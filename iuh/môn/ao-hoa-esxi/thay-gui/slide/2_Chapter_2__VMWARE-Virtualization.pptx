
<file path=[Content_Types].xml><?xml version="1.0" encoding="utf-8"?>
<Types xmlns="http://schemas.openxmlformats.org/package/2006/content-types">
  <Default Extension="jpg" ContentType="image/jp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theme/theme2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notesMasterIdLst>
    <p:notesMasterId r:id="rId73"/>
  </p:notes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267" r:id="rId13"/>
    <p:sldId id="268" r:id="rId14"/>
    <p:sldId id="269" r:id="rId15"/>
    <p:sldId id="270" r:id="rId16"/>
    <p:sldId id="271" r:id="rId17"/>
    <p:sldId id="272" r:id="rId18"/>
    <p:sldId id="273" r:id="rId19"/>
    <p:sldId id="274" r:id="rId20"/>
    <p:sldId id="275" r:id="rId21"/>
    <p:sldId id="276" r:id="rId22"/>
    <p:sldId id="277" r:id="rId23"/>
    <p:sldId id="278" r:id="rId24"/>
    <p:sldId id="279" r:id="rId25"/>
    <p:sldId id="280" r:id="rId26"/>
    <p:sldId id="281" r:id="rId27"/>
    <p:sldId id="282" r:id="rId28"/>
    <p:sldId id="283" r:id="rId29"/>
    <p:sldId id="284" r:id="rId30"/>
    <p:sldId id="285" r:id="rId31"/>
    <p:sldId id="286" r:id="rId32"/>
    <p:sldId id="287" r:id="rId33"/>
    <p:sldId id="288" r:id="rId34"/>
    <p:sldId id="289" r:id="rId35"/>
    <p:sldId id="290" r:id="rId36"/>
    <p:sldId id="291" r:id="rId37"/>
    <p:sldId id="292" r:id="rId38"/>
    <p:sldId id="293" r:id="rId39"/>
    <p:sldId id="294" r:id="rId40"/>
    <p:sldId id="295" r:id="rId41"/>
    <p:sldId id="296" r:id="rId42"/>
    <p:sldId id="297" r:id="rId43"/>
    <p:sldId id="298" r:id="rId44"/>
    <p:sldId id="299" r:id="rId45"/>
    <p:sldId id="300" r:id="rId46"/>
    <p:sldId id="301" r:id="rId47"/>
    <p:sldId id="302" r:id="rId48"/>
    <p:sldId id="303" r:id="rId49"/>
    <p:sldId id="304" r:id="rId50"/>
    <p:sldId id="305" r:id="rId51"/>
    <p:sldId id="306" r:id="rId52"/>
    <p:sldId id="307" r:id="rId53"/>
    <p:sldId id="308" r:id="rId54"/>
    <p:sldId id="309" r:id="rId55"/>
    <p:sldId id="310" r:id="rId56"/>
    <p:sldId id="311" r:id="rId57"/>
    <p:sldId id="312" r:id="rId58"/>
    <p:sldId id="313" r:id="rId59"/>
    <p:sldId id="314" r:id="rId60"/>
    <p:sldId id="315" r:id="rId61"/>
    <p:sldId id="316" r:id="rId62"/>
    <p:sldId id="317" r:id="rId63"/>
    <p:sldId id="318" r:id="rId64"/>
    <p:sldId id="319" r:id="rId65"/>
    <p:sldId id="320" r:id="rId66"/>
    <p:sldId id="321" r:id="rId67"/>
    <p:sldId id="322" r:id="rId68"/>
    <p:sldId id="323" r:id="rId69"/>
    <p:sldId id="324" r:id="rId70"/>
    <p:sldId id="325" r:id="rId71"/>
    <p:sldId id="326" r:id="rId72"/>
  </p:sldIdLst>
  <p:sldSz cx="9144000" cy="6858000" type="screen4x3"/>
  <p:notesSz cx="9144000" cy="6858000"/>
  <p:defaultTextStyle>
    <a:defPPr>
      <a:defRPr kern="0"/>
    </a:defPPr>
  </p:defaultTextStyle>
  <p:extLst>
    <p:ext uri="{EFAFB233-063F-42B5-8137-9DF3F51BA10A}">
      <p15:sld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70" d="100"/>
          <a:sy n="70" d="100"/>
        </p:scale>
        <p:origin x="1728" y="48"/>
      </p:cViewPr>
      <p:guideLst>
        <p:guide orient="horz" pos="2880"/>
        <p:guide pos="216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16" Type="http://schemas.openxmlformats.org/officeDocument/2006/relationships/slide" Target="slides/slide1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slide" Target="slides/slide65.xml"/><Relationship Id="rId74" Type="http://schemas.openxmlformats.org/officeDocument/2006/relationships/presProps" Target="presProps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tableStyles" Target="tableStyle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notesMaster" Target="notesMasters/notesMaster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theme" Target="theme/theme1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2" Type="http://schemas.openxmlformats.org/officeDocument/2006/relationships/slide" Target="slides/slide1.xml"/><Relationship Id="rId29" Type="http://schemas.openxmlformats.org/officeDocument/2006/relationships/slide" Target="slides/slide28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3962400" cy="3444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5180013" y="0"/>
            <a:ext cx="3962400" cy="3444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18E5323-F6CD-4BBD-9F88-9DBA50F80F82}" type="datetimeFigureOut">
              <a:rPr lang="en-US" smtClean="0"/>
              <a:t>21-08-2024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3028950" y="857250"/>
            <a:ext cx="3086100" cy="231457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914400" y="3300413"/>
            <a:ext cx="7315200" cy="2700337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6513513"/>
            <a:ext cx="3962400" cy="3444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5180013" y="6513513"/>
            <a:ext cx="3962400" cy="3444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01BCD6CA-F2C4-44DA-B50C-04DE0FC4332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92981556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bg object 1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9144000" cy="6858000"/>
          </a:xfrm>
          <a:prstGeom prst="rect">
            <a:avLst/>
          </a:prstGeom>
        </p:spPr>
      </p:pic>
      <p:sp>
        <p:nvSpPr>
          <p:cNvPr id="17" name="bg object 17"/>
          <p:cNvSpPr/>
          <p:nvPr/>
        </p:nvSpPr>
        <p:spPr>
          <a:xfrm>
            <a:off x="980439" y="595630"/>
            <a:ext cx="1405890" cy="403860"/>
          </a:xfrm>
          <a:custGeom>
            <a:avLst/>
            <a:gdLst/>
            <a:ahLst/>
            <a:cxnLst/>
            <a:rect l="l" t="t" r="r" b="b"/>
            <a:pathLst>
              <a:path w="1405889" h="403859">
                <a:moveTo>
                  <a:pt x="1405890" y="0"/>
                </a:moveTo>
                <a:lnTo>
                  <a:pt x="0" y="0"/>
                </a:lnTo>
                <a:lnTo>
                  <a:pt x="0" y="403860"/>
                </a:lnTo>
                <a:lnTo>
                  <a:pt x="702310" y="403860"/>
                </a:lnTo>
                <a:lnTo>
                  <a:pt x="1405890" y="403860"/>
                </a:lnTo>
                <a:lnTo>
                  <a:pt x="140589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1013460" y="574040"/>
            <a:ext cx="1209039" cy="39115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2400" b="1" i="0">
                <a:solidFill>
                  <a:srgbClr val="7C9AC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371600" y="3840480"/>
            <a:ext cx="6400800" cy="17145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2400" b="1" i="0">
                <a:solidFill>
                  <a:schemeClr val="tx1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DCF0CAD-46BD-4A70-BE22-B61F5412CB2E}" type="datetime1">
              <a:rPr lang="en-US" smtClean="0"/>
              <a:t>21-08-2024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800" b="0" i="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pPr marL="6604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50" dirty="0"/>
              <a:t>‹#›</a:t>
            </a:fld>
            <a:endParaRPr spc="-50" dirty="0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2400" b="1" i="0">
                <a:solidFill>
                  <a:srgbClr val="7C9AC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 sz="2400" b="1" i="0">
                <a:solidFill>
                  <a:schemeClr val="tx1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E9331A1-6FC6-4B27-8F9A-60402EC5DE3C}" type="datetime1">
              <a:rPr lang="en-US" smtClean="0"/>
              <a:t>21-08-2024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800" b="0" i="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pPr marL="6604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50" dirty="0"/>
              <a:t>‹#›</a:t>
            </a:fld>
            <a:endParaRPr spc="-50" dirty="0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wo Conten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bg object 1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9144000" cy="6858000"/>
          </a:xfrm>
          <a:prstGeom prst="rect">
            <a:avLst/>
          </a:prstGeom>
        </p:spPr>
      </p:pic>
      <p:sp>
        <p:nvSpPr>
          <p:cNvPr id="17" name="bg object 17"/>
          <p:cNvSpPr/>
          <p:nvPr/>
        </p:nvSpPr>
        <p:spPr>
          <a:xfrm>
            <a:off x="991869" y="574040"/>
            <a:ext cx="6734809" cy="403860"/>
          </a:xfrm>
          <a:custGeom>
            <a:avLst/>
            <a:gdLst/>
            <a:ahLst/>
            <a:cxnLst/>
            <a:rect l="l" t="t" r="r" b="b"/>
            <a:pathLst>
              <a:path w="6734809" h="403859">
                <a:moveTo>
                  <a:pt x="6734809" y="0"/>
                </a:moveTo>
                <a:lnTo>
                  <a:pt x="0" y="0"/>
                </a:lnTo>
                <a:lnTo>
                  <a:pt x="0" y="403860"/>
                </a:lnTo>
                <a:lnTo>
                  <a:pt x="3366770" y="403860"/>
                </a:lnTo>
                <a:lnTo>
                  <a:pt x="6734809" y="403860"/>
                </a:lnTo>
                <a:lnTo>
                  <a:pt x="673480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2400" b="1" i="0">
                <a:solidFill>
                  <a:srgbClr val="7C9AC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457200" y="1577340"/>
            <a:ext cx="3977640" cy="452628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4709160" y="1577340"/>
            <a:ext cx="3977640" cy="452628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C1ADDD2-89F2-4033-BB6E-A6DF73A2C1CC}" type="datetime1">
              <a:rPr lang="en-US" smtClean="0"/>
              <a:t>21-08-2024</a:t>
            </a:fld>
            <a:endParaRPr lang="en-US"/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800" b="0" i="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pPr marL="6604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50" dirty="0"/>
              <a:t>‹#›</a:t>
            </a:fld>
            <a:endParaRPr spc="-50" dirty="0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Only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bg object 1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9144000" cy="6858000"/>
          </a:xfrm>
          <a:prstGeom prst="rect">
            <a:avLst/>
          </a:prstGeom>
        </p:spPr>
      </p:pic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2400" b="1" i="0">
                <a:solidFill>
                  <a:srgbClr val="7C9AC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D47CD2B-3EA4-4A06-8EC1-428A86451677}" type="datetime1">
              <a:rPr lang="en-US" smtClean="0"/>
              <a:t>21-08-2024</a:t>
            </a:fld>
            <a:endParaRPr lang="en-US"/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800" b="0" i="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pPr marL="6604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50" dirty="0"/>
              <a:t>‹#›</a:t>
            </a:fld>
            <a:endParaRPr spc="-50" dirty="0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0E5CBC67-6D16-4C74-8A55-DF4DB4CC8330}" type="datetime1">
              <a:rPr lang="en-US" smtClean="0"/>
              <a:t>21-08-2024</a:t>
            </a:fld>
            <a:endParaRPr lang="en-US"/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800" b="0" i="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pPr marL="6604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50" dirty="0"/>
              <a:t>‹#›</a:t>
            </a:fld>
            <a:endParaRPr spc="-50" dirty="0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7" Type="http://schemas.openxmlformats.org/officeDocument/2006/relationships/image" Target="../media/image1.png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bg object 16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0" y="0"/>
            <a:ext cx="9144000" cy="6858000"/>
          </a:xfrm>
          <a:prstGeom prst="rect">
            <a:avLst/>
          </a:prstGeom>
        </p:spPr>
      </p:pic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518159" y="568959"/>
            <a:ext cx="8107680" cy="39115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2400" b="1" i="0">
                <a:solidFill>
                  <a:srgbClr val="7C9AC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1341119" y="1557020"/>
            <a:ext cx="4032250" cy="393319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2400" b="1" i="0">
                <a:solidFill>
                  <a:schemeClr val="tx1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3108960" y="6377940"/>
            <a:ext cx="2926080" cy="3429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457200" y="6377940"/>
            <a:ext cx="2103120" cy="3429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0D7DAE7-E150-45E2-86BF-313B3625B959}" type="datetime1">
              <a:rPr lang="en-US" smtClean="0"/>
              <a:t>21-08-2024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373379" y="6227544"/>
            <a:ext cx="202565" cy="1390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800" b="0" i="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pPr marL="6604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50" dirty="0"/>
              <a:t>‹#›</a:t>
            </a:fld>
            <a:endParaRPr spc="-50" dirty="0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</p:sldLayoutIdLst>
  <p:hf hdr="0" ftr="0" dt="0"/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g"/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8.jpg"/><Relationship Id="rId4" Type="http://schemas.openxmlformats.org/officeDocument/2006/relationships/image" Target="../media/image7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2.png"/><Relationship Id="rId4" Type="http://schemas.openxmlformats.org/officeDocument/2006/relationships/image" Target="../media/image11.png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5.jpg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27.png"/><Relationship Id="rId3" Type="http://schemas.openxmlformats.org/officeDocument/2006/relationships/image" Target="../media/image17.png"/><Relationship Id="rId7" Type="http://schemas.openxmlformats.org/officeDocument/2006/relationships/image" Target="../media/image21.png"/><Relationship Id="rId12" Type="http://schemas.openxmlformats.org/officeDocument/2006/relationships/image" Target="../media/image26.png"/><Relationship Id="rId2" Type="http://schemas.openxmlformats.org/officeDocument/2006/relationships/image" Target="../media/image16.png"/><Relationship Id="rId16" Type="http://schemas.openxmlformats.org/officeDocument/2006/relationships/image" Target="../media/image3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.png"/><Relationship Id="rId11" Type="http://schemas.openxmlformats.org/officeDocument/2006/relationships/image" Target="../media/image25.png"/><Relationship Id="rId5" Type="http://schemas.openxmlformats.org/officeDocument/2006/relationships/image" Target="../media/image19.png"/><Relationship Id="rId15" Type="http://schemas.openxmlformats.org/officeDocument/2006/relationships/image" Target="../media/image29.png"/><Relationship Id="rId10" Type="http://schemas.openxmlformats.org/officeDocument/2006/relationships/image" Target="../media/image24.png"/><Relationship Id="rId4" Type="http://schemas.openxmlformats.org/officeDocument/2006/relationships/image" Target="../media/image18.png"/><Relationship Id="rId9" Type="http://schemas.openxmlformats.org/officeDocument/2006/relationships/image" Target="../media/image23.png"/><Relationship Id="rId14" Type="http://schemas.openxmlformats.org/officeDocument/2006/relationships/image" Target="../media/image28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7" Type="http://schemas.openxmlformats.org/officeDocument/2006/relationships/image" Target="../media/image36.png"/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5.png"/><Relationship Id="rId5" Type="http://schemas.openxmlformats.org/officeDocument/2006/relationships/image" Target="../media/image34.png"/><Relationship Id="rId4" Type="http://schemas.openxmlformats.org/officeDocument/2006/relationships/image" Target="../media/image33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38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39.jpg"/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0.png"/><Relationship Id="rId4" Type="http://schemas.openxmlformats.org/officeDocument/2006/relationships/image" Target="../media/image42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image" Target="../media/image41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0.png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hyperlink" Target="http://www-306.ibm.com/software/tivoli/" TargetMode="External"/><Relationship Id="rId3" Type="http://schemas.openxmlformats.org/officeDocument/2006/relationships/image" Target="../media/image33.png"/><Relationship Id="rId7" Type="http://schemas.openxmlformats.org/officeDocument/2006/relationships/image" Target="../media/image44.png"/><Relationship Id="rId12" Type="http://schemas.openxmlformats.org/officeDocument/2006/relationships/image" Target="../media/image48.jpg"/><Relationship Id="rId2" Type="http://schemas.openxmlformats.org/officeDocument/2006/relationships/image" Target="../media/image4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0.png"/><Relationship Id="rId11" Type="http://schemas.openxmlformats.org/officeDocument/2006/relationships/image" Target="../media/image47.png"/><Relationship Id="rId5" Type="http://schemas.openxmlformats.org/officeDocument/2006/relationships/image" Target="../media/image38.png"/><Relationship Id="rId10" Type="http://schemas.openxmlformats.org/officeDocument/2006/relationships/image" Target="../media/image46.jpg"/><Relationship Id="rId4" Type="http://schemas.openxmlformats.org/officeDocument/2006/relationships/image" Target="../media/image28.png"/><Relationship Id="rId9" Type="http://schemas.openxmlformats.org/officeDocument/2006/relationships/image" Target="../media/image45.png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55.png"/><Relationship Id="rId13" Type="http://schemas.openxmlformats.org/officeDocument/2006/relationships/image" Target="../media/image60.jpg"/><Relationship Id="rId3" Type="http://schemas.openxmlformats.org/officeDocument/2006/relationships/image" Target="../media/image50.png"/><Relationship Id="rId7" Type="http://schemas.openxmlformats.org/officeDocument/2006/relationships/image" Target="../media/image54.jpg"/><Relationship Id="rId12" Type="http://schemas.openxmlformats.org/officeDocument/2006/relationships/image" Target="../media/image59.png"/><Relationship Id="rId2" Type="http://schemas.openxmlformats.org/officeDocument/2006/relationships/image" Target="../media/image4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3.png"/><Relationship Id="rId11" Type="http://schemas.openxmlformats.org/officeDocument/2006/relationships/image" Target="../media/image58.jpg"/><Relationship Id="rId5" Type="http://schemas.openxmlformats.org/officeDocument/2006/relationships/image" Target="../media/image52.png"/><Relationship Id="rId15" Type="http://schemas.openxmlformats.org/officeDocument/2006/relationships/image" Target="../media/image61.jpg"/><Relationship Id="rId10" Type="http://schemas.openxmlformats.org/officeDocument/2006/relationships/image" Target="../media/image57.png"/><Relationship Id="rId4" Type="http://schemas.openxmlformats.org/officeDocument/2006/relationships/image" Target="../media/image51.png"/><Relationship Id="rId9" Type="http://schemas.openxmlformats.org/officeDocument/2006/relationships/image" Target="../media/image56.png"/><Relationship Id="rId14" Type="http://schemas.openxmlformats.org/officeDocument/2006/relationships/image" Target="../media/image28.png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.jpg"/><Relationship Id="rId2" Type="http://schemas.openxmlformats.org/officeDocument/2006/relationships/image" Target="../media/image62.jp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5.jpg"/><Relationship Id="rId4" Type="http://schemas.openxmlformats.org/officeDocument/2006/relationships/image" Target="../media/image64.jp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png"/><Relationship Id="rId2" Type="http://schemas.openxmlformats.org/officeDocument/2006/relationships/image" Target="../media/image66.jpg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jpg"/><Relationship Id="rId7" Type="http://schemas.openxmlformats.org/officeDocument/2006/relationships/image" Target="../media/image73.jpg"/><Relationship Id="rId2" Type="http://schemas.openxmlformats.org/officeDocument/2006/relationships/image" Target="../media/image68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2.jpg"/><Relationship Id="rId5" Type="http://schemas.openxmlformats.org/officeDocument/2006/relationships/image" Target="../media/image71.jpg"/><Relationship Id="rId4" Type="http://schemas.openxmlformats.org/officeDocument/2006/relationships/image" Target="../media/image70.jp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.jpg"/><Relationship Id="rId2" Type="http://schemas.openxmlformats.org/officeDocument/2006/relationships/image" Target="../media/image74.png"/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jpg"/><Relationship Id="rId7" Type="http://schemas.openxmlformats.org/officeDocument/2006/relationships/image" Target="../media/image73.jpg"/><Relationship Id="rId2" Type="http://schemas.openxmlformats.org/officeDocument/2006/relationships/image" Target="../media/image68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2.jpg"/><Relationship Id="rId5" Type="http://schemas.openxmlformats.org/officeDocument/2006/relationships/image" Target="../media/image71.jpg"/><Relationship Id="rId4" Type="http://schemas.openxmlformats.org/officeDocument/2006/relationships/image" Target="../media/image70.jp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.png"/><Relationship Id="rId2" Type="http://schemas.openxmlformats.org/officeDocument/2006/relationships/image" Target="../media/image76.png"/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.jpg"/><Relationship Id="rId7" Type="http://schemas.openxmlformats.org/officeDocument/2006/relationships/image" Target="../media/image73.jpg"/><Relationship Id="rId2" Type="http://schemas.openxmlformats.org/officeDocument/2006/relationships/image" Target="../media/image68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2.jpg"/><Relationship Id="rId5" Type="http://schemas.openxmlformats.org/officeDocument/2006/relationships/image" Target="../media/image70.jpg"/><Relationship Id="rId4" Type="http://schemas.openxmlformats.org/officeDocument/2006/relationships/image" Target="../media/image69.jpg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8.png"/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jpg"/><Relationship Id="rId7" Type="http://schemas.openxmlformats.org/officeDocument/2006/relationships/image" Target="../media/image73.jpg"/><Relationship Id="rId2" Type="http://schemas.openxmlformats.org/officeDocument/2006/relationships/image" Target="../media/image71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2.jpg"/><Relationship Id="rId5" Type="http://schemas.openxmlformats.org/officeDocument/2006/relationships/image" Target="../media/image70.jpg"/><Relationship Id="rId4" Type="http://schemas.openxmlformats.org/officeDocument/2006/relationships/image" Target="../media/image68.jpg"/></Relationships>
</file>

<file path=ppt/slides/_rels/slide36.xml.rels><?xml version="1.0" encoding="UTF-8" standalone="yes"?>
<Relationships xmlns="http://schemas.openxmlformats.org/package/2006/relationships"><Relationship Id="rId8" Type="http://schemas.openxmlformats.org/officeDocument/2006/relationships/image" Target="../media/image85.png"/><Relationship Id="rId13" Type="http://schemas.openxmlformats.org/officeDocument/2006/relationships/image" Target="../media/image90.png"/><Relationship Id="rId3" Type="http://schemas.openxmlformats.org/officeDocument/2006/relationships/image" Target="../media/image80.png"/><Relationship Id="rId7" Type="http://schemas.openxmlformats.org/officeDocument/2006/relationships/image" Target="../media/image84.png"/><Relationship Id="rId12" Type="http://schemas.openxmlformats.org/officeDocument/2006/relationships/image" Target="../media/image89.jpg"/><Relationship Id="rId2" Type="http://schemas.openxmlformats.org/officeDocument/2006/relationships/image" Target="../media/image79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3.png"/><Relationship Id="rId11" Type="http://schemas.openxmlformats.org/officeDocument/2006/relationships/image" Target="../media/image88.png"/><Relationship Id="rId5" Type="http://schemas.openxmlformats.org/officeDocument/2006/relationships/image" Target="../media/image82.png"/><Relationship Id="rId10" Type="http://schemas.openxmlformats.org/officeDocument/2006/relationships/image" Target="../media/image87.png"/><Relationship Id="rId4" Type="http://schemas.openxmlformats.org/officeDocument/2006/relationships/image" Target="../media/image81.png"/><Relationship Id="rId9" Type="http://schemas.openxmlformats.org/officeDocument/2006/relationships/image" Target="../media/image86.png"/><Relationship Id="rId14" Type="http://schemas.openxmlformats.org/officeDocument/2006/relationships/image" Target="../media/image91.png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.jpg"/><Relationship Id="rId7" Type="http://schemas.openxmlformats.org/officeDocument/2006/relationships/image" Target="../media/image73.jpg"/><Relationship Id="rId2" Type="http://schemas.openxmlformats.org/officeDocument/2006/relationships/image" Target="../media/image71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2.jpg"/><Relationship Id="rId5" Type="http://schemas.openxmlformats.org/officeDocument/2006/relationships/image" Target="../media/image70.jpg"/><Relationship Id="rId4" Type="http://schemas.openxmlformats.org/officeDocument/2006/relationships/image" Target="../media/image69.jpg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.png"/><Relationship Id="rId2" Type="http://schemas.openxmlformats.org/officeDocument/2006/relationships/image" Target="../media/image92.jp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94.png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99.png"/><Relationship Id="rId3" Type="http://schemas.openxmlformats.org/officeDocument/2006/relationships/hyperlink" Target="http://images.google.com/imgres?imgurl=http%3A//meuslivros.weblog.com.pt/arquivo/katrina-furac%25E3o.jpg&amp;imgrefurl=http%3A//xafarica.weblog.com.pt/&amp;h=584&amp;w=480&amp;sz=56&amp;tbnid=EdZaEdAwVOjMHM%3A&amp;tbnh=132&amp;tbnw=108&amp;hl=en&amp;start=16&amp;prev=/images%3Fq%3Dkatrina%26svnum%3D10%26hl%3Den%26lr%3D%26safe%3Doff%26rls%3DGGLG%2CGGLG%3A2005-29%2CGGLG%3Aen" TargetMode="External"/><Relationship Id="rId7" Type="http://schemas.openxmlformats.org/officeDocument/2006/relationships/image" Target="../media/image98.jpg"/><Relationship Id="rId2" Type="http://schemas.openxmlformats.org/officeDocument/2006/relationships/image" Target="../media/image9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7.jpg"/><Relationship Id="rId5" Type="http://schemas.openxmlformats.org/officeDocument/2006/relationships/hyperlink" Target="http://images.google.com/imgres?imgurl=http%3A//www.peterkuper.com/stock_jpgs_j/images/Avian%2520Flu_j.jpg&amp;imgrefurl=http%3A//www.peterkuper.com/health/health.htm&amp;h=377&amp;w=504&amp;sz=46&amp;tbnid=_9GJTw3UFKxs5M%3A&amp;tbnh=95&amp;tbnw=128&amp;hl=en&amp;start=4&amp;prev=/images%3Fq%3Davian%2Bflu%26svnum%3D10%26hl%3Den%26lr%3D%26safe%3Doff%26rls%3DGGLG%2CGGLG%3A2005-29%2CGGLG%3Aen%26sa%3DN" TargetMode="External"/><Relationship Id="rId4" Type="http://schemas.openxmlformats.org/officeDocument/2006/relationships/image" Target="../media/image96.jpg"/><Relationship Id="rId9" Type="http://schemas.openxmlformats.org/officeDocument/2006/relationships/image" Target="../media/image100.jpg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jpg"/><Relationship Id="rId7" Type="http://schemas.openxmlformats.org/officeDocument/2006/relationships/image" Target="../media/image73.jpg"/><Relationship Id="rId2" Type="http://schemas.openxmlformats.org/officeDocument/2006/relationships/image" Target="../media/image68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2.jpg"/><Relationship Id="rId5" Type="http://schemas.openxmlformats.org/officeDocument/2006/relationships/image" Target="../media/image71.jpg"/><Relationship Id="rId4" Type="http://schemas.openxmlformats.org/officeDocument/2006/relationships/image" Target="../media/image70.jpg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7.png"/><Relationship Id="rId13" Type="http://schemas.openxmlformats.org/officeDocument/2006/relationships/image" Target="../media/image112.png"/><Relationship Id="rId18" Type="http://schemas.openxmlformats.org/officeDocument/2006/relationships/image" Target="../media/image117.jpg"/><Relationship Id="rId3" Type="http://schemas.openxmlformats.org/officeDocument/2006/relationships/image" Target="../media/image102.png"/><Relationship Id="rId7" Type="http://schemas.openxmlformats.org/officeDocument/2006/relationships/image" Target="../media/image106.png"/><Relationship Id="rId12" Type="http://schemas.openxmlformats.org/officeDocument/2006/relationships/image" Target="../media/image111.png"/><Relationship Id="rId17" Type="http://schemas.openxmlformats.org/officeDocument/2006/relationships/image" Target="../media/image116.jpg"/><Relationship Id="rId2" Type="http://schemas.openxmlformats.org/officeDocument/2006/relationships/image" Target="../media/image101.png"/><Relationship Id="rId16" Type="http://schemas.openxmlformats.org/officeDocument/2006/relationships/image" Target="../media/image115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5.png"/><Relationship Id="rId11" Type="http://schemas.openxmlformats.org/officeDocument/2006/relationships/image" Target="../media/image110.png"/><Relationship Id="rId5" Type="http://schemas.openxmlformats.org/officeDocument/2006/relationships/image" Target="../media/image104.png"/><Relationship Id="rId15" Type="http://schemas.openxmlformats.org/officeDocument/2006/relationships/image" Target="../media/image114.png"/><Relationship Id="rId10" Type="http://schemas.openxmlformats.org/officeDocument/2006/relationships/image" Target="../media/image109.png"/><Relationship Id="rId19" Type="http://schemas.openxmlformats.org/officeDocument/2006/relationships/image" Target="../media/image118.png"/><Relationship Id="rId4" Type="http://schemas.openxmlformats.org/officeDocument/2006/relationships/image" Target="../media/image103.png"/><Relationship Id="rId9" Type="http://schemas.openxmlformats.org/officeDocument/2006/relationships/image" Target="../media/image108.png"/><Relationship Id="rId14" Type="http://schemas.openxmlformats.org/officeDocument/2006/relationships/image" Target="../media/image113.png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jpg"/><Relationship Id="rId7" Type="http://schemas.openxmlformats.org/officeDocument/2006/relationships/image" Target="../media/image124.png"/><Relationship Id="rId2" Type="http://schemas.openxmlformats.org/officeDocument/2006/relationships/image" Target="../media/image119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3.png"/><Relationship Id="rId5" Type="http://schemas.openxmlformats.org/officeDocument/2006/relationships/image" Target="../media/image122.jpg"/><Relationship Id="rId4" Type="http://schemas.openxmlformats.org/officeDocument/2006/relationships/image" Target="../media/image121.jpg"/></Relationships>
</file>

<file path=ppt/slides/_rels/slide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9.png"/><Relationship Id="rId13" Type="http://schemas.openxmlformats.org/officeDocument/2006/relationships/image" Target="../media/image134.png"/><Relationship Id="rId3" Type="http://schemas.openxmlformats.org/officeDocument/2006/relationships/image" Target="../media/image43.png"/><Relationship Id="rId7" Type="http://schemas.openxmlformats.org/officeDocument/2006/relationships/image" Target="../media/image128.png"/><Relationship Id="rId12" Type="http://schemas.openxmlformats.org/officeDocument/2006/relationships/image" Target="../media/image133.png"/><Relationship Id="rId17" Type="http://schemas.openxmlformats.org/officeDocument/2006/relationships/image" Target="../media/image138.png"/><Relationship Id="rId2" Type="http://schemas.openxmlformats.org/officeDocument/2006/relationships/image" Target="../media/image1.png"/><Relationship Id="rId16" Type="http://schemas.openxmlformats.org/officeDocument/2006/relationships/image" Target="../media/image137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27.png"/><Relationship Id="rId11" Type="http://schemas.openxmlformats.org/officeDocument/2006/relationships/image" Target="../media/image132.png"/><Relationship Id="rId5" Type="http://schemas.openxmlformats.org/officeDocument/2006/relationships/image" Target="../media/image126.png"/><Relationship Id="rId15" Type="http://schemas.openxmlformats.org/officeDocument/2006/relationships/image" Target="../media/image136.png"/><Relationship Id="rId10" Type="http://schemas.openxmlformats.org/officeDocument/2006/relationships/image" Target="../media/image131.png"/><Relationship Id="rId4" Type="http://schemas.openxmlformats.org/officeDocument/2006/relationships/image" Target="../media/image125.png"/><Relationship Id="rId9" Type="http://schemas.openxmlformats.org/officeDocument/2006/relationships/image" Target="../media/image130.png"/><Relationship Id="rId14" Type="http://schemas.openxmlformats.org/officeDocument/2006/relationships/image" Target="../media/image135.png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9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2.png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0.png"/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0.png"/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image" Target="../media/image141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44.jpg"/><Relationship Id="rId5" Type="http://schemas.openxmlformats.org/officeDocument/2006/relationships/image" Target="../media/image143.png"/><Relationship Id="rId4" Type="http://schemas.openxmlformats.org/officeDocument/2006/relationships/image" Target="../media/image142.png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8.png"/><Relationship Id="rId3" Type="http://schemas.openxmlformats.org/officeDocument/2006/relationships/image" Target="../media/image42.png"/><Relationship Id="rId7" Type="http://schemas.openxmlformats.org/officeDocument/2006/relationships/image" Target="../media/image147.png"/><Relationship Id="rId2" Type="http://schemas.openxmlformats.org/officeDocument/2006/relationships/image" Target="../media/image4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46.png"/><Relationship Id="rId5" Type="http://schemas.openxmlformats.org/officeDocument/2006/relationships/image" Target="../media/image145.png"/><Relationship Id="rId10" Type="http://schemas.openxmlformats.org/officeDocument/2006/relationships/image" Target="../media/image149.png"/><Relationship Id="rId4" Type="http://schemas.openxmlformats.org/officeDocument/2006/relationships/image" Target="../media/image40.png"/><Relationship Id="rId9" Type="http://schemas.openxmlformats.org/officeDocument/2006/relationships/image" Target="../media/image28.png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image" Target="../media/image40.png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28.png"/><Relationship Id="rId4" Type="http://schemas.openxmlformats.org/officeDocument/2006/relationships/image" Target="../media/image150.jpg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9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51.png"/></Relationships>
</file>

<file path=ppt/slides/_rels/slide6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1.png"/><Relationship Id="rId3" Type="http://schemas.openxmlformats.org/officeDocument/2006/relationships/image" Target="../media/image152.png"/><Relationship Id="rId7" Type="http://schemas.openxmlformats.org/officeDocument/2006/relationships/image" Target="../media/image139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55.png"/><Relationship Id="rId11" Type="http://schemas.openxmlformats.org/officeDocument/2006/relationships/image" Target="../media/image158.png"/><Relationship Id="rId5" Type="http://schemas.openxmlformats.org/officeDocument/2006/relationships/image" Target="../media/image154.png"/><Relationship Id="rId10" Type="http://schemas.openxmlformats.org/officeDocument/2006/relationships/image" Target="../media/image157.png"/><Relationship Id="rId4" Type="http://schemas.openxmlformats.org/officeDocument/2006/relationships/image" Target="../media/image153.png"/><Relationship Id="rId9" Type="http://schemas.openxmlformats.org/officeDocument/2006/relationships/image" Target="../media/image156.png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2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9.png"/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71.png"/><Relationship Id="rId18" Type="http://schemas.openxmlformats.org/officeDocument/2006/relationships/image" Target="../media/image176.png"/><Relationship Id="rId26" Type="http://schemas.openxmlformats.org/officeDocument/2006/relationships/image" Target="../media/image184.png"/><Relationship Id="rId3" Type="http://schemas.openxmlformats.org/officeDocument/2006/relationships/image" Target="../media/image161.png"/><Relationship Id="rId21" Type="http://schemas.openxmlformats.org/officeDocument/2006/relationships/image" Target="../media/image179.png"/><Relationship Id="rId7" Type="http://schemas.openxmlformats.org/officeDocument/2006/relationships/image" Target="../media/image165.png"/><Relationship Id="rId12" Type="http://schemas.openxmlformats.org/officeDocument/2006/relationships/image" Target="../media/image170.jpg"/><Relationship Id="rId17" Type="http://schemas.openxmlformats.org/officeDocument/2006/relationships/image" Target="../media/image175.png"/><Relationship Id="rId25" Type="http://schemas.openxmlformats.org/officeDocument/2006/relationships/image" Target="../media/image183.png"/><Relationship Id="rId33" Type="http://schemas.openxmlformats.org/officeDocument/2006/relationships/image" Target="../media/image191.png"/><Relationship Id="rId2" Type="http://schemas.openxmlformats.org/officeDocument/2006/relationships/image" Target="../media/image160.png"/><Relationship Id="rId16" Type="http://schemas.openxmlformats.org/officeDocument/2006/relationships/image" Target="../media/image174.png"/><Relationship Id="rId20" Type="http://schemas.openxmlformats.org/officeDocument/2006/relationships/image" Target="../media/image178.png"/><Relationship Id="rId29" Type="http://schemas.openxmlformats.org/officeDocument/2006/relationships/image" Target="../media/image18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64.png"/><Relationship Id="rId11" Type="http://schemas.openxmlformats.org/officeDocument/2006/relationships/image" Target="../media/image169.png"/><Relationship Id="rId24" Type="http://schemas.openxmlformats.org/officeDocument/2006/relationships/image" Target="../media/image182.png"/><Relationship Id="rId32" Type="http://schemas.openxmlformats.org/officeDocument/2006/relationships/image" Target="../media/image190.png"/><Relationship Id="rId5" Type="http://schemas.openxmlformats.org/officeDocument/2006/relationships/image" Target="../media/image163.png"/><Relationship Id="rId15" Type="http://schemas.openxmlformats.org/officeDocument/2006/relationships/image" Target="../media/image173.png"/><Relationship Id="rId23" Type="http://schemas.openxmlformats.org/officeDocument/2006/relationships/image" Target="../media/image181.png"/><Relationship Id="rId28" Type="http://schemas.openxmlformats.org/officeDocument/2006/relationships/image" Target="../media/image186.png"/><Relationship Id="rId10" Type="http://schemas.openxmlformats.org/officeDocument/2006/relationships/image" Target="../media/image168.png"/><Relationship Id="rId19" Type="http://schemas.openxmlformats.org/officeDocument/2006/relationships/image" Target="../media/image177.png"/><Relationship Id="rId31" Type="http://schemas.openxmlformats.org/officeDocument/2006/relationships/image" Target="../media/image189.png"/><Relationship Id="rId4" Type="http://schemas.openxmlformats.org/officeDocument/2006/relationships/image" Target="../media/image162.png"/><Relationship Id="rId9" Type="http://schemas.openxmlformats.org/officeDocument/2006/relationships/image" Target="../media/image167.png"/><Relationship Id="rId14" Type="http://schemas.openxmlformats.org/officeDocument/2006/relationships/image" Target="../media/image172.png"/><Relationship Id="rId22" Type="http://schemas.openxmlformats.org/officeDocument/2006/relationships/image" Target="../media/image180.png"/><Relationship Id="rId27" Type="http://schemas.openxmlformats.org/officeDocument/2006/relationships/image" Target="../media/image185.png"/><Relationship Id="rId30" Type="http://schemas.openxmlformats.org/officeDocument/2006/relationships/image" Target="../media/image188.png"/><Relationship Id="rId8" Type="http://schemas.openxmlformats.org/officeDocument/2006/relationships/image" Target="../media/image166.png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92.png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hyperlink" Target="mailto:dirk@vmware.com" TargetMode="Externa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9144000" cy="6858000"/>
          </a:xfrm>
          <a:prstGeom prst="rect">
            <a:avLst/>
          </a:prstGeom>
        </p:spPr>
      </p:pic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252979" y="2559050"/>
            <a:ext cx="2862580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0" spc="-55" dirty="0">
                <a:solidFill>
                  <a:srgbClr val="333333"/>
                </a:solidFill>
              </a:rPr>
              <a:t>VMware</a:t>
            </a:r>
            <a:endParaRPr sz="600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A112CBB-CEEA-B90E-EA1C-3F911DDD621A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pPr marL="6604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lang="en-US" spc="-50" smtClean="0"/>
              <a:t>1</a:t>
            </a:fld>
            <a:endParaRPr lang="en-US" spc="-50" dirty="0"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80439" y="595630"/>
            <a:ext cx="1210310" cy="403860"/>
          </a:xfrm>
          <a:custGeom>
            <a:avLst/>
            <a:gdLst/>
            <a:ahLst/>
            <a:cxnLst/>
            <a:rect l="l" t="t" r="r" b="b"/>
            <a:pathLst>
              <a:path w="1210310" h="403859">
                <a:moveTo>
                  <a:pt x="1210310" y="0"/>
                </a:moveTo>
                <a:lnTo>
                  <a:pt x="0" y="0"/>
                </a:lnTo>
                <a:lnTo>
                  <a:pt x="0" y="403860"/>
                </a:lnTo>
                <a:lnTo>
                  <a:pt x="605790" y="403860"/>
                </a:lnTo>
                <a:lnTo>
                  <a:pt x="1210310" y="403860"/>
                </a:lnTo>
                <a:lnTo>
                  <a:pt x="121031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08000">
              <a:lnSpc>
                <a:spcPct val="100000"/>
              </a:lnSpc>
              <a:spcBef>
                <a:spcPts val="100"/>
              </a:spcBef>
            </a:pPr>
            <a:r>
              <a:rPr spc="-10" dirty="0"/>
              <a:t>Agenda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426719" y="6227544"/>
            <a:ext cx="81915" cy="139065"/>
          </a:xfrm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sz="800" spc="-5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8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68069" y="1018540"/>
            <a:ext cx="4060190" cy="4659630"/>
          </a:xfrm>
          <a:prstGeom prst="rect">
            <a:avLst/>
          </a:prstGeom>
        </p:spPr>
        <p:txBody>
          <a:bodyPr vert="horz" wrap="square" lIns="0" tIns="171450" rIns="0" bIns="0" rtlCol="0">
            <a:spAutoFit/>
          </a:bodyPr>
          <a:lstStyle/>
          <a:p>
            <a:pPr marL="170180" indent="-157480">
              <a:lnSpc>
                <a:spcPct val="100000"/>
              </a:lnSpc>
              <a:spcBef>
                <a:spcPts val="1350"/>
              </a:spcBef>
              <a:buChar char="•"/>
              <a:tabLst>
                <a:tab pos="170180" algn="l"/>
              </a:tabLst>
            </a:pPr>
            <a:r>
              <a:rPr sz="2000" dirty="0">
                <a:solidFill>
                  <a:srgbClr val="767676"/>
                </a:solidFill>
                <a:latin typeface="Arial"/>
                <a:cs typeface="Arial"/>
              </a:rPr>
              <a:t>VMware</a:t>
            </a:r>
            <a:r>
              <a:rPr sz="2000" spc="-50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2000" dirty="0">
                <a:solidFill>
                  <a:srgbClr val="767676"/>
                </a:solidFill>
                <a:latin typeface="Arial"/>
                <a:cs typeface="Arial"/>
              </a:rPr>
              <a:t>Company</a:t>
            </a:r>
            <a:r>
              <a:rPr sz="2000" spc="-50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2000" spc="-10" dirty="0">
                <a:solidFill>
                  <a:srgbClr val="767676"/>
                </a:solidFill>
                <a:latin typeface="Arial"/>
                <a:cs typeface="Arial"/>
              </a:rPr>
              <a:t>Overview</a:t>
            </a:r>
            <a:endParaRPr sz="2000">
              <a:latin typeface="Arial"/>
              <a:cs typeface="Arial"/>
            </a:endParaRPr>
          </a:p>
          <a:p>
            <a:pPr marL="170180" indent="-157480">
              <a:lnSpc>
                <a:spcPct val="100000"/>
              </a:lnSpc>
              <a:spcBef>
                <a:spcPts val="1250"/>
              </a:spcBef>
              <a:buChar char="•"/>
              <a:tabLst>
                <a:tab pos="170180" algn="l"/>
              </a:tabLst>
            </a:pPr>
            <a:r>
              <a:rPr sz="2000" dirty="0">
                <a:solidFill>
                  <a:srgbClr val="767676"/>
                </a:solidFill>
                <a:latin typeface="Arial"/>
                <a:cs typeface="Arial"/>
              </a:rPr>
              <a:t>Virtualization</a:t>
            </a:r>
            <a:r>
              <a:rPr sz="2000" spc="-120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2000" spc="-10" dirty="0">
                <a:solidFill>
                  <a:srgbClr val="767676"/>
                </a:solidFill>
                <a:latin typeface="Arial"/>
                <a:cs typeface="Arial"/>
              </a:rPr>
              <a:t>Technology</a:t>
            </a:r>
            <a:endParaRPr sz="2000">
              <a:latin typeface="Arial"/>
              <a:cs typeface="Arial"/>
            </a:endParaRPr>
          </a:p>
          <a:p>
            <a:pPr marL="170180" indent="-157480">
              <a:lnSpc>
                <a:spcPct val="100000"/>
              </a:lnSpc>
              <a:spcBef>
                <a:spcPts val="1250"/>
              </a:spcBef>
              <a:buChar char="•"/>
              <a:tabLst>
                <a:tab pos="170180" algn="l"/>
              </a:tabLst>
            </a:pPr>
            <a:r>
              <a:rPr sz="2000" dirty="0">
                <a:solidFill>
                  <a:srgbClr val="767676"/>
                </a:solidFill>
                <a:latin typeface="Arial"/>
                <a:cs typeface="Arial"/>
              </a:rPr>
              <a:t>VMware</a:t>
            </a:r>
            <a:r>
              <a:rPr sz="2000" spc="-45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2000" dirty="0">
                <a:solidFill>
                  <a:srgbClr val="767676"/>
                </a:solidFill>
                <a:latin typeface="Arial"/>
                <a:cs typeface="Arial"/>
              </a:rPr>
              <a:t>Infrastructure</a:t>
            </a:r>
            <a:r>
              <a:rPr sz="2000" spc="-45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2000" spc="-50" dirty="0">
                <a:solidFill>
                  <a:srgbClr val="767676"/>
                </a:solidFill>
                <a:latin typeface="Arial"/>
                <a:cs typeface="Arial"/>
              </a:rPr>
              <a:t>3</a:t>
            </a:r>
            <a:endParaRPr sz="2000">
              <a:latin typeface="Arial"/>
              <a:cs typeface="Arial"/>
            </a:endParaRPr>
          </a:p>
          <a:p>
            <a:pPr marL="627380" lvl="1" indent="-157480">
              <a:lnSpc>
                <a:spcPct val="100000"/>
              </a:lnSpc>
              <a:spcBef>
                <a:spcPts val="1250"/>
              </a:spcBef>
              <a:buChar char="•"/>
              <a:tabLst>
                <a:tab pos="627380" algn="l"/>
              </a:tabLst>
            </a:pPr>
            <a:r>
              <a:rPr sz="2000" dirty="0">
                <a:solidFill>
                  <a:srgbClr val="767676"/>
                </a:solidFill>
                <a:latin typeface="Arial"/>
                <a:cs typeface="Arial"/>
              </a:rPr>
              <a:t>Simplify</a:t>
            </a:r>
            <a:r>
              <a:rPr sz="2000" spc="-80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2000" spc="-10" dirty="0">
                <a:solidFill>
                  <a:srgbClr val="767676"/>
                </a:solidFill>
                <a:latin typeface="Arial"/>
                <a:cs typeface="Arial"/>
              </a:rPr>
              <a:t>Operations</a:t>
            </a:r>
            <a:endParaRPr sz="2000">
              <a:latin typeface="Arial"/>
              <a:cs typeface="Arial"/>
            </a:endParaRPr>
          </a:p>
          <a:p>
            <a:pPr marL="627380" lvl="1" indent="-157480">
              <a:lnSpc>
                <a:spcPct val="100000"/>
              </a:lnSpc>
              <a:spcBef>
                <a:spcPts val="1250"/>
              </a:spcBef>
              <a:buChar char="•"/>
              <a:tabLst>
                <a:tab pos="627380" algn="l"/>
              </a:tabLst>
            </a:pPr>
            <a:r>
              <a:rPr sz="2000" dirty="0">
                <a:solidFill>
                  <a:srgbClr val="767676"/>
                </a:solidFill>
                <a:latin typeface="Arial"/>
                <a:cs typeface="Arial"/>
              </a:rPr>
              <a:t>Increase</a:t>
            </a:r>
            <a:r>
              <a:rPr sz="2000" spc="-35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2000" dirty="0">
                <a:solidFill>
                  <a:srgbClr val="767676"/>
                </a:solidFill>
                <a:latin typeface="Arial"/>
                <a:cs typeface="Arial"/>
              </a:rPr>
              <a:t>Service</a:t>
            </a:r>
            <a:r>
              <a:rPr sz="2000" spc="-35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2000" spc="-10" dirty="0">
                <a:solidFill>
                  <a:srgbClr val="767676"/>
                </a:solidFill>
                <a:latin typeface="Arial"/>
                <a:cs typeface="Arial"/>
              </a:rPr>
              <a:t>Levels</a:t>
            </a:r>
            <a:endParaRPr sz="2000">
              <a:latin typeface="Arial"/>
              <a:cs typeface="Arial"/>
            </a:endParaRPr>
          </a:p>
          <a:p>
            <a:pPr marL="627380" lvl="1" indent="-157480">
              <a:lnSpc>
                <a:spcPct val="100000"/>
              </a:lnSpc>
              <a:spcBef>
                <a:spcPts val="1240"/>
              </a:spcBef>
              <a:buChar char="•"/>
              <a:tabLst>
                <a:tab pos="627380" algn="l"/>
              </a:tabLst>
            </a:pPr>
            <a:r>
              <a:rPr sz="2000" dirty="0">
                <a:solidFill>
                  <a:srgbClr val="767676"/>
                </a:solidFill>
                <a:latin typeface="Arial"/>
                <a:cs typeface="Arial"/>
              </a:rPr>
              <a:t>Deploy</a:t>
            </a:r>
            <a:r>
              <a:rPr sz="2000" spc="-55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2000" spc="-10" dirty="0">
                <a:solidFill>
                  <a:srgbClr val="767676"/>
                </a:solidFill>
                <a:latin typeface="Arial"/>
                <a:cs typeface="Arial"/>
              </a:rPr>
              <a:t>Pervasively</a:t>
            </a:r>
            <a:endParaRPr sz="2000">
              <a:latin typeface="Arial"/>
              <a:cs typeface="Arial"/>
            </a:endParaRPr>
          </a:p>
          <a:p>
            <a:pPr marL="170180" indent="-157480">
              <a:lnSpc>
                <a:spcPct val="100000"/>
              </a:lnSpc>
              <a:spcBef>
                <a:spcPts val="1250"/>
              </a:spcBef>
              <a:buChar char="•"/>
              <a:tabLst>
                <a:tab pos="170180" algn="l"/>
              </a:tabLst>
            </a:pPr>
            <a:r>
              <a:rPr sz="2000" dirty="0">
                <a:solidFill>
                  <a:srgbClr val="767676"/>
                </a:solidFill>
                <a:latin typeface="Arial"/>
                <a:cs typeface="Arial"/>
              </a:rPr>
              <a:t>Key</a:t>
            </a:r>
            <a:r>
              <a:rPr sz="2000" spc="-30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2000" dirty="0">
                <a:solidFill>
                  <a:srgbClr val="767676"/>
                </a:solidFill>
                <a:latin typeface="Arial"/>
                <a:cs typeface="Arial"/>
              </a:rPr>
              <a:t>Usage</a:t>
            </a:r>
            <a:r>
              <a:rPr sz="2000" spc="-30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2000" spc="-20" dirty="0">
                <a:solidFill>
                  <a:srgbClr val="767676"/>
                </a:solidFill>
                <a:latin typeface="Arial"/>
                <a:cs typeface="Arial"/>
              </a:rPr>
              <a:t>Areas</a:t>
            </a:r>
            <a:endParaRPr sz="2000">
              <a:latin typeface="Arial"/>
              <a:cs typeface="Arial"/>
            </a:endParaRPr>
          </a:p>
          <a:p>
            <a:pPr marL="170180" indent="-157480">
              <a:lnSpc>
                <a:spcPct val="100000"/>
              </a:lnSpc>
              <a:spcBef>
                <a:spcPts val="1250"/>
              </a:spcBef>
              <a:buChar char="•"/>
              <a:tabLst>
                <a:tab pos="170180" algn="l"/>
              </a:tabLst>
            </a:pPr>
            <a:r>
              <a:rPr sz="2000" dirty="0">
                <a:solidFill>
                  <a:srgbClr val="767676"/>
                </a:solidFill>
                <a:latin typeface="Arial"/>
                <a:cs typeface="Arial"/>
              </a:rPr>
              <a:t>VMware</a:t>
            </a:r>
            <a:r>
              <a:rPr sz="2000" spc="-35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2000" dirty="0">
                <a:solidFill>
                  <a:srgbClr val="767676"/>
                </a:solidFill>
                <a:latin typeface="Arial"/>
                <a:cs typeface="Arial"/>
              </a:rPr>
              <a:t>Infrastructure</a:t>
            </a:r>
            <a:r>
              <a:rPr sz="2000" spc="-35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2000" dirty="0">
                <a:solidFill>
                  <a:srgbClr val="767676"/>
                </a:solidFill>
                <a:latin typeface="Arial"/>
                <a:cs typeface="Arial"/>
              </a:rPr>
              <a:t>3</a:t>
            </a:r>
            <a:r>
              <a:rPr sz="2000" spc="-30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2000" spc="-10" dirty="0">
                <a:solidFill>
                  <a:srgbClr val="767676"/>
                </a:solidFill>
                <a:latin typeface="Arial"/>
                <a:cs typeface="Arial"/>
              </a:rPr>
              <a:t>Summary</a:t>
            </a:r>
            <a:endParaRPr sz="2000">
              <a:latin typeface="Arial"/>
              <a:cs typeface="Arial"/>
            </a:endParaRPr>
          </a:p>
          <a:p>
            <a:pPr marL="170180" indent="-157480">
              <a:lnSpc>
                <a:spcPct val="100000"/>
              </a:lnSpc>
              <a:spcBef>
                <a:spcPts val="1250"/>
              </a:spcBef>
              <a:buChar char="•"/>
              <a:tabLst>
                <a:tab pos="170180" algn="l"/>
              </a:tabLst>
            </a:pPr>
            <a:r>
              <a:rPr sz="2000" dirty="0">
                <a:solidFill>
                  <a:srgbClr val="767676"/>
                </a:solidFill>
                <a:latin typeface="Arial"/>
                <a:cs typeface="Arial"/>
              </a:rPr>
              <a:t>Virtual</a:t>
            </a:r>
            <a:r>
              <a:rPr sz="2000" spc="-75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2000" spc="-10" dirty="0">
                <a:solidFill>
                  <a:srgbClr val="767676"/>
                </a:solidFill>
                <a:latin typeface="Arial"/>
                <a:cs typeface="Arial"/>
              </a:rPr>
              <a:t>Appliances</a:t>
            </a:r>
            <a:endParaRPr sz="2000">
              <a:latin typeface="Arial"/>
              <a:cs typeface="Arial"/>
            </a:endParaRPr>
          </a:p>
          <a:p>
            <a:pPr marL="170180" indent="-157480">
              <a:lnSpc>
                <a:spcPct val="100000"/>
              </a:lnSpc>
              <a:spcBef>
                <a:spcPts val="1250"/>
              </a:spcBef>
              <a:buChar char="•"/>
              <a:tabLst>
                <a:tab pos="170180" algn="l"/>
              </a:tabLst>
            </a:pPr>
            <a:r>
              <a:rPr sz="2000" dirty="0">
                <a:solidFill>
                  <a:srgbClr val="767676"/>
                </a:solidFill>
                <a:latin typeface="Arial"/>
                <a:cs typeface="Arial"/>
              </a:rPr>
              <a:t>VMworld</a:t>
            </a:r>
            <a:r>
              <a:rPr sz="2000" spc="-60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2000" spc="-10" dirty="0">
                <a:solidFill>
                  <a:srgbClr val="767676"/>
                </a:solidFill>
                <a:latin typeface="Arial"/>
                <a:cs typeface="Arial"/>
              </a:rPr>
              <a:t>Updates</a:t>
            </a:r>
            <a:endParaRPr sz="2000">
              <a:latin typeface="Arial"/>
              <a:cs typeface="Arial"/>
            </a:endParaRP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037F3D3A-699D-785F-31EE-F37683CBAE90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pPr marL="6604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lang="en-US" spc="-50" smtClean="0"/>
              <a:t>2</a:t>
            </a:fld>
            <a:endParaRPr lang="en-US" spc="-50" dirty="0"/>
          </a:p>
        </p:txBody>
      </p:sp>
    </p:spTree>
  </p:cSld>
  <p:clrMapOvr>
    <a:masterClrMapping/>
  </p:clrMapOvr>
  <p:transition>
    <p:wipe dir="r"/>
  </p:transition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82270" y="2095500"/>
            <a:ext cx="6388735" cy="18224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8155"/>
              </a:lnSpc>
              <a:spcBef>
                <a:spcPts val="100"/>
              </a:spcBef>
            </a:pPr>
            <a:r>
              <a:rPr sz="7200" spc="-10" dirty="0">
                <a:solidFill>
                  <a:srgbClr val="667CCC"/>
                </a:solidFill>
              </a:rPr>
              <a:t>VMware</a:t>
            </a:r>
            <a:endParaRPr sz="7200"/>
          </a:p>
          <a:p>
            <a:pPr marL="12700">
              <a:lnSpc>
                <a:spcPts val="5995"/>
              </a:lnSpc>
            </a:pPr>
            <a:r>
              <a:rPr sz="5400" dirty="0">
                <a:solidFill>
                  <a:srgbClr val="333333"/>
                </a:solidFill>
              </a:rPr>
              <a:t>Company</a:t>
            </a:r>
            <a:r>
              <a:rPr sz="5400" spc="-155" dirty="0">
                <a:solidFill>
                  <a:srgbClr val="333333"/>
                </a:solidFill>
              </a:rPr>
              <a:t> </a:t>
            </a:r>
            <a:r>
              <a:rPr sz="5400" spc="-10" dirty="0">
                <a:solidFill>
                  <a:srgbClr val="333333"/>
                </a:solidFill>
              </a:rPr>
              <a:t>Overview</a:t>
            </a:r>
            <a:endParaRPr sz="540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1A81CCC-3516-5CAE-94A8-D4B87B44A5AC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pPr marL="6604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lang="en-US" spc="-50" smtClean="0"/>
              <a:t>3</a:t>
            </a:fld>
            <a:endParaRPr lang="en-US" spc="-50" dirty="0"/>
          </a:p>
        </p:txBody>
      </p:sp>
    </p:spTree>
  </p:cSld>
  <p:clrMapOvr>
    <a:masterClrMapping/>
  </p:clrMapOvr>
  <p:transition>
    <p:wipe dir="r"/>
  </p:transition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80439" y="595630"/>
            <a:ext cx="4291330" cy="403860"/>
          </a:xfrm>
          <a:custGeom>
            <a:avLst/>
            <a:gdLst/>
            <a:ahLst/>
            <a:cxnLst/>
            <a:rect l="l" t="t" r="r" b="b"/>
            <a:pathLst>
              <a:path w="4291330" h="403859">
                <a:moveTo>
                  <a:pt x="4291330" y="0"/>
                </a:moveTo>
                <a:lnTo>
                  <a:pt x="0" y="0"/>
                </a:lnTo>
                <a:lnTo>
                  <a:pt x="0" y="403860"/>
                </a:lnTo>
                <a:lnTo>
                  <a:pt x="2146300" y="403860"/>
                </a:lnTo>
                <a:lnTo>
                  <a:pt x="4291330" y="403860"/>
                </a:lnTo>
                <a:lnTo>
                  <a:pt x="429133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08000">
              <a:lnSpc>
                <a:spcPct val="100000"/>
              </a:lnSpc>
              <a:spcBef>
                <a:spcPts val="100"/>
              </a:spcBef>
            </a:pPr>
            <a:r>
              <a:rPr spc="-20" dirty="0"/>
              <a:t>VMware</a:t>
            </a:r>
            <a:r>
              <a:rPr spc="-130" dirty="0"/>
              <a:t> </a:t>
            </a:r>
            <a:r>
              <a:rPr spc="-10" dirty="0"/>
              <a:t>Mission</a:t>
            </a:r>
            <a:r>
              <a:rPr spc="-130" dirty="0"/>
              <a:t> </a:t>
            </a:r>
            <a:r>
              <a:rPr spc="-10" dirty="0"/>
              <a:t>Statement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1488439" y="1451609"/>
            <a:ext cx="5413375" cy="8788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2800" dirty="0">
                <a:solidFill>
                  <a:srgbClr val="767676"/>
                </a:solidFill>
                <a:latin typeface="Arial"/>
                <a:cs typeface="Arial"/>
              </a:rPr>
              <a:t>Virtualize</a:t>
            </a:r>
            <a:r>
              <a:rPr sz="2800" spc="-85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2800" dirty="0">
                <a:solidFill>
                  <a:srgbClr val="767676"/>
                </a:solidFill>
                <a:latin typeface="Arial"/>
                <a:cs typeface="Arial"/>
              </a:rPr>
              <a:t>industry</a:t>
            </a:r>
            <a:r>
              <a:rPr sz="2800" spc="-75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2800" dirty="0">
                <a:solidFill>
                  <a:srgbClr val="767676"/>
                </a:solidFill>
                <a:latin typeface="Arial"/>
                <a:cs typeface="Arial"/>
              </a:rPr>
              <a:t>standard</a:t>
            </a:r>
            <a:r>
              <a:rPr sz="2800" spc="-70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2800" spc="-10" dirty="0">
                <a:solidFill>
                  <a:srgbClr val="767676"/>
                </a:solidFill>
                <a:latin typeface="Arial"/>
                <a:cs typeface="Arial"/>
              </a:rPr>
              <a:t>server </a:t>
            </a:r>
            <a:r>
              <a:rPr sz="2800" dirty="0">
                <a:solidFill>
                  <a:srgbClr val="767676"/>
                </a:solidFill>
                <a:latin typeface="Arial"/>
                <a:cs typeface="Arial"/>
              </a:rPr>
              <a:t>and</a:t>
            </a:r>
            <a:r>
              <a:rPr sz="2800" spc="-50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2800" dirty="0">
                <a:solidFill>
                  <a:srgbClr val="767676"/>
                </a:solidFill>
                <a:latin typeface="Arial"/>
                <a:cs typeface="Arial"/>
              </a:rPr>
              <a:t>desktop</a:t>
            </a:r>
            <a:r>
              <a:rPr sz="2800" spc="-50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2800" spc="-10" dirty="0">
                <a:solidFill>
                  <a:srgbClr val="767676"/>
                </a:solidFill>
                <a:latin typeface="Arial"/>
                <a:cs typeface="Arial"/>
              </a:rPr>
              <a:t>computing</a:t>
            </a:r>
            <a:endParaRPr sz="28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1416050" y="3505200"/>
            <a:ext cx="1676400" cy="609600"/>
          </a:xfrm>
          <a:custGeom>
            <a:avLst/>
            <a:gdLst/>
            <a:ahLst/>
            <a:cxnLst/>
            <a:rect l="l" t="t" r="r" b="b"/>
            <a:pathLst>
              <a:path w="1676400" h="609600">
                <a:moveTo>
                  <a:pt x="1479550" y="0"/>
                </a:moveTo>
                <a:lnTo>
                  <a:pt x="196850" y="0"/>
                </a:lnTo>
                <a:lnTo>
                  <a:pt x="138338" y="3982"/>
                </a:lnTo>
                <a:lnTo>
                  <a:pt x="84764" y="14792"/>
                </a:lnTo>
                <a:lnTo>
                  <a:pt x="40761" y="30723"/>
                </a:lnTo>
                <a:lnTo>
                  <a:pt x="10962" y="50068"/>
                </a:lnTo>
                <a:lnTo>
                  <a:pt x="0" y="71120"/>
                </a:lnTo>
                <a:lnTo>
                  <a:pt x="0" y="537210"/>
                </a:lnTo>
                <a:lnTo>
                  <a:pt x="40761" y="578601"/>
                </a:lnTo>
                <a:lnTo>
                  <a:pt x="84764" y="594725"/>
                </a:lnTo>
                <a:lnTo>
                  <a:pt x="138338" y="605607"/>
                </a:lnTo>
                <a:lnTo>
                  <a:pt x="196850" y="609600"/>
                </a:lnTo>
                <a:lnTo>
                  <a:pt x="1479550" y="609600"/>
                </a:lnTo>
                <a:lnTo>
                  <a:pt x="1537573" y="605607"/>
                </a:lnTo>
                <a:lnTo>
                  <a:pt x="1591086" y="594725"/>
                </a:lnTo>
                <a:lnTo>
                  <a:pt x="1635272" y="578601"/>
                </a:lnTo>
                <a:lnTo>
                  <a:pt x="1676400" y="537210"/>
                </a:lnTo>
                <a:lnTo>
                  <a:pt x="1676400" y="71120"/>
                </a:lnTo>
                <a:lnTo>
                  <a:pt x="1635272" y="30723"/>
                </a:lnTo>
                <a:lnTo>
                  <a:pt x="1591086" y="14792"/>
                </a:lnTo>
                <a:lnTo>
                  <a:pt x="1537573" y="3982"/>
                </a:lnTo>
                <a:lnTo>
                  <a:pt x="1479550" y="0"/>
                </a:lnTo>
                <a:close/>
              </a:path>
            </a:pathLst>
          </a:custGeom>
          <a:solidFill>
            <a:srgbClr val="62AA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1742439" y="3660140"/>
            <a:ext cx="1021080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600" spc="-10" dirty="0">
                <a:solidFill>
                  <a:srgbClr val="FFFFFF"/>
                </a:solidFill>
                <a:latin typeface="Arial"/>
                <a:cs typeface="Arial"/>
              </a:rPr>
              <a:t>Application</a:t>
            </a:r>
            <a:endParaRPr sz="1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1416050" y="4191000"/>
            <a:ext cx="1676400" cy="609600"/>
          </a:xfrm>
          <a:custGeom>
            <a:avLst/>
            <a:gdLst/>
            <a:ahLst/>
            <a:cxnLst/>
            <a:rect l="l" t="t" r="r" b="b"/>
            <a:pathLst>
              <a:path w="1676400" h="609600">
                <a:moveTo>
                  <a:pt x="1479550" y="0"/>
                </a:moveTo>
                <a:lnTo>
                  <a:pt x="196850" y="0"/>
                </a:lnTo>
                <a:lnTo>
                  <a:pt x="138338" y="3982"/>
                </a:lnTo>
                <a:lnTo>
                  <a:pt x="84764" y="14792"/>
                </a:lnTo>
                <a:lnTo>
                  <a:pt x="40761" y="30723"/>
                </a:lnTo>
                <a:lnTo>
                  <a:pt x="10962" y="50068"/>
                </a:lnTo>
                <a:lnTo>
                  <a:pt x="0" y="71119"/>
                </a:lnTo>
                <a:lnTo>
                  <a:pt x="0" y="537210"/>
                </a:lnTo>
                <a:lnTo>
                  <a:pt x="40761" y="578053"/>
                </a:lnTo>
                <a:lnTo>
                  <a:pt x="84764" y="594359"/>
                </a:lnTo>
                <a:lnTo>
                  <a:pt x="138338" y="605485"/>
                </a:lnTo>
                <a:lnTo>
                  <a:pt x="196850" y="609600"/>
                </a:lnTo>
                <a:lnTo>
                  <a:pt x="1479550" y="609600"/>
                </a:lnTo>
                <a:lnTo>
                  <a:pt x="1537573" y="605485"/>
                </a:lnTo>
                <a:lnTo>
                  <a:pt x="1591086" y="594360"/>
                </a:lnTo>
                <a:lnTo>
                  <a:pt x="1635272" y="578053"/>
                </a:lnTo>
                <a:lnTo>
                  <a:pt x="1676400" y="537210"/>
                </a:lnTo>
                <a:lnTo>
                  <a:pt x="1676400" y="71119"/>
                </a:lnTo>
                <a:lnTo>
                  <a:pt x="1635272" y="30723"/>
                </a:lnTo>
                <a:lnTo>
                  <a:pt x="1591086" y="14792"/>
                </a:lnTo>
                <a:lnTo>
                  <a:pt x="1537573" y="3982"/>
                </a:lnTo>
                <a:lnTo>
                  <a:pt x="1479550" y="0"/>
                </a:lnTo>
                <a:close/>
              </a:path>
            </a:pathLst>
          </a:custGeom>
          <a:solidFill>
            <a:srgbClr val="62AA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2057400" y="4310379"/>
            <a:ext cx="39306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000" spc="-25" dirty="0">
                <a:solidFill>
                  <a:srgbClr val="FFFFFF"/>
                </a:solidFill>
                <a:latin typeface="Arial"/>
                <a:cs typeface="Arial"/>
              </a:rPr>
              <a:t>OS</a:t>
            </a:r>
            <a:endParaRPr sz="2000">
              <a:latin typeface="Arial"/>
              <a:cs typeface="Arial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1416050" y="4876800"/>
            <a:ext cx="1676400" cy="609600"/>
          </a:xfrm>
          <a:custGeom>
            <a:avLst/>
            <a:gdLst/>
            <a:ahLst/>
            <a:cxnLst/>
            <a:rect l="l" t="t" r="r" b="b"/>
            <a:pathLst>
              <a:path w="1676400" h="609600">
                <a:moveTo>
                  <a:pt x="1479550" y="0"/>
                </a:moveTo>
                <a:lnTo>
                  <a:pt x="196850" y="0"/>
                </a:lnTo>
                <a:lnTo>
                  <a:pt x="138338" y="3982"/>
                </a:lnTo>
                <a:lnTo>
                  <a:pt x="84764" y="14792"/>
                </a:lnTo>
                <a:lnTo>
                  <a:pt x="40761" y="30723"/>
                </a:lnTo>
                <a:lnTo>
                  <a:pt x="10962" y="50068"/>
                </a:lnTo>
                <a:lnTo>
                  <a:pt x="0" y="71119"/>
                </a:lnTo>
                <a:lnTo>
                  <a:pt x="0" y="537210"/>
                </a:lnTo>
                <a:lnTo>
                  <a:pt x="40761" y="578053"/>
                </a:lnTo>
                <a:lnTo>
                  <a:pt x="84764" y="594360"/>
                </a:lnTo>
                <a:lnTo>
                  <a:pt x="138338" y="605485"/>
                </a:lnTo>
                <a:lnTo>
                  <a:pt x="196850" y="609600"/>
                </a:lnTo>
                <a:lnTo>
                  <a:pt x="1479550" y="609600"/>
                </a:lnTo>
                <a:lnTo>
                  <a:pt x="1537573" y="605485"/>
                </a:lnTo>
                <a:lnTo>
                  <a:pt x="1591086" y="594360"/>
                </a:lnTo>
                <a:lnTo>
                  <a:pt x="1635272" y="578053"/>
                </a:lnTo>
                <a:lnTo>
                  <a:pt x="1676400" y="537210"/>
                </a:lnTo>
                <a:lnTo>
                  <a:pt x="1676400" y="71119"/>
                </a:lnTo>
                <a:lnTo>
                  <a:pt x="1635272" y="30723"/>
                </a:lnTo>
                <a:lnTo>
                  <a:pt x="1591086" y="14792"/>
                </a:lnTo>
                <a:lnTo>
                  <a:pt x="1537573" y="3982"/>
                </a:lnTo>
                <a:lnTo>
                  <a:pt x="1479550" y="0"/>
                </a:lnTo>
                <a:close/>
              </a:path>
            </a:pathLst>
          </a:custGeom>
          <a:solidFill>
            <a:srgbClr val="62AA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1802129" y="5030470"/>
            <a:ext cx="903605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600" spc="-10" dirty="0">
                <a:solidFill>
                  <a:srgbClr val="FFFFFF"/>
                </a:solidFill>
                <a:latin typeface="Arial"/>
                <a:cs typeface="Arial"/>
              </a:rPr>
              <a:t>Hardware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5135653" y="3491003"/>
            <a:ext cx="1216025" cy="485775"/>
            <a:chOff x="5135653" y="3491003"/>
            <a:chExt cx="1216025" cy="485775"/>
          </a:xfrm>
        </p:grpSpPr>
        <p:sp>
          <p:nvSpPr>
            <p:cNvPr id="12" name="object 12"/>
            <p:cNvSpPr/>
            <p:nvPr/>
          </p:nvSpPr>
          <p:spPr>
            <a:xfrm>
              <a:off x="5149849" y="3505199"/>
              <a:ext cx="1187450" cy="457200"/>
            </a:xfrm>
            <a:custGeom>
              <a:avLst/>
              <a:gdLst/>
              <a:ahLst/>
              <a:cxnLst/>
              <a:rect l="l" t="t" r="r" b="b"/>
              <a:pathLst>
                <a:path w="1187450" h="457200">
                  <a:moveTo>
                    <a:pt x="1047750" y="0"/>
                  </a:moveTo>
                  <a:lnTo>
                    <a:pt x="139700" y="0"/>
                  </a:lnTo>
                  <a:lnTo>
                    <a:pt x="88403" y="4583"/>
                  </a:lnTo>
                  <a:lnTo>
                    <a:pt x="43656" y="16668"/>
                  </a:lnTo>
                  <a:lnTo>
                    <a:pt x="12005" y="33754"/>
                  </a:lnTo>
                  <a:lnTo>
                    <a:pt x="0" y="53339"/>
                  </a:lnTo>
                  <a:lnTo>
                    <a:pt x="0" y="403860"/>
                  </a:lnTo>
                  <a:lnTo>
                    <a:pt x="12005" y="423445"/>
                  </a:lnTo>
                  <a:lnTo>
                    <a:pt x="43656" y="440531"/>
                  </a:lnTo>
                  <a:lnTo>
                    <a:pt x="88403" y="452616"/>
                  </a:lnTo>
                  <a:lnTo>
                    <a:pt x="139700" y="457200"/>
                  </a:lnTo>
                  <a:lnTo>
                    <a:pt x="1047750" y="457200"/>
                  </a:lnTo>
                  <a:lnTo>
                    <a:pt x="1099046" y="452616"/>
                  </a:lnTo>
                  <a:lnTo>
                    <a:pt x="1143793" y="440531"/>
                  </a:lnTo>
                  <a:lnTo>
                    <a:pt x="1175444" y="423445"/>
                  </a:lnTo>
                  <a:lnTo>
                    <a:pt x="1187450" y="403860"/>
                  </a:lnTo>
                  <a:lnTo>
                    <a:pt x="1187450" y="53339"/>
                  </a:lnTo>
                  <a:lnTo>
                    <a:pt x="1175444" y="33754"/>
                  </a:lnTo>
                  <a:lnTo>
                    <a:pt x="1143793" y="16668"/>
                  </a:lnTo>
                  <a:lnTo>
                    <a:pt x="1099046" y="4583"/>
                  </a:lnTo>
                  <a:lnTo>
                    <a:pt x="1047750" y="0"/>
                  </a:lnTo>
                  <a:close/>
                </a:path>
              </a:pathLst>
            </a:custGeom>
            <a:solidFill>
              <a:srgbClr val="62AA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5149849" y="3505199"/>
              <a:ext cx="1187450" cy="457200"/>
            </a:xfrm>
            <a:custGeom>
              <a:avLst/>
              <a:gdLst/>
              <a:ahLst/>
              <a:cxnLst/>
              <a:rect l="l" t="t" r="r" b="b"/>
              <a:pathLst>
                <a:path w="1187450" h="457200">
                  <a:moveTo>
                    <a:pt x="0" y="53339"/>
                  </a:moveTo>
                  <a:lnTo>
                    <a:pt x="12005" y="33754"/>
                  </a:lnTo>
                  <a:lnTo>
                    <a:pt x="43656" y="16668"/>
                  </a:lnTo>
                  <a:lnTo>
                    <a:pt x="88403" y="4583"/>
                  </a:lnTo>
                  <a:lnTo>
                    <a:pt x="139700" y="0"/>
                  </a:lnTo>
                  <a:lnTo>
                    <a:pt x="153888" y="0"/>
                  </a:lnTo>
                  <a:lnTo>
                    <a:pt x="253206" y="0"/>
                  </a:lnTo>
                  <a:lnTo>
                    <a:pt x="522783" y="0"/>
                  </a:lnTo>
                  <a:lnTo>
                    <a:pt x="1047750" y="0"/>
                  </a:lnTo>
                  <a:lnTo>
                    <a:pt x="1099046" y="4583"/>
                  </a:lnTo>
                  <a:lnTo>
                    <a:pt x="1143793" y="16668"/>
                  </a:lnTo>
                  <a:lnTo>
                    <a:pt x="1175444" y="33754"/>
                  </a:lnTo>
                  <a:lnTo>
                    <a:pt x="1187450" y="53339"/>
                  </a:lnTo>
                  <a:lnTo>
                    <a:pt x="1187450" y="58816"/>
                  </a:lnTo>
                  <a:lnTo>
                    <a:pt x="1187450" y="97154"/>
                  </a:lnTo>
                  <a:lnTo>
                    <a:pt x="1187450" y="201215"/>
                  </a:lnTo>
                  <a:lnTo>
                    <a:pt x="1187450" y="403860"/>
                  </a:lnTo>
                  <a:lnTo>
                    <a:pt x="1175444" y="423445"/>
                  </a:lnTo>
                  <a:lnTo>
                    <a:pt x="1143793" y="440531"/>
                  </a:lnTo>
                  <a:lnTo>
                    <a:pt x="1099046" y="452616"/>
                  </a:lnTo>
                  <a:lnTo>
                    <a:pt x="1047750" y="457200"/>
                  </a:lnTo>
                  <a:lnTo>
                    <a:pt x="1033561" y="457200"/>
                  </a:lnTo>
                  <a:lnTo>
                    <a:pt x="934243" y="457200"/>
                  </a:lnTo>
                  <a:lnTo>
                    <a:pt x="664666" y="457200"/>
                  </a:lnTo>
                  <a:lnTo>
                    <a:pt x="139700" y="457200"/>
                  </a:lnTo>
                  <a:lnTo>
                    <a:pt x="88403" y="452616"/>
                  </a:lnTo>
                  <a:lnTo>
                    <a:pt x="43656" y="440531"/>
                  </a:lnTo>
                  <a:lnTo>
                    <a:pt x="12005" y="423445"/>
                  </a:lnTo>
                  <a:lnTo>
                    <a:pt x="0" y="403860"/>
                  </a:lnTo>
                  <a:lnTo>
                    <a:pt x="0" y="398383"/>
                  </a:lnTo>
                  <a:lnTo>
                    <a:pt x="0" y="360044"/>
                  </a:lnTo>
                  <a:lnTo>
                    <a:pt x="0" y="255984"/>
                  </a:lnTo>
                  <a:lnTo>
                    <a:pt x="0" y="53339"/>
                  </a:lnTo>
                  <a:close/>
                </a:path>
              </a:pathLst>
            </a:custGeom>
            <a:ln w="28393">
              <a:solidFill>
                <a:srgbClr val="0066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" name="object 14"/>
          <p:cNvSpPr txBox="1"/>
          <p:nvPr/>
        </p:nvSpPr>
        <p:spPr>
          <a:xfrm>
            <a:off x="5233670" y="3583940"/>
            <a:ext cx="1020444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600" spc="-10" dirty="0">
                <a:solidFill>
                  <a:srgbClr val="FFFFFF"/>
                </a:solidFill>
                <a:latin typeface="Arial"/>
                <a:cs typeface="Arial"/>
              </a:rPr>
              <a:t>Application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5135653" y="4024403"/>
            <a:ext cx="1216025" cy="409575"/>
            <a:chOff x="5135653" y="4024403"/>
            <a:chExt cx="1216025" cy="409575"/>
          </a:xfrm>
        </p:grpSpPr>
        <p:sp>
          <p:nvSpPr>
            <p:cNvPr id="16" name="object 16"/>
            <p:cNvSpPr/>
            <p:nvPr/>
          </p:nvSpPr>
          <p:spPr>
            <a:xfrm>
              <a:off x="5149849" y="4038599"/>
              <a:ext cx="1187450" cy="381000"/>
            </a:xfrm>
            <a:custGeom>
              <a:avLst/>
              <a:gdLst/>
              <a:ahLst/>
              <a:cxnLst/>
              <a:rect l="l" t="t" r="r" b="b"/>
              <a:pathLst>
                <a:path w="1187450" h="381000">
                  <a:moveTo>
                    <a:pt x="1047750" y="0"/>
                  </a:moveTo>
                  <a:lnTo>
                    <a:pt x="139700" y="0"/>
                  </a:lnTo>
                  <a:lnTo>
                    <a:pt x="88403" y="3730"/>
                  </a:lnTo>
                  <a:lnTo>
                    <a:pt x="43656" y="13652"/>
                  </a:lnTo>
                  <a:lnTo>
                    <a:pt x="12005" y="27860"/>
                  </a:lnTo>
                  <a:lnTo>
                    <a:pt x="0" y="44450"/>
                  </a:lnTo>
                  <a:lnTo>
                    <a:pt x="0" y="336550"/>
                  </a:lnTo>
                  <a:lnTo>
                    <a:pt x="12005" y="352603"/>
                  </a:lnTo>
                  <a:lnTo>
                    <a:pt x="43656" y="366871"/>
                  </a:lnTo>
                  <a:lnTo>
                    <a:pt x="88403" y="377090"/>
                  </a:lnTo>
                  <a:lnTo>
                    <a:pt x="139700" y="381000"/>
                  </a:lnTo>
                  <a:lnTo>
                    <a:pt x="1047750" y="381000"/>
                  </a:lnTo>
                  <a:lnTo>
                    <a:pt x="1099046" y="377090"/>
                  </a:lnTo>
                  <a:lnTo>
                    <a:pt x="1143793" y="366871"/>
                  </a:lnTo>
                  <a:lnTo>
                    <a:pt x="1175444" y="352603"/>
                  </a:lnTo>
                  <a:lnTo>
                    <a:pt x="1187450" y="336550"/>
                  </a:lnTo>
                  <a:lnTo>
                    <a:pt x="1187450" y="44450"/>
                  </a:lnTo>
                  <a:lnTo>
                    <a:pt x="1175444" y="27860"/>
                  </a:lnTo>
                  <a:lnTo>
                    <a:pt x="1143793" y="13652"/>
                  </a:lnTo>
                  <a:lnTo>
                    <a:pt x="1099046" y="3730"/>
                  </a:lnTo>
                  <a:lnTo>
                    <a:pt x="1047750" y="0"/>
                  </a:lnTo>
                  <a:close/>
                </a:path>
              </a:pathLst>
            </a:custGeom>
            <a:solidFill>
              <a:srgbClr val="62AA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5149849" y="4038599"/>
              <a:ext cx="1187450" cy="381000"/>
            </a:xfrm>
            <a:custGeom>
              <a:avLst/>
              <a:gdLst/>
              <a:ahLst/>
              <a:cxnLst/>
              <a:rect l="l" t="t" r="r" b="b"/>
              <a:pathLst>
                <a:path w="1187450" h="381000">
                  <a:moveTo>
                    <a:pt x="0" y="44450"/>
                  </a:moveTo>
                  <a:lnTo>
                    <a:pt x="12005" y="27860"/>
                  </a:lnTo>
                  <a:lnTo>
                    <a:pt x="43656" y="13652"/>
                  </a:lnTo>
                  <a:lnTo>
                    <a:pt x="88403" y="3730"/>
                  </a:lnTo>
                  <a:lnTo>
                    <a:pt x="139700" y="0"/>
                  </a:lnTo>
                  <a:lnTo>
                    <a:pt x="153888" y="0"/>
                  </a:lnTo>
                  <a:lnTo>
                    <a:pt x="253206" y="0"/>
                  </a:lnTo>
                  <a:lnTo>
                    <a:pt x="522783" y="0"/>
                  </a:lnTo>
                  <a:lnTo>
                    <a:pt x="1047750" y="0"/>
                  </a:lnTo>
                  <a:lnTo>
                    <a:pt x="1099046" y="3730"/>
                  </a:lnTo>
                  <a:lnTo>
                    <a:pt x="1143793" y="13652"/>
                  </a:lnTo>
                  <a:lnTo>
                    <a:pt x="1175444" y="27860"/>
                  </a:lnTo>
                  <a:lnTo>
                    <a:pt x="1187450" y="44450"/>
                  </a:lnTo>
                  <a:lnTo>
                    <a:pt x="1187450" y="49014"/>
                  </a:lnTo>
                  <a:lnTo>
                    <a:pt x="1187450" y="80962"/>
                  </a:lnTo>
                  <a:lnTo>
                    <a:pt x="1187450" y="167679"/>
                  </a:lnTo>
                  <a:lnTo>
                    <a:pt x="1187450" y="336550"/>
                  </a:lnTo>
                  <a:lnTo>
                    <a:pt x="1175444" y="352603"/>
                  </a:lnTo>
                  <a:lnTo>
                    <a:pt x="1143793" y="366871"/>
                  </a:lnTo>
                  <a:lnTo>
                    <a:pt x="1099046" y="377090"/>
                  </a:lnTo>
                  <a:lnTo>
                    <a:pt x="1047750" y="381000"/>
                  </a:lnTo>
                  <a:lnTo>
                    <a:pt x="1033561" y="381000"/>
                  </a:lnTo>
                  <a:lnTo>
                    <a:pt x="934243" y="381000"/>
                  </a:lnTo>
                  <a:lnTo>
                    <a:pt x="664666" y="381000"/>
                  </a:lnTo>
                  <a:lnTo>
                    <a:pt x="139700" y="381000"/>
                  </a:lnTo>
                  <a:lnTo>
                    <a:pt x="88403" y="377090"/>
                  </a:lnTo>
                  <a:lnTo>
                    <a:pt x="43656" y="366871"/>
                  </a:lnTo>
                  <a:lnTo>
                    <a:pt x="12005" y="352603"/>
                  </a:lnTo>
                  <a:lnTo>
                    <a:pt x="0" y="336550"/>
                  </a:lnTo>
                  <a:lnTo>
                    <a:pt x="0" y="331985"/>
                  </a:lnTo>
                  <a:lnTo>
                    <a:pt x="0" y="300037"/>
                  </a:lnTo>
                  <a:lnTo>
                    <a:pt x="0" y="213320"/>
                  </a:lnTo>
                  <a:lnTo>
                    <a:pt x="0" y="44450"/>
                  </a:lnTo>
                  <a:close/>
                </a:path>
              </a:pathLst>
            </a:custGeom>
            <a:ln w="28393">
              <a:solidFill>
                <a:srgbClr val="0066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5565140" y="4061459"/>
            <a:ext cx="356235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25" dirty="0">
                <a:solidFill>
                  <a:srgbClr val="FFFFFF"/>
                </a:solidFill>
                <a:latin typeface="Arial"/>
                <a:cs typeface="Arial"/>
              </a:rPr>
              <a:t>OS</a:t>
            </a:r>
            <a:endParaRPr sz="1800">
              <a:latin typeface="Arial"/>
              <a:cs typeface="Arial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5135653" y="5015003"/>
            <a:ext cx="1095375" cy="485775"/>
            <a:chOff x="5135653" y="5015003"/>
            <a:chExt cx="1095375" cy="485775"/>
          </a:xfrm>
        </p:grpSpPr>
        <p:sp>
          <p:nvSpPr>
            <p:cNvPr id="20" name="object 20"/>
            <p:cNvSpPr/>
            <p:nvPr/>
          </p:nvSpPr>
          <p:spPr>
            <a:xfrm>
              <a:off x="5149849" y="5029199"/>
              <a:ext cx="1066800" cy="457200"/>
            </a:xfrm>
            <a:custGeom>
              <a:avLst/>
              <a:gdLst/>
              <a:ahLst/>
              <a:cxnLst/>
              <a:rect l="l" t="t" r="r" b="b"/>
              <a:pathLst>
                <a:path w="1066800" h="457200">
                  <a:moveTo>
                    <a:pt x="941070" y="0"/>
                  </a:moveTo>
                  <a:lnTo>
                    <a:pt x="124460" y="0"/>
                  </a:lnTo>
                  <a:lnTo>
                    <a:pt x="78759" y="4583"/>
                  </a:lnTo>
                  <a:lnTo>
                    <a:pt x="38893" y="16668"/>
                  </a:lnTo>
                  <a:lnTo>
                    <a:pt x="10695" y="33754"/>
                  </a:lnTo>
                  <a:lnTo>
                    <a:pt x="0" y="53339"/>
                  </a:lnTo>
                  <a:lnTo>
                    <a:pt x="0" y="403859"/>
                  </a:lnTo>
                  <a:lnTo>
                    <a:pt x="10695" y="423445"/>
                  </a:lnTo>
                  <a:lnTo>
                    <a:pt x="38893" y="440531"/>
                  </a:lnTo>
                  <a:lnTo>
                    <a:pt x="78759" y="452616"/>
                  </a:lnTo>
                  <a:lnTo>
                    <a:pt x="124460" y="457200"/>
                  </a:lnTo>
                  <a:lnTo>
                    <a:pt x="941070" y="457200"/>
                  </a:lnTo>
                  <a:lnTo>
                    <a:pt x="986968" y="452616"/>
                  </a:lnTo>
                  <a:lnTo>
                    <a:pt x="1027271" y="440531"/>
                  </a:lnTo>
                  <a:lnTo>
                    <a:pt x="1055905" y="423445"/>
                  </a:lnTo>
                  <a:lnTo>
                    <a:pt x="1066800" y="403859"/>
                  </a:lnTo>
                  <a:lnTo>
                    <a:pt x="1066800" y="53339"/>
                  </a:lnTo>
                  <a:lnTo>
                    <a:pt x="1055905" y="33754"/>
                  </a:lnTo>
                  <a:lnTo>
                    <a:pt x="1027271" y="16668"/>
                  </a:lnTo>
                  <a:lnTo>
                    <a:pt x="986968" y="4583"/>
                  </a:lnTo>
                  <a:lnTo>
                    <a:pt x="941070" y="0"/>
                  </a:lnTo>
                  <a:close/>
                </a:path>
              </a:pathLst>
            </a:custGeom>
            <a:solidFill>
              <a:srgbClr val="62AA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5149849" y="5029199"/>
              <a:ext cx="1066800" cy="457200"/>
            </a:xfrm>
            <a:custGeom>
              <a:avLst/>
              <a:gdLst/>
              <a:ahLst/>
              <a:cxnLst/>
              <a:rect l="l" t="t" r="r" b="b"/>
              <a:pathLst>
                <a:path w="1066800" h="457200">
                  <a:moveTo>
                    <a:pt x="0" y="53339"/>
                  </a:moveTo>
                  <a:lnTo>
                    <a:pt x="10695" y="33754"/>
                  </a:lnTo>
                  <a:lnTo>
                    <a:pt x="38893" y="16668"/>
                  </a:lnTo>
                  <a:lnTo>
                    <a:pt x="78759" y="4583"/>
                  </a:lnTo>
                  <a:lnTo>
                    <a:pt x="124460" y="0"/>
                  </a:lnTo>
                  <a:lnTo>
                    <a:pt x="137219" y="0"/>
                  </a:lnTo>
                  <a:lnTo>
                    <a:pt x="226536" y="0"/>
                  </a:lnTo>
                  <a:lnTo>
                    <a:pt x="468967" y="0"/>
                  </a:lnTo>
                  <a:lnTo>
                    <a:pt x="941070" y="0"/>
                  </a:lnTo>
                  <a:lnTo>
                    <a:pt x="986968" y="4583"/>
                  </a:lnTo>
                  <a:lnTo>
                    <a:pt x="1027271" y="16668"/>
                  </a:lnTo>
                  <a:lnTo>
                    <a:pt x="1055905" y="33754"/>
                  </a:lnTo>
                  <a:lnTo>
                    <a:pt x="1066800" y="53339"/>
                  </a:lnTo>
                  <a:lnTo>
                    <a:pt x="1066800" y="58816"/>
                  </a:lnTo>
                  <a:lnTo>
                    <a:pt x="1066800" y="97155"/>
                  </a:lnTo>
                  <a:lnTo>
                    <a:pt x="1066800" y="201215"/>
                  </a:lnTo>
                  <a:lnTo>
                    <a:pt x="1066800" y="403859"/>
                  </a:lnTo>
                  <a:lnTo>
                    <a:pt x="1055905" y="423445"/>
                  </a:lnTo>
                  <a:lnTo>
                    <a:pt x="1027271" y="440531"/>
                  </a:lnTo>
                  <a:lnTo>
                    <a:pt x="986968" y="452616"/>
                  </a:lnTo>
                  <a:lnTo>
                    <a:pt x="941070" y="457200"/>
                  </a:lnTo>
                  <a:lnTo>
                    <a:pt x="928310" y="457200"/>
                  </a:lnTo>
                  <a:lnTo>
                    <a:pt x="838993" y="457200"/>
                  </a:lnTo>
                  <a:lnTo>
                    <a:pt x="596562" y="457200"/>
                  </a:lnTo>
                  <a:lnTo>
                    <a:pt x="124460" y="457200"/>
                  </a:lnTo>
                  <a:lnTo>
                    <a:pt x="78759" y="452616"/>
                  </a:lnTo>
                  <a:lnTo>
                    <a:pt x="38893" y="440531"/>
                  </a:lnTo>
                  <a:lnTo>
                    <a:pt x="10695" y="423445"/>
                  </a:lnTo>
                  <a:lnTo>
                    <a:pt x="0" y="403859"/>
                  </a:lnTo>
                  <a:lnTo>
                    <a:pt x="0" y="398383"/>
                  </a:lnTo>
                  <a:lnTo>
                    <a:pt x="0" y="360044"/>
                  </a:lnTo>
                  <a:lnTo>
                    <a:pt x="0" y="255984"/>
                  </a:lnTo>
                  <a:lnTo>
                    <a:pt x="0" y="53339"/>
                  </a:lnTo>
                  <a:close/>
                </a:path>
              </a:pathLst>
            </a:custGeom>
            <a:ln w="28393">
              <a:solidFill>
                <a:srgbClr val="0066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" name="object 22"/>
          <p:cNvGrpSpPr/>
          <p:nvPr/>
        </p:nvGrpSpPr>
        <p:grpSpPr>
          <a:xfrm>
            <a:off x="5135562" y="4481512"/>
            <a:ext cx="2422525" cy="485775"/>
            <a:chOff x="5135562" y="4481512"/>
            <a:chExt cx="2422525" cy="485775"/>
          </a:xfrm>
        </p:grpSpPr>
        <p:sp>
          <p:nvSpPr>
            <p:cNvPr id="23" name="object 23"/>
            <p:cNvSpPr/>
            <p:nvPr/>
          </p:nvSpPr>
          <p:spPr>
            <a:xfrm>
              <a:off x="5149850" y="4495800"/>
              <a:ext cx="2393950" cy="457200"/>
            </a:xfrm>
            <a:custGeom>
              <a:avLst/>
              <a:gdLst/>
              <a:ahLst/>
              <a:cxnLst/>
              <a:rect l="l" t="t" r="r" b="b"/>
              <a:pathLst>
                <a:path w="2393950" h="457200">
                  <a:moveTo>
                    <a:pt x="2112009" y="0"/>
                  </a:moveTo>
                  <a:lnTo>
                    <a:pt x="281939" y="0"/>
                  </a:lnTo>
                  <a:lnTo>
                    <a:pt x="212107" y="2099"/>
                  </a:lnTo>
                  <a:lnTo>
                    <a:pt x="146191" y="7902"/>
                  </a:lnTo>
                  <a:lnTo>
                    <a:pt x="88106" y="16668"/>
                  </a:lnTo>
                  <a:lnTo>
                    <a:pt x="41768" y="27657"/>
                  </a:lnTo>
                  <a:lnTo>
                    <a:pt x="0" y="53339"/>
                  </a:lnTo>
                  <a:lnTo>
                    <a:pt x="0" y="403860"/>
                  </a:lnTo>
                  <a:lnTo>
                    <a:pt x="41768" y="429542"/>
                  </a:lnTo>
                  <a:lnTo>
                    <a:pt x="88106" y="440531"/>
                  </a:lnTo>
                  <a:lnTo>
                    <a:pt x="146191" y="449297"/>
                  </a:lnTo>
                  <a:lnTo>
                    <a:pt x="212107" y="455100"/>
                  </a:lnTo>
                  <a:lnTo>
                    <a:pt x="281939" y="457200"/>
                  </a:lnTo>
                  <a:lnTo>
                    <a:pt x="2112009" y="457200"/>
                  </a:lnTo>
                  <a:lnTo>
                    <a:pt x="2181842" y="455100"/>
                  </a:lnTo>
                  <a:lnTo>
                    <a:pt x="2247758" y="449297"/>
                  </a:lnTo>
                  <a:lnTo>
                    <a:pt x="2305843" y="440531"/>
                  </a:lnTo>
                  <a:lnTo>
                    <a:pt x="2352181" y="429542"/>
                  </a:lnTo>
                  <a:lnTo>
                    <a:pt x="2393950" y="403860"/>
                  </a:lnTo>
                  <a:lnTo>
                    <a:pt x="2393950" y="53339"/>
                  </a:lnTo>
                  <a:lnTo>
                    <a:pt x="2352181" y="27657"/>
                  </a:lnTo>
                  <a:lnTo>
                    <a:pt x="2305843" y="16668"/>
                  </a:lnTo>
                  <a:lnTo>
                    <a:pt x="2247758" y="7902"/>
                  </a:lnTo>
                  <a:lnTo>
                    <a:pt x="2181842" y="2099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FF66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5149850" y="4495800"/>
              <a:ext cx="2393950" cy="457200"/>
            </a:xfrm>
            <a:custGeom>
              <a:avLst/>
              <a:gdLst/>
              <a:ahLst/>
              <a:cxnLst/>
              <a:rect l="l" t="t" r="r" b="b"/>
              <a:pathLst>
                <a:path w="2393950" h="457200">
                  <a:moveTo>
                    <a:pt x="0" y="53339"/>
                  </a:moveTo>
                  <a:lnTo>
                    <a:pt x="41768" y="27657"/>
                  </a:lnTo>
                  <a:lnTo>
                    <a:pt x="88106" y="16668"/>
                  </a:lnTo>
                  <a:lnTo>
                    <a:pt x="146191" y="7902"/>
                  </a:lnTo>
                  <a:lnTo>
                    <a:pt x="212107" y="2099"/>
                  </a:lnTo>
                  <a:lnTo>
                    <a:pt x="281939" y="0"/>
                  </a:lnTo>
                  <a:lnTo>
                    <a:pt x="310534" y="0"/>
                  </a:lnTo>
                  <a:lnTo>
                    <a:pt x="510698" y="0"/>
                  </a:lnTo>
                  <a:lnTo>
                    <a:pt x="1054000" y="0"/>
                  </a:lnTo>
                  <a:lnTo>
                    <a:pt x="2112009" y="0"/>
                  </a:lnTo>
                  <a:lnTo>
                    <a:pt x="2181842" y="2099"/>
                  </a:lnTo>
                  <a:lnTo>
                    <a:pt x="2247758" y="7902"/>
                  </a:lnTo>
                  <a:lnTo>
                    <a:pt x="2305843" y="16668"/>
                  </a:lnTo>
                  <a:lnTo>
                    <a:pt x="2352181" y="27657"/>
                  </a:lnTo>
                  <a:lnTo>
                    <a:pt x="2393950" y="53339"/>
                  </a:lnTo>
                  <a:lnTo>
                    <a:pt x="2393950" y="58816"/>
                  </a:lnTo>
                  <a:lnTo>
                    <a:pt x="2393950" y="97155"/>
                  </a:lnTo>
                  <a:lnTo>
                    <a:pt x="2393950" y="201215"/>
                  </a:lnTo>
                  <a:lnTo>
                    <a:pt x="2393950" y="403860"/>
                  </a:lnTo>
                  <a:lnTo>
                    <a:pt x="2382855" y="417071"/>
                  </a:lnTo>
                  <a:lnTo>
                    <a:pt x="2305843" y="440531"/>
                  </a:lnTo>
                  <a:lnTo>
                    <a:pt x="2247758" y="449297"/>
                  </a:lnTo>
                  <a:lnTo>
                    <a:pt x="2181842" y="455100"/>
                  </a:lnTo>
                  <a:lnTo>
                    <a:pt x="2112009" y="457200"/>
                  </a:lnTo>
                  <a:lnTo>
                    <a:pt x="2083415" y="457200"/>
                  </a:lnTo>
                  <a:lnTo>
                    <a:pt x="1883251" y="457200"/>
                  </a:lnTo>
                  <a:lnTo>
                    <a:pt x="1339949" y="457200"/>
                  </a:lnTo>
                  <a:lnTo>
                    <a:pt x="281939" y="457200"/>
                  </a:lnTo>
                  <a:lnTo>
                    <a:pt x="212107" y="455100"/>
                  </a:lnTo>
                  <a:lnTo>
                    <a:pt x="146191" y="449297"/>
                  </a:lnTo>
                  <a:lnTo>
                    <a:pt x="88106" y="440531"/>
                  </a:lnTo>
                  <a:lnTo>
                    <a:pt x="41768" y="429542"/>
                  </a:lnTo>
                  <a:lnTo>
                    <a:pt x="0" y="403860"/>
                  </a:lnTo>
                  <a:lnTo>
                    <a:pt x="0" y="398383"/>
                  </a:lnTo>
                  <a:lnTo>
                    <a:pt x="0" y="360044"/>
                  </a:lnTo>
                  <a:lnTo>
                    <a:pt x="0" y="255984"/>
                  </a:lnTo>
                  <a:lnTo>
                    <a:pt x="0" y="53339"/>
                  </a:lnTo>
                  <a:close/>
                </a:path>
              </a:pathLst>
            </a:custGeom>
            <a:ln w="28393">
              <a:solidFill>
                <a:srgbClr val="99663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" name="object 25"/>
          <p:cNvGrpSpPr/>
          <p:nvPr/>
        </p:nvGrpSpPr>
        <p:grpSpPr>
          <a:xfrm>
            <a:off x="6335803" y="5015003"/>
            <a:ext cx="1222375" cy="485775"/>
            <a:chOff x="6335803" y="5015003"/>
            <a:chExt cx="1222375" cy="485775"/>
          </a:xfrm>
        </p:grpSpPr>
        <p:sp>
          <p:nvSpPr>
            <p:cNvPr id="26" name="object 26"/>
            <p:cNvSpPr/>
            <p:nvPr/>
          </p:nvSpPr>
          <p:spPr>
            <a:xfrm>
              <a:off x="6349999" y="5029199"/>
              <a:ext cx="1193800" cy="457200"/>
            </a:xfrm>
            <a:custGeom>
              <a:avLst/>
              <a:gdLst/>
              <a:ahLst/>
              <a:cxnLst/>
              <a:rect l="l" t="t" r="r" b="b"/>
              <a:pathLst>
                <a:path w="1193800" h="457200">
                  <a:moveTo>
                    <a:pt x="1052829" y="0"/>
                  </a:moveTo>
                  <a:lnTo>
                    <a:pt x="140970" y="0"/>
                  </a:lnTo>
                  <a:lnTo>
                    <a:pt x="88939" y="4583"/>
                  </a:lnTo>
                  <a:lnTo>
                    <a:pt x="43814" y="16668"/>
                  </a:lnTo>
                  <a:lnTo>
                    <a:pt x="12025" y="33754"/>
                  </a:lnTo>
                  <a:lnTo>
                    <a:pt x="0" y="53339"/>
                  </a:lnTo>
                  <a:lnTo>
                    <a:pt x="0" y="403859"/>
                  </a:lnTo>
                  <a:lnTo>
                    <a:pt x="12025" y="423445"/>
                  </a:lnTo>
                  <a:lnTo>
                    <a:pt x="43814" y="440531"/>
                  </a:lnTo>
                  <a:lnTo>
                    <a:pt x="88939" y="452616"/>
                  </a:lnTo>
                  <a:lnTo>
                    <a:pt x="140970" y="457200"/>
                  </a:lnTo>
                  <a:lnTo>
                    <a:pt x="1052829" y="457200"/>
                  </a:lnTo>
                  <a:lnTo>
                    <a:pt x="1104860" y="452616"/>
                  </a:lnTo>
                  <a:lnTo>
                    <a:pt x="1149985" y="440531"/>
                  </a:lnTo>
                  <a:lnTo>
                    <a:pt x="1181774" y="423445"/>
                  </a:lnTo>
                  <a:lnTo>
                    <a:pt x="1193800" y="403859"/>
                  </a:lnTo>
                  <a:lnTo>
                    <a:pt x="1193800" y="53339"/>
                  </a:lnTo>
                  <a:lnTo>
                    <a:pt x="1181774" y="33754"/>
                  </a:lnTo>
                  <a:lnTo>
                    <a:pt x="1149985" y="16668"/>
                  </a:lnTo>
                  <a:lnTo>
                    <a:pt x="1104860" y="4583"/>
                  </a:lnTo>
                  <a:lnTo>
                    <a:pt x="1052829" y="0"/>
                  </a:lnTo>
                  <a:close/>
                </a:path>
              </a:pathLst>
            </a:custGeom>
            <a:solidFill>
              <a:srgbClr val="62AA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6349999" y="5029199"/>
              <a:ext cx="1193800" cy="457200"/>
            </a:xfrm>
            <a:custGeom>
              <a:avLst/>
              <a:gdLst/>
              <a:ahLst/>
              <a:cxnLst/>
              <a:rect l="l" t="t" r="r" b="b"/>
              <a:pathLst>
                <a:path w="1193800" h="457200">
                  <a:moveTo>
                    <a:pt x="0" y="53339"/>
                  </a:moveTo>
                  <a:lnTo>
                    <a:pt x="12025" y="33754"/>
                  </a:lnTo>
                  <a:lnTo>
                    <a:pt x="43814" y="16668"/>
                  </a:lnTo>
                  <a:lnTo>
                    <a:pt x="88939" y="4583"/>
                  </a:lnTo>
                  <a:lnTo>
                    <a:pt x="140970" y="0"/>
                  </a:lnTo>
                  <a:lnTo>
                    <a:pt x="155217" y="0"/>
                  </a:lnTo>
                  <a:lnTo>
                    <a:pt x="254952" y="0"/>
                  </a:lnTo>
                  <a:lnTo>
                    <a:pt x="525660" y="0"/>
                  </a:lnTo>
                  <a:lnTo>
                    <a:pt x="1052829" y="0"/>
                  </a:lnTo>
                  <a:lnTo>
                    <a:pt x="1104860" y="4583"/>
                  </a:lnTo>
                  <a:lnTo>
                    <a:pt x="1149985" y="16668"/>
                  </a:lnTo>
                  <a:lnTo>
                    <a:pt x="1181774" y="33754"/>
                  </a:lnTo>
                  <a:lnTo>
                    <a:pt x="1193800" y="53339"/>
                  </a:lnTo>
                  <a:lnTo>
                    <a:pt x="1193800" y="58816"/>
                  </a:lnTo>
                  <a:lnTo>
                    <a:pt x="1193800" y="97155"/>
                  </a:lnTo>
                  <a:lnTo>
                    <a:pt x="1193800" y="201215"/>
                  </a:lnTo>
                  <a:lnTo>
                    <a:pt x="1193800" y="403859"/>
                  </a:lnTo>
                  <a:lnTo>
                    <a:pt x="1181774" y="423445"/>
                  </a:lnTo>
                  <a:lnTo>
                    <a:pt x="1149985" y="440531"/>
                  </a:lnTo>
                  <a:lnTo>
                    <a:pt x="1104860" y="452616"/>
                  </a:lnTo>
                  <a:lnTo>
                    <a:pt x="1052829" y="457200"/>
                  </a:lnTo>
                  <a:lnTo>
                    <a:pt x="1038582" y="457200"/>
                  </a:lnTo>
                  <a:lnTo>
                    <a:pt x="938847" y="457200"/>
                  </a:lnTo>
                  <a:lnTo>
                    <a:pt x="668139" y="457200"/>
                  </a:lnTo>
                  <a:lnTo>
                    <a:pt x="140970" y="457200"/>
                  </a:lnTo>
                  <a:lnTo>
                    <a:pt x="88939" y="452616"/>
                  </a:lnTo>
                  <a:lnTo>
                    <a:pt x="43814" y="440531"/>
                  </a:lnTo>
                  <a:lnTo>
                    <a:pt x="12025" y="423445"/>
                  </a:lnTo>
                  <a:lnTo>
                    <a:pt x="0" y="403859"/>
                  </a:lnTo>
                  <a:lnTo>
                    <a:pt x="0" y="398383"/>
                  </a:lnTo>
                  <a:lnTo>
                    <a:pt x="0" y="360044"/>
                  </a:lnTo>
                  <a:lnTo>
                    <a:pt x="0" y="255984"/>
                  </a:lnTo>
                  <a:lnTo>
                    <a:pt x="0" y="53339"/>
                  </a:lnTo>
                  <a:close/>
                </a:path>
              </a:pathLst>
            </a:custGeom>
            <a:ln w="28393">
              <a:solidFill>
                <a:srgbClr val="0066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" name="object 28"/>
          <p:cNvSpPr txBox="1"/>
          <p:nvPr/>
        </p:nvSpPr>
        <p:spPr>
          <a:xfrm>
            <a:off x="5231129" y="4574540"/>
            <a:ext cx="2166620" cy="8026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34670">
              <a:lnSpc>
                <a:spcPct val="100000"/>
              </a:lnSpc>
              <a:spcBef>
                <a:spcPts val="100"/>
              </a:spcBef>
            </a:pPr>
            <a:r>
              <a:rPr sz="1600" spc="-10" dirty="0">
                <a:solidFill>
                  <a:srgbClr val="FFFFFF"/>
                </a:solidFill>
                <a:latin typeface="Arial"/>
                <a:cs typeface="Arial"/>
              </a:rPr>
              <a:t>Virtualization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1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1275715" algn="l"/>
              </a:tabLst>
            </a:pPr>
            <a:r>
              <a:rPr sz="1600" spc="-10" dirty="0">
                <a:solidFill>
                  <a:srgbClr val="FFFFFF"/>
                </a:solidFill>
                <a:latin typeface="Arial"/>
                <a:cs typeface="Arial"/>
              </a:rPr>
              <a:t>Hardware</a:t>
            </a:r>
            <a:r>
              <a:rPr sz="1600" dirty="0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sz="1600" spc="-10" dirty="0">
                <a:solidFill>
                  <a:srgbClr val="FFFFFF"/>
                </a:solidFill>
                <a:latin typeface="Arial"/>
                <a:cs typeface="Arial"/>
              </a:rPr>
              <a:t>Hardware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29" name="object 29"/>
          <p:cNvGrpSpPr/>
          <p:nvPr/>
        </p:nvGrpSpPr>
        <p:grpSpPr>
          <a:xfrm>
            <a:off x="6412003" y="3491003"/>
            <a:ext cx="544195" cy="485775"/>
            <a:chOff x="6412003" y="3491003"/>
            <a:chExt cx="544195" cy="485775"/>
          </a:xfrm>
        </p:grpSpPr>
        <p:sp>
          <p:nvSpPr>
            <p:cNvPr id="30" name="object 30"/>
            <p:cNvSpPr/>
            <p:nvPr/>
          </p:nvSpPr>
          <p:spPr>
            <a:xfrm>
              <a:off x="6426199" y="3505199"/>
              <a:ext cx="515620" cy="457200"/>
            </a:xfrm>
            <a:custGeom>
              <a:avLst/>
              <a:gdLst/>
              <a:ahLst/>
              <a:cxnLst/>
              <a:rect l="l" t="t" r="r" b="b"/>
              <a:pathLst>
                <a:path w="515620" h="457200">
                  <a:moveTo>
                    <a:pt x="454659" y="0"/>
                  </a:moveTo>
                  <a:lnTo>
                    <a:pt x="59689" y="0"/>
                  </a:lnTo>
                  <a:lnTo>
                    <a:pt x="38040" y="4583"/>
                  </a:lnTo>
                  <a:lnTo>
                    <a:pt x="18891" y="16668"/>
                  </a:lnTo>
                  <a:lnTo>
                    <a:pt x="5218" y="33754"/>
                  </a:lnTo>
                  <a:lnTo>
                    <a:pt x="0" y="53339"/>
                  </a:lnTo>
                  <a:lnTo>
                    <a:pt x="0" y="403860"/>
                  </a:lnTo>
                  <a:lnTo>
                    <a:pt x="5218" y="423445"/>
                  </a:lnTo>
                  <a:lnTo>
                    <a:pt x="18891" y="440531"/>
                  </a:lnTo>
                  <a:lnTo>
                    <a:pt x="38040" y="452616"/>
                  </a:lnTo>
                  <a:lnTo>
                    <a:pt x="59689" y="457200"/>
                  </a:lnTo>
                  <a:lnTo>
                    <a:pt x="454659" y="457200"/>
                  </a:lnTo>
                  <a:lnTo>
                    <a:pt x="477043" y="452616"/>
                  </a:lnTo>
                  <a:lnTo>
                    <a:pt x="496570" y="440531"/>
                  </a:lnTo>
                  <a:lnTo>
                    <a:pt x="510381" y="423445"/>
                  </a:lnTo>
                  <a:lnTo>
                    <a:pt x="515620" y="403860"/>
                  </a:lnTo>
                  <a:lnTo>
                    <a:pt x="515620" y="53339"/>
                  </a:lnTo>
                  <a:lnTo>
                    <a:pt x="510381" y="33754"/>
                  </a:lnTo>
                  <a:lnTo>
                    <a:pt x="496570" y="16668"/>
                  </a:lnTo>
                  <a:lnTo>
                    <a:pt x="477043" y="4583"/>
                  </a:lnTo>
                  <a:lnTo>
                    <a:pt x="454659" y="0"/>
                  </a:lnTo>
                  <a:close/>
                </a:path>
              </a:pathLst>
            </a:custGeom>
            <a:solidFill>
              <a:srgbClr val="62AA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6426199" y="3505199"/>
              <a:ext cx="515620" cy="457200"/>
            </a:xfrm>
            <a:custGeom>
              <a:avLst/>
              <a:gdLst/>
              <a:ahLst/>
              <a:cxnLst/>
              <a:rect l="l" t="t" r="r" b="b"/>
              <a:pathLst>
                <a:path w="515620" h="457200">
                  <a:moveTo>
                    <a:pt x="0" y="53339"/>
                  </a:moveTo>
                  <a:lnTo>
                    <a:pt x="5218" y="33754"/>
                  </a:lnTo>
                  <a:lnTo>
                    <a:pt x="18891" y="16668"/>
                  </a:lnTo>
                  <a:lnTo>
                    <a:pt x="38040" y="4583"/>
                  </a:lnTo>
                  <a:lnTo>
                    <a:pt x="59689" y="0"/>
                  </a:lnTo>
                  <a:lnTo>
                    <a:pt x="65861" y="0"/>
                  </a:lnTo>
                  <a:lnTo>
                    <a:pt x="109061" y="0"/>
                  </a:lnTo>
                  <a:lnTo>
                    <a:pt x="226317" y="0"/>
                  </a:lnTo>
                  <a:lnTo>
                    <a:pt x="454659" y="0"/>
                  </a:lnTo>
                  <a:lnTo>
                    <a:pt x="477043" y="4583"/>
                  </a:lnTo>
                  <a:lnTo>
                    <a:pt x="496570" y="16668"/>
                  </a:lnTo>
                  <a:lnTo>
                    <a:pt x="510381" y="33754"/>
                  </a:lnTo>
                  <a:lnTo>
                    <a:pt x="515620" y="53339"/>
                  </a:lnTo>
                  <a:lnTo>
                    <a:pt x="515620" y="58816"/>
                  </a:lnTo>
                  <a:lnTo>
                    <a:pt x="515620" y="97154"/>
                  </a:lnTo>
                  <a:lnTo>
                    <a:pt x="515620" y="201215"/>
                  </a:lnTo>
                  <a:lnTo>
                    <a:pt x="515620" y="403860"/>
                  </a:lnTo>
                  <a:lnTo>
                    <a:pt x="510381" y="423445"/>
                  </a:lnTo>
                  <a:lnTo>
                    <a:pt x="496570" y="440531"/>
                  </a:lnTo>
                  <a:lnTo>
                    <a:pt x="477043" y="452616"/>
                  </a:lnTo>
                  <a:lnTo>
                    <a:pt x="454659" y="457200"/>
                  </a:lnTo>
                  <a:lnTo>
                    <a:pt x="448488" y="457200"/>
                  </a:lnTo>
                  <a:lnTo>
                    <a:pt x="405288" y="457200"/>
                  </a:lnTo>
                  <a:lnTo>
                    <a:pt x="288032" y="457200"/>
                  </a:lnTo>
                  <a:lnTo>
                    <a:pt x="59689" y="457200"/>
                  </a:lnTo>
                  <a:lnTo>
                    <a:pt x="38040" y="452616"/>
                  </a:lnTo>
                  <a:lnTo>
                    <a:pt x="18891" y="440531"/>
                  </a:lnTo>
                  <a:lnTo>
                    <a:pt x="5218" y="423445"/>
                  </a:lnTo>
                  <a:lnTo>
                    <a:pt x="0" y="403860"/>
                  </a:lnTo>
                  <a:lnTo>
                    <a:pt x="0" y="398383"/>
                  </a:lnTo>
                  <a:lnTo>
                    <a:pt x="0" y="360044"/>
                  </a:lnTo>
                  <a:lnTo>
                    <a:pt x="0" y="255984"/>
                  </a:lnTo>
                  <a:lnTo>
                    <a:pt x="0" y="53339"/>
                  </a:lnTo>
                  <a:close/>
                </a:path>
              </a:pathLst>
            </a:custGeom>
            <a:ln w="28393">
              <a:solidFill>
                <a:srgbClr val="0066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2" name="object 32"/>
          <p:cNvGrpSpPr/>
          <p:nvPr/>
        </p:nvGrpSpPr>
        <p:grpSpPr>
          <a:xfrm>
            <a:off x="6412003" y="4024403"/>
            <a:ext cx="544195" cy="409575"/>
            <a:chOff x="6412003" y="4024403"/>
            <a:chExt cx="544195" cy="409575"/>
          </a:xfrm>
        </p:grpSpPr>
        <p:sp>
          <p:nvSpPr>
            <p:cNvPr id="33" name="object 33"/>
            <p:cNvSpPr/>
            <p:nvPr/>
          </p:nvSpPr>
          <p:spPr>
            <a:xfrm>
              <a:off x="6426199" y="4038599"/>
              <a:ext cx="515620" cy="381000"/>
            </a:xfrm>
            <a:custGeom>
              <a:avLst/>
              <a:gdLst/>
              <a:ahLst/>
              <a:cxnLst/>
              <a:rect l="l" t="t" r="r" b="b"/>
              <a:pathLst>
                <a:path w="515620" h="381000">
                  <a:moveTo>
                    <a:pt x="454659" y="0"/>
                  </a:moveTo>
                  <a:lnTo>
                    <a:pt x="59689" y="0"/>
                  </a:lnTo>
                  <a:lnTo>
                    <a:pt x="38040" y="3730"/>
                  </a:lnTo>
                  <a:lnTo>
                    <a:pt x="18891" y="13652"/>
                  </a:lnTo>
                  <a:lnTo>
                    <a:pt x="5218" y="27860"/>
                  </a:lnTo>
                  <a:lnTo>
                    <a:pt x="0" y="44450"/>
                  </a:lnTo>
                  <a:lnTo>
                    <a:pt x="0" y="336550"/>
                  </a:lnTo>
                  <a:lnTo>
                    <a:pt x="5218" y="352603"/>
                  </a:lnTo>
                  <a:lnTo>
                    <a:pt x="18891" y="366871"/>
                  </a:lnTo>
                  <a:lnTo>
                    <a:pt x="38040" y="377090"/>
                  </a:lnTo>
                  <a:lnTo>
                    <a:pt x="59689" y="381000"/>
                  </a:lnTo>
                  <a:lnTo>
                    <a:pt x="454659" y="381000"/>
                  </a:lnTo>
                  <a:lnTo>
                    <a:pt x="477043" y="377090"/>
                  </a:lnTo>
                  <a:lnTo>
                    <a:pt x="496570" y="366871"/>
                  </a:lnTo>
                  <a:lnTo>
                    <a:pt x="510381" y="352603"/>
                  </a:lnTo>
                  <a:lnTo>
                    <a:pt x="515620" y="336550"/>
                  </a:lnTo>
                  <a:lnTo>
                    <a:pt x="515620" y="44450"/>
                  </a:lnTo>
                  <a:lnTo>
                    <a:pt x="510381" y="27860"/>
                  </a:lnTo>
                  <a:lnTo>
                    <a:pt x="496570" y="13652"/>
                  </a:lnTo>
                  <a:lnTo>
                    <a:pt x="477043" y="3730"/>
                  </a:lnTo>
                  <a:lnTo>
                    <a:pt x="454659" y="0"/>
                  </a:lnTo>
                  <a:close/>
                </a:path>
              </a:pathLst>
            </a:custGeom>
            <a:solidFill>
              <a:srgbClr val="62AA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6426199" y="4038599"/>
              <a:ext cx="515620" cy="381000"/>
            </a:xfrm>
            <a:custGeom>
              <a:avLst/>
              <a:gdLst/>
              <a:ahLst/>
              <a:cxnLst/>
              <a:rect l="l" t="t" r="r" b="b"/>
              <a:pathLst>
                <a:path w="515620" h="381000">
                  <a:moveTo>
                    <a:pt x="0" y="44450"/>
                  </a:moveTo>
                  <a:lnTo>
                    <a:pt x="5218" y="27860"/>
                  </a:lnTo>
                  <a:lnTo>
                    <a:pt x="18891" y="13652"/>
                  </a:lnTo>
                  <a:lnTo>
                    <a:pt x="38040" y="3730"/>
                  </a:lnTo>
                  <a:lnTo>
                    <a:pt x="59689" y="0"/>
                  </a:lnTo>
                  <a:lnTo>
                    <a:pt x="65861" y="0"/>
                  </a:lnTo>
                  <a:lnTo>
                    <a:pt x="109061" y="0"/>
                  </a:lnTo>
                  <a:lnTo>
                    <a:pt x="226317" y="0"/>
                  </a:lnTo>
                  <a:lnTo>
                    <a:pt x="454659" y="0"/>
                  </a:lnTo>
                  <a:lnTo>
                    <a:pt x="477043" y="3730"/>
                  </a:lnTo>
                  <a:lnTo>
                    <a:pt x="496570" y="13652"/>
                  </a:lnTo>
                  <a:lnTo>
                    <a:pt x="510381" y="27860"/>
                  </a:lnTo>
                  <a:lnTo>
                    <a:pt x="515620" y="44450"/>
                  </a:lnTo>
                  <a:lnTo>
                    <a:pt x="515620" y="49014"/>
                  </a:lnTo>
                  <a:lnTo>
                    <a:pt x="515620" y="80962"/>
                  </a:lnTo>
                  <a:lnTo>
                    <a:pt x="515620" y="167679"/>
                  </a:lnTo>
                  <a:lnTo>
                    <a:pt x="515620" y="336550"/>
                  </a:lnTo>
                  <a:lnTo>
                    <a:pt x="510381" y="352603"/>
                  </a:lnTo>
                  <a:lnTo>
                    <a:pt x="496570" y="366871"/>
                  </a:lnTo>
                  <a:lnTo>
                    <a:pt x="477043" y="377090"/>
                  </a:lnTo>
                  <a:lnTo>
                    <a:pt x="454659" y="381000"/>
                  </a:lnTo>
                  <a:lnTo>
                    <a:pt x="448488" y="381000"/>
                  </a:lnTo>
                  <a:lnTo>
                    <a:pt x="405288" y="381000"/>
                  </a:lnTo>
                  <a:lnTo>
                    <a:pt x="288032" y="381000"/>
                  </a:lnTo>
                  <a:lnTo>
                    <a:pt x="59689" y="381000"/>
                  </a:lnTo>
                  <a:lnTo>
                    <a:pt x="38040" y="377090"/>
                  </a:lnTo>
                  <a:lnTo>
                    <a:pt x="18891" y="366871"/>
                  </a:lnTo>
                  <a:lnTo>
                    <a:pt x="5218" y="352603"/>
                  </a:lnTo>
                  <a:lnTo>
                    <a:pt x="0" y="336550"/>
                  </a:lnTo>
                  <a:lnTo>
                    <a:pt x="0" y="331985"/>
                  </a:lnTo>
                  <a:lnTo>
                    <a:pt x="0" y="300037"/>
                  </a:lnTo>
                  <a:lnTo>
                    <a:pt x="0" y="213320"/>
                  </a:lnTo>
                  <a:lnTo>
                    <a:pt x="0" y="44450"/>
                  </a:lnTo>
                  <a:close/>
                </a:path>
              </a:pathLst>
            </a:custGeom>
            <a:ln w="28393">
              <a:solidFill>
                <a:srgbClr val="0066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5" name="object 35"/>
          <p:cNvGrpSpPr/>
          <p:nvPr/>
        </p:nvGrpSpPr>
        <p:grpSpPr>
          <a:xfrm>
            <a:off x="7002553" y="3499893"/>
            <a:ext cx="544195" cy="487045"/>
            <a:chOff x="7002553" y="3499893"/>
            <a:chExt cx="544195" cy="487045"/>
          </a:xfrm>
        </p:grpSpPr>
        <p:sp>
          <p:nvSpPr>
            <p:cNvPr id="36" name="object 36"/>
            <p:cNvSpPr/>
            <p:nvPr/>
          </p:nvSpPr>
          <p:spPr>
            <a:xfrm>
              <a:off x="7016749" y="3514090"/>
              <a:ext cx="515620" cy="458470"/>
            </a:xfrm>
            <a:custGeom>
              <a:avLst/>
              <a:gdLst/>
              <a:ahLst/>
              <a:cxnLst/>
              <a:rect l="l" t="t" r="r" b="b"/>
              <a:pathLst>
                <a:path w="515620" h="458470">
                  <a:moveTo>
                    <a:pt x="454659" y="0"/>
                  </a:moveTo>
                  <a:lnTo>
                    <a:pt x="59690" y="0"/>
                  </a:lnTo>
                  <a:lnTo>
                    <a:pt x="38040" y="4603"/>
                  </a:lnTo>
                  <a:lnTo>
                    <a:pt x="18891" y="16827"/>
                  </a:lnTo>
                  <a:lnTo>
                    <a:pt x="5218" y="34289"/>
                  </a:lnTo>
                  <a:lnTo>
                    <a:pt x="0" y="54610"/>
                  </a:lnTo>
                  <a:lnTo>
                    <a:pt x="0" y="403860"/>
                  </a:lnTo>
                  <a:lnTo>
                    <a:pt x="5218" y="423644"/>
                  </a:lnTo>
                  <a:lnTo>
                    <a:pt x="18891" y="441166"/>
                  </a:lnTo>
                  <a:lnTo>
                    <a:pt x="38040" y="453687"/>
                  </a:lnTo>
                  <a:lnTo>
                    <a:pt x="59690" y="458470"/>
                  </a:lnTo>
                  <a:lnTo>
                    <a:pt x="454659" y="458470"/>
                  </a:lnTo>
                  <a:lnTo>
                    <a:pt x="477043" y="453687"/>
                  </a:lnTo>
                  <a:lnTo>
                    <a:pt x="496570" y="441166"/>
                  </a:lnTo>
                  <a:lnTo>
                    <a:pt x="510381" y="423644"/>
                  </a:lnTo>
                  <a:lnTo>
                    <a:pt x="515620" y="403860"/>
                  </a:lnTo>
                  <a:lnTo>
                    <a:pt x="515620" y="54610"/>
                  </a:lnTo>
                  <a:lnTo>
                    <a:pt x="510381" y="34290"/>
                  </a:lnTo>
                  <a:lnTo>
                    <a:pt x="496570" y="16827"/>
                  </a:lnTo>
                  <a:lnTo>
                    <a:pt x="477043" y="4603"/>
                  </a:lnTo>
                  <a:lnTo>
                    <a:pt x="454659" y="0"/>
                  </a:lnTo>
                  <a:close/>
                </a:path>
              </a:pathLst>
            </a:custGeom>
            <a:solidFill>
              <a:srgbClr val="62AA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7016749" y="3514090"/>
              <a:ext cx="515620" cy="458470"/>
            </a:xfrm>
            <a:custGeom>
              <a:avLst/>
              <a:gdLst/>
              <a:ahLst/>
              <a:cxnLst/>
              <a:rect l="l" t="t" r="r" b="b"/>
              <a:pathLst>
                <a:path w="515620" h="458470">
                  <a:moveTo>
                    <a:pt x="0" y="54610"/>
                  </a:moveTo>
                  <a:lnTo>
                    <a:pt x="5218" y="34289"/>
                  </a:lnTo>
                  <a:lnTo>
                    <a:pt x="18891" y="16827"/>
                  </a:lnTo>
                  <a:lnTo>
                    <a:pt x="38040" y="4603"/>
                  </a:lnTo>
                  <a:lnTo>
                    <a:pt x="59690" y="0"/>
                  </a:lnTo>
                  <a:lnTo>
                    <a:pt x="65861" y="0"/>
                  </a:lnTo>
                  <a:lnTo>
                    <a:pt x="109061" y="0"/>
                  </a:lnTo>
                  <a:lnTo>
                    <a:pt x="226317" y="0"/>
                  </a:lnTo>
                  <a:lnTo>
                    <a:pt x="454659" y="0"/>
                  </a:lnTo>
                  <a:lnTo>
                    <a:pt x="477043" y="4603"/>
                  </a:lnTo>
                  <a:lnTo>
                    <a:pt x="496570" y="16827"/>
                  </a:lnTo>
                  <a:lnTo>
                    <a:pt x="510381" y="34290"/>
                  </a:lnTo>
                  <a:lnTo>
                    <a:pt x="515620" y="54610"/>
                  </a:lnTo>
                  <a:lnTo>
                    <a:pt x="515620" y="60067"/>
                  </a:lnTo>
                  <a:lnTo>
                    <a:pt x="515620" y="98266"/>
                  </a:lnTo>
                  <a:lnTo>
                    <a:pt x="515620" y="201949"/>
                  </a:lnTo>
                  <a:lnTo>
                    <a:pt x="515620" y="403860"/>
                  </a:lnTo>
                  <a:lnTo>
                    <a:pt x="510381" y="423644"/>
                  </a:lnTo>
                  <a:lnTo>
                    <a:pt x="496570" y="441166"/>
                  </a:lnTo>
                  <a:lnTo>
                    <a:pt x="477043" y="453687"/>
                  </a:lnTo>
                  <a:lnTo>
                    <a:pt x="454659" y="458470"/>
                  </a:lnTo>
                  <a:lnTo>
                    <a:pt x="448488" y="458470"/>
                  </a:lnTo>
                  <a:lnTo>
                    <a:pt x="405288" y="458470"/>
                  </a:lnTo>
                  <a:lnTo>
                    <a:pt x="288032" y="458470"/>
                  </a:lnTo>
                  <a:lnTo>
                    <a:pt x="59690" y="458470"/>
                  </a:lnTo>
                  <a:lnTo>
                    <a:pt x="38040" y="453687"/>
                  </a:lnTo>
                  <a:lnTo>
                    <a:pt x="18891" y="441166"/>
                  </a:lnTo>
                  <a:lnTo>
                    <a:pt x="5218" y="423644"/>
                  </a:lnTo>
                  <a:lnTo>
                    <a:pt x="0" y="403860"/>
                  </a:lnTo>
                  <a:lnTo>
                    <a:pt x="0" y="398402"/>
                  </a:lnTo>
                  <a:lnTo>
                    <a:pt x="0" y="360203"/>
                  </a:lnTo>
                  <a:lnTo>
                    <a:pt x="0" y="256520"/>
                  </a:lnTo>
                  <a:lnTo>
                    <a:pt x="0" y="54610"/>
                  </a:lnTo>
                  <a:close/>
                </a:path>
              </a:pathLst>
            </a:custGeom>
            <a:ln w="28393">
              <a:solidFill>
                <a:srgbClr val="0066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8" name="object 38"/>
          <p:cNvGrpSpPr/>
          <p:nvPr/>
        </p:nvGrpSpPr>
        <p:grpSpPr>
          <a:xfrm>
            <a:off x="7002553" y="4034563"/>
            <a:ext cx="544195" cy="409575"/>
            <a:chOff x="7002553" y="4034563"/>
            <a:chExt cx="544195" cy="409575"/>
          </a:xfrm>
        </p:grpSpPr>
        <p:sp>
          <p:nvSpPr>
            <p:cNvPr id="39" name="object 39"/>
            <p:cNvSpPr/>
            <p:nvPr/>
          </p:nvSpPr>
          <p:spPr>
            <a:xfrm>
              <a:off x="7016749" y="4048760"/>
              <a:ext cx="515620" cy="381000"/>
            </a:xfrm>
            <a:custGeom>
              <a:avLst/>
              <a:gdLst/>
              <a:ahLst/>
              <a:cxnLst/>
              <a:rect l="l" t="t" r="r" b="b"/>
              <a:pathLst>
                <a:path w="515620" h="381000">
                  <a:moveTo>
                    <a:pt x="454659" y="0"/>
                  </a:moveTo>
                  <a:lnTo>
                    <a:pt x="59690" y="0"/>
                  </a:lnTo>
                  <a:lnTo>
                    <a:pt x="38040" y="3730"/>
                  </a:lnTo>
                  <a:lnTo>
                    <a:pt x="18891" y="13652"/>
                  </a:lnTo>
                  <a:lnTo>
                    <a:pt x="5218" y="27860"/>
                  </a:lnTo>
                  <a:lnTo>
                    <a:pt x="0" y="44450"/>
                  </a:lnTo>
                  <a:lnTo>
                    <a:pt x="0" y="335279"/>
                  </a:lnTo>
                  <a:lnTo>
                    <a:pt x="5218" y="352067"/>
                  </a:lnTo>
                  <a:lnTo>
                    <a:pt x="18891" y="366712"/>
                  </a:lnTo>
                  <a:lnTo>
                    <a:pt x="38040" y="377070"/>
                  </a:lnTo>
                  <a:lnTo>
                    <a:pt x="59690" y="381000"/>
                  </a:lnTo>
                  <a:lnTo>
                    <a:pt x="454659" y="381000"/>
                  </a:lnTo>
                  <a:lnTo>
                    <a:pt x="477043" y="377070"/>
                  </a:lnTo>
                  <a:lnTo>
                    <a:pt x="496570" y="366712"/>
                  </a:lnTo>
                  <a:lnTo>
                    <a:pt x="510381" y="352067"/>
                  </a:lnTo>
                  <a:lnTo>
                    <a:pt x="515620" y="335279"/>
                  </a:lnTo>
                  <a:lnTo>
                    <a:pt x="515620" y="44450"/>
                  </a:lnTo>
                  <a:lnTo>
                    <a:pt x="510381" y="27860"/>
                  </a:lnTo>
                  <a:lnTo>
                    <a:pt x="496570" y="13652"/>
                  </a:lnTo>
                  <a:lnTo>
                    <a:pt x="477043" y="3730"/>
                  </a:lnTo>
                  <a:lnTo>
                    <a:pt x="454659" y="0"/>
                  </a:lnTo>
                  <a:close/>
                </a:path>
              </a:pathLst>
            </a:custGeom>
            <a:solidFill>
              <a:srgbClr val="62AA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7016749" y="4048760"/>
              <a:ext cx="515620" cy="381000"/>
            </a:xfrm>
            <a:custGeom>
              <a:avLst/>
              <a:gdLst/>
              <a:ahLst/>
              <a:cxnLst/>
              <a:rect l="l" t="t" r="r" b="b"/>
              <a:pathLst>
                <a:path w="515620" h="381000">
                  <a:moveTo>
                    <a:pt x="0" y="44450"/>
                  </a:moveTo>
                  <a:lnTo>
                    <a:pt x="5218" y="27860"/>
                  </a:lnTo>
                  <a:lnTo>
                    <a:pt x="18891" y="13652"/>
                  </a:lnTo>
                  <a:lnTo>
                    <a:pt x="38040" y="3730"/>
                  </a:lnTo>
                  <a:lnTo>
                    <a:pt x="59690" y="0"/>
                  </a:lnTo>
                  <a:lnTo>
                    <a:pt x="65861" y="0"/>
                  </a:lnTo>
                  <a:lnTo>
                    <a:pt x="109061" y="0"/>
                  </a:lnTo>
                  <a:lnTo>
                    <a:pt x="226317" y="0"/>
                  </a:lnTo>
                  <a:lnTo>
                    <a:pt x="454659" y="0"/>
                  </a:lnTo>
                  <a:lnTo>
                    <a:pt x="477043" y="3730"/>
                  </a:lnTo>
                  <a:lnTo>
                    <a:pt x="496570" y="13652"/>
                  </a:lnTo>
                  <a:lnTo>
                    <a:pt x="510381" y="27860"/>
                  </a:lnTo>
                  <a:lnTo>
                    <a:pt x="515620" y="44450"/>
                  </a:lnTo>
                  <a:lnTo>
                    <a:pt x="515620" y="48994"/>
                  </a:lnTo>
                  <a:lnTo>
                    <a:pt x="515620" y="80803"/>
                  </a:lnTo>
                  <a:lnTo>
                    <a:pt x="515620" y="167143"/>
                  </a:lnTo>
                  <a:lnTo>
                    <a:pt x="515620" y="335279"/>
                  </a:lnTo>
                  <a:lnTo>
                    <a:pt x="510381" y="352067"/>
                  </a:lnTo>
                  <a:lnTo>
                    <a:pt x="496570" y="366712"/>
                  </a:lnTo>
                  <a:lnTo>
                    <a:pt x="477043" y="377070"/>
                  </a:lnTo>
                  <a:lnTo>
                    <a:pt x="454659" y="381000"/>
                  </a:lnTo>
                  <a:lnTo>
                    <a:pt x="448488" y="381000"/>
                  </a:lnTo>
                  <a:lnTo>
                    <a:pt x="405288" y="381000"/>
                  </a:lnTo>
                  <a:lnTo>
                    <a:pt x="288032" y="381000"/>
                  </a:lnTo>
                  <a:lnTo>
                    <a:pt x="59690" y="381000"/>
                  </a:lnTo>
                  <a:lnTo>
                    <a:pt x="38040" y="377070"/>
                  </a:lnTo>
                  <a:lnTo>
                    <a:pt x="18891" y="366712"/>
                  </a:lnTo>
                  <a:lnTo>
                    <a:pt x="5218" y="352067"/>
                  </a:lnTo>
                  <a:lnTo>
                    <a:pt x="0" y="335279"/>
                  </a:lnTo>
                  <a:lnTo>
                    <a:pt x="0" y="330735"/>
                  </a:lnTo>
                  <a:lnTo>
                    <a:pt x="0" y="298926"/>
                  </a:lnTo>
                  <a:lnTo>
                    <a:pt x="0" y="212586"/>
                  </a:lnTo>
                  <a:lnTo>
                    <a:pt x="0" y="44450"/>
                  </a:lnTo>
                  <a:close/>
                </a:path>
              </a:pathLst>
            </a:custGeom>
            <a:ln w="28393">
              <a:solidFill>
                <a:srgbClr val="0066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1" name="object 41"/>
          <p:cNvSpPr/>
          <p:nvPr/>
        </p:nvSpPr>
        <p:spPr>
          <a:xfrm>
            <a:off x="3581400" y="4114800"/>
            <a:ext cx="1219200" cy="533400"/>
          </a:xfrm>
          <a:custGeom>
            <a:avLst/>
            <a:gdLst/>
            <a:ahLst/>
            <a:cxnLst/>
            <a:rect l="l" t="t" r="r" b="b"/>
            <a:pathLst>
              <a:path w="1219200" h="533400">
                <a:moveTo>
                  <a:pt x="914400" y="0"/>
                </a:moveTo>
                <a:lnTo>
                  <a:pt x="914400" y="133350"/>
                </a:lnTo>
                <a:lnTo>
                  <a:pt x="0" y="133350"/>
                </a:lnTo>
                <a:lnTo>
                  <a:pt x="0" y="400050"/>
                </a:lnTo>
                <a:lnTo>
                  <a:pt x="914400" y="400050"/>
                </a:lnTo>
                <a:lnTo>
                  <a:pt x="914400" y="533400"/>
                </a:lnTo>
                <a:lnTo>
                  <a:pt x="1219200" y="266700"/>
                </a:lnTo>
                <a:lnTo>
                  <a:pt x="914400" y="0"/>
                </a:lnTo>
                <a:close/>
              </a:path>
            </a:pathLst>
          </a:custGeom>
          <a:solidFill>
            <a:srgbClr val="95959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6604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50" dirty="0"/>
              <a:t>4</a:t>
            </a:fld>
            <a:endParaRPr spc="-50" dirty="0"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4681220" y="2219960"/>
            <a:ext cx="3223260" cy="1945639"/>
          </a:xfrm>
          <a:custGeom>
            <a:avLst/>
            <a:gdLst/>
            <a:ahLst/>
            <a:cxnLst/>
            <a:rect l="l" t="t" r="r" b="b"/>
            <a:pathLst>
              <a:path w="3223259" h="1945639">
                <a:moveTo>
                  <a:pt x="3223259" y="0"/>
                </a:moveTo>
                <a:lnTo>
                  <a:pt x="0" y="0"/>
                </a:lnTo>
                <a:lnTo>
                  <a:pt x="0" y="1945639"/>
                </a:lnTo>
                <a:lnTo>
                  <a:pt x="1611629" y="1945639"/>
                </a:lnTo>
                <a:lnTo>
                  <a:pt x="3223259" y="1945639"/>
                </a:lnTo>
                <a:lnTo>
                  <a:pt x="322325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643890" y="1309370"/>
            <a:ext cx="7141845" cy="15328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81610" indent="-168910">
              <a:lnSpc>
                <a:spcPct val="100000"/>
              </a:lnSpc>
              <a:spcBef>
                <a:spcPts val="100"/>
              </a:spcBef>
              <a:buClr>
                <a:srgbClr val="508AC4"/>
              </a:buClr>
              <a:buChar char="•"/>
              <a:tabLst>
                <a:tab pos="181610" algn="l"/>
              </a:tabLst>
            </a:pPr>
            <a:r>
              <a:rPr sz="2000" dirty="0">
                <a:solidFill>
                  <a:srgbClr val="767676"/>
                </a:solidFill>
                <a:latin typeface="Arial"/>
                <a:cs typeface="Arial"/>
              </a:rPr>
              <a:t>Founded</a:t>
            </a:r>
            <a:r>
              <a:rPr sz="2000" spc="-50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2000" dirty="0">
                <a:solidFill>
                  <a:srgbClr val="767676"/>
                </a:solidFill>
                <a:latin typeface="Arial"/>
                <a:cs typeface="Arial"/>
              </a:rPr>
              <a:t>in</a:t>
            </a:r>
            <a:r>
              <a:rPr sz="2000" spc="-55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2000" spc="-20" dirty="0">
                <a:solidFill>
                  <a:srgbClr val="767676"/>
                </a:solidFill>
                <a:latin typeface="Arial"/>
                <a:cs typeface="Arial"/>
              </a:rPr>
              <a:t>1998</a:t>
            </a:r>
            <a:endParaRPr sz="2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620"/>
              </a:spcBef>
              <a:buClr>
                <a:srgbClr val="508AC4"/>
              </a:buClr>
              <a:buFont typeface="Arial"/>
              <a:buChar char="•"/>
            </a:pPr>
            <a:endParaRPr sz="2000">
              <a:latin typeface="Arial"/>
              <a:cs typeface="Arial"/>
            </a:endParaRPr>
          </a:p>
          <a:p>
            <a:pPr marL="181610" indent="-168910">
              <a:lnSpc>
                <a:spcPct val="100000"/>
              </a:lnSpc>
              <a:buClr>
                <a:srgbClr val="508AC4"/>
              </a:buClr>
              <a:buChar char="•"/>
              <a:tabLst>
                <a:tab pos="181610" algn="l"/>
              </a:tabLst>
            </a:pPr>
            <a:r>
              <a:rPr sz="2000" dirty="0">
                <a:solidFill>
                  <a:srgbClr val="767676"/>
                </a:solidFill>
                <a:latin typeface="Arial"/>
                <a:cs typeface="Arial"/>
              </a:rPr>
              <a:t>VMware</a:t>
            </a:r>
            <a:r>
              <a:rPr sz="2000" spc="-40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2000" dirty="0">
                <a:solidFill>
                  <a:srgbClr val="767676"/>
                </a:solidFill>
                <a:latin typeface="Arial"/>
                <a:cs typeface="Arial"/>
              </a:rPr>
              <a:t>Virtual</a:t>
            </a:r>
            <a:r>
              <a:rPr sz="2000" spc="-45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2000" dirty="0">
                <a:solidFill>
                  <a:srgbClr val="767676"/>
                </a:solidFill>
                <a:latin typeface="Arial"/>
                <a:cs typeface="Arial"/>
              </a:rPr>
              <a:t>Infrastructure</a:t>
            </a:r>
            <a:r>
              <a:rPr sz="2000" spc="-45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2000" dirty="0">
                <a:solidFill>
                  <a:srgbClr val="767676"/>
                </a:solidFill>
                <a:latin typeface="Arial"/>
                <a:cs typeface="Arial"/>
              </a:rPr>
              <a:t>Emerged</a:t>
            </a:r>
            <a:r>
              <a:rPr sz="2000" spc="-35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2000" dirty="0">
                <a:solidFill>
                  <a:srgbClr val="767676"/>
                </a:solidFill>
                <a:latin typeface="Arial"/>
                <a:cs typeface="Arial"/>
              </a:rPr>
              <a:t>as</a:t>
            </a:r>
            <a:r>
              <a:rPr sz="2000" spc="-40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2000" dirty="0">
                <a:solidFill>
                  <a:srgbClr val="767676"/>
                </a:solidFill>
                <a:latin typeface="Arial"/>
                <a:cs typeface="Arial"/>
              </a:rPr>
              <a:t>De</a:t>
            </a:r>
            <a:r>
              <a:rPr sz="2000" spc="-35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2000" dirty="0">
                <a:solidFill>
                  <a:srgbClr val="767676"/>
                </a:solidFill>
                <a:latin typeface="Arial"/>
                <a:cs typeface="Arial"/>
              </a:rPr>
              <a:t>Facto</a:t>
            </a:r>
            <a:r>
              <a:rPr sz="2000" spc="-45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2000" spc="-10" dirty="0">
                <a:solidFill>
                  <a:srgbClr val="767676"/>
                </a:solidFill>
                <a:latin typeface="Arial"/>
                <a:cs typeface="Arial"/>
              </a:rPr>
              <a:t>Standard</a:t>
            </a:r>
            <a:endParaRPr sz="2000">
              <a:latin typeface="Arial"/>
              <a:cs typeface="Arial"/>
            </a:endParaRPr>
          </a:p>
          <a:p>
            <a:pPr marL="556895" lvl="1" indent="-97155">
              <a:lnSpc>
                <a:spcPct val="100000"/>
              </a:lnSpc>
              <a:spcBef>
                <a:spcPts val="750"/>
              </a:spcBef>
              <a:buClr>
                <a:srgbClr val="508AC4"/>
              </a:buClr>
              <a:buSzPct val="95000"/>
              <a:buChar char="•"/>
              <a:tabLst>
                <a:tab pos="556895" algn="l"/>
              </a:tabLst>
            </a:pPr>
            <a:r>
              <a:rPr sz="2000" dirty="0">
                <a:solidFill>
                  <a:srgbClr val="767676"/>
                </a:solidFill>
                <a:latin typeface="Arial"/>
                <a:cs typeface="Arial"/>
              </a:rPr>
              <a:t>100+%</a:t>
            </a:r>
            <a:r>
              <a:rPr sz="2000" spc="-40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2000" dirty="0">
                <a:solidFill>
                  <a:srgbClr val="767676"/>
                </a:solidFill>
                <a:latin typeface="Arial"/>
                <a:cs typeface="Arial"/>
              </a:rPr>
              <a:t>revenue</a:t>
            </a:r>
            <a:r>
              <a:rPr sz="2000" spc="-30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2000" spc="-10" dirty="0">
                <a:solidFill>
                  <a:srgbClr val="767676"/>
                </a:solidFill>
                <a:latin typeface="Arial"/>
                <a:cs typeface="Arial"/>
              </a:rPr>
              <a:t>growth</a:t>
            </a:r>
            <a:endParaRPr sz="20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43890" y="3218744"/>
            <a:ext cx="3920490" cy="1148080"/>
          </a:xfrm>
          <a:prstGeom prst="rect">
            <a:avLst/>
          </a:prstGeom>
        </p:spPr>
        <p:txBody>
          <a:bodyPr vert="horz" wrap="square" lIns="0" tIns="108585" rIns="0" bIns="0" rtlCol="0">
            <a:spAutoFit/>
          </a:bodyPr>
          <a:lstStyle/>
          <a:p>
            <a:pPr marL="181610" indent="-168910">
              <a:lnSpc>
                <a:spcPct val="100000"/>
              </a:lnSpc>
              <a:spcBef>
                <a:spcPts val="855"/>
              </a:spcBef>
              <a:buClr>
                <a:srgbClr val="508AC4"/>
              </a:buClr>
              <a:buChar char="•"/>
              <a:tabLst>
                <a:tab pos="181610" algn="l"/>
              </a:tabLst>
            </a:pPr>
            <a:r>
              <a:rPr sz="2000" dirty="0">
                <a:solidFill>
                  <a:srgbClr val="767676"/>
                </a:solidFill>
                <a:latin typeface="Arial"/>
                <a:cs typeface="Arial"/>
              </a:rPr>
              <a:t>Customer</a:t>
            </a:r>
            <a:r>
              <a:rPr sz="2000" spc="-60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2000" dirty="0">
                <a:solidFill>
                  <a:srgbClr val="767676"/>
                </a:solidFill>
                <a:latin typeface="Arial"/>
                <a:cs typeface="Arial"/>
              </a:rPr>
              <a:t>Adoption</a:t>
            </a:r>
            <a:r>
              <a:rPr sz="2000" spc="-65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2000" spc="-10" dirty="0">
                <a:solidFill>
                  <a:srgbClr val="767676"/>
                </a:solidFill>
                <a:latin typeface="Arial"/>
                <a:cs typeface="Arial"/>
              </a:rPr>
              <a:t>Accelerating</a:t>
            </a:r>
            <a:endParaRPr sz="2000">
              <a:latin typeface="Arial"/>
              <a:cs typeface="Arial"/>
            </a:endParaRPr>
          </a:p>
          <a:p>
            <a:pPr marL="549275" lvl="1" indent="-88900">
              <a:lnSpc>
                <a:spcPct val="100000"/>
              </a:lnSpc>
              <a:spcBef>
                <a:spcPts val="680"/>
              </a:spcBef>
              <a:buClr>
                <a:srgbClr val="508AC4"/>
              </a:buClr>
              <a:buSzPct val="94444"/>
              <a:buChar char="•"/>
              <a:tabLst>
                <a:tab pos="549275" algn="l"/>
              </a:tabLst>
            </a:pPr>
            <a:r>
              <a:rPr sz="1800" dirty="0">
                <a:solidFill>
                  <a:srgbClr val="767676"/>
                </a:solidFill>
                <a:latin typeface="Arial"/>
                <a:cs typeface="Arial"/>
              </a:rPr>
              <a:t>42.000+</a:t>
            </a:r>
            <a:r>
              <a:rPr sz="1800" spc="-45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767676"/>
                </a:solidFill>
                <a:latin typeface="Arial"/>
                <a:cs typeface="Arial"/>
              </a:rPr>
              <a:t>Infrastructure</a:t>
            </a:r>
            <a:r>
              <a:rPr sz="1800" spc="-55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1800" spc="-10" dirty="0">
                <a:solidFill>
                  <a:srgbClr val="767676"/>
                </a:solidFill>
                <a:latin typeface="Arial"/>
                <a:cs typeface="Arial"/>
              </a:rPr>
              <a:t>customers</a:t>
            </a:r>
            <a:endParaRPr sz="1800">
              <a:latin typeface="Arial"/>
              <a:cs typeface="Arial"/>
            </a:endParaRPr>
          </a:p>
          <a:p>
            <a:pPr marL="549275" lvl="1" indent="-88900">
              <a:lnSpc>
                <a:spcPct val="100000"/>
              </a:lnSpc>
              <a:spcBef>
                <a:spcPts val="680"/>
              </a:spcBef>
              <a:buClr>
                <a:srgbClr val="508AC4"/>
              </a:buClr>
              <a:buSzPct val="94444"/>
              <a:buChar char="•"/>
              <a:tabLst>
                <a:tab pos="549275" algn="l"/>
              </a:tabLst>
            </a:pPr>
            <a:r>
              <a:rPr sz="1800" dirty="0">
                <a:solidFill>
                  <a:srgbClr val="767676"/>
                </a:solidFill>
                <a:latin typeface="Arial"/>
                <a:cs typeface="Arial"/>
              </a:rPr>
              <a:t>6.000.000+</a:t>
            </a:r>
            <a:r>
              <a:rPr sz="1800" spc="-55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767676"/>
                </a:solidFill>
                <a:latin typeface="Arial"/>
                <a:cs typeface="Arial"/>
              </a:rPr>
              <a:t>Workstation</a:t>
            </a:r>
            <a:r>
              <a:rPr sz="1800" spc="-65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1800" spc="-20" dirty="0">
                <a:solidFill>
                  <a:srgbClr val="767676"/>
                </a:solidFill>
                <a:latin typeface="Arial"/>
                <a:cs typeface="Arial"/>
              </a:rPr>
              <a:t>Users</a:t>
            </a:r>
            <a:endParaRPr sz="1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43890" y="4838700"/>
            <a:ext cx="308800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81610" indent="-168910">
              <a:lnSpc>
                <a:spcPct val="100000"/>
              </a:lnSpc>
              <a:spcBef>
                <a:spcPts val="100"/>
              </a:spcBef>
              <a:buClr>
                <a:srgbClr val="508AC4"/>
              </a:buClr>
              <a:buChar char="•"/>
              <a:tabLst>
                <a:tab pos="181610" algn="l"/>
              </a:tabLst>
            </a:pPr>
            <a:r>
              <a:rPr sz="2000" dirty="0">
                <a:solidFill>
                  <a:srgbClr val="767676"/>
                </a:solidFill>
                <a:latin typeface="Arial"/>
                <a:cs typeface="Arial"/>
              </a:rPr>
              <a:t>Total</a:t>
            </a:r>
            <a:r>
              <a:rPr sz="2000" spc="-35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2000" dirty="0">
                <a:solidFill>
                  <a:srgbClr val="767676"/>
                </a:solidFill>
                <a:latin typeface="Arial"/>
                <a:cs typeface="Arial"/>
              </a:rPr>
              <a:t>Employees:</a:t>
            </a:r>
            <a:r>
              <a:rPr sz="2000" spc="-40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2000" dirty="0">
                <a:solidFill>
                  <a:srgbClr val="767676"/>
                </a:solidFill>
                <a:latin typeface="Arial"/>
                <a:cs typeface="Arial"/>
              </a:rPr>
              <a:t>~</a:t>
            </a:r>
            <a:r>
              <a:rPr sz="2000" spc="-40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2000" spc="-20" dirty="0">
                <a:solidFill>
                  <a:srgbClr val="767676"/>
                </a:solidFill>
                <a:latin typeface="Arial"/>
                <a:cs typeface="Arial"/>
              </a:rPr>
              <a:t>3.000</a:t>
            </a:r>
            <a:endParaRPr sz="20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43890" y="5640070"/>
            <a:ext cx="490093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81610" indent="-168910">
              <a:lnSpc>
                <a:spcPct val="100000"/>
              </a:lnSpc>
              <a:spcBef>
                <a:spcPts val="100"/>
              </a:spcBef>
              <a:buClr>
                <a:srgbClr val="508AC4"/>
              </a:buClr>
              <a:buChar char="•"/>
              <a:tabLst>
                <a:tab pos="181610" algn="l"/>
                <a:tab pos="3333115" algn="l"/>
              </a:tabLst>
            </a:pPr>
            <a:r>
              <a:rPr sz="2000" dirty="0">
                <a:solidFill>
                  <a:srgbClr val="767676"/>
                </a:solidFill>
                <a:latin typeface="Arial"/>
                <a:cs typeface="Arial"/>
              </a:rPr>
              <a:t>VMware</a:t>
            </a:r>
            <a:r>
              <a:rPr sz="2000" spc="-35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2000" dirty="0">
                <a:solidFill>
                  <a:srgbClr val="767676"/>
                </a:solidFill>
                <a:latin typeface="Arial"/>
                <a:cs typeface="Arial"/>
              </a:rPr>
              <a:t>IPO:</a:t>
            </a:r>
            <a:r>
              <a:rPr sz="2000" spc="-45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2000" dirty="0">
                <a:solidFill>
                  <a:srgbClr val="767676"/>
                </a:solidFill>
                <a:latin typeface="Arial"/>
                <a:cs typeface="Arial"/>
              </a:rPr>
              <a:t>August</a:t>
            </a:r>
            <a:r>
              <a:rPr sz="2000" spc="-45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2000" spc="-20" dirty="0">
                <a:solidFill>
                  <a:srgbClr val="767676"/>
                </a:solidFill>
                <a:latin typeface="Arial"/>
                <a:cs typeface="Arial"/>
              </a:rPr>
              <a:t>2007</a:t>
            </a:r>
            <a:r>
              <a:rPr sz="2000" dirty="0">
                <a:solidFill>
                  <a:srgbClr val="767676"/>
                </a:solidFill>
                <a:latin typeface="Arial"/>
                <a:cs typeface="Arial"/>
              </a:rPr>
              <a:t>	</a:t>
            </a:r>
            <a:r>
              <a:rPr sz="2000" spc="-10" dirty="0">
                <a:solidFill>
                  <a:srgbClr val="767676"/>
                </a:solidFill>
                <a:latin typeface="Arial"/>
                <a:cs typeface="Arial"/>
              </a:rPr>
              <a:t>(NYSE:VMW)</a:t>
            </a:r>
            <a:endParaRPr sz="20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5681979" y="3365500"/>
            <a:ext cx="1471930" cy="2387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00" b="1" dirty="0">
                <a:solidFill>
                  <a:srgbClr val="7C9AC5"/>
                </a:solidFill>
                <a:latin typeface="Arial"/>
                <a:cs typeface="Arial"/>
              </a:rPr>
              <a:t>VMware</a:t>
            </a:r>
            <a:r>
              <a:rPr sz="1400" b="1" spc="-95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400" b="1" spc="-10" dirty="0">
                <a:solidFill>
                  <a:srgbClr val="7C9AC5"/>
                </a:solidFill>
                <a:latin typeface="Arial"/>
                <a:cs typeface="Arial"/>
              </a:rPr>
              <a:t>Revenue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5029200" y="2283663"/>
            <a:ext cx="3764279" cy="2524760"/>
            <a:chOff x="5029200" y="2283663"/>
            <a:chExt cx="3764279" cy="2524760"/>
          </a:xfrm>
        </p:grpSpPr>
        <p:sp>
          <p:nvSpPr>
            <p:cNvPr id="9" name="object 9"/>
            <p:cNvSpPr/>
            <p:nvPr/>
          </p:nvSpPr>
          <p:spPr>
            <a:xfrm>
              <a:off x="5171439" y="4641850"/>
              <a:ext cx="483870" cy="132080"/>
            </a:xfrm>
            <a:custGeom>
              <a:avLst/>
              <a:gdLst/>
              <a:ahLst/>
              <a:cxnLst/>
              <a:rect l="l" t="t" r="r" b="b"/>
              <a:pathLst>
                <a:path w="483870" h="132079">
                  <a:moveTo>
                    <a:pt x="483870" y="0"/>
                  </a:moveTo>
                  <a:lnTo>
                    <a:pt x="0" y="0"/>
                  </a:lnTo>
                  <a:lnTo>
                    <a:pt x="0" y="132080"/>
                  </a:lnTo>
                  <a:lnTo>
                    <a:pt x="242570" y="132080"/>
                  </a:lnTo>
                  <a:lnTo>
                    <a:pt x="483870" y="132080"/>
                  </a:lnTo>
                  <a:lnTo>
                    <a:pt x="483870" y="0"/>
                  </a:lnTo>
                  <a:close/>
                </a:path>
              </a:pathLst>
            </a:custGeom>
            <a:solidFill>
              <a:srgbClr val="9999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5171439" y="4641850"/>
              <a:ext cx="483870" cy="132080"/>
            </a:xfrm>
            <a:custGeom>
              <a:avLst/>
              <a:gdLst/>
              <a:ahLst/>
              <a:cxnLst/>
              <a:rect l="l" t="t" r="r" b="b"/>
              <a:pathLst>
                <a:path w="483870" h="132079">
                  <a:moveTo>
                    <a:pt x="242570" y="132080"/>
                  </a:moveTo>
                  <a:lnTo>
                    <a:pt x="0" y="132080"/>
                  </a:lnTo>
                  <a:lnTo>
                    <a:pt x="0" y="0"/>
                  </a:lnTo>
                  <a:lnTo>
                    <a:pt x="483870" y="0"/>
                  </a:lnTo>
                  <a:lnTo>
                    <a:pt x="483870" y="132080"/>
                  </a:lnTo>
                  <a:lnTo>
                    <a:pt x="242570" y="132080"/>
                  </a:lnTo>
                  <a:close/>
                </a:path>
              </a:pathLst>
            </a:custGeom>
            <a:ln w="46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5942330" y="4498340"/>
              <a:ext cx="488950" cy="274320"/>
            </a:xfrm>
            <a:custGeom>
              <a:avLst/>
              <a:gdLst/>
              <a:ahLst/>
              <a:cxnLst/>
              <a:rect l="l" t="t" r="r" b="b"/>
              <a:pathLst>
                <a:path w="488950" h="274320">
                  <a:moveTo>
                    <a:pt x="488950" y="0"/>
                  </a:moveTo>
                  <a:lnTo>
                    <a:pt x="0" y="0"/>
                  </a:lnTo>
                  <a:lnTo>
                    <a:pt x="0" y="274320"/>
                  </a:lnTo>
                  <a:lnTo>
                    <a:pt x="245110" y="274320"/>
                  </a:lnTo>
                  <a:lnTo>
                    <a:pt x="488950" y="274320"/>
                  </a:lnTo>
                  <a:lnTo>
                    <a:pt x="488950" y="0"/>
                  </a:lnTo>
                  <a:close/>
                </a:path>
              </a:pathLst>
            </a:custGeom>
            <a:solidFill>
              <a:srgbClr val="9999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5942330" y="4498340"/>
              <a:ext cx="488950" cy="274320"/>
            </a:xfrm>
            <a:custGeom>
              <a:avLst/>
              <a:gdLst/>
              <a:ahLst/>
              <a:cxnLst/>
              <a:rect l="l" t="t" r="r" b="b"/>
              <a:pathLst>
                <a:path w="488950" h="274320">
                  <a:moveTo>
                    <a:pt x="245110" y="274320"/>
                  </a:moveTo>
                  <a:lnTo>
                    <a:pt x="0" y="274320"/>
                  </a:lnTo>
                  <a:lnTo>
                    <a:pt x="0" y="0"/>
                  </a:lnTo>
                  <a:lnTo>
                    <a:pt x="488950" y="0"/>
                  </a:lnTo>
                  <a:lnTo>
                    <a:pt x="488950" y="274320"/>
                  </a:lnTo>
                  <a:lnTo>
                    <a:pt x="245110" y="274320"/>
                  </a:lnTo>
                  <a:close/>
                </a:path>
              </a:pathLst>
            </a:custGeom>
            <a:ln w="46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6720839" y="4177030"/>
              <a:ext cx="483870" cy="596900"/>
            </a:xfrm>
            <a:custGeom>
              <a:avLst/>
              <a:gdLst/>
              <a:ahLst/>
              <a:cxnLst/>
              <a:rect l="l" t="t" r="r" b="b"/>
              <a:pathLst>
                <a:path w="483870" h="596900">
                  <a:moveTo>
                    <a:pt x="483869" y="0"/>
                  </a:moveTo>
                  <a:lnTo>
                    <a:pt x="0" y="0"/>
                  </a:lnTo>
                  <a:lnTo>
                    <a:pt x="0" y="596900"/>
                  </a:lnTo>
                  <a:lnTo>
                    <a:pt x="242569" y="596900"/>
                  </a:lnTo>
                  <a:lnTo>
                    <a:pt x="483869" y="596900"/>
                  </a:lnTo>
                  <a:lnTo>
                    <a:pt x="483869" y="0"/>
                  </a:lnTo>
                  <a:close/>
                </a:path>
              </a:pathLst>
            </a:custGeom>
            <a:solidFill>
              <a:srgbClr val="9999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6720839" y="4177030"/>
              <a:ext cx="483870" cy="596900"/>
            </a:xfrm>
            <a:custGeom>
              <a:avLst/>
              <a:gdLst/>
              <a:ahLst/>
              <a:cxnLst/>
              <a:rect l="l" t="t" r="r" b="b"/>
              <a:pathLst>
                <a:path w="483870" h="596900">
                  <a:moveTo>
                    <a:pt x="242569" y="596900"/>
                  </a:moveTo>
                  <a:lnTo>
                    <a:pt x="0" y="596900"/>
                  </a:lnTo>
                  <a:lnTo>
                    <a:pt x="0" y="0"/>
                  </a:lnTo>
                  <a:lnTo>
                    <a:pt x="483869" y="0"/>
                  </a:lnTo>
                  <a:lnTo>
                    <a:pt x="483869" y="596900"/>
                  </a:lnTo>
                  <a:lnTo>
                    <a:pt x="242569" y="596900"/>
                  </a:lnTo>
                  <a:close/>
                </a:path>
              </a:pathLst>
            </a:custGeom>
            <a:ln w="46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7493000" y="3411220"/>
              <a:ext cx="483870" cy="1362710"/>
            </a:xfrm>
            <a:custGeom>
              <a:avLst/>
              <a:gdLst/>
              <a:ahLst/>
              <a:cxnLst/>
              <a:rect l="l" t="t" r="r" b="b"/>
              <a:pathLst>
                <a:path w="483870" h="1362710">
                  <a:moveTo>
                    <a:pt x="483870" y="0"/>
                  </a:moveTo>
                  <a:lnTo>
                    <a:pt x="0" y="0"/>
                  </a:lnTo>
                  <a:lnTo>
                    <a:pt x="0" y="1362709"/>
                  </a:lnTo>
                  <a:lnTo>
                    <a:pt x="241300" y="1362709"/>
                  </a:lnTo>
                  <a:lnTo>
                    <a:pt x="483870" y="1362709"/>
                  </a:lnTo>
                  <a:lnTo>
                    <a:pt x="483870" y="0"/>
                  </a:lnTo>
                  <a:close/>
                </a:path>
              </a:pathLst>
            </a:custGeom>
            <a:solidFill>
              <a:srgbClr val="9999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7493000" y="3411220"/>
              <a:ext cx="483870" cy="1362710"/>
            </a:xfrm>
            <a:custGeom>
              <a:avLst/>
              <a:gdLst/>
              <a:ahLst/>
              <a:cxnLst/>
              <a:rect l="l" t="t" r="r" b="b"/>
              <a:pathLst>
                <a:path w="483870" h="1362710">
                  <a:moveTo>
                    <a:pt x="241300" y="1362709"/>
                  </a:moveTo>
                  <a:lnTo>
                    <a:pt x="0" y="1362709"/>
                  </a:lnTo>
                  <a:lnTo>
                    <a:pt x="0" y="0"/>
                  </a:lnTo>
                  <a:lnTo>
                    <a:pt x="483870" y="0"/>
                  </a:lnTo>
                  <a:lnTo>
                    <a:pt x="483870" y="1362709"/>
                  </a:lnTo>
                  <a:lnTo>
                    <a:pt x="241300" y="1362709"/>
                  </a:lnTo>
                  <a:close/>
                </a:path>
              </a:pathLst>
            </a:custGeom>
            <a:ln w="46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5029200" y="4762500"/>
              <a:ext cx="3764279" cy="45720"/>
            </a:xfrm>
            <a:custGeom>
              <a:avLst/>
              <a:gdLst/>
              <a:ahLst/>
              <a:cxnLst/>
              <a:rect l="l" t="t" r="r" b="b"/>
              <a:pathLst>
                <a:path w="3764279" h="45720">
                  <a:moveTo>
                    <a:pt x="0" y="10160"/>
                  </a:moveTo>
                  <a:lnTo>
                    <a:pt x="3764279" y="0"/>
                  </a:lnTo>
                </a:path>
                <a:path w="3764279" h="45720">
                  <a:moveTo>
                    <a:pt x="0" y="45719"/>
                  </a:moveTo>
                  <a:lnTo>
                    <a:pt x="1270" y="10160"/>
                  </a:lnTo>
                </a:path>
                <a:path w="3764279" h="45720">
                  <a:moveTo>
                    <a:pt x="773429" y="45719"/>
                  </a:moveTo>
                  <a:lnTo>
                    <a:pt x="773429" y="10160"/>
                  </a:lnTo>
                </a:path>
                <a:path w="3764279" h="45720">
                  <a:moveTo>
                    <a:pt x="1550670" y="45719"/>
                  </a:moveTo>
                  <a:lnTo>
                    <a:pt x="1551940" y="10160"/>
                  </a:lnTo>
                </a:path>
                <a:path w="3764279" h="45720">
                  <a:moveTo>
                    <a:pt x="2322829" y="45719"/>
                  </a:moveTo>
                  <a:lnTo>
                    <a:pt x="2322829" y="10160"/>
                  </a:lnTo>
                </a:path>
                <a:path w="3764279" h="45720">
                  <a:moveTo>
                    <a:pt x="3094990" y="45719"/>
                  </a:moveTo>
                  <a:lnTo>
                    <a:pt x="3096259" y="10160"/>
                  </a:lnTo>
                </a:path>
                <a:path w="3764279" h="45720">
                  <a:moveTo>
                    <a:pt x="3755390" y="45719"/>
                  </a:moveTo>
                  <a:lnTo>
                    <a:pt x="3756659" y="1016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8204200" y="2286000"/>
              <a:ext cx="483870" cy="2475230"/>
            </a:xfrm>
            <a:custGeom>
              <a:avLst/>
              <a:gdLst/>
              <a:ahLst/>
              <a:cxnLst/>
              <a:rect l="l" t="t" r="r" b="b"/>
              <a:pathLst>
                <a:path w="483870" h="2475229">
                  <a:moveTo>
                    <a:pt x="483870" y="0"/>
                  </a:moveTo>
                  <a:lnTo>
                    <a:pt x="0" y="0"/>
                  </a:lnTo>
                  <a:lnTo>
                    <a:pt x="0" y="2475230"/>
                  </a:lnTo>
                  <a:lnTo>
                    <a:pt x="241300" y="2475230"/>
                  </a:lnTo>
                  <a:lnTo>
                    <a:pt x="483870" y="2475230"/>
                  </a:lnTo>
                  <a:lnTo>
                    <a:pt x="483870" y="0"/>
                  </a:lnTo>
                  <a:close/>
                </a:path>
              </a:pathLst>
            </a:custGeom>
            <a:solidFill>
              <a:srgbClr val="CCFF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8204200" y="2286000"/>
              <a:ext cx="483870" cy="2475230"/>
            </a:xfrm>
            <a:custGeom>
              <a:avLst/>
              <a:gdLst/>
              <a:ahLst/>
              <a:cxnLst/>
              <a:rect l="l" t="t" r="r" b="b"/>
              <a:pathLst>
                <a:path w="483870" h="2475229">
                  <a:moveTo>
                    <a:pt x="241300" y="2475230"/>
                  </a:moveTo>
                  <a:lnTo>
                    <a:pt x="0" y="2475230"/>
                  </a:lnTo>
                  <a:lnTo>
                    <a:pt x="0" y="0"/>
                  </a:lnTo>
                  <a:lnTo>
                    <a:pt x="483870" y="0"/>
                  </a:lnTo>
                  <a:lnTo>
                    <a:pt x="483870" y="2475230"/>
                  </a:lnTo>
                  <a:lnTo>
                    <a:pt x="241300" y="2475230"/>
                  </a:lnTo>
                  <a:close/>
                </a:path>
              </a:pathLst>
            </a:custGeom>
            <a:ln w="46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" name="object 20"/>
          <p:cNvSpPr txBox="1"/>
          <p:nvPr/>
        </p:nvSpPr>
        <p:spPr>
          <a:xfrm>
            <a:off x="5321300" y="4848859"/>
            <a:ext cx="252095" cy="147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-20" dirty="0">
                <a:latin typeface="Arial"/>
                <a:cs typeface="Arial"/>
              </a:rPr>
              <a:t>2002</a:t>
            </a:r>
            <a:endParaRPr sz="8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6093459" y="4848859"/>
            <a:ext cx="252095" cy="147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-20" dirty="0">
                <a:latin typeface="Arial"/>
                <a:cs typeface="Arial"/>
              </a:rPr>
              <a:t>2003</a:t>
            </a:r>
            <a:endParaRPr sz="8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6870700" y="4848859"/>
            <a:ext cx="252095" cy="147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-20" dirty="0">
                <a:latin typeface="Arial"/>
                <a:cs typeface="Arial"/>
              </a:rPr>
              <a:t>2004</a:t>
            </a:r>
            <a:endParaRPr sz="8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7642859" y="4848859"/>
            <a:ext cx="252095" cy="147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-20" dirty="0">
                <a:latin typeface="Arial"/>
                <a:cs typeface="Arial"/>
              </a:rPr>
              <a:t>2005</a:t>
            </a:r>
            <a:endParaRPr sz="80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8315959" y="4848859"/>
            <a:ext cx="252095" cy="147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-20" dirty="0">
                <a:latin typeface="Arial"/>
                <a:cs typeface="Arial"/>
              </a:rPr>
              <a:t>2006</a:t>
            </a:r>
            <a:endParaRPr sz="800">
              <a:latin typeface="Arial"/>
              <a:cs typeface="Arial"/>
            </a:endParaRPr>
          </a:p>
        </p:txBody>
      </p:sp>
      <p:sp>
        <p:nvSpPr>
          <p:cNvPr id="25" name="object 25"/>
          <p:cNvSpPr/>
          <p:nvPr/>
        </p:nvSpPr>
        <p:spPr>
          <a:xfrm>
            <a:off x="1051560" y="594359"/>
            <a:ext cx="6974840" cy="405130"/>
          </a:xfrm>
          <a:custGeom>
            <a:avLst/>
            <a:gdLst/>
            <a:ahLst/>
            <a:cxnLst/>
            <a:rect l="l" t="t" r="r" b="b"/>
            <a:pathLst>
              <a:path w="6974840" h="405130">
                <a:moveTo>
                  <a:pt x="6974840" y="0"/>
                </a:moveTo>
                <a:lnTo>
                  <a:pt x="0" y="0"/>
                </a:lnTo>
                <a:lnTo>
                  <a:pt x="0" y="405129"/>
                </a:lnTo>
                <a:lnTo>
                  <a:pt x="3487419" y="405129"/>
                </a:lnTo>
                <a:lnTo>
                  <a:pt x="6974840" y="405129"/>
                </a:lnTo>
                <a:lnTo>
                  <a:pt x="697484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79120">
              <a:lnSpc>
                <a:spcPct val="100000"/>
              </a:lnSpc>
              <a:spcBef>
                <a:spcPts val="100"/>
              </a:spcBef>
            </a:pPr>
            <a:r>
              <a:rPr spc="-20" dirty="0"/>
              <a:t>VMware:</a:t>
            </a:r>
            <a:r>
              <a:rPr spc="-90" dirty="0"/>
              <a:t> </a:t>
            </a:r>
            <a:r>
              <a:rPr spc="-20" dirty="0"/>
              <a:t>Powerful</a:t>
            </a:r>
            <a:r>
              <a:rPr spc="-60" dirty="0"/>
              <a:t> </a:t>
            </a:r>
            <a:r>
              <a:rPr spc="-25" dirty="0"/>
              <a:t>Momentum</a:t>
            </a:r>
            <a:r>
              <a:rPr spc="-65" dirty="0"/>
              <a:t> </a:t>
            </a:r>
            <a:r>
              <a:rPr spc="-10" dirty="0"/>
              <a:t>Continues</a:t>
            </a:r>
            <a:r>
              <a:rPr spc="-380" dirty="0"/>
              <a:t> </a:t>
            </a:r>
            <a:r>
              <a:rPr dirty="0"/>
              <a:t>in</a:t>
            </a:r>
            <a:r>
              <a:rPr spc="-60" dirty="0"/>
              <a:t> </a:t>
            </a:r>
            <a:r>
              <a:rPr spc="-20" dirty="0"/>
              <a:t>2007</a:t>
            </a:r>
          </a:p>
        </p:txBody>
      </p:sp>
      <p:sp>
        <p:nvSpPr>
          <p:cNvPr id="27" name="object 27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6604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50" dirty="0"/>
              <a:t>5</a:t>
            </a:fld>
            <a:endParaRPr spc="-50" dirty="0"/>
          </a:p>
        </p:txBody>
      </p:sp>
    </p:spTree>
  </p:cSld>
  <p:clrMapOvr>
    <a:masterClrMapping/>
  </p:clrMapOvr>
  <p:transition>
    <p:wipe dir="r"/>
  </p:transition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82270" y="2095500"/>
            <a:ext cx="8369934" cy="18224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8155"/>
              </a:lnSpc>
              <a:spcBef>
                <a:spcPts val="100"/>
              </a:spcBef>
            </a:pPr>
            <a:r>
              <a:rPr sz="7200" spc="-10" dirty="0">
                <a:solidFill>
                  <a:srgbClr val="667CCC"/>
                </a:solidFill>
              </a:rPr>
              <a:t>VMware</a:t>
            </a:r>
            <a:endParaRPr sz="7200"/>
          </a:p>
          <a:p>
            <a:pPr marL="12700">
              <a:lnSpc>
                <a:spcPts val="5995"/>
              </a:lnSpc>
            </a:pPr>
            <a:r>
              <a:rPr sz="5400" dirty="0">
                <a:solidFill>
                  <a:srgbClr val="333333"/>
                </a:solidFill>
              </a:rPr>
              <a:t>Virtualization</a:t>
            </a:r>
            <a:r>
              <a:rPr sz="5400" spc="-185" dirty="0">
                <a:solidFill>
                  <a:srgbClr val="333333"/>
                </a:solidFill>
              </a:rPr>
              <a:t> </a:t>
            </a:r>
            <a:r>
              <a:rPr sz="5400" spc="-10" dirty="0">
                <a:solidFill>
                  <a:srgbClr val="333333"/>
                </a:solidFill>
              </a:rPr>
              <a:t>Technology</a:t>
            </a:r>
            <a:endParaRPr sz="540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BC7A0D1-AF4F-6F85-A9EC-6BEB4588B48F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pPr marL="6604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lang="en-US" spc="-50" smtClean="0"/>
              <a:t>6</a:t>
            </a:fld>
            <a:endParaRPr lang="en-US" spc="-50" dirty="0"/>
          </a:p>
        </p:txBody>
      </p:sp>
    </p:spTree>
  </p:cSld>
  <p:clrMapOvr>
    <a:masterClrMapping/>
  </p:clrMapOvr>
  <p:transition>
    <p:wipe dir="r"/>
  </p:transition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18795">
              <a:lnSpc>
                <a:spcPct val="100000"/>
              </a:lnSpc>
              <a:spcBef>
                <a:spcPts val="100"/>
              </a:spcBef>
            </a:pPr>
            <a:r>
              <a:rPr spc="-20" dirty="0"/>
              <a:t>Server</a:t>
            </a:r>
            <a:r>
              <a:rPr spc="-145" dirty="0"/>
              <a:t> </a:t>
            </a:r>
            <a:r>
              <a:rPr spc="-25" dirty="0"/>
              <a:t>Virtualization</a:t>
            </a:r>
            <a:r>
              <a:rPr spc="-150" dirty="0"/>
              <a:t> </a:t>
            </a:r>
            <a:r>
              <a:rPr spc="-25" dirty="0"/>
              <a:t>Transforms</a:t>
            </a:r>
            <a:r>
              <a:rPr spc="-50" dirty="0"/>
              <a:t> </a:t>
            </a:r>
            <a:r>
              <a:rPr spc="-20" dirty="0"/>
              <a:t>x86</a:t>
            </a:r>
            <a:r>
              <a:rPr spc="-45" dirty="0"/>
              <a:t> </a:t>
            </a:r>
            <a:r>
              <a:rPr spc="-10" dirty="0"/>
              <a:t>Systems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411480" y="4192270"/>
            <a:ext cx="4093845" cy="1798320"/>
          </a:xfrm>
          <a:prstGeom prst="rect">
            <a:avLst/>
          </a:prstGeom>
        </p:spPr>
        <p:txBody>
          <a:bodyPr vert="horz" wrap="square" lIns="0" tIns="62230" rIns="0" bIns="0" rtlCol="0">
            <a:spAutoFit/>
          </a:bodyPr>
          <a:lstStyle/>
          <a:p>
            <a:pPr marL="178435" indent="-165735">
              <a:lnSpc>
                <a:spcPct val="100000"/>
              </a:lnSpc>
              <a:spcBef>
                <a:spcPts val="490"/>
              </a:spcBef>
              <a:buClr>
                <a:srgbClr val="7EC21B"/>
              </a:buClr>
              <a:buFont typeface="Wingdings"/>
              <a:buChar char=""/>
              <a:tabLst>
                <a:tab pos="178435" algn="l"/>
              </a:tabLst>
            </a:pPr>
            <a:r>
              <a:rPr sz="1800" dirty="0">
                <a:latin typeface="Arial"/>
                <a:cs typeface="Arial"/>
              </a:rPr>
              <a:t>Single</a:t>
            </a:r>
            <a:r>
              <a:rPr sz="1800" spc="-40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OS</a:t>
            </a:r>
            <a:r>
              <a:rPr sz="1800" spc="-30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image</a:t>
            </a:r>
            <a:r>
              <a:rPr sz="1800" spc="-30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per</a:t>
            </a:r>
            <a:r>
              <a:rPr sz="1800" spc="-20" dirty="0">
                <a:latin typeface="Arial"/>
                <a:cs typeface="Arial"/>
              </a:rPr>
              <a:t> </a:t>
            </a:r>
            <a:r>
              <a:rPr sz="1800" spc="-10" dirty="0">
                <a:latin typeface="Arial"/>
                <a:cs typeface="Arial"/>
              </a:rPr>
              <a:t>machine</a:t>
            </a:r>
            <a:endParaRPr sz="1800">
              <a:latin typeface="Arial"/>
              <a:cs typeface="Arial"/>
            </a:endParaRPr>
          </a:p>
          <a:p>
            <a:pPr marL="178435" indent="-165735">
              <a:lnSpc>
                <a:spcPct val="100000"/>
              </a:lnSpc>
              <a:spcBef>
                <a:spcPts val="390"/>
              </a:spcBef>
              <a:buClr>
                <a:srgbClr val="7EC21B"/>
              </a:buClr>
              <a:buFont typeface="Wingdings"/>
              <a:buChar char=""/>
              <a:tabLst>
                <a:tab pos="178435" algn="l"/>
              </a:tabLst>
            </a:pPr>
            <a:r>
              <a:rPr sz="1800" dirty="0">
                <a:latin typeface="Arial"/>
                <a:cs typeface="Arial"/>
              </a:rPr>
              <a:t>Software</a:t>
            </a:r>
            <a:r>
              <a:rPr sz="1800" spc="-50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and</a:t>
            </a:r>
            <a:r>
              <a:rPr sz="1800" spc="-45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hardware</a:t>
            </a:r>
            <a:r>
              <a:rPr sz="1800" spc="-50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tightly</a:t>
            </a:r>
            <a:r>
              <a:rPr sz="1800" spc="-45" dirty="0">
                <a:latin typeface="Arial"/>
                <a:cs typeface="Arial"/>
              </a:rPr>
              <a:t> </a:t>
            </a:r>
            <a:r>
              <a:rPr sz="1800" spc="-10" dirty="0">
                <a:latin typeface="Arial"/>
                <a:cs typeface="Arial"/>
              </a:rPr>
              <a:t>coupled</a:t>
            </a:r>
            <a:endParaRPr sz="1800">
              <a:latin typeface="Arial"/>
              <a:cs typeface="Arial"/>
            </a:endParaRPr>
          </a:p>
          <a:p>
            <a:pPr marL="179070" marR="5080" indent="-166370">
              <a:lnSpc>
                <a:spcPts val="1880"/>
              </a:lnSpc>
              <a:spcBef>
                <a:spcPts val="685"/>
              </a:spcBef>
              <a:buClr>
                <a:srgbClr val="7EC21B"/>
              </a:buClr>
              <a:buFont typeface="Wingdings"/>
              <a:buChar char=""/>
              <a:tabLst>
                <a:tab pos="179070" algn="l"/>
              </a:tabLst>
            </a:pPr>
            <a:r>
              <a:rPr sz="1800" dirty="0">
                <a:latin typeface="Arial"/>
                <a:cs typeface="Arial"/>
              </a:rPr>
              <a:t>Running</a:t>
            </a:r>
            <a:r>
              <a:rPr sz="1800" spc="-50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multiple</a:t>
            </a:r>
            <a:r>
              <a:rPr sz="1800" spc="-55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applications</a:t>
            </a:r>
            <a:r>
              <a:rPr sz="1800" spc="-55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on</a:t>
            </a:r>
            <a:r>
              <a:rPr sz="1800" spc="-55" dirty="0">
                <a:latin typeface="Arial"/>
                <a:cs typeface="Arial"/>
              </a:rPr>
              <a:t> </a:t>
            </a:r>
            <a:r>
              <a:rPr sz="1800" spc="-20" dirty="0">
                <a:latin typeface="Arial"/>
                <a:cs typeface="Arial"/>
              </a:rPr>
              <a:t>same </a:t>
            </a:r>
            <a:r>
              <a:rPr sz="1800" dirty="0">
                <a:latin typeface="Arial"/>
                <a:cs typeface="Arial"/>
              </a:rPr>
              <a:t>machine</a:t>
            </a:r>
            <a:r>
              <a:rPr sz="1800" spc="-45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often</a:t>
            </a:r>
            <a:r>
              <a:rPr sz="1800" spc="-40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creates</a:t>
            </a:r>
            <a:r>
              <a:rPr sz="1800" spc="-30" dirty="0">
                <a:latin typeface="Arial"/>
                <a:cs typeface="Arial"/>
              </a:rPr>
              <a:t> </a:t>
            </a:r>
            <a:r>
              <a:rPr sz="1800" spc="-10" dirty="0">
                <a:latin typeface="Arial"/>
                <a:cs typeface="Arial"/>
              </a:rPr>
              <a:t>conflict</a:t>
            </a:r>
            <a:endParaRPr sz="1800">
              <a:latin typeface="Arial"/>
              <a:cs typeface="Arial"/>
            </a:endParaRPr>
          </a:p>
          <a:p>
            <a:pPr marL="179070" marR="852169" indent="-166370">
              <a:lnSpc>
                <a:spcPts val="1880"/>
              </a:lnSpc>
              <a:spcBef>
                <a:spcPts val="670"/>
              </a:spcBef>
              <a:buClr>
                <a:srgbClr val="7EC21B"/>
              </a:buClr>
              <a:buFont typeface="Wingdings"/>
              <a:buChar char=""/>
              <a:tabLst>
                <a:tab pos="179070" algn="l"/>
              </a:tabLst>
            </a:pPr>
            <a:r>
              <a:rPr sz="1800" dirty="0">
                <a:latin typeface="Arial"/>
                <a:cs typeface="Arial"/>
              </a:rPr>
              <a:t>Underutilized,</a:t>
            </a:r>
            <a:r>
              <a:rPr sz="1800" spc="-85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inflexible,</a:t>
            </a:r>
            <a:r>
              <a:rPr sz="1800" spc="-80" dirty="0">
                <a:latin typeface="Arial"/>
                <a:cs typeface="Arial"/>
              </a:rPr>
              <a:t> </a:t>
            </a:r>
            <a:r>
              <a:rPr sz="1800" spc="-10" dirty="0">
                <a:latin typeface="Arial"/>
                <a:cs typeface="Arial"/>
              </a:rPr>
              <a:t>costly infrastructure</a:t>
            </a:r>
            <a:endParaRPr sz="1800">
              <a:latin typeface="Arial"/>
              <a:cs typeface="Arial"/>
            </a:endParaRP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18159" y="1446530"/>
            <a:ext cx="3199129" cy="2569210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14400" y="970279"/>
            <a:ext cx="244475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000" dirty="0">
                <a:latin typeface="Arial"/>
                <a:cs typeface="Arial"/>
              </a:rPr>
              <a:t>Without</a:t>
            </a:r>
            <a:r>
              <a:rPr sz="2000" spc="-45" dirty="0">
                <a:latin typeface="Arial"/>
                <a:cs typeface="Arial"/>
              </a:rPr>
              <a:t> </a:t>
            </a:r>
            <a:r>
              <a:rPr sz="2000" spc="-10" dirty="0">
                <a:latin typeface="Arial"/>
                <a:cs typeface="Arial"/>
              </a:rPr>
              <a:t>virtualization:</a:t>
            </a:r>
            <a:endParaRPr sz="20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4792979" y="4206240"/>
            <a:ext cx="4055110" cy="1766570"/>
          </a:xfrm>
          <a:prstGeom prst="rect">
            <a:avLst/>
          </a:prstGeom>
        </p:spPr>
        <p:txBody>
          <a:bodyPr vert="horz" wrap="square" lIns="0" tIns="46990" rIns="0" bIns="0" rtlCol="0">
            <a:spAutoFit/>
          </a:bodyPr>
          <a:lstStyle/>
          <a:p>
            <a:pPr marL="179070" marR="330200" indent="-166370">
              <a:lnSpc>
                <a:spcPts val="1660"/>
              </a:lnSpc>
              <a:spcBef>
                <a:spcPts val="370"/>
              </a:spcBef>
              <a:buClr>
                <a:srgbClr val="7EC21B"/>
              </a:buClr>
              <a:buFont typeface="Wingdings"/>
              <a:buChar char=""/>
              <a:tabLst>
                <a:tab pos="179070" algn="l"/>
              </a:tabLst>
            </a:pPr>
            <a:r>
              <a:rPr sz="1600" b="1" dirty="0">
                <a:latin typeface="Arial"/>
                <a:cs typeface="Arial"/>
              </a:rPr>
              <a:t>Break</a:t>
            </a:r>
            <a:r>
              <a:rPr sz="1600" b="1" spc="-50" dirty="0">
                <a:latin typeface="Arial"/>
                <a:cs typeface="Arial"/>
              </a:rPr>
              <a:t> </a:t>
            </a:r>
            <a:r>
              <a:rPr sz="1600" b="1" dirty="0">
                <a:latin typeface="Arial"/>
                <a:cs typeface="Arial"/>
              </a:rPr>
              <a:t>dependencies</a:t>
            </a:r>
            <a:r>
              <a:rPr sz="1600" b="1" spc="-45" dirty="0">
                <a:latin typeface="Arial"/>
                <a:cs typeface="Arial"/>
              </a:rPr>
              <a:t> </a:t>
            </a:r>
            <a:r>
              <a:rPr sz="1600" dirty="0">
                <a:latin typeface="Arial"/>
                <a:cs typeface="Arial"/>
              </a:rPr>
              <a:t>between</a:t>
            </a:r>
            <a:r>
              <a:rPr sz="1600" spc="-50" dirty="0">
                <a:latin typeface="Arial"/>
                <a:cs typeface="Arial"/>
              </a:rPr>
              <a:t> </a:t>
            </a:r>
            <a:r>
              <a:rPr sz="1600" dirty="0">
                <a:latin typeface="Arial"/>
                <a:cs typeface="Arial"/>
              </a:rPr>
              <a:t>OS</a:t>
            </a:r>
            <a:r>
              <a:rPr sz="1600" spc="-50" dirty="0">
                <a:latin typeface="Arial"/>
                <a:cs typeface="Arial"/>
              </a:rPr>
              <a:t> </a:t>
            </a:r>
            <a:r>
              <a:rPr sz="1600" spc="-25" dirty="0">
                <a:latin typeface="Arial"/>
                <a:cs typeface="Arial"/>
              </a:rPr>
              <a:t>and </a:t>
            </a:r>
            <a:r>
              <a:rPr sz="1600" spc="-10" dirty="0">
                <a:latin typeface="Arial"/>
                <a:cs typeface="Arial"/>
              </a:rPr>
              <a:t>hardware</a:t>
            </a:r>
            <a:endParaRPr sz="1600">
              <a:latin typeface="Arial"/>
              <a:cs typeface="Arial"/>
            </a:endParaRPr>
          </a:p>
          <a:p>
            <a:pPr marL="179070" marR="120650" indent="-166370">
              <a:lnSpc>
                <a:spcPts val="1670"/>
              </a:lnSpc>
              <a:spcBef>
                <a:spcPts val="605"/>
              </a:spcBef>
              <a:buClr>
                <a:srgbClr val="7EC21B"/>
              </a:buClr>
              <a:buFont typeface="Wingdings"/>
              <a:buChar char=""/>
              <a:tabLst>
                <a:tab pos="179070" algn="l"/>
              </a:tabLst>
            </a:pPr>
            <a:r>
              <a:rPr sz="1600" dirty="0">
                <a:latin typeface="Arial"/>
                <a:cs typeface="Arial"/>
              </a:rPr>
              <a:t>Manage</a:t>
            </a:r>
            <a:r>
              <a:rPr sz="1600" spc="-20" dirty="0">
                <a:latin typeface="Arial"/>
                <a:cs typeface="Arial"/>
              </a:rPr>
              <a:t> </a:t>
            </a:r>
            <a:r>
              <a:rPr sz="1600" dirty="0">
                <a:latin typeface="Arial"/>
                <a:cs typeface="Arial"/>
              </a:rPr>
              <a:t>OS</a:t>
            </a:r>
            <a:r>
              <a:rPr sz="1600" spc="-30" dirty="0">
                <a:latin typeface="Arial"/>
                <a:cs typeface="Arial"/>
              </a:rPr>
              <a:t> </a:t>
            </a:r>
            <a:r>
              <a:rPr sz="1600" dirty="0">
                <a:latin typeface="Arial"/>
                <a:cs typeface="Arial"/>
              </a:rPr>
              <a:t>and</a:t>
            </a:r>
            <a:r>
              <a:rPr sz="1600" spc="-30" dirty="0">
                <a:latin typeface="Arial"/>
                <a:cs typeface="Arial"/>
              </a:rPr>
              <a:t> </a:t>
            </a:r>
            <a:r>
              <a:rPr sz="1600" dirty="0">
                <a:latin typeface="Arial"/>
                <a:cs typeface="Arial"/>
              </a:rPr>
              <a:t>application</a:t>
            </a:r>
            <a:r>
              <a:rPr sz="1600" spc="-30" dirty="0">
                <a:latin typeface="Arial"/>
                <a:cs typeface="Arial"/>
              </a:rPr>
              <a:t> </a:t>
            </a:r>
            <a:r>
              <a:rPr sz="1600" dirty="0">
                <a:latin typeface="Arial"/>
                <a:cs typeface="Arial"/>
              </a:rPr>
              <a:t>as</a:t>
            </a:r>
            <a:r>
              <a:rPr sz="1600" spc="-15" dirty="0">
                <a:latin typeface="Arial"/>
                <a:cs typeface="Arial"/>
              </a:rPr>
              <a:t> </a:t>
            </a:r>
            <a:r>
              <a:rPr sz="1600" dirty="0">
                <a:latin typeface="Arial"/>
                <a:cs typeface="Arial"/>
              </a:rPr>
              <a:t>single</a:t>
            </a:r>
            <a:r>
              <a:rPr sz="1600" spc="-20" dirty="0">
                <a:latin typeface="Arial"/>
                <a:cs typeface="Arial"/>
              </a:rPr>
              <a:t> unit </a:t>
            </a:r>
            <a:r>
              <a:rPr sz="1600" dirty="0">
                <a:latin typeface="Arial"/>
                <a:cs typeface="Arial"/>
              </a:rPr>
              <a:t>by</a:t>
            </a:r>
            <a:r>
              <a:rPr sz="1600" spc="-35" dirty="0">
                <a:latin typeface="Arial"/>
                <a:cs typeface="Arial"/>
              </a:rPr>
              <a:t> </a:t>
            </a:r>
            <a:r>
              <a:rPr sz="1600" b="1" dirty="0">
                <a:latin typeface="Arial"/>
                <a:cs typeface="Arial"/>
              </a:rPr>
              <a:t>encapsulating</a:t>
            </a:r>
            <a:r>
              <a:rPr sz="1600" b="1" spc="-45" dirty="0">
                <a:latin typeface="Arial"/>
                <a:cs typeface="Arial"/>
              </a:rPr>
              <a:t> </a:t>
            </a:r>
            <a:r>
              <a:rPr sz="1600" dirty="0">
                <a:latin typeface="Arial"/>
                <a:cs typeface="Arial"/>
              </a:rPr>
              <a:t>them</a:t>
            </a:r>
            <a:r>
              <a:rPr sz="1600" spc="-45" dirty="0">
                <a:latin typeface="Arial"/>
                <a:cs typeface="Arial"/>
              </a:rPr>
              <a:t> </a:t>
            </a:r>
            <a:r>
              <a:rPr sz="1600" dirty="0">
                <a:latin typeface="Arial"/>
                <a:cs typeface="Arial"/>
              </a:rPr>
              <a:t>into</a:t>
            </a:r>
            <a:r>
              <a:rPr sz="1600" spc="-40" dirty="0">
                <a:latin typeface="Arial"/>
                <a:cs typeface="Arial"/>
              </a:rPr>
              <a:t> </a:t>
            </a:r>
            <a:r>
              <a:rPr sz="1600" spc="-25" dirty="0">
                <a:latin typeface="Arial"/>
                <a:cs typeface="Arial"/>
              </a:rPr>
              <a:t>VMs</a:t>
            </a:r>
            <a:endParaRPr sz="1600">
              <a:latin typeface="Arial"/>
              <a:cs typeface="Arial"/>
            </a:endParaRPr>
          </a:p>
          <a:p>
            <a:pPr marL="178435" indent="-165735">
              <a:lnSpc>
                <a:spcPct val="100000"/>
              </a:lnSpc>
              <a:spcBef>
                <a:spcPts val="325"/>
              </a:spcBef>
              <a:buClr>
                <a:srgbClr val="7EC21B"/>
              </a:buClr>
              <a:buFont typeface="Wingdings"/>
              <a:buChar char=""/>
              <a:tabLst>
                <a:tab pos="178435" algn="l"/>
              </a:tabLst>
            </a:pPr>
            <a:r>
              <a:rPr sz="1600" dirty="0">
                <a:latin typeface="Arial"/>
                <a:cs typeface="Arial"/>
              </a:rPr>
              <a:t>Strong</a:t>
            </a:r>
            <a:r>
              <a:rPr sz="1600" spc="-30" dirty="0">
                <a:latin typeface="Arial"/>
                <a:cs typeface="Arial"/>
              </a:rPr>
              <a:t> </a:t>
            </a:r>
            <a:r>
              <a:rPr sz="1600" dirty="0">
                <a:latin typeface="Arial"/>
                <a:cs typeface="Arial"/>
              </a:rPr>
              <a:t>fault</a:t>
            </a:r>
            <a:r>
              <a:rPr sz="1600" spc="-30" dirty="0">
                <a:latin typeface="Arial"/>
                <a:cs typeface="Arial"/>
              </a:rPr>
              <a:t> </a:t>
            </a:r>
            <a:r>
              <a:rPr sz="1600" dirty="0">
                <a:latin typeface="Arial"/>
                <a:cs typeface="Arial"/>
              </a:rPr>
              <a:t>and</a:t>
            </a:r>
            <a:r>
              <a:rPr sz="1600" spc="-40" dirty="0">
                <a:latin typeface="Arial"/>
                <a:cs typeface="Arial"/>
              </a:rPr>
              <a:t> </a:t>
            </a:r>
            <a:r>
              <a:rPr sz="1600" dirty="0">
                <a:latin typeface="Arial"/>
                <a:cs typeface="Arial"/>
              </a:rPr>
              <a:t>security</a:t>
            </a:r>
            <a:r>
              <a:rPr sz="1600" spc="-30" dirty="0">
                <a:latin typeface="Arial"/>
                <a:cs typeface="Arial"/>
              </a:rPr>
              <a:t> </a:t>
            </a:r>
            <a:r>
              <a:rPr sz="1600" b="1" spc="-10" dirty="0">
                <a:latin typeface="Arial"/>
                <a:cs typeface="Arial"/>
              </a:rPr>
              <a:t>isolation</a:t>
            </a:r>
            <a:endParaRPr sz="1600">
              <a:latin typeface="Arial"/>
              <a:cs typeface="Arial"/>
            </a:endParaRPr>
          </a:p>
          <a:p>
            <a:pPr marL="179070" marR="5080" indent="-166370">
              <a:lnSpc>
                <a:spcPts val="1660"/>
              </a:lnSpc>
              <a:spcBef>
                <a:spcPts val="620"/>
              </a:spcBef>
              <a:buClr>
                <a:srgbClr val="7EC21B"/>
              </a:buClr>
              <a:buFont typeface="Wingdings"/>
              <a:buChar char=""/>
              <a:tabLst>
                <a:tab pos="179070" algn="l"/>
              </a:tabLst>
            </a:pPr>
            <a:r>
              <a:rPr sz="1600" dirty="0">
                <a:latin typeface="Arial"/>
                <a:cs typeface="Arial"/>
              </a:rPr>
              <a:t>VMs</a:t>
            </a:r>
            <a:r>
              <a:rPr sz="1600" spc="-35" dirty="0">
                <a:latin typeface="Arial"/>
                <a:cs typeface="Arial"/>
              </a:rPr>
              <a:t> </a:t>
            </a:r>
            <a:r>
              <a:rPr sz="1600" dirty="0">
                <a:latin typeface="Arial"/>
                <a:cs typeface="Arial"/>
              </a:rPr>
              <a:t>are</a:t>
            </a:r>
            <a:r>
              <a:rPr sz="1600" spc="-50" dirty="0">
                <a:latin typeface="Arial"/>
                <a:cs typeface="Arial"/>
              </a:rPr>
              <a:t> </a:t>
            </a:r>
            <a:r>
              <a:rPr sz="1600" b="1" spc="-10" dirty="0">
                <a:latin typeface="Arial"/>
                <a:cs typeface="Arial"/>
              </a:rPr>
              <a:t>hardware-</a:t>
            </a:r>
            <a:r>
              <a:rPr sz="1600" b="1" dirty="0">
                <a:latin typeface="Arial"/>
                <a:cs typeface="Arial"/>
              </a:rPr>
              <a:t>independent</a:t>
            </a:r>
            <a:r>
              <a:rPr sz="1600" dirty="0">
                <a:latin typeface="Arial"/>
                <a:cs typeface="Arial"/>
              </a:rPr>
              <a:t>:</a:t>
            </a:r>
            <a:r>
              <a:rPr sz="1600" spc="-40" dirty="0">
                <a:latin typeface="Arial"/>
                <a:cs typeface="Arial"/>
              </a:rPr>
              <a:t> </a:t>
            </a:r>
            <a:r>
              <a:rPr sz="1600" dirty="0">
                <a:latin typeface="Arial"/>
                <a:cs typeface="Arial"/>
              </a:rPr>
              <a:t>they</a:t>
            </a:r>
            <a:r>
              <a:rPr sz="1600" spc="-45" dirty="0">
                <a:latin typeface="Arial"/>
                <a:cs typeface="Arial"/>
              </a:rPr>
              <a:t> </a:t>
            </a:r>
            <a:r>
              <a:rPr sz="1600" spc="-25" dirty="0">
                <a:latin typeface="Arial"/>
                <a:cs typeface="Arial"/>
              </a:rPr>
              <a:t>can </a:t>
            </a:r>
            <a:r>
              <a:rPr sz="1600" dirty="0">
                <a:latin typeface="Arial"/>
                <a:cs typeface="Arial"/>
              </a:rPr>
              <a:t>be</a:t>
            </a:r>
            <a:r>
              <a:rPr sz="1600" spc="-30" dirty="0">
                <a:latin typeface="Arial"/>
                <a:cs typeface="Arial"/>
              </a:rPr>
              <a:t> </a:t>
            </a:r>
            <a:r>
              <a:rPr sz="1600" dirty="0">
                <a:latin typeface="Arial"/>
                <a:cs typeface="Arial"/>
              </a:rPr>
              <a:t>provisioned</a:t>
            </a:r>
            <a:r>
              <a:rPr sz="1600" spc="-20" dirty="0">
                <a:latin typeface="Arial"/>
                <a:cs typeface="Arial"/>
              </a:rPr>
              <a:t> </a:t>
            </a:r>
            <a:r>
              <a:rPr sz="1600" spc="-10" dirty="0">
                <a:latin typeface="Arial"/>
                <a:cs typeface="Arial"/>
              </a:rPr>
              <a:t>anywhere</a:t>
            </a:r>
            <a:endParaRPr sz="1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5129529" y="991870"/>
            <a:ext cx="309626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000" dirty="0">
                <a:latin typeface="Arial"/>
                <a:cs typeface="Arial"/>
              </a:rPr>
              <a:t>With</a:t>
            </a:r>
            <a:r>
              <a:rPr sz="2000" spc="-35" dirty="0">
                <a:latin typeface="Arial"/>
                <a:cs typeface="Arial"/>
              </a:rPr>
              <a:t> </a:t>
            </a:r>
            <a:r>
              <a:rPr sz="2000" dirty="0">
                <a:latin typeface="Arial"/>
                <a:cs typeface="Arial"/>
              </a:rPr>
              <a:t>VMware</a:t>
            </a:r>
            <a:r>
              <a:rPr sz="2000" spc="-30" dirty="0">
                <a:latin typeface="Arial"/>
                <a:cs typeface="Arial"/>
              </a:rPr>
              <a:t> </a:t>
            </a:r>
            <a:r>
              <a:rPr sz="2000" spc="-10" dirty="0">
                <a:latin typeface="Arial"/>
                <a:cs typeface="Arial"/>
              </a:rPr>
              <a:t>virtualization:</a:t>
            </a:r>
            <a:endParaRPr sz="2000">
              <a:latin typeface="Arial"/>
              <a:cs typeface="Arial"/>
            </a:endParaRPr>
          </a:p>
        </p:txBody>
      </p:sp>
      <p:pic>
        <p:nvPicPr>
          <p:cNvPr id="8" name="object 8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326379" y="1435100"/>
            <a:ext cx="2712720" cy="2552700"/>
          </a:xfrm>
          <a:prstGeom prst="rect">
            <a:avLst/>
          </a:prstGeom>
        </p:spPr>
      </p:pic>
      <p:sp>
        <p:nvSpPr>
          <p:cNvPr id="9" name="object 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6604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50" dirty="0"/>
              <a:t>7</a:t>
            </a:fld>
            <a:endParaRPr spc="-50" dirty="0"/>
          </a:p>
        </p:txBody>
      </p:sp>
    </p:spTree>
  </p:cSld>
  <p:clrMapOvr>
    <a:masterClrMapping/>
  </p:clrMapOvr>
  <p:transition>
    <p:wipe dir="r"/>
  </p:transition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80439" y="595630"/>
            <a:ext cx="6029960" cy="403860"/>
          </a:xfrm>
          <a:custGeom>
            <a:avLst/>
            <a:gdLst/>
            <a:ahLst/>
            <a:cxnLst/>
            <a:rect l="l" t="t" r="r" b="b"/>
            <a:pathLst>
              <a:path w="6029959" h="403859">
                <a:moveTo>
                  <a:pt x="6029960" y="0"/>
                </a:moveTo>
                <a:lnTo>
                  <a:pt x="0" y="0"/>
                </a:lnTo>
                <a:lnTo>
                  <a:pt x="0" y="403860"/>
                </a:lnTo>
                <a:lnTo>
                  <a:pt x="3014980" y="403860"/>
                </a:lnTo>
                <a:lnTo>
                  <a:pt x="6029960" y="403860"/>
                </a:lnTo>
                <a:lnTo>
                  <a:pt x="602996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08000">
              <a:lnSpc>
                <a:spcPct val="100000"/>
              </a:lnSpc>
              <a:spcBef>
                <a:spcPts val="100"/>
              </a:spcBef>
            </a:pPr>
            <a:r>
              <a:rPr dirty="0"/>
              <a:t>Trend</a:t>
            </a:r>
            <a:r>
              <a:rPr spc="-35" dirty="0"/>
              <a:t> </a:t>
            </a:r>
            <a:r>
              <a:rPr dirty="0"/>
              <a:t>:</a:t>
            </a:r>
            <a:r>
              <a:rPr spc="-20" dirty="0"/>
              <a:t> </a:t>
            </a:r>
            <a:r>
              <a:rPr spc="-30" dirty="0"/>
              <a:t>Virtualization</a:t>
            </a:r>
            <a:r>
              <a:rPr spc="-20" dirty="0"/>
              <a:t> </a:t>
            </a:r>
            <a:r>
              <a:rPr spc="-25" dirty="0"/>
              <a:t>Friendly</a:t>
            </a:r>
            <a:r>
              <a:rPr spc="-165" dirty="0"/>
              <a:t> </a:t>
            </a:r>
            <a:r>
              <a:rPr spc="-10" dirty="0"/>
              <a:t>Hardware</a:t>
            </a:r>
          </a:p>
        </p:txBody>
      </p:sp>
      <p:sp>
        <p:nvSpPr>
          <p:cNvPr id="4" name="object 4"/>
          <p:cNvSpPr/>
          <p:nvPr/>
        </p:nvSpPr>
        <p:spPr>
          <a:xfrm>
            <a:off x="4544059" y="3733800"/>
            <a:ext cx="4371340" cy="12700"/>
          </a:xfrm>
          <a:custGeom>
            <a:avLst/>
            <a:gdLst/>
            <a:ahLst/>
            <a:cxnLst/>
            <a:rect l="l" t="t" r="r" b="b"/>
            <a:pathLst>
              <a:path w="4371340" h="12700">
                <a:moveTo>
                  <a:pt x="0" y="12700"/>
                </a:moveTo>
                <a:lnTo>
                  <a:pt x="4371340" y="0"/>
                </a:lnTo>
              </a:path>
            </a:pathLst>
          </a:custGeom>
          <a:ln w="93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4605020" y="1852929"/>
            <a:ext cx="4063365" cy="3768090"/>
          </a:xfrm>
          <a:prstGeom prst="rect">
            <a:avLst/>
          </a:prstGeom>
        </p:spPr>
        <p:txBody>
          <a:bodyPr vert="horz" wrap="square" lIns="0" tIns="53975" rIns="0" bIns="0" rtlCol="0">
            <a:spAutoFit/>
          </a:bodyPr>
          <a:lstStyle/>
          <a:p>
            <a:pPr marL="1355725" marR="35560" indent="-1224280">
              <a:lnSpc>
                <a:spcPts val="1839"/>
              </a:lnSpc>
              <a:spcBef>
                <a:spcPts val="425"/>
              </a:spcBef>
            </a:pPr>
            <a:r>
              <a:rPr sz="1800" b="1" dirty="0">
                <a:solidFill>
                  <a:srgbClr val="333333"/>
                </a:solidFill>
                <a:latin typeface="Arial"/>
                <a:cs typeface="Arial"/>
              </a:rPr>
              <a:t>Massive</a:t>
            </a:r>
            <a:r>
              <a:rPr sz="1800" b="1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3333"/>
                </a:solidFill>
                <a:latin typeface="Arial"/>
                <a:cs typeface="Arial"/>
              </a:rPr>
              <a:t>Compute</a:t>
            </a:r>
            <a:r>
              <a:rPr sz="1800" b="1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3333"/>
                </a:solidFill>
                <a:latin typeface="Arial"/>
                <a:cs typeface="Arial"/>
              </a:rPr>
              <a:t>Supply</a:t>
            </a:r>
            <a:r>
              <a:rPr sz="1800" b="1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b="1" spc="-10" dirty="0">
                <a:solidFill>
                  <a:srgbClr val="333333"/>
                </a:solidFill>
                <a:latin typeface="Arial"/>
                <a:cs typeface="Arial"/>
              </a:rPr>
              <a:t>Mandates Virtualization</a:t>
            </a: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800">
              <a:latin typeface="Arial"/>
              <a:cs typeface="Arial"/>
            </a:endParaRPr>
          </a:p>
          <a:p>
            <a:pPr marL="214629" indent="-157480">
              <a:lnSpc>
                <a:spcPct val="100000"/>
              </a:lnSpc>
              <a:buClr>
                <a:srgbClr val="333333"/>
              </a:buClr>
              <a:buChar char="•"/>
              <a:tabLst>
                <a:tab pos="214629" algn="l"/>
              </a:tabLst>
            </a:pPr>
            <a:r>
              <a:rPr sz="2000" dirty="0">
                <a:solidFill>
                  <a:srgbClr val="B9B9B9"/>
                </a:solidFill>
                <a:latin typeface="Arial"/>
                <a:cs typeface="Arial"/>
              </a:rPr>
              <a:t>High</a:t>
            </a:r>
            <a:r>
              <a:rPr sz="2000" spc="-35" dirty="0">
                <a:solidFill>
                  <a:srgbClr val="B9B9B9"/>
                </a:solidFill>
                <a:latin typeface="Arial"/>
                <a:cs typeface="Arial"/>
              </a:rPr>
              <a:t> </a:t>
            </a:r>
            <a:r>
              <a:rPr sz="2000" dirty="0">
                <a:solidFill>
                  <a:srgbClr val="B9B9B9"/>
                </a:solidFill>
                <a:latin typeface="Arial"/>
                <a:cs typeface="Arial"/>
              </a:rPr>
              <a:t>Core</a:t>
            </a:r>
            <a:r>
              <a:rPr sz="2000" spc="-45" dirty="0">
                <a:solidFill>
                  <a:srgbClr val="B9B9B9"/>
                </a:solidFill>
                <a:latin typeface="Arial"/>
                <a:cs typeface="Arial"/>
              </a:rPr>
              <a:t> </a:t>
            </a:r>
            <a:r>
              <a:rPr sz="2000" spc="-20" dirty="0">
                <a:solidFill>
                  <a:srgbClr val="B9B9B9"/>
                </a:solidFill>
                <a:latin typeface="Arial"/>
                <a:cs typeface="Arial"/>
              </a:rPr>
              <a:t>Count</a:t>
            </a:r>
            <a:endParaRPr sz="2000">
              <a:latin typeface="Arial"/>
              <a:cs typeface="Arial"/>
            </a:endParaRPr>
          </a:p>
          <a:p>
            <a:pPr marL="214629" indent="-157480">
              <a:lnSpc>
                <a:spcPct val="100000"/>
              </a:lnSpc>
              <a:buChar char="•"/>
              <a:tabLst>
                <a:tab pos="214629" algn="l"/>
              </a:tabLst>
            </a:pPr>
            <a:r>
              <a:rPr sz="2000" dirty="0">
                <a:solidFill>
                  <a:srgbClr val="B9B9B9"/>
                </a:solidFill>
                <a:latin typeface="Arial"/>
                <a:cs typeface="Arial"/>
              </a:rPr>
              <a:t>Large</a:t>
            </a:r>
            <a:r>
              <a:rPr sz="2000" spc="-40" dirty="0">
                <a:solidFill>
                  <a:srgbClr val="B9B9B9"/>
                </a:solidFill>
                <a:latin typeface="Arial"/>
                <a:cs typeface="Arial"/>
              </a:rPr>
              <a:t> </a:t>
            </a:r>
            <a:r>
              <a:rPr sz="2000" spc="-10" dirty="0">
                <a:solidFill>
                  <a:srgbClr val="B9B9B9"/>
                </a:solidFill>
                <a:latin typeface="Arial"/>
                <a:cs typeface="Arial"/>
              </a:rPr>
              <a:t>Memory</a:t>
            </a:r>
            <a:endParaRPr sz="2000">
              <a:latin typeface="Arial"/>
              <a:cs typeface="Arial"/>
            </a:endParaRPr>
          </a:p>
          <a:p>
            <a:pPr marL="214629" indent="-157480">
              <a:lnSpc>
                <a:spcPct val="100000"/>
              </a:lnSpc>
              <a:buChar char="•"/>
              <a:tabLst>
                <a:tab pos="214629" algn="l"/>
              </a:tabLst>
            </a:pPr>
            <a:r>
              <a:rPr sz="2000" dirty="0">
                <a:solidFill>
                  <a:srgbClr val="B9B9B9"/>
                </a:solidFill>
                <a:latin typeface="Arial"/>
                <a:cs typeface="Arial"/>
              </a:rPr>
              <a:t>High</a:t>
            </a:r>
            <a:r>
              <a:rPr sz="2000" spc="-40" dirty="0">
                <a:solidFill>
                  <a:srgbClr val="B9B9B9"/>
                </a:solidFill>
                <a:latin typeface="Arial"/>
                <a:cs typeface="Arial"/>
              </a:rPr>
              <a:t> </a:t>
            </a:r>
            <a:r>
              <a:rPr sz="2000" dirty="0">
                <a:solidFill>
                  <a:srgbClr val="B9B9B9"/>
                </a:solidFill>
                <a:latin typeface="Arial"/>
                <a:cs typeface="Arial"/>
              </a:rPr>
              <a:t>Speed</a:t>
            </a:r>
            <a:r>
              <a:rPr sz="2000" spc="-45" dirty="0">
                <a:solidFill>
                  <a:srgbClr val="B9B9B9"/>
                </a:solidFill>
                <a:latin typeface="Arial"/>
                <a:cs typeface="Arial"/>
              </a:rPr>
              <a:t> </a:t>
            </a:r>
            <a:r>
              <a:rPr sz="2000" dirty="0">
                <a:solidFill>
                  <a:srgbClr val="B9B9B9"/>
                </a:solidFill>
                <a:latin typeface="Arial"/>
                <a:cs typeface="Arial"/>
              </a:rPr>
              <a:t>Converged</a:t>
            </a:r>
            <a:r>
              <a:rPr sz="2000" spc="-50" dirty="0">
                <a:solidFill>
                  <a:srgbClr val="B9B9B9"/>
                </a:solidFill>
                <a:latin typeface="Arial"/>
                <a:cs typeface="Arial"/>
              </a:rPr>
              <a:t> </a:t>
            </a:r>
            <a:r>
              <a:rPr sz="2000" dirty="0">
                <a:solidFill>
                  <a:srgbClr val="B9B9B9"/>
                </a:solidFill>
                <a:latin typeface="Arial"/>
                <a:cs typeface="Arial"/>
              </a:rPr>
              <a:t>I/O</a:t>
            </a:r>
            <a:r>
              <a:rPr sz="2000" spc="-40" dirty="0">
                <a:solidFill>
                  <a:srgbClr val="B9B9B9"/>
                </a:solidFill>
                <a:latin typeface="Arial"/>
                <a:cs typeface="Arial"/>
              </a:rPr>
              <a:t> </a:t>
            </a:r>
            <a:r>
              <a:rPr sz="2000" spc="-10" dirty="0">
                <a:solidFill>
                  <a:srgbClr val="B9B9B9"/>
                </a:solidFill>
                <a:latin typeface="Arial"/>
                <a:cs typeface="Arial"/>
              </a:rPr>
              <a:t>Fabric</a:t>
            </a:r>
            <a:endParaRPr sz="2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944"/>
              </a:spcBef>
              <a:buFont typeface="Arial"/>
              <a:buChar char="•"/>
            </a:pPr>
            <a:endParaRPr sz="2000">
              <a:latin typeface="Arial"/>
              <a:cs typeface="Arial"/>
            </a:endParaRPr>
          </a:p>
          <a:p>
            <a:pPr marL="723900" marR="777240" indent="88900">
              <a:lnSpc>
                <a:spcPts val="1839"/>
              </a:lnSpc>
            </a:pPr>
            <a:r>
              <a:rPr sz="1800" b="1" dirty="0">
                <a:solidFill>
                  <a:srgbClr val="333333"/>
                </a:solidFill>
                <a:latin typeface="Arial"/>
                <a:cs typeface="Arial"/>
              </a:rPr>
              <a:t>Future</a:t>
            </a:r>
            <a:r>
              <a:rPr sz="1800" b="1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3333"/>
                </a:solidFill>
                <a:latin typeface="Arial"/>
                <a:cs typeface="Arial"/>
              </a:rPr>
              <a:t>H/W</a:t>
            </a:r>
            <a:r>
              <a:rPr sz="1800" b="1" spc="-2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b="1" spc="-10" dirty="0">
                <a:solidFill>
                  <a:srgbClr val="333333"/>
                </a:solidFill>
                <a:latin typeface="Arial"/>
                <a:cs typeface="Arial"/>
              </a:rPr>
              <a:t>Minimizes </a:t>
            </a:r>
            <a:r>
              <a:rPr sz="1800" b="1" dirty="0">
                <a:solidFill>
                  <a:srgbClr val="333333"/>
                </a:solidFill>
                <a:latin typeface="Arial"/>
                <a:cs typeface="Arial"/>
              </a:rPr>
              <a:t>Virtualization</a:t>
            </a:r>
            <a:r>
              <a:rPr sz="1800" b="1" spc="-7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b="1" spc="-10" dirty="0">
                <a:solidFill>
                  <a:srgbClr val="333333"/>
                </a:solidFill>
                <a:latin typeface="Arial"/>
                <a:cs typeface="Arial"/>
              </a:rPr>
              <a:t>Overhead</a:t>
            </a: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25"/>
              </a:spcBef>
            </a:pPr>
            <a:endParaRPr sz="1800">
              <a:latin typeface="Arial"/>
              <a:cs typeface="Arial"/>
            </a:endParaRPr>
          </a:p>
          <a:p>
            <a:pPr marL="170180" indent="-157480">
              <a:lnSpc>
                <a:spcPct val="100000"/>
              </a:lnSpc>
              <a:buClr>
                <a:srgbClr val="545454"/>
              </a:buClr>
              <a:buSzPct val="111111"/>
              <a:buChar char="•"/>
              <a:tabLst>
                <a:tab pos="170180" algn="l"/>
              </a:tabLst>
            </a:pPr>
            <a:r>
              <a:rPr sz="1800" dirty="0">
                <a:solidFill>
                  <a:srgbClr val="A9A98B"/>
                </a:solidFill>
                <a:latin typeface="Arial"/>
                <a:cs typeface="Arial"/>
              </a:rPr>
              <a:t>3rd</a:t>
            </a:r>
            <a:r>
              <a:rPr sz="1800" spc="-25" dirty="0">
                <a:solidFill>
                  <a:srgbClr val="A9A98B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A9A98B"/>
                </a:solidFill>
                <a:latin typeface="Arial"/>
                <a:cs typeface="Arial"/>
              </a:rPr>
              <a:t>Gen</a:t>
            </a:r>
            <a:r>
              <a:rPr sz="1800" spc="-20" dirty="0">
                <a:solidFill>
                  <a:srgbClr val="A9A98B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A9A98B"/>
                </a:solidFill>
                <a:latin typeface="Arial"/>
                <a:cs typeface="Arial"/>
              </a:rPr>
              <a:t>H/W</a:t>
            </a:r>
            <a:r>
              <a:rPr sz="1800" spc="-10" dirty="0">
                <a:solidFill>
                  <a:srgbClr val="A9A98B"/>
                </a:solidFill>
                <a:latin typeface="Arial"/>
                <a:cs typeface="Arial"/>
              </a:rPr>
              <a:t> </a:t>
            </a:r>
            <a:r>
              <a:rPr sz="2000" spc="-10" dirty="0">
                <a:solidFill>
                  <a:srgbClr val="A9A98B"/>
                </a:solidFill>
                <a:latin typeface="Arial"/>
                <a:cs typeface="Arial"/>
              </a:rPr>
              <a:t>Assist</a:t>
            </a:r>
            <a:endParaRPr sz="2000">
              <a:latin typeface="Arial"/>
              <a:cs typeface="Arial"/>
            </a:endParaRPr>
          </a:p>
          <a:p>
            <a:pPr marL="170180" indent="-157480">
              <a:lnSpc>
                <a:spcPct val="100000"/>
              </a:lnSpc>
              <a:buChar char="•"/>
              <a:tabLst>
                <a:tab pos="170180" algn="l"/>
              </a:tabLst>
            </a:pPr>
            <a:r>
              <a:rPr sz="2000" spc="-10" dirty="0">
                <a:solidFill>
                  <a:srgbClr val="A9A98B"/>
                </a:solidFill>
                <a:latin typeface="Arial"/>
                <a:cs typeface="Arial"/>
              </a:rPr>
              <a:t>Virtualization-</a:t>
            </a:r>
            <a:r>
              <a:rPr sz="2000" dirty="0">
                <a:solidFill>
                  <a:srgbClr val="A9A98B"/>
                </a:solidFill>
                <a:latin typeface="Arial"/>
                <a:cs typeface="Arial"/>
              </a:rPr>
              <a:t>aware</a:t>
            </a:r>
            <a:r>
              <a:rPr sz="2000" spc="-5" dirty="0">
                <a:solidFill>
                  <a:srgbClr val="A9A98B"/>
                </a:solidFill>
                <a:latin typeface="Arial"/>
                <a:cs typeface="Arial"/>
              </a:rPr>
              <a:t> </a:t>
            </a:r>
            <a:r>
              <a:rPr sz="2000" spc="-10" dirty="0">
                <a:solidFill>
                  <a:srgbClr val="A9A98B"/>
                </a:solidFill>
                <a:latin typeface="Arial"/>
                <a:cs typeface="Arial"/>
              </a:rPr>
              <a:t>Ecosystem</a:t>
            </a:r>
            <a:endParaRPr sz="2000">
              <a:latin typeface="Arial"/>
              <a:cs typeface="Arial"/>
            </a:endParaRPr>
          </a:p>
        </p:txBody>
      </p:sp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8360" y="4484370"/>
            <a:ext cx="435609" cy="237489"/>
          </a:xfrm>
          <a:prstGeom prst="rect">
            <a:avLst/>
          </a:prstGeom>
        </p:spPr>
      </p:pic>
      <p:pic>
        <p:nvPicPr>
          <p:cNvPr id="7" name="object 7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43280" y="4777740"/>
            <a:ext cx="441959" cy="175260"/>
          </a:xfrm>
          <a:prstGeom prst="rect">
            <a:avLst/>
          </a:prstGeom>
        </p:spPr>
      </p:pic>
      <p:pic>
        <p:nvPicPr>
          <p:cNvPr id="8" name="object 8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685800" y="2284729"/>
            <a:ext cx="3374390" cy="2141220"/>
          </a:xfrm>
          <a:prstGeom prst="rect">
            <a:avLst/>
          </a:prstGeom>
        </p:spPr>
      </p:pic>
      <p:pic>
        <p:nvPicPr>
          <p:cNvPr id="9" name="object 9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3454400" y="4542790"/>
            <a:ext cx="660400" cy="124460"/>
          </a:xfrm>
          <a:prstGeom prst="rect">
            <a:avLst/>
          </a:prstGeom>
        </p:spPr>
      </p:pic>
      <p:pic>
        <p:nvPicPr>
          <p:cNvPr id="10" name="object 10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698750" y="4484370"/>
            <a:ext cx="435610" cy="237489"/>
          </a:xfrm>
          <a:prstGeom prst="rect">
            <a:avLst/>
          </a:prstGeom>
        </p:spPr>
      </p:pic>
      <p:sp>
        <p:nvSpPr>
          <p:cNvPr id="11" name="object 11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6604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50" dirty="0"/>
              <a:t>8</a:t>
            </a:fld>
            <a:endParaRPr spc="-50" dirty="0"/>
          </a:p>
        </p:txBody>
      </p:sp>
    </p:spTree>
  </p:cSld>
  <p:clrMapOvr>
    <a:masterClrMapping/>
  </p:clrMapOvr>
  <p:transition>
    <p:wipe dir="r"/>
  </p:transition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80439" y="595630"/>
            <a:ext cx="6240780" cy="403860"/>
          </a:xfrm>
          <a:custGeom>
            <a:avLst/>
            <a:gdLst/>
            <a:ahLst/>
            <a:cxnLst/>
            <a:rect l="l" t="t" r="r" b="b"/>
            <a:pathLst>
              <a:path w="6240780" h="403859">
                <a:moveTo>
                  <a:pt x="6240780" y="0"/>
                </a:moveTo>
                <a:lnTo>
                  <a:pt x="0" y="0"/>
                </a:lnTo>
                <a:lnTo>
                  <a:pt x="0" y="403860"/>
                </a:lnTo>
                <a:lnTo>
                  <a:pt x="3120390" y="403860"/>
                </a:lnTo>
                <a:lnTo>
                  <a:pt x="6240780" y="403860"/>
                </a:lnTo>
                <a:lnTo>
                  <a:pt x="62407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08000">
              <a:lnSpc>
                <a:spcPct val="100000"/>
              </a:lnSpc>
              <a:spcBef>
                <a:spcPts val="100"/>
              </a:spcBef>
            </a:pPr>
            <a:r>
              <a:rPr spc="-25" dirty="0"/>
              <a:t>Comparing</a:t>
            </a:r>
            <a:r>
              <a:rPr spc="-114" dirty="0"/>
              <a:t> </a:t>
            </a:r>
            <a:r>
              <a:rPr spc="-40" dirty="0"/>
              <a:t>VMware</a:t>
            </a:r>
            <a:r>
              <a:rPr spc="-125" dirty="0"/>
              <a:t> </a:t>
            </a:r>
            <a:r>
              <a:rPr spc="-10" dirty="0"/>
              <a:t>platform</a:t>
            </a:r>
            <a:r>
              <a:rPr spc="-100" dirty="0"/>
              <a:t> </a:t>
            </a:r>
            <a:r>
              <a:rPr spc="-10" dirty="0"/>
              <a:t>architectures</a:t>
            </a:r>
          </a:p>
        </p:txBody>
      </p:sp>
      <p:grpSp>
        <p:nvGrpSpPr>
          <p:cNvPr id="4" name="object 4"/>
          <p:cNvGrpSpPr/>
          <p:nvPr/>
        </p:nvGrpSpPr>
        <p:grpSpPr>
          <a:xfrm>
            <a:off x="300037" y="3805237"/>
            <a:ext cx="4200525" cy="802005"/>
            <a:chOff x="300037" y="3805237"/>
            <a:chExt cx="4200525" cy="802005"/>
          </a:xfrm>
        </p:grpSpPr>
        <p:sp>
          <p:nvSpPr>
            <p:cNvPr id="5" name="object 5"/>
            <p:cNvSpPr/>
            <p:nvPr/>
          </p:nvSpPr>
          <p:spPr>
            <a:xfrm>
              <a:off x="304800" y="3808729"/>
              <a:ext cx="4191000" cy="793750"/>
            </a:xfrm>
            <a:custGeom>
              <a:avLst/>
              <a:gdLst/>
              <a:ahLst/>
              <a:cxnLst/>
              <a:rect l="l" t="t" r="r" b="b"/>
              <a:pathLst>
                <a:path w="4191000" h="793750">
                  <a:moveTo>
                    <a:pt x="4191000" y="0"/>
                  </a:moveTo>
                  <a:lnTo>
                    <a:pt x="4184650" y="0"/>
                  </a:lnTo>
                  <a:lnTo>
                    <a:pt x="4184650" y="6350"/>
                  </a:lnTo>
                  <a:lnTo>
                    <a:pt x="4184650" y="787400"/>
                  </a:lnTo>
                  <a:lnTo>
                    <a:pt x="5080" y="787400"/>
                  </a:lnTo>
                  <a:lnTo>
                    <a:pt x="5080" y="6350"/>
                  </a:lnTo>
                  <a:lnTo>
                    <a:pt x="4184650" y="6350"/>
                  </a:lnTo>
                  <a:lnTo>
                    <a:pt x="418465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787400"/>
                  </a:lnTo>
                  <a:lnTo>
                    <a:pt x="0" y="793750"/>
                  </a:lnTo>
                  <a:lnTo>
                    <a:pt x="4191000" y="793750"/>
                  </a:lnTo>
                  <a:lnTo>
                    <a:pt x="4191000" y="787400"/>
                  </a:lnTo>
                  <a:lnTo>
                    <a:pt x="4191000" y="6350"/>
                  </a:lnTo>
                  <a:lnTo>
                    <a:pt x="4191000" y="0"/>
                  </a:lnTo>
                  <a:close/>
                </a:path>
              </a:pathLst>
            </a:custGeom>
            <a:solidFill>
              <a:srgbClr val="3A3A3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09880" y="3815079"/>
              <a:ext cx="4179570" cy="781050"/>
            </a:xfrm>
            <a:custGeom>
              <a:avLst/>
              <a:gdLst/>
              <a:ahLst/>
              <a:cxnLst/>
              <a:rect l="l" t="t" r="r" b="b"/>
              <a:pathLst>
                <a:path w="4179570" h="781050">
                  <a:moveTo>
                    <a:pt x="4179570" y="0"/>
                  </a:moveTo>
                  <a:lnTo>
                    <a:pt x="4174490" y="0"/>
                  </a:lnTo>
                  <a:lnTo>
                    <a:pt x="4174490" y="5080"/>
                  </a:lnTo>
                  <a:lnTo>
                    <a:pt x="4174490" y="775970"/>
                  </a:lnTo>
                  <a:lnTo>
                    <a:pt x="5080" y="775970"/>
                  </a:lnTo>
                  <a:lnTo>
                    <a:pt x="5080" y="5080"/>
                  </a:lnTo>
                  <a:lnTo>
                    <a:pt x="4174490" y="5080"/>
                  </a:lnTo>
                  <a:lnTo>
                    <a:pt x="417449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775970"/>
                  </a:lnTo>
                  <a:lnTo>
                    <a:pt x="0" y="781050"/>
                  </a:lnTo>
                  <a:lnTo>
                    <a:pt x="4179570" y="781050"/>
                  </a:lnTo>
                  <a:lnTo>
                    <a:pt x="4179570" y="775970"/>
                  </a:lnTo>
                  <a:lnTo>
                    <a:pt x="4179570" y="5080"/>
                  </a:lnTo>
                  <a:lnTo>
                    <a:pt x="4179570" y="0"/>
                  </a:lnTo>
                  <a:close/>
                </a:path>
              </a:pathLst>
            </a:custGeom>
            <a:solidFill>
              <a:srgbClr val="3B3B3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14960" y="3820159"/>
              <a:ext cx="4169410" cy="770890"/>
            </a:xfrm>
            <a:custGeom>
              <a:avLst/>
              <a:gdLst/>
              <a:ahLst/>
              <a:cxnLst/>
              <a:rect l="l" t="t" r="r" b="b"/>
              <a:pathLst>
                <a:path w="4169410" h="770889">
                  <a:moveTo>
                    <a:pt x="4169410" y="0"/>
                  </a:moveTo>
                  <a:lnTo>
                    <a:pt x="4163060" y="0"/>
                  </a:lnTo>
                  <a:lnTo>
                    <a:pt x="4163060" y="6350"/>
                  </a:lnTo>
                  <a:lnTo>
                    <a:pt x="4163060" y="764540"/>
                  </a:lnTo>
                  <a:lnTo>
                    <a:pt x="6350" y="764540"/>
                  </a:lnTo>
                  <a:lnTo>
                    <a:pt x="6350" y="6350"/>
                  </a:lnTo>
                  <a:lnTo>
                    <a:pt x="4163060" y="6350"/>
                  </a:lnTo>
                  <a:lnTo>
                    <a:pt x="416306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764540"/>
                  </a:lnTo>
                  <a:lnTo>
                    <a:pt x="0" y="770890"/>
                  </a:lnTo>
                  <a:lnTo>
                    <a:pt x="4169410" y="770890"/>
                  </a:lnTo>
                  <a:lnTo>
                    <a:pt x="4169410" y="764540"/>
                  </a:lnTo>
                  <a:lnTo>
                    <a:pt x="4169410" y="6350"/>
                  </a:lnTo>
                  <a:lnTo>
                    <a:pt x="4169410" y="0"/>
                  </a:lnTo>
                  <a:close/>
                </a:path>
              </a:pathLst>
            </a:custGeom>
            <a:solidFill>
              <a:srgbClr val="3C3C3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21310" y="3826509"/>
              <a:ext cx="4156710" cy="758190"/>
            </a:xfrm>
            <a:custGeom>
              <a:avLst/>
              <a:gdLst/>
              <a:ahLst/>
              <a:cxnLst/>
              <a:rect l="l" t="t" r="r" b="b"/>
              <a:pathLst>
                <a:path w="4156710" h="758189">
                  <a:moveTo>
                    <a:pt x="4156710" y="0"/>
                  </a:moveTo>
                  <a:lnTo>
                    <a:pt x="4151630" y="0"/>
                  </a:lnTo>
                  <a:lnTo>
                    <a:pt x="4151630" y="5080"/>
                  </a:lnTo>
                  <a:lnTo>
                    <a:pt x="4151630" y="753110"/>
                  </a:lnTo>
                  <a:lnTo>
                    <a:pt x="5080" y="753110"/>
                  </a:lnTo>
                  <a:lnTo>
                    <a:pt x="5080" y="5080"/>
                  </a:lnTo>
                  <a:lnTo>
                    <a:pt x="4151630" y="5080"/>
                  </a:lnTo>
                  <a:lnTo>
                    <a:pt x="415163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753110"/>
                  </a:lnTo>
                  <a:lnTo>
                    <a:pt x="0" y="758190"/>
                  </a:lnTo>
                  <a:lnTo>
                    <a:pt x="4156710" y="758190"/>
                  </a:lnTo>
                  <a:lnTo>
                    <a:pt x="4156710" y="753110"/>
                  </a:lnTo>
                  <a:lnTo>
                    <a:pt x="4156710" y="5080"/>
                  </a:lnTo>
                  <a:lnTo>
                    <a:pt x="4156710" y="0"/>
                  </a:lnTo>
                  <a:close/>
                </a:path>
              </a:pathLst>
            </a:custGeom>
            <a:solidFill>
              <a:srgbClr val="3D3D3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26390" y="3831589"/>
              <a:ext cx="4146550" cy="748030"/>
            </a:xfrm>
            <a:custGeom>
              <a:avLst/>
              <a:gdLst/>
              <a:ahLst/>
              <a:cxnLst/>
              <a:rect l="l" t="t" r="r" b="b"/>
              <a:pathLst>
                <a:path w="4146550" h="748029">
                  <a:moveTo>
                    <a:pt x="4146550" y="0"/>
                  </a:moveTo>
                  <a:lnTo>
                    <a:pt x="4140200" y="0"/>
                  </a:lnTo>
                  <a:lnTo>
                    <a:pt x="4140200" y="6350"/>
                  </a:lnTo>
                  <a:lnTo>
                    <a:pt x="4140200" y="741680"/>
                  </a:lnTo>
                  <a:lnTo>
                    <a:pt x="6350" y="741680"/>
                  </a:lnTo>
                  <a:lnTo>
                    <a:pt x="6350" y="6350"/>
                  </a:lnTo>
                  <a:lnTo>
                    <a:pt x="4140200" y="6350"/>
                  </a:lnTo>
                  <a:lnTo>
                    <a:pt x="414020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741680"/>
                  </a:lnTo>
                  <a:lnTo>
                    <a:pt x="0" y="748030"/>
                  </a:lnTo>
                  <a:lnTo>
                    <a:pt x="4146550" y="748030"/>
                  </a:lnTo>
                  <a:lnTo>
                    <a:pt x="4146550" y="741680"/>
                  </a:lnTo>
                  <a:lnTo>
                    <a:pt x="4146550" y="6350"/>
                  </a:lnTo>
                  <a:lnTo>
                    <a:pt x="4146550" y="0"/>
                  </a:lnTo>
                  <a:close/>
                </a:path>
              </a:pathLst>
            </a:custGeom>
            <a:solidFill>
              <a:srgbClr val="3E3E3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32740" y="3837939"/>
              <a:ext cx="4133850" cy="735330"/>
            </a:xfrm>
            <a:custGeom>
              <a:avLst/>
              <a:gdLst/>
              <a:ahLst/>
              <a:cxnLst/>
              <a:rect l="l" t="t" r="r" b="b"/>
              <a:pathLst>
                <a:path w="4133850" h="735329">
                  <a:moveTo>
                    <a:pt x="4133850" y="0"/>
                  </a:moveTo>
                  <a:lnTo>
                    <a:pt x="4128770" y="0"/>
                  </a:lnTo>
                  <a:lnTo>
                    <a:pt x="4128770" y="5080"/>
                  </a:lnTo>
                  <a:lnTo>
                    <a:pt x="4128770" y="730250"/>
                  </a:lnTo>
                  <a:lnTo>
                    <a:pt x="5080" y="730250"/>
                  </a:lnTo>
                  <a:lnTo>
                    <a:pt x="5080" y="5080"/>
                  </a:lnTo>
                  <a:lnTo>
                    <a:pt x="4128770" y="5080"/>
                  </a:lnTo>
                  <a:lnTo>
                    <a:pt x="412877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730250"/>
                  </a:lnTo>
                  <a:lnTo>
                    <a:pt x="0" y="735330"/>
                  </a:lnTo>
                  <a:lnTo>
                    <a:pt x="4133850" y="735330"/>
                  </a:lnTo>
                  <a:lnTo>
                    <a:pt x="4133850" y="730250"/>
                  </a:lnTo>
                  <a:lnTo>
                    <a:pt x="4133850" y="5080"/>
                  </a:lnTo>
                  <a:lnTo>
                    <a:pt x="4133850" y="0"/>
                  </a:lnTo>
                  <a:close/>
                </a:path>
              </a:pathLst>
            </a:custGeom>
            <a:solidFill>
              <a:srgbClr val="3F3F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37820" y="3843019"/>
              <a:ext cx="4123690" cy="725170"/>
            </a:xfrm>
            <a:custGeom>
              <a:avLst/>
              <a:gdLst/>
              <a:ahLst/>
              <a:cxnLst/>
              <a:rect l="l" t="t" r="r" b="b"/>
              <a:pathLst>
                <a:path w="4123690" h="725170">
                  <a:moveTo>
                    <a:pt x="4123690" y="0"/>
                  </a:moveTo>
                  <a:lnTo>
                    <a:pt x="4117340" y="0"/>
                  </a:lnTo>
                  <a:lnTo>
                    <a:pt x="4117340" y="6350"/>
                  </a:lnTo>
                  <a:lnTo>
                    <a:pt x="4117340" y="718820"/>
                  </a:lnTo>
                  <a:lnTo>
                    <a:pt x="6350" y="718820"/>
                  </a:lnTo>
                  <a:lnTo>
                    <a:pt x="6350" y="6350"/>
                  </a:lnTo>
                  <a:lnTo>
                    <a:pt x="4117340" y="6350"/>
                  </a:lnTo>
                  <a:lnTo>
                    <a:pt x="411734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718820"/>
                  </a:lnTo>
                  <a:lnTo>
                    <a:pt x="0" y="725170"/>
                  </a:lnTo>
                  <a:lnTo>
                    <a:pt x="4123690" y="725170"/>
                  </a:lnTo>
                  <a:lnTo>
                    <a:pt x="4123690" y="718820"/>
                  </a:lnTo>
                  <a:lnTo>
                    <a:pt x="4123690" y="6350"/>
                  </a:lnTo>
                  <a:lnTo>
                    <a:pt x="4123690" y="0"/>
                  </a:lnTo>
                  <a:close/>
                </a:path>
              </a:pathLst>
            </a:custGeom>
            <a:solidFill>
              <a:srgbClr val="404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44170" y="3849369"/>
              <a:ext cx="4110990" cy="712470"/>
            </a:xfrm>
            <a:custGeom>
              <a:avLst/>
              <a:gdLst/>
              <a:ahLst/>
              <a:cxnLst/>
              <a:rect l="l" t="t" r="r" b="b"/>
              <a:pathLst>
                <a:path w="4110990" h="712470">
                  <a:moveTo>
                    <a:pt x="4110990" y="0"/>
                  </a:moveTo>
                  <a:lnTo>
                    <a:pt x="4105910" y="0"/>
                  </a:lnTo>
                  <a:lnTo>
                    <a:pt x="4105910" y="5080"/>
                  </a:lnTo>
                  <a:lnTo>
                    <a:pt x="4105910" y="707390"/>
                  </a:lnTo>
                  <a:lnTo>
                    <a:pt x="6350" y="707390"/>
                  </a:lnTo>
                  <a:lnTo>
                    <a:pt x="6350" y="5080"/>
                  </a:lnTo>
                  <a:lnTo>
                    <a:pt x="4105910" y="5080"/>
                  </a:lnTo>
                  <a:lnTo>
                    <a:pt x="410591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707390"/>
                  </a:lnTo>
                  <a:lnTo>
                    <a:pt x="0" y="712470"/>
                  </a:lnTo>
                  <a:lnTo>
                    <a:pt x="4110990" y="712470"/>
                  </a:lnTo>
                  <a:lnTo>
                    <a:pt x="4110990" y="707390"/>
                  </a:lnTo>
                  <a:lnTo>
                    <a:pt x="4110990" y="5080"/>
                  </a:lnTo>
                  <a:lnTo>
                    <a:pt x="4110990" y="0"/>
                  </a:lnTo>
                  <a:close/>
                </a:path>
              </a:pathLst>
            </a:custGeom>
            <a:solidFill>
              <a:srgbClr val="41414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50520" y="3854449"/>
              <a:ext cx="4099560" cy="702310"/>
            </a:xfrm>
            <a:custGeom>
              <a:avLst/>
              <a:gdLst/>
              <a:ahLst/>
              <a:cxnLst/>
              <a:rect l="l" t="t" r="r" b="b"/>
              <a:pathLst>
                <a:path w="4099560" h="702310">
                  <a:moveTo>
                    <a:pt x="4099560" y="0"/>
                  </a:moveTo>
                  <a:lnTo>
                    <a:pt x="4093210" y="0"/>
                  </a:lnTo>
                  <a:lnTo>
                    <a:pt x="4093210" y="6350"/>
                  </a:lnTo>
                  <a:lnTo>
                    <a:pt x="4093210" y="695960"/>
                  </a:lnTo>
                  <a:lnTo>
                    <a:pt x="5080" y="695960"/>
                  </a:lnTo>
                  <a:lnTo>
                    <a:pt x="5080" y="6350"/>
                  </a:lnTo>
                  <a:lnTo>
                    <a:pt x="4093210" y="6350"/>
                  </a:lnTo>
                  <a:lnTo>
                    <a:pt x="409321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695960"/>
                  </a:lnTo>
                  <a:lnTo>
                    <a:pt x="0" y="702310"/>
                  </a:lnTo>
                  <a:lnTo>
                    <a:pt x="4099560" y="702310"/>
                  </a:lnTo>
                  <a:lnTo>
                    <a:pt x="4099560" y="695960"/>
                  </a:lnTo>
                  <a:lnTo>
                    <a:pt x="4099560" y="6350"/>
                  </a:lnTo>
                  <a:lnTo>
                    <a:pt x="4099560" y="0"/>
                  </a:lnTo>
                  <a:close/>
                </a:path>
              </a:pathLst>
            </a:custGeom>
            <a:solidFill>
              <a:srgbClr val="42424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355600" y="3860799"/>
              <a:ext cx="4088129" cy="689610"/>
            </a:xfrm>
            <a:custGeom>
              <a:avLst/>
              <a:gdLst/>
              <a:ahLst/>
              <a:cxnLst/>
              <a:rect l="l" t="t" r="r" b="b"/>
              <a:pathLst>
                <a:path w="4088129" h="689610">
                  <a:moveTo>
                    <a:pt x="4088130" y="0"/>
                  </a:moveTo>
                  <a:lnTo>
                    <a:pt x="4083050" y="0"/>
                  </a:lnTo>
                  <a:lnTo>
                    <a:pt x="4083050" y="5080"/>
                  </a:lnTo>
                  <a:lnTo>
                    <a:pt x="4083050" y="683260"/>
                  </a:lnTo>
                  <a:lnTo>
                    <a:pt x="6350" y="683260"/>
                  </a:lnTo>
                  <a:lnTo>
                    <a:pt x="6350" y="5080"/>
                  </a:lnTo>
                  <a:lnTo>
                    <a:pt x="4083050" y="5080"/>
                  </a:lnTo>
                  <a:lnTo>
                    <a:pt x="408305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683260"/>
                  </a:lnTo>
                  <a:lnTo>
                    <a:pt x="0" y="689610"/>
                  </a:lnTo>
                  <a:lnTo>
                    <a:pt x="4088130" y="689610"/>
                  </a:lnTo>
                  <a:lnTo>
                    <a:pt x="4088130" y="683260"/>
                  </a:lnTo>
                  <a:lnTo>
                    <a:pt x="4088130" y="5080"/>
                  </a:lnTo>
                  <a:lnTo>
                    <a:pt x="4088130" y="0"/>
                  </a:lnTo>
                  <a:close/>
                </a:path>
              </a:pathLst>
            </a:custGeom>
            <a:solidFill>
              <a:srgbClr val="4343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361950" y="3865879"/>
              <a:ext cx="4076700" cy="678180"/>
            </a:xfrm>
            <a:custGeom>
              <a:avLst/>
              <a:gdLst/>
              <a:ahLst/>
              <a:cxnLst/>
              <a:rect l="l" t="t" r="r" b="b"/>
              <a:pathLst>
                <a:path w="4076700" h="678179">
                  <a:moveTo>
                    <a:pt x="4076700" y="0"/>
                  </a:moveTo>
                  <a:lnTo>
                    <a:pt x="4070350" y="0"/>
                  </a:lnTo>
                  <a:lnTo>
                    <a:pt x="4070350" y="6350"/>
                  </a:lnTo>
                  <a:lnTo>
                    <a:pt x="4070350" y="673100"/>
                  </a:lnTo>
                  <a:lnTo>
                    <a:pt x="5080" y="673100"/>
                  </a:lnTo>
                  <a:lnTo>
                    <a:pt x="5080" y="6350"/>
                  </a:lnTo>
                  <a:lnTo>
                    <a:pt x="4070350" y="6350"/>
                  </a:lnTo>
                  <a:lnTo>
                    <a:pt x="407035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673100"/>
                  </a:lnTo>
                  <a:lnTo>
                    <a:pt x="0" y="678180"/>
                  </a:lnTo>
                  <a:lnTo>
                    <a:pt x="4076700" y="678180"/>
                  </a:lnTo>
                  <a:lnTo>
                    <a:pt x="4076700" y="673100"/>
                  </a:lnTo>
                  <a:lnTo>
                    <a:pt x="4076700" y="6350"/>
                  </a:lnTo>
                  <a:lnTo>
                    <a:pt x="4076700" y="0"/>
                  </a:lnTo>
                  <a:close/>
                </a:path>
              </a:pathLst>
            </a:custGeom>
            <a:solidFill>
              <a:srgbClr val="44444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367030" y="3872229"/>
              <a:ext cx="4065270" cy="666750"/>
            </a:xfrm>
            <a:custGeom>
              <a:avLst/>
              <a:gdLst/>
              <a:ahLst/>
              <a:cxnLst/>
              <a:rect l="l" t="t" r="r" b="b"/>
              <a:pathLst>
                <a:path w="4065270" h="666750">
                  <a:moveTo>
                    <a:pt x="4065270" y="0"/>
                  </a:moveTo>
                  <a:lnTo>
                    <a:pt x="4058920" y="0"/>
                  </a:lnTo>
                  <a:lnTo>
                    <a:pt x="4058920" y="5080"/>
                  </a:lnTo>
                  <a:lnTo>
                    <a:pt x="4058920" y="660400"/>
                  </a:lnTo>
                  <a:lnTo>
                    <a:pt x="6350" y="660400"/>
                  </a:lnTo>
                  <a:lnTo>
                    <a:pt x="6350" y="5080"/>
                  </a:lnTo>
                  <a:lnTo>
                    <a:pt x="4058920" y="5080"/>
                  </a:lnTo>
                  <a:lnTo>
                    <a:pt x="405892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660400"/>
                  </a:lnTo>
                  <a:lnTo>
                    <a:pt x="0" y="666750"/>
                  </a:lnTo>
                  <a:lnTo>
                    <a:pt x="4065270" y="666750"/>
                  </a:lnTo>
                  <a:lnTo>
                    <a:pt x="4065270" y="660400"/>
                  </a:lnTo>
                  <a:lnTo>
                    <a:pt x="4065270" y="5080"/>
                  </a:lnTo>
                  <a:lnTo>
                    <a:pt x="4065270" y="0"/>
                  </a:lnTo>
                  <a:close/>
                </a:path>
              </a:pathLst>
            </a:custGeom>
            <a:solidFill>
              <a:srgbClr val="45454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373380" y="3877309"/>
              <a:ext cx="4052570" cy="655320"/>
            </a:xfrm>
            <a:custGeom>
              <a:avLst/>
              <a:gdLst/>
              <a:ahLst/>
              <a:cxnLst/>
              <a:rect l="l" t="t" r="r" b="b"/>
              <a:pathLst>
                <a:path w="4052570" h="655320">
                  <a:moveTo>
                    <a:pt x="4052570" y="0"/>
                  </a:moveTo>
                  <a:lnTo>
                    <a:pt x="4047490" y="0"/>
                  </a:lnTo>
                  <a:lnTo>
                    <a:pt x="4047490" y="6350"/>
                  </a:lnTo>
                  <a:lnTo>
                    <a:pt x="4047490" y="650240"/>
                  </a:lnTo>
                  <a:lnTo>
                    <a:pt x="5080" y="650240"/>
                  </a:lnTo>
                  <a:lnTo>
                    <a:pt x="5080" y="6350"/>
                  </a:lnTo>
                  <a:lnTo>
                    <a:pt x="4047490" y="6350"/>
                  </a:lnTo>
                  <a:lnTo>
                    <a:pt x="404749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650240"/>
                  </a:lnTo>
                  <a:lnTo>
                    <a:pt x="0" y="655320"/>
                  </a:lnTo>
                  <a:lnTo>
                    <a:pt x="4052570" y="655320"/>
                  </a:lnTo>
                  <a:lnTo>
                    <a:pt x="4052570" y="650240"/>
                  </a:lnTo>
                  <a:lnTo>
                    <a:pt x="4052570" y="6350"/>
                  </a:lnTo>
                  <a:lnTo>
                    <a:pt x="4052570" y="0"/>
                  </a:lnTo>
                  <a:close/>
                </a:path>
              </a:pathLst>
            </a:custGeom>
            <a:solidFill>
              <a:srgbClr val="4646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78460" y="3883659"/>
              <a:ext cx="4042410" cy="643890"/>
            </a:xfrm>
            <a:custGeom>
              <a:avLst/>
              <a:gdLst/>
              <a:ahLst/>
              <a:cxnLst/>
              <a:rect l="l" t="t" r="r" b="b"/>
              <a:pathLst>
                <a:path w="4042410" h="643889">
                  <a:moveTo>
                    <a:pt x="4042410" y="0"/>
                  </a:moveTo>
                  <a:lnTo>
                    <a:pt x="4036060" y="0"/>
                  </a:lnTo>
                  <a:lnTo>
                    <a:pt x="4036060" y="6350"/>
                  </a:lnTo>
                  <a:lnTo>
                    <a:pt x="4036060" y="637540"/>
                  </a:lnTo>
                  <a:lnTo>
                    <a:pt x="6350" y="637540"/>
                  </a:lnTo>
                  <a:lnTo>
                    <a:pt x="6350" y="6350"/>
                  </a:lnTo>
                  <a:lnTo>
                    <a:pt x="4036060" y="6350"/>
                  </a:lnTo>
                  <a:lnTo>
                    <a:pt x="403606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637540"/>
                  </a:lnTo>
                  <a:lnTo>
                    <a:pt x="0" y="643890"/>
                  </a:lnTo>
                  <a:lnTo>
                    <a:pt x="4042410" y="643890"/>
                  </a:lnTo>
                  <a:lnTo>
                    <a:pt x="4042410" y="637540"/>
                  </a:lnTo>
                  <a:lnTo>
                    <a:pt x="4042410" y="6350"/>
                  </a:lnTo>
                  <a:lnTo>
                    <a:pt x="4042410" y="0"/>
                  </a:lnTo>
                  <a:close/>
                </a:path>
              </a:pathLst>
            </a:custGeom>
            <a:solidFill>
              <a:srgbClr val="47474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384810" y="3890009"/>
              <a:ext cx="4029710" cy="631190"/>
            </a:xfrm>
            <a:custGeom>
              <a:avLst/>
              <a:gdLst/>
              <a:ahLst/>
              <a:cxnLst/>
              <a:rect l="l" t="t" r="r" b="b"/>
              <a:pathLst>
                <a:path w="4029710" h="631189">
                  <a:moveTo>
                    <a:pt x="4029710" y="0"/>
                  </a:moveTo>
                  <a:lnTo>
                    <a:pt x="4024630" y="0"/>
                  </a:lnTo>
                  <a:lnTo>
                    <a:pt x="4024630" y="5080"/>
                  </a:lnTo>
                  <a:lnTo>
                    <a:pt x="4024630" y="626110"/>
                  </a:lnTo>
                  <a:lnTo>
                    <a:pt x="5080" y="626110"/>
                  </a:lnTo>
                  <a:lnTo>
                    <a:pt x="5080" y="5080"/>
                  </a:lnTo>
                  <a:lnTo>
                    <a:pt x="4024630" y="5080"/>
                  </a:lnTo>
                  <a:lnTo>
                    <a:pt x="402463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626110"/>
                  </a:lnTo>
                  <a:lnTo>
                    <a:pt x="0" y="631190"/>
                  </a:lnTo>
                  <a:lnTo>
                    <a:pt x="4029710" y="631190"/>
                  </a:lnTo>
                  <a:lnTo>
                    <a:pt x="4029710" y="626110"/>
                  </a:lnTo>
                  <a:lnTo>
                    <a:pt x="4029710" y="5080"/>
                  </a:lnTo>
                  <a:lnTo>
                    <a:pt x="4029710" y="0"/>
                  </a:lnTo>
                  <a:close/>
                </a:path>
              </a:pathLst>
            </a:custGeom>
            <a:solidFill>
              <a:srgbClr val="4848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389890" y="3895089"/>
              <a:ext cx="4019550" cy="621030"/>
            </a:xfrm>
            <a:custGeom>
              <a:avLst/>
              <a:gdLst/>
              <a:ahLst/>
              <a:cxnLst/>
              <a:rect l="l" t="t" r="r" b="b"/>
              <a:pathLst>
                <a:path w="4019550" h="621029">
                  <a:moveTo>
                    <a:pt x="4019550" y="0"/>
                  </a:moveTo>
                  <a:lnTo>
                    <a:pt x="4013200" y="0"/>
                  </a:lnTo>
                  <a:lnTo>
                    <a:pt x="4013200" y="6350"/>
                  </a:lnTo>
                  <a:lnTo>
                    <a:pt x="4013200" y="614680"/>
                  </a:lnTo>
                  <a:lnTo>
                    <a:pt x="6350" y="614680"/>
                  </a:lnTo>
                  <a:lnTo>
                    <a:pt x="6350" y="6350"/>
                  </a:lnTo>
                  <a:lnTo>
                    <a:pt x="4013200" y="6350"/>
                  </a:lnTo>
                  <a:lnTo>
                    <a:pt x="401320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614680"/>
                  </a:lnTo>
                  <a:lnTo>
                    <a:pt x="0" y="621030"/>
                  </a:lnTo>
                  <a:lnTo>
                    <a:pt x="4019550" y="621030"/>
                  </a:lnTo>
                  <a:lnTo>
                    <a:pt x="4019550" y="614680"/>
                  </a:lnTo>
                  <a:lnTo>
                    <a:pt x="4019550" y="6350"/>
                  </a:lnTo>
                  <a:lnTo>
                    <a:pt x="4019550" y="0"/>
                  </a:lnTo>
                  <a:close/>
                </a:path>
              </a:pathLst>
            </a:custGeom>
            <a:solidFill>
              <a:srgbClr val="49494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396240" y="3901439"/>
              <a:ext cx="4006850" cy="608330"/>
            </a:xfrm>
            <a:custGeom>
              <a:avLst/>
              <a:gdLst/>
              <a:ahLst/>
              <a:cxnLst/>
              <a:rect l="l" t="t" r="r" b="b"/>
              <a:pathLst>
                <a:path w="4006850" h="608329">
                  <a:moveTo>
                    <a:pt x="4006850" y="0"/>
                  </a:moveTo>
                  <a:lnTo>
                    <a:pt x="4001770" y="0"/>
                  </a:lnTo>
                  <a:lnTo>
                    <a:pt x="4001770" y="5080"/>
                  </a:lnTo>
                  <a:lnTo>
                    <a:pt x="4001770" y="603250"/>
                  </a:lnTo>
                  <a:lnTo>
                    <a:pt x="5080" y="603250"/>
                  </a:lnTo>
                  <a:lnTo>
                    <a:pt x="5080" y="5080"/>
                  </a:lnTo>
                  <a:lnTo>
                    <a:pt x="4001770" y="5080"/>
                  </a:lnTo>
                  <a:lnTo>
                    <a:pt x="400177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603250"/>
                  </a:lnTo>
                  <a:lnTo>
                    <a:pt x="0" y="608330"/>
                  </a:lnTo>
                  <a:lnTo>
                    <a:pt x="4006850" y="608330"/>
                  </a:lnTo>
                  <a:lnTo>
                    <a:pt x="4006850" y="603250"/>
                  </a:lnTo>
                  <a:lnTo>
                    <a:pt x="4006850" y="5080"/>
                  </a:lnTo>
                  <a:lnTo>
                    <a:pt x="4006850" y="0"/>
                  </a:lnTo>
                  <a:close/>
                </a:path>
              </a:pathLst>
            </a:custGeom>
            <a:solidFill>
              <a:srgbClr val="4A4A4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401320" y="3906519"/>
              <a:ext cx="3996690" cy="598170"/>
            </a:xfrm>
            <a:custGeom>
              <a:avLst/>
              <a:gdLst/>
              <a:ahLst/>
              <a:cxnLst/>
              <a:rect l="l" t="t" r="r" b="b"/>
              <a:pathLst>
                <a:path w="3996690" h="598170">
                  <a:moveTo>
                    <a:pt x="3996690" y="0"/>
                  </a:moveTo>
                  <a:lnTo>
                    <a:pt x="3990340" y="0"/>
                  </a:lnTo>
                  <a:lnTo>
                    <a:pt x="3990340" y="6350"/>
                  </a:lnTo>
                  <a:lnTo>
                    <a:pt x="3990340" y="591820"/>
                  </a:lnTo>
                  <a:lnTo>
                    <a:pt x="6350" y="591820"/>
                  </a:lnTo>
                  <a:lnTo>
                    <a:pt x="6350" y="6350"/>
                  </a:lnTo>
                  <a:lnTo>
                    <a:pt x="3990340" y="6350"/>
                  </a:lnTo>
                  <a:lnTo>
                    <a:pt x="399034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591820"/>
                  </a:lnTo>
                  <a:lnTo>
                    <a:pt x="0" y="598170"/>
                  </a:lnTo>
                  <a:lnTo>
                    <a:pt x="3996690" y="598170"/>
                  </a:lnTo>
                  <a:lnTo>
                    <a:pt x="3996690" y="591820"/>
                  </a:lnTo>
                  <a:lnTo>
                    <a:pt x="3996690" y="6350"/>
                  </a:lnTo>
                  <a:lnTo>
                    <a:pt x="3996690" y="0"/>
                  </a:lnTo>
                  <a:close/>
                </a:path>
              </a:pathLst>
            </a:custGeom>
            <a:solidFill>
              <a:srgbClr val="4B4B4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407670" y="3912869"/>
              <a:ext cx="3983990" cy="585470"/>
            </a:xfrm>
            <a:custGeom>
              <a:avLst/>
              <a:gdLst/>
              <a:ahLst/>
              <a:cxnLst/>
              <a:rect l="l" t="t" r="r" b="b"/>
              <a:pathLst>
                <a:path w="3983990" h="585470">
                  <a:moveTo>
                    <a:pt x="3983990" y="0"/>
                  </a:moveTo>
                  <a:lnTo>
                    <a:pt x="3978910" y="0"/>
                  </a:lnTo>
                  <a:lnTo>
                    <a:pt x="3978910" y="5080"/>
                  </a:lnTo>
                  <a:lnTo>
                    <a:pt x="3978910" y="580390"/>
                  </a:lnTo>
                  <a:lnTo>
                    <a:pt x="5080" y="580390"/>
                  </a:lnTo>
                  <a:lnTo>
                    <a:pt x="5080" y="5080"/>
                  </a:lnTo>
                  <a:lnTo>
                    <a:pt x="3978910" y="5080"/>
                  </a:lnTo>
                  <a:lnTo>
                    <a:pt x="397891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580390"/>
                  </a:lnTo>
                  <a:lnTo>
                    <a:pt x="0" y="585470"/>
                  </a:lnTo>
                  <a:lnTo>
                    <a:pt x="3983990" y="585470"/>
                  </a:lnTo>
                  <a:lnTo>
                    <a:pt x="3983990" y="580390"/>
                  </a:lnTo>
                  <a:lnTo>
                    <a:pt x="3983990" y="5080"/>
                  </a:lnTo>
                  <a:lnTo>
                    <a:pt x="3983990" y="0"/>
                  </a:lnTo>
                  <a:close/>
                </a:path>
              </a:pathLst>
            </a:custGeom>
            <a:solidFill>
              <a:srgbClr val="4C4C4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412750" y="3917949"/>
              <a:ext cx="3973829" cy="575310"/>
            </a:xfrm>
            <a:custGeom>
              <a:avLst/>
              <a:gdLst/>
              <a:ahLst/>
              <a:cxnLst/>
              <a:rect l="l" t="t" r="r" b="b"/>
              <a:pathLst>
                <a:path w="3973829" h="575310">
                  <a:moveTo>
                    <a:pt x="3973830" y="0"/>
                  </a:moveTo>
                  <a:lnTo>
                    <a:pt x="3967480" y="0"/>
                  </a:lnTo>
                  <a:lnTo>
                    <a:pt x="3967480" y="6350"/>
                  </a:lnTo>
                  <a:lnTo>
                    <a:pt x="3967480" y="568960"/>
                  </a:lnTo>
                  <a:lnTo>
                    <a:pt x="6350" y="568960"/>
                  </a:lnTo>
                  <a:lnTo>
                    <a:pt x="6350" y="6350"/>
                  </a:lnTo>
                  <a:lnTo>
                    <a:pt x="3967480" y="6350"/>
                  </a:lnTo>
                  <a:lnTo>
                    <a:pt x="396748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568960"/>
                  </a:lnTo>
                  <a:lnTo>
                    <a:pt x="0" y="575310"/>
                  </a:lnTo>
                  <a:lnTo>
                    <a:pt x="3973830" y="575310"/>
                  </a:lnTo>
                  <a:lnTo>
                    <a:pt x="3973830" y="568960"/>
                  </a:lnTo>
                  <a:lnTo>
                    <a:pt x="3973830" y="6350"/>
                  </a:lnTo>
                  <a:lnTo>
                    <a:pt x="3973830" y="0"/>
                  </a:lnTo>
                  <a:close/>
                </a:path>
              </a:pathLst>
            </a:custGeom>
            <a:solidFill>
              <a:srgbClr val="4D4D4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419100" y="3924299"/>
              <a:ext cx="3961129" cy="562610"/>
            </a:xfrm>
            <a:custGeom>
              <a:avLst/>
              <a:gdLst/>
              <a:ahLst/>
              <a:cxnLst/>
              <a:rect l="l" t="t" r="r" b="b"/>
              <a:pathLst>
                <a:path w="3961129" h="562610">
                  <a:moveTo>
                    <a:pt x="3961130" y="0"/>
                  </a:moveTo>
                  <a:lnTo>
                    <a:pt x="3956050" y="0"/>
                  </a:lnTo>
                  <a:lnTo>
                    <a:pt x="3956050" y="5080"/>
                  </a:lnTo>
                  <a:lnTo>
                    <a:pt x="3956050" y="557530"/>
                  </a:lnTo>
                  <a:lnTo>
                    <a:pt x="5080" y="557530"/>
                  </a:lnTo>
                  <a:lnTo>
                    <a:pt x="5080" y="5080"/>
                  </a:lnTo>
                  <a:lnTo>
                    <a:pt x="3956050" y="5080"/>
                  </a:lnTo>
                  <a:lnTo>
                    <a:pt x="395605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557530"/>
                  </a:lnTo>
                  <a:lnTo>
                    <a:pt x="0" y="562610"/>
                  </a:lnTo>
                  <a:lnTo>
                    <a:pt x="3961130" y="562610"/>
                  </a:lnTo>
                  <a:lnTo>
                    <a:pt x="3961130" y="557530"/>
                  </a:lnTo>
                  <a:lnTo>
                    <a:pt x="3961130" y="5080"/>
                  </a:lnTo>
                  <a:lnTo>
                    <a:pt x="3961130" y="0"/>
                  </a:lnTo>
                  <a:close/>
                </a:path>
              </a:pathLst>
            </a:custGeom>
            <a:solidFill>
              <a:srgbClr val="4E4E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424180" y="3929379"/>
              <a:ext cx="3950970" cy="552450"/>
            </a:xfrm>
            <a:custGeom>
              <a:avLst/>
              <a:gdLst/>
              <a:ahLst/>
              <a:cxnLst/>
              <a:rect l="l" t="t" r="r" b="b"/>
              <a:pathLst>
                <a:path w="3950970" h="552450">
                  <a:moveTo>
                    <a:pt x="3950970" y="0"/>
                  </a:moveTo>
                  <a:lnTo>
                    <a:pt x="3944620" y="0"/>
                  </a:lnTo>
                  <a:lnTo>
                    <a:pt x="3944620" y="6350"/>
                  </a:lnTo>
                  <a:lnTo>
                    <a:pt x="3944620" y="546100"/>
                  </a:lnTo>
                  <a:lnTo>
                    <a:pt x="6350" y="546100"/>
                  </a:lnTo>
                  <a:lnTo>
                    <a:pt x="6350" y="6350"/>
                  </a:lnTo>
                  <a:lnTo>
                    <a:pt x="3944620" y="6350"/>
                  </a:lnTo>
                  <a:lnTo>
                    <a:pt x="394462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546100"/>
                  </a:lnTo>
                  <a:lnTo>
                    <a:pt x="0" y="552450"/>
                  </a:lnTo>
                  <a:lnTo>
                    <a:pt x="3950970" y="552450"/>
                  </a:lnTo>
                  <a:lnTo>
                    <a:pt x="3950970" y="546100"/>
                  </a:lnTo>
                  <a:lnTo>
                    <a:pt x="3950970" y="6350"/>
                  </a:lnTo>
                  <a:lnTo>
                    <a:pt x="3950970" y="0"/>
                  </a:lnTo>
                  <a:close/>
                </a:path>
              </a:pathLst>
            </a:custGeom>
            <a:solidFill>
              <a:srgbClr val="4F4F4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430530" y="3935729"/>
              <a:ext cx="3938270" cy="539750"/>
            </a:xfrm>
            <a:custGeom>
              <a:avLst/>
              <a:gdLst/>
              <a:ahLst/>
              <a:cxnLst/>
              <a:rect l="l" t="t" r="r" b="b"/>
              <a:pathLst>
                <a:path w="3938270" h="539750">
                  <a:moveTo>
                    <a:pt x="3938270" y="0"/>
                  </a:moveTo>
                  <a:lnTo>
                    <a:pt x="3933190" y="0"/>
                  </a:lnTo>
                  <a:lnTo>
                    <a:pt x="3933190" y="5080"/>
                  </a:lnTo>
                  <a:lnTo>
                    <a:pt x="3933190" y="533400"/>
                  </a:lnTo>
                  <a:lnTo>
                    <a:pt x="6350" y="533400"/>
                  </a:lnTo>
                  <a:lnTo>
                    <a:pt x="6350" y="5080"/>
                  </a:lnTo>
                  <a:lnTo>
                    <a:pt x="3933190" y="5080"/>
                  </a:lnTo>
                  <a:lnTo>
                    <a:pt x="393319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533400"/>
                  </a:lnTo>
                  <a:lnTo>
                    <a:pt x="0" y="539750"/>
                  </a:lnTo>
                  <a:lnTo>
                    <a:pt x="3938270" y="539750"/>
                  </a:lnTo>
                  <a:lnTo>
                    <a:pt x="3938270" y="533400"/>
                  </a:lnTo>
                  <a:lnTo>
                    <a:pt x="3938270" y="5080"/>
                  </a:lnTo>
                  <a:lnTo>
                    <a:pt x="3938270" y="0"/>
                  </a:lnTo>
                  <a:close/>
                </a:path>
              </a:pathLst>
            </a:custGeom>
            <a:solidFill>
              <a:srgbClr val="5050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436880" y="3940809"/>
              <a:ext cx="3926840" cy="528320"/>
            </a:xfrm>
            <a:custGeom>
              <a:avLst/>
              <a:gdLst/>
              <a:ahLst/>
              <a:cxnLst/>
              <a:rect l="l" t="t" r="r" b="b"/>
              <a:pathLst>
                <a:path w="3926840" h="528320">
                  <a:moveTo>
                    <a:pt x="3926840" y="0"/>
                  </a:moveTo>
                  <a:lnTo>
                    <a:pt x="3920490" y="0"/>
                  </a:lnTo>
                  <a:lnTo>
                    <a:pt x="3920490" y="6350"/>
                  </a:lnTo>
                  <a:lnTo>
                    <a:pt x="3920490" y="523240"/>
                  </a:lnTo>
                  <a:lnTo>
                    <a:pt x="5080" y="523240"/>
                  </a:lnTo>
                  <a:lnTo>
                    <a:pt x="5080" y="6350"/>
                  </a:lnTo>
                  <a:lnTo>
                    <a:pt x="3920490" y="6350"/>
                  </a:lnTo>
                  <a:lnTo>
                    <a:pt x="392049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523240"/>
                  </a:lnTo>
                  <a:lnTo>
                    <a:pt x="0" y="528320"/>
                  </a:lnTo>
                  <a:lnTo>
                    <a:pt x="3926840" y="528320"/>
                  </a:lnTo>
                  <a:lnTo>
                    <a:pt x="3926840" y="523240"/>
                  </a:lnTo>
                  <a:lnTo>
                    <a:pt x="3926840" y="6350"/>
                  </a:lnTo>
                  <a:lnTo>
                    <a:pt x="3926840" y="0"/>
                  </a:lnTo>
                  <a:close/>
                </a:path>
              </a:pathLst>
            </a:custGeom>
            <a:solidFill>
              <a:srgbClr val="5151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441960" y="3947159"/>
              <a:ext cx="3915410" cy="516890"/>
            </a:xfrm>
            <a:custGeom>
              <a:avLst/>
              <a:gdLst/>
              <a:ahLst/>
              <a:cxnLst/>
              <a:rect l="l" t="t" r="r" b="b"/>
              <a:pathLst>
                <a:path w="3915410" h="516889">
                  <a:moveTo>
                    <a:pt x="3915410" y="0"/>
                  </a:moveTo>
                  <a:lnTo>
                    <a:pt x="3910330" y="0"/>
                  </a:lnTo>
                  <a:lnTo>
                    <a:pt x="3910330" y="5080"/>
                  </a:lnTo>
                  <a:lnTo>
                    <a:pt x="3910330" y="510540"/>
                  </a:lnTo>
                  <a:lnTo>
                    <a:pt x="6350" y="510540"/>
                  </a:lnTo>
                  <a:lnTo>
                    <a:pt x="6350" y="5080"/>
                  </a:lnTo>
                  <a:lnTo>
                    <a:pt x="3910330" y="5080"/>
                  </a:lnTo>
                  <a:lnTo>
                    <a:pt x="391033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510540"/>
                  </a:lnTo>
                  <a:lnTo>
                    <a:pt x="0" y="516890"/>
                  </a:lnTo>
                  <a:lnTo>
                    <a:pt x="3915410" y="516890"/>
                  </a:lnTo>
                  <a:lnTo>
                    <a:pt x="3915410" y="510540"/>
                  </a:lnTo>
                  <a:lnTo>
                    <a:pt x="3915410" y="5080"/>
                  </a:lnTo>
                  <a:lnTo>
                    <a:pt x="3915410" y="0"/>
                  </a:lnTo>
                  <a:close/>
                </a:path>
              </a:pathLst>
            </a:custGeom>
            <a:solidFill>
              <a:srgbClr val="52525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448310" y="3952239"/>
              <a:ext cx="3903979" cy="505459"/>
            </a:xfrm>
            <a:custGeom>
              <a:avLst/>
              <a:gdLst/>
              <a:ahLst/>
              <a:cxnLst/>
              <a:rect l="l" t="t" r="r" b="b"/>
              <a:pathLst>
                <a:path w="3903979" h="505460">
                  <a:moveTo>
                    <a:pt x="3903980" y="0"/>
                  </a:moveTo>
                  <a:lnTo>
                    <a:pt x="3897630" y="0"/>
                  </a:lnTo>
                  <a:lnTo>
                    <a:pt x="3897630" y="6350"/>
                  </a:lnTo>
                  <a:lnTo>
                    <a:pt x="3897630" y="500380"/>
                  </a:lnTo>
                  <a:lnTo>
                    <a:pt x="5080" y="500380"/>
                  </a:lnTo>
                  <a:lnTo>
                    <a:pt x="5080" y="6350"/>
                  </a:lnTo>
                  <a:lnTo>
                    <a:pt x="3897630" y="6350"/>
                  </a:lnTo>
                  <a:lnTo>
                    <a:pt x="389763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500380"/>
                  </a:lnTo>
                  <a:lnTo>
                    <a:pt x="0" y="505460"/>
                  </a:lnTo>
                  <a:lnTo>
                    <a:pt x="3903980" y="505460"/>
                  </a:lnTo>
                  <a:lnTo>
                    <a:pt x="3903980" y="500380"/>
                  </a:lnTo>
                  <a:lnTo>
                    <a:pt x="3903980" y="6350"/>
                  </a:lnTo>
                  <a:lnTo>
                    <a:pt x="3903980" y="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453390" y="3958589"/>
              <a:ext cx="3892550" cy="494030"/>
            </a:xfrm>
            <a:custGeom>
              <a:avLst/>
              <a:gdLst/>
              <a:ahLst/>
              <a:cxnLst/>
              <a:rect l="l" t="t" r="r" b="b"/>
              <a:pathLst>
                <a:path w="3892550" h="494029">
                  <a:moveTo>
                    <a:pt x="3892550" y="0"/>
                  </a:moveTo>
                  <a:lnTo>
                    <a:pt x="3886200" y="0"/>
                  </a:lnTo>
                  <a:lnTo>
                    <a:pt x="3886200" y="6350"/>
                  </a:lnTo>
                  <a:lnTo>
                    <a:pt x="3886200" y="487680"/>
                  </a:lnTo>
                  <a:lnTo>
                    <a:pt x="6350" y="487680"/>
                  </a:lnTo>
                  <a:lnTo>
                    <a:pt x="6350" y="6350"/>
                  </a:lnTo>
                  <a:lnTo>
                    <a:pt x="3886200" y="6350"/>
                  </a:lnTo>
                  <a:lnTo>
                    <a:pt x="388620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487680"/>
                  </a:lnTo>
                  <a:lnTo>
                    <a:pt x="0" y="494030"/>
                  </a:lnTo>
                  <a:lnTo>
                    <a:pt x="3892550" y="494030"/>
                  </a:lnTo>
                  <a:lnTo>
                    <a:pt x="3892550" y="487680"/>
                  </a:lnTo>
                  <a:lnTo>
                    <a:pt x="3892550" y="6350"/>
                  </a:lnTo>
                  <a:lnTo>
                    <a:pt x="3892550" y="0"/>
                  </a:lnTo>
                  <a:close/>
                </a:path>
              </a:pathLst>
            </a:custGeom>
            <a:solidFill>
              <a:srgbClr val="5454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459740" y="3964939"/>
              <a:ext cx="3879850" cy="481330"/>
            </a:xfrm>
            <a:custGeom>
              <a:avLst/>
              <a:gdLst/>
              <a:ahLst/>
              <a:cxnLst/>
              <a:rect l="l" t="t" r="r" b="b"/>
              <a:pathLst>
                <a:path w="3879850" h="481329">
                  <a:moveTo>
                    <a:pt x="3879850" y="0"/>
                  </a:moveTo>
                  <a:lnTo>
                    <a:pt x="3874770" y="0"/>
                  </a:lnTo>
                  <a:lnTo>
                    <a:pt x="3874770" y="5080"/>
                  </a:lnTo>
                  <a:lnTo>
                    <a:pt x="3874770" y="476250"/>
                  </a:lnTo>
                  <a:lnTo>
                    <a:pt x="5080" y="476250"/>
                  </a:lnTo>
                  <a:lnTo>
                    <a:pt x="5080" y="5080"/>
                  </a:lnTo>
                  <a:lnTo>
                    <a:pt x="3874770" y="5080"/>
                  </a:lnTo>
                  <a:lnTo>
                    <a:pt x="387477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476250"/>
                  </a:lnTo>
                  <a:lnTo>
                    <a:pt x="0" y="481330"/>
                  </a:lnTo>
                  <a:lnTo>
                    <a:pt x="3879850" y="481330"/>
                  </a:lnTo>
                  <a:lnTo>
                    <a:pt x="3879850" y="476250"/>
                  </a:lnTo>
                  <a:lnTo>
                    <a:pt x="3879850" y="5080"/>
                  </a:lnTo>
                  <a:lnTo>
                    <a:pt x="3879850" y="0"/>
                  </a:lnTo>
                  <a:close/>
                </a:path>
              </a:pathLst>
            </a:custGeom>
            <a:solidFill>
              <a:srgbClr val="55555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464820" y="3970019"/>
              <a:ext cx="3869690" cy="471170"/>
            </a:xfrm>
            <a:custGeom>
              <a:avLst/>
              <a:gdLst/>
              <a:ahLst/>
              <a:cxnLst/>
              <a:rect l="l" t="t" r="r" b="b"/>
              <a:pathLst>
                <a:path w="3869690" h="471170">
                  <a:moveTo>
                    <a:pt x="3869690" y="0"/>
                  </a:moveTo>
                  <a:lnTo>
                    <a:pt x="3863340" y="0"/>
                  </a:lnTo>
                  <a:lnTo>
                    <a:pt x="3863340" y="6350"/>
                  </a:lnTo>
                  <a:lnTo>
                    <a:pt x="3863340" y="464820"/>
                  </a:lnTo>
                  <a:lnTo>
                    <a:pt x="6350" y="464820"/>
                  </a:lnTo>
                  <a:lnTo>
                    <a:pt x="6350" y="6350"/>
                  </a:lnTo>
                  <a:lnTo>
                    <a:pt x="3863340" y="6350"/>
                  </a:lnTo>
                  <a:lnTo>
                    <a:pt x="386334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464820"/>
                  </a:lnTo>
                  <a:lnTo>
                    <a:pt x="0" y="471170"/>
                  </a:lnTo>
                  <a:lnTo>
                    <a:pt x="3869690" y="471170"/>
                  </a:lnTo>
                  <a:lnTo>
                    <a:pt x="3869690" y="464820"/>
                  </a:lnTo>
                  <a:lnTo>
                    <a:pt x="3869690" y="6350"/>
                  </a:lnTo>
                  <a:lnTo>
                    <a:pt x="3869690" y="0"/>
                  </a:lnTo>
                  <a:close/>
                </a:path>
              </a:pathLst>
            </a:custGeom>
            <a:solidFill>
              <a:srgbClr val="56565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71170" y="3976369"/>
              <a:ext cx="3856990" cy="458470"/>
            </a:xfrm>
            <a:custGeom>
              <a:avLst/>
              <a:gdLst/>
              <a:ahLst/>
              <a:cxnLst/>
              <a:rect l="l" t="t" r="r" b="b"/>
              <a:pathLst>
                <a:path w="3856990" h="458470">
                  <a:moveTo>
                    <a:pt x="3856990" y="0"/>
                  </a:moveTo>
                  <a:lnTo>
                    <a:pt x="3851910" y="0"/>
                  </a:lnTo>
                  <a:lnTo>
                    <a:pt x="3851910" y="5080"/>
                  </a:lnTo>
                  <a:lnTo>
                    <a:pt x="3851910" y="453390"/>
                  </a:lnTo>
                  <a:lnTo>
                    <a:pt x="5080" y="453390"/>
                  </a:lnTo>
                  <a:lnTo>
                    <a:pt x="5080" y="5080"/>
                  </a:lnTo>
                  <a:lnTo>
                    <a:pt x="3851910" y="5080"/>
                  </a:lnTo>
                  <a:lnTo>
                    <a:pt x="385191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453390"/>
                  </a:lnTo>
                  <a:lnTo>
                    <a:pt x="0" y="458470"/>
                  </a:lnTo>
                  <a:lnTo>
                    <a:pt x="3856990" y="458470"/>
                  </a:lnTo>
                  <a:lnTo>
                    <a:pt x="3856990" y="453390"/>
                  </a:lnTo>
                  <a:lnTo>
                    <a:pt x="3856990" y="5080"/>
                  </a:lnTo>
                  <a:lnTo>
                    <a:pt x="3856990" y="0"/>
                  </a:lnTo>
                  <a:close/>
                </a:path>
              </a:pathLst>
            </a:custGeom>
            <a:solidFill>
              <a:srgbClr val="57575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476250" y="3981449"/>
              <a:ext cx="3846829" cy="448309"/>
            </a:xfrm>
            <a:custGeom>
              <a:avLst/>
              <a:gdLst/>
              <a:ahLst/>
              <a:cxnLst/>
              <a:rect l="l" t="t" r="r" b="b"/>
              <a:pathLst>
                <a:path w="3846829" h="448310">
                  <a:moveTo>
                    <a:pt x="3846830" y="0"/>
                  </a:moveTo>
                  <a:lnTo>
                    <a:pt x="3840480" y="0"/>
                  </a:lnTo>
                  <a:lnTo>
                    <a:pt x="3840480" y="6350"/>
                  </a:lnTo>
                  <a:lnTo>
                    <a:pt x="3840480" y="441960"/>
                  </a:lnTo>
                  <a:lnTo>
                    <a:pt x="6350" y="441960"/>
                  </a:lnTo>
                  <a:lnTo>
                    <a:pt x="6350" y="6350"/>
                  </a:lnTo>
                  <a:lnTo>
                    <a:pt x="3840480" y="6350"/>
                  </a:lnTo>
                  <a:lnTo>
                    <a:pt x="384048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441960"/>
                  </a:lnTo>
                  <a:lnTo>
                    <a:pt x="0" y="448310"/>
                  </a:lnTo>
                  <a:lnTo>
                    <a:pt x="3846830" y="448310"/>
                  </a:lnTo>
                  <a:lnTo>
                    <a:pt x="3846830" y="441960"/>
                  </a:lnTo>
                  <a:lnTo>
                    <a:pt x="3846830" y="6350"/>
                  </a:lnTo>
                  <a:lnTo>
                    <a:pt x="3846830" y="0"/>
                  </a:lnTo>
                  <a:close/>
                </a:path>
              </a:pathLst>
            </a:custGeom>
            <a:solidFill>
              <a:srgbClr val="58585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82600" y="3987799"/>
              <a:ext cx="3834129" cy="435609"/>
            </a:xfrm>
            <a:custGeom>
              <a:avLst/>
              <a:gdLst/>
              <a:ahLst/>
              <a:cxnLst/>
              <a:rect l="l" t="t" r="r" b="b"/>
              <a:pathLst>
                <a:path w="3834129" h="435610">
                  <a:moveTo>
                    <a:pt x="3834130" y="0"/>
                  </a:moveTo>
                  <a:lnTo>
                    <a:pt x="3829050" y="0"/>
                  </a:lnTo>
                  <a:lnTo>
                    <a:pt x="3829050" y="5080"/>
                  </a:lnTo>
                  <a:lnTo>
                    <a:pt x="3829050" y="430530"/>
                  </a:lnTo>
                  <a:lnTo>
                    <a:pt x="5080" y="430530"/>
                  </a:lnTo>
                  <a:lnTo>
                    <a:pt x="5080" y="5080"/>
                  </a:lnTo>
                  <a:lnTo>
                    <a:pt x="3829050" y="5080"/>
                  </a:lnTo>
                  <a:lnTo>
                    <a:pt x="382905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430530"/>
                  </a:lnTo>
                  <a:lnTo>
                    <a:pt x="0" y="435610"/>
                  </a:lnTo>
                  <a:lnTo>
                    <a:pt x="3834130" y="435610"/>
                  </a:lnTo>
                  <a:lnTo>
                    <a:pt x="3834130" y="430530"/>
                  </a:lnTo>
                  <a:lnTo>
                    <a:pt x="3834130" y="5080"/>
                  </a:lnTo>
                  <a:lnTo>
                    <a:pt x="3834130" y="0"/>
                  </a:lnTo>
                  <a:close/>
                </a:path>
              </a:pathLst>
            </a:custGeom>
            <a:solidFill>
              <a:srgbClr val="5959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487680" y="3992879"/>
              <a:ext cx="3823970" cy="425450"/>
            </a:xfrm>
            <a:custGeom>
              <a:avLst/>
              <a:gdLst/>
              <a:ahLst/>
              <a:cxnLst/>
              <a:rect l="l" t="t" r="r" b="b"/>
              <a:pathLst>
                <a:path w="3823970" h="425450">
                  <a:moveTo>
                    <a:pt x="3823970" y="0"/>
                  </a:moveTo>
                  <a:lnTo>
                    <a:pt x="3817620" y="0"/>
                  </a:lnTo>
                  <a:lnTo>
                    <a:pt x="3817620" y="6350"/>
                  </a:lnTo>
                  <a:lnTo>
                    <a:pt x="3817620" y="419100"/>
                  </a:lnTo>
                  <a:lnTo>
                    <a:pt x="6350" y="419100"/>
                  </a:lnTo>
                  <a:lnTo>
                    <a:pt x="6350" y="6350"/>
                  </a:lnTo>
                  <a:lnTo>
                    <a:pt x="3817620" y="6350"/>
                  </a:lnTo>
                  <a:lnTo>
                    <a:pt x="381762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419100"/>
                  </a:lnTo>
                  <a:lnTo>
                    <a:pt x="0" y="425450"/>
                  </a:lnTo>
                  <a:lnTo>
                    <a:pt x="3823970" y="425450"/>
                  </a:lnTo>
                  <a:lnTo>
                    <a:pt x="3823970" y="419100"/>
                  </a:lnTo>
                  <a:lnTo>
                    <a:pt x="3823970" y="6350"/>
                  </a:lnTo>
                  <a:lnTo>
                    <a:pt x="3823970" y="0"/>
                  </a:lnTo>
                  <a:close/>
                </a:path>
              </a:pathLst>
            </a:custGeom>
            <a:solidFill>
              <a:srgbClr val="5A5A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494030" y="3999229"/>
              <a:ext cx="3811270" cy="412750"/>
            </a:xfrm>
            <a:custGeom>
              <a:avLst/>
              <a:gdLst/>
              <a:ahLst/>
              <a:cxnLst/>
              <a:rect l="l" t="t" r="r" b="b"/>
              <a:pathLst>
                <a:path w="3811270" h="412750">
                  <a:moveTo>
                    <a:pt x="3811270" y="0"/>
                  </a:moveTo>
                  <a:lnTo>
                    <a:pt x="3806190" y="0"/>
                  </a:lnTo>
                  <a:lnTo>
                    <a:pt x="3806190" y="5080"/>
                  </a:lnTo>
                  <a:lnTo>
                    <a:pt x="3806190" y="407670"/>
                  </a:lnTo>
                  <a:lnTo>
                    <a:pt x="5080" y="407670"/>
                  </a:lnTo>
                  <a:lnTo>
                    <a:pt x="5080" y="5080"/>
                  </a:lnTo>
                  <a:lnTo>
                    <a:pt x="3806190" y="5080"/>
                  </a:lnTo>
                  <a:lnTo>
                    <a:pt x="380619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407670"/>
                  </a:lnTo>
                  <a:lnTo>
                    <a:pt x="0" y="412750"/>
                  </a:lnTo>
                  <a:lnTo>
                    <a:pt x="3811270" y="412750"/>
                  </a:lnTo>
                  <a:lnTo>
                    <a:pt x="3811270" y="407670"/>
                  </a:lnTo>
                  <a:lnTo>
                    <a:pt x="3811270" y="5080"/>
                  </a:lnTo>
                  <a:lnTo>
                    <a:pt x="381127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499110" y="4004309"/>
              <a:ext cx="3801110" cy="402590"/>
            </a:xfrm>
            <a:custGeom>
              <a:avLst/>
              <a:gdLst/>
              <a:ahLst/>
              <a:cxnLst/>
              <a:rect l="l" t="t" r="r" b="b"/>
              <a:pathLst>
                <a:path w="3801110" h="402589">
                  <a:moveTo>
                    <a:pt x="3801110" y="0"/>
                  </a:moveTo>
                  <a:lnTo>
                    <a:pt x="3794760" y="0"/>
                  </a:lnTo>
                  <a:lnTo>
                    <a:pt x="3794760" y="6350"/>
                  </a:lnTo>
                  <a:lnTo>
                    <a:pt x="3794760" y="396240"/>
                  </a:lnTo>
                  <a:lnTo>
                    <a:pt x="6350" y="396240"/>
                  </a:lnTo>
                  <a:lnTo>
                    <a:pt x="6350" y="6350"/>
                  </a:lnTo>
                  <a:lnTo>
                    <a:pt x="3794760" y="6350"/>
                  </a:lnTo>
                  <a:lnTo>
                    <a:pt x="379476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396240"/>
                  </a:lnTo>
                  <a:lnTo>
                    <a:pt x="0" y="402590"/>
                  </a:lnTo>
                  <a:lnTo>
                    <a:pt x="3801110" y="402590"/>
                  </a:lnTo>
                  <a:lnTo>
                    <a:pt x="3801110" y="396240"/>
                  </a:lnTo>
                  <a:lnTo>
                    <a:pt x="3801110" y="6350"/>
                  </a:lnTo>
                  <a:lnTo>
                    <a:pt x="3801110" y="0"/>
                  </a:lnTo>
                  <a:close/>
                </a:path>
              </a:pathLst>
            </a:custGeom>
            <a:solidFill>
              <a:srgbClr val="5C5C5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505460" y="4010659"/>
              <a:ext cx="3788410" cy="389890"/>
            </a:xfrm>
            <a:custGeom>
              <a:avLst/>
              <a:gdLst/>
              <a:ahLst/>
              <a:cxnLst/>
              <a:rect l="l" t="t" r="r" b="b"/>
              <a:pathLst>
                <a:path w="3788410" h="389889">
                  <a:moveTo>
                    <a:pt x="3788410" y="0"/>
                  </a:moveTo>
                  <a:lnTo>
                    <a:pt x="3783330" y="0"/>
                  </a:lnTo>
                  <a:lnTo>
                    <a:pt x="3783330" y="5080"/>
                  </a:lnTo>
                  <a:lnTo>
                    <a:pt x="3783330" y="384810"/>
                  </a:lnTo>
                  <a:lnTo>
                    <a:pt x="5080" y="384810"/>
                  </a:lnTo>
                  <a:lnTo>
                    <a:pt x="5080" y="5080"/>
                  </a:lnTo>
                  <a:lnTo>
                    <a:pt x="3783330" y="5080"/>
                  </a:lnTo>
                  <a:lnTo>
                    <a:pt x="378333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384810"/>
                  </a:lnTo>
                  <a:lnTo>
                    <a:pt x="0" y="389890"/>
                  </a:lnTo>
                  <a:lnTo>
                    <a:pt x="3788410" y="389890"/>
                  </a:lnTo>
                  <a:lnTo>
                    <a:pt x="3788410" y="384810"/>
                  </a:lnTo>
                  <a:lnTo>
                    <a:pt x="3788410" y="5080"/>
                  </a:lnTo>
                  <a:lnTo>
                    <a:pt x="3788410" y="0"/>
                  </a:lnTo>
                  <a:close/>
                </a:path>
              </a:pathLst>
            </a:custGeom>
            <a:solidFill>
              <a:srgbClr val="5D5D5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510540" y="4015739"/>
              <a:ext cx="3778250" cy="379730"/>
            </a:xfrm>
            <a:custGeom>
              <a:avLst/>
              <a:gdLst/>
              <a:ahLst/>
              <a:cxnLst/>
              <a:rect l="l" t="t" r="r" b="b"/>
              <a:pathLst>
                <a:path w="3778250" h="379729">
                  <a:moveTo>
                    <a:pt x="3778250" y="0"/>
                  </a:moveTo>
                  <a:lnTo>
                    <a:pt x="3771900" y="0"/>
                  </a:lnTo>
                  <a:lnTo>
                    <a:pt x="3771900" y="6350"/>
                  </a:lnTo>
                  <a:lnTo>
                    <a:pt x="3771900" y="373380"/>
                  </a:lnTo>
                  <a:lnTo>
                    <a:pt x="6350" y="373380"/>
                  </a:lnTo>
                  <a:lnTo>
                    <a:pt x="6350" y="6350"/>
                  </a:lnTo>
                  <a:lnTo>
                    <a:pt x="3771900" y="6350"/>
                  </a:lnTo>
                  <a:lnTo>
                    <a:pt x="377190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373380"/>
                  </a:lnTo>
                  <a:lnTo>
                    <a:pt x="0" y="379730"/>
                  </a:lnTo>
                  <a:lnTo>
                    <a:pt x="3778250" y="379730"/>
                  </a:lnTo>
                  <a:lnTo>
                    <a:pt x="3778250" y="373380"/>
                  </a:lnTo>
                  <a:lnTo>
                    <a:pt x="3778250" y="6350"/>
                  </a:lnTo>
                  <a:lnTo>
                    <a:pt x="3778250" y="0"/>
                  </a:lnTo>
                  <a:close/>
                </a:path>
              </a:pathLst>
            </a:custGeom>
            <a:solidFill>
              <a:srgbClr val="5E5E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516890" y="4022089"/>
              <a:ext cx="3765550" cy="367030"/>
            </a:xfrm>
            <a:custGeom>
              <a:avLst/>
              <a:gdLst/>
              <a:ahLst/>
              <a:cxnLst/>
              <a:rect l="l" t="t" r="r" b="b"/>
              <a:pathLst>
                <a:path w="3765550" h="367029">
                  <a:moveTo>
                    <a:pt x="3765550" y="0"/>
                  </a:moveTo>
                  <a:lnTo>
                    <a:pt x="3760470" y="0"/>
                  </a:lnTo>
                  <a:lnTo>
                    <a:pt x="3760470" y="5080"/>
                  </a:lnTo>
                  <a:lnTo>
                    <a:pt x="3760470" y="361950"/>
                  </a:lnTo>
                  <a:lnTo>
                    <a:pt x="5080" y="361950"/>
                  </a:lnTo>
                  <a:lnTo>
                    <a:pt x="5080" y="5080"/>
                  </a:lnTo>
                  <a:lnTo>
                    <a:pt x="3760470" y="5080"/>
                  </a:lnTo>
                  <a:lnTo>
                    <a:pt x="376047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361950"/>
                  </a:lnTo>
                  <a:lnTo>
                    <a:pt x="0" y="367030"/>
                  </a:lnTo>
                  <a:lnTo>
                    <a:pt x="3765550" y="367030"/>
                  </a:lnTo>
                  <a:lnTo>
                    <a:pt x="3765550" y="361950"/>
                  </a:lnTo>
                  <a:lnTo>
                    <a:pt x="3765550" y="5080"/>
                  </a:lnTo>
                  <a:lnTo>
                    <a:pt x="3765550" y="0"/>
                  </a:lnTo>
                  <a:close/>
                </a:path>
              </a:pathLst>
            </a:custGeom>
            <a:solidFill>
              <a:srgbClr val="5F5F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521970" y="4027169"/>
              <a:ext cx="3755390" cy="356870"/>
            </a:xfrm>
            <a:custGeom>
              <a:avLst/>
              <a:gdLst/>
              <a:ahLst/>
              <a:cxnLst/>
              <a:rect l="l" t="t" r="r" b="b"/>
              <a:pathLst>
                <a:path w="3755390" h="356870">
                  <a:moveTo>
                    <a:pt x="3755390" y="0"/>
                  </a:moveTo>
                  <a:lnTo>
                    <a:pt x="3749040" y="0"/>
                  </a:lnTo>
                  <a:lnTo>
                    <a:pt x="3749040" y="6350"/>
                  </a:lnTo>
                  <a:lnTo>
                    <a:pt x="3749040" y="350520"/>
                  </a:lnTo>
                  <a:lnTo>
                    <a:pt x="6350" y="350520"/>
                  </a:lnTo>
                  <a:lnTo>
                    <a:pt x="6350" y="6350"/>
                  </a:lnTo>
                  <a:lnTo>
                    <a:pt x="3749040" y="6350"/>
                  </a:lnTo>
                  <a:lnTo>
                    <a:pt x="374904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350520"/>
                  </a:lnTo>
                  <a:lnTo>
                    <a:pt x="0" y="356870"/>
                  </a:lnTo>
                  <a:lnTo>
                    <a:pt x="3755390" y="356870"/>
                  </a:lnTo>
                  <a:lnTo>
                    <a:pt x="3755390" y="350520"/>
                  </a:lnTo>
                  <a:lnTo>
                    <a:pt x="3755390" y="6350"/>
                  </a:lnTo>
                  <a:lnTo>
                    <a:pt x="3755390" y="0"/>
                  </a:lnTo>
                  <a:close/>
                </a:path>
              </a:pathLst>
            </a:custGeom>
            <a:solidFill>
              <a:srgbClr val="6060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528320" y="4033519"/>
              <a:ext cx="3742690" cy="344170"/>
            </a:xfrm>
            <a:custGeom>
              <a:avLst/>
              <a:gdLst/>
              <a:ahLst/>
              <a:cxnLst/>
              <a:rect l="l" t="t" r="r" b="b"/>
              <a:pathLst>
                <a:path w="3742690" h="344170">
                  <a:moveTo>
                    <a:pt x="3742690" y="0"/>
                  </a:moveTo>
                  <a:lnTo>
                    <a:pt x="3737610" y="0"/>
                  </a:lnTo>
                  <a:lnTo>
                    <a:pt x="3737610" y="5080"/>
                  </a:lnTo>
                  <a:lnTo>
                    <a:pt x="3737610" y="339090"/>
                  </a:lnTo>
                  <a:lnTo>
                    <a:pt x="5080" y="339090"/>
                  </a:lnTo>
                  <a:lnTo>
                    <a:pt x="5080" y="5080"/>
                  </a:lnTo>
                  <a:lnTo>
                    <a:pt x="3737610" y="5080"/>
                  </a:lnTo>
                  <a:lnTo>
                    <a:pt x="373761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339090"/>
                  </a:lnTo>
                  <a:lnTo>
                    <a:pt x="0" y="344170"/>
                  </a:lnTo>
                  <a:lnTo>
                    <a:pt x="3742690" y="344170"/>
                  </a:lnTo>
                  <a:lnTo>
                    <a:pt x="3742690" y="339090"/>
                  </a:lnTo>
                  <a:lnTo>
                    <a:pt x="3742690" y="5080"/>
                  </a:lnTo>
                  <a:lnTo>
                    <a:pt x="3742690" y="0"/>
                  </a:lnTo>
                  <a:close/>
                </a:path>
              </a:pathLst>
            </a:custGeom>
            <a:solidFill>
              <a:srgbClr val="61616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533400" y="4038599"/>
              <a:ext cx="3732529" cy="334010"/>
            </a:xfrm>
            <a:custGeom>
              <a:avLst/>
              <a:gdLst/>
              <a:ahLst/>
              <a:cxnLst/>
              <a:rect l="l" t="t" r="r" b="b"/>
              <a:pathLst>
                <a:path w="3732529" h="334010">
                  <a:moveTo>
                    <a:pt x="3732530" y="0"/>
                  </a:moveTo>
                  <a:lnTo>
                    <a:pt x="3726180" y="0"/>
                  </a:lnTo>
                  <a:lnTo>
                    <a:pt x="3726180" y="6350"/>
                  </a:lnTo>
                  <a:lnTo>
                    <a:pt x="3726180" y="327660"/>
                  </a:lnTo>
                  <a:lnTo>
                    <a:pt x="6350" y="327660"/>
                  </a:lnTo>
                  <a:lnTo>
                    <a:pt x="6350" y="6350"/>
                  </a:lnTo>
                  <a:lnTo>
                    <a:pt x="3726180" y="6350"/>
                  </a:lnTo>
                  <a:lnTo>
                    <a:pt x="372618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327660"/>
                  </a:lnTo>
                  <a:lnTo>
                    <a:pt x="0" y="334010"/>
                  </a:lnTo>
                  <a:lnTo>
                    <a:pt x="3732530" y="334010"/>
                  </a:lnTo>
                  <a:lnTo>
                    <a:pt x="3732530" y="327660"/>
                  </a:lnTo>
                  <a:lnTo>
                    <a:pt x="3732530" y="6350"/>
                  </a:lnTo>
                  <a:lnTo>
                    <a:pt x="3732530" y="0"/>
                  </a:lnTo>
                  <a:close/>
                </a:path>
              </a:pathLst>
            </a:custGeom>
            <a:solidFill>
              <a:srgbClr val="62626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539750" y="4044949"/>
              <a:ext cx="3719829" cy="321310"/>
            </a:xfrm>
            <a:custGeom>
              <a:avLst/>
              <a:gdLst/>
              <a:ahLst/>
              <a:cxnLst/>
              <a:rect l="l" t="t" r="r" b="b"/>
              <a:pathLst>
                <a:path w="3719829" h="321310">
                  <a:moveTo>
                    <a:pt x="3719830" y="0"/>
                  </a:moveTo>
                  <a:lnTo>
                    <a:pt x="3714750" y="0"/>
                  </a:lnTo>
                  <a:lnTo>
                    <a:pt x="3714750" y="5080"/>
                  </a:lnTo>
                  <a:lnTo>
                    <a:pt x="3714750" y="316230"/>
                  </a:lnTo>
                  <a:lnTo>
                    <a:pt x="5080" y="316230"/>
                  </a:lnTo>
                  <a:lnTo>
                    <a:pt x="5080" y="5080"/>
                  </a:lnTo>
                  <a:lnTo>
                    <a:pt x="3714750" y="5080"/>
                  </a:lnTo>
                  <a:lnTo>
                    <a:pt x="371475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316230"/>
                  </a:lnTo>
                  <a:lnTo>
                    <a:pt x="0" y="321310"/>
                  </a:lnTo>
                  <a:lnTo>
                    <a:pt x="3719830" y="321310"/>
                  </a:lnTo>
                  <a:lnTo>
                    <a:pt x="3719830" y="316230"/>
                  </a:lnTo>
                  <a:lnTo>
                    <a:pt x="3719830" y="5080"/>
                  </a:lnTo>
                  <a:lnTo>
                    <a:pt x="3719830" y="0"/>
                  </a:lnTo>
                  <a:close/>
                </a:path>
              </a:pathLst>
            </a:custGeom>
            <a:solidFill>
              <a:srgbClr val="6363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544830" y="4050029"/>
              <a:ext cx="3709670" cy="311150"/>
            </a:xfrm>
            <a:custGeom>
              <a:avLst/>
              <a:gdLst/>
              <a:ahLst/>
              <a:cxnLst/>
              <a:rect l="l" t="t" r="r" b="b"/>
              <a:pathLst>
                <a:path w="3709670" h="311150">
                  <a:moveTo>
                    <a:pt x="3709670" y="0"/>
                  </a:moveTo>
                  <a:lnTo>
                    <a:pt x="3703320" y="0"/>
                  </a:lnTo>
                  <a:lnTo>
                    <a:pt x="3703320" y="6350"/>
                  </a:lnTo>
                  <a:lnTo>
                    <a:pt x="3703320" y="304800"/>
                  </a:lnTo>
                  <a:lnTo>
                    <a:pt x="6350" y="304800"/>
                  </a:lnTo>
                  <a:lnTo>
                    <a:pt x="6350" y="6350"/>
                  </a:lnTo>
                  <a:lnTo>
                    <a:pt x="3703320" y="6350"/>
                  </a:lnTo>
                  <a:lnTo>
                    <a:pt x="370332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304800"/>
                  </a:lnTo>
                  <a:lnTo>
                    <a:pt x="0" y="311150"/>
                  </a:lnTo>
                  <a:lnTo>
                    <a:pt x="3709670" y="311150"/>
                  </a:lnTo>
                  <a:lnTo>
                    <a:pt x="3709670" y="304800"/>
                  </a:lnTo>
                  <a:lnTo>
                    <a:pt x="3709670" y="6350"/>
                  </a:lnTo>
                  <a:lnTo>
                    <a:pt x="3709670" y="0"/>
                  </a:lnTo>
                  <a:close/>
                </a:path>
              </a:pathLst>
            </a:custGeom>
            <a:solidFill>
              <a:srgbClr val="64646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551180" y="4056379"/>
              <a:ext cx="3696970" cy="298450"/>
            </a:xfrm>
            <a:custGeom>
              <a:avLst/>
              <a:gdLst/>
              <a:ahLst/>
              <a:cxnLst/>
              <a:rect l="l" t="t" r="r" b="b"/>
              <a:pathLst>
                <a:path w="3696970" h="298450">
                  <a:moveTo>
                    <a:pt x="3696970" y="0"/>
                  </a:moveTo>
                  <a:lnTo>
                    <a:pt x="3685540" y="0"/>
                  </a:lnTo>
                  <a:lnTo>
                    <a:pt x="3685540" y="11430"/>
                  </a:lnTo>
                  <a:lnTo>
                    <a:pt x="3685540" y="287020"/>
                  </a:lnTo>
                  <a:lnTo>
                    <a:pt x="11430" y="287020"/>
                  </a:lnTo>
                  <a:lnTo>
                    <a:pt x="11430" y="11430"/>
                  </a:lnTo>
                  <a:lnTo>
                    <a:pt x="3685540" y="11430"/>
                  </a:lnTo>
                  <a:lnTo>
                    <a:pt x="368554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293370"/>
                  </a:lnTo>
                  <a:lnTo>
                    <a:pt x="0" y="298450"/>
                  </a:lnTo>
                  <a:lnTo>
                    <a:pt x="3696970" y="298450"/>
                  </a:lnTo>
                  <a:lnTo>
                    <a:pt x="3696970" y="293370"/>
                  </a:lnTo>
                  <a:lnTo>
                    <a:pt x="3696970" y="5080"/>
                  </a:lnTo>
                  <a:lnTo>
                    <a:pt x="3696970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562610" y="4067809"/>
              <a:ext cx="3674110" cy="275590"/>
            </a:xfrm>
            <a:custGeom>
              <a:avLst/>
              <a:gdLst/>
              <a:ahLst/>
              <a:cxnLst/>
              <a:rect l="l" t="t" r="r" b="b"/>
              <a:pathLst>
                <a:path w="3674110" h="275589">
                  <a:moveTo>
                    <a:pt x="3674110" y="0"/>
                  </a:moveTo>
                  <a:lnTo>
                    <a:pt x="3669030" y="0"/>
                  </a:lnTo>
                  <a:lnTo>
                    <a:pt x="3669030" y="5080"/>
                  </a:lnTo>
                  <a:lnTo>
                    <a:pt x="3669030" y="269240"/>
                  </a:lnTo>
                  <a:lnTo>
                    <a:pt x="6350" y="269240"/>
                  </a:lnTo>
                  <a:lnTo>
                    <a:pt x="6350" y="5080"/>
                  </a:lnTo>
                  <a:lnTo>
                    <a:pt x="3669030" y="5080"/>
                  </a:lnTo>
                  <a:lnTo>
                    <a:pt x="366903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269240"/>
                  </a:lnTo>
                  <a:lnTo>
                    <a:pt x="0" y="275590"/>
                  </a:lnTo>
                  <a:lnTo>
                    <a:pt x="3674110" y="275590"/>
                  </a:lnTo>
                  <a:lnTo>
                    <a:pt x="3674110" y="269240"/>
                  </a:lnTo>
                  <a:lnTo>
                    <a:pt x="3674110" y="5080"/>
                  </a:lnTo>
                  <a:lnTo>
                    <a:pt x="3674110" y="0"/>
                  </a:lnTo>
                  <a:close/>
                </a:path>
              </a:pathLst>
            </a:custGeom>
            <a:solidFill>
              <a:srgbClr val="6767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568960" y="4072889"/>
              <a:ext cx="3662679" cy="264160"/>
            </a:xfrm>
            <a:custGeom>
              <a:avLst/>
              <a:gdLst/>
              <a:ahLst/>
              <a:cxnLst/>
              <a:rect l="l" t="t" r="r" b="b"/>
              <a:pathLst>
                <a:path w="3662679" h="264160">
                  <a:moveTo>
                    <a:pt x="3662680" y="0"/>
                  </a:moveTo>
                  <a:lnTo>
                    <a:pt x="3656330" y="0"/>
                  </a:lnTo>
                  <a:lnTo>
                    <a:pt x="3656330" y="6350"/>
                  </a:lnTo>
                  <a:lnTo>
                    <a:pt x="3656330" y="259080"/>
                  </a:lnTo>
                  <a:lnTo>
                    <a:pt x="5080" y="259080"/>
                  </a:lnTo>
                  <a:lnTo>
                    <a:pt x="5080" y="6350"/>
                  </a:lnTo>
                  <a:lnTo>
                    <a:pt x="3656330" y="6350"/>
                  </a:lnTo>
                  <a:lnTo>
                    <a:pt x="365633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259080"/>
                  </a:lnTo>
                  <a:lnTo>
                    <a:pt x="0" y="264160"/>
                  </a:lnTo>
                  <a:lnTo>
                    <a:pt x="3662680" y="264160"/>
                  </a:lnTo>
                  <a:lnTo>
                    <a:pt x="3662680" y="259080"/>
                  </a:lnTo>
                  <a:lnTo>
                    <a:pt x="3662680" y="6350"/>
                  </a:lnTo>
                  <a:lnTo>
                    <a:pt x="3662680" y="0"/>
                  </a:lnTo>
                  <a:close/>
                </a:path>
              </a:pathLst>
            </a:custGeom>
            <a:solidFill>
              <a:srgbClr val="68686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574040" y="4079239"/>
              <a:ext cx="3651250" cy="252729"/>
            </a:xfrm>
            <a:custGeom>
              <a:avLst/>
              <a:gdLst/>
              <a:ahLst/>
              <a:cxnLst/>
              <a:rect l="l" t="t" r="r" b="b"/>
              <a:pathLst>
                <a:path w="3651250" h="252729">
                  <a:moveTo>
                    <a:pt x="3651250" y="0"/>
                  </a:moveTo>
                  <a:lnTo>
                    <a:pt x="3644900" y="0"/>
                  </a:lnTo>
                  <a:lnTo>
                    <a:pt x="3644900" y="5080"/>
                  </a:lnTo>
                  <a:lnTo>
                    <a:pt x="3644900" y="246380"/>
                  </a:lnTo>
                  <a:lnTo>
                    <a:pt x="6350" y="246380"/>
                  </a:lnTo>
                  <a:lnTo>
                    <a:pt x="6350" y="5080"/>
                  </a:lnTo>
                  <a:lnTo>
                    <a:pt x="3644900" y="5080"/>
                  </a:lnTo>
                  <a:lnTo>
                    <a:pt x="364490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246380"/>
                  </a:lnTo>
                  <a:lnTo>
                    <a:pt x="0" y="252730"/>
                  </a:lnTo>
                  <a:lnTo>
                    <a:pt x="3651250" y="252730"/>
                  </a:lnTo>
                  <a:lnTo>
                    <a:pt x="3651250" y="246380"/>
                  </a:lnTo>
                  <a:lnTo>
                    <a:pt x="3651250" y="5080"/>
                  </a:lnTo>
                  <a:lnTo>
                    <a:pt x="3651250" y="0"/>
                  </a:lnTo>
                  <a:close/>
                </a:path>
              </a:pathLst>
            </a:custGeom>
            <a:solidFill>
              <a:srgbClr val="6969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580390" y="4084319"/>
              <a:ext cx="3638550" cy="241300"/>
            </a:xfrm>
            <a:custGeom>
              <a:avLst/>
              <a:gdLst/>
              <a:ahLst/>
              <a:cxnLst/>
              <a:rect l="l" t="t" r="r" b="b"/>
              <a:pathLst>
                <a:path w="3638550" h="241300">
                  <a:moveTo>
                    <a:pt x="3638550" y="0"/>
                  </a:moveTo>
                  <a:lnTo>
                    <a:pt x="3633470" y="0"/>
                  </a:lnTo>
                  <a:lnTo>
                    <a:pt x="3633470" y="6350"/>
                  </a:lnTo>
                  <a:lnTo>
                    <a:pt x="3633470" y="236220"/>
                  </a:lnTo>
                  <a:lnTo>
                    <a:pt x="5080" y="236220"/>
                  </a:lnTo>
                  <a:lnTo>
                    <a:pt x="5080" y="6350"/>
                  </a:lnTo>
                  <a:lnTo>
                    <a:pt x="3633470" y="6350"/>
                  </a:lnTo>
                  <a:lnTo>
                    <a:pt x="363347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236220"/>
                  </a:lnTo>
                  <a:lnTo>
                    <a:pt x="0" y="241300"/>
                  </a:lnTo>
                  <a:lnTo>
                    <a:pt x="3638550" y="241300"/>
                  </a:lnTo>
                  <a:lnTo>
                    <a:pt x="3638550" y="236220"/>
                  </a:lnTo>
                  <a:lnTo>
                    <a:pt x="3638550" y="6350"/>
                  </a:lnTo>
                  <a:lnTo>
                    <a:pt x="3638550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585470" y="4090669"/>
              <a:ext cx="3628390" cy="229870"/>
            </a:xfrm>
            <a:custGeom>
              <a:avLst/>
              <a:gdLst/>
              <a:ahLst/>
              <a:cxnLst/>
              <a:rect l="l" t="t" r="r" b="b"/>
              <a:pathLst>
                <a:path w="3628390" h="229870">
                  <a:moveTo>
                    <a:pt x="3628390" y="0"/>
                  </a:moveTo>
                  <a:lnTo>
                    <a:pt x="3622040" y="0"/>
                  </a:lnTo>
                  <a:lnTo>
                    <a:pt x="3622040" y="6350"/>
                  </a:lnTo>
                  <a:lnTo>
                    <a:pt x="3622040" y="223520"/>
                  </a:lnTo>
                  <a:lnTo>
                    <a:pt x="6350" y="223520"/>
                  </a:lnTo>
                  <a:lnTo>
                    <a:pt x="6350" y="6350"/>
                  </a:lnTo>
                  <a:lnTo>
                    <a:pt x="3622040" y="6350"/>
                  </a:lnTo>
                  <a:lnTo>
                    <a:pt x="362204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223520"/>
                  </a:lnTo>
                  <a:lnTo>
                    <a:pt x="0" y="229870"/>
                  </a:lnTo>
                  <a:lnTo>
                    <a:pt x="3628390" y="229870"/>
                  </a:lnTo>
                  <a:lnTo>
                    <a:pt x="3628390" y="223520"/>
                  </a:lnTo>
                  <a:lnTo>
                    <a:pt x="3628390" y="6350"/>
                  </a:lnTo>
                  <a:lnTo>
                    <a:pt x="3628390" y="0"/>
                  </a:lnTo>
                  <a:close/>
                </a:path>
              </a:pathLst>
            </a:custGeom>
            <a:solidFill>
              <a:srgbClr val="6B6B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591820" y="4097019"/>
              <a:ext cx="3615690" cy="217170"/>
            </a:xfrm>
            <a:custGeom>
              <a:avLst/>
              <a:gdLst/>
              <a:ahLst/>
              <a:cxnLst/>
              <a:rect l="l" t="t" r="r" b="b"/>
              <a:pathLst>
                <a:path w="3615690" h="217170">
                  <a:moveTo>
                    <a:pt x="3615690" y="0"/>
                  </a:moveTo>
                  <a:lnTo>
                    <a:pt x="3610610" y="0"/>
                  </a:lnTo>
                  <a:lnTo>
                    <a:pt x="3610610" y="5080"/>
                  </a:lnTo>
                  <a:lnTo>
                    <a:pt x="3610610" y="212090"/>
                  </a:lnTo>
                  <a:lnTo>
                    <a:pt x="5080" y="212090"/>
                  </a:lnTo>
                  <a:lnTo>
                    <a:pt x="5080" y="5080"/>
                  </a:lnTo>
                  <a:lnTo>
                    <a:pt x="3610610" y="5080"/>
                  </a:lnTo>
                  <a:lnTo>
                    <a:pt x="361061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212090"/>
                  </a:lnTo>
                  <a:lnTo>
                    <a:pt x="0" y="217170"/>
                  </a:lnTo>
                  <a:lnTo>
                    <a:pt x="3615690" y="217170"/>
                  </a:lnTo>
                  <a:lnTo>
                    <a:pt x="3615690" y="212090"/>
                  </a:lnTo>
                  <a:lnTo>
                    <a:pt x="3615690" y="5080"/>
                  </a:lnTo>
                  <a:lnTo>
                    <a:pt x="3615690" y="0"/>
                  </a:lnTo>
                  <a:close/>
                </a:path>
              </a:pathLst>
            </a:custGeom>
            <a:solidFill>
              <a:srgbClr val="6C6C6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596900" y="4102099"/>
              <a:ext cx="3605529" cy="207010"/>
            </a:xfrm>
            <a:custGeom>
              <a:avLst/>
              <a:gdLst/>
              <a:ahLst/>
              <a:cxnLst/>
              <a:rect l="l" t="t" r="r" b="b"/>
              <a:pathLst>
                <a:path w="3605529" h="207010">
                  <a:moveTo>
                    <a:pt x="3605530" y="0"/>
                  </a:moveTo>
                  <a:lnTo>
                    <a:pt x="3599180" y="0"/>
                  </a:lnTo>
                  <a:lnTo>
                    <a:pt x="3599180" y="6350"/>
                  </a:lnTo>
                  <a:lnTo>
                    <a:pt x="3599180" y="200660"/>
                  </a:lnTo>
                  <a:lnTo>
                    <a:pt x="6350" y="200660"/>
                  </a:lnTo>
                  <a:lnTo>
                    <a:pt x="6350" y="6350"/>
                  </a:lnTo>
                  <a:lnTo>
                    <a:pt x="3599180" y="6350"/>
                  </a:lnTo>
                  <a:lnTo>
                    <a:pt x="359918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200660"/>
                  </a:lnTo>
                  <a:lnTo>
                    <a:pt x="0" y="207010"/>
                  </a:lnTo>
                  <a:lnTo>
                    <a:pt x="3605530" y="207010"/>
                  </a:lnTo>
                  <a:lnTo>
                    <a:pt x="3605530" y="200660"/>
                  </a:lnTo>
                  <a:lnTo>
                    <a:pt x="3605530" y="6350"/>
                  </a:lnTo>
                  <a:lnTo>
                    <a:pt x="3605530" y="0"/>
                  </a:lnTo>
                  <a:close/>
                </a:path>
              </a:pathLst>
            </a:custGeom>
            <a:solidFill>
              <a:srgbClr val="6D6D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603250" y="4108449"/>
              <a:ext cx="3592829" cy="194310"/>
            </a:xfrm>
            <a:custGeom>
              <a:avLst/>
              <a:gdLst/>
              <a:ahLst/>
              <a:cxnLst/>
              <a:rect l="l" t="t" r="r" b="b"/>
              <a:pathLst>
                <a:path w="3592829" h="194310">
                  <a:moveTo>
                    <a:pt x="3592830" y="0"/>
                  </a:moveTo>
                  <a:lnTo>
                    <a:pt x="3587750" y="0"/>
                  </a:lnTo>
                  <a:lnTo>
                    <a:pt x="3587750" y="5080"/>
                  </a:lnTo>
                  <a:lnTo>
                    <a:pt x="3587750" y="189230"/>
                  </a:lnTo>
                  <a:lnTo>
                    <a:pt x="5080" y="189230"/>
                  </a:lnTo>
                  <a:lnTo>
                    <a:pt x="5080" y="5080"/>
                  </a:lnTo>
                  <a:lnTo>
                    <a:pt x="3587750" y="5080"/>
                  </a:lnTo>
                  <a:lnTo>
                    <a:pt x="358775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189230"/>
                  </a:lnTo>
                  <a:lnTo>
                    <a:pt x="0" y="194310"/>
                  </a:lnTo>
                  <a:lnTo>
                    <a:pt x="3592830" y="194310"/>
                  </a:lnTo>
                  <a:lnTo>
                    <a:pt x="3592830" y="189230"/>
                  </a:lnTo>
                  <a:lnTo>
                    <a:pt x="3592830" y="5080"/>
                  </a:lnTo>
                  <a:lnTo>
                    <a:pt x="3592830" y="0"/>
                  </a:lnTo>
                  <a:close/>
                </a:path>
              </a:pathLst>
            </a:custGeom>
            <a:solidFill>
              <a:srgbClr val="6E6E6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608330" y="4113529"/>
              <a:ext cx="3582670" cy="184150"/>
            </a:xfrm>
            <a:custGeom>
              <a:avLst/>
              <a:gdLst/>
              <a:ahLst/>
              <a:cxnLst/>
              <a:rect l="l" t="t" r="r" b="b"/>
              <a:pathLst>
                <a:path w="3582670" h="184150">
                  <a:moveTo>
                    <a:pt x="3582670" y="0"/>
                  </a:moveTo>
                  <a:lnTo>
                    <a:pt x="3576320" y="0"/>
                  </a:lnTo>
                  <a:lnTo>
                    <a:pt x="3576320" y="6350"/>
                  </a:lnTo>
                  <a:lnTo>
                    <a:pt x="3576320" y="177800"/>
                  </a:lnTo>
                  <a:lnTo>
                    <a:pt x="6350" y="177800"/>
                  </a:lnTo>
                  <a:lnTo>
                    <a:pt x="6350" y="6350"/>
                  </a:lnTo>
                  <a:lnTo>
                    <a:pt x="3576320" y="6350"/>
                  </a:lnTo>
                  <a:lnTo>
                    <a:pt x="357632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177800"/>
                  </a:lnTo>
                  <a:lnTo>
                    <a:pt x="0" y="184150"/>
                  </a:lnTo>
                  <a:lnTo>
                    <a:pt x="3582670" y="184150"/>
                  </a:lnTo>
                  <a:lnTo>
                    <a:pt x="3582670" y="177800"/>
                  </a:lnTo>
                  <a:lnTo>
                    <a:pt x="3582670" y="6350"/>
                  </a:lnTo>
                  <a:lnTo>
                    <a:pt x="3582670" y="0"/>
                  </a:lnTo>
                  <a:close/>
                </a:path>
              </a:pathLst>
            </a:custGeom>
            <a:solidFill>
              <a:srgbClr val="6F6F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614680" y="4119879"/>
              <a:ext cx="3569970" cy="171450"/>
            </a:xfrm>
            <a:custGeom>
              <a:avLst/>
              <a:gdLst/>
              <a:ahLst/>
              <a:cxnLst/>
              <a:rect l="l" t="t" r="r" b="b"/>
              <a:pathLst>
                <a:path w="3569970" h="171450">
                  <a:moveTo>
                    <a:pt x="3569970" y="0"/>
                  </a:moveTo>
                  <a:lnTo>
                    <a:pt x="3564890" y="0"/>
                  </a:lnTo>
                  <a:lnTo>
                    <a:pt x="3564890" y="5080"/>
                  </a:lnTo>
                  <a:lnTo>
                    <a:pt x="3564890" y="166370"/>
                  </a:lnTo>
                  <a:lnTo>
                    <a:pt x="5080" y="166370"/>
                  </a:lnTo>
                  <a:lnTo>
                    <a:pt x="5080" y="5080"/>
                  </a:lnTo>
                  <a:lnTo>
                    <a:pt x="3564890" y="5080"/>
                  </a:lnTo>
                  <a:lnTo>
                    <a:pt x="356489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166370"/>
                  </a:lnTo>
                  <a:lnTo>
                    <a:pt x="0" y="171450"/>
                  </a:lnTo>
                  <a:lnTo>
                    <a:pt x="3569970" y="171450"/>
                  </a:lnTo>
                  <a:lnTo>
                    <a:pt x="3569970" y="166370"/>
                  </a:lnTo>
                  <a:lnTo>
                    <a:pt x="3569970" y="5080"/>
                  </a:lnTo>
                  <a:lnTo>
                    <a:pt x="3569970" y="0"/>
                  </a:lnTo>
                  <a:close/>
                </a:path>
              </a:pathLst>
            </a:custGeom>
            <a:solidFill>
              <a:srgbClr val="70707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619760" y="4124959"/>
              <a:ext cx="3559810" cy="161290"/>
            </a:xfrm>
            <a:custGeom>
              <a:avLst/>
              <a:gdLst/>
              <a:ahLst/>
              <a:cxnLst/>
              <a:rect l="l" t="t" r="r" b="b"/>
              <a:pathLst>
                <a:path w="3559810" h="161289">
                  <a:moveTo>
                    <a:pt x="3559810" y="0"/>
                  </a:moveTo>
                  <a:lnTo>
                    <a:pt x="3553460" y="0"/>
                  </a:lnTo>
                  <a:lnTo>
                    <a:pt x="3553460" y="6350"/>
                  </a:lnTo>
                  <a:lnTo>
                    <a:pt x="3553460" y="154940"/>
                  </a:lnTo>
                  <a:lnTo>
                    <a:pt x="6350" y="154940"/>
                  </a:lnTo>
                  <a:lnTo>
                    <a:pt x="6350" y="6350"/>
                  </a:lnTo>
                  <a:lnTo>
                    <a:pt x="3553460" y="6350"/>
                  </a:lnTo>
                  <a:lnTo>
                    <a:pt x="355346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154940"/>
                  </a:lnTo>
                  <a:lnTo>
                    <a:pt x="0" y="161290"/>
                  </a:lnTo>
                  <a:lnTo>
                    <a:pt x="3559810" y="161290"/>
                  </a:lnTo>
                  <a:lnTo>
                    <a:pt x="3559810" y="154940"/>
                  </a:lnTo>
                  <a:lnTo>
                    <a:pt x="3559810" y="6350"/>
                  </a:lnTo>
                  <a:lnTo>
                    <a:pt x="3559810" y="0"/>
                  </a:lnTo>
                  <a:close/>
                </a:path>
              </a:pathLst>
            </a:custGeom>
            <a:solidFill>
              <a:srgbClr val="7171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626110" y="4131309"/>
              <a:ext cx="3547110" cy="148590"/>
            </a:xfrm>
            <a:custGeom>
              <a:avLst/>
              <a:gdLst/>
              <a:ahLst/>
              <a:cxnLst/>
              <a:rect l="l" t="t" r="r" b="b"/>
              <a:pathLst>
                <a:path w="3547110" h="148589">
                  <a:moveTo>
                    <a:pt x="3547110" y="0"/>
                  </a:moveTo>
                  <a:lnTo>
                    <a:pt x="3542030" y="0"/>
                  </a:lnTo>
                  <a:lnTo>
                    <a:pt x="3542030" y="5080"/>
                  </a:lnTo>
                  <a:lnTo>
                    <a:pt x="3542030" y="143510"/>
                  </a:lnTo>
                  <a:lnTo>
                    <a:pt x="5080" y="143510"/>
                  </a:lnTo>
                  <a:lnTo>
                    <a:pt x="5080" y="5080"/>
                  </a:lnTo>
                  <a:lnTo>
                    <a:pt x="3542030" y="5080"/>
                  </a:lnTo>
                  <a:lnTo>
                    <a:pt x="354203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143510"/>
                  </a:lnTo>
                  <a:lnTo>
                    <a:pt x="0" y="148590"/>
                  </a:lnTo>
                  <a:lnTo>
                    <a:pt x="3547110" y="148590"/>
                  </a:lnTo>
                  <a:lnTo>
                    <a:pt x="3547110" y="143510"/>
                  </a:lnTo>
                  <a:lnTo>
                    <a:pt x="3547110" y="5080"/>
                  </a:lnTo>
                  <a:lnTo>
                    <a:pt x="3547110" y="0"/>
                  </a:lnTo>
                  <a:close/>
                </a:path>
              </a:pathLst>
            </a:custGeom>
            <a:solidFill>
              <a:srgbClr val="7272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631190" y="4136389"/>
              <a:ext cx="3536950" cy="138430"/>
            </a:xfrm>
            <a:custGeom>
              <a:avLst/>
              <a:gdLst/>
              <a:ahLst/>
              <a:cxnLst/>
              <a:rect l="l" t="t" r="r" b="b"/>
              <a:pathLst>
                <a:path w="3536950" h="138429">
                  <a:moveTo>
                    <a:pt x="3536950" y="0"/>
                  </a:moveTo>
                  <a:lnTo>
                    <a:pt x="3530600" y="0"/>
                  </a:lnTo>
                  <a:lnTo>
                    <a:pt x="3530600" y="6350"/>
                  </a:lnTo>
                  <a:lnTo>
                    <a:pt x="3530600" y="132080"/>
                  </a:lnTo>
                  <a:lnTo>
                    <a:pt x="6350" y="132080"/>
                  </a:lnTo>
                  <a:lnTo>
                    <a:pt x="6350" y="6350"/>
                  </a:lnTo>
                  <a:lnTo>
                    <a:pt x="3530600" y="6350"/>
                  </a:lnTo>
                  <a:lnTo>
                    <a:pt x="353060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132080"/>
                  </a:lnTo>
                  <a:lnTo>
                    <a:pt x="0" y="138430"/>
                  </a:lnTo>
                  <a:lnTo>
                    <a:pt x="3536950" y="138430"/>
                  </a:lnTo>
                  <a:lnTo>
                    <a:pt x="3536950" y="132080"/>
                  </a:lnTo>
                  <a:lnTo>
                    <a:pt x="3536950" y="6350"/>
                  </a:lnTo>
                  <a:lnTo>
                    <a:pt x="3536950" y="0"/>
                  </a:lnTo>
                  <a:close/>
                </a:path>
              </a:pathLst>
            </a:custGeom>
            <a:solidFill>
              <a:srgbClr val="7373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637540" y="4142739"/>
              <a:ext cx="3524250" cy="125730"/>
            </a:xfrm>
            <a:custGeom>
              <a:avLst/>
              <a:gdLst/>
              <a:ahLst/>
              <a:cxnLst/>
              <a:rect l="l" t="t" r="r" b="b"/>
              <a:pathLst>
                <a:path w="3524250" h="125729">
                  <a:moveTo>
                    <a:pt x="3524250" y="0"/>
                  </a:moveTo>
                  <a:lnTo>
                    <a:pt x="3519170" y="0"/>
                  </a:lnTo>
                  <a:lnTo>
                    <a:pt x="3519170" y="5080"/>
                  </a:lnTo>
                  <a:lnTo>
                    <a:pt x="3519170" y="120650"/>
                  </a:lnTo>
                  <a:lnTo>
                    <a:pt x="6350" y="120650"/>
                  </a:lnTo>
                  <a:lnTo>
                    <a:pt x="6350" y="5080"/>
                  </a:lnTo>
                  <a:lnTo>
                    <a:pt x="3519170" y="5080"/>
                  </a:lnTo>
                  <a:lnTo>
                    <a:pt x="351917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120650"/>
                  </a:lnTo>
                  <a:lnTo>
                    <a:pt x="0" y="125730"/>
                  </a:lnTo>
                  <a:lnTo>
                    <a:pt x="3524250" y="125730"/>
                  </a:lnTo>
                  <a:lnTo>
                    <a:pt x="3524250" y="120650"/>
                  </a:lnTo>
                  <a:lnTo>
                    <a:pt x="3524250" y="5080"/>
                  </a:lnTo>
                  <a:lnTo>
                    <a:pt x="3524250" y="0"/>
                  </a:lnTo>
                  <a:close/>
                </a:path>
              </a:pathLst>
            </a:custGeom>
            <a:solidFill>
              <a:srgbClr val="7474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643890" y="4147819"/>
              <a:ext cx="3512820" cy="115570"/>
            </a:xfrm>
            <a:custGeom>
              <a:avLst/>
              <a:gdLst/>
              <a:ahLst/>
              <a:cxnLst/>
              <a:rect l="l" t="t" r="r" b="b"/>
              <a:pathLst>
                <a:path w="3512820" h="115570">
                  <a:moveTo>
                    <a:pt x="3512820" y="0"/>
                  </a:moveTo>
                  <a:lnTo>
                    <a:pt x="3506470" y="0"/>
                  </a:lnTo>
                  <a:lnTo>
                    <a:pt x="3506470" y="6350"/>
                  </a:lnTo>
                  <a:lnTo>
                    <a:pt x="3506470" y="109220"/>
                  </a:lnTo>
                  <a:lnTo>
                    <a:pt x="5080" y="109220"/>
                  </a:lnTo>
                  <a:lnTo>
                    <a:pt x="5080" y="6350"/>
                  </a:lnTo>
                  <a:lnTo>
                    <a:pt x="3506470" y="6350"/>
                  </a:lnTo>
                  <a:lnTo>
                    <a:pt x="350647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109220"/>
                  </a:lnTo>
                  <a:lnTo>
                    <a:pt x="0" y="115570"/>
                  </a:lnTo>
                  <a:lnTo>
                    <a:pt x="3512820" y="115570"/>
                  </a:lnTo>
                  <a:lnTo>
                    <a:pt x="3512820" y="109220"/>
                  </a:lnTo>
                  <a:lnTo>
                    <a:pt x="3512820" y="6350"/>
                  </a:lnTo>
                  <a:lnTo>
                    <a:pt x="3512820" y="0"/>
                  </a:lnTo>
                  <a:close/>
                </a:path>
              </a:pathLst>
            </a:custGeom>
            <a:solidFill>
              <a:srgbClr val="7575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648970" y="4154169"/>
              <a:ext cx="3501390" cy="102870"/>
            </a:xfrm>
            <a:custGeom>
              <a:avLst/>
              <a:gdLst/>
              <a:ahLst/>
              <a:cxnLst/>
              <a:rect l="l" t="t" r="r" b="b"/>
              <a:pathLst>
                <a:path w="3501390" h="102870">
                  <a:moveTo>
                    <a:pt x="3501390" y="0"/>
                  </a:moveTo>
                  <a:lnTo>
                    <a:pt x="3496310" y="0"/>
                  </a:lnTo>
                  <a:lnTo>
                    <a:pt x="3496310" y="5080"/>
                  </a:lnTo>
                  <a:lnTo>
                    <a:pt x="3496310" y="96520"/>
                  </a:lnTo>
                  <a:lnTo>
                    <a:pt x="6350" y="96520"/>
                  </a:lnTo>
                  <a:lnTo>
                    <a:pt x="6350" y="5080"/>
                  </a:lnTo>
                  <a:lnTo>
                    <a:pt x="3496310" y="5080"/>
                  </a:lnTo>
                  <a:lnTo>
                    <a:pt x="349631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96520"/>
                  </a:lnTo>
                  <a:lnTo>
                    <a:pt x="0" y="102870"/>
                  </a:lnTo>
                  <a:lnTo>
                    <a:pt x="3501390" y="102870"/>
                  </a:lnTo>
                  <a:lnTo>
                    <a:pt x="3501390" y="96520"/>
                  </a:lnTo>
                  <a:lnTo>
                    <a:pt x="3501390" y="5080"/>
                  </a:lnTo>
                  <a:lnTo>
                    <a:pt x="3501390" y="0"/>
                  </a:lnTo>
                  <a:close/>
                </a:path>
              </a:pathLst>
            </a:custGeom>
            <a:solidFill>
              <a:srgbClr val="7676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655320" y="4159249"/>
              <a:ext cx="3489960" cy="91440"/>
            </a:xfrm>
            <a:custGeom>
              <a:avLst/>
              <a:gdLst/>
              <a:ahLst/>
              <a:cxnLst/>
              <a:rect l="l" t="t" r="r" b="b"/>
              <a:pathLst>
                <a:path w="3489960" h="91439">
                  <a:moveTo>
                    <a:pt x="3489960" y="0"/>
                  </a:moveTo>
                  <a:lnTo>
                    <a:pt x="3483610" y="0"/>
                  </a:lnTo>
                  <a:lnTo>
                    <a:pt x="3483610" y="6350"/>
                  </a:lnTo>
                  <a:lnTo>
                    <a:pt x="3483610" y="86360"/>
                  </a:lnTo>
                  <a:lnTo>
                    <a:pt x="5080" y="86360"/>
                  </a:lnTo>
                  <a:lnTo>
                    <a:pt x="5080" y="6350"/>
                  </a:lnTo>
                  <a:lnTo>
                    <a:pt x="3483610" y="6350"/>
                  </a:lnTo>
                  <a:lnTo>
                    <a:pt x="348361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86360"/>
                  </a:lnTo>
                  <a:lnTo>
                    <a:pt x="0" y="91440"/>
                  </a:lnTo>
                  <a:lnTo>
                    <a:pt x="3489960" y="91440"/>
                  </a:lnTo>
                  <a:lnTo>
                    <a:pt x="3489960" y="86360"/>
                  </a:lnTo>
                  <a:lnTo>
                    <a:pt x="3489960" y="6350"/>
                  </a:lnTo>
                  <a:lnTo>
                    <a:pt x="3489960" y="0"/>
                  </a:lnTo>
                  <a:close/>
                </a:path>
              </a:pathLst>
            </a:custGeom>
            <a:solidFill>
              <a:srgbClr val="7777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660400" y="4165599"/>
              <a:ext cx="3478529" cy="80010"/>
            </a:xfrm>
            <a:custGeom>
              <a:avLst/>
              <a:gdLst/>
              <a:ahLst/>
              <a:cxnLst/>
              <a:rect l="l" t="t" r="r" b="b"/>
              <a:pathLst>
                <a:path w="3478529" h="80010">
                  <a:moveTo>
                    <a:pt x="3478530" y="0"/>
                  </a:moveTo>
                  <a:lnTo>
                    <a:pt x="3472180" y="0"/>
                  </a:lnTo>
                  <a:lnTo>
                    <a:pt x="3472180" y="6350"/>
                  </a:lnTo>
                  <a:lnTo>
                    <a:pt x="3472180" y="73660"/>
                  </a:lnTo>
                  <a:lnTo>
                    <a:pt x="6350" y="73660"/>
                  </a:lnTo>
                  <a:lnTo>
                    <a:pt x="6350" y="6350"/>
                  </a:lnTo>
                  <a:lnTo>
                    <a:pt x="3472180" y="6350"/>
                  </a:lnTo>
                  <a:lnTo>
                    <a:pt x="347218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73660"/>
                  </a:lnTo>
                  <a:lnTo>
                    <a:pt x="0" y="80010"/>
                  </a:lnTo>
                  <a:lnTo>
                    <a:pt x="3478530" y="80010"/>
                  </a:lnTo>
                  <a:lnTo>
                    <a:pt x="3478530" y="73660"/>
                  </a:lnTo>
                  <a:lnTo>
                    <a:pt x="3478530" y="6350"/>
                  </a:lnTo>
                  <a:lnTo>
                    <a:pt x="3478530" y="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666750" y="4171949"/>
              <a:ext cx="3465829" cy="67310"/>
            </a:xfrm>
            <a:custGeom>
              <a:avLst/>
              <a:gdLst/>
              <a:ahLst/>
              <a:cxnLst/>
              <a:rect l="l" t="t" r="r" b="b"/>
              <a:pathLst>
                <a:path w="3465829" h="67310">
                  <a:moveTo>
                    <a:pt x="3465830" y="0"/>
                  </a:moveTo>
                  <a:lnTo>
                    <a:pt x="3460750" y="0"/>
                  </a:lnTo>
                  <a:lnTo>
                    <a:pt x="3460750" y="5080"/>
                  </a:lnTo>
                  <a:lnTo>
                    <a:pt x="3460750" y="62230"/>
                  </a:lnTo>
                  <a:lnTo>
                    <a:pt x="5080" y="62230"/>
                  </a:lnTo>
                  <a:lnTo>
                    <a:pt x="5080" y="5080"/>
                  </a:lnTo>
                  <a:lnTo>
                    <a:pt x="3460750" y="5080"/>
                  </a:lnTo>
                  <a:lnTo>
                    <a:pt x="346075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62230"/>
                  </a:lnTo>
                  <a:lnTo>
                    <a:pt x="0" y="67310"/>
                  </a:lnTo>
                  <a:lnTo>
                    <a:pt x="3465830" y="67310"/>
                  </a:lnTo>
                  <a:lnTo>
                    <a:pt x="3465830" y="62230"/>
                  </a:lnTo>
                  <a:lnTo>
                    <a:pt x="3465830" y="5080"/>
                  </a:lnTo>
                  <a:lnTo>
                    <a:pt x="3465830" y="0"/>
                  </a:lnTo>
                  <a:close/>
                </a:path>
              </a:pathLst>
            </a:custGeom>
            <a:solidFill>
              <a:srgbClr val="7979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671830" y="4177029"/>
              <a:ext cx="3455670" cy="57150"/>
            </a:xfrm>
            <a:custGeom>
              <a:avLst/>
              <a:gdLst/>
              <a:ahLst/>
              <a:cxnLst/>
              <a:rect l="l" t="t" r="r" b="b"/>
              <a:pathLst>
                <a:path w="3455670" h="57150">
                  <a:moveTo>
                    <a:pt x="3455670" y="0"/>
                  </a:moveTo>
                  <a:lnTo>
                    <a:pt x="3449320" y="0"/>
                  </a:lnTo>
                  <a:lnTo>
                    <a:pt x="3449320" y="6350"/>
                  </a:lnTo>
                  <a:lnTo>
                    <a:pt x="3449320" y="50800"/>
                  </a:lnTo>
                  <a:lnTo>
                    <a:pt x="6350" y="50800"/>
                  </a:lnTo>
                  <a:lnTo>
                    <a:pt x="6350" y="6350"/>
                  </a:lnTo>
                  <a:lnTo>
                    <a:pt x="3449320" y="6350"/>
                  </a:lnTo>
                  <a:lnTo>
                    <a:pt x="344932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50800"/>
                  </a:lnTo>
                  <a:lnTo>
                    <a:pt x="0" y="57150"/>
                  </a:lnTo>
                  <a:lnTo>
                    <a:pt x="3455670" y="57150"/>
                  </a:lnTo>
                  <a:lnTo>
                    <a:pt x="3455670" y="50800"/>
                  </a:lnTo>
                  <a:lnTo>
                    <a:pt x="3455670" y="6350"/>
                  </a:lnTo>
                  <a:lnTo>
                    <a:pt x="3455670" y="0"/>
                  </a:lnTo>
                  <a:close/>
                </a:path>
              </a:pathLst>
            </a:custGeom>
            <a:solidFill>
              <a:srgbClr val="7A7A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678180" y="4183379"/>
              <a:ext cx="3442970" cy="44450"/>
            </a:xfrm>
            <a:custGeom>
              <a:avLst/>
              <a:gdLst/>
              <a:ahLst/>
              <a:cxnLst/>
              <a:rect l="l" t="t" r="r" b="b"/>
              <a:pathLst>
                <a:path w="3442970" h="44450">
                  <a:moveTo>
                    <a:pt x="3442970" y="0"/>
                  </a:moveTo>
                  <a:lnTo>
                    <a:pt x="3437890" y="0"/>
                  </a:lnTo>
                  <a:lnTo>
                    <a:pt x="3437890" y="5080"/>
                  </a:lnTo>
                  <a:lnTo>
                    <a:pt x="3437890" y="39370"/>
                  </a:lnTo>
                  <a:lnTo>
                    <a:pt x="5080" y="39370"/>
                  </a:lnTo>
                  <a:lnTo>
                    <a:pt x="5080" y="5080"/>
                  </a:lnTo>
                  <a:lnTo>
                    <a:pt x="3437890" y="5080"/>
                  </a:lnTo>
                  <a:lnTo>
                    <a:pt x="343789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39370"/>
                  </a:lnTo>
                  <a:lnTo>
                    <a:pt x="0" y="44450"/>
                  </a:lnTo>
                  <a:lnTo>
                    <a:pt x="3442970" y="44450"/>
                  </a:lnTo>
                  <a:lnTo>
                    <a:pt x="3442970" y="39370"/>
                  </a:lnTo>
                  <a:lnTo>
                    <a:pt x="3442970" y="5080"/>
                  </a:lnTo>
                  <a:lnTo>
                    <a:pt x="3442970" y="0"/>
                  </a:lnTo>
                  <a:close/>
                </a:path>
              </a:pathLst>
            </a:custGeom>
            <a:solidFill>
              <a:srgbClr val="7B7B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683260" y="4188459"/>
              <a:ext cx="3432810" cy="34290"/>
            </a:xfrm>
            <a:custGeom>
              <a:avLst/>
              <a:gdLst/>
              <a:ahLst/>
              <a:cxnLst/>
              <a:rect l="l" t="t" r="r" b="b"/>
              <a:pathLst>
                <a:path w="3432810" h="34289">
                  <a:moveTo>
                    <a:pt x="3432810" y="0"/>
                  </a:moveTo>
                  <a:lnTo>
                    <a:pt x="3426460" y="0"/>
                  </a:lnTo>
                  <a:lnTo>
                    <a:pt x="3426460" y="6350"/>
                  </a:lnTo>
                  <a:lnTo>
                    <a:pt x="3426460" y="27940"/>
                  </a:lnTo>
                  <a:lnTo>
                    <a:pt x="6350" y="27940"/>
                  </a:lnTo>
                  <a:lnTo>
                    <a:pt x="6350" y="6350"/>
                  </a:lnTo>
                  <a:lnTo>
                    <a:pt x="3426460" y="6350"/>
                  </a:lnTo>
                  <a:lnTo>
                    <a:pt x="342646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27940"/>
                  </a:lnTo>
                  <a:lnTo>
                    <a:pt x="0" y="34290"/>
                  </a:lnTo>
                  <a:lnTo>
                    <a:pt x="3432810" y="34290"/>
                  </a:lnTo>
                  <a:lnTo>
                    <a:pt x="3432810" y="27940"/>
                  </a:lnTo>
                  <a:lnTo>
                    <a:pt x="3432810" y="6350"/>
                  </a:lnTo>
                  <a:lnTo>
                    <a:pt x="3432810" y="0"/>
                  </a:lnTo>
                  <a:close/>
                </a:path>
              </a:pathLst>
            </a:custGeom>
            <a:solidFill>
              <a:srgbClr val="7C7C7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689610" y="4194809"/>
              <a:ext cx="3420110" cy="21590"/>
            </a:xfrm>
            <a:custGeom>
              <a:avLst/>
              <a:gdLst/>
              <a:ahLst/>
              <a:cxnLst/>
              <a:rect l="l" t="t" r="r" b="b"/>
              <a:pathLst>
                <a:path w="3420110" h="21589">
                  <a:moveTo>
                    <a:pt x="3420110" y="0"/>
                  </a:moveTo>
                  <a:lnTo>
                    <a:pt x="3415030" y="0"/>
                  </a:lnTo>
                  <a:lnTo>
                    <a:pt x="3415030" y="5080"/>
                  </a:lnTo>
                  <a:lnTo>
                    <a:pt x="3415030" y="16510"/>
                  </a:lnTo>
                  <a:lnTo>
                    <a:pt x="5080" y="16510"/>
                  </a:lnTo>
                  <a:lnTo>
                    <a:pt x="5080" y="5080"/>
                  </a:lnTo>
                  <a:lnTo>
                    <a:pt x="3415030" y="5080"/>
                  </a:lnTo>
                  <a:lnTo>
                    <a:pt x="341503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16510"/>
                  </a:lnTo>
                  <a:lnTo>
                    <a:pt x="0" y="21590"/>
                  </a:lnTo>
                  <a:lnTo>
                    <a:pt x="3420110" y="21590"/>
                  </a:lnTo>
                  <a:lnTo>
                    <a:pt x="3420110" y="16510"/>
                  </a:lnTo>
                  <a:lnTo>
                    <a:pt x="3420110" y="5080"/>
                  </a:lnTo>
                  <a:lnTo>
                    <a:pt x="3420110" y="0"/>
                  </a:lnTo>
                  <a:close/>
                </a:path>
              </a:pathLst>
            </a:custGeom>
            <a:solidFill>
              <a:srgbClr val="7D7D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694690" y="4199890"/>
              <a:ext cx="3409950" cy="11430"/>
            </a:xfrm>
            <a:custGeom>
              <a:avLst/>
              <a:gdLst/>
              <a:ahLst/>
              <a:cxnLst/>
              <a:rect l="l" t="t" r="r" b="b"/>
              <a:pathLst>
                <a:path w="3409950" h="11429">
                  <a:moveTo>
                    <a:pt x="3409950" y="0"/>
                  </a:moveTo>
                  <a:lnTo>
                    <a:pt x="0" y="0"/>
                  </a:lnTo>
                  <a:lnTo>
                    <a:pt x="0" y="11430"/>
                  </a:lnTo>
                  <a:lnTo>
                    <a:pt x="3409950" y="11430"/>
                  </a:lnTo>
                  <a:lnTo>
                    <a:pt x="340995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304800" y="3810000"/>
              <a:ext cx="4191000" cy="792480"/>
            </a:xfrm>
            <a:custGeom>
              <a:avLst/>
              <a:gdLst/>
              <a:ahLst/>
              <a:cxnLst/>
              <a:rect l="l" t="t" r="r" b="b"/>
              <a:pathLst>
                <a:path w="4191000" h="792479">
                  <a:moveTo>
                    <a:pt x="2095500" y="792480"/>
                  </a:moveTo>
                  <a:lnTo>
                    <a:pt x="0" y="792480"/>
                  </a:lnTo>
                  <a:lnTo>
                    <a:pt x="0" y="0"/>
                  </a:lnTo>
                  <a:lnTo>
                    <a:pt x="4191000" y="0"/>
                  </a:lnTo>
                  <a:lnTo>
                    <a:pt x="4191000" y="792480"/>
                  </a:lnTo>
                  <a:lnTo>
                    <a:pt x="2095500" y="792480"/>
                  </a:lnTo>
                  <a:close/>
                </a:path>
              </a:pathLst>
            </a:custGeom>
            <a:ln w="93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4" name="object 74"/>
          <p:cNvSpPr txBox="1"/>
          <p:nvPr/>
        </p:nvSpPr>
        <p:spPr>
          <a:xfrm>
            <a:off x="1151889" y="3917950"/>
            <a:ext cx="2496185" cy="5130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200" dirty="0">
                <a:solidFill>
                  <a:srgbClr val="FFFFFF"/>
                </a:solidFill>
                <a:latin typeface="Arial"/>
                <a:cs typeface="Arial"/>
              </a:rPr>
              <a:t>x86</a:t>
            </a:r>
            <a:r>
              <a:rPr sz="3200" spc="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3200" spc="-10" dirty="0">
                <a:solidFill>
                  <a:srgbClr val="FFFFFF"/>
                </a:solidFill>
                <a:latin typeface="Arial"/>
                <a:cs typeface="Arial"/>
              </a:rPr>
              <a:t>hardware</a:t>
            </a:r>
            <a:endParaRPr sz="3200">
              <a:latin typeface="Arial"/>
              <a:cs typeface="Arial"/>
            </a:endParaRPr>
          </a:p>
        </p:txBody>
      </p:sp>
      <p:grpSp>
        <p:nvGrpSpPr>
          <p:cNvPr id="75" name="object 75"/>
          <p:cNvGrpSpPr/>
          <p:nvPr/>
        </p:nvGrpSpPr>
        <p:grpSpPr>
          <a:xfrm>
            <a:off x="604837" y="3119437"/>
            <a:ext cx="3667125" cy="695325"/>
            <a:chOff x="604837" y="3119437"/>
            <a:chExt cx="3667125" cy="695325"/>
          </a:xfrm>
        </p:grpSpPr>
        <p:sp>
          <p:nvSpPr>
            <p:cNvPr id="76" name="object 76"/>
            <p:cNvSpPr/>
            <p:nvPr/>
          </p:nvSpPr>
          <p:spPr>
            <a:xfrm>
              <a:off x="609600" y="3122929"/>
              <a:ext cx="3657600" cy="687070"/>
            </a:xfrm>
            <a:custGeom>
              <a:avLst/>
              <a:gdLst/>
              <a:ahLst/>
              <a:cxnLst/>
              <a:rect l="l" t="t" r="r" b="b"/>
              <a:pathLst>
                <a:path w="3657600" h="687070">
                  <a:moveTo>
                    <a:pt x="3657600" y="0"/>
                  </a:moveTo>
                  <a:lnTo>
                    <a:pt x="3653790" y="0"/>
                  </a:lnTo>
                  <a:lnTo>
                    <a:pt x="3653790" y="3810"/>
                  </a:lnTo>
                  <a:lnTo>
                    <a:pt x="3653790" y="683260"/>
                  </a:lnTo>
                  <a:lnTo>
                    <a:pt x="2540" y="683260"/>
                  </a:lnTo>
                  <a:lnTo>
                    <a:pt x="2540" y="3810"/>
                  </a:lnTo>
                  <a:lnTo>
                    <a:pt x="3653790" y="3810"/>
                  </a:lnTo>
                  <a:lnTo>
                    <a:pt x="365379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83260"/>
                  </a:lnTo>
                  <a:lnTo>
                    <a:pt x="0" y="687070"/>
                  </a:lnTo>
                  <a:lnTo>
                    <a:pt x="3657600" y="687070"/>
                  </a:lnTo>
                  <a:lnTo>
                    <a:pt x="3657600" y="683260"/>
                  </a:lnTo>
                  <a:lnTo>
                    <a:pt x="3657600" y="3810"/>
                  </a:lnTo>
                  <a:lnTo>
                    <a:pt x="3657600" y="0"/>
                  </a:lnTo>
                  <a:close/>
                </a:path>
              </a:pathLst>
            </a:custGeom>
            <a:solidFill>
              <a:srgbClr val="75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612140" y="3126739"/>
              <a:ext cx="3651250" cy="679450"/>
            </a:xfrm>
            <a:custGeom>
              <a:avLst/>
              <a:gdLst/>
              <a:ahLst/>
              <a:cxnLst/>
              <a:rect l="l" t="t" r="r" b="b"/>
              <a:pathLst>
                <a:path w="3651250" h="679450">
                  <a:moveTo>
                    <a:pt x="3651250" y="0"/>
                  </a:moveTo>
                  <a:lnTo>
                    <a:pt x="3647440" y="0"/>
                  </a:lnTo>
                  <a:lnTo>
                    <a:pt x="3647440" y="3810"/>
                  </a:lnTo>
                  <a:lnTo>
                    <a:pt x="3647440" y="675640"/>
                  </a:lnTo>
                  <a:lnTo>
                    <a:pt x="3810" y="675640"/>
                  </a:lnTo>
                  <a:lnTo>
                    <a:pt x="3810" y="3810"/>
                  </a:lnTo>
                  <a:lnTo>
                    <a:pt x="3647440" y="3810"/>
                  </a:lnTo>
                  <a:lnTo>
                    <a:pt x="364744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75640"/>
                  </a:lnTo>
                  <a:lnTo>
                    <a:pt x="0" y="679450"/>
                  </a:lnTo>
                  <a:lnTo>
                    <a:pt x="3651250" y="679450"/>
                  </a:lnTo>
                  <a:lnTo>
                    <a:pt x="3651250" y="675640"/>
                  </a:lnTo>
                  <a:lnTo>
                    <a:pt x="3651250" y="3810"/>
                  </a:lnTo>
                  <a:lnTo>
                    <a:pt x="3651250" y="0"/>
                  </a:lnTo>
                  <a:close/>
                </a:path>
              </a:pathLst>
            </a:custGeom>
            <a:solidFill>
              <a:srgbClr val="76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615950" y="3130549"/>
              <a:ext cx="3643629" cy="671830"/>
            </a:xfrm>
            <a:custGeom>
              <a:avLst/>
              <a:gdLst/>
              <a:ahLst/>
              <a:cxnLst/>
              <a:rect l="l" t="t" r="r" b="b"/>
              <a:pathLst>
                <a:path w="3643629" h="671829">
                  <a:moveTo>
                    <a:pt x="3643630" y="0"/>
                  </a:moveTo>
                  <a:lnTo>
                    <a:pt x="3639820" y="0"/>
                  </a:lnTo>
                  <a:lnTo>
                    <a:pt x="3639820" y="3810"/>
                  </a:lnTo>
                  <a:lnTo>
                    <a:pt x="3639820" y="668020"/>
                  </a:lnTo>
                  <a:lnTo>
                    <a:pt x="3810" y="668020"/>
                  </a:lnTo>
                  <a:lnTo>
                    <a:pt x="3810" y="3810"/>
                  </a:lnTo>
                  <a:lnTo>
                    <a:pt x="3639820" y="3810"/>
                  </a:lnTo>
                  <a:lnTo>
                    <a:pt x="363982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68020"/>
                  </a:lnTo>
                  <a:lnTo>
                    <a:pt x="0" y="671830"/>
                  </a:lnTo>
                  <a:lnTo>
                    <a:pt x="3643630" y="671830"/>
                  </a:lnTo>
                  <a:lnTo>
                    <a:pt x="3643630" y="668020"/>
                  </a:lnTo>
                  <a:lnTo>
                    <a:pt x="3643630" y="3810"/>
                  </a:lnTo>
                  <a:lnTo>
                    <a:pt x="3643630" y="0"/>
                  </a:lnTo>
                  <a:close/>
                </a:path>
              </a:pathLst>
            </a:custGeom>
            <a:solidFill>
              <a:srgbClr val="77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619760" y="3134359"/>
              <a:ext cx="3636010" cy="664210"/>
            </a:xfrm>
            <a:custGeom>
              <a:avLst/>
              <a:gdLst/>
              <a:ahLst/>
              <a:cxnLst/>
              <a:rect l="l" t="t" r="r" b="b"/>
              <a:pathLst>
                <a:path w="3636010" h="664210">
                  <a:moveTo>
                    <a:pt x="3636010" y="0"/>
                  </a:moveTo>
                  <a:lnTo>
                    <a:pt x="3633470" y="0"/>
                  </a:lnTo>
                  <a:lnTo>
                    <a:pt x="3633470" y="3810"/>
                  </a:lnTo>
                  <a:lnTo>
                    <a:pt x="3633470" y="660400"/>
                  </a:lnTo>
                  <a:lnTo>
                    <a:pt x="3810" y="660400"/>
                  </a:lnTo>
                  <a:lnTo>
                    <a:pt x="3810" y="3810"/>
                  </a:lnTo>
                  <a:lnTo>
                    <a:pt x="3633470" y="3810"/>
                  </a:lnTo>
                  <a:lnTo>
                    <a:pt x="363347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60400"/>
                  </a:lnTo>
                  <a:lnTo>
                    <a:pt x="0" y="664210"/>
                  </a:lnTo>
                  <a:lnTo>
                    <a:pt x="3636010" y="664210"/>
                  </a:lnTo>
                  <a:lnTo>
                    <a:pt x="3636010" y="660400"/>
                  </a:lnTo>
                  <a:lnTo>
                    <a:pt x="3636010" y="3810"/>
                  </a:lnTo>
                  <a:lnTo>
                    <a:pt x="3636010" y="0"/>
                  </a:lnTo>
                  <a:close/>
                </a:path>
              </a:pathLst>
            </a:custGeom>
            <a:solidFill>
              <a:srgbClr val="79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623570" y="3138169"/>
              <a:ext cx="3629660" cy="656590"/>
            </a:xfrm>
            <a:custGeom>
              <a:avLst/>
              <a:gdLst/>
              <a:ahLst/>
              <a:cxnLst/>
              <a:rect l="l" t="t" r="r" b="b"/>
              <a:pathLst>
                <a:path w="3629660" h="656589">
                  <a:moveTo>
                    <a:pt x="3629660" y="0"/>
                  </a:moveTo>
                  <a:lnTo>
                    <a:pt x="3625850" y="0"/>
                  </a:lnTo>
                  <a:lnTo>
                    <a:pt x="3625850" y="3810"/>
                  </a:lnTo>
                  <a:lnTo>
                    <a:pt x="3625850" y="652780"/>
                  </a:lnTo>
                  <a:lnTo>
                    <a:pt x="3810" y="652780"/>
                  </a:lnTo>
                  <a:lnTo>
                    <a:pt x="3810" y="3810"/>
                  </a:lnTo>
                  <a:lnTo>
                    <a:pt x="3625850" y="3810"/>
                  </a:lnTo>
                  <a:lnTo>
                    <a:pt x="362585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52780"/>
                  </a:lnTo>
                  <a:lnTo>
                    <a:pt x="0" y="656590"/>
                  </a:lnTo>
                  <a:lnTo>
                    <a:pt x="3629660" y="656590"/>
                  </a:lnTo>
                  <a:lnTo>
                    <a:pt x="3629660" y="652780"/>
                  </a:lnTo>
                  <a:lnTo>
                    <a:pt x="3629660" y="3810"/>
                  </a:lnTo>
                  <a:lnTo>
                    <a:pt x="3629660" y="0"/>
                  </a:lnTo>
                  <a:close/>
                </a:path>
              </a:pathLst>
            </a:custGeom>
            <a:solidFill>
              <a:srgbClr val="7A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627380" y="3141979"/>
              <a:ext cx="3622040" cy="648970"/>
            </a:xfrm>
            <a:custGeom>
              <a:avLst/>
              <a:gdLst/>
              <a:ahLst/>
              <a:cxnLst/>
              <a:rect l="l" t="t" r="r" b="b"/>
              <a:pathLst>
                <a:path w="3622040" h="648970">
                  <a:moveTo>
                    <a:pt x="3622040" y="0"/>
                  </a:moveTo>
                  <a:lnTo>
                    <a:pt x="3618230" y="0"/>
                  </a:lnTo>
                  <a:lnTo>
                    <a:pt x="3618230" y="2540"/>
                  </a:lnTo>
                  <a:lnTo>
                    <a:pt x="3618230" y="646430"/>
                  </a:lnTo>
                  <a:lnTo>
                    <a:pt x="3810" y="646430"/>
                  </a:lnTo>
                  <a:lnTo>
                    <a:pt x="3810" y="2540"/>
                  </a:lnTo>
                  <a:lnTo>
                    <a:pt x="3618230" y="2540"/>
                  </a:lnTo>
                  <a:lnTo>
                    <a:pt x="361823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646430"/>
                  </a:lnTo>
                  <a:lnTo>
                    <a:pt x="0" y="648970"/>
                  </a:lnTo>
                  <a:lnTo>
                    <a:pt x="3622040" y="648970"/>
                  </a:lnTo>
                  <a:lnTo>
                    <a:pt x="3622040" y="646430"/>
                  </a:lnTo>
                  <a:lnTo>
                    <a:pt x="3622040" y="2540"/>
                  </a:lnTo>
                  <a:lnTo>
                    <a:pt x="3622040" y="0"/>
                  </a:lnTo>
                  <a:close/>
                </a:path>
              </a:pathLst>
            </a:custGeom>
            <a:solidFill>
              <a:srgbClr val="7C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631190" y="3144519"/>
              <a:ext cx="3614420" cy="643890"/>
            </a:xfrm>
            <a:custGeom>
              <a:avLst/>
              <a:gdLst/>
              <a:ahLst/>
              <a:cxnLst/>
              <a:rect l="l" t="t" r="r" b="b"/>
              <a:pathLst>
                <a:path w="3614420" h="643889">
                  <a:moveTo>
                    <a:pt x="3614420" y="0"/>
                  </a:moveTo>
                  <a:lnTo>
                    <a:pt x="3610610" y="0"/>
                  </a:lnTo>
                  <a:lnTo>
                    <a:pt x="3610610" y="3810"/>
                  </a:lnTo>
                  <a:lnTo>
                    <a:pt x="3610610" y="640080"/>
                  </a:lnTo>
                  <a:lnTo>
                    <a:pt x="2540" y="640080"/>
                  </a:lnTo>
                  <a:lnTo>
                    <a:pt x="2540" y="3810"/>
                  </a:lnTo>
                  <a:lnTo>
                    <a:pt x="3610610" y="3810"/>
                  </a:lnTo>
                  <a:lnTo>
                    <a:pt x="361061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40080"/>
                  </a:lnTo>
                  <a:lnTo>
                    <a:pt x="0" y="643890"/>
                  </a:lnTo>
                  <a:lnTo>
                    <a:pt x="3614420" y="643890"/>
                  </a:lnTo>
                  <a:lnTo>
                    <a:pt x="3614420" y="640080"/>
                  </a:lnTo>
                  <a:lnTo>
                    <a:pt x="3614420" y="3810"/>
                  </a:lnTo>
                  <a:lnTo>
                    <a:pt x="3614420" y="0"/>
                  </a:lnTo>
                  <a:close/>
                </a:path>
              </a:pathLst>
            </a:custGeom>
            <a:solidFill>
              <a:srgbClr val="7D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633730" y="3148329"/>
              <a:ext cx="3608070" cy="636270"/>
            </a:xfrm>
            <a:custGeom>
              <a:avLst/>
              <a:gdLst/>
              <a:ahLst/>
              <a:cxnLst/>
              <a:rect l="l" t="t" r="r" b="b"/>
              <a:pathLst>
                <a:path w="3608070" h="636270">
                  <a:moveTo>
                    <a:pt x="3608070" y="0"/>
                  </a:moveTo>
                  <a:lnTo>
                    <a:pt x="3604260" y="0"/>
                  </a:lnTo>
                  <a:lnTo>
                    <a:pt x="3604260" y="3810"/>
                  </a:lnTo>
                  <a:lnTo>
                    <a:pt x="3604260" y="632460"/>
                  </a:lnTo>
                  <a:lnTo>
                    <a:pt x="3810" y="632460"/>
                  </a:lnTo>
                  <a:lnTo>
                    <a:pt x="3810" y="3810"/>
                  </a:lnTo>
                  <a:lnTo>
                    <a:pt x="3604260" y="3810"/>
                  </a:lnTo>
                  <a:lnTo>
                    <a:pt x="360426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32460"/>
                  </a:lnTo>
                  <a:lnTo>
                    <a:pt x="0" y="636270"/>
                  </a:lnTo>
                  <a:lnTo>
                    <a:pt x="3608070" y="636270"/>
                  </a:lnTo>
                  <a:lnTo>
                    <a:pt x="3608070" y="632460"/>
                  </a:lnTo>
                  <a:lnTo>
                    <a:pt x="3608070" y="3810"/>
                  </a:lnTo>
                  <a:lnTo>
                    <a:pt x="3608070" y="0"/>
                  </a:lnTo>
                  <a:close/>
                </a:path>
              </a:pathLst>
            </a:custGeom>
            <a:solidFill>
              <a:srgbClr val="7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637540" y="3152139"/>
              <a:ext cx="3600450" cy="628650"/>
            </a:xfrm>
            <a:custGeom>
              <a:avLst/>
              <a:gdLst/>
              <a:ahLst/>
              <a:cxnLst/>
              <a:rect l="l" t="t" r="r" b="b"/>
              <a:pathLst>
                <a:path w="3600450" h="628650">
                  <a:moveTo>
                    <a:pt x="3600450" y="0"/>
                  </a:moveTo>
                  <a:lnTo>
                    <a:pt x="3596640" y="0"/>
                  </a:lnTo>
                  <a:lnTo>
                    <a:pt x="3596640" y="3810"/>
                  </a:lnTo>
                  <a:lnTo>
                    <a:pt x="3596640" y="624840"/>
                  </a:lnTo>
                  <a:lnTo>
                    <a:pt x="3810" y="624840"/>
                  </a:lnTo>
                  <a:lnTo>
                    <a:pt x="3810" y="3810"/>
                  </a:lnTo>
                  <a:lnTo>
                    <a:pt x="3596640" y="3810"/>
                  </a:lnTo>
                  <a:lnTo>
                    <a:pt x="359664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24840"/>
                  </a:lnTo>
                  <a:lnTo>
                    <a:pt x="0" y="628650"/>
                  </a:lnTo>
                  <a:lnTo>
                    <a:pt x="3600450" y="628650"/>
                  </a:lnTo>
                  <a:lnTo>
                    <a:pt x="3600450" y="624840"/>
                  </a:lnTo>
                  <a:lnTo>
                    <a:pt x="3600450" y="3810"/>
                  </a:lnTo>
                  <a:lnTo>
                    <a:pt x="3600450" y="0"/>
                  </a:lnTo>
                  <a:close/>
                </a:path>
              </a:pathLst>
            </a:custGeom>
            <a:solidFill>
              <a:srgbClr val="8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641350" y="3155949"/>
              <a:ext cx="3592829" cy="621030"/>
            </a:xfrm>
            <a:custGeom>
              <a:avLst/>
              <a:gdLst/>
              <a:ahLst/>
              <a:cxnLst/>
              <a:rect l="l" t="t" r="r" b="b"/>
              <a:pathLst>
                <a:path w="3592829" h="621029">
                  <a:moveTo>
                    <a:pt x="3592830" y="0"/>
                  </a:moveTo>
                  <a:lnTo>
                    <a:pt x="3590290" y="0"/>
                  </a:lnTo>
                  <a:lnTo>
                    <a:pt x="3590290" y="3810"/>
                  </a:lnTo>
                  <a:lnTo>
                    <a:pt x="3590290" y="617220"/>
                  </a:lnTo>
                  <a:lnTo>
                    <a:pt x="3810" y="617220"/>
                  </a:lnTo>
                  <a:lnTo>
                    <a:pt x="3810" y="3810"/>
                  </a:lnTo>
                  <a:lnTo>
                    <a:pt x="3590290" y="3810"/>
                  </a:lnTo>
                  <a:lnTo>
                    <a:pt x="359029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17220"/>
                  </a:lnTo>
                  <a:lnTo>
                    <a:pt x="0" y="621030"/>
                  </a:lnTo>
                  <a:lnTo>
                    <a:pt x="3592830" y="621030"/>
                  </a:lnTo>
                  <a:lnTo>
                    <a:pt x="3592830" y="617220"/>
                  </a:lnTo>
                  <a:lnTo>
                    <a:pt x="3592830" y="3810"/>
                  </a:lnTo>
                  <a:lnTo>
                    <a:pt x="3592830" y="0"/>
                  </a:lnTo>
                  <a:close/>
                </a:path>
              </a:pathLst>
            </a:custGeom>
            <a:solidFill>
              <a:srgbClr val="81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645160" y="3159759"/>
              <a:ext cx="3586479" cy="613410"/>
            </a:xfrm>
            <a:custGeom>
              <a:avLst/>
              <a:gdLst/>
              <a:ahLst/>
              <a:cxnLst/>
              <a:rect l="l" t="t" r="r" b="b"/>
              <a:pathLst>
                <a:path w="3586479" h="613410">
                  <a:moveTo>
                    <a:pt x="3586480" y="0"/>
                  </a:moveTo>
                  <a:lnTo>
                    <a:pt x="3582670" y="0"/>
                  </a:lnTo>
                  <a:lnTo>
                    <a:pt x="3582670" y="3810"/>
                  </a:lnTo>
                  <a:lnTo>
                    <a:pt x="3582670" y="609600"/>
                  </a:lnTo>
                  <a:lnTo>
                    <a:pt x="3810" y="609600"/>
                  </a:lnTo>
                  <a:lnTo>
                    <a:pt x="3810" y="3810"/>
                  </a:lnTo>
                  <a:lnTo>
                    <a:pt x="3582670" y="3810"/>
                  </a:lnTo>
                  <a:lnTo>
                    <a:pt x="358267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09600"/>
                  </a:lnTo>
                  <a:lnTo>
                    <a:pt x="0" y="613410"/>
                  </a:lnTo>
                  <a:lnTo>
                    <a:pt x="3586480" y="613410"/>
                  </a:lnTo>
                  <a:lnTo>
                    <a:pt x="3586480" y="609600"/>
                  </a:lnTo>
                  <a:lnTo>
                    <a:pt x="3586480" y="3810"/>
                  </a:lnTo>
                  <a:lnTo>
                    <a:pt x="3586480" y="0"/>
                  </a:lnTo>
                  <a:close/>
                </a:path>
              </a:pathLst>
            </a:custGeom>
            <a:solidFill>
              <a:srgbClr val="83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648970" y="3163569"/>
              <a:ext cx="3578860" cy="605790"/>
            </a:xfrm>
            <a:custGeom>
              <a:avLst/>
              <a:gdLst/>
              <a:ahLst/>
              <a:cxnLst/>
              <a:rect l="l" t="t" r="r" b="b"/>
              <a:pathLst>
                <a:path w="3578860" h="605789">
                  <a:moveTo>
                    <a:pt x="3578860" y="0"/>
                  </a:moveTo>
                  <a:lnTo>
                    <a:pt x="3575050" y="0"/>
                  </a:lnTo>
                  <a:lnTo>
                    <a:pt x="3575050" y="2540"/>
                  </a:lnTo>
                  <a:lnTo>
                    <a:pt x="3575050" y="603250"/>
                  </a:lnTo>
                  <a:lnTo>
                    <a:pt x="3810" y="603250"/>
                  </a:lnTo>
                  <a:lnTo>
                    <a:pt x="3810" y="2540"/>
                  </a:lnTo>
                  <a:lnTo>
                    <a:pt x="3575050" y="2540"/>
                  </a:lnTo>
                  <a:lnTo>
                    <a:pt x="357505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603250"/>
                  </a:lnTo>
                  <a:lnTo>
                    <a:pt x="0" y="605790"/>
                  </a:lnTo>
                  <a:lnTo>
                    <a:pt x="3578860" y="605790"/>
                  </a:lnTo>
                  <a:lnTo>
                    <a:pt x="3578860" y="603250"/>
                  </a:lnTo>
                  <a:lnTo>
                    <a:pt x="3578860" y="2540"/>
                  </a:lnTo>
                  <a:lnTo>
                    <a:pt x="3578860" y="0"/>
                  </a:lnTo>
                  <a:close/>
                </a:path>
              </a:pathLst>
            </a:custGeom>
            <a:solidFill>
              <a:srgbClr val="84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652780" y="3166109"/>
              <a:ext cx="3571240" cy="600710"/>
            </a:xfrm>
            <a:custGeom>
              <a:avLst/>
              <a:gdLst/>
              <a:ahLst/>
              <a:cxnLst/>
              <a:rect l="l" t="t" r="r" b="b"/>
              <a:pathLst>
                <a:path w="3571240" h="600710">
                  <a:moveTo>
                    <a:pt x="3571240" y="0"/>
                  </a:moveTo>
                  <a:lnTo>
                    <a:pt x="3567430" y="0"/>
                  </a:lnTo>
                  <a:lnTo>
                    <a:pt x="3567430" y="3810"/>
                  </a:lnTo>
                  <a:lnTo>
                    <a:pt x="3567430" y="596900"/>
                  </a:lnTo>
                  <a:lnTo>
                    <a:pt x="2540" y="596900"/>
                  </a:lnTo>
                  <a:lnTo>
                    <a:pt x="2540" y="3810"/>
                  </a:lnTo>
                  <a:lnTo>
                    <a:pt x="3567430" y="3810"/>
                  </a:lnTo>
                  <a:lnTo>
                    <a:pt x="356743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96900"/>
                  </a:lnTo>
                  <a:lnTo>
                    <a:pt x="0" y="600710"/>
                  </a:lnTo>
                  <a:lnTo>
                    <a:pt x="3571240" y="600710"/>
                  </a:lnTo>
                  <a:lnTo>
                    <a:pt x="3571240" y="596900"/>
                  </a:lnTo>
                  <a:lnTo>
                    <a:pt x="3571240" y="3810"/>
                  </a:lnTo>
                  <a:lnTo>
                    <a:pt x="3571240" y="0"/>
                  </a:lnTo>
                  <a:close/>
                </a:path>
              </a:pathLst>
            </a:custGeom>
            <a:solidFill>
              <a:srgbClr val="86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655320" y="3169919"/>
              <a:ext cx="3564890" cy="593090"/>
            </a:xfrm>
            <a:custGeom>
              <a:avLst/>
              <a:gdLst/>
              <a:ahLst/>
              <a:cxnLst/>
              <a:rect l="l" t="t" r="r" b="b"/>
              <a:pathLst>
                <a:path w="3564890" h="593089">
                  <a:moveTo>
                    <a:pt x="3564890" y="0"/>
                  </a:moveTo>
                  <a:lnTo>
                    <a:pt x="3561080" y="0"/>
                  </a:lnTo>
                  <a:lnTo>
                    <a:pt x="3561080" y="3810"/>
                  </a:lnTo>
                  <a:lnTo>
                    <a:pt x="3561080" y="589280"/>
                  </a:lnTo>
                  <a:lnTo>
                    <a:pt x="3810" y="589280"/>
                  </a:lnTo>
                  <a:lnTo>
                    <a:pt x="3810" y="3810"/>
                  </a:lnTo>
                  <a:lnTo>
                    <a:pt x="3561080" y="3810"/>
                  </a:lnTo>
                  <a:lnTo>
                    <a:pt x="356108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89280"/>
                  </a:lnTo>
                  <a:lnTo>
                    <a:pt x="0" y="593090"/>
                  </a:lnTo>
                  <a:lnTo>
                    <a:pt x="3564890" y="593090"/>
                  </a:lnTo>
                  <a:lnTo>
                    <a:pt x="3564890" y="589280"/>
                  </a:lnTo>
                  <a:lnTo>
                    <a:pt x="3564890" y="3810"/>
                  </a:lnTo>
                  <a:lnTo>
                    <a:pt x="3564890" y="0"/>
                  </a:lnTo>
                  <a:close/>
                </a:path>
              </a:pathLst>
            </a:custGeom>
            <a:solidFill>
              <a:srgbClr val="87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659130" y="3173729"/>
              <a:ext cx="3557270" cy="585470"/>
            </a:xfrm>
            <a:custGeom>
              <a:avLst/>
              <a:gdLst/>
              <a:ahLst/>
              <a:cxnLst/>
              <a:rect l="l" t="t" r="r" b="b"/>
              <a:pathLst>
                <a:path w="3557270" h="585470">
                  <a:moveTo>
                    <a:pt x="3557270" y="0"/>
                  </a:moveTo>
                  <a:lnTo>
                    <a:pt x="3553460" y="0"/>
                  </a:lnTo>
                  <a:lnTo>
                    <a:pt x="3553460" y="3810"/>
                  </a:lnTo>
                  <a:lnTo>
                    <a:pt x="3553460" y="581660"/>
                  </a:lnTo>
                  <a:lnTo>
                    <a:pt x="3810" y="581660"/>
                  </a:lnTo>
                  <a:lnTo>
                    <a:pt x="3810" y="3810"/>
                  </a:lnTo>
                  <a:lnTo>
                    <a:pt x="3553460" y="3810"/>
                  </a:lnTo>
                  <a:lnTo>
                    <a:pt x="355346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81660"/>
                  </a:lnTo>
                  <a:lnTo>
                    <a:pt x="0" y="585470"/>
                  </a:lnTo>
                  <a:lnTo>
                    <a:pt x="3557270" y="585470"/>
                  </a:lnTo>
                  <a:lnTo>
                    <a:pt x="3557270" y="581660"/>
                  </a:lnTo>
                  <a:lnTo>
                    <a:pt x="3557270" y="3810"/>
                  </a:lnTo>
                  <a:lnTo>
                    <a:pt x="3557270" y="0"/>
                  </a:lnTo>
                  <a:close/>
                </a:path>
              </a:pathLst>
            </a:custGeom>
            <a:solidFill>
              <a:srgbClr val="89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662940" y="3177539"/>
              <a:ext cx="3549650" cy="577850"/>
            </a:xfrm>
            <a:custGeom>
              <a:avLst/>
              <a:gdLst/>
              <a:ahLst/>
              <a:cxnLst/>
              <a:rect l="l" t="t" r="r" b="b"/>
              <a:pathLst>
                <a:path w="3549650" h="577850">
                  <a:moveTo>
                    <a:pt x="3549650" y="0"/>
                  </a:moveTo>
                  <a:lnTo>
                    <a:pt x="3547110" y="0"/>
                  </a:lnTo>
                  <a:lnTo>
                    <a:pt x="3547110" y="3810"/>
                  </a:lnTo>
                  <a:lnTo>
                    <a:pt x="3547110" y="574040"/>
                  </a:lnTo>
                  <a:lnTo>
                    <a:pt x="3810" y="574040"/>
                  </a:lnTo>
                  <a:lnTo>
                    <a:pt x="3810" y="3810"/>
                  </a:lnTo>
                  <a:lnTo>
                    <a:pt x="3547110" y="3810"/>
                  </a:lnTo>
                  <a:lnTo>
                    <a:pt x="354711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74040"/>
                  </a:lnTo>
                  <a:lnTo>
                    <a:pt x="0" y="577850"/>
                  </a:lnTo>
                  <a:lnTo>
                    <a:pt x="3549650" y="577850"/>
                  </a:lnTo>
                  <a:lnTo>
                    <a:pt x="3549650" y="574040"/>
                  </a:lnTo>
                  <a:lnTo>
                    <a:pt x="3549650" y="3810"/>
                  </a:lnTo>
                  <a:lnTo>
                    <a:pt x="3549650" y="0"/>
                  </a:lnTo>
                  <a:close/>
                </a:path>
              </a:pathLst>
            </a:custGeom>
            <a:solidFill>
              <a:srgbClr val="8A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666750" y="3181349"/>
              <a:ext cx="3543300" cy="570230"/>
            </a:xfrm>
            <a:custGeom>
              <a:avLst/>
              <a:gdLst/>
              <a:ahLst/>
              <a:cxnLst/>
              <a:rect l="l" t="t" r="r" b="b"/>
              <a:pathLst>
                <a:path w="3543300" h="570229">
                  <a:moveTo>
                    <a:pt x="3543300" y="0"/>
                  </a:moveTo>
                  <a:lnTo>
                    <a:pt x="3539490" y="0"/>
                  </a:lnTo>
                  <a:lnTo>
                    <a:pt x="3539490" y="3810"/>
                  </a:lnTo>
                  <a:lnTo>
                    <a:pt x="3539490" y="566420"/>
                  </a:lnTo>
                  <a:lnTo>
                    <a:pt x="3810" y="566420"/>
                  </a:lnTo>
                  <a:lnTo>
                    <a:pt x="3810" y="3810"/>
                  </a:lnTo>
                  <a:lnTo>
                    <a:pt x="3539490" y="3810"/>
                  </a:lnTo>
                  <a:lnTo>
                    <a:pt x="353949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66420"/>
                  </a:lnTo>
                  <a:lnTo>
                    <a:pt x="0" y="570230"/>
                  </a:lnTo>
                  <a:lnTo>
                    <a:pt x="3543300" y="570230"/>
                  </a:lnTo>
                  <a:lnTo>
                    <a:pt x="3543300" y="566420"/>
                  </a:lnTo>
                  <a:lnTo>
                    <a:pt x="3543300" y="3810"/>
                  </a:lnTo>
                  <a:lnTo>
                    <a:pt x="3543300" y="0"/>
                  </a:lnTo>
                  <a:close/>
                </a:path>
              </a:pathLst>
            </a:custGeom>
            <a:solidFill>
              <a:srgbClr val="8C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670560" y="3185159"/>
              <a:ext cx="3535679" cy="562610"/>
            </a:xfrm>
            <a:custGeom>
              <a:avLst/>
              <a:gdLst/>
              <a:ahLst/>
              <a:cxnLst/>
              <a:rect l="l" t="t" r="r" b="b"/>
              <a:pathLst>
                <a:path w="3535679" h="562610">
                  <a:moveTo>
                    <a:pt x="3535680" y="0"/>
                  </a:moveTo>
                  <a:lnTo>
                    <a:pt x="3531870" y="0"/>
                  </a:lnTo>
                  <a:lnTo>
                    <a:pt x="3531870" y="2540"/>
                  </a:lnTo>
                  <a:lnTo>
                    <a:pt x="3531870" y="560070"/>
                  </a:lnTo>
                  <a:lnTo>
                    <a:pt x="3810" y="560070"/>
                  </a:lnTo>
                  <a:lnTo>
                    <a:pt x="3810" y="2540"/>
                  </a:lnTo>
                  <a:lnTo>
                    <a:pt x="3531870" y="2540"/>
                  </a:lnTo>
                  <a:lnTo>
                    <a:pt x="353187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560070"/>
                  </a:lnTo>
                  <a:lnTo>
                    <a:pt x="0" y="562610"/>
                  </a:lnTo>
                  <a:lnTo>
                    <a:pt x="3535680" y="562610"/>
                  </a:lnTo>
                  <a:lnTo>
                    <a:pt x="3535680" y="560070"/>
                  </a:lnTo>
                  <a:lnTo>
                    <a:pt x="3535680" y="2540"/>
                  </a:lnTo>
                  <a:lnTo>
                    <a:pt x="3535680" y="0"/>
                  </a:lnTo>
                  <a:close/>
                </a:path>
              </a:pathLst>
            </a:custGeom>
            <a:solidFill>
              <a:srgbClr val="8D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674370" y="3187699"/>
              <a:ext cx="3528060" cy="557530"/>
            </a:xfrm>
            <a:custGeom>
              <a:avLst/>
              <a:gdLst/>
              <a:ahLst/>
              <a:cxnLst/>
              <a:rect l="l" t="t" r="r" b="b"/>
              <a:pathLst>
                <a:path w="3528060" h="557529">
                  <a:moveTo>
                    <a:pt x="3528060" y="0"/>
                  </a:moveTo>
                  <a:lnTo>
                    <a:pt x="3524250" y="0"/>
                  </a:lnTo>
                  <a:lnTo>
                    <a:pt x="3524250" y="3810"/>
                  </a:lnTo>
                  <a:lnTo>
                    <a:pt x="3524250" y="553720"/>
                  </a:lnTo>
                  <a:lnTo>
                    <a:pt x="2540" y="553720"/>
                  </a:lnTo>
                  <a:lnTo>
                    <a:pt x="2540" y="3810"/>
                  </a:lnTo>
                  <a:lnTo>
                    <a:pt x="3524250" y="3810"/>
                  </a:lnTo>
                  <a:lnTo>
                    <a:pt x="352425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53720"/>
                  </a:lnTo>
                  <a:lnTo>
                    <a:pt x="0" y="557530"/>
                  </a:lnTo>
                  <a:lnTo>
                    <a:pt x="3528060" y="557530"/>
                  </a:lnTo>
                  <a:lnTo>
                    <a:pt x="3528060" y="553720"/>
                  </a:lnTo>
                  <a:lnTo>
                    <a:pt x="3528060" y="3810"/>
                  </a:lnTo>
                  <a:lnTo>
                    <a:pt x="3528060" y="0"/>
                  </a:lnTo>
                  <a:close/>
                </a:path>
              </a:pathLst>
            </a:custGeom>
            <a:solidFill>
              <a:srgbClr val="8E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676910" y="3191509"/>
              <a:ext cx="3521710" cy="549910"/>
            </a:xfrm>
            <a:custGeom>
              <a:avLst/>
              <a:gdLst/>
              <a:ahLst/>
              <a:cxnLst/>
              <a:rect l="l" t="t" r="r" b="b"/>
              <a:pathLst>
                <a:path w="3521710" h="549910">
                  <a:moveTo>
                    <a:pt x="3521710" y="0"/>
                  </a:moveTo>
                  <a:lnTo>
                    <a:pt x="3517900" y="0"/>
                  </a:lnTo>
                  <a:lnTo>
                    <a:pt x="3517900" y="3810"/>
                  </a:lnTo>
                  <a:lnTo>
                    <a:pt x="3517900" y="546100"/>
                  </a:lnTo>
                  <a:lnTo>
                    <a:pt x="3810" y="546100"/>
                  </a:lnTo>
                  <a:lnTo>
                    <a:pt x="3810" y="3810"/>
                  </a:lnTo>
                  <a:lnTo>
                    <a:pt x="3517900" y="3810"/>
                  </a:lnTo>
                  <a:lnTo>
                    <a:pt x="351790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46100"/>
                  </a:lnTo>
                  <a:lnTo>
                    <a:pt x="0" y="549910"/>
                  </a:lnTo>
                  <a:lnTo>
                    <a:pt x="3521710" y="549910"/>
                  </a:lnTo>
                  <a:lnTo>
                    <a:pt x="3521710" y="546100"/>
                  </a:lnTo>
                  <a:lnTo>
                    <a:pt x="3521710" y="3810"/>
                  </a:lnTo>
                  <a:lnTo>
                    <a:pt x="3521710" y="0"/>
                  </a:lnTo>
                  <a:close/>
                </a:path>
              </a:pathLst>
            </a:custGeom>
            <a:solidFill>
              <a:srgbClr val="9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680720" y="3195319"/>
              <a:ext cx="3514090" cy="542290"/>
            </a:xfrm>
            <a:custGeom>
              <a:avLst/>
              <a:gdLst/>
              <a:ahLst/>
              <a:cxnLst/>
              <a:rect l="l" t="t" r="r" b="b"/>
              <a:pathLst>
                <a:path w="3514090" h="542289">
                  <a:moveTo>
                    <a:pt x="3514090" y="0"/>
                  </a:moveTo>
                  <a:lnTo>
                    <a:pt x="3510280" y="0"/>
                  </a:lnTo>
                  <a:lnTo>
                    <a:pt x="3510280" y="3810"/>
                  </a:lnTo>
                  <a:lnTo>
                    <a:pt x="3510280" y="538480"/>
                  </a:lnTo>
                  <a:lnTo>
                    <a:pt x="3810" y="538480"/>
                  </a:lnTo>
                  <a:lnTo>
                    <a:pt x="3810" y="3810"/>
                  </a:lnTo>
                  <a:lnTo>
                    <a:pt x="3510280" y="3810"/>
                  </a:lnTo>
                  <a:lnTo>
                    <a:pt x="351028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38480"/>
                  </a:lnTo>
                  <a:lnTo>
                    <a:pt x="0" y="542290"/>
                  </a:lnTo>
                  <a:lnTo>
                    <a:pt x="3514090" y="542290"/>
                  </a:lnTo>
                  <a:lnTo>
                    <a:pt x="3514090" y="538480"/>
                  </a:lnTo>
                  <a:lnTo>
                    <a:pt x="3514090" y="3810"/>
                  </a:lnTo>
                  <a:lnTo>
                    <a:pt x="3514090" y="0"/>
                  </a:lnTo>
                  <a:close/>
                </a:path>
              </a:pathLst>
            </a:custGeom>
            <a:solidFill>
              <a:srgbClr val="91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684530" y="3199129"/>
              <a:ext cx="3506470" cy="534670"/>
            </a:xfrm>
            <a:custGeom>
              <a:avLst/>
              <a:gdLst/>
              <a:ahLst/>
              <a:cxnLst/>
              <a:rect l="l" t="t" r="r" b="b"/>
              <a:pathLst>
                <a:path w="3506470" h="534670">
                  <a:moveTo>
                    <a:pt x="3506470" y="0"/>
                  </a:moveTo>
                  <a:lnTo>
                    <a:pt x="3503930" y="0"/>
                  </a:lnTo>
                  <a:lnTo>
                    <a:pt x="3503930" y="3810"/>
                  </a:lnTo>
                  <a:lnTo>
                    <a:pt x="3503930" y="530860"/>
                  </a:lnTo>
                  <a:lnTo>
                    <a:pt x="3810" y="530860"/>
                  </a:lnTo>
                  <a:lnTo>
                    <a:pt x="3810" y="3810"/>
                  </a:lnTo>
                  <a:lnTo>
                    <a:pt x="3503930" y="3810"/>
                  </a:lnTo>
                  <a:lnTo>
                    <a:pt x="350393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30860"/>
                  </a:lnTo>
                  <a:lnTo>
                    <a:pt x="0" y="534670"/>
                  </a:lnTo>
                  <a:lnTo>
                    <a:pt x="3506470" y="534670"/>
                  </a:lnTo>
                  <a:lnTo>
                    <a:pt x="3506470" y="530860"/>
                  </a:lnTo>
                  <a:lnTo>
                    <a:pt x="3506470" y="3810"/>
                  </a:lnTo>
                  <a:lnTo>
                    <a:pt x="3506470" y="0"/>
                  </a:lnTo>
                  <a:close/>
                </a:path>
              </a:pathLst>
            </a:custGeom>
            <a:solidFill>
              <a:srgbClr val="93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688340" y="3202939"/>
              <a:ext cx="3500120" cy="527050"/>
            </a:xfrm>
            <a:custGeom>
              <a:avLst/>
              <a:gdLst/>
              <a:ahLst/>
              <a:cxnLst/>
              <a:rect l="l" t="t" r="r" b="b"/>
              <a:pathLst>
                <a:path w="3500120" h="527050">
                  <a:moveTo>
                    <a:pt x="3500120" y="0"/>
                  </a:moveTo>
                  <a:lnTo>
                    <a:pt x="3496310" y="0"/>
                  </a:lnTo>
                  <a:lnTo>
                    <a:pt x="3496310" y="3810"/>
                  </a:lnTo>
                  <a:lnTo>
                    <a:pt x="3496310" y="523240"/>
                  </a:lnTo>
                  <a:lnTo>
                    <a:pt x="3810" y="523240"/>
                  </a:lnTo>
                  <a:lnTo>
                    <a:pt x="3810" y="3810"/>
                  </a:lnTo>
                  <a:lnTo>
                    <a:pt x="3496310" y="3810"/>
                  </a:lnTo>
                  <a:lnTo>
                    <a:pt x="349631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23240"/>
                  </a:lnTo>
                  <a:lnTo>
                    <a:pt x="0" y="527050"/>
                  </a:lnTo>
                  <a:lnTo>
                    <a:pt x="3500120" y="527050"/>
                  </a:lnTo>
                  <a:lnTo>
                    <a:pt x="3500120" y="523240"/>
                  </a:lnTo>
                  <a:lnTo>
                    <a:pt x="3500120" y="3810"/>
                  </a:lnTo>
                  <a:lnTo>
                    <a:pt x="3500120" y="0"/>
                  </a:lnTo>
                  <a:close/>
                </a:path>
              </a:pathLst>
            </a:custGeom>
            <a:solidFill>
              <a:srgbClr val="94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692150" y="3206749"/>
              <a:ext cx="3492500" cy="519430"/>
            </a:xfrm>
            <a:custGeom>
              <a:avLst/>
              <a:gdLst/>
              <a:ahLst/>
              <a:cxnLst/>
              <a:rect l="l" t="t" r="r" b="b"/>
              <a:pathLst>
                <a:path w="3492500" h="519429">
                  <a:moveTo>
                    <a:pt x="3492500" y="0"/>
                  </a:moveTo>
                  <a:lnTo>
                    <a:pt x="3488690" y="0"/>
                  </a:lnTo>
                  <a:lnTo>
                    <a:pt x="3488690" y="3810"/>
                  </a:lnTo>
                  <a:lnTo>
                    <a:pt x="3488690" y="515620"/>
                  </a:lnTo>
                  <a:lnTo>
                    <a:pt x="3810" y="515620"/>
                  </a:lnTo>
                  <a:lnTo>
                    <a:pt x="3810" y="3810"/>
                  </a:lnTo>
                  <a:lnTo>
                    <a:pt x="3488690" y="3810"/>
                  </a:lnTo>
                  <a:lnTo>
                    <a:pt x="348869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15620"/>
                  </a:lnTo>
                  <a:lnTo>
                    <a:pt x="0" y="519430"/>
                  </a:lnTo>
                  <a:lnTo>
                    <a:pt x="3492500" y="519430"/>
                  </a:lnTo>
                  <a:lnTo>
                    <a:pt x="3492500" y="515620"/>
                  </a:lnTo>
                  <a:lnTo>
                    <a:pt x="3492500" y="3810"/>
                  </a:lnTo>
                  <a:lnTo>
                    <a:pt x="3492500" y="0"/>
                  </a:lnTo>
                  <a:close/>
                </a:path>
              </a:pathLst>
            </a:custGeom>
            <a:solidFill>
              <a:srgbClr val="96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695960" y="3210559"/>
              <a:ext cx="3484879" cy="511809"/>
            </a:xfrm>
            <a:custGeom>
              <a:avLst/>
              <a:gdLst/>
              <a:ahLst/>
              <a:cxnLst/>
              <a:rect l="l" t="t" r="r" b="b"/>
              <a:pathLst>
                <a:path w="3484879" h="511810">
                  <a:moveTo>
                    <a:pt x="3484880" y="0"/>
                  </a:moveTo>
                  <a:lnTo>
                    <a:pt x="3481070" y="0"/>
                  </a:lnTo>
                  <a:lnTo>
                    <a:pt x="3481070" y="2540"/>
                  </a:lnTo>
                  <a:lnTo>
                    <a:pt x="3481070" y="508000"/>
                  </a:lnTo>
                  <a:lnTo>
                    <a:pt x="3810" y="508000"/>
                  </a:lnTo>
                  <a:lnTo>
                    <a:pt x="3810" y="2540"/>
                  </a:lnTo>
                  <a:lnTo>
                    <a:pt x="3481070" y="2540"/>
                  </a:lnTo>
                  <a:lnTo>
                    <a:pt x="348107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508000"/>
                  </a:lnTo>
                  <a:lnTo>
                    <a:pt x="0" y="511810"/>
                  </a:lnTo>
                  <a:lnTo>
                    <a:pt x="3484880" y="511810"/>
                  </a:lnTo>
                  <a:lnTo>
                    <a:pt x="3484880" y="508000"/>
                  </a:lnTo>
                  <a:lnTo>
                    <a:pt x="3484880" y="2540"/>
                  </a:lnTo>
                  <a:lnTo>
                    <a:pt x="3484880" y="0"/>
                  </a:lnTo>
                  <a:close/>
                </a:path>
              </a:pathLst>
            </a:custGeom>
            <a:solidFill>
              <a:srgbClr val="97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699770" y="3213099"/>
              <a:ext cx="3477260" cy="505459"/>
            </a:xfrm>
            <a:custGeom>
              <a:avLst/>
              <a:gdLst/>
              <a:ahLst/>
              <a:cxnLst/>
              <a:rect l="l" t="t" r="r" b="b"/>
              <a:pathLst>
                <a:path w="3477260" h="505460">
                  <a:moveTo>
                    <a:pt x="3477260" y="0"/>
                  </a:moveTo>
                  <a:lnTo>
                    <a:pt x="3473450" y="0"/>
                  </a:lnTo>
                  <a:lnTo>
                    <a:pt x="3473450" y="3810"/>
                  </a:lnTo>
                  <a:lnTo>
                    <a:pt x="3473450" y="502920"/>
                  </a:lnTo>
                  <a:lnTo>
                    <a:pt x="3810" y="502920"/>
                  </a:lnTo>
                  <a:lnTo>
                    <a:pt x="3810" y="3810"/>
                  </a:lnTo>
                  <a:lnTo>
                    <a:pt x="3473450" y="3810"/>
                  </a:lnTo>
                  <a:lnTo>
                    <a:pt x="347345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02920"/>
                  </a:lnTo>
                  <a:lnTo>
                    <a:pt x="0" y="505460"/>
                  </a:lnTo>
                  <a:lnTo>
                    <a:pt x="3477260" y="505460"/>
                  </a:lnTo>
                  <a:lnTo>
                    <a:pt x="3477260" y="502920"/>
                  </a:lnTo>
                  <a:lnTo>
                    <a:pt x="3477260" y="3810"/>
                  </a:lnTo>
                  <a:lnTo>
                    <a:pt x="3477260" y="0"/>
                  </a:lnTo>
                  <a:close/>
                </a:path>
              </a:pathLst>
            </a:custGeom>
            <a:solidFill>
              <a:srgbClr val="99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703580" y="3216909"/>
              <a:ext cx="3469640" cy="499109"/>
            </a:xfrm>
            <a:custGeom>
              <a:avLst/>
              <a:gdLst/>
              <a:ahLst/>
              <a:cxnLst/>
              <a:rect l="l" t="t" r="r" b="b"/>
              <a:pathLst>
                <a:path w="3469640" h="499110">
                  <a:moveTo>
                    <a:pt x="3469640" y="0"/>
                  </a:moveTo>
                  <a:lnTo>
                    <a:pt x="3465830" y="0"/>
                  </a:lnTo>
                  <a:lnTo>
                    <a:pt x="3465830" y="3810"/>
                  </a:lnTo>
                  <a:lnTo>
                    <a:pt x="3465830" y="495300"/>
                  </a:lnTo>
                  <a:lnTo>
                    <a:pt x="2540" y="495300"/>
                  </a:lnTo>
                  <a:lnTo>
                    <a:pt x="2540" y="3810"/>
                  </a:lnTo>
                  <a:lnTo>
                    <a:pt x="3465830" y="3810"/>
                  </a:lnTo>
                  <a:lnTo>
                    <a:pt x="346583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95300"/>
                  </a:lnTo>
                  <a:lnTo>
                    <a:pt x="0" y="499110"/>
                  </a:lnTo>
                  <a:lnTo>
                    <a:pt x="3469640" y="499110"/>
                  </a:lnTo>
                  <a:lnTo>
                    <a:pt x="3469640" y="495300"/>
                  </a:lnTo>
                  <a:lnTo>
                    <a:pt x="3469640" y="3810"/>
                  </a:lnTo>
                  <a:lnTo>
                    <a:pt x="3469640" y="0"/>
                  </a:lnTo>
                  <a:close/>
                </a:path>
              </a:pathLst>
            </a:custGeom>
            <a:solidFill>
              <a:srgbClr val="9A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706120" y="3220719"/>
              <a:ext cx="3463290" cy="491490"/>
            </a:xfrm>
            <a:custGeom>
              <a:avLst/>
              <a:gdLst/>
              <a:ahLst/>
              <a:cxnLst/>
              <a:rect l="l" t="t" r="r" b="b"/>
              <a:pathLst>
                <a:path w="3463290" h="491489">
                  <a:moveTo>
                    <a:pt x="3463290" y="0"/>
                  </a:moveTo>
                  <a:lnTo>
                    <a:pt x="3459480" y="0"/>
                  </a:lnTo>
                  <a:lnTo>
                    <a:pt x="3459480" y="3810"/>
                  </a:lnTo>
                  <a:lnTo>
                    <a:pt x="3459480" y="487680"/>
                  </a:lnTo>
                  <a:lnTo>
                    <a:pt x="3810" y="487680"/>
                  </a:lnTo>
                  <a:lnTo>
                    <a:pt x="3810" y="3810"/>
                  </a:lnTo>
                  <a:lnTo>
                    <a:pt x="3459480" y="3810"/>
                  </a:lnTo>
                  <a:lnTo>
                    <a:pt x="345948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87680"/>
                  </a:lnTo>
                  <a:lnTo>
                    <a:pt x="0" y="491490"/>
                  </a:lnTo>
                  <a:lnTo>
                    <a:pt x="3463290" y="491490"/>
                  </a:lnTo>
                  <a:lnTo>
                    <a:pt x="3463290" y="487680"/>
                  </a:lnTo>
                  <a:lnTo>
                    <a:pt x="3463290" y="3810"/>
                  </a:lnTo>
                  <a:lnTo>
                    <a:pt x="3463290" y="0"/>
                  </a:lnTo>
                  <a:close/>
                </a:path>
              </a:pathLst>
            </a:custGeom>
            <a:solidFill>
              <a:srgbClr val="9B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709930" y="3224529"/>
              <a:ext cx="3455670" cy="483870"/>
            </a:xfrm>
            <a:custGeom>
              <a:avLst/>
              <a:gdLst/>
              <a:ahLst/>
              <a:cxnLst/>
              <a:rect l="l" t="t" r="r" b="b"/>
              <a:pathLst>
                <a:path w="3455670" h="483870">
                  <a:moveTo>
                    <a:pt x="3455670" y="0"/>
                  </a:moveTo>
                  <a:lnTo>
                    <a:pt x="3451860" y="0"/>
                  </a:lnTo>
                  <a:lnTo>
                    <a:pt x="3451860" y="3810"/>
                  </a:lnTo>
                  <a:lnTo>
                    <a:pt x="3451860" y="480060"/>
                  </a:lnTo>
                  <a:lnTo>
                    <a:pt x="3810" y="480060"/>
                  </a:lnTo>
                  <a:lnTo>
                    <a:pt x="3810" y="3810"/>
                  </a:lnTo>
                  <a:lnTo>
                    <a:pt x="3451860" y="3810"/>
                  </a:lnTo>
                  <a:lnTo>
                    <a:pt x="345186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80060"/>
                  </a:lnTo>
                  <a:lnTo>
                    <a:pt x="0" y="483870"/>
                  </a:lnTo>
                  <a:lnTo>
                    <a:pt x="3455670" y="483870"/>
                  </a:lnTo>
                  <a:lnTo>
                    <a:pt x="3455670" y="480060"/>
                  </a:lnTo>
                  <a:lnTo>
                    <a:pt x="3455670" y="3810"/>
                  </a:lnTo>
                  <a:lnTo>
                    <a:pt x="3455670" y="0"/>
                  </a:lnTo>
                  <a:close/>
                </a:path>
              </a:pathLst>
            </a:custGeom>
            <a:solidFill>
              <a:srgbClr val="9D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713740" y="3228339"/>
              <a:ext cx="3448050" cy="476250"/>
            </a:xfrm>
            <a:custGeom>
              <a:avLst/>
              <a:gdLst/>
              <a:ahLst/>
              <a:cxnLst/>
              <a:rect l="l" t="t" r="r" b="b"/>
              <a:pathLst>
                <a:path w="3448050" h="476250">
                  <a:moveTo>
                    <a:pt x="3448050" y="0"/>
                  </a:moveTo>
                  <a:lnTo>
                    <a:pt x="3445510" y="0"/>
                  </a:lnTo>
                  <a:lnTo>
                    <a:pt x="3445510" y="3810"/>
                  </a:lnTo>
                  <a:lnTo>
                    <a:pt x="3445510" y="472440"/>
                  </a:lnTo>
                  <a:lnTo>
                    <a:pt x="3810" y="472440"/>
                  </a:lnTo>
                  <a:lnTo>
                    <a:pt x="3810" y="3810"/>
                  </a:lnTo>
                  <a:lnTo>
                    <a:pt x="3445510" y="3810"/>
                  </a:lnTo>
                  <a:lnTo>
                    <a:pt x="344551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72440"/>
                  </a:lnTo>
                  <a:lnTo>
                    <a:pt x="0" y="476250"/>
                  </a:lnTo>
                  <a:lnTo>
                    <a:pt x="3448050" y="476250"/>
                  </a:lnTo>
                  <a:lnTo>
                    <a:pt x="3448050" y="472440"/>
                  </a:lnTo>
                  <a:lnTo>
                    <a:pt x="3448050" y="3810"/>
                  </a:lnTo>
                  <a:lnTo>
                    <a:pt x="3448050" y="0"/>
                  </a:lnTo>
                  <a:close/>
                </a:path>
              </a:pathLst>
            </a:custGeom>
            <a:solidFill>
              <a:srgbClr val="9E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717550" y="3232149"/>
              <a:ext cx="3441700" cy="468630"/>
            </a:xfrm>
            <a:custGeom>
              <a:avLst/>
              <a:gdLst/>
              <a:ahLst/>
              <a:cxnLst/>
              <a:rect l="l" t="t" r="r" b="b"/>
              <a:pathLst>
                <a:path w="3441700" h="468629">
                  <a:moveTo>
                    <a:pt x="3441700" y="0"/>
                  </a:moveTo>
                  <a:lnTo>
                    <a:pt x="3437890" y="0"/>
                  </a:lnTo>
                  <a:lnTo>
                    <a:pt x="3437890" y="2540"/>
                  </a:lnTo>
                  <a:lnTo>
                    <a:pt x="3437890" y="464820"/>
                  </a:lnTo>
                  <a:lnTo>
                    <a:pt x="3810" y="464820"/>
                  </a:lnTo>
                  <a:lnTo>
                    <a:pt x="3810" y="2540"/>
                  </a:lnTo>
                  <a:lnTo>
                    <a:pt x="3437890" y="2540"/>
                  </a:lnTo>
                  <a:lnTo>
                    <a:pt x="343789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464820"/>
                  </a:lnTo>
                  <a:lnTo>
                    <a:pt x="0" y="468630"/>
                  </a:lnTo>
                  <a:lnTo>
                    <a:pt x="3441700" y="468630"/>
                  </a:lnTo>
                  <a:lnTo>
                    <a:pt x="3441700" y="464820"/>
                  </a:lnTo>
                  <a:lnTo>
                    <a:pt x="3441700" y="2540"/>
                  </a:lnTo>
                  <a:lnTo>
                    <a:pt x="3441700" y="0"/>
                  </a:lnTo>
                  <a:close/>
                </a:path>
              </a:pathLst>
            </a:custGeom>
            <a:solidFill>
              <a:srgbClr val="A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721360" y="3234689"/>
              <a:ext cx="3434079" cy="462280"/>
            </a:xfrm>
            <a:custGeom>
              <a:avLst/>
              <a:gdLst/>
              <a:ahLst/>
              <a:cxnLst/>
              <a:rect l="l" t="t" r="r" b="b"/>
              <a:pathLst>
                <a:path w="3434079" h="462279">
                  <a:moveTo>
                    <a:pt x="3434080" y="0"/>
                  </a:moveTo>
                  <a:lnTo>
                    <a:pt x="3430270" y="0"/>
                  </a:lnTo>
                  <a:lnTo>
                    <a:pt x="3430270" y="3810"/>
                  </a:lnTo>
                  <a:lnTo>
                    <a:pt x="3430270" y="459740"/>
                  </a:lnTo>
                  <a:lnTo>
                    <a:pt x="3810" y="459740"/>
                  </a:lnTo>
                  <a:lnTo>
                    <a:pt x="3810" y="3810"/>
                  </a:lnTo>
                  <a:lnTo>
                    <a:pt x="3430270" y="3810"/>
                  </a:lnTo>
                  <a:lnTo>
                    <a:pt x="343027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59740"/>
                  </a:lnTo>
                  <a:lnTo>
                    <a:pt x="0" y="462280"/>
                  </a:lnTo>
                  <a:lnTo>
                    <a:pt x="3434080" y="462280"/>
                  </a:lnTo>
                  <a:lnTo>
                    <a:pt x="3434080" y="459740"/>
                  </a:lnTo>
                  <a:lnTo>
                    <a:pt x="3434080" y="3810"/>
                  </a:lnTo>
                  <a:lnTo>
                    <a:pt x="3434080" y="0"/>
                  </a:lnTo>
                  <a:close/>
                </a:path>
              </a:pathLst>
            </a:custGeom>
            <a:solidFill>
              <a:srgbClr val="A1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725170" y="3238499"/>
              <a:ext cx="3426460" cy="455930"/>
            </a:xfrm>
            <a:custGeom>
              <a:avLst/>
              <a:gdLst/>
              <a:ahLst/>
              <a:cxnLst/>
              <a:rect l="l" t="t" r="r" b="b"/>
              <a:pathLst>
                <a:path w="3426460" h="455929">
                  <a:moveTo>
                    <a:pt x="3426460" y="0"/>
                  </a:moveTo>
                  <a:lnTo>
                    <a:pt x="3422650" y="0"/>
                  </a:lnTo>
                  <a:lnTo>
                    <a:pt x="3422650" y="3810"/>
                  </a:lnTo>
                  <a:lnTo>
                    <a:pt x="3422650" y="452120"/>
                  </a:lnTo>
                  <a:lnTo>
                    <a:pt x="2540" y="452120"/>
                  </a:lnTo>
                  <a:lnTo>
                    <a:pt x="2540" y="3810"/>
                  </a:lnTo>
                  <a:lnTo>
                    <a:pt x="3422650" y="3810"/>
                  </a:lnTo>
                  <a:lnTo>
                    <a:pt x="342265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52120"/>
                  </a:lnTo>
                  <a:lnTo>
                    <a:pt x="0" y="455930"/>
                  </a:lnTo>
                  <a:lnTo>
                    <a:pt x="3426460" y="455930"/>
                  </a:lnTo>
                  <a:lnTo>
                    <a:pt x="3426460" y="452120"/>
                  </a:lnTo>
                  <a:lnTo>
                    <a:pt x="3426460" y="3810"/>
                  </a:lnTo>
                  <a:lnTo>
                    <a:pt x="3426460" y="0"/>
                  </a:lnTo>
                  <a:close/>
                </a:path>
              </a:pathLst>
            </a:custGeom>
            <a:solidFill>
              <a:srgbClr val="A3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727710" y="3242309"/>
              <a:ext cx="3420110" cy="448309"/>
            </a:xfrm>
            <a:custGeom>
              <a:avLst/>
              <a:gdLst/>
              <a:ahLst/>
              <a:cxnLst/>
              <a:rect l="l" t="t" r="r" b="b"/>
              <a:pathLst>
                <a:path w="3420110" h="448310">
                  <a:moveTo>
                    <a:pt x="3420110" y="0"/>
                  </a:moveTo>
                  <a:lnTo>
                    <a:pt x="3416300" y="0"/>
                  </a:lnTo>
                  <a:lnTo>
                    <a:pt x="3416300" y="3810"/>
                  </a:lnTo>
                  <a:lnTo>
                    <a:pt x="3416300" y="444500"/>
                  </a:lnTo>
                  <a:lnTo>
                    <a:pt x="3810" y="444500"/>
                  </a:lnTo>
                  <a:lnTo>
                    <a:pt x="3810" y="3810"/>
                  </a:lnTo>
                  <a:lnTo>
                    <a:pt x="3416300" y="3810"/>
                  </a:lnTo>
                  <a:lnTo>
                    <a:pt x="341630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44500"/>
                  </a:lnTo>
                  <a:lnTo>
                    <a:pt x="0" y="448310"/>
                  </a:lnTo>
                  <a:lnTo>
                    <a:pt x="3420110" y="448310"/>
                  </a:lnTo>
                  <a:lnTo>
                    <a:pt x="3420110" y="444500"/>
                  </a:lnTo>
                  <a:lnTo>
                    <a:pt x="3420110" y="3810"/>
                  </a:lnTo>
                  <a:lnTo>
                    <a:pt x="3420110" y="0"/>
                  </a:lnTo>
                  <a:close/>
                </a:path>
              </a:pathLst>
            </a:custGeom>
            <a:solidFill>
              <a:srgbClr val="A4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731520" y="3246119"/>
              <a:ext cx="3412490" cy="440690"/>
            </a:xfrm>
            <a:custGeom>
              <a:avLst/>
              <a:gdLst/>
              <a:ahLst/>
              <a:cxnLst/>
              <a:rect l="l" t="t" r="r" b="b"/>
              <a:pathLst>
                <a:path w="3412490" h="440689">
                  <a:moveTo>
                    <a:pt x="3412490" y="0"/>
                  </a:moveTo>
                  <a:lnTo>
                    <a:pt x="3408680" y="0"/>
                  </a:lnTo>
                  <a:lnTo>
                    <a:pt x="3408680" y="3810"/>
                  </a:lnTo>
                  <a:lnTo>
                    <a:pt x="3408680" y="436880"/>
                  </a:lnTo>
                  <a:lnTo>
                    <a:pt x="3810" y="436880"/>
                  </a:lnTo>
                  <a:lnTo>
                    <a:pt x="3810" y="3810"/>
                  </a:lnTo>
                  <a:lnTo>
                    <a:pt x="3408680" y="3810"/>
                  </a:lnTo>
                  <a:lnTo>
                    <a:pt x="340868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36880"/>
                  </a:lnTo>
                  <a:lnTo>
                    <a:pt x="0" y="440690"/>
                  </a:lnTo>
                  <a:lnTo>
                    <a:pt x="3412490" y="440690"/>
                  </a:lnTo>
                  <a:lnTo>
                    <a:pt x="3412490" y="436880"/>
                  </a:lnTo>
                  <a:lnTo>
                    <a:pt x="3412490" y="3810"/>
                  </a:lnTo>
                  <a:lnTo>
                    <a:pt x="3412490" y="0"/>
                  </a:lnTo>
                  <a:close/>
                </a:path>
              </a:pathLst>
            </a:custGeom>
            <a:solidFill>
              <a:srgbClr val="A6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735330" y="3249929"/>
              <a:ext cx="3404870" cy="433070"/>
            </a:xfrm>
            <a:custGeom>
              <a:avLst/>
              <a:gdLst/>
              <a:ahLst/>
              <a:cxnLst/>
              <a:rect l="l" t="t" r="r" b="b"/>
              <a:pathLst>
                <a:path w="3404870" h="433070">
                  <a:moveTo>
                    <a:pt x="3404870" y="0"/>
                  </a:moveTo>
                  <a:lnTo>
                    <a:pt x="3402330" y="0"/>
                  </a:lnTo>
                  <a:lnTo>
                    <a:pt x="3402330" y="3810"/>
                  </a:lnTo>
                  <a:lnTo>
                    <a:pt x="3402330" y="429260"/>
                  </a:lnTo>
                  <a:lnTo>
                    <a:pt x="3810" y="429260"/>
                  </a:lnTo>
                  <a:lnTo>
                    <a:pt x="3810" y="3810"/>
                  </a:lnTo>
                  <a:lnTo>
                    <a:pt x="3402330" y="3810"/>
                  </a:lnTo>
                  <a:lnTo>
                    <a:pt x="340233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29260"/>
                  </a:lnTo>
                  <a:lnTo>
                    <a:pt x="0" y="433070"/>
                  </a:lnTo>
                  <a:lnTo>
                    <a:pt x="3404870" y="433070"/>
                  </a:lnTo>
                  <a:lnTo>
                    <a:pt x="3404870" y="429260"/>
                  </a:lnTo>
                  <a:lnTo>
                    <a:pt x="3404870" y="3810"/>
                  </a:lnTo>
                  <a:lnTo>
                    <a:pt x="3404870" y="0"/>
                  </a:lnTo>
                  <a:close/>
                </a:path>
              </a:pathLst>
            </a:custGeom>
            <a:solidFill>
              <a:srgbClr val="A7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739140" y="3253739"/>
              <a:ext cx="3398520" cy="425450"/>
            </a:xfrm>
            <a:custGeom>
              <a:avLst/>
              <a:gdLst/>
              <a:ahLst/>
              <a:cxnLst/>
              <a:rect l="l" t="t" r="r" b="b"/>
              <a:pathLst>
                <a:path w="3398520" h="425450">
                  <a:moveTo>
                    <a:pt x="3398520" y="0"/>
                  </a:moveTo>
                  <a:lnTo>
                    <a:pt x="3394710" y="0"/>
                  </a:lnTo>
                  <a:lnTo>
                    <a:pt x="3394710" y="3810"/>
                  </a:lnTo>
                  <a:lnTo>
                    <a:pt x="3394710" y="421640"/>
                  </a:lnTo>
                  <a:lnTo>
                    <a:pt x="3810" y="421640"/>
                  </a:lnTo>
                  <a:lnTo>
                    <a:pt x="3810" y="3810"/>
                  </a:lnTo>
                  <a:lnTo>
                    <a:pt x="3394710" y="3810"/>
                  </a:lnTo>
                  <a:lnTo>
                    <a:pt x="339471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21640"/>
                  </a:lnTo>
                  <a:lnTo>
                    <a:pt x="0" y="425450"/>
                  </a:lnTo>
                  <a:lnTo>
                    <a:pt x="3398520" y="425450"/>
                  </a:lnTo>
                  <a:lnTo>
                    <a:pt x="3398520" y="421640"/>
                  </a:lnTo>
                  <a:lnTo>
                    <a:pt x="3398520" y="3810"/>
                  </a:lnTo>
                  <a:lnTo>
                    <a:pt x="3398520" y="0"/>
                  </a:lnTo>
                  <a:close/>
                </a:path>
              </a:pathLst>
            </a:custGeom>
            <a:solidFill>
              <a:srgbClr val="A8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742950" y="3257549"/>
              <a:ext cx="3390900" cy="417830"/>
            </a:xfrm>
            <a:custGeom>
              <a:avLst/>
              <a:gdLst/>
              <a:ahLst/>
              <a:cxnLst/>
              <a:rect l="l" t="t" r="r" b="b"/>
              <a:pathLst>
                <a:path w="3390900" h="417829">
                  <a:moveTo>
                    <a:pt x="3390900" y="0"/>
                  </a:moveTo>
                  <a:lnTo>
                    <a:pt x="3387090" y="0"/>
                  </a:lnTo>
                  <a:lnTo>
                    <a:pt x="3387090" y="2540"/>
                  </a:lnTo>
                  <a:lnTo>
                    <a:pt x="3387090" y="415290"/>
                  </a:lnTo>
                  <a:lnTo>
                    <a:pt x="3810" y="415290"/>
                  </a:lnTo>
                  <a:lnTo>
                    <a:pt x="3810" y="2540"/>
                  </a:lnTo>
                  <a:lnTo>
                    <a:pt x="3387090" y="2540"/>
                  </a:lnTo>
                  <a:lnTo>
                    <a:pt x="338709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415290"/>
                  </a:lnTo>
                  <a:lnTo>
                    <a:pt x="0" y="417830"/>
                  </a:lnTo>
                  <a:lnTo>
                    <a:pt x="3390900" y="417830"/>
                  </a:lnTo>
                  <a:lnTo>
                    <a:pt x="3390900" y="415290"/>
                  </a:lnTo>
                  <a:lnTo>
                    <a:pt x="3390900" y="2540"/>
                  </a:lnTo>
                  <a:lnTo>
                    <a:pt x="3390900" y="0"/>
                  </a:lnTo>
                  <a:close/>
                </a:path>
              </a:pathLst>
            </a:custGeom>
            <a:solidFill>
              <a:srgbClr val="AA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746760" y="3260089"/>
              <a:ext cx="3383279" cy="412750"/>
            </a:xfrm>
            <a:custGeom>
              <a:avLst/>
              <a:gdLst/>
              <a:ahLst/>
              <a:cxnLst/>
              <a:rect l="l" t="t" r="r" b="b"/>
              <a:pathLst>
                <a:path w="3383279" h="412750">
                  <a:moveTo>
                    <a:pt x="3383280" y="0"/>
                  </a:moveTo>
                  <a:lnTo>
                    <a:pt x="3379470" y="0"/>
                  </a:lnTo>
                  <a:lnTo>
                    <a:pt x="3379470" y="3810"/>
                  </a:lnTo>
                  <a:lnTo>
                    <a:pt x="3379470" y="408940"/>
                  </a:lnTo>
                  <a:lnTo>
                    <a:pt x="2540" y="408940"/>
                  </a:lnTo>
                  <a:lnTo>
                    <a:pt x="2540" y="3810"/>
                  </a:lnTo>
                  <a:lnTo>
                    <a:pt x="3379470" y="3810"/>
                  </a:lnTo>
                  <a:lnTo>
                    <a:pt x="337947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08940"/>
                  </a:lnTo>
                  <a:lnTo>
                    <a:pt x="0" y="412750"/>
                  </a:lnTo>
                  <a:lnTo>
                    <a:pt x="3383280" y="412750"/>
                  </a:lnTo>
                  <a:lnTo>
                    <a:pt x="3383280" y="408940"/>
                  </a:lnTo>
                  <a:lnTo>
                    <a:pt x="3383280" y="3810"/>
                  </a:lnTo>
                  <a:lnTo>
                    <a:pt x="3383280" y="0"/>
                  </a:lnTo>
                  <a:close/>
                </a:path>
              </a:pathLst>
            </a:custGeom>
            <a:solidFill>
              <a:srgbClr val="AB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749300" y="3263899"/>
              <a:ext cx="3376929" cy="405130"/>
            </a:xfrm>
            <a:custGeom>
              <a:avLst/>
              <a:gdLst/>
              <a:ahLst/>
              <a:cxnLst/>
              <a:rect l="l" t="t" r="r" b="b"/>
              <a:pathLst>
                <a:path w="3376929" h="405129">
                  <a:moveTo>
                    <a:pt x="3376930" y="0"/>
                  </a:moveTo>
                  <a:lnTo>
                    <a:pt x="3373120" y="0"/>
                  </a:lnTo>
                  <a:lnTo>
                    <a:pt x="3373120" y="3810"/>
                  </a:lnTo>
                  <a:lnTo>
                    <a:pt x="3373120" y="401320"/>
                  </a:lnTo>
                  <a:lnTo>
                    <a:pt x="3810" y="401320"/>
                  </a:lnTo>
                  <a:lnTo>
                    <a:pt x="3810" y="3810"/>
                  </a:lnTo>
                  <a:lnTo>
                    <a:pt x="3373120" y="3810"/>
                  </a:lnTo>
                  <a:lnTo>
                    <a:pt x="337312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01320"/>
                  </a:lnTo>
                  <a:lnTo>
                    <a:pt x="0" y="405130"/>
                  </a:lnTo>
                  <a:lnTo>
                    <a:pt x="3376930" y="405130"/>
                  </a:lnTo>
                  <a:lnTo>
                    <a:pt x="3376930" y="401320"/>
                  </a:lnTo>
                  <a:lnTo>
                    <a:pt x="3376930" y="3810"/>
                  </a:lnTo>
                  <a:lnTo>
                    <a:pt x="3376930" y="0"/>
                  </a:lnTo>
                  <a:close/>
                </a:path>
              </a:pathLst>
            </a:custGeom>
            <a:solidFill>
              <a:srgbClr val="AD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753110" y="3267709"/>
              <a:ext cx="3369310" cy="397510"/>
            </a:xfrm>
            <a:custGeom>
              <a:avLst/>
              <a:gdLst/>
              <a:ahLst/>
              <a:cxnLst/>
              <a:rect l="l" t="t" r="r" b="b"/>
              <a:pathLst>
                <a:path w="3369310" h="397510">
                  <a:moveTo>
                    <a:pt x="3369310" y="0"/>
                  </a:moveTo>
                  <a:lnTo>
                    <a:pt x="3365500" y="0"/>
                  </a:lnTo>
                  <a:lnTo>
                    <a:pt x="3365500" y="3810"/>
                  </a:lnTo>
                  <a:lnTo>
                    <a:pt x="3365500" y="393700"/>
                  </a:lnTo>
                  <a:lnTo>
                    <a:pt x="3810" y="393700"/>
                  </a:lnTo>
                  <a:lnTo>
                    <a:pt x="3810" y="3810"/>
                  </a:lnTo>
                  <a:lnTo>
                    <a:pt x="3365500" y="3810"/>
                  </a:lnTo>
                  <a:lnTo>
                    <a:pt x="336550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93700"/>
                  </a:lnTo>
                  <a:lnTo>
                    <a:pt x="0" y="397510"/>
                  </a:lnTo>
                  <a:lnTo>
                    <a:pt x="3369310" y="397510"/>
                  </a:lnTo>
                  <a:lnTo>
                    <a:pt x="3369310" y="393700"/>
                  </a:lnTo>
                  <a:lnTo>
                    <a:pt x="3369310" y="3810"/>
                  </a:lnTo>
                  <a:lnTo>
                    <a:pt x="3369310" y="0"/>
                  </a:lnTo>
                  <a:close/>
                </a:path>
              </a:pathLst>
            </a:custGeom>
            <a:solidFill>
              <a:srgbClr val="AE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756920" y="3271519"/>
              <a:ext cx="3361690" cy="389890"/>
            </a:xfrm>
            <a:custGeom>
              <a:avLst/>
              <a:gdLst/>
              <a:ahLst/>
              <a:cxnLst/>
              <a:rect l="l" t="t" r="r" b="b"/>
              <a:pathLst>
                <a:path w="3361690" h="389889">
                  <a:moveTo>
                    <a:pt x="3361690" y="0"/>
                  </a:moveTo>
                  <a:lnTo>
                    <a:pt x="3359150" y="0"/>
                  </a:lnTo>
                  <a:lnTo>
                    <a:pt x="3359150" y="3810"/>
                  </a:lnTo>
                  <a:lnTo>
                    <a:pt x="3359150" y="386080"/>
                  </a:lnTo>
                  <a:lnTo>
                    <a:pt x="3810" y="386080"/>
                  </a:lnTo>
                  <a:lnTo>
                    <a:pt x="3810" y="3810"/>
                  </a:lnTo>
                  <a:lnTo>
                    <a:pt x="3359150" y="3810"/>
                  </a:lnTo>
                  <a:lnTo>
                    <a:pt x="335915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86080"/>
                  </a:lnTo>
                  <a:lnTo>
                    <a:pt x="0" y="389890"/>
                  </a:lnTo>
                  <a:lnTo>
                    <a:pt x="3361690" y="389890"/>
                  </a:lnTo>
                  <a:lnTo>
                    <a:pt x="3361690" y="386080"/>
                  </a:lnTo>
                  <a:lnTo>
                    <a:pt x="3361690" y="3810"/>
                  </a:lnTo>
                  <a:lnTo>
                    <a:pt x="3361690" y="0"/>
                  </a:lnTo>
                  <a:close/>
                </a:path>
              </a:pathLst>
            </a:custGeom>
            <a:solidFill>
              <a:srgbClr val="B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760730" y="3275329"/>
              <a:ext cx="3355340" cy="382270"/>
            </a:xfrm>
            <a:custGeom>
              <a:avLst/>
              <a:gdLst/>
              <a:ahLst/>
              <a:cxnLst/>
              <a:rect l="l" t="t" r="r" b="b"/>
              <a:pathLst>
                <a:path w="3355340" h="382270">
                  <a:moveTo>
                    <a:pt x="3355340" y="0"/>
                  </a:moveTo>
                  <a:lnTo>
                    <a:pt x="3351530" y="0"/>
                  </a:lnTo>
                  <a:lnTo>
                    <a:pt x="3351530" y="3810"/>
                  </a:lnTo>
                  <a:lnTo>
                    <a:pt x="3351530" y="378460"/>
                  </a:lnTo>
                  <a:lnTo>
                    <a:pt x="3810" y="378460"/>
                  </a:lnTo>
                  <a:lnTo>
                    <a:pt x="3810" y="3810"/>
                  </a:lnTo>
                  <a:lnTo>
                    <a:pt x="3351530" y="3810"/>
                  </a:lnTo>
                  <a:lnTo>
                    <a:pt x="335153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78460"/>
                  </a:lnTo>
                  <a:lnTo>
                    <a:pt x="0" y="382270"/>
                  </a:lnTo>
                  <a:lnTo>
                    <a:pt x="3355340" y="382270"/>
                  </a:lnTo>
                  <a:lnTo>
                    <a:pt x="3355340" y="378460"/>
                  </a:lnTo>
                  <a:lnTo>
                    <a:pt x="3355340" y="3810"/>
                  </a:lnTo>
                  <a:lnTo>
                    <a:pt x="3355340" y="0"/>
                  </a:lnTo>
                  <a:close/>
                </a:path>
              </a:pathLst>
            </a:custGeom>
            <a:solidFill>
              <a:srgbClr val="B1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764540" y="3279139"/>
              <a:ext cx="3347720" cy="374650"/>
            </a:xfrm>
            <a:custGeom>
              <a:avLst/>
              <a:gdLst/>
              <a:ahLst/>
              <a:cxnLst/>
              <a:rect l="l" t="t" r="r" b="b"/>
              <a:pathLst>
                <a:path w="3347720" h="374650">
                  <a:moveTo>
                    <a:pt x="3347720" y="0"/>
                  </a:moveTo>
                  <a:lnTo>
                    <a:pt x="3343910" y="0"/>
                  </a:lnTo>
                  <a:lnTo>
                    <a:pt x="3343910" y="2540"/>
                  </a:lnTo>
                  <a:lnTo>
                    <a:pt x="3343910" y="372110"/>
                  </a:lnTo>
                  <a:lnTo>
                    <a:pt x="3810" y="372110"/>
                  </a:lnTo>
                  <a:lnTo>
                    <a:pt x="3810" y="2540"/>
                  </a:lnTo>
                  <a:lnTo>
                    <a:pt x="3343910" y="2540"/>
                  </a:lnTo>
                  <a:lnTo>
                    <a:pt x="334391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372110"/>
                  </a:lnTo>
                  <a:lnTo>
                    <a:pt x="0" y="374650"/>
                  </a:lnTo>
                  <a:lnTo>
                    <a:pt x="3347720" y="374650"/>
                  </a:lnTo>
                  <a:lnTo>
                    <a:pt x="3347720" y="372110"/>
                  </a:lnTo>
                  <a:lnTo>
                    <a:pt x="3347720" y="2540"/>
                  </a:lnTo>
                  <a:lnTo>
                    <a:pt x="3347720" y="0"/>
                  </a:lnTo>
                  <a:close/>
                </a:path>
              </a:pathLst>
            </a:custGeom>
            <a:solidFill>
              <a:srgbClr val="B3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768350" y="3281679"/>
              <a:ext cx="3340100" cy="369570"/>
            </a:xfrm>
            <a:custGeom>
              <a:avLst/>
              <a:gdLst/>
              <a:ahLst/>
              <a:cxnLst/>
              <a:rect l="l" t="t" r="r" b="b"/>
              <a:pathLst>
                <a:path w="3340100" h="369570">
                  <a:moveTo>
                    <a:pt x="3340100" y="0"/>
                  </a:moveTo>
                  <a:lnTo>
                    <a:pt x="3336290" y="0"/>
                  </a:lnTo>
                  <a:lnTo>
                    <a:pt x="3336290" y="3810"/>
                  </a:lnTo>
                  <a:lnTo>
                    <a:pt x="3336290" y="365760"/>
                  </a:lnTo>
                  <a:lnTo>
                    <a:pt x="2540" y="365760"/>
                  </a:lnTo>
                  <a:lnTo>
                    <a:pt x="2540" y="3810"/>
                  </a:lnTo>
                  <a:lnTo>
                    <a:pt x="3336290" y="3810"/>
                  </a:lnTo>
                  <a:lnTo>
                    <a:pt x="333629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65760"/>
                  </a:lnTo>
                  <a:lnTo>
                    <a:pt x="0" y="369570"/>
                  </a:lnTo>
                  <a:lnTo>
                    <a:pt x="3340100" y="369570"/>
                  </a:lnTo>
                  <a:lnTo>
                    <a:pt x="3340100" y="365760"/>
                  </a:lnTo>
                  <a:lnTo>
                    <a:pt x="3340100" y="3810"/>
                  </a:lnTo>
                  <a:lnTo>
                    <a:pt x="3340100" y="0"/>
                  </a:lnTo>
                  <a:close/>
                </a:path>
              </a:pathLst>
            </a:custGeom>
            <a:solidFill>
              <a:srgbClr val="B4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770890" y="3285489"/>
              <a:ext cx="3333750" cy="361950"/>
            </a:xfrm>
            <a:custGeom>
              <a:avLst/>
              <a:gdLst/>
              <a:ahLst/>
              <a:cxnLst/>
              <a:rect l="l" t="t" r="r" b="b"/>
              <a:pathLst>
                <a:path w="3333750" h="361950">
                  <a:moveTo>
                    <a:pt x="3333750" y="0"/>
                  </a:moveTo>
                  <a:lnTo>
                    <a:pt x="3329940" y="0"/>
                  </a:lnTo>
                  <a:lnTo>
                    <a:pt x="3329940" y="3810"/>
                  </a:lnTo>
                  <a:lnTo>
                    <a:pt x="3329940" y="358140"/>
                  </a:lnTo>
                  <a:lnTo>
                    <a:pt x="3810" y="358140"/>
                  </a:lnTo>
                  <a:lnTo>
                    <a:pt x="3810" y="3810"/>
                  </a:lnTo>
                  <a:lnTo>
                    <a:pt x="3329940" y="3810"/>
                  </a:lnTo>
                  <a:lnTo>
                    <a:pt x="332994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58140"/>
                  </a:lnTo>
                  <a:lnTo>
                    <a:pt x="0" y="361950"/>
                  </a:lnTo>
                  <a:lnTo>
                    <a:pt x="3333750" y="361950"/>
                  </a:lnTo>
                  <a:lnTo>
                    <a:pt x="3333750" y="358140"/>
                  </a:lnTo>
                  <a:lnTo>
                    <a:pt x="3333750" y="3810"/>
                  </a:lnTo>
                  <a:lnTo>
                    <a:pt x="3333750" y="0"/>
                  </a:lnTo>
                  <a:close/>
                </a:path>
              </a:pathLst>
            </a:custGeom>
            <a:solidFill>
              <a:srgbClr val="B5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774700" y="3289299"/>
              <a:ext cx="3326129" cy="354330"/>
            </a:xfrm>
            <a:custGeom>
              <a:avLst/>
              <a:gdLst/>
              <a:ahLst/>
              <a:cxnLst/>
              <a:rect l="l" t="t" r="r" b="b"/>
              <a:pathLst>
                <a:path w="3326129" h="354329">
                  <a:moveTo>
                    <a:pt x="3326130" y="0"/>
                  </a:moveTo>
                  <a:lnTo>
                    <a:pt x="3322320" y="0"/>
                  </a:lnTo>
                  <a:lnTo>
                    <a:pt x="3322320" y="3810"/>
                  </a:lnTo>
                  <a:lnTo>
                    <a:pt x="3322320" y="350520"/>
                  </a:lnTo>
                  <a:lnTo>
                    <a:pt x="3810" y="350520"/>
                  </a:lnTo>
                  <a:lnTo>
                    <a:pt x="3810" y="3810"/>
                  </a:lnTo>
                  <a:lnTo>
                    <a:pt x="3322320" y="3810"/>
                  </a:lnTo>
                  <a:lnTo>
                    <a:pt x="332232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50520"/>
                  </a:lnTo>
                  <a:lnTo>
                    <a:pt x="0" y="354330"/>
                  </a:lnTo>
                  <a:lnTo>
                    <a:pt x="3326130" y="354330"/>
                  </a:lnTo>
                  <a:lnTo>
                    <a:pt x="3326130" y="350520"/>
                  </a:lnTo>
                  <a:lnTo>
                    <a:pt x="3326130" y="3810"/>
                  </a:lnTo>
                  <a:lnTo>
                    <a:pt x="3326130" y="0"/>
                  </a:lnTo>
                  <a:close/>
                </a:path>
              </a:pathLst>
            </a:custGeom>
            <a:solidFill>
              <a:srgbClr val="B7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778510" y="3293109"/>
              <a:ext cx="3318510" cy="346710"/>
            </a:xfrm>
            <a:custGeom>
              <a:avLst/>
              <a:gdLst/>
              <a:ahLst/>
              <a:cxnLst/>
              <a:rect l="l" t="t" r="r" b="b"/>
              <a:pathLst>
                <a:path w="3318510" h="346710">
                  <a:moveTo>
                    <a:pt x="3318510" y="0"/>
                  </a:moveTo>
                  <a:lnTo>
                    <a:pt x="3314700" y="0"/>
                  </a:lnTo>
                  <a:lnTo>
                    <a:pt x="3314700" y="3810"/>
                  </a:lnTo>
                  <a:lnTo>
                    <a:pt x="3314700" y="342900"/>
                  </a:lnTo>
                  <a:lnTo>
                    <a:pt x="3810" y="342900"/>
                  </a:lnTo>
                  <a:lnTo>
                    <a:pt x="3810" y="3810"/>
                  </a:lnTo>
                  <a:lnTo>
                    <a:pt x="3314700" y="3810"/>
                  </a:lnTo>
                  <a:lnTo>
                    <a:pt x="331470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42900"/>
                  </a:lnTo>
                  <a:lnTo>
                    <a:pt x="0" y="346710"/>
                  </a:lnTo>
                  <a:lnTo>
                    <a:pt x="3318510" y="346710"/>
                  </a:lnTo>
                  <a:lnTo>
                    <a:pt x="3318510" y="342900"/>
                  </a:lnTo>
                  <a:lnTo>
                    <a:pt x="3318510" y="3810"/>
                  </a:lnTo>
                  <a:lnTo>
                    <a:pt x="3318510" y="0"/>
                  </a:lnTo>
                  <a:close/>
                </a:path>
              </a:pathLst>
            </a:custGeom>
            <a:solidFill>
              <a:srgbClr val="B8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782320" y="3296919"/>
              <a:ext cx="3310890" cy="339090"/>
            </a:xfrm>
            <a:custGeom>
              <a:avLst/>
              <a:gdLst/>
              <a:ahLst/>
              <a:cxnLst/>
              <a:rect l="l" t="t" r="r" b="b"/>
              <a:pathLst>
                <a:path w="3310890" h="339089">
                  <a:moveTo>
                    <a:pt x="3310890" y="0"/>
                  </a:moveTo>
                  <a:lnTo>
                    <a:pt x="3307080" y="0"/>
                  </a:lnTo>
                  <a:lnTo>
                    <a:pt x="3307080" y="3810"/>
                  </a:lnTo>
                  <a:lnTo>
                    <a:pt x="3307080" y="335280"/>
                  </a:lnTo>
                  <a:lnTo>
                    <a:pt x="3810" y="335280"/>
                  </a:lnTo>
                  <a:lnTo>
                    <a:pt x="3810" y="3810"/>
                  </a:lnTo>
                  <a:lnTo>
                    <a:pt x="3307080" y="3810"/>
                  </a:lnTo>
                  <a:lnTo>
                    <a:pt x="330708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35280"/>
                  </a:lnTo>
                  <a:lnTo>
                    <a:pt x="0" y="339090"/>
                  </a:lnTo>
                  <a:lnTo>
                    <a:pt x="3310890" y="339090"/>
                  </a:lnTo>
                  <a:lnTo>
                    <a:pt x="3310890" y="335280"/>
                  </a:lnTo>
                  <a:lnTo>
                    <a:pt x="3310890" y="3810"/>
                  </a:lnTo>
                  <a:lnTo>
                    <a:pt x="3310890" y="0"/>
                  </a:lnTo>
                  <a:close/>
                </a:path>
              </a:pathLst>
            </a:custGeom>
            <a:solidFill>
              <a:srgbClr val="BA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786130" y="3300729"/>
              <a:ext cx="3303270" cy="331470"/>
            </a:xfrm>
            <a:custGeom>
              <a:avLst/>
              <a:gdLst/>
              <a:ahLst/>
              <a:cxnLst/>
              <a:rect l="l" t="t" r="r" b="b"/>
              <a:pathLst>
                <a:path w="3303270" h="331470">
                  <a:moveTo>
                    <a:pt x="3303270" y="0"/>
                  </a:moveTo>
                  <a:lnTo>
                    <a:pt x="3300730" y="0"/>
                  </a:lnTo>
                  <a:lnTo>
                    <a:pt x="3300730" y="3810"/>
                  </a:lnTo>
                  <a:lnTo>
                    <a:pt x="3300730" y="327660"/>
                  </a:lnTo>
                  <a:lnTo>
                    <a:pt x="3810" y="327660"/>
                  </a:lnTo>
                  <a:lnTo>
                    <a:pt x="3810" y="3810"/>
                  </a:lnTo>
                  <a:lnTo>
                    <a:pt x="3300730" y="3810"/>
                  </a:lnTo>
                  <a:lnTo>
                    <a:pt x="330073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27660"/>
                  </a:lnTo>
                  <a:lnTo>
                    <a:pt x="0" y="331470"/>
                  </a:lnTo>
                  <a:lnTo>
                    <a:pt x="3303270" y="331470"/>
                  </a:lnTo>
                  <a:lnTo>
                    <a:pt x="3303270" y="327660"/>
                  </a:lnTo>
                  <a:lnTo>
                    <a:pt x="3303270" y="3810"/>
                  </a:lnTo>
                  <a:lnTo>
                    <a:pt x="3303270" y="0"/>
                  </a:lnTo>
                  <a:close/>
                </a:path>
              </a:pathLst>
            </a:custGeom>
            <a:solidFill>
              <a:srgbClr val="BB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789940" y="3304539"/>
              <a:ext cx="3296920" cy="323850"/>
            </a:xfrm>
            <a:custGeom>
              <a:avLst/>
              <a:gdLst/>
              <a:ahLst/>
              <a:cxnLst/>
              <a:rect l="l" t="t" r="r" b="b"/>
              <a:pathLst>
                <a:path w="3296920" h="323850">
                  <a:moveTo>
                    <a:pt x="3296920" y="0"/>
                  </a:moveTo>
                  <a:lnTo>
                    <a:pt x="3293110" y="0"/>
                  </a:lnTo>
                  <a:lnTo>
                    <a:pt x="3293110" y="2540"/>
                  </a:lnTo>
                  <a:lnTo>
                    <a:pt x="3293110" y="320040"/>
                  </a:lnTo>
                  <a:lnTo>
                    <a:pt x="3810" y="320040"/>
                  </a:lnTo>
                  <a:lnTo>
                    <a:pt x="3810" y="2540"/>
                  </a:lnTo>
                  <a:lnTo>
                    <a:pt x="3293110" y="2540"/>
                  </a:lnTo>
                  <a:lnTo>
                    <a:pt x="329311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320040"/>
                  </a:lnTo>
                  <a:lnTo>
                    <a:pt x="0" y="323850"/>
                  </a:lnTo>
                  <a:lnTo>
                    <a:pt x="3296920" y="323850"/>
                  </a:lnTo>
                  <a:lnTo>
                    <a:pt x="3296920" y="320040"/>
                  </a:lnTo>
                  <a:lnTo>
                    <a:pt x="3296920" y="2540"/>
                  </a:lnTo>
                  <a:lnTo>
                    <a:pt x="3296920" y="0"/>
                  </a:lnTo>
                  <a:close/>
                </a:path>
              </a:pathLst>
            </a:custGeom>
            <a:solidFill>
              <a:srgbClr val="BD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793750" y="3307079"/>
              <a:ext cx="3289300" cy="317500"/>
            </a:xfrm>
            <a:custGeom>
              <a:avLst/>
              <a:gdLst/>
              <a:ahLst/>
              <a:cxnLst/>
              <a:rect l="l" t="t" r="r" b="b"/>
              <a:pathLst>
                <a:path w="3289300" h="317500">
                  <a:moveTo>
                    <a:pt x="3289300" y="0"/>
                  </a:moveTo>
                  <a:lnTo>
                    <a:pt x="3285490" y="0"/>
                  </a:lnTo>
                  <a:lnTo>
                    <a:pt x="3285490" y="3810"/>
                  </a:lnTo>
                  <a:lnTo>
                    <a:pt x="3285490" y="314960"/>
                  </a:lnTo>
                  <a:lnTo>
                    <a:pt x="3810" y="314960"/>
                  </a:lnTo>
                  <a:lnTo>
                    <a:pt x="3810" y="3810"/>
                  </a:lnTo>
                  <a:lnTo>
                    <a:pt x="3285490" y="3810"/>
                  </a:lnTo>
                  <a:lnTo>
                    <a:pt x="328549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14960"/>
                  </a:lnTo>
                  <a:lnTo>
                    <a:pt x="0" y="317500"/>
                  </a:lnTo>
                  <a:lnTo>
                    <a:pt x="3289300" y="317500"/>
                  </a:lnTo>
                  <a:lnTo>
                    <a:pt x="3289300" y="314960"/>
                  </a:lnTo>
                  <a:lnTo>
                    <a:pt x="3289300" y="3810"/>
                  </a:lnTo>
                  <a:lnTo>
                    <a:pt x="3289300" y="0"/>
                  </a:lnTo>
                  <a:close/>
                </a:path>
              </a:pathLst>
            </a:custGeom>
            <a:solidFill>
              <a:srgbClr val="BE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797560" y="3310889"/>
              <a:ext cx="3281679" cy="311150"/>
            </a:xfrm>
            <a:custGeom>
              <a:avLst/>
              <a:gdLst/>
              <a:ahLst/>
              <a:cxnLst/>
              <a:rect l="l" t="t" r="r" b="b"/>
              <a:pathLst>
                <a:path w="3281679" h="311150">
                  <a:moveTo>
                    <a:pt x="3281680" y="0"/>
                  </a:moveTo>
                  <a:lnTo>
                    <a:pt x="3277870" y="0"/>
                  </a:lnTo>
                  <a:lnTo>
                    <a:pt x="3277870" y="3810"/>
                  </a:lnTo>
                  <a:lnTo>
                    <a:pt x="3277870" y="307340"/>
                  </a:lnTo>
                  <a:lnTo>
                    <a:pt x="2540" y="307340"/>
                  </a:lnTo>
                  <a:lnTo>
                    <a:pt x="2540" y="3810"/>
                  </a:lnTo>
                  <a:lnTo>
                    <a:pt x="3277870" y="3810"/>
                  </a:lnTo>
                  <a:lnTo>
                    <a:pt x="327787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07340"/>
                  </a:lnTo>
                  <a:lnTo>
                    <a:pt x="0" y="311150"/>
                  </a:lnTo>
                  <a:lnTo>
                    <a:pt x="3281680" y="311150"/>
                  </a:lnTo>
                  <a:lnTo>
                    <a:pt x="3281680" y="307340"/>
                  </a:lnTo>
                  <a:lnTo>
                    <a:pt x="3281680" y="3810"/>
                  </a:lnTo>
                  <a:lnTo>
                    <a:pt x="3281680" y="0"/>
                  </a:lnTo>
                  <a:close/>
                </a:path>
              </a:pathLst>
            </a:custGeom>
            <a:solidFill>
              <a:srgbClr val="B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800100" y="3314699"/>
              <a:ext cx="3275329" cy="303530"/>
            </a:xfrm>
            <a:custGeom>
              <a:avLst/>
              <a:gdLst/>
              <a:ahLst/>
              <a:cxnLst/>
              <a:rect l="l" t="t" r="r" b="b"/>
              <a:pathLst>
                <a:path w="3275329" h="303529">
                  <a:moveTo>
                    <a:pt x="3275330" y="0"/>
                  </a:moveTo>
                  <a:lnTo>
                    <a:pt x="3271520" y="0"/>
                  </a:lnTo>
                  <a:lnTo>
                    <a:pt x="3271520" y="3810"/>
                  </a:lnTo>
                  <a:lnTo>
                    <a:pt x="3271520" y="299720"/>
                  </a:lnTo>
                  <a:lnTo>
                    <a:pt x="3810" y="299720"/>
                  </a:lnTo>
                  <a:lnTo>
                    <a:pt x="3810" y="3810"/>
                  </a:lnTo>
                  <a:lnTo>
                    <a:pt x="3271520" y="3810"/>
                  </a:lnTo>
                  <a:lnTo>
                    <a:pt x="327152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299720"/>
                  </a:lnTo>
                  <a:lnTo>
                    <a:pt x="0" y="303530"/>
                  </a:lnTo>
                  <a:lnTo>
                    <a:pt x="3275330" y="303530"/>
                  </a:lnTo>
                  <a:lnTo>
                    <a:pt x="3275330" y="299720"/>
                  </a:lnTo>
                  <a:lnTo>
                    <a:pt x="3275330" y="3810"/>
                  </a:lnTo>
                  <a:lnTo>
                    <a:pt x="3275330" y="0"/>
                  </a:lnTo>
                  <a:close/>
                </a:path>
              </a:pathLst>
            </a:custGeom>
            <a:solidFill>
              <a:srgbClr val="C1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803910" y="3318509"/>
              <a:ext cx="3267710" cy="295910"/>
            </a:xfrm>
            <a:custGeom>
              <a:avLst/>
              <a:gdLst/>
              <a:ahLst/>
              <a:cxnLst/>
              <a:rect l="l" t="t" r="r" b="b"/>
              <a:pathLst>
                <a:path w="3267710" h="295910">
                  <a:moveTo>
                    <a:pt x="3267710" y="0"/>
                  </a:moveTo>
                  <a:lnTo>
                    <a:pt x="3263900" y="0"/>
                  </a:lnTo>
                  <a:lnTo>
                    <a:pt x="3263900" y="3810"/>
                  </a:lnTo>
                  <a:lnTo>
                    <a:pt x="3263900" y="292100"/>
                  </a:lnTo>
                  <a:lnTo>
                    <a:pt x="3810" y="292100"/>
                  </a:lnTo>
                  <a:lnTo>
                    <a:pt x="3810" y="3810"/>
                  </a:lnTo>
                  <a:lnTo>
                    <a:pt x="3263900" y="3810"/>
                  </a:lnTo>
                  <a:lnTo>
                    <a:pt x="326390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292100"/>
                  </a:lnTo>
                  <a:lnTo>
                    <a:pt x="0" y="295910"/>
                  </a:lnTo>
                  <a:lnTo>
                    <a:pt x="3267710" y="295910"/>
                  </a:lnTo>
                  <a:lnTo>
                    <a:pt x="3267710" y="292100"/>
                  </a:lnTo>
                  <a:lnTo>
                    <a:pt x="3267710" y="3810"/>
                  </a:lnTo>
                  <a:lnTo>
                    <a:pt x="3267710" y="0"/>
                  </a:lnTo>
                  <a:close/>
                </a:path>
              </a:pathLst>
            </a:custGeom>
            <a:solidFill>
              <a:srgbClr val="C2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807720" y="3322319"/>
              <a:ext cx="3260090" cy="288290"/>
            </a:xfrm>
            <a:custGeom>
              <a:avLst/>
              <a:gdLst/>
              <a:ahLst/>
              <a:cxnLst/>
              <a:rect l="l" t="t" r="r" b="b"/>
              <a:pathLst>
                <a:path w="3260090" h="288289">
                  <a:moveTo>
                    <a:pt x="3260090" y="0"/>
                  </a:moveTo>
                  <a:lnTo>
                    <a:pt x="3257550" y="0"/>
                  </a:lnTo>
                  <a:lnTo>
                    <a:pt x="3257550" y="3810"/>
                  </a:lnTo>
                  <a:lnTo>
                    <a:pt x="3257550" y="284480"/>
                  </a:lnTo>
                  <a:lnTo>
                    <a:pt x="3810" y="284480"/>
                  </a:lnTo>
                  <a:lnTo>
                    <a:pt x="3810" y="3810"/>
                  </a:lnTo>
                  <a:lnTo>
                    <a:pt x="3257550" y="3810"/>
                  </a:lnTo>
                  <a:lnTo>
                    <a:pt x="325755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284480"/>
                  </a:lnTo>
                  <a:lnTo>
                    <a:pt x="0" y="288290"/>
                  </a:lnTo>
                  <a:lnTo>
                    <a:pt x="3260090" y="288290"/>
                  </a:lnTo>
                  <a:lnTo>
                    <a:pt x="3260090" y="284480"/>
                  </a:lnTo>
                  <a:lnTo>
                    <a:pt x="3260090" y="3810"/>
                  </a:lnTo>
                  <a:lnTo>
                    <a:pt x="3260090" y="0"/>
                  </a:lnTo>
                  <a:close/>
                </a:path>
              </a:pathLst>
            </a:custGeom>
            <a:solidFill>
              <a:srgbClr val="C4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811530" y="3326129"/>
              <a:ext cx="3253740" cy="280670"/>
            </a:xfrm>
            <a:custGeom>
              <a:avLst/>
              <a:gdLst/>
              <a:ahLst/>
              <a:cxnLst/>
              <a:rect l="l" t="t" r="r" b="b"/>
              <a:pathLst>
                <a:path w="3253740" h="280670">
                  <a:moveTo>
                    <a:pt x="3253740" y="0"/>
                  </a:moveTo>
                  <a:lnTo>
                    <a:pt x="3249930" y="0"/>
                  </a:lnTo>
                  <a:lnTo>
                    <a:pt x="3249930" y="2540"/>
                  </a:lnTo>
                  <a:lnTo>
                    <a:pt x="3249930" y="276860"/>
                  </a:lnTo>
                  <a:lnTo>
                    <a:pt x="3810" y="276860"/>
                  </a:lnTo>
                  <a:lnTo>
                    <a:pt x="3810" y="2540"/>
                  </a:lnTo>
                  <a:lnTo>
                    <a:pt x="3249930" y="2540"/>
                  </a:lnTo>
                  <a:lnTo>
                    <a:pt x="324993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276860"/>
                  </a:lnTo>
                  <a:lnTo>
                    <a:pt x="0" y="280670"/>
                  </a:lnTo>
                  <a:lnTo>
                    <a:pt x="3253740" y="280670"/>
                  </a:lnTo>
                  <a:lnTo>
                    <a:pt x="3253740" y="276860"/>
                  </a:lnTo>
                  <a:lnTo>
                    <a:pt x="3253740" y="2540"/>
                  </a:lnTo>
                  <a:lnTo>
                    <a:pt x="3253740" y="0"/>
                  </a:lnTo>
                  <a:close/>
                </a:path>
              </a:pathLst>
            </a:custGeom>
            <a:solidFill>
              <a:srgbClr val="C5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815340" y="3328669"/>
              <a:ext cx="3246120" cy="274320"/>
            </a:xfrm>
            <a:custGeom>
              <a:avLst/>
              <a:gdLst/>
              <a:ahLst/>
              <a:cxnLst/>
              <a:rect l="l" t="t" r="r" b="b"/>
              <a:pathLst>
                <a:path w="3246120" h="274320">
                  <a:moveTo>
                    <a:pt x="3246120" y="0"/>
                  </a:moveTo>
                  <a:lnTo>
                    <a:pt x="3242310" y="0"/>
                  </a:lnTo>
                  <a:lnTo>
                    <a:pt x="3242310" y="3810"/>
                  </a:lnTo>
                  <a:lnTo>
                    <a:pt x="3242310" y="271780"/>
                  </a:lnTo>
                  <a:lnTo>
                    <a:pt x="3810" y="271780"/>
                  </a:lnTo>
                  <a:lnTo>
                    <a:pt x="3810" y="3810"/>
                  </a:lnTo>
                  <a:lnTo>
                    <a:pt x="3242310" y="3810"/>
                  </a:lnTo>
                  <a:lnTo>
                    <a:pt x="324231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271780"/>
                  </a:lnTo>
                  <a:lnTo>
                    <a:pt x="0" y="274320"/>
                  </a:lnTo>
                  <a:lnTo>
                    <a:pt x="3246120" y="274320"/>
                  </a:lnTo>
                  <a:lnTo>
                    <a:pt x="3246120" y="271780"/>
                  </a:lnTo>
                  <a:lnTo>
                    <a:pt x="3246120" y="3810"/>
                  </a:lnTo>
                  <a:lnTo>
                    <a:pt x="3246120" y="0"/>
                  </a:lnTo>
                  <a:close/>
                </a:path>
              </a:pathLst>
            </a:custGeom>
            <a:solidFill>
              <a:srgbClr val="C7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819150" y="3332479"/>
              <a:ext cx="3238500" cy="267970"/>
            </a:xfrm>
            <a:custGeom>
              <a:avLst/>
              <a:gdLst/>
              <a:ahLst/>
              <a:cxnLst/>
              <a:rect l="l" t="t" r="r" b="b"/>
              <a:pathLst>
                <a:path w="3238500" h="267970">
                  <a:moveTo>
                    <a:pt x="3238500" y="0"/>
                  </a:moveTo>
                  <a:lnTo>
                    <a:pt x="3234690" y="0"/>
                  </a:lnTo>
                  <a:lnTo>
                    <a:pt x="3234690" y="3810"/>
                  </a:lnTo>
                  <a:lnTo>
                    <a:pt x="3234690" y="264160"/>
                  </a:lnTo>
                  <a:lnTo>
                    <a:pt x="2540" y="264160"/>
                  </a:lnTo>
                  <a:lnTo>
                    <a:pt x="2540" y="3810"/>
                  </a:lnTo>
                  <a:lnTo>
                    <a:pt x="3234690" y="3810"/>
                  </a:lnTo>
                  <a:lnTo>
                    <a:pt x="323469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264160"/>
                  </a:lnTo>
                  <a:lnTo>
                    <a:pt x="0" y="267970"/>
                  </a:lnTo>
                  <a:lnTo>
                    <a:pt x="3238500" y="267970"/>
                  </a:lnTo>
                  <a:lnTo>
                    <a:pt x="3238500" y="264160"/>
                  </a:lnTo>
                  <a:lnTo>
                    <a:pt x="3238500" y="3810"/>
                  </a:lnTo>
                  <a:lnTo>
                    <a:pt x="3238500" y="0"/>
                  </a:lnTo>
                  <a:close/>
                </a:path>
              </a:pathLst>
            </a:custGeom>
            <a:solidFill>
              <a:srgbClr val="C8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821690" y="3336289"/>
              <a:ext cx="3232150" cy="260350"/>
            </a:xfrm>
            <a:custGeom>
              <a:avLst/>
              <a:gdLst/>
              <a:ahLst/>
              <a:cxnLst/>
              <a:rect l="l" t="t" r="r" b="b"/>
              <a:pathLst>
                <a:path w="3232150" h="260350">
                  <a:moveTo>
                    <a:pt x="3232150" y="0"/>
                  </a:moveTo>
                  <a:lnTo>
                    <a:pt x="3228340" y="0"/>
                  </a:lnTo>
                  <a:lnTo>
                    <a:pt x="3228340" y="3810"/>
                  </a:lnTo>
                  <a:lnTo>
                    <a:pt x="3228340" y="256540"/>
                  </a:lnTo>
                  <a:lnTo>
                    <a:pt x="3810" y="256540"/>
                  </a:lnTo>
                  <a:lnTo>
                    <a:pt x="3810" y="3810"/>
                  </a:lnTo>
                  <a:lnTo>
                    <a:pt x="3228340" y="3810"/>
                  </a:lnTo>
                  <a:lnTo>
                    <a:pt x="322834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256540"/>
                  </a:lnTo>
                  <a:lnTo>
                    <a:pt x="0" y="260350"/>
                  </a:lnTo>
                  <a:lnTo>
                    <a:pt x="3232150" y="260350"/>
                  </a:lnTo>
                  <a:lnTo>
                    <a:pt x="3232150" y="256540"/>
                  </a:lnTo>
                  <a:lnTo>
                    <a:pt x="3232150" y="3810"/>
                  </a:lnTo>
                  <a:lnTo>
                    <a:pt x="3232150" y="0"/>
                  </a:lnTo>
                  <a:close/>
                </a:path>
              </a:pathLst>
            </a:custGeom>
            <a:solidFill>
              <a:srgbClr val="CA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825500" y="3340099"/>
              <a:ext cx="3224530" cy="252729"/>
            </a:xfrm>
            <a:custGeom>
              <a:avLst/>
              <a:gdLst/>
              <a:ahLst/>
              <a:cxnLst/>
              <a:rect l="l" t="t" r="r" b="b"/>
              <a:pathLst>
                <a:path w="3224529" h="252729">
                  <a:moveTo>
                    <a:pt x="3224530" y="0"/>
                  </a:moveTo>
                  <a:lnTo>
                    <a:pt x="3218180" y="0"/>
                  </a:lnTo>
                  <a:lnTo>
                    <a:pt x="3218180" y="7620"/>
                  </a:lnTo>
                  <a:lnTo>
                    <a:pt x="3218180" y="245110"/>
                  </a:lnTo>
                  <a:lnTo>
                    <a:pt x="7620" y="245110"/>
                  </a:lnTo>
                  <a:lnTo>
                    <a:pt x="7620" y="7620"/>
                  </a:lnTo>
                  <a:lnTo>
                    <a:pt x="3218180" y="7620"/>
                  </a:lnTo>
                  <a:lnTo>
                    <a:pt x="321818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248920"/>
                  </a:lnTo>
                  <a:lnTo>
                    <a:pt x="0" y="252730"/>
                  </a:lnTo>
                  <a:lnTo>
                    <a:pt x="3224530" y="252730"/>
                  </a:lnTo>
                  <a:lnTo>
                    <a:pt x="3224530" y="248932"/>
                  </a:lnTo>
                  <a:lnTo>
                    <a:pt x="3224530" y="3810"/>
                  </a:lnTo>
                  <a:lnTo>
                    <a:pt x="3224530" y="0"/>
                  </a:lnTo>
                  <a:close/>
                </a:path>
              </a:pathLst>
            </a:custGeom>
            <a:solidFill>
              <a:srgbClr val="CC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833120" y="3347719"/>
              <a:ext cx="3210560" cy="237490"/>
            </a:xfrm>
            <a:custGeom>
              <a:avLst/>
              <a:gdLst/>
              <a:ahLst/>
              <a:cxnLst/>
              <a:rect l="l" t="t" r="r" b="b"/>
              <a:pathLst>
                <a:path w="3210560" h="237489">
                  <a:moveTo>
                    <a:pt x="3210560" y="0"/>
                  </a:moveTo>
                  <a:lnTo>
                    <a:pt x="3206750" y="0"/>
                  </a:lnTo>
                  <a:lnTo>
                    <a:pt x="3206750" y="2540"/>
                  </a:lnTo>
                  <a:lnTo>
                    <a:pt x="3206750" y="233680"/>
                  </a:lnTo>
                  <a:lnTo>
                    <a:pt x="3810" y="233680"/>
                  </a:lnTo>
                  <a:lnTo>
                    <a:pt x="3810" y="2540"/>
                  </a:lnTo>
                  <a:lnTo>
                    <a:pt x="3206750" y="2540"/>
                  </a:lnTo>
                  <a:lnTo>
                    <a:pt x="320675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233680"/>
                  </a:lnTo>
                  <a:lnTo>
                    <a:pt x="0" y="237490"/>
                  </a:lnTo>
                  <a:lnTo>
                    <a:pt x="3210560" y="237490"/>
                  </a:lnTo>
                  <a:lnTo>
                    <a:pt x="3210560" y="233680"/>
                  </a:lnTo>
                  <a:lnTo>
                    <a:pt x="3210560" y="2540"/>
                  </a:lnTo>
                  <a:lnTo>
                    <a:pt x="3210560" y="0"/>
                  </a:lnTo>
                  <a:close/>
                </a:path>
              </a:pathLst>
            </a:custGeom>
            <a:solidFill>
              <a:srgbClr val="CE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836930" y="3350259"/>
              <a:ext cx="3202940" cy="231140"/>
            </a:xfrm>
            <a:custGeom>
              <a:avLst/>
              <a:gdLst/>
              <a:ahLst/>
              <a:cxnLst/>
              <a:rect l="l" t="t" r="r" b="b"/>
              <a:pathLst>
                <a:path w="3202940" h="231139">
                  <a:moveTo>
                    <a:pt x="3202940" y="0"/>
                  </a:moveTo>
                  <a:lnTo>
                    <a:pt x="3199130" y="0"/>
                  </a:lnTo>
                  <a:lnTo>
                    <a:pt x="3199130" y="3810"/>
                  </a:lnTo>
                  <a:lnTo>
                    <a:pt x="3199130" y="228600"/>
                  </a:lnTo>
                  <a:lnTo>
                    <a:pt x="3810" y="228600"/>
                  </a:lnTo>
                  <a:lnTo>
                    <a:pt x="3810" y="3810"/>
                  </a:lnTo>
                  <a:lnTo>
                    <a:pt x="3199130" y="3810"/>
                  </a:lnTo>
                  <a:lnTo>
                    <a:pt x="319913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228600"/>
                  </a:lnTo>
                  <a:lnTo>
                    <a:pt x="0" y="231140"/>
                  </a:lnTo>
                  <a:lnTo>
                    <a:pt x="3202940" y="231140"/>
                  </a:lnTo>
                  <a:lnTo>
                    <a:pt x="3202940" y="228600"/>
                  </a:lnTo>
                  <a:lnTo>
                    <a:pt x="3202940" y="3810"/>
                  </a:lnTo>
                  <a:lnTo>
                    <a:pt x="3202940" y="0"/>
                  </a:lnTo>
                  <a:close/>
                </a:path>
              </a:pathLst>
            </a:custGeom>
            <a:solidFill>
              <a:srgbClr val="C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840740" y="3354069"/>
              <a:ext cx="3195320" cy="224790"/>
            </a:xfrm>
            <a:custGeom>
              <a:avLst/>
              <a:gdLst/>
              <a:ahLst/>
              <a:cxnLst/>
              <a:rect l="l" t="t" r="r" b="b"/>
              <a:pathLst>
                <a:path w="3195320" h="224789">
                  <a:moveTo>
                    <a:pt x="3195320" y="0"/>
                  </a:moveTo>
                  <a:lnTo>
                    <a:pt x="3191510" y="0"/>
                  </a:lnTo>
                  <a:lnTo>
                    <a:pt x="3191510" y="3810"/>
                  </a:lnTo>
                  <a:lnTo>
                    <a:pt x="3191510" y="220980"/>
                  </a:lnTo>
                  <a:lnTo>
                    <a:pt x="2540" y="220980"/>
                  </a:lnTo>
                  <a:lnTo>
                    <a:pt x="2540" y="3810"/>
                  </a:lnTo>
                  <a:lnTo>
                    <a:pt x="3191510" y="3810"/>
                  </a:lnTo>
                  <a:lnTo>
                    <a:pt x="319151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220980"/>
                  </a:lnTo>
                  <a:lnTo>
                    <a:pt x="0" y="224790"/>
                  </a:lnTo>
                  <a:lnTo>
                    <a:pt x="3195320" y="224790"/>
                  </a:lnTo>
                  <a:lnTo>
                    <a:pt x="3195320" y="220980"/>
                  </a:lnTo>
                  <a:lnTo>
                    <a:pt x="3195320" y="3810"/>
                  </a:lnTo>
                  <a:lnTo>
                    <a:pt x="3195320" y="0"/>
                  </a:lnTo>
                  <a:close/>
                </a:path>
              </a:pathLst>
            </a:custGeom>
            <a:solidFill>
              <a:srgbClr val="D1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843280" y="3357879"/>
              <a:ext cx="3188970" cy="217170"/>
            </a:xfrm>
            <a:custGeom>
              <a:avLst/>
              <a:gdLst/>
              <a:ahLst/>
              <a:cxnLst/>
              <a:rect l="l" t="t" r="r" b="b"/>
              <a:pathLst>
                <a:path w="3188970" h="217170">
                  <a:moveTo>
                    <a:pt x="3188970" y="0"/>
                  </a:moveTo>
                  <a:lnTo>
                    <a:pt x="3185160" y="0"/>
                  </a:lnTo>
                  <a:lnTo>
                    <a:pt x="3185160" y="3810"/>
                  </a:lnTo>
                  <a:lnTo>
                    <a:pt x="3185160" y="213360"/>
                  </a:lnTo>
                  <a:lnTo>
                    <a:pt x="3810" y="213360"/>
                  </a:lnTo>
                  <a:lnTo>
                    <a:pt x="3810" y="3810"/>
                  </a:lnTo>
                  <a:lnTo>
                    <a:pt x="3185160" y="3810"/>
                  </a:lnTo>
                  <a:lnTo>
                    <a:pt x="318516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213360"/>
                  </a:lnTo>
                  <a:lnTo>
                    <a:pt x="0" y="217170"/>
                  </a:lnTo>
                  <a:lnTo>
                    <a:pt x="3188970" y="217170"/>
                  </a:lnTo>
                  <a:lnTo>
                    <a:pt x="3188970" y="213360"/>
                  </a:lnTo>
                  <a:lnTo>
                    <a:pt x="3188970" y="3810"/>
                  </a:lnTo>
                  <a:lnTo>
                    <a:pt x="3188970" y="0"/>
                  </a:lnTo>
                  <a:close/>
                </a:path>
              </a:pathLst>
            </a:custGeom>
            <a:solidFill>
              <a:srgbClr val="D2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847090" y="3361689"/>
              <a:ext cx="3181350" cy="209550"/>
            </a:xfrm>
            <a:custGeom>
              <a:avLst/>
              <a:gdLst/>
              <a:ahLst/>
              <a:cxnLst/>
              <a:rect l="l" t="t" r="r" b="b"/>
              <a:pathLst>
                <a:path w="3181350" h="209550">
                  <a:moveTo>
                    <a:pt x="3181350" y="0"/>
                  </a:moveTo>
                  <a:lnTo>
                    <a:pt x="3177540" y="0"/>
                  </a:lnTo>
                  <a:lnTo>
                    <a:pt x="3177540" y="3810"/>
                  </a:lnTo>
                  <a:lnTo>
                    <a:pt x="3177540" y="205740"/>
                  </a:lnTo>
                  <a:lnTo>
                    <a:pt x="3810" y="205740"/>
                  </a:lnTo>
                  <a:lnTo>
                    <a:pt x="3810" y="3810"/>
                  </a:lnTo>
                  <a:lnTo>
                    <a:pt x="3177540" y="3810"/>
                  </a:lnTo>
                  <a:lnTo>
                    <a:pt x="317754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205740"/>
                  </a:lnTo>
                  <a:lnTo>
                    <a:pt x="0" y="209550"/>
                  </a:lnTo>
                  <a:lnTo>
                    <a:pt x="3181350" y="209550"/>
                  </a:lnTo>
                  <a:lnTo>
                    <a:pt x="3181350" y="205740"/>
                  </a:lnTo>
                  <a:lnTo>
                    <a:pt x="3181350" y="3810"/>
                  </a:lnTo>
                  <a:lnTo>
                    <a:pt x="3181350" y="0"/>
                  </a:lnTo>
                  <a:close/>
                </a:path>
              </a:pathLst>
            </a:custGeom>
            <a:solidFill>
              <a:srgbClr val="D4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850900" y="3365499"/>
              <a:ext cx="3173730" cy="201930"/>
            </a:xfrm>
            <a:custGeom>
              <a:avLst/>
              <a:gdLst/>
              <a:ahLst/>
              <a:cxnLst/>
              <a:rect l="l" t="t" r="r" b="b"/>
              <a:pathLst>
                <a:path w="3173729" h="201929">
                  <a:moveTo>
                    <a:pt x="3173730" y="0"/>
                  </a:moveTo>
                  <a:lnTo>
                    <a:pt x="3171190" y="0"/>
                  </a:lnTo>
                  <a:lnTo>
                    <a:pt x="3171190" y="3810"/>
                  </a:lnTo>
                  <a:lnTo>
                    <a:pt x="3171190" y="198120"/>
                  </a:lnTo>
                  <a:lnTo>
                    <a:pt x="3810" y="198120"/>
                  </a:lnTo>
                  <a:lnTo>
                    <a:pt x="3810" y="3810"/>
                  </a:lnTo>
                  <a:lnTo>
                    <a:pt x="3171190" y="3810"/>
                  </a:lnTo>
                  <a:lnTo>
                    <a:pt x="317119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198120"/>
                  </a:lnTo>
                  <a:lnTo>
                    <a:pt x="0" y="201930"/>
                  </a:lnTo>
                  <a:lnTo>
                    <a:pt x="3173730" y="201930"/>
                  </a:lnTo>
                  <a:lnTo>
                    <a:pt x="3173730" y="198132"/>
                  </a:lnTo>
                  <a:lnTo>
                    <a:pt x="3173730" y="3810"/>
                  </a:lnTo>
                  <a:lnTo>
                    <a:pt x="3173730" y="0"/>
                  </a:lnTo>
                  <a:close/>
                </a:path>
              </a:pathLst>
            </a:custGeom>
            <a:solidFill>
              <a:srgbClr val="D5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854710" y="3369309"/>
              <a:ext cx="3167380" cy="194310"/>
            </a:xfrm>
            <a:custGeom>
              <a:avLst/>
              <a:gdLst/>
              <a:ahLst/>
              <a:cxnLst/>
              <a:rect l="l" t="t" r="r" b="b"/>
              <a:pathLst>
                <a:path w="3167379" h="194310">
                  <a:moveTo>
                    <a:pt x="3167380" y="0"/>
                  </a:moveTo>
                  <a:lnTo>
                    <a:pt x="3163570" y="0"/>
                  </a:lnTo>
                  <a:lnTo>
                    <a:pt x="3163570" y="2540"/>
                  </a:lnTo>
                  <a:lnTo>
                    <a:pt x="3163570" y="190500"/>
                  </a:lnTo>
                  <a:lnTo>
                    <a:pt x="3810" y="190500"/>
                  </a:lnTo>
                  <a:lnTo>
                    <a:pt x="3810" y="2540"/>
                  </a:lnTo>
                  <a:lnTo>
                    <a:pt x="3163570" y="2540"/>
                  </a:lnTo>
                  <a:lnTo>
                    <a:pt x="316357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190500"/>
                  </a:lnTo>
                  <a:lnTo>
                    <a:pt x="0" y="194310"/>
                  </a:lnTo>
                  <a:lnTo>
                    <a:pt x="3167380" y="194310"/>
                  </a:lnTo>
                  <a:lnTo>
                    <a:pt x="3167380" y="190500"/>
                  </a:lnTo>
                  <a:lnTo>
                    <a:pt x="3167380" y="2540"/>
                  </a:lnTo>
                  <a:lnTo>
                    <a:pt x="3167380" y="0"/>
                  </a:lnTo>
                  <a:close/>
                </a:path>
              </a:pathLst>
            </a:custGeom>
            <a:solidFill>
              <a:srgbClr val="D7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858520" y="3371849"/>
              <a:ext cx="3159760" cy="187960"/>
            </a:xfrm>
            <a:custGeom>
              <a:avLst/>
              <a:gdLst/>
              <a:ahLst/>
              <a:cxnLst/>
              <a:rect l="l" t="t" r="r" b="b"/>
              <a:pathLst>
                <a:path w="3159760" h="187960">
                  <a:moveTo>
                    <a:pt x="3159760" y="0"/>
                  </a:moveTo>
                  <a:lnTo>
                    <a:pt x="3155950" y="0"/>
                  </a:lnTo>
                  <a:lnTo>
                    <a:pt x="3155950" y="3810"/>
                  </a:lnTo>
                  <a:lnTo>
                    <a:pt x="3155950" y="185420"/>
                  </a:lnTo>
                  <a:lnTo>
                    <a:pt x="3810" y="185420"/>
                  </a:lnTo>
                  <a:lnTo>
                    <a:pt x="3810" y="3810"/>
                  </a:lnTo>
                  <a:lnTo>
                    <a:pt x="3155950" y="3810"/>
                  </a:lnTo>
                  <a:lnTo>
                    <a:pt x="315595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185420"/>
                  </a:lnTo>
                  <a:lnTo>
                    <a:pt x="0" y="187960"/>
                  </a:lnTo>
                  <a:lnTo>
                    <a:pt x="3159760" y="187960"/>
                  </a:lnTo>
                  <a:lnTo>
                    <a:pt x="3159760" y="185432"/>
                  </a:lnTo>
                  <a:lnTo>
                    <a:pt x="3159760" y="3810"/>
                  </a:lnTo>
                  <a:lnTo>
                    <a:pt x="3159760" y="0"/>
                  </a:lnTo>
                  <a:close/>
                </a:path>
              </a:pathLst>
            </a:custGeom>
            <a:solidFill>
              <a:srgbClr val="D8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862330" y="3375659"/>
              <a:ext cx="3152140" cy="181610"/>
            </a:xfrm>
            <a:custGeom>
              <a:avLst/>
              <a:gdLst/>
              <a:ahLst/>
              <a:cxnLst/>
              <a:rect l="l" t="t" r="r" b="b"/>
              <a:pathLst>
                <a:path w="3152140" h="181610">
                  <a:moveTo>
                    <a:pt x="3152140" y="0"/>
                  </a:moveTo>
                  <a:lnTo>
                    <a:pt x="3148330" y="0"/>
                  </a:lnTo>
                  <a:lnTo>
                    <a:pt x="3148330" y="3810"/>
                  </a:lnTo>
                  <a:lnTo>
                    <a:pt x="3148330" y="177800"/>
                  </a:lnTo>
                  <a:lnTo>
                    <a:pt x="2540" y="177800"/>
                  </a:lnTo>
                  <a:lnTo>
                    <a:pt x="2540" y="3810"/>
                  </a:lnTo>
                  <a:lnTo>
                    <a:pt x="3148330" y="3810"/>
                  </a:lnTo>
                  <a:lnTo>
                    <a:pt x="314833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177800"/>
                  </a:lnTo>
                  <a:lnTo>
                    <a:pt x="0" y="181610"/>
                  </a:lnTo>
                  <a:lnTo>
                    <a:pt x="3152140" y="181610"/>
                  </a:lnTo>
                  <a:lnTo>
                    <a:pt x="3152140" y="177800"/>
                  </a:lnTo>
                  <a:lnTo>
                    <a:pt x="3152140" y="3810"/>
                  </a:lnTo>
                  <a:lnTo>
                    <a:pt x="3152140" y="0"/>
                  </a:lnTo>
                  <a:close/>
                </a:path>
              </a:pathLst>
            </a:custGeom>
            <a:solidFill>
              <a:srgbClr val="D9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864870" y="3379469"/>
              <a:ext cx="3145790" cy="173990"/>
            </a:xfrm>
            <a:custGeom>
              <a:avLst/>
              <a:gdLst/>
              <a:ahLst/>
              <a:cxnLst/>
              <a:rect l="l" t="t" r="r" b="b"/>
              <a:pathLst>
                <a:path w="3145790" h="173989">
                  <a:moveTo>
                    <a:pt x="3145790" y="0"/>
                  </a:moveTo>
                  <a:lnTo>
                    <a:pt x="3141980" y="0"/>
                  </a:lnTo>
                  <a:lnTo>
                    <a:pt x="3141980" y="3810"/>
                  </a:lnTo>
                  <a:lnTo>
                    <a:pt x="3141980" y="170180"/>
                  </a:lnTo>
                  <a:lnTo>
                    <a:pt x="5080" y="170180"/>
                  </a:lnTo>
                  <a:lnTo>
                    <a:pt x="5080" y="3810"/>
                  </a:lnTo>
                  <a:lnTo>
                    <a:pt x="3141980" y="3810"/>
                  </a:lnTo>
                  <a:lnTo>
                    <a:pt x="314198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170180"/>
                  </a:lnTo>
                  <a:lnTo>
                    <a:pt x="0" y="173990"/>
                  </a:lnTo>
                  <a:lnTo>
                    <a:pt x="3145790" y="173990"/>
                  </a:lnTo>
                  <a:lnTo>
                    <a:pt x="3145790" y="170180"/>
                  </a:lnTo>
                  <a:lnTo>
                    <a:pt x="3145790" y="3810"/>
                  </a:lnTo>
                  <a:lnTo>
                    <a:pt x="3145790" y="0"/>
                  </a:lnTo>
                  <a:close/>
                </a:path>
              </a:pathLst>
            </a:custGeom>
            <a:solidFill>
              <a:srgbClr val="DB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869950" y="3383279"/>
              <a:ext cx="3136900" cy="166370"/>
            </a:xfrm>
            <a:custGeom>
              <a:avLst/>
              <a:gdLst/>
              <a:ahLst/>
              <a:cxnLst/>
              <a:rect l="l" t="t" r="r" b="b"/>
              <a:pathLst>
                <a:path w="3136900" h="166370">
                  <a:moveTo>
                    <a:pt x="3136900" y="0"/>
                  </a:moveTo>
                  <a:lnTo>
                    <a:pt x="3133090" y="0"/>
                  </a:lnTo>
                  <a:lnTo>
                    <a:pt x="3133090" y="3810"/>
                  </a:lnTo>
                  <a:lnTo>
                    <a:pt x="3133090" y="162560"/>
                  </a:lnTo>
                  <a:lnTo>
                    <a:pt x="2540" y="162560"/>
                  </a:lnTo>
                  <a:lnTo>
                    <a:pt x="2540" y="3810"/>
                  </a:lnTo>
                  <a:lnTo>
                    <a:pt x="3133090" y="3810"/>
                  </a:lnTo>
                  <a:lnTo>
                    <a:pt x="313309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162560"/>
                  </a:lnTo>
                  <a:lnTo>
                    <a:pt x="0" y="166370"/>
                  </a:lnTo>
                  <a:lnTo>
                    <a:pt x="3136900" y="166370"/>
                  </a:lnTo>
                  <a:lnTo>
                    <a:pt x="3136900" y="162560"/>
                  </a:lnTo>
                  <a:lnTo>
                    <a:pt x="3136900" y="3810"/>
                  </a:lnTo>
                  <a:lnTo>
                    <a:pt x="3136900" y="0"/>
                  </a:lnTo>
                  <a:close/>
                </a:path>
              </a:pathLst>
            </a:custGeom>
            <a:solidFill>
              <a:srgbClr val="DC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872490" y="3387089"/>
              <a:ext cx="3130550" cy="158750"/>
            </a:xfrm>
            <a:custGeom>
              <a:avLst/>
              <a:gdLst/>
              <a:ahLst/>
              <a:cxnLst/>
              <a:rect l="l" t="t" r="r" b="b"/>
              <a:pathLst>
                <a:path w="3130550" h="158750">
                  <a:moveTo>
                    <a:pt x="3130550" y="0"/>
                  </a:moveTo>
                  <a:lnTo>
                    <a:pt x="3126740" y="0"/>
                  </a:lnTo>
                  <a:lnTo>
                    <a:pt x="3126740" y="3810"/>
                  </a:lnTo>
                  <a:lnTo>
                    <a:pt x="3126740" y="154940"/>
                  </a:lnTo>
                  <a:lnTo>
                    <a:pt x="3810" y="154940"/>
                  </a:lnTo>
                  <a:lnTo>
                    <a:pt x="3810" y="3810"/>
                  </a:lnTo>
                  <a:lnTo>
                    <a:pt x="3126740" y="3810"/>
                  </a:lnTo>
                  <a:lnTo>
                    <a:pt x="312674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154940"/>
                  </a:lnTo>
                  <a:lnTo>
                    <a:pt x="0" y="158750"/>
                  </a:lnTo>
                  <a:lnTo>
                    <a:pt x="3130550" y="158750"/>
                  </a:lnTo>
                  <a:lnTo>
                    <a:pt x="3130550" y="154940"/>
                  </a:lnTo>
                  <a:lnTo>
                    <a:pt x="3130550" y="3810"/>
                  </a:lnTo>
                  <a:lnTo>
                    <a:pt x="3130550" y="0"/>
                  </a:lnTo>
                  <a:close/>
                </a:path>
              </a:pathLst>
            </a:custGeom>
            <a:solidFill>
              <a:srgbClr val="DE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876300" y="3390899"/>
              <a:ext cx="3122930" cy="151130"/>
            </a:xfrm>
            <a:custGeom>
              <a:avLst/>
              <a:gdLst/>
              <a:ahLst/>
              <a:cxnLst/>
              <a:rect l="l" t="t" r="r" b="b"/>
              <a:pathLst>
                <a:path w="3122929" h="151129">
                  <a:moveTo>
                    <a:pt x="3122930" y="0"/>
                  </a:moveTo>
                  <a:lnTo>
                    <a:pt x="3119120" y="0"/>
                  </a:lnTo>
                  <a:lnTo>
                    <a:pt x="3119120" y="3810"/>
                  </a:lnTo>
                  <a:lnTo>
                    <a:pt x="3119120" y="147320"/>
                  </a:lnTo>
                  <a:lnTo>
                    <a:pt x="3810" y="147320"/>
                  </a:lnTo>
                  <a:lnTo>
                    <a:pt x="3810" y="3810"/>
                  </a:lnTo>
                  <a:lnTo>
                    <a:pt x="3119120" y="3810"/>
                  </a:lnTo>
                  <a:lnTo>
                    <a:pt x="311912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147320"/>
                  </a:lnTo>
                  <a:lnTo>
                    <a:pt x="0" y="151130"/>
                  </a:lnTo>
                  <a:lnTo>
                    <a:pt x="3122930" y="151130"/>
                  </a:lnTo>
                  <a:lnTo>
                    <a:pt x="3122930" y="147332"/>
                  </a:lnTo>
                  <a:lnTo>
                    <a:pt x="3122930" y="3810"/>
                  </a:lnTo>
                  <a:lnTo>
                    <a:pt x="3122930" y="0"/>
                  </a:lnTo>
                  <a:close/>
                </a:path>
              </a:pathLst>
            </a:custGeom>
            <a:solidFill>
              <a:srgbClr val="D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880110" y="3394709"/>
              <a:ext cx="3115310" cy="143510"/>
            </a:xfrm>
            <a:custGeom>
              <a:avLst/>
              <a:gdLst/>
              <a:ahLst/>
              <a:cxnLst/>
              <a:rect l="l" t="t" r="r" b="b"/>
              <a:pathLst>
                <a:path w="3115310" h="143510">
                  <a:moveTo>
                    <a:pt x="3115310" y="0"/>
                  </a:moveTo>
                  <a:lnTo>
                    <a:pt x="3112770" y="0"/>
                  </a:lnTo>
                  <a:lnTo>
                    <a:pt x="3112770" y="3810"/>
                  </a:lnTo>
                  <a:lnTo>
                    <a:pt x="3112770" y="139700"/>
                  </a:lnTo>
                  <a:lnTo>
                    <a:pt x="3810" y="139700"/>
                  </a:lnTo>
                  <a:lnTo>
                    <a:pt x="3810" y="3810"/>
                  </a:lnTo>
                  <a:lnTo>
                    <a:pt x="3112770" y="3810"/>
                  </a:lnTo>
                  <a:lnTo>
                    <a:pt x="311277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139700"/>
                  </a:lnTo>
                  <a:lnTo>
                    <a:pt x="0" y="143510"/>
                  </a:lnTo>
                  <a:lnTo>
                    <a:pt x="3115310" y="143510"/>
                  </a:lnTo>
                  <a:lnTo>
                    <a:pt x="3115310" y="139700"/>
                  </a:lnTo>
                  <a:lnTo>
                    <a:pt x="3115310" y="3810"/>
                  </a:lnTo>
                  <a:lnTo>
                    <a:pt x="3115310" y="0"/>
                  </a:lnTo>
                  <a:close/>
                </a:path>
              </a:pathLst>
            </a:custGeom>
            <a:solidFill>
              <a:srgbClr val="E1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883920" y="3398519"/>
              <a:ext cx="3108960" cy="135890"/>
            </a:xfrm>
            <a:custGeom>
              <a:avLst/>
              <a:gdLst/>
              <a:ahLst/>
              <a:cxnLst/>
              <a:rect l="l" t="t" r="r" b="b"/>
              <a:pathLst>
                <a:path w="3108960" h="135889">
                  <a:moveTo>
                    <a:pt x="3108960" y="0"/>
                  </a:moveTo>
                  <a:lnTo>
                    <a:pt x="3105150" y="0"/>
                  </a:lnTo>
                  <a:lnTo>
                    <a:pt x="3105150" y="2540"/>
                  </a:lnTo>
                  <a:lnTo>
                    <a:pt x="3105150" y="133350"/>
                  </a:lnTo>
                  <a:lnTo>
                    <a:pt x="3810" y="133350"/>
                  </a:lnTo>
                  <a:lnTo>
                    <a:pt x="3810" y="2540"/>
                  </a:lnTo>
                  <a:lnTo>
                    <a:pt x="3105150" y="2540"/>
                  </a:lnTo>
                  <a:lnTo>
                    <a:pt x="310515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133350"/>
                  </a:lnTo>
                  <a:lnTo>
                    <a:pt x="0" y="135890"/>
                  </a:lnTo>
                  <a:lnTo>
                    <a:pt x="3108960" y="135890"/>
                  </a:lnTo>
                  <a:lnTo>
                    <a:pt x="3108960" y="133362"/>
                  </a:lnTo>
                  <a:lnTo>
                    <a:pt x="3108960" y="2540"/>
                  </a:lnTo>
                  <a:lnTo>
                    <a:pt x="3108960" y="0"/>
                  </a:lnTo>
                  <a:close/>
                </a:path>
              </a:pathLst>
            </a:custGeom>
            <a:solidFill>
              <a:srgbClr val="E2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887730" y="3401059"/>
              <a:ext cx="3101340" cy="130810"/>
            </a:xfrm>
            <a:custGeom>
              <a:avLst/>
              <a:gdLst/>
              <a:ahLst/>
              <a:cxnLst/>
              <a:rect l="l" t="t" r="r" b="b"/>
              <a:pathLst>
                <a:path w="3101340" h="130810">
                  <a:moveTo>
                    <a:pt x="3101340" y="0"/>
                  </a:moveTo>
                  <a:lnTo>
                    <a:pt x="3097530" y="0"/>
                  </a:lnTo>
                  <a:lnTo>
                    <a:pt x="3097530" y="3810"/>
                  </a:lnTo>
                  <a:lnTo>
                    <a:pt x="3097530" y="127000"/>
                  </a:lnTo>
                  <a:lnTo>
                    <a:pt x="3810" y="127000"/>
                  </a:lnTo>
                  <a:lnTo>
                    <a:pt x="3810" y="3810"/>
                  </a:lnTo>
                  <a:lnTo>
                    <a:pt x="3097530" y="3810"/>
                  </a:lnTo>
                  <a:lnTo>
                    <a:pt x="309753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127000"/>
                  </a:lnTo>
                  <a:lnTo>
                    <a:pt x="0" y="130810"/>
                  </a:lnTo>
                  <a:lnTo>
                    <a:pt x="3101340" y="130810"/>
                  </a:lnTo>
                  <a:lnTo>
                    <a:pt x="3101340" y="127000"/>
                  </a:lnTo>
                  <a:lnTo>
                    <a:pt x="3101340" y="3810"/>
                  </a:lnTo>
                  <a:lnTo>
                    <a:pt x="3101340" y="0"/>
                  </a:lnTo>
                  <a:close/>
                </a:path>
              </a:pathLst>
            </a:custGeom>
            <a:solidFill>
              <a:srgbClr val="E4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891540" y="3404869"/>
              <a:ext cx="3093720" cy="123189"/>
            </a:xfrm>
            <a:custGeom>
              <a:avLst/>
              <a:gdLst/>
              <a:ahLst/>
              <a:cxnLst/>
              <a:rect l="l" t="t" r="r" b="b"/>
              <a:pathLst>
                <a:path w="3093720" h="123189">
                  <a:moveTo>
                    <a:pt x="3093720" y="0"/>
                  </a:moveTo>
                  <a:lnTo>
                    <a:pt x="3089910" y="0"/>
                  </a:lnTo>
                  <a:lnTo>
                    <a:pt x="3089910" y="3810"/>
                  </a:lnTo>
                  <a:lnTo>
                    <a:pt x="3089910" y="119380"/>
                  </a:lnTo>
                  <a:lnTo>
                    <a:pt x="2540" y="119380"/>
                  </a:lnTo>
                  <a:lnTo>
                    <a:pt x="2540" y="3810"/>
                  </a:lnTo>
                  <a:lnTo>
                    <a:pt x="3089910" y="3810"/>
                  </a:lnTo>
                  <a:lnTo>
                    <a:pt x="308991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119380"/>
                  </a:lnTo>
                  <a:lnTo>
                    <a:pt x="0" y="123190"/>
                  </a:lnTo>
                  <a:lnTo>
                    <a:pt x="3093720" y="123190"/>
                  </a:lnTo>
                  <a:lnTo>
                    <a:pt x="3093720" y="119380"/>
                  </a:lnTo>
                  <a:lnTo>
                    <a:pt x="3093720" y="3810"/>
                  </a:lnTo>
                  <a:lnTo>
                    <a:pt x="3093720" y="0"/>
                  </a:lnTo>
                  <a:close/>
                </a:path>
              </a:pathLst>
            </a:custGeom>
            <a:solidFill>
              <a:srgbClr val="E5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894080" y="3408679"/>
              <a:ext cx="3087370" cy="115570"/>
            </a:xfrm>
            <a:custGeom>
              <a:avLst/>
              <a:gdLst/>
              <a:ahLst/>
              <a:cxnLst/>
              <a:rect l="l" t="t" r="r" b="b"/>
              <a:pathLst>
                <a:path w="3087370" h="115570">
                  <a:moveTo>
                    <a:pt x="3087370" y="0"/>
                  </a:moveTo>
                  <a:lnTo>
                    <a:pt x="3083560" y="0"/>
                  </a:lnTo>
                  <a:lnTo>
                    <a:pt x="3083560" y="3810"/>
                  </a:lnTo>
                  <a:lnTo>
                    <a:pt x="3083560" y="111760"/>
                  </a:lnTo>
                  <a:lnTo>
                    <a:pt x="3810" y="111760"/>
                  </a:lnTo>
                  <a:lnTo>
                    <a:pt x="3810" y="3810"/>
                  </a:lnTo>
                  <a:lnTo>
                    <a:pt x="3083560" y="3810"/>
                  </a:lnTo>
                  <a:lnTo>
                    <a:pt x="308356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111760"/>
                  </a:lnTo>
                  <a:lnTo>
                    <a:pt x="0" y="115570"/>
                  </a:lnTo>
                  <a:lnTo>
                    <a:pt x="3087370" y="115570"/>
                  </a:lnTo>
                  <a:lnTo>
                    <a:pt x="3087370" y="111760"/>
                  </a:lnTo>
                  <a:lnTo>
                    <a:pt x="3087370" y="3810"/>
                  </a:lnTo>
                  <a:lnTo>
                    <a:pt x="3087370" y="0"/>
                  </a:lnTo>
                  <a:close/>
                </a:path>
              </a:pathLst>
            </a:custGeom>
            <a:solidFill>
              <a:srgbClr val="E6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897890" y="3412489"/>
              <a:ext cx="3079750" cy="107950"/>
            </a:xfrm>
            <a:custGeom>
              <a:avLst/>
              <a:gdLst/>
              <a:ahLst/>
              <a:cxnLst/>
              <a:rect l="l" t="t" r="r" b="b"/>
              <a:pathLst>
                <a:path w="3079750" h="107950">
                  <a:moveTo>
                    <a:pt x="3079750" y="0"/>
                  </a:moveTo>
                  <a:lnTo>
                    <a:pt x="3075940" y="0"/>
                  </a:lnTo>
                  <a:lnTo>
                    <a:pt x="3075940" y="3810"/>
                  </a:lnTo>
                  <a:lnTo>
                    <a:pt x="3075940" y="104140"/>
                  </a:lnTo>
                  <a:lnTo>
                    <a:pt x="3810" y="104140"/>
                  </a:lnTo>
                  <a:lnTo>
                    <a:pt x="3810" y="3810"/>
                  </a:lnTo>
                  <a:lnTo>
                    <a:pt x="3075940" y="3810"/>
                  </a:lnTo>
                  <a:lnTo>
                    <a:pt x="307594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104140"/>
                  </a:lnTo>
                  <a:lnTo>
                    <a:pt x="0" y="107950"/>
                  </a:lnTo>
                  <a:lnTo>
                    <a:pt x="3079750" y="107950"/>
                  </a:lnTo>
                  <a:lnTo>
                    <a:pt x="3079750" y="104140"/>
                  </a:lnTo>
                  <a:lnTo>
                    <a:pt x="3079750" y="3810"/>
                  </a:lnTo>
                  <a:lnTo>
                    <a:pt x="3079750" y="0"/>
                  </a:lnTo>
                  <a:close/>
                </a:path>
              </a:pathLst>
            </a:custGeom>
            <a:solidFill>
              <a:srgbClr val="E8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901700" y="3416299"/>
              <a:ext cx="3072130" cy="100330"/>
            </a:xfrm>
            <a:custGeom>
              <a:avLst/>
              <a:gdLst/>
              <a:ahLst/>
              <a:cxnLst/>
              <a:rect l="l" t="t" r="r" b="b"/>
              <a:pathLst>
                <a:path w="3072129" h="100329">
                  <a:moveTo>
                    <a:pt x="3072130" y="0"/>
                  </a:moveTo>
                  <a:lnTo>
                    <a:pt x="3069590" y="0"/>
                  </a:lnTo>
                  <a:lnTo>
                    <a:pt x="3069590" y="3810"/>
                  </a:lnTo>
                  <a:lnTo>
                    <a:pt x="3069590" y="96520"/>
                  </a:lnTo>
                  <a:lnTo>
                    <a:pt x="3810" y="96520"/>
                  </a:lnTo>
                  <a:lnTo>
                    <a:pt x="3810" y="3810"/>
                  </a:lnTo>
                  <a:lnTo>
                    <a:pt x="3069590" y="3810"/>
                  </a:lnTo>
                  <a:lnTo>
                    <a:pt x="306959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96520"/>
                  </a:lnTo>
                  <a:lnTo>
                    <a:pt x="0" y="100330"/>
                  </a:lnTo>
                  <a:lnTo>
                    <a:pt x="3072130" y="100330"/>
                  </a:lnTo>
                  <a:lnTo>
                    <a:pt x="3072130" y="96520"/>
                  </a:lnTo>
                  <a:lnTo>
                    <a:pt x="3072130" y="3810"/>
                  </a:lnTo>
                  <a:lnTo>
                    <a:pt x="3072130" y="0"/>
                  </a:lnTo>
                  <a:close/>
                </a:path>
              </a:pathLst>
            </a:custGeom>
            <a:solidFill>
              <a:srgbClr val="E9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905510" y="3420109"/>
              <a:ext cx="3065780" cy="92710"/>
            </a:xfrm>
            <a:custGeom>
              <a:avLst/>
              <a:gdLst/>
              <a:ahLst/>
              <a:cxnLst/>
              <a:rect l="l" t="t" r="r" b="b"/>
              <a:pathLst>
                <a:path w="3065779" h="92710">
                  <a:moveTo>
                    <a:pt x="3065780" y="0"/>
                  </a:moveTo>
                  <a:lnTo>
                    <a:pt x="3061970" y="0"/>
                  </a:lnTo>
                  <a:lnTo>
                    <a:pt x="3061970" y="2540"/>
                  </a:lnTo>
                  <a:lnTo>
                    <a:pt x="3061970" y="88900"/>
                  </a:lnTo>
                  <a:lnTo>
                    <a:pt x="3810" y="88900"/>
                  </a:lnTo>
                  <a:lnTo>
                    <a:pt x="3810" y="2540"/>
                  </a:lnTo>
                  <a:lnTo>
                    <a:pt x="3061970" y="2540"/>
                  </a:lnTo>
                  <a:lnTo>
                    <a:pt x="306197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88900"/>
                  </a:lnTo>
                  <a:lnTo>
                    <a:pt x="0" y="92710"/>
                  </a:lnTo>
                  <a:lnTo>
                    <a:pt x="3065780" y="92710"/>
                  </a:lnTo>
                  <a:lnTo>
                    <a:pt x="3065780" y="88900"/>
                  </a:lnTo>
                  <a:lnTo>
                    <a:pt x="3065780" y="2540"/>
                  </a:lnTo>
                  <a:lnTo>
                    <a:pt x="3065780" y="0"/>
                  </a:lnTo>
                  <a:close/>
                </a:path>
              </a:pathLst>
            </a:custGeom>
            <a:solidFill>
              <a:srgbClr val="EB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909320" y="3422649"/>
              <a:ext cx="3058160" cy="86360"/>
            </a:xfrm>
            <a:custGeom>
              <a:avLst/>
              <a:gdLst/>
              <a:ahLst/>
              <a:cxnLst/>
              <a:rect l="l" t="t" r="r" b="b"/>
              <a:pathLst>
                <a:path w="3058160" h="86360">
                  <a:moveTo>
                    <a:pt x="3058160" y="0"/>
                  </a:moveTo>
                  <a:lnTo>
                    <a:pt x="3054350" y="0"/>
                  </a:lnTo>
                  <a:lnTo>
                    <a:pt x="3054350" y="3810"/>
                  </a:lnTo>
                  <a:lnTo>
                    <a:pt x="3054350" y="83820"/>
                  </a:lnTo>
                  <a:lnTo>
                    <a:pt x="3810" y="83820"/>
                  </a:lnTo>
                  <a:lnTo>
                    <a:pt x="3810" y="3810"/>
                  </a:lnTo>
                  <a:lnTo>
                    <a:pt x="3054350" y="3810"/>
                  </a:lnTo>
                  <a:lnTo>
                    <a:pt x="305435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83820"/>
                  </a:lnTo>
                  <a:lnTo>
                    <a:pt x="0" y="86360"/>
                  </a:lnTo>
                  <a:lnTo>
                    <a:pt x="3058160" y="86360"/>
                  </a:lnTo>
                  <a:lnTo>
                    <a:pt x="3058160" y="83820"/>
                  </a:lnTo>
                  <a:lnTo>
                    <a:pt x="3058160" y="3810"/>
                  </a:lnTo>
                  <a:lnTo>
                    <a:pt x="3058160" y="0"/>
                  </a:lnTo>
                  <a:close/>
                </a:path>
              </a:pathLst>
            </a:custGeom>
            <a:solidFill>
              <a:srgbClr val="EC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913130" y="3426459"/>
              <a:ext cx="3050540" cy="80010"/>
            </a:xfrm>
            <a:custGeom>
              <a:avLst/>
              <a:gdLst/>
              <a:ahLst/>
              <a:cxnLst/>
              <a:rect l="l" t="t" r="r" b="b"/>
              <a:pathLst>
                <a:path w="3050540" h="80010">
                  <a:moveTo>
                    <a:pt x="3050540" y="0"/>
                  </a:moveTo>
                  <a:lnTo>
                    <a:pt x="3046730" y="0"/>
                  </a:lnTo>
                  <a:lnTo>
                    <a:pt x="3046730" y="3810"/>
                  </a:lnTo>
                  <a:lnTo>
                    <a:pt x="3046730" y="76200"/>
                  </a:lnTo>
                  <a:lnTo>
                    <a:pt x="2540" y="76200"/>
                  </a:lnTo>
                  <a:lnTo>
                    <a:pt x="2540" y="3810"/>
                  </a:lnTo>
                  <a:lnTo>
                    <a:pt x="3046730" y="3810"/>
                  </a:lnTo>
                  <a:lnTo>
                    <a:pt x="304673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76200"/>
                  </a:lnTo>
                  <a:lnTo>
                    <a:pt x="0" y="80010"/>
                  </a:lnTo>
                  <a:lnTo>
                    <a:pt x="3050540" y="80010"/>
                  </a:lnTo>
                  <a:lnTo>
                    <a:pt x="3050540" y="76200"/>
                  </a:lnTo>
                  <a:lnTo>
                    <a:pt x="3050540" y="3810"/>
                  </a:lnTo>
                  <a:lnTo>
                    <a:pt x="3050540" y="0"/>
                  </a:lnTo>
                  <a:close/>
                </a:path>
              </a:pathLst>
            </a:custGeom>
            <a:solidFill>
              <a:srgbClr val="EE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915670" y="3430269"/>
              <a:ext cx="3044190" cy="72390"/>
            </a:xfrm>
            <a:custGeom>
              <a:avLst/>
              <a:gdLst/>
              <a:ahLst/>
              <a:cxnLst/>
              <a:rect l="l" t="t" r="r" b="b"/>
              <a:pathLst>
                <a:path w="3044190" h="72389">
                  <a:moveTo>
                    <a:pt x="3044190" y="0"/>
                  </a:moveTo>
                  <a:lnTo>
                    <a:pt x="3040380" y="0"/>
                  </a:lnTo>
                  <a:lnTo>
                    <a:pt x="3040380" y="3810"/>
                  </a:lnTo>
                  <a:lnTo>
                    <a:pt x="3040380" y="68580"/>
                  </a:lnTo>
                  <a:lnTo>
                    <a:pt x="3810" y="68580"/>
                  </a:lnTo>
                  <a:lnTo>
                    <a:pt x="3810" y="3810"/>
                  </a:lnTo>
                  <a:lnTo>
                    <a:pt x="3040380" y="3810"/>
                  </a:lnTo>
                  <a:lnTo>
                    <a:pt x="304038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8580"/>
                  </a:lnTo>
                  <a:lnTo>
                    <a:pt x="0" y="72390"/>
                  </a:lnTo>
                  <a:lnTo>
                    <a:pt x="3044190" y="72390"/>
                  </a:lnTo>
                  <a:lnTo>
                    <a:pt x="3044190" y="68580"/>
                  </a:lnTo>
                  <a:lnTo>
                    <a:pt x="3044190" y="3810"/>
                  </a:lnTo>
                  <a:lnTo>
                    <a:pt x="3044190" y="0"/>
                  </a:lnTo>
                  <a:close/>
                </a:path>
              </a:pathLst>
            </a:custGeom>
            <a:solidFill>
              <a:srgbClr val="E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919480" y="3434079"/>
              <a:ext cx="3036570" cy="64769"/>
            </a:xfrm>
            <a:custGeom>
              <a:avLst/>
              <a:gdLst/>
              <a:ahLst/>
              <a:cxnLst/>
              <a:rect l="l" t="t" r="r" b="b"/>
              <a:pathLst>
                <a:path w="3036570" h="64770">
                  <a:moveTo>
                    <a:pt x="3036570" y="0"/>
                  </a:moveTo>
                  <a:lnTo>
                    <a:pt x="3032760" y="0"/>
                  </a:lnTo>
                  <a:lnTo>
                    <a:pt x="3032760" y="3810"/>
                  </a:lnTo>
                  <a:lnTo>
                    <a:pt x="3032760" y="60960"/>
                  </a:lnTo>
                  <a:lnTo>
                    <a:pt x="3810" y="60960"/>
                  </a:lnTo>
                  <a:lnTo>
                    <a:pt x="3810" y="3810"/>
                  </a:lnTo>
                  <a:lnTo>
                    <a:pt x="3032760" y="3810"/>
                  </a:lnTo>
                  <a:lnTo>
                    <a:pt x="303276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0960"/>
                  </a:lnTo>
                  <a:lnTo>
                    <a:pt x="0" y="64770"/>
                  </a:lnTo>
                  <a:lnTo>
                    <a:pt x="3036570" y="64770"/>
                  </a:lnTo>
                  <a:lnTo>
                    <a:pt x="3036570" y="60960"/>
                  </a:lnTo>
                  <a:lnTo>
                    <a:pt x="3036570" y="3810"/>
                  </a:lnTo>
                  <a:lnTo>
                    <a:pt x="3036570" y="0"/>
                  </a:lnTo>
                  <a:close/>
                </a:path>
              </a:pathLst>
            </a:custGeom>
            <a:solidFill>
              <a:srgbClr val="F1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923290" y="3437889"/>
              <a:ext cx="3028950" cy="57150"/>
            </a:xfrm>
            <a:custGeom>
              <a:avLst/>
              <a:gdLst/>
              <a:ahLst/>
              <a:cxnLst/>
              <a:rect l="l" t="t" r="r" b="b"/>
              <a:pathLst>
                <a:path w="3028950" h="57150">
                  <a:moveTo>
                    <a:pt x="3028950" y="0"/>
                  </a:moveTo>
                  <a:lnTo>
                    <a:pt x="3026410" y="0"/>
                  </a:lnTo>
                  <a:lnTo>
                    <a:pt x="3026410" y="3810"/>
                  </a:lnTo>
                  <a:lnTo>
                    <a:pt x="3026410" y="53340"/>
                  </a:lnTo>
                  <a:lnTo>
                    <a:pt x="3810" y="53340"/>
                  </a:lnTo>
                  <a:lnTo>
                    <a:pt x="3810" y="3810"/>
                  </a:lnTo>
                  <a:lnTo>
                    <a:pt x="3026410" y="3810"/>
                  </a:lnTo>
                  <a:lnTo>
                    <a:pt x="302641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3340"/>
                  </a:lnTo>
                  <a:lnTo>
                    <a:pt x="0" y="57150"/>
                  </a:lnTo>
                  <a:lnTo>
                    <a:pt x="3028950" y="57150"/>
                  </a:lnTo>
                  <a:lnTo>
                    <a:pt x="3028950" y="53340"/>
                  </a:lnTo>
                  <a:lnTo>
                    <a:pt x="3028950" y="3810"/>
                  </a:lnTo>
                  <a:lnTo>
                    <a:pt x="3028950" y="0"/>
                  </a:lnTo>
                  <a:close/>
                </a:path>
              </a:pathLst>
            </a:custGeom>
            <a:solidFill>
              <a:srgbClr val="F2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927100" y="3441699"/>
              <a:ext cx="3022600" cy="49530"/>
            </a:xfrm>
            <a:custGeom>
              <a:avLst/>
              <a:gdLst/>
              <a:ahLst/>
              <a:cxnLst/>
              <a:rect l="l" t="t" r="r" b="b"/>
              <a:pathLst>
                <a:path w="3022600" h="49529">
                  <a:moveTo>
                    <a:pt x="3022600" y="0"/>
                  </a:moveTo>
                  <a:lnTo>
                    <a:pt x="3018790" y="0"/>
                  </a:lnTo>
                  <a:lnTo>
                    <a:pt x="3018790" y="2540"/>
                  </a:lnTo>
                  <a:lnTo>
                    <a:pt x="3018790" y="45720"/>
                  </a:lnTo>
                  <a:lnTo>
                    <a:pt x="3810" y="45720"/>
                  </a:lnTo>
                  <a:lnTo>
                    <a:pt x="3810" y="2540"/>
                  </a:lnTo>
                  <a:lnTo>
                    <a:pt x="3018790" y="2540"/>
                  </a:lnTo>
                  <a:lnTo>
                    <a:pt x="301879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45720"/>
                  </a:lnTo>
                  <a:lnTo>
                    <a:pt x="0" y="49530"/>
                  </a:lnTo>
                  <a:lnTo>
                    <a:pt x="3022600" y="49530"/>
                  </a:lnTo>
                  <a:lnTo>
                    <a:pt x="3022600" y="45720"/>
                  </a:lnTo>
                  <a:lnTo>
                    <a:pt x="3022600" y="2540"/>
                  </a:lnTo>
                  <a:lnTo>
                    <a:pt x="3022600" y="0"/>
                  </a:lnTo>
                  <a:close/>
                </a:path>
              </a:pathLst>
            </a:custGeom>
            <a:solidFill>
              <a:srgbClr val="F3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930910" y="3444239"/>
              <a:ext cx="3014980" cy="43180"/>
            </a:xfrm>
            <a:custGeom>
              <a:avLst/>
              <a:gdLst/>
              <a:ahLst/>
              <a:cxnLst/>
              <a:rect l="l" t="t" r="r" b="b"/>
              <a:pathLst>
                <a:path w="3014979" h="43179">
                  <a:moveTo>
                    <a:pt x="3014980" y="0"/>
                  </a:moveTo>
                  <a:lnTo>
                    <a:pt x="3011170" y="0"/>
                  </a:lnTo>
                  <a:lnTo>
                    <a:pt x="3011170" y="3810"/>
                  </a:lnTo>
                  <a:lnTo>
                    <a:pt x="3011170" y="40640"/>
                  </a:lnTo>
                  <a:lnTo>
                    <a:pt x="3810" y="40640"/>
                  </a:lnTo>
                  <a:lnTo>
                    <a:pt x="3810" y="3810"/>
                  </a:lnTo>
                  <a:lnTo>
                    <a:pt x="3011170" y="3810"/>
                  </a:lnTo>
                  <a:lnTo>
                    <a:pt x="301117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0640"/>
                  </a:lnTo>
                  <a:lnTo>
                    <a:pt x="0" y="43180"/>
                  </a:lnTo>
                  <a:lnTo>
                    <a:pt x="3014980" y="43180"/>
                  </a:lnTo>
                  <a:lnTo>
                    <a:pt x="3014980" y="40640"/>
                  </a:lnTo>
                  <a:lnTo>
                    <a:pt x="3014980" y="3810"/>
                  </a:lnTo>
                  <a:lnTo>
                    <a:pt x="3014980" y="0"/>
                  </a:lnTo>
                  <a:close/>
                </a:path>
              </a:pathLst>
            </a:custGeom>
            <a:solidFill>
              <a:srgbClr val="F5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934720" y="3448049"/>
              <a:ext cx="3007360" cy="36830"/>
            </a:xfrm>
            <a:custGeom>
              <a:avLst/>
              <a:gdLst/>
              <a:ahLst/>
              <a:cxnLst/>
              <a:rect l="l" t="t" r="r" b="b"/>
              <a:pathLst>
                <a:path w="3007360" h="36829">
                  <a:moveTo>
                    <a:pt x="3007360" y="0"/>
                  </a:moveTo>
                  <a:lnTo>
                    <a:pt x="3003550" y="0"/>
                  </a:lnTo>
                  <a:lnTo>
                    <a:pt x="3003550" y="3810"/>
                  </a:lnTo>
                  <a:lnTo>
                    <a:pt x="3003550" y="33020"/>
                  </a:lnTo>
                  <a:lnTo>
                    <a:pt x="2540" y="33020"/>
                  </a:lnTo>
                  <a:lnTo>
                    <a:pt x="2540" y="3810"/>
                  </a:lnTo>
                  <a:lnTo>
                    <a:pt x="3003550" y="3810"/>
                  </a:lnTo>
                  <a:lnTo>
                    <a:pt x="300355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3020"/>
                  </a:lnTo>
                  <a:lnTo>
                    <a:pt x="0" y="36830"/>
                  </a:lnTo>
                  <a:lnTo>
                    <a:pt x="3007360" y="36830"/>
                  </a:lnTo>
                  <a:lnTo>
                    <a:pt x="3007360" y="33020"/>
                  </a:lnTo>
                  <a:lnTo>
                    <a:pt x="3007360" y="3810"/>
                  </a:lnTo>
                  <a:lnTo>
                    <a:pt x="3007360" y="0"/>
                  </a:lnTo>
                  <a:close/>
                </a:path>
              </a:pathLst>
            </a:custGeom>
            <a:solidFill>
              <a:srgbClr val="F6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937260" y="3451859"/>
              <a:ext cx="3001010" cy="29209"/>
            </a:xfrm>
            <a:custGeom>
              <a:avLst/>
              <a:gdLst/>
              <a:ahLst/>
              <a:cxnLst/>
              <a:rect l="l" t="t" r="r" b="b"/>
              <a:pathLst>
                <a:path w="3001010" h="29210">
                  <a:moveTo>
                    <a:pt x="3001010" y="0"/>
                  </a:moveTo>
                  <a:lnTo>
                    <a:pt x="2997200" y="0"/>
                  </a:lnTo>
                  <a:lnTo>
                    <a:pt x="2997200" y="3810"/>
                  </a:lnTo>
                  <a:lnTo>
                    <a:pt x="2997200" y="25400"/>
                  </a:lnTo>
                  <a:lnTo>
                    <a:pt x="3810" y="25400"/>
                  </a:lnTo>
                  <a:lnTo>
                    <a:pt x="3810" y="3810"/>
                  </a:lnTo>
                  <a:lnTo>
                    <a:pt x="2997200" y="3810"/>
                  </a:lnTo>
                  <a:lnTo>
                    <a:pt x="299720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25400"/>
                  </a:lnTo>
                  <a:lnTo>
                    <a:pt x="0" y="29210"/>
                  </a:lnTo>
                  <a:lnTo>
                    <a:pt x="3001010" y="29210"/>
                  </a:lnTo>
                  <a:lnTo>
                    <a:pt x="3001010" y="25400"/>
                  </a:lnTo>
                  <a:lnTo>
                    <a:pt x="3001010" y="3810"/>
                  </a:lnTo>
                  <a:lnTo>
                    <a:pt x="3001010" y="0"/>
                  </a:lnTo>
                  <a:close/>
                </a:path>
              </a:pathLst>
            </a:custGeom>
            <a:solidFill>
              <a:srgbClr val="F8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941070" y="3455669"/>
              <a:ext cx="2993390" cy="21590"/>
            </a:xfrm>
            <a:custGeom>
              <a:avLst/>
              <a:gdLst/>
              <a:ahLst/>
              <a:cxnLst/>
              <a:rect l="l" t="t" r="r" b="b"/>
              <a:pathLst>
                <a:path w="2993390" h="21589">
                  <a:moveTo>
                    <a:pt x="2993390" y="0"/>
                  </a:moveTo>
                  <a:lnTo>
                    <a:pt x="2989580" y="0"/>
                  </a:lnTo>
                  <a:lnTo>
                    <a:pt x="2989580" y="3810"/>
                  </a:lnTo>
                  <a:lnTo>
                    <a:pt x="2989580" y="17780"/>
                  </a:lnTo>
                  <a:lnTo>
                    <a:pt x="3810" y="17780"/>
                  </a:lnTo>
                  <a:lnTo>
                    <a:pt x="3810" y="3810"/>
                  </a:lnTo>
                  <a:lnTo>
                    <a:pt x="2989580" y="3810"/>
                  </a:lnTo>
                  <a:lnTo>
                    <a:pt x="298958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17780"/>
                  </a:lnTo>
                  <a:lnTo>
                    <a:pt x="0" y="21590"/>
                  </a:lnTo>
                  <a:lnTo>
                    <a:pt x="2993390" y="21590"/>
                  </a:lnTo>
                  <a:lnTo>
                    <a:pt x="2993390" y="17780"/>
                  </a:lnTo>
                  <a:lnTo>
                    <a:pt x="2993390" y="3810"/>
                  </a:lnTo>
                  <a:lnTo>
                    <a:pt x="2993390" y="0"/>
                  </a:lnTo>
                  <a:close/>
                </a:path>
              </a:pathLst>
            </a:custGeom>
            <a:solidFill>
              <a:srgbClr val="F9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944880" y="3459479"/>
              <a:ext cx="2985770" cy="13970"/>
            </a:xfrm>
            <a:custGeom>
              <a:avLst/>
              <a:gdLst/>
              <a:ahLst/>
              <a:cxnLst/>
              <a:rect l="l" t="t" r="r" b="b"/>
              <a:pathLst>
                <a:path w="2985770" h="13970">
                  <a:moveTo>
                    <a:pt x="2985770" y="0"/>
                  </a:moveTo>
                  <a:lnTo>
                    <a:pt x="2983230" y="0"/>
                  </a:lnTo>
                  <a:lnTo>
                    <a:pt x="2983230" y="3810"/>
                  </a:lnTo>
                  <a:lnTo>
                    <a:pt x="2983230" y="10160"/>
                  </a:lnTo>
                  <a:lnTo>
                    <a:pt x="3810" y="10160"/>
                  </a:lnTo>
                  <a:lnTo>
                    <a:pt x="3810" y="3810"/>
                  </a:lnTo>
                  <a:lnTo>
                    <a:pt x="2983230" y="3810"/>
                  </a:lnTo>
                  <a:lnTo>
                    <a:pt x="298323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10160"/>
                  </a:lnTo>
                  <a:lnTo>
                    <a:pt x="0" y="13970"/>
                  </a:lnTo>
                  <a:lnTo>
                    <a:pt x="2985770" y="13970"/>
                  </a:lnTo>
                  <a:lnTo>
                    <a:pt x="2985770" y="10160"/>
                  </a:lnTo>
                  <a:lnTo>
                    <a:pt x="2985770" y="3810"/>
                  </a:lnTo>
                  <a:lnTo>
                    <a:pt x="2985770" y="0"/>
                  </a:lnTo>
                  <a:close/>
                </a:path>
              </a:pathLst>
            </a:custGeom>
            <a:solidFill>
              <a:srgbClr val="FB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948690" y="3463290"/>
              <a:ext cx="2979420" cy="6350"/>
            </a:xfrm>
            <a:custGeom>
              <a:avLst/>
              <a:gdLst/>
              <a:ahLst/>
              <a:cxnLst/>
              <a:rect l="l" t="t" r="r" b="b"/>
              <a:pathLst>
                <a:path w="2979420" h="6350">
                  <a:moveTo>
                    <a:pt x="2979420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2979420" y="6350"/>
                  </a:lnTo>
                  <a:lnTo>
                    <a:pt x="2979420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609600" y="3124200"/>
              <a:ext cx="3657600" cy="685800"/>
            </a:xfrm>
            <a:custGeom>
              <a:avLst/>
              <a:gdLst/>
              <a:ahLst/>
              <a:cxnLst/>
              <a:rect l="l" t="t" r="r" b="b"/>
              <a:pathLst>
                <a:path w="3657600" h="685800">
                  <a:moveTo>
                    <a:pt x="1828800" y="685800"/>
                  </a:moveTo>
                  <a:lnTo>
                    <a:pt x="0" y="685800"/>
                  </a:lnTo>
                  <a:lnTo>
                    <a:pt x="0" y="0"/>
                  </a:lnTo>
                  <a:lnTo>
                    <a:pt x="3657600" y="0"/>
                  </a:lnTo>
                  <a:lnTo>
                    <a:pt x="3657600" y="685800"/>
                  </a:lnTo>
                  <a:lnTo>
                    <a:pt x="1828800" y="685800"/>
                  </a:lnTo>
                  <a:close/>
                </a:path>
              </a:pathLst>
            </a:custGeom>
            <a:ln w="93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1" name="object 171"/>
          <p:cNvSpPr txBox="1"/>
          <p:nvPr/>
        </p:nvSpPr>
        <p:spPr>
          <a:xfrm>
            <a:off x="1421130" y="3246120"/>
            <a:ext cx="2075814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spc="-10" dirty="0">
                <a:solidFill>
                  <a:srgbClr val="FFFFFF"/>
                </a:solidFill>
                <a:latin typeface="Arial"/>
                <a:cs typeface="Arial"/>
              </a:rPr>
              <a:t>Windows/Linux</a:t>
            </a:r>
            <a:endParaRPr sz="2400">
              <a:latin typeface="Arial"/>
              <a:cs typeface="Arial"/>
            </a:endParaRPr>
          </a:p>
        </p:txBody>
      </p:sp>
      <p:grpSp>
        <p:nvGrpSpPr>
          <p:cNvPr id="172" name="object 172"/>
          <p:cNvGrpSpPr/>
          <p:nvPr/>
        </p:nvGrpSpPr>
        <p:grpSpPr>
          <a:xfrm>
            <a:off x="985837" y="1671637"/>
            <a:ext cx="2926715" cy="1457325"/>
            <a:chOff x="985837" y="1671637"/>
            <a:chExt cx="2926715" cy="1457325"/>
          </a:xfrm>
        </p:grpSpPr>
        <p:sp>
          <p:nvSpPr>
            <p:cNvPr id="173" name="object 173"/>
            <p:cNvSpPr/>
            <p:nvPr/>
          </p:nvSpPr>
          <p:spPr>
            <a:xfrm>
              <a:off x="990600" y="2362199"/>
              <a:ext cx="2918460" cy="762000"/>
            </a:xfrm>
            <a:custGeom>
              <a:avLst/>
              <a:gdLst/>
              <a:ahLst/>
              <a:cxnLst/>
              <a:rect l="l" t="t" r="r" b="b"/>
              <a:pathLst>
                <a:path w="2918460" h="762000">
                  <a:moveTo>
                    <a:pt x="2918460" y="0"/>
                  </a:moveTo>
                  <a:lnTo>
                    <a:pt x="2903220" y="0"/>
                  </a:lnTo>
                  <a:lnTo>
                    <a:pt x="2903220" y="13970"/>
                  </a:lnTo>
                  <a:lnTo>
                    <a:pt x="2903220" y="748030"/>
                  </a:lnTo>
                  <a:lnTo>
                    <a:pt x="13970" y="748030"/>
                  </a:lnTo>
                  <a:lnTo>
                    <a:pt x="13970" y="13970"/>
                  </a:lnTo>
                  <a:lnTo>
                    <a:pt x="2903220" y="13970"/>
                  </a:lnTo>
                  <a:lnTo>
                    <a:pt x="2903220" y="0"/>
                  </a:lnTo>
                  <a:lnTo>
                    <a:pt x="0" y="0"/>
                  </a:lnTo>
                  <a:lnTo>
                    <a:pt x="0" y="13970"/>
                  </a:lnTo>
                  <a:lnTo>
                    <a:pt x="0" y="748030"/>
                  </a:lnTo>
                  <a:lnTo>
                    <a:pt x="0" y="762000"/>
                  </a:lnTo>
                  <a:lnTo>
                    <a:pt x="2918460" y="762000"/>
                  </a:lnTo>
                  <a:lnTo>
                    <a:pt x="2918460" y="748030"/>
                  </a:lnTo>
                  <a:lnTo>
                    <a:pt x="2918460" y="13970"/>
                  </a:lnTo>
                  <a:lnTo>
                    <a:pt x="2918460" y="0"/>
                  </a:lnTo>
                  <a:close/>
                </a:path>
              </a:pathLst>
            </a:custGeom>
            <a:solidFill>
              <a:srgbClr val="17171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1004570" y="2376169"/>
              <a:ext cx="2889250" cy="734060"/>
            </a:xfrm>
            <a:custGeom>
              <a:avLst/>
              <a:gdLst/>
              <a:ahLst/>
              <a:cxnLst/>
              <a:rect l="l" t="t" r="r" b="b"/>
              <a:pathLst>
                <a:path w="2889250" h="734060">
                  <a:moveTo>
                    <a:pt x="2889250" y="0"/>
                  </a:moveTo>
                  <a:lnTo>
                    <a:pt x="2875280" y="0"/>
                  </a:lnTo>
                  <a:lnTo>
                    <a:pt x="2875280" y="13970"/>
                  </a:lnTo>
                  <a:lnTo>
                    <a:pt x="2875280" y="720090"/>
                  </a:lnTo>
                  <a:lnTo>
                    <a:pt x="13970" y="720090"/>
                  </a:lnTo>
                  <a:lnTo>
                    <a:pt x="13970" y="13970"/>
                  </a:lnTo>
                  <a:lnTo>
                    <a:pt x="2875280" y="13970"/>
                  </a:lnTo>
                  <a:lnTo>
                    <a:pt x="2875280" y="0"/>
                  </a:lnTo>
                  <a:lnTo>
                    <a:pt x="0" y="0"/>
                  </a:lnTo>
                  <a:lnTo>
                    <a:pt x="0" y="13970"/>
                  </a:lnTo>
                  <a:lnTo>
                    <a:pt x="0" y="720090"/>
                  </a:lnTo>
                  <a:lnTo>
                    <a:pt x="0" y="734060"/>
                  </a:lnTo>
                  <a:lnTo>
                    <a:pt x="2889250" y="734060"/>
                  </a:lnTo>
                  <a:lnTo>
                    <a:pt x="2889250" y="720090"/>
                  </a:lnTo>
                  <a:lnTo>
                    <a:pt x="2889250" y="13970"/>
                  </a:lnTo>
                  <a:lnTo>
                    <a:pt x="2889250" y="0"/>
                  </a:lnTo>
                  <a:close/>
                </a:path>
              </a:pathLst>
            </a:custGeom>
            <a:solidFill>
              <a:srgbClr val="18181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1018540" y="2390139"/>
              <a:ext cx="2861310" cy="706120"/>
            </a:xfrm>
            <a:custGeom>
              <a:avLst/>
              <a:gdLst/>
              <a:ahLst/>
              <a:cxnLst/>
              <a:rect l="l" t="t" r="r" b="b"/>
              <a:pathLst>
                <a:path w="2861310" h="706119">
                  <a:moveTo>
                    <a:pt x="2861310" y="0"/>
                  </a:moveTo>
                  <a:lnTo>
                    <a:pt x="2847340" y="0"/>
                  </a:lnTo>
                  <a:lnTo>
                    <a:pt x="2847340" y="13970"/>
                  </a:lnTo>
                  <a:lnTo>
                    <a:pt x="2847340" y="692150"/>
                  </a:lnTo>
                  <a:lnTo>
                    <a:pt x="13970" y="692150"/>
                  </a:lnTo>
                  <a:lnTo>
                    <a:pt x="13970" y="13970"/>
                  </a:lnTo>
                  <a:lnTo>
                    <a:pt x="2847340" y="13970"/>
                  </a:lnTo>
                  <a:lnTo>
                    <a:pt x="2847340" y="0"/>
                  </a:lnTo>
                  <a:lnTo>
                    <a:pt x="0" y="0"/>
                  </a:lnTo>
                  <a:lnTo>
                    <a:pt x="0" y="13970"/>
                  </a:lnTo>
                  <a:lnTo>
                    <a:pt x="0" y="692150"/>
                  </a:lnTo>
                  <a:lnTo>
                    <a:pt x="0" y="706120"/>
                  </a:lnTo>
                  <a:lnTo>
                    <a:pt x="2861310" y="706120"/>
                  </a:lnTo>
                  <a:lnTo>
                    <a:pt x="2861310" y="692150"/>
                  </a:lnTo>
                  <a:lnTo>
                    <a:pt x="2861310" y="13970"/>
                  </a:lnTo>
                  <a:lnTo>
                    <a:pt x="2861310" y="0"/>
                  </a:lnTo>
                  <a:close/>
                </a:path>
              </a:pathLst>
            </a:custGeom>
            <a:solidFill>
              <a:srgbClr val="19191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1032510" y="2404109"/>
              <a:ext cx="2833370" cy="678180"/>
            </a:xfrm>
            <a:custGeom>
              <a:avLst/>
              <a:gdLst/>
              <a:ahLst/>
              <a:cxnLst/>
              <a:rect l="l" t="t" r="r" b="b"/>
              <a:pathLst>
                <a:path w="2833370" h="678180">
                  <a:moveTo>
                    <a:pt x="2833370" y="0"/>
                  </a:moveTo>
                  <a:lnTo>
                    <a:pt x="2819400" y="0"/>
                  </a:lnTo>
                  <a:lnTo>
                    <a:pt x="2819400" y="13970"/>
                  </a:lnTo>
                  <a:lnTo>
                    <a:pt x="2819400" y="664210"/>
                  </a:lnTo>
                  <a:lnTo>
                    <a:pt x="13970" y="664210"/>
                  </a:lnTo>
                  <a:lnTo>
                    <a:pt x="13970" y="13970"/>
                  </a:lnTo>
                  <a:lnTo>
                    <a:pt x="2819400" y="13970"/>
                  </a:lnTo>
                  <a:lnTo>
                    <a:pt x="2819400" y="0"/>
                  </a:lnTo>
                  <a:lnTo>
                    <a:pt x="0" y="0"/>
                  </a:lnTo>
                  <a:lnTo>
                    <a:pt x="0" y="13970"/>
                  </a:lnTo>
                  <a:lnTo>
                    <a:pt x="0" y="664210"/>
                  </a:lnTo>
                  <a:lnTo>
                    <a:pt x="0" y="678180"/>
                  </a:lnTo>
                  <a:lnTo>
                    <a:pt x="2833370" y="678180"/>
                  </a:lnTo>
                  <a:lnTo>
                    <a:pt x="2833370" y="664210"/>
                  </a:lnTo>
                  <a:lnTo>
                    <a:pt x="2833370" y="13970"/>
                  </a:lnTo>
                  <a:lnTo>
                    <a:pt x="2833370" y="0"/>
                  </a:lnTo>
                  <a:close/>
                </a:path>
              </a:pathLst>
            </a:custGeom>
            <a:solidFill>
              <a:srgbClr val="1A1A1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1046480" y="2418079"/>
              <a:ext cx="2805430" cy="650240"/>
            </a:xfrm>
            <a:custGeom>
              <a:avLst/>
              <a:gdLst/>
              <a:ahLst/>
              <a:cxnLst/>
              <a:rect l="l" t="t" r="r" b="b"/>
              <a:pathLst>
                <a:path w="2805429" h="650239">
                  <a:moveTo>
                    <a:pt x="2805430" y="0"/>
                  </a:moveTo>
                  <a:lnTo>
                    <a:pt x="2791460" y="0"/>
                  </a:lnTo>
                  <a:lnTo>
                    <a:pt x="2791460" y="13970"/>
                  </a:lnTo>
                  <a:lnTo>
                    <a:pt x="2791460" y="635000"/>
                  </a:lnTo>
                  <a:lnTo>
                    <a:pt x="13970" y="635000"/>
                  </a:lnTo>
                  <a:lnTo>
                    <a:pt x="13970" y="13970"/>
                  </a:lnTo>
                  <a:lnTo>
                    <a:pt x="2791460" y="13970"/>
                  </a:lnTo>
                  <a:lnTo>
                    <a:pt x="2791460" y="0"/>
                  </a:lnTo>
                  <a:lnTo>
                    <a:pt x="0" y="0"/>
                  </a:lnTo>
                  <a:lnTo>
                    <a:pt x="0" y="13970"/>
                  </a:lnTo>
                  <a:lnTo>
                    <a:pt x="0" y="635000"/>
                  </a:lnTo>
                  <a:lnTo>
                    <a:pt x="0" y="650240"/>
                  </a:lnTo>
                  <a:lnTo>
                    <a:pt x="2805430" y="650240"/>
                  </a:lnTo>
                  <a:lnTo>
                    <a:pt x="2805430" y="635000"/>
                  </a:lnTo>
                  <a:lnTo>
                    <a:pt x="2805430" y="13970"/>
                  </a:lnTo>
                  <a:lnTo>
                    <a:pt x="2805430" y="0"/>
                  </a:lnTo>
                  <a:close/>
                </a:path>
              </a:pathLst>
            </a:custGeom>
            <a:solidFill>
              <a:srgbClr val="1B1B1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1060450" y="2432049"/>
              <a:ext cx="2777490" cy="621030"/>
            </a:xfrm>
            <a:custGeom>
              <a:avLst/>
              <a:gdLst/>
              <a:ahLst/>
              <a:cxnLst/>
              <a:rect l="l" t="t" r="r" b="b"/>
              <a:pathLst>
                <a:path w="2777490" h="621030">
                  <a:moveTo>
                    <a:pt x="2777490" y="0"/>
                  </a:moveTo>
                  <a:lnTo>
                    <a:pt x="2763520" y="0"/>
                  </a:lnTo>
                  <a:lnTo>
                    <a:pt x="2763520" y="13970"/>
                  </a:lnTo>
                  <a:lnTo>
                    <a:pt x="2763520" y="607060"/>
                  </a:lnTo>
                  <a:lnTo>
                    <a:pt x="13970" y="607060"/>
                  </a:lnTo>
                  <a:lnTo>
                    <a:pt x="13970" y="13970"/>
                  </a:lnTo>
                  <a:lnTo>
                    <a:pt x="2763520" y="13970"/>
                  </a:lnTo>
                  <a:lnTo>
                    <a:pt x="2763520" y="0"/>
                  </a:lnTo>
                  <a:lnTo>
                    <a:pt x="0" y="0"/>
                  </a:lnTo>
                  <a:lnTo>
                    <a:pt x="0" y="13970"/>
                  </a:lnTo>
                  <a:lnTo>
                    <a:pt x="0" y="607060"/>
                  </a:lnTo>
                  <a:lnTo>
                    <a:pt x="0" y="621030"/>
                  </a:lnTo>
                  <a:lnTo>
                    <a:pt x="2777490" y="621030"/>
                  </a:lnTo>
                  <a:lnTo>
                    <a:pt x="2777490" y="607060"/>
                  </a:lnTo>
                  <a:lnTo>
                    <a:pt x="2777490" y="13970"/>
                  </a:lnTo>
                  <a:lnTo>
                    <a:pt x="2777490" y="0"/>
                  </a:lnTo>
                  <a:close/>
                </a:path>
              </a:pathLst>
            </a:custGeom>
            <a:solidFill>
              <a:srgbClr val="1C1C1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1074420" y="2446019"/>
              <a:ext cx="2749550" cy="593090"/>
            </a:xfrm>
            <a:custGeom>
              <a:avLst/>
              <a:gdLst/>
              <a:ahLst/>
              <a:cxnLst/>
              <a:rect l="l" t="t" r="r" b="b"/>
              <a:pathLst>
                <a:path w="2749550" h="593089">
                  <a:moveTo>
                    <a:pt x="2749550" y="0"/>
                  </a:moveTo>
                  <a:lnTo>
                    <a:pt x="2735580" y="0"/>
                  </a:lnTo>
                  <a:lnTo>
                    <a:pt x="2735580" y="13970"/>
                  </a:lnTo>
                  <a:lnTo>
                    <a:pt x="2735580" y="579120"/>
                  </a:lnTo>
                  <a:lnTo>
                    <a:pt x="13970" y="579120"/>
                  </a:lnTo>
                  <a:lnTo>
                    <a:pt x="13970" y="13970"/>
                  </a:lnTo>
                  <a:lnTo>
                    <a:pt x="2735580" y="13970"/>
                  </a:lnTo>
                  <a:lnTo>
                    <a:pt x="2735580" y="0"/>
                  </a:lnTo>
                  <a:lnTo>
                    <a:pt x="0" y="0"/>
                  </a:lnTo>
                  <a:lnTo>
                    <a:pt x="0" y="13970"/>
                  </a:lnTo>
                  <a:lnTo>
                    <a:pt x="0" y="579120"/>
                  </a:lnTo>
                  <a:lnTo>
                    <a:pt x="0" y="593090"/>
                  </a:lnTo>
                  <a:lnTo>
                    <a:pt x="2749550" y="593090"/>
                  </a:lnTo>
                  <a:lnTo>
                    <a:pt x="2749550" y="579120"/>
                  </a:lnTo>
                  <a:lnTo>
                    <a:pt x="2749550" y="13970"/>
                  </a:lnTo>
                  <a:lnTo>
                    <a:pt x="2749550" y="0"/>
                  </a:lnTo>
                  <a:close/>
                </a:path>
              </a:pathLst>
            </a:custGeom>
            <a:solidFill>
              <a:srgbClr val="1D1D1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1088390" y="2459989"/>
              <a:ext cx="2721610" cy="565150"/>
            </a:xfrm>
            <a:custGeom>
              <a:avLst/>
              <a:gdLst/>
              <a:ahLst/>
              <a:cxnLst/>
              <a:rect l="l" t="t" r="r" b="b"/>
              <a:pathLst>
                <a:path w="2721610" h="565150">
                  <a:moveTo>
                    <a:pt x="2721610" y="0"/>
                  </a:moveTo>
                  <a:lnTo>
                    <a:pt x="2707640" y="0"/>
                  </a:lnTo>
                  <a:lnTo>
                    <a:pt x="2707640" y="15240"/>
                  </a:lnTo>
                  <a:lnTo>
                    <a:pt x="2707640" y="551180"/>
                  </a:lnTo>
                  <a:lnTo>
                    <a:pt x="13970" y="551180"/>
                  </a:lnTo>
                  <a:lnTo>
                    <a:pt x="13970" y="15240"/>
                  </a:lnTo>
                  <a:lnTo>
                    <a:pt x="2707640" y="15240"/>
                  </a:lnTo>
                  <a:lnTo>
                    <a:pt x="2707640" y="0"/>
                  </a:lnTo>
                  <a:lnTo>
                    <a:pt x="0" y="0"/>
                  </a:lnTo>
                  <a:lnTo>
                    <a:pt x="0" y="15240"/>
                  </a:lnTo>
                  <a:lnTo>
                    <a:pt x="0" y="551180"/>
                  </a:lnTo>
                  <a:lnTo>
                    <a:pt x="0" y="565150"/>
                  </a:lnTo>
                  <a:lnTo>
                    <a:pt x="2721610" y="565150"/>
                  </a:lnTo>
                  <a:lnTo>
                    <a:pt x="2721610" y="551180"/>
                  </a:lnTo>
                  <a:lnTo>
                    <a:pt x="2721610" y="15240"/>
                  </a:lnTo>
                  <a:lnTo>
                    <a:pt x="2721610" y="0"/>
                  </a:lnTo>
                  <a:close/>
                </a:path>
              </a:pathLst>
            </a:custGeom>
            <a:solidFill>
              <a:srgbClr val="1E1E1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1102360" y="2475229"/>
              <a:ext cx="2693670" cy="535940"/>
            </a:xfrm>
            <a:custGeom>
              <a:avLst/>
              <a:gdLst/>
              <a:ahLst/>
              <a:cxnLst/>
              <a:rect l="l" t="t" r="r" b="b"/>
              <a:pathLst>
                <a:path w="2693670" h="535939">
                  <a:moveTo>
                    <a:pt x="2693670" y="0"/>
                  </a:moveTo>
                  <a:lnTo>
                    <a:pt x="2678430" y="0"/>
                  </a:lnTo>
                  <a:lnTo>
                    <a:pt x="2678430" y="13970"/>
                  </a:lnTo>
                  <a:lnTo>
                    <a:pt x="2678430" y="521970"/>
                  </a:lnTo>
                  <a:lnTo>
                    <a:pt x="15240" y="521970"/>
                  </a:lnTo>
                  <a:lnTo>
                    <a:pt x="15240" y="13970"/>
                  </a:lnTo>
                  <a:lnTo>
                    <a:pt x="2678430" y="13970"/>
                  </a:lnTo>
                  <a:lnTo>
                    <a:pt x="2678430" y="0"/>
                  </a:lnTo>
                  <a:lnTo>
                    <a:pt x="0" y="0"/>
                  </a:lnTo>
                  <a:lnTo>
                    <a:pt x="0" y="13970"/>
                  </a:lnTo>
                  <a:lnTo>
                    <a:pt x="0" y="521970"/>
                  </a:lnTo>
                  <a:lnTo>
                    <a:pt x="0" y="535940"/>
                  </a:lnTo>
                  <a:lnTo>
                    <a:pt x="2693670" y="535940"/>
                  </a:lnTo>
                  <a:lnTo>
                    <a:pt x="2693670" y="521970"/>
                  </a:lnTo>
                  <a:lnTo>
                    <a:pt x="2693670" y="13970"/>
                  </a:lnTo>
                  <a:lnTo>
                    <a:pt x="2693670" y="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1117600" y="2489199"/>
              <a:ext cx="2663190" cy="508000"/>
            </a:xfrm>
            <a:custGeom>
              <a:avLst/>
              <a:gdLst/>
              <a:ahLst/>
              <a:cxnLst/>
              <a:rect l="l" t="t" r="r" b="b"/>
              <a:pathLst>
                <a:path w="2663190" h="508000">
                  <a:moveTo>
                    <a:pt x="2663190" y="0"/>
                  </a:moveTo>
                  <a:lnTo>
                    <a:pt x="2649220" y="0"/>
                  </a:lnTo>
                  <a:lnTo>
                    <a:pt x="2649220" y="13970"/>
                  </a:lnTo>
                  <a:lnTo>
                    <a:pt x="2649220" y="494030"/>
                  </a:lnTo>
                  <a:lnTo>
                    <a:pt x="13970" y="494030"/>
                  </a:lnTo>
                  <a:lnTo>
                    <a:pt x="13970" y="13970"/>
                  </a:lnTo>
                  <a:lnTo>
                    <a:pt x="2649220" y="13970"/>
                  </a:lnTo>
                  <a:lnTo>
                    <a:pt x="2649220" y="0"/>
                  </a:lnTo>
                  <a:lnTo>
                    <a:pt x="0" y="0"/>
                  </a:lnTo>
                  <a:lnTo>
                    <a:pt x="0" y="13970"/>
                  </a:lnTo>
                  <a:lnTo>
                    <a:pt x="0" y="494030"/>
                  </a:lnTo>
                  <a:lnTo>
                    <a:pt x="0" y="508000"/>
                  </a:lnTo>
                  <a:lnTo>
                    <a:pt x="2663190" y="508000"/>
                  </a:lnTo>
                  <a:lnTo>
                    <a:pt x="2663190" y="494030"/>
                  </a:lnTo>
                  <a:lnTo>
                    <a:pt x="2663190" y="13970"/>
                  </a:lnTo>
                  <a:lnTo>
                    <a:pt x="2663190" y="0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1131570" y="2503169"/>
              <a:ext cx="2635250" cy="480059"/>
            </a:xfrm>
            <a:custGeom>
              <a:avLst/>
              <a:gdLst/>
              <a:ahLst/>
              <a:cxnLst/>
              <a:rect l="l" t="t" r="r" b="b"/>
              <a:pathLst>
                <a:path w="2635250" h="480060">
                  <a:moveTo>
                    <a:pt x="2635250" y="0"/>
                  </a:moveTo>
                  <a:lnTo>
                    <a:pt x="2621280" y="0"/>
                  </a:lnTo>
                  <a:lnTo>
                    <a:pt x="2621280" y="13970"/>
                  </a:lnTo>
                  <a:lnTo>
                    <a:pt x="2621280" y="466090"/>
                  </a:lnTo>
                  <a:lnTo>
                    <a:pt x="13970" y="466090"/>
                  </a:lnTo>
                  <a:lnTo>
                    <a:pt x="13970" y="13970"/>
                  </a:lnTo>
                  <a:lnTo>
                    <a:pt x="2621280" y="13970"/>
                  </a:lnTo>
                  <a:lnTo>
                    <a:pt x="2621280" y="0"/>
                  </a:lnTo>
                  <a:lnTo>
                    <a:pt x="0" y="0"/>
                  </a:lnTo>
                  <a:lnTo>
                    <a:pt x="0" y="13970"/>
                  </a:lnTo>
                  <a:lnTo>
                    <a:pt x="0" y="466090"/>
                  </a:lnTo>
                  <a:lnTo>
                    <a:pt x="0" y="480060"/>
                  </a:lnTo>
                  <a:lnTo>
                    <a:pt x="2635250" y="480060"/>
                  </a:lnTo>
                  <a:lnTo>
                    <a:pt x="2635250" y="466090"/>
                  </a:lnTo>
                  <a:lnTo>
                    <a:pt x="2635250" y="13970"/>
                  </a:lnTo>
                  <a:lnTo>
                    <a:pt x="2635250" y="0"/>
                  </a:lnTo>
                  <a:close/>
                </a:path>
              </a:pathLst>
            </a:custGeom>
            <a:solidFill>
              <a:srgbClr val="2121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1145540" y="2517139"/>
              <a:ext cx="2607310" cy="452120"/>
            </a:xfrm>
            <a:custGeom>
              <a:avLst/>
              <a:gdLst/>
              <a:ahLst/>
              <a:cxnLst/>
              <a:rect l="l" t="t" r="r" b="b"/>
              <a:pathLst>
                <a:path w="2607310" h="452119">
                  <a:moveTo>
                    <a:pt x="2607310" y="0"/>
                  </a:moveTo>
                  <a:lnTo>
                    <a:pt x="2593340" y="0"/>
                  </a:lnTo>
                  <a:lnTo>
                    <a:pt x="2593340" y="13970"/>
                  </a:lnTo>
                  <a:lnTo>
                    <a:pt x="2593340" y="438150"/>
                  </a:lnTo>
                  <a:lnTo>
                    <a:pt x="13970" y="438150"/>
                  </a:lnTo>
                  <a:lnTo>
                    <a:pt x="13970" y="13970"/>
                  </a:lnTo>
                  <a:lnTo>
                    <a:pt x="2593340" y="13970"/>
                  </a:lnTo>
                  <a:lnTo>
                    <a:pt x="2593340" y="0"/>
                  </a:lnTo>
                  <a:lnTo>
                    <a:pt x="0" y="0"/>
                  </a:lnTo>
                  <a:lnTo>
                    <a:pt x="0" y="13970"/>
                  </a:lnTo>
                  <a:lnTo>
                    <a:pt x="0" y="438150"/>
                  </a:lnTo>
                  <a:lnTo>
                    <a:pt x="0" y="452120"/>
                  </a:lnTo>
                  <a:lnTo>
                    <a:pt x="2607310" y="452120"/>
                  </a:lnTo>
                  <a:lnTo>
                    <a:pt x="2607310" y="438150"/>
                  </a:lnTo>
                  <a:lnTo>
                    <a:pt x="2607310" y="13970"/>
                  </a:lnTo>
                  <a:lnTo>
                    <a:pt x="2607310" y="0"/>
                  </a:lnTo>
                  <a:close/>
                </a:path>
              </a:pathLst>
            </a:custGeom>
            <a:solidFill>
              <a:srgbClr val="2222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1159510" y="2531109"/>
              <a:ext cx="2579370" cy="424180"/>
            </a:xfrm>
            <a:custGeom>
              <a:avLst/>
              <a:gdLst/>
              <a:ahLst/>
              <a:cxnLst/>
              <a:rect l="l" t="t" r="r" b="b"/>
              <a:pathLst>
                <a:path w="2579370" h="424180">
                  <a:moveTo>
                    <a:pt x="2579370" y="0"/>
                  </a:moveTo>
                  <a:lnTo>
                    <a:pt x="2565400" y="0"/>
                  </a:lnTo>
                  <a:lnTo>
                    <a:pt x="2565400" y="13970"/>
                  </a:lnTo>
                  <a:lnTo>
                    <a:pt x="2565400" y="408940"/>
                  </a:lnTo>
                  <a:lnTo>
                    <a:pt x="13970" y="408940"/>
                  </a:lnTo>
                  <a:lnTo>
                    <a:pt x="13970" y="13970"/>
                  </a:lnTo>
                  <a:lnTo>
                    <a:pt x="2565400" y="13970"/>
                  </a:lnTo>
                  <a:lnTo>
                    <a:pt x="2565400" y="0"/>
                  </a:lnTo>
                  <a:lnTo>
                    <a:pt x="0" y="0"/>
                  </a:lnTo>
                  <a:lnTo>
                    <a:pt x="0" y="13970"/>
                  </a:lnTo>
                  <a:lnTo>
                    <a:pt x="0" y="408940"/>
                  </a:lnTo>
                  <a:lnTo>
                    <a:pt x="0" y="424180"/>
                  </a:lnTo>
                  <a:lnTo>
                    <a:pt x="2579370" y="424180"/>
                  </a:lnTo>
                  <a:lnTo>
                    <a:pt x="2579370" y="408940"/>
                  </a:lnTo>
                  <a:lnTo>
                    <a:pt x="2579370" y="13970"/>
                  </a:lnTo>
                  <a:lnTo>
                    <a:pt x="2579370" y="0"/>
                  </a:lnTo>
                  <a:close/>
                </a:path>
              </a:pathLst>
            </a:custGeom>
            <a:solidFill>
              <a:srgbClr val="23232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1173480" y="2545079"/>
              <a:ext cx="2551430" cy="394970"/>
            </a:xfrm>
            <a:custGeom>
              <a:avLst/>
              <a:gdLst/>
              <a:ahLst/>
              <a:cxnLst/>
              <a:rect l="l" t="t" r="r" b="b"/>
              <a:pathLst>
                <a:path w="2551429" h="394969">
                  <a:moveTo>
                    <a:pt x="2551430" y="0"/>
                  </a:moveTo>
                  <a:lnTo>
                    <a:pt x="2537460" y="0"/>
                  </a:lnTo>
                  <a:lnTo>
                    <a:pt x="2537460" y="13970"/>
                  </a:lnTo>
                  <a:lnTo>
                    <a:pt x="2537460" y="381000"/>
                  </a:lnTo>
                  <a:lnTo>
                    <a:pt x="13970" y="381000"/>
                  </a:lnTo>
                  <a:lnTo>
                    <a:pt x="13970" y="13970"/>
                  </a:lnTo>
                  <a:lnTo>
                    <a:pt x="2537460" y="13970"/>
                  </a:lnTo>
                  <a:lnTo>
                    <a:pt x="2537460" y="0"/>
                  </a:lnTo>
                  <a:lnTo>
                    <a:pt x="0" y="0"/>
                  </a:lnTo>
                  <a:lnTo>
                    <a:pt x="0" y="13970"/>
                  </a:lnTo>
                  <a:lnTo>
                    <a:pt x="0" y="381000"/>
                  </a:lnTo>
                  <a:lnTo>
                    <a:pt x="0" y="394970"/>
                  </a:lnTo>
                  <a:lnTo>
                    <a:pt x="2551430" y="394970"/>
                  </a:lnTo>
                  <a:lnTo>
                    <a:pt x="2551430" y="381000"/>
                  </a:lnTo>
                  <a:lnTo>
                    <a:pt x="2551430" y="13970"/>
                  </a:lnTo>
                  <a:lnTo>
                    <a:pt x="2551430" y="0"/>
                  </a:lnTo>
                  <a:close/>
                </a:path>
              </a:pathLst>
            </a:custGeom>
            <a:solidFill>
              <a:srgbClr val="24242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1187450" y="2559049"/>
              <a:ext cx="2523490" cy="367030"/>
            </a:xfrm>
            <a:custGeom>
              <a:avLst/>
              <a:gdLst/>
              <a:ahLst/>
              <a:cxnLst/>
              <a:rect l="l" t="t" r="r" b="b"/>
              <a:pathLst>
                <a:path w="2523490" h="367030">
                  <a:moveTo>
                    <a:pt x="2523490" y="0"/>
                  </a:moveTo>
                  <a:lnTo>
                    <a:pt x="2509520" y="0"/>
                  </a:lnTo>
                  <a:lnTo>
                    <a:pt x="2509520" y="13970"/>
                  </a:lnTo>
                  <a:lnTo>
                    <a:pt x="2509520" y="353060"/>
                  </a:lnTo>
                  <a:lnTo>
                    <a:pt x="13970" y="353060"/>
                  </a:lnTo>
                  <a:lnTo>
                    <a:pt x="13970" y="13970"/>
                  </a:lnTo>
                  <a:lnTo>
                    <a:pt x="2509520" y="13970"/>
                  </a:lnTo>
                  <a:lnTo>
                    <a:pt x="2509520" y="0"/>
                  </a:lnTo>
                  <a:lnTo>
                    <a:pt x="0" y="0"/>
                  </a:lnTo>
                  <a:lnTo>
                    <a:pt x="0" y="13970"/>
                  </a:lnTo>
                  <a:lnTo>
                    <a:pt x="0" y="353060"/>
                  </a:lnTo>
                  <a:lnTo>
                    <a:pt x="0" y="367030"/>
                  </a:lnTo>
                  <a:lnTo>
                    <a:pt x="2523490" y="367030"/>
                  </a:lnTo>
                  <a:lnTo>
                    <a:pt x="2523490" y="353060"/>
                  </a:lnTo>
                  <a:lnTo>
                    <a:pt x="2523490" y="13970"/>
                  </a:lnTo>
                  <a:lnTo>
                    <a:pt x="2523490" y="0"/>
                  </a:lnTo>
                  <a:close/>
                </a:path>
              </a:pathLst>
            </a:custGeom>
            <a:solidFill>
              <a:srgbClr val="25252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1201420" y="2573019"/>
              <a:ext cx="2495550" cy="339090"/>
            </a:xfrm>
            <a:custGeom>
              <a:avLst/>
              <a:gdLst/>
              <a:ahLst/>
              <a:cxnLst/>
              <a:rect l="l" t="t" r="r" b="b"/>
              <a:pathLst>
                <a:path w="2495550" h="339089">
                  <a:moveTo>
                    <a:pt x="2495550" y="0"/>
                  </a:moveTo>
                  <a:lnTo>
                    <a:pt x="2481580" y="0"/>
                  </a:lnTo>
                  <a:lnTo>
                    <a:pt x="2481580" y="15240"/>
                  </a:lnTo>
                  <a:lnTo>
                    <a:pt x="2481580" y="325120"/>
                  </a:lnTo>
                  <a:lnTo>
                    <a:pt x="13970" y="325120"/>
                  </a:lnTo>
                  <a:lnTo>
                    <a:pt x="13970" y="15240"/>
                  </a:lnTo>
                  <a:lnTo>
                    <a:pt x="2481580" y="15240"/>
                  </a:lnTo>
                  <a:lnTo>
                    <a:pt x="2481580" y="0"/>
                  </a:lnTo>
                  <a:lnTo>
                    <a:pt x="0" y="0"/>
                  </a:lnTo>
                  <a:lnTo>
                    <a:pt x="0" y="15240"/>
                  </a:lnTo>
                  <a:lnTo>
                    <a:pt x="0" y="325120"/>
                  </a:lnTo>
                  <a:lnTo>
                    <a:pt x="0" y="339090"/>
                  </a:lnTo>
                  <a:lnTo>
                    <a:pt x="2495550" y="339090"/>
                  </a:lnTo>
                  <a:lnTo>
                    <a:pt x="2495550" y="325120"/>
                  </a:lnTo>
                  <a:lnTo>
                    <a:pt x="2495550" y="15240"/>
                  </a:lnTo>
                  <a:lnTo>
                    <a:pt x="2495550" y="0"/>
                  </a:lnTo>
                  <a:close/>
                </a:path>
              </a:pathLst>
            </a:custGeom>
            <a:solidFill>
              <a:srgbClr val="26262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1215390" y="2588259"/>
              <a:ext cx="2467610" cy="309880"/>
            </a:xfrm>
            <a:custGeom>
              <a:avLst/>
              <a:gdLst/>
              <a:ahLst/>
              <a:cxnLst/>
              <a:rect l="l" t="t" r="r" b="b"/>
              <a:pathLst>
                <a:path w="2467610" h="309880">
                  <a:moveTo>
                    <a:pt x="2467610" y="0"/>
                  </a:moveTo>
                  <a:lnTo>
                    <a:pt x="2452370" y="0"/>
                  </a:lnTo>
                  <a:lnTo>
                    <a:pt x="2452370" y="13970"/>
                  </a:lnTo>
                  <a:lnTo>
                    <a:pt x="2452370" y="295910"/>
                  </a:lnTo>
                  <a:lnTo>
                    <a:pt x="15240" y="295910"/>
                  </a:lnTo>
                  <a:lnTo>
                    <a:pt x="15240" y="13970"/>
                  </a:lnTo>
                  <a:lnTo>
                    <a:pt x="2452370" y="13970"/>
                  </a:lnTo>
                  <a:lnTo>
                    <a:pt x="2452370" y="0"/>
                  </a:lnTo>
                  <a:lnTo>
                    <a:pt x="0" y="0"/>
                  </a:lnTo>
                  <a:lnTo>
                    <a:pt x="0" y="13970"/>
                  </a:lnTo>
                  <a:lnTo>
                    <a:pt x="0" y="295910"/>
                  </a:lnTo>
                  <a:lnTo>
                    <a:pt x="0" y="309880"/>
                  </a:lnTo>
                  <a:lnTo>
                    <a:pt x="2467610" y="309880"/>
                  </a:lnTo>
                  <a:lnTo>
                    <a:pt x="2467610" y="295910"/>
                  </a:lnTo>
                  <a:lnTo>
                    <a:pt x="2467610" y="13970"/>
                  </a:lnTo>
                  <a:lnTo>
                    <a:pt x="2467610" y="0"/>
                  </a:lnTo>
                  <a:close/>
                </a:path>
              </a:pathLst>
            </a:custGeom>
            <a:solidFill>
              <a:srgbClr val="27272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1230630" y="2602229"/>
              <a:ext cx="2437130" cy="281940"/>
            </a:xfrm>
            <a:custGeom>
              <a:avLst/>
              <a:gdLst/>
              <a:ahLst/>
              <a:cxnLst/>
              <a:rect l="l" t="t" r="r" b="b"/>
              <a:pathLst>
                <a:path w="2437129" h="281939">
                  <a:moveTo>
                    <a:pt x="2437130" y="0"/>
                  </a:moveTo>
                  <a:lnTo>
                    <a:pt x="2423160" y="0"/>
                  </a:lnTo>
                  <a:lnTo>
                    <a:pt x="2423160" y="13970"/>
                  </a:lnTo>
                  <a:lnTo>
                    <a:pt x="2423160" y="267970"/>
                  </a:lnTo>
                  <a:lnTo>
                    <a:pt x="13970" y="267970"/>
                  </a:lnTo>
                  <a:lnTo>
                    <a:pt x="13970" y="13970"/>
                  </a:lnTo>
                  <a:lnTo>
                    <a:pt x="2423160" y="13970"/>
                  </a:lnTo>
                  <a:lnTo>
                    <a:pt x="2423160" y="0"/>
                  </a:lnTo>
                  <a:lnTo>
                    <a:pt x="0" y="0"/>
                  </a:lnTo>
                  <a:lnTo>
                    <a:pt x="0" y="13970"/>
                  </a:lnTo>
                  <a:lnTo>
                    <a:pt x="0" y="267970"/>
                  </a:lnTo>
                  <a:lnTo>
                    <a:pt x="0" y="281940"/>
                  </a:lnTo>
                  <a:lnTo>
                    <a:pt x="2437130" y="281940"/>
                  </a:lnTo>
                  <a:lnTo>
                    <a:pt x="2437130" y="267970"/>
                  </a:lnTo>
                  <a:lnTo>
                    <a:pt x="2437130" y="13970"/>
                  </a:lnTo>
                  <a:lnTo>
                    <a:pt x="2437130" y="0"/>
                  </a:lnTo>
                  <a:close/>
                </a:path>
              </a:pathLst>
            </a:custGeom>
            <a:solidFill>
              <a:srgbClr val="28282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1244600" y="2616199"/>
              <a:ext cx="2409190" cy="254000"/>
            </a:xfrm>
            <a:custGeom>
              <a:avLst/>
              <a:gdLst/>
              <a:ahLst/>
              <a:cxnLst/>
              <a:rect l="l" t="t" r="r" b="b"/>
              <a:pathLst>
                <a:path w="2409190" h="254000">
                  <a:moveTo>
                    <a:pt x="2409190" y="0"/>
                  </a:moveTo>
                  <a:lnTo>
                    <a:pt x="2395220" y="0"/>
                  </a:lnTo>
                  <a:lnTo>
                    <a:pt x="2395220" y="13970"/>
                  </a:lnTo>
                  <a:lnTo>
                    <a:pt x="2395220" y="240030"/>
                  </a:lnTo>
                  <a:lnTo>
                    <a:pt x="13970" y="240030"/>
                  </a:lnTo>
                  <a:lnTo>
                    <a:pt x="13970" y="13970"/>
                  </a:lnTo>
                  <a:lnTo>
                    <a:pt x="2395220" y="13970"/>
                  </a:lnTo>
                  <a:lnTo>
                    <a:pt x="2395220" y="0"/>
                  </a:lnTo>
                  <a:lnTo>
                    <a:pt x="0" y="0"/>
                  </a:lnTo>
                  <a:lnTo>
                    <a:pt x="0" y="13970"/>
                  </a:lnTo>
                  <a:lnTo>
                    <a:pt x="0" y="240030"/>
                  </a:lnTo>
                  <a:lnTo>
                    <a:pt x="0" y="254000"/>
                  </a:lnTo>
                  <a:lnTo>
                    <a:pt x="2409190" y="254000"/>
                  </a:lnTo>
                  <a:lnTo>
                    <a:pt x="2409190" y="240030"/>
                  </a:lnTo>
                  <a:lnTo>
                    <a:pt x="2409190" y="13970"/>
                  </a:lnTo>
                  <a:lnTo>
                    <a:pt x="2409190" y="0"/>
                  </a:lnTo>
                  <a:close/>
                </a:path>
              </a:pathLst>
            </a:custGeom>
            <a:solidFill>
              <a:srgbClr val="29292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1258570" y="2630169"/>
              <a:ext cx="2381250" cy="226060"/>
            </a:xfrm>
            <a:custGeom>
              <a:avLst/>
              <a:gdLst/>
              <a:ahLst/>
              <a:cxnLst/>
              <a:rect l="l" t="t" r="r" b="b"/>
              <a:pathLst>
                <a:path w="2381250" h="226060">
                  <a:moveTo>
                    <a:pt x="2381250" y="0"/>
                  </a:moveTo>
                  <a:lnTo>
                    <a:pt x="2367280" y="0"/>
                  </a:lnTo>
                  <a:lnTo>
                    <a:pt x="2367280" y="13970"/>
                  </a:lnTo>
                  <a:lnTo>
                    <a:pt x="2367280" y="212090"/>
                  </a:lnTo>
                  <a:lnTo>
                    <a:pt x="13970" y="212090"/>
                  </a:lnTo>
                  <a:lnTo>
                    <a:pt x="13970" y="13970"/>
                  </a:lnTo>
                  <a:lnTo>
                    <a:pt x="2367280" y="13970"/>
                  </a:lnTo>
                  <a:lnTo>
                    <a:pt x="2367280" y="0"/>
                  </a:lnTo>
                  <a:lnTo>
                    <a:pt x="0" y="0"/>
                  </a:lnTo>
                  <a:lnTo>
                    <a:pt x="0" y="13970"/>
                  </a:lnTo>
                  <a:lnTo>
                    <a:pt x="0" y="212090"/>
                  </a:lnTo>
                  <a:lnTo>
                    <a:pt x="0" y="226060"/>
                  </a:lnTo>
                  <a:lnTo>
                    <a:pt x="2381250" y="226060"/>
                  </a:lnTo>
                  <a:lnTo>
                    <a:pt x="2381250" y="212090"/>
                  </a:lnTo>
                  <a:lnTo>
                    <a:pt x="2381250" y="13970"/>
                  </a:lnTo>
                  <a:lnTo>
                    <a:pt x="2381250" y="0"/>
                  </a:lnTo>
                  <a:close/>
                </a:path>
              </a:pathLst>
            </a:custGeom>
            <a:solidFill>
              <a:srgbClr val="2A2A2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1272540" y="2644139"/>
              <a:ext cx="2353310" cy="198120"/>
            </a:xfrm>
            <a:custGeom>
              <a:avLst/>
              <a:gdLst/>
              <a:ahLst/>
              <a:cxnLst/>
              <a:rect l="l" t="t" r="r" b="b"/>
              <a:pathLst>
                <a:path w="2353310" h="198119">
                  <a:moveTo>
                    <a:pt x="2353310" y="0"/>
                  </a:moveTo>
                  <a:lnTo>
                    <a:pt x="2339340" y="0"/>
                  </a:lnTo>
                  <a:lnTo>
                    <a:pt x="2339340" y="13970"/>
                  </a:lnTo>
                  <a:lnTo>
                    <a:pt x="2339340" y="182880"/>
                  </a:lnTo>
                  <a:lnTo>
                    <a:pt x="13970" y="182880"/>
                  </a:lnTo>
                  <a:lnTo>
                    <a:pt x="13970" y="13970"/>
                  </a:lnTo>
                  <a:lnTo>
                    <a:pt x="2339340" y="13970"/>
                  </a:lnTo>
                  <a:lnTo>
                    <a:pt x="2339340" y="0"/>
                  </a:lnTo>
                  <a:lnTo>
                    <a:pt x="0" y="0"/>
                  </a:lnTo>
                  <a:lnTo>
                    <a:pt x="0" y="13970"/>
                  </a:lnTo>
                  <a:lnTo>
                    <a:pt x="0" y="182880"/>
                  </a:lnTo>
                  <a:lnTo>
                    <a:pt x="0" y="198120"/>
                  </a:lnTo>
                  <a:lnTo>
                    <a:pt x="2353310" y="198120"/>
                  </a:lnTo>
                  <a:lnTo>
                    <a:pt x="2353310" y="182880"/>
                  </a:lnTo>
                  <a:lnTo>
                    <a:pt x="2353310" y="13970"/>
                  </a:lnTo>
                  <a:lnTo>
                    <a:pt x="2353310" y="0"/>
                  </a:lnTo>
                  <a:close/>
                </a:path>
              </a:pathLst>
            </a:custGeom>
            <a:solidFill>
              <a:srgbClr val="2B2B2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1286510" y="2658109"/>
              <a:ext cx="2325370" cy="168910"/>
            </a:xfrm>
            <a:custGeom>
              <a:avLst/>
              <a:gdLst/>
              <a:ahLst/>
              <a:cxnLst/>
              <a:rect l="l" t="t" r="r" b="b"/>
              <a:pathLst>
                <a:path w="2325370" h="168910">
                  <a:moveTo>
                    <a:pt x="2325370" y="0"/>
                  </a:moveTo>
                  <a:lnTo>
                    <a:pt x="2311400" y="0"/>
                  </a:lnTo>
                  <a:lnTo>
                    <a:pt x="2311400" y="13970"/>
                  </a:lnTo>
                  <a:lnTo>
                    <a:pt x="2311400" y="154940"/>
                  </a:lnTo>
                  <a:lnTo>
                    <a:pt x="13970" y="154940"/>
                  </a:lnTo>
                  <a:lnTo>
                    <a:pt x="13970" y="13970"/>
                  </a:lnTo>
                  <a:lnTo>
                    <a:pt x="2311400" y="13970"/>
                  </a:lnTo>
                  <a:lnTo>
                    <a:pt x="2311400" y="0"/>
                  </a:lnTo>
                  <a:lnTo>
                    <a:pt x="0" y="0"/>
                  </a:lnTo>
                  <a:lnTo>
                    <a:pt x="0" y="13970"/>
                  </a:lnTo>
                  <a:lnTo>
                    <a:pt x="0" y="154940"/>
                  </a:lnTo>
                  <a:lnTo>
                    <a:pt x="0" y="168910"/>
                  </a:lnTo>
                  <a:lnTo>
                    <a:pt x="2325370" y="168910"/>
                  </a:lnTo>
                  <a:lnTo>
                    <a:pt x="2325370" y="154940"/>
                  </a:lnTo>
                  <a:lnTo>
                    <a:pt x="2325370" y="13970"/>
                  </a:lnTo>
                  <a:lnTo>
                    <a:pt x="2325370" y="0"/>
                  </a:lnTo>
                  <a:close/>
                </a:path>
              </a:pathLst>
            </a:custGeom>
            <a:solidFill>
              <a:srgbClr val="2C2C2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1300480" y="2672079"/>
              <a:ext cx="2297430" cy="140970"/>
            </a:xfrm>
            <a:custGeom>
              <a:avLst/>
              <a:gdLst/>
              <a:ahLst/>
              <a:cxnLst/>
              <a:rect l="l" t="t" r="r" b="b"/>
              <a:pathLst>
                <a:path w="2297429" h="140969">
                  <a:moveTo>
                    <a:pt x="2297430" y="0"/>
                  </a:moveTo>
                  <a:lnTo>
                    <a:pt x="2283460" y="0"/>
                  </a:lnTo>
                  <a:lnTo>
                    <a:pt x="2283460" y="13970"/>
                  </a:lnTo>
                  <a:lnTo>
                    <a:pt x="2283460" y="127000"/>
                  </a:lnTo>
                  <a:lnTo>
                    <a:pt x="13970" y="127000"/>
                  </a:lnTo>
                  <a:lnTo>
                    <a:pt x="13970" y="13970"/>
                  </a:lnTo>
                  <a:lnTo>
                    <a:pt x="2283460" y="13970"/>
                  </a:lnTo>
                  <a:lnTo>
                    <a:pt x="2283460" y="0"/>
                  </a:lnTo>
                  <a:lnTo>
                    <a:pt x="0" y="0"/>
                  </a:lnTo>
                  <a:lnTo>
                    <a:pt x="0" y="13970"/>
                  </a:lnTo>
                  <a:lnTo>
                    <a:pt x="0" y="127000"/>
                  </a:lnTo>
                  <a:lnTo>
                    <a:pt x="0" y="140970"/>
                  </a:lnTo>
                  <a:lnTo>
                    <a:pt x="2297430" y="140970"/>
                  </a:lnTo>
                  <a:lnTo>
                    <a:pt x="2297430" y="127000"/>
                  </a:lnTo>
                  <a:lnTo>
                    <a:pt x="2297430" y="13970"/>
                  </a:lnTo>
                  <a:lnTo>
                    <a:pt x="2297430" y="0"/>
                  </a:lnTo>
                  <a:close/>
                </a:path>
              </a:pathLst>
            </a:custGeom>
            <a:solidFill>
              <a:srgbClr val="2D2D2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1314450" y="2686049"/>
              <a:ext cx="2269490" cy="113030"/>
            </a:xfrm>
            <a:custGeom>
              <a:avLst/>
              <a:gdLst/>
              <a:ahLst/>
              <a:cxnLst/>
              <a:rect l="l" t="t" r="r" b="b"/>
              <a:pathLst>
                <a:path w="2269490" h="113030">
                  <a:moveTo>
                    <a:pt x="2269490" y="0"/>
                  </a:moveTo>
                  <a:lnTo>
                    <a:pt x="2255520" y="0"/>
                  </a:lnTo>
                  <a:lnTo>
                    <a:pt x="2255520" y="15240"/>
                  </a:lnTo>
                  <a:lnTo>
                    <a:pt x="2255520" y="99060"/>
                  </a:lnTo>
                  <a:lnTo>
                    <a:pt x="13970" y="99060"/>
                  </a:lnTo>
                  <a:lnTo>
                    <a:pt x="13970" y="15240"/>
                  </a:lnTo>
                  <a:lnTo>
                    <a:pt x="2255520" y="15240"/>
                  </a:lnTo>
                  <a:lnTo>
                    <a:pt x="2255520" y="0"/>
                  </a:lnTo>
                  <a:lnTo>
                    <a:pt x="0" y="0"/>
                  </a:lnTo>
                  <a:lnTo>
                    <a:pt x="0" y="15240"/>
                  </a:lnTo>
                  <a:lnTo>
                    <a:pt x="0" y="99060"/>
                  </a:lnTo>
                  <a:lnTo>
                    <a:pt x="0" y="113030"/>
                  </a:lnTo>
                  <a:lnTo>
                    <a:pt x="2269490" y="113030"/>
                  </a:lnTo>
                  <a:lnTo>
                    <a:pt x="2269490" y="99060"/>
                  </a:lnTo>
                  <a:lnTo>
                    <a:pt x="2269490" y="15240"/>
                  </a:lnTo>
                  <a:lnTo>
                    <a:pt x="2269490" y="0"/>
                  </a:lnTo>
                  <a:close/>
                </a:path>
              </a:pathLst>
            </a:custGeom>
            <a:solidFill>
              <a:srgbClr val="2E2E2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1328420" y="2701289"/>
              <a:ext cx="2241550" cy="83820"/>
            </a:xfrm>
            <a:custGeom>
              <a:avLst/>
              <a:gdLst/>
              <a:ahLst/>
              <a:cxnLst/>
              <a:rect l="l" t="t" r="r" b="b"/>
              <a:pathLst>
                <a:path w="2241550" h="83819">
                  <a:moveTo>
                    <a:pt x="2241550" y="0"/>
                  </a:moveTo>
                  <a:lnTo>
                    <a:pt x="2226310" y="0"/>
                  </a:lnTo>
                  <a:lnTo>
                    <a:pt x="2226310" y="13970"/>
                  </a:lnTo>
                  <a:lnTo>
                    <a:pt x="2226310" y="69850"/>
                  </a:lnTo>
                  <a:lnTo>
                    <a:pt x="15240" y="69850"/>
                  </a:lnTo>
                  <a:lnTo>
                    <a:pt x="15240" y="13970"/>
                  </a:lnTo>
                  <a:lnTo>
                    <a:pt x="2226310" y="13970"/>
                  </a:lnTo>
                  <a:lnTo>
                    <a:pt x="2226310" y="0"/>
                  </a:lnTo>
                  <a:lnTo>
                    <a:pt x="0" y="0"/>
                  </a:lnTo>
                  <a:lnTo>
                    <a:pt x="0" y="13970"/>
                  </a:lnTo>
                  <a:lnTo>
                    <a:pt x="0" y="69850"/>
                  </a:lnTo>
                  <a:lnTo>
                    <a:pt x="0" y="83820"/>
                  </a:lnTo>
                  <a:lnTo>
                    <a:pt x="2241550" y="83820"/>
                  </a:lnTo>
                  <a:lnTo>
                    <a:pt x="2241550" y="69850"/>
                  </a:lnTo>
                  <a:lnTo>
                    <a:pt x="2241550" y="13970"/>
                  </a:lnTo>
                  <a:lnTo>
                    <a:pt x="2241550" y="0"/>
                  </a:lnTo>
                  <a:close/>
                </a:path>
              </a:pathLst>
            </a:custGeom>
            <a:solidFill>
              <a:srgbClr val="2F2F2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1343660" y="2715259"/>
              <a:ext cx="2211070" cy="55880"/>
            </a:xfrm>
            <a:custGeom>
              <a:avLst/>
              <a:gdLst/>
              <a:ahLst/>
              <a:cxnLst/>
              <a:rect l="l" t="t" r="r" b="b"/>
              <a:pathLst>
                <a:path w="2211070" h="55880">
                  <a:moveTo>
                    <a:pt x="2211070" y="0"/>
                  </a:moveTo>
                  <a:lnTo>
                    <a:pt x="2197100" y="0"/>
                  </a:lnTo>
                  <a:lnTo>
                    <a:pt x="2197100" y="13970"/>
                  </a:lnTo>
                  <a:lnTo>
                    <a:pt x="2197100" y="41910"/>
                  </a:lnTo>
                  <a:lnTo>
                    <a:pt x="13970" y="41910"/>
                  </a:lnTo>
                  <a:lnTo>
                    <a:pt x="13970" y="13970"/>
                  </a:lnTo>
                  <a:lnTo>
                    <a:pt x="2197100" y="13970"/>
                  </a:lnTo>
                  <a:lnTo>
                    <a:pt x="2197100" y="0"/>
                  </a:lnTo>
                  <a:lnTo>
                    <a:pt x="0" y="0"/>
                  </a:lnTo>
                  <a:lnTo>
                    <a:pt x="0" y="13970"/>
                  </a:lnTo>
                  <a:lnTo>
                    <a:pt x="0" y="41910"/>
                  </a:lnTo>
                  <a:lnTo>
                    <a:pt x="0" y="55880"/>
                  </a:lnTo>
                  <a:lnTo>
                    <a:pt x="2211070" y="55880"/>
                  </a:lnTo>
                  <a:lnTo>
                    <a:pt x="2211070" y="41910"/>
                  </a:lnTo>
                  <a:lnTo>
                    <a:pt x="2211070" y="13970"/>
                  </a:lnTo>
                  <a:lnTo>
                    <a:pt x="2211070" y="0"/>
                  </a:lnTo>
                  <a:close/>
                </a:path>
              </a:pathLst>
            </a:custGeom>
            <a:solidFill>
              <a:srgbClr val="30303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1357629" y="2729230"/>
              <a:ext cx="2183130" cy="27940"/>
            </a:xfrm>
            <a:custGeom>
              <a:avLst/>
              <a:gdLst/>
              <a:ahLst/>
              <a:cxnLst/>
              <a:rect l="l" t="t" r="r" b="b"/>
              <a:pathLst>
                <a:path w="2183129" h="27939">
                  <a:moveTo>
                    <a:pt x="2183130" y="0"/>
                  </a:moveTo>
                  <a:lnTo>
                    <a:pt x="0" y="0"/>
                  </a:lnTo>
                  <a:lnTo>
                    <a:pt x="0" y="27940"/>
                  </a:lnTo>
                  <a:lnTo>
                    <a:pt x="2183130" y="27940"/>
                  </a:lnTo>
                  <a:lnTo>
                    <a:pt x="2183130" y="0"/>
                  </a:lnTo>
                  <a:close/>
                </a:path>
              </a:pathLst>
            </a:custGeom>
            <a:solidFill>
              <a:srgbClr val="33333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990600" y="2362200"/>
              <a:ext cx="2917190" cy="762000"/>
            </a:xfrm>
            <a:custGeom>
              <a:avLst/>
              <a:gdLst/>
              <a:ahLst/>
              <a:cxnLst/>
              <a:rect l="l" t="t" r="r" b="b"/>
              <a:pathLst>
                <a:path w="2917190" h="762000">
                  <a:moveTo>
                    <a:pt x="1457960" y="762000"/>
                  </a:moveTo>
                  <a:lnTo>
                    <a:pt x="0" y="762000"/>
                  </a:lnTo>
                  <a:lnTo>
                    <a:pt x="0" y="0"/>
                  </a:lnTo>
                  <a:lnTo>
                    <a:pt x="2917190" y="0"/>
                  </a:lnTo>
                  <a:lnTo>
                    <a:pt x="2917190" y="762000"/>
                  </a:lnTo>
                  <a:lnTo>
                    <a:pt x="1457960" y="762000"/>
                  </a:lnTo>
                  <a:close/>
                </a:path>
              </a:pathLst>
            </a:custGeom>
            <a:ln w="93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1294130" y="1676399"/>
              <a:ext cx="763270" cy="685800"/>
            </a:xfrm>
            <a:custGeom>
              <a:avLst/>
              <a:gdLst/>
              <a:ahLst/>
              <a:cxnLst/>
              <a:rect l="l" t="t" r="r" b="b"/>
              <a:pathLst>
                <a:path w="763269" h="685800">
                  <a:moveTo>
                    <a:pt x="763270" y="0"/>
                  </a:moveTo>
                  <a:lnTo>
                    <a:pt x="759460" y="0"/>
                  </a:lnTo>
                  <a:lnTo>
                    <a:pt x="759460" y="2540"/>
                  </a:lnTo>
                  <a:lnTo>
                    <a:pt x="759460" y="681990"/>
                  </a:lnTo>
                  <a:lnTo>
                    <a:pt x="3810" y="681990"/>
                  </a:lnTo>
                  <a:lnTo>
                    <a:pt x="3810" y="2540"/>
                  </a:lnTo>
                  <a:lnTo>
                    <a:pt x="759460" y="2540"/>
                  </a:lnTo>
                  <a:lnTo>
                    <a:pt x="75946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681990"/>
                  </a:lnTo>
                  <a:lnTo>
                    <a:pt x="0" y="685800"/>
                  </a:lnTo>
                  <a:lnTo>
                    <a:pt x="763270" y="685800"/>
                  </a:lnTo>
                  <a:lnTo>
                    <a:pt x="763270" y="681990"/>
                  </a:lnTo>
                  <a:lnTo>
                    <a:pt x="763270" y="2540"/>
                  </a:lnTo>
                  <a:lnTo>
                    <a:pt x="763270" y="0"/>
                  </a:lnTo>
                  <a:close/>
                </a:path>
              </a:pathLst>
            </a:custGeom>
            <a:solidFill>
              <a:srgbClr val="752E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1297940" y="1678939"/>
              <a:ext cx="755650" cy="679450"/>
            </a:xfrm>
            <a:custGeom>
              <a:avLst/>
              <a:gdLst/>
              <a:ahLst/>
              <a:cxnLst/>
              <a:rect l="l" t="t" r="r" b="b"/>
              <a:pathLst>
                <a:path w="755650" h="679450">
                  <a:moveTo>
                    <a:pt x="755650" y="0"/>
                  </a:moveTo>
                  <a:lnTo>
                    <a:pt x="751840" y="0"/>
                  </a:lnTo>
                  <a:lnTo>
                    <a:pt x="751840" y="3810"/>
                  </a:lnTo>
                  <a:lnTo>
                    <a:pt x="751840" y="675640"/>
                  </a:lnTo>
                  <a:lnTo>
                    <a:pt x="3810" y="675640"/>
                  </a:lnTo>
                  <a:lnTo>
                    <a:pt x="3810" y="3810"/>
                  </a:lnTo>
                  <a:lnTo>
                    <a:pt x="751840" y="3810"/>
                  </a:lnTo>
                  <a:lnTo>
                    <a:pt x="75184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75640"/>
                  </a:lnTo>
                  <a:lnTo>
                    <a:pt x="0" y="679450"/>
                  </a:lnTo>
                  <a:lnTo>
                    <a:pt x="755650" y="679450"/>
                  </a:lnTo>
                  <a:lnTo>
                    <a:pt x="755650" y="675640"/>
                  </a:lnTo>
                  <a:lnTo>
                    <a:pt x="755650" y="3810"/>
                  </a:lnTo>
                  <a:lnTo>
                    <a:pt x="755650" y="0"/>
                  </a:lnTo>
                  <a:close/>
                </a:path>
              </a:pathLst>
            </a:custGeom>
            <a:solidFill>
              <a:srgbClr val="762E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1301750" y="1682749"/>
              <a:ext cx="748030" cy="671830"/>
            </a:xfrm>
            <a:custGeom>
              <a:avLst/>
              <a:gdLst/>
              <a:ahLst/>
              <a:cxnLst/>
              <a:rect l="l" t="t" r="r" b="b"/>
              <a:pathLst>
                <a:path w="748030" h="671830">
                  <a:moveTo>
                    <a:pt x="748030" y="0"/>
                  </a:moveTo>
                  <a:lnTo>
                    <a:pt x="744220" y="0"/>
                  </a:lnTo>
                  <a:lnTo>
                    <a:pt x="744220" y="3810"/>
                  </a:lnTo>
                  <a:lnTo>
                    <a:pt x="744220" y="668020"/>
                  </a:lnTo>
                  <a:lnTo>
                    <a:pt x="3810" y="668020"/>
                  </a:lnTo>
                  <a:lnTo>
                    <a:pt x="3810" y="3810"/>
                  </a:lnTo>
                  <a:lnTo>
                    <a:pt x="744220" y="3810"/>
                  </a:lnTo>
                  <a:lnTo>
                    <a:pt x="74422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68020"/>
                  </a:lnTo>
                  <a:lnTo>
                    <a:pt x="0" y="671830"/>
                  </a:lnTo>
                  <a:lnTo>
                    <a:pt x="748030" y="671830"/>
                  </a:lnTo>
                  <a:lnTo>
                    <a:pt x="748030" y="668020"/>
                  </a:lnTo>
                  <a:lnTo>
                    <a:pt x="748030" y="3810"/>
                  </a:lnTo>
                  <a:lnTo>
                    <a:pt x="748030" y="0"/>
                  </a:lnTo>
                  <a:close/>
                </a:path>
              </a:pathLst>
            </a:custGeom>
            <a:solidFill>
              <a:srgbClr val="772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1305560" y="1686559"/>
              <a:ext cx="740410" cy="664210"/>
            </a:xfrm>
            <a:custGeom>
              <a:avLst/>
              <a:gdLst/>
              <a:ahLst/>
              <a:cxnLst/>
              <a:rect l="l" t="t" r="r" b="b"/>
              <a:pathLst>
                <a:path w="740410" h="664210">
                  <a:moveTo>
                    <a:pt x="740410" y="0"/>
                  </a:moveTo>
                  <a:lnTo>
                    <a:pt x="736600" y="0"/>
                  </a:lnTo>
                  <a:lnTo>
                    <a:pt x="736600" y="3810"/>
                  </a:lnTo>
                  <a:lnTo>
                    <a:pt x="736600" y="660400"/>
                  </a:lnTo>
                  <a:lnTo>
                    <a:pt x="3810" y="660400"/>
                  </a:lnTo>
                  <a:lnTo>
                    <a:pt x="3810" y="3810"/>
                  </a:lnTo>
                  <a:lnTo>
                    <a:pt x="736600" y="3810"/>
                  </a:lnTo>
                  <a:lnTo>
                    <a:pt x="73660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60400"/>
                  </a:lnTo>
                  <a:lnTo>
                    <a:pt x="0" y="664210"/>
                  </a:lnTo>
                  <a:lnTo>
                    <a:pt x="740410" y="664210"/>
                  </a:lnTo>
                  <a:lnTo>
                    <a:pt x="740410" y="660400"/>
                  </a:lnTo>
                  <a:lnTo>
                    <a:pt x="740410" y="3810"/>
                  </a:lnTo>
                  <a:lnTo>
                    <a:pt x="740410" y="0"/>
                  </a:lnTo>
                  <a:close/>
                </a:path>
              </a:pathLst>
            </a:custGeom>
            <a:solidFill>
              <a:srgbClr val="792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1309370" y="1690369"/>
              <a:ext cx="732790" cy="656590"/>
            </a:xfrm>
            <a:custGeom>
              <a:avLst/>
              <a:gdLst/>
              <a:ahLst/>
              <a:cxnLst/>
              <a:rect l="l" t="t" r="r" b="b"/>
              <a:pathLst>
                <a:path w="732789" h="656589">
                  <a:moveTo>
                    <a:pt x="732790" y="0"/>
                  </a:moveTo>
                  <a:lnTo>
                    <a:pt x="730250" y="0"/>
                  </a:lnTo>
                  <a:lnTo>
                    <a:pt x="730250" y="3810"/>
                  </a:lnTo>
                  <a:lnTo>
                    <a:pt x="730250" y="654050"/>
                  </a:lnTo>
                  <a:lnTo>
                    <a:pt x="3810" y="654050"/>
                  </a:lnTo>
                  <a:lnTo>
                    <a:pt x="3810" y="3810"/>
                  </a:lnTo>
                  <a:lnTo>
                    <a:pt x="730250" y="3810"/>
                  </a:lnTo>
                  <a:lnTo>
                    <a:pt x="73025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54050"/>
                  </a:lnTo>
                  <a:lnTo>
                    <a:pt x="0" y="656590"/>
                  </a:lnTo>
                  <a:lnTo>
                    <a:pt x="732790" y="656590"/>
                  </a:lnTo>
                  <a:lnTo>
                    <a:pt x="732790" y="654050"/>
                  </a:lnTo>
                  <a:lnTo>
                    <a:pt x="732790" y="3810"/>
                  </a:lnTo>
                  <a:lnTo>
                    <a:pt x="732790" y="0"/>
                  </a:lnTo>
                  <a:close/>
                </a:path>
              </a:pathLst>
            </a:custGeom>
            <a:solidFill>
              <a:srgbClr val="7A3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1313180" y="1694179"/>
              <a:ext cx="726440" cy="650240"/>
            </a:xfrm>
            <a:custGeom>
              <a:avLst/>
              <a:gdLst/>
              <a:ahLst/>
              <a:cxnLst/>
              <a:rect l="l" t="t" r="r" b="b"/>
              <a:pathLst>
                <a:path w="726439" h="650239">
                  <a:moveTo>
                    <a:pt x="726440" y="0"/>
                  </a:moveTo>
                  <a:lnTo>
                    <a:pt x="722630" y="0"/>
                  </a:lnTo>
                  <a:lnTo>
                    <a:pt x="722630" y="3810"/>
                  </a:lnTo>
                  <a:lnTo>
                    <a:pt x="722630" y="646430"/>
                  </a:lnTo>
                  <a:lnTo>
                    <a:pt x="2540" y="646430"/>
                  </a:lnTo>
                  <a:lnTo>
                    <a:pt x="2540" y="3810"/>
                  </a:lnTo>
                  <a:lnTo>
                    <a:pt x="722630" y="3810"/>
                  </a:lnTo>
                  <a:lnTo>
                    <a:pt x="72263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46430"/>
                  </a:lnTo>
                  <a:lnTo>
                    <a:pt x="0" y="650240"/>
                  </a:lnTo>
                  <a:lnTo>
                    <a:pt x="726440" y="650240"/>
                  </a:lnTo>
                  <a:lnTo>
                    <a:pt x="726440" y="646430"/>
                  </a:lnTo>
                  <a:lnTo>
                    <a:pt x="726440" y="3810"/>
                  </a:lnTo>
                  <a:lnTo>
                    <a:pt x="726440" y="0"/>
                  </a:lnTo>
                  <a:close/>
                </a:path>
              </a:pathLst>
            </a:custGeom>
            <a:solidFill>
              <a:srgbClr val="7C3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1315720" y="1697989"/>
              <a:ext cx="720090" cy="642620"/>
            </a:xfrm>
            <a:custGeom>
              <a:avLst/>
              <a:gdLst/>
              <a:ahLst/>
              <a:cxnLst/>
              <a:rect l="l" t="t" r="r" b="b"/>
              <a:pathLst>
                <a:path w="720089" h="642619">
                  <a:moveTo>
                    <a:pt x="720090" y="0"/>
                  </a:moveTo>
                  <a:lnTo>
                    <a:pt x="716280" y="0"/>
                  </a:lnTo>
                  <a:lnTo>
                    <a:pt x="716280" y="2540"/>
                  </a:lnTo>
                  <a:lnTo>
                    <a:pt x="716280" y="638810"/>
                  </a:lnTo>
                  <a:lnTo>
                    <a:pt x="3810" y="638810"/>
                  </a:lnTo>
                  <a:lnTo>
                    <a:pt x="3810" y="2540"/>
                  </a:lnTo>
                  <a:lnTo>
                    <a:pt x="716280" y="2540"/>
                  </a:lnTo>
                  <a:lnTo>
                    <a:pt x="71628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638810"/>
                  </a:lnTo>
                  <a:lnTo>
                    <a:pt x="0" y="642620"/>
                  </a:lnTo>
                  <a:lnTo>
                    <a:pt x="720090" y="642620"/>
                  </a:lnTo>
                  <a:lnTo>
                    <a:pt x="720090" y="638810"/>
                  </a:lnTo>
                  <a:lnTo>
                    <a:pt x="720090" y="2540"/>
                  </a:lnTo>
                  <a:lnTo>
                    <a:pt x="720090" y="0"/>
                  </a:lnTo>
                  <a:close/>
                </a:path>
              </a:pathLst>
            </a:custGeom>
            <a:solidFill>
              <a:srgbClr val="7D3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1319530" y="1700529"/>
              <a:ext cx="712470" cy="636270"/>
            </a:xfrm>
            <a:custGeom>
              <a:avLst/>
              <a:gdLst/>
              <a:ahLst/>
              <a:cxnLst/>
              <a:rect l="l" t="t" r="r" b="b"/>
              <a:pathLst>
                <a:path w="712469" h="636269">
                  <a:moveTo>
                    <a:pt x="712470" y="0"/>
                  </a:moveTo>
                  <a:lnTo>
                    <a:pt x="708660" y="0"/>
                  </a:lnTo>
                  <a:lnTo>
                    <a:pt x="708660" y="3810"/>
                  </a:lnTo>
                  <a:lnTo>
                    <a:pt x="708660" y="632460"/>
                  </a:lnTo>
                  <a:lnTo>
                    <a:pt x="3810" y="632460"/>
                  </a:lnTo>
                  <a:lnTo>
                    <a:pt x="3810" y="3810"/>
                  </a:lnTo>
                  <a:lnTo>
                    <a:pt x="708660" y="3810"/>
                  </a:lnTo>
                  <a:lnTo>
                    <a:pt x="70866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32460"/>
                  </a:lnTo>
                  <a:lnTo>
                    <a:pt x="0" y="636270"/>
                  </a:lnTo>
                  <a:lnTo>
                    <a:pt x="712470" y="636270"/>
                  </a:lnTo>
                  <a:lnTo>
                    <a:pt x="712470" y="632460"/>
                  </a:lnTo>
                  <a:lnTo>
                    <a:pt x="712470" y="3810"/>
                  </a:lnTo>
                  <a:lnTo>
                    <a:pt x="712470" y="0"/>
                  </a:lnTo>
                  <a:close/>
                </a:path>
              </a:pathLst>
            </a:custGeom>
            <a:solidFill>
              <a:srgbClr val="7F3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1323340" y="1704339"/>
              <a:ext cx="704850" cy="628650"/>
            </a:xfrm>
            <a:custGeom>
              <a:avLst/>
              <a:gdLst/>
              <a:ahLst/>
              <a:cxnLst/>
              <a:rect l="l" t="t" r="r" b="b"/>
              <a:pathLst>
                <a:path w="704850" h="628650">
                  <a:moveTo>
                    <a:pt x="704850" y="0"/>
                  </a:moveTo>
                  <a:lnTo>
                    <a:pt x="701040" y="0"/>
                  </a:lnTo>
                  <a:lnTo>
                    <a:pt x="701040" y="3810"/>
                  </a:lnTo>
                  <a:lnTo>
                    <a:pt x="701040" y="624840"/>
                  </a:lnTo>
                  <a:lnTo>
                    <a:pt x="3810" y="624840"/>
                  </a:lnTo>
                  <a:lnTo>
                    <a:pt x="3810" y="3810"/>
                  </a:lnTo>
                  <a:lnTo>
                    <a:pt x="701040" y="3810"/>
                  </a:lnTo>
                  <a:lnTo>
                    <a:pt x="70104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24840"/>
                  </a:lnTo>
                  <a:lnTo>
                    <a:pt x="0" y="628650"/>
                  </a:lnTo>
                  <a:lnTo>
                    <a:pt x="704850" y="628650"/>
                  </a:lnTo>
                  <a:lnTo>
                    <a:pt x="704850" y="624840"/>
                  </a:lnTo>
                  <a:lnTo>
                    <a:pt x="704850" y="3810"/>
                  </a:lnTo>
                  <a:lnTo>
                    <a:pt x="704850" y="0"/>
                  </a:lnTo>
                  <a:close/>
                </a:path>
              </a:pathLst>
            </a:custGeom>
            <a:solidFill>
              <a:srgbClr val="803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1327150" y="1708149"/>
              <a:ext cx="697230" cy="621030"/>
            </a:xfrm>
            <a:custGeom>
              <a:avLst/>
              <a:gdLst/>
              <a:ahLst/>
              <a:cxnLst/>
              <a:rect l="l" t="t" r="r" b="b"/>
              <a:pathLst>
                <a:path w="697230" h="621030">
                  <a:moveTo>
                    <a:pt x="697230" y="0"/>
                  </a:moveTo>
                  <a:lnTo>
                    <a:pt x="693420" y="0"/>
                  </a:lnTo>
                  <a:lnTo>
                    <a:pt x="693420" y="3810"/>
                  </a:lnTo>
                  <a:lnTo>
                    <a:pt x="693420" y="617220"/>
                  </a:lnTo>
                  <a:lnTo>
                    <a:pt x="3810" y="617220"/>
                  </a:lnTo>
                  <a:lnTo>
                    <a:pt x="3810" y="3810"/>
                  </a:lnTo>
                  <a:lnTo>
                    <a:pt x="693420" y="3810"/>
                  </a:lnTo>
                  <a:lnTo>
                    <a:pt x="69342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17220"/>
                  </a:lnTo>
                  <a:lnTo>
                    <a:pt x="0" y="621030"/>
                  </a:lnTo>
                  <a:lnTo>
                    <a:pt x="697230" y="621030"/>
                  </a:lnTo>
                  <a:lnTo>
                    <a:pt x="697230" y="617220"/>
                  </a:lnTo>
                  <a:lnTo>
                    <a:pt x="697230" y="3810"/>
                  </a:lnTo>
                  <a:lnTo>
                    <a:pt x="697230" y="0"/>
                  </a:lnTo>
                  <a:close/>
                </a:path>
              </a:pathLst>
            </a:custGeom>
            <a:solidFill>
              <a:srgbClr val="813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1330960" y="1711959"/>
              <a:ext cx="689610" cy="613410"/>
            </a:xfrm>
            <a:custGeom>
              <a:avLst/>
              <a:gdLst/>
              <a:ahLst/>
              <a:cxnLst/>
              <a:rect l="l" t="t" r="r" b="b"/>
              <a:pathLst>
                <a:path w="689610" h="613410">
                  <a:moveTo>
                    <a:pt x="689610" y="0"/>
                  </a:moveTo>
                  <a:lnTo>
                    <a:pt x="687070" y="0"/>
                  </a:lnTo>
                  <a:lnTo>
                    <a:pt x="687070" y="3810"/>
                  </a:lnTo>
                  <a:lnTo>
                    <a:pt x="687070" y="610870"/>
                  </a:lnTo>
                  <a:lnTo>
                    <a:pt x="3810" y="610870"/>
                  </a:lnTo>
                  <a:lnTo>
                    <a:pt x="3810" y="3810"/>
                  </a:lnTo>
                  <a:lnTo>
                    <a:pt x="687070" y="3810"/>
                  </a:lnTo>
                  <a:lnTo>
                    <a:pt x="68707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10870"/>
                  </a:lnTo>
                  <a:lnTo>
                    <a:pt x="0" y="613410"/>
                  </a:lnTo>
                  <a:lnTo>
                    <a:pt x="689610" y="613410"/>
                  </a:lnTo>
                  <a:lnTo>
                    <a:pt x="689610" y="610870"/>
                  </a:lnTo>
                  <a:lnTo>
                    <a:pt x="689610" y="3810"/>
                  </a:lnTo>
                  <a:lnTo>
                    <a:pt x="689610" y="0"/>
                  </a:lnTo>
                  <a:close/>
                </a:path>
              </a:pathLst>
            </a:custGeom>
            <a:solidFill>
              <a:srgbClr val="833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1334770" y="1715769"/>
              <a:ext cx="683260" cy="607060"/>
            </a:xfrm>
            <a:custGeom>
              <a:avLst/>
              <a:gdLst/>
              <a:ahLst/>
              <a:cxnLst/>
              <a:rect l="l" t="t" r="r" b="b"/>
              <a:pathLst>
                <a:path w="683260" h="607060">
                  <a:moveTo>
                    <a:pt x="683260" y="0"/>
                  </a:moveTo>
                  <a:lnTo>
                    <a:pt x="679450" y="0"/>
                  </a:lnTo>
                  <a:lnTo>
                    <a:pt x="679450" y="3810"/>
                  </a:lnTo>
                  <a:lnTo>
                    <a:pt x="679450" y="603250"/>
                  </a:lnTo>
                  <a:lnTo>
                    <a:pt x="2540" y="603250"/>
                  </a:lnTo>
                  <a:lnTo>
                    <a:pt x="2540" y="3810"/>
                  </a:lnTo>
                  <a:lnTo>
                    <a:pt x="679450" y="3810"/>
                  </a:lnTo>
                  <a:lnTo>
                    <a:pt x="67945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03250"/>
                  </a:lnTo>
                  <a:lnTo>
                    <a:pt x="0" y="607060"/>
                  </a:lnTo>
                  <a:lnTo>
                    <a:pt x="683260" y="607060"/>
                  </a:lnTo>
                  <a:lnTo>
                    <a:pt x="683260" y="603250"/>
                  </a:lnTo>
                  <a:lnTo>
                    <a:pt x="683260" y="3810"/>
                  </a:lnTo>
                  <a:lnTo>
                    <a:pt x="683260" y="0"/>
                  </a:lnTo>
                  <a:close/>
                </a:path>
              </a:pathLst>
            </a:custGeom>
            <a:solidFill>
              <a:srgbClr val="843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1337310" y="1719579"/>
              <a:ext cx="676910" cy="599440"/>
            </a:xfrm>
            <a:custGeom>
              <a:avLst/>
              <a:gdLst/>
              <a:ahLst/>
              <a:cxnLst/>
              <a:rect l="l" t="t" r="r" b="b"/>
              <a:pathLst>
                <a:path w="676910" h="599439">
                  <a:moveTo>
                    <a:pt x="676910" y="0"/>
                  </a:moveTo>
                  <a:lnTo>
                    <a:pt x="673100" y="0"/>
                  </a:lnTo>
                  <a:lnTo>
                    <a:pt x="673100" y="2540"/>
                  </a:lnTo>
                  <a:lnTo>
                    <a:pt x="673100" y="595630"/>
                  </a:lnTo>
                  <a:lnTo>
                    <a:pt x="3810" y="595630"/>
                  </a:lnTo>
                  <a:lnTo>
                    <a:pt x="3810" y="2540"/>
                  </a:lnTo>
                  <a:lnTo>
                    <a:pt x="673100" y="2540"/>
                  </a:lnTo>
                  <a:lnTo>
                    <a:pt x="67310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595630"/>
                  </a:lnTo>
                  <a:lnTo>
                    <a:pt x="0" y="599440"/>
                  </a:lnTo>
                  <a:lnTo>
                    <a:pt x="676910" y="599440"/>
                  </a:lnTo>
                  <a:lnTo>
                    <a:pt x="676910" y="595630"/>
                  </a:lnTo>
                  <a:lnTo>
                    <a:pt x="676910" y="2540"/>
                  </a:lnTo>
                  <a:lnTo>
                    <a:pt x="676910" y="0"/>
                  </a:lnTo>
                  <a:close/>
                </a:path>
              </a:pathLst>
            </a:custGeom>
            <a:solidFill>
              <a:srgbClr val="863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1341120" y="1722119"/>
              <a:ext cx="669290" cy="593090"/>
            </a:xfrm>
            <a:custGeom>
              <a:avLst/>
              <a:gdLst/>
              <a:ahLst/>
              <a:cxnLst/>
              <a:rect l="l" t="t" r="r" b="b"/>
              <a:pathLst>
                <a:path w="669289" h="593089">
                  <a:moveTo>
                    <a:pt x="669290" y="0"/>
                  </a:moveTo>
                  <a:lnTo>
                    <a:pt x="665480" y="0"/>
                  </a:lnTo>
                  <a:lnTo>
                    <a:pt x="665480" y="3810"/>
                  </a:lnTo>
                  <a:lnTo>
                    <a:pt x="665480" y="589280"/>
                  </a:lnTo>
                  <a:lnTo>
                    <a:pt x="3810" y="589280"/>
                  </a:lnTo>
                  <a:lnTo>
                    <a:pt x="3810" y="3810"/>
                  </a:lnTo>
                  <a:lnTo>
                    <a:pt x="665480" y="3810"/>
                  </a:lnTo>
                  <a:lnTo>
                    <a:pt x="66548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89280"/>
                  </a:lnTo>
                  <a:lnTo>
                    <a:pt x="0" y="593090"/>
                  </a:lnTo>
                  <a:lnTo>
                    <a:pt x="669290" y="593090"/>
                  </a:lnTo>
                  <a:lnTo>
                    <a:pt x="669290" y="589280"/>
                  </a:lnTo>
                  <a:lnTo>
                    <a:pt x="669290" y="3810"/>
                  </a:lnTo>
                  <a:lnTo>
                    <a:pt x="669290" y="0"/>
                  </a:lnTo>
                  <a:close/>
                </a:path>
              </a:pathLst>
            </a:custGeom>
            <a:solidFill>
              <a:srgbClr val="8735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1344930" y="1725929"/>
              <a:ext cx="661670" cy="585470"/>
            </a:xfrm>
            <a:custGeom>
              <a:avLst/>
              <a:gdLst/>
              <a:ahLst/>
              <a:cxnLst/>
              <a:rect l="l" t="t" r="r" b="b"/>
              <a:pathLst>
                <a:path w="661669" h="585469">
                  <a:moveTo>
                    <a:pt x="661670" y="0"/>
                  </a:moveTo>
                  <a:lnTo>
                    <a:pt x="657860" y="0"/>
                  </a:lnTo>
                  <a:lnTo>
                    <a:pt x="657860" y="3810"/>
                  </a:lnTo>
                  <a:lnTo>
                    <a:pt x="657860" y="581660"/>
                  </a:lnTo>
                  <a:lnTo>
                    <a:pt x="3810" y="581660"/>
                  </a:lnTo>
                  <a:lnTo>
                    <a:pt x="3810" y="3810"/>
                  </a:lnTo>
                  <a:lnTo>
                    <a:pt x="657860" y="3810"/>
                  </a:lnTo>
                  <a:lnTo>
                    <a:pt x="65786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81660"/>
                  </a:lnTo>
                  <a:lnTo>
                    <a:pt x="0" y="585470"/>
                  </a:lnTo>
                  <a:lnTo>
                    <a:pt x="661670" y="585470"/>
                  </a:lnTo>
                  <a:lnTo>
                    <a:pt x="661670" y="581660"/>
                  </a:lnTo>
                  <a:lnTo>
                    <a:pt x="661670" y="3810"/>
                  </a:lnTo>
                  <a:lnTo>
                    <a:pt x="661670" y="0"/>
                  </a:lnTo>
                  <a:close/>
                </a:path>
              </a:pathLst>
            </a:custGeom>
            <a:solidFill>
              <a:srgbClr val="8936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1348740" y="1729739"/>
              <a:ext cx="654050" cy="577850"/>
            </a:xfrm>
            <a:custGeom>
              <a:avLst/>
              <a:gdLst/>
              <a:ahLst/>
              <a:cxnLst/>
              <a:rect l="l" t="t" r="r" b="b"/>
              <a:pathLst>
                <a:path w="654050" h="577850">
                  <a:moveTo>
                    <a:pt x="654050" y="0"/>
                  </a:moveTo>
                  <a:lnTo>
                    <a:pt x="650240" y="0"/>
                  </a:lnTo>
                  <a:lnTo>
                    <a:pt x="650240" y="3810"/>
                  </a:lnTo>
                  <a:lnTo>
                    <a:pt x="650240" y="574040"/>
                  </a:lnTo>
                  <a:lnTo>
                    <a:pt x="3810" y="574040"/>
                  </a:lnTo>
                  <a:lnTo>
                    <a:pt x="3810" y="3810"/>
                  </a:lnTo>
                  <a:lnTo>
                    <a:pt x="650240" y="3810"/>
                  </a:lnTo>
                  <a:lnTo>
                    <a:pt x="65024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74040"/>
                  </a:lnTo>
                  <a:lnTo>
                    <a:pt x="0" y="577850"/>
                  </a:lnTo>
                  <a:lnTo>
                    <a:pt x="654050" y="577850"/>
                  </a:lnTo>
                  <a:lnTo>
                    <a:pt x="654050" y="574040"/>
                  </a:lnTo>
                  <a:lnTo>
                    <a:pt x="654050" y="3810"/>
                  </a:lnTo>
                  <a:lnTo>
                    <a:pt x="654050" y="0"/>
                  </a:lnTo>
                  <a:close/>
                </a:path>
              </a:pathLst>
            </a:custGeom>
            <a:solidFill>
              <a:srgbClr val="8A36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1352550" y="1733549"/>
              <a:ext cx="646430" cy="570230"/>
            </a:xfrm>
            <a:custGeom>
              <a:avLst/>
              <a:gdLst/>
              <a:ahLst/>
              <a:cxnLst/>
              <a:rect l="l" t="t" r="r" b="b"/>
              <a:pathLst>
                <a:path w="646430" h="570230">
                  <a:moveTo>
                    <a:pt x="646430" y="0"/>
                  </a:moveTo>
                  <a:lnTo>
                    <a:pt x="643890" y="0"/>
                  </a:lnTo>
                  <a:lnTo>
                    <a:pt x="643890" y="3810"/>
                  </a:lnTo>
                  <a:lnTo>
                    <a:pt x="643890" y="567690"/>
                  </a:lnTo>
                  <a:lnTo>
                    <a:pt x="3810" y="567690"/>
                  </a:lnTo>
                  <a:lnTo>
                    <a:pt x="3810" y="3810"/>
                  </a:lnTo>
                  <a:lnTo>
                    <a:pt x="643890" y="3810"/>
                  </a:lnTo>
                  <a:lnTo>
                    <a:pt x="64389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67690"/>
                  </a:lnTo>
                  <a:lnTo>
                    <a:pt x="0" y="570230"/>
                  </a:lnTo>
                  <a:lnTo>
                    <a:pt x="646430" y="570230"/>
                  </a:lnTo>
                  <a:lnTo>
                    <a:pt x="646430" y="567690"/>
                  </a:lnTo>
                  <a:lnTo>
                    <a:pt x="646430" y="3810"/>
                  </a:lnTo>
                  <a:lnTo>
                    <a:pt x="646430" y="0"/>
                  </a:lnTo>
                  <a:close/>
                </a:path>
              </a:pathLst>
            </a:custGeom>
            <a:solidFill>
              <a:srgbClr val="8C37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1356360" y="1737359"/>
              <a:ext cx="640080" cy="563880"/>
            </a:xfrm>
            <a:custGeom>
              <a:avLst/>
              <a:gdLst/>
              <a:ahLst/>
              <a:cxnLst/>
              <a:rect l="l" t="t" r="r" b="b"/>
              <a:pathLst>
                <a:path w="640080" h="563880">
                  <a:moveTo>
                    <a:pt x="640080" y="0"/>
                  </a:moveTo>
                  <a:lnTo>
                    <a:pt x="636270" y="0"/>
                  </a:lnTo>
                  <a:lnTo>
                    <a:pt x="636270" y="3810"/>
                  </a:lnTo>
                  <a:lnTo>
                    <a:pt x="636270" y="560070"/>
                  </a:lnTo>
                  <a:lnTo>
                    <a:pt x="2540" y="560070"/>
                  </a:lnTo>
                  <a:lnTo>
                    <a:pt x="2540" y="3810"/>
                  </a:lnTo>
                  <a:lnTo>
                    <a:pt x="636270" y="3810"/>
                  </a:lnTo>
                  <a:lnTo>
                    <a:pt x="63627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60070"/>
                  </a:lnTo>
                  <a:lnTo>
                    <a:pt x="0" y="563880"/>
                  </a:lnTo>
                  <a:lnTo>
                    <a:pt x="640080" y="563880"/>
                  </a:lnTo>
                  <a:lnTo>
                    <a:pt x="640080" y="560070"/>
                  </a:lnTo>
                  <a:lnTo>
                    <a:pt x="640080" y="3810"/>
                  </a:lnTo>
                  <a:lnTo>
                    <a:pt x="640080" y="0"/>
                  </a:lnTo>
                  <a:close/>
                </a:path>
              </a:pathLst>
            </a:custGeom>
            <a:solidFill>
              <a:srgbClr val="8D37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1358900" y="1741169"/>
              <a:ext cx="633730" cy="556260"/>
            </a:xfrm>
            <a:custGeom>
              <a:avLst/>
              <a:gdLst/>
              <a:ahLst/>
              <a:cxnLst/>
              <a:rect l="l" t="t" r="r" b="b"/>
              <a:pathLst>
                <a:path w="633730" h="556260">
                  <a:moveTo>
                    <a:pt x="633730" y="0"/>
                  </a:moveTo>
                  <a:lnTo>
                    <a:pt x="629920" y="0"/>
                  </a:lnTo>
                  <a:lnTo>
                    <a:pt x="629920" y="2540"/>
                  </a:lnTo>
                  <a:lnTo>
                    <a:pt x="629920" y="552450"/>
                  </a:lnTo>
                  <a:lnTo>
                    <a:pt x="3810" y="552450"/>
                  </a:lnTo>
                  <a:lnTo>
                    <a:pt x="3810" y="2540"/>
                  </a:lnTo>
                  <a:lnTo>
                    <a:pt x="629920" y="2540"/>
                  </a:lnTo>
                  <a:lnTo>
                    <a:pt x="62992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552450"/>
                  </a:lnTo>
                  <a:lnTo>
                    <a:pt x="0" y="556260"/>
                  </a:lnTo>
                  <a:lnTo>
                    <a:pt x="633730" y="556260"/>
                  </a:lnTo>
                  <a:lnTo>
                    <a:pt x="633730" y="552450"/>
                  </a:lnTo>
                  <a:lnTo>
                    <a:pt x="633730" y="2540"/>
                  </a:lnTo>
                  <a:lnTo>
                    <a:pt x="633730" y="0"/>
                  </a:lnTo>
                  <a:close/>
                </a:path>
              </a:pathLst>
            </a:custGeom>
            <a:solidFill>
              <a:srgbClr val="8E38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1362710" y="1743709"/>
              <a:ext cx="626110" cy="549910"/>
            </a:xfrm>
            <a:custGeom>
              <a:avLst/>
              <a:gdLst/>
              <a:ahLst/>
              <a:cxnLst/>
              <a:rect l="l" t="t" r="r" b="b"/>
              <a:pathLst>
                <a:path w="626110" h="549910">
                  <a:moveTo>
                    <a:pt x="626110" y="0"/>
                  </a:moveTo>
                  <a:lnTo>
                    <a:pt x="622300" y="0"/>
                  </a:lnTo>
                  <a:lnTo>
                    <a:pt x="622300" y="3810"/>
                  </a:lnTo>
                  <a:lnTo>
                    <a:pt x="622300" y="546100"/>
                  </a:lnTo>
                  <a:lnTo>
                    <a:pt x="3810" y="546100"/>
                  </a:lnTo>
                  <a:lnTo>
                    <a:pt x="3810" y="3810"/>
                  </a:lnTo>
                  <a:lnTo>
                    <a:pt x="622300" y="3810"/>
                  </a:lnTo>
                  <a:lnTo>
                    <a:pt x="62230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46100"/>
                  </a:lnTo>
                  <a:lnTo>
                    <a:pt x="0" y="549910"/>
                  </a:lnTo>
                  <a:lnTo>
                    <a:pt x="626110" y="549910"/>
                  </a:lnTo>
                  <a:lnTo>
                    <a:pt x="626110" y="546100"/>
                  </a:lnTo>
                  <a:lnTo>
                    <a:pt x="626110" y="3810"/>
                  </a:lnTo>
                  <a:lnTo>
                    <a:pt x="626110" y="0"/>
                  </a:lnTo>
                  <a:close/>
                </a:path>
              </a:pathLst>
            </a:custGeom>
            <a:solidFill>
              <a:srgbClr val="903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1366520" y="1747519"/>
              <a:ext cx="618490" cy="542290"/>
            </a:xfrm>
            <a:custGeom>
              <a:avLst/>
              <a:gdLst/>
              <a:ahLst/>
              <a:cxnLst/>
              <a:rect l="l" t="t" r="r" b="b"/>
              <a:pathLst>
                <a:path w="618489" h="542289">
                  <a:moveTo>
                    <a:pt x="618490" y="0"/>
                  </a:moveTo>
                  <a:lnTo>
                    <a:pt x="614680" y="0"/>
                  </a:lnTo>
                  <a:lnTo>
                    <a:pt x="614680" y="3810"/>
                  </a:lnTo>
                  <a:lnTo>
                    <a:pt x="614680" y="538480"/>
                  </a:lnTo>
                  <a:lnTo>
                    <a:pt x="3810" y="538480"/>
                  </a:lnTo>
                  <a:lnTo>
                    <a:pt x="3810" y="3810"/>
                  </a:lnTo>
                  <a:lnTo>
                    <a:pt x="614680" y="3810"/>
                  </a:lnTo>
                  <a:lnTo>
                    <a:pt x="61468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38480"/>
                  </a:lnTo>
                  <a:lnTo>
                    <a:pt x="0" y="542290"/>
                  </a:lnTo>
                  <a:lnTo>
                    <a:pt x="618490" y="542290"/>
                  </a:lnTo>
                  <a:lnTo>
                    <a:pt x="618490" y="538480"/>
                  </a:lnTo>
                  <a:lnTo>
                    <a:pt x="618490" y="3810"/>
                  </a:lnTo>
                  <a:lnTo>
                    <a:pt x="618490" y="0"/>
                  </a:lnTo>
                  <a:close/>
                </a:path>
              </a:pathLst>
            </a:custGeom>
            <a:solidFill>
              <a:srgbClr val="913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1370330" y="1751329"/>
              <a:ext cx="610870" cy="534670"/>
            </a:xfrm>
            <a:custGeom>
              <a:avLst/>
              <a:gdLst/>
              <a:ahLst/>
              <a:cxnLst/>
              <a:rect l="l" t="t" r="r" b="b"/>
              <a:pathLst>
                <a:path w="610869" h="534669">
                  <a:moveTo>
                    <a:pt x="610870" y="0"/>
                  </a:moveTo>
                  <a:lnTo>
                    <a:pt x="607060" y="0"/>
                  </a:lnTo>
                  <a:lnTo>
                    <a:pt x="607060" y="3810"/>
                  </a:lnTo>
                  <a:lnTo>
                    <a:pt x="607060" y="530860"/>
                  </a:lnTo>
                  <a:lnTo>
                    <a:pt x="3810" y="530860"/>
                  </a:lnTo>
                  <a:lnTo>
                    <a:pt x="3810" y="3810"/>
                  </a:lnTo>
                  <a:lnTo>
                    <a:pt x="607060" y="3810"/>
                  </a:lnTo>
                  <a:lnTo>
                    <a:pt x="60706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30860"/>
                  </a:lnTo>
                  <a:lnTo>
                    <a:pt x="0" y="534670"/>
                  </a:lnTo>
                  <a:lnTo>
                    <a:pt x="610870" y="534670"/>
                  </a:lnTo>
                  <a:lnTo>
                    <a:pt x="610870" y="530860"/>
                  </a:lnTo>
                  <a:lnTo>
                    <a:pt x="610870" y="3810"/>
                  </a:lnTo>
                  <a:lnTo>
                    <a:pt x="610870" y="0"/>
                  </a:lnTo>
                  <a:close/>
                </a:path>
              </a:pathLst>
            </a:custGeom>
            <a:solidFill>
              <a:srgbClr val="933A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1374140" y="1755139"/>
              <a:ext cx="603250" cy="527050"/>
            </a:xfrm>
            <a:custGeom>
              <a:avLst/>
              <a:gdLst/>
              <a:ahLst/>
              <a:cxnLst/>
              <a:rect l="l" t="t" r="r" b="b"/>
              <a:pathLst>
                <a:path w="603250" h="527050">
                  <a:moveTo>
                    <a:pt x="603250" y="0"/>
                  </a:moveTo>
                  <a:lnTo>
                    <a:pt x="600710" y="0"/>
                  </a:lnTo>
                  <a:lnTo>
                    <a:pt x="600710" y="3810"/>
                  </a:lnTo>
                  <a:lnTo>
                    <a:pt x="600710" y="524510"/>
                  </a:lnTo>
                  <a:lnTo>
                    <a:pt x="3810" y="524510"/>
                  </a:lnTo>
                  <a:lnTo>
                    <a:pt x="3810" y="3810"/>
                  </a:lnTo>
                  <a:lnTo>
                    <a:pt x="600710" y="3810"/>
                  </a:lnTo>
                  <a:lnTo>
                    <a:pt x="60071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24510"/>
                  </a:lnTo>
                  <a:lnTo>
                    <a:pt x="0" y="527050"/>
                  </a:lnTo>
                  <a:lnTo>
                    <a:pt x="603250" y="527050"/>
                  </a:lnTo>
                  <a:lnTo>
                    <a:pt x="603250" y="524510"/>
                  </a:lnTo>
                  <a:lnTo>
                    <a:pt x="603250" y="3810"/>
                  </a:lnTo>
                  <a:lnTo>
                    <a:pt x="603250" y="0"/>
                  </a:lnTo>
                  <a:close/>
                </a:path>
              </a:pathLst>
            </a:custGeom>
            <a:solidFill>
              <a:srgbClr val="943A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1377950" y="1758949"/>
              <a:ext cx="596900" cy="520700"/>
            </a:xfrm>
            <a:custGeom>
              <a:avLst/>
              <a:gdLst/>
              <a:ahLst/>
              <a:cxnLst/>
              <a:rect l="l" t="t" r="r" b="b"/>
              <a:pathLst>
                <a:path w="596900" h="520700">
                  <a:moveTo>
                    <a:pt x="596900" y="0"/>
                  </a:moveTo>
                  <a:lnTo>
                    <a:pt x="591820" y="0"/>
                  </a:lnTo>
                  <a:lnTo>
                    <a:pt x="591820" y="3810"/>
                  </a:lnTo>
                  <a:lnTo>
                    <a:pt x="591820" y="515620"/>
                  </a:lnTo>
                  <a:lnTo>
                    <a:pt x="3810" y="515620"/>
                  </a:lnTo>
                  <a:lnTo>
                    <a:pt x="3810" y="3810"/>
                  </a:lnTo>
                  <a:lnTo>
                    <a:pt x="591820" y="3810"/>
                  </a:lnTo>
                  <a:lnTo>
                    <a:pt x="59182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15620"/>
                  </a:lnTo>
                  <a:lnTo>
                    <a:pt x="0" y="520700"/>
                  </a:lnTo>
                  <a:lnTo>
                    <a:pt x="596900" y="520700"/>
                  </a:lnTo>
                  <a:lnTo>
                    <a:pt x="596900" y="515620"/>
                  </a:lnTo>
                  <a:lnTo>
                    <a:pt x="596900" y="3810"/>
                  </a:lnTo>
                  <a:lnTo>
                    <a:pt x="596900" y="0"/>
                  </a:lnTo>
                  <a:close/>
                </a:path>
              </a:pathLst>
            </a:custGeom>
            <a:solidFill>
              <a:srgbClr val="963B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1381760" y="1762759"/>
              <a:ext cx="588010" cy="511809"/>
            </a:xfrm>
            <a:custGeom>
              <a:avLst/>
              <a:gdLst/>
              <a:ahLst/>
              <a:cxnLst/>
              <a:rect l="l" t="t" r="r" b="b"/>
              <a:pathLst>
                <a:path w="588010" h="511810">
                  <a:moveTo>
                    <a:pt x="588010" y="0"/>
                  </a:moveTo>
                  <a:lnTo>
                    <a:pt x="585470" y="0"/>
                  </a:lnTo>
                  <a:lnTo>
                    <a:pt x="585470" y="3810"/>
                  </a:lnTo>
                  <a:lnTo>
                    <a:pt x="585470" y="509270"/>
                  </a:lnTo>
                  <a:lnTo>
                    <a:pt x="2540" y="509270"/>
                  </a:lnTo>
                  <a:lnTo>
                    <a:pt x="2540" y="3810"/>
                  </a:lnTo>
                  <a:lnTo>
                    <a:pt x="585470" y="3810"/>
                  </a:lnTo>
                  <a:lnTo>
                    <a:pt x="58547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09270"/>
                  </a:lnTo>
                  <a:lnTo>
                    <a:pt x="0" y="511810"/>
                  </a:lnTo>
                  <a:lnTo>
                    <a:pt x="588010" y="511810"/>
                  </a:lnTo>
                  <a:lnTo>
                    <a:pt x="588010" y="509270"/>
                  </a:lnTo>
                  <a:lnTo>
                    <a:pt x="588010" y="3810"/>
                  </a:lnTo>
                  <a:lnTo>
                    <a:pt x="588010" y="0"/>
                  </a:lnTo>
                  <a:close/>
                </a:path>
              </a:pathLst>
            </a:custGeom>
            <a:solidFill>
              <a:srgbClr val="973B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1384300" y="1766569"/>
              <a:ext cx="582930" cy="505459"/>
            </a:xfrm>
            <a:custGeom>
              <a:avLst/>
              <a:gdLst/>
              <a:ahLst/>
              <a:cxnLst/>
              <a:rect l="l" t="t" r="r" b="b"/>
              <a:pathLst>
                <a:path w="582930" h="505460">
                  <a:moveTo>
                    <a:pt x="582930" y="0"/>
                  </a:moveTo>
                  <a:lnTo>
                    <a:pt x="579120" y="0"/>
                  </a:lnTo>
                  <a:lnTo>
                    <a:pt x="579120" y="3810"/>
                  </a:lnTo>
                  <a:lnTo>
                    <a:pt x="579120" y="501650"/>
                  </a:lnTo>
                  <a:lnTo>
                    <a:pt x="3810" y="501650"/>
                  </a:lnTo>
                  <a:lnTo>
                    <a:pt x="3810" y="3810"/>
                  </a:lnTo>
                  <a:lnTo>
                    <a:pt x="579120" y="3810"/>
                  </a:lnTo>
                  <a:lnTo>
                    <a:pt x="57912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01650"/>
                  </a:lnTo>
                  <a:lnTo>
                    <a:pt x="0" y="505460"/>
                  </a:lnTo>
                  <a:lnTo>
                    <a:pt x="582930" y="505460"/>
                  </a:lnTo>
                  <a:lnTo>
                    <a:pt x="582930" y="501650"/>
                  </a:lnTo>
                  <a:lnTo>
                    <a:pt x="582930" y="3810"/>
                  </a:lnTo>
                  <a:lnTo>
                    <a:pt x="582930" y="0"/>
                  </a:lnTo>
                  <a:close/>
                </a:path>
              </a:pathLst>
            </a:custGeom>
            <a:solidFill>
              <a:srgbClr val="993C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1388110" y="1770379"/>
              <a:ext cx="575310" cy="497840"/>
            </a:xfrm>
            <a:custGeom>
              <a:avLst/>
              <a:gdLst/>
              <a:ahLst/>
              <a:cxnLst/>
              <a:rect l="l" t="t" r="r" b="b"/>
              <a:pathLst>
                <a:path w="575310" h="497839">
                  <a:moveTo>
                    <a:pt x="575310" y="0"/>
                  </a:moveTo>
                  <a:lnTo>
                    <a:pt x="571500" y="0"/>
                  </a:lnTo>
                  <a:lnTo>
                    <a:pt x="571500" y="2540"/>
                  </a:lnTo>
                  <a:lnTo>
                    <a:pt x="571500" y="494030"/>
                  </a:lnTo>
                  <a:lnTo>
                    <a:pt x="3810" y="494030"/>
                  </a:lnTo>
                  <a:lnTo>
                    <a:pt x="3810" y="2540"/>
                  </a:lnTo>
                  <a:lnTo>
                    <a:pt x="571500" y="2540"/>
                  </a:lnTo>
                  <a:lnTo>
                    <a:pt x="57150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494030"/>
                  </a:lnTo>
                  <a:lnTo>
                    <a:pt x="0" y="497840"/>
                  </a:lnTo>
                  <a:lnTo>
                    <a:pt x="575310" y="497840"/>
                  </a:lnTo>
                  <a:lnTo>
                    <a:pt x="575310" y="494030"/>
                  </a:lnTo>
                  <a:lnTo>
                    <a:pt x="575310" y="2540"/>
                  </a:lnTo>
                  <a:lnTo>
                    <a:pt x="575310" y="0"/>
                  </a:lnTo>
                  <a:close/>
                </a:path>
              </a:pathLst>
            </a:custGeom>
            <a:solidFill>
              <a:srgbClr val="9A3D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1391920" y="1772919"/>
              <a:ext cx="567690" cy="491490"/>
            </a:xfrm>
            <a:custGeom>
              <a:avLst/>
              <a:gdLst/>
              <a:ahLst/>
              <a:cxnLst/>
              <a:rect l="l" t="t" r="r" b="b"/>
              <a:pathLst>
                <a:path w="567689" h="491489">
                  <a:moveTo>
                    <a:pt x="567690" y="0"/>
                  </a:moveTo>
                  <a:lnTo>
                    <a:pt x="563880" y="0"/>
                  </a:lnTo>
                  <a:lnTo>
                    <a:pt x="563880" y="3810"/>
                  </a:lnTo>
                  <a:lnTo>
                    <a:pt x="563880" y="487680"/>
                  </a:lnTo>
                  <a:lnTo>
                    <a:pt x="3810" y="487680"/>
                  </a:lnTo>
                  <a:lnTo>
                    <a:pt x="3810" y="3810"/>
                  </a:lnTo>
                  <a:lnTo>
                    <a:pt x="563880" y="3810"/>
                  </a:lnTo>
                  <a:lnTo>
                    <a:pt x="56388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87680"/>
                  </a:lnTo>
                  <a:lnTo>
                    <a:pt x="0" y="491490"/>
                  </a:lnTo>
                  <a:lnTo>
                    <a:pt x="567690" y="491490"/>
                  </a:lnTo>
                  <a:lnTo>
                    <a:pt x="567690" y="487680"/>
                  </a:lnTo>
                  <a:lnTo>
                    <a:pt x="567690" y="3810"/>
                  </a:lnTo>
                  <a:lnTo>
                    <a:pt x="567690" y="0"/>
                  </a:lnTo>
                  <a:close/>
                </a:path>
              </a:pathLst>
            </a:custGeom>
            <a:solidFill>
              <a:srgbClr val="9B3D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1395730" y="1776729"/>
              <a:ext cx="560070" cy="483870"/>
            </a:xfrm>
            <a:custGeom>
              <a:avLst/>
              <a:gdLst/>
              <a:ahLst/>
              <a:cxnLst/>
              <a:rect l="l" t="t" r="r" b="b"/>
              <a:pathLst>
                <a:path w="560069" h="483869">
                  <a:moveTo>
                    <a:pt x="560070" y="0"/>
                  </a:moveTo>
                  <a:lnTo>
                    <a:pt x="556260" y="0"/>
                  </a:lnTo>
                  <a:lnTo>
                    <a:pt x="556260" y="3810"/>
                  </a:lnTo>
                  <a:lnTo>
                    <a:pt x="556260" y="480060"/>
                  </a:lnTo>
                  <a:lnTo>
                    <a:pt x="3810" y="480060"/>
                  </a:lnTo>
                  <a:lnTo>
                    <a:pt x="3810" y="3810"/>
                  </a:lnTo>
                  <a:lnTo>
                    <a:pt x="556260" y="3810"/>
                  </a:lnTo>
                  <a:lnTo>
                    <a:pt x="55626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80060"/>
                  </a:lnTo>
                  <a:lnTo>
                    <a:pt x="0" y="483870"/>
                  </a:lnTo>
                  <a:lnTo>
                    <a:pt x="560070" y="483870"/>
                  </a:lnTo>
                  <a:lnTo>
                    <a:pt x="560070" y="480060"/>
                  </a:lnTo>
                  <a:lnTo>
                    <a:pt x="560070" y="3810"/>
                  </a:lnTo>
                  <a:lnTo>
                    <a:pt x="560070" y="0"/>
                  </a:lnTo>
                  <a:close/>
                </a:path>
              </a:pathLst>
            </a:custGeom>
            <a:solidFill>
              <a:srgbClr val="9D3E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1399540" y="1780539"/>
              <a:ext cx="552450" cy="476250"/>
            </a:xfrm>
            <a:custGeom>
              <a:avLst/>
              <a:gdLst/>
              <a:ahLst/>
              <a:cxnLst/>
              <a:rect l="l" t="t" r="r" b="b"/>
              <a:pathLst>
                <a:path w="552450" h="476250">
                  <a:moveTo>
                    <a:pt x="552450" y="0"/>
                  </a:moveTo>
                  <a:lnTo>
                    <a:pt x="548640" y="0"/>
                  </a:lnTo>
                  <a:lnTo>
                    <a:pt x="548640" y="3810"/>
                  </a:lnTo>
                  <a:lnTo>
                    <a:pt x="548640" y="472440"/>
                  </a:lnTo>
                  <a:lnTo>
                    <a:pt x="3810" y="472440"/>
                  </a:lnTo>
                  <a:lnTo>
                    <a:pt x="3810" y="3810"/>
                  </a:lnTo>
                  <a:lnTo>
                    <a:pt x="548640" y="3810"/>
                  </a:lnTo>
                  <a:lnTo>
                    <a:pt x="54864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72440"/>
                  </a:lnTo>
                  <a:lnTo>
                    <a:pt x="0" y="476250"/>
                  </a:lnTo>
                  <a:lnTo>
                    <a:pt x="552450" y="476250"/>
                  </a:lnTo>
                  <a:lnTo>
                    <a:pt x="552450" y="472440"/>
                  </a:lnTo>
                  <a:lnTo>
                    <a:pt x="552450" y="3810"/>
                  </a:lnTo>
                  <a:lnTo>
                    <a:pt x="552450" y="0"/>
                  </a:lnTo>
                  <a:close/>
                </a:path>
              </a:pathLst>
            </a:custGeom>
            <a:solidFill>
              <a:srgbClr val="9E3E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1403350" y="1784349"/>
              <a:ext cx="544830" cy="468630"/>
            </a:xfrm>
            <a:custGeom>
              <a:avLst/>
              <a:gdLst/>
              <a:ahLst/>
              <a:cxnLst/>
              <a:rect l="l" t="t" r="r" b="b"/>
              <a:pathLst>
                <a:path w="544830" h="468630">
                  <a:moveTo>
                    <a:pt x="544830" y="0"/>
                  </a:moveTo>
                  <a:lnTo>
                    <a:pt x="542290" y="0"/>
                  </a:lnTo>
                  <a:lnTo>
                    <a:pt x="542290" y="3810"/>
                  </a:lnTo>
                  <a:lnTo>
                    <a:pt x="542290" y="466090"/>
                  </a:lnTo>
                  <a:lnTo>
                    <a:pt x="2540" y="466090"/>
                  </a:lnTo>
                  <a:lnTo>
                    <a:pt x="2540" y="3810"/>
                  </a:lnTo>
                  <a:lnTo>
                    <a:pt x="542290" y="3810"/>
                  </a:lnTo>
                  <a:lnTo>
                    <a:pt x="54229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66090"/>
                  </a:lnTo>
                  <a:lnTo>
                    <a:pt x="0" y="468630"/>
                  </a:lnTo>
                  <a:lnTo>
                    <a:pt x="544830" y="468630"/>
                  </a:lnTo>
                  <a:lnTo>
                    <a:pt x="544830" y="466090"/>
                  </a:lnTo>
                  <a:lnTo>
                    <a:pt x="544830" y="3810"/>
                  </a:lnTo>
                  <a:lnTo>
                    <a:pt x="544830" y="0"/>
                  </a:lnTo>
                  <a:close/>
                </a:path>
              </a:pathLst>
            </a:custGeom>
            <a:solidFill>
              <a:srgbClr val="A03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1405890" y="1788159"/>
              <a:ext cx="539750" cy="462280"/>
            </a:xfrm>
            <a:custGeom>
              <a:avLst/>
              <a:gdLst/>
              <a:ahLst/>
              <a:cxnLst/>
              <a:rect l="l" t="t" r="r" b="b"/>
              <a:pathLst>
                <a:path w="539750" h="462280">
                  <a:moveTo>
                    <a:pt x="539750" y="0"/>
                  </a:moveTo>
                  <a:lnTo>
                    <a:pt x="535940" y="0"/>
                  </a:lnTo>
                  <a:lnTo>
                    <a:pt x="535940" y="3810"/>
                  </a:lnTo>
                  <a:lnTo>
                    <a:pt x="535940" y="458470"/>
                  </a:lnTo>
                  <a:lnTo>
                    <a:pt x="3810" y="458470"/>
                  </a:lnTo>
                  <a:lnTo>
                    <a:pt x="3810" y="3810"/>
                  </a:lnTo>
                  <a:lnTo>
                    <a:pt x="535940" y="3810"/>
                  </a:lnTo>
                  <a:lnTo>
                    <a:pt x="53594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58470"/>
                  </a:lnTo>
                  <a:lnTo>
                    <a:pt x="0" y="462280"/>
                  </a:lnTo>
                  <a:lnTo>
                    <a:pt x="539750" y="462280"/>
                  </a:lnTo>
                  <a:lnTo>
                    <a:pt x="539750" y="458470"/>
                  </a:lnTo>
                  <a:lnTo>
                    <a:pt x="539750" y="3810"/>
                  </a:lnTo>
                  <a:lnTo>
                    <a:pt x="539750" y="0"/>
                  </a:lnTo>
                  <a:close/>
                </a:path>
              </a:pathLst>
            </a:custGeom>
            <a:solidFill>
              <a:srgbClr val="A13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1409700" y="1791969"/>
              <a:ext cx="532130" cy="454659"/>
            </a:xfrm>
            <a:custGeom>
              <a:avLst/>
              <a:gdLst/>
              <a:ahLst/>
              <a:cxnLst/>
              <a:rect l="l" t="t" r="r" b="b"/>
              <a:pathLst>
                <a:path w="532130" h="454660">
                  <a:moveTo>
                    <a:pt x="532130" y="0"/>
                  </a:moveTo>
                  <a:lnTo>
                    <a:pt x="528320" y="0"/>
                  </a:lnTo>
                  <a:lnTo>
                    <a:pt x="528320" y="2540"/>
                  </a:lnTo>
                  <a:lnTo>
                    <a:pt x="528320" y="450850"/>
                  </a:lnTo>
                  <a:lnTo>
                    <a:pt x="3810" y="450850"/>
                  </a:lnTo>
                  <a:lnTo>
                    <a:pt x="3810" y="2540"/>
                  </a:lnTo>
                  <a:lnTo>
                    <a:pt x="528320" y="2540"/>
                  </a:lnTo>
                  <a:lnTo>
                    <a:pt x="52832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450850"/>
                  </a:lnTo>
                  <a:lnTo>
                    <a:pt x="0" y="454660"/>
                  </a:lnTo>
                  <a:lnTo>
                    <a:pt x="532130" y="454660"/>
                  </a:lnTo>
                  <a:lnTo>
                    <a:pt x="532130" y="450850"/>
                  </a:lnTo>
                  <a:lnTo>
                    <a:pt x="532130" y="2540"/>
                  </a:lnTo>
                  <a:lnTo>
                    <a:pt x="532130" y="0"/>
                  </a:lnTo>
                  <a:close/>
                </a:path>
              </a:pathLst>
            </a:custGeom>
            <a:solidFill>
              <a:srgbClr val="A34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1413510" y="1794509"/>
              <a:ext cx="524510" cy="448309"/>
            </a:xfrm>
            <a:custGeom>
              <a:avLst/>
              <a:gdLst/>
              <a:ahLst/>
              <a:cxnLst/>
              <a:rect l="l" t="t" r="r" b="b"/>
              <a:pathLst>
                <a:path w="524510" h="448310">
                  <a:moveTo>
                    <a:pt x="524510" y="0"/>
                  </a:moveTo>
                  <a:lnTo>
                    <a:pt x="520700" y="0"/>
                  </a:lnTo>
                  <a:lnTo>
                    <a:pt x="520700" y="3810"/>
                  </a:lnTo>
                  <a:lnTo>
                    <a:pt x="520700" y="444500"/>
                  </a:lnTo>
                  <a:lnTo>
                    <a:pt x="3810" y="444500"/>
                  </a:lnTo>
                  <a:lnTo>
                    <a:pt x="3810" y="3810"/>
                  </a:lnTo>
                  <a:lnTo>
                    <a:pt x="520700" y="3810"/>
                  </a:lnTo>
                  <a:lnTo>
                    <a:pt x="52070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44500"/>
                  </a:lnTo>
                  <a:lnTo>
                    <a:pt x="0" y="448310"/>
                  </a:lnTo>
                  <a:lnTo>
                    <a:pt x="524510" y="448310"/>
                  </a:lnTo>
                  <a:lnTo>
                    <a:pt x="524510" y="444500"/>
                  </a:lnTo>
                  <a:lnTo>
                    <a:pt x="524510" y="3810"/>
                  </a:lnTo>
                  <a:lnTo>
                    <a:pt x="524510" y="0"/>
                  </a:lnTo>
                  <a:close/>
                </a:path>
              </a:pathLst>
            </a:custGeom>
            <a:solidFill>
              <a:srgbClr val="A44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1417320" y="1798319"/>
              <a:ext cx="516890" cy="440690"/>
            </a:xfrm>
            <a:custGeom>
              <a:avLst/>
              <a:gdLst/>
              <a:ahLst/>
              <a:cxnLst/>
              <a:rect l="l" t="t" r="r" b="b"/>
              <a:pathLst>
                <a:path w="516889" h="440689">
                  <a:moveTo>
                    <a:pt x="516890" y="0"/>
                  </a:moveTo>
                  <a:lnTo>
                    <a:pt x="513080" y="0"/>
                  </a:lnTo>
                  <a:lnTo>
                    <a:pt x="513080" y="3810"/>
                  </a:lnTo>
                  <a:lnTo>
                    <a:pt x="513080" y="436880"/>
                  </a:lnTo>
                  <a:lnTo>
                    <a:pt x="3810" y="436880"/>
                  </a:lnTo>
                  <a:lnTo>
                    <a:pt x="3810" y="3810"/>
                  </a:lnTo>
                  <a:lnTo>
                    <a:pt x="513080" y="3810"/>
                  </a:lnTo>
                  <a:lnTo>
                    <a:pt x="51308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36880"/>
                  </a:lnTo>
                  <a:lnTo>
                    <a:pt x="0" y="440690"/>
                  </a:lnTo>
                  <a:lnTo>
                    <a:pt x="516890" y="440690"/>
                  </a:lnTo>
                  <a:lnTo>
                    <a:pt x="516890" y="436880"/>
                  </a:lnTo>
                  <a:lnTo>
                    <a:pt x="516890" y="3810"/>
                  </a:lnTo>
                  <a:lnTo>
                    <a:pt x="516890" y="0"/>
                  </a:lnTo>
                  <a:close/>
                </a:path>
              </a:pathLst>
            </a:custGeom>
            <a:solidFill>
              <a:srgbClr val="A64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1421130" y="1802129"/>
              <a:ext cx="509270" cy="433070"/>
            </a:xfrm>
            <a:custGeom>
              <a:avLst/>
              <a:gdLst/>
              <a:ahLst/>
              <a:cxnLst/>
              <a:rect l="l" t="t" r="r" b="b"/>
              <a:pathLst>
                <a:path w="509269" h="433069">
                  <a:moveTo>
                    <a:pt x="509270" y="0"/>
                  </a:moveTo>
                  <a:lnTo>
                    <a:pt x="505460" y="0"/>
                  </a:lnTo>
                  <a:lnTo>
                    <a:pt x="505460" y="3810"/>
                  </a:lnTo>
                  <a:lnTo>
                    <a:pt x="505460" y="429260"/>
                  </a:lnTo>
                  <a:lnTo>
                    <a:pt x="3810" y="429260"/>
                  </a:lnTo>
                  <a:lnTo>
                    <a:pt x="3810" y="3810"/>
                  </a:lnTo>
                  <a:lnTo>
                    <a:pt x="505460" y="3810"/>
                  </a:lnTo>
                  <a:lnTo>
                    <a:pt x="50546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29260"/>
                  </a:lnTo>
                  <a:lnTo>
                    <a:pt x="0" y="433070"/>
                  </a:lnTo>
                  <a:lnTo>
                    <a:pt x="509270" y="433070"/>
                  </a:lnTo>
                  <a:lnTo>
                    <a:pt x="509270" y="429260"/>
                  </a:lnTo>
                  <a:lnTo>
                    <a:pt x="509270" y="3810"/>
                  </a:lnTo>
                  <a:lnTo>
                    <a:pt x="509270" y="0"/>
                  </a:lnTo>
                  <a:close/>
                </a:path>
              </a:pathLst>
            </a:custGeom>
            <a:solidFill>
              <a:srgbClr val="A742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1424940" y="1805939"/>
              <a:ext cx="501650" cy="425450"/>
            </a:xfrm>
            <a:custGeom>
              <a:avLst/>
              <a:gdLst/>
              <a:ahLst/>
              <a:cxnLst/>
              <a:rect l="l" t="t" r="r" b="b"/>
              <a:pathLst>
                <a:path w="501650" h="425450">
                  <a:moveTo>
                    <a:pt x="501650" y="0"/>
                  </a:moveTo>
                  <a:lnTo>
                    <a:pt x="499110" y="0"/>
                  </a:lnTo>
                  <a:lnTo>
                    <a:pt x="499110" y="3810"/>
                  </a:lnTo>
                  <a:lnTo>
                    <a:pt x="499110" y="422910"/>
                  </a:lnTo>
                  <a:lnTo>
                    <a:pt x="3810" y="422910"/>
                  </a:lnTo>
                  <a:lnTo>
                    <a:pt x="3810" y="3810"/>
                  </a:lnTo>
                  <a:lnTo>
                    <a:pt x="499110" y="3810"/>
                  </a:lnTo>
                  <a:lnTo>
                    <a:pt x="49911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22910"/>
                  </a:lnTo>
                  <a:lnTo>
                    <a:pt x="0" y="425450"/>
                  </a:lnTo>
                  <a:lnTo>
                    <a:pt x="501650" y="425450"/>
                  </a:lnTo>
                  <a:lnTo>
                    <a:pt x="501650" y="422910"/>
                  </a:lnTo>
                  <a:lnTo>
                    <a:pt x="501650" y="3810"/>
                  </a:lnTo>
                  <a:lnTo>
                    <a:pt x="501650" y="0"/>
                  </a:lnTo>
                  <a:close/>
                </a:path>
              </a:pathLst>
            </a:custGeom>
            <a:solidFill>
              <a:srgbClr val="A842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1428750" y="1809749"/>
              <a:ext cx="495300" cy="419100"/>
            </a:xfrm>
            <a:custGeom>
              <a:avLst/>
              <a:gdLst/>
              <a:ahLst/>
              <a:cxnLst/>
              <a:rect l="l" t="t" r="r" b="b"/>
              <a:pathLst>
                <a:path w="495300" h="419100">
                  <a:moveTo>
                    <a:pt x="495300" y="0"/>
                  </a:moveTo>
                  <a:lnTo>
                    <a:pt x="491490" y="0"/>
                  </a:lnTo>
                  <a:lnTo>
                    <a:pt x="491490" y="3810"/>
                  </a:lnTo>
                  <a:lnTo>
                    <a:pt x="491490" y="415290"/>
                  </a:lnTo>
                  <a:lnTo>
                    <a:pt x="2540" y="415290"/>
                  </a:lnTo>
                  <a:lnTo>
                    <a:pt x="2540" y="3810"/>
                  </a:lnTo>
                  <a:lnTo>
                    <a:pt x="491490" y="3810"/>
                  </a:lnTo>
                  <a:lnTo>
                    <a:pt x="49149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15290"/>
                  </a:lnTo>
                  <a:lnTo>
                    <a:pt x="0" y="419100"/>
                  </a:lnTo>
                  <a:lnTo>
                    <a:pt x="495300" y="419100"/>
                  </a:lnTo>
                  <a:lnTo>
                    <a:pt x="495300" y="415290"/>
                  </a:lnTo>
                  <a:lnTo>
                    <a:pt x="495300" y="3810"/>
                  </a:lnTo>
                  <a:lnTo>
                    <a:pt x="495300" y="0"/>
                  </a:lnTo>
                  <a:close/>
                </a:path>
              </a:pathLst>
            </a:custGeom>
            <a:solidFill>
              <a:srgbClr val="AA4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1431290" y="1813559"/>
              <a:ext cx="488950" cy="411480"/>
            </a:xfrm>
            <a:custGeom>
              <a:avLst/>
              <a:gdLst/>
              <a:ahLst/>
              <a:cxnLst/>
              <a:rect l="l" t="t" r="r" b="b"/>
              <a:pathLst>
                <a:path w="488950" h="411480">
                  <a:moveTo>
                    <a:pt x="488950" y="0"/>
                  </a:moveTo>
                  <a:lnTo>
                    <a:pt x="485140" y="0"/>
                  </a:lnTo>
                  <a:lnTo>
                    <a:pt x="485140" y="2540"/>
                  </a:lnTo>
                  <a:lnTo>
                    <a:pt x="485140" y="407670"/>
                  </a:lnTo>
                  <a:lnTo>
                    <a:pt x="3810" y="407670"/>
                  </a:lnTo>
                  <a:lnTo>
                    <a:pt x="3810" y="2540"/>
                  </a:lnTo>
                  <a:lnTo>
                    <a:pt x="485140" y="2540"/>
                  </a:lnTo>
                  <a:lnTo>
                    <a:pt x="48514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407670"/>
                  </a:lnTo>
                  <a:lnTo>
                    <a:pt x="0" y="411480"/>
                  </a:lnTo>
                  <a:lnTo>
                    <a:pt x="488950" y="411480"/>
                  </a:lnTo>
                  <a:lnTo>
                    <a:pt x="488950" y="407670"/>
                  </a:lnTo>
                  <a:lnTo>
                    <a:pt x="488950" y="2540"/>
                  </a:lnTo>
                  <a:lnTo>
                    <a:pt x="488950" y="0"/>
                  </a:lnTo>
                  <a:close/>
                </a:path>
              </a:pathLst>
            </a:custGeom>
            <a:solidFill>
              <a:srgbClr val="AB4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1435100" y="1816099"/>
              <a:ext cx="481330" cy="405130"/>
            </a:xfrm>
            <a:custGeom>
              <a:avLst/>
              <a:gdLst/>
              <a:ahLst/>
              <a:cxnLst/>
              <a:rect l="l" t="t" r="r" b="b"/>
              <a:pathLst>
                <a:path w="481330" h="405130">
                  <a:moveTo>
                    <a:pt x="481330" y="0"/>
                  </a:moveTo>
                  <a:lnTo>
                    <a:pt x="477520" y="0"/>
                  </a:lnTo>
                  <a:lnTo>
                    <a:pt x="477520" y="3810"/>
                  </a:lnTo>
                  <a:lnTo>
                    <a:pt x="477520" y="401320"/>
                  </a:lnTo>
                  <a:lnTo>
                    <a:pt x="3810" y="401320"/>
                  </a:lnTo>
                  <a:lnTo>
                    <a:pt x="3810" y="3810"/>
                  </a:lnTo>
                  <a:lnTo>
                    <a:pt x="477520" y="3810"/>
                  </a:lnTo>
                  <a:lnTo>
                    <a:pt x="47752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01320"/>
                  </a:lnTo>
                  <a:lnTo>
                    <a:pt x="0" y="405130"/>
                  </a:lnTo>
                  <a:lnTo>
                    <a:pt x="481330" y="405130"/>
                  </a:lnTo>
                  <a:lnTo>
                    <a:pt x="481330" y="401320"/>
                  </a:lnTo>
                  <a:lnTo>
                    <a:pt x="481330" y="3810"/>
                  </a:lnTo>
                  <a:lnTo>
                    <a:pt x="481330" y="0"/>
                  </a:lnTo>
                  <a:close/>
                </a:path>
              </a:pathLst>
            </a:custGeom>
            <a:solidFill>
              <a:srgbClr val="AD4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1438910" y="1819909"/>
              <a:ext cx="473709" cy="397510"/>
            </a:xfrm>
            <a:custGeom>
              <a:avLst/>
              <a:gdLst/>
              <a:ahLst/>
              <a:cxnLst/>
              <a:rect l="l" t="t" r="r" b="b"/>
              <a:pathLst>
                <a:path w="473710" h="397510">
                  <a:moveTo>
                    <a:pt x="473710" y="0"/>
                  </a:moveTo>
                  <a:lnTo>
                    <a:pt x="469900" y="0"/>
                  </a:lnTo>
                  <a:lnTo>
                    <a:pt x="469900" y="3810"/>
                  </a:lnTo>
                  <a:lnTo>
                    <a:pt x="469900" y="393700"/>
                  </a:lnTo>
                  <a:lnTo>
                    <a:pt x="3810" y="393700"/>
                  </a:lnTo>
                  <a:lnTo>
                    <a:pt x="3810" y="3810"/>
                  </a:lnTo>
                  <a:lnTo>
                    <a:pt x="469900" y="3810"/>
                  </a:lnTo>
                  <a:lnTo>
                    <a:pt x="46990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93700"/>
                  </a:lnTo>
                  <a:lnTo>
                    <a:pt x="0" y="397510"/>
                  </a:lnTo>
                  <a:lnTo>
                    <a:pt x="473710" y="397510"/>
                  </a:lnTo>
                  <a:lnTo>
                    <a:pt x="473710" y="393700"/>
                  </a:lnTo>
                  <a:lnTo>
                    <a:pt x="473710" y="3810"/>
                  </a:lnTo>
                  <a:lnTo>
                    <a:pt x="473710" y="0"/>
                  </a:lnTo>
                  <a:close/>
                </a:path>
              </a:pathLst>
            </a:custGeom>
            <a:solidFill>
              <a:srgbClr val="AE45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1442720" y="1823719"/>
              <a:ext cx="466090" cy="389890"/>
            </a:xfrm>
            <a:custGeom>
              <a:avLst/>
              <a:gdLst/>
              <a:ahLst/>
              <a:cxnLst/>
              <a:rect l="l" t="t" r="r" b="b"/>
              <a:pathLst>
                <a:path w="466089" h="389889">
                  <a:moveTo>
                    <a:pt x="466090" y="0"/>
                  </a:moveTo>
                  <a:lnTo>
                    <a:pt x="462280" y="0"/>
                  </a:lnTo>
                  <a:lnTo>
                    <a:pt x="462280" y="3810"/>
                  </a:lnTo>
                  <a:lnTo>
                    <a:pt x="462280" y="386080"/>
                  </a:lnTo>
                  <a:lnTo>
                    <a:pt x="3810" y="386080"/>
                  </a:lnTo>
                  <a:lnTo>
                    <a:pt x="3810" y="3810"/>
                  </a:lnTo>
                  <a:lnTo>
                    <a:pt x="462280" y="3810"/>
                  </a:lnTo>
                  <a:lnTo>
                    <a:pt x="46228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86080"/>
                  </a:lnTo>
                  <a:lnTo>
                    <a:pt x="0" y="389890"/>
                  </a:lnTo>
                  <a:lnTo>
                    <a:pt x="466090" y="389890"/>
                  </a:lnTo>
                  <a:lnTo>
                    <a:pt x="466090" y="386080"/>
                  </a:lnTo>
                  <a:lnTo>
                    <a:pt x="466090" y="3810"/>
                  </a:lnTo>
                  <a:lnTo>
                    <a:pt x="466090" y="0"/>
                  </a:lnTo>
                  <a:close/>
                </a:path>
              </a:pathLst>
            </a:custGeom>
            <a:solidFill>
              <a:srgbClr val="B045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1446530" y="1827529"/>
              <a:ext cx="458470" cy="382270"/>
            </a:xfrm>
            <a:custGeom>
              <a:avLst/>
              <a:gdLst/>
              <a:ahLst/>
              <a:cxnLst/>
              <a:rect l="l" t="t" r="r" b="b"/>
              <a:pathLst>
                <a:path w="458469" h="382269">
                  <a:moveTo>
                    <a:pt x="458470" y="0"/>
                  </a:moveTo>
                  <a:lnTo>
                    <a:pt x="455930" y="0"/>
                  </a:lnTo>
                  <a:lnTo>
                    <a:pt x="455930" y="3810"/>
                  </a:lnTo>
                  <a:lnTo>
                    <a:pt x="455930" y="379730"/>
                  </a:lnTo>
                  <a:lnTo>
                    <a:pt x="3810" y="379730"/>
                  </a:lnTo>
                  <a:lnTo>
                    <a:pt x="3810" y="3810"/>
                  </a:lnTo>
                  <a:lnTo>
                    <a:pt x="455930" y="3810"/>
                  </a:lnTo>
                  <a:lnTo>
                    <a:pt x="45593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79730"/>
                  </a:lnTo>
                  <a:lnTo>
                    <a:pt x="0" y="382270"/>
                  </a:lnTo>
                  <a:lnTo>
                    <a:pt x="458470" y="382270"/>
                  </a:lnTo>
                  <a:lnTo>
                    <a:pt x="458470" y="379730"/>
                  </a:lnTo>
                  <a:lnTo>
                    <a:pt x="458470" y="3810"/>
                  </a:lnTo>
                  <a:lnTo>
                    <a:pt x="458470" y="0"/>
                  </a:lnTo>
                  <a:close/>
                </a:path>
              </a:pathLst>
            </a:custGeom>
            <a:solidFill>
              <a:srgbClr val="B146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1450340" y="1831339"/>
              <a:ext cx="452120" cy="375920"/>
            </a:xfrm>
            <a:custGeom>
              <a:avLst/>
              <a:gdLst/>
              <a:ahLst/>
              <a:cxnLst/>
              <a:rect l="l" t="t" r="r" b="b"/>
              <a:pathLst>
                <a:path w="452119" h="375919">
                  <a:moveTo>
                    <a:pt x="452120" y="0"/>
                  </a:moveTo>
                  <a:lnTo>
                    <a:pt x="448310" y="0"/>
                  </a:lnTo>
                  <a:lnTo>
                    <a:pt x="448310" y="3810"/>
                  </a:lnTo>
                  <a:lnTo>
                    <a:pt x="448310" y="372110"/>
                  </a:lnTo>
                  <a:lnTo>
                    <a:pt x="2540" y="372110"/>
                  </a:lnTo>
                  <a:lnTo>
                    <a:pt x="2540" y="3810"/>
                  </a:lnTo>
                  <a:lnTo>
                    <a:pt x="448310" y="3810"/>
                  </a:lnTo>
                  <a:lnTo>
                    <a:pt x="44831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72110"/>
                  </a:lnTo>
                  <a:lnTo>
                    <a:pt x="0" y="375920"/>
                  </a:lnTo>
                  <a:lnTo>
                    <a:pt x="452120" y="375920"/>
                  </a:lnTo>
                  <a:lnTo>
                    <a:pt x="452120" y="372110"/>
                  </a:lnTo>
                  <a:lnTo>
                    <a:pt x="452120" y="3810"/>
                  </a:lnTo>
                  <a:lnTo>
                    <a:pt x="452120" y="0"/>
                  </a:lnTo>
                  <a:close/>
                </a:path>
              </a:pathLst>
            </a:custGeom>
            <a:solidFill>
              <a:srgbClr val="B346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1452880" y="1835149"/>
              <a:ext cx="445770" cy="368300"/>
            </a:xfrm>
            <a:custGeom>
              <a:avLst/>
              <a:gdLst/>
              <a:ahLst/>
              <a:cxnLst/>
              <a:rect l="l" t="t" r="r" b="b"/>
              <a:pathLst>
                <a:path w="445769" h="368300">
                  <a:moveTo>
                    <a:pt x="445770" y="0"/>
                  </a:moveTo>
                  <a:lnTo>
                    <a:pt x="441960" y="0"/>
                  </a:lnTo>
                  <a:lnTo>
                    <a:pt x="441960" y="2540"/>
                  </a:lnTo>
                  <a:lnTo>
                    <a:pt x="441960" y="364490"/>
                  </a:lnTo>
                  <a:lnTo>
                    <a:pt x="3810" y="364490"/>
                  </a:lnTo>
                  <a:lnTo>
                    <a:pt x="3810" y="2540"/>
                  </a:lnTo>
                  <a:lnTo>
                    <a:pt x="441960" y="2540"/>
                  </a:lnTo>
                  <a:lnTo>
                    <a:pt x="44196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364490"/>
                  </a:lnTo>
                  <a:lnTo>
                    <a:pt x="0" y="368300"/>
                  </a:lnTo>
                  <a:lnTo>
                    <a:pt x="445770" y="368300"/>
                  </a:lnTo>
                  <a:lnTo>
                    <a:pt x="445770" y="364490"/>
                  </a:lnTo>
                  <a:lnTo>
                    <a:pt x="445770" y="2540"/>
                  </a:lnTo>
                  <a:lnTo>
                    <a:pt x="445770" y="0"/>
                  </a:lnTo>
                  <a:close/>
                </a:path>
              </a:pathLst>
            </a:custGeom>
            <a:solidFill>
              <a:srgbClr val="B447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1456690" y="1837689"/>
              <a:ext cx="438150" cy="361950"/>
            </a:xfrm>
            <a:custGeom>
              <a:avLst/>
              <a:gdLst/>
              <a:ahLst/>
              <a:cxnLst/>
              <a:rect l="l" t="t" r="r" b="b"/>
              <a:pathLst>
                <a:path w="438150" h="361950">
                  <a:moveTo>
                    <a:pt x="438150" y="0"/>
                  </a:moveTo>
                  <a:lnTo>
                    <a:pt x="434340" y="0"/>
                  </a:lnTo>
                  <a:lnTo>
                    <a:pt x="434340" y="3810"/>
                  </a:lnTo>
                  <a:lnTo>
                    <a:pt x="434340" y="358140"/>
                  </a:lnTo>
                  <a:lnTo>
                    <a:pt x="3810" y="358140"/>
                  </a:lnTo>
                  <a:lnTo>
                    <a:pt x="3810" y="3810"/>
                  </a:lnTo>
                  <a:lnTo>
                    <a:pt x="434340" y="3810"/>
                  </a:lnTo>
                  <a:lnTo>
                    <a:pt x="43434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58140"/>
                  </a:lnTo>
                  <a:lnTo>
                    <a:pt x="0" y="361950"/>
                  </a:lnTo>
                  <a:lnTo>
                    <a:pt x="438150" y="361950"/>
                  </a:lnTo>
                  <a:lnTo>
                    <a:pt x="438150" y="358140"/>
                  </a:lnTo>
                  <a:lnTo>
                    <a:pt x="438150" y="3810"/>
                  </a:lnTo>
                  <a:lnTo>
                    <a:pt x="438150" y="0"/>
                  </a:lnTo>
                  <a:close/>
                </a:path>
              </a:pathLst>
            </a:custGeom>
            <a:solidFill>
              <a:srgbClr val="B548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1460500" y="1841499"/>
              <a:ext cx="430530" cy="354330"/>
            </a:xfrm>
            <a:custGeom>
              <a:avLst/>
              <a:gdLst/>
              <a:ahLst/>
              <a:cxnLst/>
              <a:rect l="l" t="t" r="r" b="b"/>
              <a:pathLst>
                <a:path w="430530" h="354330">
                  <a:moveTo>
                    <a:pt x="430530" y="0"/>
                  </a:moveTo>
                  <a:lnTo>
                    <a:pt x="426720" y="0"/>
                  </a:lnTo>
                  <a:lnTo>
                    <a:pt x="426720" y="3810"/>
                  </a:lnTo>
                  <a:lnTo>
                    <a:pt x="426720" y="350520"/>
                  </a:lnTo>
                  <a:lnTo>
                    <a:pt x="3810" y="350520"/>
                  </a:lnTo>
                  <a:lnTo>
                    <a:pt x="3810" y="3810"/>
                  </a:lnTo>
                  <a:lnTo>
                    <a:pt x="426720" y="3810"/>
                  </a:lnTo>
                  <a:lnTo>
                    <a:pt x="42672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50520"/>
                  </a:lnTo>
                  <a:lnTo>
                    <a:pt x="0" y="354330"/>
                  </a:lnTo>
                  <a:lnTo>
                    <a:pt x="430530" y="354330"/>
                  </a:lnTo>
                  <a:lnTo>
                    <a:pt x="430530" y="350520"/>
                  </a:lnTo>
                  <a:lnTo>
                    <a:pt x="430530" y="3810"/>
                  </a:lnTo>
                  <a:lnTo>
                    <a:pt x="430530" y="0"/>
                  </a:lnTo>
                  <a:close/>
                </a:path>
              </a:pathLst>
            </a:custGeom>
            <a:solidFill>
              <a:srgbClr val="B748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1464310" y="1845309"/>
              <a:ext cx="422909" cy="346710"/>
            </a:xfrm>
            <a:custGeom>
              <a:avLst/>
              <a:gdLst/>
              <a:ahLst/>
              <a:cxnLst/>
              <a:rect l="l" t="t" r="r" b="b"/>
              <a:pathLst>
                <a:path w="422910" h="346710">
                  <a:moveTo>
                    <a:pt x="422910" y="0"/>
                  </a:moveTo>
                  <a:lnTo>
                    <a:pt x="419100" y="0"/>
                  </a:lnTo>
                  <a:lnTo>
                    <a:pt x="419100" y="3810"/>
                  </a:lnTo>
                  <a:lnTo>
                    <a:pt x="419100" y="342900"/>
                  </a:lnTo>
                  <a:lnTo>
                    <a:pt x="3810" y="342900"/>
                  </a:lnTo>
                  <a:lnTo>
                    <a:pt x="3810" y="3810"/>
                  </a:lnTo>
                  <a:lnTo>
                    <a:pt x="419100" y="3810"/>
                  </a:lnTo>
                  <a:lnTo>
                    <a:pt x="41910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42900"/>
                  </a:lnTo>
                  <a:lnTo>
                    <a:pt x="0" y="346710"/>
                  </a:lnTo>
                  <a:lnTo>
                    <a:pt x="422910" y="346710"/>
                  </a:lnTo>
                  <a:lnTo>
                    <a:pt x="422910" y="342900"/>
                  </a:lnTo>
                  <a:lnTo>
                    <a:pt x="422910" y="3810"/>
                  </a:lnTo>
                  <a:lnTo>
                    <a:pt x="422910" y="0"/>
                  </a:lnTo>
                  <a:close/>
                </a:path>
              </a:pathLst>
            </a:custGeom>
            <a:solidFill>
              <a:srgbClr val="B84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1468120" y="1849119"/>
              <a:ext cx="415290" cy="339090"/>
            </a:xfrm>
            <a:custGeom>
              <a:avLst/>
              <a:gdLst/>
              <a:ahLst/>
              <a:cxnLst/>
              <a:rect l="l" t="t" r="r" b="b"/>
              <a:pathLst>
                <a:path w="415289" h="339089">
                  <a:moveTo>
                    <a:pt x="415290" y="0"/>
                  </a:moveTo>
                  <a:lnTo>
                    <a:pt x="411480" y="0"/>
                  </a:lnTo>
                  <a:lnTo>
                    <a:pt x="411480" y="3810"/>
                  </a:lnTo>
                  <a:lnTo>
                    <a:pt x="411480" y="335280"/>
                  </a:lnTo>
                  <a:lnTo>
                    <a:pt x="3810" y="335280"/>
                  </a:lnTo>
                  <a:lnTo>
                    <a:pt x="3810" y="3810"/>
                  </a:lnTo>
                  <a:lnTo>
                    <a:pt x="411480" y="3810"/>
                  </a:lnTo>
                  <a:lnTo>
                    <a:pt x="41148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35280"/>
                  </a:lnTo>
                  <a:lnTo>
                    <a:pt x="0" y="339090"/>
                  </a:lnTo>
                  <a:lnTo>
                    <a:pt x="415290" y="339090"/>
                  </a:lnTo>
                  <a:lnTo>
                    <a:pt x="415290" y="335280"/>
                  </a:lnTo>
                  <a:lnTo>
                    <a:pt x="415290" y="3810"/>
                  </a:lnTo>
                  <a:lnTo>
                    <a:pt x="415290" y="0"/>
                  </a:lnTo>
                  <a:close/>
                </a:path>
              </a:pathLst>
            </a:custGeom>
            <a:solidFill>
              <a:srgbClr val="BA4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1471930" y="1852929"/>
              <a:ext cx="407670" cy="331470"/>
            </a:xfrm>
            <a:custGeom>
              <a:avLst/>
              <a:gdLst/>
              <a:ahLst/>
              <a:cxnLst/>
              <a:rect l="l" t="t" r="r" b="b"/>
              <a:pathLst>
                <a:path w="407669" h="331469">
                  <a:moveTo>
                    <a:pt x="407670" y="0"/>
                  </a:moveTo>
                  <a:lnTo>
                    <a:pt x="403860" y="0"/>
                  </a:lnTo>
                  <a:lnTo>
                    <a:pt x="403860" y="3810"/>
                  </a:lnTo>
                  <a:lnTo>
                    <a:pt x="403860" y="328930"/>
                  </a:lnTo>
                  <a:lnTo>
                    <a:pt x="3810" y="328930"/>
                  </a:lnTo>
                  <a:lnTo>
                    <a:pt x="3810" y="3810"/>
                  </a:lnTo>
                  <a:lnTo>
                    <a:pt x="403860" y="3810"/>
                  </a:lnTo>
                  <a:lnTo>
                    <a:pt x="40386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28930"/>
                  </a:lnTo>
                  <a:lnTo>
                    <a:pt x="0" y="331470"/>
                  </a:lnTo>
                  <a:lnTo>
                    <a:pt x="407670" y="331470"/>
                  </a:lnTo>
                  <a:lnTo>
                    <a:pt x="407670" y="328930"/>
                  </a:lnTo>
                  <a:lnTo>
                    <a:pt x="407670" y="3810"/>
                  </a:lnTo>
                  <a:lnTo>
                    <a:pt x="407670" y="0"/>
                  </a:lnTo>
                  <a:close/>
                </a:path>
              </a:pathLst>
            </a:custGeom>
            <a:solidFill>
              <a:srgbClr val="BB4A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1475740" y="1856739"/>
              <a:ext cx="400050" cy="325120"/>
            </a:xfrm>
            <a:custGeom>
              <a:avLst/>
              <a:gdLst/>
              <a:ahLst/>
              <a:cxnLst/>
              <a:rect l="l" t="t" r="r" b="b"/>
              <a:pathLst>
                <a:path w="400050" h="325119">
                  <a:moveTo>
                    <a:pt x="400050" y="0"/>
                  </a:moveTo>
                  <a:lnTo>
                    <a:pt x="397510" y="0"/>
                  </a:lnTo>
                  <a:lnTo>
                    <a:pt x="397510" y="3810"/>
                  </a:lnTo>
                  <a:lnTo>
                    <a:pt x="397510" y="321310"/>
                  </a:lnTo>
                  <a:lnTo>
                    <a:pt x="2540" y="321310"/>
                  </a:lnTo>
                  <a:lnTo>
                    <a:pt x="2540" y="3810"/>
                  </a:lnTo>
                  <a:lnTo>
                    <a:pt x="397510" y="3810"/>
                  </a:lnTo>
                  <a:lnTo>
                    <a:pt x="39751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21310"/>
                  </a:lnTo>
                  <a:lnTo>
                    <a:pt x="0" y="325120"/>
                  </a:lnTo>
                  <a:lnTo>
                    <a:pt x="400050" y="325120"/>
                  </a:lnTo>
                  <a:lnTo>
                    <a:pt x="400050" y="321310"/>
                  </a:lnTo>
                  <a:lnTo>
                    <a:pt x="400050" y="3810"/>
                  </a:lnTo>
                  <a:lnTo>
                    <a:pt x="400050" y="0"/>
                  </a:lnTo>
                  <a:close/>
                </a:path>
              </a:pathLst>
            </a:custGeom>
            <a:solidFill>
              <a:srgbClr val="BD4A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1478280" y="1860549"/>
              <a:ext cx="394970" cy="317500"/>
            </a:xfrm>
            <a:custGeom>
              <a:avLst/>
              <a:gdLst/>
              <a:ahLst/>
              <a:cxnLst/>
              <a:rect l="l" t="t" r="r" b="b"/>
              <a:pathLst>
                <a:path w="394969" h="317500">
                  <a:moveTo>
                    <a:pt x="394970" y="0"/>
                  </a:moveTo>
                  <a:lnTo>
                    <a:pt x="391160" y="0"/>
                  </a:lnTo>
                  <a:lnTo>
                    <a:pt x="391160" y="2540"/>
                  </a:lnTo>
                  <a:lnTo>
                    <a:pt x="391160" y="313690"/>
                  </a:lnTo>
                  <a:lnTo>
                    <a:pt x="3810" y="313690"/>
                  </a:lnTo>
                  <a:lnTo>
                    <a:pt x="3810" y="2540"/>
                  </a:lnTo>
                  <a:lnTo>
                    <a:pt x="391160" y="2540"/>
                  </a:lnTo>
                  <a:lnTo>
                    <a:pt x="39116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313690"/>
                  </a:lnTo>
                  <a:lnTo>
                    <a:pt x="0" y="317500"/>
                  </a:lnTo>
                  <a:lnTo>
                    <a:pt x="394970" y="317500"/>
                  </a:lnTo>
                  <a:lnTo>
                    <a:pt x="394970" y="313690"/>
                  </a:lnTo>
                  <a:lnTo>
                    <a:pt x="394970" y="2540"/>
                  </a:lnTo>
                  <a:lnTo>
                    <a:pt x="394970" y="0"/>
                  </a:lnTo>
                  <a:close/>
                </a:path>
              </a:pathLst>
            </a:custGeom>
            <a:solidFill>
              <a:srgbClr val="BE4B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1482090" y="1863089"/>
              <a:ext cx="387350" cy="311150"/>
            </a:xfrm>
            <a:custGeom>
              <a:avLst/>
              <a:gdLst/>
              <a:ahLst/>
              <a:cxnLst/>
              <a:rect l="l" t="t" r="r" b="b"/>
              <a:pathLst>
                <a:path w="387350" h="311150">
                  <a:moveTo>
                    <a:pt x="387350" y="0"/>
                  </a:moveTo>
                  <a:lnTo>
                    <a:pt x="383540" y="0"/>
                  </a:lnTo>
                  <a:lnTo>
                    <a:pt x="383540" y="3810"/>
                  </a:lnTo>
                  <a:lnTo>
                    <a:pt x="383540" y="307340"/>
                  </a:lnTo>
                  <a:lnTo>
                    <a:pt x="3810" y="307340"/>
                  </a:lnTo>
                  <a:lnTo>
                    <a:pt x="3810" y="3810"/>
                  </a:lnTo>
                  <a:lnTo>
                    <a:pt x="383540" y="3810"/>
                  </a:lnTo>
                  <a:lnTo>
                    <a:pt x="38354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07340"/>
                  </a:lnTo>
                  <a:lnTo>
                    <a:pt x="0" y="311150"/>
                  </a:lnTo>
                  <a:lnTo>
                    <a:pt x="387350" y="311150"/>
                  </a:lnTo>
                  <a:lnTo>
                    <a:pt x="387350" y="307340"/>
                  </a:lnTo>
                  <a:lnTo>
                    <a:pt x="387350" y="3810"/>
                  </a:lnTo>
                  <a:lnTo>
                    <a:pt x="387350" y="0"/>
                  </a:lnTo>
                  <a:close/>
                </a:path>
              </a:pathLst>
            </a:custGeom>
            <a:solidFill>
              <a:srgbClr val="BF4C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1485900" y="1866899"/>
              <a:ext cx="379730" cy="303530"/>
            </a:xfrm>
            <a:custGeom>
              <a:avLst/>
              <a:gdLst/>
              <a:ahLst/>
              <a:cxnLst/>
              <a:rect l="l" t="t" r="r" b="b"/>
              <a:pathLst>
                <a:path w="379730" h="303530">
                  <a:moveTo>
                    <a:pt x="379730" y="0"/>
                  </a:moveTo>
                  <a:lnTo>
                    <a:pt x="375920" y="0"/>
                  </a:lnTo>
                  <a:lnTo>
                    <a:pt x="375920" y="3810"/>
                  </a:lnTo>
                  <a:lnTo>
                    <a:pt x="375920" y="299720"/>
                  </a:lnTo>
                  <a:lnTo>
                    <a:pt x="3810" y="299720"/>
                  </a:lnTo>
                  <a:lnTo>
                    <a:pt x="3810" y="3810"/>
                  </a:lnTo>
                  <a:lnTo>
                    <a:pt x="375920" y="3810"/>
                  </a:lnTo>
                  <a:lnTo>
                    <a:pt x="37592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299720"/>
                  </a:lnTo>
                  <a:lnTo>
                    <a:pt x="0" y="303530"/>
                  </a:lnTo>
                  <a:lnTo>
                    <a:pt x="379730" y="303530"/>
                  </a:lnTo>
                  <a:lnTo>
                    <a:pt x="379730" y="299720"/>
                  </a:lnTo>
                  <a:lnTo>
                    <a:pt x="379730" y="3810"/>
                  </a:lnTo>
                  <a:lnTo>
                    <a:pt x="379730" y="0"/>
                  </a:lnTo>
                  <a:close/>
                </a:path>
              </a:pathLst>
            </a:custGeom>
            <a:solidFill>
              <a:srgbClr val="C14C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1489710" y="1870709"/>
              <a:ext cx="372110" cy="295910"/>
            </a:xfrm>
            <a:custGeom>
              <a:avLst/>
              <a:gdLst/>
              <a:ahLst/>
              <a:cxnLst/>
              <a:rect l="l" t="t" r="r" b="b"/>
              <a:pathLst>
                <a:path w="372110" h="295910">
                  <a:moveTo>
                    <a:pt x="372110" y="0"/>
                  </a:moveTo>
                  <a:lnTo>
                    <a:pt x="368300" y="0"/>
                  </a:lnTo>
                  <a:lnTo>
                    <a:pt x="368300" y="3810"/>
                  </a:lnTo>
                  <a:lnTo>
                    <a:pt x="368300" y="292100"/>
                  </a:lnTo>
                  <a:lnTo>
                    <a:pt x="3810" y="292100"/>
                  </a:lnTo>
                  <a:lnTo>
                    <a:pt x="3810" y="3810"/>
                  </a:lnTo>
                  <a:lnTo>
                    <a:pt x="368300" y="3810"/>
                  </a:lnTo>
                  <a:lnTo>
                    <a:pt x="36830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292100"/>
                  </a:lnTo>
                  <a:lnTo>
                    <a:pt x="0" y="295910"/>
                  </a:lnTo>
                  <a:lnTo>
                    <a:pt x="372110" y="295910"/>
                  </a:lnTo>
                  <a:lnTo>
                    <a:pt x="372110" y="292100"/>
                  </a:lnTo>
                  <a:lnTo>
                    <a:pt x="372110" y="3810"/>
                  </a:lnTo>
                  <a:lnTo>
                    <a:pt x="372110" y="0"/>
                  </a:lnTo>
                  <a:close/>
                </a:path>
              </a:pathLst>
            </a:custGeom>
            <a:solidFill>
              <a:srgbClr val="C24D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1493520" y="1874519"/>
              <a:ext cx="364490" cy="288290"/>
            </a:xfrm>
            <a:custGeom>
              <a:avLst/>
              <a:gdLst/>
              <a:ahLst/>
              <a:cxnLst/>
              <a:rect l="l" t="t" r="r" b="b"/>
              <a:pathLst>
                <a:path w="364489" h="288289">
                  <a:moveTo>
                    <a:pt x="364490" y="0"/>
                  </a:moveTo>
                  <a:lnTo>
                    <a:pt x="360680" y="0"/>
                  </a:lnTo>
                  <a:lnTo>
                    <a:pt x="360680" y="3810"/>
                  </a:lnTo>
                  <a:lnTo>
                    <a:pt x="360680" y="285750"/>
                  </a:lnTo>
                  <a:lnTo>
                    <a:pt x="3810" y="285750"/>
                  </a:lnTo>
                  <a:lnTo>
                    <a:pt x="3810" y="3810"/>
                  </a:lnTo>
                  <a:lnTo>
                    <a:pt x="360680" y="3810"/>
                  </a:lnTo>
                  <a:lnTo>
                    <a:pt x="36068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285750"/>
                  </a:lnTo>
                  <a:lnTo>
                    <a:pt x="0" y="288290"/>
                  </a:lnTo>
                  <a:lnTo>
                    <a:pt x="364490" y="288290"/>
                  </a:lnTo>
                  <a:lnTo>
                    <a:pt x="364490" y="285750"/>
                  </a:lnTo>
                  <a:lnTo>
                    <a:pt x="364490" y="3810"/>
                  </a:lnTo>
                  <a:lnTo>
                    <a:pt x="364490" y="0"/>
                  </a:lnTo>
                  <a:close/>
                </a:path>
              </a:pathLst>
            </a:custGeom>
            <a:solidFill>
              <a:srgbClr val="C44D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1497330" y="1878329"/>
              <a:ext cx="356870" cy="281940"/>
            </a:xfrm>
            <a:custGeom>
              <a:avLst/>
              <a:gdLst/>
              <a:ahLst/>
              <a:cxnLst/>
              <a:rect l="l" t="t" r="r" b="b"/>
              <a:pathLst>
                <a:path w="356869" h="281939">
                  <a:moveTo>
                    <a:pt x="356870" y="0"/>
                  </a:moveTo>
                  <a:lnTo>
                    <a:pt x="354330" y="0"/>
                  </a:lnTo>
                  <a:lnTo>
                    <a:pt x="354330" y="3810"/>
                  </a:lnTo>
                  <a:lnTo>
                    <a:pt x="354330" y="278130"/>
                  </a:lnTo>
                  <a:lnTo>
                    <a:pt x="2540" y="278130"/>
                  </a:lnTo>
                  <a:lnTo>
                    <a:pt x="2540" y="3810"/>
                  </a:lnTo>
                  <a:lnTo>
                    <a:pt x="354330" y="3810"/>
                  </a:lnTo>
                  <a:lnTo>
                    <a:pt x="35433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278130"/>
                  </a:lnTo>
                  <a:lnTo>
                    <a:pt x="0" y="281940"/>
                  </a:lnTo>
                  <a:lnTo>
                    <a:pt x="356870" y="281940"/>
                  </a:lnTo>
                  <a:lnTo>
                    <a:pt x="356870" y="278130"/>
                  </a:lnTo>
                  <a:lnTo>
                    <a:pt x="356870" y="3810"/>
                  </a:lnTo>
                  <a:lnTo>
                    <a:pt x="356870" y="0"/>
                  </a:lnTo>
                  <a:close/>
                </a:path>
              </a:pathLst>
            </a:custGeom>
            <a:solidFill>
              <a:srgbClr val="C54E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1499870" y="1882139"/>
              <a:ext cx="351790" cy="274320"/>
            </a:xfrm>
            <a:custGeom>
              <a:avLst/>
              <a:gdLst/>
              <a:ahLst/>
              <a:cxnLst/>
              <a:rect l="l" t="t" r="r" b="b"/>
              <a:pathLst>
                <a:path w="351789" h="274319">
                  <a:moveTo>
                    <a:pt x="351790" y="0"/>
                  </a:moveTo>
                  <a:lnTo>
                    <a:pt x="347980" y="0"/>
                  </a:lnTo>
                  <a:lnTo>
                    <a:pt x="347980" y="3810"/>
                  </a:lnTo>
                  <a:lnTo>
                    <a:pt x="347980" y="270510"/>
                  </a:lnTo>
                  <a:lnTo>
                    <a:pt x="3810" y="270510"/>
                  </a:lnTo>
                  <a:lnTo>
                    <a:pt x="3810" y="3810"/>
                  </a:lnTo>
                  <a:lnTo>
                    <a:pt x="347980" y="3810"/>
                  </a:lnTo>
                  <a:lnTo>
                    <a:pt x="34798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270510"/>
                  </a:lnTo>
                  <a:lnTo>
                    <a:pt x="0" y="274320"/>
                  </a:lnTo>
                  <a:lnTo>
                    <a:pt x="351790" y="274320"/>
                  </a:lnTo>
                  <a:lnTo>
                    <a:pt x="351790" y="270510"/>
                  </a:lnTo>
                  <a:lnTo>
                    <a:pt x="351790" y="3810"/>
                  </a:lnTo>
                  <a:lnTo>
                    <a:pt x="351790" y="0"/>
                  </a:lnTo>
                  <a:close/>
                </a:path>
              </a:pathLst>
            </a:custGeom>
            <a:solidFill>
              <a:srgbClr val="C74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1503680" y="1885949"/>
              <a:ext cx="344170" cy="266700"/>
            </a:xfrm>
            <a:custGeom>
              <a:avLst/>
              <a:gdLst/>
              <a:ahLst/>
              <a:cxnLst/>
              <a:rect l="l" t="t" r="r" b="b"/>
              <a:pathLst>
                <a:path w="344169" h="266700">
                  <a:moveTo>
                    <a:pt x="344170" y="0"/>
                  </a:moveTo>
                  <a:lnTo>
                    <a:pt x="340360" y="0"/>
                  </a:lnTo>
                  <a:lnTo>
                    <a:pt x="340360" y="2540"/>
                  </a:lnTo>
                  <a:lnTo>
                    <a:pt x="340360" y="262890"/>
                  </a:lnTo>
                  <a:lnTo>
                    <a:pt x="3810" y="262890"/>
                  </a:lnTo>
                  <a:lnTo>
                    <a:pt x="3810" y="2540"/>
                  </a:lnTo>
                  <a:lnTo>
                    <a:pt x="340360" y="2540"/>
                  </a:lnTo>
                  <a:lnTo>
                    <a:pt x="34036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262890"/>
                  </a:lnTo>
                  <a:lnTo>
                    <a:pt x="0" y="266700"/>
                  </a:lnTo>
                  <a:lnTo>
                    <a:pt x="344170" y="266700"/>
                  </a:lnTo>
                  <a:lnTo>
                    <a:pt x="344170" y="262890"/>
                  </a:lnTo>
                  <a:lnTo>
                    <a:pt x="344170" y="2540"/>
                  </a:lnTo>
                  <a:lnTo>
                    <a:pt x="344170" y="0"/>
                  </a:lnTo>
                  <a:close/>
                </a:path>
              </a:pathLst>
            </a:custGeom>
            <a:solidFill>
              <a:srgbClr val="C84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1507490" y="1888489"/>
              <a:ext cx="336550" cy="260350"/>
            </a:xfrm>
            <a:custGeom>
              <a:avLst/>
              <a:gdLst/>
              <a:ahLst/>
              <a:cxnLst/>
              <a:rect l="l" t="t" r="r" b="b"/>
              <a:pathLst>
                <a:path w="336550" h="260350">
                  <a:moveTo>
                    <a:pt x="336550" y="0"/>
                  </a:moveTo>
                  <a:lnTo>
                    <a:pt x="332740" y="0"/>
                  </a:lnTo>
                  <a:lnTo>
                    <a:pt x="332740" y="3810"/>
                  </a:lnTo>
                  <a:lnTo>
                    <a:pt x="332740" y="256540"/>
                  </a:lnTo>
                  <a:lnTo>
                    <a:pt x="3810" y="256540"/>
                  </a:lnTo>
                  <a:lnTo>
                    <a:pt x="3810" y="3810"/>
                  </a:lnTo>
                  <a:lnTo>
                    <a:pt x="332740" y="3810"/>
                  </a:lnTo>
                  <a:lnTo>
                    <a:pt x="33274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256540"/>
                  </a:lnTo>
                  <a:lnTo>
                    <a:pt x="0" y="260350"/>
                  </a:lnTo>
                  <a:lnTo>
                    <a:pt x="336550" y="260350"/>
                  </a:lnTo>
                  <a:lnTo>
                    <a:pt x="336550" y="256540"/>
                  </a:lnTo>
                  <a:lnTo>
                    <a:pt x="336550" y="3810"/>
                  </a:lnTo>
                  <a:lnTo>
                    <a:pt x="336550" y="0"/>
                  </a:lnTo>
                  <a:close/>
                </a:path>
              </a:pathLst>
            </a:custGeom>
            <a:solidFill>
              <a:srgbClr val="CA5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1511300" y="1892299"/>
              <a:ext cx="328930" cy="252729"/>
            </a:xfrm>
            <a:custGeom>
              <a:avLst/>
              <a:gdLst/>
              <a:ahLst/>
              <a:cxnLst/>
              <a:rect l="l" t="t" r="r" b="b"/>
              <a:pathLst>
                <a:path w="328930" h="252730">
                  <a:moveTo>
                    <a:pt x="328930" y="0"/>
                  </a:moveTo>
                  <a:lnTo>
                    <a:pt x="325120" y="0"/>
                  </a:lnTo>
                  <a:lnTo>
                    <a:pt x="325120" y="3810"/>
                  </a:lnTo>
                  <a:lnTo>
                    <a:pt x="325120" y="248920"/>
                  </a:lnTo>
                  <a:lnTo>
                    <a:pt x="3810" y="248920"/>
                  </a:lnTo>
                  <a:lnTo>
                    <a:pt x="3810" y="3810"/>
                  </a:lnTo>
                  <a:lnTo>
                    <a:pt x="325120" y="3810"/>
                  </a:lnTo>
                  <a:lnTo>
                    <a:pt x="32512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248920"/>
                  </a:lnTo>
                  <a:lnTo>
                    <a:pt x="0" y="252730"/>
                  </a:lnTo>
                  <a:lnTo>
                    <a:pt x="328930" y="252730"/>
                  </a:lnTo>
                  <a:lnTo>
                    <a:pt x="328930" y="248920"/>
                  </a:lnTo>
                  <a:lnTo>
                    <a:pt x="328930" y="3810"/>
                  </a:lnTo>
                  <a:lnTo>
                    <a:pt x="328930" y="0"/>
                  </a:lnTo>
                  <a:close/>
                </a:path>
              </a:pathLst>
            </a:custGeom>
            <a:solidFill>
              <a:srgbClr val="CC5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1515110" y="1896109"/>
              <a:ext cx="321310" cy="245110"/>
            </a:xfrm>
            <a:custGeom>
              <a:avLst/>
              <a:gdLst/>
              <a:ahLst/>
              <a:cxnLst/>
              <a:rect l="l" t="t" r="r" b="b"/>
              <a:pathLst>
                <a:path w="321310" h="245110">
                  <a:moveTo>
                    <a:pt x="321310" y="0"/>
                  </a:moveTo>
                  <a:lnTo>
                    <a:pt x="317500" y="0"/>
                  </a:lnTo>
                  <a:lnTo>
                    <a:pt x="317500" y="3810"/>
                  </a:lnTo>
                  <a:lnTo>
                    <a:pt x="317500" y="241300"/>
                  </a:lnTo>
                  <a:lnTo>
                    <a:pt x="3810" y="241300"/>
                  </a:lnTo>
                  <a:lnTo>
                    <a:pt x="3810" y="3810"/>
                  </a:lnTo>
                  <a:lnTo>
                    <a:pt x="317500" y="3810"/>
                  </a:lnTo>
                  <a:lnTo>
                    <a:pt x="31750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241300"/>
                  </a:lnTo>
                  <a:lnTo>
                    <a:pt x="0" y="245110"/>
                  </a:lnTo>
                  <a:lnTo>
                    <a:pt x="321310" y="245110"/>
                  </a:lnTo>
                  <a:lnTo>
                    <a:pt x="321310" y="241300"/>
                  </a:lnTo>
                  <a:lnTo>
                    <a:pt x="321310" y="3810"/>
                  </a:lnTo>
                  <a:lnTo>
                    <a:pt x="321310" y="0"/>
                  </a:lnTo>
                  <a:close/>
                </a:path>
              </a:pathLst>
            </a:custGeom>
            <a:solidFill>
              <a:srgbClr val="CC5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1518920" y="1899919"/>
              <a:ext cx="313690" cy="237490"/>
            </a:xfrm>
            <a:custGeom>
              <a:avLst/>
              <a:gdLst/>
              <a:ahLst/>
              <a:cxnLst/>
              <a:rect l="l" t="t" r="r" b="b"/>
              <a:pathLst>
                <a:path w="313689" h="237489">
                  <a:moveTo>
                    <a:pt x="313690" y="0"/>
                  </a:moveTo>
                  <a:lnTo>
                    <a:pt x="311150" y="0"/>
                  </a:lnTo>
                  <a:lnTo>
                    <a:pt x="311150" y="3810"/>
                  </a:lnTo>
                  <a:lnTo>
                    <a:pt x="311150" y="234950"/>
                  </a:lnTo>
                  <a:lnTo>
                    <a:pt x="2540" y="234950"/>
                  </a:lnTo>
                  <a:lnTo>
                    <a:pt x="2540" y="3810"/>
                  </a:lnTo>
                  <a:lnTo>
                    <a:pt x="311150" y="3810"/>
                  </a:lnTo>
                  <a:lnTo>
                    <a:pt x="31115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234950"/>
                  </a:lnTo>
                  <a:lnTo>
                    <a:pt x="0" y="237490"/>
                  </a:lnTo>
                  <a:lnTo>
                    <a:pt x="313690" y="237490"/>
                  </a:lnTo>
                  <a:lnTo>
                    <a:pt x="313690" y="234950"/>
                  </a:lnTo>
                  <a:lnTo>
                    <a:pt x="313690" y="3810"/>
                  </a:lnTo>
                  <a:lnTo>
                    <a:pt x="313690" y="0"/>
                  </a:lnTo>
                  <a:close/>
                </a:path>
              </a:pathLst>
            </a:custGeom>
            <a:solidFill>
              <a:srgbClr val="CE5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1521460" y="1903729"/>
              <a:ext cx="308610" cy="231140"/>
            </a:xfrm>
            <a:custGeom>
              <a:avLst/>
              <a:gdLst/>
              <a:ahLst/>
              <a:cxnLst/>
              <a:rect l="l" t="t" r="r" b="b"/>
              <a:pathLst>
                <a:path w="308610" h="231139">
                  <a:moveTo>
                    <a:pt x="308610" y="0"/>
                  </a:moveTo>
                  <a:lnTo>
                    <a:pt x="304800" y="0"/>
                  </a:lnTo>
                  <a:lnTo>
                    <a:pt x="304800" y="3810"/>
                  </a:lnTo>
                  <a:lnTo>
                    <a:pt x="304800" y="227330"/>
                  </a:lnTo>
                  <a:lnTo>
                    <a:pt x="3810" y="227330"/>
                  </a:lnTo>
                  <a:lnTo>
                    <a:pt x="3810" y="3810"/>
                  </a:lnTo>
                  <a:lnTo>
                    <a:pt x="304800" y="3810"/>
                  </a:lnTo>
                  <a:lnTo>
                    <a:pt x="30480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227330"/>
                  </a:lnTo>
                  <a:lnTo>
                    <a:pt x="0" y="231140"/>
                  </a:lnTo>
                  <a:lnTo>
                    <a:pt x="308610" y="231140"/>
                  </a:lnTo>
                  <a:lnTo>
                    <a:pt x="308610" y="227330"/>
                  </a:lnTo>
                  <a:lnTo>
                    <a:pt x="308610" y="3810"/>
                  </a:lnTo>
                  <a:lnTo>
                    <a:pt x="308610" y="0"/>
                  </a:lnTo>
                  <a:close/>
                </a:path>
              </a:pathLst>
            </a:custGeom>
            <a:solidFill>
              <a:srgbClr val="CF52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1525270" y="1907539"/>
              <a:ext cx="300990" cy="223520"/>
            </a:xfrm>
            <a:custGeom>
              <a:avLst/>
              <a:gdLst/>
              <a:ahLst/>
              <a:cxnLst/>
              <a:rect l="l" t="t" r="r" b="b"/>
              <a:pathLst>
                <a:path w="300989" h="223519">
                  <a:moveTo>
                    <a:pt x="300990" y="0"/>
                  </a:moveTo>
                  <a:lnTo>
                    <a:pt x="297180" y="0"/>
                  </a:lnTo>
                  <a:lnTo>
                    <a:pt x="297180" y="2540"/>
                  </a:lnTo>
                  <a:lnTo>
                    <a:pt x="297180" y="219710"/>
                  </a:lnTo>
                  <a:lnTo>
                    <a:pt x="3810" y="219710"/>
                  </a:lnTo>
                  <a:lnTo>
                    <a:pt x="3810" y="2540"/>
                  </a:lnTo>
                  <a:lnTo>
                    <a:pt x="297180" y="2540"/>
                  </a:lnTo>
                  <a:lnTo>
                    <a:pt x="29718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219710"/>
                  </a:lnTo>
                  <a:lnTo>
                    <a:pt x="0" y="223520"/>
                  </a:lnTo>
                  <a:lnTo>
                    <a:pt x="300990" y="223520"/>
                  </a:lnTo>
                  <a:lnTo>
                    <a:pt x="300990" y="219710"/>
                  </a:lnTo>
                  <a:lnTo>
                    <a:pt x="300990" y="2540"/>
                  </a:lnTo>
                  <a:lnTo>
                    <a:pt x="300990" y="0"/>
                  </a:lnTo>
                  <a:close/>
                </a:path>
              </a:pathLst>
            </a:custGeom>
            <a:solidFill>
              <a:srgbClr val="D15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1529080" y="1910079"/>
              <a:ext cx="293370" cy="217170"/>
            </a:xfrm>
            <a:custGeom>
              <a:avLst/>
              <a:gdLst/>
              <a:ahLst/>
              <a:cxnLst/>
              <a:rect l="l" t="t" r="r" b="b"/>
              <a:pathLst>
                <a:path w="293369" h="217169">
                  <a:moveTo>
                    <a:pt x="293370" y="0"/>
                  </a:moveTo>
                  <a:lnTo>
                    <a:pt x="289560" y="0"/>
                  </a:lnTo>
                  <a:lnTo>
                    <a:pt x="289560" y="3810"/>
                  </a:lnTo>
                  <a:lnTo>
                    <a:pt x="289560" y="213360"/>
                  </a:lnTo>
                  <a:lnTo>
                    <a:pt x="3810" y="213360"/>
                  </a:lnTo>
                  <a:lnTo>
                    <a:pt x="3810" y="3810"/>
                  </a:lnTo>
                  <a:lnTo>
                    <a:pt x="289560" y="3810"/>
                  </a:lnTo>
                  <a:lnTo>
                    <a:pt x="28956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213360"/>
                  </a:lnTo>
                  <a:lnTo>
                    <a:pt x="0" y="217170"/>
                  </a:lnTo>
                  <a:lnTo>
                    <a:pt x="293370" y="217170"/>
                  </a:lnTo>
                  <a:lnTo>
                    <a:pt x="293370" y="213360"/>
                  </a:lnTo>
                  <a:lnTo>
                    <a:pt x="293370" y="3810"/>
                  </a:lnTo>
                  <a:lnTo>
                    <a:pt x="293370" y="0"/>
                  </a:lnTo>
                  <a:close/>
                </a:path>
              </a:pathLst>
            </a:custGeom>
            <a:solidFill>
              <a:srgbClr val="D25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1532890" y="1913889"/>
              <a:ext cx="285750" cy="209550"/>
            </a:xfrm>
            <a:custGeom>
              <a:avLst/>
              <a:gdLst/>
              <a:ahLst/>
              <a:cxnLst/>
              <a:rect l="l" t="t" r="r" b="b"/>
              <a:pathLst>
                <a:path w="285750" h="209550">
                  <a:moveTo>
                    <a:pt x="285750" y="0"/>
                  </a:moveTo>
                  <a:lnTo>
                    <a:pt x="281940" y="0"/>
                  </a:lnTo>
                  <a:lnTo>
                    <a:pt x="281940" y="3810"/>
                  </a:lnTo>
                  <a:lnTo>
                    <a:pt x="281940" y="205740"/>
                  </a:lnTo>
                  <a:lnTo>
                    <a:pt x="3810" y="205740"/>
                  </a:lnTo>
                  <a:lnTo>
                    <a:pt x="3810" y="3810"/>
                  </a:lnTo>
                  <a:lnTo>
                    <a:pt x="281940" y="3810"/>
                  </a:lnTo>
                  <a:lnTo>
                    <a:pt x="28194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205740"/>
                  </a:lnTo>
                  <a:lnTo>
                    <a:pt x="0" y="209550"/>
                  </a:lnTo>
                  <a:lnTo>
                    <a:pt x="285750" y="209550"/>
                  </a:lnTo>
                  <a:lnTo>
                    <a:pt x="285750" y="205740"/>
                  </a:lnTo>
                  <a:lnTo>
                    <a:pt x="285750" y="3810"/>
                  </a:lnTo>
                  <a:lnTo>
                    <a:pt x="285750" y="0"/>
                  </a:lnTo>
                  <a:close/>
                </a:path>
              </a:pathLst>
            </a:custGeom>
            <a:solidFill>
              <a:srgbClr val="D45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1536700" y="1917699"/>
              <a:ext cx="278130" cy="201930"/>
            </a:xfrm>
            <a:custGeom>
              <a:avLst/>
              <a:gdLst/>
              <a:ahLst/>
              <a:cxnLst/>
              <a:rect l="l" t="t" r="r" b="b"/>
              <a:pathLst>
                <a:path w="278130" h="201930">
                  <a:moveTo>
                    <a:pt x="278130" y="0"/>
                  </a:moveTo>
                  <a:lnTo>
                    <a:pt x="274320" y="0"/>
                  </a:lnTo>
                  <a:lnTo>
                    <a:pt x="274320" y="3810"/>
                  </a:lnTo>
                  <a:lnTo>
                    <a:pt x="274320" y="198120"/>
                  </a:lnTo>
                  <a:lnTo>
                    <a:pt x="3810" y="198120"/>
                  </a:lnTo>
                  <a:lnTo>
                    <a:pt x="3810" y="3810"/>
                  </a:lnTo>
                  <a:lnTo>
                    <a:pt x="274320" y="3810"/>
                  </a:lnTo>
                  <a:lnTo>
                    <a:pt x="27432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198120"/>
                  </a:lnTo>
                  <a:lnTo>
                    <a:pt x="0" y="201930"/>
                  </a:lnTo>
                  <a:lnTo>
                    <a:pt x="278130" y="201930"/>
                  </a:lnTo>
                  <a:lnTo>
                    <a:pt x="278130" y="198120"/>
                  </a:lnTo>
                  <a:lnTo>
                    <a:pt x="278130" y="3810"/>
                  </a:lnTo>
                  <a:lnTo>
                    <a:pt x="278130" y="0"/>
                  </a:lnTo>
                  <a:close/>
                </a:path>
              </a:pathLst>
            </a:custGeom>
            <a:solidFill>
              <a:srgbClr val="D55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1540510" y="1921509"/>
              <a:ext cx="270510" cy="194310"/>
            </a:xfrm>
            <a:custGeom>
              <a:avLst/>
              <a:gdLst/>
              <a:ahLst/>
              <a:cxnLst/>
              <a:rect l="l" t="t" r="r" b="b"/>
              <a:pathLst>
                <a:path w="270510" h="194310">
                  <a:moveTo>
                    <a:pt x="270510" y="0"/>
                  </a:moveTo>
                  <a:lnTo>
                    <a:pt x="267970" y="0"/>
                  </a:lnTo>
                  <a:lnTo>
                    <a:pt x="267970" y="3810"/>
                  </a:lnTo>
                  <a:lnTo>
                    <a:pt x="267970" y="191770"/>
                  </a:lnTo>
                  <a:lnTo>
                    <a:pt x="2540" y="191770"/>
                  </a:lnTo>
                  <a:lnTo>
                    <a:pt x="2540" y="3810"/>
                  </a:lnTo>
                  <a:lnTo>
                    <a:pt x="267970" y="3810"/>
                  </a:lnTo>
                  <a:lnTo>
                    <a:pt x="26797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191770"/>
                  </a:lnTo>
                  <a:lnTo>
                    <a:pt x="0" y="194310"/>
                  </a:lnTo>
                  <a:lnTo>
                    <a:pt x="270510" y="194310"/>
                  </a:lnTo>
                  <a:lnTo>
                    <a:pt x="270510" y="191770"/>
                  </a:lnTo>
                  <a:lnTo>
                    <a:pt x="270510" y="3810"/>
                  </a:lnTo>
                  <a:lnTo>
                    <a:pt x="270510" y="0"/>
                  </a:lnTo>
                  <a:close/>
                </a:path>
              </a:pathLst>
            </a:custGeom>
            <a:solidFill>
              <a:srgbClr val="D755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1543050" y="1925319"/>
              <a:ext cx="265430" cy="187960"/>
            </a:xfrm>
            <a:custGeom>
              <a:avLst/>
              <a:gdLst/>
              <a:ahLst/>
              <a:cxnLst/>
              <a:rect l="l" t="t" r="r" b="b"/>
              <a:pathLst>
                <a:path w="265430" h="187960">
                  <a:moveTo>
                    <a:pt x="265430" y="0"/>
                  </a:moveTo>
                  <a:lnTo>
                    <a:pt x="261620" y="0"/>
                  </a:lnTo>
                  <a:lnTo>
                    <a:pt x="261620" y="3810"/>
                  </a:lnTo>
                  <a:lnTo>
                    <a:pt x="261620" y="184150"/>
                  </a:lnTo>
                  <a:lnTo>
                    <a:pt x="3810" y="184150"/>
                  </a:lnTo>
                  <a:lnTo>
                    <a:pt x="3810" y="3810"/>
                  </a:lnTo>
                  <a:lnTo>
                    <a:pt x="261620" y="3810"/>
                  </a:lnTo>
                  <a:lnTo>
                    <a:pt x="26162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184150"/>
                  </a:lnTo>
                  <a:lnTo>
                    <a:pt x="0" y="187960"/>
                  </a:lnTo>
                  <a:lnTo>
                    <a:pt x="265430" y="187960"/>
                  </a:lnTo>
                  <a:lnTo>
                    <a:pt x="265430" y="184150"/>
                  </a:lnTo>
                  <a:lnTo>
                    <a:pt x="265430" y="3810"/>
                  </a:lnTo>
                  <a:lnTo>
                    <a:pt x="265430" y="0"/>
                  </a:lnTo>
                  <a:close/>
                </a:path>
              </a:pathLst>
            </a:custGeom>
            <a:solidFill>
              <a:srgbClr val="D855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1546860" y="1929129"/>
              <a:ext cx="257810" cy="180340"/>
            </a:xfrm>
            <a:custGeom>
              <a:avLst/>
              <a:gdLst/>
              <a:ahLst/>
              <a:cxnLst/>
              <a:rect l="l" t="t" r="r" b="b"/>
              <a:pathLst>
                <a:path w="257810" h="180339">
                  <a:moveTo>
                    <a:pt x="257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0" y="176530"/>
                  </a:lnTo>
                  <a:lnTo>
                    <a:pt x="0" y="180340"/>
                  </a:lnTo>
                  <a:lnTo>
                    <a:pt x="257810" y="180340"/>
                  </a:lnTo>
                  <a:lnTo>
                    <a:pt x="257810" y="176530"/>
                  </a:lnTo>
                  <a:lnTo>
                    <a:pt x="3810" y="176530"/>
                  </a:lnTo>
                  <a:lnTo>
                    <a:pt x="3810" y="2540"/>
                  </a:lnTo>
                  <a:lnTo>
                    <a:pt x="257810" y="2540"/>
                  </a:lnTo>
                  <a:lnTo>
                    <a:pt x="257810" y="0"/>
                  </a:lnTo>
                  <a:close/>
                </a:path>
              </a:pathLst>
            </a:custGeom>
            <a:solidFill>
              <a:srgbClr val="D956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2" name="object 27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550669" y="1931670"/>
              <a:ext cx="254000" cy="173990"/>
            </a:xfrm>
            <a:prstGeom prst="rect">
              <a:avLst/>
            </a:prstGeom>
          </p:spPr>
        </p:pic>
        <p:sp>
          <p:nvSpPr>
            <p:cNvPr id="273" name="object 273"/>
            <p:cNvSpPr/>
            <p:nvPr/>
          </p:nvSpPr>
          <p:spPr>
            <a:xfrm>
              <a:off x="1295400" y="1676400"/>
              <a:ext cx="762000" cy="685800"/>
            </a:xfrm>
            <a:custGeom>
              <a:avLst/>
              <a:gdLst/>
              <a:ahLst/>
              <a:cxnLst/>
              <a:rect l="l" t="t" r="r" b="b"/>
              <a:pathLst>
                <a:path w="762000" h="685800">
                  <a:moveTo>
                    <a:pt x="381000" y="685800"/>
                  </a:moveTo>
                  <a:lnTo>
                    <a:pt x="0" y="685800"/>
                  </a:lnTo>
                  <a:lnTo>
                    <a:pt x="0" y="0"/>
                  </a:lnTo>
                  <a:lnTo>
                    <a:pt x="762000" y="0"/>
                  </a:lnTo>
                  <a:lnTo>
                    <a:pt x="762000" y="685800"/>
                  </a:lnTo>
                  <a:lnTo>
                    <a:pt x="381000" y="685800"/>
                  </a:lnTo>
                  <a:close/>
                </a:path>
              </a:pathLst>
            </a:custGeom>
            <a:ln w="93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2208530" y="1676399"/>
              <a:ext cx="763270" cy="685800"/>
            </a:xfrm>
            <a:custGeom>
              <a:avLst/>
              <a:gdLst/>
              <a:ahLst/>
              <a:cxnLst/>
              <a:rect l="l" t="t" r="r" b="b"/>
              <a:pathLst>
                <a:path w="763269" h="685800">
                  <a:moveTo>
                    <a:pt x="763270" y="0"/>
                  </a:moveTo>
                  <a:lnTo>
                    <a:pt x="759460" y="0"/>
                  </a:lnTo>
                  <a:lnTo>
                    <a:pt x="759460" y="2540"/>
                  </a:lnTo>
                  <a:lnTo>
                    <a:pt x="759460" y="681990"/>
                  </a:lnTo>
                  <a:lnTo>
                    <a:pt x="3810" y="681990"/>
                  </a:lnTo>
                  <a:lnTo>
                    <a:pt x="3810" y="2540"/>
                  </a:lnTo>
                  <a:lnTo>
                    <a:pt x="759460" y="2540"/>
                  </a:lnTo>
                  <a:lnTo>
                    <a:pt x="75946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681990"/>
                  </a:lnTo>
                  <a:lnTo>
                    <a:pt x="0" y="685800"/>
                  </a:lnTo>
                  <a:lnTo>
                    <a:pt x="763270" y="685800"/>
                  </a:lnTo>
                  <a:lnTo>
                    <a:pt x="763270" y="681990"/>
                  </a:lnTo>
                  <a:lnTo>
                    <a:pt x="763270" y="2540"/>
                  </a:lnTo>
                  <a:lnTo>
                    <a:pt x="763270" y="0"/>
                  </a:lnTo>
                  <a:close/>
                </a:path>
              </a:pathLst>
            </a:custGeom>
            <a:solidFill>
              <a:srgbClr val="752E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2212340" y="1678939"/>
              <a:ext cx="755650" cy="679450"/>
            </a:xfrm>
            <a:custGeom>
              <a:avLst/>
              <a:gdLst/>
              <a:ahLst/>
              <a:cxnLst/>
              <a:rect l="l" t="t" r="r" b="b"/>
              <a:pathLst>
                <a:path w="755650" h="679450">
                  <a:moveTo>
                    <a:pt x="755650" y="0"/>
                  </a:moveTo>
                  <a:lnTo>
                    <a:pt x="751840" y="0"/>
                  </a:lnTo>
                  <a:lnTo>
                    <a:pt x="751840" y="3810"/>
                  </a:lnTo>
                  <a:lnTo>
                    <a:pt x="751840" y="675640"/>
                  </a:lnTo>
                  <a:lnTo>
                    <a:pt x="3810" y="675640"/>
                  </a:lnTo>
                  <a:lnTo>
                    <a:pt x="3810" y="3810"/>
                  </a:lnTo>
                  <a:lnTo>
                    <a:pt x="751840" y="3810"/>
                  </a:lnTo>
                  <a:lnTo>
                    <a:pt x="75184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75640"/>
                  </a:lnTo>
                  <a:lnTo>
                    <a:pt x="0" y="679450"/>
                  </a:lnTo>
                  <a:lnTo>
                    <a:pt x="755650" y="679450"/>
                  </a:lnTo>
                  <a:lnTo>
                    <a:pt x="755650" y="675640"/>
                  </a:lnTo>
                  <a:lnTo>
                    <a:pt x="755650" y="3810"/>
                  </a:lnTo>
                  <a:lnTo>
                    <a:pt x="755650" y="0"/>
                  </a:lnTo>
                  <a:close/>
                </a:path>
              </a:pathLst>
            </a:custGeom>
            <a:solidFill>
              <a:srgbClr val="762E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2216150" y="1682749"/>
              <a:ext cx="748030" cy="671830"/>
            </a:xfrm>
            <a:custGeom>
              <a:avLst/>
              <a:gdLst/>
              <a:ahLst/>
              <a:cxnLst/>
              <a:rect l="l" t="t" r="r" b="b"/>
              <a:pathLst>
                <a:path w="748030" h="671830">
                  <a:moveTo>
                    <a:pt x="748030" y="0"/>
                  </a:moveTo>
                  <a:lnTo>
                    <a:pt x="744220" y="0"/>
                  </a:lnTo>
                  <a:lnTo>
                    <a:pt x="744220" y="3810"/>
                  </a:lnTo>
                  <a:lnTo>
                    <a:pt x="744220" y="668020"/>
                  </a:lnTo>
                  <a:lnTo>
                    <a:pt x="3810" y="668020"/>
                  </a:lnTo>
                  <a:lnTo>
                    <a:pt x="3810" y="3810"/>
                  </a:lnTo>
                  <a:lnTo>
                    <a:pt x="744220" y="3810"/>
                  </a:lnTo>
                  <a:lnTo>
                    <a:pt x="74422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68020"/>
                  </a:lnTo>
                  <a:lnTo>
                    <a:pt x="0" y="671830"/>
                  </a:lnTo>
                  <a:lnTo>
                    <a:pt x="748030" y="671830"/>
                  </a:lnTo>
                  <a:lnTo>
                    <a:pt x="748030" y="668020"/>
                  </a:lnTo>
                  <a:lnTo>
                    <a:pt x="748030" y="3810"/>
                  </a:lnTo>
                  <a:lnTo>
                    <a:pt x="748030" y="0"/>
                  </a:lnTo>
                  <a:close/>
                </a:path>
              </a:pathLst>
            </a:custGeom>
            <a:solidFill>
              <a:srgbClr val="772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2219960" y="1686559"/>
              <a:ext cx="740410" cy="664210"/>
            </a:xfrm>
            <a:custGeom>
              <a:avLst/>
              <a:gdLst/>
              <a:ahLst/>
              <a:cxnLst/>
              <a:rect l="l" t="t" r="r" b="b"/>
              <a:pathLst>
                <a:path w="740410" h="664210">
                  <a:moveTo>
                    <a:pt x="740410" y="0"/>
                  </a:moveTo>
                  <a:lnTo>
                    <a:pt x="736600" y="0"/>
                  </a:lnTo>
                  <a:lnTo>
                    <a:pt x="736600" y="3810"/>
                  </a:lnTo>
                  <a:lnTo>
                    <a:pt x="736600" y="660400"/>
                  </a:lnTo>
                  <a:lnTo>
                    <a:pt x="3810" y="660400"/>
                  </a:lnTo>
                  <a:lnTo>
                    <a:pt x="3810" y="3810"/>
                  </a:lnTo>
                  <a:lnTo>
                    <a:pt x="736600" y="3810"/>
                  </a:lnTo>
                  <a:lnTo>
                    <a:pt x="73660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60400"/>
                  </a:lnTo>
                  <a:lnTo>
                    <a:pt x="0" y="664210"/>
                  </a:lnTo>
                  <a:lnTo>
                    <a:pt x="740410" y="664210"/>
                  </a:lnTo>
                  <a:lnTo>
                    <a:pt x="740410" y="660400"/>
                  </a:lnTo>
                  <a:lnTo>
                    <a:pt x="740410" y="3810"/>
                  </a:lnTo>
                  <a:lnTo>
                    <a:pt x="740410" y="0"/>
                  </a:lnTo>
                  <a:close/>
                </a:path>
              </a:pathLst>
            </a:custGeom>
            <a:solidFill>
              <a:srgbClr val="792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2223770" y="1690369"/>
              <a:ext cx="732790" cy="656590"/>
            </a:xfrm>
            <a:custGeom>
              <a:avLst/>
              <a:gdLst/>
              <a:ahLst/>
              <a:cxnLst/>
              <a:rect l="l" t="t" r="r" b="b"/>
              <a:pathLst>
                <a:path w="732789" h="656589">
                  <a:moveTo>
                    <a:pt x="732790" y="0"/>
                  </a:moveTo>
                  <a:lnTo>
                    <a:pt x="730250" y="0"/>
                  </a:lnTo>
                  <a:lnTo>
                    <a:pt x="730250" y="3810"/>
                  </a:lnTo>
                  <a:lnTo>
                    <a:pt x="730250" y="654050"/>
                  </a:lnTo>
                  <a:lnTo>
                    <a:pt x="3810" y="654050"/>
                  </a:lnTo>
                  <a:lnTo>
                    <a:pt x="3810" y="3810"/>
                  </a:lnTo>
                  <a:lnTo>
                    <a:pt x="730250" y="3810"/>
                  </a:lnTo>
                  <a:lnTo>
                    <a:pt x="73025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54050"/>
                  </a:lnTo>
                  <a:lnTo>
                    <a:pt x="0" y="656590"/>
                  </a:lnTo>
                  <a:lnTo>
                    <a:pt x="732790" y="656590"/>
                  </a:lnTo>
                  <a:lnTo>
                    <a:pt x="732790" y="654050"/>
                  </a:lnTo>
                  <a:lnTo>
                    <a:pt x="732790" y="3810"/>
                  </a:lnTo>
                  <a:lnTo>
                    <a:pt x="732790" y="0"/>
                  </a:lnTo>
                  <a:close/>
                </a:path>
              </a:pathLst>
            </a:custGeom>
            <a:solidFill>
              <a:srgbClr val="7A3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2227580" y="1694179"/>
              <a:ext cx="726440" cy="650240"/>
            </a:xfrm>
            <a:custGeom>
              <a:avLst/>
              <a:gdLst/>
              <a:ahLst/>
              <a:cxnLst/>
              <a:rect l="l" t="t" r="r" b="b"/>
              <a:pathLst>
                <a:path w="726439" h="650239">
                  <a:moveTo>
                    <a:pt x="726440" y="0"/>
                  </a:moveTo>
                  <a:lnTo>
                    <a:pt x="722630" y="0"/>
                  </a:lnTo>
                  <a:lnTo>
                    <a:pt x="722630" y="3810"/>
                  </a:lnTo>
                  <a:lnTo>
                    <a:pt x="722630" y="646430"/>
                  </a:lnTo>
                  <a:lnTo>
                    <a:pt x="2540" y="646430"/>
                  </a:lnTo>
                  <a:lnTo>
                    <a:pt x="2540" y="3810"/>
                  </a:lnTo>
                  <a:lnTo>
                    <a:pt x="722630" y="3810"/>
                  </a:lnTo>
                  <a:lnTo>
                    <a:pt x="72263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46430"/>
                  </a:lnTo>
                  <a:lnTo>
                    <a:pt x="0" y="650240"/>
                  </a:lnTo>
                  <a:lnTo>
                    <a:pt x="726440" y="650240"/>
                  </a:lnTo>
                  <a:lnTo>
                    <a:pt x="726440" y="646430"/>
                  </a:lnTo>
                  <a:lnTo>
                    <a:pt x="726440" y="3810"/>
                  </a:lnTo>
                  <a:lnTo>
                    <a:pt x="726440" y="0"/>
                  </a:lnTo>
                  <a:close/>
                </a:path>
              </a:pathLst>
            </a:custGeom>
            <a:solidFill>
              <a:srgbClr val="7C3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2230120" y="1697989"/>
              <a:ext cx="720090" cy="642620"/>
            </a:xfrm>
            <a:custGeom>
              <a:avLst/>
              <a:gdLst/>
              <a:ahLst/>
              <a:cxnLst/>
              <a:rect l="l" t="t" r="r" b="b"/>
              <a:pathLst>
                <a:path w="720089" h="642619">
                  <a:moveTo>
                    <a:pt x="720090" y="0"/>
                  </a:moveTo>
                  <a:lnTo>
                    <a:pt x="716280" y="0"/>
                  </a:lnTo>
                  <a:lnTo>
                    <a:pt x="716280" y="2540"/>
                  </a:lnTo>
                  <a:lnTo>
                    <a:pt x="716280" y="638810"/>
                  </a:lnTo>
                  <a:lnTo>
                    <a:pt x="3810" y="638810"/>
                  </a:lnTo>
                  <a:lnTo>
                    <a:pt x="3810" y="2540"/>
                  </a:lnTo>
                  <a:lnTo>
                    <a:pt x="716280" y="2540"/>
                  </a:lnTo>
                  <a:lnTo>
                    <a:pt x="71628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638810"/>
                  </a:lnTo>
                  <a:lnTo>
                    <a:pt x="0" y="642620"/>
                  </a:lnTo>
                  <a:lnTo>
                    <a:pt x="720090" y="642620"/>
                  </a:lnTo>
                  <a:lnTo>
                    <a:pt x="720090" y="638810"/>
                  </a:lnTo>
                  <a:lnTo>
                    <a:pt x="720090" y="2540"/>
                  </a:lnTo>
                  <a:lnTo>
                    <a:pt x="720090" y="0"/>
                  </a:lnTo>
                  <a:close/>
                </a:path>
              </a:pathLst>
            </a:custGeom>
            <a:solidFill>
              <a:srgbClr val="7D3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2233930" y="1700529"/>
              <a:ext cx="712470" cy="636270"/>
            </a:xfrm>
            <a:custGeom>
              <a:avLst/>
              <a:gdLst/>
              <a:ahLst/>
              <a:cxnLst/>
              <a:rect l="l" t="t" r="r" b="b"/>
              <a:pathLst>
                <a:path w="712469" h="636269">
                  <a:moveTo>
                    <a:pt x="712470" y="0"/>
                  </a:moveTo>
                  <a:lnTo>
                    <a:pt x="708660" y="0"/>
                  </a:lnTo>
                  <a:lnTo>
                    <a:pt x="708660" y="3810"/>
                  </a:lnTo>
                  <a:lnTo>
                    <a:pt x="708660" y="632460"/>
                  </a:lnTo>
                  <a:lnTo>
                    <a:pt x="3810" y="632460"/>
                  </a:lnTo>
                  <a:lnTo>
                    <a:pt x="3810" y="3810"/>
                  </a:lnTo>
                  <a:lnTo>
                    <a:pt x="708660" y="3810"/>
                  </a:lnTo>
                  <a:lnTo>
                    <a:pt x="70866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32460"/>
                  </a:lnTo>
                  <a:lnTo>
                    <a:pt x="0" y="636270"/>
                  </a:lnTo>
                  <a:lnTo>
                    <a:pt x="712470" y="636270"/>
                  </a:lnTo>
                  <a:lnTo>
                    <a:pt x="712470" y="632460"/>
                  </a:lnTo>
                  <a:lnTo>
                    <a:pt x="712470" y="3810"/>
                  </a:lnTo>
                  <a:lnTo>
                    <a:pt x="712470" y="0"/>
                  </a:lnTo>
                  <a:close/>
                </a:path>
              </a:pathLst>
            </a:custGeom>
            <a:solidFill>
              <a:srgbClr val="7F3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2237740" y="1704339"/>
              <a:ext cx="704850" cy="628650"/>
            </a:xfrm>
            <a:custGeom>
              <a:avLst/>
              <a:gdLst/>
              <a:ahLst/>
              <a:cxnLst/>
              <a:rect l="l" t="t" r="r" b="b"/>
              <a:pathLst>
                <a:path w="704850" h="628650">
                  <a:moveTo>
                    <a:pt x="704850" y="0"/>
                  </a:moveTo>
                  <a:lnTo>
                    <a:pt x="701040" y="0"/>
                  </a:lnTo>
                  <a:lnTo>
                    <a:pt x="701040" y="3810"/>
                  </a:lnTo>
                  <a:lnTo>
                    <a:pt x="701040" y="624840"/>
                  </a:lnTo>
                  <a:lnTo>
                    <a:pt x="3810" y="624840"/>
                  </a:lnTo>
                  <a:lnTo>
                    <a:pt x="3810" y="3810"/>
                  </a:lnTo>
                  <a:lnTo>
                    <a:pt x="701040" y="3810"/>
                  </a:lnTo>
                  <a:lnTo>
                    <a:pt x="70104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24840"/>
                  </a:lnTo>
                  <a:lnTo>
                    <a:pt x="0" y="628650"/>
                  </a:lnTo>
                  <a:lnTo>
                    <a:pt x="704850" y="628650"/>
                  </a:lnTo>
                  <a:lnTo>
                    <a:pt x="704850" y="624840"/>
                  </a:lnTo>
                  <a:lnTo>
                    <a:pt x="704850" y="3810"/>
                  </a:lnTo>
                  <a:lnTo>
                    <a:pt x="704850" y="0"/>
                  </a:lnTo>
                  <a:close/>
                </a:path>
              </a:pathLst>
            </a:custGeom>
            <a:solidFill>
              <a:srgbClr val="803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2241550" y="1708149"/>
              <a:ext cx="697230" cy="621030"/>
            </a:xfrm>
            <a:custGeom>
              <a:avLst/>
              <a:gdLst/>
              <a:ahLst/>
              <a:cxnLst/>
              <a:rect l="l" t="t" r="r" b="b"/>
              <a:pathLst>
                <a:path w="697230" h="621030">
                  <a:moveTo>
                    <a:pt x="697230" y="0"/>
                  </a:moveTo>
                  <a:lnTo>
                    <a:pt x="693420" y="0"/>
                  </a:lnTo>
                  <a:lnTo>
                    <a:pt x="693420" y="3810"/>
                  </a:lnTo>
                  <a:lnTo>
                    <a:pt x="693420" y="617220"/>
                  </a:lnTo>
                  <a:lnTo>
                    <a:pt x="3810" y="617220"/>
                  </a:lnTo>
                  <a:lnTo>
                    <a:pt x="3810" y="3810"/>
                  </a:lnTo>
                  <a:lnTo>
                    <a:pt x="693420" y="3810"/>
                  </a:lnTo>
                  <a:lnTo>
                    <a:pt x="69342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17220"/>
                  </a:lnTo>
                  <a:lnTo>
                    <a:pt x="0" y="621030"/>
                  </a:lnTo>
                  <a:lnTo>
                    <a:pt x="697230" y="621030"/>
                  </a:lnTo>
                  <a:lnTo>
                    <a:pt x="697230" y="617220"/>
                  </a:lnTo>
                  <a:lnTo>
                    <a:pt x="697230" y="3810"/>
                  </a:lnTo>
                  <a:lnTo>
                    <a:pt x="697230" y="0"/>
                  </a:lnTo>
                  <a:close/>
                </a:path>
              </a:pathLst>
            </a:custGeom>
            <a:solidFill>
              <a:srgbClr val="813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2245360" y="1711959"/>
              <a:ext cx="689610" cy="613410"/>
            </a:xfrm>
            <a:custGeom>
              <a:avLst/>
              <a:gdLst/>
              <a:ahLst/>
              <a:cxnLst/>
              <a:rect l="l" t="t" r="r" b="b"/>
              <a:pathLst>
                <a:path w="689610" h="613410">
                  <a:moveTo>
                    <a:pt x="689610" y="0"/>
                  </a:moveTo>
                  <a:lnTo>
                    <a:pt x="687070" y="0"/>
                  </a:lnTo>
                  <a:lnTo>
                    <a:pt x="687070" y="3810"/>
                  </a:lnTo>
                  <a:lnTo>
                    <a:pt x="687070" y="610870"/>
                  </a:lnTo>
                  <a:lnTo>
                    <a:pt x="3810" y="610870"/>
                  </a:lnTo>
                  <a:lnTo>
                    <a:pt x="3810" y="3810"/>
                  </a:lnTo>
                  <a:lnTo>
                    <a:pt x="687070" y="3810"/>
                  </a:lnTo>
                  <a:lnTo>
                    <a:pt x="68707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10870"/>
                  </a:lnTo>
                  <a:lnTo>
                    <a:pt x="0" y="613410"/>
                  </a:lnTo>
                  <a:lnTo>
                    <a:pt x="689610" y="613410"/>
                  </a:lnTo>
                  <a:lnTo>
                    <a:pt x="689610" y="610870"/>
                  </a:lnTo>
                  <a:lnTo>
                    <a:pt x="689610" y="3810"/>
                  </a:lnTo>
                  <a:lnTo>
                    <a:pt x="689610" y="0"/>
                  </a:lnTo>
                  <a:close/>
                </a:path>
              </a:pathLst>
            </a:custGeom>
            <a:solidFill>
              <a:srgbClr val="833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2249170" y="1715769"/>
              <a:ext cx="683260" cy="607060"/>
            </a:xfrm>
            <a:custGeom>
              <a:avLst/>
              <a:gdLst/>
              <a:ahLst/>
              <a:cxnLst/>
              <a:rect l="l" t="t" r="r" b="b"/>
              <a:pathLst>
                <a:path w="683260" h="607060">
                  <a:moveTo>
                    <a:pt x="683260" y="0"/>
                  </a:moveTo>
                  <a:lnTo>
                    <a:pt x="679450" y="0"/>
                  </a:lnTo>
                  <a:lnTo>
                    <a:pt x="679450" y="3810"/>
                  </a:lnTo>
                  <a:lnTo>
                    <a:pt x="679450" y="603250"/>
                  </a:lnTo>
                  <a:lnTo>
                    <a:pt x="2540" y="603250"/>
                  </a:lnTo>
                  <a:lnTo>
                    <a:pt x="2540" y="3810"/>
                  </a:lnTo>
                  <a:lnTo>
                    <a:pt x="679450" y="3810"/>
                  </a:lnTo>
                  <a:lnTo>
                    <a:pt x="67945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03250"/>
                  </a:lnTo>
                  <a:lnTo>
                    <a:pt x="0" y="607060"/>
                  </a:lnTo>
                  <a:lnTo>
                    <a:pt x="683260" y="607060"/>
                  </a:lnTo>
                  <a:lnTo>
                    <a:pt x="683260" y="603250"/>
                  </a:lnTo>
                  <a:lnTo>
                    <a:pt x="683260" y="3810"/>
                  </a:lnTo>
                  <a:lnTo>
                    <a:pt x="683260" y="0"/>
                  </a:lnTo>
                  <a:close/>
                </a:path>
              </a:pathLst>
            </a:custGeom>
            <a:solidFill>
              <a:srgbClr val="843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2251710" y="1719579"/>
              <a:ext cx="676910" cy="599440"/>
            </a:xfrm>
            <a:custGeom>
              <a:avLst/>
              <a:gdLst/>
              <a:ahLst/>
              <a:cxnLst/>
              <a:rect l="l" t="t" r="r" b="b"/>
              <a:pathLst>
                <a:path w="676910" h="599439">
                  <a:moveTo>
                    <a:pt x="676910" y="0"/>
                  </a:moveTo>
                  <a:lnTo>
                    <a:pt x="673100" y="0"/>
                  </a:lnTo>
                  <a:lnTo>
                    <a:pt x="673100" y="2540"/>
                  </a:lnTo>
                  <a:lnTo>
                    <a:pt x="673100" y="595630"/>
                  </a:lnTo>
                  <a:lnTo>
                    <a:pt x="3810" y="595630"/>
                  </a:lnTo>
                  <a:lnTo>
                    <a:pt x="3810" y="2540"/>
                  </a:lnTo>
                  <a:lnTo>
                    <a:pt x="673100" y="2540"/>
                  </a:lnTo>
                  <a:lnTo>
                    <a:pt x="67310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595630"/>
                  </a:lnTo>
                  <a:lnTo>
                    <a:pt x="0" y="599440"/>
                  </a:lnTo>
                  <a:lnTo>
                    <a:pt x="676910" y="599440"/>
                  </a:lnTo>
                  <a:lnTo>
                    <a:pt x="676910" y="595630"/>
                  </a:lnTo>
                  <a:lnTo>
                    <a:pt x="676910" y="2540"/>
                  </a:lnTo>
                  <a:lnTo>
                    <a:pt x="676910" y="0"/>
                  </a:lnTo>
                  <a:close/>
                </a:path>
              </a:pathLst>
            </a:custGeom>
            <a:solidFill>
              <a:srgbClr val="863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2255520" y="1722119"/>
              <a:ext cx="669290" cy="593090"/>
            </a:xfrm>
            <a:custGeom>
              <a:avLst/>
              <a:gdLst/>
              <a:ahLst/>
              <a:cxnLst/>
              <a:rect l="l" t="t" r="r" b="b"/>
              <a:pathLst>
                <a:path w="669289" h="593089">
                  <a:moveTo>
                    <a:pt x="669290" y="0"/>
                  </a:moveTo>
                  <a:lnTo>
                    <a:pt x="665480" y="0"/>
                  </a:lnTo>
                  <a:lnTo>
                    <a:pt x="665480" y="3810"/>
                  </a:lnTo>
                  <a:lnTo>
                    <a:pt x="665480" y="589280"/>
                  </a:lnTo>
                  <a:lnTo>
                    <a:pt x="3810" y="589280"/>
                  </a:lnTo>
                  <a:lnTo>
                    <a:pt x="3810" y="3810"/>
                  </a:lnTo>
                  <a:lnTo>
                    <a:pt x="665480" y="3810"/>
                  </a:lnTo>
                  <a:lnTo>
                    <a:pt x="66548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89280"/>
                  </a:lnTo>
                  <a:lnTo>
                    <a:pt x="0" y="593090"/>
                  </a:lnTo>
                  <a:lnTo>
                    <a:pt x="669290" y="593090"/>
                  </a:lnTo>
                  <a:lnTo>
                    <a:pt x="669290" y="589280"/>
                  </a:lnTo>
                  <a:lnTo>
                    <a:pt x="669290" y="3810"/>
                  </a:lnTo>
                  <a:lnTo>
                    <a:pt x="669290" y="0"/>
                  </a:lnTo>
                  <a:close/>
                </a:path>
              </a:pathLst>
            </a:custGeom>
            <a:solidFill>
              <a:srgbClr val="8735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2259330" y="1725929"/>
              <a:ext cx="661670" cy="585470"/>
            </a:xfrm>
            <a:custGeom>
              <a:avLst/>
              <a:gdLst/>
              <a:ahLst/>
              <a:cxnLst/>
              <a:rect l="l" t="t" r="r" b="b"/>
              <a:pathLst>
                <a:path w="661669" h="585469">
                  <a:moveTo>
                    <a:pt x="661670" y="0"/>
                  </a:moveTo>
                  <a:lnTo>
                    <a:pt x="657860" y="0"/>
                  </a:lnTo>
                  <a:lnTo>
                    <a:pt x="657860" y="3810"/>
                  </a:lnTo>
                  <a:lnTo>
                    <a:pt x="657860" y="581660"/>
                  </a:lnTo>
                  <a:lnTo>
                    <a:pt x="3810" y="581660"/>
                  </a:lnTo>
                  <a:lnTo>
                    <a:pt x="3810" y="3810"/>
                  </a:lnTo>
                  <a:lnTo>
                    <a:pt x="657860" y="3810"/>
                  </a:lnTo>
                  <a:lnTo>
                    <a:pt x="65786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81660"/>
                  </a:lnTo>
                  <a:lnTo>
                    <a:pt x="0" y="585470"/>
                  </a:lnTo>
                  <a:lnTo>
                    <a:pt x="661670" y="585470"/>
                  </a:lnTo>
                  <a:lnTo>
                    <a:pt x="661670" y="581660"/>
                  </a:lnTo>
                  <a:lnTo>
                    <a:pt x="661670" y="3810"/>
                  </a:lnTo>
                  <a:lnTo>
                    <a:pt x="661670" y="0"/>
                  </a:lnTo>
                  <a:close/>
                </a:path>
              </a:pathLst>
            </a:custGeom>
            <a:solidFill>
              <a:srgbClr val="8936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2263140" y="1729739"/>
              <a:ext cx="654050" cy="577850"/>
            </a:xfrm>
            <a:custGeom>
              <a:avLst/>
              <a:gdLst/>
              <a:ahLst/>
              <a:cxnLst/>
              <a:rect l="l" t="t" r="r" b="b"/>
              <a:pathLst>
                <a:path w="654050" h="577850">
                  <a:moveTo>
                    <a:pt x="654050" y="0"/>
                  </a:moveTo>
                  <a:lnTo>
                    <a:pt x="650240" y="0"/>
                  </a:lnTo>
                  <a:lnTo>
                    <a:pt x="650240" y="3810"/>
                  </a:lnTo>
                  <a:lnTo>
                    <a:pt x="650240" y="574040"/>
                  </a:lnTo>
                  <a:lnTo>
                    <a:pt x="3810" y="574040"/>
                  </a:lnTo>
                  <a:lnTo>
                    <a:pt x="3810" y="3810"/>
                  </a:lnTo>
                  <a:lnTo>
                    <a:pt x="650240" y="3810"/>
                  </a:lnTo>
                  <a:lnTo>
                    <a:pt x="65024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74040"/>
                  </a:lnTo>
                  <a:lnTo>
                    <a:pt x="0" y="577850"/>
                  </a:lnTo>
                  <a:lnTo>
                    <a:pt x="654050" y="577850"/>
                  </a:lnTo>
                  <a:lnTo>
                    <a:pt x="654050" y="574040"/>
                  </a:lnTo>
                  <a:lnTo>
                    <a:pt x="654050" y="3810"/>
                  </a:lnTo>
                  <a:lnTo>
                    <a:pt x="654050" y="0"/>
                  </a:lnTo>
                  <a:close/>
                </a:path>
              </a:pathLst>
            </a:custGeom>
            <a:solidFill>
              <a:srgbClr val="8A36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2266950" y="1733549"/>
              <a:ext cx="646430" cy="570230"/>
            </a:xfrm>
            <a:custGeom>
              <a:avLst/>
              <a:gdLst/>
              <a:ahLst/>
              <a:cxnLst/>
              <a:rect l="l" t="t" r="r" b="b"/>
              <a:pathLst>
                <a:path w="646430" h="570230">
                  <a:moveTo>
                    <a:pt x="646430" y="0"/>
                  </a:moveTo>
                  <a:lnTo>
                    <a:pt x="643890" y="0"/>
                  </a:lnTo>
                  <a:lnTo>
                    <a:pt x="643890" y="3810"/>
                  </a:lnTo>
                  <a:lnTo>
                    <a:pt x="643890" y="567690"/>
                  </a:lnTo>
                  <a:lnTo>
                    <a:pt x="3810" y="567690"/>
                  </a:lnTo>
                  <a:lnTo>
                    <a:pt x="3810" y="3810"/>
                  </a:lnTo>
                  <a:lnTo>
                    <a:pt x="643890" y="3810"/>
                  </a:lnTo>
                  <a:lnTo>
                    <a:pt x="64389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67690"/>
                  </a:lnTo>
                  <a:lnTo>
                    <a:pt x="0" y="570230"/>
                  </a:lnTo>
                  <a:lnTo>
                    <a:pt x="646430" y="570230"/>
                  </a:lnTo>
                  <a:lnTo>
                    <a:pt x="646430" y="567690"/>
                  </a:lnTo>
                  <a:lnTo>
                    <a:pt x="646430" y="3810"/>
                  </a:lnTo>
                  <a:lnTo>
                    <a:pt x="646430" y="0"/>
                  </a:lnTo>
                  <a:close/>
                </a:path>
              </a:pathLst>
            </a:custGeom>
            <a:solidFill>
              <a:srgbClr val="8C37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2270760" y="1737359"/>
              <a:ext cx="640080" cy="563880"/>
            </a:xfrm>
            <a:custGeom>
              <a:avLst/>
              <a:gdLst/>
              <a:ahLst/>
              <a:cxnLst/>
              <a:rect l="l" t="t" r="r" b="b"/>
              <a:pathLst>
                <a:path w="640080" h="563880">
                  <a:moveTo>
                    <a:pt x="640080" y="0"/>
                  </a:moveTo>
                  <a:lnTo>
                    <a:pt x="636270" y="0"/>
                  </a:lnTo>
                  <a:lnTo>
                    <a:pt x="636270" y="3810"/>
                  </a:lnTo>
                  <a:lnTo>
                    <a:pt x="636270" y="560070"/>
                  </a:lnTo>
                  <a:lnTo>
                    <a:pt x="2540" y="560070"/>
                  </a:lnTo>
                  <a:lnTo>
                    <a:pt x="2540" y="3810"/>
                  </a:lnTo>
                  <a:lnTo>
                    <a:pt x="636270" y="3810"/>
                  </a:lnTo>
                  <a:lnTo>
                    <a:pt x="63627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60070"/>
                  </a:lnTo>
                  <a:lnTo>
                    <a:pt x="0" y="563880"/>
                  </a:lnTo>
                  <a:lnTo>
                    <a:pt x="640080" y="563880"/>
                  </a:lnTo>
                  <a:lnTo>
                    <a:pt x="640080" y="560070"/>
                  </a:lnTo>
                  <a:lnTo>
                    <a:pt x="640080" y="3810"/>
                  </a:lnTo>
                  <a:lnTo>
                    <a:pt x="640080" y="0"/>
                  </a:lnTo>
                  <a:close/>
                </a:path>
              </a:pathLst>
            </a:custGeom>
            <a:solidFill>
              <a:srgbClr val="8D37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2273300" y="1741169"/>
              <a:ext cx="633730" cy="556260"/>
            </a:xfrm>
            <a:custGeom>
              <a:avLst/>
              <a:gdLst/>
              <a:ahLst/>
              <a:cxnLst/>
              <a:rect l="l" t="t" r="r" b="b"/>
              <a:pathLst>
                <a:path w="633730" h="556260">
                  <a:moveTo>
                    <a:pt x="633730" y="0"/>
                  </a:moveTo>
                  <a:lnTo>
                    <a:pt x="629920" y="0"/>
                  </a:lnTo>
                  <a:lnTo>
                    <a:pt x="629920" y="2540"/>
                  </a:lnTo>
                  <a:lnTo>
                    <a:pt x="629920" y="552450"/>
                  </a:lnTo>
                  <a:lnTo>
                    <a:pt x="3810" y="552450"/>
                  </a:lnTo>
                  <a:lnTo>
                    <a:pt x="3810" y="2540"/>
                  </a:lnTo>
                  <a:lnTo>
                    <a:pt x="629920" y="2540"/>
                  </a:lnTo>
                  <a:lnTo>
                    <a:pt x="62992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552450"/>
                  </a:lnTo>
                  <a:lnTo>
                    <a:pt x="0" y="556260"/>
                  </a:lnTo>
                  <a:lnTo>
                    <a:pt x="633730" y="556260"/>
                  </a:lnTo>
                  <a:lnTo>
                    <a:pt x="633730" y="552450"/>
                  </a:lnTo>
                  <a:lnTo>
                    <a:pt x="633730" y="2540"/>
                  </a:lnTo>
                  <a:lnTo>
                    <a:pt x="633730" y="0"/>
                  </a:lnTo>
                  <a:close/>
                </a:path>
              </a:pathLst>
            </a:custGeom>
            <a:solidFill>
              <a:srgbClr val="8E38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2277110" y="1743709"/>
              <a:ext cx="626110" cy="549910"/>
            </a:xfrm>
            <a:custGeom>
              <a:avLst/>
              <a:gdLst/>
              <a:ahLst/>
              <a:cxnLst/>
              <a:rect l="l" t="t" r="r" b="b"/>
              <a:pathLst>
                <a:path w="626110" h="549910">
                  <a:moveTo>
                    <a:pt x="626110" y="0"/>
                  </a:moveTo>
                  <a:lnTo>
                    <a:pt x="622300" y="0"/>
                  </a:lnTo>
                  <a:lnTo>
                    <a:pt x="622300" y="3810"/>
                  </a:lnTo>
                  <a:lnTo>
                    <a:pt x="622300" y="546100"/>
                  </a:lnTo>
                  <a:lnTo>
                    <a:pt x="3810" y="546100"/>
                  </a:lnTo>
                  <a:lnTo>
                    <a:pt x="3810" y="3810"/>
                  </a:lnTo>
                  <a:lnTo>
                    <a:pt x="622300" y="3810"/>
                  </a:lnTo>
                  <a:lnTo>
                    <a:pt x="62230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46100"/>
                  </a:lnTo>
                  <a:lnTo>
                    <a:pt x="0" y="549910"/>
                  </a:lnTo>
                  <a:lnTo>
                    <a:pt x="626110" y="549910"/>
                  </a:lnTo>
                  <a:lnTo>
                    <a:pt x="626110" y="546100"/>
                  </a:lnTo>
                  <a:lnTo>
                    <a:pt x="626110" y="3810"/>
                  </a:lnTo>
                  <a:lnTo>
                    <a:pt x="626110" y="0"/>
                  </a:lnTo>
                  <a:close/>
                </a:path>
              </a:pathLst>
            </a:custGeom>
            <a:solidFill>
              <a:srgbClr val="903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2280920" y="1747519"/>
              <a:ext cx="618490" cy="542290"/>
            </a:xfrm>
            <a:custGeom>
              <a:avLst/>
              <a:gdLst/>
              <a:ahLst/>
              <a:cxnLst/>
              <a:rect l="l" t="t" r="r" b="b"/>
              <a:pathLst>
                <a:path w="618489" h="542289">
                  <a:moveTo>
                    <a:pt x="618490" y="0"/>
                  </a:moveTo>
                  <a:lnTo>
                    <a:pt x="614680" y="0"/>
                  </a:lnTo>
                  <a:lnTo>
                    <a:pt x="614680" y="3810"/>
                  </a:lnTo>
                  <a:lnTo>
                    <a:pt x="614680" y="538480"/>
                  </a:lnTo>
                  <a:lnTo>
                    <a:pt x="3810" y="538480"/>
                  </a:lnTo>
                  <a:lnTo>
                    <a:pt x="3810" y="3810"/>
                  </a:lnTo>
                  <a:lnTo>
                    <a:pt x="614680" y="3810"/>
                  </a:lnTo>
                  <a:lnTo>
                    <a:pt x="61468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38480"/>
                  </a:lnTo>
                  <a:lnTo>
                    <a:pt x="0" y="542290"/>
                  </a:lnTo>
                  <a:lnTo>
                    <a:pt x="618490" y="542290"/>
                  </a:lnTo>
                  <a:lnTo>
                    <a:pt x="618490" y="538480"/>
                  </a:lnTo>
                  <a:lnTo>
                    <a:pt x="618490" y="3810"/>
                  </a:lnTo>
                  <a:lnTo>
                    <a:pt x="618490" y="0"/>
                  </a:lnTo>
                  <a:close/>
                </a:path>
              </a:pathLst>
            </a:custGeom>
            <a:solidFill>
              <a:srgbClr val="913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2284730" y="1751329"/>
              <a:ext cx="610870" cy="534670"/>
            </a:xfrm>
            <a:custGeom>
              <a:avLst/>
              <a:gdLst/>
              <a:ahLst/>
              <a:cxnLst/>
              <a:rect l="l" t="t" r="r" b="b"/>
              <a:pathLst>
                <a:path w="610869" h="534669">
                  <a:moveTo>
                    <a:pt x="610870" y="0"/>
                  </a:moveTo>
                  <a:lnTo>
                    <a:pt x="607060" y="0"/>
                  </a:lnTo>
                  <a:lnTo>
                    <a:pt x="607060" y="3810"/>
                  </a:lnTo>
                  <a:lnTo>
                    <a:pt x="607060" y="530860"/>
                  </a:lnTo>
                  <a:lnTo>
                    <a:pt x="3810" y="530860"/>
                  </a:lnTo>
                  <a:lnTo>
                    <a:pt x="3810" y="3810"/>
                  </a:lnTo>
                  <a:lnTo>
                    <a:pt x="607060" y="3810"/>
                  </a:lnTo>
                  <a:lnTo>
                    <a:pt x="60706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30860"/>
                  </a:lnTo>
                  <a:lnTo>
                    <a:pt x="0" y="534670"/>
                  </a:lnTo>
                  <a:lnTo>
                    <a:pt x="610870" y="534670"/>
                  </a:lnTo>
                  <a:lnTo>
                    <a:pt x="610870" y="530860"/>
                  </a:lnTo>
                  <a:lnTo>
                    <a:pt x="610870" y="3810"/>
                  </a:lnTo>
                  <a:lnTo>
                    <a:pt x="610870" y="0"/>
                  </a:lnTo>
                  <a:close/>
                </a:path>
              </a:pathLst>
            </a:custGeom>
            <a:solidFill>
              <a:srgbClr val="933A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2288540" y="1755139"/>
              <a:ext cx="603250" cy="527050"/>
            </a:xfrm>
            <a:custGeom>
              <a:avLst/>
              <a:gdLst/>
              <a:ahLst/>
              <a:cxnLst/>
              <a:rect l="l" t="t" r="r" b="b"/>
              <a:pathLst>
                <a:path w="603250" h="527050">
                  <a:moveTo>
                    <a:pt x="603250" y="0"/>
                  </a:moveTo>
                  <a:lnTo>
                    <a:pt x="600710" y="0"/>
                  </a:lnTo>
                  <a:lnTo>
                    <a:pt x="600710" y="3810"/>
                  </a:lnTo>
                  <a:lnTo>
                    <a:pt x="600710" y="524510"/>
                  </a:lnTo>
                  <a:lnTo>
                    <a:pt x="3810" y="524510"/>
                  </a:lnTo>
                  <a:lnTo>
                    <a:pt x="3810" y="3810"/>
                  </a:lnTo>
                  <a:lnTo>
                    <a:pt x="600710" y="3810"/>
                  </a:lnTo>
                  <a:lnTo>
                    <a:pt x="60071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24510"/>
                  </a:lnTo>
                  <a:lnTo>
                    <a:pt x="0" y="527050"/>
                  </a:lnTo>
                  <a:lnTo>
                    <a:pt x="603250" y="527050"/>
                  </a:lnTo>
                  <a:lnTo>
                    <a:pt x="603250" y="524510"/>
                  </a:lnTo>
                  <a:lnTo>
                    <a:pt x="603250" y="3810"/>
                  </a:lnTo>
                  <a:lnTo>
                    <a:pt x="603250" y="0"/>
                  </a:lnTo>
                  <a:close/>
                </a:path>
              </a:pathLst>
            </a:custGeom>
            <a:solidFill>
              <a:srgbClr val="943A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2292350" y="1758949"/>
              <a:ext cx="596900" cy="520700"/>
            </a:xfrm>
            <a:custGeom>
              <a:avLst/>
              <a:gdLst/>
              <a:ahLst/>
              <a:cxnLst/>
              <a:rect l="l" t="t" r="r" b="b"/>
              <a:pathLst>
                <a:path w="596900" h="520700">
                  <a:moveTo>
                    <a:pt x="596900" y="0"/>
                  </a:moveTo>
                  <a:lnTo>
                    <a:pt x="591820" y="0"/>
                  </a:lnTo>
                  <a:lnTo>
                    <a:pt x="591820" y="3810"/>
                  </a:lnTo>
                  <a:lnTo>
                    <a:pt x="591820" y="515620"/>
                  </a:lnTo>
                  <a:lnTo>
                    <a:pt x="3810" y="515620"/>
                  </a:lnTo>
                  <a:lnTo>
                    <a:pt x="3810" y="3810"/>
                  </a:lnTo>
                  <a:lnTo>
                    <a:pt x="591820" y="3810"/>
                  </a:lnTo>
                  <a:lnTo>
                    <a:pt x="59182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15620"/>
                  </a:lnTo>
                  <a:lnTo>
                    <a:pt x="0" y="520700"/>
                  </a:lnTo>
                  <a:lnTo>
                    <a:pt x="596900" y="520700"/>
                  </a:lnTo>
                  <a:lnTo>
                    <a:pt x="596900" y="515620"/>
                  </a:lnTo>
                  <a:lnTo>
                    <a:pt x="596900" y="3810"/>
                  </a:lnTo>
                  <a:lnTo>
                    <a:pt x="596900" y="0"/>
                  </a:lnTo>
                  <a:close/>
                </a:path>
              </a:pathLst>
            </a:custGeom>
            <a:solidFill>
              <a:srgbClr val="963B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2296160" y="1762759"/>
              <a:ext cx="588010" cy="511809"/>
            </a:xfrm>
            <a:custGeom>
              <a:avLst/>
              <a:gdLst/>
              <a:ahLst/>
              <a:cxnLst/>
              <a:rect l="l" t="t" r="r" b="b"/>
              <a:pathLst>
                <a:path w="588010" h="511810">
                  <a:moveTo>
                    <a:pt x="588010" y="0"/>
                  </a:moveTo>
                  <a:lnTo>
                    <a:pt x="585470" y="0"/>
                  </a:lnTo>
                  <a:lnTo>
                    <a:pt x="585470" y="3810"/>
                  </a:lnTo>
                  <a:lnTo>
                    <a:pt x="585470" y="509270"/>
                  </a:lnTo>
                  <a:lnTo>
                    <a:pt x="2540" y="509270"/>
                  </a:lnTo>
                  <a:lnTo>
                    <a:pt x="2540" y="3810"/>
                  </a:lnTo>
                  <a:lnTo>
                    <a:pt x="585470" y="3810"/>
                  </a:lnTo>
                  <a:lnTo>
                    <a:pt x="58547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09270"/>
                  </a:lnTo>
                  <a:lnTo>
                    <a:pt x="0" y="511810"/>
                  </a:lnTo>
                  <a:lnTo>
                    <a:pt x="588010" y="511810"/>
                  </a:lnTo>
                  <a:lnTo>
                    <a:pt x="588010" y="509270"/>
                  </a:lnTo>
                  <a:lnTo>
                    <a:pt x="588010" y="3810"/>
                  </a:lnTo>
                  <a:lnTo>
                    <a:pt x="588010" y="0"/>
                  </a:lnTo>
                  <a:close/>
                </a:path>
              </a:pathLst>
            </a:custGeom>
            <a:solidFill>
              <a:srgbClr val="973B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2298700" y="1766569"/>
              <a:ext cx="582930" cy="505459"/>
            </a:xfrm>
            <a:custGeom>
              <a:avLst/>
              <a:gdLst/>
              <a:ahLst/>
              <a:cxnLst/>
              <a:rect l="l" t="t" r="r" b="b"/>
              <a:pathLst>
                <a:path w="582930" h="505460">
                  <a:moveTo>
                    <a:pt x="582930" y="0"/>
                  </a:moveTo>
                  <a:lnTo>
                    <a:pt x="579120" y="0"/>
                  </a:lnTo>
                  <a:lnTo>
                    <a:pt x="579120" y="3810"/>
                  </a:lnTo>
                  <a:lnTo>
                    <a:pt x="579120" y="501650"/>
                  </a:lnTo>
                  <a:lnTo>
                    <a:pt x="3810" y="501650"/>
                  </a:lnTo>
                  <a:lnTo>
                    <a:pt x="3810" y="3810"/>
                  </a:lnTo>
                  <a:lnTo>
                    <a:pt x="579120" y="3810"/>
                  </a:lnTo>
                  <a:lnTo>
                    <a:pt x="57912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01650"/>
                  </a:lnTo>
                  <a:lnTo>
                    <a:pt x="0" y="505460"/>
                  </a:lnTo>
                  <a:lnTo>
                    <a:pt x="582930" y="505460"/>
                  </a:lnTo>
                  <a:lnTo>
                    <a:pt x="582930" y="501650"/>
                  </a:lnTo>
                  <a:lnTo>
                    <a:pt x="582930" y="3810"/>
                  </a:lnTo>
                  <a:lnTo>
                    <a:pt x="582930" y="0"/>
                  </a:lnTo>
                  <a:close/>
                </a:path>
              </a:pathLst>
            </a:custGeom>
            <a:solidFill>
              <a:srgbClr val="993C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2302510" y="1770379"/>
              <a:ext cx="575310" cy="497840"/>
            </a:xfrm>
            <a:custGeom>
              <a:avLst/>
              <a:gdLst/>
              <a:ahLst/>
              <a:cxnLst/>
              <a:rect l="l" t="t" r="r" b="b"/>
              <a:pathLst>
                <a:path w="575310" h="497839">
                  <a:moveTo>
                    <a:pt x="575310" y="0"/>
                  </a:moveTo>
                  <a:lnTo>
                    <a:pt x="571500" y="0"/>
                  </a:lnTo>
                  <a:lnTo>
                    <a:pt x="571500" y="2540"/>
                  </a:lnTo>
                  <a:lnTo>
                    <a:pt x="571500" y="494030"/>
                  </a:lnTo>
                  <a:lnTo>
                    <a:pt x="3810" y="494030"/>
                  </a:lnTo>
                  <a:lnTo>
                    <a:pt x="3810" y="2540"/>
                  </a:lnTo>
                  <a:lnTo>
                    <a:pt x="571500" y="2540"/>
                  </a:lnTo>
                  <a:lnTo>
                    <a:pt x="57150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494030"/>
                  </a:lnTo>
                  <a:lnTo>
                    <a:pt x="0" y="497840"/>
                  </a:lnTo>
                  <a:lnTo>
                    <a:pt x="575310" y="497840"/>
                  </a:lnTo>
                  <a:lnTo>
                    <a:pt x="575310" y="494030"/>
                  </a:lnTo>
                  <a:lnTo>
                    <a:pt x="575310" y="2540"/>
                  </a:lnTo>
                  <a:lnTo>
                    <a:pt x="575310" y="0"/>
                  </a:lnTo>
                  <a:close/>
                </a:path>
              </a:pathLst>
            </a:custGeom>
            <a:solidFill>
              <a:srgbClr val="9A3D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2306320" y="1772919"/>
              <a:ext cx="567690" cy="491490"/>
            </a:xfrm>
            <a:custGeom>
              <a:avLst/>
              <a:gdLst/>
              <a:ahLst/>
              <a:cxnLst/>
              <a:rect l="l" t="t" r="r" b="b"/>
              <a:pathLst>
                <a:path w="567689" h="491489">
                  <a:moveTo>
                    <a:pt x="567690" y="0"/>
                  </a:moveTo>
                  <a:lnTo>
                    <a:pt x="563880" y="0"/>
                  </a:lnTo>
                  <a:lnTo>
                    <a:pt x="563880" y="3810"/>
                  </a:lnTo>
                  <a:lnTo>
                    <a:pt x="563880" y="487680"/>
                  </a:lnTo>
                  <a:lnTo>
                    <a:pt x="3810" y="487680"/>
                  </a:lnTo>
                  <a:lnTo>
                    <a:pt x="3810" y="3810"/>
                  </a:lnTo>
                  <a:lnTo>
                    <a:pt x="563880" y="3810"/>
                  </a:lnTo>
                  <a:lnTo>
                    <a:pt x="56388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87680"/>
                  </a:lnTo>
                  <a:lnTo>
                    <a:pt x="0" y="491490"/>
                  </a:lnTo>
                  <a:lnTo>
                    <a:pt x="567690" y="491490"/>
                  </a:lnTo>
                  <a:lnTo>
                    <a:pt x="567690" y="487680"/>
                  </a:lnTo>
                  <a:lnTo>
                    <a:pt x="567690" y="3810"/>
                  </a:lnTo>
                  <a:lnTo>
                    <a:pt x="567690" y="0"/>
                  </a:lnTo>
                  <a:close/>
                </a:path>
              </a:pathLst>
            </a:custGeom>
            <a:solidFill>
              <a:srgbClr val="9B3D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2310130" y="1776729"/>
              <a:ext cx="560070" cy="483870"/>
            </a:xfrm>
            <a:custGeom>
              <a:avLst/>
              <a:gdLst/>
              <a:ahLst/>
              <a:cxnLst/>
              <a:rect l="l" t="t" r="r" b="b"/>
              <a:pathLst>
                <a:path w="560069" h="483869">
                  <a:moveTo>
                    <a:pt x="560070" y="0"/>
                  </a:moveTo>
                  <a:lnTo>
                    <a:pt x="556260" y="0"/>
                  </a:lnTo>
                  <a:lnTo>
                    <a:pt x="556260" y="3810"/>
                  </a:lnTo>
                  <a:lnTo>
                    <a:pt x="556260" y="480060"/>
                  </a:lnTo>
                  <a:lnTo>
                    <a:pt x="3810" y="480060"/>
                  </a:lnTo>
                  <a:lnTo>
                    <a:pt x="3810" y="3810"/>
                  </a:lnTo>
                  <a:lnTo>
                    <a:pt x="556260" y="3810"/>
                  </a:lnTo>
                  <a:lnTo>
                    <a:pt x="55626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80060"/>
                  </a:lnTo>
                  <a:lnTo>
                    <a:pt x="0" y="483870"/>
                  </a:lnTo>
                  <a:lnTo>
                    <a:pt x="560070" y="483870"/>
                  </a:lnTo>
                  <a:lnTo>
                    <a:pt x="560070" y="480060"/>
                  </a:lnTo>
                  <a:lnTo>
                    <a:pt x="560070" y="3810"/>
                  </a:lnTo>
                  <a:lnTo>
                    <a:pt x="560070" y="0"/>
                  </a:lnTo>
                  <a:close/>
                </a:path>
              </a:pathLst>
            </a:custGeom>
            <a:solidFill>
              <a:srgbClr val="9D3E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2313940" y="1780539"/>
              <a:ext cx="552450" cy="476250"/>
            </a:xfrm>
            <a:custGeom>
              <a:avLst/>
              <a:gdLst/>
              <a:ahLst/>
              <a:cxnLst/>
              <a:rect l="l" t="t" r="r" b="b"/>
              <a:pathLst>
                <a:path w="552450" h="476250">
                  <a:moveTo>
                    <a:pt x="552450" y="0"/>
                  </a:moveTo>
                  <a:lnTo>
                    <a:pt x="548640" y="0"/>
                  </a:lnTo>
                  <a:lnTo>
                    <a:pt x="548640" y="3810"/>
                  </a:lnTo>
                  <a:lnTo>
                    <a:pt x="548640" y="472440"/>
                  </a:lnTo>
                  <a:lnTo>
                    <a:pt x="3810" y="472440"/>
                  </a:lnTo>
                  <a:lnTo>
                    <a:pt x="3810" y="3810"/>
                  </a:lnTo>
                  <a:lnTo>
                    <a:pt x="548640" y="3810"/>
                  </a:lnTo>
                  <a:lnTo>
                    <a:pt x="54864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72440"/>
                  </a:lnTo>
                  <a:lnTo>
                    <a:pt x="0" y="476250"/>
                  </a:lnTo>
                  <a:lnTo>
                    <a:pt x="552450" y="476250"/>
                  </a:lnTo>
                  <a:lnTo>
                    <a:pt x="552450" y="472440"/>
                  </a:lnTo>
                  <a:lnTo>
                    <a:pt x="552450" y="3810"/>
                  </a:lnTo>
                  <a:lnTo>
                    <a:pt x="552450" y="0"/>
                  </a:lnTo>
                  <a:close/>
                </a:path>
              </a:pathLst>
            </a:custGeom>
            <a:solidFill>
              <a:srgbClr val="9E3E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2317750" y="1784349"/>
              <a:ext cx="544830" cy="468630"/>
            </a:xfrm>
            <a:custGeom>
              <a:avLst/>
              <a:gdLst/>
              <a:ahLst/>
              <a:cxnLst/>
              <a:rect l="l" t="t" r="r" b="b"/>
              <a:pathLst>
                <a:path w="544830" h="468630">
                  <a:moveTo>
                    <a:pt x="544830" y="0"/>
                  </a:moveTo>
                  <a:lnTo>
                    <a:pt x="542290" y="0"/>
                  </a:lnTo>
                  <a:lnTo>
                    <a:pt x="542290" y="3810"/>
                  </a:lnTo>
                  <a:lnTo>
                    <a:pt x="542290" y="466090"/>
                  </a:lnTo>
                  <a:lnTo>
                    <a:pt x="2540" y="466090"/>
                  </a:lnTo>
                  <a:lnTo>
                    <a:pt x="2540" y="3810"/>
                  </a:lnTo>
                  <a:lnTo>
                    <a:pt x="542290" y="3810"/>
                  </a:lnTo>
                  <a:lnTo>
                    <a:pt x="54229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66090"/>
                  </a:lnTo>
                  <a:lnTo>
                    <a:pt x="0" y="468630"/>
                  </a:lnTo>
                  <a:lnTo>
                    <a:pt x="544830" y="468630"/>
                  </a:lnTo>
                  <a:lnTo>
                    <a:pt x="544830" y="466090"/>
                  </a:lnTo>
                  <a:lnTo>
                    <a:pt x="544830" y="3810"/>
                  </a:lnTo>
                  <a:lnTo>
                    <a:pt x="544830" y="0"/>
                  </a:lnTo>
                  <a:close/>
                </a:path>
              </a:pathLst>
            </a:custGeom>
            <a:solidFill>
              <a:srgbClr val="A03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2320290" y="1788159"/>
              <a:ext cx="539750" cy="462280"/>
            </a:xfrm>
            <a:custGeom>
              <a:avLst/>
              <a:gdLst/>
              <a:ahLst/>
              <a:cxnLst/>
              <a:rect l="l" t="t" r="r" b="b"/>
              <a:pathLst>
                <a:path w="539750" h="462280">
                  <a:moveTo>
                    <a:pt x="539750" y="0"/>
                  </a:moveTo>
                  <a:lnTo>
                    <a:pt x="535940" y="0"/>
                  </a:lnTo>
                  <a:lnTo>
                    <a:pt x="535940" y="3810"/>
                  </a:lnTo>
                  <a:lnTo>
                    <a:pt x="535940" y="458470"/>
                  </a:lnTo>
                  <a:lnTo>
                    <a:pt x="3810" y="458470"/>
                  </a:lnTo>
                  <a:lnTo>
                    <a:pt x="3810" y="3810"/>
                  </a:lnTo>
                  <a:lnTo>
                    <a:pt x="535940" y="3810"/>
                  </a:lnTo>
                  <a:lnTo>
                    <a:pt x="53594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58470"/>
                  </a:lnTo>
                  <a:lnTo>
                    <a:pt x="0" y="462280"/>
                  </a:lnTo>
                  <a:lnTo>
                    <a:pt x="539750" y="462280"/>
                  </a:lnTo>
                  <a:lnTo>
                    <a:pt x="539750" y="458470"/>
                  </a:lnTo>
                  <a:lnTo>
                    <a:pt x="539750" y="3810"/>
                  </a:lnTo>
                  <a:lnTo>
                    <a:pt x="539750" y="0"/>
                  </a:lnTo>
                  <a:close/>
                </a:path>
              </a:pathLst>
            </a:custGeom>
            <a:solidFill>
              <a:srgbClr val="A13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2324100" y="1791969"/>
              <a:ext cx="532130" cy="454659"/>
            </a:xfrm>
            <a:custGeom>
              <a:avLst/>
              <a:gdLst/>
              <a:ahLst/>
              <a:cxnLst/>
              <a:rect l="l" t="t" r="r" b="b"/>
              <a:pathLst>
                <a:path w="532130" h="454660">
                  <a:moveTo>
                    <a:pt x="532130" y="0"/>
                  </a:moveTo>
                  <a:lnTo>
                    <a:pt x="528320" y="0"/>
                  </a:lnTo>
                  <a:lnTo>
                    <a:pt x="528320" y="2540"/>
                  </a:lnTo>
                  <a:lnTo>
                    <a:pt x="528320" y="450850"/>
                  </a:lnTo>
                  <a:lnTo>
                    <a:pt x="3810" y="450850"/>
                  </a:lnTo>
                  <a:lnTo>
                    <a:pt x="3810" y="2540"/>
                  </a:lnTo>
                  <a:lnTo>
                    <a:pt x="528320" y="2540"/>
                  </a:lnTo>
                  <a:lnTo>
                    <a:pt x="52832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450850"/>
                  </a:lnTo>
                  <a:lnTo>
                    <a:pt x="0" y="454660"/>
                  </a:lnTo>
                  <a:lnTo>
                    <a:pt x="532130" y="454660"/>
                  </a:lnTo>
                  <a:lnTo>
                    <a:pt x="532130" y="450850"/>
                  </a:lnTo>
                  <a:lnTo>
                    <a:pt x="532130" y="2540"/>
                  </a:lnTo>
                  <a:lnTo>
                    <a:pt x="532130" y="0"/>
                  </a:lnTo>
                  <a:close/>
                </a:path>
              </a:pathLst>
            </a:custGeom>
            <a:solidFill>
              <a:srgbClr val="A34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2327910" y="1794509"/>
              <a:ext cx="524510" cy="448309"/>
            </a:xfrm>
            <a:custGeom>
              <a:avLst/>
              <a:gdLst/>
              <a:ahLst/>
              <a:cxnLst/>
              <a:rect l="l" t="t" r="r" b="b"/>
              <a:pathLst>
                <a:path w="524510" h="448310">
                  <a:moveTo>
                    <a:pt x="524510" y="0"/>
                  </a:moveTo>
                  <a:lnTo>
                    <a:pt x="520700" y="0"/>
                  </a:lnTo>
                  <a:lnTo>
                    <a:pt x="520700" y="3810"/>
                  </a:lnTo>
                  <a:lnTo>
                    <a:pt x="520700" y="444500"/>
                  </a:lnTo>
                  <a:lnTo>
                    <a:pt x="3810" y="444500"/>
                  </a:lnTo>
                  <a:lnTo>
                    <a:pt x="3810" y="3810"/>
                  </a:lnTo>
                  <a:lnTo>
                    <a:pt x="520700" y="3810"/>
                  </a:lnTo>
                  <a:lnTo>
                    <a:pt x="52070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44500"/>
                  </a:lnTo>
                  <a:lnTo>
                    <a:pt x="0" y="448310"/>
                  </a:lnTo>
                  <a:lnTo>
                    <a:pt x="524510" y="448310"/>
                  </a:lnTo>
                  <a:lnTo>
                    <a:pt x="524510" y="444500"/>
                  </a:lnTo>
                  <a:lnTo>
                    <a:pt x="524510" y="3810"/>
                  </a:lnTo>
                  <a:lnTo>
                    <a:pt x="524510" y="0"/>
                  </a:lnTo>
                  <a:close/>
                </a:path>
              </a:pathLst>
            </a:custGeom>
            <a:solidFill>
              <a:srgbClr val="A44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2331720" y="1798319"/>
              <a:ext cx="516890" cy="440690"/>
            </a:xfrm>
            <a:custGeom>
              <a:avLst/>
              <a:gdLst/>
              <a:ahLst/>
              <a:cxnLst/>
              <a:rect l="l" t="t" r="r" b="b"/>
              <a:pathLst>
                <a:path w="516889" h="440689">
                  <a:moveTo>
                    <a:pt x="516890" y="0"/>
                  </a:moveTo>
                  <a:lnTo>
                    <a:pt x="513080" y="0"/>
                  </a:lnTo>
                  <a:lnTo>
                    <a:pt x="513080" y="3810"/>
                  </a:lnTo>
                  <a:lnTo>
                    <a:pt x="513080" y="436880"/>
                  </a:lnTo>
                  <a:lnTo>
                    <a:pt x="3810" y="436880"/>
                  </a:lnTo>
                  <a:lnTo>
                    <a:pt x="3810" y="3810"/>
                  </a:lnTo>
                  <a:lnTo>
                    <a:pt x="513080" y="3810"/>
                  </a:lnTo>
                  <a:lnTo>
                    <a:pt x="51308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36880"/>
                  </a:lnTo>
                  <a:lnTo>
                    <a:pt x="0" y="440690"/>
                  </a:lnTo>
                  <a:lnTo>
                    <a:pt x="516890" y="440690"/>
                  </a:lnTo>
                  <a:lnTo>
                    <a:pt x="516890" y="436880"/>
                  </a:lnTo>
                  <a:lnTo>
                    <a:pt x="516890" y="3810"/>
                  </a:lnTo>
                  <a:lnTo>
                    <a:pt x="516890" y="0"/>
                  </a:lnTo>
                  <a:close/>
                </a:path>
              </a:pathLst>
            </a:custGeom>
            <a:solidFill>
              <a:srgbClr val="A64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2335530" y="1802129"/>
              <a:ext cx="509270" cy="433070"/>
            </a:xfrm>
            <a:custGeom>
              <a:avLst/>
              <a:gdLst/>
              <a:ahLst/>
              <a:cxnLst/>
              <a:rect l="l" t="t" r="r" b="b"/>
              <a:pathLst>
                <a:path w="509269" h="433069">
                  <a:moveTo>
                    <a:pt x="509270" y="0"/>
                  </a:moveTo>
                  <a:lnTo>
                    <a:pt x="505460" y="0"/>
                  </a:lnTo>
                  <a:lnTo>
                    <a:pt x="505460" y="3810"/>
                  </a:lnTo>
                  <a:lnTo>
                    <a:pt x="505460" y="429260"/>
                  </a:lnTo>
                  <a:lnTo>
                    <a:pt x="3810" y="429260"/>
                  </a:lnTo>
                  <a:lnTo>
                    <a:pt x="3810" y="3810"/>
                  </a:lnTo>
                  <a:lnTo>
                    <a:pt x="505460" y="3810"/>
                  </a:lnTo>
                  <a:lnTo>
                    <a:pt x="50546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29260"/>
                  </a:lnTo>
                  <a:lnTo>
                    <a:pt x="0" y="433070"/>
                  </a:lnTo>
                  <a:lnTo>
                    <a:pt x="509270" y="433070"/>
                  </a:lnTo>
                  <a:lnTo>
                    <a:pt x="509270" y="429260"/>
                  </a:lnTo>
                  <a:lnTo>
                    <a:pt x="509270" y="3810"/>
                  </a:lnTo>
                  <a:lnTo>
                    <a:pt x="509270" y="0"/>
                  </a:lnTo>
                  <a:close/>
                </a:path>
              </a:pathLst>
            </a:custGeom>
            <a:solidFill>
              <a:srgbClr val="A742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2339340" y="1805939"/>
              <a:ext cx="501650" cy="425450"/>
            </a:xfrm>
            <a:custGeom>
              <a:avLst/>
              <a:gdLst/>
              <a:ahLst/>
              <a:cxnLst/>
              <a:rect l="l" t="t" r="r" b="b"/>
              <a:pathLst>
                <a:path w="501650" h="425450">
                  <a:moveTo>
                    <a:pt x="501650" y="0"/>
                  </a:moveTo>
                  <a:lnTo>
                    <a:pt x="499110" y="0"/>
                  </a:lnTo>
                  <a:lnTo>
                    <a:pt x="499110" y="3810"/>
                  </a:lnTo>
                  <a:lnTo>
                    <a:pt x="499110" y="422910"/>
                  </a:lnTo>
                  <a:lnTo>
                    <a:pt x="3810" y="422910"/>
                  </a:lnTo>
                  <a:lnTo>
                    <a:pt x="3810" y="3810"/>
                  </a:lnTo>
                  <a:lnTo>
                    <a:pt x="499110" y="3810"/>
                  </a:lnTo>
                  <a:lnTo>
                    <a:pt x="49911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22910"/>
                  </a:lnTo>
                  <a:lnTo>
                    <a:pt x="0" y="425450"/>
                  </a:lnTo>
                  <a:lnTo>
                    <a:pt x="501650" y="425450"/>
                  </a:lnTo>
                  <a:lnTo>
                    <a:pt x="501650" y="422910"/>
                  </a:lnTo>
                  <a:lnTo>
                    <a:pt x="501650" y="3810"/>
                  </a:lnTo>
                  <a:lnTo>
                    <a:pt x="501650" y="0"/>
                  </a:lnTo>
                  <a:close/>
                </a:path>
              </a:pathLst>
            </a:custGeom>
            <a:solidFill>
              <a:srgbClr val="A842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2343150" y="1809749"/>
              <a:ext cx="495300" cy="419100"/>
            </a:xfrm>
            <a:custGeom>
              <a:avLst/>
              <a:gdLst/>
              <a:ahLst/>
              <a:cxnLst/>
              <a:rect l="l" t="t" r="r" b="b"/>
              <a:pathLst>
                <a:path w="495300" h="419100">
                  <a:moveTo>
                    <a:pt x="495300" y="0"/>
                  </a:moveTo>
                  <a:lnTo>
                    <a:pt x="491490" y="0"/>
                  </a:lnTo>
                  <a:lnTo>
                    <a:pt x="491490" y="3810"/>
                  </a:lnTo>
                  <a:lnTo>
                    <a:pt x="491490" y="415290"/>
                  </a:lnTo>
                  <a:lnTo>
                    <a:pt x="2540" y="415290"/>
                  </a:lnTo>
                  <a:lnTo>
                    <a:pt x="2540" y="3810"/>
                  </a:lnTo>
                  <a:lnTo>
                    <a:pt x="491490" y="3810"/>
                  </a:lnTo>
                  <a:lnTo>
                    <a:pt x="49149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15290"/>
                  </a:lnTo>
                  <a:lnTo>
                    <a:pt x="0" y="419100"/>
                  </a:lnTo>
                  <a:lnTo>
                    <a:pt x="495300" y="419100"/>
                  </a:lnTo>
                  <a:lnTo>
                    <a:pt x="495300" y="415290"/>
                  </a:lnTo>
                  <a:lnTo>
                    <a:pt x="495300" y="3810"/>
                  </a:lnTo>
                  <a:lnTo>
                    <a:pt x="495300" y="0"/>
                  </a:lnTo>
                  <a:close/>
                </a:path>
              </a:pathLst>
            </a:custGeom>
            <a:solidFill>
              <a:srgbClr val="AA4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2345690" y="1813559"/>
              <a:ext cx="488950" cy="411480"/>
            </a:xfrm>
            <a:custGeom>
              <a:avLst/>
              <a:gdLst/>
              <a:ahLst/>
              <a:cxnLst/>
              <a:rect l="l" t="t" r="r" b="b"/>
              <a:pathLst>
                <a:path w="488950" h="411480">
                  <a:moveTo>
                    <a:pt x="488950" y="0"/>
                  </a:moveTo>
                  <a:lnTo>
                    <a:pt x="485140" y="0"/>
                  </a:lnTo>
                  <a:lnTo>
                    <a:pt x="485140" y="2540"/>
                  </a:lnTo>
                  <a:lnTo>
                    <a:pt x="485140" y="407670"/>
                  </a:lnTo>
                  <a:lnTo>
                    <a:pt x="3810" y="407670"/>
                  </a:lnTo>
                  <a:lnTo>
                    <a:pt x="3810" y="2540"/>
                  </a:lnTo>
                  <a:lnTo>
                    <a:pt x="485140" y="2540"/>
                  </a:lnTo>
                  <a:lnTo>
                    <a:pt x="48514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407670"/>
                  </a:lnTo>
                  <a:lnTo>
                    <a:pt x="0" y="411480"/>
                  </a:lnTo>
                  <a:lnTo>
                    <a:pt x="488950" y="411480"/>
                  </a:lnTo>
                  <a:lnTo>
                    <a:pt x="488950" y="407670"/>
                  </a:lnTo>
                  <a:lnTo>
                    <a:pt x="488950" y="2540"/>
                  </a:lnTo>
                  <a:lnTo>
                    <a:pt x="488950" y="0"/>
                  </a:lnTo>
                  <a:close/>
                </a:path>
              </a:pathLst>
            </a:custGeom>
            <a:solidFill>
              <a:srgbClr val="AB4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2349500" y="1816099"/>
              <a:ext cx="481330" cy="405130"/>
            </a:xfrm>
            <a:custGeom>
              <a:avLst/>
              <a:gdLst/>
              <a:ahLst/>
              <a:cxnLst/>
              <a:rect l="l" t="t" r="r" b="b"/>
              <a:pathLst>
                <a:path w="481330" h="405130">
                  <a:moveTo>
                    <a:pt x="481330" y="0"/>
                  </a:moveTo>
                  <a:lnTo>
                    <a:pt x="477520" y="0"/>
                  </a:lnTo>
                  <a:lnTo>
                    <a:pt x="477520" y="3810"/>
                  </a:lnTo>
                  <a:lnTo>
                    <a:pt x="477520" y="401320"/>
                  </a:lnTo>
                  <a:lnTo>
                    <a:pt x="3810" y="401320"/>
                  </a:lnTo>
                  <a:lnTo>
                    <a:pt x="3810" y="3810"/>
                  </a:lnTo>
                  <a:lnTo>
                    <a:pt x="477520" y="3810"/>
                  </a:lnTo>
                  <a:lnTo>
                    <a:pt x="47752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01320"/>
                  </a:lnTo>
                  <a:lnTo>
                    <a:pt x="0" y="405130"/>
                  </a:lnTo>
                  <a:lnTo>
                    <a:pt x="481330" y="405130"/>
                  </a:lnTo>
                  <a:lnTo>
                    <a:pt x="481330" y="401320"/>
                  </a:lnTo>
                  <a:lnTo>
                    <a:pt x="481330" y="3810"/>
                  </a:lnTo>
                  <a:lnTo>
                    <a:pt x="481330" y="0"/>
                  </a:lnTo>
                  <a:close/>
                </a:path>
              </a:pathLst>
            </a:custGeom>
            <a:solidFill>
              <a:srgbClr val="AD4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2353310" y="1819909"/>
              <a:ext cx="473709" cy="397510"/>
            </a:xfrm>
            <a:custGeom>
              <a:avLst/>
              <a:gdLst/>
              <a:ahLst/>
              <a:cxnLst/>
              <a:rect l="l" t="t" r="r" b="b"/>
              <a:pathLst>
                <a:path w="473710" h="397510">
                  <a:moveTo>
                    <a:pt x="473710" y="0"/>
                  </a:moveTo>
                  <a:lnTo>
                    <a:pt x="469900" y="0"/>
                  </a:lnTo>
                  <a:lnTo>
                    <a:pt x="469900" y="3810"/>
                  </a:lnTo>
                  <a:lnTo>
                    <a:pt x="469900" y="393700"/>
                  </a:lnTo>
                  <a:lnTo>
                    <a:pt x="3810" y="393700"/>
                  </a:lnTo>
                  <a:lnTo>
                    <a:pt x="3810" y="3810"/>
                  </a:lnTo>
                  <a:lnTo>
                    <a:pt x="469900" y="3810"/>
                  </a:lnTo>
                  <a:lnTo>
                    <a:pt x="46990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93700"/>
                  </a:lnTo>
                  <a:lnTo>
                    <a:pt x="0" y="397510"/>
                  </a:lnTo>
                  <a:lnTo>
                    <a:pt x="473710" y="397510"/>
                  </a:lnTo>
                  <a:lnTo>
                    <a:pt x="473710" y="393700"/>
                  </a:lnTo>
                  <a:lnTo>
                    <a:pt x="473710" y="3810"/>
                  </a:lnTo>
                  <a:lnTo>
                    <a:pt x="473710" y="0"/>
                  </a:lnTo>
                  <a:close/>
                </a:path>
              </a:pathLst>
            </a:custGeom>
            <a:solidFill>
              <a:srgbClr val="AE45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2357120" y="1823719"/>
              <a:ext cx="466090" cy="389890"/>
            </a:xfrm>
            <a:custGeom>
              <a:avLst/>
              <a:gdLst/>
              <a:ahLst/>
              <a:cxnLst/>
              <a:rect l="l" t="t" r="r" b="b"/>
              <a:pathLst>
                <a:path w="466089" h="389889">
                  <a:moveTo>
                    <a:pt x="466090" y="0"/>
                  </a:moveTo>
                  <a:lnTo>
                    <a:pt x="462280" y="0"/>
                  </a:lnTo>
                  <a:lnTo>
                    <a:pt x="462280" y="3810"/>
                  </a:lnTo>
                  <a:lnTo>
                    <a:pt x="462280" y="386080"/>
                  </a:lnTo>
                  <a:lnTo>
                    <a:pt x="3810" y="386080"/>
                  </a:lnTo>
                  <a:lnTo>
                    <a:pt x="3810" y="3810"/>
                  </a:lnTo>
                  <a:lnTo>
                    <a:pt x="462280" y="3810"/>
                  </a:lnTo>
                  <a:lnTo>
                    <a:pt x="46228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86080"/>
                  </a:lnTo>
                  <a:lnTo>
                    <a:pt x="0" y="389890"/>
                  </a:lnTo>
                  <a:lnTo>
                    <a:pt x="466090" y="389890"/>
                  </a:lnTo>
                  <a:lnTo>
                    <a:pt x="466090" y="386080"/>
                  </a:lnTo>
                  <a:lnTo>
                    <a:pt x="466090" y="3810"/>
                  </a:lnTo>
                  <a:lnTo>
                    <a:pt x="466090" y="0"/>
                  </a:lnTo>
                  <a:close/>
                </a:path>
              </a:pathLst>
            </a:custGeom>
            <a:solidFill>
              <a:srgbClr val="B045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2360930" y="1827529"/>
              <a:ext cx="458470" cy="382270"/>
            </a:xfrm>
            <a:custGeom>
              <a:avLst/>
              <a:gdLst/>
              <a:ahLst/>
              <a:cxnLst/>
              <a:rect l="l" t="t" r="r" b="b"/>
              <a:pathLst>
                <a:path w="458469" h="382269">
                  <a:moveTo>
                    <a:pt x="458470" y="0"/>
                  </a:moveTo>
                  <a:lnTo>
                    <a:pt x="455930" y="0"/>
                  </a:lnTo>
                  <a:lnTo>
                    <a:pt x="455930" y="3810"/>
                  </a:lnTo>
                  <a:lnTo>
                    <a:pt x="455930" y="379730"/>
                  </a:lnTo>
                  <a:lnTo>
                    <a:pt x="3810" y="379730"/>
                  </a:lnTo>
                  <a:lnTo>
                    <a:pt x="3810" y="3810"/>
                  </a:lnTo>
                  <a:lnTo>
                    <a:pt x="455930" y="3810"/>
                  </a:lnTo>
                  <a:lnTo>
                    <a:pt x="45593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79730"/>
                  </a:lnTo>
                  <a:lnTo>
                    <a:pt x="0" y="382270"/>
                  </a:lnTo>
                  <a:lnTo>
                    <a:pt x="458470" y="382270"/>
                  </a:lnTo>
                  <a:lnTo>
                    <a:pt x="458470" y="379730"/>
                  </a:lnTo>
                  <a:lnTo>
                    <a:pt x="458470" y="3810"/>
                  </a:lnTo>
                  <a:lnTo>
                    <a:pt x="458470" y="0"/>
                  </a:lnTo>
                  <a:close/>
                </a:path>
              </a:pathLst>
            </a:custGeom>
            <a:solidFill>
              <a:srgbClr val="B146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2364740" y="1831339"/>
              <a:ext cx="452120" cy="375920"/>
            </a:xfrm>
            <a:custGeom>
              <a:avLst/>
              <a:gdLst/>
              <a:ahLst/>
              <a:cxnLst/>
              <a:rect l="l" t="t" r="r" b="b"/>
              <a:pathLst>
                <a:path w="452119" h="375919">
                  <a:moveTo>
                    <a:pt x="452120" y="0"/>
                  </a:moveTo>
                  <a:lnTo>
                    <a:pt x="448310" y="0"/>
                  </a:lnTo>
                  <a:lnTo>
                    <a:pt x="448310" y="3810"/>
                  </a:lnTo>
                  <a:lnTo>
                    <a:pt x="448310" y="372110"/>
                  </a:lnTo>
                  <a:lnTo>
                    <a:pt x="2540" y="372110"/>
                  </a:lnTo>
                  <a:lnTo>
                    <a:pt x="2540" y="3810"/>
                  </a:lnTo>
                  <a:lnTo>
                    <a:pt x="448310" y="3810"/>
                  </a:lnTo>
                  <a:lnTo>
                    <a:pt x="44831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72110"/>
                  </a:lnTo>
                  <a:lnTo>
                    <a:pt x="0" y="375920"/>
                  </a:lnTo>
                  <a:lnTo>
                    <a:pt x="452120" y="375920"/>
                  </a:lnTo>
                  <a:lnTo>
                    <a:pt x="452120" y="372110"/>
                  </a:lnTo>
                  <a:lnTo>
                    <a:pt x="452120" y="3810"/>
                  </a:lnTo>
                  <a:lnTo>
                    <a:pt x="452120" y="0"/>
                  </a:lnTo>
                  <a:close/>
                </a:path>
              </a:pathLst>
            </a:custGeom>
            <a:solidFill>
              <a:srgbClr val="B346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2367280" y="1835149"/>
              <a:ext cx="445770" cy="368300"/>
            </a:xfrm>
            <a:custGeom>
              <a:avLst/>
              <a:gdLst/>
              <a:ahLst/>
              <a:cxnLst/>
              <a:rect l="l" t="t" r="r" b="b"/>
              <a:pathLst>
                <a:path w="445769" h="368300">
                  <a:moveTo>
                    <a:pt x="445770" y="0"/>
                  </a:moveTo>
                  <a:lnTo>
                    <a:pt x="441960" y="0"/>
                  </a:lnTo>
                  <a:lnTo>
                    <a:pt x="441960" y="2540"/>
                  </a:lnTo>
                  <a:lnTo>
                    <a:pt x="441960" y="364490"/>
                  </a:lnTo>
                  <a:lnTo>
                    <a:pt x="3810" y="364490"/>
                  </a:lnTo>
                  <a:lnTo>
                    <a:pt x="3810" y="2540"/>
                  </a:lnTo>
                  <a:lnTo>
                    <a:pt x="441960" y="2540"/>
                  </a:lnTo>
                  <a:lnTo>
                    <a:pt x="44196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364490"/>
                  </a:lnTo>
                  <a:lnTo>
                    <a:pt x="0" y="368300"/>
                  </a:lnTo>
                  <a:lnTo>
                    <a:pt x="445770" y="368300"/>
                  </a:lnTo>
                  <a:lnTo>
                    <a:pt x="445770" y="364490"/>
                  </a:lnTo>
                  <a:lnTo>
                    <a:pt x="445770" y="2540"/>
                  </a:lnTo>
                  <a:lnTo>
                    <a:pt x="445770" y="0"/>
                  </a:lnTo>
                  <a:close/>
                </a:path>
              </a:pathLst>
            </a:custGeom>
            <a:solidFill>
              <a:srgbClr val="B447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2371090" y="1837689"/>
              <a:ext cx="438150" cy="361950"/>
            </a:xfrm>
            <a:custGeom>
              <a:avLst/>
              <a:gdLst/>
              <a:ahLst/>
              <a:cxnLst/>
              <a:rect l="l" t="t" r="r" b="b"/>
              <a:pathLst>
                <a:path w="438150" h="361950">
                  <a:moveTo>
                    <a:pt x="438150" y="0"/>
                  </a:moveTo>
                  <a:lnTo>
                    <a:pt x="434340" y="0"/>
                  </a:lnTo>
                  <a:lnTo>
                    <a:pt x="434340" y="3810"/>
                  </a:lnTo>
                  <a:lnTo>
                    <a:pt x="434340" y="358140"/>
                  </a:lnTo>
                  <a:lnTo>
                    <a:pt x="3810" y="358140"/>
                  </a:lnTo>
                  <a:lnTo>
                    <a:pt x="3810" y="3810"/>
                  </a:lnTo>
                  <a:lnTo>
                    <a:pt x="434340" y="3810"/>
                  </a:lnTo>
                  <a:lnTo>
                    <a:pt x="43434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58140"/>
                  </a:lnTo>
                  <a:lnTo>
                    <a:pt x="0" y="361950"/>
                  </a:lnTo>
                  <a:lnTo>
                    <a:pt x="438150" y="361950"/>
                  </a:lnTo>
                  <a:lnTo>
                    <a:pt x="438150" y="358140"/>
                  </a:lnTo>
                  <a:lnTo>
                    <a:pt x="438150" y="3810"/>
                  </a:lnTo>
                  <a:lnTo>
                    <a:pt x="438150" y="0"/>
                  </a:lnTo>
                  <a:close/>
                </a:path>
              </a:pathLst>
            </a:custGeom>
            <a:solidFill>
              <a:srgbClr val="B548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2374900" y="1841499"/>
              <a:ext cx="430530" cy="354330"/>
            </a:xfrm>
            <a:custGeom>
              <a:avLst/>
              <a:gdLst/>
              <a:ahLst/>
              <a:cxnLst/>
              <a:rect l="l" t="t" r="r" b="b"/>
              <a:pathLst>
                <a:path w="430530" h="354330">
                  <a:moveTo>
                    <a:pt x="430530" y="0"/>
                  </a:moveTo>
                  <a:lnTo>
                    <a:pt x="426720" y="0"/>
                  </a:lnTo>
                  <a:lnTo>
                    <a:pt x="426720" y="3810"/>
                  </a:lnTo>
                  <a:lnTo>
                    <a:pt x="426720" y="350520"/>
                  </a:lnTo>
                  <a:lnTo>
                    <a:pt x="3810" y="350520"/>
                  </a:lnTo>
                  <a:lnTo>
                    <a:pt x="3810" y="3810"/>
                  </a:lnTo>
                  <a:lnTo>
                    <a:pt x="426720" y="3810"/>
                  </a:lnTo>
                  <a:lnTo>
                    <a:pt x="42672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50520"/>
                  </a:lnTo>
                  <a:lnTo>
                    <a:pt x="0" y="354330"/>
                  </a:lnTo>
                  <a:lnTo>
                    <a:pt x="430530" y="354330"/>
                  </a:lnTo>
                  <a:lnTo>
                    <a:pt x="430530" y="350520"/>
                  </a:lnTo>
                  <a:lnTo>
                    <a:pt x="430530" y="3810"/>
                  </a:lnTo>
                  <a:lnTo>
                    <a:pt x="430530" y="0"/>
                  </a:lnTo>
                  <a:close/>
                </a:path>
              </a:pathLst>
            </a:custGeom>
            <a:solidFill>
              <a:srgbClr val="B748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2378710" y="1845309"/>
              <a:ext cx="422909" cy="346710"/>
            </a:xfrm>
            <a:custGeom>
              <a:avLst/>
              <a:gdLst/>
              <a:ahLst/>
              <a:cxnLst/>
              <a:rect l="l" t="t" r="r" b="b"/>
              <a:pathLst>
                <a:path w="422910" h="346710">
                  <a:moveTo>
                    <a:pt x="422910" y="0"/>
                  </a:moveTo>
                  <a:lnTo>
                    <a:pt x="419100" y="0"/>
                  </a:lnTo>
                  <a:lnTo>
                    <a:pt x="419100" y="3810"/>
                  </a:lnTo>
                  <a:lnTo>
                    <a:pt x="419100" y="342900"/>
                  </a:lnTo>
                  <a:lnTo>
                    <a:pt x="3810" y="342900"/>
                  </a:lnTo>
                  <a:lnTo>
                    <a:pt x="3810" y="3810"/>
                  </a:lnTo>
                  <a:lnTo>
                    <a:pt x="419100" y="3810"/>
                  </a:lnTo>
                  <a:lnTo>
                    <a:pt x="41910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42900"/>
                  </a:lnTo>
                  <a:lnTo>
                    <a:pt x="0" y="346710"/>
                  </a:lnTo>
                  <a:lnTo>
                    <a:pt x="422910" y="346710"/>
                  </a:lnTo>
                  <a:lnTo>
                    <a:pt x="422910" y="342900"/>
                  </a:lnTo>
                  <a:lnTo>
                    <a:pt x="422910" y="3810"/>
                  </a:lnTo>
                  <a:lnTo>
                    <a:pt x="422910" y="0"/>
                  </a:lnTo>
                  <a:close/>
                </a:path>
              </a:pathLst>
            </a:custGeom>
            <a:solidFill>
              <a:srgbClr val="B84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2382520" y="1849119"/>
              <a:ext cx="415290" cy="339090"/>
            </a:xfrm>
            <a:custGeom>
              <a:avLst/>
              <a:gdLst/>
              <a:ahLst/>
              <a:cxnLst/>
              <a:rect l="l" t="t" r="r" b="b"/>
              <a:pathLst>
                <a:path w="415289" h="339089">
                  <a:moveTo>
                    <a:pt x="415290" y="0"/>
                  </a:moveTo>
                  <a:lnTo>
                    <a:pt x="411480" y="0"/>
                  </a:lnTo>
                  <a:lnTo>
                    <a:pt x="411480" y="3810"/>
                  </a:lnTo>
                  <a:lnTo>
                    <a:pt x="411480" y="335280"/>
                  </a:lnTo>
                  <a:lnTo>
                    <a:pt x="3810" y="335280"/>
                  </a:lnTo>
                  <a:lnTo>
                    <a:pt x="3810" y="3810"/>
                  </a:lnTo>
                  <a:lnTo>
                    <a:pt x="411480" y="3810"/>
                  </a:lnTo>
                  <a:lnTo>
                    <a:pt x="41148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35280"/>
                  </a:lnTo>
                  <a:lnTo>
                    <a:pt x="0" y="339090"/>
                  </a:lnTo>
                  <a:lnTo>
                    <a:pt x="415290" y="339090"/>
                  </a:lnTo>
                  <a:lnTo>
                    <a:pt x="415290" y="335280"/>
                  </a:lnTo>
                  <a:lnTo>
                    <a:pt x="415290" y="3810"/>
                  </a:lnTo>
                  <a:lnTo>
                    <a:pt x="415290" y="0"/>
                  </a:lnTo>
                  <a:close/>
                </a:path>
              </a:pathLst>
            </a:custGeom>
            <a:solidFill>
              <a:srgbClr val="BA4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2386330" y="1852929"/>
              <a:ext cx="407670" cy="331470"/>
            </a:xfrm>
            <a:custGeom>
              <a:avLst/>
              <a:gdLst/>
              <a:ahLst/>
              <a:cxnLst/>
              <a:rect l="l" t="t" r="r" b="b"/>
              <a:pathLst>
                <a:path w="407669" h="331469">
                  <a:moveTo>
                    <a:pt x="407670" y="0"/>
                  </a:moveTo>
                  <a:lnTo>
                    <a:pt x="403860" y="0"/>
                  </a:lnTo>
                  <a:lnTo>
                    <a:pt x="403860" y="3810"/>
                  </a:lnTo>
                  <a:lnTo>
                    <a:pt x="403860" y="328930"/>
                  </a:lnTo>
                  <a:lnTo>
                    <a:pt x="3810" y="328930"/>
                  </a:lnTo>
                  <a:lnTo>
                    <a:pt x="3810" y="3810"/>
                  </a:lnTo>
                  <a:lnTo>
                    <a:pt x="403860" y="3810"/>
                  </a:lnTo>
                  <a:lnTo>
                    <a:pt x="40386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28930"/>
                  </a:lnTo>
                  <a:lnTo>
                    <a:pt x="0" y="331470"/>
                  </a:lnTo>
                  <a:lnTo>
                    <a:pt x="407670" y="331470"/>
                  </a:lnTo>
                  <a:lnTo>
                    <a:pt x="407670" y="328930"/>
                  </a:lnTo>
                  <a:lnTo>
                    <a:pt x="407670" y="3810"/>
                  </a:lnTo>
                  <a:lnTo>
                    <a:pt x="407670" y="0"/>
                  </a:lnTo>
                  <a:close/>
                </a:path>
              </a:pathLst>
            </a:custGeom>
            <a:solidFill>
              <a:srgbClr val="BB4A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2390140" y="1856739"/>
              <a:ext cx="400050" cy="325120"/>
            </a:xfrm>
            <a:custGeom>
              <a:avLst/>
              <a:gdLst/>
              <a:ahLst/>
              <a:cxnLst/>
              <a:rect l="l" t="t" r="r" b="b"/>
              <a:pathLst>
                <a:path w="400050" h="325119">
                  <a:moveTo>
                    <a:pt x="400050" y="0"/>
                  </a:moveTo>
                  <a:lnTo>
                    <a:pt x="397510" y="0"/>
                  </a:lnTo>
                  <a:lnTo>
                    <a:pt x="397510" y="3810"/>
                  </a:lnTo>
                  <a:lnTo>
                    <a:pt x="397510" y="321310"/>
                  </a:lnTo>
                  <a:lnTo>
                    <a:pt x="2540" y="321310"/>
                  </a:lnTo>
                  <a:lnTo>
                    <a:pt x="2540" y="3810"/>
                  </a:lnTo>
                  <a:lnTo>
                    <a:pt x="397510" y="3810"/>
                  </a:lnTo>
                  <a:lnTo>
                    <a:pt x="39751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21310"/>
                  </a:lnTo>
                  <a:lnTo>
                    <a:pt x="0" y="325120"/>
                  </a:lnTo>
                  <a:lnTo>
                    <a:pt x="400050" y="325120"/>
                  </a:lnTo>
                  <a:lnTo>
                    <a:pt x="400050" y="321310"/>
                  </a:lnTo>
                  <a:lnTo>
                    <a:pt x="400050" y="3810"/>
                  </a:lnTo>
                  <a:lnTo>
                    <a:pt x="400050" y="0"/>
                  </a:lnTo>
                  <a:close/>
                </a:path>
              </a:pathLst>
            </a:custGeom>
            <a:solidFill>
              <a:srgbClr val="BD4A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2392680" y="1860549"/>
              <a:ext cx="394970" cy="317500"/>
            </a:xfrm>
            <a:custGeom>
              <a:avLst/>
              <a:gdLst/>
              <a:ahLst/>
              <a:cxnLst/>
              <a:rect l="l" t="t" r="r" b="b"/>
              <a:pathLst>
                <a:path w="394969" h="317500">
                  <a:moveTo>
                    <a:pt x="394970" y="0"/>
                  </a:moveTo>
                  <a:lnTo>
                    <a:pt x="391160" y="0"/>
                  </a:lnTo>
                  <a:lnTo>
                    <a:pt x="391160" y="2540"/>
                  </a:lnTo>
                  <a:lnTo>
                    <a:pt x="391160" y="313690"/>
                  </a:lnTo>
                  <a:lnTo>
                    <a:pt x="3810" y="313690"/>
                  </a:lnTo>
                  <a:lnTo>
                    <a:pt x="3810" y="2540"/>
                  </a:lnTo>
                  <a:lnTo>
                    <a:pt x="391160" y="2540"/>
                  </a:lnTo>
                  <a:lnTo>
                    <a:pt x="39116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313690"/>
                  </a:lnTo>
                  <a:lnTo>
                    <a:pt x="0" y="317500"/>
                  </a:lnTo>
                  <a:lnTo>
                    <a:pt x="394970" y="317500"/>
                  </a:lnTo>
                  <a:lnTo>
                    <a:pt x="394970" y="313690"/>
                  </a:lnTo>
                  <a:lnTo>
                    <a:pt x="394970" y="2540"/>
                  </a:lnTo>
                  <a:lnTo>
                    <a:pt x="394970" y="0"/>
                  </a:lnTo>
                  <a:close/>
                </a:path>
              </a:pathLst>
            </a:custGeom>
            <a:solidFill>
              <a:srgbClr val="BE4B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2396490" y="1863089"/>
              <a:ext cx="387350" cy="311150"/>
            </a:xfrm>
            <a:custGeom>
              <a:avLst/>
              <a:gdLst/>
              <a:ahLst/>
              <a:cxnLst/>
              <a:rect l="l" t="t" r="r" b="b"/>
              <a:pathLst>
                <a:path w="387350" h="311150">
                  <a:moveTo>
                    <a:pt x="387350" y="0"/>
                  </a:moveTo>
                  <a:lnTo>
                    <a:pt x="383540" y="0"/>
                  </a:lnTo>
                  <a:lnTo>
                    <a:pt x="383540" y="3810"/>
                  </a:lnTo>
                  <a:lnTo>
                    <a:pt x="383540" y="307340"/>
                  </a:lnTo>
                  <a:lnTo>
                    <a:pt x="3810" y="307340"/>
                  </a:lnTo>
                  <a:lnTo>
                    <a:pt x="3810" y="3810"/>
                  </a:lnTo>
                  <a:lnTo>
                    <a:pt x="383540" y="3810"/>
                  </a:lnTo>
                  <a:lnTo>
                    <a:pt x="38354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07340"/>
                  </a:lnTo>
                  <a:lnTo>
                    <a:pt x="0" y="311150"/>
                  </a:lnTo>
                  <a:lnTo>
                    <a:pt x="387350" y="311150"/>
                  </a:lnTo>
                  <a:lnTo>
                    <a:pt x="387350" y="307340"/>
                  </a:lnTo>
                  <a:lnTo>
                    <a:pt x="387350" y="3810"/>
                  </a:lnTo>
                  <a:lnTo>
                    <a:pt x="387350" y="0"/>
                  </a:lnTo>
                  <a:close/>
                </a:path>
              </a:pathLst>
            </a:custGeom>
            <a:solidFill>
              <a:srgbClr val="BF4C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2400300" y="1866899"/>
              <a:ext cx="379730" cy="303530"/>
            </a:xfrm>
            <a:custGeom>
              <a:avLst/>
              <a:gdLst/>
              <a:ahLst/>
              <a:cxnLst/>
              <a:rect l="l" t="t" r="r" b="b"/>
              <a:pathLst>
                <a:path w="379730" h="303530">
                  <a:moveTo>
                    <a:pt x="379730" y="0"/>
                  </a:moveTo>
                  <a:lnTo>
                    <a:pt x="375920" y="0"/>
                  </a:lnTo>
                  <a:lnTo>
                    <a:pt x="375920" y="3810"/>
                  </a:lnTo>
                  <a:lnTo>
                    <a:pt x="375920" y="299720"/>
                  </a:lnTo>
                  <a:lnTo>
                    <a:pt x="3810" y="299720"/>
                  </a:lnTo>
                  <a:lnTo>
                    <a:pt x="3810" y="3810"/>
                  </a:lnTo>
                  <a:lnTo>
                    <a:pt x="375920" y="3810"/>
                  </a:lnTo>
                  <a:lnTo>
                    <a:pt x="37592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299720"/>
                  </a:lnTo>
                  <a:lnTo>
                    <a:pt x="0" y="303530"/>
                  </a:lnTo>
                  <a:lnTo>
                    <a:pt x="379730" y="303530"/>
                  </a:lnTo>
                  <a:lnTo>
                    <a:pt x="379730" y="299720"/>
                  </a:lnTo>
                  <a:lnTo>
                    <a:pt x="379730" y="3810"/>
                  </a:lnTo>
                  <a:lnTo>
                    <a:pt x="379730" y="0"/>
                  </a:lnTo>
                  <a:close/>
                </a:path>
              </a:pathLst>
            </a:custGeom>
            <a:solidFill>
              <a:srgbClr val="C14C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2404110" y="1870709"/>
              <a:ext cx="372110" cy="295910"/>
            </a:xfrm>
            <a:custGeom>
              <a:avLst/>
              <a:gdLst/>
              <a:ahLst/>
              <a:cxnLst/>
              <a:rect l="l" t="t" r="r" b="b"/>
              <a:pathLst>
                <a:path w="372110" h="295910">
                  <a:moveTo>
                    <a:pt x="372110" y="0"/>
                  </a:moveTo>
                  <a:lnTo>
                    <a:pt x="368300" y="0"/>
                  </a:lnTo>
                  <a:lnTo>
                    <a:pt x="368300" y="3810"/>
                  </a:lnTo>
                  <a:lnTo>
                    <a:pt x="368300" y="292100"/>
                  </a:lnTo>
                  <a:lnTo>
                    <a:pt x="3810" y="292100"/>
                  </a:lnTo>
                  <a:lnTo>
                    <a:pt x="3810" y="3810"/>
                  </a:lnTo>
                  <a:lnTo>
                    <a:pt x="368300" y="3810"/>
                  </a:lnTo>
                  <a:lnTo>
                    <a:pt x="36830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292100"/>
                  </a:lnTo>
                  <a:lnTo>
                    <a:pt x="0" y="295910"/>
                  </a:lnTo>
                  <a:lnTo>
                    <a:pt x="372110" y="295910"/>
                  </a:lnTo>
                  <a:lnTo>
                    <a:pt x="372110" y="292100"/>
                  </a:lnTo>
                  <a:lnTo>
                    <a:pt x="372110" y="3810"/>
                  </a:lnTo>
                  <a:lnTo>
                    <a:pt x="372110" y="0"/>
                  </a:lnTo>
                  <a:close/>
                </a:path>
              </a:pathLst>
            </a:custGeom>
            <a:solidFill>
              <a:srgbClr val="C24D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2407920" y="1874519"/>
              <a:ext cx="364490" cy="288290"/>
            </a:xfrm>
            <a:custGeom>
              <a:avLst/>
              <a:gdLst/>
              <a:ahLst/>
              <a:cxnLst/>
              <a:rect l="l" t="t" r="r" b="b"/>
              <a:pathLst>
                <a:path w="364489" h="288289">
                  <a:moveTo>
                    <a:pt x="364490" y="0"/>
                  </a:moveTo>
                  <a:lnTo>
                    <a:pt x="360680" y="0"/>
                  </a:lnTo>
                  <a:lnTo>
                    <a:pt x="360680" y="3810"/>
                  </a:lnTo>
                  <a:lnTo>
                    <a:pt x="360680" y="285750"/>
                  </a:lnTo>
                  <a:lnTo>
                    <a:pt x="3810" y="285750"/>
                  </a:lnTo>
                  <a:lnTo>
                    <a:pt x="3810" y="3810"/>
                  </a:lnTo>
                  <a:lnTo>
                    <a:pt x="360680" y="3810"/>
                  </a:lnTo>
                  <a:lnTo>
                    <a:pt x="36068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285750"/>
                  </a:lnTo>
                  <a:lnTo>
                    <a:pt x="0" y="288290"/>
                  </a:lnTo>
                  <a:lnTo>
                    <a:pt x="364490" y="288290"/>
                  </a:lnTo>
                  <a:lnTo>
                    <a:pt x="364490" y="285750"/>
                  </a:lnTo>
                  <a:lnTo>
                    <a:pt x="364490" y="3810"/>
                  </a:lnTo>
                  <a:lnTo>
                    <a:pt x="364490" y="0"/>
                  </a:lnTo>
                  <a:close/>
                </a:path>
              </a:pathLst>
            </a:custGeom>
            <a:solidFill>
              <a:srgbClr val="C44D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2411730" y="1878329"/>
              <a:ext cx="356870" cy="281940"/>
            </a:xfrm>
            <a:custGeom>
              <a:avLst/>
              <a:gdLst/>
              <a:ahLst/>
              <a:cxnLst/>
              <a:rect l="l" t="t" r="r" b="b"/>
              <a:pathLst>
                <a:path w="356869" h="281939">
                  <a:moveTo>
                    <a:pt x="356870" y="0"/>
                  </a:moveTo>
                  <a:lnTo>
                    <a:pt x="354330" y="0"/>
                  </a:lnTo>
                  <a:lnTo>
                    <a:pt x="354330" y="3810"/>
                  </a:lnTo>
                  <a:lnTo>
                    <a:pt x="354330" y="278130"/>
                  </a:lnTo>
                  <a:lnTo>
                    <a:pt x="2540" y="278130"/>
                  </a:lnTo>
                  <a:lnTo>
                    <a:pt x="2540" y="3810"/>
                  </a:lnTo>
                  <a:lnTo>
                    <a:pt x="354330" y="3810"/>
                  </a:lnTo>
                  <a:lnTo>
                    <a:pt x="35433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278130"/>
                  </a:lnTo>
                  <a:lnTo>
                    <a:pt x="0" y="281940"/>
                  </a:lnTo>
                  <a:lnTo>
                    <a:pt x="356870" y="281940"/>
                  </a:lnTo>
                  <a:lnTo>
                    <a:pt x="356870" y="278130"/>
                  </a:lnTo>
                  <a:lnTo>
                    <a:pt x="356870" y="3810"/>
                  </a:lnTo>
                  <a:lnTo>
                    <a:pt x="356870" y="0"/>
                  </a:lnTo>
                  <a:close/>
                </a:path>
              </a:pathLst>
            </a:custGeom>
            <a:solidFill>
              <a:srgbClr val="C54E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2414270" y="1882139"/>
              <a:ext cx="351790" cy="274320"/>
            </a:xfrm>
            <a:custGeom>
              <a:avLst/>
              <a:gdLst/>
              <a:ahLst/>
              <a:cxnLst/>
              <a:rect l="l" t="t" r="r" b="b"/>
              <a:pathLst>
                <a:path w="351789" h="274319">
                  <a:moveTo>
                    <a:pt x="351790" y="0"/>
                  </a:moveTo>
                  <a:lnTo>
                    <a:pt x="347980" y="0"/>
                  </a:lnTo>
                  <a:lnTo>
                    <a:pt x="347980" y="3810"/>
                  </a:lnTo>
                  <a:lnTo>
                    <a:pt x="347980" y="270510"/>
                  </a:lnTo>
                  <a:lnTo>
                    <a:pt x="3810" y="270510"/>
                  </a:lnTo>
                  <a:lnTo>
                    <a:pt x="3810" y="3810"/>
                  </a:lnTo>
                  <a:lnTo>
                    <a:pt x="347980" y="3810"/>
                  </a:lnTo>
                  <a:lnTo>
                    <a:pt x="34798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270510"/>
                  </a:lnTo>
                  <a:lnTo>
                    <a:pt x="0" y="274320"/>
                  </a:lnTo>
                  <a:lnTo>
                    <a:pt x="351790" y="274320"/>
                  </a:lnTo>
                  <a:lnTo>
                    <a:pt x="351790" y="270510"/>
                  </a:lnTo>
                  <a:lnTo>
                    <a:pt x="351790" y="3810"/>
                  </a:lnTo>
                  <a:lnTo>
                    <a:pt x="351790" y="0"/>
                  </a:lnTo>
                  <a:close/>
                </a:path>
              </a:pathLst>
            </a:custGeom>
            <a:solidFill>
              <a:srgbClr val="C74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2418080" y="1885949"/>
              <a:ext cx="344170" cy="266700"/>
            </a:xfrm>
            <a:custGeom>
              <a:avLst/>
              <a:gdLst/>
              <a:ahLst/>
              <a:cxnLst/>
              <a:rect l="l" t="t" r="r" b="b"/>
              <a:pathLst>
                <a:path w="344169" h="266700">
                  <a:moveTo>
                    <a:pt x="344170" y="0"/>
                  </a:moveTo>
                  <a:lnTo>
                    <a:pt x="340360" y="0"/>
                  </a:lnTo>
                  <a:lnTo>
                    <a:pt x="340360" y="2540"/>
                  </a:lnTo>
                  <a:lnTo>
                    <a:pt x="340360" y="262890"/>
                  </a:lnTo>
                  <a:lnTo>
                    <a:pt x="3810" y="262890"/>
                  </a:lnTo>
                  <a:lnTo>
                    <a:pt x="3810" y="2540"/>
                  </a:lnTo>
                  <a:lnTo>
                    <a:pt x="340360" y="2540"/>
                  </a:lnTo>
                  <a:lnTo>
                    <a:pt x="34036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262890"/>
                  </a:lnTo>
                  <a:lnTo>
                    <a:pt x="0" y="266700"/>
                  </a:lnTo>
                  <a:lnTo>
                    <a:pt x="344170" y="266700"/>
                  </a:lnTo>
                  <a:lnTo>
                    <a:pt x="344170" y="262890"/>
                  </a:lnTo>
                  <a:lnTo>
                    <a:pt x="344170" y="2540"/>
                  </a:lnTo>
                  <a:lnTo>
                    <a:pt x="344170" y="0"/>
                  </a:lnTo>
                  <a:close/>
                </a:path>
              </a:pathLst>
            </a:custGeom>
            <a:solidFill>
              <a:srgbClr val="C84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2421890" y="1888489"/>
              <a:ext cx="336550" cy="260350"/>
            </a:xfrm>
            <a:custGeom>
              <a:avLst/>
              <a:gdLst/>
              <a:ahLst/>
              <a:cxnLst/>
              <a:rect l="l" t="t" r="r" b="b"/>
              <a:pathLst>
                <a:path w="336550" h="260350">
                  <a:moveTo>
                    <a:pt x="336550" y="0"/>
                  </a:moveTo>
                  <a:lnTo>
                    <a:pt x="332740" y="0"/>
                  </a:lnTo>
                  <a:lnTo>
                    <a:pt x="332740" y="3810"/>
                  </a:lnTo>
                  <a:lnTo>
                    <a:pt x="332740" y="256540"/>
                  </a:lnTo>
                  <a:lnTo>
                    <a:pt x="3810" y="256540"/>
                  </a:lnTo>
                  <a:lnTo>
                    <a:pt x="3810" y="3810"/>
                  </a:lnTo>
                  <a:lnTo>
                    <a:pt x="332740" y="3810"/>
                  </a:lnTo>
                  <a:lnTo>
                    <a:pt x="33274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256540"/>
                  </a:lnTo>
                  <a:lnTo>
                    <a:pt x="0" y="260350"/>
                  </a:lnTo>
                  <a:lnTo>
                    <a:pt x="336550" y="260350"/>
                  </a:lnTo>
                  <a:lnTo>
                    <a:pt x="336550" y="256540"/>
                  </a:lnTo>
                  <a:lnTo>
                    <a:pt x="336550" y="3810"/>
                  </a:lnTo>
                  <a:lnTo>
                    <a:pt x="336550" y="0"/>
                  </a:lnTo>
                  <a:close/>
                </a:path>
              </a:pathLst>
            </a:custGeom>
            <a:solidFill>
              <a:srgbClr val="CA5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2425700" y="1892299"/>
              <a:ext cx="328930" cy="252729"/>
            </a:xfrm>
            <a:custGeom>
              <a:avLst/>
              <a:gdLst/>
              <a:ahLst/>
              <a:cxnLst/>
              <a:rect l="l" t="t" r="r" b="b"/>
              <a:pathLst>
                <a:path w="328930" h="252730">
                  <a:moveTo>
                    <a:pt x="328930" y="0"/>
                  </a:moveTo>
                  <a:lnTo>
                    <a:pt x="325120" y="0"/>
                  </a:lnTo>
                  <a:lnTo>
                    <a:pt x="325120" y="3810"/>
                  </a:lnTo>
                  <a:lnTo>
                    <a:pt x="325120" y="248920"/>
                  </a:lnTo>
                  <a:lnTo>
                    <a:pt x="3810" y="248920"/>
                  </a:lnTo>
                  <a:lnTo>
                    <a:pt x="3810" y="3810"/>
                  </a:lnTo>
                  <a:lnTo>
                    <a:pt x="325120" y="3810"/>
                  </a:lnTo>
                  <a:lnTo>
                    <a:pt x="32512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248920"/>
                  </a:lnTo>
                  <a:lnTo>
                    <a:pt x="0" y="252730"/>
                  </a:lnTo>
                  <a:lnTo>
                    <a:pt x="328930" y="252730"/>
                  </a:lnTo>
                  <a:lnTo>
                    <a:pt x="328930" y="248920"/>
                  </a:lnTo>
                  <a:lnTo>
                    <a:pt x="328930" y="3810"/>
                  </a:lnTo>
                  <a:lnTo>
                    <a:pt x="328930" y="0"/>
                  </a:lnTo>
                  <a:close/>
                </a:path>
              </a:pathLst>
            </a:custGeom>
            <a:solidFill>
              <a:srgbClr val="CC5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2429510" y="1896109"/>
              <a:ext cx="321310" cy="245110"/>
            </a:xfrm>
            <a:custGeom>
              <a:avLst/>
              <a:gdLst/>
              <a:ahLst/>
              <a:cxnLst/>
              <a:rect l="l" t="t" r="r" b="b"/>
              <a:pathLst>
                <a:path w="321310" h="245110">
                  <a:moveTo>
                    <a:pt x="321310" y="0"/>
                  </a:moveTo>
                  <a:lnTo>
                    <a:pt x="317500" y="0"/>
                  </a:lnTo>
                  <a:lnTo>
                    <a:pt x="317500" y="3810"/>
                  </a:lnTo>
                  <a:lnTo>
                    <a:pt x="317500" y="241300"/>
                  </a:lnTo>
                  <a:lnTo>
                    <a:pt x="3810" y="241300"/>
                  </a:lnTo>
                  <a:lnTo>
                    <a:pt x="3810" y="3810"/>
                  </a:lnTo>
                  <a:lnTo>
                    <a:pt x="317500" y="3810"/>
                  </a:lnTo>
                  <a:lnTo>
                    <a:pt x="31750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241300"/>
                  </a:lnTo>
                  <a:lnTo>
                    <a:pt x="0" y="245110"/>
                  </a:lnTo>
                  <a:lnTo>
                    <a:pt x="321310" y="245110"/>
                  </a:lnTo>
                  <a:lnTo>
                    <a:pt x="321310" y="241300"/>
                  </a:lnTo>
                  <a:lnTo>
                    <a:pt x="321310" y="3810"/>
                  </a:lnTo>
                  <a:lnTo>
                    <a:pt x="321310" y="0"/>
                  </a:lnTo>
                  <a:close/>
                </a:path>
              </a:pathLst>
            </a:custGeom>
            <a:solidFill>
              <a:srgbClr val="CC5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6"/>
            <p:cNvSpPr/>
            <p:nvPr/>
          </p:nvSpPr>
          <p:spPr>
            <a:xfrm>
              <a:off x="2433320" y="1899919"/>
              <a:ext cx="313690" cy="237490"/>
            </a:xfrm>
            <a:custGeom>
              <a:avLst/>
              <a:gdLst/>
              <a:ahLst/>
              <a:cxnLst/>
              <a:rect l="l" t="t" r="r" b="b"/>
              <a:pathLst>
                <a:path w="313689" h="237489">
                  <a:moveTo>
                    <a:pt x="313690" y="0"/>
                  </a:moveTo>
                  <a:lnTo>
                    <a:pt x="311150" y="0"/>
                  </a:lnTo>
                  <a:lnTo>
                    <a:pt x="311150" y="3810"/>
                  </a:lnTo>
                  <a:lnTo>
                    <a:pt x="311150" y="234950"/>
                  </a:lnTo>
                  <a:lnTo>
                    <a:pt x="2540" y="234950"/>
                  </a:lnTo>
                  <a:lnTo>
                    <a:pt x="2540" y="3810"/>
                  </a:lnTo>
                  <a:lnTo>
                    <a:pt x="311150" y="3810"/>
                  </a:lnTo>
                  <a:lnTo>
                    <a:pt x="31115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234950"/>
                  </a:lnTo>
                  <a:lnTo>
                    <a:pt x="0" y="237490"/>
                  </a:lnTo>
                  <a:lnTo>
                    <a:pt x="313690" y="237490"/>
                  </a:lnTo>
                  <a:lnTo>
                    <a:pt x="313690" y="234950"/>
                  </a:lnTo>
                  <a:lnTo>
                    <a:pt x="313690" y="3810"/>
                  </a:lnTo>
                  <a:lnTo>
                    <a:pt x="313690" y="0"/>
                  </a:lnTo>
                  <a:close/>
                </a:path>
              </a:pathLst>
            </a:custGeom>
            <a:solidFill>
              <a:srgbClr val="CE5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7"/>
            <p:cNvSpPr/>
            <p:nvPr/>
          </p:nvSpPr>
          <p:spPr>
            <a:xfrm>
              <a:off x="2435860" y="1903729"/>
              <a:ext cx="308610" cy="231140"/>
            </a:xfrm>
            <a:custGeom>
              <a:avLst/>
              <a:gdLst/>
              <a:ahLst/>
              <a:cxnLst/>
              <a:rect l="l" t="t" r="r" b="b"/>
              <a:pathLst>
                <a:path w="308610" h="231139">
                  <a:moveTo>
                    <a:pt x="308610" y="0"/>
                  </a:moveTo>
                  <a:lnTo>
                    <a:pt x="304800" y="0"/>
                  </a:lnTo>
                  <a:lnTo>
                    <a:pt x="304800" y="3810"/>
                  </a:lnTo>
                  <a:lnTo>
                    <a:pt x="304800" y="227330"/>
                  </a:lnTo>
                  <a:lnTo>
                    <a:pt x="3810" y="227330"/>
                  </a:lnTo>
                  <a:lnTo>
                    <a:pt x="3810" y="3810"/>
                  </a:lnTo>
                  <a:lnTo>
                    <a:pt x="304800" y="3810"/>
                  </a:lnTo>
                  <a:lnTo>
                    <a:pt x="30480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227330"/>
                  </a:lnTo>
                  <a:lnTo>
                    <a:pt x="0" y="231140"/>
                  </a:lnTo>
                  <a:lnTo>
                    <a:pt x="308610" y="231140"/>
                  </a:lnTo>
                  <a:lnTo>
                    <a:pt x="308610" y="227330"/>
                  </a:lnTo>
                  <a:lnTo>
                    <a:pt x="308610" y="3810"/>
                  </a:lnTo>
                  <a:lnTo>
                    <a:pt x="308610" y="0"/>
                  </a:lnTo>
                  <a:close/>
                </a:path>
              </a:pathLst>
            </a:custGeom>
            <a:solidFill>
              <a:srgbClr val="CF52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2439670" y="1907539"/>
              <a:ext cx="300990" cy="223520"/>
            </a:xfrm>
            <a:custGeom>
              <a:avLst/>
              <a:gdLst/>
              <a:ahLst/>
              <a:cxnLst/>
              <a:rect l="l" t="t" r="r" b="b"/>
              <a:pathLst>
                <a:path w="300989" h="223519">
                  <a:moveTo>
                    <a:pt x="300990" y="0"/>
                  </a:moveTo>
                  <a:lnTo>
                    <a:pt x="297180" y="0"/>
                  </a:lnTo>
                  <a:lnTo>
                    <a:pt x="297180" y="2540"/>
                  </a:lnTo>
                  <a:lnTo>
                    <a:pt x="297180" y="219710"/>
                  </a:lnTo>
                  <a:lnTo>
                    <a:pt x="3810" y="219710"/>
                  </a:lnTo>
                  <a:lnTo>
                    <a:pt x="3810" y="2540"/>
                  </a:lnTo>
                  <a:lnTo>
                    <a:pt x="297180" y="2540"/>
                  </a:lnTo>
                  <a:lnTo>
                    <a:pt x="29718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219710"/>
                  </a:lnTo>
                  <a:lnTo>
                    <a:pt x="0" y="223520"/>
                  </a:lnTo>
                  <a:lnTo>
                    <a:pt x="300990" y="223520"/>
                  </a:lnTo>
                  <a:lnTo>
                    <a:pt x="300990" y="219710"/>
                  </a:lnTo>
                  <a:lnTo>
                    <a:pt x="300990" y="2540"/>
                  </a:lnTo>
                  <a:lnTo>
                    <a:pt x="300990" y="0"/>
                  </a:lnTo>
                  <a:close/>
                </a:path>
              </a:pathLst>
            </a:custGeom>
            <a:solidFill>
              <a:srgbClr val="D15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2443480" y="1910079"/>
              <a:ext cx="293370" cy="217170"/>
            </a:xfrm>
            <a:custGeom>
              <a:avLst/>
              <a:gdLst/>
              <a:ahLst/>
              <a:cxnLst/>
              <a:rect l="l" t="t" r="r" b="b"/>
              <a:pathLst>
                <a:path w="293369" h="217169">
                  <a:moveTo>
                    <a:pt x="293370" y="0"/>
                  </a:moveTo>
                  <a:lnTo>
                    <a:pt x="289560" y="0"/>
                  </a:lnTo>
                  <a:lnTo>
                    <a:pt x="289560" y="3810"/>
                  </a:lnTo>
                  <a:lnTo>
                    <a:pt x="289560" y="213360"/>
                  </a:lnTo>
                  <a:lnTo>
                    <a:pt x="3810" y="213360"/>
                  </a:lnTo>
                  <a:lnTo>
                    <a:pt x="3810" y="3810"/>
                  </a:lnTo>
                  <a:lnTo>
                    <a:pt x="289560" y="3810"/>
                  </a:lnTo>
                  <a:lnTo>
                    <a:pt x="28956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213360"/>
                  </a:lnTo>
                  <a:lnTo>
                    <a:pt x="0" y="217170"/>
                  </a:lnTo>
                  <a:lnTo>
                    <a:pt x="293370" y="217170"/>
                  </a:lnTo>
                  <a:lnTo>
                    <a:pt x="293370" y="213360"/>
                  </a:lnTo>
                  <a:lnTo>
                    <a:pt x="293370" y="3810"/>
                  </a:lnTo>
                  <a:lnTo>
                    <a:pt x="293370" y="0"/>
                  </a:lnTo>
                  <a:close/>
                </a:path>
              </a:pathLst>
            </a:custGeom>
            <a:solidFill>
              <a:srgbClr val="D25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2447290" y="1913889"/>
              <a:ext cx="285750" cy="209550"/>
            </a:xfrm>
            <a:custGeom>
              <a:avLst/>
              <a:gdLst/>
              <a:ahLst/>
              <a:cxnLst/>
              <a:rect l="l" t="t" r="r" b="b"/>
              <a:pathLst>
                <a:path w="285750" h="209550">
                  <a:moveTo>
                    <a:pt x="285750" y="0"/>
                  </a:moveTo>
                  <a:lnTo>
                    <a:pt x="281940" y="0"/>
                  </a:lnTo>
                  <a:lnTo>
                    <a:pt x="281940" y="3810"/>
                  </a:lnTo>
                  <a:lnTo>
                    <a:pt x="281940" y="205740"/>
                  </a:lnTo>
                  <a:lnTo>
                    <a:pt x="3810" y="205740"/>
                  </a:lnTo>
                  <a:lnTo>
                    <a:pt x="3810" y="3810"/>
                  </a:lnTo>
                  <a:lnTo>
                    <a:pt x="281940" y="3810"/>
                  </a:lnTo>
                  <a:lnTo>
                    <a:pt x="28194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205740"/>
                  </a:lnTo>
                  <a:lnTo>
                    <a:pt x="0" y="209550"/>
                  </a:lnTo>
                  <a:lnTo>
                    <a:pt x="285750" y="209550"/>
                  </a:lnTo>
                  <a:lnTo>
                    <a:pt x="285750" y="205740"/>
                  </a:lnTo>
                  <a:lnTo>
                    <a:pt x="285750" y="3810"/>
                  </a:lnTo>
                  <a:lnTo>
                    <a:pt x="285750" y="0"/>
                  </a:lnTo>
                  <a:close/>
                </a:path>
              </a:pathLst>
            </a:custGeom>
            <a:solidFill>
              <a:srgbClr val="D45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2451100" y="1917699"/>
              <a:ext cx="278130" cy="201930"/>
            </a:xfrm>
            <a:custGeom>
              <a:avLst/>
              <a:gdLst/>
              <a:ahLst/>
              <a:cxnLst/>
              <a:rect l="l" t="t" r="r" b="b"/>
              <a:pathLst>
                <a:path w="278130" h="201930">
                  <a:moveTo>
                    <a:pt x="278130" y="0"/>
                  </a:moveTo>
                  <a:lnTo>
                    <a:pt x="274320" y="0"/>
                  </a:lnTo>
                  <a:lnTo>
                    <a:pt x="274320" y="3810"/>
                  </a:lnTo>
                  <a:lnTo>
                    <a:pt x="274320" y="198120"/>
                  </a:lnTo>
                  <a:lnTo>
                    <a:pt x="3810" y="198120"/>
                  </a:lnTo>
                  <a:lnTo>
                    <a:pt x="3810" y="3810"/>
                  </a:lnTo>
                  <a:lnTo>
                    <a:pt x="274320" y="3810"/>
                  </a:lnTo>
                  <a:lnTo>
                    <a:pt x="27432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198120"/>
                  </a:lnTo>
                  <a:lnTo>
                    <a:pt x="0" y="201930"/>
                  </a:lnTo>
                  <a:lnTo>
                    <a:pt x="278130" y="201930"/>
                  </a:lnTo>
                  <a:lnTo>
                    <a:pt x="278130" y="198120"/>
                  </a:lnTo>
                  <a:lnTo>
                    <a:pt x="278130" y="3810"/>
                  </a:lnTo>
                  <a:lnTo>
                    <a:pt x="278130" y="0"/>
                  </a:lnTo>
                  <a:close/>
                </a:path>
              </a:pathLst>
            </a:custGeom>
            <a:solidFill>
              <a:srgbClr val="D55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2454910" y="1921509"/>
              <a:ext cx="270510" cy="194310"/>
            </a:xfrm>
            <a:custGeom>
              <a:avLst/>
              <a:gdLst/>
              <a:ahLst/>
              <a:cxnLst/>
              <a:rect l="l" t="t" r="r" b="b"/>
              <a:pathLst>
                <a:path w="270510" h="194310">
                  <a:moveTo>
                    <a:pt x="270510" y="0"/>
                  </a:moveTo>
                  <a:lnTo>
                    <a:pt x="267970" y="0"/>
                  </a:lnTo>
                  <a:lnTo>
                    <a:pt x="267970" y="3810"/>
                  </a:lnTo>
                  <a:lnTo>
                    <a:pt x="267970" y="191770"/>
                  </a:lnTo>
                  <a:lnTo>
                    <a:pt x="2540" y="191770"/>
                  </a:lnTo>
                  <a:lnTo>
                    <a:pt x="2540" y="3810"/>
                  </a:lnTo>
                  <a:lnTo>
                    <a:pt x="267970" y="3810"/>
                  </a:lnTo>
                  <a:lnTo>
                    <a:pt x="26797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191770"/>
                  </a:lnTo>
                  <a:lnTo>
                    <a:pt x="0" y="194310"/>
                  </a:lnTo>
                  <a:lnTo>
                    <a:pt x="270510" y="194310"/>
                  </a:lnTo>
                  <a:lnTo>
                    <a:pt x="270510" y="191770"/>
                  </a:lnTo>
                  <a:lnTo>
                    <a:pt x="270510" y="3810"/>
                  </a:lnTo>
                  <a:lnTo>
                    <a:pt x="270510" y="0"/>
                  </a:lnTo>
                  <a:close/>
                </a:path>
              </a:pathLst>
            </a:custGeom>
            <a:solidFill>
              <a:srgbClr val="D755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2457450" y="1925319"/>
              <a:ext cx="265430" cy="187960"/>
            </a:xfrm>
            <a:custGeom>
              <a:avLst/>
              <a:gdLst/>
              <a:ahLst/>
              <a:cxnLst/>
              <a:rect l="l" t="t" r="r" b="b"/>
              <a:pathLst>
                <a:path w="265430" h="187960">
                  <a:moveTo>
                    <a:pt x="265430" y="0"/>
                  </a:moveTo>
                  <a:lnTo>
                    <a:pt x="261620" y="0"/>
                  </a:lnTo>
                  <a:lnTo>
                    <a:pt x="261620" y="3810"/>
                  </a:lnTo>
                  <a:lnTo>
                    <a:pt x="261620" y="184150"/>
                  </a:lnTo>
                  <a:lnTo>
                    <a:pt x="3810" y="184150"/>
                  </a:lnTo>
                  <a:lnTo>
                    <a:pt x="3810" y="3810"/>
                  </a:lnTo>
                  <a:lnTo>
                    <a:pt x="261620" y="3810"/>
                  </a:lnTo>
                  <a:lnTo>
                    <a:pt x="26162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184150"/>
                  </a:lnTo>
                  <a:lnTo>
                    <a:pt x="0" y="187960"/>
                  </a:lnTo>
                  <a:lnTo>
                    <a:pt x="265430" y="187960"/>
                  </a:lnTo>
                  <a:lnTo>
                    <a:pt x="265430" y="184150"/>
                  </a:lnTo>
                  <a:lnTo>
                    <a:pt x="265430" y="3810"/>
                  </a:lnTo>
                  <a:lnTo>
                    <a:pt x="265430" y="0"/>
                  </a:lnTo>
                  <a:close/>
                </a:path>
              </a:pathLst>
            </a:custGeom>
            <a:solidFill>
              <a:srgbClr val="D855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2461260" y="1929129"/>
              <a:ext cx="257810" cy="180340"/>
            </a:xfrm>
            <a:custGeom>
              <a:avLst/>
              <a:gdLst/>
              <a:ahLst/>
              <a:cxnLst/>
              <a:rect l="l" t="t" r="r" b="b"/>
              <a:pathLst>
                <a:path w="257810" h="180339">
                  <a:moveTo>
                    <a:pt x="257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0" y="176530"/>
                  </a:lnTo>
                  <a:lnTo>
                    <a:pt x="0" y="180340"/>
                  </a:lnTo>
                  <a:lnTo>
                    <a:pt x="257810" y="180340"/>
                  </a:lnTo>
                  <a:lnTo>
                    <a:pt x="257810" y="176530"/>
                  </a:lnTo>
                  <a:lnTo>
                    <a:pt x="3810" y="176530"/>
                  </a:lnTo>
                  <a:lnTo>
                    <a:pt x="3810" y="2540"/>
                  </a:lnTo>
                  <a:lnTo>
                    <a:pt x="257810" y="2540"/>
                  </a:lnTo>
                  <a:lnTo>
                    <a:pt x="257810" y="0"/>
                  </a:lnTo>
                  <a:close/>
                </a:path>
              </a:pathLst>
            </a:custGeom>
            <a:solidFill>
              <a:srgbClr val="D956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5" name="object 34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465069" y="1931670"/>
              <a:ext cx="254000" cy="173990"/>
            </a:xfrm>
            <a:prstGeom prst="rect">
              <a:avLst/>
            </a:prstGeom>
          </p:spPr>
        </p:pic>
        <p:sp>
          <p:nvSpPr>
            <p:cNvPr id="346" name="object 346"/>
            <p:cNvSpPr/>
            <p:nvPr/>
          </p:nvSpPr>
          <p:spPr>
            <a:xfrm>
              <a:off x="2209800" y="1676400"/>
              <a:ext cx="762000" cy="685800"/>
            </a:xfrm>
            <a:custGeom>
              <a:avLst/>
              <a:gdLst/>
              <a:ahLst/>
              <a:cxnLst/>
              <a:rect l="l" t="t" r="r" b="b"/>
              <a:pathLst>
                <a:path w="762000" h="685800">
                  <a:moveTo>
                    <a:pt x="381000" y="685800"/>
                  </a:moveTo>
                  <a:lnTo>
                    <a:pt x="0" y="685800"/>
                  </a:lnTo>
                  <a:lnTo>
                    <a:pt x="0" y="0"/>
                  </a:lnTo>
                  <a:lnTo>
                    <a:pt x="762000" y="0"/>
                  </a:lnTo>
                  <a:lnTo>
                    <a:pt x="762000" y="685800"/>
                  </a:lnTo>
                  <a:lnTo>
                    <a:pt x="381000" y="685800"/>
                  </a:lnTo>
                  <a:close/>
                </a:path>
              </a:pathLst>
            </a:custGeom>
            <a:ln w="93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7" name="object 347"/>
          <p:cNvSpPr txBox="1"/>
          <p:nvPr/>
        </p:nvSpPr>
        <p:spPr>
          <a:xfrm>
            <a:off x="1408430" y="1799590"/>
            <a:ext cx="2088514" cy="11150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2545">
              <a:lnSpc>
                <a:spcPct val="100000"/>
              </a:lnSpc>
              <a:spcBef>
                <a:spcPts val="100"/>
              </a:spcBef>
              <a:tabLst>
                <a:tab pos="956944" algn="l"/>
              </a:tabLst>
            </a:pPr>
            <a:r>
              <a:rPr sz="2400" spc="-25" dirty="0">
                <a:solidFill>
                  <a:srgbClr val="FFFFFF"/>
                </a:solidFill>
                <a:latin typeface="Arial"/>
                <a:cs typeface="Arial"/>
              </a:rPr>
              <a:t>VM</a:t>
            </a:r>
            <a:r>
              <a:rPr sz="2400" dirty="0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sz="2400" spc="-25" dirty="0">
                <a:solidFill>
                  <a:srgbClr val="FFFFFF"/>
                </a:solidFill>
                <a:latin typeface="Arial"/>
                <a:cs typeface="Arial"/>
              </a:rPr>
              <a:t>VM</a:t>
            </a:r>
            <a:endParaRPr sz="24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24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sz="2400" spc="-25" dirty="0">
                <a:solidFill>
                  <a:srgbClr val="FFFFFF"/>
                </a:solidFill>
                <a:latin typeface="Arial"/>
                <a:cs typeface="Arial"/>
              </a:rPr>
              <a:t>VMware</a:t>
            </a:r>
            <a:r>
              <a:rPr sz="2400" spc="-1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2400" spc="-10" dirty="0">
                <a:solidFill>
                  <a:srgbClr val="FFFFFF"/>
                </a:solidFill>
                <a:latin typeface="Arial"/>
                <a:cs typeface="Arial"/>
              </a:rPr>
              <a:t>Server</a:t>
            </a:r>
            <a:endParaRPr sz="2400">
              <a:latin typeface="Arial"/>
              <a:cs typeface="Arial"/>
            </a:endParaRPr>
          </a:p>
        </p:txBody>
      </p:sp>
      <p:pic>
        <p:nvPicPr>
          <p:cNvPr id="348" name="object 348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119527" y="1900327"/>
            <a:ext cx="466544" cy="161744"/>
          </a:xfrm>
          <a:prstGeom prst="rect">
            <a:avLst/>
          </a:prstGeom>
        </p:spPr>
      </p:pic>
      <p:pic>
        <p:nvPicPr>
          <p:cNvPr id="349" name="object 349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7440067" y="3043327"/>
            <a:ext cx="466544" cy="161744"/>
          </a:xfrm>
          <a:prstGeom prst="rect">
            <a:avLst/>
          </a:prstGeom>
        </p:spPr>
      </p:pic>
      <p:grpSp>
        <p:nvGrpSpPr>
          <p:cNvPr id="350" name="object 350"/>
          <p:cNvGrpSpPr/>
          <p:nvPr/>
        </p:nvGrpSpPr>
        <p:grpSpPr>
          <a:xfrm>
            <a:off x="4643437" y="2738437"/>
            <a:ext cx="4200525" cy="1868805"/>
            <a:chOff x="4643437" y="2738437"/>
            <a:chExt cx="4200525" cy="1868805"/>
          </a:xfrm>
        </p:grpSpPr>
        <p:sp>
          <p:nvSpPr>
            <p:cNvPr id="351" name="object 351"/>
            <p:cNvSpPr/>
            <p:nvPr/>
          </p:nvSpPr>
          <p:spPr>
            <a:xfrm>
              <a:off x="5615940" y="2741929"/>
              <a:ext cx="763270" cy="763270"/>
            </a:xfrm>
            <a:custGeom>
              <a:avLst/>
              <a:gdLst/>
              <a:ahLst/>
              <a:cxnLst/>
              <a:rect l="l" t="t" r="r" b="b"/>
              <a:pathLst>
                <a:path w="763270" h="763270">
                  <a:moveTo>
                    <a:pt x="763270" y="0"/>
                  </a:moveTo>
                  <a:lnTo>
                    <a:pt x="759460" y="0"/>
                  </a:lnTo>
                  <a:lnTo>
                    <a:pt x="759460" y="3810"/>
                  </a:lnTo>
                  <a:lnTo>
                    <a:pt x="759460" y="759460"/>
                  </a:lnTo>
                  <a:lnTo>
                    <a:pt x="3810" y="759460"/>
                  </a:lnTo>
                  <a:lnTo>
                    <a:pt x="3810" y="3810"/>
                  </a:lnTo>
                  <a:lnTo>
                    <a:pt x="759460" y="3810"/>
                  </a:lnTo>
                  <a:lnTo>
                    <a:pt x="75946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759460"/>
                  </a:lnTo>
                  <a:lnTo>
                    <a:pt x="0" y="763270"/>
                  </a:lnTo>
                  <a:lnTo>
                    <a:pt x="763270" y="763270"/>
                  </a:lnTo>
                  <a:lnTo>
                    <a:pt x="763270" y="759460"/>
                  </a:lnTo>
                  <a:lnTo>
                    <a:pt x="763270" y="3810"/>
                  </a:lnTo>
                  <a:lnTo>
                    <a:pt x="763270" y="0"/>
                  </a:lnTo>
                  <a:close/>
                </a:path>
              </a:pathLst>
            </a:custGeom>
            <a:solidFill>
              <a:srgbClr val="752E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52"/>
            <p:cNvSpPr/>
            <p:nvPr/>
          </p:nvSpPr>
          <p:spPr>
            <a:xfrm>
              <a:off x="5619750" y="2745739"/>
              <a:ext cx="755650" cy="755650"/>
            </a:xfrm>
            <a:custGeom>
              <a:avLst/>
              <a:gdLst/>
              <a:ahLst/>
              <a:cxnLst/>
              <a:rect l="l" t="t" r="r" b="b"/>
              <a:pathLst>
                <a:path w="755650" h="755650">
                  <a:moveTo>
                    <a:pt x="755650" y="0"/>
                  </a:moveTo>
                  <a:lnTo>
                    <a:pt x="751840" y="0"/>
                  </a:lnTo>
                  <a:lnTo>
                    <a:pt x="751840" y="3810"/>
                  </a:lnTo>
                  <a:lnTo>
                    <a:pt x="751840" y="751840"/>
                  </a:lnTo>
                  <a:lnTo>
                    <a:pt x="3810" y="751840"/>
                  </a:lnTo>
                  <a:lnTo>
                    <a:pt x="3810" y="3810"/>
                  </a:lnTo>
                  <a:lnTo>
                    <a:pt x="751840" y="3810"/>
                  </a:lnTo>
                  <a:lnTo>
                    <a:pt x="75184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751840"/>
                  </a:lnTo>
                  <a:lnTo>
                    <a:pt x="0" y="755650"/>
                  </a:lnTo>
                  <a:lnTo>
                    <a:pt x="755650" y="755650"/>
                  </a:lnTo>
                  <a:lnTo>
                    <a:pt x="755650" y="751840"/>
                  </a:lnTo>
                  <a:lnTo>
                    <a:pt x="755650" y="3810"/>
                  </a:lnTo>
                  <a:lnTo>
                    <a:pt x="755650" y="0"/>
                  </a:lnTo>
                  <a:close/>
                </a:path>
              </a:pathLst>
            </a:custGeom>
            <a:solidFill>
              <a:srgbClr val="762E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3"/>
            <p:cNvSpPr/>
            <p:nvPr/>
          </p:nvSpPr>
          <p:spPr>
            <a:xfrm>
              <a:off x="5623560" y="2749549"/>
              <a:ext cx="748030" cy="748030"/>
            </a:xfrm>
            <a:custGeom>
              <a:avLst/>
              <a:gdLst/>
              <a:ahLst/>
              <a:cxnLst/>
              <a:rect l="l" t="t" r="r" b="b"/>
              <a:pathLst>
                <a:path w="748029" h="748029">
                  <a:moveTo>
                    <a:pt x="748030" y="0"/>
                  </a:moveTo>
                  <a:lnTo>
                    <a:pt x="744220" y="0"/>
                  </a:lnTo>
                  <a:lnTo>
                    <a:pt x="744220" y="3810"/>
                  </a:lnTo>
                  <a:lnTo>
                    <a:pt x="744220" y="745490"/>
                  </a:lnTo>
                  <a:lnTo>
                    <a:pt x="3810" y="745490"/>
                  </a:lnTo>
                  <a:lnTo>
                    <a:pt x="3810" y="3810"/>
                  </a:lnTo>
                  <a:lnTo>
                    <a:pt x="744220" y="3810"/>
                  </a:lnTo>
                  <a:lnTo>
                    <a:pt x="74422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745490"/>
                  </a:lnTo>
                  <a:lnTo>
                    <a:pt x="0" y="748030"/>
                  </a:lnTo>
                  <a:lnTo>
                    <a:pt x="748030" y="748030"/>
                  </a:lnTo>
                  <a:lnTo>
                    <a:pt x="748030" y="745490"/>
                  </a:lnTo>
                  <a:lnTo>
                    <a:pt x="748030" y="3810"/>
                  </a:lnTo>
                  <a:lnTo>
                    <a:pt x="748030" y="0"/>
                  </a:lnTo>
                  <a:close/>
                </a:path>
              </a:pathLst>
            </a:custGeom>
            <a:solidFill>
              <a:srgbClr val="772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5627370" y="2753359"/>
              <a:ext cx="740410" cy="741680"/>
            </a:xfrm>
            <a:custGeom>
              <a:avLst/>
              <a:gdLst/>
              <a:ahLst/>
              <a:cxnLst/>
              <a:rect l="l" t="t" r="r" b="b"/>
              <a:pathLst>
                <a:path w="740410" h="741679">
                  <a:moveTo>
                    <a:pt x="740410" y="0"/>
                  </a:moveTo>
                  <a:lnTo>
                    <a:pt x="736600" y="0"/>
                  </a:lnTo>
                  <a:lnTo>
                    <a:pt x="736600" y="3810"/>
                  </a:lnTo>
                  <a:lnTo>
                    <a:pt x="736600" y="737870"/>
                  </a:lnTo>
                  <a:lnTo>
                    <a:pt x="2540" y="737870"/>
                  </a:lnTo>
                  <a:lnTo>
                    <a:pt x="2540" y="3810"/>
                  </a:lnTo>
                  <a:lnTo>
                    <a:pt x="736600" y="3810"/>
                  </a:lnTo>
                  <a:lnTo>
                    <a:pt x="73660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737870"/>
                  </a:lnTo>
                  <a:lnTo>
                    <a:pt x="0" y="741680"/>
                  </a:lnTo>
                  <a:lnTo>
                    <a:pt x="740410" y="741680"/>
                  </a:lnTo>
                  <a:lnTo>
                    <a:pt x="740410" y="737870"/>
                  </a:lnTo>
                  <a:lnTo>
                    <a:pt x="740410" y="3810"/>
                  </a:lnTo>
                  <a:lnTo>
                    <a:pt x="740410" y="0"/>
                  </a:lnTo>
                  <a:close/>
                </a:path>
              </a:pathLst>
            </a:custGeom>
            <a:solidFill>
              <a:srgbClr val="782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5"/>
            <p:cNvSpPr/>
            <p:nvPr/>
          </p:nvSpPr>
          <p:spPr>
            <a:xfrm>
              <a:off x="5629910" y="2757169"/>
              <a:ext cx="734060" cy="734060"/>
            </a:xfrm>
            <a:custGeom>
              <a:avLst/>
              <a:gdLst/>
              <a:ahLst/>
              <a:cxnLst/>
              <a:rect l="l" t="t" r="r" b="b"/>
              <a:pathLst>
                <a:path w="734060" h="734060">
                  <a:moveTo>
                    <a:pt x="734060" y="0"/>
                  </a:moveTo>
                  <a:lnTo>
                    <a:pt x="731520" y="0"/>
                  </a:lnTo>
                  <a:lnTo>
                    <a:pt x="731520" y="3810"/>
                  </a:lnTo>
                  <a:lnTo>
                    <a:pt x="731520" y="730250"/>
                  </a:lnTo>
                  <a:lnTo>
                    <a:pt x="3810" y="730250"/>
                  </a:lnTo>
                  <a:lnTo>
                    <a:pt x="3810" y="3810"/>
                  </a:lnTo>
                  <a:lnTo>
                    <a:pt x="731520" y="3810"/>
                  </a:lnTo>
                  <a:lnTo>
                    <a:pt x="73152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730250"/>
                  </a:lnTo>
                  <a:lnTo>
                    <a:pt x="0" y="734060"/>
                  </a:lnTo>
                  <a:lnTo>
                    <a:pt x="734060" y="734060"/>
                  </a:lnTo>
                  <a:lnTo>
                    <a:pt x="734060" y="730250"/>
                  </a:lnTo>
                  <a:lnTo>
                    <a:pt x="734060" y="3810"/>
                  </a:lnTo>
                  <a:lnTo>
                    <a:pt x="734060" y="0"/>
                  </a:lnTo>
                  <a:close/>
                </a:path>
              </a:pathLst>
            </a:custGeom>
            <a:solidFill>
              <a:srgbClr val="7A3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6"/>
            <p:cNvSpPr/>
            <p:nvPr/>
          </p:nvSpPr>
          <p:spPr>
            <a:xfrm>
              <a:off x="5633720" y="2760979"/>
              <a:ext cx="727710" cy="726440"/>
            </a:xfrm>
            <a:custGeom>
              <a:avLst/>
              <a:gdLst/>
              <a:ahLst/>
              <a:cxnLst/>
              <a:rect l="l" t="t" r="r" b="b"/>
              <a:pathLst>
                <a:path w="727710" h="726439">
                  <a:moveTo>
                    <a:pt x="727710" y="0"/>
                  </a:moveTo>
                  <a:lnTo>
                    <a:pt x="723900" y="0"/>
                  </a:lnTo>
                  <a:lnTo>
                    <a:pt x="723900" y="2540"/>
                  </a:lnTo>
                  <a:lnTo>
                    <a:pt x="723900" y="722630"/>
                  </a:lnTo>
                  <a:lnTo>
                    <a:pt x="3810" y="722630"/>
                  </a:lnTo>
                  <a:lnTo>
                    <a:pt x="3810" y="2540"/>
                  </a:lnTo>
                  <a:lnTo>
                    <a:pt x="723900" y="2540"/>
                  </a:lnTo>
                  <a:lnTo>
                    <a:pt x="72390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722630"/>
                  </a:lnTo>
                  <a:lnTo>
                    <a:pt x="0" y="726440"/>
                  </a:lnTo>
                  <a:lnTo>
                    <a:pt x="727710" y="726440"/>
                  </a:lnTo>
                  <a:lnTo>
                    <a:pt x="727710" y="722630"/>
                  </a:lnTo>
                  <a:lnTo>
                    <a:pt x="727710" y="2540"/>
                  </a:lnTo>
                  <a:lnTo>
                    <a:pt x="727710" y="0"/>
                  </a:lnTo>
                  <a:close/>
                </a:path>
              </a:pathLst>
            </a:custGeom>
            <a:solidFill>
              <a:srgbClr val="7B3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5637530" y="2763519"/>
              <a:ext cx="720090" cy="720090"/>
            </a:xfrm>
            <a:custGeom>
              <a:avLst/>
              <a:gdLst/>
              <a:ahLst/>
              <a:cxnLst/>
              <a:rect l="l" t="t" r="r" b="b"/>
              <a:pathLst>
                <a:path w="720089" h="720089">
                  <a:moveTo>
                    <a:pt x="720090" y="0"/>
                  </a:moveTo>
                  <a:lnTo>
                    <a:pt x="716280" y="0"/>
                  </a:lnTo>
                  <a:lnTo>
                    <a:pt x="716280" y="3810"/>
                  </a:lnTo>
                  <a:lnTo>
                    <a:pt x="716280" y="716280"/>
                  </a:lnTo>
                  <a:lnTo>
                    <a:pt x="3810" y="716280"/>
                  </a:lnTo>
                  <a:lnTo>
                    <a:pt x="3810" y="3810"/>
                  </a:lnTo>
                  <a:lnTo>
                    <a:pt x="716280" y="3810"/>
                  </a:lnTo>
                  <a:lnTo>
                    <a:pt x="71628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716280"/>
                  </a:lnTo>
                  <a:lnTo>
                    <a:pt x="0" y="720090"/>
                  </a:lnTo>
                  <a:lnTo>
                    <a:pt x="720090" y="720090"/>
                  </a:lnTo>
                  <a:lnTo>
                    <a:pt x="720090" y="716280"/>
                  </a:lnTo>
                  <a:lnTo>
                    <a:pt x="720090" y="3810"/>
                  </a:lnTo>
                  <a:lnTo>
                    <a:pt x="720090" y="0"/>
                  </a:lnTo>
                  <a:close/>
                </a:path>
              </a:pathLst>
            </a:custGeom>
            <a:solidFill>
              <a:srgbClr val="7C3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5641340" y="2767329"/>
              <a:ext cx="712470" cy="712470"/>
            </a:xfrm>
            <a:custGeom>
              <a:avLst/>
              <a:gdLst/>
              <a:ahLst/>
              <a:cxnLst/>
              <a:rect l="l" t="t" r="r" b="b"/>
              <a:pathLst>
                <a:path w="712470" h="712470">
                  <a:moveTo>
                    <a:pt x="712470" y="0"/>
                  </a:moveTo>
                  <a:lnTo>
                    <a:pt x="708660" y="0"/>
                  </a:lnTo>
                  <a:lnTo>
                    <a:pt x="708660" y="3810"/>
                  </a:lnTo>
                  <a:lnTo>
                    <a:pt x="708660" y="708660"/>
                  </a:lnTo>
                  <a:lnTo>
                    <a:pt x="3810" y="708660"/>
                  </a:lnTo>
                  <a:lnTo>
                    <a:pt x="3810" y="3810"/>
                  </a:lnTo>
                  <a:lnTo>
                    <a:pt x="708660" y="3810"/>
                  </a:lnTo>
                  <a:lnTo>
                    <a:pt x="70866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708660"/>
                  </a:lnTo>
                  <a:lnTo>
                    <a:pt x="0" y="712470"/>
                  </a:lnTo>
                  <a:lnTo>
                    <a:pt x="712470" y="712470"/>
                  </a:lnTo>
                  <a:lnTo>
                    <a:pt x="712470" y="708660"/>
                  </a:lnTo>
                  <a:lnTo>
                    <a:pt x="712470" y="3810"/>
                  </a:lnTo>
                  <a:lnTo>
                    <a:pt x="712470" y="0"/>
                  </a:lnTo>
                  <a:close/>
                </a:path>
              </a:pathLst>
            </a:custGeom>
            <a:solidFill>
              <a:srgbClr val="7E3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5645150" y="2771139"/>
              <a:ext cx="704850" cy="704850"/>
            </a:xfrm>
            <a:custGeom>
              <a:avLst/>
              <a:gdLst/>
              <a:ahLst/>
              <a:cxnLst/>
              <a:rect l="l" t="t" r="r" b="b"/>
              <a:pathLst>
                <a:path w="704850" h="704850">
                  <a:moveTo>
                    <a:pt x="704850" y="0"/>
                  </a:moveTo>
                  <a:lnTo>
                    <a:pt x="701040" y="0"/>
                  </a:lnTo>
                  <a:lnTo>
                    <a:pt x="701040" y="3810"/>
                  </a:lnTo>
                  <a:lnTo>
                    <a:pt x="701040" y="702310"/>
                  </a:lnTo>
                  <a:lnTo>
                    <a:pt x="3810" y="702310"/>
                  </a:lnTo>
                  <a:lnTo>
                    <a:pt x="3810" y="3810"/>
                  </a:lnTo>
                  <a:lnTo>
                    <a:pt x="701040" y="3810"/>
                  </a:lnTo>
                  <a:lnTo>
                    <a:pt x="70104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702310"/>
                  </a:lnTo>
                  <a:lnTo>
                    <a:pt x="0" y="704850"/>
                  </a:lnTo>
                  <a:lnTo>
                    <a:pt x="704850" y="704850"/>
                  </a:lnTo>
                  <a:lnTo>
                    <a:pt x="704850" y="702310"/>
                  </a:lnTo>
                  <a:lnTo>
                    <a:pt x="704850" y="3810"/>
                  </a:lnTo>
                  <a:lnTo>
                    <a:pt x="704850" y="0"/>
                  </a:lnTo>
                  <a:close/>
                </a:path>
              </a:pathLst>
            </a:custGeom>
            <a:solidFill>
              <a:srgbClr val="7F3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60"/>
            <p:cNvSpPr/>
            <p:nvPr/>
          </p:nvSpPr>
          <p:spPr>
            <a:xfrm>
              <a:off x="5648960" y="2774949"/>
              <a:ext cx="697230" cy="698500"/>
            </a:xfrm>
            <a:custGeom>
              <a:avLst/>
              <a:gdLst/>
              <a:ahLst/>
              <a:cxnLst/>
              <a:rect l="l" t="t" r="r" b="b"/>
              <a:pathLst>
                <a:path w="697229" h="698500">
                  <a:moveTo>
                    <a:pt x="697230" y="0"/>
                  </a:moveTo>
                  <a:lnTo>
                    <a:pt x="693420" y="0"/>
                  </a:lnTo>
                  <a:lnTo>
                    <a:pt x="693420" y="3810"/>
                  </a:lnTo>
                  <a:lnTo>
                    <a:pt x="693420" y="694690"/>
                  </a:lnTo>
                  <a:lnTo>
                    <a:pt x="2540" y="694690"/>
                  </a:lnTo>
                  <a:lnTo>
                    <a:pt x="2540" y="3810"/>
                  </a:lnTo>
                  <a:lnTo>
                    <a:pt x="693420" y="3810"/>
                  </a:lnTo>
                  <a:lnTo>
                    <a:pt x="69342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94690"/>
                  </a:lnTo>
                  <a:lnTo>
                    <a:pt x="0" y="698500"/>
                  </a:lnTo>
                  <a:lnTo>
                    <a:pt x="697230" y="698500"/>
                  </a:lnTo>
                  <a:lnTo>
                    <a:pt x="697230" y="694690"/>
                  </a:lnTo>
                  <a:lnTo>
                    <a:pt x="697230" y="3810"/>
                  </a:lnTo>
                  <a:lnTo>
                    <a:pt x="697230" y="0"/>
                  </a:lnTo>
                  <a:close/>
                </a:path>
              </a:pathLst>
            </a:custGeom>
            <a:solidFill>
              <a:srgbClr val="803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61"/>
            <p:cNvSpPr/>
            <p:nvPr/>
          </p:nvSpPr>
          <p:spPr>
            <a:xfrm>
              <a:off x="5651500" y="2778759"/>
              <a:ext cx="690880" cy="690880"/>
            </a:xfrm>
            <a:custGeom>
              <a:avLst/>
              <a:gdLst/>
              <a:ahLst/>
              <a:cxnLst/>
              <a:rect l="l" t="t" r="r" b="b"/>
              <a:pathLst>
                <a:path w="690879" h="690879">
                  <a:moveTo>
                    <a:pt x="690880" y="0"/>
                  </a:moveTo>
                  <a:lnTo>
                    <a:pt x="688340" y="0"/>
                  </a:lnTo>
                  <a:lnTo>
                    <a:pt x="688340" y="3810"/>
                  </a:lnTo>
                  <a:lnTo>
                    <a:pt x="688340" y="687070"/>
                  </a:lnTo>
                  <a:lnTo>
                    <a:pt x="3810" y="687070"/>
                  </a:lnTo>
                  <a:lnTo>
                    <a:pt x="3810" y="3810"/>
                  </a:lnTo>
                  <a:lnTo>
                    <a:pt x="688340" y="3810"/>
                  </a:lnTo>
                  <a:lnTo>
                    <a:pt x="68834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87070"/>
                  </a:lnTo>
                  <a:lnTo>
                    <a:pt x="0" y="690880"/>
                  </a:lnTo>
                  <a:lnTo>
                    <a:pt x="690880" y="690880"/>
                  </a:lnTo>
                  <a:lnTo>
                    <a:pt x="690880" y="687070"/>
                  </a:lnTo>
                  <a:lnTo>
                    <a:pt x="690880" y="3810"/>
                  </a:lnTo>
                  <a:lnTo>
                    <a:pt x="690880" y="0"/>
                  </a:lnTo>
                  <a:close/>
                </a:path>
              </a:pathLst>
            </a:custGeom>
            <a:solidFill>
              <a:srgbClr val="813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5655310" y="2782569"/>
              <a:ext cx="684530" cy="683260"/>
            </a:xfrm>
            <a:custGeom>
              <a:avLst/>
              <a:gdLst/>
              <a:ahLst/>
              <a:cxnLst/>
              <a:rect l="l" t="t" r="r" b="b"/>
              <a:pathLst>
                <a:path w="684529" h="683260">
                  <a:moveTo>
                    <a:pt x="684530" y="0"/>
                  </a:moveTo>
                  <a:lnTo>
                    <a:pt x="680720" y="0"/>
                  </a:lnTo>
                  <a:lnTo>
                    <a:pt x="680720" y="2540"/>
                  </a:lnTo>
                  <a:lnTo>
                    <a:pt x="680720" y="679450"/>
                  </a:lnTo>
                  <a:lnTo>
                    <a:pt x="3810" y="679450"/>
                  </a:lnTo>
                  <a:lnTo>
                    <a:pt x="3810" y="2540"/>
                  </a:lnTo>
                  <a:lnTo>
                    <a:pt x="680720" y="2540"/>
                  </a:lnTo>
                  <a:lnTo>
                    <a:pt x="68072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679450"/>
                  </a:lnTo>
                  <a:lnTo>
                    <a:pt x="0" y="683260"/>
                  </a:lnTo>
                  <a:lnTo>
                    <a:pt x="684530" y="683260"/>
                  </a:lnTo>
                  <a:lnTo>
                    <a:pt x="684530" y="679450"/>
                  </a:lnTo>
                  <a:lnTo>
                    <a:pt x="684530" y="2540"/>
                  </a:lnTo>
                  <a:lnTo>
                    <a:pt x="684530" y="0"/>
                  </a:lnTo>
                  <a:close/>
                </a:path>
              </a:pathLst>
            </a:custGeom>
            <a:solidFill>
              <a:srgbClr val="833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5659120" y="2785109"/>
              <a:ext cx="676910" cy="676910"/>
            </a:xfrm>
            <a:custGeom>
              <a:avLst/>
              <a:gdLst/>
              <a:ahLst/>
              <a:cxnLst/>
              <a:rect l="l" t="t" r="r" b="b"/>
              <a:pathLst>
                <a:path w="676910" h="676910">
                  <a:moveTo>
                    <a:pt x="676910" y="0"/>
                  </a:moveTo>
                  <a:lnTo>
                    <a:pt x="673100" y="0"/>
                  </a:lnTo>
                  <a:lnTo>
                    <a:pt x="673100" y="3810"/>
                  </a:lnTo>
                  <a:lnTo>
                    <a:pt x="673100" y="673100"/>
                  </a:lnTo>
                  <a:lnTo>
                    <a:pt x="3810" y="673100"/>
                  </a:lnTo>
                  <a:lnTo>
                    <a:pt x="3810" y="3810"/>
                  </a:lnTo>
                  <a:lnTo>
                    <a:pt x="673100" y="3810"/>
                  </a:lnTo>
                  <a:lnTo>
                    <a:pt x="67310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73100"/>
                  </a:lnTo>
                  <a:lnTo>
                    <a:pt x="0" y="676910"/>
                  </a:lnTo>
                  <a:lnTo>
                    <a:pt x="676910" y="676910"/>
                  </a:lnTo>
                  <a:lnTo>
                    <a:pt x="676910" y="673100"/>
                  </a:lnTo>
                  <a:lnTo>
                    <a:pt x="676910" y="3810"/>
                  </a:lnTo>
                  <a:lnTo>
                    <a:pt x="676910" y="0"/>
                  </a:lnTo>
                  <a:close/>
                </a:path>
              </a:pathLst>
            </a:custGeom>
            <a:solidFill>
              <a:srgbClr val="843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4"/>
            <p:cNvSpPr/>
            <p:nvPr/>
          </p:nvSpPr>
          <p:spPr>
            <a:xfrm>
              <a:off x="5662930" y="2788919"/>
              <a:ext cx="669290" cy="669290"/>
            </a:xfrm>
            <a:custGeom>
              <a:avLst/>
              <a:gdLst/>
              <a:ahLst/>
              <a:cxnLst/>
              <a:rect l="l" t="t" r="r" b="b"/>
              <a:pathLst>
                <a:path w="669289" h="669289">
                  <a:moveTo>
                    <a:pt x="669290" y="0"/>
                  </a:moveTo>
                  <a:lnTo>
                    <a:pt x="665480" y="0"/>
                  </a:lnTo>
                  <a:lnTo>
                    <a:pt x="665480" y="3810"/>
                  </a:lnTo>
                  <a:lnTo>
                    <a:pt x="665480" y="665480"/>
                  </a:lnTo>
                  <a:lnTo>
                    <a:pt x="3810" y="665480"/>
                  </a:lnTo>
                  <a:lnTo>
                    <a:pt x="3810" y="3810"/>
                  </a:lnTo>
                  <a:lnTo>
                    <a:pt x="665480" y="3810"/>
                  </a:lnTo>
                  <a:lnTo>
                    <a:pt x="66548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65480"/>
                  </a:lnTo>
                  <a:lnTo>
                    <a:pt x="0" y="669290"/>
                  </a:lnTo>
                  <a:lnTo>
                    <a:pt x="669290" y="669290"/>
                  </a:lnTo>
                  <a:lnTo>
                    <a:pt x="669290" y="665480"/>
                  </a:lnTo>
                  <a:lnTo>
                    <a:pt x="669290" y="3810"/>
                  </a:lnTo>
                  <a:lnTo>
                    <a:pt x="669290" y="0"/>
                  </a:lnTo>
                  <a:close/>
                </a:path>
              </a:pathLst>
            </a:custGeom>
            <a:solidFill>
              <a:srgbClr val="853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5"/>
            <p:cNvSpPr/>
            <p:nvPr/>
          </p:nvSpPr>
          <p:spPr>
            <a:xfrm>
              <a:off x="5666740" y="2792729"/>
              <a:ext cx="661670" cy="661670"/>
            </a:xfrm>
            <a:custGeom>
              <a:avLst/>
              <a:gdLst/>
              <a:ahLst/>
              <a:cxnLst/>
              <a:rect l="l" t="t" r="r" b="b"/>
              <a:pathLst>
                <a:path w="661670" h="661670">
                  <a:moveTo>
                    <a:pt x="661670" y="0"/>
                  </a:moveTo>
                  <a:lnTo>
                    <a:pt x="657860" y="0"/>
                  </a:lnTo>
                  <a:lnTo>
                    <a:pt x="657860" y="3810"/>
                  </a:lnTo>
                  <a:lnTo>
                    <a:pt x="657860" y="659130"/>
                  </a:lnTo>
                  <a:lnTo>
                    <a:pt x="3810" y="659130"/>
                  </a:lnTo>
                  <a:lnTo>
                    <a:pt x="3810" y="3810"/>
                  </a:lnTo>
                  <a:lnTo>
                    <a:pt x="657860" y="3810"/>
                  </a:lnTo>
                  <a:lnTo>
                    <a:pt x="65786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59130"/>
                  </a:lnTo>
                  <a:lnTo>
                    <a:pt x="0" y="661670"/>
                  </a:lnTo>
                  <a:lnTo>
                    <a:pt x="661670" y="661670"/>
                  </a:lnTo>
                  <a:lnTo>
                    <a:pt x="661670" y="659130"/>
                  </a:lnTo>
                  <a:lnTo>
                    <a:pt x="661670" y="3810"/>
                  </a:lnTo>
                  <a:lnTo>
                    <a:pt x="661670" y="0"/>
                  </a:lnTo>
                  <a:close/>
                </a:path>
              </a:pathLst>
            </a:custGeom>
            <a:solidFill>
              <a:srgbClr val="8735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5670550" y="2796539"/>
              <a:ext cx="654050" cy="655320"/>
            </a:xfrm>
            <a:custGeom>
              <a:avLst/>
              <a:gdLst/>
              <a:ahLst/>
              <a:cxnLst/>
              <a:rect l="l" t="t" r="r" b="b"/>
              <a:pathLst>
                <a:path w="654050" h="655320">
                  <a:moveTo>
                    <a:pt x="654050" y="0"/>
                  </a:moveTo>
                  <a:lnTo>
                    <a:pt x="650240" y="0"/>
                  </a:lnTo>
                  <a:lnTo>
                    <a:pt x="650240" y="3810"/>
                  </a:lnTo>
                  <a:lnTo>
                    <a:pt x="650240" y="651510"/>
                  </a:lnTo>
                  <a:lnTo>
                    <a:pt x="2540" y="651510"/>
                  </a:lnTo>
                  <a:lnTo>
                    <a:pt x="2540" y="3810"/>
                  </a:lnTo>
                  <a:lnTo>
                    <a:pt x="650240" y="3810"/>
                  </a:lnTo>
                  <a:lnTo>
                    <a:pt x="65024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51510"/>
                  </a:lnTo>
                  <a:lnTo>
                    <a:pt x="0" y="655320"/>
                  </a:lnTo>
                  <a:lnTo>
                    <a:pt x="654050" y="655320"/>
                  </a:lnTo>
                  <a:lnTo>
                    <a:pt x="654050" y="651510"/>
                  </a:lnTo>
                  <a:lnTo>
                    <a:pt x="654050" y="3810"/>
                  </a:lnTo>
                  <a:lnTo>
                    <a:pt x="654050" y="0"/>
                  </a:lnTo>
                  <a:close/>
                </a:path>
              </a:pathLst>
            </a:custGeom>
            <a:solidFill>
              <a:srgbClr val="8835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7"/>
            <p:cNvSpPr/>
            <p:nvPr/>
          </p:nvSpPr>
          <p:spPr>
            <a:xfrm>
              <a:off x="5673090" y="2800349"/>
              <a:ext cx="647700" cy="647700"/>
            </a:xfrm>
            <a:custGeom>
              <a:avLst/>
              <a:gdLst/>
              <a:ahLst/>
              <a:cxnLst/>
              <a:rect l="l" t="t" r="r" b="b"/>
              <a:pathLst>
                <a:path w="647700" h="647700">
                  <a:moveTo>
                    <a:pt x="647700" y="0"/>
                  </a:moveTo>
                  <a:lnTo>
                    <a:pt x="645160" y="0"/>
                  </a:lnTo>
                  <a:lnTo>
                    <a:pt x="645160" y="3810"/>
                  </a:lnTo>
                  <a:lnTo>
                    <a:pt x="645160" y="643890"/>
                  </a:lnTo>
                  <a:lnTo>
                    <a:pt x="3810" y="643890"/>
                  </a:lnTo>
                  <a:lnTo>
                    <a:pt x="3810" y="3810"/>
                  </a:lnTo>
                  <a:lnTo>
                    <a:pt x="645160" y="3810"/>
                  </a:lnTo>
                  <a:lnTo>
                    <a:pt x="64516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43890"/>
                  </a:lnTo>
                  <a:lnTo>
                    <a:pt x="0" y="647700"/>
                  </a:lnTo>
                  <a:lnTo>
                    <a:pt x="647700" y="647700"/>
                  </a:lnTo>
                  <a:lnTo>
                    <a:pt x="647700" y="643890"/>
                  </a:lnTo>
                  <a:lnTo>
                    <a:pt x="647700" y="3810"/>
                  </a:lnTo>
                  <a:lnTo>
                    <a:pt x="647700" y="0"/>
                  </a:lnTo>
                  <a:close/>
                </a:path>
              </a:pathLst>
            </a:custGeom>
            <a:solidFill>
              <a:srgbClr val="8936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" name="object 368"/>
            <p:cNvSpPr/>
            <p:nvPr/>
          </p:nvSpPr>
          <p:spPr>
            <a:xfrm>
              <a:off x="5676900" y="2804159"/>
              <a:ext cx="641350" cy="640080"/>
            </a:xfrm>
            <a:custGeom>
              <a:avLst/>
              <a:gdLst/>
              <a:ahLst/>
              <a:cxnLst/>
              <a:rect l="l" t="t" r="r" b="b"/>
              <a:pathLst>
                <a:path w="641350" h="640079">
                  <a:moveTo>
                    <a:pt x="641350" y="0"/>
                  </a:moveTo>
                  <a:lnTo>
                    <a:pt x="637540" y="0"/>
                  </a:lnTo>
                  <a:lnTo>
                    <a:pt x="637540" y="2540"/>
                  </a:lnTo>
                  <a:lnTo>
                    <a:pt x="637540" y="636270"/>
                  </a:lnTo>
                  <a:lnTo>
                    <a:pt x="3810" y="636270"/>
                  </a:lnTo>
                  <a:lnTo>
                    <a:pt x="3810" y="2540"/>
                  </a:lnTo>
                  <a:lnTo>
                    <a:pt x="637540" y="2540"/>
                  </a:lnTo>
                  <a:lnTo>
                    <a:pt x="63754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636270"/>
                  </a:lnTo>
                  <a:lnTo>
                    <a:pt x="0" y="640080"/>
                  </a:lnTo>
                  <a:lnTo>
                    <a:pt x="641350" y="640080"/>
                  </a:lnTo>
                  <a:lnTo>
                    <a:pt x="641350" y="636270"/>
                  </a:lnTo>
                  <a:lnTo>
                    <a:pt x="641350" y="2540"/>
                  </a:lnTo>
                  <a:lnTo>
                    <a:pt x="641350" y="0"/>
                  </a:lnTo>
                  <a:close/>
                </a:path>
              </a:pathLst>
            </a:custGeom>
            <a:solidFill>
              <a:srgbClr val="8A36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9"/>
            <p:cNvSpPr/>
            <p:nvPr/>
          </p:nvSpPr>
          <p:spPr>
            <a:xfrm>
              <a:off x="5680710" y="2806699"/>
              <a:ext cx="633730" cy="633730"/>
            </a:xfrm>
            <a:custGeom>
              <a:avLst/>
              <a:gdLst/>
              <a:ahLst/>
              <a:cxnLst/>
              <a:rect l="l" t="t" r="r" b="b"/>
              <a:pathLst>
                <a:path w="633729" h="633729">
                  <a:moveTo>
                    <a:pt x="633730" y="0"/>
                  </a:moveTo>
                  <a:lnTo>
                    <a:pt x="629920" y="0"/>
                  </a:lnTo>
                  <a:lnTo>
                    <a:pt x="629920" y="3810"/>
                  </a:lnTo>
                  <a:lnTo>
                    <a:pt x="629920" y="629920"/>
                  </a:lnTo>
                  <a:lnTo>
                    <a:pt x="3810" y="629920"/>
                  </a:lnTo>
                  <a:lnTo>
                    <a:pt x="3810" y="3810"/>
                  </a:lnTo>
                  <a:lnTo>
                    <a:pt x="629920" y="3810"/>
                  </a:lnTo>
                  <a:lnTo>
                    <a:pt x="62992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29920"/>
                  </a:lnTo>
                  <a:lnTo>
                    <a:pt x="0" y="633730"/>
                  </a:lnTo>
                  <a:lnTo>
                    <a:pt x="633730" y="633730"/>
                  </a:lnTo>
                  <a:lnTo>
                    <a:pt x="633730" y="629920"/>
                  </a:lnTo>
                  <a:lnTo>
                    <a:pt x="633730" y="3810"/>
                  </a:lnTo>
                  <a:lnTo>
                    <a:pt x="633730" y="0"/>
                  </a:lnTo>
                  <a:close/>
                </a:path>
              </a:pathLst>
            </a:custGeom>
            <a:solidFill>
              <a:srgbClr val="8C37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70"/>
            <p:cNvSpPr/>
            <p:nvPr/>
          </p:nvSpPr>
          <p:spPr>
            <a:xfrm>
              <a:off x="5684520" y="2810509"/>
              <a:ext cx="626110" cy="626110"/>
            </a:xfrm>
            <a:custGeom>
              <a:avLst/>
              <a:gdLst/>
              <a:ahLst/>
              <a:cxnLst/>
              <a:rect l="l" t="t" r="r" b="b"/>
              <a:pathLst>
                <a:path w="626110" h="626110">
                  <a:moveTo>
                    <a:pt x="626110" y="0"/>
                  </a:moveTo>
                  <a:lnTo>
                    <a:pt x="622300" y="0"/>
                  </a:lnTo>
                  <a:lnTo>
                    <a:pt x="622300" y="3810"/>
                  </a:lnTo>
                  <a:lnTo>
                    <a:pt x="622300" y="622300"/>
                  </a:lnTo>
                  <a:lnTo>
                    <a:pt x="3810" y="622300"/>
                  </a:lnTo>
                  <a:lnTo>
                    <a:pt x="3810" y="3810"/>
                  </a:lnTo>
                  <a:lnTo>
                    <a:pt x="622300" y="3810"/>
                  </a:lnTo>
                  <a:lnTo>
                    <a:pt x="62230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22300"/>
                  </a:lnTo>
                  <a:lnTo>
                    <a:pt x="0" y="626110"/>
                  </a:lnTo>
                  <a:lnTo>
                    <a:pt x="626110" y="626110"/>
                  </a:lnTo>
                  <a:lnTo>
                    <a:pt x="626110" y="622300"/>
                  </a:lnTo>
                  <a:lnTo>
                    <a:pt x="626110" y="3810"/>
                  </a:lnTo>
                  <a:lnTo>
                    <a:pt x="626110" y="0"/>
                  </a:lnTo>
                  <a:close/>
                </a:path>
              </a:pathLst>
            </a:custGeom>
            <a:solidFill>
              <a:srgbClr val="8D37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71"/>
            <p:cNvSpPr/>
            <p:nvPr/>
          </p:nvSpPr>
          <p:spPr>
            <a:xfrm>
              <a:off x="5688330" y="2814319"/>
              <a:ext cx="618490" cy="618490"/>
            </a:xfrm>
            <a:custGeom>
              <a:avLst/>
              <a:gdLst/>
              <a:ahLst/>
              <a:cxnLst/>
              <a:rect l="l" t="t" r="r" b="b"/>
              <a:pathLst>
                <a:path w="618489" h="618489">
                  <a:moveTo>
                    <a:pt x="618490" y="0"/>
                  </a:moveTo>
                  <a:lnTo>
                    <a:pt x="614680" y="0"/>
                  </a:lnTo>
                  <a:lnTo>
                    <a:pt x="614680" y="3810"/>
                  </a:lnTo>
                  <a:lnTo>
                    <a:pt x="614680" y="615950"/>
                  </a:lnTo>
                  <a:lnTo>
                    <a:pt x="3810" y="615950"/>
                  </a:lnTo>
                  <a:lnTo>
                    <a:pt x="3810" y="3810"/>
                  </a:lnTo>
                  <a:lnTo>
                    <a:pt x="614680" y="3810"/>
                  </a:lnTo>
                  <a:lnTo>
                    <a:pt x="61468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15950"/>
                  </a:lnTo>
                  <a:lnTo>
                    <a:pt x="0" y="618490"/>
                  </a:lnTo>
                  <a:lnTo>
                    <a:pt x="618490" y="618490"/>
                  </a:lnTo>
                  <a:lnTo>
                    <a:pt x="618490" y="615950"/>
                  </a:lnTo>
                  <a:lnTo>
                    <a:pt x="618490" y="3810"/>
                  </a:lnTo>
                  <a:lnTo>
                    <a:pt x="618490" y="0"/>
                  </a:lnTo>
                  <a:close/>
                </a:path>
              </a:pathLst>
            </a:custGeom>
            <a:solidFill>
              <a:srgbClr val="8E38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72"/>
            <p:cNvSpPr/>
            <p:nvPr/>
          </p:nvSpPr>
          <p:spPr>
            <a:xfrm>
              <a:off x="5692140" y="2818129"/>
              <a:ext cx="610870" cy="612140"/>
            </a:xfrm>
            <a:custGeom>
              <a:avLst/>
              <a:gdLst/>
              <a:ahLst/>
              <a:cxnLst/>
              <a:rect l="l" t="t" r="r" b="b"/>
              <a:pathLst>
                <a:path w="610870" h="612139">
                  <a:moveTo>
                    <a:pt x="610870" y="0"/>
                  </a:moveTo>
                  <a:lnTo>
                    <a:pt x="607060" y="0"/>
                  </a:lnTo>
                  <a:lnTo>
                    <a:pt x="607060" y="3810"/>
                  </a:lnTo>
                  <a:lnTo>
                    <a:pt x="607060" y="608330"/>
                  </a:lnTo>
                  <a:lnTo>
                    <a:pt x="2540" y="608330"/>
                  </a:lnTo>
                  <a:lnTo>
                    <a:pt x="2540" y="3810"/>
                  </a:lnTo>
                  <a:lnTo>
                    <a:pt x="607060" y="3810"/>
                  </a:lnTo>
                  <a:lnTo>
                    <a:pt x="60706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08330"/>
                  </a:lnTo>
                  <a:lnTo>
                    <a:pt x="0" y="612140"/>
                  </a:lnTo>
                  <a:lnTo>
                    <a:pt x="610870" y="612140"/>
                  </a:lnTo>
                  <a:lnTo>
                    <a:pt x="610870" y="608330"/>
                  </a:lnTo>
                  <a:lnTo>
                    <a:pt x="610870" y="3810"/>
                  </a:lnTo>
                  <a:lnTo>
                    <a:pt x="610870" y="0"/>
                  </a:lnTo>
                  <a:close/>
                </a:path>
              </a:pathLst>
            </a:custGeom>
            <a:solidFill>
              <a:srgbClr val="9038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73"/>
            <p:cNvSpPr/>
            <p:nvPr/>
          </p:nvSpPr>
          <p:spPr>
            <a:xfrm>
              <a:off x="5694680" y="2821939"/>
              <a:ext cx="604520" cy="604520"/>
            </a:xfrm>
            <a:custGeom>
              <a:avLst/>
              <a:gdLst/>
              <a:ahLst/>
              <a:cxnLst/>
              <a:rect l="l" t="t" r="r" b="b"/>
              <a:pathLst>
                <a:path w="604520" h="604520">
                  <a:moveTo>
                    <a:pt x="604520" y="0"/>
                  </a:moveTo>
                  <a:lnTo>
                    <a:pt x="601980" y="0"/>
                  </a:lnTo>
                  <a:lnTo>
                    <a:pt x="601980" y="3810"/>
                  </a:lnTo>
                  <a:lnTo>
                    <a:pt x="601980" y="600710"/>
                  </a:lnTo>
                  <a:lnTo>
                    <a:pt x="3810" y="600710"/>
                  </a:lnTo>
                  <a:lnTo>
                    <a:pt x="3810" y="3810"/>
                  </a:lnTo>
                  <a:lnTo>
                    <a:pt x="601980" y="3810"/>
                  </a:lnTo>
                  <a:lnTo>
                    <a:pt x="60198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00710"/>
                  </a:lnTo>
                  <a:lnTo>
                    <a:pt x="0" y="604520"/>
                  </a:lnTo>
                  <a:lnTo>
                    <a:pt x="604520" y="604520"/>
                  </a:lnTo>
                  <a:lnTo>
                    <a:pt x="604520" y="600710"/>
                  </a:lnTo>
                  <a:lnTo>
                    <a:pt x="604520" y="3810"/>
                  </a:lnTo>
                  <a:lnTo>
                    <a:pt x="604520" y="0"/>
                  </a:lnTo>
                  <a:close/>
                </a:path>
              </a:pathLst>
            </a:custGeom>
            <a:solidFill>
              <a:srgbClr val="913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" name="object 374"/>
            <p:cNvSpPr/>
            <p:nvPr/>
          </p:nvSpPr>
          <p:spPr>
            <a:xfrm>
              <a:off x="5698490" y="2825749"/>
              <a:ext cx="598170" cy="596900"/>
            </a:xfrm>
            <a:custGeom>
              <a:avLst/>
              <a:gdLst/>
              <a:ahLst/>
              <a:cxnLst/>
              <a:rect l="l" t="t" r="r" b="b"/>
              <a:pathLst>
                <a:path w="598170" h="596900">
                  <a:moveTo>
                    <a:pt x="598170" y="0"/>
                  </a:moveTo>
                  <a:lnTo>
                    <a:pt x="594360" y="0"/>
                  </a:lnTo>
                  <a:lnTo>
                    <a:pt x="594360" y="2540"/>
                  </a:lnTo>
                  <a:lnTo>
                    <a:pt x="594360" y="593090"/>
                  </a:lnTo>
                  <a:lnTo>
                    <a:pt x="3810" y="593090"/>
                  </a:lnTo>
                  <a:lnTo>
                    <a:pt x="3810" y="2540"/>
                  </a:lnTo>
                  <a:lnTo>
                    <a:pt x="594360" y="2540"/>
                  </a:lnTo>
                  <a:lnTo>
                    <a:pt x="59436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593090"/>
                  </a:lnTo>
                  <a:lnTo>
                    <a:pt x="0" y="596900"/>
                  </a:lnTo>
                  <a:lnTo>
                    <a:pt x="598170" y="596900"/>
                  </a:lnTo>
                  <a:lnTo>
                    <a:pt x="598170" y="593090"/>
                  </a:lnTo>
                  <a:lnTo>
                    <a:pt x="598170" y="2540"/>
                  </a:lnTo>
                  <a:lnTo>
                    <a:pt x="598170" y="0"/>
                  </a:lnTo>
                  <a:close/>
                </a:path>
              </a:pathLst>
            </a:custGeom>
            <a:solidFill>
              <a:srgbClr val="923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" name="object 375"/>
            <p:cNvSpPr/>
            <p:nvPr/>
          </p:nvSpPr>
          <p:spPr>
            <a:xfrm>
              <a:off x="5702300" y="2828289"/>
              <a:ext cx="590550" cy="590550"/>
            </a:xfrm>
            <a:custGeom>
              <a:avLst/>
              <a:gdLst/>
              <a:ahLst/>
              <a:cxnLst/>
              <a:rect l="l" t="t" r="r" b="b"/>
              <a:pathLst>
                <a:path w="590550" h="590550">
                  <a:moveTo>
                    <a:pt x="590550" y="0"/>
                  </a:moveTo>
                  <a:lnTo>
                    <a:pt x="586740" y="0"/>
                  </a:lnTo>
                  <a:lnTo>
                    <a:pt x="586740" y="3810"/>
                  </a:lnTo>
                  <a:lnTo>
                    <a:pt x="586740" y="586740"/>
                  </a:lnTo>
                  <a:lnTo>
                    <a:pt x="3810" y="586740"/>
                  </a:lnTo>
                  <a:lnTo>
                    <a:pt x="3810" y="3810"/>
                  </a:lnTo>
                  <a:lnTo>
                    <a:pt x="586740" y="3810"/>
                  </a:lnTo>
                  <a:lnTo>
                    <a:pt x="58674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86740"/>
                  </a:lnTo>
                  <a:lnTo>
                    <a:pt x="0" y="590550"/>
                  </a:lnTo>
                  <a:lnTo>
                    <a:pt x="590550" y="590550"/>
                  </a:lnTo>
                  <a:lnTo>
                    <a:pt x="590550" y="586740"/>
                  </a:lnTo>
                  <a:lnTo>
                    <a:pt x="590550" y="3810"/>
                  </a:lnTo>
                  <a:lnTo>
                    <a:pt x="590550" y="0"/>
                  </a:lnTo>
                  <a:close/>
                </a:path>
              </a:pathLst>
            </a:custGeom>
            <a:solidFill>
              <a:srgbClr val="943A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" name="object 376"/>
            <p:cNvSpPr/>
            <p:nvPr/>
          </p:nvSpPr>
          <p:spPr>
            <a:xfrm>
              <a:off x="5706110" y="2832099"/>
              <a:ext cx="582930" cy="582930"/>
            </a:xfrm>
            <a:custGeom>
              <a:avLst/>
              <a:gdLst/>
              <a:ahLst/>
              <a:cxnLst/>
              <a:rect l="l" t="t" r="r" b="b"/>
              <a:pathLst>
                <a:path w="582929" h="582929">
                  <a:moveTo>
                    <a:pt x="582930" y="0"/>
                  </a:moveTo>
                  <a:lnTo>
                    <a:pt x="579120" y="0"/>
                  </a:lnTo>
                  <a:lnTo>
                    <a:pt x="579120" y="3810"/>
                  </a:lnTo>
                  <a:lnTo>
                    <a:pt x="579120" y="579120"/>
                  </a:lnTo>
                  <a:lnTo>
                    <a:pt x="3810" y="579120"/>
                  </a:lnTo>
                  <a:lnTo>
                    <a:pt x="3810" y="3810"/>
                  </a:lnTo>
                  <a:lnTo>
                    <a:pt x="579120" y="3810"/>
                  </a:lnTo>
                  <a:lnTo>
                    <a:pt x="57912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79120"/>
                  </a:lnTo>
                  <a:lnTo>
                    <a:pt x="0" y="582930"/>
                  </a:lnTo>
                  <a:lnTo>
                    <a:pt x="582930" y="582930"/>
                  </a:lnTo>
                  <a:lnTo>
                    <a:pt x="582930" y="579120"/>
                  </a:lnTo>
                  <a:lnTo>
                    <a:pt x="582930" y="3810"/>
                  </a:lnTo>
                  <a:lnTo>
                    <a:pt x="582930" y="0"/>
                  </a:lnTo>
                  <a:close/>
                </a:path>
              </a:pathLst>
            </a:custGeom>
            <a:solidFill>
              <a:srgbClr val="953A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" name="object 377"/>
            <p:cNvSpPr/>
            <p:nvPr/>
          </p:nvSpPr>
          <p:spPr>
            <a:xfrm>
              <a:off x="5709920" y="2835909"/>
              <a:ext cx="575310" cy="575310"/>
            </a:xfrm>
            <a:custGeom>
              <a:avLst/>
              <a:gdLst/>
              <a:ahLst/>
              <a:cxnLst/>
              <a:rect l="l" t="t" r="r" b="b"/>
              <a:pathLst>
                <a:path w="575310" h="575310">
                  <a:moveTo>
                    <a:pt x="575310" y="0"/>
                  </a:moveTo>
                  <a:lnTo>
                    <a:pt x="571500" y="0"/>
                  </a:lnTo>
                  <a:lnTo>
                    <a:pt x="571500" y="3810"/>
                  </a:lnTo>
                  <a:lnTo>
                    <a:pt x="571500" y="572770"/>
                  </a:lnTo>
                  <a:lnTo>
                    <a:pt x="3810" y="572770"/>
                  </a:lnTo>
                  <a:lnTo>
                    <a:pt x="3810" y="3810"/>
                  </a:lnTo>
                  <a:lnTo>
                    <a:pt x="571500" y="3810"/>
                  </a:lnTo>
                  <a:lnTo>
                    <a:pt x="57150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72770"/>
                  </a:lnTo>
                  <a:lnTo>
                    <a:pt x="0" y="575310"/>
                  </a:lnTo>
                  <a:lnTo>
                    <a:pt x="575310" y="575310"/>
                  </a:lnTo>
                  <a:lnTo>
                    <a:pt x="575310" y="572770"/>
                  </a:lnTo>
                  <a:lnTo>
                    <a:pt x="575310" y="3810"/>
                  </a:lnTo>
                  <a:lnTo>
                    <a:pt x="575310" y="0"/>
                  </a:lnTo>
                  <a:close/>
                </a:path>
              </a:pathLst>
            </a:custGeom>
            <a:solidFill>
              <a:srgbClr val="963B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8"/>
            <p:cNvSpPr/>
            <p:nvPr/>
          </p:nvSpPr>
          <p:spPr>
            <a:xfrm>
              <a:off x="5713730" y="2839719"/>
              <a:ext cx="567690" cy="568960"/>
            </a:xfrm>
            <a:custGeom>
              <a:avLst/>
              <a:gdLst/>
              <a:ahLst/>
              <a:cxnLst/>
              <a:rect l="l" t="t" r="r" b="b"/>
              <a:pathLst>
                <a:path w="567689" h="568960">
                  <a:moveTo>
                    <a:pt x="567690" y="0"/>
                  </a:moveTo>
                  <a:lnTo>
                    <a:pt x="563880" y="0"/>
                  </a:lnTo>
                  <a:lnTo>
                    <a:pt x="563880" y="3810"/>
                  </a:lnTo>
                  <a:lnTo>
                    <a:pt x="563880" y="565150"/>
                  </a:lnTo>
                  <a:lnTo>
                    <a:pt x="2540" y="565150"/>
                  </a:lnTo>
                  <a:lnTo>
                    <a:pt x="2540" y="3810"/>
                  </a:lnTo>
                  <a:lnTo>
                    <a:pt x="563880" y="3810"/>
                  </a:lnTo>
                  <a:lnTo>
                    <a:pt x="56388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65150"/>
                  </a:lnTo>
                  <a:lnTo>
                    <a:pt x="0" y="568960"/>
                  </a:lnTo>
                  <a:lnTo>
                    <a:pt x="567690" y="568960"/>
                  </a:lnTo>
                  <a:lnTo>
                    <a:pt x="567690" y="565150"/>
                  </a:lnTo>
                  <a:lnTo>
                    <a:pt x="567690" y="3810"/>
                  </a:lnTo>
                  <a:lnTo>
                    <a:pt x="567690" y="0"/>
                  </a:lnTo>
                  <a:close/>
                </a:path>
              </a:pathLst>
            </a:custGeom>
            <a:solidFill>
              <a:srgbClr val="973C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9"/>
            <p:cNvSpPr/>
            <p:nvPr/>
          </p:nvSpPr>
          <p:spPr>
            <a:xfrm>
              <a:off x="5716270" y="2843529"/>
              <a:ext cx="561340" cy="561340"/>
            </a:xfrm>
            <a:custGeom>
              <a:avLst/>
              <a:gdLst/>
              <a:ahLst/>
              <a:cxnLst/>
              <a:rect l="l" t="t" r="r" b="b"/>
              <a:pathLst>
                <a:path w="561339" h="561339">
                  <a:moveTo>
                    <a:pt x="561340" y="0"/>
                  </a:moveTo>
                  <a:lnTo>
                    <a:pt x="558800" y="0"/>
                  </a:lnTo>
                  <a:lnTo>
                    <a:pt x="558800" y="3810"/>
                  </a:lnTo>
                  <a:lnTo>
                    <a:pt x="558800" y="557530"/>
                  </a:lnTo>
                  <a:lnTo>
                    <a:pt x="3810" y="557530"/>
                  </a:lnTo>
                  <a:lnTo>
                    <a:pt x="3810" y="3810"/>
                  </a:lnTo>
                  <a:lnTo>
                    <a:pt x="558800" y="3810"/>
                  </a:lnTo>
                  <a:lnTo>
                    <a:pt x="55880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57530"/>
                  </a:lnTo>
                  <a:lnTo>
                    <a:pt x="0" y="561340"/>
                  </a:lnTo>
                  <a:lnTo>
                    <a:pt x="561340" y="561340"/>
                  </a:lnTo>
                  <a:lnTo>
                    <a:pt x="561340" y="557530"/>
                  </a:lnTo>
                  <a:lnTo>
                    <a:pt x="561340" y="3810"/>
                  </a:lnTo>
                  <a:lnTo>
                    <a:pt x="561340" y="0"/>
                  </a:lnTo>
                  <a:close/>
                </a:path>
              </a:pathLst>
            </a:custGeom>
            <a:solidFill>
              <a:srgbClr val="993C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80"/>
            <p:cNvSpPr/>
            <p:nvPr/>
          </p:nvSpPr>
          <p:spPr>
            <a:xfrm>
              <a:off x="5720080" y="2847339"/>
              <a:ext cx="554990" cy="553720"/>
            </a:xfrm>
            <a:custGeom>
              <a:avLst/>
              <a:gdLst/>
              <a:ahLst/>
              <a:cxnLst/>
              <a:rect l="l" t="t" r="r" b="b"/>
              <a:pathLst>
                <a:path w="554989" h="553720">
                  <a:moveTo>
                    <a:pt x="554990" y="0"/>
                  </a:moveTo>
                  <a:lnTo>
                    <a:pt x="551180" y="0"/>
                  </a:lnTo>
                  <a:lnTo>
                    <a:pt x="551180" y="2540"/>
                  </a:lnTo>
                  <a:lnTo>
                    <a:pt x="551180" y="549910"/>
                  </a:lnTo>
                  <a:lnTo>
                    <a:pt x="3810" y="549910"/>
                  </a:lnTo>
                  <a:lnTo>
                    <a:pt x="3810" y="2540"/>
                  </a:lnTo>
                  <a:lnTo>
                    <a:pt x="551180" y="2540"/>
                  </a:lnTo>
                  <a:lnTo>
                    <a:pt x="55118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549910"/>
                  </a:lnTo>
                  <a:lnTo>
                    <a:pt x="0" y="553720"/>
                  </a:lnTo>
                  <a:lnTo>
                    <a:pt x="554990" y="553720"/>
                  </a:lnTo>
                  <a:lnTo>
                    <a:pt x="554990" y="549910"/>
                  </a:lnTo>
                  <a:lnTo>
                    <a:pt x="554990" y="2540"/>
                  </a:lnTo>
                  <a:lnTo>
                    <a:pt x="554990" y="0"/>
                  </a:lnTo>
                  <a:close/>
                </a:path>
              </a:pathLst>
            </a:custGeom>
            <a:solidFill>
              <a:srgbClr val="9A3D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5723890" y="2849879"/>
              <a:ext cx="547370" cy="547370"/>
            </a:xfrm>
            <a:custGeom>
              <a:avLst/>
              <a:gdLst/>
              <a:ahLst/>
              <a:cxnLst/>
              <a:rect l="l" t="t" r="r" b="b"/>
              <a:pathLst>
                <a:path w="547370" h="547370">
                  <a:moveTo>
                    <a:pt x="547370" y="0"/>
                  </a:moveTo>
                  <a:lnTo>
                    <a:pt x="543560" y="0"/>
                  </a:lnTo>
                  <a:lnTo>
                    <a:pt x="543560" y="3810"/>
                  </a:lnTo>
                  <a:lnTo>
                    <a:pt x="543560" y="543560"/>
                  </a:lnTo>
                  <a:lnTo>
                    <a:pt x="3810" y="543560"/>
                  </a:lnTo>
                  <a:lnTo>
                    <a:pt x="3810" y="3810"/>
                  </a:lnTo>
                  <a:lnTo>
                    <a:pt x="543560" y="3810"/>
                  </a:lnTo>
                  <a:lnTo>
                    <a:pt x="54356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43560"/>
                  </a:lnTo>
                  <a:lnTo>
                    <a:pt x="0" y="547370"/>
                  </a:lnTo>
                  <a:lnTo>
                    <a:pt x="547370" y="547370"/>
                  </a:lnTo>
                  <a:lnTo>
                    <a:pt x="547370" y="543560"/>
                  </a:lnTo>
                  <a:lnTo>
                    <a:pt x="547370" y="3810"/>
                  </a:lnTo>
                  <a:lnTo>
                    <a:pt x="547370" y="0"/>
                  </a:lnTo>
                  <a:close/>
                </a:path>
              </a:pathLst>
            </a:custGeom>
            <a:solidFill>
              <a:srgbClr val="9B3D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82"/>
            <p:cNvSpPr/>
            <p:nvPr/>
          </p:nvSpPr>
          <p:spPr>
            <a:xfrm>
              <a:off x="5727700" y="2853689"/>
              <a:ext cx="539750" cy="539750"/>
            </a:xfrm>
            <a:custGeom>
              <a:avLst/>
              <a:gdLst/>
              <a:ahLst/>
              <a:cxnLst/>
              <a:rect l="l" t="t" r="r" b="b"/>
              <a:pathLst>
                <a:path w="539750" h="539750">
                  <a:moveTo>
                    <a:pt x="539750" y="0"/>
                  </a:moveTo>
                  <a:lnTo>
                    <a:pt x="535940" y="0"/>
                  </a:lnTo>
                  <a:lnTo>
                    <a:pt x="535940" y="3810"/>
                  </a:lnTo>
                  <a:lnTo>
                    <a:pt x="535940" y="535940"/>
                  </a:lnTo>
                  <a:lnTo>
                    <a:pt x="3810" y="535940"/>
                  </a:lnTo>
                  <a:lnTo>
                    <a:pt x="3810" y="3810"/>
                  </a:lnTo>
                  <a:lnTo>
                    <a:pt x="535940" y="3810"/>
                  </a:lnTo>
                  <a:lnTo>
                    <a:pt x="53594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35940"/>
                  </a:lnTo>
                  <a:lnTo>
                    <a:pt x="0" y="539750"/>
                  </a:lnTo>
                  <a:lnTo>
                    <a:pt x="539750" y="539750"/>
                  </a:lnTo>
                  <a:lnTo>
                    <a:pt x="539750" y="535940"/>
                  </a:lnTo>
                  <a:lnTo>
                    <a:pt x="539750" y="3810"/>
                  </a:lnTo>
                  <a:lnTo>
                    <a:pt x="539750" y="0"/>
                  </a:lnTo>
                  <a:close/>
                </a:path>
              </a:pathLst>
            </a:custGeom>
            <a:solidFill>
              <a:srgbClr val="9D3E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" name="object 383"/>
            <p:cNvSpPr/>
            <p:nvPr/>
          </p:nvSpPr>
          <p:spPr>
            <a:xfrm>
              <a:off x="5731510" y="2857499"/>
              <a:ext cx="532130" cy="532130"/>
            </a:xfrm>
            <a:custGeom>
              <a:avLst/>
              <a:gdLst/>
              <a:ahLst/>
              <a:cxnLst/>
              <a:rect l="l" t="t" r="r" b="b"/>
              <a:pathLst>
                <a:path w="532129" h="532129">
                  <a:moveTo>
                    <a:pt x="532130" y="0"/>
                  </a:moveTo>
                  <a:lnTo>
                    <a:pt x="528320" y="0"/>
                  </a:lnTo>
                  <a:lnTo>
                    <a:pt x="528320" y="3810"/>
                  </a:lnTo>
                  <a:lnTo>
                    <a:pt x="528320" y="529590"/>
                  </a:lnTo>
                  <a:lnTo>
                    <a:pt x="3810" y="529590"/>
                  </a:lnTo>
                  <a:lnTo>
                    <a:pt x="3810" y="3810"/>
                  </a:lnTo>
                  <a:lnTo>
                    <a:pt x="528320" y="3810"/>
                  </a:lnTo>
                  <a:lnTo>
                    <a:pt x="52832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29590"/>
                  </a:lnTo>
                  <a:lnTo>
                    <a:pt x="0" y="532130"/>
                  </a:lnTo>
                  <a:lnTo>
                    <a:pt x="532130" y="532130"/>
                  </a:lnTo>
                  <a:lnTo>
                    <a:pt x="532130" y="529590"/>
                  </a:lnTo>
                  <a:lnTo>
                    <a:pt x="532130" y="3810"/>
                  </a:lnTo>
                  <a:lnTo>
                    <a:pt x="532130" y="0"/>
                  </a:lnTo>
                  <a:close/>
                </a:path>
              </a:pathLst>
            </a:custGeom>
            <a:solidFill>
              <a:srgbClr val="9E3E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" name="object 384"/>
            <p:cNvSpPr/>
            <p:nvPr/>
          </p:nvSpPr>
          <p:spPr>
            <a:xfrm>
              <a:off x="5735320" y="2861309"/>
              <a:ext cx="524510" cy="525780"/>
            </a:xfrm>
            <a:custGeom>
              <a:avLst/>
              <a:gdLst/>
              <a:ahLst/>
              <a:cxnLst/>
              <a:rect l="l" t="t" r="r" b="b"/>
              <a:pathLst>
                <a:path w="524510" h="525779">
                  <a:moveTo>
                    <a:pt x="524510" y="0"/>
                  </a:moveTo>
                  <a:lnTo>
                    <a:pt x="520700" y="0"/>
                  </a:lnTo>
                  <a:lnTo>
                    <a:pt x="520700" y="3810"/>
                  </a:lnTo>
                  <a:lnTo>
                    <a:pt x="520700" y="521970"/>
                  </a:lnTo>
                  <a:lnTo>
                    <a:pt x="2540" y="521970"/>
                  </a:lnTo>
                  <a:lnTo>
                    <a:pt x="2540" y="3810"/>
                  </a:lnTo>
                  <a:lnTo>
                    <a:pt x="520700" y="3810"/>
                  </a:lnTo>
                  <a:lnTo>
                    <a:pt x="52070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21970"/>
                  </a:lnTo>
                  <a:lnTo>
                    <a:pt x="0" y="525780"/>
                  </a:lnTo>
                  <a:lnTo>
                    <a:pt x="524510" y="525780"/>
                  </a:lnTo>
                  <a:lnTo>
                    <a:pt x="524510" y="521970"/>
                  </a:lnTo>
                  <a:lnTo>
                    <a:pt x="524510" y="3810"/>
                  </a:lnTo>
                  <a:lnTo>
                    <a:pt x="524510" y="0"/>
                  </a:lnTo>
                  <a:close/>
                </a:path>
              </a:pathLst>
            </a:custGeom>
            <a:solidFill>
              <a:srgbClr val="9F3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5"/>
            <p:cNvSpPr/>
            <p:nvPr/>
          </p:nvSpPr>
          <p:spPr>
            <a:xfrm>
              <a:off x="5737860" y="2865119"/>
              <a:ext cx="518159" cy="518159"/>
            </a:xfrm>
            <a:custGeom>
              <a:avLst/>
              <a:gdLst/>
              <a:ahLst/>
              <a:cxnLst/>
              <a:rect l="l" t="t" r="r" b="b"/>
              <a:pathLst>
                <a:path w="518160" h="518160">
                  <a:moveTo>
                    <a:pt x="518160" y="0"/>
                  </a:moveTo>
                  <a:lnTo>
                    <a:pt x="514350" y="0"/>
                  </a:lnTo>
                  <a:lnTo>
                    <a:pt x="514350" y="3810"/>
                  </a:lnTo>
                  <a:lnTo>
                    <a:pt x="514350" y="514350"/>
                  </a:lnTo>
                  <a:lnTo>
                    <a:pt x="3810" y="514350"/>
                  </a:lnTo>
                  <a:lnTo>
                    <a:pt x="3810" y="3810"/>
                  </a:lnTo>
                  <a:lnTo>
                    <a:pt x="514350" y="3810"/>
                  </a:lnTo>
                  <a:lnTo>
                    <a:pt x="51435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14350"/>
                  </a:lnTo>
                  <a:lnTo>
                    <a:pt x="0" y="518160"/>
                  </a:lnTo>
                  <a:lnTo>
                    <a:pt x="518160" y="518160"/>
                  </a:lnTo>
                  <a:lnTo>
                    <a:pt x="518160" y="514350"/>
                  </a:lnTo>
                  <a:lnTo>
                    <a:pt x="518160" y="3810"/>
                  </a:lnTo>
                  <a:lnTo>
                    <a:pt x="518160" y="0"/>
                  </a:lnTo>
                  <a:close/>
                </a:path>
              </a:pathLst>
            </a:custGeom>
            <a:solidFill>
              <a:srgbClr val="A03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6"/>
            <p:cNvSpPr/>
            <p:nvPr/>
          </p:nvSpPr>
          <p:spPr>
            <a:xfrm>
              <a:off x="5741670" y="2868929"/>
              <a:ext cx="510540" cy="510540"/>
            </a:xfrm>
            <a:custGeom>
              <a:avLst/>
              <a:gdLst/>
              <a:ahLst/>
              <a:cxnLst/>
              <a:rect l="l" t="t" r="r" b="b"/>
              <a:pathLst>
                <a:path w="510539" h="510539">
                  <a:moveTo>
                    <a:pt x="510540" y="0"/>
                  </a:moveTo>
                  <a:lnTo>
                    <a:pt x="508000" y="0"/>
                  </a:lnTo>
                  <a:lnTo>
                    <a:pt x="508000" y="2540"/>
                  </a:lnTo>
                  <a:lnTo>
                    <a:pt x="508000" y="506730"/>
                  </a:lnTo>
                  <a:lnTo>
                    <a:pt x="3810" y="506730"/>
                  </a:lnTo>
                  <a:lnTo>
                    <a:pt x="3810" y="2540"/>
                  </a:lnTo>
                  <a:lnTo>
                    <a:pt x="508000" y="2540"/>
                  </a:lnTo>
                  <a:lnTo>
                    <a:pt x="50800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506730"/>
                  </a:lnTo>
                  <a:lnTo>
                    <a:pt x="0" y="510540"/>
                  </a:lnTo>
                  <a:lnTo>
                    <a:pt x="510540" y="510540"/>
                  </a:lnTo>
                  <a:lnTo>
                    <a:pt x="510540" y="506730"/>
                  </a:lnTo>
                  <a:lnTo>
                    <a:pt x="510540" y="2540"/>
                  </a:lnTo>
                  <a:lnTo>
                    <a:pt x="510540" y="0"/>
                  </a:lnTo>
                  <a:close/>
                </a:path>
              </a:pathLst>
            </a:custGeom>
            <a:solidFill>
              <a:srgbClr val="A24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7"/>
            <p:cNvSpPr/>
            <p:nvPr/>
          </p:nvSpPr>
          <p:spPr>
            <a:xfrm>
              <a:off x="5745480" y="2871469"/>
              <a:ext cx="504190" cy="504190"/>
            </a:xfrm>
            <a:custGeom>
              <a:avLst/>
              <a:gdLst/>
              <a:ahLst/>
              <a:cxnLst/>
              <a:rect l="l" t="t" r="r" b="b"/>
              <a:pathLst>
                <a:path w="504189" h="504189">
                  <a:moveTo>
                    <a:pt x="504190" y="0"/>
                  </a:moveTo>
                  <a:lnTo>
                    <a:pt x="500380" y="0"/>
                  </a:lnTo>
                  <a:lnTo>
                    <a:pt x="500380" y="3810"/>
                  </a:lnTo>
                  <a:lnTo>
                    <a:pt x="500380" y="500380"/>
                  </a:lnTo>
                  <a:lnTo>
                    <a:pt x="3810" y="500380"/>
                  </a:lnTo>
                  <a:lnTo>
                    <a:pt x="3810" y="3810"/>
                  </a:lnTo>
                  <a:lnTo>
                    <a:pt x="500380" y="3810"/>
                  </a:lnTo>
                  <a:lnTo>
                    <a:pt x="50038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00380"/>
                  </a:lnTo>
                  <a:lnTo>
                    <a:pt x="0" y="504190"/>
                  </a:lnTo>
                  <a:lnTo>
                    <a:pt x="504190" y="504190"/>
                  </a:lnTo>
                  <a:lnTo>
                    <a:pt x="504190" y="500380"/>
                  </a:lnTo>
                  <a:lnTo>
                    <a:pt x="504190" y="3810"/>
                  </a:lnTo>
                  <a:lnTo>
                    <a:pt x="504190" y="0"/>
                  </a:lnTo>
                  <a:close/>
                </a:path>
              </a:pathLst>
            </a:custGeom>
            <a:solidFill>
              <a:srgbClr val="A34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" name="object 388"/>
            <p:cNvSpPr/>
            <p:nvPr/>
          </p:nvSpPr>
          <p:spPr>
            <a:xfrm>
              <a:off x="5749290" y="2875279"/>
              <a:ext cx="496570" cy="496570"/>
            </a:xfrm>
            <a:custGeom>
              <a:avLst/>
              <a:gdLst/>
              <a:ahLst/>
              <a:cxnLst/>
              <a:rect l="l" t="t" r="r" b="b"/>
              <a:pathLst>
                <a:path w="496570" h="496570">
                  <a:moveTo>
                    <a:pt x="496570" y="0"/>
                  </a:moveTo>
                  <a:lnTo>
                    <a:pt x="492760" y="0"/>
                  </a:lnTo>
                  <a:lnTo>
                    <a:pt x="492760" y="3810"/>
                  </a:lnTo>
                  <a:lnTo>
                    <a:pt x="492760" y="492760"/>
                  </a:lnTo>
                  <a:lnTo>
                    <a:pt x="3810" y="492760"/>
                  </a:lnTo>
                  <a:lnTo>
                    <a:pt x="3810" y="3810"/>
                  </a:lnTo>
                  <a:lnTo>
                    <a:pt x="492760" y="3810"/>
                  </a:lnTo>
                  <a:lnTo>
                    <a:pt x="49276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92760"/>
                  </a:lnTo>
                  <a:lnTo>
                    <a:pt x="0" y="496570"/>
                  </a:lnTo>
                  <a:lnTo>
                    <a:pt x="496570" y="496570"/>
                  </a:lnTo>
                  <a:lnTo>
                    <a:pt x="496570" y="492760"/>
                  </a:lnTo>
                  <a:lnTo>
                    <a:pt x="496570" y="3810"/>
                  </a:lnTo>
                  <a:lnTo>
                    <a:pt x="496570" y="0"/>
                  </a:lnTo>
                  <a:close/>
                </a:path>
              </a:pathLst>
            </a:custGeom>
            <a:solidFill>
              <a:srgbClr val="A44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" name="object 389"/>
            <p:cNvSpPr/>
            <p:nvPr/>
          </p:nvSpPr>
          <p:spPr>
            <a:xfrm>
              <a:off x="5753100" y="2879089"/>
              <a:ext cx="488950" cy="488950"/>
            </a:xfrm>
            <a:custGeom>
              <a:avLst/>
              <a:gdLst/>
              <a:ahLst/>
              <a:cxnLst/>
              <a:rect l="l" t="t" r="r" b="b"/>
              <a:pathLst>
                <a:path w="488950" h="488950">
                  <a:moveTo>
                    <a:pt x="488950" y="0"/>
                  </a:moveTo>
                  <a:lnTo>
                    <a:pt x="485140" y="0"/>
                  </a:lnTo>
                  <a:lnTo>
                    <a:pt x="485140" y="3810"/>
                  </a:lnTo>
                  <a:lnTo>
                    <a:pt x="485140" y="486410"/>
                  </a:lnTo>
                  <a:lnTo>
                    <a:pt x="3810" y="486410"/>
                  </a:lnTo>
                  <a:lnTo>
                    <a:pt x="3810" y="3810"/>
                  </a:lnTo>
                  <a:lnTo>
                    <a:pt x="485140" y="3810"/>
                  </a:lnTo>
                  <a:lnTo>
                    <a:pt x="48514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86410"/>
                  </a:lnTo>
                  <a:lnTo>
                    <a:pt x="0" y="488950"/>
                  </a:lnTo>
                  <a:lnTo>
                    <a:pt x="488950" y="488950"/>
                  </a:lnTo>
                  <a:lnTo>
                    <a:pt x="488950" y="486410"/>
                  </a:lnTo>
                  <a:lnTo>
                    <a:pt x="488950" y="3810"/>
                  </a:lnTo>
                  <a:lnTo>
                    <a:pt x="488950" y="0"/>
                  </a:lnTo>
                  <a:close/>
                </a:path>
              </a:pathLst>
            </a:custGeom>
            <a:solidFill>
              <a:srgbClr val="A64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" name="object 390"/>
            <p:cNvSpPr/>
            <p:nvPr/>
          </p:nvSpPr>
          <p:spPr>
            <a:xfrm>
              <a:off x="5756910" y="2882899"/>
              <a:ext cx="481330" cy="482600"/>
            </a:xfrm>
            <a:custGeom>
              <a:avLst/>
              <a:gdLst/>
              <a:ahLst/>
              <a:cxnLst/>
              <a:rect l="l" t="t" r="r" b="b"/>
              <a:pathLst>
                <a:path w="481329" h="482600">
                  <a:moveTo>
                    <a:pt x="481330" y="0"/>
                  </a:moveTo>
                  <a:lnTo>
                    <a:pt x="477520" y="0"/>
                  </a:lnTo>
                  <a:lnTo>
                    <a:pt x="477520" y="3810"/>
                  </a:lnTo>
                  <a:lnTo>
                    <a:pt x="477520" y="478790"/>
                  </a:lnTo>
                  <a:lnTo>
                    <a:pt x="2540" y="478790"/>
                  </a:lnTo>
                  <a:lnTo>
                    <a:pt x="2540" y="3810"/>
                  </a:lnTo>
                  <a:lnTo>
                    <a:pt x="477520" y="3810"/>
                  </a:lnTo>
                  <a:lnTo>
                    <a:pt x="47752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78790"/>
                  </a:lnTo>
                  <a:lnTo>
                    <a:pt x="0" y="482600"/>
                  </a:lnTo>
                  <a:lnTo>
                    <a:pt x="481330" y="482600"/>
                  </a:lnTo>
                  <a:lnTo>
                    <a:pt x="481330" y="478790"/>
                  </a:lnTo>
                  <a:lnTo>
                    <a:pt x="481330" y="3810"/>
                  </a:lnTo>
                  <a:lnTo>
                    <a:pt x="481330" y="0"/>
                  </a:lnTo>
                  <a:close/>
                </a:path>
              </a:pathLst>
            </a:custGeom>
            <a:solidFill>
              <a:srgbClr val="A742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" name="object 391"/>
            <p:cNvSpPr/>
            <p:nvPr/>
          </p:nvSpPr>
          <p:spPr>
            <a:xfrm>
              <a:off x="5759450" y="2886709"/>
              <a:ext cx="474980" cy="474980"/>
            </a:xfrm>
            <a:custGeom>
              <a:avLst/>
              <a:gdLst/>
              <a:ahLst/>
              <a:cxnLst/>
              <a:rect l="l" t="t" r="r" b="b"/>
              <a:pathLst>
                <a:path w="474979" h="474979">
                  <a:moveTo>
                    <a:pt x="474980" y="0"/>
                  </a:moveTo>
                  <a:lnTo>
                    <a:pt x="471170" y="0"/>
                  </a:lnTo>
                  <a:lnTo>
                    <a:pt x="471170" y="3810"/>
                  </a:lnTo>
                  <a:lnTo>
                    <a:pt x="471170" y="471170"/>
                  </a:lnTo>
                  <a:lnTo>
                    <a:pt x="3810" y="471170"/>
                  </a:lnTo>
                  <a:lnTo>
                    <a:pt x="3810" y="3810"/>
                  </a:lnTo>
                  <a:lnTo>
                    <a:pt x="471170" y="3810"/>
                  </a:lnTo>
                  <a:lnTo>
                    <a:pt x="47117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71170"/>
                  </a:lnTo>
                  <a:lnTo>
                    <a:pt x="0" y="474980"/>
                  </a:lnTo>
                  <a:lnTo>
                    <a:pt x="474980" y="474980"/>
                  </a:lnTo>
                  <a:lnTo>
                    <a:pt x="474980" y="471170"/>
                  </a:lnTo>
                  <a:lnTo>
                    <a:pt x="474980" y="3810"/>
                  </a:lnTo>
                  <a:lnTo>
                    <a:pt x="474980" y="0"/>
                  </a:lnTo>
                  <a:close/>
                </a:path>
              </a:pathLst>
            </a:custGeom>
            <a:solidFill>
              <a:srgbClr val="A842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" name="object 392"/>
            <p:cNvSpPr/>
            <p:nvPr/>
          </p:nvSpPr>
          <p:spPr>
            <a:xfrm>
              <a:off x="5763260" y="2890519"/>
              <a:ext cx="467359" cy="467359"/>
            </a:xfrm>
            <a:custGeom>
              <a:avLst/>
              <a:gdLst/>
              <a:ahLst/>
              <a:cxnLst/>
              <a:rect l="l" t="t" r="r" b="b"/>
              <a:pathLst>
                <a:path w="467360" h="467360">
                  <a:moveTo>
                    <a:pt x="467360" y="0"/>
                  </a:moveTo>
                  <a:lnTo>
                    <a:pt x="464820" y="0"/>
                  </a:lnTo>
                  <a:lnTo>
                    <a:pt x="464820" y="2540"/>
                  </a:lnTo>
                  <a:lnTo>
                    <a:pt x="464820" y="463550"/>
                  </a:lnTo>
                  <a:lnTo>
                    <a:pt x="3810" y="463550"/>
                  </a:lnTo>
                  <a:lnTo>
                    <a:pt x="3810" y="2540"/>
                  </a:lnTo>
                  <a:lnTo>
                    <a:pt x="464820" y="2540"/>
                  </a:lnTo>
                  <a:lnTo>
                    <a:pt x="46482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463550"/>
                  </a:lnTo>
                  <a:lnTo>
                    <a:pt x="0" y="467360"/>
                  </a:lnTo>
                  <a:lnTo>
                    <a:pt x="467360" y="467360"/>
                  </a:lnTo>
                  <a:lnTo>
                    <a:pt x="467360" y="463550"/>
                  </a:lnTo>
                  <a:lnTo>
                    <a:pt x="467360" y="2540"/>
                  </a:lnTo>
                  <a:lnTo>
                    <a:pt x="467360" y="0"/>
                  </a:lnTo>
                  <a:close/>
                </a:path>
              </a:pathLst>
            </a:custGeom>
            <a:solidFill>
              <a:srgbClr val="A94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" name="object 393"/>
            <p:cNvSpPr/>
            <p:nvPr/>
          </p:nvSpPr>
          <p:spPr>
            <a:xfrm>
              <a:off x="5767070" y="2893059"/>
              <a:ext cx="461009" cy="461009"/>
            </a:xfrm>
            <a:custGeom>
              <a:avLst/>
              <a:gdLst/>
              <a:ahLst/>
              <a:cxnLst/>
              <a:rect l="l" t="t" r="r" b="b"/>
              <a:pathLst>
                <a:path w="461010" h="461010">
                  <a:moveTo>
                    <a:pt x="461010" y="0"/>
                  </a:moveTo>
                  <a:lnTo>
                    <a:pt x="457200" y="0"/>
                  </a:lnTo>
                  <a:lnTo>
                    <a:pt x="457200" y="3810"/>
                  </a:lnTo>
                  <a:lnTo>
                    <a:pt x="457200" y="457200"/>
                  </a:lnTo>
                  <a:lnTo>
                    <a:pt x="3810" y="457200"/>
                  </a:lnTo>
                  <a:lnTo>
                    <a:pt x="3810" y="3810"/>
                  </a:lnTo>
                  <a:lnTo>
                    <a:pt x="457200" y="3810"/>
                  </a:lnTo>
                  <a:lnTo>
                    <a:pt x="45720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57200"/>
                  </a:lnTo>
                  <a:lnTo>
                    <a:pt x="0" y="461010"/>
                  </a:lnTo>
                  <a:lnTo>
                    <a:pt x="461010" y="461010"/>
                  </a:lnTo>
                  <a:lnTo>
                    <a:pt x="461010" y="457200"/>
                  </a:lnTo>
                  <a:lnTo>
                    <a:pt x="461010" y="3810"/>
                  </a:lnTo>
                  <a:lnTo>
                    <a:pt x="461010" y="0"/>
                  </a:lnTo>
                  <a:close/>
                </a:path>
              </a:pathLst>
            </a:custGeom>
            <a:solidFill>
              <a:srgbClr val="AB4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" name="object 394"/>
            <p:cNvSpPr/>
            <p:nvPr/>
          </p:nvSpPr>
          <p:spPr>
            <a:xfrm>
              <a:off x="5770880" y="2896869"/>
              <a:ext cx="453390" cy="453390"/>
            </a:xfrm>
            <a:custGeom>
              <a:avLst/>
              <a:gdLst/>
              <a:ahLst/>
              <a:cxnLst/>
              <a:rect l="l" t="t" r="r" b="b"/>
              <a:pathLst>
                <a:path w="453389" h="453389">
                  <a:moveTo>
                    <a:pt x="453390" y="0"/>
                  </a:moveTo>
                  <a:lnTo>
                    <a:pt x="449580" y="0"/>
                  </a:lnTo>
                  <a:lnTo>
                    <a:pt x="449580" y="3810"/>
                  </a:lnTo>
                  <a:lnTo>
                    <a:pt x="449580" y="449580"/>
                  </a:lnTo>
                  <a:lnTo>
                    <a:pt x="3810" y="449580"/>
                  </a:lnTo>
                  <a:lnTo>
                    <a:pt x="3810" y="3810"/>
                  </a:lnTo>
                  <a:lnTo>
                    <a:pt x="449580" y="3810"/>
                  </a:lnTo>
                  <a:lnTo>
                    <a:pt x="44958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49580"/>
                  </a:lnTo>
                  <a:lnTo>
                    <a:pt x="0" y="453390"/>
                  </a:lnTo>
                  <a:lnTo>
                    <a:pt x="453390" y="453390"/>
                  </a:lnTo>
                  <a:lnTo>
                    <a:pt x="453390" y="449580"/>
                  </a:lnTo>
                  <a:lnTo>
                    <a:pt x="453390" y="3810"/>
                  </a:lnTo>
                  <a:lnTo>
                    <a:pt x="453390" y="0"/>
                  </a:lnTo>
                  <a:close/>
                </a:path>
              </a:pathLst>
            </a:custGeom>
            <a:solidFill>
              <a:srgbClr val="AC4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" name="object 395"/>
            <p:cNvSpPr/>
            <p:nvPr/>
          </p:nvSpPr>
          <p:spPr>
            <a:xfrm>
              <a:off x="5774690" y="2900679"/>
              <a:ext cx="445770" cy="445770"/>
            </a:xfrm>
            <a:custGeom>
              <a:avLst/>
              <a:gdLst/>
              <a:ahLst/>
              <a:cxnLst/>
              <a:rect l="l" t="t" r="r" b="b"/>
              <a:pathLst>
                <a:path w="445770" h="445770">
                  <a:moveTo>
                    <a:pt x="445770" y="0"/>
                  </a:moveTo>
                  <a:lnTo>
                    <a:pt x="441960" y="0"/>
                  </a:lnTo>
                  <a:lnTo>
                    <a:pt x="441960" y="3810"/>
                  </a:lnTo>
                  <a:lnTo>
                    <a:pt x="441960" y="443230"/>
                  </a:lnTo>
                  <a:lnTo>
                    <a:pt x="3810" y="443230"/>
                  </a:lnTo>
                  <a:lnTo>
                    <a:pt x="3810" y="3810"/>
                  </a:lnTo>
                  <a:lnTo>
                    <a:pt x="441960" y="3810"/>
                  </a:lnTo>
                  <a:lnTo>
                    <a:pt x="44196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43230"/>
                  </a:lnTo>
                  <a:lnTo>
                    <a:pt x="0" y="445770"/>
                  </a:lnTo>
                  <a:lnTo>
                    <a:pt x="445770" y="445770"/>
                  </a:lnTo>
                  <a:lnTo>
                    <a:pt x="445770" y="443230"/>
                  </a:lnTo>
                  <a:lnTo>
                    <a:pt x="445770" y="3810"/>
                  </a:lnTo>
                  <a:lnTo>
                    <a:pt x="445770" y="0"/>
                  </a:lnTo>
                  <a:close/>
                </a:path>
              </a:pathLst>
            </a:custGeom>
            <a:solidFill>
              <a:srgbClr val="AD4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6"/>
            <p:cNvSpPr/>
            <p:nvPr/>
          </p:nvSpPr>
          <p:spPr>
            <a:xfrm>
              <a:off x="5778500" y="2904489"/>
              <a:ext cx="438150" cy="439420"/>
            </a:xfrm>
            <a:custGeom>
              <a:avLst/>
              <a:gdLst/>
              <a:ahLst/>
              <a:cxnLst/>
              <a:rect l="l" t="t" r="r" b="b"/>
              <a:pathLst>
                <a:path w="438150" h="439420">
                  <a:moveTo>
                    <a:pt x="438150" y="0"/>
                  </a:moveTo>
                  <a:lnTo>
                    <a:pt x="434340" y="0"/>
                  </a:lnTo>
                  <a:lnTo>
                    <a:pt x="434340" y="3810"/>
                  </a:lnTo>
                  <a:lnTo>
                    <a:pt x="434340" y="435610"/>
                  </a:lnTo>
                  <a:lnTo>
                    <a:pt x="2540" y="435610"/>
                  </a:lnTo>
                  <a:lnTo>
                    <a:pt x="2540" y="3810"/>
                  </a:lnTo>
                  <a:lnTo>
                    <a:pt x="434340" y="3810"/>
                  </a:lnTo>
                  <a:lnTo>
                    <a:pt x="43434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35610"/>
                  </a:lnTo>
                  <a:lnTo>
                    <a:pt x="0" y="439420"/>
                  </a:lnTo>
                  <a:lnTo>
                    <a:pt x="438150" y="439420"/>
                  </a:lnTo>
                  <a:lnTo>
                    <a:pt x="438150" y="435610"/>
                  </a:lnTo>
                  <a:lnTo>
                    <a:pt x="438150" y="3810"/>
                  </a:lnTo>
                  <a:lnTo>
                    <a:pt x="438150" y="0"/>
                  </a:lnTo>
                  <a:close/>
                </a:path>
              </a:pathLst>
            </a:custGeom>
            <a:solidFill>
              <a:srgbClr val="AF45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" name="object 397"/>
            <p:cNvSpPr/>
            <p:nvPr/>
          </p:nvSpPr>
          <p:spPr>
            <a:xfrm>
              <a:off x="5781040" y="2908299"/>
              <a:ext cx="431800" cy="431800"/>
            </a:xfrm>
            <a:custGeom>
              <a:avLst/>
              <a:gdLst/>
              <a:ahLst/>
              <a:cxnLst/>
              <a:rect l="l" t="t" r="r" b="b"/>
              <a:pathLst>
                <a:path w="431800" h="431800">
                  <a:moveTo>
                    <a:pt x="431800" y="0"/>
                  </a:moveTo>
                  <a:lnTo>
                    <a:pt x="427990" y="0"/>
                  </a:lnTo>
                  <a:lnTo>
                    <a:pt x="427990" y="3810"/>
                  </a:lnTo>
                  <a:lnTo>
                    <a:pt x="427990" y="427990"/>
                  </a:lnTo>
                  <a:lnTo>
                    <a:pt x="3810" y="427990"/>
                  </a:lnTo>
                  <a:lnTo>
                    <a:pt x="3810" y="3810"/>
                  </a:lnTo>
                  <a:lnTo>
                    <a:pt x="427990" y="3810"/>
                  </a:lnTo>
                  <a:lnTo>
                    <a:pt x="42799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27990"/>
                  </a:lnTo>
                  <a:lnTo>
                    <a:pt x="0" y="431800"/>
                  </a:lnTo>
                  <a:lnTo>
                    <a:pt x="431800" y="431800"/>
                  </a:lnTo>
                  <a:lnTo>
                    <a:pt x="431800" y="427990"/>
                  </a:lnTo>
                  <a:lnTo>
                    <a:pt x="431800" y="3810"/>
                  </a:lnTo>
                  <a:lnTo>
                    <a:pt x="431800" y="0"/>
                  </a:lnTo>
                  <a:close/>
                </a:path>
              </a:pathLst>
            </a:custGeom>
            <a:solidFill>
              <a:srgbClr val="B045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" name="object 398"/>
            <p:cNvSpPr/>
            <p:nvPr/>
          </p:nvSpPr>
          <p:spPr>
            <a:xfrm>
              <a:off x="5784850" y="2912109"/>
              <a:ext cx="424180" cy="424180"/>
            </a:xfrm>
            <a:custGeom>
              <a:avLst/>
              <a:gdLst/>
              <a:ahLst/>
              <a:cxnLst/>
              <a:rect l="l" t="t" r="r" b="b"/>
              <a:pathLst>
                <a:path w="424179" h="424179">
                  <a:moveTo>
                    <a:pt x="424180" y="0"/>
                  </a:moveTo>
                  <a:lnTo>
                    <a:pt x="421640" y="0"/>
                  </a:lnTo>
                  <a:lnTo>
                    <a:pt x="421640" y="2540"/>
                  </a:lnTo>
                  <a:lnTo>
                    <a:pt x="421640" y="420370"/>
                  </a:lnTo>
                  <a:lnTo>
                    <a:pt x="3810" y="420370"/>
                  </a:lnTo>
                  <a:lnTo>
                    <a:pt x="3810" y="2540"/>
                  </a:lnTo>
                  <a:lnTo>
                    <a:pt x="421640" y="2540"/>
                  </a:lnTo>
                  <a:lnTo>
                    <a:pt x="42164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420370"/>
                  </a:lnTo>
                  <a:lnTo>
                    <a:pt x="0" y="424180"/>
                  </a:lnTo>
                  <a:lnTo>
                    <a:pt x="424180" y="424180"/>
                  </a:lnTo>
                  <a:lnTo>
                    <a:pt x="424180" y="420370"/>
                  </a:lnTo>
                  <a:lnTo>
                    <a:pt x="424180" y="2540"/>
                  </a:lnTo>
                  <a:lnTo>
                    <a:pt x="424180" y="0"/>
                  </a:lnTo>
                  <a:close/>
                </a:path>
              </a:pathLst>
            </a:custGeom>
            <a:solidFill>
              <a:srgbClr val="B146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" name="object 399"/>
            <p:cNvSpPr/>
            <p:nvPr/>
          </p:nvSpPr>
          <p:spPr>
            <a:xfrm>
              <a:off x="5788660" y="2914649"/>
              <a:ext cx="417830" cy="417830"/>
            </a:xfrm>
            <a:custGeom>
              <a:avLst/>
              <a:gdLst/>
              <a:ahLst/>
              <a:cxnLst/>
              <a:rect l="l" t="t" r="r" b="b"/>
              <a:pathLst>
                <a:path w="417829" h="417829">
                  <a:moveTo>
                    <a:pt x="417830" y="0"/>
                  </a:moveTo>
                  <a:lnTo>
                    <a:pt x="414020" y="0"/>
                  </a:lnTo>
                  <a:lnTo>
                    <a:pt x="414020" y="3810"/>
                  </a:lnTo>
                  <a:lnTo>
                    <a:pt x="414020" y="414020"/>
                  </a:lnTo>
                  <a:lnTo>
                    <a:pt x="3810" y="414020"/>
                  </a:lnTo>
                  <a:lnTo>
                    <a:pt x="3810" y="3810"/>
                  </a:lnTo>
                  <a:lnTo>
                    <a:pt x="414020" y="3810"/>
                  </a:lnTo>
                  <a:lnTo>
                    <a:pt x="41402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14020"/>
                  </a:lnTo>
                  <a:lnTo>
                    <a:pt x="0" y="417830"/>
                  </a:lnTo>
                  <a:lnTo>
                    <a:pt x="417830" y="417830"/>
                  </a:lnTo>
                  <a:lnTo>
                    <a:pt x="417830" y="414020"/>
                  </a:lnTo>
                  <a:lnTo>
                    <a:pt x="417830" y="3810"/>
                  </a:lnTo>
                  <a:lnTo>
                    <a:pt x="417830" y="0"/>
                  </a:lnTo>
                  <a:close/>
                </a:path>
              </a:pathLst>
            </a:custGeom>
            <a:solidFill>
              <a:srgbClr val="B346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" name="object 400"/>
            <p:cNvSpPr/>
            <p:nvPr/>
          </p:nvSpPr>
          <p:spPr>
            <a:xfrm>
              <a:off x="5792470" y="2918459"/>
              <a:ext cx="410209" cy="410209"/>
            </a:xfrm>
            <a:custGeom>
              <a:avLst/>
              <a:gdLst/>
              <a:ahLst/>
              <a:cxnLst/>
              <a:rect l="l" t="t" r="r" b="b"/>
              <a:pathLst>
                <a:path w="410210" h="410210">
                  <a:moveTo>
                    <a:pt x="410210" y="0"/>
                  </a:moveTo>
                  <a:lnTo>
                    <a:pt x="406400" y="0"/>
                  </a:lnTo>
                  <a:lnTo>
                    <a:pt x="406400" y="3810"/>
                  </a:lnTo>
                  <a:lnTo>
                    <a:pt x="406400" y="406400"/>
                  </a:lnTo>
                  <a:lnTo>
                    <a:pt x="3810" y="406400"/>
                  </a:lnTo>
                  <a:lnTo>
                    <a:pt x="3810" y="3810"/>
                  </a:lnTo>
                  <a:lnTo>
                    <a:pt x="406400" y="3810"/>
                  </a:lnTo>
                  <a:lnTo>
                    <a:pt x="40640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06400"/>
                  </a:lnTo>
                  <a:lnTo>
                    <a:pt x="0" y="410210"/>
                  </a:lnTo>
                  <a:lnTo>
                    <a:pt x="410210" y="410210"/>
                  </a:lnTo>
                  <a:lnTo>
                    <a:pt x="410210" y="406400"/>
                  </a:lnTo>
                  <a:lnTo>
                    <a:pt x="410210" y="3810"/>
                  </a:lnTo>
                  <a:lnTo>
                    <a:pt x="410210" y="0"/>
                  </a:lnTo>
                  <a:close/>
                </a:path>
              </a:pathLst>
            </a:custGeom>
            <a:solidFill>
              <a:srgbClr val="B447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" name="object 401"/>
            <p:cNvSpPr/>
            <p:nvPr/>
          </p:nvSpPr>
          <p:spPr>
            <a:xfrm>
              <a:off x="5796280" y="2922269"/>
              <a:ext cx="402590" cy="402590"/>
            </a:xfrm>
            <a:custGeom>
              <a:avLst/>
              <a:gdLst/>
              <a:ahLst/>
              <a:cxnLst/>
              <a:rect l="l" t="t" r="r" b="b"/>
              <a:pathLst>
                <a:path w="402589" h="402589">
                  <a:moveTo>
                    <a:pt x="402590" y="0"/>
                  </a:moveTo>
                  <a:lnTo>
                    <a:pt x="398780" y="0"/>
                  </a:lnTo>
                  <a:lnTo>
                    <a:pt x="398780" y="3810"/>
                  </a:lnTo>
                  <a:lnTo>
                    <a:pt x="398780" y="400050"/>
                  </a:lnTo>
                  <a:lnTo>
                    <a:pt x="3810" y="400050"/>
                  </a:lnTo>
                  <a:lnTo>
                    <a:pt x="3810" y="3810"/>
                  </a:lnTo>
                  <a:lnTo>
                    <a:pt x="398780" y="3810"/>
                  </a:lnTo>
                  <a:lnTo>
                    <a:pt x="39878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00050"/>
                  </a:lnTo>
                  <a:lnTo>
                    <a:pt x="0" y="402590"/>
                  </a:lnTo>
                  <a:lnTo>
                    <a:pt x="402590" y="402590"/>
                  </a:lnTo>
                  <a:lnTo>
                    <a:pt x="402590" y="400050"/>
                  </a:lnTo>
                  <a:lnTo>
                    <a:pt x="402590" y="3810"/>
                  </a:lnTo>
                  <a:lnTo>
                    <a:pt x="402590" y="0"/>
                  </a:lnTo>
                  <a:close/>
                </a:path>
              </a:pathLst>
            </a:custGeom>
            <a:solidFill>
              <a:srgbClr val="B547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" name="object 402"/>
            <p:cNvSpPr/>
            <p:nvPr/>
          </p:nvSpPr>
          <p:spPr>
            <a:xfrm>
              <a:off x="5800090" y="2926079"/>
              <a:ext cx="394970" cy="396240"/>
            </a:xfrm>
            <a:custGeom>
              <a:avLst/>
              <a:gdLst/>
              <a:ahLst/>
              <a:cxnLst/>
              <a:rect l="l" t="t" r="r" b="b"/>
              <a:pathLst>
                <a:path w="394970" h="396239">
                  <a:moveTo>
                    <a:pt x="394970" y="0"/>
                  </a:moveTo>
                  <a:lnTo>
                    <a:pt x="391160" y="0"/>
                  </a:lnTo>
                  <a:lnTo>
                    <a:pt x="391160" y="3810"/>
                  </a:lnTo>
                  <a:lnTo>
                    <a:pt x="391160" y="392430"/>
                  </a:lnTo>
                  <a:lnTo>
                    <a:pt x="2540" y="392430"/>
                  </a:lnTo>
                  <a:lnTo>
                    <a:pt x="2540" y="3810"/>
                  </a:lnTo>
                  <a:lnTo>
                    <a:pt x="391160" y="3810"/>
                  </a:lnTo>
                  <a:lnTo>
                    <a:pt x="39116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92430"/>
                  </a:lnTo>
                  <a:lnTo>
                    <a:pt x="0" y="396240"/>
                  </a:lnTo>
                  <a:lnTo>
                    <a:pt x="394970" y="396240"/>
                  </a:lnTo>
                  <a:lnTo>
                    <a:pt x="394970" y="392430"/>
                  </a:lnTo>
                  <a:lnTo>
                    <a:pt x="394970" y="3810"/>
                  </a:lnTo>
                  <a:lnTo>
                    <a:pt x="394970" y="0"/>
                  </a:lnTo>
                  <a:close/>
                </a:path>
              </a:pathLst>
            </a:custGeom>
            <a:solidFill>
              <a:srgbClr val="B648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" name="object 403"/>
            <p:cNvSpPr/>
            <p:nvPr/>
          </p:nvSpPr>
          <p:spPr>
            <a:xfrm>
              <a:off x="5802630" y="2929889"/>
              <a:ext cx="388620" cy="388620"/>
            </a:xfrm>
            <a:custGeom>
              <a:avLst/>
              <a:gdLst/>
              <a:ahLst/>
              <a:cxnLst/>
              <a:rect l="l" t="t" r="r" b="b"/>
              <a:pathLst>
                <a:path w="388620" h="388620">
                  <a:moveTo>
                    <a:pt x="388620" y="0"/>
                  </a:moveTo>
                  <a:lnTo>
                    <a:pt x="384810" y="0"/>
                  </a:lnTo>
                  <a:lnTo>
                    <a:pt x="384810" y="3810"/>
                  </a:lnTo>
                  <a:lnTo>
                    <a:pt x="384810" y="384810"/>
                  </a:lnTo>
                  <a:lnTo>
                    <a:pt x="3810" y="384810"/>
                  </a:lnTo>
                  <a:lnTo>
                    <a:pt x="3810" y="3810"/>
                  </a:lnTo>
                  <a:lnTo>
                    <a:pt x="384810" y="3810"/>
                  </a:lnTo>
                  <a:lnTo>
                    <a:pt x="38481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84810"/>
                  </a:lnTo>
                  <a:lnTo>
                    <a:pt x="0" y="388620"/>
                  </a:lnTo>
                  <a:lnTo>
                    <a:pt x="388620" y="388620"/>
                  </a:lnTo>
                  <a:lnTo>
                    <a:pt x="388620" y="384810"/>
                  </a:lnTo>
                  <a:lnTo>
                    <a:pt x="388620" y="3810"/>
                  </a:lnTo>
                  <a:lnTo>
                    <a:pt x="388620" y="0"/>
                  </a:lnTo>
                  <a:close/>
                </a:path>
              </a:pathLst>
            </a:custGeom>
            <a:solidFill>
              <a:srgbClr val="B848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" name="object 404"/>
            <p:cNvSpPr/>
            <p:nvPr/>
          </p:nvSpPr>
          <p:spPr>
            <a:xfrm>
              <a:off x="5806440" y="2933699"/>
              <a:ext cx="381000" cy="381000"/>
            </a:xfrm>
            <a:custGeom>
              <a:avLst/>
              <a:gdLst/>
              <a:ahLst/>
              <a:cxnLst/>
              <a:rect l="l" t="t" r="r" b="b"/>
              <a:pathLst>
                <a:path w="381000" h="381000">
                  <a:moveTo>
                    <a:pt x="381000" y="0"/>
                  </a:moveTo>
                  <a:lnTo>
                    <a:pt x="378460" y="0"/>
                  </a:lnTo>
                  <a:lnTo>
                    <a:pt x="378460" y="3810"/>
                  </a:lnTo>
                  <a:lnTo>
                    <a:pt x="378460" y="377190"/>
                  </a:lnTo>
                  <a:lnTo>
                    <a:pt x="3810" y="377190"/>
                  </a:lnTo>
                  <a:lnTo>
                    <a:pt x="3810" y="3810"/>
                  </a:lnTo>
                  <a:lnTo>
                    <a:pt x="378460" y="3810"/>
                  </a:lnTo>
                  <a:lnTo>
                    <a:pt x="37846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77190"/>
                  </a:lnTo>
                  <a:lnTo>
                    <a:pt x="0" y="381000"/>
                  </a:lnTo>
                  <a:lnTo>
                    <a:pt x="381000" y="381000"/>
                  </a:lnTo>
                  <a:lnTo>
                    <a:pt x="381000" y="377190"/>
                  </a:lnTo>
                  <a:lnTo>
                    <a:pt x="381000" y="3810"/>
                  </a:lnTo>
                  <a:lnTo>
                    <a:pt x="381000" y="0"/>
                  </a:lnTo>
                  <a:close/>
                </a:path>
              </a:pathLst>
            </a:custGeom>
            <a:solidFill>
              <a:srgbClr val="B94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" name="object 405"/>
            <p:cNvSpPr/>
            <p:nvPr/>
          </p:nvSpPr>
          <p:spPr>
            <a:xfrm>
              <a:off x="5810250" y="2937509"/>
              <a:ext cx="374650" cy="373380"/>
            </a:xfrm>
            <a:custGeom>
              <a:avLst/>
              <a:gdLst/>
              <a:ahLst/>
              <a:cxnLst/>
              <a:rect l="l" t="t" r="r" b="b"/>
              <a:pathLst>
                <a:path w="374650" h="373379">
                  <a:moveTo>
                    <a:pt x="374650" y="0"/>
                  </a:moveTo>
                  <a:lnTo>
                    <a:pt x="370840" y="0"/>
                  </a:lnTo>
                  <a:lnTo>
                    <a:pt x="370840" y="2540"/>
                  </a:lnTo>
                  <a:lnTo>
                    <a:pt x="370840" y="369570"/>
                  </a:lnTo>
                  <a:lnTo>
                    <a:pt x="3810" y="369570"/>
                  </a:lnTo>
                  <a:lnTo>
                    <a:pt x="3810" y="2540"/>
                  </a:lnTo>
                  <a:lnTo>
                    <a:pt x="370840" y="2540"/>
                  </a:lnTo>
                  <a:lnTo>
                    <a:pt x="37084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369570"/>
                  </a:lnTo>
                  <a:lnTo>
                    <a:pt x="0" y="373380"/>
                  </a:lnTo>
                  <a:lnTo>
                    <a:pt x="374650" y="373380"/>
                  </a:lnTo>
                  <a:lnTo>
                    <a:pt x="374650" y="369570"/>
                  </a:lnTo>
                  <a:lnTo>
                    <a:pt x="374650" y="2540"/>
                  </a:lnTo>
                  <a:lnTo>
                    <a:pt x="374650" y="0"/>
                  </a:lnTo>
                  <a:close/>
                </a:path>
              </a:pathLst>
            </a:custGeom>
            <a:solidFill>
              <a:srgbClr val="BA4A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" name="object 406"/>
            <p:cNvSpPr/>
            <p:nvPr/>
          </p:nvSpPr>
          <p:spPr>
            <a:xfrm>
              <a:off x="5814060" y="2940049"/>
              <a:ext cx="367030" cy="367030"/>
            </a:xfrm>
            <a:custGeom>
              <a:avLst/>
              <a:gdLst/>
              <a:ahLst/>
              <a:cxnLst/>
              <a:rect l="l" t="t" r="r" b="b"/>
              <a:pathLst>
                <a:path w="367029" h="367029">
                  <a:moveTo>
                    <a:pt x="367030" y="0"/>
                  </a:moveTo>
                  <a:lnTo>
                    <a:pt x="363220" y="0"/>
                  </a:lnTo>
                  <a:lnTo>
                    <a:pt x="363220" y="3810"/>
                  </a:lnTo>
                  <a:lnTo>
                    <a:pt x="363220" y="363220"/>
                  </a:lnTo>
                  <a:lnTo>
                    <a:pt x="3810" y="363220"/>
                  </a:lnTo>
                  <a:lnTo>
                    <a:pt x="3810" y="3810"/>
                  </a:lnTo>
                  <a:lnTo>
                    <a:pt x="363220" y="3810"/>
                  </a:lnTo>
                  <a:lnTo>
                    <a:pt x="36322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63220"/>
                  </a:lnTo>
                  <a:lnTo>
                    <a:pt x="0" y="367030"/>
                  </a:lnTo>
                  <a:lnTo>
                    <a:pt x="367030" y="367030"/>
                  </a:lnTo>
                  <a:lnTo>
                    <a:pt x="367030" y="363220"/>
                  </a:lnTo>
                  <a:lnTo>
                    <a:pt x="367030" y="3810"/>
                  </a:lnTo>
                  <a:lnTo>
                    <a:pt x="367030" y="0"/>
                  </a:lnTo>
                  <a:close/>
                </a:path>
              </a:pathLst>
            </a:custGeom>
            <a:solidFill>
              <a:srgbClr val="BC4A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" name="object 407"/>
            <p:cNvSpPr/>
            <p:nvPr/>
          </p:nvSpPr>
          <p:spPr>
            <a:xfrm>
              <a:off x="5817870" y="2943859"/>
              <a:ext cx="359410" cy="359410"/>
            </a:xfrm>
            <a:custGeom>
              <a:avLst/>
              <a:gdLst/>
              <a:ahLst/>
              <a:cxnLst/>
              <a:rect l="l" t="t" r="r" b="b"/>
              <a:pathLst>
                <a:path w="359410" h="359410">
                  <a:moveTo>
                    <a:pt x="359410" y="0"/>
                  </a:moveTo>
                  <a:lnTo>
                    <a:pt x="355600" y="0"/>
                  </a:lnTo>
                  <a:lnTo>
                    <a:pt x="355600" y="3810"/>
                  </a:lnTo>
                  <a:lnTo>
                    <a:pt x="355600" y="356870"/>
                  </a:lnTo>
                  <a:lnTo>
                    <a:pt x="3810" y="356870"/>
                  </a:lnTo>
                  <a:lnTo>
                    <a:pt x="3810" y="3810"/>
                  </a:lnTo>
                  <a:lnTo>
                    <a:pt x="355600" y="3810"/>
                  </a:lnTo>
                  <a:lnTo>
                    <a:pt x="35560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56870"/>
                  </a:lnTo>
                  <a:lnTo>
                    <a:pt x="0" y="359410"/>
                  </a:lnTo>
                  <a:lnTo>
                    <a:pt x="359410" y="359410"/>
                  </a:lnTo>
                  <a:lnTo>
                    <a:pt x="359410" y="356870"/>
                  </a:lnTo>
                  <a:lnTo>
                    <a:pt x="359410" y="3810"/>
                  </a:lnTo>
                  <a:lnTo>
                    <a:pt x="359410" y="0"/>
                  </a:lnTo>
                  <a:close/>
                </a:path>
              </a:pathLst>
            </a:custGeom>
            <a:solidFill>
              <a:srgbClr val="BD4B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" name="object 408"/>
            <p:cNvSpPr/>
            <p:nvPr/>
          </p:nvSpPr>
          <p:spPr>
            <a:xfrm>
              <a:off x="5821680" y="2947669"/>
              <a:ext cx="351790" cy="353060"/>
            </a:xfrm>
            <a:custGeom>
              <a:avLst/>
              <a:gdLst/>
              <a:ahLst/>
              <a:cxnLst/>
              <a:rect l="l" t="t" r="r" b="b"/>
              <a:pathLst>
                <a:path w="351789" h="353060">
                  <a:moveTo>
                    <a:pt x="351790" y="0"/>
                  </a:moveTo>
                  <a:lnTo>
                    <a:pt x="347980" y="0"/>
                  </a:lnTo>
                  <a:lnTo>
                    <a:pt x="347980" y="3810"/>
                  </a:lnTo>
                  <a:lnTo>
                    <a:pt x="347980" y="349250"/>
                  </a:lnTo>
                  <a:lnTo>
                    <a:pt x="2540" y="349250"/>
                  </a:lnTo>
                  <a:lnTo>
                    <a:pt x="2540" y="3810"/>
                  </a:lnTo>
                  <a:lnTo>
                    <a:pt x="347980" y="3810"/>
                  </a:lnTo>
                  <a:lnTo>
                    <a:pt x="34798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49250"/>
                  </a:lnTo>
                  <a:lnTo>
                    <a:pt x="0" y="353060"/>
                  </a:lnTo>
                  <a:lnTo>
                    <a:pt x="351790" y="353060"/>
                  </a:lnTo>
                  <a:lnTo>
                    <a:pt x="351790" y="349250"/>
                  </a:lnTo>
                  <a:lnTo>
                    <a:pt x="351790" y="3810"/>
                  </a:lnTo>
                  <a:lnTo>
                    <a:pt x="351790" y="0"/>
                  </a:lnTo>
                  <a:close/>
                </a:path>
              </a:pathLst>
            </a:custGeom>
            <a:solidFill>
              <a:srgbClr val="BE4B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" name="object 409"/>
            <p:cNvSpPr/>
            <p:nvPr/>
          </p:nvSpPr>
          <p:spPr>
            <a:xfrm>
              <a:off x="5824220" y="2951479"/>
              <a:ext cx="345440" cy="345440"/>
            </a:xfrm>
            <a:custGeom>
              <a:avLst/>
              <a:gdLst/>
              <a:ahLst/>
              <a:cxnLst/>
              <a:rect l="l" t="t" r="r" b="b"/>
              <a:pathLst>
                <a:path w="345439" h="345439">
                  <a:moveTo>
                    <a:pt x="345440" y="0"/>
                  </a:moveTo>
                  <a:lnTo>
                    <a:pt x="341630" y="0"/>
                  </a:lnTo>
                  <a:lnTo>
                    <a:pt x="341630" y="3810"/>
                  </a:lnTo>
                  <a:lnTo>
                    <a:pt x="341630" y="341630"/>
                  </a:lnTo>
                  <a:lnTo>
                    <a:pt x="3810" y="341630"/>
                  </a:lnTo>
                  <a:lnTo>
                    <a:pt x="3810" y="3810"/>
                  </a:lnTo>
                  <a:lnTo>
                    <a:pt x="341630" y="3810"/>
                  </a:lnTo>
                  <a:lnTo>
                    <a:pt x="34163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41630"/>
                  </a:lnTo>
                  <a:lnTo>
                    <a:pt x="0" y="345440"/>
                  </a:lnTo>
                  <a:lnTo>
                    <a:pt x="345440" y="345440"/>
                  </a:lnTo>
                  <a:lnTo>
                    <a:pt x="345440" y="341630"/>
                  </a:lnTo>
                  <a:lnTo>
                    <a:pt x="345440" y="3810"/>
                  </a:lnTo>
                  <a:lnTo>
                    <a:pt x="345440" y="0"/>
                  </a:lnTo>
                  <a:close/>
                </a:path>
              </a:pathLst>
            </a:custGeom>
            <a:solidFill>
              <a:srgbClr val="BF4C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" name="object 410"/>
            <p:cNvSpPr/>
            <p:nvPr/>
          </p:nvSpPr>
          <p:spPr>
            <a:xfrm>
              <a:off x="5828030" y="2955289"/>
              <a:ext cx="337820" cy="337820"/>
            </a:xfrm>
            <a:custGeom>
              <a:avLst/>
              <a:gdLst/>
              <a:ahLst/>
              <a:cxnLst/>
              <a:rect l="l" t="t" r="r" b="b"/>
              <a:pathLst>
                <a:path w="337820" h="337820">
                  <a:moveTo>
                    <a:pt x="337820" y="0"/>
                  </a:moveTo>
                  <a:lnTo>
                    <a:pt x="335280" y="0"/>
                  </a:lnTo>
                  <a:lnTo>
                    <a:pt x="335280" y="3810"/>
                  </a:lnTo>
                  <a:lnTo>
                    <a:pt x="335280" y="334010"/>
                  </a:lnTo>
                  <a:lnTo>
                    <a:pt x="3810" y="334010"/>
                  </a:lnTo>
                  <a:lnTo>
                    <a:pt x="3810" y="3810"/>
                  </a:lnTo>
                  <a:lnTo>
                    <a:pt x="335280" y="3810"/>
                  </a:lnTo>
                  <a:lnTo>
                    <a:pt x="33528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34010"/>
                  </a:lnTo>
                  <a:lnTo>
                    <a:pt x="0" y="337820"/>
                  </a:lnTo>
                  <a:lnTo>
                    <a:pt x="337820" y="337820"/>
                  </a:lnTo>
                  <a:lnTo>
                    <a:pt x="337820" y="334010"/>
                  </a:lnTo>
                  <a:lnTo>
                    <a:pt x="337820" y="3810"/>
                  </a:lnTo>
                  <a:lnTo>
                    <a:pt x="337820" y="0"/>
                  </a:lnTo>
                  <a:close/>
                </a:path>
              </a:pathLst>
            </a:custGeom>
            <a:solidFill>
              <a:srgbClr val="C14C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" name="object 411"/>
            <p:cNvSpPr/>
            <p:nvPr/>
          </p:nvSpPr>
          <p:spPr>
            <a:xfrm>
              <a:off x="5831840" y="2959099"/>
              <a:ext cx="331470" cy="330200"/>
            </a:xfrm>
            <a:custGeom>
              <a:avLst/>
              <a:gdLst/>
              <a:ahLst/>
              <a:cxnLst/>
              <a:rect l="l" t="t" r="r" b="b"/>
              <a:pathLst>
                <a:path w="331470" h="330200">
                  <a:moveTo>
                    <a:pt x="331470" y="0"/>
                  </a:moveTo>
                  <a:lnTo>
                    <a:pt x="327660" y="0"/>
                  </a:lnTo>
                  <a:lnTo>
                    <a:pt x="327660" y="2540"/>
                  </a:lnTo>
                  <a:lnTo>
                    <a:pt x="327660" y="326390"/>
                  </a:lnTo>
                  <a:lnTo>
                    <a:pt x="3810" y="326390"/>
                  </a:lnTo>
                  <a:lnTo>
                    <a:pt x="3810" y="2540"/>
                  </a:lnTo>
                  <a:lnTo>
                    <a:pt x="327660" y="2540"/>
                  </a:lnTo>
                  <a:lnTo>
                    <a:pt x="32766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326390"/>
                  </a:lnTo>
                  <a:lnTo>
                    <a:pt x="0" y="330200"/>
                  </a:lnTo>
                  <a:lnTo>
                    <a:pt x="331470" y="330200"/>
                  </a:lnTo>
                  <a:lnTo>
                    <a:pt x="331470" y="326390"/>
                  </a:lnTo>
                  <a:lnTo>
                    <a:pt x="331470" y="2540"/>
                  </a:lnTo>
                  <a:lnTo>
                    <a:pt x="331470" y="0"/>
                  </a:lnTo>
                  <a:close/>
                </a:path>
              </a:pathLst>
            </a:custGeom>
            <a:solidFill>
              <a:srgbClr val="C24D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" name="object 412"/>
            <p:cNvSpPr/>
            <p:nvPr/>
          </p:nvSpPr>
          <p:spPr>
            <a:xfrm>
              <a:off x="5835650" y="2961639"/>
              <a:ext cx="323850" cy="323850"/>
            </a:xfrm>
            <a:custGeom>
              <a:avLst/>
              <a:gdLst/>
              <a:ahLst/>
              <a:cxnLst/>
              <a:rect l="l" t="t" r="r" b="b"/>
              <a:pathLst>
                <a:path w="323850" h="323850">
                  <a:moveTo>
                    <a:pt x="323850" y="0"/>
                  </a:moveTo>
                  <a:lnTo>
                    <a:pt x="320040" y="0"/>
                  </a:lnTo>
                  <a:lnTo>
                    <a:pt x="320040" y="3810"/>
                  </a:lnTo>
                  <a:lnTo>
                    <a:pt x="320040" y="320040"/>
                  </a:lnTo>
                  <a:lnTo>
                    <a:pt x="3810" y="320040"/>
                  </a:lnTo>
                  <a:lnTo>
                    <a:pt x="3810" y="3810"/>
                  </a:lnTo>
                  <a:lnTo>
                    <a:pt x="320040" y="3810"/>
                  </a:lnTo>
                  <a:lnTo>
                    <a:pt x="32004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20040"/>
                  </a:lnTo>
                  <a:lnTo>
                    <a:pt x="0" y="323850"/>
                  </a:lnTo>
                  <a:lnTo>
                    <a:pt x="323850" y="323850"/>
                  </a:lnTo>
                  <a:lnTo>
                    <a:pt x="323850" y="320040"/>
                  </a:lnTo>
                  <a:lnTo>
                    <a:pt x="323850" y="3810"/>
                  </a:lnTo>
                  <a:lnTo>
                    <a:pt x="323850" y="0"/>
                  </a:lnTo>
                  <a:close/>
                </a:path>
              </a:pathLst>
            </a:custGeom>
            <a:solidFill>
              <a:srgbClr val="C34D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" name="object 413"/>
            <p:cNvSpPr/>
            <p:nvPr/>
          </p:nvSpPr>
          <p:spPr>
            <a:xfrm>
              <a:off x="5839460" y="2965449"/>
              <a:ext cx="316230" cy="316230"/>
            </a:xfrm>
            <a:custGeom>
              <a:avLst/>
              <a:gdLst/>
              <a:ahLst/>
              <a:cxnLst/>
              <a:rect l="l" t="t" r="r" b="b"/>
              <a:pathLst>
                <a:path w="316229" h="316229">
                  <a:moveTo>
                    <a:pt x="316230" y="0"/>
                  </a:moveTo>
                  <a:lnTo>
                    <a:pt x="312420" y="0"/>
                  </a:lnTo>
                  <a:lnTo>
                    <a:pt x="312420" y="3810"/>
                  </a:lnTo>
                  <a:lnTo>
                    <a:pt x="312420" y="313690"/>
                  </a:lnTo>
                  <a:lnTo>
                    <a:pt x="3810" y="313690"/>
                  </a:lnTo>
                  <a:lnTo>
                    <a:pt x="3810" y="3810"/>
                  </a:lnTo>
                  <a:lnTo>
                    <a:pt x="312420" y="3810"/>
                  </a:lnTo>
                  <a:lnTo>
                    <a:pt x="31242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13690"/>
                  </a:lnTo>
                  <a:lnTo>
                    <a:pt x="0" y="316230"/>
                  </a:lnTo>
                  <a:lnTo>
                    <a:pt x="316230" y="316230"/>
                  </a:lnTo>
                  <a:lnTo>
                    <a:pt x="316230" y="313690"/>
                  </a:lnTo>
                  <a:lnTo>
                    <a:pt x="316230" y="3810"/>
                  </a:lnTo>
                  <a:lnTo>
                    <a:pt x="316230" y="0"/>
                  </a:lnTo>
                  <a:close/>
                </a:path>
              </a:pathLst>
            </a:custGeom>
            <a:solidFill>
              <a:srgbClr val="C54E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" name="object 414"/>
            <p:cNvSpPr/>
            <p:nvPr/>
          </p:nvSpPr>
          <p:spPr>
            <a:xfrm>
              <a:off x="5843270" y="2969259"/>
              <a:ext cx="308610" cy="309880"/>
            </a:xfrm>
            <a:custGeom>
              <a:avLst/>
              <a:gdLst/>
              <a:ahLst/>
              <a:cxnLst/>
              <a:rect l="l" t="t" r="r" b="b"/>
              <a:pathLst>
                <a:path w="308610" h="309879">
                  <a:moveTo>
                    <a:pt x="308610" y="0"/>
                  </a:moveTo>
                  <a:lnTo>
                    <a:pt x="304800" y="0"/>
                  </a:lnTo>
                  <a:lnTo>
                    <a:pt x="304800" y="3810"/>
                  </a:lnTo>
                  <a:lnTo>
                    <a:pt x="304800" y="306070"/>
                  </a:lnTo>
                  <a:lnTo>
                    <a:pt x="2540" y="306070"/>
                  </a:lnTo>
                  <a:lnTo>
                    <a:pt x="2540" y="3810"/>
                  </a:lnTo>
                  <a:lnTo>
                    <a:pt x="304800" y="3810"/>
                  </a:lnTo>
                  <a:lnTo>
                    <a:pt x="30480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06070"/>
                  </a:lnTo>
                  <a:lnTo>
                    <a:pt x="0" y="309880"/>
                  </a:lnTo>
                  <a:lnTo>
                    <a:pt x="308610" y="309880"/>
                  </a:lnTo>
                  <a:lnTo>
                    <a:pt x="308610" y="306070"/>
                  </a:lnTo>
                  <a:lnTo>
                    <a:pt x="308610" y="3810"/>
                  </a:lnTo>
                  <a:lnTo>
                    <a:pt x="308610" y="0"/>
                  </a:lnTo>
                  <a:close/>
                </a:path>
              </a:pathLst>
            </a:custGeom>
            <a:solidFill>
              <a:srgbClr val="C64E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" name="object 415"/>
            <p:cNvSpPr/>
            <p:nvPr/>
          </p:nvSpPr>
          <p:spPr>
            <a:xfrm>
              <a:off x="5845810" y="2973069"/>
              <a:ext cx="302260" cy="302260"/>
            </a:xfrm>
            <a:custGeom>
              <a:avLst/>
              <a:gdLst/>
              <a:ahLst/>
              <a:cxnLst/>
              <a:rect l="l" t="t" r="r" b="b"/>
              <a:pathLst>
                <a:path w="302260" h="302260">
                  <a:moveTo>
                    <a:pt x="302260" y="0"/>
                  </a:moveTo>
                  <a:lnTo>
                    <a:pt x="298450" y="0"/>
                  </a:lnTo>
                  <a:lnTo>
                    <a:pt x="298450" y="3810"/>
                  </a:lnTo>
                  <a:lnTo>
                    <a:pt x="298450" y="298450"/>
                  </a:lnTo>
                  <a:lnTo>
                    <a:pt x="3810" y="298450"/>
                  </a:lnTo>
                  <a:lnTo>
                    <a:pt x="3810" y="3810"/>
                  </a:lnTo>
                  <a:lnTo>
                    <a:pt x="298450" y="3810"/>
                  </a:lnTo>
                  <a:lnTo>
                    <a:pt x="29845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298450"/>
                  </a:lnTo>
                  <a:lnTo>
                    <a:pt x="0" y="302260"/>
                  </a:lnTo>
                  <a:lnTo>
                    <a:pt x="302260" y="302260"/>
                  </a:lnTo>
                  <a:lnTo>
                    <a:pt x="302260" y="298450"/>
                  </a:lnTo>
                  <a:lnTo>
                    <a:pt x="302260" y="3810"/>
                  </a:lnTo>
                  <a:lnTo>
                    <a:pt x="302260" y="0"/>
                  </a:lnTo>
                  <a:close/>
                </a:path>
              </a:pathLst>
            </a:custGeom>
            <a:solidFill>
              <a:srgbClr val="C74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" name="object 416"/>
            <p:cNvSpPr/>
            <p:nvPr/>
          </p:nvSpPr>
          <p:spPr>
            <a:xfrm>
              <a:off x="5849620" y="2976879"/>
              <a:ext cx="294640" cy="294640"/>
            </a:xfrm>
            <a:custGeom>
              <a:avLst/>
              <a:gdLst/>
              <a:ahLst/>
              <a:cxnLst/>
              <a:rect l="l" t="t" r="r" b="b"/>
              <a:pathLst>
                <a:path w="294639" h="294639">
                  <a:moveTo>
                    <a:pt x="294640" y="0"/>
                  </a:moveTo>
                  <a:lnTo>
                    <a:pt x="292100" y="0"/>
                  </a:lnTo>
                  <a:lnTo>
                    <a:pt x="292100" y="3810"/>
                  </a:lnTo>
                  <a:lnTo>
                    <a:pt x="292100" y="290830"/>
                  </a:lnTo>
                  <a:lnTo>
                    <a:pt x="3810" y="290830"/>
                  </a:lnTo>
                  <a:lnTo>
                    <a:pt x="3810" y="3810"/>
                  </a:lnTo>
                  <a:lnTo>
                    <a:pt x="292100" y="3810"/>
                  </a:lnTo>
                  <a:lnTo>
                    <a:pt x="29210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290830"/>
                  </a:lnTo>
                  <a:lnTo>
                    <a:pt x="0" y="294640"/>
                  </a:lnTo>
                  <a:lnTo>
                    <a:pt x="294640" y="294640"/>
                  </a:lnTo>
                  <a:lnTo>
                    <a:pt x="294640" y="290830"/>
                  </a:lnTo>
                  <a:lnTo>
                    <a:pt x="294640" y="3810"/>
                  </a:lnTo>
                  <a:lnTo>
                    <a:pt x="294640" y="0"/>
                  </a:lnTo>
                  <a:close/>
                </a:path>
              </a:pathLst>
            </a:custGeom>
            <a:solidFill>
              <a:srgbClr val="C94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" name="object 417"/>
            <p:cNvSpPr/>
            <p:nvPr/>
          </p:nvSpPr>
          <p:spPr>
            <a:xfrm>
              <a:off x="5853430" y="2980689"/>
              <a:ext cx="288290" cy="287020"/>
            </a:xfrm>
            <a:custGeom>
              <a:avLst/>
              <a:gdLst/>
              <a:ahLst/>
              <a:cxnLst/>
              <a:rect l="l" t="t" r="r" b="b"/>
              <a:pathLst>
                <a:path w="288289" h="287020">
                  <a:moveTo>
                    <a:pt x="288290" y="0"/>
                  </a:moveTo>
                  <a:lnTo>
                    <a:pt x="284480" y="0"/>
                  </a:lnTo>
                  <a:lnTo>
                    <a:pt x="284480" y="2540"/>
                  </a:lnTo>
                  <a:lnTo>
                    <a:pt x="284480" y="283210"/>
                  </a:lnTo>
                  <a:lnTo>
                    <a:pt x="3810" y="283210"/>
                  </a:lnTo>
                  <a:lnTo>
                    <a:pt x="3810" y="2540"/>
                  </a:lnTo>
                  <a:lnTo>
                    <a:pt x="284480" y="2540"/>
                  </a:lnTo>
                  <a:lnTo>
                    <a:pt x="28448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283210"/>
                  </a:lnTo>
                  <a:lnTo>
                    <a:pt x="0" y="287020"/>
                  </a:lnTo>
                  <a:lnTo>
                    <a:pt x="288290" y="287020"/>
                  </a:lnTo>
                  <a:lnTo>
                    <a:pt x="288290" y="283210"/>
                  </a:lnTo>
                  <a:lnTo>
                    <a:pt x="288290" y="2540"/>
                  </a:lnTo>
                  <a:lnTo>
                    <a:pt x="288290" y="0"/>
                  </a:lnTo>
                  <a:close/>
                </a:path>
              </a:pathLst>
            </a:custGeom>
            <a:solidFill>
              <a:srgbClr val="CA5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" name="object 418"/>
            <p:cNvSpPr/>
            <p:nvPr/>
          </p:nvSpPr>
          <p:spPr>
            <a:xfrm>
              <a:off x="5857240" y="2983229"/>
              <a:ext cx="280670" cy="280670"/>
            </a:xfrm>
            <a:custGeom>
              <a:avLst/>
              <a:gdLst/>
              <a:ahLst/>
              <a:cxnLst/>
              <a:rect l="l" t="t" r="r" b="b"/>
              <a:pathLst>
                <a:path w="280670" h="280670">
                  <a:moveTo>
                    <a:pt x="280670" y="0"/>
                  </a:moveTo>
                  <a:lnTo>
                    <a:pt x="276860" y="0"/>
                  </a:lnTo>
                  <a:lnTo>
                    <a:pt x="276860" y="3810"/>
                  </a:lnTo>
                  <a:lnTo>
                    <a:pt x="276860" y="276860"/>
                  </a:lnTo>
                  <a:lnTo>
                    <a:pt x="3810" y="276860"/>
                  </a:lnTo>
                  <a:lnTo>
                    <a:pt x="3810" y="3810"/>
                  </a:lnTo>
                  <a:lnTo>
                    <a:pt x="276860" y="3810"/>
                  </a:lnTo>
                  <a:lnTo>
                    <a:pt x="27686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276860"/>
                  </a:lnTo>
                  <a:lnTo>
                    <a:pt x="0" y="280670"/>
                  </a:lnTo>
                  <a:lnTo>
                    <a:pt x="280670" y="280670"/>
                  </a:lnTo>
                  <a:lnTo>
                    <a:pt x="280670" y="276860"/>
                  </a:lnTo>
                  <a:lnTo>
                    <a:pt x="280670" y="3810"/>
                  </a:lnTo>
                  <a:lnTo>
                    <a:pt x="280670" y="0"/>
                  </a:lnTo>
                  <a:close/>
                </a:path>
              </a:pathLst>
            </a:custGeom>
            <a:solidFill>
              <a:srgbClr val="CC5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" name="object 419"/>
            <p:cNvSpPr/>
            <p:nvPr/>
          </p:nvSpPr>
          <p:spPr>
            <a:xfrm>
              <a:off x="5861050" y="2987039"/>
              <a:ext cx="273050" cy="273050"/>
            </a:xfrm>
            <a:custGeom>
              <a:avLst/>
              <a:gdLst/>
              <a:ahLst/>
              <a:cxnLst/>
              <a:rect l="l" t="t" r="r" b="b"/>
              <a:pathLst>
                <a:path w="273050" h="273050">
                  <a:moveTo>
                    <a:pt x="273050" y="0"/>
                  </a:moveTo>
                  <a:lnTo>
                    <a:pt x="269240" y="0"/>
                  </a:lnTo>
                  <a:lnTo>
                    <a:pt x="269240" y="3810"/>
                  </a:lnTo>
                  <a:lnTo>
                    <a:pt x="269240" y="270510"/>
                  </a:lnTo>
                  <a:lnTo>
                    <a:pt x="3810" y="270510"/>
                  </a:lnTo>
                  <a:lnTo>
                    <a:pt x="3810" y="3810"/>
                  </a:lnTo>
                  <a:lnTo>
                    <a:pt x="269240" y="3810"/>
                  </a:lnTo>
                  <a:lnTo>
                    <a:pt x="26924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270510"/>
                  </a:lnTo>
                  <a:lnTo>
                    <a:pt x="0" y="273050"/>
                  </a:lnTo>
                  <a:lnTo>
                    <a:pt x="273050" y="273050"/>
                  </a:lnTo>
                  <a:lnTo>
                    <a:pt x="273050" y="270510"/>
                  </a:lnTo>
                  <a:lnTo>
                    <a:pt x="273050" y="3810"/>
                  </a:lnTo>
                  <a:lnTo>
                    <a:pt x="273050" y="0"/>
                  </a:lnTo>
                  <a:close/>
                </a:path>
              </a:pathLst>
            </a:custGeom>
            <a:solidFill>
              <a:srgbClr val="CC5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" name="object 420"/>
            <p:cNvSpPr/>
            <p:nvPr/>
          </p:nvSpPr>
          <p:spPr>
            <a:xfrm>
              <a:off x="5864860" y="2990849"/>
              <a:ext cx="265430" cy="266700"/>
            </a:xfrm>
            <a:custGeom>
              <a:avLst/>
              <a:gdLst/>
              <a:ahLst/>
              <a:cxnLst/>
              <a:rect l="l" t="t" r="r" b="b"/>
              <a:pathLst>
                <a:path w="265429" h="266700">
                  <a:moveTo>
                    <a:pt x="265430" y="0"/>
                  </a:moveTo>
                  <a:lnTo>
                    <a:pt x="261620" y="0"/>
                  </a:lnTo>
                  <a:lnTo>
                    <a:pt x="261620" y="3810"/>
                  </a:lnTo>
                  <a:lnTo>
                    <a:pt x="261620" y="262890"/>
                  </a:lnTo>
                  <a:lnTo>
                    <a:pt x="2540" y="262890"/>
                  </a:lnTo>
                  <a:lnTo>
                    <a:pt x="2540" y="3810"/>
                  </a:lnTo>
                  <a:lnTo>
                    <a:pt x="261620" y="3810"/>
                  </a:lnTo>
                  <a:lnTo>
                    <a:pt x="26162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262890"/>
                  </a:lnTo>
                  <a:lnTo>
                    <a:pt x="0" y="266700"/>
                  </a:lnTo>
                  <a:lnTo>
                    <a:pt x="265430" y="266700"/>
                  </a:lnTo>
                  <a:lnTo>
                    <a:pt x="265430" y="262890"/>
                  </a:lnTo>
                  <a:lnTo>
                    <a:pt x="265430" y="3810"/>
                  </a:lnTo>
                  <a:lnTo>
                    <a:pt x="265430" y="0"/>
                  </a:lnTo>
                  <a:close/>
                </a:path>
              </a:pathLst>
            </a:custGeom>
            <a:solidFill>
              <a:srgbClr val="CE5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" name="object 421"/>
            <p:cNvSpPr/>
            <p:nvPr/>
          </p:nvSpPr>
          <p:spPr>
            <a:xfrm>
              <a:off x="5867400" y="2994659"/>
              <a:ext cx="259079" cy="259079"/>
            </a:xfrm>
            <a:custGeom>
              <a:avLst/>
              <a:gdLst/>
              <a:ahLst/>
              <a:cxnLst/>
              <a:rect l="l" t="t" r="r" b="b"/>
              <a:pathLst>
                <a:path w="259079" h="259079">
                  <a:moveTo>
                    <a:pt x="2590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0" y="255270"/>
                  </a:lnTo>
                  <a:lnTo>
                    <a:pt x="0" y="259080"/>
                  </a:lnTo>
                  <a:lnTo>
                    <a:pt x="259080" y="259080"/>
                  </a:lnTo>
                  <a:lnTo>
                    <a:pt x="259080" y="255270"/>
                  </a:lnTo>
                  <a:lnTo>
                    <a:pt x="3810" y="255270"/>
                  </a:lnTo>
                  <a:lnTo>
                    <a:pt x="3810" y="3810"/>
                  </a:lnTo>
                  <a:lnTo>
                    <a:pt x="259080" y="3810"/>
                  </a:lnTo>
                  <a:lnTo>
                    <a:pt x="259080" y="0"/>
                  </a:lnTo>
                  <a:close/>
                </a:path>
              </a:pathLst>
            </a:custGeom>
            <a:solidFill>
              <a:srgbClr val="CF52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2" name="object 42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871210" y="2998470"/>
              <a:ext cx="255269" cy="251460"/>
            </a:xfrm>
            <a:prstGeom prst="rect">
              <a:avLst/>
            </a:prstGeom>
          </p:spPr>
        </p:pic>
        <p:sp>
          <p:nvSpPr>
            <p:cNvPr id="423" name="object 423"/>
            <p:cNvSpPr/>
            <p:nvPr/>
          </p:nvSpPr>
          <p:spPr>
            <a:xfrm>
              <a:off x="5615939" y="2743200"/>
              <a:ext cx="762000" cy="762000"/>
            </a:xfrm>
            <a:custGeom>
              <a:avLst/>
              <a:gdLst/>
              <a:ahLst/>
              <a:cxnLst/>
              <a:rect l="l" t="t" r="r" b="b"/>
              <a:pathLst>
                <a:path w="762000" h="762000">
                  <a:moveTo>
                    <a:pt x="381000" y="762000"/>
                  </a:moveTo>
                  <a:lnTo>
                    <a:pt x="0" y="762000"/>
                  </a:lnTo>
                  <a:lnTo>
                    <a:pt x="0" y="0"/>
                  </a:lnTo>
                  <a:lnTo>
                    <a:pt x="762000" y="0"/>
                  </a:lnTo>
                  <a:lnTo>
                    <a:pt x="762000" y="762000"/>
                  </a:lnTo>
                  <a:lnTo>
                    <a:pt x="381000" y="762000"/>
                  </a:lnTo>
                  <a:close/>
                </a:path>
              </a:pathLst>
            </a:custGeom>
            <a:ln w="93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" name="object 424"/>
            <p:cNvSpPr/>
            <p:nvPr/>
          </p:nvSpPr>
          <p:spPr>
            <a:xfrm>
              <a:off x="6530340" y="2741929"/>
              <a:ext cx="763270" cy="763270"/>
            </a:xfrm>
            <a:custGeom>
              <a:avLst/>
              <a:gdLst/>
              <a:ahLst/>
              <a:cxnLst/>
              <a:rect l="l" t="t" r="r" b="b"/>
              <a:pathLst>
                <a:path w="763270" h="763270">
                  <a:moveTo>
                    <a:pt x="763270" y="0"/>
                  </a:moveTo>
                  <a:lnTo>
                    <a:pt x="759460" y="0"/>
                  </a:lnTo>
                  <a:lnTo>
                    <a:pt x="759460" y="3810"/>
                  </a:lnTo>
                  <a:lnTo>
                    <a:pt x="759460" y="759460"/>
                  </a:lnTo>
                  <a:lnTo>
                    <a:pt x="3810" y="759460"/>
                  </a:lnTo>
                  <a:lnTo>
                    <a:pt x="3810" y="3810"/>
                  </a:lnTo>
                  <a:lnTo>
                    <a:pt x="759460" y="3810"/>
                  </a:lnTo>
                  <a:lnTo>
                    <a:pt x="75946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759460"/>
                  </a:lnTo>
                  <a:lnTo>
                    <a:pt x="0" y="763270"/>
                  </a:lnTo>
                  <a:lnTo>
                    <a:pt x="763270" y="763270"/>
                  </a:lnTo>
                  <a:lnTo>
                    <a:pt x="763270" y="759460"/>
                  </a:lnTo>
                  <a:lnTo>
                    <a:pt x="763270" y="3810"/>
                  </a:lnTo>
                  <a:lnTo>
                    <a:pt x="763270" y="0"/>
                  </a:lnTo>
                  <a:close/>
                </a:path>
              </a:pathLst>
            </a:custGeom>
            <a:solidFill>
              <a:srgbClr val="752E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" name="object 425"/>
            <p:cNvSpPr/>
            <p:nvPr/>
          </p:nvSpPr>
          <p:spPr>
            <a:xfrm>
              <a:off x="6534150" y="2745739"/>
              <a:ext cx="755650" cy="755650"/>
            </a:xfrm>
            <a:custGeom>
              <a:avLst/>
              <a:gdLst/>
              <a:ahLst/>
              <a:cxnLst/>
              <a:rect l="l" t="t" r="r" b="b"/>
              <a:pathLst>
                <a:path w="755650" h="755650">
                  <a:moveTo>
                    <a:pt x="755650" y="0"/>
                  </a:moveTo>
                  <a:lnTo>
                    <a:pt x="751840" y="0"/>
                  </a:lnTo>
                  <a:lnTo>
                    <a:pt x="751840" y="3810"/>
                  </a:lnTo>
                  <a:lnTo>
                    <a:pt x="751840" y="751840"/>
                  </a:lnTo>
                  <a:lnTo>
                    <a:pt x="3797" y="751840"/>
                  </a:lnTo>
                  <a:lnTo>
                    <a:pt x="3797" y="3810"/>
                  </a:lnTo>
                  <a:lnTo>
                    <a:pt x="751840" y="3810"/>
                  </a:lnTo>
                  <a:lnTo>
                    <a:pt x="75184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751840"/>
                  </a:lnTo>
                  <a:lnTo>
                    <a:pt x="0" y="755650"/>
                  </a:lnTo>
                  <a:lnTo>
                    <a:pt x="755650" y="755650"/>
                  </a:lnTo>
                  <a:lnTo>
                    <a:pt x="755650" y="751840"/>
                  </a:lnTo>
                  <a:lnTo>
                    <a:pt x="755650" y="3810"/>
                  </a:lnTo>
                  <a:lnTo>
                    <a:pt x="755650" y="0"/>
                  </a:lnTo>
                  <a:close/>
                </a:path>
              </a:pathLst>
            </a:custGeom>
            <a:solidFill>
              <a:srgbClr val="762E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" name="object 426"/>
            <p:cNvSpPr/>
            <p:nvPr/>
          </p:nvSpPr>
          <p:spPr>
            <a:xfrm>
              <a:off x="6537947" y="2749549"/>
              <a:ext cx="748665" cy="748030"/>
            </a:xfrm>
            <a:custGeom>
              <a:avLst/>
              <a:gdLst/>
              <a:ahLst/>
              <a:cxnLst/>
              <a:rect l="l" t="t" r="r" b="b"/>
              <a:pathLst>
                <a:path w="748665" h="748029">
                  <a:moveTo>
                    <a:pt x="748042" y="0"/>
                  </a:moveTo>
                  <a:lnTo>
                    <a:pt x="744232" y="0"/>
                  </a:lnTo>
                  <a:lnTo>
                    <a:pt x="744232" y="3810"/>
                  </a:lnTo>
                  <a:lnTo>
                    <a:pt x="744232" y="745490"/>
                  </a:lnTo>
                  <a:lnTo>
                    <a:pt x="3822" y="745490"/>
                  </a:lnTo>
                  <a:lnTo>
                    <a:pt x="3822" y="3810"/>
                  </a:lnTo>
                  <a:lnTo>
                    <a:pt x="744232" y="3810"/>
                  </a:lnTo>
                  <a:lnTo>
                    <a:pt x="744232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745490"/>
                  </a:lnTo>
                  <a:lnTo>
                    <a:pt x="0" y="748030"/>
                  </a:lnTo>
                  <a:lnTo>
                    <a:pt x="748042" y="748030"/>
                  </a:lnTo>
                  <a:lnTo>
                    <a:pt x="748042" y="745490"/>
                  </a:lnTo>
                  <a:lnTo>
                    <a:pt x="748042" y="3810"/>
                  </a:lnTo>
                  <a:lnTo>
                    <a:pt x="748042" y="0"/>
                  </a:lnTo>
                  <a:close/>
                </a:path>
              </a:pathLst>
            </a:custGeom>
            <a:solidFill>
              <a:srgbClr val="772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" name="object 427"/>
            <p:cNvSpPr/>
            <p:nvPr/>
          </p:nvSpPr>
          <p:spPr>
            <a:xfrm>
              <a:off x="6541770" y="2753359"/>
              <a:ext cx="740410" cy="741680"/>
            </a:xfrm>
            <a:custGeom>
              <a:avLst/>
              <a:gdLst/>
              <a:ahLst/>
              <a:cxnLst/>
              <a:rect l="l" t="t" r="r" b="b"/>
              <a:pathLst>
                <a:path w="740409" h="741679">
                  <a:moveTo>
                    <a:pt x="740410" y="0"/>
                  </a:moveTo>
                  <a:lnTo>
                    <a:pt x="736600" y="0"/>
                  </a:lnTo>
                  <a:lnTo>
                    <a:pt x="736600" y="3810"/>
                  </a:lnTo>
                  <a:lnTo>
                    <a:pt x="736600" y="737870"/>
                  </a:lnTo>
                  <a:lnTo>
                    <a:pt x="2527" y="737870"/>
                  </a:lnTo>
                  <a:lnTo>
                    <a:pt x="2527" y="3810"/>
                  </a:lnTo>
                  <a:lnTo>
                    <a:pt x="736600" y="3810"/>
                  </a:lnTo>
                  <a:lnTo>
                    <a:pt x="73660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737870"/>
                  </a:lnTo>
                  <a:lnTo>
                    <a:pt x="0" y="741680"/>
                  </a:lnTo>
                  <a:lnTo>
                    <a:pt x="740410" y="741680"/>
                  </a:lnTo>
                  <a:lnTo>
                    <a:pt x="740410" y="737870"/>
                  </a:lnTo>
                  <a:lnTo>
                    <a:pt x="740410" y="3810"/>
                  </a:lnTo>
                  <a:lnTo>
                    <a:pt x="740410" y="0"/>
                  </a:lnTo>
                  <a:close/>
                </a:path>
              </a:pathLst>
            </a:custGeom>
            <a:solidFill>
              <a:srgbClr val="782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" name="object 428"/>
            <p:cNvSpPr/>
            <p:nvPr/>
          </p:nvSpPr>
          <p:spPr>
            <a:xfrm>
              <a:off x="6544297" y="2757169"/>
              <a:ext cx="734695" cy="734060"/>
            </a:xfrm>
            <a:custGeom>
              <a:avLst/>
              <a:gdLst/>
              <a:ahLst/>
              <a:cxnLst/>
              <a:rect l="l" t="t" r="r" b="b"/>
              <a:pathLst>
                <a:path w="734695" h="734060">
                  <a:moveTo>
                    <a:pt x="734072" y="0"/>
                  </a:moveTo>
                  <a:lnTo>
                    <a:pt x="731532" y="0"/>
                  </a:lnTo>
                  <a:lnTo>
                    <a:pt x="731532" y="3810"/>
                  </a:lnTo>
                  <a:lnTo>
                    <a:pt x="731532" y="730250"/>
                  </a:lnTo>
                  <a:lnTo>
                    <a:pt x="3822" y="730250"/>
                  </a:lnTo>
                  <a:lnTo>
                    <a:pt x="3822" y="3810"/>
                  </a:lnTo>
                  <a:lnTo>
                    <a:pt x="731532" y="3810"/>
                  </a:lnTo>
                  <a:lnTo>
                    <a:pt x="731532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730250"/>
                  </a:lnTo>
                  <a:lnTo>
                    <a:pt x="0" y="734060"/>
                  </a:lnTo>
                  <a:lnTo>
                    <a:pt x="734072" y="734060"/>
                  </a:lnTo>
                  <a:lnTo>
                    <a:pt x="734072" y="730250"/>
                  </a:lnTo>
                  <a:lnTo>
                    <a:pt x="734072" y="3810"/>
                  </a:lnTo>
                  <a:lnTo>
                    <a:pt x="734072" y="0"/>
                  </a:lnTo>
                  <a:close/>
                </a:path>
              </a:pathLst>
            </a:custGeom>
            <a:solidFill>
              <a:srgbClr val="7A3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" name="object 429"/>
            <p:cNvSpPr/>
            <p:nvPr/>
          </p:nvSpPr>
          <p:spPr>
            <a:xfrm>
              <a:off x="6548120" y="2760979"/>
              <a:ext cx="727710" cy="726440"/>
            </a:xfrm>
            <a:custGeom>
              <a:avLst/>
              <a:gdLst/>
              <a:ahLst/>
              <a:cxnLst/>
              <a:rect l="l" t="t" r="r" b="b"/>
              <a:pathLst>
                <a:path w="727709" h="726439">
                  <a:moveTo>
                    <a:pt x="727710" y="0"/>
                  </a:moveTo>
                  <a:lnTo>
                    <a:pt x="723900" y="0"/>
                  </a:lnTo>
                  <a:lnTo>
                    <a:pt x="723900" y="2540"/>
                  </a:lnTo>
                  <a:lnTo>
                    <a:pt x="723900" y="722630"/>
                  </a:lnTo>
                  <a:lnTo>
                    <a:pt x="3810" y="722630"/>
                  </a:lnTo>
                  <a:lnTo>
                    <a:pt x="3810" y="2540"/>
                  </a:lnTo>
                  <a:lnTo>
                    <a:pt x="723900" y="2540"/>
                  </a:lnTo>
                  <a:lnTo>
                    <a:pt x="72390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722630"/>
                  </a:lnTo>
                  <a:lnTo>
                    <a:pt x="0" y="726440"/>
                  </a:lnTo>
                  <a:lnTo>
                    <a:pt x="727710" y="726440"/>
                  </a:lnTo>
                  <a:lnTo>
                    <a:pt x="727710" y="722630"/>
                  </a:lnTo>
                  <a:lnTo>
                    <a:pt x="727710" y="2540"/>
                  </a:lnTo>
                  <a:lnTo>
                    <a:pt x="727710" y="0"/>
                  </a:lnTo>
                  <a:close/>
                </a:path>
              </a:pathLst>
            </a:custGeom>
            <a:solidFill>
              <a:srgbClr val="7B3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" name="object 430"/>
            <p:cNvSpPr/>
            <p:nvPr/>
          </p:nvSpPr>
          <p:spPr>
            <a:xfrm>
              <a:off x="6551930" y="2763519"/>
              <a:ext cx="720090" cy="720090"/>
            </a:xfrm>
            <a:custGeom>
              <a:avLst/>
              <a:gdLst/>
              <a:ahLst/>
              <a:cxnLst/>
              <a:rect l="l" t="t" r="r" b="b"/>
              <a:pathLst>
                <a:path w="720090" h="720089">
                  <a:moveTo>
                    <a:pt x="720090" y="0"/>
                  </a:moveTo>
                  <a:lnTo>
                    <a:pt x="716280" y="0"/>
                  </a:lnTo>
                  <a:lnTo>
                    <a:pt x="716280" y="3810"/>
                  </a:lnTo>
                  <a:lnTo>
                    <a:pt x="716280" y="716280"/>
                  </a:lnTo>
                  <a:lnTo>
                    <a:pt x="3810" y="716280"/>
                  </a:lnTo>
                  <a:lnTo>
                    <a:pt x="3810" y="3810"/>
                  </a:lnTo>
                  <a:lnTo>
                    <a:pt x="716280" y="3810"/>
                  </a:lnTo>
                  <a:lnTo>
                    <a:pt x="71628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716280"/>
                  </a:lnTo>
                  <a:lnTo>
                    <a:pt x="0" y="720090"/>
                  </a:lnTo>
                  <a:lnTo>
                    <a:pt x="720090" y="720090"/>
                  </a:lnTo>
                  <a:lnTo>
                    <a:pt x="720090" y="716280"/>
                  </a:lnTo>
                  <a:lnTo>
                    <a:pt x="720090" y="3810"/>
                  </a:lnTo>
                  <a:lnTo>
                    <a:pt x="720090" y="0"/>
                  </a:lnTo>
                  <a:close/>
                </a:path>
              </a:pathLst>
            </a:custGeom>
            <a:solidFill>
              <a:srgbClr val="7C3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" name="object 431"/>
            <p:cNvSpPr/>
            <p:nvPr/>
          </p:nvSpPr>
          <p:spPr>
            <a:xfrm>
              <a:off x="6555740" y="2767329"/>
              <a:ext cx="712470" cy="712470"/>
            </a:xfrm>
            <a:custGeom>
              <a:avLst/>
              <a:gdLst/>
              <a:ahLst/>
              <a:cxnLst/>
              <a:rect l="l" t="t" r="r" b="b"/>
              <a:pathLst>
                <a:path w="712470" h="712470">
                  <a:moveTo>
                    <a:pt x="712470" y="0"/>
                  </a:moveTo>
                  <a:lnTo>
                    <a:pt x="708660" y="0"/>
                  </a:lnTo>
                  <a:lnTo>
                    <a:pt x="708660" y="3810"/>
                  </a:lnTo>
                  <a:lnTo>
                    <a:pt x="708660" y="708660"/>
                  </a:lnTo>
                  <a:lnTo>
                    <a:pt x="3810" y="708660"/>
                  </a:lnTo>
                  <a:lnTo>
                    <a:pt x="3810" y="3810"/>
                  </a:lnTo>
                  <a:lnTo>
                    <a:pt x="708660" y="3810"/>
                  </a:lnTo>
                  <a:lnTo>
                    <a:pt x="70866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708660"/>
                  </a:lnTo>
                  <a:lnTo>
                    <a:pt x="0" y="712470"/>
                  </a:lnTo>
                  <a:lnTo>
                    <a:pt x="712470" y="712470"/>
                  </a:lnTo>
                  <a:lnTo>
                    <a:pt x="712470" y="708660"/>
                  </a:lnTo>
                  <a:lnTo>
                    <a:pt x="712470" y="3810"/>
                  </a:lnTo>
                  <a:lnTo>
                    <a:pt x="712470" y="0"/>
                  </a:lnTo>
                  <a:close/>
                </a:path>
              </a:pathLst>
            </a:custGeom>
            <a:solidFill>
              <a:srgbClr val="7E3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" name="object 432"/>
            <p:cNvSpPr/>
            <p:nvPr/>
          </p:nvSpPr>
          <p:spPr>
            <a:xfrm>
              <a:off x="6559550" y="2771139"/>
              <a:ext cx="704850" cy="704850"/>
            </a:xfrm>
            <a:custGeom>
              <a:avLst/>
              <a:gdLst/>
              <a:ahLst/>
              <a:cxnLst/>
              <a:rect l="l" t="t" r="r" b="b"/>
              <a:pathLst>
                <a:path w="704850" h="704850">
                  <a:moveTo>
                    <a:pt x="704850" y="0"/>
                  </a:moveTo>
                  <a:lnTo>
                    <a:pt x="701040" y="0"/>
                  </a:lnTo>
                  <a:lnTo>
                    <a:pt x="701040" y="3810"/>
                  </a:lnTo>
                  <a:lnTo>
                    <a:pt x="701040" y="702310"/>
                  </a:lnTo>
                  <a:lnTo>
                    <a:pt x="3797" y="702310"/>
                  </a:lnTo>
                  <a:lnTo>
                    <a:pt x="3797" y="3810"/>
                  </a:lnTo>
                  <a:lnTo>
                    <a:pt x="701040" y="3810"/>
                  </a:lnTo>
                  <a:lnTo>
                    <a:pt x="70104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702310"/>
                  </a:lnTo>
                  <a:lnTo>
                    <a:pt x="0" y="704850"/>
                  </a:lnTo>
                  <a:lnTo>
                    <a:pt x="704850" y="704850"/>
                  </a:lnTo>
                  <a:lnTo>
                    <a:pt x="704850" y="702310"/>
                  </a:lnTo>
                  <a:lnTo>
                    <a:pt x="704850" y="3810"/>
                  </a:lnTo>
                  <a:lnTo>
                    <a:pt x="704850" y="0"/>
                  </a:lnTo>
                  <a:close/>
                </a:path>
              </a:pathLst>
            </a:custGeom>
            <a:solidFill>
              <a:srgbClr val="7F3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" name="object 433"/>
            <p:cNvSpPr/>
            <p:nvPr/>
          </p:nvSpPr>
          <p:spPr>
            <a:xfrm>
              <a:off x="6563347" y="2774949"/>
              <a:ext cx="697865" cy="698500"/>
            </a:xfrm>
            <a:custGeom>
              <a:avLst/>
              <a:gdLst/>
              <a:ahLst/>
              <a:cxnLst/>
              <a:rect l="l" t="t" r="r" b="b"/>
              <a:pathLst>
                <a:path w="697865" h="698500">
                  <a:moveTo>
                    <a:pt x="697242" y="0"/>
                  </a:moveTo>
                  <a:lnTo>
                    <a:pt x="693432" y="0"/>
                  </a:lnTo>
                  <a:lnTo>
                    <a:pt x="693432" y="3810"/>
                  </a:lnTo>
                  <a:lnTo>
                    <a:pt x="693432" y="694690"/>
                  </a:lnTo>
                  <a:lnTo>
                    <a:pt x="2552" y="694690"/>
                  </a:lnTo>
                  <a:lnTo>
                    <a:pt x="2552" y="3810"/>
                  </a:lnTo>
                  <a:lnTo>
                    <a:pt x="693432" y="3810"/>
                  </a:lnTo>
                  <a:lnTo>
                    <a:pt x="693432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94690"/>
                  </a:lnTo>
                  <a:lnTo>
                    <a:pt x="0" y="698500"/>
                  </a:lnTo>
                  <a:lnTo>
                    <a:pt x="697242" y="698500"/>
                  </a:lnTo>
                  <a:lnTo>
                    <a:pt x="697242" y="694690"/>
                  </a:lnTo>
                  <a:lnTo>
                    <a:pt x="697242" y="3810"/>
                  </a:lnTo>
                  <a:lnTo>
                    <a:pt x="697242" y="0"/>
                  </a:lnTo>
                  <a:close/>
                </a:path>
              </a:pathLst>
            </a:custGeom>
            <a:solidFill>
              <a:srgbClr val="803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" name="object 434"/>
            <p:cNvSpPr/>
            <p:nvPr/>
          </p:nvSpPr>
          <p:spPr>
            <a:xfrm>
              <a:off x="6565900" y="2778759"/>
              <a:ext cx="690880" cy="690880"/>
            </a:xfrm>
            <a:custGeom>
              <a:avLst/>
              <a:gdLst/>
              <a:ahLst/>
              <a:cxnLst/>
              <a:rect l="l" t="t" r="r" b="b"/>
              <a:pathLst>
                <a:path w="690879" h="690879">
                  <a:moveTo>
                    <a:pt x="690880" y="0"/>
                  </a:moveTo>
                  <a:lnTo>
                    <a:pt x="688340" y="0"/>
                  </a:lnTo>
                  <a:lnTo>
                    <a:pt x="688340" y="3810"/>
                  </a:lnTo>
                  <a:lnTo>
                    <a:pt x="688340" y="687070"/>
                  </a:lnTo>
                  <a:lnTo>
                    <a:pt x="3797" y="687070"/>
                  </a:lnTo>
                  <a:lnTo>
                    <a:pt x="3797" y="3810"/>
                  </a:lnTo>
                  <a:lnTo>
                    <a:pt x="688340" y="3810"/>
                  </a:lnTo>
                  <a:lnTo>
                    <a:pt x="68834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87070"/>
                  </a:lnTo>
                  <a:lnTo>
                    <a:pt x="0" y="690880"/>
                  </a:lnTo>
                  <a:lnTo>
                    <a:pt x="690880" y="690880"/>
                  </a:lnTo>
                  <a:lnTo>
                    <a:pt x="690880" y="687070"/>
                  </a:lnTo>
                  <a:lnTo>
                    <a:pt x="690880" y="3810"/>
                  </a:lnTo>
                  <a:lnTo>
                    <a:pt x="690880" y="0"/>
                  </a:lnTo>
                  <a:close/>
                </a:path>
              </a:pathLst>
            </a:custGeom>
            <a:solidFill>
              <a:srgbClr val="813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" name="object 435"/>
            <p:cNvSpPr/>
            <p:nvPr/>
          </p:nvSpPr>
          <p:spPr>
            <a:xfrm>
              <a:off x="6569697" y="2782569"/>
              <a:ext cx="685165" cy="683260"/>
            </a:xfrm>
            <a:custGeom>
              <a:avLst/>
              <a:gdLst/>
              <a:ahLst/>
              <a:cxnLst/>
              <a:rect l="l" t="t" r="r" b="b"/>
              <a:pathLst>
                <a:path w="685165" h="683260">
                  <a:moveTo>
                    <a:pt x="684542" y="0"/>
                  </a:moveTo>
                  <a:lnTo>
                    <a:pt x="680732" y="0"/>
                  </a:lnTo>
                  <a:lnTo>
                    <a:pt x="680732" y="2540"/>
                  </a:lnTo>
                  <a:lnTo>
                    <a:pt x="680732" y="679450"/>
                  </a:lnTo>
                  <a:lnTo>
                    <a:pt x="3822" y="679450"/>
                  </a:lnTo>
                  <a:lnTo>
                    <a:pt x="3822" y="2540"/>
                  </a:lnTo>
                  <a:lnTo>
                    <a:pt x="680732" y="2540"/>
                  </a:lnTo>
                  <a:lnTo>
                    <a:pt x="680732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679450"/>
                  </a:lnTo>
                  <a:lnTo>
                    <a:pt x="0" y="683260"/>
                  </a:lnTo>
                  <a:lnTo>
                    <a:pt x="684542" y="683260"/>
                  </a:lnTo>
                  <a:lnTo>
                    <a:pt x="684542" y="679450"/>
                  </a:lnTo>
                  <a:lnTo>
                    <a:pt x="684542" y="2540"/>
                  </a:lnTo>
                  <a:lnTo>
                    <a:pt x="684542" y="0"/>
                  </a:lnTo>
                  <a:close/>
                </a:path>
              </a:pathLst>
            </a:custGeom>
            <a:solidFill>
              <a:srgbClr val="833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" name="object 436"/>
            <p:cNvSpPr/>
            <p:nvPr/>
          </p:nvSpPr>
          <p:spPr>
            <a:xfrm>
              <a:off x="6573520" y="2785109"/>
              <a:ext cx="676910" cy="676910"/>
            </a:xfrm>
            <a:custGeom>
              <a:avLst/>
              <a:gdLst/>
              <a:ahLst/>
              <a:cxnLst/>
              <a:rect l="l" t="t" r="r" b="b"/>
              <a:pathLst>
                <a:path w="676909" h="676910">
                  <a:moveTo>
                    <a:pt x="676910" y="0"/>
                  </a:moveTo>
                  <a:lnTo>
                    <a:pt x="673100" y="0"/>
                  </a:lnTo>
                  <a:lnTo>
                    <a:pt x="673100" y="3810"/>
                  </a:lnTo>
                  <a:lnTo>
                    <a:pt x="673100" y="673100"/>
                  </a:lnTo>
                  <a:lnTo>
                    <a:pt x="3810" y="673100"/>
                  </a:lnTo>
                  <a:lnTo>
                    <a:pt x="3810" y="3810"/>
                  </a:lnTo>
                  <a:lnTo>
                    <a:pt x="673100" y="3810"/>
                  </a:lnTo>
                  <a:lnTo>
                    <a:pt x="67310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73100"/>
                  </a:lnTo>
                  <a:lnTo>
                    <a:pt x="0" y="676910"/>
                  </a:lnTo>
                  <a:lnTo>
                    <a:pt x="676910" y="676910"/>
                  </a:lnTo>
                  <a:lnTo>
                    <a:pt x="676910" y="673100"/>
                  </a:lnTo>
                  <a:lnTo>
                    <a:pt x="676910" y="3810"/>
                  </a:lnTo>
                  <a:lnTo>
                    <a:pt x="676910" y="0"/>
                  </a:lnTo>
                  <a:close/>
                </a:path>
              </a:pathLst>
            </a:custGeom>
            <a:solidFill>
              <a:srgbClr val="843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7"/>
            <p:cNvSpPr/>
            <p:nvPr/>
          </p:nvSpPr>
          <p:spPr>
            <a:xfrm>
              <a:off x="6577330" y="2788919"/>
              <a:ext cx="669290" cy="669290"/>
            </a:xfrm>
            <a:custGeom>
              <a:avLst/>
              <a:gdLst/>
              <a:ahLst/>
              <a:cxnLst/>
              <a:rect l="l" t="t" r="r" b="b"/>
              <a:pathLst>
                <a:path w="669290" h="669289">
                  <a:moveTo>
                    <a:pt x="669290" y="0"/>
                  </a:moveTo>
                  <a:lnTo>
                    <a:pt x="665480" y="0"/>
                  </a:lnTo>
                  <a:lnTo>
                    <a:pt x="665480" y="3810"/>
                  </a:lnTo>
                  <a:lnTo>
                    <a:pt x="665480" y="665480"/>
                  </a:lnTo>
                  <a:lnTo>
                    <a:pt x="3810" y="665480"/>
                  </a:lnTo>
                  <a:lnTo>
                    <a:pt x="3810" y="3810"/>
                  </a:lnTo>
                  <a:lnTo>
                    <a:pt x="665480" y="3810"/>
                  </a:lnTo>
                  <a:lnTo>
                    <a:pt x="66548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65480"/>
                  </a:lnTo>
                  <a:lnTo>
                    <a:pt x="0" y="669290"/>
                  </a:lnTo>
                  <a:lnTo>
                    <a:pt x="669290" y="669290"/>
                  </a:lnTo>
                  <a:lnTo>
                    <a:pt x="669290" y="665480"/>
                  </a:lnTo>
                  <a:lnTo>
                    <a:pt x="669290" y="3810"/>
                  </a:lnTo>
                  <a:lnTo>
                    <a:pt x="669290" y="0"/>
                  </a:lnTo>
                  <a:close/>
                </a:path>
              </a:pathLst>
            </a:custGeom>
            <a:solidFill>
              <a:srgbClr val="853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" name="object 438"/>
            <p:cNvSpPr/>
            <p:nvPr/>
          </p:nvSpPr>
          <p:spPr>
            <a:xfrm>
              <a:off x="6581140" y="2792729"/>
              <a:ext cx="661670" cy="661670"/>
            </a:xfrm>
            <a:custGeom>
              <a:avLst/>
              <a:gdLst/>
              <a:ahLst/>
              <a:cxnLst/>
              <a:rect l="l" t="t" r="r" b="b"/>
              <a:pathLst>
                <a:path w="661670" h="661670">
                  <a:moveTo>
                    <a:pt x="661670" y="0"/>
                  </a:moveTo>
                  <a:lnTo>
                    <a:pt x="657860" y="0"/>
                  </a:lnTo>
                  <a:lnTo>
                    <a:pt x="657860" y="3810"/>
                  </a:lnTo>
                  <a:lnTo>
                    <a:pt x="657860" y="659130"/>
                  </a:lnTo>
                  <a:lnTo>
                    <a:pt x="3810" y="659130"/>
                  </a:lnTo>
                  <a:lnTo>
                    <a:pt x="3810" y="3810"/>
                  </a:lnTo>
                  <a:lnTo>
                    <a:pt x="657860" y="3810"/>
                  </a:lnTo>
                  <a:lnTo>
                    <a:pt x="65786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59130"/>
                  </a:lnTo>
                  <a:lnTo>
                    <a:pt x="0" y="661670"/>
                  </a:lnTo>
                  <a:lnTo>
                    <a:pt x="661670" y="661670"/>
                  </a:lnTo>
                  <a:lnTo>
                    <a:pt x="661670" y="659130"/>
                  </a:lnTo>
                  <a:lnTo>
                    <a:pt x="661670" y="3810"/>
                  </a:lnTo>
                  <a:lnTo>
                    <a:pt x="661670" y="0"/>
                  </a:lnTo>
                  <a:close/>
                </a:path>
              </a:pathLst>
            </a:custGeom>
            <a:solidFill>
              <a:srgbClr val="8735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" name="object 439"/>
            <p:cNvSpPr/>
            <p:nvPr/>
          </p:nvSpPr>
          <p:spPr>
            <a:xfrm>
              <a:off x="6584950" y="2796539"/>
              <a:ext cx="654050" cy="655320"/>
            </a:xfrm>
            <a:custGeom>
              <a:avLst/>
              <a:gdLst/>
              <a:ahLst/>
              <a:cxnLst/>
              <a:rect l="l" t="t" r="r" b="b"/>
              <a:pathLst>
                <a:path w="654050" h="655320">
                  <a:moveTo>
                    <a:pt x="654050" y="0"/>
                  </a:moveTo>
                  <a:lnTo>
                    <a:pt x="650240" y="0"/>
                  </a:lnTo>
                  <a:lnTo>
                    <a:pt x="650240" y="3810"/>
                  </a:lnTo>
                  <a:lnTo>
                    <a:pt x="650240" y="651510"/>
                  </a:lnTo>
                  <a:lnTo>
                    <a:pt x="2540" y="651510"/>
                  </a:lnTo>
                  <a:lnTo>
                    <a:pt x="2540" y="3810"/>
                  </a:lnTo>
                  <a:lnTo>
                    <a:pt x="650240" y="3810"/>
                  </a:lnTo>
                  <a:lnTo>
                    <a:pt x="65024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51510"/>
                  </a:lnTo>
                  <a:lnTo>
                    <a:pt x="0" y="655320"/>
                  </a:lnTo>
                  <a:lnTo>
                    <a:pt x="654050" y="655320"/>
                  </a:lnTo>
                  <a:lnTo>
                    <a:pt x="654050" y="651510"/>
                  </a:lnTo>
                  <a:lnTo>
                    <a:pt x="654050" y="3810"/>
                  </a:lnTo>
                  <a:lnTo>
                    <a:pt x="654050" y="0"/>
                  </a:lnTo>
                  <a:close/>
                </a:path>
              </a:pathLst>
            </a:custGeom>
            <a:solidFill>
              <a:srgbClr val="8835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" name="object 440"/>
            <p:cNvSpPr/>
            <p:nvPr/>
          </p:nvSpPr>
          <p:spPr>
            <a:xfrm>
              <a:off x="6587490" y="2800349"/>
              <a:ext cx="647700" cy="647700"/>
            </a:xfrm>
            <a:custGeom>
              <a:avLst/>
              <a:gdLst/>
              <a:ahLst/>
              <a:cxnLst/>
              <a:rect l="l" t="t" r="r" b="b"/>
              <a:pathLst>
                <a:path w="647700" h="647700">
                  <a:moveTo>
                    <a:pt x="647700" y="0"/>
                  </a:moveTo>
                  <a:lnTo>
                    <a:pt x="645160" y="0"/>
                  </a:lnTo>
                  <a:lnTo>
                    <a:pt x="645160" y="3810"/>
                  </a:lnTo>
                  <a:lnTo>
                    <a:pt x="645160" y="643890"/>
                  </a:lnTo>
                  <a:lnTo>
                    <a:pt x="3810" y="643890"/>
                  </a:lnTo>
                  <a:lnTo>
                    <a:pt x="3810" y="3810"/>
                  </a:lnTo>
                  <a:lnTo>
                    <a:pt x="645160" y="3810"/>
                  </a:lnTo>
                  <a:lnTo>
                    <a:pt x="64516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43890"/>
                  </a:lnTo>
                  <a:lnTo>
                    <a:pt x="0" y="647700"/>
                  </a:lnTo>
                  <a:lnTo>
                    <a:pt x="647700" y="647700"/>
                  </a:lnTo>
                  <a:lnTo>
                    <a:pt x="647700" y="643890"/>
                  </a:lnTo>
                  <a:lnTo>
                    <a:pt x="647700" y="3810"/>
                  </a:lnTo>
                  <a:lnTo>
                    <a:pt x="647700" y="0"/>
                  </a:lnTo>
                  <a:close/>
                </a:path>
              </a:pathLst>
            </a:custGeom>
            <a:solidFill>
              <a:srgbClr val="8936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" name="object 441"/>
            <p:cNvSpPr/>
            <p:nvPr/>
          </p:nvSpPr>
          <p:spPr>
            <a:xfrm>
              <a:off x="6591300" y="2804159"/>
              <a:ext cx="641350" cy="640080"/>
            </a:xfrm>
            <a:custGeom>
              <a:avLst/>
              <a:gdLst/>
              <a:ahLst/>
              <a:cxnLst/>
              <a:rect l="l" t="t" r="r" b="b"/>
              <a:pathLst>
                <a:path w="641350" h="640079">
                  <a:moveTo>
                    <a:pt x="641350" y="0"/>
                  </a:moveTo>
                  <a:lnTo>
                    <a:pt x="637540" y="0"/>
                  </a:lnTo>
                  <a:lnTo>
                    <a:pt x="637540" y="2540"/>
                  </a:lnTo>
                  <a:lnTo>
                    <a:pt x="637540" y="636270"/>
                  </a:lnTo>
                  <a:lnTo>
                    <a:pt x="3797" y="636270"/>
                  </a:lnTo>
                  <a:lnTo>
                    <a:pt x="3797" y="2540"/>
                  </a:lnTo>
                  <a:lnTo>
                    <a:pt x="637540" y="2540"/>
                  </a:lnTo>
                  <a:lnTo>
                    <a:pt x="63754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636270"/>
                  </a:lnTo>
                  <a:lnTo>
                    <a:pt x="0" y="640080"/>
                  </a:lnTo>
                  <a:lnTo>
                    <a:pt x="641350" y="640080"/>
                  </a:lnTo>
                  <a:lnTo>
                    <a:pt x="641350" y="636270"/>
                  </a:lnTo>
                  <a:lnTo>
                    <a:pt x="641350" y="2540"/>
                  </a:lnTo>
                  <a:lnTo>
                    <a:pt x="641350" y="0"/>
                  </a:lnTo>
                  <a:close/>
                </a:path>
              </a:pathLst>
            </a:custGeom>
            <a:solidFill>
              <a:srgbClr val="8A36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" name="object 442"/>
            <p:cNvSpPr/>
            <p:nvPr/>
          </p:nvSpPr>
          <p:spPr>
            <a:xfrm>
              <a:off x="6595097" y="2806699"/>
              <a:ext cx="634365" cy="633730"/>
            </a:xfrm>
            <a:custGeom>
              <a:avLst/>
              <a:gdLst/>
              <a:ahLst/>
              <a:cxnLst/>
              <a:rect l="l" t="t" r="r" b="b"/>
              <a:pathLst>
                <a:path w="634365" h="633729">
                  <a:moveTo>
                    <a:pt x="633742" y="0"/>
                  </a:moveTo>
                  <a:lnTo>
                    <a:pt x="629932" y="0"/>
                  </a:lnTo>
                  <a:lnTo>
                    <a:pt x="629932" y="3810"/>
                  </a:lnTo>
                  <a:lnTo>
                    <a:pt x="629932" y="629920"/>
                  </a:lnTo>
                  <a:lnTo>
                    <a:pt x="3822" y="629920"/>
                  </a:lnTo>
                  <a:lnTo>
                    <a:pt x="3822" y="3810"/>
                  </a:lnTo>
                  <a:lnTo>
                    <a:pt x="629932" y="3810"/>
                  </a:lnTo>
                  <a:lnTo>
                    <a:pt x="629932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29920"/>
                  </a:lnTo>
                  <a:lnTo>
                    <a:pt x="0" y="633730"/>
                  </a:lnTo>
                  <a:lnTo>
                    <a:pt x="633742" y="633730"/>
                  </a:lnTo>
                  <a:lnTo>
                    <a:pt x="633742" y="629920"/>
                  </a:lnTo>
                  <a:lnTo>
                    <a:pt x="633742" y="3810"/>
                  </a:lnTo>
                  <a:lnTo>
                    <a:pt x="633742" y="0"/>
                  </a:lnTo>
                  <a:close/>
                </a:path>
              </a:pathLst>
            </a:custGeom>
            <a:solidFill>
              <a:srgbClr val="8C37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" name="object 443"/>
            <p:cNvSpPr/>
            <p:nvPr/>
          </p:nvSpPr>
          <p:spPr>
            <a:xfrm>
              <a:off x="6598920" y="2810509"/>
              <a:ext cx="626110" cy="626110"/>
            </a:xfrm>
            <a:custGeom>
              <a:avLst/>
              <a:gdLst/>
              <a:ahLst/>
              <a:cxnLst/>
              <a:rect l="l" t="t" r="r" b="b"/>
              <a:pathLst>
                <a:path w="626109" h="626110">
                  <a:moveTo>
                    <a:pt x="626110" y="0"/>
                  </a:moveTo>
                  <a:lnTo>
                    <a:pt x="622300" y="0"/>
                  </a:lnTo>
                  <a:lnTo>
                    <a:pt x="622300" y="3810"/>
                  </a:lnTo>
                  <a:lnTo>
                    <a:pt x="622300" y="622300"/>
                  </a:lnTo>
                  <a:lnTo>
                    <a:pt x="3810" y="622300"/>
                  </a:lnTo>
                  <a:lnTo>
                    <a:pt x="3810" y="3810"/>
                  </a:lnTo>
                  <a:lnTo>
                    <a:pt x="622300" y="3810"/>
                  </a:lnTo>
                  <a:lnTo>
                    <a:pt x="62230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22300"/>
                  </a:lnTo>
                  <a:lnTo>
                    <a:pt x="0" y="626110"/>
                  </a:lnTo>
                  <a:lnTo>
                    <a:pt x="626110" y="626110"/>
                  </a:lnTo>
                  <a:lnTo>
                    <a:pt x="626110" y="622300"/>
                  </a:lnTo>
                  <a:lnTo>
                    <a:pt x="626110" y="3810"/>
                  </a:lnTo>
                  <a:lnTo>
                    <a:pt x="626110" y="0"/>
                  </a:lnTo>
                  <a:close/>
                </a:path>
              </a:pathLst>
            </a:custGeom>
            <a:solidFill>
              <a:srgbClr val="8D37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" name="object 444"/>
            <p:cNvSpPr/>
            <p:nvPr/>
          </p:nvSpPr>
          <p:spPr>
            <a:xfrm>
              <a:off x="6602730" y="2814319"/>
              <a:ext cx="618490" cy="618490"/>
            </a:xfrm>
            <a:custGeom>
              <a:avLst/>
              <a:gdLst/>
              <a:ahLst/>
              <a:cxnLst/>
              <a:rect l="l" t="t" r="r" b="b"/>
              <a:pathLst>
                <a:path w="618490" h="618489">
                  <a:moveTo>
                    <a:pt x="618490" y="0"/>
                  </a:moveTo>
                  <a:lnTo>
                    <a:pt x="614680" y="0"/>
                  </a:lnTo>
                  <a:lnTo>
                    <a:pt x="614680" y="3810"/>
                  </a:lnTo>
                  <a:lnTo>
                    <a:pt x="614680" y="615950"/>
                  </a:lnTo>
                  <a:lnTo>
                    <a:pt x="3810" y="615950"/>
                  </a:lnTo>
                  <a:lnTo>
                    <a:pt x="3810" y="3810"/>
                  </a:lnTo>
                  <a:lnTo>
                    <a:pt x="614680" y="3810"/>
                  </a:lnTo>
                  <a:lnTo>
                    <a:pt x="61468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15950"/>
                  </a:lnTo>
                  <a:lnTo>
                    <a:pt x="0" y="618490"/>
                  </a:lnTo>
                  <a:lnTo>
                    <a:pt x="618490" y="618490"/>
                  </a:lnTo>
                  <a:lnTo>
                    <a:pt x="618490" y="615950"/>
                  </a:lnTo>
                  <a:lnTo>
                    <a:pt x="618490" y="3810"/>
                  </a:lnTo>
                  <a:lnTo>
                    <a:pt x="618490" y="0"/>
                  </a:lnTo>
                  <a:close/>
                </a:path>
              </a:pathLst>
            </a:custGeom>
            <a:solidFill>
              <a:srgbClr val="8E38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" name="object 445"/>
            <p:cNvSpPr/>
            <p:nvPr/>
          </p:nvSpPr>
          <p:spPr>
            <a:xfrm>
              <a:off x="6606540" y="2818129"/>
              <a:ext cx="610870" cy="612140"/>
            </a:xfrm>
            <a:custGeom>
              <a:avLst/>
              <a:gdLst/>
              <a:ahLst/>
              <a:cxnLst/>
              <a:rect l="l" t="t" r="r" b="b"/>
              <a:pathLst>
                <a:path w="610870" h="612139">
                  <a:moveTo>
                    <a:pt x="610870" y="0"/>
                  </a:moveTo>
                  <a:lnTo>
                    <a:pt x="607060" y="0"/>
                  </a:lnTo>
                  <a:lnTo>
                    <a:pt x="607060" y="3810"/>
                  </a:lnTo>
                  <a:lnTo>
                    <a:pt x="607060" y="608330"/>
                  </a:lnTo>
                  <a:lnTo>
                    <a:pt x="2540" y="608330"/>
                  </a:lnTo>
                  <a:lnTo>
                    <a:pt x="2540" y="3810"/>
                  </a:lnTo>
                  <a:lnTo>
                    <a:pt x="607060" y="3810"/>
                  </a:lnTo>
                  <a:lnTo>
                    <a:pt x="60706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08330"/>
                  </a:lnTo>
                  <a:lnTo>
                    <a:pt x="0" y="612140"/>
                  </a:lnTo>
                  <a:lnTo>
                    <a:pt x="610870" y="612140"/>
                  </a:lnTo>
                  <a:lnTo>
                    <a:pt x="610870" y="608330"/>
                  </a:lnTo>
                  <a:lnTo>
                    <a:pt x="610870" y="3810"/>
                  </a:lnTo>
                  <a:lnTo>
                    <a:pt x="610870" y="0"/>
                  </a:lnTo>
                  <a:close/>
                </a:path>
              </a:pathLst>
            </a:custGeom>
            <a:solidFill>
              <a:srgbClr val="9038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" name="object 446"/>
            <p:cNvSpPr/>
            <p:nvPr/>
          </p:nvSpPr>
          <p:spPr>
            <a:xfrm>
              <a:off x="6609080" y="2821939"/>
              <a:ext cx="604520" cy="604520"/>
            </a:xfrm>
            <a:custGeom>
              <a:avLst/>
              <a:gdLst/>
              <a:ahLst/>
              <a:cxnLst/>
              <a:rect l="l" t="t" r="r" b="b"/>
              <a:pathLst>
                <a:path w="604520" h="604520">
                  <a:moveTo>
                    <a:pt x="604520" y="0"/>
                  </a:moveTo>
                  <a:lnTo>
                    <a:pt x="601980" y="0"/>
                  </a:lnTo>
                  <a:lnTo>
                    <a:pt x="601980" y="3810"/>
                  </a:lnTo>
                  <a:lnTo>
                    <a:pt x="601980" y="600710"/>
                  </a:lnTo>
                  <a:lnTo>
                    <a:pt x="3810" y="600710"/>
                  </a:lnTo>
                  <a:lnTo>
                    <a:pt x="3810" y="3810"/>
                  </a:lnTo>
                  <a:lnTo>
                    <a:pt x="601980" y="3810"/>
                  </a:lnTo>
                  <a:lnTo>
                    <a:pt x="60198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00710"/>
                  </a:lnTo>
                  <a:lnTo>
                    <a:pt x="0" y="604520"/>
                  </a:lnTo>
                  <a:lnTo>
                    <a:pt x="604520" y="604520"/>
                  </a:lnTo>
                  <a:lnTo>
                    <a:pt x="604520" y="600710"/>
                  </a:lnTo>
                  <a:lnTo>
                    <a:pt x="604520" y="3810"/>
                  </a:lnTo>
                  <a:lnTo>
                    <a:pt x="604520" y="0"/>
                  </a:lnTo>
                  <a:close/>
                </a:path>
              </a:pathLst>
            </a:custGeom>
            <a:solidFill>
              <a:srgbClr val="913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" name="object 447"/>
            <p:cNvSpPr/>
            <p:nvPr/>
          </p:nvSpPr>
          <p:spPr>
            <a:xfrm>
              <a:off x="6612890" y="2825749"/>
              <a:ext cx="598170" cy="596900"/>
            </a:xfrm>
            <a:custGeom>
              <a:avLst/>
              <a:gdLst/>
              <a:ahLst/>
              <a:cxnLst/>
              <a:rect l="l" t="t" r="r" b="b"/>
              <a:pathLst>
                <a:path w="598170" h="596900">
                  <a:moveTo>
                    <a:pt x="598170" y="0"/>
                  </a:moveTo>
                  <a:lnTo>
                    <a:pt x="594360" y="0"/>
                  </a:lnTo>
                  <a:lnTo>
                    <a:pt x="594360" y="2540"/>
                  </a:lnTo>
                  <a:lnTo>
                    <a:pt x="594360" y="593090"/>
                  </a:lnTo>
                  <a:lnTo>
                    <a:pt x="3810" y="593090"/>
                  </a:lnTo>
                  <a:lnTo>
                    <a:pt x="3810" y="2540"/>
                  </a:lnTo>
                  <a:lnTo>
                    <a:pt x="594360" y="2540"/>
                  </a:lnTo>
                  <a:lnTo>
                    <a:pt x="59436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593090"/>
                  </a:lnTo>
                  <a:lnTo>
                    <a:pt x="0" y="596900"/>
                  </a:lnTo>
                  <a:lnTo>
                    <a:pt x="598170" y="596900"/>
                  </a:lnTo>
                  <a:lnTo>
                    <a:pt x="598170" y="593090"/>
                  </a:lnTo>
                  <a:lnTo>
                    <a:pt x="598170" y="2540"/>
                  </a:lnTo>
                  <a:lnTo>
                    <a:pt x="598170" y="0"/>
                  </a:lnTo>
                  <a:close/>
                </a:path>
              </a:pathLst>
            </a:custGeom>
            <a:solidFill>
              <a:srgbClr val="923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" name="object 448"/>
            <p:cNvSpPr/>
            <p:nvPr/>
          </p:nvSpPr>
          <p:spPr>
            <a:xfrm>
              <a:off x="6616700" y="2828289"/>
              <a:ext cx="590550" cy="590550"/>
            </a:xfrm>
            <a:custGeom>
              <a:avLst/>
              <a:gdLst/>
              <a:ahLst/>
              <a:cxnLst/>
              <a:rect l="l" t="t" r="r" b="b"/>
              <a:pathLst>
                <a:path w="590550" h="590550">
                  <a:moveTo>
                    <a:pt x="590550" y="0"/>
                  </a:moveTo>
                  <a:lnTo>
                    <a:pt x="586740" y="0"/>
                  </a:lnTo>
                  <a:lnTo>
                    <a:pt x="586740" y="3810"/>
                  </a:lnTo>
                  <a:lnTo>
                    <a:pt x="586740" y="586740"/>
                  </a:lnTo>
                  <a:lnTo>
                    <a:pt x="3797" y="586740"/>
                  </a:lnTo>
                  <a:lnTo>
                    <a:pt x="3797" y="3810"/>
                  </a:lnTo>
                  <a:lnTo>
                    <a:pt x="586740" y="3810"/>
                  </a:lnTo>
                  <a:lnTo>
                    <a:pt x="58674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86740"/>
                  </a:lnTo>
                  <a:lnTo>
                    <a:pt x="0" y="590550"/>
                  </a:lnTo>
                  <a:lnTo>
                    <a:pt x="590550" y="590550"/>
                  </a:lnTo>
                  <a:lnTo>
                    <a:pt x="590550" y="586740"/>
                  </a:lnTo>
                  <a:lnTo>
                    <a:pt x="590550" y="3810"/>
                  </a:lnTo>
                  <a:lnTo>
                    <a:pt x="590550" y="0"/>
                  </a:lnTo>
                  <a:close/>
                </a:path>
              </a:pathLst>
            </a:custGeom>
            <a:solidFill>
              <a:srgbClr val="943A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" name="object 449"/>
            <p:cNvSpPr/>
            <p:nvPr/>
          </p:nvSpPr>
          <p:spPr>
            <a:xfrm>
              <a:off x="6620497" y="2832099"/>
              <a:ext cx="583565" cy="582930"/>
            </a:xfrm>
            <a:custGeom>
              <a:avLst/>
              <a:gdLst/>
              <a:ahLst/>
              <a:cxnLst/>
              <a:rect l="l" t="t" r="r" b="b"/>
              <a:pathLst>
                <a:path w="583565" h="582929">
                  <a:moveTo>
                    <a:pt x="582942" y="0"/>
                  </a:moveTo>
                  <a:lnTo>
                    <a:pt x="579132" y="0"/>
                  </a:lnTo>
                  <a:lnTo>
                    <a:pt x="579132" y="3810"/>
                  </a:lnTo>
                  <a:lnTo>
                    <a:pt x="579132" y="579120"/>
                  </a:lnTo>
                  <a:lnTo>
                    <a:pt x="3822" y="579120"/>
                  </a:lnTo>
                  <a:lnTo>
                    <a:pt x="3822" y="3810"/>
                  </a:lnTo>
                  <a:lnTo>
                    <a:pt x="579132" y="3810"/>
                  </a:lnTo>
                  <a:lnTo>
                    <a:pt x="579132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79120"/>
                  </a:lnTo>
                  <a:lnTo>
                    <a:pt x="0" y="582930"/>
                  </a:lnTo>
                  <a:lnTo>
                    <a:pt x="582942" y="582930"/>
                  </a:lnTo>
                  <a:lnTo>
                    <a:pt x="582942" y="579120"/>
                  </a:lnTo>
                  <a:lnTo>
                    <a:pt x="582942" y="3810"/>
                  </a:lnTo>
                  <a:lnTo>
                    <a:pt x="582942" y="0"/>
                  </a:lnTo>
                  <a:close/>
                </a:path>
              </a:pathLst>
            </a:custGeom>
            <a:solidFill>
              <a:srgbClr val="953A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" name="object 450"/>
            <p:cNvSpPr/>
            <p:nvPr/>
          </p:nvSpPr>
          <p:spPr>
            <a:xfrm>
              <a:off x="6624320" y="2835909"/>
              <a:ext cx="575310" cy="575310"/>
            </a:xfrm>
            <a:custGeom>
              <a:avLst/>
              <a:gdLst/>
              <a:ahLst/>
              <a:cxnLst/>
              <a:rect l="l" t="t" r="r" b="b"/>
              <a:pathLst>
                <a:path w="575309" h="575310">
                  <a:moveTo>
                    <a:pt x="575310" y="0"/>
                  </a:moveTo>
                  <a:lnTo>
                    <a:pt x="571500" y="0"/>
                  </a:lnTo>
                  <a:lnTo>
                    <a:pt x="571500" y="3810"/>
                  </a:lnTo>
                  <a:lnTo>
                    <a:pt x="571500" y="572770"/>
                  </a:lnTo>
                  <a:lnTo>
                    <a:pt x="3810" y="572770"/>
                  </a:lnTo>
                  <a:lnTo>
                    <a:pt x="3810" y="3810"/>
                  </a:lnTo>
                  <a:lnTo>
                    <a:pt x="571500" y="3810"/>
                  </a:lnTo>
                  <a:lnTo>
                    <a:pt x="57150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72770"/>
                  </a:lnTo>
                  <a:lnTo>
                    <a:pt x="0" y="575310"/>
                  </a:lnTo>
                  <a:lnTo>
                    <a:pt x="575310" y="575310"/>
                  </a:lnTo>
                  <a:lnTo>
                    <a:pt x="575310" y="572770"/>
                  </a:lnTo>
                  <a:lnTo>
                    <a:pt x="575310" y="3810"/>
                  </a:lnTo>
                  <a:lnTo>
                    <a:pt x="575310" y="0"/>
                  </a:lnTo>
                  <a:close/>
                </a:path>
              </a:pathLst>
            </a:custGeom>
            <a:solidFill>
              <a:srgbClr val="963B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" name="object 451"/>
            <p:cNvSpPr/>
            <p:nvPr/>
          </p:nvSpPr>
          <p:spPr>
            <a:xfrm>
              <a:off x="6628130" y="2839719"/>
              <a:ext cx="567690" cy="568960"/>
            </a:xfrm>
            <a:custGeom>
              <a:avLst/>
              <a:gdLst/>
              <a:ahLst/>
              <a:cxnLst/>
              <a:rect l="l" t="t" r="r" b="b"/>
              <a:pathLst>
                <a:path w="567690" h="568960">
                  <a:moveTo>
                    <a:pt x="567690" y="0"/>
                  </a:moveTo>
                  <a:lnTo>
                    <a:pt x="563880" y="0"/>
                  </a:lnTo>
                  <a:lnTo>
                    <a:pt x="563880" y="3810"/>
                  </a:lnTo>
                  <a:lnTo>
                    <a:pt x="563880" y="565150"/>
                  </a:lnTo>
                  <a:lnTo>
                    <a:pt x="2540" y="565150"/>
                  </a:lnTo>
                  <a:lnTo>
                    <a:pt x="2540" y="3810"/>
                  </a:lnTo>
                  <a:lnTo>
                    <a:pt x="563880" y="3810"/>
                  </a:lnTo>
                  <a:lnTo>
                    <a:pt x="56388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65150"/>
                  </a:lnTo>
                  <a:lnTo>
                    <a:pt x="0" y="568960"/>
                  </a:lnTo>
                  <a:lnTo>
                    <a:pt x="567690" y="568960"/>
                  </a:lnTo>
                  <a:lnTo>
                    <a:pt x="567690" y="565150"/>
                  </a:lnTo>
                  <a:lnTo>
                    <a:pt x="567690" y="3810"/>
                  </a:lnTo>
                  <a:lnTo>
                    <a:pt x="567690" y="0"/>
                  </a:lnTo>
                  <a:close/>
                </a:path>
              </a:pathLst>
            </a:custGeom>
            <a:solidFill>
              <a:srgbClr val="973C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" name="object 452"/>
            <p:cNvSpPr/>
            <p:nvPr/>
          </p:nvSpPr>
          <p:spPr>
            <a:xfrm>
              <a:off x="6630670" y="2843529"/>
              <a:ext cx="561340" cy="561340"/>
            </a:xfrm>
            <a:custGeom>
              <a:avLst/>
              <a:gdLst/>
              <a:ahLst/>
              <a:cxnLst/>
              <a:rect l="l" t="t" r="r" b="b"/>
              <a:pathLst>
                <a:path w="561340" h="561339">
                  <a:moveTo>
                    <a:pt x="561340" y="0"/>
                  </a:moveTo>
                  <a:lnTo>
                    <a:pt x="558800" y="0"/>
                  </a:lnTo>
                  <a:lnTo>
                    <a:pt x="558800" y="3810"/>
                  </a:lnTo>
                  <a:lnTo>
                    <a:pt x="558800" y="557530"/>
                  </a:lnTo>
                  <a:lnTo>
                    <a:pt x="3810" y="557530"/>
                  </a:lnTo>
                  <a:lnTo>
                    <a:pt x="3810" y="3810"/>
                  </a:lnTo>
                  <a:lnTo>
                    <a:pt x="558800" y="3810"/>
                  </a:lnTo>
                  <a:lnTo>
                    <a:pt x="55880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57530"/>
                  </a:lnTo>
                  <a:lnTo>
                    <a:pt x="0" y="561340"/>
                  </a:lnTo>
                  <a:lnTo>
                    <a:pt x="561340" y="561340"/>
                  </a:lnTo>
                  <a:lnTo>
                    <a:pt x="561340" y="557530"/>
                  </a:lnTo>
                  <a:lnTo>
                    <a:pt x="561340" y="3810"/>
                  </a:lnTo>
                  <a:lnTo>
                    <a:pt x="561340" y="0"/>
                  </a:lnTo>
                  <a:close/>
                </a:path>
              </a:pathLst>
            </a:custGeom>
            <a:solidFill>
              <a:srgbClr val="993C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" name="object 453"/>
            <p:cNvSpPr/>
            <p:nvPr/>
          </p:nvSpPr>
          <p:spPr>
            <a:xfrm>
              <a:off x="6634480" y="2847339"/>
              <a:ext cx="554990" cy="553720"/>
            </a:xfrm>
            <a:custGeom>
              <a:avLst/>
              <a:gdLst/>
              <a:ahLst/>
              <a:cxnLst/>
              <a:rect l="l" t="t" r="r" b="b"/>
              <a:pathLst>
                <a:path w="554990" h="553720">
                  <a:moveTo>
                    <a:pt x="554990" y="0"/>
                  </a:moveTo>
                  <a:lnTo>
                    <a:pt x="551180" y="0"/>
                  </a:lnTo>
                  <a:lnTo>
                    <a:pt x="551180" y="2540"/>
                  </a:lnTo>
                  <a:lnTo>
                    <a:pt x="551180" y="549910"/>
                  </a:lnTo>
                  <a:lnTo>
                    <a:pt x="3810" y="549910"/>
                  </a:lnTo>
                  <a:lnTo>
                    <a:pt x="3810" y="2540"/>
                  </a:lnTo>
                  <a:lnTo>
                    <a:pt x="551180" y="2540"/>
                  </a:lnTo>
                  <a:lnTo>
                    <a:pt x="55118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549910"/>
                  </a:lnTo>
                  <a:lnTo>
                    <a:pt x="0" y="553720"/>
                  </a:lnTo>
                  <a:lnTo>
                    <a:pt x="554990" y="553720"/>
                  </a:lnTo>
                  <a:lnTo>
                    <a:pt x="554990" y="549910"/>
                  </a:lnTo>
                  <a:lnTo>
                    <a:pt x="554990" y="2540"/>
                  </a:lnTo>
                  <a:lnTo>
                    <a:pt x="554990" y="0"/>
                  </a:lnTo>
                  <a:close/>
                </a:path>
              </a:pathLst>
            </a:custGeom>
            <a:solidFill>
              <a:srgbClr val="9A3D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" name="object 454"/>
            <p:cNvSpPr/>
            <p:nvPr/>
          </p:nvSpPr>
          <p:spPr>
            <a:xfrm>
              <a:off x="6638290" y="2849879"/>
              <a:ext cx="547370" cy="547370"/>
            </a:xfrm>
            <a:custGeom>
              <a:avLst/>
              <a:gdLst/>
              <a:ahLst/>
              <a:cxnLst/>
              <a:rect l="l" t="t" r="r" b="b"/>
              <a:pathLst>
                <a:path w="547370" h="547370">
                  <a:moveTo>
                    <a:pt x="547370" y="0"/>
                  </a:moveTo>
                  <a:lnTo>
                    <a:pt x="543560" y="0"/>
                  </a:lnTo>
                  <a:lnTo>
                    <a:pt x="543560" y="3810"/>
                  </a:lnTo>
                  <a:lnTo>
                    <a:pt x="543560" y="543560"/>
                  </a:lnTo>
                  <a:lnTo>
                    <a:pt x="3810" y="543560"/>
                  </a:lnTo>
                  <a:lnTo>
                    <a:pt x="3810" y="3810"/>
                  </a:lnTo>
                  <a:lnTo>
                    <a:pt x="543560" y="3810"/>
                  </a:lnTo>
                  <a:lnTo>
                    <a:pt x="54356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43560"/>
                  </a:lnTo>
                  <a:lnTo>
                    <a:pt x="0" y="547370"/>
                  </a:lnTo>
                  <a:lnTo>
                    <a:pt x="547370" y="547370"/>
                  </a:lnTo>
                  <a:lnTo>
                    <a:pt x="547370" y="543560"/>
                  </a:lnTo>
                  <a:lnTo>
                    <a:pt x="547370" y="3810"/>
                  </a:lnTo>
                  <a:lnTo>
                    <a:pt x="547370" y="0"/>
                  </a:lnTo>
                  <a:close/>
                </a:path>
              </a:pathLst>
            </a:custGeom>
            <a:solidFill>
              <a:srgbClr val="9B3D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" name="object 455"/>
            <p:cNvSpPr/>
            <p:nvPr/>
          </p:nvSpPr>
          <p:spPr>
            <a:xfrm>
              <a:off x="6642100" y="2853689"/>
              <a:ext cx="539750" cy="539750"/>
            </a:xfrm>
            <a:custGeom>
              <a:avLst/>
              <a:gdLst/>
              <a:ahLst/>
              <a:cxnLst/>
              <a:rect l="l" t="t" r="r" b="b"/>
              <a:pathLst>
                <a:path w="539750" h="539750">
                  <a:moveTo>
                    <a:pt x="539750" y="0"/>
                  </a:moveTo>
                  <a:lnTo>
                    <a:pt x="535940" y="0"/>
                  </a:lnTo>
                  <a:lnTo>
                    <a:pt x="535940" y="3810"/>
                  </a:lnTo>
                  <a:lnTo>
                    <a:pt x="535940" y="535940"/>
                  </a:lnTo>
                  <a:lnTo>
                    <a:pt x="3797" y="535940"/>
                  </a:lnTo>
                  <a:lnTo>
                    <a:pt x="3797" y="3810"/>
                  </a:lnTo>
                  <a:lnTo>
                    <a:pt x="535940" y="3810"/>
                  </a:lnTo>
                  <a:lnTo>
                    <a:pt x="53594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35940"/>
                  </a:lnTo>
                  <a:lnTo>
                    <a:pt x="0" y="539750"/>
                  </a:lnTo>
                  <a:lnTo>
                    <a:pt x="539750" y="539750"/>
                  </a:lnTo>
                  <a:lnTo>
                    <a:pt x="539750" y="535940"/>
                  </a:lnTo>
                  <a:lnTo>
                    <a:pt x="539750" y="3810"/>
                  </a:lnTo>
                  <a:lnTo>
                    <a:pt x="539750" y="0"/>
                  </a:lnTo>
                  <a:close/>
                </a:path>
              </a:pathLst>
            </a:custGeom>
            <a:solidFill>
              <a:srgbClr val="9D3E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" name="object 456"/>
            <p:cNvSpPr/>
            <p:nvPr/>
          </p:nvSpPr>
          <p:spPr>
            <a:xfrm>
              <a:off x="6645897" y="2857499"/>
              <a:ext cx="532765" cy="532130"/>
            </a:xfrm>
            <a:custGeom>
              <a:avLst/>
              <a:gdLst/>
              <a:ahLst/>
              <a:cxnLst/>
              <a:rect l="l" t="t" r="r" b="b"/>
              <a:pathLst>
                <a:path w="532765" h="532129">
                  <a:moveTo>
                    <a:pt x="532142" y="0"/>
                  </a:moveTo>
                  <a:lnTo>
                    <a:pt x="528332" y="0"/>
                  </a:lnTo>
                  <a:lnTo>
                    <a:pt x="528332" y="3810"/>
                  </a:lnTo>
                  <a:lnTo>
                    <a:pt x="528332" y="529590"/>
                  </a:lnTo>
                  <a:lnTo>
                    <a:pt x="3822" y="529590"/>
                  </a:lnTo>
                  <a:lnTo>
                    <a:pt x="3822" y="3810"/>
                  </a:lnTo>
                  <a:lnTo>
                    <a:pt x="528332" y="3810"/>
                  </a:lnTo>
                  <a:lnTo>
                    <a:pt x="528332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29590"/>
                  </a:lnTo>
                  <a:lnTo>
                    <a:pt x="0" y="532130"/>
                  </a:lnTo>
                  <a:lnTo>
                    <a:pt x="532142" y="532130"/>
                  </a:lnTo>
                  <a:lnTo>
                    <a:pt x="532142" y="529590"/>
                  </a:lnTo>
                  <a:lnTo>
                    <a:pt x="532142" y="3810"/>
                  </a:lnTo>
                  <a:lnTo>
                    <a:pt x="532142" y="0"/>
                  </a:lnTo>
                  <a:close/>
                </a:path>
              </a:pathLst>
            </a:custGeom>
            <a:solidFill>
              <a:srgbClr val="9E3E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" name="object 457"/>
            <p:cNvSpPr/>
            <p:nvPr/>
          </p:nvSpPr>
          <p:spPr>
            <a:xfrm>
              <a:off x="6649720" y="2861309"/>
              <a:ext cx="524510" cy="525780"/>
            </a:xfrm>
            <a:custGeom>
              <a:avLst/>
              <a:gdLst/>
              <a:ahLst/>
              <a:cxnLst/>
              <a:rect l="l" t="t" r="r" b="b"/>
              <a:pathLst>
                <a:path w="524509" h="525779">
                  <a:moveTo>
                    <a:pt x="524510" y="0"/>
                  </a:moveTo>
                  <a:lnTo>
                    <a:pt x="520700" y="0"/>
                  </a:lnTo>
                  <a:lnTo>
                    <a:pt x="520700" y="3810"/>
                  </a:lnTo>
                  <a:lnTo>
                    <a:pt x="520700" y="521970"/>
                  </a:lnTo>
                  <a:lnTo>
                    <a:pt x="2527" y="521970"/>
                  </a:lnTo>
                  <a:lnTo>
                    <a:pt x="2527" y="3810"/>
                  </a:lnTo>
                  <a:lnTo>
                    <a:pt x="520700" y="3810"/>
                  </a:lnTo>
                  <a:lnTo>
                    <a:pt x="52070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21970"/>
                  </a:lnTo>
                  <a:lnTo>
                    <a:pt x="0" y="525780"/>
                  </a:lnTo>
                  <a:lnTo>
                    <a:pt x="524510" y="525780"/>
                  </a:lnTo>
                  <a:lnTo>
                    <a:pt x="524510" y="521970"/>
                  </a:lnTo>
                  <a:lnTo>
                    <a:pt x="524510" y="3810"/>
                  </a:lnTo>
                  <a:lnTo>
                    <a:pt x="524510" y="0"/>
                  </a:lnTo>
                  <a:close/>
                </a:path>
              </a:pathLst>
            </a:custGeom>
            <a:solidFill>
              <a:srgbClr val="9F3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" name="object 458"/>
            <p:cNvSpPr/>
            <p:nvPr/>
          </p:nvSpPr>
          <p:spPr>
            <a:xfrm>
              <a:off x="6652247" y="2865119"/>
              <a:ext cx="518795" cy="518159"/>
            </a:xfrm>
            <a:custGeom>
              <a:avLst/>
              <a:gdLst/>
              <a:ahLst/>
              <a:cxnLst/>
              <a:rect l="l" t="t" r="r" b="b"/>
              <a:pathLst>
                <a:path w="518795" h="518160">
                  <a:moveTo>
                    <a:pt x="518172" y="0"/>
                  </a:moveTo>
                  <a:lnTo>
                    <a:pt x="514362" y="0"/>
                  </a:lnTo>
                  <a:lnTo>
                    <a:pt x="514362" y="3810"/>
                  </a:lnTo>
                  <a:lnTo>
                    <a:pt x="514362" y="514350"/>
                  </a:lnTo>
                  <a:lnTo>
                    <a:pt x="3822" y="514350"/>
                  </a:lnTo>
                  <a:lnTo>
                    <a:pt x="3822" y="3810"/>
                  </a:lnTo>
                  <a:lnTo>
                    <a:pt x="514362" y="3810"/>
                  </a:lnTo>
                  <a:lnTo>
                    <a:pt x="514362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14350"/>
                  </a:lnTo>
                  <a:lnTo>
                    <a:pt x="0" y="518160"/>
                  </a:lnTo>
                  <a:lnTo>
                    <a:pt x="518172" y="518160"/>
                  </a:lnTo>
                  <a:lnTo>
                    <a:pt x="518172" y="514350"/>
                  </a:lnTo>
                  <a:lnTo>
                    <a:pt x="518172" y="3810"/>
                  </a:lnTo>
                  <a:lnTo>
                    <a:pt x="518172" y="0"/>
                  </a:lnTo>
                  <a:close/>
                </a:path>
              </a:pathLst>
            </a:custGeom>
            <a:solidFill>
              <a:srgbClr val="A03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" name="object 459"/>
            <p:cNvSpPr/>
            <p:nvPr/>
          </p:nvSpPr>
          <p:spPr>
            <a:xfrm>
              <a:off x="6656070" y="2868929"/>
              <a:ext cx="510540" cy="510540"/>
            </a:xfrm>
            <a:custGeom>
              <a:avLst/>
              <a:gdLst/>
              <a:ahLst/>
              <a:cxnLst/>
              <a:rect l="l" t="t" r="r" b="b"/>
              <a:pathLst>
                <a:path w="510540" h="510539">
                  <a:moveTo>
                    <a:pt x="510540" y="0"/>
                  </a:moveTo>
                  <a:lnTo>
                    <a:pt x="508000" y="0"/>
                  </a:lnTo>
                  <a:lnTo>
                    <a:pt x="508000" y="2540"/>
                  </a:lnTo>
                  <a:lnTo>
                    <a:pt x="508000" y="506730"/>
                  </a:lnTo>
                  <a:lnTo>
                    <a:pt x="3810" y="506730"/>
                  </a:lnTo>
                  <a:lnTo>
                    <a:pt x="3810" y="2540"/>
                  </a:lnTo>
                  <a:lnTo>
                    <a:pt x="508000" y="2540"/>
                  </a:lnTo>
                  <a:lnTo>
                    <a:pt x="50800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506730"/>
                  </a:lnTo>
                  <a:lnTo>
                    <a:pt x="0" y="510540"/>
                  </a:lnTo>
                  <a:lnTo>
                    <a:pt x="510540" y="510540"/>
                  </a:lnTo>
                  <a:lnTo>
                    <a:pt x="510540" y="506730"/>
                  </a:lnTo>
                  <a:lnTo>
                    <a:pt x="510540" y="2540"/>
                  </a:lnTo>
                  <a:lnTo>
                    <a:pt x="510540" y="0"/>
                  </a:lnTo>
                  <a:close/>
                </a:path>
              </a:pathLst>
            </a:custGeom>
            <a:solidFill>
              <a:srgbClr val="A24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" name="object 460"/>
            <p:cNvSpPr/>
            <p:nvPr/>
          </p:nvSpPr>
          <p:spPr>
            <a:xfrm>
              <a:off x="6659880" y="2871469"/>
              <a:ext cx="504190" cy="504190"/>
            </a:xfrm>
            <a:custGeom>
              <a:avLst/>
              <a:gdLst/>
              <a:ahLst/>
              <a:cxnLst/>
              <a:rect l="l" t="t" r="r" b="b"/>
              <a:pathLst>
                <a:path w="504190" h="504189">
                  <a:moveTo>
                    <a:pt x="504190" y="0"/>
                  </a:moveTo>
                  <a:lnTo>
                    <a:pt x="500380" y="0"/>
                  </a:lnTo>
                  <a:lnTo>
                    <a:pt x="500380" y="3810"/>
                  </a:lnTo>
                  <a:lnTo>
                    <a:pt x="500380" y="500380"/>
                  </a:lnTo>
                  <a:lnTo>
                    <a:pt x="3810" y="500380"/>
                  </a:lnTo>
                  <a:lnTo>
                    <a:pt x="3810" y="3810"/>
                  </a:lnTo>
                  <a:lnTo>
                    <a:pt x="500380" y="3810"/>
                  </a:lnTo>
                  <a:lnTo>
                    <a:pt x="50038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00380"/>
                  </a:lnTo>
                  <a:lnTo>
                    <a:pt x="0" y="504190"/>
                  </a:lnTo>
                  <a:lnTo>
                    <a:pt x="504190" y="504190"/>
                  </a:lnTo>
                  <a:lnTo>
                    <a:pt x="504190" y="500380"/>
                  </a:lnTo>
                  <a:lnTo>
                    <a:pt x="504190" y="3810"/>
                  </a:lnTo>
                  <a:lnTo>
                    <a:pt x="504190" y="0"/>
                  </a:lnTo>
                  <a:close/>
                </a:path>
              </a:pathLst>
            </a:custGeom>
            <a:solidFill>
              <a:srgbClr val="A34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" name="object 461"/>
            <p:cNvSpPr/>
            <p:nvPr/>
          </p:nvSpPr>
          <p:spPr>
            <a:xfrm>
              <a:off x="6663690" y="2875279"/>
              <a:ext cx="496570" cy="496570"/>
            </a:xfrm>
            <a:custGeom>
              <a:avLst/>
              <a:gdLst/>
              <a:ahLst/>
              <a:cxnLst/>
              <a:rect l="l" t="t" r="r" b="b"/>
              <a:pathLst>
                <a:path w="496570" h="496570">
                  <a:moveTo>
                    <a:pt x="496570" y="0"/>
                  </a:moveTo>
                  <a:lnTo>
                    <a:pt x="492760" y="0"/>
                  </a:lnTo>
                  <a:lnTo>
                    <a:pt x="492760" y="3810"/>
                  </a:lnTo>
                  <a:lnTo>
                    <a:pt x="492760" y="492760"/>
                  </a:lnTo>
                  <a:lnTo>
                    <a:pt x="3810" y="492760"/>
                  </a:lnTo>
                  <a:lnTo>
                    <a:pt x="3810" y="3810"/>
                  </a:lnTo>
                  <a:lnTo>
                    <a:pt x="492760" y="3810"/>
                  </a:lnTo>
                  <a:lnTo>
                    <a:pt x="49276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92760"/>
                  </a:lnTo>
                  <a:lnTo>
                    <a:pt x="0" y="496570"/>
                  </a:lnTo>
                  <a:lnTo>
                    <a:pt x="496570" y="496570"/>
                  </a:lnTo>
                  <a:lnTo>
                    <a:pt x="496570" y="492760"/>
                  </a:lnTo>
                  <a:lnTo>
                    <a:pt x="496570" y="3810"/>
                  </a:lnTo>
                  <a:lnTo>
                    <a:pt x="496570" y="0"/>
                  </a:lnTo>
                  <a:close/>
                </a:path>
              </a:pathLst>
            </a:custGeom>
            <a:solidFill>
              <a:srgbClr val="A44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" name="object 462"/>
            <p:cNvSpPr/>
            <p:nvPr/>
          </p:nvSpPr>
          <p:spPr>
            <a:xfrm>
              <a:off x="6667500" y="2879089"/>
              <a:ext cx="488950" cy="488950"/>
            </a:xfrm>
            <a:custGeom>
              <a:avLst/>
              <a:gdLst/>
              <a:ahLst/>
              <a:cxnLst/>
              <a:rect l="l" t="t" r="r" b="b"/>
              <a:pathLst>
                <a:path w="488950" h="488950">
                  <a:moveTo>
                    <a:pt x="488950" y="0"/>
                  </a:moveTo>
                  <a:lnTo>
                    <a:pt x="485140" y="0"/>
                  </a:lnTo>
                  <a:lnTo>
                    <a:pt x="485140" y="3810"/>
                  </a:lnTo>
                  <a:lnTo>
                    <a:pt x="485140" y="486410"/>
                  </a:lnTo>
                  <a:lnTo>
                    <a:pt x="3810" y="486410"/>
                  </a:lnTo>
                  <a:lnTo>
                    <a:pt x="3810" y="3810"/>
                  </a:lnTo>
                  <a:lnTo>
                    <a:pt x="485140" y="3810"/>
                  </a:lnTo>
                  <a:lnTo>
                    <a:pt x="48514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86410"/>
                  </a:lnTo>
                  <a:lnTo>
                    <a:pt x="0" y="488950"/>
                  </a:lnTo>
                  <a:lnTo>
                    <a:pt x="488950" y="488950"/>
                  </a:lnTo>
                  <a:lnTo>
                    <a:pt x="488950" y="486410"/>
                  </a:lnTo>
                  <a:lnTo>
                    <a:pt x="488950" y="3810"/>
                  </a:lnTo>
                  <a:lnTo>
                    <a:pt x="488950" y="0"/>
                  </a:lnTo>
                  <a:close/>
                </a:path>
              </a:pathLst>
            </a:custGeom>
            <a:solidFill>
              <a:srgbClr val="A64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" name="object 463"/>
            <p:cNvSpPr/>
            <p:nvPr/>
          </p:nvSpPr>
          <p:spPr>
            <a:xfrm>
              <a:off x="6671310" y="2882899"/>
              <a:ext cx="481330" cy="482600"/>
            </a:xfrm>
            <a:custGeom>
              <a:avLst/>
              <a:gdLst/>
              <a:ahLst/>
              <a:cxnLst/>
              <a:rect l="l" t="t" r="r" b="b"/>
              <a:pathLst>
                <a:path w="481329" h="482600">
                  <a:moveTo>
                    <a:pt x="481330" y="0"/>
                  </a:moveTo>
                  <a:lnTo>
                    <a:pt x="477520" y="0"/>
                  </a:lnTo>
                  <a:lnTo>
                    <a:pt x="477520" y="3810"/>
                  </a:lnTo>
                  <a:lnTo>
                    <a:pt x="477520" y="478790"/>
                  </a:lnTo>
                  <a:lnTo>
                    <a:pt x="2540" y="478790"/>
                  </a:lnTo>
                  <a:lnTo>
                    <a:pt x="2540" y="3810"/>
                  </a:lnTo>
                  <a:lnTo>
                    <a:pt x="477520" y="3810"/>
                  </a:lnTo>
                  <a:lnTo>
                    <a:pt x="47752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78790"/>
                  </a:lnTo>
                  <a:lnTo>
                    <a:pt x="0" y="482600"/>
                  </a:lnTo>
                  <a:lnTo>
                    <a:pt x="481330" y="482600"/>
                  </a:lnTo>
                  <a:lnTo>
                    <a:pt x="481330" y="478790"/>
                  </a:lnTo>
                  <a:lnTo>
                    <a:pt x="481330" y="3810"/>
                  </a:lnTo>
                  <a:lnTo>
                    <a:pt x="481330" y="0"/>
                  </a:lnTo>
                  <a:close/>
                </a:path>
              </a:pathLst>
            </a:custGeom>
            <a:solidFill>
              <a:srgbClr val="A742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" name="object 464"/>
            <p:cNvSpPr/>
            <p:nvPr/>
          </p:nvSpPr>
          <p:spPr>
            <a:xfrm>
              <a:off x="6673850" y="2886709"/>
              <a:ext cx="474980" cy="474980"/>
            </a:xfrm>
            <a:custGeom>
              <a:avLst/>
              <a:gdLst/>
              <a:ahLst/>
              <a:cxnLst/>
              <a:rect l="l" t="t" r="r" b="b"/>
              <a:pathLst>
                <a:path w="474979" h="474979">
                  <a:moveTo>
                    <a:pt x="474980" y="0"/>
                  </a:moveTo>
                  <a:lnTo>
                    <a:pt x="471170" y="0"/>
                  </a:lnTo>
                  <a:lnTo>
                    <a:pt x="471170" y="3810"/>
                  </a:lnTo>
                  <a:lnTo>
                    <a:pt x="471170" y="471170"/>
                  </a:lnTo>
                  <a:lnTo>
                    <a:pt x="3810" y="471170"/>
                  </a:lnTo>
                  <a:lnTo>
                    <a:pt x="3810" y="3810"/>
                  </a:lnTo>
                  <a:lnTo>
                    <a:pt x="471170" y="3810"/>
                  </a:lnTo>
                  <a:lnTo>
                    <a:pt x="47117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71170"/>
                  </a:lnTo>
                  <a:lnTo>
                    <a:pt x="0" y="474980"/>
                  </a:lnTo>
                  <a:lnTo>
                    <a:pt x="474980" y="474980"/>
                  </a:lnTo>
                  <a:lnTo>
                    <a:pt x="474980" y="471170"/>
                  </a:lnTo>
                  <a:lnTo>
                    <a:pt x="474980" y="3810"/>
                  </a:lnTo>
                  <a:lnTo>
                    <a:pt x="474980" y="0"/>
                  </a:lnTo>
                  <a:close/>
                </a:path>
              </a:pathLst>
            </a:custGeom>
            <a:solidFill>
              <a:srgbClr val="A842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" name="object 465"/>
            <p:cNvSpPr/>
            <p:nvPr/>
          </p:nvSpPr>
          <p:spPr>
            <a:xfrm>
              <a:off x="6677660" y="2890519"/>
              <a:ext cx="467359" cy="467359"/>
            </a:xfrm>
            <a:custGeom>
              <a:avLst/>
              <a:gdLst/>
              <a:ahLst/>
              <a:cxnLst/>
              <a:rect l="l" t="t" r="r" b="b"/>
              <a:pathLst>
                <a:path w="467359" h="467360">
                  <a:moveTo>
                    <a:pt x="467360" y="0"/>
                  </a:moveTo>
                  <a:lnTo>
                    <a:pt x="464820" y="0"/>
                  </a:lnTo>
                  <a:lnTo>
                    <a:pt x="464820" y="2540"/>
                  </a:lnTo>
                  <a:lnTo>
                    <a:pt x="464820" y="463550"/>
                  </a:lnTo>
                  <a:lnTo>
                    <a:pt x="3810" y="463550"/>
                  </a:lnTo>
                  <a:lnTo>
                    <a:pt x="3810" y="2540"/>
                  </a:lnTo>
                  <a:lnTo>
                    <a:pt x="464820" y="2540"/>
                  </a:lnTo>
                  <a:lnTo>
                    <a:pt x="46482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463550"/>
                  </a:lnTo>
                  <a:lnTo>
                    <a:pt x="0" y="467360"/>
                  </a:lnTo>
                  <a:lnTo>
                    <a:pt x="467360" y="467360"/>
                  </a:lnTo>
                  <a:lnTo>
                    <a:pt x="467360" y="463550"/>
                  </a:lnTo>
                  <a:lnTo>
                    <a:pt x="467360" y="2540"/>
                  </a:lnTo>
                  <a:lnTo>
                    <a:pt x="467360" y="0"/>
                  </a:lnTo>
                  <a:close/>
                </a:path>
              </a:pathLst>
            </a:custGeom>
            <a:solidFill>
              <a:srgbClr val="A94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" name="object 466"/>
            <p:cNvSpPr/>
            <p:nvPr/>
          </p:nvSpPr>
          <p:spPr>
            <a:xfrm>
              <a:off x="6681470" y="2893059"/>
              <a:ext cx="461009" cy="461009"/>
            </a:xfrm>
            <a:custGeom>
              <a:avLst/>
              <a:gdLst/>
              <a:ahLst/>
              <a:cxnLst/>
              <a:rect l="l" t="t" r="r" b="b"/>
              <a:pathLst>
                <a:path w="461009" h="461010">
                  <a:moveTo>
                    <a:pt x="461010" y="0"/>
                  </a:moveTo>
                  <a:lnTo>
                    <a:pt x="457200" y="0"/>
                  </a:lnTo>
                  <a:lnTo>
                    <a:pt x="457200" y="3810"/>
                  </a:lnTo>
                  <a:lnTo>
                    <a:pt x="457200" y="457200"/>
                  </a:lnTo>
                  <a:lnTo>
                    <a:pt x="3810" y="457200"/>
                  </a:lnTo>
                  <a:lnTo>
                    <a:pt x="3810" y="3810"/>
                  </a:lnTo>
                  <a:lnTo>
                    <a:pt x="457200" y="3810"/>
                  </a:lnTo>
                  <a:lnTo>
                    <a:pt x="45720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57200"/>
                  </a:lnTo>
                  <a:lnTo>
                    <a:pt x="0" y="461010"/>
                  </a:lnTo>
                  <a:lnTo>
                    <a:pt x="461010" y="461010"/>
                  </a:lnTo>
                  <a:lnTo>
                    <a:pt x="461010" y="457200"/>
                  </a:lnTo>
                  <a:lnTo>
                    <a:pt x="461010" y="3810"/>
                  </a:lnTo>
                  <a:lnTo>
                    <a:pt x="461010" y="0"/>
                  </a:lnTo>
                  <a:close/>
                </a:path>
              </a:pathLst>
            </a:custGeom>
            <a:solidFill>
              <a:srgbClr val="AB4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" name="object 467"/>
            <p:cNvSpPr/>
            <p:nvPr/>
          </p:nvSpPr>
          <p:spPr>
            <a:xfrm>
              <a:off x="6685280" y="2896869"/>
              <a:ext cx="453390" cy="453390"/>
            </a:xfrm>
            <a:custGeom>
              <a:avLst/>
              <a:gdLst/>
              <a:ahLst/>
              <a:cxnLst/>
              <a:rect l="l" t="t" r="r" b="b"/>
              <a:pathLst>
                <a:path w="453390" h="453389">
                  <a:moveTo>
                    <a:pt x="453390" y="0"/>
                  </a:moveTo>
                  <a:lnTo>
                    <a:pt x="449580" y="0"/>
                  </a:lnTo>
                  <a:lnTo>
                    <a:pt x="449580" y="3810"/>
                  </a:lnTo>
                  <a:lnTo>
                    <a:pt x="449580" y="449580"/>
                  </a:lnTo>
                  <a:lnTo>
                    <a:pt x="3810" y="449580"/>
                  </a:lnTo>
                  <a:lnTo>
                    <a:pt x="3810" y="3810"/>
                  </a:lnTo>
                  <a:lnTo>
                    <a:pt x="449580" y="3810"/>
                  </a:lnTo>
                  <a:lnTo>
                    <a:pt x="44958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49580"/>
                  </a:lnTo>
                  <a:lnTo>
                    <a:pt x="0" y="453390"/>
                  </a:lnTo>
                  <a:lnTo>
                    <a:pt x="453390" y="453390"/>
                  </a:lnTo>
                  <a:lnTo>
                    <a:pt x="453390" y="449580"/>
                  </a:lnTo>
                  <a:lnTo>
                    <a:pt x="453390" y="3810"/>
                  </a:lnTo>
                  <a:lnTo>
                    <a:pt x="453390" y="0"/>
                  </a:lnTo>
                  <a:close/>
                </a:path>
              </a:pathLst>
            </a:custGeom>
            <a:solidFill>
              <a:srgbClr val="AC4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" name="object 468"/>
            <p:cNvSpPr/>
            <p:nvPr/>
          </p:nvSpPr>
          <p:spPr>
            <a:xfrm>
              <a:off x="6689090" y="2900679"/>
              <a:ext cx="445770" cy="445770"/>
            </a:xfrm>
            <a:custGeom>
              <a:avLst/>
              <a:gdLst/>
              <a:ahLst/>
              <a:cxnLst/>
              <a:rect l="l" t="t" r="r" b="b"/>
              <a:pathLst>
                <a:path w="445770" h="445770">
                  <a:moveTo>
                    <a:pt x="445770" y="0"/>
                  </a:moveTo>
                  <a:lnTo>
                    <a:pt x="441960" y="0"/>
                  </a:lnTo>
                  <a:lnTo>
                    <a:pt x="441960" y="3810"/>
                  </a:lnTo>
                  <a:lnTo>
                    <a:pt x="441960" y="443230"/>
                  </a:lnTo>
                  <a:lnTo>
                    <a:pt x="3810" y="443230"/>
                  </a:lnTo>
                  <a:lnTo>
                    <a:pt x="3810" y="3810"/>
                  </a:lnTo>
                  <a:lnTo>
                    <a:pt x="441960" y="3810"/>
                  </a:lnTo>
                  <a:lnTo>
                    <a:pt x="44196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43230"/>
                  </a:lnTo>
                  <a:lnTo>
                    <a:pt x="0" y="445770"/>
                  </a:lnTo>
                  <a:lnTo>
                    <a:pt x="445770" y="445770"/>
                  </a:lnTo>
                  <a:lnTo>
                    <a:pt x="445770" y="443230"/>
                  </a:lnTo>
                  <a:lnTo>
                    <a:pt x="445770" y="3810"/>
                  </a:lnTo>
                  <a:lnTo>
                    <a:pt x="445770" y="0"/>
                  </a:lnTo>
                  <a:close/>
                </a:path>
              </a:pathLst>
            </a:custGeom>
            <a:solidFill>
              <a:srgbClr val="AD4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" name="object 469"/>
            <p:cNvSpPr/>
            <p:nvPr/>
          </p:nvSpPr>
          <p:spPr>
            <a:xfrm>
              <a:off x="6692900" y="2904489"/>
              <a:ext cx="438150" cy="439420"/>
            </a:xfrm>
            <a:custGeom>
              <a:avLst/>
              <a:gdLst/>
              <a:ahLst/>
              <a:cxnLst/>
              <a:rect l="l" t="t" r="r" b="b"/>
              <a:pathLst>
                <a:path w="438150" h="439420">
                  <a:moveTo>
                    <a:pt x="438150" y="0"/>
                  </a:moveTo>
                  <a:lnTo>
                    <a:pt x="434340" y="0"/>
                  </a:lnTo>
                  <a:lnTo>
                    <a:pt x="434340" y="3810"/>
                  </a:lnTo>
                  <a:lnTo>
                    <a:pt x="434340" y="435610"/>
                  </a:lnTo>
                  <a:lnTo>
                    <a:pt x="2540" y="435610"/>
                  </a:lnTo>
                  <a:lnTo>
                    <a:pt x="2540" y="3810"/>
                  </a:lnTo>
                  <a:lnTo>
                    <a:pt x="434340" y="3810"/>
                  </a:lnTo>
                  <a:lnTo>
                    <a:pt x="43434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35610"/>
                  </a:lnTo>
                  <a:lnTo>
                    <a:pt x="0" y="439420"/>
                  </a:lnTo>
                  <a:lnTo>
                    <a:pt x="438150" y="439420"/>
                  </a:lnTo>
                  <a:lnTo>
                    <a:pt x="438150" y="435610"/>
                  </a:lnTo>
                  <a:lnTo>
                    <a:pt x="438150" y="3810"/>
                  </a:lnTo>
                  <a:lnTo>
                    <a:pt x="438150" y="0"/>
                  </a:lnTo>
                  <a:close/>
                </a:path>
              </a:pathLst>
            </a:custGeom>
            <a:solidFill>
              <a:srgbClr val="AF45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" name="object 470"/>
            <p:cNvSpPr/>
            <p:nvPr/>
          </p:nvSpPr>
          <p:spPr>
            <a:xfrm>
              <a:off x="6695440" y="2908299"/>
              <a:ext cx="431800" cy="431800"/>
            </a:xfrm>
            <a:custGeom>
              <a:avLst/>
              <a:gdLst/>
              <a:ahLst/>
              <a:cxnLst/>
              <a:rect l="l" t="t" r="r" b="b"/>
              <a:pathLst>
                <a:path w="431800" h="431800">
                  <a:moveTo>
                    <a:pt x="431800" y="0"/>
                  </a:moveTo>
                  <a:lnTo>
                    <a:pt x="427990" y="0"/>
                  </a:lnTo>
                  <a:lnTo>
                    <a:pt x="427990" y="3810"/>
                  </a:lnTo>
                  <a:lnTo>
                    <a:pt x="427990" y="427990"/>
                  </a:lnTo>
                  <a:lnTo>
                    <a:pt x="3810" y="427990"/>
                  </a:lnTo>
                  <a:lnTo>
                    <a:pt x="3810" y="3810"/>
                  </a:lnTo>
                  <a:lnTo>
                    <a:pt x="427990" y="3810"/>
                  </a:lnTo>
                  <a:lnTo>
                    <a:pt x="42799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27990"/>
                  </a:lnTo>
                  <a:lnTo>
                    <a:pt x="0" y="431800"/>
                  </a:lnTo>
                  <a:lnTo>
                    <a:pt x="431800" y="431800"/>
                  </a:lnTo>
                  <a:lnTo>
                    <a:pt x="431800" y="427990"/>
                  </a:lnTo>
                  <a:lnTo>
                    <a:pt x="431800" y="3810"/>
                  </a:lnTo>
                  <a:lnTo>
                    <a:pt x="431800" y="0"/>
                  </a:lnTo>
                  <a:close/>
                </a:path>
              </a:pathLst>
            </a:custGeom>
            <a:solidFill>
              <a:srgbClr val="B045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" name="object 471"/>
            <p:cNvSpPr/>
            <p:nvPr/>
          </p:nvSpPr>
          <p:spPr>
            <a:xfrm>
              <a:off x="6699250" y="2912109"/>
              <a:ext cx="424180" cy="424180"/>
            </a:xfrm>
            <a:custGeom>
              <a:avLst/>
              <a:gdLst/>
              <a:ahLst/>
              <a:cxnLst/>
              <a:rect l="l" t="t" r="r" b="b"/>
              <a:pathLst>
                <a:path w="424179" h="424179">
                  <a:moveTo>
                    <a:pt x="424180" y="0"/>
                  </a:moveTo>
                  <a:lnTo>
                    <a:pt x="421640" y="0"/>
                  </a:lnTo>
                  <a:lnTo>
                    <a:pt x="421640" y="2540"/>
                  </a:lnTo>
                  <a:lnTo>
                    <a:pt x="421640" y="420370"/>
                  </a:lnTo>
                  <a:lnTo>
                    <a:pt x="3810" y="420370"/>
                  </a:lnTo>
                  <a:lnTo>
                    <a:pt x="3810" y="2540"/>
                  </a:lnTo>
                  <a:lnTo>
                    <a:pt x="421640" y="2540"/>
                  </a:lnTo>
                  <a:lnTo>
                    <a:pt x="42164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420370"/>
                  </a:lnTo>
                  <a:lnTo>
                    <a:pt x="0" y="424180"/>
                  </a:lnTo>
                  <a:lnTo>
                    <a:pt x="424180" y="424180"/>
                  </a:lnTo>
                  <a:lnTo>
                    <a:pt x="424180" y="420370"/>
                  </a:lnTo>
                  <a:lnTo>
                    <a:pt x="424180" y="2540"/>
                  </a:lnTo>
                  <a:lnTo>
                    <a:pt x="424180" y="0"/>
                  </a:lnTo>
                  <a:close/>
                </a:path>
              </a:pathLst>
            </a:custGeom>
            <a:solidFill>
              <a:srgbClr val="B146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" name="object 472"/>
            <p:cNvSpPr/>
            <p:nvPr/>
          </p:nvSpPr>
          <p:spPr>
            <a:xfrm>
              <a:off x="6703060" y="2914649"/>
              <a:ext cx="417830" cy="417830"/>
            </a:xfrm>
            <a:custGeom>
              <a:avLst/>
              <a:gdLst/>
              <a:ahLst/>
              <a:cxnLst/>
              <a:rect l="l" t="t" r="r" b="b"/>
              <a:pathLst>
                <a:path w="417829" h="417829">
                  <a:moveTo>
                    <a:pt x="417830" y="0"/>
                  </a:moveTo>
                  <a:lnTo>
                    <a:pt x="414020" y="0"/>
                  </a:lnTo>
                  <a:lnTo>
                    <a:pt x="414020" y="3810"/>
                  </a:lnTo>
                  <a:lnTo>
                    <a:pt x="414020" y="414020"/>
                  </a:lnTo>
                  <a:lnTo>
                    <a:pt x="3810" y="414020"/>
                  </a:lnTo>
                  <a:lnTo>
                    <a:pt x="3810" y="3810"/>
                  </a:lnTo>
                  <a:lnTo>
                    <a:pt x="414020" y="3810"/>
                  </a:lnTo>
                  <a:lnTo>
                    <a:pt x="41402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14020"/>
                  </a:lnTo>
                  <a:lnTo>
                    <a:pt x="0" y="417830"/>
                  </a:lnTo>
                  <a:lnTo>
                    <a:pt x="417830" y="417830"/>
                  </a:lnTo>
                  <a:lnTo>
                    <a:pt x="417830" y="414020"/>
                  </a:lnTo>
                  <a:lnTo>
                    <a:pt x="417830" y="3810"/>
                  </a:lnTo>
                  <a:lnTo>
                    <a:pt x="417830" y="0"/>
                  </a:lnTo>
                  <a:close/>
                </a:path>
              </a:pathLst>
            </a:custGeom>
            <a:solidFill>
              <a:srgbClr val="B346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" name="object 473"/>
            <p:cNvSpPr/>
            <p:nvPr/>
          </p:nvSpPr>
          <p:spPr>
            <a:xfrm>
              <a:off x="6706870" y="2918459"/>
              <a:ext cx="410209" cy="410209"/>
            </a:xfrm>
            <a:custGeom>
              <a:avLst/>
              <a:gdLst/>
              <a:ahLst/>
              <a:cxnLst/>
              <a:rect l="l" t="t" r="r" b="b"/>
              <a:pathLst>
                <a:path w="410209" h="410210">
                  <a:moveTo>
                    <a:pt x="410210" y="0"/>
                  </a:moveTo>
                  <a:lnTo>
                    <a:pt x="406400" y="0"/>
                  </a:lnTo>
                  <a:lnTo>
                    <a:pt x="406400" y="3810"/>
                  </a:lnTo>
                  <a:lnTo>
                    <a:pt x="406400" y="406400"/>
                  </a:lnTo>
                  <a:lnTo>
                    <a:pt x="3810" y="406400"/>
                  </a:lnTo>
                  <a:lnTo>
                    <a:pt x="3810" y="3810"/>
                  </a:lnTo>
                  <a:lnTo>
                    <a:pt x="406400" y="3810"/>
                  </a:lnTo>
                  <a:lnTo>
                    <a:pt x="40640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06400"/>
                  </a:lnTo>
                  <a:lnTo>
                    <a:pt x="0" y="410210"/>
                  </a:lnTo>
                  <a:lnTo>
                    <a:pt x="410210" y="410210"/>
                  </a:lnTo>
                  <a:lnTo>
                    <a:pt x="410210" y="406400"/>
                  </a:lnTo>
                  <a:lnTo>
                    <a:pt x="410210" y="3810"/>
                  </a:lnTo>
                  <a:lnTo>
                    <a:pt x="410210" y="0"/>
                  </a:lnTo>
                  <a:close/>
                </a:path>
              </a:pathLst>
            </a:custGeom>
            <a:solidFill>
              <a:srgbClr val="B447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" name="object 474"/>
            <p:cNvSpPr/>
            <p:nvPr/>
          </p:nvSpPr>
          <p:spPr>
            <a:xfrm>
              <a:off x="6710680" y="2922269"/>
              <a:ext cx="402590" cy="402590"/>
            </a:xfrm>
            <a:custGeom>
              <a:avLst/>
              <a:gdLst/>
              <a:ahLst/>
              <a:cxnLst/>
              <a:rect l="l" t="t" r="r" b="b"/>
              <a:pathLst>
                <a:path w="402590" h="402589">
                  <a:moveTo>
                    <a:pt x="402590" y="0"/>
                  </a:moveTo>
                  <a:lnTo>
                    <a:pt x="398780" y="0"/>
                  </a:lnTo>
                  <a:lnTo>
                    <a:pt x="398780" y="3810"/>
                  </a:lnTo>
                  <a:lnTo>
                    <a:pt x="398780" y="400050"/>
                  </a:lnTo>
                  <a:lnTo>
                    <a:pt x="3810" y="400050"/>
                  </a:lnTo>
                  <a:lnTo>
                    <a:pt x="3810" y="3810"/>
                  </a:lnTo>
                  <a:lnTo>
                    <a:pt x="398780" y="3810"/>
                  </a:lnTo>
                  <a:lnTo>
                    <a:pt x="39878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00050"/>
                  </a:lnTo>
                  <a:lnTo>
                    <a:pt x="0" y="402590"/>
                  </a:lnTo>
                  <a:lnTo>
                    <a:pt x="402590" y="402590"/>
                  </a:lnTo>
                  <a:lnTo>
                    <a:pt x="402590" y="400050"/>
                  </a:lnTo>
                  <a:lnTo>
                    <a:pt x="402590" y="3810"/>
                  </a:lnTo>
                  <a:lnTo>
                    <a:pt x="402590" y="0"/>
                  </a:lnTo>
                  <a:close/>
                </a:path>
              </a:pathLst>
            </a:custGeom>
            <a:solidFill>
              <a:srgbClr val="B547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" name="object 475"/>
            <p:cNvSpPr/>
            <p:nvPr/>
          </p:nvSpPr>
          <p:spPr>
            <a:xfrm>
              <a:off x="6714490" y="2926079"/>
              <a:ext cx="394970" cy="396240"/>
            </a:xfrm>
            <a:custGeom>
              <a:avLst/>
              <a:gdLst/>
              <a:ahLst/>
              <a:cxnLst/>
              <a:rect l="l" t="t" r="r" b="b"/>
              <a:pathLst>
                <a:path w="394970" h="396239">
                  <a:moveTo>
                    <a:pt x="394970" y="0"/>
                  </a:moveTo>
                  <a:lnTo>
                    <a:pt x="391160" y="0"/>
                  </a:lnTo>
                  <a:lnTo>
                    <a:pt x="391160" y="3810"/>
                  </a:lnTo>
                  <a:lnTo>
                    <a:pt x="391160" y="392430"/>
                  </a:lnTo>
                  <a:lnTo>
                    <a:pt x="2540" y="392430"/>
                  </a:lnTo>
                  <a:lnTo>
                    <a:pt x="2540" y="3810"/>
                  </a:lnTo>
                  <a:lnTo>
                    <a:pt x="391160" y="3810"/>
                  </a:lnTo>
                  <a:lnTo>
                    <a:pt x="39116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92430"/>
                  </a:lnTo>
                  <a:lnTo>
                    <a:pt x="0" y="396240"/>
                  </a:lnTo>
                  <a:lnTo>
                    <a:pt x="394970" y="396240"/>
                  </a:lnTo>
                  <a:lnTo>
                    <a:pt x="394970" y="392430"/>
                  </a:lnTo>
                  <a:lnTo>
                    <a:pt x="394970" y="3810"/>
                  </a:lnTo>
                  <a:lnTo>
                    <a:pt x="394970" y="0"/>
                  </a:lnTo>
                  <a:close/>
                </a:path>
              </a:pathLst>
            </a:custGeom>
            <a:solidFill>
              <a:srgbClr val="B648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" name="object 476"/>
            <p:cNvSpPr/>
            <p:nvPr/>
          </p:nvSpPr>
          <p:spPr>
            <a:xfrm>
              <a:off x="6717030" y="2929889"/>
              <a:ext cx="388620" cy="388620"/>
            </a:xfrm>
            <a:custGeom>
              <a:avLst/>
              <a:gdLst/>
              <a:ahLst/>
              <a:cxnLst/>
              <a:rect l="l" t="t" r="r" b="b"/>
              <a:pathLst>
                <a:path w="388620" h="388620">
                  <a:moveTo>
                    <a:pt x="388620" y="0"/>
                  </a:moveTo>
                  <a:lnTo>
                    <a:pt x="384810" y="0"/>
                  </a:lnTo>
                  <a:lnTo>
                    <a:pt x="384810" y="3810"/>
                  </a:lnTo>
                  <a:lnTo>
                    <a:pt x="384810" y="384810"/>
                  </a:lnTo>
                  <a:lnTo>
                    <a:pt x="3810" y="384810"/>
                  </a:lnTo>
                  <a:lnTo>
                    <a:pt x="3810" y="3810"/>
                  </a:lnTo>
                  <a:lnTo>
                    <a:pt x="384810" y="3810"/>
                  </a:lnTo>
                  <a:lnTo>
                    <a:pt x="38481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84810"/>
                  </a:lnTo>
                  <a:lnTo>
                    <a:pt x="0" y="388620"/>
                  </a:lnTo>
                  <a:lnTo>
                    <a:pt x="388620" y="388620"/>
                  </a:lnTo>
                  <a:lnTo>
                    <a:pt x="388620" y="384810"/>
                  </a:lnTo>
                  <a:lnTo>
                    <a:pt x="388620" y="3810"/>
                  </a:lnTo>
                  <a:lnTo>
                    <a:pt x="388620" y="0"/>
                  </a:lnTo>
                  <a:close/>
                </a:path>
              </a:pathLst>
            </a:custGeom>
            <a:solidFill>
              <a:srgbClr val="B848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" name="object 477"/>
            <p:cNvSpPr/>
            <p:nvPr/>
          </p:nvSpPr>
          <p:spPr>
            <a:xfrm>
              <a:off x="6720840" y="2933699"/>
              <a:ext cx="381000" cy="381000"/>
            </a:xfrm>
            <a:custGeom>
              <a:avLst/>
              <a:gdLst/>
              <a:ahLst/>
              <a:cxnLst/>
              <a:rect l="l" t="t" r="r" b="b"/>
              <a:pathLst>
                <a:path w="381000" h="381000">
                  <a:moveTo>
                    <a:pt x="381000" y="0"/>
                  </a:moveTo>
                  <a:lnTo>
                    <a:pt x="378460" y="0"/>
                  </a:lnTo>
                  <a:lnTo>
                    <a:pt x="378460" y="3810"/>
                  </a:lnTo>
                  <a:lnTo>
                    <a:pt x="378460" y="377190"/>
                  </a:lnTo>
                  <a:lnTo>
                    <a:pt x="3810" y="377190"/>
                  </a:lnTo>
                  <a:lnTo>
                    <a:pt x="3810" y="3810"/>
                  </a:lnTo>
                  <a:lnTo>
                    <a:pt x="378460" y="3810"/>
                  </a:lnTo>
                  <a:lnTo>
                    <a:pt x="37846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77190"/>
                  </a:lnTo>
                  <a:lnTo>
                    <a:pt x="0" y="381000"/>
                  </a:lnTo>
                  <a:lnTo>
                    <a:pt x="381000" y="381000"/>
                  </a:lnTo>
                  <a:lnTo>
                    <a:pt x="381000" y="377190"/>
                  </a:lnTo>
                  <a:lnTo>
                    <a:pt x="381000" y="3810"/>
                  </a:lnTo>
                  <a:lnTo>
                    <a:pt x="381000" y="0"/>
                  </a:lnTo>
                  <a:close/>
                </a:path>
              </a:pathLst>
            </a:custGeom>
            <a:solidFill>
              <a:srgbClr val="B94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" name="object 478"/>
            <p:cNvSpPr/>
            <p:nvPr/>
          </p:nvSpPr>
          <p:spPr>
            <a:xfrm>
              <a:off x="6724650" y="2937509"/>
              <a:ext cx="374650" cy="373380"/>
            </a:xfrm>
            <a:custGeom>
              <a:avLst/>
              <a:gdLst/>
              <a:ahLst/>
              <a:cxnLst/>
              <a:rect l="l" t="t" r="r" b="b"/>
              <a:pathLst>
                <a:path w="374650" h="373379">
                  <a:moveTo>
                    <a:pt x="374650" y="0"/>
                  </a:moveTo>
                  <a:lnTo>
                    <a:pt x="370840" y="0"/>
                  </a:lnTo>
                  <a:lnTo>
                    <a:pt x="370840" y="2540"/>
                  </a:lnTo>
                  <a:lnTo>
                    <a:pt x="370840" y="369570"/>
                  </a:lnTo>
                  <a:lnTo>
                    <a:pt x="3810" y="369570"/>
                  </a:lnTo>
                  <a:lnTo>
                    <a:pt x="3810" y="2540"/>
                  </a:lnTo>
                  <a:lnTo>
                    <a:pt x="370840" y="2540"/>
                  </a:lnTo>
                  <a:lnTo>
                    <a:pt x="37084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369570"/>
                  </a:lnTo>
                  <a:lnTo>
                    <a:pt x="0" y="373380"/>
                  </a:lnTo>
                  <a:lnTo>
                    <a:pt x="374650" y="373380"/>
                  </a:lnTo>
                  <a:lnTo>
                    <a:pt x="374650" y="369570"/>
                  </a:lnTo>
                  <a:lnTo>
                    <a:pt x="374650" y="2540"/>
                  </a:lnTo>
                  <a:lnTo>
                    <a:pt x="374650" y="0"/>
                  </a:lnTo>
                  <a:close/>
                </a:path>
              </a:pathLst>
            </a:custGeom>
            <a:solidFill>
              <a:srgbClr val="BA4A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" name="object 479"/>
            <p:cNvSpPr/>
            <p:nvPr/>
          </p:nvSpPr>
          <p:spPr>
            <a:xfrm>
              <a:off x="6728460" y="2940049"/>
              <a:ext cx="367030" cy="367030"/>
            </a:xfrm>
            <a:custGeom>
              <a:avLst/>
              <a:gdLst/>
              <a:ahLst/>
              <a:cxnLst/>
              <a:rect l="l" t="t" r="r" b="b"/>
              <a:pathLst>
                <a:path w="367029" h="367029">
                  <a:moveTo>
                    <a:pt x="367030" y="0"/>
                  </a:moveTo>
                  <a:lnTo>
                    <a:pt x="363220" y="0"/>
                  </a:lnTo>
                  <a:lnTo>
                    <a:pt x="363220" y="3810"/>
                  </a:lnTo>
                  <a:lnTo>
                    <a:pt x="363220" y="363220"/>
                  </a:lnTo>
                  <a:lnTo>
                    <a:pt x="3810" y="363220"/>
                  </a:lnTo>
                  <a:lnTo>
                    <a:pt x="3810" y="3810"/>
                  </a:lnTo>
                  <a:lnTo>
                    <a:pt x="363220" y="3810"/>
                  </a:lnTo>
                  <a:lnTo>
                    <a:pt x="36322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63220"/>
                  </a:lnTo>
                  <a:lnTo>
                    <a:pt x="0" y="367030"/>
                  </a:lnTo>
                  <a:lnTo>
                    <a:pt x="367030" y="367030"/>
                  </a:lnTo>
                  <a:lnTo>
                    <a:pt x="367030" y="363220"/>
                  </a:lnTo>
                  <a:lnTo>
                    <a:pt x="367030" y="3810"/>
                  </a:lnTo>
                  <a:lnTo>
                    <a:pt x="367030" y="0"/>
                  </a:lnTo>
                  <a:close/>
                </a:path>
              </a:pathLst>
            </a:custGeom>
            <a:solidFill>
              <a:srgbClr val="BC4A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" name="object 480"/>
            <p:cNvSpPr/>
            <p:nvPr/>
          </p:nvSpPr>
          <p:spPr>
            <a:xfrm>
              <a:off x="6732270" y="2943859"/>
              <a:ext cx="359410" cy="359410"/>
            </a:xfrm>
            <a:custGeom>
              <a:avLst/>
              <a:gdLst/>
              <a:ahLst/>
              <a:cxnLst/>
              <a:rect l="l" t="t" r="r" b="b"/>
              <a:pathLst>
                <a:path w="359409" h="359410">
                  <a:moveTo>
                    <a:pt x="359410" y="0"/>
                  </a:moveTo>
                  <a:lnTo>
                    <a:pt x="355600" y="0"/>
                  </a:lnTo>
                  <a:lnTo>
                    <a:pt x="355600" y="3810"/>
                  </a:lnTo>
                  <a:lnTo>
                    <a:pt x="355600" y="356870"/>
                  </a:lnTo>
                  <a:lnTo>
                    <a:pt x="3810" y="356870"/>
                  </a:lnTo>
                  <a:lnTo>
                    <a:pt x="3810" y="3810"/>
                  </a:lnTo>
                  <a:lnTo>
                    <a:pt x="355600" y="3810"/>
                  </a:lnTo>
                  <a:lnTo>
                    <a:pt x="35560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56870"/>
                  </a:lnTo>
                  <a:lnTo>
                    <a:pt x="0" y="359410"/>
                  </a:lnTo>
                  <a:lnTo>
                    <a:pt x="359410" y="359410"/>
                  </a:lnTo>
                  <a:lnTo>
                    <a:pt x="359410" y="356870"/>
                  </a:lnTo>
                  <a:lnTo>
                    <a:pt x="359410" y="3810"/>
                  </a:lnTo>
                  <a:lnTo>
                    <a:pt x="359410" y="0"/>
                  </a:lnTo>
                  <a:close/>
                </a:path>
              </a:pathLst>
            </a:custGeom>
            <a:solidFill>
              <a:srgbClr val="BD4B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" name="object 481"/>
            <p:cNvSpPr/>
            <p:nvPr/>
          </p:nvSpPr>
          <p:spPr>
            <a:xfrm>
              <a:off x="6736080" y="2947669"/>
              <a:ext cx="351790" cy="353060"/>
            </a:xfrm>
            <a:custGeom>
              <a:avLst/>
              <a:gdLst/>
              <a:ahLst/>
              <a:cxnLst/>
              <a:rect l="l" t="t" r="r" b="b"/>
              <a:pathLst>
                <a:path w="351790" h="353060">
                  <a:moveTo>
                    <a:pt x="351790" y="0"/>
                  </a:moveTo>
                  <a:lnTo>
                    <a:pt x="347980" y="0"/>
                  </a:lnTo>
                  <a:lnTo>
                    <a:pt x="347980" y="3810"/>
                  </a:lnTo>
                  <a:lnTo>
                    <a:pt x="347980" y="349250"/>
                  </a:lnTo>
                  <a:lnTo>
                    <a:pt x="2540" y="349250"/>
                  </a:lnTo>
                  <a:lnTo>
                    <a:pt x="2540" y="3810"/>
                  </a:lnTo>
                  <a:lnTo>
                    <a:pt x="347980" y="3810"/>
                  </a:lnTo>
                  <a:lnTo>
                    <a:pt x="34798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49250"/>
                  </a:lnTo>
                  <a:lnTo>
                    <a:pt x="0" y="353060"/>
                  </a:lnTo>
                  <a:lnTo>
                    <a:pt x="351790" y="353060"/>
                  </a:lnTo>
                  <a:lnTo>
                    <a:pt x="351790" y="349250"/>
                  </a:lnTo>
                  <a:lnTo>
                    <a:pt x="351790" y="3810"/>
                  </a:lnTo>
                  <a:lnTo>
                    <a:pt x="351790" y="0"/>
                  </a:lnTo>
                  <a:close/>
                </a:path>
              </a:pathLst>
            </a:custGeom>
            <a:solidFill>
              <a:srgbClr val="BE4B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" name="object 482"/>
            <p:cNvSpPr/>
            <p:nvPr/>
          </p:nvSpPr>
          <p:spPr>
            <a:xfrm>
              <a:off x="6738620" y="2951479"/>
              <a:ext cx="345440" cy="345440"/>
            </a:xfrm>
            <a:custGeom>
              <a:avLst/>
              <a:gdLst/>
              <a:ahLst/>
              <a:cxnLst/>
              <a:rect l="l" t="t" r="r" b="b"/>
              <a:pathLst>
                <a:path w="345440" h="345439">
                  <a:moveTo>
                    <a:pt x="345440" y="0"/>
                  </a:moveTo>
                  <a:lnTo>
                    <a:pt x="341630" y="0"/>
                  </a:lnTo>
                  <a:lnTo>
                    <a:pt x="341630" y="3810"/>
                  </a:lnTo>
                  <a:lnTo>
                    <a:pt x="341630" y="341630"/>
                  </a:lnTo>
                  <a:lnTo>
                    <a:pt x="3810" y="341630"/>
                  </a:lnTo>
                  <a:lnTo>
                    <a:pt x="3810" y="3810"/>
                  </a:lnTo>
                  <a:lnTo>
                    <a:pt x="341630" y="3810"/>
                  </a:lnTo>
                  <a:lnTo>
                    <a:pt x="34163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41630"/>
                  </a:lnTo>
                  <a:lnTo>
                    <a:pt x="0" y="345440"/>
                  </a:lnTo>
                  <a:lnTo>
                    <a:pt x="345440" y="345440"/>
                  </a:lnTo>
                  <a:lnTo>
                    <a:pt x="345440" y="341630"/>
                  </a:lnTo>
                  <a:lnTo>
                    <a:pt x="345440" y="3810"/>
                  </a:lnTo>
                  <a:lnTo>
                    <a:pt x="345440" y="0"/>
                  </a:lnTo>
                  <a:close/>
                </a:path>
              </a:pathLst>
            </a:custGeom>
            <a:solidFill>
              <a:srgbClr val="BF4C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" name="object 483"/>
            <p:cNvSpPr/>
            <p:nvPr/>
          </p:nvSpPr>
          <p:spPr>
            <a:xfrm>
              <a:off x="6742430" y="2955289"/>
              <a:ext cx="337820" cy="337820"/>
            </a:xfrm>
            <a:custGeom>
              <a:avLst/>
              <a:gdLst/>
              <a:ahLst/>
              <a:cxnLst/>
              <a:rect l="l" t="t" r="r" b="b"/>
              <a:pathLst>
                <a:path w="337820" h="337820">
                  <a:moveTo>
                    <a:pt x="337820" y="0"/>
                  </a:moveTo>
                  <a:lnTo>
                    <a:pt x="335280" y="0"/>
                  </a:lnTo>
                  <a:lnTo>
                    <a:pt x="335280" y="3810"/>
                  </a:lnTo>
                  <a:lnTo>
                    <a:pt x="335280" y="334010"/>
                  </a:lnTo>
                  <a:lnTo>
                    <a:pt x="3810" y="334010"/>
                  </a:lnTo>
                  <a:lnTo>
                    <a:pt x="3810" y="3810"/>
                  </a:lnTo>
                  <a:lnTo>
                    <a:pt x="335280" y="3810"/>
                  </a:lnTo>
                  <a:lnTo>
                    <a:pt x="33528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34010"/>
                  </a:lnTo>
                  <a:lnTo>
                    <a:pt x="0" y="337820"/>
                  </a:lnTo>
                  <a:lnTo>
                    <a:pt x="337820" y="337820"/>
                  </a:lnTo>
                  <a:lnTo>
                    <a:pt x="337820" y="334010"/>
                  </a:lnTo>
                  <a:lnTo>
                    <a:pt x="337820" y="3810"/>
                  </a:lnTo>
                  <a:lnTo>
                    <a:pt x="337820" y="0"/>
                  </a:lnTo>
                  <a:close/>
                </a:path>
              </a:pathLst>
            </a:custGeom>
            <a:solidFill>
              <a:srgbClr val="C14C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" name="object 484"/>
            <p:cNvSpPr/>
            <p:nvPr/>
          </p:nvSpPr>
          <p:spPr>
            <a:xfrm>
              <a:off x="6746240" y="2959099"/>
              <a:ext cx="331470" cy="330200"/>
            </a:xfrm>
            <a:custGeom>
              <a:avLst/>
              <a:gdLst/>
              <a:ahLst/>
              <a:cxnLst/>
              <a:rect l="l" t="t" r="r" b="b"/>
              <a:pathLst>
                <a:path w="331470" h="330200">
                  <a:moveTo>
                    <a:pt x="331470" y="0"/>
                  </a:moveTo>
                  <a:lnTo>
                    <a:pt x="327660" y="0"/>
                  </a:lnTo>
                  <a:lnTo>
                    <a:pt x="327660" y="2540"/>
                  </a:lnTo>
                  <a:lnTo>
                    <a:pt x="327660" y="326390"/>
                  </a:lnTo>
                  <a:lnTo>
                    <a:pt x="3810" y="326390"/>
                  </a:lnTo>
                  <a:lnTo>
                    <a:pt x="3810" y="2540"/>
                  </a:lnTo>
                  <a:lnTo>
                    <a:pt x="327660" y="2540"/>
                  </a:lnTo>
                  <a:lnTo>
                    <a:pt x="32766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326390"/>
                  </a:lnTo>
                  <a:lnTo>
                    <a:pt x="0" y="330200"/>
                  </a:lnTo>
                  <a:lnTo>
                    <a:pt x="331470" y="330200"/>
                  </a:lnTo>
                  <a:lnTo>
                    <a:pt x="331470" y="326390"/>
                  </a:lnTo>
                  <a:lnTo>
                    <a:pt x="331470" y="2540"/>
                  </a:lnTo>
                  <a:lnTo>
                    <a:pt x="331470" y="0"/>
                  </a:lnTo>
                  <a:close/>
                </a:path>
              </a:pathLst>
            </a:custGeom>
            <a:solidFill>
              <a:srgbClr val="C24D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" name="object 485"/>
            <p:cNvSpPr/>
            <p:nvPr/>
          </p:nvSpPr>
          <p:spPr>
            <a:xfrm>
              <a:off x="6750050" y="2961639"/>
              <a:ext cx="323850" cy="323850"/>
            </a:xfrm>
            <a:custGeom>
              <a:avLst/>
              <a:gdLst/>
              <a:ahLst/>
              <a:cxnLst/>
              <a:rect l="l" t="t" r="r" b="b"/>
              <a:pathLst>
                <a:path w="323850" h="323850">
                  <a:moveTo>
                    <a:pt x="323850" y="0"/>
                  </a:moveTo>
                  <a:lnTo>
                    <a:pt x="320040" y="0"/>
                  </a:lnTo>
                  <a:lnTo>
                    <a:pt x="320040" y="3810"/>
                  </a:lnTo>
                  <a:lnTo>
                    <a:pt x="320040" y="320040"/>
                  </a:lnTo>
                  <a:lnTo>
                    <a:pt x="3810" y="320040"/>
                  </a:lnTo>
                  <a:lnTo>
                    <a:pt x="3810" y="3810"/>
                  </a:lnTo>
                  <a:lnTo>
                    <a:pt x="320040" y="3810"/>
                  </a:lnTo>
                  <a:lnTo>
                    <a:pt x="32004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20040"/>
                  </a:lnTo>
                  <a:lnTo>
                    <a:pt x="0" y="323850"/>
                  </a:lnTo>
                  <a:lnTo>
                    <a:pt x="323850" y="323850"/>
                  </a:lnTo>
                  <a:lnTo>
                    <a:pt x="323850" y="320040"/>
                  </a:lnTo>
                  <a:lnTo>
                    <a:pt x="323850" y="3810"/>
                  </a:lnTo>
                  <a:lnTo>
                    <a:pt x="323850" y="0"/>
                  </a:lnTo>
                  <a:close/>
                </a:path>
              </a:pathLst>
            </a:custGeom>
            <a:solidFill>
              <a:srgbClr val="C34D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" name="object 486"/>
            <p:cNvSpPr/>
            <p:nvPr/>
          </p:nvSpPr>
          <p:spPr>
            <a:xfrm>
              <a:off x="6753860" y="2965449"/>
              <a:ext cx="316230" cy="316230"/>
            </a:xfrm>
            <a:custGeom>
              <a:avLst/>
              <a:gdLst/>
              <a:ahLst/>
              <a:cxnLst/>
              <a:rect l="l" t="t" r="r" b="b"/>
              <a:pathLst>
                <a:path w="316229" h="316229">
                  <a:moveTo>
                    <a:pt x="316230" y="0"/>
                  </a:moveTo>
                  <a:lnTo>
                    <a:pt x="312420" y="0"/>
                  </a:lnTo>
                  <a:lnTo>
                    <a:pt x="312420" y="3810"/>
                  </a:lnTo>
                  <a:lnTo>
                    <a:pt x="312420" y="313690"/>
                  </a:lnTo>
                  <a:lnTo>
                    <a:pt x="3810" y="313690"/>
                  </a:lnTo>
                  <a:lnTo>
                    <a:pt x="3810" y="3810"/>
                  </a:lnTo>
                  <a:lnTo>
                    <a:pt x="312420" y="3810"/>
                  </a:lnTo>
                  <a:lnTo>
                    <a:pt x="31242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13690"/>
                  </a:lnTo>
                  <a:lnTo>
                    <a:pt x="0" y="316230"/>
                  </a:lnTo>
                  <a:lnTo>
                    <a:pt x="316230" y="316230"/>
                  </a:lnTo>
                  <a:lnTo>
                    <a:pt x="316230" y="313690"/>
                  </a:lnTo>
                  <a:lnTo>
                    <a:pt x="316230" y="3810"/>
                  </a:lnTo>
                  <a:lnTo>
                    <a:pt x="316230" y="0"/>
                  </a:lnTo>
                  <a:close/>
                </a:path>
              </a:pathLst>
            </a:custGeom>
            <a:solidFill>
              <a:srgbClr val="C54E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" name="object 487"/>
            <p:cNvSpPr/>
            <p:nvPr/>
          </p:nvSpPr>
          <p:spPr>
            <a:xfrm>
              <a:off x="6757670" y="2969259"/>
              <a:ext cx="308610" cy="309880"/>
            </a:xfrm>
            <a:custGeom>
              <a:avLst/>
              <a:gdLst/>
              <a:ahLst/>
              <a:cxnLst/>
              <a:rect l="l" t="t" r="r" b="b"/>
              <a:pathLst>
                <a:path w="308609" h="309879">
                  <a:moveTo>
                    <a:pt x="308610" y="0"/>
                  </a:moveTo>
                  <a:lnTo>
                    <a:pt x="304800" y="0"/>
                  </a:lnTo>
                  <a:lnTo>
                    <a:pt x="304800" y="3810"/>
                  </a:lnTo>
                  <a:lnTo>
                    <a:pt x="304800" y="306070"/>
                  </a:lnTo>
                  <a:lnTo>
                    <a:pt x="2540" y="306070"/>
                  </a:lnTo>
                  <a:lnTo>
                    <a:pt x="2540" y="3810"/>
                  </a:lnTo>
                  <a:lnTo>
                    <a:pt x="304800" y="3810"/>
                  </a:lnTo>
                  <a:lnTo>
                    <a:pt x="30480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06070"/>
                  </a:lnTo>
                  <a:lnTo>
                    <a:pt x="0" y="309880"/>
                  </a:lnTo>
                  <a:lnTo>
                    <a:pt x="308610" y="309880"/>
                  </a:lnTo>
                  <a:lnTo>
                    <a:pt x="308610" y="306070"/>
                  </a:lnTo>
                  <a:lnTo>
                    <a:pt x="308610" y="3810"/>
                  </a:lnTo>
                  <a:lnTo>
                    <a:pt x="308610" y="0"/>
                  </a:lnTo>
                  <a:close/>
                </a:path>
              </a:pathLst>
            </a:custGeom>
            <a:solidFill>
              <a:srgbClr val="C64E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" name="object 488"/>
            <p:cNvSpPr/>
            <p:nvPr/>
          </p:nvSpPr>
          <p:spPr>
            <a:xfrm>
              <a:off x="6760210" y="2973069"/>
              <a:ext cx="302260" cy="302260"/>
            </a:xfrm>
            <a:custGeom>
              <a:avLst/>
              <a:gdLst/>
              <a:ahLst/>
              <a:cxnLst/>
              <a:rect l="l" t="t" r="r" b="b"/>
              <a:pathLst>
                <a:path w="302259" h="302260">
                  <a:moveTo>
                    <a:pt x="302260" y="0"/>
                  </a:moveTo>
                  <a:lnTo>
                    <a:pt x="298450" y="0"/>
                  </a:lnTo>
                  <a:lnTo>
                    <a:pt x="298450" y="3810"/>
                  </a:lnTo>
                  <a:lnTo>
                    <a:pt x="298450" y="298450"/>
                  </a:lnTo>
                  <a:lnTo>
                    <a:pt x="3810" y="298450"/>
                  </a:lnTo>
                  <a:lnTo>
                    <a:pt x="3810" y="3810"/>
                  </a:lnTo>
                  <a:lnTo>
                    <a:pt x="298450" y="3810"/>
                  </a:lnTo>
                  <a:lnTo>
                    <a:pt x="29845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298450"/>
                  </a:lnTo>
                  <a:lnTo>
                    <a:pt x="0" y="302260"/>
                  </a:lnTo>
                  <a:lnTo>
                    <a:pt x="302260" y="302260"/>
                  </a:lnTo>
                  <a:lnTo>
                    <a:pt x="302260" y="298450"/>
                  </a:lnTo>
                  <a:lnTo>
                    <a:pt x="302260" y="3810"/>
                  </a:lnTo>
                  <a:lnTo>
                    <a:pt x="302260" y="0"/>
                  </a:lnTo>
                  <a:close/>
                </a:path>
              </a:pathLst>
            </a:custGeom>
            <a:solidFill>
              <a:srgbClr val="C74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" name="object 489"/>
            <p:cNvSpPr/>
            <p:nvPr/>
          </p:nvSpPr>
          <p:spPr>
            <a:xfrm>
              <a:off x="6764020" y="2976879"/>
              <a:ext cx="294640" cy="294640"/>
            </a:xfrm>
            <a:custGeom>
              <a:avLst/>
              <a:gdLst/>
              <a:ahLst/>
              <a:cxnLst/>
              <a:rect l="l" t="t" r="r" b="b"/>
              <a:pathLst>
                <a:path w="294640" h="294639">
                  <a:moveTo>
                    <a:pt x="294640" y="0"/>
                  </a:moveTo>
                  <a:lnTo>
                    <a:pt x="292100" y="0"/>
                  </a:lnTo>
                  <a:lnTo>
                    <a:pt x="292100" y="3810"/>
                  </a:lnTo>
                  <a:lnTo>
                    <a:pt x="292100" y="290830"/>
                  </a:lnTo>
                  <a:lnTo>
                    <a:pt x="3810" y="290830"/>
                  </a:lnTo>
                  <a:lnTo>
                    <a:pt x="3810" y="3810"/>
                  </a:lnTo>
                  <a:lnTo>
                    <a:pt x="292100" y="3810"/>
                  </a:lnTo>
                  <a:lnTo>
                    <a:pt x="29210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290830"/>
                  </a:lnTo>
                  <a:lnTo>
                    <a:pt x="0" y="294640"/>
                  </a:lnTo>
                  <a:lnTo>
                    <a:pt x="294640" y="294640"/>
                  </a:lnTo>
                  <a:lnTo>
                    <a:pt x="294640" y="290830"/>
                  </a:lnTo>
                  <a:lnTo>
                    <a:pt x="294640" y="3810"/>
                  </a:lnTo>
                  <a:lnTo>
                    <a:pt x="294640" y="0"/>
                  </a:lnTo>
                  <a:close/>
                </a:path>
              </a:pathLst>
            </a:custGeom>
            <a:solidFill>
              <a:srgbClr val="C94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" name="object 490"/>
            <p:cNvSpPr/>
            <p:nvPr/>
          </p:nvSpPr>
          <p:spPr>
            <a:xfrm>
              <a:off x="6767830" y="2980689"/>
              <a:ext cx="288290" cy="287020"/>
            </a:xfrm>
            <a:custGeom>
              <a:avLst/>
              <a:gdLst/>
              <a:ahLst/>
              <a:cxnLst/>
              <a:rect l="l" t="t" r="r" b="b"/>
              <a:pathLst>
                <a:path w="288290" h="287020">
                  <a:moveTo>
                    <a:pt x="288290" y="0"/>
                  </a:moveTo>
                  <a:lnTo>
                    <a:pt x="284480" y="0"/>
                  </a:lnTo>
                  <a:lnTo>
                    <a:pt x="284480" y="2540"/>
                  </a:lnTo>
                  <a:lnTo>
                    <a:pt x="284480" y="283210"/>
                  </a:lnTo>
                  <a:lnTo>
                    <a:pt x="3810" y="283210"/>
                  </a:lnTo>
                  <a:lnTo>
                    <a:pt x="3810" y="2540"/>
                  </a:lnTo>
                  <a:lnTo>
                    <a:pt x="284480" y="2540"/>
                  </a:lnTo>
                  <a:lnTo>
                    <a:pt x="28448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283210"/>
                  </a:lnTo>
                  <a:lnTo>
                    <a:pt x="0" y="287020"/>
                  </a:lnTo>
                  <a:lnTo>
                    <a:pt x="288290" y="287020"/>
                  </a:lnTo>
                  <a:lnTo>
                    <a:pt x="288290" y="283210"/>
                  </a:lnTo>
                  <a:lnTo>
                    <a:pt x="288290" y="2540"/>
                  </a:lnTo>
                  <a:lnTo>
                    <a:pt x="288290" y="0"/>
                  </a:lnTo>
                  <a:close/>
                </a:path>
              </a:pathLst>
            </a:custGeom>
            <a:solidFill>
              <a:srgbClr val="CA5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" name="object 491"/>
            <p:cNvSpPr/>
            <p:nvPr/>
          </p:nvSpPr>
          <p:spPr>
            <a:xfrm>
              <a:off x="6771640" y="2983229"/>
              <a:ext cx="280670" cy="280670"/>
            </a:xfrm>
            <a:custGeom>
              <a:avLst/>
              <a:gdLst/>
              <a:ahLst/>
              <a:cxnLst/>
              <a:rect l="l" t="t" r="r" b="b"/>
              <a:pathLst>
                <a:path w="280670" h="280670">
                  <a:moveTo>
                    <a:pt x="280670" y="0"/>
                  </a:moveTo>
                  <a:lnTo>
                    <a:pt x="276860" y="0"/>
                  </a:lnTo>
                  <a:lnTo>
                    <a:pt x="276860" y="3810"/>
                  </a:lnTo>
                  <a:lnTo>
                    <a:pt x="276860" y="276860"/>
                  </a:lnTo>
                  <a:lnTo>
                    <a:pt x="3810" y="276860"/>
                  </a:lnTo>
                  <a:lnTo>
                    <a:pt x="3810" y="3810"/>
                  </a:lnTo>
                  <a:lnTo>
                    <a:pt x="276860" y="3810"/>
                  </a:lnTo>
                  <a:lnTo>
                    <a:pt x="27686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276860"/>
                  </a:lnTo>
                  <a:lnTo>
                    <a:pt x="0" y="280670"/>
                  </a:lnTo>
                  <a:lnTo>
                    <a:pt x="280670" y="280670"/>
                  </a:lnTo>
                  <a:lnTo>
                    <a:pt x="280670" y="276860"/>
                  </a:lnTo>
                  <a:lnTo>
                    <a:pt x="280670" y="3810"/>
                  </a:lnTo>
                  <a:lnTo>
                    <a:pt x="280670" y="0"/>
                  </a:lnTo>
                  <a:close/>
                </a:path>
              </a:pathLst>
            </a:custGeom>
            <a:solidFill>
              <a:srgbClr val="CC5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" name="object 492"/>
            <p:cNvSpPr/>
            <p:nvPr/>
          </p:nvSpPr>
          <p:spPr>
            <a:xfrm>
              <a:off x="6775450" y="2987039"/>
              <a:ext cx="273050" cy="273050"/>
            </a:xfrm>
            <a:custGeom>
              <a:avLst/>
              <a:gdLst/>
              <a:ahLst/>
              <a:cxnLst/>
              <a:rect l="l" t="t" r="r" b="b"/>
              <a:pathLst>
                <a:path w="273050" h="273050">
                  <a:moveTo>
                    <a:pt x="273050" y="0"/>
                  </a:moveTo>
                  <a:lnTo>
                    <a:pt x="269240" y="0"/>
                  </a:lnTo>
                  <a:lnTo>
                    <a:pt x="269240" y="3810"/>
                  </a:lnTo>
                  <a:lnTo>
                    <a:pt x="269240" y="270510"/>
                  </a:lnTo>
                  <a:lnTo>
                    <a:pt x="3810" y="270510"/>
                  </a:lnTo>
                  <a:lnTo>
                    <a:pt x="3810" y="3810"/>
                  </a:lnTo>
                  <a:lnTo>
                    <a:pt x="269240" y="3810"/>
                  </a:lnTo>
                  <a:lnTo>
                    <a:pt x="26924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270510"/>
                  </a:lnTo>
                  <a:lnTo>
                    <a:pt x="0" y="273050"/>
                  </a:lnTo>
                  <a:lnTo>
                    <a:pt x="273050" y="273050"/>
                  </a:lnTo>
                  <a:lnTo>
                    <a:pt x="273050" y="270510"/>
                  </a:lnTo>
                  <a:lnTo>
                    <a:pt x="273050" y="3810"/>
                  </a:lnTo>
                  <a:lnTo>
                    <a:pt x="273050" y="0"/>
                  </a:lnTo>
                  <a:close/>
                </a:path>
              </a:pathLst>
            </a:custGeom>
            <a:solidFill>
              <a:srgbClr val="CC5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" name="object 493"/>
            <p:cNvSpPr/>
            <p:nvPr/>
          </p:nvSpPr>
          <p:spPr>
            <a:xfrm>
              <a:off x="6779260" y="2990849"/>
              <a:ext cx="265430" cy="266700"/>
            </a:xfrm>
            <a:custGeom>
              <a:avLst/>
              <a:gdLst/>
              <a:ahLst/>
              <a:cxnLst/>
              <a:rect l="l" t="t" r="r" b="b"/>
              <a:pathLst>
                <a:path w="265429" h="266700">
                  <a:moveTo>
                    <a:pt x="265430" y="0"/>
                  </a:moveTo>
                  <a:lnTo>
                    <a:pt x="261620" y="0"/>
                  </a:lnTo>
                  <a:lnTo>
                    <a:pt x="261620" y="3810"/>
                  </a:lnTo>
                  <a:lnTo>
                    <a:pt x="261620" y="262890"/>
                  </a:lnTo>
                  <a:lnTo>
                    <a:pt x="2540" y="262890"/>
                  </a:lnTo>
                  <a:lnTo>
                    <a:pt x="2540" y="3810"/>
                  </a:lnTo>
                  <a:lnTo>
                    <a:pt x="261620" y="3810"/>
                  </a:lnTo>
                  <a:lnTo>
                    <a:pt x="26162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262890"/>
                  </a:lnTo>
                  <a:lnTo>
                    <a:pt x="0" y="266700"/>
                  </a:lnTo>
                  <a:lnTo>
                    <a:pt x="265430" y="266700"/>
                  </a:lnTo>
                  <a:lnTo>
                    <a:pt x="265430" y="262890"/>
                  </a:lnTo>
                  <a:lnTo>
                    <a:pt x="265430" y="3810"/>
                  </a:lnTo>
                  <a:lnTo>
                    <a:pt x="265430" y="0"/>
                  </a:lnTo>
                  <a:close/>
                </a:path>
              </a:pathLst>
            </a:custGeom>
            <a:solidFill>
              <a:srgbClr val="CE5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" name="object 494"/>
            <p:cNvSpPr/>
            <p:nvPr/>
          </p:nvSpPr>
          <p:spPr>
            <a:xfrm>
              <a:off x="6781800" y="2994659"/>
              <a:ext cx="259079" cy="259079"/>
            </a:xfrm>
            <a:custGeom>
              <a:avLst/>
              <a:gdLst/>
              <a:ahLst/>
              <a:cxnLst/>
              <a:rect l="l" t="t" r="r" b="b"/>
              <a:pathLst>
                <a:path w="259079" h="259079">
                  <a:moveTo>
                    <a:pt x="2590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0" y="255270"/>
                  </a:lnTo>
                  <a:lnTo>
                    <a:pt x="0" y="259080"/>
                  </a:lnTo>
                  <a:lnTo>
                    <a:pt x="259080" y="259080"/>
                  </a:lnTo>
                  <a:lnTo>
                    <a:pt x="259080" y="255270"/>
                  </a:lnTo>
                  <a:lnTo>
                    <a:pt x="3810" y="255270"/>
                  </a:lnTo>
                  <a:lnTo>
                    <a:pt x="3810" y="3810"/>
                  </a:lnTo>
                  <a:lnTo>
                    <a:pt x="259080" y="3810"/>
                  </a:lnTo>
                  <a:lnTo>
                    <a:pt x="259080" y="0"/>
                  </a:lnTo>
                  <a:close/>
                </a:path>
              </a:pathLst>
            </a:custGeom>
            <a:solidFill>
              <a:srgbClr val="CF52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95" name="object 49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785610" y="2998470"/>
              <a:ext cx="255270" cy="251460"/>
            </a:xfrm>
            <a:prstGeom prst="rect">
              <a:avLst/>
            </a:prstGeom>
          </p:spPr>
        </p:pic>
        <p:sp>
          <p:nvSpPr>
            <p:cNvPr id="496" name="object 496"/>
            <p:cNvSpPr/>
            <p:nvPr/>
          </p:nvSpPr>
          <p:spPr>
            <a:xfrm>
              <a:off x="6530339" y="2743200"/>
              <a:ext cx="762000" cy="762000"/>
            </a:xfrm>
            <a:custGeom>
              <a:avLst/>
              <a:gdLst/>
              <a:ahLst/>
              <a:cxnLst/>
              <a:rect l="l" t="t" r="r" b="b"/>
              <a:pathLst>
                <a:path w="762000" h="762000">
                  <a:moveTo>
                    <a:pt x="381000" y="762000"/>
                  </a:moveTo>
                  <a:lnTo>
                    <a:pt x="0" y="762000"/>
                  </a:lnTo>
                  <a:lnTo>
                    <a:pt x="0" y="0"/>
                  </a:lnTo>
                  <a:lnTo>
                    <a:pt x="762000" y="0"/>
                  </a:lnTo>
                  <a:lnTo>
                    <a:pt x="762000" y="762000"/>
                  </a:lnTo>
                  <a:lnTo>
                    <a:pt x="381000" y="762000"/>
                  </a:lnTo>
                  <a:close/>
                </a:path>
              </a:pathLst>
            </a:custGeom>
            <a:ln w="93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" name="object 497"/>
            <p:cNvSpPr/>
            <p:nvPr/>
          </p:nvSpPr>
          <p:spPr>
            <a:xfrm>
              <a:off x="4648200" y="3808729"/>
              <a:ext cx="4191000" cy="793750"/>
            </a:xfrm>
            <a:custGeom>
              <a:avLst/>
              <a:gdLst/>
              <a:ahLst/>
              <a:cxnLst/>
              <a:rect l="l" t="t" r="r" b="b"/>
              <a:pathLst>
                <a:path w="4191000" h="793750">
                  <a:moveTo>
                    <a:pt x="4191000" y="0"/>
                  </a:moveTo>
                  <a:lnTo>
                    <a:pt x="4184650" y="0"/>
                  </a:lnTo>
                  <a:lnTo>
                    <a:pt x="4184650" y="6350"/>
                  </a:lnTo>
                  <a:lnTo>
                    <a:pt x="4184650" y="787400"/>
                  </a:lnTo>
                  <a:lnTo>
                    <a:pt x="5080" y="787400"/>
                  </a:lnTo>
                  <a:lnTo>
                    <a:pt x="5080" y="6350"/>
                  </a:lnTo>
                  <a:lnTo>
                    <a:pt x="4184650" y="6350"/>
                  </a:lnTo>
                  <a:lnTo>
                    <a:pt x="418465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787400"/>
                  </a:lnTo>
                  <a:lnTo>
                    <a:pt x="0" y="793750"/>
                  </a:lnTo>
                  <a:lnTo>
                    <a:pt x="4191000" y="793750"/>
                  </a:lnTo>
                  <a:lnTo>
                    <a:pt x="4191000" y="787400"/>
                  </a:lnTo>
                  <a:lnTo>
                    <a:pt x="4191000" y="6350"/>
                  </a:lnTo>
                  <a:lnTo>
                    <a:pt x="4191000" y="0"/>
                  </a:lnTo>
                  <a:close/>
                </a:path>
              </a:pathLst>
            </a:custGeom>
            <a:solidFill>
              <a:srgbClr val="3A3A3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" name="object 498"/>
            <p:cNvSpPr/>
            <p:nvPr/>
          </p:nvSpPr>
          <p:spPr>
            <a:xfrm>
              <a:off x="4653280" y="3815079"/>
              <a:ext cx="4179570" cy="781050"/>
            </a:xfrm>
            <a:custGeom>
              <a:avLst/>
              <a:gdLst/>
              <a:ahLst/>
              <a:cxnLst/>
              <a:rect l="l" t="t" r="r" b="b"/>
              <a:pathLst>
                <a:path w="4179570" h="781050">
                  <a:moveTo>
                    <a:pt x="4179570" y="0"/>
                  </a:moveTo>
                  <a:lnTo>
                    <a:pt x="4174490" y="0"/>
                  </a:lnTo>
                  <a:lnTo>
                    <a:pt x="4174490" y="5080"/>
                  </a:lnTo>
                  <a:lnTo>
                    <a:pt x="4174490" y="775970"/>
                  </a:lnTo>
                  <a:lnTo>
                    <a:pt x="5080" y="775970"/>
                  </a:lnTo>
                  <a:lnTo>
                    <a:pt x="5080" y="5080"/>
                  </a:lnTo>
                  <a:lnTo>
                    <a:pt x="4174490" y="5080"/>
                  </a:lnTo>
                  <a:lnTo>
                    <a:pt x="417449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775970"/>
                  </a:lnTo>
                  <a:lnTo>
                    <a:pt x="0" y="781050"/>
                  </a:lnTo>
                  <a:lnTo>
                    <a:pt x="4179570" y="781050"/>
                  </a:lnTo>
                  <a:lnTo>
                    <a:pt x="4179570" y="775970"/>
                  </a:lnTo>
                  <a:lnTo>
                    <a:pt x="4179570" y="5080"/>
                  </a:lnTo>
                  <a:lnTo>
                    <a:pt x="4179570" y="0"/>
                  </a:lnTo>
                  <a:close/>
                </a:path>
              </a:pathLst>
            </a:custGeom>
            <a:solidFill>
              <a:srgbClr val="3B3B3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" name="object 499"/>
            <p:cNvSpPr/>
            <p:nvPr/>
          </p:nvSpPr>
          <p:spPr>
            <a:xfrm>
              <a:off x="4658360" y="3820159"/>
              <a:ext cx="4169410" cy="770890"/>
            </a:xfrm>
            <a:custGeom>
              <a:avLst/>
              <a:gdLst/>
              <a:ahLst/>
              <a:cxnLst/>
              <a:rect l="l" t="t" r="r" b="b"/>
              <a:pathLst>
                <a:path w="4169409" h="770889">
                  <a:moveTo>
                    <a:pt x="4169410" y="0"/>
                  </a:moveTo>
                  <a:lnTo>
                    <a:pt x="4163060" y="0"/>
                  </a:lnTo>
                  <a:lnTo>
                    <a:pt x="4163060" y="6350"/>
                  </a:lnTo>
                  <a:lnTo>
                    <a:pt x="4163060" y="764540"/>
                  </a:lnTo>
                  <a:lnTo>
                    <a:pt x="6350" y="764540"/>
                  </a:lnTo>
                  <a:lnTo>
                    <a:pt x="6350" y="6350"/>
                  </a:lnTo>
                  <a:lnTo>
                    <a:pt x="4163060" y="6350"/>
                  </a:lnTo>
                  <a:lnTo>
                    <a:pt x="416306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764540"/>
                  </a:lnTo>
                  <a:lnTo>
                    <a:pt x="0" y="770890"/>
                  </a:lnTo>
                  <a:lnTo>
                    <a:pt x="4169410" y="770890"/>
                  </a:lnTo>
                  <a:lnTo>
                    <a:pt x="4169410" y="764540"/>
                  </a:lnTo>
                  <a:lnTo>
                    <a:pt x="4169410" y="6350"/>
                  </a:lnTo>
                  <a:lnTo>
                    <a:pt x="4169410" y="0"/>
                  </a:lnTo>
                  <a:close/>
                </a:path>
              </a:pathLst>
            </a:custGeom>
            <a:solidFill>
              <a:srgbClr val="3C3C3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" name="object 500"/>
            <p:cNvSpPr/>
            <p:nvPr/>
          </p:nvSpPr>
          <p:spPr>
            <a:xfrm>
              <a:off x="4664710" y="3826509"/>
              <a:ext cx="4156710" cy="758190"/>
            </a:xfrm>
            <a:custGeom>
              <a:avLst/>
              <a:gdLst/>
              <a:ahLst/>
              <a:cxnLst/>
              <a:rect l="l" t="t" r="r" b="b"/>
              <a:pathLst>
                <a:path w="4156709" h="758189">
                  <a:moveTo>
                    <a:pt x="4156710" y="0"/>
                  </a:moveTo>
                  <a:lnTo>
                    <a:pt x="4151630" y="0"/>
                  </a:lnTo>
                  <a:lnTo>
                    <a:pt x="4151630" y="5080"/>
                  </a:lnTo>
                  <a:lnTo>
                    <a:pt x="4151630" y="753110"/>
                  </a:lnTo>
                  <a:lnTo>
                    <a:pt x="5080" y="753110"/>
                  </a:lnTo>
                  <a:lnTo>
                    <a:pt x="5080" y="5080"/>
                  </a:lnTo>
                  <a:lnTo>
                    <a:pt x="4151630" y="5080"/>
                  </a:lnTo>
                  <a:lnTo>
                    <a:pt x="415163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753110"/>
                  </a:lnTo>
                  <a:lnTo>
                    <a:pt x="0" y="758190"/>
                  </a:lnTo>
                  <a:lnTo>
                    <a:pt x="4156710" y="758190"/>
                  </a:lnTo>
                  <a:lnTo>
                    <a:pt x="4156710" y="753110"/>
                  </a:lnTo>
                  <a:lnTo>
                    <a:pt x="4156710" y="5080"/>
                  </a:lnTo>
                  <a:lnTo>
                    <a:pt x="4156710" y="0"/>
                  </a:lnTo>
                  <a:close/>
                </a:path>
              </a:pathLst>
            </a:custGeom>
            <a:solidFill>
              <a:srgbClr val="3D3D3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" name="object 501"/>
            <p:cNvSpPr/>
            <p:nvPr/>
          </p:nvSpPr>
          <p:spPr>
            <a:xfrm>
              <a:off x="4669790" y="3831589"/>
              <a:ext cx="4146550" cy="748030"/>
            </a:xfrm>
            <a:custGeom>
              <a:avLst/>
              <a:gdLst/>
              <a:ahLst/>
              <a:cxnLst/>
              <a:rect l="l" t="t" r="r" b="b"/>
              <a:pathLst>
                <a:path w="4146550" h="748029">
                  <a:moveTo>
                    <a:pt x="4146550" y="0"/>
                  </a:moveTo>
                  <a:lnTo>
                    <a:pt x="4140200" y="0"/>
                  </a:lnTo>
                  <a:lnTo>
                    <a:pt x="4140200" y="6350"/>
                  </a:lnTo>
                  <a:lnTo>
                    <a:pt x="4140200" y="741680"/>
                  </a:lnTo>
                  <a:lnTo>
                    <a:pt x="6350" y="741680"/>
                  </a:lnTo>
                  <a:lnTo>
                    <a:pt x="6350" y="6350"/>
                  </a:lnTo>
                  <a:lnTo>
                    <a:pt x="4140200" y="6350"/>
                  </a:lnTo>
                  <a:lnTo>
                    <a:pt x="414020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741680"/>
                  </a:lnTo>
                  <a:lnTo>
                    <a:pt x="0" y="748030"/>
                  </a:lnTo>
                  <a:lnTo>
                    <a:pt x="4146550" y="748030"/>
                  </a:lnTo>
                  <a:lnTo>
                    <a:pt x="4146550" y="741680"/>
                  </a:lnTo>
                  <a:lnTo>
                    <a:pt x="4146550" y="6350"/>
                  </a:lnTo>
                  <a:lnTo>
                    <a:pt x="4146550" y="0"/>
                  </a:lnTo>
                  <a:close/>
                </a:path>
              </a:pathLst>
            </a:custGeom>
            <a:solidFill>
              <a:srgbClr val="3E3E3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" name="object 502"/>
            <p:cNvSpPr/>
            <p:nvPr/>
          </p:nvSpPr>
          <p:spPr>
            <a:xfrm>
              <a:off x="4676140" y="3837939"/>
              <a:ext cx="4133850" cy="735330"/>
            </a:xfrm>
            <a:custGeom>
              <a:avLst/>
              <a:gdLst/>
              <a:ahLst/>
              <a:cxnLst/>
              <a:rect l="l" t="t" r="r" b="b"/>
              <a:pathLst>
                <a:path w="4133850" h="735329">
                  <a:moveTo>
                    <a:pt x="4133850" y="0"/>
                  </a:moveTo>
                  <a:lnTo>
                    <a:pt x="4128770" y="0"/>
                  </a:lnTo>
                  <a:lnTo>
                    <a:pt x="4128770" y="5080"/>
                  </a:lnTo>
                  <a:lnTo>
                    <a:pt x="4128770" y="730250"/>
                  </a:lnTo>
                  <a:lnTo>
                    <a:pt x="5080" y="730250"/>
                  </a:lnTo>
                  <a:lnTo>
                    <a:pt x="5080" y="5080"/>
                  </a:lnTo>
                  <a:lnTo>
                    <a:pt x="4128770" y="5080"/>
                  </a:lnTo>
                  <a:lnTo>
                    <a:pt x="412877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730250"/>
                  </a:lnTo>
                  <a:lnTo>
                    <a:pt x="0" y="735330"/>
                  </a:lnTo>
                  <a:lnTo>
                    <a:pt x="4133850" y="735330"/>
                  </a:lnTo>
                  <a:lnTo>
                    <a:pt x="4133850" y="730250"/>
                  </a:lnTo>
                  <a:lnTo>
                    <a:pt x="4133850" y="5080"/>
                  </a:lnTo>
                  <a:lnTo>
                    <a:pt x="4133850" y="0"/>
                  </a:lnTo>
                  <a:close/>
                </a:path>
              </a:pathLst>
            </a:custGeom>
            <a:solidFill>
              <a:srgbClr val="3F3F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" name="object 503"/>
            <p:cNvSpPr/>
            <p:nvPr/>
          </p:nvSpPr>
          <p:spPr>
            <a:xfrm>
              <a:off x="4681220" y="3843019"/>
              <a:ext cx="4123690" cy="725170"/>
            </a:xfrm>
            <a:custGeom>
              <a:avLst/>
              <a:gdLst/>
              <a:ahLst/>
              <a:cxnLst/>
              <a:rect l="l" t="t" r="r" b="b"/>
              <a:pathLst>
                <a:path w="4123690" h="725170">
                  <a:moveTo>
                    <a:pt x="4123690" y="0"/>
                  </a:moveTo>
                  <a:lnTo>
                    <a:pt x="4117340" y="0"/>
                  </a:lnTo>
                  <a:lnTo>
                    <a:pt x="4117340" y="6350"/>
                  </a:lnTo>
                  <a:lnTo>
                    <a:pt x="4117340" y="718820"/>
                  </a:lnTo>
                  <a:lnTo>
                    <a:pt x="6350" y="718820"/>
                  </a:lnTo>
                  <a:lnTo>
                    <a:pt x="6350" y="6350"/>
                  </a:lnTo>
                  <a:lnTo>
                    <a:pt x="4117340" y="6350"/>
                  </a:lnTo>
                  <a:lnTo>
                    <a:pt x="411734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718820"/>
                  </a:lnTo>
                  <a:lnTo>
                    <a:pt x="0" y="725170"/>
                  </a:lnTo>
                  <a:lnTo>
                    <a:pt x="4123690" y="725170"/>
                  </a:lnTo>
                  <a:lnTo>
                    <a:pt x="4123690" y="718820"/>
                  </a:lnTo>
                  <a:lnTo>
                    <a:pt x="4123690" y="6350"/>
                  </a:lnTo>
                  <a:lnTo>
                    <a:pt x="4123690" y="0"/>
                  </a:lnTo>
                  <a:close/>
                </a:path>
              </a:pathLst>
            </a:custGeom>
            <a:solidFill>
              <a:srgbClr val="404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" name="object 504"/>
            <p:cNvSpPr/>
            <p:nvPr/>
          </p:nvSpPr>
          <p:spPr>
            <a:xfrm>
              <a:off x="4687570" y="3849369"/>
              <a:ext cx="4110990" cy="712470"/>
            </a:xfrm>
            <a:custGeom>
              <a:avLst/>
              <a:gdLst/>
              <a:ahLst/>
              <a:cxnLst/>
              <a:rect l="l" t="t" r="r" b="b"/>
              <a:pathLst>
                <a:path w="4110990" h="712470">
                  <a:moveTo>
                    <a:pt x="4110990" y="0"/>
                  </a:moveTo>
                  <a:lnTo>
                    <a:pt x="4105910" y="0"/>
                  </a:lnTo>
                  <a:lnTo>
                    <a:pt x="4105910" y="5080"/>
                  </a:lnTo>
                  <a:lnTo>
                    <a:pt x="4105910" y="707390"/>
                  </a:lnTo>
                  <a:lnTo>
                    <a:pt x="6350" y="707390"/>
                  </a:lnTo>
                  <a:lnTo>
                    <a:pt x="6350" y="5080"/>
                  </a:lnTo>
                  <a:lnTo>
                    <a:pt x="4105910" y="5080"/>
                  </a:lnTo>
                  <a:lnTo>
                    <a:pt x="410591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707390"/>
                  </a:lnTo>
                  <a:lnTo>
                    <a:pt x="0" y="712470"/>
                  </a:lnTo>
                  <a:lnTo>
                    <a:pt x="4110990" y="712470"/>
                  </a:lnTo>
                  <a:lnTo>
                    <a:pt x="4110990" y="707390"/>
                  </a:lnTo>
                  <a:lnTo>
                    <a:pt x="4110990" y="5080"/>
                  </a:lnTo>
                  <a:lnTo>
                    <a:pt x="4110990" y="0"/>
                  </a:lnTo>
                  <a:close/>
                </a:path>
              </a:pathLst>
            </a:custGeom>
            <a:solidFill>
              <a:srgbClr val="41414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" name="object 505"/>
            <p:cNvSpPr/>
            <p:nvPr/>
          </p:nvSpPr>
          <p:spPr>
            <a:xfrm>
              <a:off x="4693920" y="3854449"/>
              <a:ext cx="4099560" cy="702310"/>
            </a:xfrm>
            <a:custGeom>
              <a:avLst/>
              <a:gdLst/>
              <a:ahLst/>
              <a:cxnLst/>
              <a:rect l="l" t="t" r="r" b="b"/>
              <a:pathLst>
                <a:path w="4099559" h="702310">
                  <a:moveTo>
                    <a:pt x="4099560" y="0"/>
                  </a:moveTo>
                  <a:lnTo>
                    <a:pt x="4093210" y="0"/>
                  </a:lnTo>
                  <a:lnTo>
                    <a:pt x="4093210" y="6350"/>
                  </a:lnTo>
                  <a:lnTo>
                    <a:pt x="4093210" y="695960"/>
                  </a:lnTo>
                  <a:lnTo>
                    <a:pt x="5080" y="695960"/>
                  </a:lnTo>
                  <a:lnTo>
                    <a:pt x="5080" y="6350"/>
                  </a:lnTo>
                  <a:lnTo>
                    <a:pt x="4093210" y="6350"/>
                  </a:lnTo>
                  <a:lnTo>
                    <a:pt x="409321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695960"/>
                  </a:lnTo>
                  <a:lnTo>
                    <a:pt x="0" y="702310"/>
                  </a:lnTo>
                  <a:lnTo>
                    <a:pt x="4099560" y="702310"/>
                  </a:lnTo>
                  <a:lnTo>
                    <a:pt x="4099560" y="695960"/>
                  </a:lnTo>
                  <a:lnTo>
                    <a:pt x="4099560" y="6350"/>
                  </a:lnTo>
                  <a:lnTo>
                    <a:pt x="4099560" y="0"/>
                  </a:lnTo>
                  <a:close/>
                </a:path>
              </a:pathLst>
            </a:custGeom>
            <a:solidFill>
              <a:srgbClr val="42424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" name="object 506"/>
            <p:cNvSpPr/>
            <p:nvPr/>
          </p:nvSpPr>
          <p:spPr>
            <a:xfrm>
              <a:off x="4699000" y="3860799"/>
              <a:ext cx="4088129" cy="689610"/>
            </a:xfrm>
            <a:custGeom>
              <a:avLst/>
              <a:gdLst/>
              <a:ahLst/>
              <a:cxnLst/>
              <a:rect l="l" t="t" r="r" b="b"/>
              <a:pathLst>
                <a:path w="4088129" h="689610">
                  <a:moveTo>
                    <a:pt x="4088130" y="0"/>
                  </a:moveTo>
                  <a:lnTo>
                    <a:pt x="4083050" y="0"/>
                  </a:lnTo>
                  <a:lnTo>
                    <a:pt x="4083050" y="5080"/>
                  </a:lnTo>
                  <a:lnTo>
                    <a:pt x="4083050" y="683260"/>
                  </a:lnTo>
                  <a:lnTo>
                    <a:pt x="6350" y="683260"/>
                  </a:lnTo>
                  <a:lnTo>
                    <a:pt x="6350" y="5080"/>
                  </a:lnTo>
                  <a:lnTo>
                    <a:pt x="4083050" y="5080"/>
                  </a:lnTo>
                  <a:lnTo>
                    <a:pt x="408305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683260"/>
                  </a:lnTo>
                  <a:lnTo>
                    <a:pt x="0" y="689610"/>
                  </a:lnTo>
                  <a:lnTo>
                    <a:pt x="4088130" y="689610"/>
                  </a:lnTo>
                  <a:lnTo>
                    <a:pt x="4088130" y="683260"/>
                  </a:lnTo>
                  <a:lnTo>
                    <a:pt x="4088130" y="5080"/>
                  </a:lnTo>
                  <a:lnTo>
                    <a:pt x="4088130" y="0"/>
                  </a:lnTo>
                  <a:close/>
                </a:path>
              </a:pathLst>
            </a:custGeom>
            <a:solidFill>
              <a:srgbClr val="4343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" name="object 507"/>
            <p:cNvSpPr/>
            <p:nvPr/>
          </p:nvSpPr>
          <p:spPr>
            <a:xfrm>
              <a:off x="4705350" y="3865879"/>
              <a:ext cx="4076700" cy="678180"/>
            </a:xfrm>
            <a:custGeom>
              <a:avLst/>
              <a:gdLst/>
              <a:ahLst/>
              <a:cxnLst/>
              <a:rect l="l" t="t" r="r" b="b"/>
              <a:pathLst>
                <a:path w="4076700" h="678179">
                  <a:moveTo>
                    <a:pt x="4076700" y="0"/>
                  </a:moveTo>
                  <a:lnTo>
                    <a:pt x="4070350" y="0"/>
                  </a:lnTo>
                  <a:lnTo>
                    <a:pt x="4070350" y="6350"/>
                  </a:lnTo>
                  <a:lnTo>
                    <a:pt x="4070350" y="673100"/>
                  </a:lnTo>
                  <a:lnTo>
                    <a:pt x="5080" y="673100"/>
                  </a:lnTo>
                  <a:lnTo>
                    <a:pt x="5080" y="6350"/>
                  </a:lnTo>
                  <a:lnTo>
                    <a:pt x="4070350" y="6350"/>
                  </a:lnTo>
                  <a:lnTo>
                    <a:pt x="407035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673100"/>
                  </a:lnTo>
                  <a:lnTo>
                    <a:pt x="0" y="678180"/>
                  </a:lnTo>
                  <a:lnTo>
                    <a:pt x="4076700" y="678180"/>
                  </a:lnTo>
                  <a:lnTo>
                    <a:pt x="4076700" y="673100"/>
                  </a:lnTo>
                  <a:lnTo>
                    <a:pt x="4076700" y="6350"/>
                  </a:lnTo>
                  <a:lnTo>
                    <a:pt x="4076700" y="0"/>
                  </a:lnTo>
                  <a:close/>
                </a:path>
              </a:pathLst>
            </a:custGeom>
            <a:solidFill>
              <a:srgbClr val="44444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" name="object 508"/>
            <p:cNvSpPr/>
            <p:nvPr/>
          </p:nvSpPr>
          <p:spPr>
            <a:xfrm>
              <a:off x="4710430" y="3872229"/>
              <a:ext cx="4065270" cy="666750"/>
            </a:xfrm>
            <a:custGeom>
              <a:avLst/>
              <a:gdLst/>
              <a:ahLst/>
              <a:cxnLst/>
              <a:rect l="l" t="t" r="r" b="b"/>
              <a:pathLst>
                <a:path w="4065270" h="666750">
                  <a:moveTo>
                    <a:pt x="4065270" y="0"/>
                  </a:moveTo>
                  <a:lnTo>
                    <a:pt x="4058920" y="0"/>
                  </a:lnTo>
                  <a:lnTo>
                    <a:pt x="4058920" y="5080"/>
                  </a:lnTo>
                  <a:lnTo>
                    <a:pt x="4058920" y="660400"/>
                  </a:lnTo>
                  <a:lnTo>
                    <a:pt x="6350" y="660400"/>
                  </a:lnTo>
                  <a:lnTo>
                    <a:pt x="6350" y="5080"/>
                  </a:lnTo>
                  <a:lnTo>
                    <a:pt x="4058920" y="5080"/>
                  </a:lnTo>
                  <a:lnTo>
                    <a:pt x="405892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660400"/>
                  </a:lnTo>
                  <a:lnTo>
                    <a:pt x="0" y="666750"/>
                  </a:lnTo>
                  <a:lnTo>
                    <a:pt x="4065270" y="666750"/>
                  </a:lnTo>
                  <a:lnTo>
                    <a:pt x="4065270" y="660400"/>
                  </a:lnTo>
                  <a:lnTo>
                    <a:pt x="4065270" y="5080"/>
                  </a:lnTo>
                  <a:lnTo>
                    <a:pt x="4065270" y="0"/>
                  </a:lnTo>
                  <a:close/>
                </a:path>
              </a:pathLst>
            </a:custGeom>
            <a:solidFill>
              <a:srgbClr val="45454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" name="object 509"/>
            <p:cNvSpPr/>
            <p:nvPr/>
          </p:nvSpPr>
          <p:spPr>
            <a:xfrm>
              <a:off x="4716780" y="3877309"/>
              <a:ext cx="4052570" cy="655320"/>
            </a:xfrm>
            <a:custGeom>
              <a:avLst/>
              <a:gdLst/>
              <a:ahLst/>
              <a:cxnLst/>
              <a:rect l="l" t="t" r="r" b="b"/>
              <a:pathLst>
                <a:path w="4052570" h="655320">
                  <a:moveTo>
                    <a:pt x="4052570" y="0"/>
                  </a:moveTo>
                  <a:lnTo>
                    <a:pt x="4047490" y="0"/>
                  </a:lnTo>
                  <a:lnTo>
                    <a:pt x="4047490" y="6350"/>
                  </a:lnTo>
                  <a:lnTo>
                    <a:pt x="4047490" y="650240"/>
                  </a:lnTo>
                  <a:lnTo>
                    <a:pt x="5080" y="650240"/>
                  </a:lnTo>
                  <a:lnTo>
                    <a:pt x="5080" y="6350"/>
                  </a:lnTo>
                  <a:lnTo>
                    <a:pt x="4047490" y="6350"/>
                  </a:lnTo>
                  <a:lnTo>
                    <a:pt x="404749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650240"/>
                  </a:lnTo>
                  <a:lnTo>
                    <a:pt x="0" y="655320"/>
                  </a:lnTo>
                  <a:lnTo>
                    <a:pt x="4052570" y="655320"/>
                  </a:lnTo>
                  <a:lnTo>
                    <a:pt x="4052570" y="650240"/>
                  </a:lnTo>
                  <a:lnTo>
                    <a:pt x="4052570" y="6350"/>
                  </a:lnTo>
                  <a:lnTo>
                    <a:pt x="4052570" y="0"/>
                  </a:lnTo>
                  <a:close/>
                </a:path>
              </a:pathLst>
            </a:custGeom>
            <a:solidFill>
              <a:srgbClr val="4646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" name="object 510"/>
            <p:cNvSpPr/>
            <p:nvPr/>
          </p:nvSpPr>
          <p:spPr>
            <a:xfrm>
              <a:off x="4721860" y="3883659"/>
              <a:ext cx="4042410" cy="643890"/>
            </a:xfrm>
            <a:custGeom>
              <a:avLst/>
              <a:gdLst/>
              <a:ahLst/>
              <a:cxnLst/>
              <a:rect l="l" t="t" r="r" b="b"/>
              <a:pathLst>
                <a:path w="4042409" h="643889">
                  <a:moveTo>
                    <a:pt x="4042410" y="0"/>
                  </a:moveTo>
                  <a:lnTo>
                    <a:pt x="4036060" y="0"/>
                  </a:lnTo>
                  <a:lnTo>
                    <a:pt x="4036060" y="6350"/>
                  </a:lnTo>
                  <a:lnTo>
                    <a:pt x="4036060" y="637540"/>
                  </a:lnTo>
                  <a:lnTo>
                    <a:pt x="6350" y="637540"/>
                  </a:lnTo>
                  <a:lnTo>
                    <a:pt x="6350" y="6350"/>
                  </a:lnTo>
                  <a:lnTo>
                    <a:pt x="4036060" y="6350"/>
                  </a:lnTo>
                  <a:lnTo>
                    <a:pt x="403606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637540"/>
                  </a:lnTo>
                  <a:lnTo>
                    <a:pt x="0" y="643890"/>
                  </a:lnTo>
                  <a:lnTo>
                    <a:pt x="4042410" y="643890"/>
                  </a:lnTo>
                  <a:lnTo>
                    <a:pt x="4042410" y="637540"/>
                  </a:lnTo>
                  <a:lnTo>
                    <a:pt x="4042410" y="6350"/>
                  </a:lnTo>
                  <a:lnTo>
                    <a:pt x="4042410" y="0"/>
                  </a:lnTo>
                  <a:close/>
                </a:path>
              </a:pathLst>
            </a:custGeom>
            <a:solidFill>
              <a:srgbClr val="47474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" name="object 511"/>
            <p:cNvSpPr/>
            <p:nvPr/>
          </p:nvSpPr>
          <p:spPr>
            <a:xfrm>
              <a:off x="4728210" y="3890009"/>
              <a:ext cx="4029710" cy="631190"/>
            </a:xfrm>
            <a:custGeom>
              <a:avLst/>
              <a:gdLst/>
              <a:ahLst/>
              <a:cxnLst/>
              <a:rect l="l" t="t" r="r" b="b"/>
              <a:pathLst>
                <a:path w="4029709" h="631189">
                  <a:moveTo>
                    <a:pt x="4029710" y="0"/>
                  </a:moveTo>
                  <a:lnTo>
                    <a:pt x="4024630" y="0"/>
                  </a:lnTo>
                  <a:lnTo>
                    <a:pt x="4024630" y="5080"/>
                  </a:lnTo>
                  <a:lnTo>
                    <a:pt x="4024630" y="626110"/>
                  </a:lnTo>
                  <a:lnTo>
                    <a:pt x="5080" y="626110"/>
                  </a:lnTo>
                  <a:lnTo>
                    <a:pt x="5080" y="5080"/>
                  </a:lnTo>
                  <a:lnTo>
                    <a:pt x="4024630" y="5080"/>
                  </a:lnTo>
                  <a:lnTo>
                    <a:pt x="402463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626110"/>
                  </a:lnTo>
                  <a:lnTo>
                    <a:pt x="0" y="631190"/>
                  </a:lnTo>
                  <a:lnTo>
                    <a:pt x="4029710" y="631190"/>
                  </a:lnTo>
                  <a:lnTo>
                    <a:pt x="4029710" y="626110"/>
                  </a:lnTo>
                  <a:lnTo>
                    <a:pt x="4029710" y="5080"/>
                  </a:lnTo>
                  <a:lnTo>
                    <a:pt x="4029710" y="0"/>
                  </a:lnTo>
                  <a:close/>
                </a:path>
              </a:pathLst>
            </a:custGeom>
            <a:solidFill>
              <a:srgbClr val="4848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" name="object 512"/>
            <p:cNvSpPr/>
            <p:nvPr/>
          </p:nvSpPr>
          <p:spPr>
            <a:xfrm>
              <a:off x="4733290" y="3895089"/>
              <a:ext cx="4019550" cy="621030"/>
            </a:xfrm>
            <a:custGeom>
              <a:avLst/>
              <a:gdLst/>
              <a:ahLst/>
              <a:cxnLst/>
              <a:rect l="l" t="t" r="r" b="b"/>
              <a:pathLst>
                <a:path w="4019550" h="621029">
                  <a:moveTo>
                    <a:pt x="4019550" y="0"/>
                  </a:moveTo>
                  <a:lnTo>
                    <a:pt x="4013200" y="0"/>
                  </a:lnTo>
                  <a:lnTo>
                    <a:pt x="4013200" y="6350"/>
                  </a:lnTo>
                  <a:lnTo>
                    <a:pt x="4013200" y="614680"/>
                  </a:lnTo>
                  <a:lnTo>
                    <a:pt x="6350" y="614680"/>
                  </a:lnTo>
                  <a:lnTo>
                    <a:pt x="6350" y="6350"/>
                  </a:lnTo>
                  <a:lnTo>
                    <a:pt x="4013200" y="6350"/>
                  </a:lnTo>
                  <a:lnTo>
                    <a:pt x="401320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614680"/>
                  </a:lnTo>
                  <a:lnTo>
                    <a:pt x="0" y="621030"/>
                  </a:lnTo>
                  <a:lnTo>
                    <a:pt x="4019550" y="621030"/>
                  </a:lnTo>
                  <a:lnTo>
                    <a:pt x="4019550" y="614680"/>
                  </a:lnTo>
                  <a:lnTo>
                    <a:pt x="4019550" y="6350"/>
                  </a:lnTo>
                  <a:lnTo>
                    <a:pt x="4019550" y="0"/>
                  </a:lnTo>
                  <a:close/>
                </a:path>
              </a:pathLst>
            </a:custGeom>
            <a:solidFill>
              <a:srgbClr val="49494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" name="object 513"/>
            <p:cNvSpPr/>
            <p:nvPr/>
          </p:nvSpPr>
          <p:spPr>
            <a:xfrm>
              <a:off x="4739640" y="3901439"/>
              <a:ext cx="4006850" cy="608330"/>
            </a:xfrm>
            <a:custGeom>
              <a:avLst/>
              <a:gdLst/>
              <a:ahLst/>
              <a:cxnLst/>
              <a:rect l="l" t="t" r="r" b="b"/>
              <a:pathLst>
                <a:path w="4006850" h="608329">
                  <a:moveTo>
                    <a:pt x="4006850" y="0"/>
                  </a:moveTo>
                  <a:lnTo>
                    <a:pt x="4001770" y="0"/>
                  </a:lnTo>
                  <a:lnTo>
                    <a:pt x="4001770" y="5080"/>
                  </a:lnTo>
                  <a:lnTo>
                    <a:pt x="4001770" y="603250"/>
                  </a:lnTo>
                  <a:lnTo>
                    <a:pt x="5080" y="603250"/>
                  </a:lnTo>
                  <a:lnTo>
                    <a:pt x="5080" y="5080"/>
                  </a:lnTo>
                  <a:lnTo>
                    <a:pt x="4001770" y="5080"/>
                  </a:lnTo>
                  <a:lnTo>
                    <a:pt x="400177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603250"/>
                  </a:lnTo>
                  <a:lnTo>
                    <a:pt x="0" y="608330"/>
                  </a:lnTo>
                  <a:lnTo>
                    <a:pt x="4006850" y="608330"/>
                  </a:lnTo>
                  <a:lnTo>
                    <a:pt x="4006850" y="603250"/>
                  </a:lnTo>
                  <a:lnTo>
                    <a:pt x="4006850" y="5080"/>
                  </a:lnTo>
                  <a:lnTo>
                    <a:pt x="4006850" y="0"/>
                  </a:lnTo>
                  <a:close/>
                </a:path>
              </a:pathLst>
            </a:custGeom>
            <a:solidFill>
              <a:srgbClr val="4A4A4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" name="object 514"/>
            <p:cNvSpPr/>
            <p:nvPr/>
          </p:nvSpPr>
          <p:spPr>
            <a:xfrm>
              <a:off x="4744720" y="3906519"/>
              <a:ext cx="3996690" cy="598170"/>
            </a:xfrm>
            <a:custGeom>
              <a:avLst/>
              <a:gdLst/>
              <a:ahLst/>
              <a:cxnLst/>
              <a:rect l="l" t="t" r="r" b="b"/>
              <a:pathLst>
                <a:path w="3996690" h="598170">
                  <a:moveTo>
                    <a:pt x="3996690" y="0"/>
                  </a:moveTo>
                  <a:lnTo>
                    <a:pt x="3990340" y="0"/>
                  </a:lnTo>
                  <a:lnTo>
                    <a:pt x="3990340" y="6350"/>
                  </a:lnTo>
                  <a:lnTo>
                    <a:pt x="3990340" y="591820"/>
                  </a:lnTo>
                  <a:lnTo>
                    <a:pt x="6350" y="591820"/>
                  </a:lnTo>
                  <a:lnTo>
                    <a:pt x="6350" y="6350"/>
                  </a:lnTo>
                  <a:lnTo>
                    <a:pt x="3990340" y="6350"/>
                  </a:lnTo>
                  <a:lnTo>
                    <a:pt x="399034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591820"/>
                  </a:lnTo>
                  <a:lnTo>
                    <a:pt x="0" y="598170"/>
                  </a:lnTo>
                  <a:lnTo>
                    <a:pt x="3996690" y="598170"/>
                  </a:lnTo>
                  <a:lnTo>
                    <a:pt x="3996690" y="591820"/>
                  </a:lnTo>
                  <a:lnTo>
                    <a:pt x="3996690" y="6350"/>
                  </a:lnTo>
                  <a:lnTo>
                    <a:pt x="3996690" y="0"/>
                  </a:lnTo>
                  <a:close/>
                </a:path>
              </a:pathLst>
            </a:custGeom>
            <a:solidFill>
              <a:srgbClr val="4B4B4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" name="object 515"/>
            <p:cNvSpPr/>
            <p:nvPr/>
          </p:nvSpPr>
          <p:spPr>
            <a:xfrm>
              <a:off x="4751070" y="3912869"/>
              <a:ext cx="3983990" cy="585470"/>
            </a:xfrm>
            <a:custGeom>
              <a:avLst/>
              <a:gdLst/>
              <a:ahLst/>
              <a:cxnLst/>
              <a:rect l="l" t="t" r="r" b="b"/>
              <a:pathLst>
                <a:path w="3983990" h="585470">
                  <a:moveTo>
                    <a:pt x="3983990" y="0"/>
                  </a:moveTo>
                  <a:lnTo>
                    <a:pt x="3978910" y="0"/>
                  </a:lnTo>
                  <a:lnTo>
                    <a:pt x="3978910" y="5080"/>
                  </a:lnTo>
                  <a:lnTo>
                    <a:pt x="3978910" y="580390"/>
                  </a:lnTo>
                  <a:lnTo>
                    <a:pt x="5080" y="580390"/>
                  </a:lnTo>
                  <a:lnTo>
                    <a:pt x="5080" y="5080"/>
                  </a:lnTo>
                  <a:lnTo>
                    <a:pt x="3978910" y="5080"/>
                  </a:lnTo>
                  <a:lnTo>
                    <a:pt x="397891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580390"/>
                  </a:lnTo>
                  <a:lnTo>
                    <a:pt x="0" y="585470"/>
                  </a:lnTo>
                  <a:lnTo>
                    <a:pt x="3983990" y="585470"/>
                  </a:lnTo>
                  <a:lnTo>
                    <a:pt x="3983990" y="580390"/>
                  </a:lnTo>
                  <a:lnTo>
                    <a:pt x="3983990" y="5080"/>
                  </a:lnTo>
                  <a:lnTo>
                    <a:pt x="3983990" y="0"/>
                  </a:lnTo>
                  <a:close/>
                </a:path>
              </a:pathLst>
            </a:custGeom>
            <a:solidFill>
              <a:srgbClr val="4C4C4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" name="object 516"/>
            <p:cNvSpPr/>
            <p:nvPr/>
          </p:nvSpPr>
          <p:spPr>
            <a:xfrm>
              <a:off x="4756150" y="3917949"/>
              <a:ext cx="3973829" cy="575310"/>
            </a:xfrm>
            <a:custGeom>
              <a:avLst/>
              <a:gdLst/>
              <a:ahLst/>
              <a:cxnLst/>
              <a:rect l="l" t="t" r="r" b="b"/>
              <a:pathLst>
                <a:path w="3973829" h="575310">
                  <a:moveTo>
                    <a:pt x="3973830" y="0"/>
                  </a:moveTo>
                  <a:lnTo>
                    <a:pt x="3967480" y="0"/>
                  </a:lnTo>
                  <a:lnTo>
                    <a:pt x="3967480" y="6350"/>
                  </a:lnTo>
                  <a:lnTo>
                    <a:pt x="3967480" y="568960"/>
                  </a:lnTo>
                  <a:lnTo>
                    <a:pt x="6350" y="568960"/>
                  </a:lnTo>
                  <a:lnTo>
                    <a:pt x="6350" y="6350"/>
                  </a:lnTo>
                  <a:lnTo>
                    <a:pt x="3967480" y="6350"/>
                  </a:lnTo>
                  <a:lnTo>
                    <a:pt x="396748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568960"/>
                  </a:lnTo>
                  <a:lnTo>
                    <a:pt x="0" y="575310"/>
                  </a:lnTo>
                  <a:lnTo>
                    <a:pt x="3973830" y="575310"/>
                  </a:lnTo>
                  <a:lnTo>
                    <a:pt x="3973830" y="568960"/>
                  </a:lnTo>
                  <a:lnTo>
                    <a:pt x="3973830" y="6350"/>
                  </a:lnTo>
                  <a:lnTo>
                    <a:pt x="3973830" y="0"/>
                  </a:lnTo>
                  <a:close/>
                </a:path>
              </a:pathLst>
            </a:custGeom>
            <a:solidFill>
              <a:srgbClr val="4D4D4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" name="object 517"/>
            <p:cNvSpPr/>
            <p:nvPr/>
          </p:nvSpPr>
          <p:spPr>
            <a:xfrm>
              <a:off x="4762500" y="3924299"/>
              <a:ext cx="3961129" cy="562610"/>
            </a:xfrm>
            <a:custGeom>
              <a:avLst/>
              <a:gdLst/>
              <a:ahLst/>
              <a:cxnLst/>
              <a:rect l="l" t="t" r="r" b="b"/>
              <a:pathLst>
                <a:path w="3961129" h="562610">
                  <a:moveTo>
                    <a:pt x="3961130" y="0"/>
                  </a:moveTo>
                  <a:lnTo>
                    <a:pt x="3956050" y="0"/>
                  </a:lnTo>
                  <a:lnTo>
                    <a:pt x="3956050" y="5080"/>
                  </a:lnTo>
                  <a:lnTo>
                    <a:pt x="3956050" y="557530"/>
                  </a:lnTo>
                  <a:lnTo>
                    <a:pt x="5080" y="557530"/>
                  </a:lnTo>
                  <a:lnTo>
                    <a:pt x="5080" y="5080"/>
                  </a:lnTo>
                  <a:lnTo>
                    <a:pt x="3956050" y="5080"/>
                  </a:lnTo>
                  <a:lnTo>
                    <a:pt x="395605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557530"/>
                  </a:lnTo>
                  <a:lnTo>
                    <a:pt x="0" y="562610"/>
                  </a:lnTo>
                  <a:lnTo>
                    <a:pt x="3961130" y="562610"/>
                  </a:lnTo>
                  <a:lnTo>
                    <a:pt x="3961130" y="557530"/>
                  </a:lnTo>
                  <a:lnTo>
                    <a:pt x="3961130" y="5080"/>
                  </a:lnTo>
                  <a:lnTo>
                    <a:pt x="3961130" y="0"/>
                  </a:lnTo>
                  <a:close/>
                </a:path>
              </a:pathLst>
            </a:custGeom>
            <a:solidFill>
              <a:srgbClr val="4E4E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" name="object 518"/>
            <p:cNvSpPr/>
            <p:nvPr/>
          </p:nvSpPr>
          <p:spPr>
            <a:xfrm>
              <a:off x="4767580" y="3929379"/>
              <a:ext cx="3950970" cy="552450"/>
            </a:xfrm>
            <a:custGeom>
              <a:avLst/>
              <a:gdLst/>
              <a:ahLst/>
              <a:cxnLst/>
              <a:rect l="l" t="t" r="r" b="b"/>
              <a:pathLst>
                <a:path w="3950970" h="552450">
                  <a:moveTo>
                    <a:pt x="3950970" y="0"/>
                  </a:moveTo>
                  <a:lnTo>
                    <a:pt x="3944620" y="0"/>
                  </a:lnTo>
                  <a:lnTo>
                    <a:pt x="3944620" y="6350"/>
                  </a:lnTo>
                  <a:lnTo>
                    <a:pt x="3944620" y="546100"/>
                  </a:lnTo>
                  <a:lnTo>
                    <a:pt x="6350" y="546100"/>
                  </a:lnTo>
                  <a:lnTo>
                    <a:pt x="6350" y="6350"/>
                  </a:lnTo>
                  <a:lnTo>
                    <a:pt x="3944620" y="6350"/>
                  </a:lnTo>
                  <a:lnTo>
                    <a:pt x="394462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546100"/>
                  </a:lnTo>
                  <a:lnTo>
                    <a:pt x="0" y="552450"/>
                  </a:lnTo>
                  <a:lnTo>
                    <a:pt x="3950970" y="552450"/>
                  </a:lnTo>
                  <a:lnTo>
                    <a:pt x="3950970" y="546100"/>
                  </a:lnTo>
                  <a:lnTo>
                    <a:pt x="3950970" y="6350"/>
                  </a:lnTo>
                  <a:lnTo>
                    <a:pt x="3950970" y="0"/>
                  </a:lnTo>
                  <a:close/>
                </a:path>
              </a:pathLst>
            </a:custGeom>
            <a:solidFill>
              <a:srgbClr val="4F4F4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" name="object 519"/>
            <p:cNvSpPr/>
            <p:nvPr/>
          </p:nvSpPr>
          <p:spPr>
            <a:xfrm>
              <a:off x="4773930" y="3935729"/>
              <a:ext cx="3938270" cy="539750"/>
            </a:xfrm>
            <a:custGeom>
              <a:avLst/>
              <a:gdLst/>
              <a:ahLst/>
              <a:cxnLst/>
              <a:rect l="l" t="t" r="r" b="b"/>
              <a:pathLst>
                <a:path w="3938270" h="539750">
                  <a:moveTo>
                    <a:pt x="3938270" y="0"/>
                  </a:moveTo>
                  <a:lnTo>
                    <a:pt x="3933190" y="0"/>
                  </a:lnTo>
                  <a:lnTo>
                    <a:pt x="3933190" y="5080"/>
                  </a:lnTo>
                  <a:lnTo>
                    <a:pt x="3933190" y="533400"/>
                  </a:lnTo>
                  <a:lnTo>
                    <a:pt x="6350" y="533400"/>
                  </a:lnTo>
                  <a:lnTo>
                    <a:pt x="6350" y="5080"/>
                  </a:lnTo>
                  <a:lnTo>
                    <a:pt x="3933190" y="5080"/>
                  </a:lnTo>
                  <a:lnTo>
                    <a:pt x="393319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533400"/>
                  </a:lnTo>
                  <a:lnTo>
                    <a:pt x="0" y="539750"/>
                  </a:lnTo>
                  <a:lnTo>
                    <a:pt x="3938270" y="539750"/>
                  </a:lnTo>
                  <a:lnTo>
                    <a:pt x="3938270" y="533400"/>
                  </a:lnTo>
                  <a:lnTo>
                    <a:pt x="3938270" y="5080"/>
                  </a:lnTo>
                  <a:lnTo>
                    <a:pt x="3938270" y="0"/>
                  </a:lnTo>
                  <a:close/>
                </a:path>
              </a:pathLst>
            </a:custGeom>
            <a:solidFill>
              <a:srgbClr val="5050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" name="object 520"/>
            <p:cNvSpPr/>
            <p:nvPr/>
          </p:nvSpPr>
          <p:spPr>
            <a:xfrm>
              <a:off x="4780280" y="3940809"/>
              <a:ext cx="3926840" cy="528320"/>
            </a:xfrm>
            <a:custGeom>
              <a:avLst/>
              <a:gdLst/>
              <a:ahLst/>
              <a:cxnLst/>
              <a:rect l="l" t="t" r="r" b="b"/>
              <a:pathLst>
                <a:path w="3926840" h="528320">
                  <a:moveTo>
                    <a:pt x="3926840" y="0"/>
                  </a:moveTo>
                  <a:lnTo>
                    <a:pt x="3920490" y="0"/>
                  </a:lnTo>
                  <a:lnTo>
                    <a:pt x="3920490" y="6350"/>
                  </a:lnTo>
                  <a:lnTo>
                    <a:pt x="3920490" y="523240"/>
                  </a:lnTo>
                  <a:lnTo>
                    <a:pt x="5080" y="523240"/>
                  </a:lnTo>
                  <a:lnTo>
                    <a:pt x="5080" y="6350"/>
                  </a:lnTo>
                  <a:lnTo>
                    <a:pt x="3920490" y="6350"/>
                  </a:lnTo>
                  <a:lnTo>
                    <a:pt x="392049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523240"/>
                  </a:lnTo>
                  <a:lnTo>
                    <a:pt x="0" y="528320"/>
                  </a:lnTo>
                  <a:lnTo>
                    <a:pt x="3926840" y="528320"/>
                  </a:lnTo>
                  <a:lnTo>
                    <a:pt x="3926840" y="523240"/>
                  </a:lnTo>
                  <a:lnTo>
                    <a:pt x="3926840" y="6350"/>
                  </a:lnTo>
                  <a:lnTo>
                    <a:pt x="3926840" y="0"/>
                  </a:lnTo>
                  <a:close/>
                </a:path>
              </a:pathLst>
            </a:custGeom>
            <a:solidFill>
              <a:srgbClr val="5151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" name="object 521"/>
            <p:cNvSpPr/>
            <p:nvPr/>
          </p:nvSpPr>
          <p:spPr>
            <a:xfrm>
              <a:off x="4785360" y="3947159"/>
              <a:ext cx="3915410" cy="516890"/>
            </a:xfrm>
            <a:custGeom>
              <a:avLst/>
              <a:gdLst/>
              <a:ahLst/>
              <a:cxnLst/>
              <a:rect l="l" t="t" r="r" b="b"/>
              <a:pathLst>
                <a:path w="3915409" h="516889">
                  <a:moveTo>
                    <a:pt x="3915410" y="0"/>
                  </a:moveTo>
                  <a:lnTo>
                    <a:pt x="3910330" y="0"/>
                  </a:lnTo>
                  <a:lnTo>
                    <a:pt x="3910330" y="5080"/>
                  </a:lnTo>
                  <a:lnTo>
                    <a:pt x="3910330" y="510540"/>
                  </a:lnTo>
                  <a:lnTo>
                    <a:pt x="6350" y="510540"/>
                  </a:lnTo>
                  <a:lnTo>
                    <a:pt x="6350" y="5080"/>
                  </a:lnTo>
                  <a:lnTo>
                    <a:pt x="3910330" y="5080"/>
                  </a:lnTo>
                  <a:lnTo>
                    <a:pt x="391033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510540"/>
                  </a:lnTo>
                  <a:lnTo>
                    <a:pt x="0" y="516890"/>
                  </a:lnTo>
                  <a:lnTo>
                    <a:pt x="3915410" y="516890"/>
                  </a:lnTo>
                  <a:lnTo>
                    <a:pt x="3915410" y="510540"/>
                  </a:lnTo>
                  <a:lnTo>
                    <a:pt x="3915410" y="5080"/>
                  </a:lnTo>
                  <a:lnTo>
                    <a:pt x="3915410" y="0"/>
                  </a:lnTo>
                  <a:close/>
                </a:path>
              </a:pathLst>
            </a:custGeom>
            <a:solidFill>
              <a:srgbClr val="52525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" name="object 522"/>
            <p:cNvSpPr/>
            <p:nvPr/>
          </p:nvSpPr>
          <p:spPr>
            <a:xfrm>
              <a:off x="4791710" y="3952239"/>
              <a:ext cx="3903979" cy="505459"/>
            </a:xfrm>
            <a:custGeom>
              <a:avLst/>
              <a:gdLst/>
              <a:ahLst/>
              <a:cxnLst/>
              <a:rect l="l" t="t" r="r" b="b"/>
              <a:pathLst>
                <a:path w="3903979" h="505460">
                  <a:moveTo>
                    <a:pt x="3903980" y="0"/>
                  </a:moveTo>
                  <a:lnTo>
                    <a:pt x="3897630" y="0"/>
                  </a:lnTo>
                  <a:lnTo>
                    <a:pt x="3897630" y="6350"/>
                  </a:lnTo>
                  <a:lnTo>
                    <a:pt x="3897630" y="500380"/>
                  </a:lnTo>
                  <a:lnTo>
                    <a:pt x="5080" y="500380"/>
                  </a:lnTo>
                  <a:lnTo>
                    <a:pt x="5080" y="6350"/>
                  </a:lnTo>
                  <a:lnTo>
                    <a:pt x="3897630" y="6350"/>
                  </a:lnTo>
                  <a:lnTo>
                    <a:pt x="389763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500380"/>
                  </a:lnTo>
                  <a:lnTo>
                    <a:pt x="0" y="505460"/>
                  </a:lnTo>
                  <a:lnTo>
                    <a:pt x="3903980" y="505460"/>
                  </a:lnTo>
                  <a:lnTo>
                    <a:pt x="3903980" y="500380"/>
                  </a:lnTo>
                  <a:lnTo>
                    <a:pt x="3903980" y="6350"/>
                  </a:lnTo>
                  <a:lnTo>
                    <a:pt x="3903980" y="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" name="object 523"/>
            <p:cNvSpPr/>
            <p:nvPr/>
          </p:nvSpPr>
          <p:spPr>
            <a:xfrm>
              <a:off x="4796790" y="3958589"/>
              <a:ext cx="3892550" cy="494030"/>
            </a:xfrm>
            <a:custGeom>
              <a:avLst/>
              <a:gdLst/>
              <a:ahLst/>
              <a:cxnLst/>
              <a:rect l="l" t="t" r="r" b="b"/>
              <a:pathLst>
                <a:path w="3892550" h="494029">
                  <a:moveTo>
                    <a:pt x="3892550" y="0"/>
                  </a:moveTo>
                  <a:lnTo>
                    <a:pt x="3886200" y="0"/>
                  </a:lnTo>
                  <a:lnTo>
                    <a:pt x="3886200" y="6350"/>
                  </a:lnTo>
                  <a:lnTo>
                    <a:pt x="3886200" y="487680"/>
                  </a:lnTo>
                  <a:lnTo>
                    <a:pt x="6350" y="487680"/>
                  </a:lnTo>
                  <a:lnTo>
                    <a:pt x="6350" y="6350"/>
                  </a:lnTo>
                  <a:lnTo>
                    <a:pt x="3886200" y="6350"/>
                  </a:lnTo>
                  <a:lnTo>
                    <a:pt x="388620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487680"/>
                  </a:lnTo>
                  <a:lnTo>
                    <a:pt x="0" y="494030"/>
                  </a:lnTo>
                  <a:lnTo>
                    <a:pt x="3892550" y="494030"/>
                  </a:lnTo>
                  <a:lnTo>
                    <a:pt x="3892550" y="487680"/>
                  </a:lnTo>
                  <a:lnTo>
                    <a:pt x="3892550" y="6350"/>
                  </a:lnTo>
                  <a:lnTo>
                    <a:pt x="3892550" y="0"/>
                  </a:lnTo>
                  <a:close/>
                </a:path>
              </a:pathLst>
            </a:custGeom>
            <a:solidFill>
              <a:srgbClr val="5454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" name="object 524"/>
            <p:cNvSpPr/>
            <p:nvPr/>
          </p:nvSpPr>
          <p:spPr>
            <a:xfrm>
              <a:off x="4803140" y="3964939"/>
              <a:ext cx="3879850" cy="481330"/>
            </a:xfrm>
            <a:custGeom>
              <a:avLst/>
              <a:gdLst/>
              <a:ahLst/>
              <a:cxnLst/>
              <a:rect l="l" t="t" r="r" b="b"/>
              <a:pathLst>
                <a:path w="3879850" h="481329">
                  <a:moveTo>
                    <a:pt x="3879850" y="0"/>
                  </a:moveTo>
                  <a:lnTo>
                    <a:pt x="3874770" y="0"/>
                  </a:lnTo>
                  <a:lnTo>
                    <a:pt x="3874770" y="5080"/>
                  </a:lnTo>
                  <a:lnTo>
                    <a:pt x="3874770" y="476250"/>
                  </a:lnTo>
                  <a:lnTo>
                    <a:pt x="5080" y="476250"/>
                  </a:lnTo>
                  <a:lnTo>
                    <a:pt x="5080" y="5080"/>
                  </a:lnTo>
                  <a:lnTo>
                    <a:pt x="3874770" y="5080"/>
                  </a:lnTo>
                  <a:lnTo>
                    <a:pt x="387477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476250"/>
                  </a:lnTo>
                  <a:lnTo>
                    <a:pt x="0" y="481330"/>
                  </a:lnTo>
                  <a:lnTo>
                    <a:pt x="3879850" y="481330"/>
                  </a:lnTo>
                  <a:lnTo>
                    <a:pt x="3879850" y="476250"/>
                  </a:lnTo>
                  <a:lnTo>
                    <a:pt x="3879850" y="5080"/>
                  </a:lnTo>
                  <a:lnTo>
                    <a:pt x="3879850" y="0"/>
                  </a:lnTo>
                  <a:close/>
                </a:path>
              </a:pathLst>
            </a:custGeom>
            <a:solidFill>
              <a:srgbClr val="55555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" name="object 525"/>
            <p:cNvSpPr/>
            <p:nvPr/>
          </p:nvSpPr>
          <p:spPr>
            <a:xfrm>
              <a:off x="4808220" y="3970019"/>
              <a:ext cx="3869690" cy="471170"/>
            </a:xfrm>
            <a:custGeom>
              <a:avLst/>
              <a:gdLst/>
              <a:ahLst/>
              <a:cxnLst/>
              <a:rect l="l" t="t" r="r" b="b"/>
              <a:pathLst>
                <a:path w="3869690" h="471170">
                  <a:moveTo>
                    <a:pt x="3869690" y="0"/>
                  </a:moveTo>
                  <a:lnTo>
                    <a:pt x="3863340" y="0"/>
                  </a:lnTo>
                  <a:lnTo>
                    <a:pt x="3863340" y="6350"/>
                  </a:lnTo>
                  <a:lnTo>
                    <a:pt x="3863340" y="464820"/>
                  </a:lnTo>
                  <a:lnTo>
                    <a:pt x="6350" y="464820"/>
                  </a:lnTo>
                  <a:lnTo>
                    <a:pt x="6350" y="6350"/>
                  </a:lnTo>
                  <a:lnTo>
                    <a:pt x="3863340" y="6350"/>
                  </a:lnTo>
                  <a:lnTo>
                    <a:pt x="386334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464820"/>
                  </a:lnTo>
                  <a:lnTo>
                    <a:pt x="0" y="471170"/>
                  </a:lnTo>
                  <a:lnTo>
                    <a:pt x="3869690" y="471170"/>
                  </a:lnTo>
                  <a:lnTo>
                    <a:pt x="3869690" y="464820"/>
                  </a:lnTo>
                  <a:lnTo>
                    <a:pt x="3869690" y="6350"/>
                  </a:lnTo>
                  <a:lnTo>
                    <a:pt x="3869690" y="0"/>
                  </a:lnTo>
                  <a:close/>
                </a:path>
              </a:pathLst>
            </a:custGeom>
            <a:solidFill>
              <a:srgbClr val="56565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" name="object 526"/>
            <p:cNvSpPr/>
            <p:nvPr/>
          </p:nvSpPr>
          <p:spPr>
            <a:xfrm>
              <a:off x="4814570" y="3976369"/>
              <a:ext cx="3856990" cy="458470"/>
            </a:xfrm>
            <a:custGeom>
              <a:avLst/>
              <a:gdLst/>
              <a:ahLst/>
              <a:cxnLst/>
              <a:rect l="l" t="t" r="r" b="b"/>
              <a:pathLst>
                <a:path w="3856990" h="458470">
                  <a:moveTo>
                    <a:pt x="3856990" y="0"/>
                  </a:moveTo>
                  <a:lnTo>
                    <a:pt x="3851910" y="0"/>
                  </a:lnTo>
                  <a:lnTo>
                    <a:pt x="3851910" y="5080"/>
                  </a:lnTo>
                  <a:lnTo>
                    <a:pt x="3851910" y="453390"/>
                  </a:lnTo>
                  <a:lnTo>
                    <a:pt x="5080" y="453390"/>
                  </a:lnTo>
                  <a:lnTo>
                    <a:pt x="5080" y="5080"/>
                  </a:lnTo>
                  <a:lnTo>
                    <a:pt x="3851910" y="5080"/>
                  </a:lnTo>
                  <a:lnTo>
                    <a:pt x="385191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453390"/>
                  </a:lnTo>
                  <a:lnTo>
                    <a:pt x="0" y="458470"/>
                  </a:lnTo>
                  <a:lnTo>
                    <a:pt x="3856990" y="458470"/>
                  </a:lnTo>
                  <a:lnTo>
                    <a:pt x="3856990" y="453390"/>
                  </a:lnTo>
                  <a:lnTo>
                    <a:pt x="3856990" y="5080"/>
                  </a:lnTo>
                  <a:lnTo>
                    <a:pt x="3856990" y="0"/>
                  </a:lnTo>
                  <a:close/>
                </a:path>
              </a:pathLst>
            </a:custGeom>
            <a:solidFill>
              <a:srgbClr val="57575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" name="object 527"/>
            <p:cNvSpPr/>
            <p:nvPr/>
          </p:nvSpPr>
          <p:spPr>
            <a:xfrm>
              <a:off x="4819650" y="3981449"/>
              <a:ext cx="3846829" cy="448309"/>
            </a:xfrm>
            <a:custGeom>
              <a:avLst/>
              <a:gdLst/>
              <a:ahLst/>
              <a:cxnLst/>
              <a:rect l="l" t="t" r="r" b="b"/>
              <a:pathLst>
                <a:path w="3846829" h="448310">
                  <a:moveTo>
                    <a:pt x="3846830" y="0"/>
                  </a:moveTo>
                  <a:lnTo>
                    <a:pt x="3840480" y="0"/>
                  </a:lnTo>
                  <a:lnTo>
                    <a:pt x="3840480" y="6350"/>
                  </a:lnTo>
                  <a:lnTo>
                    <a:pt x="3840480" y="441960"/>
                  </a:lnTo>
                  <a:lnTo>
                    <a:pt x="6350" y="441960"/>
                  </a:lnTo>
                  <a:lnTo>
                    <a:pt x="6350" y="6350"/>
                  </a:lnTo>
                  <a:lnTo>
                    <a:pt x="3840480" y="6350"/>
                  </a:lnTo>
                  <a:lnTo>
                    <a:pt x="384048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441960"/>
                  </a:lnTo>
                  <a:lnTo>
                    <a:pt x="0" y="448310"/>
                  </a:lnTo>
                  <a:lnTo>
                    <a:pt x="3846830" y="448310"/>
                  </a:lnTo>
                  <a:lnTo>
                    <a:pt x="3846830" y="441960"/>
                  </a:lnTo>
                  <a:lnTo>
                    <a:pt x="3846830" y="6350"/>
                  </a:lnTo>
                  <a:lnTo>
                    <a:pt x="3846830" y="0"/>
                  </a:lnTo>
                  <a:close/>
                </a:path>
              </a:pathLst>
            </a:custGeom>
            <a:solidFill>
              <a:srgbClr val="58585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" name="object 528"/>
            <p:cNvSpPr/>
            <p:nvPr/>
          </p:nvSpPr>
          <p:spPr>
            <a:xfrm>
              <a:off x="4826000" y="3987799"/>
              <a:ext cx="3834129" cy="435609"/>
            </a:xfrm>
            <a:custGeom>
              <a:avLst/>
              <a:gdLst/>
              <a:ahLst/>
              <a:cxnLst/>
              <a:rect l="l" t="t" r="r" b="b"/>
              <a:pathLst>
                <a:path w="3834129" h="435610">
                  <a:moveTo>
                    <a:pt x="3834130" y="0"/>
                  </a:moveTo>
                  <a:lnTo>
                    <a:pt x="3829050" y="0"/>
                  </a:lnTo>
                  <a:lnTo>
                    <a:pt x="3829050" y="5080"/>
                  </a:lnTo>
                  <a:lnTo>
                    <a:pt x="3829050" y="430530"/>
                  </a:lnTo>
                  <a:lnTo>
                    <a:pt x="5080" y="430530"/>
                  </a:lnTo>
                  <a:lnTo>
                    <a:pt x="5080" y="5080"/>
                  </a:lnTo>
                  <a:lnTo>
                    <a:pt x="3829050" y="5080"/>
                  </a:lnTo>
                  <a:lnTo>
                    <a:pt x="382905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430530"/>
                  </a:lnTo>
                  <a:lnTo>
                    <a:pt x="0" y="435610"/>
                  </a:lnTo>
                  <a:lnTo>
                    <a:pt x="3834130" y="435610"/>
                  </a:lnTo>
                  <a:lnTo>
                    <a:pt x="3834130" y="430530"/>
                  </a:lnTo>
                  <a:lnTo>
                    <a:pt x="3834130" y="5080"/>
                  </a:lnTo>
                  <a:lnTo>
                    <a:pt x="3834130" y="0"/>
                  </a:lnTo>
                  <a:close/>
                </a:path>
              </a:pathLst>
            </a:custGeom>
            <a:solidFill>
              <a:srgbClr val="5959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" name="object 529"/>
            <p:cNvSpPr/>
            <p:nvPr/>
          </p:nvSpPr>
          <p:spPr>
            <a:xfrm>
              <a:off x="4831080" y="3992879"/>
              <a:ext cx="3823970" cy="425450"/>
            </a:xfrm>
            <a:custGeom>
              <a:avLst/>
              <a:gdLst/>
              <a:ahLst/>
              <a:cxnLst/>
              <a:rect l="l" t="t" r="r" b="b"/>
              <a:pathLst>
                <a:path w="3823970" h="425450">
                  <a:moveTo>
                    <a:pt x="3823970" y="0"/>
                  </a:moveTo>
                  <a:lnTo>
                    <a:pt x="3817620" y="0"/>
                  </a:lnTo>
                  <a:lnTo>
                    <a:pt x="3817620" y="6350"/>
                  </a:lnTo>
                  <a:lnTo>
                    <a:pt x="3817620" y="419100"/>
                  </a:lnTo>
                  <a:lnTo>
                    <a:pt x="6350" y="419100"/>
                  </a:lnTo>
                  <a:lnTo>
                    <a:pt x="6350" y="6350"/>
                  </a:lnTo>
                  <a:lnTo>
                    <a:pt x="3817620" y="6350"/>
                  </a:lnTo>
                  <a:lnTo>
                    <a:pt x="381762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419100"/>
                  </a:lnTo>
                  <a:lnTo>
                    <a:pt x="0" y="425450"/>
                  </a:lnTo>
                  <a:lnTo>
                    <a:pt x="3823970" y="425450"/>
                  </a:lnTo>
                  <a:lnTo>
                    <a:pt x="3823970" y="419100"/>
                  </a:lnTo>
                  <a:lnTo>
                    <a:pt x="3823970" y="6350"/>
                  </a:lnTo>
                  <a:lnTo>
                    <a:pt x="3823970" y="0"/>
                  </a:lnTo>
                  <a:close/>
                </a:path>
              </a:pathLst>
            </a:custGeom>
            <a:solidFill>
              <a:srgbClr val="5A5A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" name="object 530"/>
            <p:cNvSpPr/>
            <p:nvPr/>
          </p:nvSpPr>
          <p:spPr>
            <a:xfrm>
              <a:off x="4837430" y="3999229"/>
              <a:ext cx="3811270" cy="412750"/>
            </a:xfrm>
            <a:custGeom>
              <a:avLst/>
              <a:gdLst/>
              <a:ahLst/>
              <a:cxnLst/>
              <a:rect l="l" t="t" r="r" b="b"/>
              <a:pathLst>
                <a:path w="3811270" h="412750">
                  <a:moveTo>
                    <a:pt x="3811270" y="0"/>
                  </a:moveTo>
                  <a:lnTo>
                    <a:pt x="3806190" y="0"/>
                  </a:lnTo>
                  <a:lnTo>
                    <a:pt x="3806190" y="5080"/>
                  </a:lnTo>
                  <a:lnTo>
                    <a:pt x="3806190" y="407670"/>
                  </a:lnTo>
                  <a:lnTo>
                    <a:pt x="5080" y="407670"/>
                  </a:lnTo>
                  <a:lnTo>
                    <a:pt x="5080" y="5080"/>
                  </a:lnTo>
                  <a:lnTo>
                    <a:pt x="3806190" y="5080"/>
                  </a:lnTo>
                  <a:lnTo>
                    <a:pt x="380619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407670"/>
                  </a:lnTo>
                  <a:lnTo>
                    <a:pt x="0" y="412750"/>
                  </a:lnTo>
                  <a:lnTo>
                    <a:pt x="3811270" y="412750"/>
                  </a:lnTo>
                  <a:lnTo>
                    <a:pt x="3811270" y="407670"/>
                  </a:lnTo>
                  <a:lnTo>
                    <a:pt x="3811270" y="5080"/>
                  </a:lnTo>
                  <a:lnTo>
                    <a:pt x="381127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" name="object 531"/>
            <p:cNvSpPr/>
            <p:nvPr/>
          </p:nvSpPr>
          <p:spPr>
            <a:xfrm>
              <a:off x="4842510" y="4004309"/>
              <a:ext cx="3801110" cy="402590"/>
            </a:xfrm>
            <a:custGeom>
              <a:avLst/>
              <a:gdLst/>
              <a:ahLst/>
              <a:cxnLst/>
              <a:rect l="l" t="t" r="r" b="b"/>
              <a:pathLst>
                <a:path w="3801109" h="402589">
                  <a:moveTo>
                    <a:pt x="3801110" y="0"/>
                  </a:moveTo>
                  <a:lnTo>
                    <a:pt x="3794760" y="0"/>
                  </a:lnTo>
                  <a:lnTo>
                    <a:pt x="3794760" y="6350"/>
                  </a:lnTo>
                  <a:lnTo>
                    <a:pt x="3794760" y="396240"/>
                  </a:lnTo>
                  <a:lnTo>
                    <a:pt x="6350" y="396240"/>
                  </a:lnTo>
                  <a:lnTo>
                    <a:pt x="6350" y="6350"/>
                  </a:lnTo>
                  <a:lnTo>
                    <a:pt x="3794760" y="6350"/>
                  </a:lnTo>
                  <a:lnTo>
                    <a:pt x="379476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396240"/>
                  </a:lnTo>
                  <a:lnTo>
                    <a:pt x="0" y="402590"/>
                  </a:lnTo>
                  <a:lnTo>
                    <a:pt x="3801110" y="402590"/>
                  </a:lnTo>
                  <a:lnTo>
                    <a:pt x="3801110" y="396240"/>
                  </a:lnTo>
                  <a:lnTo>
                    <a:pt x="3801110" y="6350"/>
                  </a:lnTo>
                  <a:lnTo>
                    <a:pt x="3801110" y="0"/>
                  </a:lnTo>
                  <a:close/>
                </a:path>
              </a:pathLst>
            </a:custGeom>
            <a:solidFill>
              <a:srgbClr val="5C5C5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" name="object 532"/>
            <p:cNvSpPr/>
            <p:nvPr/>
          </p:nvSpPr>
          <p:spPr>
            <a:xfrm>
              <a:off x="4848860" y="4010659"/>
              <a:ext cx="3788410" cy="389890"/>
            </a:xfrm>
            <a:custGeom>
              <a:avLst/>
              <a:gdLst/>
              <a:ahLst/>
              <a:cxnLst/>
              <a:rect l="l" t="t" r="r" b="b"/>
              <a:pathLst>
                <a:path w="3788409" h="389889">
                  <a:moveTo>
                    <a:pt x="3788410" y="0"/>
                  </a:moveTo>
                  <a:lnTo>
                    <a:pt x="3783330" y="0"/>
                  </a:lnTo>
                  <a:lnTo>
                    <a:pt x="3783330" y="5080"/>
                  </a:lnTo>
                  <a:lnTo>
                    <a:pt x="3783330" y="384810"/>
                  </a:lnTo>
                  <a:lnTo>
                    <a:pt x="5080" y="384810"/>
                  </a:lnTo>
                  <a:lnTo>
                    <a:pt x="5080" y="5080"/>
                  </a:lnTo>
                  <a:lnTo>
                    <a:pt x="3783330" y="5080"/>
                  </a:lnTo>
                  <a:lnTo>
                    <a:pt x="378333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384810"/>
                  </a:lnTo>
                  <a:lnTo>
                    <a:pt x="0" y="389890"/>
                  </a:lnTo>
                  <a:lnTo>
                    <a:pt x="3788410" y="389890"/>
                  </a:lnTo>
                  <a:lnTo>
                    <a:pt x="3788410" y="384810"/>
                  </a:lnTo>
                  <a:lnTo>
                    <a:pt x="3788410" y="5080"/>
                  </a:lnTo>
                  <a:lnTo>
                    <a:pt x="3788410" y="0"/>
                  </a:lnTo>
                  <a:close/>
                </a:path>
              </a:pathLst>
            </a:custGeom>
            <a:solidFill>
              <a:srgbClr val="5D5D5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" name="object 533"/>
            <p:cNvSpPr/>
            <p:nvPr/>
          </p:nvSpPr>
          <p:spPr>
            <a:xfrm>
              <a:off x="4853940" y="4015739"/>
              <a:ext cx="3778250" cy="379730"/>
            </a:xfrm>
            <a:custGeom>
              <a:avLst/>
              <a:gdLst/>
              <a:ahLst/>
              <a:cxnLst/>
              <a:rect l="l" t="t" r="r" b="b"/>
              <a:pathLst>
                <a:path w="3778250" h="379729">
                  <a:moveTo>
                    <a:pt x="3778250" y="0"/>
                  </a:moveTo>
                  <a:lnTo>
                    <a:pt x="3771900" y="0"/>
                  </a:lnTo>
                  <a:lnTo>
                    <a:pt x="3771900" y="6350"/>
                  </a:lnTo>
                  <a:lnTo>
                    <a:pt x="3771900" y="373380"/>
                  </a:lnTo>
                  <a:lnTo>
                    <a:pt x="6350" y="373380"/>
                  </a:lnTo>
                  <a:lnTo>
                    <a:pt x="6350" y="6350"/>
                  </a:lnTo>
                  <a:lnTo>
                    <a:pt x="3771900" y="6350"/>
                  </a:lnTo>
                  <a:lnTo>
                    <a:pt x="377190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373380"/>
                  </a:lnTo>
                  <a:lnTo>
                    <a:pt x="0" y="379730"/>
                  </a:lnTo>
                  <a:lnTo>
                    <a:pt x="3778250" y="379730"/>
                  </a:lnTo>
                  <a:lnTo>
                    <a:pt x="3778250" y="373380"/>
                  </a:lnTo>
                  <a:lnTo>
                    <a:pt x="3778250" y="6350"/>
                  </a:lnTo>
                  <a:lnTo>
                    <a:pt x="3778250" y="0"/>
                  </a:lnTo>
                  <a:close/>
                </a:path>
              </a:pathLst>
            </a:custGeom>
            <a:solidFill>
              <a:srgbClr val="5E5E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" name="object 534"/>
            <p:cNvSpPr/>
            <p:nvPr/>
          </p:nvSpPr>
          <p:spPr>
            <a:xfrm>
              <a:off x="4860290" y="4022089"/>
              <a:ext cx="3765550" cy="367030"/>
            </a:xfrm>
            <a:custGeom>
              <a:avLst/>
              <a:gdLst/>
              <a:ahLst/>
              <a:cxnLst/>
              <a:rect l="l" t="t" r="r" b="b"/>
              <a:pathLst>
                <a:path w="3765550" h="367029">
                  <a:moveTo>
                    <a:pt x="3765550" y="0"/>
                  </a:moveTo>
                  <a:lnTo>
                    <a:pt x="3760470" y="0"/>
                  </a:lnTo>
                  <a:lnTo>
                    <a:pt x="3760470" y="5080"/>
                  </a:lnTo>
                  <a:lnTo>
                    <a:pt x="3760470" y="361950"/>
                  </a:lnTo>
                  <a:lnTo>
                    <a:pt x="5080" y="361950"/>
                  </a:lnTo>
                  <a:lnTo>
                    <a:pt x="5080" y="5080"/>
                  </a:lnTo>
                  <a:lnTo>
                    <a:pt x="3760470" y="5080"/>
                  </a:lnTo>
                  <a:lnTo>
                    <a:pt x="376047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361950"/>
                  </a:lnTo>
                  <a:lnTo>
                    <a:pt x="0" y="367030"/>
                  </a:lnTo>
                  <a:lnTo>
                    <a:pt x="3765550" y="367030"/>
                  </a:lnTo>
                  <a:lnTo>
                    <a:pt x="3765550" y="361950"/>
                  </a:lnTo>
                  <a:lnTo>
                    <a:pt x="3765550" y="5080"/>
                  </a:lnTo>
                  <a:lnTo>
                    <a:pt x="3765550" y="0"/>
                  </a:lnTo>
                  <a:close/>
                </a:path>
              </a:pathLst>
            </a:custGeom>
            <a:solidFill>
              <a:srgbClr val="5F5F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" name="object 535"/>
            <p:cNvSpPr/>
            <p:nvPr/>
          </p:nvSpPr>
          <p:spPr>
            <a:xfrm>
              <a:off x="4865370" y="4027169"/>
              <a:ext cx="3755390" cy="356870"/>
            </a:xfrm>
            <a:custGeom>
              <a:avLst/>
              <a:gdLst/>
              <a:ahLst/>
              <a:cxnLst/>
              <a:rect l="l" t="t" r="r" b="b"/>
              <a:pathLst>
                <a:path w="3755390" h="356870">
                  <a:moveTo>
                    <a:pt x="3755390" y="0"/>
                  </a:moveTo>
                  <a:lnTo>
                    <a:pt x="3749040" y="0"/>
                  </a:lnTo>
                  <a:lnTo>
                    <a:pt x="3749040" y="6350"/>
                  </a:lnTo>
                  <a:lnTo>
                    <a:pt x="3749040" y="350520"/>
                  </a:lnTo>
                  <a:lnTo>
                    <a:pt x="6350" y="350520"/>
                  </a:lnTo>
                  <a:lnTo>
                    <a:pt x="6350" y="6350"/>
                  </a:lnTo>
                  <a:lnTo>
                    <a:pt x="3749040" y="6350"/>
                  </a:lnTo>
                  <a:lnTo>
                    <a:pt x="374904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350520"/>
                  </a:lnTo>
                  <a:lnTo>
                    <a:pt x="0" y="356870"/>
                  </a:lnTo>
                  <a:lnTo>
                    <a:pt x="3755390" y="356870"/>
                  </a:lnTo>
                  <a:lnTo>
                    <a:pt x="3755390" y="350520"/>
                  </a:lnTo>
                  <a:lnTo>
                    <a:pt x="3755390" y="6350"/>
                  </a:lnTo>
                  <a:lnTo>
                    <a:pt x="3755390" y="0"/>
                  </a:lnTo>
                  <a:close/>
                </a:path>
              </a:pathLst>
            </a:custGeom>
            <a:solidFill>
              <a:srgbClr val="6060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" name="object 536"/>
            <p:cNvSpPr/>
            <p:nvPr/>
          </p:nvSpPr>
          <p:spPr>
            <a:xfrm>
              <a:off x="4871720" y="4033519"/>
              <a:ext cx="3742690" cy="344170"/>
            </a:xfrm>
            <a:custGeom>
              <a:avLst/>
              <a:gdLst/>
              <a:ahLst/>
              <a:cxnLst/>
              <a:rect l="l" t="t" r="r" b="b"/>
              <a:pathLst>
                <a:path w="3742690" h="344170">
                  <a:moveTo>
                    <a:pt x="3742690" y="0"/>
                  </a:moveTo>
                  <a:lnTo>
                    <a:pt x="3737610" y="0"/>
                  </a:lnTo>
                  <a:lnTo>
                    <a:pt x="3737610" y="5080"/>
                  </a:lnTo>
                  <a:lnTo>
                    <a:pt x="3737610" y="339090"/>
                  </a:lnTo>
                  <a:lnTo>
                    <a:pt x="5080" y="339090"/>
                  </a:lnTo>
                  <a:lnTo>
                    <a:pt x="5080" y="5080"/>
                  </a:lnTo>
                  <a:lnTo>
                    <a:pt x="3737610" y="5080"/>
                  </a:lnTo>
                  <a:lnTo>
                    <a:pt x="373761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339090"/>
                  </a:lnTo>
                  <a:lnTo>
                    <a:pt x="0" y="344170"/>
                  </a:lnTo>
                  <a:lnTo>
                    <a:pt x="3742690" y="344170"/>
                  </a:lnTo>
                  <a:lnTo>
                    <a:pt x="3742690" y="339090"/>
                  </a:lnTo>
                  <a:lnTo>
                    <a:pt x="3742690" y="5080"/>
                  </a:lnTo>
                  <a:lnTo>
                    <a:pt x="3742690" y="0"/>
                  </a:lnTo>
                  <a:close/>
                </a:path>
              </a:pathLst>
            </a:custGeom>
            <a:solidFill>
              <a:srgbClr val="61616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" name="object 537"/>
            <p:cNvSpPr/>
            <p:nvPr/>
          </p:nvSpPr>
          <p:spPr>
            <a:xfrm>
              <a:off x="4876800" y="4038599"/>
              <a:ext cx="3732529" cy="334010"/>
            </a:xfrm>
            <a:custGeom>
              <a:avLst/>
              <a:gdLst/>
              <a:ahLst/>
              <a:cxnLst/>
              <a:rect l="l" t="t" r="r" b="b"/>
              <a:pathLst>
                <a:path w="3732529" h="334010">
                  <a:moveTo>
                    <a:pt x="3732530" y="0"/>
                  </a:moveTo>
                  <a:lnTo>
                    <a:pt x="3726180" y="0"/>
                  </a:lnTo>
                  <a:lnTo>
                    <a:pt x="3726180" y="6350"/>
                  </a:lnTo>
                  <a:lnTo>
                    <a:pt x="3726180" y="327660"/>
                  </a:lnTo>
                  <a:lnTo>
                    <a:pt x="6350" y="327660"/>
                  </a:lnTo>
                  <a:lnTo>
                    <a:pt x="6350" y="6350"/>
                  </a:lnTo>
                  <a:lnTo>
                    <a:pt x="3726180" y="6350"/>
                  </a:lnTo>
                  <a:lnTo>
                    <a:pt x="372618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327660"/>
                  </a:lnTo>
                  <a:lnTo>
                    <a:pt x="0" y="334010"/>
                  </a:lnTo>
                  <a:lnTo>
                    <a:pt x="3732530" y="334010"/>
                  </a:lnTo>
                  <a:lnTo>
                    <a:pt x="3732530" y="327660"/>
                  </a:lnTo>
                  <a:lnTo>
                    <a:pt x="3732530" y="6350"/>
                  </a:lnTo>
                  <a:lnTo>
                    <a:pt x="3732530" y="0"/>
                  </a:lnTo>
                  <a:close/>
                </a:path>
              </a:pathLst>
            </a:custGeom>
            <a:solidFill>
              <a:srgbClr val="62626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" name="object 538"/>
            <p:cNvSpPr/>
            <p:nvPr/>
          </p:nvSpPr>
          <p:spPr>
            <a:xfrm>
              <a:off x="4883150" y="4044949"/>
              <a:ext cx="3719829" cy="321310"/>
            </a:xfrm>
            <a:custGeom>
              <a:avLst/>
              <a:gdLst/>
              <a:ahLst/>
              <a:cxnLst/>
              <a:rect l="l" t="t" r="r" b="b"/>
              <a:pathLst>
                <a:path w="3719829" h="321310">
                  <a:moveTo>
                    <a:pt x="3719830" y="0"/>
                  </a:moveTo>
                  <a:lnTo>
                    <a:pt x="3714750" y="0"/>
                  </a:lnTo>
                  <a:lnTo>
                    <a:pt x="3714750" y="5080"/>
                  </a:lnTo>
                  <a:lnTo>
                    <a:pt x="3714750" y="316230"/>
                  </a:lnTo>
                  <a:lnTo>
                    <a:pt x="5080" y="316230"/>
                  </a:lnTo>
                  <a:lnTo>
                    <a:pt x="5080" y="5080"/>
                  </a:lnTo>
                  <a:lnTo>
                    <a:pt x="3714750" y="5080"/>
                  </a:lnTo>
                  <a:lnTo>
                    <a:pt x="371475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316230"/>
                  </a:lnTo>
                  <a:lnTo>
                    <a:pt x="0" y="321310"/>
                  </a:lnTo>
                  <a:lnTo>
                    <a:pt x="3719830" y="321310"/>
                  </a:lnTo>
                  <a:lnTo>
                    <a:pt x="3719830" y="316230"/>
                  </a:lnTo>
                  <a:lnTo>
                    <a:pt x="3719830" y="5080"/>
                  </a:lnTo>
                  <a:lnTo>
                    <a:pt x="3719830" y="0"/>
                  </a:lnTo>
                  <a:close/>
                </a:path>
              </a:pathLst>
            </a:custGeom>
            <a:solidFill>
              <a:srgbClr val="6363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" name="object 539"/>
            <p:cNvSpPr/>
            <p:nvPr/>
          </p:nvSpPr>
          <p:spPr>
            <a:xfrm>
              <a:off x="4888230" y="4050029"/>
              <a:ext cx="3709670" cy="311150"/>
            </a:xfrm>
            <a:custGeom>
              <a:avLst/>
              <a:gdLst/>
              <a:ahLst/>
              <a:cxnLst/>
              <a:rect l="l" t="t" r="r" b="b"/>
              <a:pathLst>
                <a:path w="3709670" h="311150">
                  <a:moveTo>
                    <a:pt x="3709670" y="0"/>
                  </a:moveTo>
                  <a:lnTo>
                    <a:pt x="3703320" y="0"/>
                  </a:lnTo>
                  <a:lnTo>
                    <a:pt x="3703320" y="6350"/>
                  </a:lnTo>
                  <a:lnTo>
                    <a:pt x="3703320" y="304800"/>
                  </a:lnTo>
                  <a:lnTo>
                    <a:pt x="6350" y="304800"/>
                  </a:lnTo>
                  <a:lnTo>
                    <a:pt x="6350" y="6350"/>
                  </a:lnTo>
                  <a:lnTo>
                    <a:pt x="3703320" y="6350"/>
                  </a:lnTo>
                  <a:lnTo>
                    <a:pt x="370332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304800"/>
                  </a:lnTo>
                  <a:lnTo>
                    <a:pt x="0" y="311150"/>
                  </a:lnTo>
                  <a:lnTo>
                    <a:pt x="3709670" y="311150"/>
                  </a:lnTo>
                  <a:lnTo>
                    <a:pt x="3709670" y="304800"/>
                  </a:lnTo>
                  <a:lnTo>
                    <a:pt x="3709670" y="6350"/>
                  </a:lnTo>
                  <a:lnTo>
                    <a:pt x="3709670" y="0"/>
                  </a:lnTo>
                  <a:close/>
                </a:path>
              </a:pathLst>
            </a:custGeom>
            <a:solidFill>
              <a:srgbClr val="64646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" name="object 540"/>
            <p:cNvSpPr/>
            <p:nvPr/>
          </p:nvSpPr>
          <p:spPr>
            <a:xfrm>
              <a:off x="4894580" y="4056379"/>
              <a:ext cx="3696970" cy="298450"/>
            </a:xfrm>
            <a:custGeom>
              <a:avLst/>
              <a:gdLst/>
              <a:ahLst/>
              <a:cxnLst/>
              <a:rect l="l" t="t" r="r" b="b"/>
              <a:pathLst>
                <a:path w="3696970" h="298450">
                  <a:moveTo>
                    <a:pt x="3696970" y="0"/>
                  </a:moveTo>
                  <a:lnTo>
                    <a:pt x="3685540" y="0"/>
                  </a:lnTo>
                  <a:lnTo>
                    <a:pt x="3685540" y="11430"/>
                  </a:lnTo>
                  <a:lnTo>
                    <a:pt x="3685540" y="287020"/>
                  </a:lnTo>
                  <a:lnTo>
                    <a:pt x="11430" y="287020"/>
                  </a:lnTo>
                  <a:lnTo>
                    <a:pt x="11430" y="11430"/>
                  </a:lnTo>
                  <a:lnTo>
                    <a:pt x="3685540" y="11430"/>
                  </a:lnTo>
                  <a:lnTo>
                    <a:pt x="368554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293370"/>
                  </a:lnTo>
                  <a:lnTo>
                    <a:pt x="0" y="298450"/>
                  </a:lnTo>
                  <a:lnTo>
                    <a:pt x="3696970" y="298450"/>
                  </a:lnTo>
                  <a:lnTo>
                    <a:pt x="3696970" y="293370"/>
                  </a:lnTo>
                  <a:lnTo>
                    <a:pt x="3696970" y="5080"/>
                  </a:lnTo>
                  <a:lnTo>
                    <a:pt x="3696970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" name="object 541"/>
            <p:cNvSpPr/>
            <p:nvPr/>
          </p:nvSpPr>
          <p:spPr>
            <a:xfrm>
              <a:off x="4906010" y="4067809"/>
              <a:ext cx="3674110" cy="275590"/>
            </a:xfrm>
            <a:custGeom>
              <a:avLst/>
              <a:gdLst/>
              <a:ahLst/>
              <a:cxnLst/>
              <a:rect l="l" t="t" r="r" b="b"/>
              <a:pathLst>
                <a:path w="3674109" h="275589">
                  <a:moveTo>
                    <a:pt x="3674110" y="0"/>
                  </a:moveTo>
                  <a:lnTo>
                    <a:pt x="3669030" y="0"/>
                  </a:lnTo>
                  <a:lnTo>
                    <a:pt x="3669030" y="5080"/>
                  </a:lnTo>
                  <a:lnTo>
                    <a:pt x="3669030" y="269240"/>
                  </a:lnTo>
                  <a:lnTo>
                    <a:pt x="6350" y="269240"/>
                  </a:lnTo>
                  <a:lnTo>
                    <a:pt x="6350" y="5080"/>
                  </a:lnTo>
                  <a:lnTo>
                    <a:pt x="3669030" y="5080"/>
                  </a:lnTo>
                  <a:lnTo>
                    <a:pt x="366903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269240"/>
                  </a:lnTo>
                  <a:lnTo>
                    <a:pt x="0" y="275590"/>
                  </a:lnTo>
                  <a:lnTo>
                    <a:pt x="3674110" y="275590"/>
                  </a:lnTo>
                  <a:lnTo>
                    <a:pt x="3674110" y="269240"/>
                  </a:lnTo>
                  <a:lnTo>
                    <a:pt x="3674110" y="5080"/>
                  </a:lnTo>
                  <a:lnTo>
                    <a:pt x="3674110" y="0"/>
                  </a:lnTo>
                  <a:close/>
                </a:path>
              </a:pathLst>
            </a:custGeom>
            <a:solidFill>
              <a:srgbClr val="6767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" name="object 542"/>
            <p:cNvSpPr/>
            <p:nvPr/>
          </p:nvSpPr>
          <p:spPr>
            <a:xfrm>
              <a:off x="4912360" y="4072889"/>
              <a:ext cx="3662679" cy="264160"/>
            </a:xfrm>
            <a:custGeom>
              <a:avLst/>
              <a:gdLst/>
              <a:ahLst/>
              <a:cxnLst/>
              <a:rect l="l" t="t" r="r" b="b"/>
              <a:pathLst>
                <a:path w="3662679" h="264160">
                  <a:moveTo>
                    <a:pt x="3662680" y="0"/>
                  </a:moveTo>
                  <a:lnTo>
                    <a:pt x="3656330" y="0"/>
                  </a:lnTo>
                  <a:lnTo>
                    <a:pt x="3656330" y="6350"/>
                  </a:lnTo>
                  <a:lnTo>
                    <a:pt x="3656330" y="259080"/>
                  </a:lnTo>
                  <a:lnTo>
                    <a:pt x="5080" y="259080"/>
                  </a:lnTo>
                  <a:lnTo>
                    <a:pt x="5080" y="6350"/>
                  </a:lnTo>
                  <a:lnTo>
                    <a:pt x="3656330" y="6350"/>
                  </a:lnTo>
                  <a:lnTo>
                    <a:pt x="365633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259080"/>
                  </a:lnTo>
                  <a:lnTo>
                    <a:pt x="0" y="264160"/>
                  </a:lnTo>
                  <a:lnTo>
                    <a:pt x="3662680" y="264160"/>
                  </a:lnTo>
                  <a:lnTo>
                    <a:pt x="3662680" y="259080"/>
                  </a:lnTo>
                  <a:lnTo>
                    <a:pt x="3662680" y="6350"/>
                  </a:lnTo>
                  <a:lnTo>
                    <a:pt x="3662680" y="0"/>
                  </a:lnTo>
                  <a:close/>
                </a:path>
              </a:pathLst>
            </a:custGeom>
            <a:solidFill>
              <a:srgbClr val="68686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" name="object 543"/>
            <p:cNvSpPr/>
            <p:nvPr/>
          </p:nvSpPr>
          <p:spPr>
            <a:xfrm>
              <a:off x="4917440" y="4079239"/>
              <a:ext cx="3651250" cy="252729"/>
            </a:xfrm>
            <a:custGeom>
              <a:avLst/>
              <a:gdLst/>
              <a:ahLst/>
              <a:cxnLst/>
              <a:rect l="l" t="t" r="r" b="b"/>
              <a:pathLst>
                <a:path w="3651250" h="252729">
                  <a:moveTo>
                    <a:pt x="3651250" y="0"/>
                  </a:moveTo>
                  <a:lnTo>
                    <a:pt x="3644900" y="0"/>
                  </a:lnTo>
                  <a:lnTo>
                    <a:pt x="3644900" y="5080"/>
                  </a:lnTo>
                  <a:lnTo>
                    <a:pt x="3644900" y="246380"/>
                  </a:lnTo>
                  <a:lnTo>
                    <a:pt x="6350" y="246380"/>
                  </a:lnTo>
                  <a:lnTo>
                    <a:pt x="6350" y="5080"/>
                  </a:lnTo>
                  <a:lnTo>
                    <a:pt x="3644900" y="5080"/>
                  </a:lnTo>
                  <a:lnTo>
                    <a:pt x="364490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246380"/>
                  </a:lnTo>
                  <a:lnTo>
                    <a:pt x="0" y="252730"/>
                  </a:lnTo>
                  <a:lnTo>
                    <a:pt x="3651250" y="252730"/>
                  </a:lnTo>
                  <a:lnTo>
                    <a:pt x="3651250" y="246380"/>
                  </a:lnTo>
                  <a:lnTo>
                    <a:pt x="3651250" y="5080"/>
                  </a:lnTo>
                  <a:lnTo>
                    <a:pt x="3651250" y="0"/>
                  </a:lnTo>
                  <a:close/>
                </a:path>
              </a:pathLst>
            </a:custGeom>
            <a:solidFill>
              <a:srgbClr val="6969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" name="object 544"/>
            <p:cNvSpPr/>
            <p:nvPr/>
          </p:nvSpPr>
          <p:spPr>
            <a:xfrm>
              <a:off x="4923790" y="4084319"/>
              <a:ext cx="3638550" cy="241300"/>
            </a:xfrm>
            <a:custGeom>
              <a:avLst/>
              <a:gdLst/>
              <a:ahLst/>
              <a:cxnLst/>
              <a:rect l="l" t="t" r="r" b="b"/>
              <a:pathLst>
                <a:path w="3638550" h="241300">
                  <a:moveTo>
                    <a:pt x="3638550" y="0"/>
                  </a:moveTo>
                  <a:lnTo>
                    <a:pt x="3633470" y="0"/>
                  </a:lnTo>
                  <a:lnTo>
                    <a:pt x="3633470" y="6350"/>
                  </a:lnTo>
                  <a:lnTo>
                    <a:pt x="3633470" y="236220"/>
                  </a:lnTo>
                  <a:lnTo>
                    <a:pt x="5080" y="236220"/>
                  </a:lnTo>
                  <a:lnTo>
                    <a:pt x="5080" y="6350"/>
                  </a:lnTo>
                  <a:lnTo>
                    <a:pt x="3633470" y="6350"/>
                  </a:lnTo>
                  <a:lnTo>
                    <a:pt x="363347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236220"/>
                  </a:lnTo>
                  <a:lnTo>
                    <a:pt x="0" y="241300"/>
                  </a:lnTo>
                  <a:lnTo>
                    <a:pt x="3638550" y="241300"/>
                  </a:lnTo>
                  <a:lnTo>
                    <a:pt x="3638550" y="236220"/>
                  </a:lnTo>
                  <a:lnTo>
                    <a:pt x="3638550" y="6350"/>
                  </a:lnTo>
                  <a:lnTo>
                    <a:pt x="3638550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" name="object 545"/>
            <p:cNvSpPr/>
            <p:nvPr/>
          </p:nvSpPr>
          <p:spPr>
            <a:xfrm>
              <a:off x="4928870" y="4090669"/>
              <a:ext cx="3628390" cy="229870"/>
            </a:xfrm>
            <a:custGeom>
              <a:avLst/>
              <a:gdLst/>
              <a:ahLst/>
              <a:cxnLst/>
              <a:rect l="l" t="t" r="r" b="b"/>
              <a:pathLst>
                <a:path w="3628390" h="229870">
                  <a:moveTo>
                    <a:pt x="3628390" y="0"/>
                  </a:moveTo>
                  <a:lnTo>
                    <a:pt x="3622040" y="0"/>
                  </a:lnTo>
                  <a:lnTo>
                    <a:pt x="3622040" y="6350"/>
                  </a:lnTo>
                  <a:lnTo>
                    <a:pt x="3622040" y="223520"/>
                  </a:lnTo>
                  <a:lnTo>
                    <a:pt x="6350" y="223520"/>
                  </a:lnTo>
                  <a:lnTo>
                    <a:pt x="6350" y="6350"/>
                  </a:lnTo>
                  <a:lnTo>
                    <a:pt x="3622040" y="6350"/>
                  </a:lnTo>
                  <a:lnTo>
                    <a:pt x="362204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223520"/>
                  </a:lnTo>
                  <a:lnTo>
                    <a:pt x="0" y="229870"/>
                  </a:lnTo>
                  <a:lnTo>
                    <a:pt x="3628390" y="229870"/>
                  </a:lnTo>
                  <a:lnTo>
                    <a:pt x="3628390" y="223520"/>
                  </a:lnTo>
                  <a:lnTo>
                    <a:pt x="3628390" y="6350"/>
                  </a:lnTo>
                  <a:lnTo>
                    <a:pt x="3628390" y="0"/>
                  </a:lnTo>
                  <a:close/>
                </a:path>
              </a:pathLst>
            </a:custGeom>
            <a:solidFill>
              <a:srgbClr val="6B6B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" name="object 546"/>
            <p:cNvSpPr/>
            <p:nvPr/>
          </p:nvSpPr>
          <p:spPr>
            <a:xfrm>
              <a:off x="4935220" y="4097019"/>
              <a:ext cx="3615690" cy="217170"/>
            </a:xfrm>
            <a:custGeom>
              <a:avLst/>
              <a:gdLst/>
              <a:ahLst/>
              <a:cxnLst/>
              <a:rect l="l" t="t" r="r" b="b"/>
              <a:pathLst>
                <a:path w="3615690" h="217170">
                  <a:moveTo>
                    <a:pt x="3615690" y="0"/>
                  </a:moveTo>
                  <a:lnTo>
                    <a:pt x="3610610" y="0"/>
                  </a:lnTo>
                  <a:lnTo>
                    <a:pt x="3610610" y="5080"/>
                  </a:lnTo>
                  <a:lnTo>
                    <a:pt x="3610610" y="212090"/>
                  </a:lnTo>
                  <a:lnTo>
                    <a:pt x="5080" y="212090"/>
                  </a:lnTo>
                  <a:lnTo>
                    <a:pt x="5080" y="5080"/>
                  </a:lnTo>
                  <a:lnTo>
                    <a:pt x="3610610" y="5080"/>
                  </a:lnTo>
                  <a:lnTo>
                    <a:pt x="361061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212090"/>
                  </a:lnTo>
                  <a:lnTo>
                    <a:pt x="0" y="217170"/>
                  </a:lnTo>
                  <a:lnTo>
                    <a:pt x="3615690" y="217170"/>
                  </a:lnTo>
                  <a:lnTo>
                    <a:pt x="3615690" y="212090"/>
                  </a:lnTo>
                  <a:lnTo>
                    <a:pt x="3615690" y="5080"/>
                  </a:lnTo>
                  <a:lnTo>
                    <a:pt x="3615690" y="0"/>
                  </a:lnTo>
                  <a:close/>
                </a:path>
              </a:pathLst>
            </a:custGeom>
            <a:solidFill>
              <a:srgbClr val="6C6C6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" name="object 547"/>
            <p:cNvSpPr/>
            <p:nvPr/>
          </p:nvSpPr>
          <p:spPr>
            <a:xfrm>
              <a:off x="4940300" y="4102099"/>
              <a:ext cx="3605529" cy="207010"/>
            </a:xfrm>
            <a:custGeom>
              <a:avLst/>
              <a:gdLst/>
              <a:ahLst/>
              <a:cxnLst/>
              <a:rect l="l" t="t" r="r" b="b"/>
              <a:pathLst>
                <a:path w="3605529" h="207010">
                  <a:moveTo>
                    <a:pt x="3605530" y="0"/>
                  </a:moveTo>
                  <a:lnTo>
                    <a:pt x="3599180" y="0"/>
                  </a:lnTo>
                  <a:lnTo>
                    <a:pt x="3599180" y="6350"/>
                  </a:lnTo>
                  <a:lnTo>
                    <a:pt x="3599180" y="200660"/>
                  </a:lnTo>
                  <a:lnTo>
                    <a:pt x="6350" y="200660"/>
                  </a:lnTo>
                  <a:lnTo>
                    <a:pt x="6350" y="6350"/>
                  </a:lnTo>
                  <a:lnTo>
                    <a:pt x="3599180" y="6350"/>
                  </a:lnTo>
                  <a:lnTo>
                    <a:pt x="359918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200660"/>
                  </a:lnTo>
                  <a:lnTo>
                    <a:pt x="0" y="207010"/>
                  </a:lnTo>
                  <a:lnTo>
                    <a:pt x="3605530" y="207010"/>
                  </a:lnTo>
                  <a:lnTo>
                    <a:pt x="3605530" y="200660"/>
                  </a:lnTo>
                  <a:lnTo>
                    <a:pt x="3605530" y="6350"/>
                  </a:lnTo>
                  <a:lnTo>
                    <a:pt x="3605530" y="0"/>
                  </a:lnTo>
                  <a:close/>
                </a:path>
              </a:pathLst>
            </a:custGeom>
            <a:solidFill>
              <a:srgbClr val="6D6D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" name="object 548"/>
            <p:cNvSpPr/>
            <p:nvPr/>
          </p:nvSpPr>
          <p:spPr>
            <a:xfrm>
              <a:off x="4946650" y="4108449"/>
              <a:ext cx="3592829" cy="194310"/>
            </a:xfrm>
            <a:custGeom>
              <a:avLst/>
              <a:gdLst/>
              <a:ahLst/>
              <a:cxnLst/>
              <a:rect l="l" t="t" r="r" b="b"/>
              <a:pathLst>
                <a:path w="3592829" h="194310">
                  <a:moveTo>
                    <a:pt x="3592830" y="0"/>
                  </a:moveTo>
                  <a:lnTo>
                    <a:pt x="3587750" y="0"/>
                  </a:lnTo>
                  <a:lnTo>
                    <a:pt x="3587750" y="5080"/>
                  </a:lnTo>
                  <a:lnTo>
                    <a:pt x="3587750" y="189230"/>
                  </a:lnTo>
                  <a:lnTo>
                    <a:pt x="5080" y="189230"/>
                  </a:lnTo>
                  <a:lnTo>
                    <a:pt x="5080" y="5080"/>
                  </a:lnTo>
                  <a:lnTo>
                    <a:pt x="3587750" y="5080"/>
                  </a:lnTo>
                  <a:lnTo>
                    <a:pt x="358775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189230"/>
                  </a:lnTo>
                  <a:lnTo>
                    <a:pt x="0" y="194310"/>
                  </a:lnTo>
                  <a:lnTo>
                    <a:pt x="3592830" y="194310"/>
                  </a:lnTo>
                  <a:lnTo>
                    <a:pt x="3592830" y="189230"/>
                  </a:lnTo>
                  <a:lnTo>
                    <a:pt x="3592830" y="5080"/>
                  </a:lnTo>
                  <a:lnTo>
                    <a:pt x="3592830" y="0"/>
                  </a:lnTo>
                  <a:close/>
                </a:path>
              </a:pathLst>
            </a:custGeom>
            <a:solidFill>
              <a:srgbClr val="6E6E6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" name="object 549"/>
            <p:cNvSpPr/>
            <p:nvPr/>
          </p:nvSpPr>
          <p:spPr>
            <a:xfrm>
              <a:off x="4951730" y="4113529"/>
              <a:ext cx="3582670" cy="184150"/>
            </a:xfrm>
            <a:custGeom>
              <a:avLst/>
              <a:gdLst/>
              <a:ahLst/>
              <a:cxnLst/>
              <a:rect l="l" t="t" r="r" b="b"/>
              <a:pathLst>
                <a:path w="3582670" h="184150">
                  <a:moveTo>
                    <a:pt x="3582670" y="0"/>
                  </a:moveTo>
                  <a:lnTo>
                    <a:pt x="3576320" y="0"/>
                  </a:lnTo>
                  <a:lnTo>
                    <a:pt x="3576320" y="6350"/>
                  </a:lnTo>
                  <a:lnTo>
                    <a:pt x="3576320" y="177800"/>
                  </a:lnTo>
                  <a:lnTo>
                    <a:pt x="6350" y="177800"/>
                  </a:lnTo>
                  <a:lnTo>
                    <a:pt x="6350" y="6350"/>
                  </a:lnTo>
                  <a:lnTo>
                    <a:pt x="3576320" y="6350"/>
                  </a:lnTo>
                  <a:lnTo>
                    <a:pt x="357632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177800"/>
                  </a:lnTo>
                  <a:lnTo>
                    <a:pt x="0" y="184150"/>
                  </a:lnTo>
                  <a:lnTo>
                    <a:pt x="3582670" y="184150"/>
                  </a:lnTo>
                  <a:lnTo>
                    <a:pt x="3582670" y="177800"/>
                  </a:lnTo>
                  <a:lnTo>
                    <a:pt x="3582670" y="6350"/>
                  </a:lnTo>
                  <a:lnTo>
                    <a:pt x="3582670" y="0"/>
                  </a:lnTo>
                  <a:close/>
                </a:path>
              </a:pathLst>
            </a:custGeom>
            <a:solidFill>
              <a:srgbClr val="6F6F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" name="object 550"/>
            <p:cNvSpPr/>
            <p:nvPr/>
          </p:nvSpPr>
          <p:spPr>
            <a:xfrm>
              <a:off x="4958080" y="4119879"/>
              <a:ext cx="3569970" cy="171450"/>
            </a:xfrm>
            <a:custGeom>
              <a:avLst/>
              <a:gdLst/>
              <a:ahLst/>
              <a:cxnLst/>
              <a:rect l="l" t="t" r="r" b="b"/>
              <a:pathLst>
                <a:path w="3569970" h="171450">
                  <a:moveTo>
                    <a:pt x="3569970" y="0"/>
                  </a:moveTo>
                  <a:lnTo>
                    <a:pt x="3564890" y="0"/>
                  </a:lnTo>
                  <a:lnTo>
                    <a:pt x="3564890" y="5080"/>
                  </a:lnTo>
                  <a:lnTo>
                    <a:pt x="3564890" y="166370"/>
                  </a:lnTo>
                  <a:lnTo>
                    <a:pt x="5080" y="166370"/>
                  </a:lnTo>
                  <a:lnTo>
                    <a:pt x="5080" y="5080"/>
                  </a:lnTo>
                  <a:lnTo>
                    <a:pt x="3564890" y="5080"/>
                  </a:lnTo>
                  <a:lnTo>
                    <a:pt x="356489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166370"/>
                  </a:lnTo>
                  <a:lnTo>
                    <a:pt x="0" y="171450"/>
                  </a:lnTo>
                  <a:lnTo>
                    <a:pt x="3569970" y="171450"/>
                  </a:lnTo>
                  <a:lnTo>
                    <a:pt x="3569970" y="166370"/>
                  </a:lnTo>
                  <a:lnTo>
                    <a:pt x="3569970" y="5080"/>
                  </a:lnTo>
                  <a:lnTo>
                    <a:pt x="3569970" y="0"/>
                  </a:lnTo>
                  <a:close/>
                </a:path>
              </a:pathLst>
            </a:custGeom>
            <a:solidFill>
              <a:srgbClr val="70707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" name="object 551"/>
            <p:cNvSpPr/>
            <p:nvPr/>
          </p:nvSpPr>
          <p:spPr>
            <a:xfrm>
              <a:off x="4963160" y="4124959"/>
              <a:ext cx="3559810" cy="161290"/>
            </a:xfrm>
            <a:custGeom>
              <a:avLst/>
              <a:gdLst/>
              <a:ahLst/>
              <a:cxnLst/>
              <a:rect l="l" t="t" r="r" b="b"/>
              <a:pathLst>
                <a:path w="3559809" h="161289">
                  <a:moveTo>
                    <a:pt x="3559810" y="0"/>
                  </a:moveTo>
                  <a:lnTo>
                    <a:pt x="3553460" y="0"/>
                  </a:lnTo>
                  <a:lnTo>
                    <a:pt x="3553460" y="6350"/>
                  </a:lnTo>
                  <a:lnTo>
                    <a:pt x="3553460" y="154940"/>
                  </a:lnTo>
                  <a:lnTo>
                    <a:pt x="6350" y="154940"/>
                  </a:lnTo>
                  <a:lnTo>
                    <a:pt x="6350" y="6350"/>
                  </a:lnTo>
                  <a:lnTo>
                    <a:pt x="3553460" y="6350"/>
                  </a:lnTo>
                  <a:lnTo>
                    <a:pt x="355346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154940"/>
                  </a:lnTo>
                  <a:lnTo>
                    <a:pt x="0" y="161290"/>
                  </a:lnTo>
                  <a:lnTo>
                    <a:pt x="3559810" y="161290"/>
                  </a:lnTo>
                  <a:lnTo>
                    <a:pt x="3559810" y="154940"/>
                  </a:lnTo>
                  <a:lnTo>
                    <a:pt x="3559810" y="6350"/>
                  </a:lnTo>
                  <a:lnTo>
                    <a:pt x="3559810" y="0"/>
                  </a:lnTo>
                  <a:close/>
                </a:path>
              </a:pathLst>
            </a:custGeom>
            <a:solidFill>
              <a:srgbClr val="7171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" name="object 552"/>
            <p:cNvSpPr/>
            <p:nvPr/>
          </p:nvSpPr>
          <p:spPr>
            <a:xfrm>
              <a:off x="4969510" y="4131309"/>
              <a:ext cx="3547110" cy="148590"/>
            </a:xfrm>
            <a:custGeom>
              <a:avLst/>
              <a:gdLst/>
              <a:ahLst/>
              <a:cxnLst/>
              <a:rect l="l" t="t" r="r" b="b"/>
              <a:pathLst>
                <a:path w="3547109" h="148589">
                  <a:moveTo>
                    <a:pt x="3547110" y="0"/>
                  </a:moveTo>
                  <a:lnTo>
                    <a:pt x="3542030" y="0"/>
                  </a:lnTo>
                  <a:lnTo>
                    <a:pt x="3542030" y="5080"/>
                  </a:lnTo>
                  <a:lnTo>
                    <a:pt x="3542030" y="143510"/>
                  </a:lnTo>
                  <a:lnTo>
                    <a:pt x="5080" y="143510"/>
                  </a:lnTo>
                  <a:lnTo>
                    <a:pt x="5080" y="5080"/>
                  </a:lnTo>
                  <a:lnTo>
                    <a:pt x="3542030" y="5080"/>
                  </a:lnTo>
                  <a:lnTo>
                    <a:pt x="354203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143510"/>
                  </a:lnTo>
                  <a:lnTo>
                    <a:pt x="0" y="148590"/>
                  </a:lnTo>
                  <a:lnTo>
                    <a:pt x="3547110" y="148590"/>
                  </a:lnTo>
                  <a:lnTo>
                    <a:pt x="3547110" y="143510"/>
                  </a:lnTo>
                  <a:lnTo>
                    <a:pt x="3547110" y="5080"/>
                  </a:lnTo>
                  <a:lnTo>
                    <a:pt x="3547110" y="0"/>
                  </a:lnTo>
                  <a:close/>
                </a:path>
              </a:pathLst>
            </a:custGeom>
            <a:solidFill>
              <a:srgbClr val="7272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" name="object 553"/>
            <p:cNvSpPr/>
            <p:nvPr/>
          </p:nvSpPr>
          <p:spPr>
            <a:xfrm>
              <a:off x="4974590" y="4136389"/>
              <a:ext cx="3536950" cy="138430"/>
            </a:xfrm>
            <a:custGeom>
              <a:avLst/>
              <a:gdLst/>
              <a:ahLst/>
              <a:cxnLst/>
              <a:rect l="l" t="t" r="r" b="b"/>
              <a:pathLst>
                <a:path w="3536950" h="138429">
                  <a:moveTo>
                    <a:pt x="3536950" y="0"/>
                  </a:moveTo>
                  <a:lnTo>
                    <a:pt x="3530600" y="0"/>
                  </a:lnTo>
                  <a:lnTo>
                    <a:pt x="3530600" y="6350"/>
                  </a:lnTo>
                  <a:lnTo>
                    <a:pt x="3530600" y="132080"/>
                  </a:lnTo>
                  <a:lnTo>
                    <a:pt x="6350" y="132080"/>
                  </a:lnTo>
                  <a:lnTo>
                    <a:pt x="6350" y="6350"/>
                  </a:lnTo>
                  <a:lnTo>
                    <a:pt x="3530600" y="6350"/>
                  </a:lnTo>
                  <a:lnTo>
                    <a:pt x="353060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132080"/>
                  </a:lnTo>
                  <a:lnTo>
                    <a:pt x="0" y="138430"/>
                  </a:lnTo>
                  <a:lnTo>
                    <a:pt x="3536950" y="138430"/>
                  </a:lnTo>
                  <a:lnTo>
                    <a:pt x="3536950" y="132080"/>
                  </a:lnTo>
                  <a:lnTo>
                    <a:pt x="3536950" y="6350"/>
                  </a:lnTo>
                  <a:lnTo>
                    <a:pt x="3536950" y="0"/>
                  </a:lnTo>
                  <a:close/>
                </a:path>
              </a:pathLst>
            </a:custGeom>
            <a:solidFill>
              <a:srgbClr val="7373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" name="object 554"/>
            <p:cNvSpPr/>
            <p:nvPr/>
          </p:nvSpPr>
          <p:spPr>
            <a:xfrm>
              <a:off x="4980940" y="4142739"/>
              <a:ext cx="3524250" cy="125730"/>
            </a:xfrm>
            <a:custGeom>
              <a:avLst/>
              <a:gdLst/>
              <a:ahLst/>
              <a:cxnLst/>
              <a:rect l="l" t="t" r="r" b="b"/>
              <a:pathLst>
                <a:path w="3524250" h="125729">
                  <a:moveTo>
                    <a:pt x="3524250" y="0"/>
                  </a:moveTo>
                  <a:lnTo>
                    <a:pt x="3519170" y="0"/>
                  </a:lnTo>
                  <a:lnTo>
                    <a:pt x="3519170" y="5080"/>
                  </a:lnTo>
                  <a:lnTo>
                    <a:pt x="3519170" y="120650"/>
                  </a:lnTo>
                  <a:lnTo>
                    <a:pt x="6350" y="120650"/>
                  </a:lnTo>
                  <a:lnTo>
                    <a:pt x="6350" y="5080"/>
                  </a:lnTo>
                  <a:lnTo>
                    <a:pt x="3519170" y="5080"/>
                  </a:lnTo>
                  <a:lnTo>
                    <a:pt x="351917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120650"/>
                  </a:lnTo>
                  <a:lnTo>
                    <a:pt x="0" y="125730"/>
                  </a:lnTo>
                  <a:lnTo>
                    <a:pt x="3524250" y="125730"/>
                  </a:lnTo>
                  <a:lnTo>
                    <a:pt x="3524250" y="120650"/>
                  </a:lnTo>
                  <a:lnTo>
                    <a:pt x="3524250" y="5080"/>
                  </a:lnTo>
                  <a:lnTo>
                    <a:pt x="3524250" y="0"/>
                  </a:lnTo>
                  <a:close/>
                </a:path>
              </a:pathLst>
            </a:custGeom>
            <a:solidFill>
              <a:srgbClr val="7474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" name="object 555"/>
            <p:cNvSpPr/>
            <p:nvPr/>
          </p:nvSpPr>
          <p:spPr>
            <a:xfrm>
              <a:off x="4987290" y="4147819"/>
              <a:ext cx="3512820" cy="115570"/>
            </a:xfrm>
            <a:custGeom>
              <a:avLst/>
              <a:gdLst/>
              <a:ahLst/>
              <a:cxnLst/>
              <a:rect l="l" t="t" r="r" b="b"/>
              <a:pathLst>
                <a:path w="3512820" h="115570">
                  <a:moveTo>
                    <a:pt x="3512820" y="0"/>
                  </a:moveTo>
                  <a:lnTo>
                    <a:pt x="3506470" y="0"/>
                  </a:lnTo>
                  <a:lnTo>
                    <a:pt x="3506470" y="6350"/>
                  </a:lnTo>
                  <a:lnTo>
                    <a:pt x="3506470" y="109220"/>
                  </a:lnTo>
                  <a:lnTo>
                    <a:pt x="5080" y="109220"/>
                  </a:lnTo>
                  <a:lnTo>
                    <a:pt x="5080" y="6350"/>
                  </a:lnTo>
                  <a:lnTo>
                    <a:pt x="3506470" y="6350"/>
                  </a:lnTo>
                  <a:lnTo>
                    <a:pt x="350647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109220"/>
                  </a:lnTo>
                  <a:lnTo>
                    <a:pt x="0" y="115570"/>
                  </a:lnTo>
                  <a:lnTo>
                    <a:pt x="3512820" y="115570"/>
                  </a:lnTo>
                  <a:lnTo>
                    <a:pt x="3512820" y="109220"/>
                  </a:lnTo>
                  <a:lnTo>
                    <a:pt x="3512820" y="6350"/>
                  </a:lnTo>
                  <a:lnTo>
                    <a:pt x="3512820" y="0"/>
                  </a:lnTo>
                  <a:close/>
                </a:path>
              </a:pathLst>
            </a:custGeom>
            <a:solidFill>
              <a:srgbClr val="7575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" name="object 556"/>
            <p:cNvSpPr/>
            <p:nvPr/>
          </p:nvSpPr>
          <p:spPr>
            <a:xfrm>
              <a:off x="4992370" y="4154169"/>
              <a:ext cx="3501390" cy="102870"/>
            </a:xfrm>
            <a:custGeom>
              <a:avLst/>
              <a:gdLst/>
              <a:ahLst/>
              <a:cxnLst/>
              <a:rect l="l" t="t" r="r" b="b"/>
              <a:pathLst>
                <a:path w="3501390" h="102870">
                  <a:moveTo>
                    <a:pt x="3501390" y="0"/>
                  </a:moveTo>
                  <a:lnTo>
                    <a:pt x="3496310" y="0"/>
                  </a:lnTo>
                  <a:lnTo>
                    <a:pt x="3496310" y="5080"/>
                  </a:lnTo>
                  <a:lnTo>
                    <a:pt x="3496310" y="96520"/>
                  </a:lnTo>
                  <a:lnTo>
                    <a:pt x="6350" y="96520"/>
                  </a:lnTo>
                  <a:lnTo>
                    <a:pt x="6350" y="5080"/>
                  </a:lnTo>
                  <a:lnTo>
                    <a:pt x="3496310" y="5080"/>
                  </a:lnTo>
                  <a:lnTo>
                    <a:pt x="349631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96520"/>
                  </a:lnTo>
                  <a:lnTo>
                    <a:pt x="0" y="102870"/>
                  </a:lnTo>
                  <a:lnTo>
                    <a:pt x="3501390" y="102870"/>
                  </a:lnTo>
                  <a:lnTo>
                    <a:pt x="3501390" y="96520"/>
                  </a:lnTo>
                  <a:lnTo>
                    <a:pt x="3501390" y="5080"/>
                  </a:lnTo>
                  <a:lnTo>
                    <a:pt x="3501390" y="0"/>
                  </a:lnTo>
                  <a:close/>
                </a:path>
              </a:pathLst>
            </a:custGeom>
            <a:solidFill>
              <a:srgbClr val="7676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" name="object 557"/>
            <p:cNvSpPr/>
            <p:nvPr/>
          </p:nvSpPr>
          <p:spPr>
            <a:xfrm>
              <a:off x="4998720" y="4159249"/>
              <a:ext cx="3489960" cy="91440"/>
            </a:xfrm>
            <a:custGeom>
              <a:avLst/>
              <a:gdLst/>
              <a:ahLst/>
              <a:cxnLst/>
              <a:rect l="l" t="t" r="r" b="b"/>
              <a:pathLst>
                <a:path w="3489959" h="91439">
                  <a:moveTo>
                    <a:pt x="3489960" y="0"/>
                  </a:moveTo>
                  <a:lnTo>
                    <a:pt x="3483610" y="0"/>
                  </a:lnTo>
                  <a:lnTo>
                    <a:pt x="3483610" y="6350"/>
                  </a:lnTo>
                  <a:lnTo>
                    <a:pt x="3483610" y="86360"/>
                  </a:lnTo>
                  <a:lnTo>
                    <a:pt x="5080" y="86360"/>
                  </a:lnTo>
                  <a:lnTo>
                    <a:pt x="5080" y="6350"/>
                  </a:lnTo>
                  <a:lnTo>
                    <a:pt x="3483610" y="6350"/>
                  </a:lnTo>
                  <a:lnTo>
                    <a:pt x="348361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86360"/>
                  </a:lnTo>
                  <a:lnTo>
                    <a:pt x="0" y="91440"/>
                  </a:lnTo>
                  <a:lnTo>
                    <a:pt x="3489960" y="91440"/>
                  </a:lnTo>
                  <a:lnTo>
                    <a:pt x="3489960" y="86360"/>
                  </a:lnTo>
                  <a:lnTo>
                    <a:pt x="3489960" y="6350"/>
                  </a:lnTo>
                  <a:lnTo>
                    <a:pt x="3489960" y="0"/>
                  </a:lnTo>
                  <a:close/>
                </a:path>
              </a:pathLst>
            </a:custGeom>
            <a:solidFill>
              <a:srgbClr val="7777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" name="object 558"/>
            <p:cNvSpPr/>
            <p:nvPr/>
          </p:nvSpPr>
          <p:spPr>
            <a:xfrm>
              <a:off x="5003800" y="4165599"/>
              <a:ext cx="3478529" cy="80010"/>
            </a:xfrm>
            <a:custGeom>
              <a:avLst/>
              <a:gdLst/>
              <a:ahLst/>
              <a:cxnLst/>
              <a:rect l="l" t="t" r="r" b="b"/>
              <a:pathLst>
                <a:path w="3478529" h="80010">
                  <a:moveTo>
                    <a:pt x="3478530" y="0"/>
                  </a:moveTo>
                  <a:lnTo>
                    <a:pt x="3472180" y="0"/>
                  </a:lnTo>
                  <a:lnTo>
                    <a:pt x="3472180" y="6350"/>
                  </a:lnTo>
                  <a:lnTo>
                    <a:pt x="3472180" y="73660"/>
                  </a:lnTo>
                  <a:lnTo>
                    <a:pt x="6350" y="73660"/>
                  </a:lnTo>
                  <a:lnTo>
                    <a:pt x="6350" y="6350"/>
                  </a:lnTo>
                  <a:lnTo>
                    <a:pt x="3472180" y="6350"/>
                  </a:lnTo>
                  <a:lnTo>
                    <a:pt x="347218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73660"/>
                  </a:lnTo>
                  <a:lnTo>
                    <a:pt x="0" y="80010"/>
                  </a:lnTo>
                  <a:lnTo>
                    <a:pt x="3478530" y="80010"/>
                  </a:lnTo>
                  <a:lnTo>
                    <a:pt x="3478530" y="73660"/>
                  </a:lnTo>
                  <a:lnTo>
                    <a:pt x="3478530" y="6350"/>
                  </a:lnTo>
                  <a:lnTo>
                    <a:pt x="3478530" y="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" name="object 559"/>
            <p:cNvSpPr/>
            <p:nvPr/>
          </p:nvSpPr>
          <p:spPr>
            <a:xfrm>
              <a:off x="5010150" y="4171949"/>
              <a:ext cx="3465829" cy="67310"/>
            </a:xfrm>
            <a:custGeom>
              <a:avLst/>
              <a:gdLst/>
              <a:ahLst/>
              <a:cxnLst/>
              <a:rect l="l" t="t" r="r" b="b"/>
              <a:pathLst>
                <a:path w="3465829" h="67310">
                  <a:moveTo>
                    <a:pt x="3465830" y="0"/>
                  </a:moveTo>
                  <a:lnTo>
                    <a:pt x="3460750" y="0"/>
                  </a:lnTo>
                  <a:lnTo>
                    <a:pt x="3460750" y="5080"/>
                  </a:lnTo>
                  <a:lnTo>
                    <a:pt x="3460750" y="62230"/>
                  </a:lnTo>
                  <a:lnTo>
                    <a:pt x="5080" y="62230"/>
                  </a:lnTo>
                  <a:lnTo>
                    <a:pt x="5080" y="5080"/>
                  </a:lnTo>
                  <a:lnTo>
                    <a:pt x="3460750" y="5080"/>
                  </a:lnTo>
                  <a:lnTo>
                    <a:pt x="346075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62230"/>
                  </a:lnTo>
                  <a:lnTo>
                    <a:pt x="0" y="67310"/>
                  </a:lnTo>
                  <a:lnTo>
                    <a:pt x="3465830" y="67310"/>
                  </a:lnTo>
                  <a:lnTo>
                    <a:pt x="3465830" y="62230"/>
                  </a:lnTo>
                  <a:lnTo>
                    <a:pt x="3465830" y="5080"/>
                  </a:lnTo>
                  <a:lnTo>
                    <a:pt x="3465830" y="0"/>
                  </a:lnTo>
                  <a:close/>
                </a:path>
              </a:pathLst>
            </a:custGeom>
            <a:solidFill>
              <a:srgbClr val="7979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" name="object 560"/>
            <p:cNvSpPr/>
            <p:nvPr/>
          </p:nvSpPr>
          <p:spPr>
            <a:xfrm>
              <a:off x="5015230" y="4177029"/>
              <a:ext cx="3455670" cy="57150"/>
            </a:xfrm>
            <a:custGeom>
              <a:avLst/>
              <a:gdLst/>
              <a:ahLst/>
              <a:cxnLst/>
              <a:rect l="l" t="t" r="r" b="b"/>
              <a:pathLst>
                <a:path w="3455670" h="57150">
                  <a:moveTo>
                    <a:pt x="3455670" y="0"/>
                  </a:moveTo>
                  <a:lnTo>
                    <a:pt x="3449320" y="0"/>
                  </a:lnTo>
                  <a:lnTo>
                    <a:pt x="3449320" y="6350"/>
                  </a:lnTo>
                  <a:lnTo>
                    <a:pt x="3449320" y="50800"/>
                  </a:lnTo>
                  <a:lnTo>
                    <a:pt x="6350" y="50800"/>
                  </a:lnTo>
                  <a:lnTo>
                    <a:pt x="6350" y="6350"/>
                  </a:lnTo>
                  <a:lnTo>
                    <a:pt x="3449320" y="6350"/>
                  </a:lnTo>
                  <a:lnTo>
                    <a:pt x="344932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50800"/>
                  </a:lnTo>
                  <a:lnTo>
                    <a:pt x="0" y="57150"/>
                  </a:lnTo>
                  <a:lnTo>
                    <a:pt x="3455670" y="57150"/>
                  </a:lnTo>
                  <a:lnTo>
                    <a:pt x="3455670" y="50800"/>
                  </a:lnTo>
                  <a:lnTo>
                    <a:pt x="3455670" y="6350"/>
                  </a:lnTo>
                  <a:lnTo>
                    <a:pt x="3455670" y="0"/>
                  </a:lnTo>
                  <a:close/>
                </a:path>
              </a:pathLst>
            </a:custGeom>
            <a:solidFill>
              <a:srgbClr val="7A7A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" name="object 561"/>
            <p:cNvSpPr/>
            <p:nvPr/>
          </p:nvSpPr>
          <p:spPr>
            <a:xfrm>
              <a:off x="5021580" y="4183379"/>
              <a:ext cx="3442970" cy="44450"/>
            </a:xfrm>
            <a:custGeom>
              <a:avLst/>
              <a:gdLst/>
              <a:ahLst/>
              <a:cxnLst/>
              <a:rect l="l" t="t" r="r" b="b"/>
              <a:pathLst>
                <a:path w="3442970" h="44450">
                  <a:moveTo>
                    <a:pt x="3442970" y="0"/>
                  </a:moveTo>
                  <a:lnTo>
                    <a:pt x="3437890" y="0"/>
                  </a:lnTo>
                  <a:lnTo>
                    <a:pt x="3437890" y="5080"/>
                  </a:lnTo>
                  <a:lnTo>
                    <a:pt x="3437890" y="39370"/>
                  </a:lnTo>
                  <a:lnTo>
                    <a:pt x="5080" y="39370"/>
                  </a:lnTo>
                  <a:lnTo>
                    <a:pt x="5080" y="5080"/>
                  </a:lnTo>
                  <a:lnTo>
                    <a:pt x="3437890" y="5080"/>
                  </a:lnTo>
                  <a:lnTo>
                    <a:pt x="343789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39370"/>
                  </a:lnTo>
                  <a:lnTo>
                    <a:pt x="0" y="44450"/>
                  </a:lnTo>
                  <a:lnTo>
                    <a:pt x="3442970" y="44450"/>
                  </a:lnTo>
                  <a:lnTo>
                    <a:pt x="3442970" y="39370"/>
                  </a:lnTo>
                  <a:lnTo>
                    <a:pt x="3442970" y="5080"/>
                  </a:lnTo>
                  <a:lnTo>
                    <a:pt x="3442970" y="0"/>
                  </a:lnTo>
                  <a:close/>
                </a:path>
              </a:pathLst>
            </a:custGeom>
            <a:solidFill>
              <a:srgbClr val="7B7B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" name="object 562"/>
            <p:cNvSpPr/>
            <p:nvPr/>
          </p:nvSpPr>
          <p:spPr>
            <a:xfrm>
              <a:off x="5026660" y="4188459"/>
              <a:ext cx="3432810" cy="34290"/>
            </a:xfrm>
            <a:custGeom>
              <a:avLst/>
              <a:gdLst/>
              <a:ahLst/>
              <a:cxnLst/>
              <a:rect l="l" t="t" r="r" b="b"/>
              <a:pathLst>
                <a:path w="3432809" h="34289">
                  <a:moveTo>
                    <a:pt x="3432810" y="0"/>
                  </a:moveTo>
                  <a:lnTo>
                    <a:pt x="3426460" y="0"/>
                  </a:lnTo>
                  <a:lnTo>
                    <a:pt x="3426460" y="6350"/>
                  </a:lnTo>
                  <a:lnTo>
                    <a:pt x="3426460" y="27940"/>
                  </a:lnTo>
                  <a:lnTo>
                    <a:pt x="6350" y="27940"/>
                  </a:lnTo>
                  <a:lnTo>
                    <a:pt x="6350" y="6350"/>
                  </a:lnTo>
                  <a:lnTo>
                    <a:pt x="3426460" y="6350"/>
                  </a:lnTo>
                  <a:lnTo>
                    <a:pt x="342646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27940"/>
                  </a:lnTo>
                  <a:lnTo>
                    <a:pt x="0" y="34290"/>
                  </a:lnTo>
                  <a:lnTo>
                    <a:pt x="3432810" y="34290"/>
                  </a:lnTo>
                  <a:lnTo>
                    <a:pt x="3432810" y="27940"/>
                  </a:lnTo>
                  <a:lnTo>
                    <a:pt x="3432810" y="6350"/>
                  </a:lnTo>
                  <a:lnTo>
                    <a:pt x="3432810" y="0"/>
                  </a:lnTo>
                  <a:close/>
                </a:path>
              </a:pathLst>
            </a:custGeom>
            <a:solidFill>
              <a:srgbClr val="7C7C7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" name="object 563"/>
            <p:cNvSpPr/>
            <p:nvPr/>
          </p:nvSpPr>
          <p:spPr>
            <a:xfrm>
              <a:off x="5033010" y="4194809"/>
              <a:ext cx="3420110" cy="21590"/>
            </a:xfrm>
            <a:custGeom>
              <a:avLst/>
              <a:gdLst/>
              <a:ahLst/>
              <a:cxnLst/>
              <a:rect l="l" t="t" r="r" b="b"/>
              <a:pathLst>
                <a:path w="3420109" h="21589">
                  <a:moveTo>
                    <a:pt x="3420110" y="0"/>
                  </a:moveTo>
                  <a:lnTo>
                    <a:pt x="3415030" y="0"/>
                  </a:lnTo>
                  <a:lnTo>
                    <a:pt x="3415030" y="5080"/>
                  </a:lnTo>
                  <a:lnTo>
                    <a:pt x="3415030" y="16510"/>
                  </a:lnTo>
                  <a:lnTo>
                    <a:pt x="5080" y="16510"/>
                  </a:lnTo>
                  <a:lnTo>
                    <a:pt x="5080" y="5080"/>
                  </a:lnTo>
                  <a:lnTo>
                    <a:pt x="3415030" y="5080"/>
                  </a:lnTo>
                  <a:lnTo>
                    <a:pt x="341503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16510"/>
                  </a:lnTo>
                  <a:lnTo>
                    <a:pt x="0" y="21590"/>
                  </a:lnTo>
                  <a:lnTo>
                    <a:pt x="3420110" y="21590"/>
                  </a:lnTo>
                  <a:lnTo>
                    <a:pt x="3420110" y="16510"/>
                  </a:lnTo>
                  <a:lnTo>
                    <a:pt x="3420110" y="5080"/>
                  </a:lnTo>
                  <a:lnTo>
                    <a:pt x="3420110" y="0"/>
                  </a:lnTo>
                  <a:close/>
                </a:path>
              </a:pathLst>
            </a:custGeom>
            <a:solidFill>
              <a:srgbClr val="7D7D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" name="object 564"/>
            <p:cNvSpPr/>
            <p:nvPr/>
          </p:nvSpPr>
          <p:spPr>
            <a:xfrm>
              <a:off x="5038090" y="4199889"/>
              <a:ext cx="3409950" cy="11430"/>
            </a:xfrm>
            <a:custGeom>
              <a:avLst/>
              <a:gdLst/>
              <a:ahLst/>
              <a:cxnLst/>
              <a:rect l="l" t="t" r="r" b="b"/>
              <a:pathLst>
                <a:path w="3409950" h="11429">
                  <a:moveTo>
                    <a:pt x="3409950" y="0"/>
                  </a:moveTo>
                  <a:lnTo>
                    <a:pt x="0" y="0"/>
                  </a:lnTo>
                  <a:lnTo>
                    <a:pt x="0" y="11430"/>
                  </a:lnTo>
                  <a:lnTo>
                    <a:pt x="3409950" y="11430"/>
                  </a:lnTo>
                  <a:lnTo>
                    <a:pt x="340995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" name="object 565"/>
            <p:cNvSpPr/>
            <p:nvPr/>
          </p:nvSpPr>
          <p:spPr>
            <a:xfrm>
              <a:off x="4648200" y="3810000"/>
              <a:ext cx="4191000" cy="792480"/>
            </a:xfrm>
            <a:custGeom>
              <a:avLst/>
              <a:gdLst/>
              <a:ahLst/>
              <a:cxnLst/>
              <a:rect l="l" t="t" r="r" b="b"/>
              <a:pathLst>
                <a:path w="4191000" h="792479">
                  <a:moveTo>
                    <a:pt x="2095500" y="792480"/>
                  </a:moveTo>
                  <a:lnTo>
                    <a:pt x="0" y="792480"/>
                  </a:lnTo>
                  <a:lnTo>
                    <a:pt x="0" y="0"/>
                  </a:lnTo>
                  <a:lnTo>
                    <a:pt x="4191000" y="0"/>
                  </a:lnTo>
                  <a:lnTo>
                    <a:pt x="4191000" y="792480"/>
                  </a:lnTo>
                  <a:lnTo>
                    <a:pt x="2095500" y="792480"/>
                  </a:lnTo>
                  <a:close/>
                </a:path>
              </a:pathLst>
            </a:custGeom>
            <a:ln w="93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66" name="object 566"/>
          <p:cNvSpPr txBox="1"/>
          <p:nvPr/>
        </p:nvSpPr>
        <p:spPr>
          <a:xfrm>
            <a:off x="368300" y="4734560"/>
            <a:ext cx="3065780" cy="974090"/>
          </a:xfrm>
          <a:prstGeom prst="rect">
            <a:avLst/>
          </a:prstGeom>
        </p:spPr>
        <p:txBody>
          <a:bodyPr vert="horz" wrap="square" lIns="0" tIns="88900" rIns="0" bIns="0" rtlCol="0">
            <a:spAutoFit/>
          </a:bodyPr>
          <a:lstStyle/>
          <a:p>
            <a:pPr marL="248920">
              <a:lnSpc>
                <a:spcPct val="100000"/>
              </a:lnSpc>
              <a:spcBef>
                <a:spcPts val="700"/>
              </a:spcBef>
            </a:pPr>
            <a:r>
              <a:rPr sz="2000" dirty="0">
                <a:solidFill>
                  <a:srgbClr val="333333"/>
                </a:solidFill>
                <a:latin typeface="Arial"/>
                <a:cs typeface="Arial"/>
              </a:rPr>
              <a:t>Hosted</a:t>
            </a:r>
            <a:r>
              <a:rPr sz="20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dirty="0">
                <a:solidFill>
                  <a:srgbClr val="333333"/>
                </a:solidFill>
                <a:latin typeface="Arial"/>
                <a:cs typeface="Arial"/>
              </a:rPr>
              <a:t>(VMware</a:t>
            </a:r>
            <a:r>
              <a:rPr sz="20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spc="-10" dirty="0">
                <a:solidFill>
                  <a:srgbClr val="333333"/>
                </a:solidFill>
                <a:latin typeface="Arial"/>
                <a:cs typeface="Arial"/>
              </a:rPr>
              <a:t>Server)</a:t>
            </a:r>
            <a:endParaRPr sz="2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20"/>
              </a:spcBef>
            </a:pPr>
            <a:r>
              <a:rPr sz="1400" b="1" dirty="0">
                <a:latin typeface="Arial"/>
                <a:cs typeface="Arial"/>
              </a:rPr>
              <a:t>Maximum</a:t>
            </a:r>
            <a:r>
              <a:rPr sz="1400" b="1" spc="-50" dirty="0">
                <a:latin typeface="Arial"/>
                <a:cs typeface="Arial"/>
              </a:rPr>
              <a:t> </a:t>
            </a:r>
            <a:r>
              <a:rPr sz="1400" b="1" spc="-20" dirty="0">
                <a:latin typeface="Arial"/>
                <a:cs typeface="Arial"/>
              </a:rPr>
              <a:t>hardware</a:t>
            </a:r>
            <a:r>
              <a:rPr sz="1400" b="1" spc="-65" dirty="0">
                <a:latin typeface="Arial"/>
                <a:cs typeface="Arial"/>
              </a:rPr>
              <a:t> </a:t>
            </a:r>
            <a:r>
              <a:rPr sz="1400" b="1" spc="-10" dirty="0">
                <a:latin typeface="Arial"/>
                <a:cs typeface="Arial"/>
              </a:rPr>
              <a:t>compatibility</a:t>
            </a:r>
            <a:endParaRPr sz="14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90"/>
              </a:spcBef>
            </a:pPr>
            <a:r>
              <a:rPr sz="1400" b="1" spc="-10" dirty="0">
                <a:latin typeface="Arial"/>
                <a:cs typeface="Arial"/>
              </a:rPr>
              <a:t>Excellent</a:t>
            </a:r>
            <a:r>
              <a:rPr sz="1400" b="1" spc="-30" dirty="0">
                <a:latin typeface="Arial"/>
                <a:cs typeface="Arial"/>
              </a:rPr>
              <a:t> </a:t>
            </a:r>
            <a:r>
              <a:rPr sz="1400" b="1" spc="-10" dirty="0">
                <a:latin typeface="Arial"/>
                <a:cs typeface="Arial"/>
              </a:rPr>
              <a:t>product</a:t>
            </a:r>
            <a:r>
              <a:rPr sz="1400" b="1" spc="-40" dirty="0">
                <a:latin typeface="Arial"/>
                <a:cs typeface="Arial"/>
              </a:rPr>
              <a:t> </a:t>
            </a:r>
            <a:r>
              <a:rPr sz="1400" dirty="0">
                <a:latin typeface="Arial"/>
                <a:cs typeface="Arial"/>
              </a:rPr>
              <a:t>up</a:t>
            </a:r>
            <a:r>
              <a:rPr sz="1400" spc="-40" dirty="0">
                <a:latin typeface="Arial"/>
                <a:cs typeface="Arial"/>
              </a:rPr>
              <a:t> </a:t>
            </a:r>
            <a:r>
              <a:rPr sz="1400" dirty="0">
                <a:latin typeface="Arial"/>
                <a:cs typeface="Arial"/>
              </a:rPr>
              <a:t>to</a:t>
            </a:r>
            <a:r>
              <a:rPr sz="1400" spc="-40" dirty="0">
                <a:latin typeface="Arial"/>
                <a:cs typeface="Arial"/>
              </a:rPr>
              <a:t> </a:t>
            </a:r>
            <a:r>
              <a:rPr sz="1400" dirty="0">
                <a:latin typeface="Arial"/>
                <a:cs typeface="Arial"/>
              </a:rPr>
              <a:t>10</a:t>
            </a:r>
            <a:r>
              <a:rPr sz="1400" spc="-30" dirty="0">
                <a:latin typeface="Arial"/>
                <a:cs typeface="Arial"/>
              </a:rPr>
              <a:t> </a:t>
            </a:r>
            <a:r>
              <a:rPr sz="1400" spc="-20" dirty="0">
                <a:latin typeface="Arial"/>
                <a:cs typeface="Arial"/>
              </a:rPr>
              <a:t>VM’s</a:t>
            </a:r>
            <a:endParaRPr sz="1400">
              <a:latin typeface="Arial"/>
              <a:cs typeface="Arial"/>
            </a:endParaRPr>
          </a:p>
        </p:txBody>
      </p:sp>
      <p:sp>
        <p:nvSpPr>
          <p:cNvPr id="567" name="object 567"/>
          <p:cNvSpPr txBox="1"/>
          <p:nvPr/>
        </p:nvSpPr>
        <p:spPr>
          <a:xfrm>
            <a:off x="4711700" y="4679042"/>
            <a:ext cx="3722370" cy="1029969"/>
          </a:xfrm>
          <a:prstGeom prst="rect">
            <a:avLst/>
          </a:prstGeom>
        </p:spPr>
        <p:txBody>
          <a:bodyPr vert="horz" wrap="square" lIns="0" tIns="121285" rIns="0" bIns="0" rtlCol="0">
            <a:spAutoFit/>
          </a:bodyPr>
          <a:lstStyle/>
          <a:p>
            <a:pPr marL="241300">
              <a:lnSpc>
                <a:spcPct val="100000"/>
              </a:lnSpc>
              <a:spcBef>
                <a:spcPts val="955"/>
              </a:spcBef>
            </a:pPr>
            <a:r>
              <a:rPr sz="2000" dirty="0">
                <a:solidFill>
                  <a:srgbClr val="333333"/>
                </a:solidFill>
                <a:latin typeface="Arial"/>
                <a:cs typeface="Arial"/>
              </a:rPr>
              <a:t>Native</a:t>
            </a:r>
            <a:r>
              <a:rPr sz="20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dirty="0">
                <a:solidFill>
                  <a:srgbClr val="333333"/>
                </a:solidFill>
                <a:latin typeface="Arial"/>
                <a:cs typeface="Arial"/>
              </a:rPr>
              <a:t>(VMware</a:t>
            </a:r>
            <a:r>
              <a:rPr sz="20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spc="-10" dirty="0">
                <a:solidFill>
                  <a:srgbClr val="333333"/>
                </a:solidFill>
                <a:latin typeface="Arial"/>
                <a:cs typeface="Arial"/>
              </a:rPr>
              <a:t>Infrastructure)</a:t>
            </a:r>
            <a:endParaRPr sz="2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sz="1400" b="1" dirty="0">
                <a:latin typeface="Arial"/>
                <a:cs typeface="Arial"/>
              </a:rPr>
              <a:t>Maximum</a:t>
            </a:r>
            <a:r>
              <a:rPr sz="1400" b="1" spc="-100" dirty="0">
                <a:latin typeface="Arial"/>
                <a:cs typeface="Arial"/>
              </a:rPr>
              <a:t> </a:t>
            </a:r>
            <a:r>
              <a:rPr sz="1400" b="1" spc="-10" dirty="0">
                <a:latin typeface="Arial"/>
                <a:cs typeface="Arial"/>
              </a:rPr>
              <a:t>performance</a:t>
            </a:r>
            <a:endParaRPr sz="14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90"/>
              </a:spcBef>
            </a:pPr>
            <a:r>
              <a:rPr sz="1400" b="1" spc="-10" dirty="0">
                <a:latin typeface="Arial"/>
                <a:cs typeface="Arial"/>
              </a:rPr>
              <a:t>Single</a:t>
            </a:r>
            <a:r>
              <a:rPr sz="1400" b="1" spc="-60" dirty="0">
                <a:latin typeface="Arial"/>
                <a:cs typeface="Arial"/>
              </a:rPr>
              <a:t> </a:t>
            </a:r>
            <a:r>
              <a:rPr sz="1400" b="1" spc="-10" dirty="0">
                <a:latin typeface="Arial"/>
                <a:cs typeface="Arial"/>
              </a:rPr>
              <a:t>purpose</a:t>
            </a:r>
            <a:r>
              <a:rPr sz="1400" b="1" spc="-30" dirty="0">
                <a:latin typeface="Arial"/>
                <a:cs typeface="Arial"/>
              </a:rPr>
              <a:t> </a:t>
            </a:r>
            <a:r>
              <a:rPr sz="1400" b="1" spc="-10" dirty="0">
                <a:latin typeface="Arial"/>
                <a:cs typeface="Arial"/>
              </a:rPr>
              <a:t>Virtualization</a:t>
            </a:r>
            <a:r>
              <a:rPr sz="1400" b="1" spc="-25" dirty="0">
                <a:latin typeface="Arial"/>
                <a:cs typeface="Arial"/>
              </a:rPr>
              <a:t> </a:t>
            </a:r>
            <a:r>
              <a:rPr sz="1400" b="1" spc="-20" dirty="0">
                <a:latin typeface="Arial"/>
                <a:cs typeface="Arial"/>
              </a:rPr>
              <a:t>layer</a:t>
            </a:r>
            <a:endParaRPr sz="1400">
              <a:latin typeface="Arial"/>
              <a:cs typeface="Arial"/>
            </a:endParaRPr>
          </a:p>
        </p:txBody>
      </p:sp>
      <p:sp>
        <p:nvSpPr>
          <p:cNvPr id="568" name="object 568"/>
          <p:cNvSpPr txBox="1"/>
          <p:nvPr/>
        </p:nvSpPr>
        <p:spPr>
          <a:xfrm>
            <a:off x="5495290" y="3917950"/>
            <a:ext cx="2496185" cy="5130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200" dirty="0">
                <a:solidFill>
                  <a:srgbClr val="FFFFFF"/>
                </a:solidFill>
                <a:latin typeface="Arial"/>
                <a:cs typeface="Arial"/>
              </a:rPr>
              <a:t>x86</a:t>
            </a:r>
            <a:r>
              <a:rPr sz="3200" spc="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3200" spc="-10" dirty="0">
                <a:solidFill>
                  <a:srgbClr val="FFFFFF"/>
                </a:solidFill>
                <a:latin typeface="Arial"/>
                <a:cs typeface="Arial"/>
              </a:rPr>
              <a:t>hardware</a:t>
            </a:r>
            <a:endParaRPr sz="3200">
              <a:latin typeface="Arial"/>
              <a:cs typeface="Arial"/>
            </a:endParaRPr>
          </a:p>
        </p:txBody>
      </p:sp>
      <p:grpSp>
        <p:nvGrpSpPr>
          <p:cNvPr id="569" name="object 569"/>
          <p:cNvGrpSpPr/>
          <p:nvPr/>
        </p:nvGrpSpPr>
        <p:grpSpPr>
          <a:xfrm>
            <a:off x="5062627" y="3500527"/>
            <a:ext cx="3286125" cy="314325"/>
            <a:chOff x="5062627" y="3500527"/>
            <a:chExt cx="3286125" cy="314325"/>
          </a:xfrm>
        </p:grpSpPr>
        <p:sp>
          <p:nvSpPr>
            <p:cNvPr id="570" name="object 570"/>
            <p:cNvSpPr/>
            <p:nvPr/>
          </p:nvSpPr>
          <p:spPr>
            <a:xfrm>
              <a:off x="5067300" y="3505199"/>
              <a:ext cx="3276600" cy="304800"/>
            </a:xfrm>
            <a:custGeom>
              <a:avLst/>
              <a:gdLst/>
              <a:ahLst/>
              <a:cxnLst/>
              <a:rect l="l" t="t" r="r" b="b"/>
              <a:pathLst>
                <a:path w="3276600" h="304800">
                  <a:moveTo>
                    <a:pt x="3276600" y="0"/>
                  </a:moveTo>
                  <a:lnTo>
                    <a:pt x="3271520" y="0"/>
                  </a:lnTo>
                  <a:lnTo>
                    <a:pt x="3271520" y="5080"/>
                  </a:lnTo>
                  <a:lnTo>
                    <a:pt x="3271520" y="299720"/>
                  </a:lnTo>
                  <a:lnTo>
                    <a:pt x="5080" y="299720"/>
                  </a:lnTo>
                  <a:lnTo>
                    <a:pt x="5080" y="5080"/>
                  </a:lnTo>
                  <a:lnTo>
                    <a:pt x="3271520" y="5080"/>
                  </a:lnTo>
                  <a:lnTo>
                    <a:pt x="327152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299720"/>
                  </a:lnTo>
                  <a:lnTo>
                    <a:pt x="0" y="304800"/>
                  </a:lnTo>
                  <a:lnTo>
                    <a:pt x="3276600" y="304800"/>
                  </a:lnTo>
                  <a:lnTo>
                    <a:pt x="3276600" y="299720"/>
                  </a:lnTo>
                  <a:lnTo>
                    <a:pt x="3276600" y="5080"/>
                  </a:lnTo>
                  <a:lnTo>
                    <a:pt x="3276600" y="0"/>
                  </a:lnTo>
                  <a:close/>
                </a:path>
              </a:pathLst>
            </a:custGeom>
            <a:solidFill>
              <a:srgbClr val="17171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" name="object 571"/>
            <p:cNvSpPr/>
            <p:nvPr/>
          </p:nvSpPr>
          <p:spPr>
            <a:xfrm>
              <a:off x="5072380" y="3510279"/>
              <a:ext cx="3266440" cy="294640"/>
            </a:xfrm>
            <a:custGeom>
              <a:avLst/>
              <a:gdLst/>
              <a:ahLst/>
              <a:cxnLst/>
              <a:rect l="l" t="t" r="r" b="b"/>
              <a:pathLst>
                <a:path w="3266440" h="294639">
                  <a:moveTo>
                    <a:pt x="3266440" y="0"/>
                  </a:moveTo>
                  <a:lnTo>
                    <a:pt x="3260090" y="0"/>
                  </a:lnTo>
                  <a:lnTo>
                    <a:pt x="3260090" y="6350"/>
                  </a:lnTo>
                  <a:lnTo>
                    <a:pt x="3260090" y="288290"/>
                  </a:lnTo>
                  <a:lnTo>
                    <a:pt x="6350" y="288290"/>
                  </a:lnTo>
                  <a:lnTo>
                    <a:pt x="6350" y="6350"/>
                  </a:lnTo>
                  <a:lnTo>
                    <a:pt x="3260090" y="6350"/>
                  </a:lnTo>
                  <a:lnTo>
                    <a:pt x="326009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288290"/>
                  </a:lnTo>
                  <a:lnTo>
                    <a:pt x="0" y="294640"/>
                  </a:lnTo>
                  <a:lnTo>
                    <a:pt x="3266440" y="294640"/>
                  </a:lnTo>
                  <a:lnTo>
                    <a:pt x="3266440" y="288290"/>
                  </a:lnTo>
                  <a:lnTo>
                    <a:pt x="3266440" y="6350"/>
                  </a:lnTo>
                  <a:lnTo>
                    <a:pt x="3266440" y="0"/>
                  </a:lnTo>
                  <a:close/>
                </a:path>
              </a:pathLst>
            </a:custGeom>
            <a:solidFill>
              <a:srgbClr val="18181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" name="object 572"/>
            <p:cNvSpPr/>
            <p:nvPr/>
          </p:nvSpPr>
          <p:spPr>
            <a:xfrm>
              <a:off x="5078730" y="3516629"/>
              <a:ext cx="3253740" cy="281940"/>
            </a:xfrm>
            <a:custGeom>
              <a:avLst/>
              <a:gdLst/>
              <a:ahLst/>
              <a:cxnLst/>
              <a:rect l="l" t="t" r="r" b="b"/>
              <a:pathLst>
                <a:path w="3253740" h="281939">
                  <a:moveTo>
                    <a:pt x="3253740" y="0"/>
                  </a:moveTo>
                  <a:lnTo>
                    <a:pt x="3248660" y="0"/>
                  </a:lnTo>
                  <a:lnTo>
                    <a:pt x="3248660" y="5080"/>
                  </a:lnTo>
                  <a:lnTo>
                    <a:pt x="3248660" y="276860"/>
                  </a:lnTo>
                  <a:lnTo>
                    <a:pt x="5080" y="276860"/>
                  </a:lnTo>
                  <a:lnTo>
                    <a:pt x="5080" y="5080"/>
                  </a:lnTo>
                  <a:lnTo>
                    <a:pt x="3248660" y="5080"/>
                  </a:lnTo>
                  <a:lnTo>
                    <a:pt x="324866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276860"/>
                  </a:lnTo>
                  <a:lnTo>
                    <a:pt x="0" y="281940"/>
                  </a:lnTo>
                  <a:lnTo>
                    <a:pt x="3253740" y="281940"/>
                  </a:lnTo>
                  <a:lnTo>
                    <a:pt x="3253740" y="276860"/>
                  </a:lnTo>
                  <a:lnTo>
                    <a:pt x="3253740" y="5080"/>
                  </a:lnTo>
                  <a:lnTo>
                    <a:pt x="3253740" y="0"/>
                  </a:lnTo>
                  <a:close/>
                </a:path>
              </a:pathLst>
            </a:custGeom>
            <a:solidFill>
              <a:srgbClr val="19191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" name="object 573"/>
            <p:cNvSpPr/>
            <p:nvPr/>
          </p:nvSpPr>
          <p:spPr>
            <a:xfrm>
              <a:off x="5083810" y="3521709"/>
              <a:ext cx="3243580" cy="271780"/>
            </a:xfrm>
            <a:custGeom>
              <a:avLst/>
              <a:gdLst/>
              <a:ahLst/>
              <a:cxnLst/>
              <a:rect l="l" t="t" r="r" b="b"/>
              <a:pathLst>
                <a:path w="3243579" h="271779">
                  <a:moveTo>
                    <a:pt x="3243580" y="0"/>
                  </a:moveTo>
                  <a:lnTo>
                    <a:pt x="3238500" y="0"/>
                  </a:lnTo>
                  <a:lnTo>
                    <a:pt x="3238500" y="5080"/>
                  </a:lnTo>
                  <a:lnTo>
                    <a:pt x="3238500" y="265430"/>
                  </a:lnTo>
                  <a:lnTo>
                    <a:pt x="5080" y="265430"/>
                  </a:lnTo>
                  <a:lnTo>
                    <a:pt x="5080" y="5080"/>
                  </a:lnTo>
                  <a:lnTo>
                    <a:pt x="3238500" y="5080"/>
                  </a:lnTo>
                  <a:lnTo>
                    <a:pt x="323850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265430"/>
                  </a:lnTo>
                  <a:lnTo>
                    <a:pt x="0" y="271780"/>
                  </a:lnTo>
                  <a:lnTo>
                    <a:pt x="3243580" y="271780"/>
                  </a:lnTo>
                  <a:lnTo>
                    <a:pt x="3243580" y="265430"/>
                  </a:lnTo>
                  <a:lnTo>
                    <a:pt x="3243580" y="5080"/>
                  </a:lnTo>
                  <a:lnTo>
                    <a:pt x="3243580" y="0"/>
                  </a:lnTo>
                  <a:close/>
                </a:path>
              </a:pathLst>
            </a:custGeom>
            <a:solidFill>
              <a:srgbClr val="1A1A1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" name="object 574"/>
            <p:cNvSpPr/>
            <p:nvPr/>
          </p:nvSpPr>
          <p:spPr>
            <a:xfrm>
              <a:off x="5088890" y="3526789"/>
              <a:ext cx="3233420" cy="260350"/>
            </a:xfrm>
            <a:custGeom>
              <a:avLst/>
              <a:gdLst/>
              <a:ahLst/>
              <a:cxnLst/>
              <a:rect l="l" t="t" r="r" b="b"/>
              <a:pathLst>
                <a:path w="3233420" h="260350">
                  <a:moveTo>
                    <a:pt x="3233420" y="0"/>
                  </a:moveTo>
                  <a:lnTo>
                    <a:pt x="3227070" y="0"/>
                  </a:lnTo>
                  <a:lnTo>
                    <a:pt x="3227070" y="6350"/>
                  </a:lnTo>
                  <a:lnTo>
                    <a:pt x="3227070" y="255270"/>
                  </a:lnTo>
                  <a:lnTo>
                    <a:pt x="6350" y="255270"/>
                  </a:lnTo>
                  <a:lnTo>
                    <a:pt x="6350" y="6350"/>
                  </a:lnTo>
                  <a:lnTo>
                    <a:pt x="3227070" y="6350"/>
                  </a:lnTo>
                  <a:lnTo>
                    <a:pt x="322707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255270"/>
                  </a:lnTo>
                  <a:lnTo>
                    <a:pt x="0" y="260350"/>
                  </a:lnTo>
                  <a:lnTo>
                    <a:pt x="3233420" y="260350"/>
                  </a:lnTo>
                  <a:lnTo>
                    <a:pt x="3233420" y="255270"/>
                  </a:lnTo>
                  <a:lnTo>
                    <a:pt x="3233420" y="6350"/>
                  </a:lnTo>
                  <a:lnTo>
                    <a:pt x="3233420" y="0"/>
                  </a:lnTo>
                  <a:close/>
                </a:path>
              </a:pathLst>
            </a:custGeom>
            <a:solidFill>
              <a:srgbClr val="1B1B1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" name="object 575"/>
            <p:cNvSpPr/>
            <p:nvPr/>
          </p:nvSpPr>
          <p:spPr>
            <a:xfrm>
              <a:off x="5095240" y="3533139"/>
              <a:ext cx="3220720" cy="248920"/>
            </a:xfrm>
            <a:custGeom>
              <a:avLst/>
              <a:gdLst/>
              <a:ahLst/>
              <a:cxnLst/>
              <a:rect l="l" t="t" r="r" b="b"/>
              <a:pathLst>
                <a:path w="3220720" h="248920">
                  <a:moveTo>
                    <a:pt x="322072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0" y="242570"/>
                  </a:lnTo>
                  <a:lnTo>
                    <a:pt x="0" y="248920"/>
                  </a:lnTo>
                  <a:lnTo>
                    <a:pt x="3220720" y="248920"/>
                  </a:lnTo>
                  <a:lnTo>
                    <a:pt x="3220720" y="242570"/>
                  </a:lnTo>
                  <a:lnTo>
                    <a:pt x="3220720" y="5092"/>
                  </a:lnTo>
                  <a:lnTo>
                    <a:pt x="3214370" y="5092"/>
                  </a:lnTo>
                  <a:lnTo>
                    <a:pt x="3214370" y="242570"/>
                  </a:lnTo>
                  <a:lnTo>
                    <a:pt x="5080" y="242570"/>
                  </a:lnTo>
                  <a:lnTo>
                    <a:pt x="5080" y="5080"/>
                  </a:lnTo>
                  <a:lnTo>
                    <a:pt x="3220720" y="5080"/>
                  </a:lnTo>
                  <a:lnTo>
                    <a:pt x="3220720" y="0"/>
                  </a:lnTo>
                  <a:close/>
                </a:path>
              </a:pathLst>
            </a:custGeom>
            <a:solidFill>
              <a:srgbClr val="1C1C1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" name="object 576"/>
            <p:cNvSpPr/>
            <p:nvPr/>
          </p:nvSpPr>
          <p:spPr>
            <a:xfrm>
              <a:off x="5100320" y="3538219"/>
              <a:ext cx="3209290" cy="237490"/>
            </a:xfrm>
            <a:custGeom>
              <a:avLst/>
              <a:gdLst/>
              <a:ahLst/>
              <a:cxnLst/>
              <a:rect l="l" t="t" r="r" b="b"/>
              <a:pathLst>
                <a:path w="3209290" h="237489">
                  <a:moveTo>
                    <a:pt x="3209290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0" y="232410"/>
                  </a:lnTo>
                  <a:lnTo>
                    <a:pt x="0" y="237490"/>
                  </a:lnTo>
                  <a:lnTo>
                    <a:pt x="3209290" y="237490"/>
                  </a:lnTo>
                  <a:lnTo>
                    <a:pt x="3209290" y="232410"/>
                  </a:lnTo>
                  <a:lnTo>
                    <a:pt x="3209290" y="6362"/>
                  </a:lnTo>
                  <a:lnTo>
                    <a:pt x="3204210" y="6362"/>
                  </a:lnTo>
                  <a:lnTo>
                    <a:pt x="3204210" y="232410"/>
                  </a:lnTo>
                  <a:lnTo>
                    <a:pt x="6350" y="232410"/>
                  </a:lnTo>
                  <a:lnTo>
                    <a:pt x="6350" y="6350"/>
                  </a:lnTo>
                  <a:lnTo>
                    <a:pt x="3209290" y="6350"/>
                  </a:lnTo>
                  <a:lnTo>
                    <a:pt x="3209290" y="0"/>
                  </a:lnTo>
                  <a:close/>
                </a:path>
              </a:pathLst>
            </a:custGeom>
            <a:solidFill>
              <a:srgbClr val="1D1D1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" name="object 577"/>
            <p:cNvSpPr/>
            <p:nvPr/>
          </p:nvSpPr>
          <p:spPr>
            <a:xfrm>
              <a:off x="5106670" y="3544569"/>
              <a:ext cx="3197860" cy="226060"/>
            </a:xfrm>
            <a:custGeom>
              <a:avLst/>
              <a:gdLst/>
              <a:ahLst/>
              <a:cxnLst/>
              <a:rect l="l" t="t" r="r" b="b"/>
              <a:pathLst>
                <a:path w="3197859" h="226060">
                  <a:moveTo>
                    <a:pt x="3197860" y="0"/>
                  </a:moveTo>
                  <a:lnTo>
                    <a:pt x="3192780" y="0"/>
                  </a:lnTo>
                  <a:lnTo>
                    <a:pt x="3192780" y="5080"/>
                  </a:lnTo>
                  <a:lnTo>
                    <a:pt x="3192780" y="219710"/>
                  </a:lnTo>
                  <a:lnTo>
                    <a:pt x="5080" y="219710"/>
                  </a:lnTo>
                  <a:lnTo>
                    <a:pt x="5080" y="5080"/>
                  </a:lnTo>
                  <a:lnTo>
                    <a:pt x="3192780" y="5080"/>
                  </a:lnTo>
                  <a:lnTo>
                    <a:pt x="319278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219710"/>
                  </a:lnTo>
                  <a:lnTo>
                    <a:pt x="0" y="226060"/>
                  </a:lnTo>
                  <a:lnTo>
                    <a:pt x="3197860" y="226060"/>
                  </a:lnTo>
                  <a:lnTo>
                    <a:pt x="3197860" y="219710"/>
                  </a:lnTo>
                  <a:lnTo>
                    <a:pt x="3197860" y="5080"/>
                  </a:lnTo>
                  <a:lnTo>
                    <a:pt x="3197860" y="0"/>
                  </a:lnTo>
                  <a:close/>
                </a:path>
              </a:pathLst>
            </a:custGeom>
            <a:solidFill>
              <a:srgbClr val="1E1E1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" name="object 578"/>
            <p:cNvSpPr/>
            <p:nvPr/>
          </p:nvSpPr>
          <p:spPr>
            <a:xfrm>
              <a:off x="5111750" y="3549649"/>
              <a:ext cx="3187700" cy="214629"/>
            </a:xfrm>
            <a:custGeom>
              <a:avLst/>
              <a:gdLst/>
              <a:ahLst/>
              <a:cxnLst/>
              <a:rect l="l" t="t" r="r" b="b"/>
              <a:pathLst>
                <a:path w="3187700" h="214629">
                  <a:moveTo>
                    <a:pt x="3187700" y="0"/>
                  </a:moveTo>
                  <a:lnTo>
                    <a:pt x="3181350" y="0"/>
                  </a:lnTo>
                  <a:lnTo>
                    <a:pt x="3181350" y="6350"/>
                  </a:lnTo>
                  <a:lnTo>
                    <a:pt x="3181350" y="209550"/>
                  </a:lnTo>
                  <a:lnTo>
                    <a:pt x="6350" y="209550"/>
                  </a:lnTo>
                  <a:lnTo>
                    <a:pt x="6350" y="6350"/>
                  </a:lnTo>
                  <a:lnTo>
                    <a:pt x="3181350" y="6350"/>
                  </a:lnTo>
                  <a:lnTo>
                    <a:pt x="318135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209550"/>
                  </a:lnTo>
                  <a:lnTo>
                    <a:pt x="0" y="214630"/>
                  </a:lnTo>
                  <a:lnTo>
                    <a:pt x="3187700" y="214630"/>
                  </a:lnTo>
                  <a:lnTo>
                    <a:pt x="3187700" y="209550"/>
                  </a:lnTo>
                  <a:lnTo>
                    <a:pt x="3187700" y="6350"/>
                  </a:lnTo>
                  <a:lnTo>
                    <a:pt x="3187700" y="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" name="object 579"/>
            <p:cNvSpPr/>
            <p:nvPr/>
          </p:nvSpPr>
          <p:spPr>
            <a:xfrm>
              <a:off x="5118100" y="3555999"/>
              <a:ext cx="3175000" cy="203200"/>
            </a:xfrm>
            <a:custGeom>
              <a:avLst/>
              <a:gdLst/>
              <a:ahLst/>
              <a:cxnLst/>
              <a:rect l="l" t="t" r="r" b="b"/>
              <a:pathLst>
                <a:path w="3175000" h="203200">
                  <a:moveTo>
                    <a:pt x="3175000" y="0"/>
                  </a:moveTo>
                  <a:lnTo>
                    <a:pt x="3169920" y="0"/>
                  </a:lnTo>
                  <a:lnTo>
                    <a:pt x="3169920" y="5080"/>
                  </a:lnTo>
                  <a:lnTo>
                    <a:pt x="3169920" y="196850"/>
                  </a:lnTo>
                  <a:lnTo>
                    <a:pt x="5080" y="196850"/>
                  </a:lnTo>
                  <a:lnTo>
                    <a:pt x="5080" y="5080"/>
                  </a:lnTo>
                  <a:lnTo>
                    <a:pt x="3169920" y="5080"/>
                  </a:lnTo>
                  <a:lnTo>
                    <a:pt x="316992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196850"/>
                  </a:lnTo>
                  <a:lnTo>
                    <a:pt x="0" y="203200"/>
                  </a:lnTo>
                  <a:lnTo>
                    <a:pt x="3175000" y="203200"/>
                  </a:lnTo>
                  <a:lnTo>
                    <a:pt x="3175000" y="196850"/>
                  </a:lnTo>
                  <a:lnTo>
                    <a:pt x="3175000" y="5080"/>
                  </a:lnTo>
                  <a:lnTo>
                    <a:pt x="3175000" y="0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" name="object 580"/>
            <p:cNvSpPr/>
            <p:nvPr/>
          </p:nvSpPr>
          <p:spPr>
            <a:xfrm>
              <a:off x="5123180" y="3561079"/>
              <a:ext cx="3164840" cy="191770"/>
            </a:xfrm>
            <a:custGeom>
              <a:avLst/>
              <a:gdLst/>
              <a:ahLst/>
              <a:cxnLst/>
              <a:rect l="l" t="t" r="r" b="b"/>
              <a:pathLst>
                <a:path w="3164840" h="191770">
                  <a:moveTo>
                    <a:pt x="3164840" y="0"/>
                  </a:moveTo>
                  <a:lnTo>
                    <a:pt x="3158490" y="0"/>
                  </a:lnTo>
                  <a:lnTo>
                    <a:pt x="3158490" y="6350"/>
                  </a:lnTo>
                  <a:lnTo>
                    <a:pt x="3158490" y="186690"/>
                  </a:lnTo>
                  <a:lnTo>
                    <a:pt x="6350" y="186690"/>
                  </a:lnTo>
                  <a:lnTo>
                    <a:pt x="6350" y="6350"/>
                  </a:lnTo>
                  <a:lnTo>
                    <a:pt x="3158490" y="6350"/>
                  </a:lnTo>
                  <a:lnTo>
                    <a:pt x="315849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186690"/>
                  </a:lnTo>
                  <a:lnTo>
                    <a:pt x="0" y="191770"/>
                  </a:lnTo>
                  <a:lnTo>
                    <a:pt x="3164840" y="191770"/>
                  </a:lnTo>
                  <a:lnTo>
                    <a:pt x="3164840" y="186690"/>
                  </a:lnTo>
                  <a:lnTo>
                    <a:pt x="3164840" y="6350"/>
                  </a:lnTo>
                  <a:lnTo>
                    <a:pt x="3164840" y="0"/>
                  </a:lnTo>
                  <a:close/>
                </a:path>
              </a:pathLst>
            </a:custGeom>
            <a:solidFill>
              <a:srgbClr val="2121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" name="object 581"/>
            <p:cNvSpPr/>
            <p:nvPr/>
          </p:nvSpPr>
          <p:spPr>
            <a:xfrm>
              <a:off x="5129530" y="3567429"/>
              <a:ext cx="3152140" cy="180340"/>
            </a:xfrm>
            <a:custGeom>
              <a:avLst/>
              <a:gdLst/>
              <a:ahLst/>
              <a:cxnLst/>
              <a:rect l="l" t="t" r="r" b="b"/>
              <a:pathLst>
                <a:path w="3152140" h="180339">
                  <a:moveTo>
                    <a:pt x="3152140" y="0"/>
                  </a:moveTo>
                  <a:lnTo>
                    <a:pt x="3147060" y="0"/>
                  </a:lnTo>
                  <a:lnTo>
                    <a:pt x="3147060" y="5080"/>
                  </a:lnTo>
                  <a:lnTo>
                    <a:pt x="3147060" y="175260"/>
                  </a:lnTo>
                  <a:lnTo>
                    <a:pt x="5080" y="175260"/>
                  </a:lnTo>
                  <a:lnTo>
                    <a:pt x="5080" y="5080"/>
                  </a:lnTo>
                  <a:lnTo>
                    <a:pt x="3147060" y="5080"/>
                  </a:lnTo>
                  <a:lnTo>
                    <a:pt x="314706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175260"/>
                  </a:lnTo>
                  <a:lnTo>
                    <a:pt x="0" y="180340"/>
                  </a:lnTo>
                  <a:lnTo>
                    <a:pt x="3152140" y="180340"/>
                  </a:lnTo>
                  <a:lnTo>
                    <a:pt x="3152140" y="175260"/>
                  </a:lnTo>
                  <a:lnTo>
                    <a:pt x="3152140" y="5080"/>
                  </a:lnTo>
                  <a:lnTo>
                    <a:pt x="3152140" y="0"/>
                  </a:lnTo>
                  <a:close/>
                </a:path>
              </a:pathLst>
            </a:custGeom>
            <a:solidFill>
              <a:srgbClr val="2222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" name="object 582"/>
            <p:cNvSpPr/>
            <p:nvPr/>
          </p:nvSpPr>
          <p:spPr>
            <a:xfrm>
              <a:off x="5134610" y="3572509"/>
              <a:ext cx="3141980" cy="170180"/>
            </a:xfrm>
            <a:custGeom>
              <a:avLst/>
              <a:gdLst/>
              <a:ahLst/>
              <a:cxnLst/>
              <a:rect l="l" t="t" r="r" b="b"/>
              <a:pathLst>
                <a:path w="3141979" h="170179">
                  <a:moveTo>
                    <a:pt x="3141980" y="0"/>
                  </a:moveTo>
                  <a:lnTo>
                    <a:pt x="3135630" y="0"/>
                  </a:lnTo>
                  <a:lnTo>
                    <a:pt x="3135630" y="6350"/>
                  </a:lnTo>
                  <a:lnTo>
                    <a:pt x="3135630" y="163830"/>
                  </a:lnTo>
                  <a:lnTo>
                    <a:pt x="6350" y="163830"/>
                  </a:lnTo>
                  <a:lnTo>
                    <a:pt x="6350" y="6350"/>
                  </a:lnTo>
                  <a:lnTo>
                    <a:pt x="3135630" y="6350"/>
                  </a:lnTo>
                  <a:lnTo>
                    <a:pt x="313563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163830"/>
                  </a:lnTo>
                  <a:lnTo>
                    <a:pt x="0" y="170180"/>
                  </a:lnTo>
                  <a:lnTo>
                    <a:pt x="3141980" y="170180"/>
                  </a:lnTo>
                  <a:lnTo>
                    <a:pt x="3141980" y="163830"/>
                  </a:lnTo>
                  <a:lnTo>
                    <a:pt x="3141980" y="6350"/>
                  </a:lnTo>
                  <a:lnTo>
                    <a:pt x="3141980" y="0"/>
                  </a:lnTo>
                  <a:close/>
                </a:path>
              </a:pathLst>
            </a:custGeom>
            <a:solidFill>
              <a:srgbClr val="23232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" name="object 583"/>
            <p:cNvSpPr/>
            <p:nvPr/>
          </p:nvSpPr>
          <p:spPr>
            <a:xfrm>
              <a:off x="5140960" y="3578859"/>
              <a:ext cx="3129280" cy="157480"/>
            </a:xfrm>
            <a:custGeom>
              <a:avLst/>
              <a:gdLst/>
              <a:ahLst/>
              <a:cxnLst/>
              <a:rect l="l" t="t" r="r" b="b"/>
              <a:pathLst>
                <a:path w="3129279" h="157479">
                  <a:moveTo>
                    <a:pt x="3129280" y="0"/>
                  </a:moveTo>
                  <a:lnTo>
                    <a:pt x="3124200" y="0"/>
                  </a:lnTo>
                  <a:lnTo>
                    <a:pt x="3124200" y="5080"/>
                  </a:lnTo>
                  <a:lnTo>
                    <a:pt x="3124200" y="152400"/>
                  </a:lnTo>
                  <a:lnTo>
                    <a:pt x="5080" y="152400"/>
                  </a:lnTo>
                  <a:lnTo>
                    <a:pt x="5080" y="5080"/>
                  </a:lnTo>
                  <a:lnTo>
                    <a:pt x="3124200" y="5080"/>
                  </a:lnTo>
                  <a:lnTo>
                    <a:pt x="312420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152400"/>
                  </a:lnTo>
                  <a:lnTo>
                    <a:pt x="0" y="157480"/>
                  </a:lnTo>
                  <a:lnTo>
                    <a:pt x="3129280" y="157480"/>
                  </a:lnTo>
                  <a:lnTo>
                    <a:pt x="3129280" y="152400"/>
                  </a:lnTo>
                  <a:lnTo>
                    <a:pt x="3129280" y="5080"/>
                  </a:lnTo>
                  <a:lnTo>
                    <a:pt x="3129280" y="0"/>
                  </a:lnTo>
                  <a:close/>
                </a:path>
              </a:pathLst>
            </a:custGeom>
            <a:solidFill>
              <a:srgbClr val="24242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" name="object 584"/>
            <p:cNvSpPr/>
            <p:nvPr/>
          </p:nvSpPr>
          <p:spPr>
            <a:xfrm>
              <a:off x="5146040" y="3583939"/>
              <a:ext cx="3119120" cy="147320"/>
            </a:xfrm>
            <a:custGeom>
              <a:avLst/>
              <a:gdLst/>
              <a:ahLst/>
              <a:cxnLst/>
              <a:rect l="l" t="t" r="r" b="b"/>
              <a:pathLst>
                <a:path w="3119120" h="147320">
                  <a:moveTo>
                    <a:pt x="311912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0" y="140970"/>
                  </a:lnTo>
                  <a:lnTo>
                    <a:pt x="0" y="147320"/>
                  </a:lnTo>
                  <a:lnTo>
                    <a:pt x="3119120" y="147320"/>
                  </a:lnTo>
                  <a:lnTo>
                    <a:pt x="3119120" y="140970"/>
                  </a:lnTo>
                  <a:lnTo>
                    <a:pt x="3119120" y="5092"/>
                  </a:lnTo>
                  <a:lnTo>
                    <a:pt x="3114040" y="5092"/>
                  </a:lnTo>
                  <a:lnTo>
                    <a:pt x="3114040" y="140970"/>
                  </a:lnTo>
                  <a:lnTo>
                    <a:pt x="5080" y="140970"/>
                  </a:lnTo>
                  <a:lnTo>
                    <a:pt x="5080" y="5080"/>
                  </a:lnTo>
                  <a:lnTo>
                    <a:pt x="3119120" y="5080"/>
                  </a:lnTo>
                  <a:lnTo>
                    <a:pt x="3119120" y="0"/>
                  </a:lnTo>
                  <a:close/>
                </a:path>
              </a:pathLst>
            </a:custGeom>
            <a:solidFill>
              <a:srgbClr val="25252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" name="object 585"/>
            <p:cNvSpPr/>
            <p:nvPr/>
          </p:nvSpPr>
          <p:spPr>
            <a:xfrm>
              <a:off x="5151120" y="3589019"/>
              <a:ext cx="3108960" cy="135890"/>
            </a:xfrm>
            <a:custGeom>
              <a:avLst/>
              <a:gdLst/>
              <a:ahLst/>
              <a:cxnLst/>
              <a:rect l="l" t="t" r="r" b="b"/>
              <a:pathLst>
                <a:path w="3108959" h="135889">
                  <a:moveTo>
                    <a:pt x="3108960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0" y="130810"/>
                  </a:lnTo>
                  <a:lnTo>
                    <a:pt x="0" y="135890"/>
                  </a:lnTo>
                  <a:lnTo>
                    <a:pt x="3108960" y="135890"/>
                  </a:lnTo>
                  <a:lnTo>
                    <a:pt x="3108960" y="130810"/>
                  </a:lnTo>
                  <a:lnTo>
                    <a:pt x="3108960" y="6362"/>
                  </a:lnTo>
                  <a:lnTo>
                    <a:pt x="3102610" y="6362"/>
                  </a:lnTo>
                  <a:lnTo>
                    <a:pt x="3102610" y="130810"/>
                  </a:lnTo>
                  <a:lnTo>
                    <a:pt x="6350" y="130810"/>
                  </a:lnTo>
                  <a:lnTo>
                    <a:pt x="6350" y="6350"/>
                  </a:lnTo>
                  <a:lnTo>
                    <a:pt x="3108960" y="6350"/>
                  </a:lnTo>
                  <a:lnTo>
                    <a:pt x="3108960" y="0"/>
                  </a:lnTo>
                  <a:close/>
                </a:path>
              </a:pathLst>
            </a:custGeom>
            <a:solidFill>
              <a:srgbClr val="26262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" name="object 586"/>
            <p:cNvSpPr/>
            <p:nvPr/>
          </p:nvSpPr>
          <p:spPr>
            <a:xfrm>
              <a:off x="5157470" y="3595369"/>
              <a:ext cx="3096260" cy="124460"/>
            </a:xfrm>
            <a:custGeom>
              <a:avLst/>
              <a:gdLst/>
              <a:ahLst/>
              <a:cxnLst/>
              <a:rect l="l" t="t" r="r" b="b"/>
              <a:pathLst>
                <a:path w="3096259" h="124460">
                  <a:moveTo>
                    <a:pt x="3096260" y="0"/>
                  </a:moveTo>
                  <a:lnTo>
                    <a:pt x="3089910" y="0"/>
                  </a:lnTo>
                  <a:lnTo>
                    <a:pt x="3089910" y="5080"/>
                  </a:lnTo>
                  <a:lnTo>
                    <a:pt x="3089910" y="118110"/>
                  </a:lnTo>
                  <a:lnTo>
                    <a:pt x="5080" y="118110"/>
                  </a:lnTo>
                  <a:lnTo>
                    <a:pt x="5080" y="5080"/>
                  </a:lnTo>
                  <a:lnTo>
                    <a:pt x="3089910" y="5080"/>
                  </a:lnTo>
                  <a:lnTo>
                    <a:pt x="308991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118110"/>
                  </a:lnTo>
                  <a:lnTo>
                    <a:pt x="0" y="124460"/>
                  </a:lnTo>
                  <a:lnTo>
                    <a:pt x="3096260" y="124460"/>
                  </a:lnTo>
                  <a:lnTo>
                    <a:pt x="3096260" y="118110"/>
                  </a:lnTo>
                  <a:lnTo>
                    <a:pt x="3096260" y="5080"/>
                  </a:lnTo>
                  <a:lnTo>
                    <a:pt x="3096260" y="0"/>
                  </a:lnTo>
                  <a:close/>
                </a:path>
              </a:pathLst>
            </a:custGeom>
            <a:solidFill>
              <a:srgbClr val="27272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" name="object 587"/>
            <p:cNvSpPr/>
            <p:nvPr/>
          </p:nvSpPr>
          <p:spPr>
            <a:xfrm>
              <a:off x="5162550" y="3600449"/>
              <a:ext cx="3084830" cy="113030"/>
            </a:xfrm>
            <a:custGeom>
              <a:avLst/>
              <a:gdLst/>
              <a:ahLst/>
              <a:cxnLst/>
              <a:rect l="l" t="t" r="r" b="b"/>
              <a:pathLst>
                <a:path w="3084829" h="113029">
                  <a:moveTo>
                    <a:pt x="3084830" y="0"/>
                  </a:moveTo>
                  <a:lnTo>
                    <a:pt x="3079750" y="0"/>
                  </a:lnTo>
                  <a:lnTo>
                    <a:pt x="3079750" y="6350"/>
                  </a:lnTo>
                  <a:lnTo>
                    <a:pt x="3079750" y="107950"/>
                  </a:lnTo>
                  <a:lnTo>
                    <a:pt x="6350" y="107950"/>
                  </a:lnTo>
                  <a:lnTo>
                    <a:pt x="6350" y="6350"/>
                  </a:lnTo>
                  <a:lnTo>
                    <a:pt x="3079750" y="6350"/>
                  </a:lnTo>
                  <a:lnTo>
                    <a:pt x="307975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107950"/>
                  </a:lnTo>
                  <a:lnTo>
                    <a:pt x="0" y="113030"/>
                  </a:lnTo>
                  <a:lnTo>
                    <a:pt x="3084830" y="113030"/>
                  </a:lnTo>
                  <a:lnTo>
                    <a:pt x="3084830" y="107950"/>
                  </a:lnTo>
                  <a:lnTo>
                    <a:pt x="3084830" y="6350"/>
                  </a:lnTo>
                  <a:lnTo>
                    <a:pt x="3084830" y="0"/>
                  </a:lnTo>
                  <a:close/>
                </a:path>
              </a:pathLst>
            </a:custGeom>
            <a:solidFill>
              <a:srgbClr val="28282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" name="object 588"/>
            <p:cNvSpPr/>
            <p:nvPr/>
          </p:nvSpPr>
          <p:spPr>
            <a:xfrm>
              <a:off x="5168900" y="3606799"/>
              <a:ext cx="3073400" cy="101600"/>
            </a:xfrm>
            <a:custGeom>
              <a:avLst/>
              <a:gdLst/>
              <a:ahLst/>
              <a:cxnLst/>
              <a:rect l="l" t="t" r="r" b="b"/>
              <a:pathLst>
                <a:path w="3073400" h="101600">
                  <a:moveTo>
                    <a:pt x="3073400" y="0"/>
                  </a:moveTo>
                  <a:lnTo>
                    <a:pt x="3068320" y="0"/>
                  </a:lnTo>
                  <a:lnTo>
                    <a:pt x="3068320" y="5080"/>
                  </a:lnTo>
                  <a:lnTo>
                    <a:pt x="3068320" y="95250"/>
                  </a:lnTo>
                  <a:lnTo>
                    <a:pt x="5080" y="95250"/>
                  </a:lnTo>
                  <a:lnTo>
                    <a:pt x="5080" y="5080"/>
                  </a:lnTo>
                  <a:lnTo>
                    <a:pt x="3068320" y="5080"/>
                  </a:lnTo>
                  <a:lnTo>
                    <a:pt x="306832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95250"/>
                  </a:lnTo>
                  <a:lnTo>
                    <a:pt x="0" y="101600"/>
                  </a:lnTo>
                  <a:lnTo>
                    <a:pt x="3073400" y="101600"/>
                  </a:lnTo>
                  <a:lnTo>
                    <a:pt x="3073400" y="95250"/>
                  </a:lnTo>
                  <a:lnTo>
                    <a:pt x="3073400" y="5080"/>
                  </a:lnTo>
                  <a:lnTo>
                    <a:pt x="3073400" y="0"/>
                  </a:lnTo>
                  <a:close/>
                </a:path>
              </a:pathLst>
            </a:custGeom>
            <a:solidFill>
              <a:srgbClr val="29292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" name="object 589"/>
            <p:cNvSpPr/>
            <p:nvPr/>
          </p:nvSpPr>
          <p:spPr>
            <a:xfrm>
              <a:off x="5173980" y="3611879"/>
              <a:ext cx="3063240" cy="90170"/>
            </a:xfrm>
            <a:custGeom>
              <a:avLst/>
              <a:gdLst/>
              <a:ahLst/>
              <a:cxnLst/>
              <a:rect l="l" t="t" r="r" b="b"/>
              <a:pathLst>
                <a:path w="3063240" h="90170">
                  <a:moveTo>
                    <a:pt x="3063240" y="0"/>
                  </a:moveTo>
                  <a:lnTo>
                    <a:pt x="3056890" y="0"/>
                  </a:lnTo>
                  <a:lnTo>
                    <a:pt x="3056890" y="6350"/>
                  </a:lnTo>
                  <a:lnTo>
                    <a:pt x="3056890" y="85090"/>
                  </a:lnTo>
                  <a:lnTo>
                    <a:pt x="6350" y="85090"/>
                  </a:lnTo>
                  <a:lnTo>
                    <a:pt x="6350" y="6350"/>
                  </a:lnTo>
                  <a:lnTo>
                    <a:pt x="3056890" y="6350"/>
                  </a:lnTo>
                  <a:lnTo>
                    <a:pt x="305689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85090"/>
                  </a:lnTo>
                  <a:lnTo>
                    <a:pt x="0" y="90170"/>
                  </a:lnTo>
                  <a:lnTo>
                    <a:pt x="3063240" y="90170"/>
                  </a:lnTo>
                  <a:lnTo>
                    <a:pt x="3063240" y="85090"/>
                  </a:lnTo>
                  <a:lnTo>
                    <a:pt x="3063240" y="6350"/>
                  </a:lnTo>
                  <a:lnTo>
                    <a:pt x="3063240" y="0"/>
                  </a:lnTo>
                  <a:close/>
                </a:path>
              </a:pathLst>
            </a:custGeom>
            <a:solidFill>
              <a:srgbClr val="2A2A2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" name="object 590"/>
            <p:cNvSpPr/>
            <p:nvPr/>
          </p:nvSpPr>
          <p:spPr>
            <a:xfrm>
              <a:off x="5180330" y="3618229"/>
              <a:ext cx="3050540" cy="78740"/>
            </a:xfrm>
            <a:custGeom>
              <a:avLst/>
              <a:gdLst/>
              <a:ahLst/>
              <a:cxnLst/>
              <a:rect l="l" t="t" r="r" b="b"/>
              <a:pathLst>
                <a:path w="3050540" h="78739">
                  <a:moveTo>
                    <a:pt x="3050540" y="0"/>
                  </a:moveTo>
                  <a:lnTo>
                    <a:pt x="3045460" y="0"/>
                  </a:lnTo>
                  <a:lnTo>
                    <a:pt x="3045460" y="5080"/>
                  </a:lnTo>
                  <a:lnTo>
                    <a:pt x="3045460" y="72390"/>
                  </a:lnTo>
                  <a:lnTo>
                    <a:pt x="5080" y="72390"/>
                  </a:lnTo>
                  <a:lnTo>
                    <a:pt x="5080" y="5080"/>
                  </a:lnTo>
                  <a:lnTo>
                    <a:pt x="3045460" y="5080"/>
                  </a:lnTo>
                  <a:lnTo>
                    <a:pt x="304546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72390"/>
                  </a:lnTo>
                  <a:lnTo>
                    <a:pt x="0" y="78740"/>
                  </a:lnTo>
                  <a:lnTo>
                    <a:pt x="3050540" y="78740"/>
                  </a:lnTo>
                  <a:lnTo>
                    <a:pt x="3050540" y="72390"/>
                  </a:lnTo>
                  <a:lnTo>
                    <a:pt x="3050540" y="5080"/>
                  </a:lnTo>
                  <a:lnTo>
                    <a:pt x="3050540" y="0"/>
                  </a:lnTo>
                  <a:close/>
                </a:path>
              </a:pathLst>
            </a:custGeom>
            <a:solidFill>
              <a:srgbClr val="2B2B2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" name="object 591"/>
            <p:cNvSpPr/>
            <p:nvPr/>
          </p:nvSpPr>
          <p:spPr>
            <a:xfrm>
              <a:off x="5185410" y="3623309"/>
              <a:ext cx="3040380" cy="67310"/>
            </a:xfrm>
            <a:custGeom>
              <a:avLst/>
              <a:gdLst/>
              <a:ahLst/>
              <a:cxnLst/>
              <a:rect l="l" t="t" r="r" b="b"/>
              <a:pathLst>
                <a:path w="3040379" h="67310">
                  <a:moveTo>
                    <a:pt x="3040380" y="0"/>
                  </a:moveTo>
                  <a:lnTo>
                    <a:pt x="3034030" y="0"/>
                  </a:lnTo>
                  <a:lnTo>
                    <a:pt x="3034030" y="6350"/>
                  </a:lnTo>
                  <a:lnTo>
                    <a:pt x="3034030" y="62230"/>
                  </a:lnTo>
                  <a:lnTo>
                    <a:pt x="6350" y="62230"/>
                  </a:lnTo>
                  <a:lnTo>
                    <a:pt x="6350" y="6350"/>
                  </a:lnTo>
                  <a:lnTo>
                    <a:pt x="3034030" y="6350"/>
                  </a:lnTo>
                  <a:lnTo>
                    <a:pt x="303403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62230"/>
                  </a:lnTo>
                  <a:lnTo>
                    <a:pt x="0" y="67310"/>
                  </a:lnTo>
                  <a:lnTo>
                    <a:pt x="3040380" y="67310"/>
                  </a:lnTo>
                  <a:lnTo>
                    <a:pt x="3040380" y="62230"/>
                  </a:lnTo>
                  <a:lnTo>
                    <a:pt x="3040380" y="6350"/>
                  </a:lnTo>
                  <a:lnTo>
                    <a:pt x="3040380" y="0"/>
                  </a:lnTo>
                  <a:close/>
                </a:path>
              </a:pathLst>
            </a:custGeom>
            <a:solidFill>
              <a:srgbClr val="2C2C2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" name="object 592"/>
            <p:cNvSpPr/>
            <p:nvPr/>
          </p:nvSpPr>
          <p:spPr>
            <a:xfrm>
              <a:off x="5191760" y="3629659"/>
              <a:ext cx="3027680" cy="55880"/>
            </a:xfrm>
            <a:custGeom>
              <a:avLst/>
              <a:gdLst/>
              <a:ahLst/>
              <a:cxnLst/>
              <a:rect l="l" t="t" r="r" b="b"/>
              <a:pathLst>
                <a:path w="3027679" h="55879">
                  <a:moveTo>
                    <a:pt x="3027680" y="0"/>
                  </a:moveTo>
                  <a:lnTo>
                    <a:pt x="3022600" y="0"/>
                  </a:lnTo>
                  <a:lnTo>
                    <a:pt x="3022600" y="5080"/>
                  </a:lnTo>
                  <a:lnTo>
                    <a:pt x="3022600" y="50800"/>
                  </a:lnTo>
                  <a:lnTo>
                    <a:pt x="5080" y="50800"/>
                  </a:lnTo>
                  <a:lnTo>
                    <a:pt x="5080" y="5080"/>
                  </a:lnTo>
                  <a:lnTo>
                    <a:pt x="3022600" y="5080"/>
                  </a:lnTo>
                  <a:lnTo>
                    <a:pt x="302260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50800"/>
                  </a:lnTo>
                  <a:lnTo>
                    <a:pt x="0" y="55880"/>
                  </a:lnTo>
                  <a:lnTo>
                    <a:pt x="3027680" y="55880"/>
                  </a:lnTo>
                  <a:lnTo>
                    <a:pt x="3027680" y="50800"/>
                  </a:lnTo>
                  <a:lnTo>
                    <a:pt x="3027680" y="5080"/>
                  </a:lnTo>
                  <a:lnTo>
                    <a:pt x="3027680" y="0"/>
                  </a:lnTo>
                  <a:close/>
                </a:path>
              </a:pathLst>
            </a:custGeom>
            <a:solidFill>
              <a:srgbClr val="2D2D2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" name="object 593"/>
            <p:cNvSpPr/>
            <p:nvPr/>
          </p:nvSpPr>
          <p:spPr>
            <a:xfrm>
              <a:off x="5196840" y="3634739"/>
              <a:ext cx="3017520" cy="45720"/>
            </a:xfrm>
            <a:custGeom>
              <a:avLst/>
              <a:gdLst/>
              <a:ahLst/>
              <a:cxnLst/>
              <a:rect l="l" t="t" r="r" b="b"/>
              <a:pathLst>
                <a:path w="3017520" h="45720">
                  <a:moveTo>
                    <a:pt x="3017520" y="0"/>
                  </a:moveTo>
                  <a:lnTo>
                    <a:pt x="3011170" y="0"/>
                  </a:lnTo>
                  <a:lnTo>
                    <a:pt x="3011170" y="6350"/>
                  </a:lnTo>
                  <a:lnTo>
                    <a:pt x="3011170" y="39370"/>
                  </a:lnTo>
                  <a:lnTo>
                    <a:pt x="6350" y="39370"/>
                  </a:lnTo>
                  <a:lnTo>
                    <a:pt x="6350" y="6350"/>
                  </a:lnTo>
                  <a:lnTo>
                    <a:pt x="3011170" y="6350"/>
                  </a:lnTo>
                  <a:lnTo>
                    <a:pt x="301117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39370"/>
                  </a:lnTo>
                  <a:lnTo>
                    <a:pt x="0" y="45720"/>
                  </a:lnTo>
                  <a:lnTo>
                    <a:pt x="3017520" y="45720"/>
                  </a:lnTo>
                  <a:lnTo>
                    <a:pt x="3017520" y="39370"/>
                  </a:lnTo>
                  <a:lnTo>
                    <a:pt x="3017520" y="6350"/>
                  </a:lnTo>
                  <a:lnTo>
                    <a:pt x="3017520" y="0"/>
                  </a:lnTo>
                  <a:close/>
                </a:path>
              </a:pathLst>
            </a:custGeom>
            <a:solidFill>
              <a:srgbClr val="2E2E2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" name="object 594"/>
            <p:cNvSpPr/>
            <p:nvPr/>
          </p:nvSpPr>
          <p:spPr>
            <a:xfrm>
              <a:off x="5203190" y="3641089"/>
              <a:ext cx="3004820" cy="33020"/>
            </a:xfrm>
            <a:custGeom>
              <a:avLst/>
              <a:gdLst/>
              <a:ahLst/>
              <a:cxnLst/>
              <a:rect l="l" t="t" r="r" b="b"/>
              <a:pathLst>
                <a:path w="3004820" h="33020">
                  <a:moveTo>
                    <a:pt x="3004820" y="0"/>
                  </a:moveTo>
                  <a:lnTo>
                    <a:pt x="2999740" y="0"/>
                  </a:lnTo>
                  <a:lnTo>
                    <a:pt x="2999740" y="5080"/>
                  </a:lnTo>
                  <a:lnTo>
                    <a:pt x="2999740" y="27940"/>
                  </a:lnTo>
                  <a:lnTo>
                    <a:pt x="5080" y="27940"/>
                  </a:lnTo>
                  <a:lnTo>
                    <a:pt x="5080" y="5080"/>
                  </a:lnTo>
                  <a:lnTo>
                    <a:pt x="2999740" y="5080"/>
                  </a:lnTo>
                  <a:lnTo>
                    <a:pt x="299974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27940"/>
                  </a:lnTo>
                  <a:lnTo>
                    <a:pt x="0" y="33020"/>
                  </a:lnTo>
                  <a:lnTo>
                    <a:pt x="3004820" y="33020"/>
                  </a:lnTo>
                  <a:lnTo>
                    <a:pt x="3004820" y="27940"/>
                  </a:lnTo>
                  <a:lnTo>
                    <a:pt x="3004820" y="5080"/>
                  </a:lnTo>
                  <a:lnTo>
                    <a:pt x="3004820" y="0"/>
                  </a:lnTo>
                  <a:close/>
                </a:path>
              </a:pathLst>
            </a:custGeom>
            <a:solidFill>
              <a:srgbClr val="2F2F2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" name="object 595"/>
            <p:cNvSpPr/>
            <p:nvPr/>
          </p:nvSpPr>
          <p:spPr>
            <a:xfrm>
              <a:off x="5208270" y="3646169"/>
              <a:ext cx="2994660" cy="22860"/>
            </a:xfrm>
            <a:custGeom>
              <a:avLst/>
              <a:gdLst/>
              <a:ahLst/>
              <a:cxnLst/>
              <a:rect l="l" t="t" r="r" b="b"/>
              <a:pathLst>
                <a:path w="2994659" h="22860">
                  <a:moveTo>
                    <a:pt x="2994660" y="0"/>
                  </a:moveTo>
                  <a:lnTo>
                    <a:pt x="2988310" y="0"/>
                  </a:lnTo>
                  <a:lnTo>
                    <a:pt x="2988310" y="5080"/>
                  </a:lnTo>
                  <a:lnTo>
                    <a:pt x="2988310" y="16510"/>
                  </a:lnTo>
                  <a:lnTo>
                    <a:pt x="5080" y="16510"/>
                  </a:lnTo>
                  <a:lnTo>
                    <a:pt x="5080" y="5080"/>
                  </a:lnTo>
                  <a:lnTo>
                    <a:pt x="2988310" y="5080"/>
                  </a:lnTo>
                  <a:lnTo>
                    <a:pt x="298831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16510"/>
                  </a:lnTo>
                  <a:lnTo>
                    <a:pt x="0" y="22860"/>
                  </a:lnTo>
                  <a:lnTo>
                    <a:pt x="2994660" y="22860"/>
                  </a:lnTo>
                  <a:lnTo>
                    <a:pt x="2994660" y="16510"/>
                  </a:lnTo>
                  <a:lnTo>
                    <a:pt x="2994660" y="5080"/>
                  </a:lnTo>
                  <a:lnTo>
                    <a:pt x="2994660" y="0"/>
                  </a:lnTo>
                  <a:close/>
                </a:path>
              </a:pathLst>
            </a:custGeom>
            <a:solidFill>
              <a:srgbClr val="30303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" name="object 596"/>
            <p:cNvSpPr/>
            <p:nvPr/>
          </p:nvSpPr>
          <p:spPr>
            <a:xfrm>
              <a:off x="5213350" y="3651250"/>
              <a:ext cx="2983230" cy="11430"/>
            </a:xfrm>
            <a:custGeom>
              <a:avLst/>
              <a:gdLst/>
              <a:ahLst/>
              <a:cxnLst/>
              <a:rect l="l" t="t" r="r" b="b"/>
              <a:pathLst>
                <a:path w="2983229" h="11429">
                  <a:moveTo>
                    <a:pt x="2983229" y="0"/>
                  </a:moveTo>
                  <a:lnTo>
                    <a:pt x="0" y="0"/>
                  </a:lnTo>
                  <a:lnTo>
                    <a:pt x="0" y="11430"/>
                  </a:lnTo>
                  <a:lnTo>
                    <a:pt x="2983229" y="11430"/>
                  </a:lnTo>
                  <a:lnTo>
                    <a:pt x="2983229" y="0"/>
                  </a:lnTo>
                  <a:close/>
                </a:path>
              </a:pathLst>
            </a:custGeom>
            <a:solidFill>
              <a:srgbClr val="33333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" name="object 597"/>
            <p:cNvSpPr/>
            <p:nvPr/>
          </p:nvSpPr>
          <p:spPr>
            <a:xfrm>
              <a:off x="5067300" y="3505200"/>
              <a:ext cx="3276600" cy="304800"/>
            </a:xfrm>
            <a:custGeom>
              <a:avLst/>
              <a:gdLst/>
              <a:ahLst/>
              <a:cxnLst/>
              <a:rect l="l" t="t" r="r" b="b"/>
              <a:pathLst>
                <a:path w="3276600" h="304800">
                  <a:moveTo>
                    <a:pt x="1638300" y="304800"/>
                  </a:moveTo>
                  <a:lnTo>
                    <a:pt x="0" y="304800"/>
                  </a:lnTo>
                  <a:lnTo>
                    <a:pt x="0" y="0"/>
                  </a:lnTo>
                  <a:lnTo>
                    <a:pt x="3276600" y="0"/>
                  </a:lnTo>
                  <a:lnTo>
                    <a:pt x="3276600" y="304800"/>
                  </a:lnTo>
                  <a:lnTo>
                    <a:pt x="1638300" y="304800"/>
                  </a:lnTo>
                  <a:close/>
                </a:path>
              </a:pathLst>
            </a:custGeom>
            <a:ln w="93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98" name="object 598"/>
          <p:cNvSpPr txBox="1"/>
          <p:nvPr/>
        </p:nvSpPr>
        <p:spPr>
          <a:xfrm>
            <a:off x="5760720" y="2736850"/>
            <a:ext cx="1589405" cy="1092200"/>
          </a:xfrm>
          <a:prstGeom prst="rect">
            <a:avLst/>
          </a:prstGeom>
        </p:spPr>
        <p:txBody>
          <a:bodyPr vert="horz" wrap="square" lIns="0" tIns="1803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20"/>
              </a:spcBef>
              <a:tabLst>
                <a:tab pos="926465" algn="l"/>
              </a:tabLst>
            </a:pPr>
            <a:r>
              <a:rPr sz="2400" spc="-25" dirty="0">
                <a:solidFill>
                  <a:srgbClr val="FFFFFF"/>
                </a:solidFill>
                <a:latin typeface="Arial"/>
                <a:cs typeface="Arial"/>
              </a:rPr>
              <a:t>VM</a:t>
            </a:r>
            <a:r>
              <a:rPr sz="2400" dirty="0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sz="2400" spc="-25" dirty="0">
                <a:solidFill>
                  <a:srgbClr val="FFFFFF"/>
                </a:solidFill>
                <a:latin typeface="Arial"/>
                <a:cs typeface="Arial"/>
              </a:rPr>
              <a:t>VM</a:t>
            </a:r>
            <a:endParaRPr sz="2400">
              <a:latin typeface="Arial"/>
              <a:cs typeface="Arial"/>
            </a:endParaRPr>
          </a:p>
          <a:p>
            <a:pPr marL="313055">
              <a:lnSpc>
                <a:spcPct val="100000"/>
              </a:lnSpc>
              <a:spcBef>
                <a:spcPts val="1320"/>
              </a:spcBef>
            </a:pPr>
            <a:r>
              <a:rPr sz="2400" spc="-25" dirty="0">
                <a:solidFill>
                  <a:srgbClr val="FFFFFF"/>
                </a:solidFill>
                <a:latin typeface="Arial"/>
                <a:cs typeface="Arial"/>
              </a:rPr>
              <a:t>VMkernel</a:t>
            </a:r>
            <a:endParaRPr sz="2400">
              <a:latin typeface="Arial"/>
              <a:cs typeface="Arial"/>
            </a:endParaRPr>
          </a:p>
        </p:txBody>
      </p:sp>
      <p:sp>
        <p:nvSpPr>
          <p:cNvPr id="599" name="object 59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6604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50" dirty="0"/>
              <a:t>9</a:t>
            </a:fld>
            <a:endParaRPr spc="-50" dirty="0"/>
          </a:p>
        </p:txBody>
      </p:sp>
    </p:spTree>
  </p:cSld>
  <p:clrMapOvr>
    <a:masterClrMapping/>
  </p:clrMapOvr>
  <p:transition>
    <p:wipe dir="r"/>
  </p:transition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535940" y="1758950"/>
            <a:ext cx="6608445" cy="2054860"/>
          </a:xfrm>
          <a:prstGeom prst="rect">
            <a:avLst/>
          </a:prstGeom>
        </p:spPr>
        <p:txBody>
          <a:bodyPr vert="horz" wrap="square" lIns="0" tIns="180975" rIns="0" bIns="0" rtlCol="0">
            <a:spAutoFit/>
          </a:bodyPr>
          <a:lstStyle/>
          <a:p>
            <a:pPr marL="12700" marR="5080">
              <a:lnSpc>
                <a:spcPts val="7340"/>
              </a:lnSpc>
              <a:spcBef>
                <a:spcPts val="1425"/>
              </a:spcBef>
            </a:pPr>
            <a:r>
              <a:rPr sz="7200" spc="-10" dirty="0">
                <a:solidFill>
                  <a:srgbClr val="667CCC"/>
                </a:solidFill>
              </a:rPr>
              <a:t>VMware </a:t>
            </a:r>
            <a:r>
              <a:rPr sz="7200" spc="-60" dirty="0">
                <a:solidFill>
                  <a:srgbClr val="333333"/>
                </a:solidFill>
              </a:rPr>
              <a:t>Infrastructure</a:t>
            </a:r>
            <a:r>
              <a:rPr sz="7200" spc="-375" dirty="0">
                <a:solidFill>
                  <a:srgbClr val="333333"/>
                </a:solidFill>
              </a:rPr>
              <a:t> </a:t>
            </a:r>
            <a:r>
              <a:rPr sz="7200" spc="-50" dirty="0">
                <a:solidFill>
                  <a:srgbClr val="333333"/>
                </a:solidFill>
              </a:rPr>
              <a:t>3</a:t>
            </a:r>
            <a:endParaRPr sz="720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3710FA9-8E07-D438-5298-21287214F11C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pPr marL="6604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lang="en-US" spc="-50" smtClean="0"/>
              <a:t>10</a:t>
            </a:fld>
            <a:endParaRPr lang="en-US" spc="-50" dirty="0"/>
          </a:p>
        </p:txBody>
      </p:sp>
    </p:spTree>
  </p:cSld>
  <p:clrMapOvr>
    <a:masterClrMapping/>
  </p:clrMapOvr>
  <p:transition>
    <p:wipe dir="r"/>
  </p:transition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086600" y="3352800"/>
            <a:ext cx="0" cy="685800"/>
          </a:xfrm>
          <a:custGeom>
            <a:avLst/>
            <a:gdLst/>
            <a:ahLst/>
            <a:cxnLst/>
            <a:rect l="l" t="t" r="r" b="b"/>
            <a:pathLst>
              <a:path h="685800">
                <a:moveTo>
                  <a:pt x="0" y="0"/>
                </a:moveTo>
                <a:lnTo>
                  <a:pt x="0" y="685800"/>
                </a:lnTo>
              </a:path>
            </a:pathLst>
          </a:custGeom>
          <a:ln w="38097">
            <a:solidFill>
              <a:srgbClr val="FF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609600" y="609600"/>
            <a:ext cx="3276600" cy="403860"/>
          </a:xfrm>
          <a:custGeom>
            <a:avLst/>
            <a:gdLst/>
            <a:ahLst/>
            <a:cxnLst/>
            <a:rect l="l" t="t" r="r" b="b"/>
            <a:pathLst>
              <a:path w="3276600" h="403859">
                <a:moveTo>
                  <a:pt x="3276600" y="0"/>
                </a:moveTo>
                <a:lnTo>
                  <a:pt x="0" y="0"/>
                </a:lnTo>
                <a:lnTo>
                  <a:pt x="0" y="403860"/>
                </a:lnTo>
                <a:lnTo>
                  <a:pt x="1638300" y="403860"/>
                </a:lnTo>
                <a:lnTo>
                  <a:pt x="3276600" y="403860"/>
                </a:lnTo>
                <a:lnTo>
                  <a:pt x="32766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37160">
              <a:lnSpc>
                <a:spcPct val="100000"/>
              </a:lnSpc>
              <a:spcBef>
                <a:spcPts val="100"/>
              </a:spcBef>
            </a:pPr>
            <a:r>
              <a:rPr spc="-10" dirty="0"/>
              <a:t>Today’s</a:t>
            </a:r>
            <a:r>
              <a:rPr spc="-120" dirty="0"/>
              <a:t> </a:t>
            </a:r>
            <a:r>
              <a:rPr spc="-20" dirty="0"/>
              <a:t>Virtualization</a:t>
            </a:r>
          </a:p>
        </p:txBody>
      </p:sp>
      <p:grpSp>
        <p:nvGrpSpPr>
          <p:cNvPr id="5" name="object 5"/>
          <p:cNvGrpSpPr/>
          <p:nvPr/>
        </p:nvGrpSpPr>
        <p:grpSpPr>
          <a:xfrm>
            <a:off x="6019800" y="3124200"/>
            <a:ext cx="2741930" cy="2768600"/>
            <a:chOff x="6019800" y="3124200"/>
            <a:chExt cx="2741930" cy="2768600"/>
          </a:xfrm>
        </p:grpSpPr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019800" y="3710940"/>
              <a:ext cx="2741929" cy="2181860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467600" y="3200400"/>
              <a:ext cx="1196340" cy="438150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934200" y="3124200"/>
              <a:ext cx="515620" cy="674369"/>
            </a:xfrm>
            <a:prstGeom prst="rect">
              <a:avLst/>
            </a:prstGeom>
          </p:spPr>
        </p:pic>
      </p:grpSp>
      <p:sp>
        <p:nvSpPr>
          <p:cNvPr id="9" name="object 9"/>
          <p:cNvSpPr txBox="1"/>
          <p:nvPr/>
        </p:nvSpPr>
        <p:spPr>
          <a:xfrm>
            <a:off x="647700" y="1247845"/>
            <a:ext cx="7943850" cy="2990215"/>
          </a:xfrm>
          <a:prstGeom prst="rect">
            <a:avLst/>
          </a:prstGeom>
        </p:spPr>
        <p:txBody>
          <a:bodyPr vert="horz" wrap="square" lIns="0" tIns="170815" rIns="0" bIns="0" rtlCol="0">
            <a:spAutoFit/>
          </a:bodyPr>
          <a:lstStyle/>
          <a:p>
            <a:pPr marL="50800">
              <a:lnSpc>
                <a:spcPct val="100000"/>
              </a:lnSpc>
              <a:spcBef>
                <a:spcPts val="1345"/>
              </a:spcBef>
            </a:pPr>
            <a:r>
              <a:rPr sz="2000" dirty="0">
                <a:solidFill>
                  <a:srgbClr val="7C9AC5"/>
                </a:solidFill>
                <a:latin typeface="Arial"/>
                <a:cs typeface="Arial"/>
              </a:rPr>
              <a:t>3</a:t>
            </a:r>
            <a:r>
              <a:rPr sz="1725" baseline="28985" dirty="0">
                <a:solidFill>
                  <a:srgbClr val="7C9AC5"/>
                </a:solidFill>
                <a:latin typeface="Arial"/>
                <a:cs typeface="Arial"/>
              </a:rPr>
              <a:t>rd</a:t>
            </a:r>
            <a:r>
              <a:rPr sz="1725" spc="277" baseline="28985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2000" dirty="0">
                <a:solidFill>
                  <a:srgbClr val="7C9AC5"/>
                </a:solidFill>
                <a:latin typeface="Arial"/>
                <a:cs typeface="Arial"/>
              </a:rPr>
              <a:t>Generation</a:t>
            </a:r>
            <a:r>
              <a:rPr sz="2000" spc="-50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2000" spc="-10" dirty="0">
                <a:solidFill>
                  <a:srgbClr val="7C9AC5"/>
                </a:solidFill>
                <a:latin typeface="Arial"/>
                <a:cs typeface="Arial"/>
              </a:rPr>
              <a:t>Virtualisation</a:t>
            </a:r>
            <a:endParaRPr sz="2000">
              <a:latin typeface="Arial"/>
              <a:cs typeface="Arial"/>
            </a:endParaRPr>
          </a:p>
          <a:p>
            <a:pPr marL="194945" indent="-144145">
              <a:lnSpc>
                <a:spcPct val="100000"/>
              </a:lnSpc>
              <a:spcBef>
                <a:spcPts val="1120"/>
              </a:spcBef>
              <a:buClr>
                <a:srgbClr val="959595"/>
              </a:buClr>
              <a:buChar char="•"/>
              <a:tabLst>
                <a:tab pos="194945" algn="l"/>
              </a:tabLst>
            </a:pPr>
            <a:r>
              <a:rPr sz="1800" dirty="0">
                <a:solidFill>
                  <a:srgbClr val="767676"/>
                </a:solidFill>
                <a:latin typeface="Arial"/>
                <a:cs typeface="Arial"/>
              </a:rPr>
              <a:t>Aggregates</a:t>
            </a:r>
            <a:r>
              <a:rPr sz="1800" spc="-35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1800" spc="-10" dirty="0">
                <a:solidFill>
                  <a:srgbClr val="767676"/>
                </a:solidFill>
                <a:latin typeface="Arial"/>
                <a:cs typeface="Arial"/>
              </a:rPr>
              <a:t>industry-</a:t>
            </a:r>
            <a:r>
              <a:rPr sz="1800" dirty="0">
                <a:solidFill>
                  <a:srgbClr val="767676"/>
                </a:solidFill>
                <a:latin typeface="Arial"/>
                <a:cs typeface="Arial"/>
              </a:rPr>
              <a:t>standard</a:t>
            </a:r>
            <a:r>
              <a:rPr sz="1800" spc="-30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767676"/>
                </a:solidFill>
                <a:latin typeface="Arial"/>
                <a:cs typeface="Arial"/>
              </a:rPr>
              <a:t>(x86)</a:t>
            </a:r>
            <a:r>
              <a:rPr sz="1800" spc="-25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767676"/>
                </a:solidFill>
                <a:latin typeface="Arial"/>
                <a:cs typeface="Arial"/>
              </a:rPr>
              <a:t>servers</a:t>
            </a:r>
            <a:r>
              <a:rPr sz="1800" spc="-30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767676"/>
                </a:solidFill>
                <a:latin typeface="Arial"/>
                <a:cs typeface="Arial"/>
              </a:rPr>
              <a:t>into</a:t>
            </a:r>
            <a:r>
              <a:rPr sz="1800" spc="-20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767676"/>
                </a:solidFill>
                <a:latin typeface="Arial"/>
                <a:cs typeface="Arial"/>
              </a:rPr>
              <a:t>a</a:t>
            </a:r>
            <a:r>
              <a:rPr sz="1800" spc="-40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1800" b="1" dirty="0">
                <a:latin typeface="Arial"/>
                <a:cs typeface="Arial"/>
              </a:rPr>
              <a:t>single</a:t>
            </a:r>
            <a:r>
              <a:rPr sz="1800" b="1" spc="-30" dirty="0">
                <a:latin typeface="Arial"/>
                <a:cs typeface="Arial"/>
              </a:rPr>
              <a:t> </a:t>
            </a:r>
            <a:r>
              <a:rPr sz="1800" b="1" dirty="0">
                <a:latin typeface="Arial"/>
                <a:cs typeface="Arial"/>
              </a:rPr>
              <a:t>unified</a:t>
            </a:r>
            <a:r>
              <a:rPr sz="1800" b="1" spc="-20" dirty="0">
                <a:latin typeface="Arial"/>
                <a:cs typeface="Arial"/>
              </a:rPr>
              <a:t> </a:t>
            </a:r>
            <a:r>
              <a:rPr sz="1800" b="1" spc="-10" dirty="0">
                <a:latin typeface="Arial"/>
                <a:cs typeface="Arial"/>
              </a:rPr>
              <a:t>identity</a:t>
            </a:r>
            <a:endParaRPr sz="1800">
              <a:latin typeface="Arial"/>
              <a:cs typeface="Arial"/>
            </a:endParaRPr>
          </a:p>
          <a:p>
            <a:pPr marL="194945" indent="-144145">
              <a:lnSpc>
                <a:spcPct val="100000"/>
              </a:lnSpc>
              <a:spcBef>
                <a:spcPts val="1130"/>
              </a:spcBef>
              <a:buChar char="•"/>
              <a:tabLst>
                <a:tab pos="194945" algn="l"/>
              </a:tabLst>
            </a:pPr>
            <a:r>
              <a:rPr sz="1800" dirty="0">
                <a:solidFill>
                  <a:srgbClr val="767676"/>
                </a:solidFill>
                <a:latin typeface="Arial"/>
                <a:cs typeface="Arial"/>
              </a:rPr>
              <a:t>Uses</a:t>
            </a:r>
            <a:r>
              <a:rPr sz="1800" spc="-40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767676"/>
                </a:solidFill>
                <a:latin typeface="Arial"/>
                <a:cs typeface="Arial"/>
              </a:rPr>
              <a:t>logical</a:t>
            </a:r>
            <a:r>
              <a:rPr sz="1800" spc="-30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1800" b="1" dirty="0">
                <a:latin typeface="Arial"/>
                <a:cs typeface="Arial"/>
              </a:rPr>
              <a:t>Resource</a:t>
            </a:r>
            <a:r>
              <a:rPr sz="1800" b="1" spc="-35" dirty="0">
                <a:latin typeface="Arial"/>
                <a:cs typeface="Arial"/>
              </a:rPr>
              <a:t> </a:t>
            </a:r>
            <a:r>
              <a:rPr sz="1800" b="1" dirty="0">
                <a:latin typeface="Arial"/>
                <a:cs typeface="Arial"/>
              </a:rPr>
              <a:t>Pools</a:t>
            </a:r>
            <a:r>
              <a:rPr sz="1800" b="1" spc="-35" dirty="0"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767676"/>
                </a:solidFill>
                <a:latin typeface="Arial"/>
                <a:cs typeface="Arial"/>
              </a:rPr>
              <a:t>to</a:t>
            </a:r>
            <a:r>
              <a:rPr sz="1800" spc="-40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767676"/>
                </a:solidFill>
                <a:latin typeface="Arial"/>
                <a:cs typeface="Arial"/>
              </a:rPr>
              <a:t>manage</a:t>
            </a:r>
            <a:r>
              <a:rPr sz="1800" spc="-35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1800" spc="-10" dirty="0">
                <a:solidFill>
                  <a:srgbClr val="767676"/>
                </a:solidFill>
                <a:latin typeface="Arial"/>
                <a:cs typeface="Arial"/>
              </a:rPr>
              <a:t>consumption</a:t>
            </a:r>
            <a:endParaRPr sz="1800">
              <a:latin typeface="Arial"/>
              <a:cs typeface="Arial"/>
            </a:endParaRPr>
          </a:p>
          <a:p>
            <a:pPr marL="194945" indent="-144145">
              <a:lnSpc>
                <a:spcPct val="100000"/>
              </a:lnSpc>
              <a:spcBef>
                <a:spcPts val="1120"/>
              </a:spcBef>
              <a:buChar char="•"/>
              <a:tabLst>
                <a:tab pos="194945" algn="l"/>
              </a:tabLst>
            </a:pPr>
            <a:r>
              <a:rPr sz="1800" dirty="0">
                <a:solidFill>
                  <a:srgbClr val="767676"/>
                </a:solidFill>
                <a:latin typeface="Arial"/>
                <a:cs typeface="Arial"/>
              </a:rPr>
              <a:t>Provides</a:t>
            </a:r>
            <a:r>
              <a:rPr sz="1800" spc="-35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1800" b="1" dirty="0">
                <a:latin typeface="Arial"/>
                <a:cs typeface="Arial"/>
              </a:rPr>
              <a:t>Service</a:t>
            </a:r>
            <a:r>
              <a:rPr sz="1800" b="1" spc="-45" dirty="0">
                <a:latin typeface="Arial"/>
                <a:cs typeface="Arial"/>
              </a:rPr>
              <a:t> </a:t>
            </a:r>
            <a:r>
              <a:rPr sz="1800" b="1" dirty="0">
                <a:latin typeface="Arial"/>
                <a:cs typeface="Arial"/>
              </a:rPr>
              <a:t>Level</a:t>
            </a:r>
            <a:r>
              <a:rPr sz="1800" b="1" spc="-40" dirty="0">
                <a:latin typeface="Arial"/>
                <a:cs typeface="Arial"/>
              </a:rPr>
              <a:t> </a:t>
            </a:r>
            <a:r>
              <a:rPr sz="1800" b="1" dirty="0">
                <a:latin typeface="Arial"/>
                <a:cs typeface="Arial"/>
              </a:rPr>
              <a:t>Agreements</a:t>
            </a:r>
            <a:r>
              <a:rPr sz="1800" b="1" spc="-45" dirty="0"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767676"/>
                </a:solidFill>
                <a:latin typeface="Arial"/>
                <a:cs typeface="Arial"/>
              </a:rPr>
              <a:t>to</a:t>
            </a:r>
            <a:r>
              <a:rPr sz="1800" spc="-45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767676"/>
                </a:solidFill>
                <a:latin typeface="Arial"/>
                <a:cs typeface="Arial"/>
              </a:rPr>
              <a:t>manage</a:t>
            </a:r>
            <a:r>
              <a:rPr sz="1800" spc="-30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767676"/>
                </a:solidFill>
                <a:latin typeface="Arial"/>
                <a:cs typeface="Arial"/>
              </a:rPr>
              <a:t>groups</a:t>
            </a:r>
            <a:r>
              <a:rPr sz="1800" spc="-45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767676"/>
                </a:solidFill>
                <a:latin typeface="Arial"/>
                <a:cs typeface="Arial"/>
              </a:rPr>
              <a:t>of</a:t>
            </a:r>
            <a:r>
              <a:rPr sz="1800" spc="-35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767676"/>
                </a:solidFill>
                <a:latin typeface="Arial"/>
                <a:cs typeface="Arial"/>
              </a:rPr>
              <a:t>Virtual</a:t>
            </a:r>
            <a:r>
              <a:rPr sz="1800" spc="-35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1800" spc="-10" dirty="0">
                <a:solidFill>
                  <a:srgbClr val="767676"/>
                </a:solidFill>
                <a:latin typeface="Arial"/>
                <a:cs typeface="Arial"/>
              </a:rPr>
              <a:t>Machines</a:t>
            </a:r>
            <a:endParaRPr sz="1800">
              <a:latin typeface="Arial"/>
              <a:cs typeface="Arial"/>
            </a:endParaRPr>
          </a:p>
          <a:p>
            <a:pPr marL="258445" indent="-207645">
              <a:lnSpc>
                <a:spcPct val="100000"/>
              </a:lnSpc>
              <a:spcBef>
                <a:spcPts val="1120"/>
              </a:spcBef>
              <a:buChar char="•"/>
              <a:tabLst>
                <a:tab pos="258445" algn="l"/>
              </a:tabLst>
            </a:pPr>
            <a:r>
              <a:rPr sz="1800" dirty="0">
                <a:solidFill>
                  <a:srgbClr val="767676"/>
                </a:solidFill>
                <a:latin typeface="Arial"/>
                <a:cs typeface="Arial"/>
              </a:rPr>
              <a:t>Delivers</a:t>
            </a:r>
            <a:r>
              <a:rPr sz="1800" spc="-40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1800" b="1" dirty="0">
                <a:latin typeface="Arial"/>
                <a:cs typeface="Arial"/>
              </a:rPr>
              <a:t>failure</a:t>
            </a:r>
            <a:r>
              <a:rPr sz="1800" b="1" spc="-45" dirty="0">
                <a:latin typeface="Arial"/>
                <a:cs typeface="Arial"/>
              </a:rPr>
              <a:t> </a:t>
            </a:r>
            <a:r>
              <a:rPr sz="1800" b="1" dirty="0">
                <a:latin typeface="Arial"/>
                <a:cs typeface="Arial"/>
              </a:rPr>
              <a:t>protection</a:t>
            </a:r>
            <a:r>
              <a:rPr sz="1800" b="1" spc="-30" dirty="0"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767676"/>
                </a:solidFill>
                <a:latin typeface="Arial"/>
                <a:cs typeface="Arial"/>
              </a:rPr>
              <a:t>for</a:t>
            </a:r>
            <a:r>
              <a:rPr sz="1800" spc="-40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767676"/>
                </a:solidFill>
                <a:latin typeface="Arial"/>
                <a:cs typeface="Arial"/>
              </a:rPr>
              <a:t>ALL</a:t>
            </a:r>
            <a:r>
              <a:rPr sz="1800" spc="-45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767676"/>
                </a:solidFill>
                <a:latin typeface="Arial"/>
                <a:cs typeface="Arial"/>
              </a:rPr>
              <a:t>Virtual</a:t>
            </a:r>
            <a:r>
              <a:rPr sz="1800" spc="-40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1800" spc="-10" dirty="0">
                <a:solidFill>
                  <a:srgbClr val="767676"/>
                </a:solidFill>
                <a:latin typeface="Arial"/>
                <a:cs typeface="Arial"/>
              </a:rPr>
              <a:t>Machines</a:t>
            </a:r>
            <a:endParaRPr sz="1800">
              <a:latin typeface="Arial"/>
              <a:cs typeface="Arial"/>
            </a:endParaRPr>
          </a:p>
          <a:p>
            <a:pPr marL="194945" indent="-144145">
              <a:lnSpc>
                <a:spcPct val="100000"/>
              </a:lnSpc>
              <a:spcBef>
                <a:spcPts val="1120"/>
              </a:spcBef>
              <a:buChar char="•"/>
              <a:tabLst>
                <a:tab pos="194945" algn="l"/>
              </a:tabLst>
            </a:pPr>
            <a:r>
              <a:rPr sz="1800" dirty="0">
                <a:solidFill>
                  <a:srgbClr val="767676"/>
                </a:solidFill>
                <a:latin typeface="Arial"/>
                <a:cs typeface="Arial"/>
              </a:rPr>
              <a:t>Allows</a:t>
            </a:r>
            <a:r>
              <a:rPr sz="1800" spc="-55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1800" b="1" dirty="0">
                <a:latin typeface="Arial"/>
                <a:cs typeface="Arial"/>
              </a:rPr>
              <a:t>central</a:t>
            </a:r>
            <a:r>
              <a:rPr sz="1800" b="1" spc="-35" dirty="0">
                <a:latin typeface="Arial"/>
                <a:cs typeface="Arial"/>
              </a:rPr>
              <a:t> </a:t>
            </a:r>
            <a:r>
              <a:rPr sz="1800" b="1" dirty="0">
                <a:latin typeface="Arial"/>
                <a:cs typeface="Arial"/>
              </a:rPr>
              <a:t>backup</a:t>
            </a:r>
            <a:r>
              <a:rPr sz="1800" b="1" spc="-35" dirty="0"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767676"/>
                </a:solidFill>
                <a:latin typeface="Arial"/>
                <a:cs typeface="Arial"/>
              </a:rPr>
              <a:t>protection</a:t>
            </a:r>
            <a:r>
              <a:rPr sz="1800" spc="-45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767676"/>
                </a:solidFill>
                <a:latin typeface="Arial"/>
                <a:cs typeface="Arial"/>
              </a:rPr>
              <a:t>for</a:t>
            </a:r>
            <a:r>
              <a:rPr sz="1800" spc="-35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767676"/>
                </a:solidFill>
                <a:latin typeface="Arial"/>
                <a:cs typeface="Arial"/>
              </a:rPr>
              <a:t>ALL</a:t>
            </a:r>
            <a:r>
              <a:rPr sz="1800" spc="-45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767676"/>
                </a:solidFill>
                <a:latin typeface="Arial"/>
                <a:cs typeface="Arial"/>
              </a:rPr>
              <a:t>Virtual</a:t>
            </a:r>
            <a:r>
              <a:rPr sz="1800" spc="-40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1800" spc="-10" dirty="0">
                <a:solidFill>
                  <a:srgbClr val="767676"/>
                </a:solidFill>
                <a:latin typeface="Arial"/>
                <a:cs typeface="Arial"/>
              </a:rPr>
              <a:t>Machines</a:t>
            </a:r>
            <a:endParaRPr sz="1800">
              <a:latin typeface="Arial"/>
              <a:cs typeface="Arial"/>
            </a:endParaRPr>
          </a:p>
          <a:p>
            <a:pPr marL="194945" indent="-144145">
              <a:lnSpc>
                <a:spcPct val="100000"/>
              </a:lnSpc>
              <a:spcBef>
                <a:spcPts val="1130"/>
              </a:spcBef>
              <a:buChar char="•"/>
              <a:tabLst>
                <a:tab pos="194945" algn="l"/>
              </a:tabLst>
            </a:pPr>
            <a:r>
              <a:rPr sz="1800" dirty="0">
                <a:solidFill>
                  <a:srgbClr val="767676"/>
                </a:solidFill>
                <a:latin typeface="Arial"/>
                <a:cs typeface="Arial"/>
              </a:rPr>
              <a:t>Runs</a:t>
            </a:r>
            <a:r>
              <a:rPr sz="1800" spc="-15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1800" b="1" dirty="0">
                <a:latin typeface="Arial"/>
                <a:cs typeface="Arial"/>
              </a:rPr>
              <a:t>all</a:t>
            </a:r>
            <a:r>
              <a:rPr sz="1800" b="1" spc="-15" dirty="0"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767676"/>
                </a:solidFill>
                <a:latin typeface="Arial"/>
                <a:cs typeface="Arial"/>
              </a:rPr>
              <a:t>types</a:t>
            </a:r>
            <a:r>
              <a:rPr sz="1800" spc="-20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767676"/>
                </a:solidFill>
                <a:latin typeface="Arial"/>
                <a:cs typeface="Arial"/>
              </a:rPr>
              <a:t>of</a:t>
            </a:r>
            <a:r>
              <a:rPr sz="1800" spc="-10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1800" b="1" spc="-10" dirty="0">
                <a:latin typeface="Arial"/>
                <a:cs typeface="Arial"/>
              </a:rPr>
              <a:t>workloads</a:t>
            </a:r>
            <a:endParaRPr sz="1800">
              <a:latin typeface="Arial"/>
              <a:cs typeface="Arial"/>
            </a:endParaRPr>
          </a:p>
        </p:txBody>
      </p:sp>
      <p:sp>
        <p:nvSpPr>
          <p:cNvPr id="10" name="object 1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25" dirty="0"/>
              <a:t>11</a:t>
            </a:fld>
            <a:endParaRPr spc="-25" dirty="0"/>
          </a:p>
        </p:txBody>
      </p:sp>
    </p:spTree>
  </p:cSld>
  <p:clrMapOvr>
    <a:masterClrMapping/>
  </p:clrMapOvr>
  <p:transition>
    <p:wipe dir="r"/>
  </p:transition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90600" y="588009"/>
            <a:ext cx="6324600" cy="402590"/>
          </a:xfrm>
          <a:custGeom>
            <a:avLst/>
            <a:gdLst/>
            <a:ahLst/>
            <a:cxnLst/>
            <a:rect l="l" t="t" r="r" b="b"/>
            <a:pathLst>
              <a:path w="6324600" h="402590">
                <a:moveTo>
                  <a:pt x="6324600" y="0"/>
                </a:moveTo>
                <a:lnTo>
                  <a:pt x="0" y="0"/>
                </a:lnTo>
                <a:lnTo>
                  <a:pt x="0" y="402589"/>
                </a:lnTo>
                <a:lnTo>
                  <a:pt x="3162300" y="402589"/>
                </a:lnTo>
                <a:lnTo>
                  <a:pt x="6324600" y="402589"/>
                </a:lnTo>
                <a:lnTo>
                  <a:pt x="63246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18159">
              <a:lnSpc>
                <a:spcPct val="100000"/>
              </a:lnSpc>
              <a:spcBef>
                <a:spcPts val="100"/>
              </a:spcBef>
            </a:pPr>
            <a:r>
              <a:rPr spc="-20" dirty="0"/>
              <a:t>VMware</a:t>
            </a:r>
            <a:r>
              <a:rPr spc="-40" dirty="0"/>
              <a:t> </a:t>
            </a:r>
            <a:r>
              <a:rPr spc="-30" dirty="0"/>
              <a:t>Infrastructure</a:t>
            </a:r>
            <a:r>
              <a:rPr spc="-100" dirty="0"/>
              <a:t> </a:t>
            </a:r>
            <a:r>
              <a:rPr dirty="0"/>
              <a:t>3:</a:t>
            </a:r>
            <a:r>
              <a:rPr spc="-30" dirty="0"/>
              <a:t> </a:t>
            </a:r>
            <a:r>
              <a:rPr spc="-25" dirty="0"/>
              <a:t>Customer</a:t>
            </a:r>
            <a:r>
              <a:rPr spc="-295" dirty="0"/>
              <a:t> </a:t>
            </a:r>
            <a:r>
              <a:rPr spc="-10" dirty="0"/>
              <a:t>impact</a:t>
            </a:r>
          </a:p>
        </p:txBody>
      </p:sp>
      <p:grpSp>
        <p:nvGrpSpPr>
          <p:cNvPr id="4" name="object 4"/>
          <p:cNvGrpSpPr/>
          <p:nvPr/>
        </p:nvGrpSpPr>
        <p:grpSpPr>
          <a:xfrm>
            <a:off x="778511" y="1736091"/>
            <a:ext cx="7546340" cy="3464560"/>
            <a:chOff x="778511" y="1736091"/>
            <a:chExt cx="7546340" cy="3464560"/>
          </a:xfrm>
        </p:grpSpPr>
        <p:sp>
          <p:nvSpPr>
            <p:cNvPr id="5" name="object 5"/>
            <p:cNvSpPr/>
            <p:nvPr/>
          </p:nvSpPr>
          <p:spPr>
            <a:xfrm>
              <a:off x="3006090" y="2857500"/>
              <a:ext cx="2938780" cy="1261110"/>
            </a:xfrm>
            <a:custGeom>
              <a:avLst/>
              <a:gdLst/>
              <a:ahLst/>
              <a:cxnLst/>
              <a:rect l="l" t="t" r="r" b="b"/>
              <a:pathLst>
                <a:path w="2938779" h="1261110">
                  <a:moveTo>
                    <a:pt x="2828290" y="0"/>
                  </a:moveTo>
                  <a:lnTo>
                    <a:pt x="121920" y="0"/>
                  </a:lnTo>
                  <a:lnTo>
                    <a:pt x="110490" y="0"/>
                  </a:lnTo>
                  <a:lnTo>
                    <a:pt x="99060" y="2539"/>
                  </a:lnTo>
                  <a:lnTo>
                    <a:pt x="88900" y="6350"/>
                  </a:lnTo>
                  <a:lnTo>
                    <a:pt x="77470" y="10160"/>
                  </a:lnTo>
                  <a:lnTo>
                    <a:pt x="67310" y="15239"/>
                  </a:lnTo>
                  <a:lnTo>
                    <a:pt x="57150" y="21589"/>
                  </a:lnTo>
                  <a:lnTo>
                    <a:pt x="46990" y="29210"/>
                  </a:lnTo>
                  <a:lnTo>
                    <a:pt x="39370" y="38100"/>
                  </a:lnTo>
                  <a:lnTo>
                    <a:pt x="30480" y="46989"/>
                  </a:lnTo>
                  <a:lnTo>
                    <a:pt x="22860" y="55879"/>
                  </a:lnTo>
                  <a:lnTo>
                    <a:pt x="16510" y="66039"/>
                  </a:lnTo>
                  <a:lnTo>
                    <a:pt x="11430" y="77470"/>
                  </a:lnTo>
                  <a:lnTo>
                    <a:pt x="6350" y="87629"/>
                  </a:lnTo>
                  <a:lnTo>
                    <a:pt x="1270" y="110489"/>
                  </a:lnTo>
                  <a:lnTo>
                    <a:pt x="0" y="121920"/>
                  </a:lnTo>
                  <a:lnTo>
                    <a:pt x="0" y="1137920"/>
                  </a:lnTo>
                  <a:lnTo>
                    <a:pt x="1270" y="1150620"/>
                  </a:lnTo>
                  <a:lnTo>
                    <a:pt x="3810" y="1160780"/>
                  </a:lnTo>
                  <a:lnTo>
                    <a:pt x="6350" y="1172210"/>
                  </a:lnTo>
                  <a:lnTo>
                    <a:pt x="39370" y="1223010"/>
                  </a:lnTo>
                  <a:lnTo>
                    <a:pt x="77470" y="1249680"/>
                  </a:lnTo>
                  <a:lnTo>
                    <a:pt x="121920" y="1261110"/>
                  </a:lnTo>
                  <a:lnTo>
                    <a:pt x="2816860" y="1261110"/>
                  </a:lnTo>
                  <a:lnTo>
                    <a:pt x="2828290" y="1259839"/>
                  </a:lnTo>
                  <a:lnTo>
                    <a:pt x="2851150" y="1254760"/>
                  </a:lnTo>
                  <a:lnTo>
                    <a:pt x="2861310" y="1249680"/>
                  </a:lnTo>
                  <a:lnTo>
                    <a:pt x="2872740" y="1244600"/>
                  </a:lnTo>
                  <a:lnTo>
                    <a:pt x="2917190" y="1203960"/>
                  </a:lnTo>
                  <a:lnTo>
                    <a:pt x="2936240" y="1160780"/>
                  </a:lnTo>
                  <a:lnTo>
                    <a:pt x="2938780" y="1150620"/>
                  </a:lnTo>
                  <a:lnTo>
                    <a:pt x="2938780" y="110489"/>
                  </a:lnTo>
                  <a:lnTo>
                    <a:pt x="2933700" y="87629"/>
                  </a:lnTo>
                  <a:lnTo>
                    <a:pt x="2928620" y="77470"/>
                  </a:lnTo>
                  <a:lnTo>
                    <a:pt x="2923540" y="66039"/>
                  </a:lnTo>
                  <a:lnTo>
                    <a:pt x="2891790" y="29210"/>
                  </a:lnTo>
                  <a:lnTo>
                    <a:pt x="2851150" y="6350"/>
                  </a:lnTo>
                  <a:lnTo>
                    <a:pt x="2839720" y="2539"/>
                  </a:lnTo>
                  <a:lnTo>
                    <a:pt x="2828290" y="0"/>
                  </a:lnTo>
                  <a:close/>
                </a:path>
              </a:pathLst>
            </a:custGeom>
            <a:solidFill>
              <a:srgbClr val="7C9AC5">
                <a:alpha val="33999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006090" y="2857500"/>
              <a:ext cx="2938780" cy="1261110"/>
            </a:xfrm>
            <a:custGeom>
              <a:avLst/>
              <a:gdLst/>
              <a:ahLst/>
              <a:cxnLst/>
              <a:rect l="l" t="t" r="r" b="b"/>
              <a:pathLst>
                <a:path w="2938779" h="1261110">
                  <a:moveTo>
                    <a:pt x="121920" y="0"/>
                  </a:moveTo>
                  <a:lnTo>
                    <a:pt x="77152" y="10477"/>
                  </a:lnTo>
                  <a:lnTo>
                    <a:pt x="38100" y="38100"/>
                  </a:lnTo>
                  <a:lnTo>
                    <a:pt x="10477" y="77152"/>
                  </a:lnTo>
                  <a:lnTo>
                    <a:pt x="0" y="121920"/>
                  </a:lnTo>
                  <a:lnTo>
                    <a:pt x="0" y="137795"/>
                  </a:lnTo>
                  <a:lnTo>
                    <a:pt x="0" y="248920"/>
                  </a:lnTo>
                  <a:lnTo>
                    <a:pt x="0" y="550545"/>
                  </a:lnTo>
                  <a:lnTo>
                    <a:pt x="0" y="1137920"/>
                  </a:lnTo>
                  <a:lnTo>
                    <a:pt x="10477" y="1182885"/>
                  </a:lnTo>
                  <a:lnTo>
                    <a:pt x="38100" y="1222375"/>
                  </a:lnTo>
                  <a:lnTo>
                    <a:pt x="77152" y="1250434"/>
                  </a:lnTo>
                  <a:lnTo>
                    <a:pt x="121920" y="1261110"/>
                  </a:lnTo>
                  <a:lnTo>
                    <a:pt x="164028" y="1261110"/>
                  </a:lnTo>
                  <a:lnTo>
                    <a:pt x="458787" y="1261110"/>
                  </a:lnTo>
                  <a:lnTo>
                    <a:pt x="1258847" y="1261110"/>
                  </a:lnTo>
                  <a:lnTo>
                    <a:pt x="2816860" y="1261110"/>
                  </a:lnTo>
                  <a:lnTo>
                    <a:pt x="2861627" y="1250434"/>
                  </a:lnTo>
                  <a:lnTo>
                    <a:pt x="2900680" y="1222375"/>
                  </a:lnTo>
                  <a:lnTo>
                    <a:pt x="2928302" y="1182885"/>
                  </a:lnTo>
                  <a:lnTo>
                    <a:pt x="2938780" y="1137920"/>
                  </a:lnTo>
                  <a:lnTo>
                    <a:pt x="2938780" y="1122045"/>
                  </a:lnTo>
                  <a:lnTo>
                    <a:pt x="2938780" y="1010919"/>
                  </a:lnTo>
                  <a:lnTo>
                    <a:pt x="2938780" y="709295"/>
                  </a:lnTo>
                  <a:lnTo>
                    <a:pt x="2938780" y="121920"/>
                  </a:lnTo>
                  <a:lnTo>
                    <a:pt x="2928302" y="77152"/>
                  </a:lnTo>
                  <a:lnTo>
                    <a:pt x="2900680" y="38100"/>
                  </a:lnTo>
                  <a:lnTo>
                    <a:pt x="2861627" y="10477"/>
                  </a:lnTo>
                  <a:lnTo>
                    <a:pt x="2816860" y="0"/>
                  </a:lnTo>
                  <a:lnTo>
                    <a:pt x="2774751" y="0"/>
                  </a:lnTo>
                  <a:lnTo>
                    <a:pt x="2479992" y="0"/>
                  </a:lnTo>
                  <a:lnTo>
                    <a:pt x="1679932" y="0"/>
                  </a:lnTo>
                  <a:lnTo>
                    <a:pt x="121920" y="0"/>
                  </a:lnTo>
                  <a:close/>
                </a:path>
              </a:pathLst>
            </a:custGeom>
            <a:ln w="38097">
              <a:solidFill>
                <a:srgbClr val="7C9AC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5369560" y="3964939"/>
              <a:ext cx="2936240" cy="1216660"/>
            </a:xfrm>
            <a:custGeom>
              <a:avLst/>
              <a:gdLst/>
              <a:ahLst/>
              <a:cxnLst/>
              <a:rect l="l" t="t" r="r" b="b"/>
              <a:pathLst>
                <a:path w="2936240" h="1216660">
                  <a:moveTo>
                    <a:pt x="2870199" y="0"/>
                  </a:moveTo>
                  <a:lnTo>
                    <a:pt x="66039" y="0"/>
                  </a:lnTo>
                  <a:lnTo>
                    <a:pt x="59689" y="1270"/>
                  </a:lnTo>
                  <a:lnTo>
                    <a:pt x="53339" y="1270"/>
                  </a:lnTo>
                  <a:lnTo>
                    <a:pt x="40639" y="6350"/>
                  </a:lnTo>
                  <a:lnTo>
                    <a:pt x="35560" y="8890"/>
                  </a:lnTo>
                  <a:lnTo>
                    <a:pt x="25400" y="16510"/>
                  </a:lnTo>
                  <a:lnTo>
                    <a:pt x="20319" y="21590"/>
                  </a:lnTo>
                  <a:lnTo>
                    <a:pt x="15239" y="25400"/>
                  </a:lnTo>
                  <a:lnTo>
                    <a:pt x="0" y="60960"/>
                  </a:lnTo>
                  <a:lnTo>
                    <a:pt x="0" y="1156970"/>
                  </a:lnTo>
                  <a:lnTo>
                    <a:pt x="1269" y="1162050"/>
                  </a:lnTo>
                  <a:lnTo>
                    <a:pt x="2539" y="1168400"/>
                  </a:lnTo>
                  <a:lnTo>
                    <a:pt x="7619" y="1181100"/>
                  </a:lnTo>
                  <a:lnTo>
                    <a:pt x="15239" y="1191260"/>
                  </a:lnTo>
                  <a:lnTo>
                    <a:pt x="20319" y="1196340"/>
                  </a:lnTo>
                  <a:lnTo>
                    <a:pt x="25400" y="1200150"/>
                  </a:lnTo>
                  <a:lnTo>
                    <a:pt x="30479" y="1205230"/>
                  </a:lnTo>
                  <a:lnTo>
                    <a:pt x="35560" y="1207770"/>
                  </a:lnTo>
                  <a:lnTo>
                    <a:pt x="40639" y="1211580"/>
                  </a:lnTo>
                  <a:lnTo>
                    <a:pt x="46989" y="1214120"/>
                  </a:lnTo>
                  <a:lnTo>
                    <a:pt x="59689" y="1216660"/>
                  </a:lnTo>
                  <a:lnTo>
                    <a:pt x="2876549" y="1216660"/>
                  </a:lnTo>
                  <a:lnTo>
                    <a:pt x="2882899" y="1215390"/>
                  </a:lnTo>
                  <a:lnTo>
                    <a:pt x="2887980" y="1214120"/>
                  </a:lnTo>
                  <a:lnTo>
                    <a:pt x="2894330" y="1211580"/>
                  </a:lnTo>
                  <a:lnTo>
                    <a:pt x="2900680" y="1207770"/>
                  </a:lnTo>
                  <a:lnTo>
                    <a:pt x="2905760" y="1205230"/>
                  </a:lnTo>
                  <a:lnTo>
                    <a:pt x="2910840" y="1200150"/>
                  </a:lnTo>
                  <a:lnTo>
                    <a:pt x="2915919" y="1196340"/>
                  </a:lnTo>
                  <a:lnTo>
                    <a:pt x="2919730" y="1191260"/>
                  </a:lnTo>
                  <a:lnTo>
                    <a:pt x="2924810" y="1186180"/>
                  </a:lnTo>
                  <a:lnTo>
                    <a:pt x="2928619" y="1181100"/>
                  </a:lnTo>
                  <a:lnTo>
                    <a:pt x="2933699" y="1168400"/>
                  </a:lnTo>
                  <a:lnTo>
                    <a:pt x="2934969" y="1162050"/>
                  </a:lnTo>
                  <a:lnTo>
                    <a:pt x="2936240" y="1156970"/>
                  </a:lnTo>
                  <a:lnTo>
                    <a:pt x="2936240" y="60960"/>
                  </a:lnTo>
                  <a:lnTo>
                    <a:pt x="2933699" y="48260"/>
                  </a:lnTo>
                  <a:lnTo>
                    <a:pt x="2910840" y="16510"/>
                  </a:lnTo>
                  <a:lnTo>
                    <a:pt x="2887980" y="3810"/>
                  </a:lnTo>
                  <a:lnTo>
                    <a:pt x="2882899" y="1270"/>
                  </a:lnTo>
                  <a:lnTo>
                    <a:pt x="2876549" y="1270"/>
                  </a:lnTo>
                  <a:lnTo>
                    <a:pt x="2870199" y="0"/>
                  </a:lnTo>
                  <a:close/>
                </a:path>
              </a:pathLst>
            </a:custGeom>
            <a:solidFill>
              <a:srgbClr val="7C9AC5">
                <a:alpha val="33999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5369560" y="3964939"/>
              <a:ext cx="2936240" cy="1216660"/>
            </a:xfrm>
            <a:custGeom>
              <a:avLst/>
              <a:gdLst/>
              <a:ahLst/>
              <a:cxnLst/>
              <a:rect l="l" t="t" r="r" b="b"/>
              <a:pathLst>
                <a:path w="2936240" h="1216660">
                  <a:moveTo>
                    <a:pt x="66039" y="0"/>
                  </a:moveTo>
                  <a:lnTo>
                    <a:pt x="41790" y="5695"/>
                  </a:lnTo>
                  <a:lnTo>
                    <a:pt x="20637" y="20796"/>
                  </a:lnTo>
                  <a:lnTo>
                    <a:pt x="5675" y="42326"/>
                  </a:lnTo>
                  <a:lnTo>
                    <a:pt x="0" y="67310"/>
                  </a:lnTo>
                  <a:lnTo>
                    <a:pt x="0" y="84236"/>
                  </a:lnTo>
                  <a:lnTo>
                    <a:pt x="0" y="202723"/>
                  </a:lnTo>
                  <a:lnTo>
                    <a:pt x="0" y="524331"/>
                  </a:lnTo>
                  <a:lnTo>
                    <a:pt x="0" y="1150620"/>
                  </a:lnTo>
                  <a:lnTo>
                    <a:pt x="5675" y="1174869"/>
                  </a:lnTo>
                  <a:lnTo>
                    <a:pt x="20637" y="1196022"/>
                  </a:lnTo>
                  <a:lnTo>
                    <a:pt x="41790" y="1210984"/>
                  </a:lnTo>
                  <a:lnTo>
                    <a:pt x="66039" y="1216660"/>
                  </a:lnTo>
                  <a:lnTo>
                    <a:pt x="109854" y="1216660"/>
                  </a:lnTo>
                  <a:lnTo>
                    <a:pt x="416559" y="1216660"/>
                  </a:lnTo>
                  <a:lnTo>
                    <a:pt x="1249044" y="1216660"/>
                  </a:lnTo>
                  <a:lnTo>
                    <a:pt x="2870199" y="1216660"/>
                  </a:lnTo>
                  <a:lnTo>
                    <a:pt x="2894449" y="1210984"/>
                  </a:lnTo>
                  <a:lnTo>
                    <a:pt x="2915602" y="1196022"/>
                  </a:lnTo>
                  <a:lnTo>
                    <a:pt x="2930564" y="1174869"/>
                  </a:lnTo>
                  <a:lnTo>
                    <a:pt x="2936240" y="1150620"/>
                  </a:lnTo>
                  <a:lnTo>
                    <a:pt x="2936240" y="1133693"/>
                  </a:lnTo>
                  <a:lnTo>
                    <a:pt x="2936240" y="1015206"/>
                  </a:lnTo>
                  <a:lnTo>
                    <a:pt x="2936240" y="693598"/>
                  </a:lnTo>
                  <a:lnTo>
                    <a:pt x="2936240" y="67310"/>
                  </a:lnTo>
                  <a:lnTo>
                    <a:pt x="2930564" y="42326"/>
                  </a:lnTo>
                  <a:lnTo>
                    <a:pt x="2915602" y="20796"/>
                  </a:lnTo>
                  <a:lnTo>
                    <a:pt x="2894449" y="5695"/>
                  </a:lnTo>
                  <a:lnTo>
                    <a:pt x="2870199" y="0"/>
                  </a:lnTo>
                  <a:lnTo>
                    <a:pt x="2826384" y="0"/>
                  </a:lnTo>
                  <a:lnTo>
                    <a:pt x="2519679" y="0"/>
                  </a:lnTo>
                  <a:lnTo>
                    <a:pt x="1687194" y="0"/>
                  </a:lnTo>
                  <a:lnTo>
                    <a:pt x="66039" y="0"/>
                  </a:lnTo>
                  <a:close/>
                </a:path>
              </a:pathLst>
            </a:custGeom>
            <a:ln w="38097">
              <a:solidFill>
                <a:srgbClr val="7C9AC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797559" y="1755140"/>
              <a:ext cx="2938780" cy="1261110"/>
            </a:xfrm>
            <a:custGeom>
              <a:avLst/>
              <a:gdLst/>
              <a:ahLst/>
              <a:cxnLst/>
              <a:rect l="l" t="t" r="r" b="b"/>
              <a:pathLst>
                <a:path w="2938779" h="1261110">
                  <a:moveTo>
                    <a:pt x="2815590" y="0"/>
                  </a:moveTo>
                  <a:lnTo>
                    <a:pt x="120650" y="0"/>
                  </a:lnTo>
                  <a:lnTo>
                    <a:pt x="99059" y="2539"/>
                  </a:lnTo>
                  <a:lnTo>
                    <a:pt x="55880" y="22860"/>
                  </a:lnTo>
                  <a:lnTo>
                    <a:pt x="21590" y="57150"/>
                  </a:lnTo>
                  <a:lnTo>
                    <a:pt x="0" y="110489"/>
                  </a:lnTo>
                  <a:lnTo>
                    <a:pt x="0" y="1150620"/>
                  </a:lnTo>
                  <a:lnTo>
                    <a:pt x="15240" y="1193800"/>
                  </a:lnTo>
                  <a:lnTo>
                    <a:pt x="45720" y="1230630"/>
                  </a:lnTo>
                  <a:lnTo>
                    <a:pt x="99059" y="1258570"/>
                  </a:lnTo>
                  <a:lnTo>
                    <a:pt x="120650" y="1261110"/>
                  </a:lnTo>
                  <a:lnTo>
                    <a:pt x="2815590" y="1261110"/>
                  </a:lnTo>
                  <a:lnTo>
                    <a:pt x="2861310" y="1250950"/>
                  </a:lnTo>
                  <a:lnTo>
                    <a:pt x="2899410" y="1223010"/>
                  </a:lnTo>
                  <a:lnTo>
                    <a:pt x="2927350" y="1183639"/>
                  </a:lnTo>
                  <a:lnTo>
                    <a:pt x="2938779" y="1139189"/>
                  </a:lnTo>
                  <a:lnTo>
                    <a:pt x="2938779" y="121920"/>
                  </a:lnTo>
                  <a:lnTo>
                    <a:pt x="2922269" y="67310"/>
                  </a:lnTo>
                  <a:lnTo>
                    <a:pt x="2881629" y="22860"/>
                  </a:lnTo>
                  <a:lnTo>
                    <a:pt x="2838450" y="2539"/>
                  </a:lnTo>
                  <a:lnTo>
                    <a:pt x="2815590" y="0"/>
                  </a:lnTo>
                  <a:close/>
                </a:path>
              </a:pathLst>
            </a:custGeom>
            <a:solidFill>
              <a:srgbClr val="7C9AC5">
                <a:alpha val="33999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797559" y="1755140"/>
              <a:ext cx="2938780" cy="1261110"/>
            </a:xfrm>
            <a:custGeom>
              <a:avLst/>
              <a:gdLst/>
              <a:ahLst/>
              <a:cxnLst/>
              <a:rect l="l" t="t" r="r" b="b"/>
              <a:pathLst>
                <a:path w="2938779" h="1261110">
                  <a:moveTo>
                    <a:pt x="120650" y="0"/>
                  </a:moveTo>
                  <a:lnTo>
                    <a:pt x="76080" y="10477"/>
                  </a:lnTo>
                  <a:lnTo>
                    <a:pt x="37465" y="38100"/>
                  </a:lnTo>
                  <a:lnTo>
                    <a:pt x="10279" y="77152"/>
                  </a:lnTo>
                  <a:lnTo>
                    <a:pt x="0" y="121920"/>
                  </a:lnTo>
                  <a:lnTo>
                    <a:pt x="0" y="137814"/>
                  </a:lnTo>
                  <a:lnTo>
                    <a:pt x="0" y="249078"/>
                  </a:lnTo>
                  <a:lnTo>
                    <a:pt x="0" y="551080"/>
                  </a:lnTo>
                  <a:lnTo>
                    <a:pt x="0" y="1139189"/>
                  </a:lnTo>
                  <a:lnTo>
                    <a:pt x="10279" y="1183957"/>
                  </a:lnTo>
                  <a:lnTo>
                    <a:pt x="37465" y="1223010"/>
                  </a:lnTo>
                  <a:lnTo>
                    <a:pt x="76080" y="1250632"/>
                  </a:lnTo>
                  <a:lnTo>
                    <a:pt x="120650" y="1261110"/>
                  </a:lnTo>
                  <a:lnTo>
                    <a:pt x="162758" y="1261110"/>
                  </a:lnTo>
                  <a:lnTo>
                    <a:pt x="457517" y="1261110"/>
                  </a:lnTo>
                  <a:lnTo>
                    <a:pt x="1257577" y="1261110"/>
                  </a:lnTo>
                  <a:lnTo>
                    <a:pt x="2815590" y="1261110"/>
                  </a:lnTo>
                  <a:lnTo>
                    <a:pt x="2860555" y="1250632"/>
                  </a:lnTo>
                  <a:lnTo>
                    <a:pt x="2900044" y="1223010"/>
                  </a:lnTo>
                  <a:lnTo>
                    <a:pt x="2928104" y="1183957"/>
                  </a:lnTo>
                  <a:lnTo>
                    <a:pt x="2938779" y="1139189"/>
                  </a:lnTo>
                  <a:lnTo>
                    <a:pt x="2938779" y="1123295"/>
                  </a:lnTo>
                  <a:lnTo>
                    <a:pt x="2938779" y="1012031"/>
                  </a:lnTo>
                  <a:lnTo>
                    <a:pt x="2938779" y="710029"/>
                  </a:lnTo>
                  <a:lnTo>
                    <a:pt x="2938779" y="121920"/>
                  </a:lnTo>
                  <a:lnTo>
                    <a:pt x="2928104" y="77152"/>
                  </a:lnTo>
                  <a:lnTo>
                    <a:pt x="2900045" y="38100"/>
                  </a:lnTo>
                  <a:lnTo>
                    <a:pt x="2860555" y="10477"/>
                  </a:lnTo>
                  <a:lnTo>
                    <a:pt x="2815590" y="0"/>
                  </a:lnTo>
                  <a:lnTo>
                    <a:pt x="2773481" y="0"/>
                  </a:lnTo>
                  <a:lnTo>
                    <a:pt x="2478722" y="0"/>
                  </a:lnTo>
                  <a:lnTo>
                    <a:pt x="1678662" y="0"/>
                  </a:lnTo>
                  <a:lnTo>
                    <a:pt x="120650" y="0"/>
                  </a:lnTo>
                  <a:close/>
                </a:path>
              </a:pathLst>
            </a:custGeom>
            <a:ln w="38097">
              <a:solidFill>
                <a:srgbClr val="7C9AC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" name="object 11"/>
          <p:cNvSpPr txBox="1"/>
          <p:nvPr/>
        </p:nvSpPr>
        <p:spPr>
          <a:xfrm>
            <a:off x="1315719" y="1946909"/>
            <a:ext cx="6513830" cy="3002280"/>
          </a:xfrm>
          <a:prstGeom prst="rect">
            <a:avLst/>
          </a:prstGeom>
        </p:spPr>
        <p:txBody>
          <a:bodyPr vert="horz" wrap="square" lIns="0" tIns="78740" rIns="0" bIns="0" rtlCol="0">
            <a:spAutoFit/>
          </a:bodyPr>
          <a:lstStyle/>
          <a:p>
            <a:pPr marL="12700" marR="4618355" indent="246379">
              <a:lnSpc>
                <a:spcPts val="2850"/>
              </a:lnSpc>
              <a:spcBef>
                <a:spcPts val="620"/>
              </a:spcBef>
            </a:pPr>
            <a:r>
              <a:rPr sz="2800" b="1" spc="-10" dirty="0">
                <a:solidFill>
                  <a:srgbClr val="333333"/>
                </a:solidFill>
                <a:latin typeface="Arial"/>
                <a:cs typeface="Arial"/>
              </a:rPr>
              <a:t>Simplify Operations</a:t>
            </a:r>
            <a:endParaRPr sz="2800">
              <a:latin typeface="Arial"/>
              <a:cs typeface="Arial"/>
            </a:endParaRPr>
          </a:p>
          <a:p>
            <a:pPr marL="1922780" marR="2110105" indent="514350">
              <a:lnSpc>
                <a:spcPts val="2850"/>
              </a:lnSpc>
              <a:spcBef>
                <a:spcPts val="2980"/>
              </a:spcBef>
            </a:pPr>
            <a:r>
              <a:rPr sz="2800" b="1" spc="-10" dirty="0">
                <a:solidFill>
                  <a:srgbClr val="333333"/>
                </a:solidFill>
                <a:latin typeface="Arial"/>
                <a:cs typeface="Arial"/>
              </a:rPr>
              <a:t>Increase </a:t>
            </a:r>
            <a:r>
              <a:rPr sz="2800" b="1" dirty="0">
                <a:solidFill>
                  <a:srgbClr val="333333"/>
                </a:solidFill>
                <a:latin typeface="Arial"/>
                <a:cs typeface="Arial"/>
              </a:rPr>
              <a:t>Service</a:t>
            </a:r>
            <a:r>
              <a:rPr sz="2800" b="1" spc="-7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800" b="1" spc="-10" dirty="0">
                <a:solidFill>
                  <a:srgbClr val="333333"/>
                </a:solidFill>
                <a:latin typeface="Arial"/>
                <a:cs typeface="Arial"/>
              </a:rPr>
              <a:t>Levels</a:t>
            </a:r>
            <a:endParaRPr sz="2800">
              <a:latin typeface="Arial"/>
              <a:cs typeface="Arial"/>
            </a:endParaRPr>
          </a:p>
          <a:p>
            <a:pPr marL="4541520" marR="5080" indent="388620">
              <a:lnSpc>
                <a:spcPts val="2850"/>
              </a:lnSpc>
              <a:spcBef>
                <a:spcPts val="2850"/>
              </a:spcBef>
            </a:pPr>
            <a:r>
              <a:rPr sz="2800" b="1" spc="-10" dirty="0">
                <a:solidFill>
                  <a:srgbClr val="333333"/>
                </a:solidFill>
                <a:latin typeface="Arial"/>
                <a:cs typeface="Arial"/>
              </a:rPr>
              <a:t>Deploy Pervasively</a:t>
            </a:r>
            <a:endParaRPr sz="2800">
              <a:latin typeface="Arial"/>
              <a:cs typeface="Arial"/>
            </a:endParaRPr>
          </a:p>
        </p:txBody>
      </p:sp>
      <p:sp>
        <p:nvSpPr>
          <p:cNvPr id="12" name="object 12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25" dirty="0"/>
              <a:t>12</a:t>
            </a:fld>
            <a:endParaRPr spc="-25" dirty="0"/>
          </a:p>
        </p:txBody>
      </p:sp>
    </p:spTree>
  </p:cSld>
  <p:clrMapOvr>
    <a:masterClrMapping/>
  </p:clrMapOvr>
  <p:transition>
    <p:wipe dir="r"/>
  </p:transition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535940" y="1758950"/>
            <a:ext cx="4764405" cy="2054860"/>
          </a:xfrm>
          <a:prstGeom prst="rect">
            <a:avLst/>
          </a:prstGeom>
        </p:spPr>
        <p:txBody>
          <a:bodyPr vert="horz" wrap="square" lIns="0" tIns="180975" rIns="0" bIns="0" rtlCol="0">
            <a:spAutoFit/>
          </a:bodyPr>
          <a:lstStyle/>
          <a:p>
            <a:pPr marL="12700" marR="5080">
              <a:lnSpc>
                <a:spcPts val="7340"/>
              </a:lnSpc>
              <a:spcBef>
                <a:spcPts val="1425"/>
              </a:spcBef>
            </a:pPr>
            <a:r>
              <a:rPr sz="7200" spc="-10" dirty="0">
                <a:solidFill>
                  <a:srgbClr val="667CCC"/>
                </a:solidFill>
              </a:rPr>
              <a:t>Simplify </a:t>
            </a:r>
            <a:r>
              <a:rPr sz="7200" spc="-80" dirty="0">
                <a:solidFill>
                  <a:srgbClr val="333333"/>
                </a:solidFill>
              </a:rPr>
              <a:t>Operations</a:t>
            </a:r>
            <a:endParaRPr sz="720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F2ABAC0-243B-DB79-4648-2870841811FC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pPr marL="6604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lang="en-US" spc="-50" smtClean="0"/>
              <a:t>13</a:t>
            </a:fld>
            <a:endParaRPr lang="en-US" spc="-50" dirty="0"/>
          </a:p>
        </p:txBody>
      </p:sp>
    </p:spTree>
  </p:cSld>
  <p:clrMapOvr>
    <a:masterClrMapping/>
  </p:clrMapOvr>
  <p:transition>
    <p:wipe dir="r"/>
  </p:transition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5076825" y="3231514"/>
            <a:ext cx="490220" cy="318770"/>
            <a:chOff x="5076825" y="3231514"/>
            <a:chExt cx="490220" cy="318770"/>
          </a:xfrm>
        </p:grpSpPr>
        <p:sp>
          <p:nvSpPr>
            <p:cNvPr id="3" name="object 3"/>
            <p:cNvSpPr/>
            <p:nvPr/>
          </p:nvSpPr>
          <p:spPr>
            <a:xfrm>
              <a:off x="5086350" y="3249929"/>
              <a:ext cx="13970" cy="283210"/>
            </a:xfrm>
            <a:custGeom>
              <a:avLst/>
              <a:gdLst/>
              <a:ahLst/>
              <a:cxnLst/>
              <a:rect l="l" t="t" r="r" b="b"/>
              <a:pathLst>
                <a:path w="13970" h="283210">
                  <a:moveTo>
                    <a:pt x="13970" y="0"/>
                  </a:moveTo>
                  <a:lnTo>
                    <a:pt x="12700" y="0"/>
                  </a:lnTo>
                  <a:lnTo>
                    <a:pt x="12700" y="1270"/>
                  </a:lnTo>
                  <a:lnTo>
                    <a:pt x="10160" y="1270"/>
                  </a:lnTo>
                  <a:lnTo>
                    <a:pt x="10160" y="2540"/>
                  </a:lnTo>
                  <a:lnTo>
                    <a:pt x="8890" y="2540"/>
                  </a:lnTo>
                  <a:lnTo>
                    <a:pt x="8890" y="3810"/>
                  </a:lnTo>
                  <a:lnTo>
                    <a:pt x="7620" y="3810"/>
                  </a:lnTo>
                  <a:lnTo>
                    <a:pt x="7620" y="5080"/>
                  </a:lnTo>
                  <a:lnTo>
                    <a:pt x="6350" y="5080"/>
                  </a:lnTo>
                  <a:lnTo>
                    <a:pt x="6350" y="7620"/>
                  </a:lnTo>
                  <a:lnTo>
                    <a:pt x="5080" y="7620"/>
                  </a:lnTo>
                  <a:lnTo>
                    <a:pt x="5080" y="8890"/>
                  </a:lnTo>
                  <a:lnTo>
                    <a:pt x="3810" y="8890"/>
                  </a:lnTo>
                  <a:lnTo>
                    <a:pt x="3810" y="10160"/>
                  </a:lnTo>
                  <a:lnTo>
                    <a:pt x="2540" y="10160"/>
                  </a:lnTo>
                  <a:lnTo>
                    <a:pt x="2540" y="13970"/>
                  </a:lnTo>
                  <a:lnTo>
                    <a:pt x="1270" y="13970"/>
                  </a:lnTo>
                  <a:lnTo>
                    <a:pt x="1270" y="16510"/>
                  </a:lnTo>
                  <a:lnTo>
                    <a:pt x="0" y="16510"/>
                  </a:lnTo>
                  <a:lnTo>
                    <a:pt x="0" y="265430"/>
                  </a:lnTo>
                  <a:lnTo>
                    <a:pt x="1270" y="265430"/>
                  </a:lnTo>
                  <a:lnTo>
                    <a:pt x="1270" y="267970"/>
                  </a:lnTo>
                  <a:lnTo>
                    <a:pt x="2540" y="267970"/>
                  </a:lnTo>
                  <a:lnTo>
                    <a:pt x="2540" y="270510"/>
                  </a:lnTo>
                  <a:lnTo>
                    <a:pt x="3810" y="270510"/>
                  </a:lnTo>
                  <a:lnTo>
                    <a:pt x="3810" y="273050"/>
                  </a:lnTo>
                  <a:lnTo>
                    <a:pt x="5080" y="273050"/>
                  </a:lnTo>
                  <a:lnTo>
                    <a:pt x="5080" y="274320"/>
                  </a:lnTo>
                  <a:lnTo>
                    <a:pt x="6350" y="274320"/>
                  </a:lnTo>
                  <a:lnTo>
                    <a:pt x="6350" y="276860"/>
                  </a:lnTo>
                  <a:lnTo>
                    <a:pt x="7620" y="276860"/>
                  </a:lnTo>
                  <a:lnTo>
                    <a:pt x="7620" y="279400"/>
                  </a:lnTo>
                  <a:lnTo>
                    <a:pt x="10160" y="279400"/>
                  </a:lnTo>
                  <a:lnTo>
                    <a:pt x="10160" y="280670"/>
                  </a:lnTo>
                  <a:lnTo>
                    <a:pt x="11430" y="280670"/>
                  </a:lnTo>
                  <a:lnTo>
                    <a:pt x="11430" y="281952"/>
                  </a:lnTo>
                  <a:lnTo>
                    <a:pt x="12700" y="281952"/>
                  </a:lnTo>
                  <a:lnTo>
                    <a:pt x="12700" y="283210"/>
                  </a:lnTo>
                  <a:lnTo>
                    <a:pt x="13970" y="283210"/>
                  </a:lnTo>
                  <a:lnTo>
                    <a:pt x="13970" y="0"/>
                  </a:lnTo>
                  <a:close/>
                </a:path>
              </a:pathLst>
            </a:custGeom>
            <a:solidFill>
              <a:srgbClr val="BFBF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5100320" y="3244849"/>
              <a:ext cx="7620" cy="293370"/>
            </a:xfrm>
            <a:custGeom>
              <a:avLst/>
              <a:gdLst/>
              <a:ahLst/>
              <a:cxnLst/>
              <a:rect l="l" t="t" r="r" b="b"/>
              <a:pathLst>
                <a:path w="7620" h="293370">
                  <a:moveTo>
                    <a:pt x="7619" y="0"/>
                  </a:moveTo>
                  <a:lnTo>
                    <a:pt x="6350" y="0"/>
                  </a:lnTo>
                  <a:lnTo>
                    <a:pt x="6350" y="1270"/>
                  </a:lnTo>
                  <a:lnTo>
                    <a:pt x="3809" y="1270"/>
                  </a:lnTo>
                  <a:lnTo>
                    <a:pt x="3809" y="2539"/>
                  </a:lnTo>
                  <a:lnTo>
                    <a:pt x="1269" y="2539"/>
                  </a:lnTo>
                  <a:lnTo>
                    <a:pt x="1269" y="3810"/>
                  </a:lnTo>
                  <a:lnTo>
                    <a:pt x="0" y="3810"/>
                  </a:lnTo>
                  <a:lnTo>
                    <a:pt x="0" y="289560"/>
                  </a:lnTo>
                  <a:lnTo>
                    <a:pt x="1269" y="289560"/>
                  </a:lnTo>
                  <a:lnTo>
                    <a:pt x="1269" y="290829"/>
                  </a:lnTo>
                  <a:lnTo>
                    <a:pt x="3809" y="290829"/>
                  </a:lnTo>
                  <a:lnTo>
                    <a:pt x="3809" y="292100"/>
                  </a:lnTo>
                  <a:lnTo>
                    <a:pt x="6350" y="292100"/>
                  </a:lnTo>
                  <a:lnTo>
                    <a:pt x="6350" y="293370"/>
                  </a:lnTo>
                  <a:lnTo>
                    <a:pt x="7619" y="29337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BEBE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5107940" y="3242309"/>
              <a:ext cx="8890" cy="298450"/>
            </a:xfrm>
            <a:custGeom>
              <a:avLst/>
              <a:gdLst/>
              <a:ahLst/>
              <a:cxnLst/>
              <a:rect l="l" t="t" r="r" b="b"/>
              <a:pathLst>
                <a:path w="8889" h="298450">
                  <a:moveTo>
                    <a:pt x="889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95910"/>
                  </a:lnTo>
                  <a:lnTo>
                    <a:pt x="1270" y="295910"/>
                  </a:lnTo>
                  <a:lnTo>
                    <a:pt x="1270" y="297180"/>
                  </a:lnTo>
                  <a:lnTo>
                    <a:pt x="5080" y="297180"/>
                  </a:lnTo>
                  <a:lnTo>
                    <a:pt x="5080" y="298450"/>
                  </a:lnTo>
                  <a:lnTo>
                    <a:pt x="8890" y="298450"/>
                  </a:lnTo>
                  <a:lnTo>
                    <a:pt x="8890" y="297180"/>
                  </a:lnTo>
                  <a:lnTo>
                    <a:pt x="8890" y="295910"/>
                  </a:lnTo>
                  <a:lnTo>
                    <a:pt x="8890" y="1270"/>
                  </a:lnTo>
                  <a:lnTo>
                    <a:pt x="8890" y="0"/>
                  </a:lnTo>
                  <a:close/>
                </a:path>
              </a:pathLst>
            </a:custGeom>
            <a:solidFill>
              <a:srgbClr val="BDBD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511683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127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DBD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512445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CBC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513206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BBBB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513968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BBB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514731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BABA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515493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9B9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516255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9B9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517016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B8B8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5177789" y="3241039"/>
              <a:ext cx="8890" cy="299720"/>
            </a:xfrm>
            <a:custGeom>
              <a:avLst/>
              <a:gdLst/>
              <a:ahLst/>
              <a:cxnLst/>
              <a:rect l="l" t="t" r="r" b="b"/>
              <a:pathLst>
                <a:path w="8889" h="299720">
                  <a:moveTo>
                    <a:pt x="888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8889" y="299720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B7B7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518667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6B6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519430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6B6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520192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B5B5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520953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4B4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521716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B4B4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522477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3B3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523240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2B2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524002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B2B2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5247639" y="3241039"/>
              <a:ext cx="8890" cy="299720"/>
            </a:xfrm>
            <a:custGeom>
              <a:avLst/>
              <a:gdLst/>
              <a:ahLst/>
              <a:cxnLst/>
              <a:rect l="l" t="t" r="r" b="b"/>
              <a:pathLst>
                <a:path w="8889" h="299720">
                  <a:moveTo>
                    <a:pt x="888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8889" y="299720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B1B1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525652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0B0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26415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FAF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527177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AFAF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527938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EAE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528700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ADAD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529462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DAD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530225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CAC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530987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ABAB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5317490" y="3241039"/>
              <a:ext cx="8890" cy="299720"/>
            </a:xfrm>
            <a:custGeom>
              <a:avLst/>
              <a:gdLst/>
              <a:ahLst/>
              <a:cxnLst/>
              <a:rect l="l" t="t" r="r" b="b"/>
              <a:pathLst>
                <a:path w="8889" h="299720">
                  <a:moveTo>
                    <a:pt x="888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8889" y="299720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ABAB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532637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9A9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533400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AAA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534162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ABAB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534924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BAB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535685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ACAC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536447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DAD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537210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DAD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537972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AEAE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5387340" y="3241039"/>
              <a:ext cx="8890" cy="299720"/>
            </a:xfrm>
            <a:custGeom>
              <a:avLst/>
              <a:gdLst/>
              <a:ahLst/>
              <a:cxnLst/>
              <a:rect l="l" t="t" r="r" b="b"/>
              <a:pathLst>
                <a:path w="8889" h="299720">
                  <a:moveTo>
                    <a:pt x="888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8889" y="299720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AFAF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539622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FAF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540385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0B0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541147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B1B1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541909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2B2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542670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B2B2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543432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3B3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544195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4B4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544957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B4B4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5457190" y="3241039"/>
              <a:ext cx="8890" cy="299720"/>
            </a:xfrm>
            <a:custGeom>
              <a:avLst/>
              <a:gdLst/>
              <a:ahLst/>
              <a:cxnLst/>
              <a:rect l="l" t="t" r="r" b="b"/>
              <a:pathLst>
                <a:path w="8889" h="299720">
                  <a:moveTo>
                    <a:pt x="888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8889" y="299720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B5B5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546607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6B6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547370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6B6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548132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B7B7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548894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8B8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549655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B9B9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550418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9B9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551180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ABA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551942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1270"/>
                  </a:moveTo>
                  <a:lnTo>
                    <a:pt x="6350" y="1270"/>
                  </a:lnTo>
                  <a:lnTo>
                    <a:pt x="6350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1270"/>
                  </a:lnTo>
                  <a:close/>
                </a:path>
              </a:pathLst>
            </a:custGeom>
            <a:solidFill>
              <a:srgbClr val="BBBB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5527040" y="3242309"/>
              <a:ext cx="8890" cy="298450"/>
            </a:xfrm>
            <a:custGeom>
              <a:avLst/>
              <a:gdLst/>
              <a:ahLst/>
              <a:cxnLst/>
              <a:rect l="l" t="t" r="r" b="b"/>
              <a:pathLst>
                <a:path w="8889" h="298450">
                  <a:moveTo>
                    <a:pt x="8890" y="1270"/>
                  </a:moveTo>
                  <a:lnTo>
                    <a:pt x="2540" y="1270"/>
                  </a:lnTo>
                  <a:lnTo>
                    <a:pt x="2540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295910"/>
                  </a:lnTo>
                  <a:lnTo>
                    <a:pt x="0" y="297180"/>
                  </a:lnTo>
                  <a:lnTo>
                    <a:pt x="0" y="298450"/>
                  </a:lnTo>
                  <a:lnTo>
                    <a:pt x="2540" y="298450"/>
                  </a:lnTo>
                  <a:lnTo>
                    <a:pt x="2540" y="297180"/>
                  </a:lnTo>
                  <a:lnTo>
                    <a:pt x="7620" y="297180"/>
                  </a:lnTo>
                  <a:lnTo>
                    <a:pt x="7620" y="295910"/>
                  </a:lnTo>
                  <a:lnTo>
                    <a:pt x="8890" y="295910"/>
                  </a:lnTo>
                  <a:lnTo>
                    <a:pt x="8890" y="1270"/>
                  </a:lnTo>
                  <a:close/>
                </a:path>
              </a:pathLst>
            </a:custGeom>
            <a:solidFill>
              <a:srgbClr val="BBBB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5535930" y="3243579"/>
              <a:ext cx="7620" cy="294640"/>
            </a:xfrm>
            <a:custGeom>
              <a:avLst/>
              <a:gdLst/>
              <a:ahLst/>
              <a:cxnLst/>
              <a:rect l="l" t="t" r="r" b="b"/>
              <a:pathLst>
                <a:path w="7620" h="294639">
                  <a:moveTo>
                    <a:pt x="1270" y="0"/>
                  </a:moveTo>
                  <a:lnTo>
                    <a:pt x="0" y="0"/>
                  </a:lnTo>
                  <a:lnTo>
                    <a:pt x="0" y="294640"/>
                  </a:lnTo>
                  <a:lnTo>
                    <a:pt x="2540" y="294640"/>
                  </a:lnTo>
                  <a:lnTo>
                    <a:pt x="2540" y="293370"/>
                  </a:lnTo>
                  <a:lnTo>
                    <a:pt x="5079" y="293370"/>
                  </a:lnTo>
                  <a:lnTo>
                    <a:pt x="5079" y="292100"/>
                  </a:lnTo>
                  <a:lnTo>
                    <a:pt x="7620" y="292100"/>
                  </a:lnTo>
                  <a:lnTo>
                    <a:pt x="7620" y="3810"/>
                  </a:lnTo>
                  <a:lnTo>
                    <a:pt x="5079" y="3810"/>
                  </a:lnTo>
                  <a:lnTo>
                    <a:pt x="5079" y="2540"/>
                  </a:lnTo>
                  <a:lnTo>
                    <a:pt x="2540" y="254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BCBC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5543550" y="3248659"/>
              <a:ext cx="7620" cy="285750"/>
            </a:xfrm>
            <a:custGeom>
              <a:avLst/>
              <a:gdLst/>
              <a:ahLst/>
              <a:cxnLst/>
              <a:rect l="l" t="t" r="r" b="b"/>
              <a:pathLst>
                <a:path w="7620" h="285750">
                  <a:moveTo>
                    <a:pt x="1270" y="0"/>
                  </a:moveTo>
                  <a:lnTo>
                    <a:pt x="0" y="0"/>
                  </a:lnTo>
                  <a:lnTo>
                    <a:pt x="0" y="285750"/>
                  </a:lnTo>
                  <a:lnTo>
                    <a:pt x="1270" y="285750"/>
                  </a:lnTo>
                  <a:lnTo>
                    <a:pt x="1270" y="284479"/>
                  </a:lnTo>
                  <a:lnTo>
                    <a:pt x="2539" y="284479"/>
                  </a:lnTo>
                  <a:lnTo>
                    <a:pt x="2539" y="283210"/>
                  </a:lnTo>
                  <a:lnTo>
                    <a:pt x="3809" y="283210"/>
                  </a:lnTo>
                  <a:lnTo>
                    <a:pt x="3809" y="281939"/>
                  </a:lnTo>
                  <a:lnTo>
                    <a:pt x="5080" y="281939"/>
                  </a:lnTo>
                  <a:lnTo>
                    <a:pt x="5080" y="280669"/>
                  </a:lnTo>
                  <a:lnTo>
                    <a:pt x="7620" y="280669"/>
                  </a:lnTo>
                  <a:lnTo>
                    <a:pt x="7620" y="5079"/>
                  </a:lnTo>
                  <a:lnTo>
                    <a:pt x="6350" y="5079"/>
                  </a:lnTo>
                  <a:lnTo>
                    <a:pt x="6350" y="3810"/>
                  </a:lnTo>
                  <a:lnTo>
                    <a:pt x="5080" y="3810"/>
                  </a:lnTo>
                  <a:lnTo>
                    <a:pt x="5080" y="2539"/>
                  </a:lnTo>
                  <a:lnTo>
                    <a:pt x="2539" y="2539"/>
                  </a:lnTo>
                  <a:lnTo>
                    <a:pt x="2539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BDBD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5551169" y="3256279"/>
              <a:ext cx="7620" cy="270510"/>
            </a:xfrm>
            <a:custGeom>
              <a:avLst/>
              <a:gdLst/>
              <a:ahLst/>
              <a:cxnLst/>
              <a:rect l="l" t="t" r="r" b="b"/>
              <a:pathLst>
                <a:path w="7620" h="270510">
                  <a:moveTo>
                    <a:pt x="1269" y="0"/>
                  </a:moveTo>
                  <a:lnTo>
                    <a:pt x="0" y="0"/>
                  </a:lnTo>
                  <a:lnTo>
                    <a:pt x="0" y="270510"/>
                  </a:lnTo>
                  <a:lnTo>
                    <a:pt x="1269" y="270510"/>
                  </a:lnTo>
                  <a:lnTo>
                    <a:pt x="1269" y="267970"/>
                  </a:lnTo>
                  <a:lnTo>
                    <a:pt x="2539" y="267970"/>
                  </a:lnTo>
                  <a:lnTo>
                    <a:pt x="2539" y="266700"/>
                  </a:lnTo>
                  <a:lnTo>
                    <a:pt x="3810" y="266700"/>
                  </a:lnTo>
                  <a:lnTo>
                    <a:pt x="3810" y="265430"/>
                  </a:lnTo>
                  <a:lnTo>
                    <a:pt x="5079" y="265430"/>
                  </a:lnTo>
                  <a:lnTo>
                    <a:pt x="5079" y="262890"/>
                  </a:lnTo>
                  <a:lnTo>
                    <a:pt x="6349" y="262890"/>
                  </a:lnTo>
                  <a:lnTo>
                    <a:pt x="6350" y="259080"/>
                  </a:lnTo>
                  <a:lnTo>
                    <a:pt x="7619" y="259080"/>
                  </a:lnTo>
                  <a:lnTo>
                    <a:pt x="7619" y="11430"/>
                  </a:lnTo>
                  <a:lnTo>
                    <a:pt x="6350" y="11430"/>
                  </a:lnTo>
                  <a:lnTo>
                    <a:pt x="6350" y="7620"/>
                  </a:lnTo>
                  <a:lnTo>
                    <a:pt x="5079" y="7620"/>
                  </a:lnTo>
                  <a:lnTo>
                    <a:pt x="5079" y="5080"/>
                  </a:lnTo>
                  <a:lnTo>
                    <a:pt x="3809" y="5080"/>
                  </a:lnTo>
                  <a:lnTo>
                    <a:pt x="3810" y="2540"/>
                  </a:lnTo>
                  <a:lnTo>
                    <a:pt x="2539" y="2540"/>
                  </a:lnTo>
                  <a:lnTo>
                    <a:pt x="2539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BDBD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5558790" y="3267709"/>
              <a:ext cx="0" cy="247650"/>
            </a:xfrm>
            <a:custGeom>
              <a:avLst/>
              <a:gdLst/>
              <a:ahLst/>
              <a:cxnLst/>
              <a:rect l="l" t="t" r="r" b="b"/>
              <a:pathLst>
                <a:path h="247650">
                  <a:moveTo>
                    <a:pt x="0" y="0"/>
                  </a:moveTo>
                  <a:lnTo>
                    <a:pt x="0" y="2476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BF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5086350" y="3241039"/>
              <a:ext cx="471170" cy="299720"/>
            </a:xfrm>
            <a:custGeom>
              <a:avLst/>
              <a:gdLst/>
              <a:ahLst/>
              <a:cxnLst/>
              <a:rect l="l" t="t" r="r" b="b"/>
              <a:pathLst>
                <a:path w="471170" h="299720">
                  <a:moveTo>
                    <a:pt x="33020" y="0"/>
                  </a:moveTo>
                  <a:lnTo>
                    <a:pt x="20895" y="2837"/>
                  </a:lnTo>
                  <a:lnTo>
                    <a:pt x="10318" y="10318"/>
                  </a:lnTo>
                  <a:lnTo>
                    <a:pt x="2837" y="20895"/>
                  </a:lnTo>
                  <a:lnTo>
                    <a:pt x="0" y="33020"/>
                  </a:lnTo>
                  <a:lnTo>
                    <a:pt x="0" y="36671"/>
                  </a:lnTo>
                  <a:lnTo>
                    <a:pt x="0" y="62230"/>
                  </a:lnTo>
                  <a:lnTo>
                    <a:pt x="0" y="131603"/>
                  </a:lnTo>
                  <a:lnTo>
                    <a:pt x="0" y="266700"/>
                  </a:lnTo>
                  <a:lnTo>
                    <a:pt x="2837" y="278824"/>
                  </a:lnTo>
                  <a:lnTo>
                    <a:pt x="10318" y="289401"/>
                  </a:lnTo>
                  <a:lnTo>
                    <a:pt x="20895" y="296882"/>
                  </a:lnTo>
                  <a:lnTo>
                    <a:pt x="33020" y="299720"/>
                  </a:lnTo>
                  <a:lnTo>
                    <a:pt x="39350" y="299720"/>
                  </a:lnTo>
                  <a:lnTo>
                    <a:pt x="83661" y="299720"/>
                  </a:lnTo>
                  <a:lnTo>
                    <a:pt x="203934" y="299720"/>
                  </a:lnTo>
                  <a:lnTo>
                    <a:pt x="438150" y="299720"/>
                  </a:lnTo>
                  <a:lnTo>
                    <a:pt x="450274" y="296882"/>
                  </a:lnTo>
                  <a:lnTo>
                    <a:pt x="460851" y="289401"/>
                  </a:lnTo>
                  <a:lnTo>
                    <a:pt x="468332" y="278824"/>
                  </a:lnTo>
                  <a:lnTo>
                    <a:pt x="471170" y="266700"/>
                  </a:lnTo>
                  <a:lnTo>
                    <a:pt x="471170" y="263048"/>
                  </a:lnTo>
                  <a:lnTo>
                    <a:pt x="471170" y="237489"/>
                  </a:lnTo>
                  <a:lnTo>
                    <a:pt x="471170" y="168116"/>
                  </a:lnTo>
                  <a:lnTo>
                    <a:pt x="471170" y="33020"/>
                  </a:lnTo>
                  <a:lnTo>
                    <a:pt x="468332" y="20895"/>
                  </a:lnTo>
                  <a:lnTo>
                    <a:pt x="460851" y="10318"/>
                  </a:lnTo>
                  <a:lnTo>
                    <a:pt x="450274" y="2837"/>
                  </a:lnTo>
                  <a:lnTo>
                    <a:pt x="438150" y="0"/>
                  </a:lnTo>
                  <a:lnTo>
                    <a:pt x="431819" y="0"/>
                  </a:lnTo>
                  <a:lnTo>
                    <a:pt x="387508" y="0"/>
                  </a:lnTo>
                  <a:lnTo>
                    <a:pt x="267235" y="0"/>
                  </a:lnTo>
                  <a:lnTo>
                    <a:pt x="33020" y="0"/>
                  </a:lnTo>
                  <a:close/>
                </a:path>
              </a:pathLst>
            </a:custGeom>
            <a:ln w="19048">
              <a:solidFill>
                <a:srgbClr val="93926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5" name="object 65"/>
          <p:cNvSpPr txBox="1"/>
          <p:nvPr/>
        </p:nvSpPr>
        <p:spPr>
          <a:xfrm>
            <a:off x="5184140" y="3272790"/>
            <a:ext cx="27749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spc="-25" dirty="0">
                <a:solidFill>
                  <a:srgbClr val="FFFFFF"/>
                </a:solidFill>
                <a:latin typeface="Arial"/>
                <a:cs typeface="Arial"/>
              </a:rPr>
              <a:t>HW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66" name="object 66"/>
          <p:cNvGrpSpPr/>
          <p:nvPr/>
        </p:nvGrpSpPr>
        <p:grpSpPr>
          <a:xfrm>
            <a:off x="5659754" y="3231514"/>
            <a:ext cx="490220" cy="318770"/>
            <a:chOff x="5659754" y="3231514"/>
            <a:chExt cx="490220" cy="318770"/>
          </a:xfrm>
        </p:grpSpPr>
        <p:sp>
          <p:nvSpPr>
            <p:cNvPr id="67" name="object 67"/>
            <p:cNvSpPr/>
            <p:nvPr/>
          </p:nvSpPr>
          <p:spPr>
            <a:xfrm>
              <a:off x="5669280" y="3249929"/>
              <a:ext cx="13970" cy="283210"/>
            </a:xfrm>
            <a:custGeom>
              <a:avLst/>
              <a:gdLst/>
              <a:ahLst/>
              <a:cxnLst/>
              <a:rect l="l" t="t" r="r" b="b"/>
              <a:pathLst>
                <a:path w="13970" h="283210">
                  <a:moveTo>
                    <a:pt x="13970" y="0"/>
                  </a:moveTo>
                  <a:lnTo>
                    <a:pt x="12700" y="0"/>
                  </a:lnTo>
                  <a:lnTo>
                    <a:pt x="12700" y="1270"/>
                  </a:lnTo>
                  <a:lnTo>
                    <a:pt x="10160" y="1270"/>
                  </a:lnTo>
                  <a:lnTo>
                    <a:pt x="10160" y="2540"/>
                  </a:lnTo>
                  <a:lnTo>
                    <a:pt x="8890" y="2540"/>
                  </a:lnTo>
                  <a:lnTo>
                    <a:pt x="8890" y="3810"/>
                  </a:lnTo>
                  <a:lnTo>
                    <a:pt x="7620" y="3810"/>
                  </a:lnTo>
                  <a:lnTo>
                    <a:pt x="7620" y="5080"/>
                  </a:lnTo>
                  <a:lnTo>
                    <a:pt x="6350" y="5080"/>
                  </a:lnTo>
                  <a:lnTo>
                    <a:pt x="6350" y="7620"/>
                  </a:lnTo>
                  <a:lnTo>
                    <a:pt x="5080" y="7620"/>
                  </a:lnTo>
                  <a:lnTo>
                    <a:pt x="5080" y="8890"/>
                  </a:lnTo>
                  <a:lnTo>
                    <a:pt x="3810" y="8890"/>
                  </a:lnTo>
                  <a:lnTo>
                    <a:pt x="3810" y="10160"/>
                  </a:lnTo>
                  <a:lnTo>
                    <a:pt x="2540" y="10160"/>
                  </a:lnTo>
                  <a:lnTo>
                    <a:pt x="2540" y="13970"/>
                  </a:lnTo>
                  <a:lnTo>
                    <a:pt x="1270" y="13970"/>
                  </a:lnTo>
                  <a:lnTo>
                    <a:pt x="1270" y="16510"/>
                  </a:lnTo>
                  <a:lnTo>
                    <a:pt x="0" y="16510"/>
                  </a:lnTo>
                  <a:lnTo>
                    <a:pt x="0" y="265430"/>
                  </a:lnTo>
                  <a:lnTo>
                    <a:pt x="1270" y="265430"/>
                  </a:lnTo>
                  <a:lnTo>
                    <a:pt x="1270" y="267970"/>
                  </a:lnTo>
                  <a:lnTo>
                    <a:pt x="2540" y="267970"/>
                  </a:lnTo>
                  <a:lnTo>
                    <a:pt x="2540" y="270510"/>
                  </a:lnTo>
                  <a:lnTo>
                    <a:pt x="3810" y="270510"/>
                  </a:lnTo>
                  <a:lnTo>
                    <a:pt x="3810" y="273050"/>
                  </a:lnTo>
                  <a:lnTo>
                    <a:pt x="5080" y="273050"/>
                  </a:lnTo>
                  <a:lnTo>
                    <a:pt x="5080" y="274320"/>
                  </a:lnTo>
                  <a:lnTo>
                    <a:pt x="6350" y="274320"/>
                  </a:lnTo>
                  <a:lnTo>
                    <a:pt x="6350" y="276860"/>
                  </a:lnTo>
                  <a:lnTo>
                    <a:pt x="7620" y="276860"/>
                  </a:lnTo>
                  <a:lnTo>
                    <a:pt x="7620" y="279400"/>
                  </a:lnTo>
                  <a:lnTo>
                    <a:pt x="10160" y="279400"/>
                  </a:lnTo>
                  <a:lnTo>
                    <a:pt x="10160" y="280670"/>
                  </a:lnTo>
                  <a:lnTo>
                    <a:pt x="11430" y="280670"/>
                  </a:lnTo>
                  <a:lnTo>
                    <a:pt x="11430" y="281952"/>
                  </a:lnTo>
                  <a:lnTo>
                    <a:pt x="12700" y="281952"/>
                  </a:lnTo>
                  <a:lnTo>
                    <a:pt x="12700" y="283210"/>
                  </a:lnTo>
                  <a:lnTo>
                    <a:pt x="13970" y="283210"/>
                  </a:lnTo>
                  <a:lnTo>
                    <a:pt x="13970" y="0"/>
                  </a:lnTo>
                  <a:close/>
                </a:path>
              </a:pathLst>
            </a:custGeom>
            <a:solidFill>
              <a:srgbClr val="BFBF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5683249" y="3244849"/>
              <a:ext cx="7620" cy="293370"/>
            </a:xfrm>
            <a:custGeom>
              <a:avLst/>
              <a:gdLst/>
              <a:ahLst/>
              <a:cxnLst/>
              <a:rect l="l" t="t" r="r" b="b"/>
              <a:pathLst>
                <a:path w="7620" h="293370">
                  <a:moveTo>
                    <a:pt x="7620" y="0"/>
                  </a:moveTo>
                  <a:lnTo>
                    <a:pt x="6350" y="0"/>
                  </a:lnTo>
                  <a:lnTo>
                    <a:pt x="6350" y="1270"/>
                  </a:lnTo>
                  <a:lnTo>
                    <a:pt x="3810" y="1270"/>
                  </a:lnTo>
                  <a:lnTo>
                    <a:pt x="3810" y="2539"/>
                  </a:lnTo>
                  <a:lnTo>
                    <a:pt x="1270" y="2539"/>
                  </a:lnTo>
                  <a:lnTo>
                    <a:pt x="1270" y="3810"/>
                  </a:lnTo>
                  <a:lnTo>
                    <a:pt x="0" y="3810"/>
                  </a:lnTo>
                  <a:lnTo>
                    <a:pt x="0" y="289560"/>
                  </a:lnTo>
                  <a:lnTo>
                    <a:pt x="1270" y="289560"/>
                  </a:lnTo>
                  <a:lnTo>
                    <a:pt x="1270" y="290829"/>
                  </a:lnTo>
                  <a:lnTo>
                    <a:pt x="3810" y="290829"/>
                  </a:lnTo>
                  <a:lnTo>
                    <a:pt x="3810" y="292100"/>
                  </a:lnTo>
                  <a:lnTo>
                    <a:pt x="6350" y="292100"/>
                  </a:lnTo>
                  <a:lnTo>
                    <a:pt x="6350" y="293370"/>
                  </a:lnTo>
                  <a:lnTo>
                    <a:pt x="7620" y="29337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EBE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5690870" y="3242309"/>
              <a:ext cx="7620" cy="298450"/>
            </a:xfrm>
            <a:custGeom>
              <a:avLst/>
              <a:gdLst/>
              <a:ahLst/>
              <a:cxnLst/>
              <a:rect l="l" t="t" r="r" b="b"/>
              <a:pathLst>
                <a:path w="7620" h="298450">
                  <a:moveTo>
                    <a:pt x="762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95910"/>
                  </a:lnTo>
                  <a:lnTo>
                    <a:pt x="1270" y="295910"/>
                  </a:lnTo>
                  <a:lnTo>
                    <a:pt x="1270" y="297180"/>
                  </a:lnTo>
                  <a:lnTo>
                    <a:pt x="5080" y="297180"/>
                  </a:lnTo>
                  <a:lnTo>
                    <a:pt x="5080" y="298450"/>
                  </a:lnTo>
                  <a:lnTo>
                    <a:pt x="7620" y="298450"/>
                  </a:lnTo>
                  <a:lnTo>
                    <a:pt x="7620" y="297180"/>
                  </a:lnTo>
                  <a:lnTo>
                    <a:pt x="7620" y="295910"/>
                  </a:lnTo>
                  <a:lnTo>
                    <a:pt x="7620" y="127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DBD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569849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3810" y="0"/>
                  </a:lnTo>
                  <a:lnTo>
                    <a:pt x="3810" y="1270"/>
                  </a:lnTo>
                  <a:lnTo>
                    <a:pt x="0" y="127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127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DBD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570610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BCBC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5713729" y="3241039"/>
              <a:ext cx="8890" cy="299720"/>
            </a:xfrm>
            <a:custGeom>
              <a:avLst/>
              <a:gdLst/>
              <a:ahLst/>
              <a:cxnLst/>
              <a:rect l="l" t="t" r="r" b="b"/>
              <a:pathLst>
                <a:path w="8889" h="299720">
                  <a:moveTo>
                    <a:pt x="889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8890" y="299720"/>
                  </a:lnTo>
                  <a:lnTo>
                    <a:pt x="8890" y="0"/>
                  </a:lnTo>
                  <a:close/>
                </a:path>
              </a:pathLst>
            </a:custGeom>
            <a:solidFill>
              <a:srgbClr val="BBBB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572261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BBBB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573023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ABA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573785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B9B9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574547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9B9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575309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8B8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576071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B7B7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576833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6B6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577595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B6B6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5783579" y="3241039"/>
              <a:ext cx="8890" cy="299720"/>
            </a:xfrm>
            <a:custGeom>
              <a:avLst/>
              <a:gdLst/>
              <a:ahLst/>
              <a:cxnLst/>
              <a:rect l="l" t="t" r="r" b="b"/>
              <a:pathLst>
                <a:path w="8889" h="299720">
                  <a:moveTo>
                    <a:pt x="889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8890" y="299720"/>
                  </a:lnTo>
                  <a:lnTo>
                    <a:pt x="8890" y="0"/>
                  </a:lnTo>
                  <a:close/>
                </a:path>
              </a:pathLst>
            </a:custGeom>
            <a:solidFill>
              <a:srgbClr val="B5B5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579246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B4B4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580008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4B4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580770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B3B3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581532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2B2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582294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2B2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583056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B1B1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583818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0B0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5845809" y="3241039"/>
              <a:ext cx="8890" cy="299720"/>
            </a:xfrm>
            <a:custGeom>
              <a:avLst/>
              <a:gdLst/>
              <a:ahLst/>
              <a:cxnLst/>
              <a:rect l="l" t="t" r="r" b="b"/>
              <a:pathLst>
                <a:path w="8889" h="299720">
                  <a:moveTo>
                    <a:pt x="888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8889" y="299720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AFAF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585469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FAF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586231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AEAE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586993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DAD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587755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ADAD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588517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CAC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589279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BAB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5900419" y="3241039"/>
              <a:ext cx="8890" cy="299720"/>
            </a:xfrm>
            <a:custGeom>
              <a:avLst/>
              <a:gdLst/>
              <a:ahLst/>
              <a:cxnLst/>
              <a:rect l="l" t="t" r="r" b="b"/>
              <a:pathLst>
                <a:path w="8889" h="299720">
                  <a:moveTo>
                    <a:pt x="888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8889" y="299720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ABAB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5909309" y="3241039"/>
              <a:ext cx="6350" cy="299720"/>
            </a:xfrm>
            <a:custGeom>
              <a:avLst/>
              <a:gdLst/>
              <a:ahLst/>
              <a:cxnLst/>
              <a:rect l="l" t="t" r="r" b="b"/>
              <a:pathLst>
                <a:path w="6350" h="299720">
                  <a:moveTo>
                    <a:pt x="635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6350" y="299720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A9A9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5915659" y="3241039"/>
              <a:ext cx="8890" cy="299720"/>
            </a:xfrm>
            <a:custGeom>
              <a:avLst/>
              <a:gdLst/>
              <a:ahLst/>
              <a:cxnLst/>
              <a:rect l="l" t="t" r="r" b="b"/>
              <a:pathLst>
                <a:path w="8889" h="299720">
                  <a:moveTo>
                    <a:pt x="888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8889" y="299720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AAAA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592454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BAB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593216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ABAB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593978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CAC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594740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ADAD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595502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DAD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5962649" y="3241039"/>
              <a:ext cx="8890" cy="299720"/>
            </a:xfrm>
            <a:custGeom>
              <a:avLst/>
              <a:gdLst/>
              <a:ahLst/>
              <a:cxnLst/>
              <a:rect l="l" t="t" r="r" b="b"/>
              <a:pathLst>
                <a:path w="8889" h="299720">
                  <a:moveTo>
                    <a:pt x="888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8889" y="299720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AEAE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5971539" y="3241039"/>
              <a:ext cx="6350" cy="299720"/>
            </a:xfrm>
            <a:custGeom>
              <a:avLst/>
              <a:gdLst/>
              <a:ahLst/>
              <a:cxnLst/>
              <a:rect l="l" t="t" r="r" b="b"/>
              <a:pathLst>
                <a:path w="6350" h="299720">
                  <a:moveTo>
                    <a:pt x="635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6350" y="299720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AFAF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5977889" y="3241039"/>
              <a:ext cx="8890" cy="299720"/>
            </a:xfrm>
            <a:custGeom>
              <a:avLst/>
              <a:gdLst/>
              <a:ahLst/>
              <a:cxnLst/>
              <a:rect l="l" t="t" r="r" b="b"/>
              <a:pathLst>
                <a:path w="8889" h="299720">
                  <a:moveTo>
                    <a:pt x="888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8889" y="299720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AFAF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598677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0B0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599439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1B1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600201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B2B2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600963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2B2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601725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B3B3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602487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4B4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6032499" y="3241039"/>
              <a:ext cx="8890" cy="299720"/>
            </a:xfrm>
            <a:custGeom>
              <a:avLst/>
              <a:gdLst/>
              <a:ahLst/>
              <a:cxnLst/>
              <a:rect l="l" t="t" r="r" b="b"/>
              <a:pathLst>
                <a:path w="8889" h="299720">
                  <a:moveTo>
                    <a:pt x="888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8889" y="299720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B4B4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6041389" y="3241039"/>
              <a:ext cx="6350" cy="299720"/>
            </a:xfrm>
            <a:custGeom>
              <a:avLst/>
              <a:gdLst/>
              <a:ahLst/>
              <a:cxnLst/>
              <a:rect l="l" t="t" r="r" b="b"/>
              <a:pathLst>
                <a:path w="6350" h="299720">
                  <a:moveTo>
                    <a:pt x="635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6350" y="299720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B5B5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6047739" y="3241039"/>
              <a:ext cx="8890" cy="299720"/>
            </a:xfrm>
            <a:custGeom>
              <a:avLst/>
              <a:gdLst/>
              <a:ahLst/>
              <a:cxnLst/>
              <a:rect l="l" t="t" r="r" b="b"/>
              <a:pathLst>
                <a:path w="8889" h="299720">
                  <a:moveTo>
                    <a:pt x="888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8889" y="299720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B6B6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605662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6B6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606424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7B7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607186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B8B8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607948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9B9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608710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B9B9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6094729" y="3241039"/>
              <a:ext cx="8890" cy="299720"/>
            </a:xfrm>
            <a:custGeom>
              <a:avLst/>
              <a:gdLst/>
              <a:ahLst/>
              <a:cxnLst/>
              <a:rect l="l" t="t" r="r" b="b"/>
              <a:pathLst>
                <a:path w="8889" h="299720">
                  <a:moveTo>
                    <a:pt x="889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8890" y="299720"/>
                  </a:lnTo>
                  <a:lnTo>
                    <a:pt x="8890" y="0"/>
                  </a:lnTo>
                  <a:close/>
                </a:path>
              </a:pathLst>
            </a:custGeom>
            <a:solidFill>
              <a:srgbClr val="BABA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610362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1270"/>
                  </a:moveTo>
                  <a:lnTo>
                    <a:pt x="5080" y="1270"/>
                  </a:lnTo>
                  <a:lnTo>
                    <a:pt x="5080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1270"/>
                  </a:lnTo>
                  <a:close/>
                </a:path>
              </a:pathLst>
            </a:custGeom>
            <a:solidFill>
              <a:srgbClr val="BBBB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6111240" y="3242309"/>
              <a:ext cx="7620" cy="298450"/>
            </a:xfrm>
            <a:custGeom>
              <a:avLst/>
              <a:gdLst/>
              <a:ahLst/>
              <a:cxnLst/>
              <a:rect l="l" t="t" r="r" b="b"/>
              <a:pathLst>
                <a:path w="7620" h="298450">
                  <a:moveTo>
                    <a:pt x="7620" y="1270"/>
                  </a:moveTo>
                  <a:lnTo>
                    <a:pt x="1270" y="127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297180"/>
                  </a:lnTo>
                  <a:lnTo>
                    <a:pt x="0" y="298450"/>
                  </a:lnTo>
                  <a:lnTo>
                    <a:pt x="1270" y="298450"/>
                  </a:lnTo>
                  <a:lnTo>
                    <a:pt x="1270" y="297180"/>
                  </a:lnTo>
                  <a:lnTo>
                    <a:pt x="7620" y="297180"/>
                  </a:lnTo>
                  <a:lnTo>
                    <a:pt x="7620" y="1270"/>
                  </a:lnTo>
                  <a:close/>
                </a:path>
              </a:pathLst>
            </a:custGeom>
            <a:solidFill>
              <a:srgbClr val="BBBB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6118859" y="3243579"/>
              <a:ext cx="7620" cy="294640"/>
            </a:xfrm>
            <a:custGeom>
              <a:avLst/>
              <a:gdLst/>
              <a:ahLst/>
              <a:cxnLst/>
              <a:rect l="l" t="t" r="r" b="b"/>
              <a:pathLst>
                <a:path w="7620" h="294639">
                  <a:moveTo>
                    <a:pt x="1270" y="0"/>
                  </a:moveTo>
                  <a:lnTo>
                    <a:pt x="0" y="0"/>
                  </a:lnTo>
                  <a:lnTo>
                    <a:pt x="0" y="294640"/>
                  </a:lnTo>
                  <a:lnTo>
                    <a:pt x="2539" y="294640"/>
                  </a:lnTo>
                  <a:lnTo>
                    <a:pt x="2539" y="293370"/>
                  </a:lnTo>
                  <a:lnTo>
                    <a:pt x="5079" y="293370"/>
                  </a:lnTo>
                  <a:lnTo>
                    <a:pt x="5079" y="292100"/>
                  </a:lnTo>
                  <a:lnTo>
                    <a:pt x="7619" y="292100"/>
                  </a:lnTo>
                  <a:lnTo>
                    <a:pt x="7619" y="3810"/>
                  </a:lnTo>
                  <a:lnTo>
                    <a:pt x="5079" y="3810"/>
                  </a:lnTo>
                  <a:lnTo>
                    <a:pt x="5079" y="2540"/>
                  </a:lnTo>
                  <a:lnTo>
                    <a:pt x="2539" y="2540"/>
                  </a:lnTo>
                  <a:lnTo>
                    <a:pt x="2539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BCBC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6126479" y="3248659"/>
              <a:ext cx="7620" cy="285750"/>
            </a:xfrm>
            <a:custGeom>
              <a:avLst/>
              <a:gdLst/>
              <a:ahLst/>
              <a:cxnLst/>
              <a:rect l="l" t="t" r="r" b="b"/>
              <a:pathLst>
                <a:path w="7620" h="285750">
                  <a:moveTo>
                    <a:pt x="1270" y="0"/>
                  </a:moveTo>
                  <a:lnTo>
                    <a:pt x="0" y="0"/>
                  </a:lnTo>
                  <a:lnTo>
                    <a:pt x="0" y="285750"/>
                  </a:lnTo>
                  <a:lnTo>
                    <a:pt x="1270" y="285750"/>
                  </a:lnTo>
                  <a:lnTo>
                    <a:pt x="1270" y="284479"/>
                  </a:lnTo>
                  <a:lnTo>
                    <a:pt x="2539" y="284479"/>
                  </a:lnTo>
                  <a:lnTo>
                    <a:pt x="2539" y="283210"/>
                  </a:lnTo>
                  <a:lnTo>
                    <a:pt x="3810" y="283210"/>
                  </a:lnTo>
                  <a:lnTo>
                    <a:pt x="3810" y="281939"/>
                  </a:lnTo>
                  <a:lnTo>
                    <a:pt x="5080" y="281939"/>
                  </a:lnTo>
                  <a:lnTo>
                    <a:pt x="5080" y="280669"/>
                  </a:lnTo>
                  <a:lnTo>
                    <a:pt x="7620" y="280669"/>
                  </a:lnTo>
                  <a:lnTo>
                    <a:pt x="7620" y="5079"/>
                  </a:lnTo>
                  <a:lnTo>
                    <a:pt x="6350" y="5079"/>
                  </a:lnTo>
                  <a:lnTo>
                    <a:pt x="6350" y="3810"/>
                  </a:lnTo>
                  <a:lnTo>
                    <a:pt x="5080" y="3810"/>
                  </a:lnTo>
                  <a:lnTo>
                    <a:pt x="5080" y="2539"/>
                  </a:lnTo>
                  <a:lnTo>
                    <a:pt x="2539" y="2539"/>
                  </a:lnTo>
                  <a:lnTo>
                    <a:pt x="2539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BDBD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6134099" y="3255009"/>
              <a:ext cx="7620" cy="273050"/>
            </a:xfrm>
            <a:custGeom>
              <a:avLst/>
              <a:gdLst/>
              <a:ahLst/>
              <a:cxnLst/>
              <a:rect l="l" t="t" r="r" b="b"/>
              <a:pathLst>
                <a:path w="7620" h="273050">
                  <a:moveTo>
                    <a:pt x="1269" y="0"/>
                  </a:moveTo>
                  <a:lnTo>
                    <a:pt x="0" y="0"/>
                  </a:lnTo>
                  <a:lnTo>
                    <a:pt x="0" y="273050"/>
                  </a:lnTo>
                  <a:lnTo>
                    <a:pt x="1270" y="273050"/>
                  </a:lnTo>
                  <a:lnTo>
                    <a:pt x="1269" y="270510"/>
                  </a:lnTo>
                  <a:lnTo>
                    <a:pt x="2539" y="270510"/>
                  </a:lnTo>
                  <a:lnTo>
                    <a:pt x="2539" y="269239"/>
                  </a:lnTo>
                  <a:lnTo>
                    <a:pt x="3810" y="269239"/>
                  </a:lnTo>
                  <a:lnTo>
                    <a:pt x="3810" y="266700"/>
                  </a:lnTo>
                  <a:lnTo>
                    <a:pt x="5079" y="266700"/>
                  </a:lnTo>
                  <a:lnTo>
                    <a:pt x="5080" y="264160"/>
                  </a:lnTo>
                  <a:lnTo>
                    <a:pt x="6350" y="264160"/>
                  </a:lnTo>
                  <a:lnTo>
                    <a:pt x="6350" y="260350"/>
                  </a:lnTo>
                  <a:lnTo>
                    <a:pt x="7620" y="260350"/>
                  </a:lnTo>
                  <a:lnTo>
                    <a:pt x="7620" y="12700"/>
                  </a:lnTo>
                  <a:lnTo>
                    <a:pt x="6350" y="12700"/>
                  </a:lnTo>
                  <a:lnTo>
                    <a:pt x="6350" y="8889"/>
                  </a:lnTo>
                  <a:lnTo>
                    <a:pt x="5080" y="8889"/>
                  </a:lnTo>
                  <a:lnTo>
                    <a:pt x="5080" y="6350"/>
                  </a:lnTo>
                  <a:lnTo>
                    <a:pt x="3810" y="6350"/>
                  </a:lnTo>
                  <a:lnTo>
                    <a:pt x="3810" y="3810"/>
                  </a:lnTo>
                  <a:lnTo>
                    <a:pt x="2539" y="3810"/>
                  </a:lnTo>
                  <a:lnTo>
                    <a:pt x="253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BDBD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6141719" y="3267709"/>
              <a:ext cx="0" cy="247650"/>
            </a:xfrm>
            <a:custGeom>
              <a:avLst/>
              <a:gdLst/>
              <a:ahLst/>
              <a:cxnLst/>
              <a:rect l="l" t="t" r="r" b="b"/>
              <a:pathLst>
                <a:path h="247650">
                  <a:moveTo>
                    <a:pt x="0" y="0"/>
                  </a:moveTo>
                  <a:lnTo>
                    <a:pt x="0" y="2476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BF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5669279" y="3241039"/>
              <a:ext cx="471170" cy="299720"/>
            </a:xfrm>
            <a:custGeom>
              <a:avLst/>
              <a:gdLst/>
              <a:ahLst/>
              <a:cxnLst/>
              <a:rect l="l" t="t" r="r" b="b"/>
              <a:pathLst>
                <a:path w="471170" h="299720">
                  <a:moveTo>
                    <a:pt x="33020" y="0"/>
                  </a:moveTo>
                  <a:lnTo>
                    <a:pt x="20359" y="2837"/>
                  </a:lnTo>
                  <a:lnTo>
                    <a:pt x="9842" y="10318"/>
                  </a:lnTo>
                  <a:lnTo>
                    <a:pt x="2659" y="20895"/>
                  </a:lnTo>
                  <a:lnTo>
                    <a:pt x="0" y="33020"/>
                  </a:lnTo>
                  <a:lnTo>
                    <a:pt x="0" y="36671"/>
                  </a:lnTo>
                  <a:lnTo>
                    <a:pt x="0" y="62230"/>
                  </a:lnTo>
                  <a:lnTo>
                    <a:pt x="0" y="131603"/>
                  </a:lnTo>
                  <a:lnTo>
                    <a:pt x="0" y="266700"/>
                  </a:lnTo>
                  <a:lnTo>
                    <a:pt x="2659" y="278824"/>
                  </a:lnTo>
                  <a:lnTo>
                    <a:pt x="9842" y="289401"/>
                  </a:lnTo>
                  <a:lnTo>
                    <a:pt x="20359" y="296882"/>
                  </a:lnTo>
                  <a:lnTo>
                    <a:pt x="33020" y="299720"/>
                  </a:lnTo>
                  <a:lnTo>
                    <a:pt x="39350" y="299720"/>
                  </a:lnTo>
                  <a:lnTo>
                    <a:pt x="83661" y="299720"/>
                  </a:lnTo>
                  <a:lnTo>
                    <a:pt x="203934" y="299720"/>
                  </a:lnTo>
                  <a:lnTo>
                    <a:pt x="438150" y="299720"/>
                  </a:lnTo>
                  <a:lnTo>
                    <a:pt x="450274" y="296882"/>
                  </a:lnTo>
                  <a:lnTo>
                    <a:pt x="460851" y="289401"/>
                  </a:lnTo>
                  <a:lnTo>
                    <a:pt x="468332" y="278824"/>
                  </a:lnTo>
                  <a:lnTo>
                    <a:pt x="471170" y="266700"/>
                  </a:lnTo>
                  <a:lnTo>
                    <a:pt x="471170" y="263048"/>
                  </a:lnTo>
                  <a:lnTo>
                    <a:pt x="471170" y="237489"/>
                  </a:lnTo>
                  <a:lnTo>
                    <a:pt x="471170" y="168116"/>
                  </a:lnTo>
                  <a:lnTo>
                    <a:pt x="471170" y="33020"/>
                  </a:lnTo>
                  <a:lnTo>
                    <a:pt x="468332" y="20895"/>
                  </a:lnTo>
                  <a:lnTo>
                    <a:pt x="460851" y="10318"/>
                  </a:lnTo>
                  <a:lnTo>
                    <a:pt x="450274" y="2837"/>
                  </a:lnTo>
                  <a:lnTo>
                    <a:pt x="438150" y="0"/>
                  </a:lnTo>
                  <a:lnTo>
                    <a:pt x="431819" y="0"/>
                  </a:lnTo>
                  <a:lnTo>
                    <a:pt x="387508" y="0"/>
                  </a:lnTo>
                  <a:lnTo>
                    <a:pt x="267235" y="0"/>
                  </a:lnTo>
                  <a:lnTo>
                    <a:pt x="33020" y="0"/>
                  </a:lnTo>
                  <a:close/>
                </a:path>
              </a:pathLst>
            </a:custGeom>
            <a:ln w="19048">
              <a:solidFill>
                <a:srgbClr val="93926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9" name="object 129"/>
          <p:cNvSpPr txBox="1"/>
          <p:nvPr/>
        </p:nvSpPr>
        <p:spPr>
          <a:xfrm>
            <a:off x="5767070" y="3272790"/>
            <a:ext cx="27749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spc="-25" dirty="0">
                <a:solidFill>
                  <a:srgbClr val="FFFFFF"/>
                </a:solidFill>
                <a:latin typeface="Arial"/>
                <a:cs typeface="Arial"/>
              </a:rPr>
              <a:t>HW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130" name="object 130"/>
          <p:cNvGrpSpPr/>
          <p:nvPr/>
        </p:nvGrpSpPr>
        <p:grpSpPr>
          <a:xfrm>
            <a:off x="6243954" y="3231514"/>
            <a:ext cx="490220" cy="318770"/>
            <a:chOff x="6243954" y="3231514"/>
            <a:chExt cx="490220" cy="318770"/>
          </a:xfrm>
        </p:grpSpPr>
        <p:sp>
          <p:nvSpPr>
            <p:cNvPr id="131" name="object 131"/>
            <p:cNvSpPr/>
            <p:nvPr/>
          </p:nvSpPr>
          <p:spPr>
            <a:xfrm>
              <a:off x="6253480" y="3249929"/>
              <a:ext cx="13970" cy="283210"/>
            </a:xfrm>
            <a:custGeom>
              <a:avLst/>
              <a:gdLst/>
              <a:ahLst/>
              <a:cxnLst/>
              <a:rect l="l" t="t" r="r" b="b"/>
              <a:pathLst>
                <a:path w="13970" h="283210">
                  <a:moveTo>
                    <a:pt x="13970" y="0"/>
                  </a:moveTo>
                  <a:lnTo>
                    <a:pt x="12700" y="0"/>
                  </a:lnTo>
                  <a:lnTo>
                    <a:pt x="12700" y="1270"/>
                  </a:lnTo>
                  <a:lnTo>
                    <a:pt x="10160" y="1270"/>
                  </a:lnTo>
                  <a:lnTo>
                    <a:pt x="10160" y="2540"/>
                  </a:lnTo>
                  <a:lnTo>
                    <a:pt x="8890" y="2540"/>
                  </a:lnTo>
                  <a:lnTo>
                    <a:pt x="8890" y="3810"/>
                  </a:lnTo>
                  <a:lnTo>
                    <a:pt x="7620" y="3810"/>
                  </a:lnTo>
                  <a:lnTo>
                    <a:pt x="7620" y="5080"/>
                  </a:lnTo>
                  <a:lnTo>
                    <a:pt x="6350" y="5080"/>
                  </a:lnTo>
                  <a:lnTo>
                    <a:pt x="6350" y="7620"/>
                  </a:lnTo>
                  <a:lnTo>
                    <a:pt x="5080" y="7620"/>
                  </a:lnTo>
                  <a:lnTo>
                    <a:pt x="5080" y="8890"/>
                  </a:lnTo>
                  <a:lnTo>
                    <a:pt x="3810" y="8890"/>
                  </a:lnTo>
                  <a:lnTo>
                    <a:pt x="3810" y="10160"/>
                  </a:lnTo>
                  <a:lnTo>
                    <a:pt x="2540" y="10160"/>
                  </a:lnTo>
                  <a:lnTo>
                    <a:pt x="2540" y="13970"/>
                  </a:lnTo>
                  <a:lnTo>
                    <a:pt x="1270" y="13970"/>
                  </a:lnTo>
                  <a:lnTo>
                    <a:pt x="1270" y="16510"/>
                  </a:lnTo>
                  <a:lnTo>
                    <a:pt x="0" y="16510"/>
                  </a:lnTo>
                  <a:lnTo>
                    <a:pt x="0" y="265430"/>
                  </a:lnTo>
                  <a:lnTo>
                    <a:pt x="1270" y="265430"/>
                  </a:lnTo>
                  <a:lnTo>
                    <a:pt x="1270" y="267970"/>
                  </a:lnTo>
                  <a:lnTo>
                    <a:pt x="2540" y="267970"/>
                  </a:lnTo>
                  <a:lnTo>
                    <a:pt x="2540" y="270510"/>
                  </a:lnTo>
                  <a:lnTo>
                    <a:pt x="3810" y="270510"/>
                  </a:lnTo>
                  <a:lnTo>
                    <a:pt x="3810" y="273050"/>
                  </a:lnTo>
                  <a:lnTo>
                    <a:pt x="5080" y="273050"/>
                  </a:lnTo>
                  <a:lnTo>
                    <a:pt x="5080" y="274320"/>
                  </a:lnTo>
                  <a:lnTo>
                    <a:pt x="6350" y="274320"/>
                  </a:lnTo>
                  <a:lnTo>
                    <a:pt x="6350" y="276860"/>
                  </a:lnTo>
                  <a:lnTo>
                    <a:pt x="7620" y="276860"/>
                  </a:lnTo>
                  <a:lnTo>
                    <a:pt x="7620" y="279400"/>
                  </a:lnTo>
                  <a:lnTo>
                    <a:pt x="10160" y="279400"/>
                  </a:lnTo>
                  <a:lnTo>
                    <a:pt x="10160" y="280670"/>
                  </a:lnTo>
                  <a:lnTo>
                    <a:pt x="11430" y="280670"/>
                  </a:lnTo>
                  <a:lnTo>
                    <a:pt x="11430" y="281952"/>
                  </a:lnTo>
                  <a:lnTo>
                    <a:pt x="12700" y="281952"/>
                  </a:lnTo>
                  <a:lnTo>
                    <a:pt x="12700" y="283210"/>
                  </a:lnTo>
                  <a:lnTo>
                    <a:pt x="13970" y="283210"/>
                  </a:lnTo>
                  <a:lnTo>
                    <a:pt x="13970" y="0"/>
                  </a:lnTo>
                  <a:close/>
                </a:path>
              </a:pathLst>
            </a:custGeom>
            <a:solidFill>
              <a:srgbClr val="BFBF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6267449" y="3244849"/>
              <a:ext cx="7620" cy="293370"/>
            </a:xfrm>
            <a:custGeom>
              <a:avLst/>
              <a:gdLst/>
              <a:ahLst/>
              <a:cxnLst/>
              <a:rect l="l" t="t" r="r" b="b"/>
              <a:pathLst>
                <a:path w="7620" h="293370">
                  <a:moveTo>
                    <a:pt x="7620" y="0"/>
                  </a:moveTo>
                  <a:lnTo>
                    <a:pt x="6350" y="0"/>
                  </a:lnTo>
                  <a:lnTo>
                    <a:pt x="6350" y="1270"/>
                  </a:lnTo>
                  <a:lnTo>
                    <a:pt x="3810" y="1270"/>
                  </a:lnTo>
                  <a:lnTo>
                    <a:pt x="3810" y="2539"/>
                  </a:lnTo>
                  <a:lnTo>
                    <a:pt x="1270" y="2539"/>
                  </a:lnTo>
                  <a:lnTo>
                    <a:pt x="1270" y="3810"/>
                  </a:lnTo>
                  <a:lnTo>
                    <a:pt x="0" y="3810"/>
                  </a:lnTo>
                  <a:lnTo>
                    <a:pt x="0" y="289560"/>
                  </a:lnTo>
                  <a:lnTo>
                    <a:pt x="1270" y="289560"/>
                  </a:lnTo>
                  <a:lnTo>
                    <a:pt x="1270" y="290829"/>
                  </a:lnTo>
                  <a:lnTo>
                    <a:pt x="3810" y="290829"/>
                  </a:lnTo>
                  <a:lnTo>
                    <a:pt x="3810" y="292100"/>
                  </a:lnTo>
                  <a:lnTo>
                    <a:pt x="6350" y="292100"/>
                  </a:lnTo>
                  <a:lnTo>
                    <a:pt x="6350" y="293370"/>
                  </a:lnTo>
                  <a:lnTo>
                    <a:pt x="7620" y="29337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EBE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6275070" y="3242309"/>
              <a:ext cx="7620" cy="298450"/>
            </a:xfrm>
            <a:custGeom>
              <a:avLst/>
              <a:gdLst/>
              <a:ahLst/>
              <a:cxnLst/>
              <a:rect l="l" t="t" r="r" b="b"/>
              <a:pathLst>
                <a:path w="7620" h="298450">
                  <a:moveTo>
                    <a:pt x="762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95910"/>
                  </a:lnTo>
                  <a:lnTo>
                    <a:pt x="1270" y="295910"/>
                  </a:lnTo>
                  <a:lnTo>
                    <a:pt x="1270" y="297180"/>
                  </a:lnTo>
                  <a:lnTo>
                    <a:pt x="5080" y="297180"/>
                  </a:lnTo>
                  <a:lnTo>
                    <a:pt x="5080" y="298450"/>
                  </a:lnTo>
                  <a:lnTo>
                    <a:pt x="7620" y="298450"/>
                  </a:lnTo>
                  <a:lnTo>
                    <a:pt x="7620" y="297180"/>
                  </a:lnTo>
                  <a:lnTo>
                    <a:pt x="7620" y="295910"/>
                  </a:lnTo>
                  <a:lnTo>
                    <a:pt x="7620" y="127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DBD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628269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3810" y="0"/>
                  </a:lnTo>
                  <a:lnTo>
                    <a:pt x="3810" y="1270"/>
                  </a:lnTo>
                  <a:lnTo>
                    <a:pt x="0" y="127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127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DBD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629030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BCBC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6297929" y="3241039"/>
              <a:ext cx="8890" cy="299720"/>
            </a:xfrm>
            <a:custGeom>
              <a:avLst/>
              <a:gdLst/>
              <a:ahLst/>
              <a:cxnLst/>
              <a:rect l="l" t="t" r="r" b="b"/>
              <a:pathLst>
                <a:path w="8889" h="299720">
                  <a:moveTo>
                    <a:pt x="889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8890" y="299720"/>
                  </a:lnTo>
                  <a:lnTo>
                    <a:pt x="8890" y="0"/>
                  </a:lnTo>
                  <a:close/>
                </a:path>
              </a:pathLst>
            </a:custGeom>
            <a:solidFill>
              <a:srgbClr val="BBBB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630681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BBBB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631443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ABA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632205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B9B9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632967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9B9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633729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8B8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634491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B7B7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6352539" y="3241039"/>
              <a:ext cx="8890" cy="299720"/>
            </a:xfrm>
            <a:custGeom>
              <a:avLst/>
              <a:gdLst/>
              <a:ahLst/>
              <a:cxnLst/>
              <a:rect l="l" t="t" r="r" b="b"/>
              <a:pathLst>
                <a:path w="8889" h="299720">
                  <a:moveTo>
                    <a:pt x="888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8889" y="299720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B6B6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6361429" y="3241039"/>
              <a:ext cx="6350" cy="299720"/>
            </a:xfrm>
            <a:custGeom>
              <a:avLst/>
              <a:gdLst/>
              <a:ahLst/>
              <a:cxnLst/>
              <a:rect l="l" t="t" r="r" b="b"/>
              <a:pathLst>
                <a:path w="6350" h="299720">
                  <a:moveTo>
                    <a:pt x="635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6350" y="299720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B6B6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6367779" y="3241039"/>
              <a:ext cx="8890" cy="299720"/>
            </a:xfrm>
            <a:custGeom>
              <a:avLst/>
              <a:gdLst/>
              <a:ahLst/>
              <a:cxnLst/>
              <a:rect l="l" t="t" r="r" b="b"/>
              <a:pathLst>
                <a:path w="8889" h="299720">
                  <a:moveTo>
                    <a:pt x="889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8890" y="299720"/>
                  </a:lnTo>
                  <a:lnTo>
                    <a:pt x="8890" y="0"/>
                  </a:lnTo>
                  <a:close/>
                </a:path>
              </a:pathLst>
            </a:custGeom>
            <a:solidFill>
              <a:srgbClr val="B5B5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637666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B4B4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638428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4B4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639190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B3B3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639952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2B2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640714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2B2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641476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B1B1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6422389" y="3241039"/>
              <a:ext cx="8890" cy="299720"/>
            </a:xfrm>
            <a:custGeom>
              <a:avLst/>
              <a:gdLst/>
              <a:ahLst/>
              <a:cxnLst/>
              <a:rect l="l" t="t" r="r" b="b"/>
              <a:pathLst>
                <a:path w="8889" h="299720">
                  <a:moveTo>
                    <a:pt x="888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8889" y="299720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B0B0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643127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FAF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643889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FAF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644651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AEAE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645413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DAD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646175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ADAD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646937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CAC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647699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BAB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6484619" y="3241039"/>
              <a:ext cx="8890" cy="299720"/>
            </a:xfrm>
            <a:custGeom>
              <a:avLst/>
              <a:gdLst/>
              <a:ahLst/>
              <a:cxnLst/>
              <a:rect l="l" t="t" r="r" b="b"/>
              <a:pathLst>
                <a:path w="8889" h="299720">
                  <a:moveTo>
                    <a:pt x="888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8889" y="299720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ABAB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649350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A9A9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650112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AAA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650874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BAB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651636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BAB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652398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ACAC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653160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DAD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653922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DAD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6546849" y="3241039"/>
              <a:ext cx="8890" cy="299720"/>
            </a:xfrm>
            <a:custGeom>
              <a:avLst/>
              <a:gdLst/>
              <a:ahLst/>
              <a:cxnLst/>
              <a:rect l="l" t="t" r="r" b="b"/>
              <a:pathLst>
                <a:path w="8890" h="299720">
                  <a:moveTo>
                    <a:pt x="889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8890" y="299720"/>
                  </a:lnTo>
                  <a:lnTo>
                    <a:pt x="8890" y="0"/>
                  </a:lnTo>
                  <a:close/>
                </a:path>
              </a:pathLst>
            </a:custGeom>
            <a:solidFill>
              <a:srgbClr val="AEAE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655573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AFAF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656335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FAF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657097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0B0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657859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1B1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658621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2B2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659383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B2B2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660145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3B3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660907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4B4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6616699" y="3241039"/>
              <a:ext cx="8890" cy="299720"/>
            </a:xfrm>
            <a:custGeom>
              <a:avLst/>
              <a:gdLst/>
              <a:ahLst/>
              <a:cxnLst/>
              <a:rect l="l" t="t" r="r" b="b"/>
              <a:pathLst>
                <a:path w="8890" h="299720">
                  <a:moveTo>
                    <a:pt x="889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8890" y="299720"/>
                  </a:lnTo>
                  <a:lnTo>
                    <a:pt x="8890" y="0"/>
                  </a:lnTo>
                  <a:close/>
                </a:path>
              </a:pathLst>
            </a:custGeom>
            <a:solidFill>
              <a:srgbClr val="B4B4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662558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B5B5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663320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6B6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664082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6B6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664844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7B7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665606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8B8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666368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B9B9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6671309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9B9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6678929" y="3241039"/>
              <a:ext cx="8890" cy="299720"/>
            </a:xfrm>
            <a:custGeom>
              <a:avLst/>
              <a:gdLst/>
              <a:ahLst/>
              <a:cxnLst/>
              <a:rect l="l" t="t" r="r" b="b"/>
              <a:pathLst>
                <a:path w="8890" h="299720">
                  <a:moveTo>
                    <a:pt x="889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8890" y="299720"/>
                  </a:lnTo>
                  <a:lnTo>
                    <a:pt x="8890" y="0"/>
                  </a:lnTo>
                  <a:close/>
                </a:path>
              </a:pathLst>
            </a:custGeom>
            <a:solidFill>
              <a:srgbClr val="BABA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668782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1270"/>
                  </a:moveTo>
                  <a:lnTo>
                    <a:pt x="5080" y="1270"/>
                  </a:lnTo>
                  <a:lnTo>
                    <a:pt x="5080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1270"/>
                  </a:lnTo>
                  <a:close/>
                </a:path>
              </a:pathLst>
            </a:custGeom>
            <a:solidFill>
              <a:srgbClr val="BBBB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6695440" y="3242309"/>
              <a:ext cx="7620" cy="298450"/>
            </a:xfrm>
            <a:custGeom>
              <a:avLst/>
              <a:gdLst/>
              <a:ahLst/>
              <a:cxnLst/>
              <a:rect l="l" t="t" r="r" b="b"/>
              <a:pathLst>
                <a:path w="7620" h="298450">
                  <a:moveTo>
                    <a:pt x="7620" y="1270"/>
                  </a:moveTo>
                  <a:lnTo>
                    <a:pt x="1270" y="127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297180"/>
                  </a:lnTo>
                  <a:lnTo>
                    <a:pt x="0" y="298450"/>
                  </a:lnTo>
                  <a:lnTo>
                    <a:pt x="1270" y="298450"/>
                  </a:lnTo>
                  <a:lnTo>
                    <a:pt x="1270" y="297180"/>
                  </a:lnTo>
                  <a:lnTo>
                    <a:pt x="7620" y="297180"/>
                  </a:lnTo>
                  <a:lnTo>
                    <a:pt x="7620" y="1270"/>
                  </a:lnTo>
                  <a:close/>
                </a:path>
              </a:pathLst>
            </a:custGeom>
            <a:solidFill>
              <a:srgbClr val="BBBB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6703059" y="3243579"/>
              <a:ext cx="7620" cy="294640"/>
            </a:xfrm>
            <a:custGeom>
              <a:avLst/>
              <a:gdLst/>
              <a:ahLst/>
              <a:cxnLst/>
              <a:rect l="l" t="t" r="r" b="b"/>
              <a:pathLst>
                <a:path w="7620" h="294639">
                  <a:moveTo>
                    <a:pt x="1270" y="0"/>
                  </a:moveTo>
                  <a:lnTo>
                    <a:pt x="0" y="0"/>
                  </a:lnTo>
                  <a:lnTo>
                    <a:pt x="0" y="294640"/>
                  </a:lnTo>
                  <a:lnTo>
                    <a:pt x="2540" y="294640"/>
                  </a:lnTo>
                  <a:lnTo>
                    <a:pt x="2540" y="293370"/>
                  </a:lnTo>
                  <a:lnTo>
                    <a:pt x="5080" y="293370"/>
                  </a:lnTo>
                  <a:lnTo>
                    <a:pt x="5080" y="292100"/>
                  </a:lnTo>
                  <a:lnTo>
                    <a:pt x="7620" y="292100"/>
                  </a:lnTo>
                  <a:lnTo>
                    <a:pt x="7620" y="3810"/>
                  </a:lnTo>
                  <a:lnTo>
                    <a:pt x="5080" y="3810"/>
                  </a:lnTo>
                  <a:lnTo>
                    <a:pt x="5080" y="2540"/>
                  </a:lnTo>
                  <a:lnTo>
                    <a:pt x="2540" y="254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BCBC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6710679" y="3248659"/>
              <a:ext cx="7620" cy="285750"/>
            </a:xfrm>
            <a:custGeom>
              <a:avLst/>
              <a:gdLst/>
              <a:ahLst/>
              <a:cxnLst/>
              <a:rect l="l" t="t" r="r" b="b"/>
              <a:pathLst>
                <a:path w="7620" h="285750">
                  <a:moveTo>
                    <a:pt x="1270" y="0"/>
                  </a:moveTo>
                  <a:lnTo>
                    <a:pt x="0" y="0"/>
                  </a:lnTo>
                  <a:lnTo>
                    <a:pt x="0" y="285750"/>
                  </a:lnTo>
                  <a:lnTo>
                    <a:pt x="1270" y="285750"/>
                  </a:lnTo>
                  <a:lnTo>
                    <a:pt x="1270" y="284479"/>
                  </a:lnTo>
                  <a:lnTo>
                    <a:pt x="2540" y="284479"/>
                  </a:lnTo>
                  <a:lnTo>
                    <a:pt x="2540" y="283210"/>
                  </a:lnTo>
                  <a:lnTo>
                    <a:pt x="3810" y="283210"/>
                  </a:lnTo>
                  <a:lnTo>
                    <a:pt x="3810" y="281939"/>
                  </a:lnTo>
                  <a:lnTo>
                    <a:pt x="5079" y="281939"/>
                  </a:lnTo>
                  <a:lnTo>
                    <a:pt x="5079" y="280669"/>
                  </a:lnTo>
                  <a:lnTo>
                    <a:pt x="7620" y="280669"/>
                  </a:lnTo>
                  <a:lnTo>
                    <a:pt x="7620" y="5079"/>
                  </a:lnTo>
                  <a:lnTo>
                    <a:pt x="6350" y="5079"/>
                  </a:lnTo>
                  <a:lnTo>
                    <a:pt x="6350" y="3810"/>
                  </a:lnTo>
                  <a:lnTo>
                    <a:pt x="5079" y="3810"/>
                  </a:lnTo>
                  <a:lnTo>
                    <a:pt x="5079" y="2539"/>
                  </a:lnTo>
                  <a:lnTo>
                    <a:pt x="2540" y="2539"/>
                  </a:lnTo>
                  <a:lnTo>
                    <a:pt x="254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BDBD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6718299" y="3255009"/>
              <a:ext cx="7620" cy="273050"/>
            </a:xfrm>
            <a:custGeom>
              <a:avLst/>
              <a:gdLst/>
              <a:ahLst/>
              <a:cxnLst/>
              <a:rect l="l" t="t" r="r" b="b"/>
              <a:pathLst>
                <a:path w="7620" h="273050">
                  <a:moveTo>
                    <a:pt x="1270" y="0"/>
                  </a:moveTo>
                  <a:lnTo>
                    <a:pt x="0" y="0"/>
                  </a:lnTo>
                  <a:lnTo>
                    <a:pt x="0" y="273050"/>
                  </a:lnTo>
                  <a:lnTo>
                    <a:pt x="1270" y="273050"/>
                  </a:lnTo>
                  <a:lnTo>
                    <a:pt x="1270" y="270510"/>
                  </a:lnTo>
                  <a:lnTo>
                    <a:pt x="2539" y="270510"/>
                  </a:lnTo>
                  <a:lnTo>
                    <a:pt x="2539" y="269239"/>
                  </a:lnTo>
                  <a:lnTo>
                    <a:pt x="3809" y="269239"/>
                  </a:lnTo>
                  <a:lnTo>
                    <a:pt x="3809" y="266700"/>
                  </a:lnTo>
                  <a:lnTo>
                    <a:pt x="5079" y="266700"/>
                  </a:lnTo>
                  <a:lnTo>
                    <a:pt x="5079" y="264160"/>
                  </a:lnTo>
                  <a:lnTo>
                    <a:pt x="6350" y="264160"/>
                  </a:lnTo>
                  <a:lnTo>
                    <a:pt x="6350" y="260350"/>
                  </a:lnTo>
                  <a:lnTo>
                    <a:pt x="7620" y="260350"/>
                  </a:lnTo>
                  <a:lnTo>
                    <a:pt x="7620" y="12700"/>
                  </a:lnTo>
                  <a:lnTo>
                    <a:pt x="6350" y="12700"/>
                  </a:lnTo>
                  <a:lnTo>
                    <a:pt x="6350" y="8889"/>
                  </a:lnTo>
                  <a:lnTo>
                    <a:pt x="5079" y="8889"/>
                  </a:lnTo>
                  <a:lnTo>
                    <a:pt x="5079" y="6350"/>
                  </a:lnTo>
                  <a:lnTo>
                    <a:pt x="3810" y="6350"/>
                  </a:lnTo>
                  <a:lnTo>
                    <a:pt x="3809" y="3810"/>
                  </a:lnTo>
                  <a:lnTo>
                    <a:pt x="2540" y="3810"/>
                  </a:lnTo>
                  <a:lnTo>
                    <a:pt x="2539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BDBD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6725919" y="3267709"/>
              <a:ext cx="0" cy="247650"/>
            </a:xfrm>
            <a:custGeom>
              <a:avLst/>
              <a:gdLst/>
              <a:ahLst/>
              <a:cxnLst/>
              <a:rect l="l" t="t" r="r" b="b"/>
              <a:pathLst>
                <a:path h="247650">
                  <a:moveTo>
                    <a:pt x="0" y="0"/>
                  </a:moveTo>
                  <a:lnTo>
                    <a:pt x="0" y="2476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BF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6253479" y="3241039"/>
              <a:ext cx="471170" cy="299720"/>
            </a:xfrm>
            <a:custGeom>
              <a:avLst/>
              <a:gdLst/>
              <a:ahLst/>
              <a:cxnLst/>
              <a:rect l="l" t="t" r="r" b="b"/>
              <a:pathLst>
                <a:path w="471170" h="299720">
                  <a:moveTo>
                    <a:pt x="33020" y="0"/>
                  </a:moveTo>
                  <a:lnTo>
                    <a:pt x="20895" y="2837"/>
                  </a:lnTo>
                  <a:lnTo>
                    <a:pt x="10318" y="10318"/>
                  </a:lnTo>
                  <a:lnTo>
                    <a:pt x="2837" y="20895"/>
                  </a:lnTo>
                  <a:lnTo>
                    <a:pt x="0" y="33020"/>
                  </a:lnTo>
                  <a:lnTo>
                    <a:pt x="0" y="36671"/>
                  </a:lnTo>
                  <a:lnTo>
                    <a:pt x="0" y="62230"/>
                  </a:lnTo>
                  <a:lnTo>
                    <a:pt x="0" y="131603"/>
                  </a:lnTo>
                  <a:lnTo>
                    <a:pt x="0" y="266700"/>
                  </a:lnTo>
                  <a:lnTo>
                    <a:pt x="2837" y="278824"/>
                  </a:lnTo>
                  <a:lnTo>
                    <a:pt x="10318" y="289401"/>
                  </a:lnTo>
                  <a:lnTo>
                    <a:pt x="20895" y="296882"/>
                  </a:lnTo>
                  <a:lnTo>
                    <a:pt x="33020" y="299720"/>
                  </a:lnTo>
                  <a:lnTo>
                    <a:pt x="39350" y="299720"/>
                  </a:lnTo>
                  <a:lnTo>
                    <a:pt x="83661" y="299720"/>
                  </a:lnTo>
                  <a:lnTo>
                    <a:pt x="203934" y="299720"/>
                  </a:lnTo>
                  <a:lnTo>
                    <a:pt x="438150" y="299720"/>
                  </a:lnTo>
                  <a:lnTo>
                    <a:pt x="450274" y="296882"/>
                  </a:lnTo>
                  <a:lnTo>
                    <a:pt x="460851" y="289401"/>
                  </a:lnTo>
                  <a:lnTo>
                    <a:pt x="468332" y="278824"/>
                  </a:lnTo>
                  <a:lnTo>
                    <a:pt x="471170" y="266700"/>
                  </a:lnTo>
                  <a:lnTo>
                    <a:pt x="471170" y="263048"/>
                  </a:lnTo>
                  <a:lnTo>
                    <a:pt x="471170" y="237489"/>
                  </a:lnTo>
                  <a:lnTo>
                    <a:pt x="471170" y="168116"/>
                  </a:lnTo>
                  <a:lnTo>
                    <a:pt x="471170" y="33020"/>
                  </a:lnTo>
                  <a:lnTo>
                    <a:pt x="468332" y="20895"/>
                  </a:lnTo>
                  <a:lnTo>
                    <a:pt x="460851" y="10318"/>
                  </a:lnTo>
                  <a:lnTo>
                    <a:pt x="450274" y="2837"/>
                  </a:lnTo>
                  <a:lnTo>
                    <a:pt x="438150" y="0"/>
                  </a:lnTo>
                  <a:lnTo>
                    <a:pt x="431819" y="0"/>
                  </a:lnTo>
                  <a:lnTo>
                    <a:pt x="387508" y="0"/>
                  </a:lnTo>
                  <a:lnTo>
                    <a:pt x="267235" y="0"/>
                  </a:lnTo>
                  <a:lnTo>
                    <a:pt x="33020" y="0"/>
                  </a:lnTo>
                  <a:close/>
                </a:path>
              </a:pathLst>
            </a:custGeom>
            <a:ln w="19048">
              <a:solidFill>
                <a:srgbClr val="93926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3" name="object 193"/>
          <p:cNvSpPr txBox="1"/>
          <p:nvPr/>
        </p:nvSpPr>
        <p:spPr>
          <a:xfrm>
            <a:off x="6268084" y="3272790"/>
            <a:ext cx="43497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95885">
              <a:lnSpc>
                <a:spcPct val="100000"/>
              </a:lnSpc>
              <a:spcBef>
                <a:spcPts val="100"/>
              </a:spcBef>
            </a:pPr>
            <a:r>
              <a:rPr sz="1200" b="1" spc="-25" dirty="0">
                <a:solidFill>
                  <a:srgbClr val="FFFFFF"/>
                </a:solidFill>
                <a:latin typeface="Arial"/>
                <a:cs typeface="Arial"/>
              </a:rPr>
              <a:t>HW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194" name="object 194"/>
          <p:cNvGrpSpPr/>
          <p:nvPr/>
        </p:nvGrpSpPr>
        <p:grpSpPr>
          <a:xfrm>
            <a:off x="6828155" y="3231514"/>
            <a:ext cx="490220" cy="318770"/>
            <a:chOff x="6828155" y="3231514"/>
            <a:chExt cx="490220" cy="318770"/>
          </a:xfrm>
        </p:grpSpPr>
        <p:sp>
          <p:nvSpPr>
            <p:cNvPr id="195" name="object 195"/>
            <p:cNvSpPr/>
            <p:nvPr/>
          </p:nvSpPr>
          <p:spPr>
            <a:xfrm>
              <a:off x="6837680" y="3248659"/>
              <a:ext cx="13970" cy="285750"/>
            </a:xfrm>
            <a:custGeom>
              <a:avLst/>
              <a:gdLst/>
              <a:ahLst/>
              <a:cxnLst/>
              <a:rect l="l" t="t" r="r" b="b"/>
              <a:pathLst>
                <a:path w="13970" h="285750">
                  <a:moveTo>
                    <a:pt x="13970" y="0"/>
                  </a:moveTo>
                  <a:lnTo>
                    <a:pt x="12700" y="0"/>
                  </a:lnTo>
                  <a:lnTo>
                    <a:pt x="12700" y="1270"/>
                  </a:lnTo>
                  <a:lnTo>
                    <a:pt x="11430" y="1270"/>
                  </a:lnTo>
                  <a:lnTo>
                    <a:pt x="11430" y="2540"/>
                  </a:lnTo>
                  <a:lnTo>
                    <a:pt x="8890" y="2540"/>
                  </a:lnTo>
                  <a:lnTo>
                    <a:pt x="8890" y="3810"/>
                  </a:lnTo>
                  <a:lnTo>
                    <a:pt x="7620" y="3810"/>
                  </a:lnTo>
                  <a:lnTo>
                    <a:pt x="7620" y="6350"/>
                  </a:lnTo>
                  <a:lnTo>
                    <a:pt x="6350" y="6350"/>
                  </a:lnTo>
                  <a:lnTo>
                    <a:pt x="6350" y="7620"/>
                  </a:lnTo>
                  <a:lnTo>
                    <a:pt x="5080" y="7620"/>
                  </a:lnTo>
                  <a:lnTo>
                    <a:pt x="5080" y="8890"/>
                  </a:lnTo>
                  <a:lnTo>
                    <a:pt x="3810" y="8890"/>
                  </a:lnTo>
                  <a:lnTo>
                    <a:pt x="3810" y="11430"/>
                  </a:lnTo>
                  <a:lnTo>
                    <a:pt x="2540" y="11430"/>
                  </a:lnTo>
                  <a:lnTo>
                    <a:pt x="2540" y="15240"/>
                  </a:lnTo>
                  <a:lnTo>
                    <a:pt x="1270" y="15240"/>
                  </a:lnTo>
                  <a:lnTo>
                    <a:pt x="1270" y="17780"/>
                  </a:lnTo>
                  <a:lnTo>
                    <a:pt x="0" y="17780"/>
                  </a:lnTo>
                  <a:lnTo>
                    <a:pt x="0" y="266700"/>
                  </a:lnTo>
                  <a:lnTo>
                    <a:pt x="1270" y="266700"/>
                  </a:lnTo>
                  <a:lnTo>
                    <a:pt x="1270" y="269240"/>
                  </a:lnTo>
                  <a:lnTo>
                    <a:pt x="2540" y="269240"/>
                  </a:lnTo>
                  <a:lnTo>
                    <a:pt x="2540" y="271780"/>
                  </a:lnTo>
                  <a:lnTo>
                    <a:pt x="3810" y="271780"/>
                  </a:lnTo>
                  <a:lnTo>
                    <a:pt x="3810" y="274320"/>
                  </a:lnTo>
                  <a:lnTo>
                    <a:pt x="5080" y="274320"/>
                  </a:lnTo>
                  <a:lnTo>
                    <a:pt x="5080" y="276860"/>
                  </a:lnTo>
                  <a:lnTo>
                    <a:pt x="6350" y="276860"/>
                  </a:lnTo>
                  <a:lnTo>
                    <a:pt x="6350" y="279400"/>
                  </a:lnTo>
                  <a:lnTo>
                    <a:pt x="7620" y="279400"/>
                  </a:lnTo>
                  <a:lnTo>
                    <a:pt x="7620" y="280670"/>
                  </a:lnTo>
                  <a:lnTo>
                    <a:pt x="8890" y="280670"/>
                  </a:lnTo>
                  <a:lnTo>
                    <a:pt x="8890" y="281940"/>
                  </a:lnTo>
                  <a:lnTo>
                    <a:pt x="10160" y="281940"/>
                  </a:lnTo>
                  <a:lnTo>
                    <a:pt x="10160" y="283222"/>
                  </a:lnTo>
                  <a:lnTo>
                    <a:pt x="11430" y="283222"/>
                  </a:lnTo>
                  <a:lnTo>
                    <a:pt x="11430" y="284480"/>
                  </a:lnTo>
                  <a:lnTo>
                    <a:pt x="12700" y="284480"/>
                  </a:lnTo>
                  <a:lnTo>
                    <a:pt x="12700" y="285750"/>
                  </a:lnTo>
                  <a:lnTo>
                    <a:pt x="13970" y="285750"/>
                  </a:lnTo>
                  <a:lnTo>
                    <a:pt x="13970" y="0"/>
                  </a:lnTo>
                  <a:close/>
                </a:path>
              </a:pathLst>
            </a:custGeom>
            <a:solidFill>
              <a:srgbClr val="BFBF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6851650" y="3244849"/>
              <a:ext cx="7620" cy="293370"/>
            </a:xfrm>
            <a:custGeom>
              <a:avLst/>
              <a:gdLst/>
              <a:ahLst/>
              <a:cxnLst/>
              <a:rect l="l" t="t" r="r" b="b"/>
              <a:pathLst>
                <a:path w="7620" h="293370">
                  <a:moveTo>
                    <a:pt x="7620" y="0"/>
                  </a:moveTo>
                  <a:lnTo>
                    <a:pt x="6350" y="0"/>
                  </a:lnTo>
                  <a:lnTo>
                    <a:pt x="6350" y="1270"/>
                  </a:lnTo>
                  <a:lnTo>
                    <a:pt x="3810" y="1270"/>
                  </a:lnTo>
                  <a:lnTo>
                    <a:pt x="3810" y="2540"/>
                  </a:lnTo>
                  <a:lnTo>
                    <a:pt x="0" y="2540"/>
                  </a:lnTo>
                  <a:lnTo>
                    <a:pt x="0" y="290830"/>
                  </a:lnTo>
                  <a:lnTo>
                    <a:pt x="3810" y="290830"/>
                  </a:lnTo>
                  <a:lnTo>
                    <a:pt x="3810" y="292100"/>
                  </a:lnTo>
                  <a:lnTo>
                    <a:pt x="6350" y="292100"/>
                  </a:lnTo>
                  <a:lnTo>
                    <a:pt x="6350" y="293370"/>
                  </a:lnTo>
                  <a:lnTo>
                    <a:pt x="7620" y="293370"/>
                  </a:lnTo>
                  <a:lnTo>
                    <a:pt x="7620" y="292100"/>
                  </a:lnTo>
                  <a:lnTo>
                    <a:pt x="7620" y="290830"/>
                  </a:lnTo>
                  <a:lnTo>
                    <a:pt x="7620" y="2540"/>
                  </a:lnTo>
                  <a:lnTo>
                    <a:pt x="7620" y="127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EBE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6859270" y="3242309"/>
              <a:ext cx="7620" cy="298450"/>
            </a:xfrm>
            <a:custGeom>
              <a:avLst/>
              <a:gdLst/>
              <a:ahLst/>
              <a:cxnLst/>
              <a:rect l="l" t="t" r="r" b="b"/>
              <a:pathLst>
                <a:path w="7620" h="298450">
                  <a:moveTo>
                    <a:pt x="762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95910"/>
                  </a:lnTo>
                  <a:lnTo>
                    <a:pt x="1270" y="295910"/>
                  </a:lnTo>
                  <a:lnTo>
                    <a:pt x="1270" y="297180"/>
                  </a:lnTo>
                  <a:lnTo>
                    <a:pt x="5080" y="297180"/>
                  </a:lnTo>
                  <a:lnTo>
                    <a:pt x="5080" y="298450"/>
                  </a:lnTo>
                  <a:lnTo>
                    <a:pt x="7620" y="298450"/>
                  </a:lnTo>
                  <a:lnTo>
                    <a:pt x="7620" y="297180"/>
                  </a:lnTo>
                  <a:lnTo>
                    <a:pt x="7620" y="295910"/>
                  </a:lnTo>
                  <a:lnTo>
                    <a:pt x="7620" y="127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DBD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686689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127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DBD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6874510" y="3241039"/>
              <a:ext cx="8890" cy="299720"/>
            </a:xfrm>
            <a:custGeom>
              <a:avLst/>
              <a:gdLst/>
              <a:ahLst/>
              <a:cxnLst/>
              <a:rect l="l" t="t" r="r" b="b"/>
              <a:pathLst>
                <a:path w="8890" h="299720">
                  <a:moveTo>
                    <a:pt x="889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8890" y="299720"/>
                  </a:lnTo>
                  <a:lnTo>
                    <a:pt x="8890" y="0"/>
                  </a:lnTo>
                  <a:close/>
                </a:path>
              </a:pathLst>
            </a:custGeom>
            <a:solidFill>
              <a:srgbClr val="BCBC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688340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BBB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689102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BBB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689864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BABA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690626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9B9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691388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9B9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692150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8B8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692912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7B7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693674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B6B6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6944360" y="3241039"/>
              <a:ext cx="8890" cy="299720"/>
            </a:xfrm>
            <a:custGeom>
              <a:avLst/>
              <a:gdLst/>
              <a:ahLst/>
              <a:cxnLst/>
              <a:rect l="l" t="t" r="r" b="b"/>
              <a:pathLst>
                <a:path w="8890" h="299720">
                  <a:moveTo>
                    <a:pt x="889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8890" y="299720"/>
                  </a:lnTo>
                  <a:lnTo>
                    <a:pt x="8890" y="0"/>
                  </a:lnTo>
                  <a:close/>
                </a:path>
              </a:pathLst>
            </a:custGeom>
            <a:solidFill>
              <a:srgbClr val="B6B6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695325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5B5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696087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4B4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696849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B4B4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697611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3B3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698373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2B2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699135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2B2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699897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1B1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700659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B0B0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7014210" y="3241039"/>
              <a:ext cx="8890" cy="299720"/>
            </a:xfrm>
            <a:custGeom>
              <a:avLst/>
              <a:gdLst/>
              <a:ahLst/>
              <a:cxnLst/>
              <a:rect l="l" t="t" r="r" b="b"/>
              <a:pathLst>
                <a:path w="8890" h="299720">
                  <a:moveTo>
                    <a:pt x="889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8890" y="299720"/>
                  </a:lnTo>
                  <a:lnTo>
                    <a:pt x="8890" y="0"/>
                  </a:lnTo>
                  <a:close/>
                </a:path>
              </a:pathLst>
            </a:custGeom>
            <a:solidFill>
              <a:srgbClr val="AFAF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7023100" y="3241039"/>
              <a:ext cx="6350" cy="299720"/>
            </a:xfrm>
            <a:custGeom>
              <a:avLst/>
              <a:gdLst/>
              <a:ahLst/>
              <a:cxnLst/>
              <a:rect l="l" t="t" r="r" b="b"/>
              <a:pathLst>
                <a:path w="6350" h="299720">
                  <a:moveTo>
                    <a:pt x="635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6350" y="299720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AFAF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7029450" y="3241039"/>
              <a:ext cx="8890" cy="299720"/>
            </a:xfrm>
            <a:custGeom>
              <a:avLst/>
              <a:gdLst/>
              <a:ahLst/>
              <a:cxnLst/>
              <a:rect l="l" t="t" r="r" b="b"/>
              <a:pathLst>
                <a:path w="8890" h="299720">
                  <a:moveTo>
                    <a:pt x="889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8890" y="299720"/>
                  </a:lnTo>
                  <a:lnTo>
                    <a:pt x="8890" y="0"/>
                  </a:lnTo>
                  <a:close/>
                </a:path>
              </a:pathLst>
            </a:custGeom>
            <a:solidFill>
              <a:srgbClr val="AEAE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703834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ADAD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704596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DAD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705358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CAC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706120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BAB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706882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BAB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707644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A9A9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7084060" y="3241039"/>
              <a:ext cx="8890" cy="299720"/>
            </a:xfrm>
            <a:custGeom>
              <a:avLst/>
              <a:gdLst/>
              <a:ahLst/>
              <a:cxnLst/>
              <a:rect l="l" t="t" r="r" b="b"/>
              <a:pathLst>
                <a:path w="8890" h="299720">
                  <a:moveTo>
                    <a:pt x="889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8890" y="299720"/>
                  </a:lnTo>
                  <a:lnTo>
                    <a:pt x="8890" y="0"/>
                  </a:lnTo>
                  <a:close/>
                </a:path>
              </a:pathLst>
            </a:custGeom>
            <a:solidFill>
              <a:srgbClr val="AAAA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7092950" y="3241039"/>
              <a:ext cx="6350" cy="299720"/>
            </a:xfrm>
            <a:custGeom>
              <a:avLst/>
              <a:gdLst/>
              <a:ahLst/>
              <a:cxnLst/>
              <a:rect l="l" t="t" r="r" b="b"/>
              <a:pathLst>
                <a:path w="6350" h="299720">
                  <a:moveTo>
                    <a:pt x="635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6350" y="299720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ABAB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7099300" y="3241039"/>
              <a:ext cx="8890" cy="299720"/>
            </a:xfrm>
            <a:custGeom>
              <a:avLst/>
              <a:gdLst/>
              <a:ahLst/>
              <a:cxnLst/>
              <a:rect l="l" t="t" r="r" b="b"/>
              <a:pathLst>
                <a:path w="8890" h="299720">
                  <a:moveTo>
                    <a:pt x="889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8890" y="299720"/>
                  </a:lnTo>
                  <a:lnTo>
                    <a:pt x="8890" y="0"/>
                  </a:lnTo>
                  <a:close/>
                </a:path>
              </a:pathLst>
            </a:custGeom>
            <a:solidFill>
              <a:srgbClr val="ABAB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710819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ACAC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711581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DAD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712343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DAD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713105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EAE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713867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FAF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714629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AFAF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7153910" y="3241039"/>
              <a:ext cx="8890" cy="299720"/>
            </a:xfrm>
            <a:custGeom>
              <a:avLst/>
              <a:gdLst/>
              <a:ahLst/>
              <a:cxnLst/>
              <a:rect l="l" t="t" r="r" b="b"/>
              <a:pathLst>
                <a:path w="8890" h="299720">
                  <a:moveTo>
                    <a:pt x="889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8890" y="299720"/>
                  </a:lnTo>
                  <a:lnTo>
                    <a:pt x="8890" y="0"/>
                  </a:lnTo>
                  <a:close/>
                </a:path>
              </a:pathLst>
            </a:custGeom>
            <a:solidFill>
              <a:srgbClr val="B0B0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7162800" y="3241039"/>
              <a:ext cx="6350" cy="299720"/>
            </a:xfrm>
            <a:custGeom>
              <a:avLst/>
              <a:gdLst/>
              <a:ahLst/>
              <a:cxnLst/>
              <a:rect l="l" t="t" r="r" b="b"/>
              <a:pathLst>
                <a:path w="6350" h="299720">
                  <a:moveTo>
                    <a:pt x="635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6350" y="299720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B1B1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7169150" y="3241039"/>
              <a:ext cx="8890" cy="299720"/>
            </a:xfrm>
            <a:custGeom>
              <a:avLst/>
              <a:gdLst/>
              <a:ahLst/>
              <a:cxnLst/>
              <a:rect l="l" t="t" r="r" b="b"/>
              <a:pathLst>
                <a:path w="8890" h="299720">
                  <a:moveTo>
                    <a:pt x="889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8890" y="299720"/>
                  </a:lnTo>
                  <a:lnTo>
                    <a:pt x="8890" y="0"/>
                  </a:lnTo>
                  <a:close/>
                </a:path>
              </a:pathLst>
            </a:custGeom>
            <a:solidFill>
              <a:srgbClr val="B2B2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717804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B2B2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718566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3B3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719328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4B4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720090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4B4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720852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5B5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721614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B6B6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7223760" y="3241039"/>
              <a:ext cx="8890" cy="299720"/>
            </a:xfrm>
            <a:custGeom>
              <a:avLst/>
              <a:gdLst/>
              <a:ahLst/>
              <a:cxnLst/>
              <a:rect l="l" t="t" r="r" b="b"/>
              <a:pathLst>
                <a:path w="8890" h="299720">
                  <a:moveTo>
                    <a:pt x="889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8890" y="299720"/>
                  </a:lnTo>
                  <a:lnTo>
                    <a:pt x="8890" y="0"/>
                  </a:lnTo>
                  <a:close/>
                </a:path>
              </a:pathLst>
            </a:custGeom>
            <a:solidFill>
              <a:srgbClr val="B6B6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7232650" y="3241039"/>
              <a:ext cx="6350" cy="299720"/>
            </a:xfrm>
            <a:custGeom>
              <a:avLst/>
              <a:gdLst/>
              <a:ahLst/>
              <a:cxnLst/>
              <a:rect l="l" t="t" r="r" b="b"/>
              <a:pathLst>
                <a:path w="6350" h="299720">
                  <a:moveTo>
                    <a:pt x="635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6350" y="299720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B7B7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7239000" y="3241039"/>
              <a:ext cx="8890" cy="299720"/>
            </a:xfrm>
            <a:custGeom>
              <a:avLst/>
              <a:gdLst/>
              <a:ahLst/>
              <a:cxnLst/>
              <a:rect l="l" t="t" r="r" b="b"/>
              <a:pathLst>
                <a:path w="8890" h="299720">
                  <a:moveTo>
                    <a:pt x="889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8890" y="299720"/>
                  </a:lnTo>
                  <a:lnTo>
                    <a:pt x="8890" y="0"/>
                  </a:lnTo>
                  <a:close/>
                </a:path>
              </a:pathLst>
            </a:custGeom>
            <a:solidFill>
              <a:srgbClr val="B8B8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724789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B9B9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725551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9B9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726313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ABA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727075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1270"/>
                  </a:moveTo>
                  <a:lnTo>
                    <a:pt x="6350" y="1270"/>
                  </a:lnTo>
                  <a:lnTo>
                    <a:pt x="6350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1270"/>
                  </a:lnTo>
                  <a:close/>
                </a:path>
              </a:pathLst>
            </a:custGeom>
            <a:solidFill>
              <a:srgbClr val="BBBB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7278370" y="3242309"/>
              <a:ext cx="7620" cy="298450"/>
            </a:xfrm>
            <a:custGeom>
              <a:avLst/>
              <a:gdLst/>
              <a:ahLst/>
              <a:cxnLst/>
              <a:rect l="l" t="t" r="r" b="b"/>
              <a:pathLst>
                <a:path w="7620" h="298450">
                  <a:moveTo>
                    <a:pt x="7620" y="1270"/>
                  </a:moveTo>
                  <a:lnTo>
                    <a:pt x="1270" y="127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297180"/>
                  </a:lnTo>
                  <a:lnTo>
                    <a:pt x="0" y="298450"/>
                  </a:lnTo>
                  <a:lnTo>
                    <a:pt x="1270" y="298450"/>
                  </a:lnTo>
                  <a:lnTo>
                    <a:pt x="1270" y="297180"/>
                  </a:lnTo>
                  <a:lnTo>
                    <a:pt x="7620" y="297180"/>
                  </a:lnTo>
                  <a:lnTo>
                    <a:pt x="7620" y="1270"/>
                  </a:lnTo>
                  <a:close/>
                </a:path>
              </a:pathLst>
            </a:custGeom>
            <a:solidFill>
              <a:srgbClr val="BBBB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7285990" y="3243579"/>
              <a:ext cx="7620" cy="294640"/>
            </a:xfrm>
            <a:custGeom>
              <a:avLst/>
              <a:gdLst/>
              <a:ahLst/>
              <a:cxnLst/>
              <a:rect l="l" t="t" r="r" b="b"/>
              <a:pathLst>
                <a:path w="7620" h="294639">
                  <a:moveTo>
                    <a:pt x="1270" y="0"/>
                  </a:moveTo>
                  <a:lnTo>
                    <a:pt x="0" y="0"/>
                  </a:lnTo>
                  <a:lnTo>
                    <a:pt x="0" y="294640"/>
                  </a:lnTo>
                  <a:lnTo>
                    <a:pt x="2539" y="294640"/>
                  </a:lnTo>
                  <a:lnTo>
                    <a:pt x="2539" y="293370"/>
                  </a:lnTo>
                  <a:lnTo>
                    <a:pt x="6349" y="293370"/>
                  </a:lnTo>
                  <a:lnTo>
                    <a:pt x="6349" y="292100"/>
                  </a:lnTo>
                  <a:lnTo>
                    <a:pt x="7619" y="292100"/>
                  </a:lnTo>
                  <a:lnTo>
                    <a:pt x="7619" y="3810"/>
                  </a:lnTo>
                  <a:lnTo>
                    <a:pt x="6349" y="3810"/>
                  </a:lnTo>
                  <a:lnTo>
                    <a:pt x="6349" y="2540"/>
                  </a:lnTo>
                  <a:lnTo>
                    <a:pt x="2539" y="2540"/>
                  </a:lnTo>
                  <a:lnTo>
                    <a:pt x="2539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BCBC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7293610" y="3247389"/>
              <a:ext cx="8890" cy="288290"/>
            </a:xfrm>
            <a:custGeom>
              <a:avLst/>
              <a:gdLst/>
              <a:ahLst/>
              <a:cxnLst/>
              <a:rect l="l" t="t" r="r" b="b"/>
              <a:pathLst>
                <a:path w="8890" h="288289">
                  <a:moveTo>
                    <a:pt x="1270" y="0"/>
                  </a:moveTo>
                  <a:lnTo>
                    <a:pt x="0" y="0"/>
                  </a:lnTo>
                  <a:lnTo>
                    <a:pt x="0" y="288289"/>
                  </a:lnTo>
                  <a:lnTo>
                    <a:pt x="1270" y="288289"/>
                  </a:lnTo>
                  <a:lnTo>
                    <a:pt x="1270" y="287020"/>
                  </a:lnTo>
                  <a:lnTo>
                    <a:pt x="2540" y="287020"/>
                  </a:lnTo>
                  <a:lnTo>
                    <a:pt x="2540" y="285750"/>
                  </a:lnTo>
                  <a:lnTo>
                    <a:pt x="3809" y="285750"/>
                  </a:lnTo>
                  <a:lnTo>
                    <a:pt x="3809" y="284480"/>
                  </a:lnTo>
                  <a:lnTo>
                    <a:pt x="5080" y="284480"/>
                  </a:lnTo>
                  <a:lnTo>
                    <a:pt x="5080" y="283210"/>
                  </a:lnTo>
                  <a:lnTo>
                    <a:pt x="6350" y="283210"/>
                  </a:lnTo>
                  <a:lnTo>
                    <a:pt x="6350" y="281939"/>
                  </a:lnTo>
                  <a:lnTo>
                    <a:pt x="7620" y="281939"/>
                  </a:lnTo>
                  <a:lnTo>
                    <a:pt x="7620" y="280670"/>
                  </a:lnTo>
                  <a:lnTo>
                    <a:pt x="8890" y="280670"/>
                  </a:lnTo>
                  <a:lnTo>
                    <a:pt x="8890" y="7620"/>
                  </a:lnTo>
                  <a:lnTo>
                    <a:pt x="7620" y="7620"/>
                  </a:lnTo>
                  <a:lnTo>
                    <a:pt x="7620" y="6350"/>
                  </a:lnTo>
                  <a:lnTo>
                    <a:pt x="6350" y="6350"/>
                  </a:lnTo>
                  <a:lnTo>
                    <a:pt x="6350" y="3810"/>
                  </a:lnTo>
                  <a:lnTo>
                    <a:pt x="3809" y="3810"/>
                  </a:lnTo>
                  <a:lnTo>
                    <a:pt x="3809" y="2539"/>
                  </a:lnTo>
                  <a:lnTo>
                    <a:pt x="2540" y="2539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BDBD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7302500" y="3256279"/>
              <a:ext cx="7620" cy="269240"/>
            </a:xfrm>
            <a:custGeom>
              <a:avLst/>
              <a:gdLst/>
              <a:ahLst/>
              <a:cxnLst/>
              <a:rect l="l" t="t" r="r" b="b"/>
              <a:pathLst>
                <a:path w="7620" h="269239">
                  <a:moveTo>
                    <a:pt x="1269" y="0"/>
                  </a:moveTo>
                  <a:lnTo>
                    <a:pt x="0" y="0"/>
                  </a:lnTo>
                  <a:lnTo>
                    <a:pt x="0" y="269240"/>
                  </a:lnTo>
                  <a:lnTo>
                    <a:pt x="1269" y="269240"/>
                  </a:lnTo>
                  <a:lnTo>
                    <a:pt x="1269" y="267970"/>
                  </a:lnTo>
                  <a:lnTo>
                    <a:pt x="2539" y="267970"/>
                  </a:lnTo>
                  <a:lnTo>
                    <a:pt x="2540" y="265430"/>
                  </a:lnTo>
                  <a:lnTo>
                    <a:pt x="3810" y="265430"/>
                  </a:lnTo>
                  <a:lnTo>
                    <a:pt x="3810" y="264160"/>
                  </a:lnTo>
                  <a:lnTo>
                    <a:pt x="5079" y="264160"/>
                  </a:lnTo>
                  <a:lnTo>
                    <a:pt x="5079" y="259080"/>
                  </a:lnTo>
                  <a:lnTo>
                    <a:pt x="6350" y="259080"/>
                  </a:lnTo>
                  <a:lnTo>
                    <a:pt x="6350" y="256540"/>
                  </a:lnTo>
                  <a:lnTo>
                    <a:pt x="7620" y="256540"/>
                  </a:lnTo>
                  <a:lnTo>
                    <a:pt x="7620" y="13970"/>
                  </a:lnTo>
                  <a:lnTo>
                    <a:pt x="6350" y="13970"/>
                  </a:lnTo>
                  <a:lnTo>
                    <a:pt x="6350" y="11430"/>
                  </a:lnTo>
                  <a:lnTo>
                    <a:pt x="5079" y="11430"/>
                  </a:lnTo>
                  <a:lnTo>
                    <a:pt x="5079" y="5080"/>
                  </a:lnTo>
                  <a:lnTo>
                    <a:pt x="3810" y="5080"/>
                  </a:lnTo>
                  <a:lnTo>
                    <a:pt x="3810" y="3810"/>
                  </a:lnTo>
                  <a:lnTo>
                    <a:pt x="2540" y="3810"/>
                  </a:lnTo>
                  <a:lnTo>
                    <a:pt x="2540" y="2540"/>
                  </a:lnTo>
                  <a:lnTo>
                    <a:pt x="1270" y="254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BDBD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7308850" y="3270249"/>
              <a:ext cx="1270" cy="242570"/>
            </a:xfrm>
            <a:custGeom>
              <a:avLst/>
              <a:gdLst/>
              <a:ahLst/>
              <a:cxnLst/>
              <a:rect l="l" t="t" r="r" b="b"/>
              <a:pathLst>
                <a:path w="1270" h="242570">
                  <a:moveTo>
                    <a:pt x="1270" y="0"/>
                  </a:moveTo>
                  <a:lnTo>
                    <a:pt x="0" y="0"/>
                  </a:lnTo>
                  <a:lnTo>
                    <a:pt x="0" y="242570"/>
                  </a:lnTo>
                  <a:lnTo>
                    <a:pt x="1270" y="2425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BFBF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6837680" y="3241039"/>
              <a:ext cx="471170" cy="299720"/>
            </a:xfrm>
            <a:custGeom>
              <a:avLst/>
              <a:gdLst/>
              <a:ahLst/>
              <a:cxnLst/>
              <a:rect l="l" t="t" r="r" b="b"/>
              <a:pathLst>
                <a:path w="471170" h="299720">
                  <a:moveTo>
                    <a:pt x="31750" y="0"/>
                  </a:moveTo>
                  <a:lnTo>
                    <a:pt x="19823" y="2837"/>
                  </a:lnTo>
                  <a:lnTo>
                    <a:pt x="9683" y="10318"/>
                  </a:lnTo>
                  <a:lnTo>
                    <a:pt x="2639" y="20895"/>
                  </a:lnTo>
                  <a:lnTo>
                    <a:pt x="0" y="33020"/>
                  </a:lnTo>
                  <a:lnTo>
                    <a:pt x="0" y="36671"/>
                  </a:lnTo>
                  <a:lnTo>
                    <a:pt x="0" y="62230"/>
                  </a:lnTo>
                  <a:lnTo>
                    <a:pt x="0" y="131603"/>
                  </a:lnTo>
                  <a:lnTo>
                    <a:pt x="0" y="266700"/>
                  </a:lnTo>
                  <a:lnTo>
                    <a:pt x="2639" y="278824"/>
                  </a:lnTo>
                  <a:lnTo>
                    <a:pt x="9683" y="289401"/>
                  </a:lnTo>
                  <a:lnTo>
                    <a:pt x="19823" y="296882"/>
                  </a:lnTo>
                  <a:lnTo>
                    <a:pt x="31750" y="299720"/>
                  </a:lnTo>
                  <a:lnTo>
                    <a:pt x="38100" y="299720"/>
                  </a:lnTo>
                  <a:lnTo>
                    <a:pt x="82550" y="299720"/>
                  </a:lnTo>
                  <a:lnTo>
                    <a:pt x="203200" y="299720"/>
                  </a:lnTo>
                  <a:lnTo>
                    <a:pt x="438150" y="299720"/>
                  </a:lnTo>
                  <a:lnTo>
                    <a:pt x="450274" y="296882"/>
                  </a:lnTo>
                  <a:lnTo>
                    <a:pt x="460851" y="289401"/>
                  </a:lnTo>
                  <a:lnTo>
                    <a:pt x="468332" y="278824"/>
                  </a:lnTo>
                  <a:lnTo>
                    <a:pt x="471170" y="266700"/>
                  </a:lnTo>
                  <a:lnTo>
                    <a:pt x="471170" y="263048"/>
                  </a:lnTo>
                  <a:lnTo>
                    <a:pt x="471170" y="237489"/>
                  </a:lnTo>
                  <a:lnTo>
                    <a:pt x="471170" y="168116"/>
                  </a:lnTo>
                  <a:lnTo>
                    <a:pt x="471170" y="33020"/>
                  </a:lnTo>
                  <a:lnTo>
                    <a:pt x="468332" y="20895"/>
                  </a:lnTo>
                  <a:lnTo>
                    <a:pt x="460851" y="10318"/>
                  </a:lnTo>
                  <a:lnTo>
                    <a:pt x="450274" y="2837"/>
                  </a:lnTo>
                  <a:lnTo>
                    <a:pt x="438150" y="0"/>
                  </a:lnTo>
                  <a:lnTo>
                    <a:pt x="431800" y="0"/>
                  </a:lnTo>
                  <a:lnTo>
                    <a:pt x="387350" y="0"/>
                  </a:lnTo>
                  <a:lnTo>
                    <a:pt x="266700" y="0"/>
                  </a:lnTo>
                  <a:lnTo>
                    <a:pt x="31750" y="0"/>
                  </a:lnTo>
                  <a:close/>
                </a:path>
              </a:pathLst>
            </a:custGeom>
            <a:ln w="19048">
              <a:solidFill>
                <a:srgbClr val="93926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7" name="object 257"/>
          <p:cNvSpPr txBox="1"/>
          <p:nvPr/>
        </p:nvSpPr>
        <p:spPr>
          <a:xfrm>
            <a:off x="6852284" y="3272790"/>
            <a:ext cx="43434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95885">
              <a:lnSpc>
                <a:spcPct val="100000"/>
              </a:lnSpc>
              <a:spcBef>
                <a:spcPts val="100"/>
              </a:spcBef>
            </a:pPr>
            <a:r>
              <a:rPr sz="1200" b="1" spc="-25" dirty="0">
                <a:solidFill>
                  <a:srgbClr val="FFFFFF"/>
                </a:solidFill>
                <a:latin typeface="Arial"/>
                <a:cs typeface="Arial"/>
              </a:rPr>
              <a:t>HW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258" name="object 258"/>
          <p:cNvGrpSpPr/>
          <p:nvPr/>
        </p:nvGrpSpPr>
        <p:grpSpPr>
          <a:xfrm>
            <a:off x="7412355" y="3231514"/>
            <a:ext cx="490220" cy="318770"/>
            <a:chOff x="7412355" y="3231514"/>
            <a:chExt cx="490220" cy="318770"/>
          </a:xfrm>
        </p:grpSpPr>
        <p:sp>
          <p:nvSpPr>
            <p:cNvPr id="259" name="object 259"/>
            <p:cNvSpPr/>
            <p:nvPr/>
          </p:nvSpPr>
          <p:spPr>
            <a:xfrm>
              <a:off x="7421880" y="3249929"/>
              <a:ext cx="13970" cy="283210"/>
            </a:xfrm>
            <a:custGeom>
              <a:avLst/>
              <a:gdLst/>
              <a:ahLst/>
              <a:cxnLst/>
              <a:rect l="l" t="t" r="r" b="b"/>
              <a:pathLst>
                <a:path w="13970" h="283210">
                  <a:moveTo>
                    <a:pt x="13970" y="0"/>
                  </a:moveTo>
                  <a:lnTo>
                    <a:pt x="12700" y="0"/>
                  </a:lnTo>
                  <a:lnTo>
                    <a:pt x="12700" y="1270"/>
                  </a:lnTo>
                  <a:lnTo>
                    <a:pt x="10160" y="1270"/>
                  </a:lnTo>
                  <a:lnTo>
                    <a:pt x="10160" y="2540"/>
                  </a:lnTo>
                  <a:lnTo>
                    <a:pt x="8890" y="2540"/>
                  </a:lnTo>
                  <a:lnTo>
                    <a:pt x="8890" y="3810"/>
                  </a:lnTo>
                  <a:lnTo>
                    <a:pt x="7620" y="3810"/>
                  </a:lnTo>
                  <a:lnTo>
                    <a:pt x="7620" y="5080"/>
                  </a:lnTo>
                  <a:lnTo>
                    <a:pt x="6350" y="5080"/>
                  </a:lnTo>
                  <a:lnTo>
                    <a:pt x="6350" y="6350"/>
                  </a:lnTo>
                  <a:lnTo>
                    <a:pt x="5080" y="6350"/>
                  </a:lnTo>
                  <a:lnTo>
                    <a:pt x="5080" y="7620"/>
                  </a:lnTo>
                  <a:lnTo>
                    <a:pt x="3810" y="7620"/>
                  </a:lnTo>
                  <a:lnTo>
                    <a:pt x="3810" y="10160"/>
                  </a:lnTo>
                  <a:lnTo>
                    <a:pt x="2540" y="10160"/>
                  </a:lnTo>
                  <a:lnTo>
                    <a:pt x="2540" y="13970"/>
                  </a:lnTo>
                  <a:lnTo>
                    <a:pt x="1270" y="13970"/>
                  </a:lnTo>
                  <a:lnTo>
                    <a:pt x="1270" y="16510"/>
                  </a:lnTo>
                  <a:lnTo>
                    <a:pt x="0" y="16510"/>
                  </a:lnTo>
                  <a:lnTo>
                    <a:pt x="0" y="265430"/>
                  </a:lnTo>
                  <a:lnTo>
                    <a:pt x="1270" y="265430"/>
                  </a:lnTo>
                  <a:lnTo>
                    <a:pt x="1270" y="267970"/>
                  </a:lnTo>
                  <a:lnTo>
                    <a:pt x="2540" y="267970"/>
                  </a:lnTo>
                  <a:lnTo>
                    <a:pt x="2540" y="270510"/>
                  </a:lnTo>
                  <a:lnTo>
                    <a:pt x="3810" y="270510"/>
                  </a:lnTo>
                  <a:lnTo>
                    <a:pt x="3810" y="273050"/>
                  </a:lnTo>
                  <a:lnTo>
                    <a:pt x="5080" y="273050"/>
                  </a:lnTo>
                  <a:lnTo>
                    <a:pt x="5080" y="275590"/>
                  </a:lnTo>
                  <a:lnTo>
                    <a:pt x="6350" y="275590"/>
                  </a:lnTo>
                  <a:lnTo>
                    <a:pt x="6350" y="278130"/>
                  </a:lnTo>
                  <a:lnTo>
                    <a:pt x="7620" y="278130"/>
                  </a:lnTo>
                  <a:lnTo>
                    <a:pt x="7620" y="279400"/>
                  </a:lnTo>
                  <a:lnTo>
                    <a:pt x="10160" y="279400"/>
                  </a:lnTo>
                  <a:lnTo>
                    <a:pt x="10160" y="280670"/>
                  </a:lnTo>
                  <a:lnTo>
                    <a:pt x="11430" y="280670"/>
                  </a:lnTo>
                  <a:lnTo>
                    <a:pt x="11430" y="281952"/>
                  </a:lnTo>
                  <a:lnTo>
                    <a:pt x="12700" y="281952"/>
                  </a:lnTo>
                  <a:lnTo>
                    <a:pt x="12700" y="283210"/>
                  </a:lnTo>
                  <a:lnTo>
                    <a:pt x="13970" y="283210"/>
                  </a:lnTo>
                  <a:lnTo>
                    <a:pt x="13970" y="0"/>
                  </a:lnTo>
                  <a:close/>
                </a:path>
              </a:pathLst>
            </a:custGeom>
            <a:solidFill>
              <a:srgbClr val="BFBF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7435850" y="3244849"/>
              <a:ext cx="7620" cy="293370"/>
            </a:xfrm>
            <a:custGeom>
              <a:avLst/>
              <a:gdLst/>
              <a:ahLst/>
              <a:cxnLst/>
              <a:rect l="l" t="t" r="r" b="b"/>
              <a:pathLst>
                <a:path w="7620" h="293370">
                  <a:moveTo>
                    <a:pt x="7620" y="0"/>
                  </a:moveTo>
                  <a:lnTo>
                    <a:pt x="6350" y="0"/>
                  </a:lnTo>
                  <a:lnTo>
                    <a:pt x="6350" y="1270"/>
                  </a:lnTo>
                  <a:lnTo>
                    <a:pt x="3809" y="1270"/>
                  </a:lnTo>
                  <a:lnTo>
                    <a:pt x="3809" y="2539"/>
                  </a:lnTo>
                  <a:lnTo>
                    <a:pt x="1270" y="2539"/>
                  </a:lnTo>
                  <a:lnTo>
                    <a:pt x="1270" y="3810"/>
                  </a:lnTo>
                  <a:lnTo>
                    <a:pt x="0" y="3810"/>
                  </a:lnTo>
                  <a:lnTo>
                    <a:pt x="0" y="289560"/>
                  </a:lnTo>
                  <a:lnTo>
                    <a:pt x="1270" y="289560"/>
                  </a:lnTo>
                  <a:lnTo>
                    <a:pt x="1270" y="290829"/>
                  </a:lnTo>
                  <a:lnTo>
                    <a:pt x="3809" y="290829"/>
                  </a:lnTo>
                  <a:lnTo>
                    <a:pt x="3809" y="292100"/>
                  </a:lnTo>
                  <a:lnTo>
                    <a:pt x="6350" y="292100"/>
                  </a:lnTo>
                  <a:lnTo>
                    <a:pt x="6350" y="293370"/>
                  </a:lnTo>
                  <a:lnTo>
                    <a:pt x="7620" y="29337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EBE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7443470" y="3242309"/>
              <a:ext cx="7620" cy="298450"/>
            </a:xfrm>
            <a:custGeom>
              <a:avLst/>
              <a:gdLst/>
              <a:ahLst/>
              <a:cxnLst/>
              <a:rect l="l" t="t" r="r" b="b"/>
              <a:pathLst>
                <a:path w="7620" h="298450">
                  <a:moveTo>
                    <a:pt x="762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95910"/>
                  </a:lnTo>
                  <a:lnTo>
                    <a:pt x="1270" y="295910"/>
                  </a:lnTo>
                  <a:lnTo>
                    <a:pt x="1270" y="297180"/>
                  </a:lnTo>
                  <a:lnTo>
                    <a:pt x="5080" y="297180"/>
                  </a:lnTo>
                  <a:lnTo>
                    <a:pt x="5080" y="298450"/>
                  </a:lnTo>
                  <a:lnTo>
                    <a:pt x="7620" y="298450"/>
                  </a:lnTo>
                  <a:lnTo>
                    <a:pt x="7620" y="297180"/>
                  </a:lnTo>
                  <a:lnTo>
                    <a:pt x="7620" y="295910"/>
                  </a:lnTo>
                  <a:lnTo>
                    <a:pt x="7620" y="127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DBD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745109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127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DBD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745871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CBC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7466330" y="3241039"/>
              <a:ext cx="8890" cy="299720"/>
            </a:xfrm>
            <a:custGeom>
              <a:avLst/>
              <a:gdLst/>
              <a:ahLst/>
              <a:cxnLst/>
              <a:rect l="l" t="t" r="r" b="b"/>
              <a:pathLst>
                <a:path w="8890" h="299720">
                  <a:moveTo>
                    <a:pt x="889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8890" y="299720"/>
                  </a:lnTo>
                  <a:lnTo>
                    <a:pt x="8890" y="0"/>
                  </a:lnTo>
                  <a:close/>
                </a:path>
              </a:pathLst>
            </a:custGeom>
            <a:solidFill>
              <a:srgbClr val="BBBB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747522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BBB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748284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BABA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749046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9B9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749808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9B9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750570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8B8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751332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7B7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752094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B6B6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752856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6B6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7536180" y="3241039"/>
              <a:ext cx="8890" cy="299720"/>
            </a:xfrm>
            <a:custGeom>
              <a:avLst/>
              <a:gdLst/>
              <a:ahLst/>
              <a:cxnLst/>
              <a:rect l="l" t="t" r="r" b="b"/>
              <a:pathLst>
                <a:path w="8890" h="299720">
                  <a:moveTo>
                    <a:pt x="889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8890" y="299720"/>
                  </a:lnTo>
                  <a:lnTo>
                    <a:pt x="8890" y="0"/>
                  </a:lnTo>
                  <a:close/>
                </a:path>
              </a:pathLst>
            </a:custGeom>
            <a:solidFill>
              <a:srgbClr val="B5B5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754507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4B4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755269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B4B4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756031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3B3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756793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2B2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757555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2B2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758317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1B1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759079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B0B0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7598410" y="3241039"/>
              <a:ext cx="8890" cy="299720"/>
            </a:xfrm>
            <a:custGeom>
              <a:avLst/>
              <a:gdLst/>
              <a:ahLst/>
              <a:cxnLst/>
              <a:rect l="l" t="t" r="r" b="b"/>
              <a:pathLst>
                <a:path w="8890" h="299720">
                  <a:moveTo>
                    <a:pt x="889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8890" y="299720"/>
                  </a:lnTo>
                  <a:lnTo>
                    <a:pt x="8890" y="0"/>
                  </a:lnTo>
                  <a:close/>
                </a:path>
              </a:pathLst>
            </a:custGeom>
            <a:solidFill>
              <a:srgbClr val="AFAF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760730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FAF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761492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EAE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762254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ADAD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763016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DAD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763778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CAC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764540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BAB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765302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BAB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766064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A9A9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7668260" y="3241039"/>
              <a:ext cx="8890" cy="299720"/>
            </a:xfrm>
            <a:custGeom>
              <a:avLst/>
              <a:gdLst/>
              <a:ahLst/>
              <a:cxnLst/>
              <a:rect l="l" t="t" r="r" b="b"/>
              <a:pathLst>
                <a:path w="8890" h="299720">
                  <a:moveTo>
                    <a:pt x="889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8890" y="299720"/>
                  </a:lnTo>
                  <a:lnTo>
                    <a:pt x="8890" y="0"/>
                  </a:lnTo>
                  <a:close/>
                </a:path>
              </a:pathLst>
            </a:custGeom>
            <a:solidFill>
              <a:srgbClr val="AAAA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767715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BAB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768477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BAB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769239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ACAC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770001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DAD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770763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DAD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771525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EAE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772287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FAF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7730490" y="3241039"/>
              <a:ext cx="8890" cy="299720"/>
            </a:xfrm>
            <a:custGeom>
              <a:avLst/>
              <a:gdLst/>
              <a:ahLst/>
              <a:cxnLst/>
              <a:rect l="l" t="t" r="r" b="b"/>
              <a:pathLst>
                <a:path w="8890" h="299720">
                  <a:moveTo>
                    <a:pt x="888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8889" y="299720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AFAF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773938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0B0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774700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1B1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775462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2B2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776224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B2B2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776986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3B3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777748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4B4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778510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4B4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779272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5B5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7800340" y="3241039"/>
              <a:ext cx="8890" cy="299720"/>
            </a:xfrm>
            <a:custGeom>
              <a:avLst/>
              <a:gdLst/>
              <a:ahLst/>
              <a:cxnLst/>
              <a:rect l="l" t="t" r="r" b="b"/>
              <a:pathLst>
                <a:path w="8890" h="299720">
                  <a:moveTo>
                    <a:pt x="888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8889" y="299720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B6B6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780923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6B6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781685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7B7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782447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8B8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783209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B9B9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783971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9B9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784733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0" y="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ABA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7854950" y="324103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1270"/>
                  </a:moveTo>
                  <a:lnTo>
                    <a:pt x="6350" y="1270"/>
                  </a:lnTo>
                  <a:lnTo>
                    <a:pt x="6350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1270"/>
                  </a:lnTo>
                  <a:close/>
                </a:path>
              </a:pathLst>
            </a:custGeom>
            <a:solidFill>
              <a:srgbClr val="BBBB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7862570" y="3242309"/>
              <a:ext cx="8890" cy="298450"/>
            </a:xfrm>
            <a:custGeom>
              <a:avLst/>
              <a:gdLst/>
              <a:ahLst/>
              <a:cxnLst/>
              <a:rect l="l" t="t" r="r" b="b"/>
              <a:pathLst>
                <a:path w="8890" h="298450">
                  <a:moveTo>
                    <a:pt x="8890" y="1270"/>
                  </a:moveTo>
                  <a:lnTo>
                    <a:pt x="2540" y="1270"/>
                  </a:lnTo>
                  <a:lnTo>
                    <a:pt x="2540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297180"/>
                  </a:lnTo>
                  <a:lnTo>
                    <a:pt x="0" y="298450"/>
                  </a:lnTo>
                  <a:lnTo>
                    <a:pt x="2540" y="298450"/>
                  </a:lnTo>
                  <a:lnTo>
                    <a:pt x="2540" y="297180"/>
                  </a:lnTo>
                  <a:lnTo>
                    <a:pt x="8890" y="297180"/>
                  </a:lnTo>
                  <a:lnTo>
                    <a:pt x="8890" y="1270"/>
                  </a:lnTo>
                  <a:close/>
                </a:path>
              </a:pathLst>
            </a:custGeom>
            <a:solidFill>
              <a:srgbClr val="BBBB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7871460" y="3243579"/>
              <a:ext cx="7620" cy="294640"/>
            </a:xfrm>
            <a:custGeom>
              <a:avLst/>
              <a:gdLst/>
              <a:ahLst/>
              <a:cxnLst/>
              <a:rect l="l" t="t" r="r" b="b"/>
              <a:pathLst>
                <a:path w="7620" h="294639">
                  <a:moveTo>
                    <a:pt x="1270" y="0"/>
                  </a:moveTo>
                  <a:lnTo>
                    <a:pt x="0" y="0"/>
                  </a:lnTo>
                  <a:lnTo>
                    <a:pt x="0" y="294640"/>
                  </a:lnTo>
                  <a:lnTo>
                    <a:pt x="2540" y="294640"/>
                  </a:lnTo>
                  <a:lnTo>
                    <a:pt x="2540" y="293370"/>
                  </a:lnTo>
                  <a:lnTo>
                    <a:pt x="5079" y="293370"/>
                  </a:lnTo>
                  <a:lnTo>
                    <a:pt x="5079" y="292100"/>
                  </a:lnTo>
                  <a:lnTo>
                    <a:pt x="7620" y="292100"/>
                  </a:lnTo>
                  <a:lnTo>
                    <a:pt x="7620" y="3810"/>
                  </a:lnTo>
                  <a:lnTo>
                    <a:pt x="5079" y="3810"/>
                  </a:lnTo>
                  <a:lnTo>
                    <a:pt x="5079" y="2540"/>
                  </a:lnTo>
                  <a:lnTo>
                    <a:pt x="2540" y="254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BCBC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7879080" y="3248659"/>
              <a:ext cx="7620" cy="285750"/>
            </a:xfrm>
            <a:custGeom>
              <a:avLst/>
              <a:gdLst/>
              <a:ahLst/>
              <a:cxnLst/>
              <a:rect l="l" t="t" r="r" b="b"/>
              <a:pathLst>
                <a:path w="7620" h="285750">
                  <a:moveTo>
                    <a:pt x="1270" y="0"/>
                  </a:moveTo>
                  <a:lnTo>
                    <a:pt x="0" y="0"/>
                  </a:lnTo>
                  <a:lnTo>
                    <a:pt x="0" y="285750"/>
                  </a:lnTo>
                  <a:lnTo>
                    <a:pt x="1270" y="285750"/>
                  </a:lnTo>
                  <a:lnTo>
                    <a:pt x="1270" y="284479"/>
                  </a:lnTo>
                  <a:lnTo>
                    <a:pt x="2540" y="284479"/>
                  </a:lnTo>
                  <a:lnTo>
                    <a:pt x="2540" y="283210"/>
                  </a:lnTo>
                  <a:lnTo>
                    <a:pt x="3809" y="283210"/>
                  </a:lnTo>
                  <a:lnTo>
                    <a:pt x="3809" y="281939"/>
                  </a:lnTo>
                  <a:lnTo>
                    <a:pt x="5080" y="281939"/>
                  </a:lnTo>
                  <a:lnTo>
                    <a:pt x="5080" y="280669"/>
                  </a:lnTo>
                  <a:lnTo>
                    <a:pt x="7620" y="280669"/>
                  </a:lnTo>
                  <a:lnTo>
                    <a:pt x="7620" y="5079"/>
                  </a:lnTo>
                  <a:lnTo>
                    <a:pt x="6350" y="5079"/>
                  </a:lnTo>
                  <a:lnTo>
                    <a:pt x="6350" y="3810"/>
                  </a:lnTo>
                  <a:lnTo>
                    <a:pt x="5080" y="3810"/>
                  </a:lnTo>
                  <a:lnTo>
                    <a:pt x="5080" y="2539"/>
                  </a:lnTo>
                  <a:lnTo>
                    <a:pt x="2540" y="2539"/>
                  </a:lnTo>
                  <a:lnTo>
                    <a:pt x="254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BDBD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7886700" y="3256279"/>
              <a:ext cx="7620" cy="270510"/>
            </a:xfrm>
            <a:custGeom>
              <a:avLst/>
              <a:gdLst/>
              <a:ahLst/>
              <a:cxnLst/>
              <a:rect l="l" t="t" r="r" b="b"/>
              <a:pathLst>
                <a:path w="7620" h="270510">
                  <a:moveTo>
                    <a:pt x="1269" y="0"/>
                  </a:moveTo>
                  <a:lnTo>
                    <a:pt x="0" y="0"/>
                  </a:lnTo>
                  <a:lnTo>
                    <a:pt x="0" y="270510"/>
                  </a:lnTo>
                  <a:lnTo>
                    <a:pt x="1270" y="270510"/>
                  </a:lnTo>
                  <a:lnTo>
                    <a:pt x="1269" y="267970"/>
                  </a:lnTo>
                  <a:lnTo>
                    <a:pt x="2539" y="267970"/>
                  </a:lnTo>
                  <a:lnTo>
                    <a:pt x="2539" y="266700"/>
                  </a:lnTo>
                  <a:lnTo>
                    <a:pt x="3810" y="266700"/>
                  </a:lnTo>
                  <a:lnTo>
                    <a:pt x="3810" y="265430"/>
                  </a:lnTo>
                  <a:lnTo>
                    <a:pt x="5080" y="265430"/>
                  </a:lnTo>
                  <a:lnTo>
                    <a:pt x="5079" y="262890"/>
                  </a:lnTo>
                  <a:lnTo>
                    <a:pt x="6350" y="262890"/>
                  </a:lnTo>
                  <a:lnTo>
                    <a:pt x="6350" y="259080"/>
                  </a:lnTo>
                  <a:lnTo>
                    <a:pt x="7620" y="259080"/>
                  </a:lnTo>
                  <a:lnTo>
                    <a:pt x="7620" y="11430"/>
                  </a:lnTo>
                  <a:lnTo>
                    <a:pt x="6350" y="11430"/>
                  </a:lnTo>
                  <a:lnTo>
                    <a:pt x="6350" y="7620"/>
                  </a:lnTo>
                  <a:lnTo>
                    <a:pt x="5079" y="7620"/>
                  </a:lnTo>
                  <a:lnTo>
                    <a:pt x="5079" y="5080"/>
                  </a:lnTo>
                  <a:lnTo>
                    <a:pt x="3810" y="5080"/>
                  </a:lnTo>
                  <a:lnTo>
                    <a:pt x="3810" y="2540"/>
                  </a:lnTo>
                  <a:lnTo>
                    <a:pt x="2540" y="2540"/>
                  </a:lnTo>
                  <a:lnTo>
                    <a:pt x="2540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BDBD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7894320" y="3267709"/>
              <a:ext cx="0" cy="247650"/>
            </a:xfrm>
            <a:custGeom>
              <a:avLst/>
              <a:gdLst/>
              <a:ahLst/>
              <a:cxnLst/>
              <a:rect l="l" t="t" r="r" b="b"/>
              <a:pathLst>
                <a:path h="247650">
                  <a:moveTo>
                    <a:pt x="0" y="0"/>
                  </a:moveTo>
                  <a:lnTo>
                    <a:pt x="0" y="2476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BF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7421880" y="3241039"/>
              <a:ext cx="471170" cy="299720"/>
            </a:xfrm>
            <a:custGeom>
              <a:avLst/>
              <a:gdLst/>
              <a:ahLst/>
              <a:cxnLst/>
              <a:rect l="l" t="t" r="r" b="b"/>
              <a:pathLst>
                <a:path w="471170" h="299720">
                  <a:moveTo>
                    <a:pt x="31750" y="0"/>
                  </a:moveTo>
                  <a:lnTo>
                    <a:pt x="19823" y="2837"/>
                  </a:lnTo>
                  <a:lnTo>
                    <a:pt x="9683" y="10318"/>
                  </a:lnTo>
                  <a:lnTo>
                    <a:pt x="2639" y="20895"/>
                  </a:lnTo>
                  <a:lnTo>
                    <a:pt x="0" y="33020"/>
                  </a:lnTo>
                  <a:lnTo>
                    <a:pt x="0" y="36671"/>
                  </a:lnTo>
                  <a:lnTo>
                    <a:pt x="0" y="62230"/>
                  </a:lnTo>
                  <a:lnTo>
                    <a:pt x="0" y="131603"/>
                  </a:lnTo>
                  <a:lnTo>
                    <a:pt x="0" y="266700"/>
                  </a:lnTo>
                  <a:lnTo>
                    <a:pt x="2639" y="278824"/>
                  </a:lnTo>
                  <a:lnTo>
                    <a:pt x="9683" y="289401"/>
                  </a:lnTo>
                  <a:lnTo>
                    <a:pt x="19823" y="296882"/>
                  </a:lnTo>
                  <a:lnTo>
                    <a:pt x="31750" y="299720"/>
                  </a:lnTo>
                  <a:lnTo>
                    <a:pt x="38100" y="299720"/>
                  </a:lnTo>
                  <a:lnTo>
                    <a:pt x="82550" y="299720"/>
                  </a:lnTo>
                  <a:lnTo>
                    <a:pt x="203200" y="299720"/>
                  </a:lnTo>
                  <a:lnTo>
                    <a:pt x="438150" y="299720"/>
                  </a:lnTo>
                  <a:lnTo>
                    <a:pt x="450274" y="296882"/>
                  </a:lnTo>
                  <a:lnTo>
                    <a:pt x="460851" y="289401"/>
                  </a:lnTo>
                  <a:lnTo>
                    <a:pt x="468332" y="278824"/>
                  </a:lnTo>
                  <a:lnTo>
                    <a:pt x="471170" y="266700"/>
                  </a:lnTo>
                  <a:lnTo>
                    <a:pt x="471170" y="263048"/>
                  </a:lnTo>
                  <a:lnTo>
                    <a:pt x="471170" y="237489"/>
                  </a:lnTo>
                  <a:lnTo>
                    <a:pt x="471170" y="168116"/>
                  </a:lnTo>
                  <a:lnTo>
                    <a:pt x="471170" y="33020"/>
                  </a:lnTo>
                  <a:lnTo>
                    <a:pt x="468332" y="20895"/>
                  </a:lnTo>
                  <a:lnTo>
                    <a:pt x="460851" y="10318"/>
                  </a:lnTo>
                  <a:lnTo>
                    <a:pt x="450274" y="2837"/>
                  </a:lnTo>
                  <a:lnTo>
                    <a:pt x="438150" y="0"/>
                  </a:lnTo>
                  <a:lnTo>
                    <a:pt x="431800" y="0"/>
                  </a:lnTo>
                  <a:lnTo>
                    <a:pt x="387350" y="0"/>
                  </a:lnTo>
                  <a:lnTo>
                    <a:pt x="266700" y="0"/>
                  </a:lnTo>
                  <a:lnTo>
                    <a:pt x="31750" y="0"/>
                  </a:lnTo>
                  <a:close/>
                </a:path>
              </a:pathLst>
            </a:custGeom>
            <a:ln w="19048">
              <a:solidFill>
                <a:srgbClr val="93926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21" name="object 321"/>
          <p:cNvSpPr txBox="1"/>
          <p:nvPr/>
        </p:nvSpPr>
        <p:spPr>
          <a:xfrm>
            <a:off x="7436484" y="3272790"/>
            <a:ext cx="43434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95885">
              <a:lnSpc>
                <a:spcPct val="100000"/>
              </a:lnSpc>
              <a:spcBef>
                <a:spcPts val="100"/>
              </a:spcBef>
            </a:pPr>
            <a:r>
              <a:rPr sz="1200" b="1" spc="-25" dirty="0">
                <a:solidFill>
                  <a:srgbClr val="FFFFFF"/>
                </a:solidFill>
                <a:latin typeface="Arial"/>
                <a:cs typeface="Arial"/>
              </a:rPr>
              <a:t>HW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322" name="object 322"/>
          <p:cNvGrpSpPr/>
          <p:nvPr/>
        </p:nvGrpSpPr>
        <p:grpSpPr>
          <a:xfrm>
            <a:off x="5076825" y="3637915"/>
            <a:ext cx="490220" cy="318770"/>
            <a:chOff x="5076825" y="3637915"/>
            <a:chExt cx="490220" cy="318770"/>
          </a:xfrm>
        </p:grpSpPr>
        <p:sp>
          <p:nvSpPr>
            <p:cNvPr id="323" name="object 323"/>
            <p:cNvSpPr/>
            <p:nvPr/>
          </p:nvSpPr>
          <p:spPr>
            <a:xfrm>
              <a:off x="5086350" y="3656330"/>
              <a:ext cx="13970" cy="283210"/>
            </a:xfrm>
            <a:custGeom>
              <a:avLst/>
              <a:gdLst/>
              <a:ahLst/>
              <a:cxnLst/>
              <a:rect l="l" t="t" r="r" b="b"/>
              <a:pathLst>
                <a:path w="13970" h="283210">
                  <a:moveTo>
                    <a:pt x="13970" y="276872"/>
                  </a:moveTo>
                  <a:lnTo>
                    <a:pt x="7620" y="276872"/>
                  </a:lnTo>
                  <a:lnTo>
                    <a:pt x="7620" y="279400"/>
                  </a:lnTo>
                  <a:lnTo>
                    <a:pt x="10160" y="279400"/>
                  </a:lnTo>
                  <a:lnTo>
                    <a:pt x="10160" y="280670"/>
                  </a:lnTo>
                  <a:lnTo>
                    <a:pt x="11430" y="280670"/>
                  </a:lnTo>
                  <a:lnTo>
                    <a:pt x="11430" y="281940"/>
                  </a:lnTo>
                  <a:lnTo>
                    <a:pt x="12700" y="281940"/>
                  </a:lnTo>
                  <a:lnTo>
                    <a:pt x="12700" y="283210"/>
                  </a:lnTo>
                  <a:lnTo>
                    <a:pt x="13970" y="283210"/>
                  </a:lnTo>
                  <a:lnTo>
                    <a:pt x="13970" y="276872"/>
                  </a:lnTo>
                  <a:close/>
                </a:path>
                <a:path w="13970" h="283210">
                  <a:moveTo>
                    <a:pt x="13970" y="270522"/>
                  </a:moveTo>
                  <a:lnTo>
                    <a:pt x="6350" y="270522"/>
                  </a:lnTo>
                  <a:lnTo>
                    <a:pt x="3810" y="270522"/>
                  </a:lnTo>
                  <a:lnTo>
                    <a:pt x="3810" y="273050"/>
                  </a:lnTo>
                  <a:lnTo>
                    <a:pt x="5080" y="273050"/>
                  </a:lnTo>
                  <a:lnTo>
                    <a:pt x="5080" y="274320"/>
                  </a:lnTo>
                  <a:lnTo>
                    <a:pt x="6350" y="274320"/>
                  </a:lnTo>
                  <a:lnTo>
                    <a:pt x="6350" y="276860"/>
                  </a:lnTo>
                  <a:lnTo>
                    <a:pt x="13970" y="276860"/>
                  </a:lnTo>
                  <a:lnTo>
                    <a:pt x="13970" y="270522"/>
                  </a:lnTo>
                  <a:close/>
                </a:path>
                <a:path w="13970" h="283210">
                  <a:moveTo>
                    <a:pt x="13970" y="16522"/>
                  </a:moveTo>
                  <a:lnTo>
                    <a:pt x="6350" y="16522"/>
                  </a:lnTo>
                  <a:lnTo>
                    <a:pt x="0" y="16522"/>
                  </a:lnTo>
                  <a:lnTo>
                    <a:pt x="0" y="265430"/>
                  </a:lnTo>
                  <a:lnTo>
                    <a:pt x="1270" y="265430"/>
                  </a:lnTo>
                  <a:lnTo>
                    <a:pt x="1270" y="267970"/>
                  </a:lnTo>
                  <a:lnTo>
                    <a:pt x="2540" y="267970"/>
                  </a:lnTo>
                  <a:lnTo>
                    <a:pt x="2540" y="270510"/>
                  </a:lnTo>
                  <a:lnTo>
                    <a:pt x="6350" y="270510"/>
                  </a:lnTo>
                  <a:lnTo>
                    <a:pt x="13970" y="270510"/>
                  </a:lnTo>
                  <a:lnTo>
                    <a:pt x="13970" y="16522"/>
                  </a:lnTo>
                  <a:close/>
                </a:path>
                <a:path w="13970" h="283210">
                  <a:moveTo>
                    <a:pt x="13970" y="10172"/>
                  </a:moveTo>
                  <a:lnTo>
                    <a:pt x="6350" y="10172"/>
                  </a:lnTo>
                  <a:lnTo>
                    <a:pt x="3810" y="10172"/>
                  </a:lnTo>
                  <a:lnTo>
                    <a:pt x="3810" y="11430"/>
                  </a:lnTo>
                  <a:lnTo>
                    <a:pt x="2540" y="11430"/>
                  </a:lnTo>
                  <a:lnTo>
                    <a:pt x="2540" y="13970"/>
                  </a:lnTo>
                  <a:lnTo>
                    <a:pt x="1270" y="13970"/>
                  </a:lnTo>
                  <a:lnTo>
                    <a:pt x="1270" y="16510"/>
                  </a:lnTo>
                  <a:lnTo>
                    <a:pt x="6350" y="16510"/>
                  </a:lnTo>
                  <a:lnTo>
                    <a:pt x="13970" y="16510"/>
                  </a:lnTo>
                  <a:lnTo>
                    <a:pt x="13970" y="10172"/>
                  </a:lnTo>
                  <a:close/>
                </a:path>
                <a:path w="13970" h="283210">
                  <a:moveTo>
                    <a:pt x="13970" y="3822"/>
                  </a:moveTo>
                  <a:lnTo>
                    <a:pt x="7620" y="3822"/>
                  </a:lnTo>
                  <a:lnTo>
                    <a:pt x="7620" y="5080"/>
                  </a:lnTo>
                  <a:lnTo>
                    <a:pt x="6350" y="5080"/>
                  </a:lnTo>
                  <a:lnTo>
                    <a:pt x="6350" y="7620"/>
                  </a:lnTo>
                  <a:lnTo>
                    <a:pt x="5080" y="7620"/>
                  </a:lnTo>
                  <a:lnTo>
                    <a:pt x="5080" y="10160"/>
                  </a:lnTo>
                  <a:lnTo>
                    <a:pt x="6350" y="10160"/>
                  </a:lnTo>
                  <a:lnTo>
                    <a:pt x="13970" y="10160"/>
                  </a:lnTo>
                  <a:lnTo>
                    <a:pt x="13970" y="3822"/>
                  </a:lnTo>
                  <a:close/>
                </a:path>
                <a:path w="13970" h="283210">
                  <a:moveTo>
                    <a:pt x="13970" y="0"/>
                  </a:moveTo>
                  <a:lnTo>
                    <a:pt x="12700" y="0"/>
                  </a:lnTo>
                  <a:lnTo>
                    <a:pt x="12700" y="1270"/>
                  </a:lnTo>
                  <a:lnTo>
                    <a:pt x="10160" y="1270"/>
                  </a:lnTo>
                  <a:lnTo>
                    <a:pt x="10160" y="2540"/>
                  </a:lnTo>
                  <a:lnTo>
                    <a:pt x="8890" y="2540"/>
                  </a:lnTo>
                  <a:lnTo>
                    <a:pt x="8890" y="3810"/>
                  </a:lnTo>
                  <a:lnTo>
                    <a:pt x="13970" y="3810"/>
                  </a:lnTo>
                  <a:lnTo>
                    <a:pt x="13970" y="0"/>
                  </a:lnTo>
                  <a:close/>
                </a:path>
              </a:pathLst>
            </a:custGeom>
            <a:solidFill>
              <a:srgbClr val="BFBF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5100320" y="3651250"/>
              <a:ext cx="7620" cy="293370"/>
            </a:xfrm>
            <a:custGeom>
              <a:avLst/>
              <a:gdLst/>
              <a:ahLst/>
              <a:cxnLst/>
              <a:rect l="l" t="t" r="r" b="b"/>
              <a:pathLst>
                <a:path w="7620" h="293370">
                  <a:moveTo>
                    <a:pt x="7619" y="0"/>
                  </a:moveTo>
                  <a:lnTo>
                    <a:pt x="6350" y="0"/>
                  </a:lnTo>
                  <a:lnTo>
                    <a:pt x="6350" y="1269"/>
                  </a:lnTo>
                  <a:lnTo>
                    <a:pt x="3809" y="1269"/>
                  </a:lnTo>
                  <a:lnTo>
                    <a:pt x="3809" y="2539"/>
                  </a:lnTo>
                  <a:lnTo>
                    <a:pt x="7619" y="2539"/>
                  </a:lnTo>
                  <a:lnTo>
                    <a:pt x="7619" y="0"/>
                  </a:lnTo>
                  <a:close/>
                </a:path>
                <a:path w="7620" h="293370">
                  <a:moveTo>
                    <a:pt x="7619" y="2540"/>
                  </a:moveTo>
                  <a:lnTo>
                    <a:pt x="1269" y="2540"/>
                  </a:lnTo>
                  <a:lnTo>
                    <a:pt x="1269" y="3810"/>
                  </a:lnTo>
                  <a:lnTo>
                    <a:pt x="0" y="3810"/>
                  </a:lnTo>
                  <a:lnTo>
                    <a:pt x="0" y="8889"/>
                  </a:lnTo>
                  <a:lnTo>
                    <a:pt x="7619" y="8889"/>
                  </a:lnTo>
                  <a:lnTo>
                    <a:pt x="7619" y="2540"/>
                  </a:lnTo>
                  <a:close/>
                </a:path>
                <a:path w="7620" h="293370">
                  <a:moveTo>
                    <a:pt x="7619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7619" y="15239"/>
                  </a:lnTo>
                  <a:lnTo>
                    <a:pt x="7619" y="8890"/>
                  </a:lnTo>
                  <a:close/>
                </a:path>
                <a:path w="7620" h="293370">
                  <a:moveTo>
                    <a:pt x="7619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7619" y="21589"/>
                  </a:lnTo>
                  <a:lnTo>
                    <a:pt x="7619" y="15240"/>
                  </a:lnTo>
                  <a:close/>
                </a:path>
                <a:path w="7620" h="293370">
                  <a:moveTo>
                    <a:pt x="7619" y="21590"/>
                  </a:moveTo>
                  <a:lnTo>
                    <a:pt x="0" y="21590"/>
                  </a:lnTo>
                  <a:lnTo>
                    <a:pt x="0" y="275589"/>
                  </a:lnTo>
                  <a:lnTo>
                    <a:pt x="7619" y="275589"/>
                  </a:lnTo>
                  <a:lnTo>
                    <a:pt x="7619" y="21590"/>
                  </a:lnTo>
                  <a:close/>
                </a:path>
                <a:path w="7620" h="293370">
                  <a:moveTo>
                    <a:pt x="7619" y="275590"/>
                  </a:moveTo>
                  <a:lnTo>
                    <a:pt x="0" y="275590"/>
                  </a:lnTo>
                  <a:lnTo>
                    <a:pt x="0" y="281939"/>
                  </a:lnTo>
                  <a:lnTo>
                    <a:pt x="7619" y="281939"/>
                  </a:lnTo>
                  <a:lnTo>
                    <a:pt x="7619" y="275590"/>
                  </a:lnTo>
                  <a:close/>
                </a:path>
                <a:path w="7620" h="293370">
                  <a:moveTo>
                    <a:pt x="7619" y="281940"/>
                  </a:moveTo>
                  <a:lnTo>
                    <a:pt x="0" y="281940"/>
                  </a:lnTo>
                  <a:lnTo>
                    <a:pt x="0" y="288289"/>
                  </a:lnTo>
                  <a:lnTo>
                    <a:pt x="7619" y="288289"/>
                  </a:lnTo>
                  <a:lnTo>
                    <a:pt x="7619" y="281940"/>
                  </a:lnTo>
                  <a:close/>
                </a:path>
                <a:path w="7620" h="293370">
                  <a:moveTo>
                    <a:pt x="7619" y="288290"/>
                  </a:moveTo>
                  <a:lnTo>
                    <a:pt x="0" y="288290"/>
                  </a:lnTo>
                  <a:lnTo>
                    <a:pt x="0" y="289560"/>
                  </a:lnTo>
                  <a:lnTo>
                    <a:pt x="1269" y="289560"/>
                  </a:lnTo>
                  <a:lnTo>
                    <a:pt x="1269" y="290830"/>
                  </a:lnTo>
                  <a:lnTo>
                    <a:pt x="3809" y="290830"/>
                  </a:lnTo>
                  <a:lnTo>
                    <a:pt x="3809" y="292100"/>
                  </a:lnTo>
                  <a:lnTo>
                    <a:pt x="6350" y="292100"/>
                  </a:lnTo>
                  <a:lnTo>
                    <a:pt x="6350" y="293369"/>
                  </a:lnTo>
                  <a:lnTo>
                    <a:pt x="7619" y="293369"/>
                  </a:lnTo>
                  <a:lnTo>
                    <a:pt x="7619" y="288290"/>
                  </a:lnTo>
                  <a:close/>
                </a:path>
              </a:pathLst>
            </a:custGeom>
            <a:solidFill>
              <a:srgbClr val="BEBE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5107940" y="3648710"/>
              <a:ext cx="8890" cy="298450"/>
            </a:xfrm>
            <a:custGeom>
              <a:avLst/>
              <a:gdLst/>
              <a:ahLst/>
              <a:cxnLst/>
              <a:rect l="l" t="t" r="r" b="b"/>
              <a:pathLst>
                <a:path w="8889" h="298450">
                  <a:moveTo>
                    <a:pt x="8889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0" y="1269"/>
                  </a:lnTo>
                  <a:lnTo>
                    <a:pt x="0" y="5079"/>
                  </a:lnTo>
                  <a:lnTo>
                    <a:pt x="8889" y="5079"/>
                  </a:lnTo>
                  <a:lnTo>
                    <a:pt x="8889" y="0"/>
                  </a:lnTo>
                  <a:close/>
                </a:path>
                <a:path w="8889" h="298450">
                  <a:moveTo>
                    <a:pt x="888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8889" y="11429"/>
                  </a:lnTo>
                  <a:lnTo>
                    <a:pt x="8889" y="5080"/>
                  </a:lnTo>
                  <a:close/>
                </a:path>
                <a:path w="8889" h="298450">
                  <a:moveTo>
                    <a:pt x="888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8889" y="17779"/>
                  </a:lnTo>
                  <a:lnTo>
                    <a:pt x="8889" y="11430"/>
                  </a:lnTo>
                  <a:close/>
                </a:path>
                <a:path w="8889" h="298450">
                  <a:moveTo>
                    <a:pt x="8889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8889" y="24129"/>
                  </a:lnTo>
                  <a:lnTo>
                    <a:pt x="8889" y="17780"/>
                  </a:lnTo>
                  <a:close/>
                </a:path>
                <a:path w="8889" h="298450">
                  <a:moveTo>
                    <a:pt x="8889" y="24130"/>
                  </a:moveTo>
                  <a:lnTo>
                    <a:pt x="0" y="24130"/>
                  </a:lnTo>
                  <a:lnTo>
                    <a:pt x="0" y="278129"/>
                  </a:lnTo>
                  <a:lnTo>
                    <a:pt x="8889" y="278129"/>
                  </a:lnTo>
                  <a:lnTo>
                    <a:pt x="8889" y="24130"/>
                  </a:lnTo>
                  <a:close/>
                </a:path>
                <a:path w="8889" h="298450">
                  <a:moveTo>
                    <a:pt x="8889" y="278130"/>
                  </a:moveTo>
                  <a:lnTo>
                    <a:pt x="0" y="278130"/>
                  </a:lnTo>
                  <a:lnTo>
                    <a:pt x="0" y="284479"/>
                  </a:lnTo>
                  <a:lnTo>
                    <a:pt x="8889" y="284479"/>
                  </a:lnTo>
                  <a:lnTo>
                    <a:pt x="8889" y="278130"/>
                  </a:lnTo>
                  <a:close/>
                </a:path>
                <a:path w="8889" h="298450">
                  <a:moveTo>
                    <a:pt x="8889" y="284480"/>
                  </a:moveTo>
                  <a:lnTo>
                    <a:pt x="0" y="284480"/>
                  </a:lnTo>
                  <a:lnTo>
                    <a:pt x="0" y="290829"/>
                  </a:lnTo>
                  <a:lnTo>
                    <a:pt x="8889" y="290829"/>
                  </a:lnTo>
                  <a:lnTo>
                    <a:pt x="8889" y="284480"/>
                  </a:lnTo>
                  <a:close/>
                </a:path>
                <a:path w="8889" h="298450">
                  <a:moveTo>
                    <a:pt x="8889" y="290830"/>
                  </a:moveTo>
                  <a:lnTo>
                    <a:pt x="0" y="290830"/>
                  </a:lnTo>
                  <a:lnTo>
                    <a:pt x="0" y="295909"/>
                  </a:lnTo>
                  <a:lnTo>
                    <a:pt x="1270" y="295909"/>
                  </a:lnTo>
                  <a:lnTo>
                    <a:pt x="1270" y="297179"/>
                  </a:lnTo>
                  <a:lnTo>
                    <a:pt x="8889" y="297179"/>
                  </a:lnTo>
                  <a:lnTo>
                    <a:pt x="8889" y="290830"/>
                  </a:lnTo>
                  <a:close/>
                </a:path>
                <a:path w="8889" h="298450">
                  <a:moveTo>
                    <a:pt x="8889" y="297180"/>
                  </a:moveTo>
                  <a:lnTo>
                    <a:pt x="5080" y="297180"/>
                  </a:lnTo>
                  <a:lnTo>
                    <a:pt x="5080" y="298450"/>
                  </a:lnTo>
                  <a:lnTo>
                    <a:pt x="8889" y="298450"/>
                  </a:lnTo>
                  <a:lnTo>
                    <a:pt x="8889" y="297180"/>
                  </a:lnTo>
                  <a:close/>
                </a:path>
              </a:pathLst>
            </a:custGeom>
            <a:solidFill>
              <a:srgbClr val="BDBD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5116830" y="3647440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0" y="1269"/>
                  </a:lnTo>
                  <a:lnTo>
                    <a:pt x="0" y="6349"/>
                  </a:lnTo>
                  <a:lnTo>
                    <a:pt x="7620" y="6349"/>
                  </a:lnTo>
                  <a:lnTo>
                    <a:pt x="7620" y="0"/>
                  </a:lnTo>
                  <a:close/>
                </a:path>
                <a:path w="7620" h="299720">
                  <a:moveTo>
                    <a:pt x="762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7620" y="12699"/>
                  </a:lnTo>
                  <a:lnTo>
                    <a:pt x="7620" y="6349"/>
                  </a:lnTo>
                  <a:close/>
                </a:path>
                <a:path w="7620" h="299720">
                  <a:moveTo>
                    <a:pt x="762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7620" y="19049"/>
                  </a:lnTo>
                  <a:lnTo>
                    <a:pt x="7620" y="12699"/>
                  </a:lnTo>
                  <a:close/>
                </a:path>
                <a:path w="7620" h="299720">
                  <a:moveTo>
                    <a:pt x="7620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7620" y="25399"/>
                  </a:lnTo>
                  <a:lnTo>
                    <a:pt x="7620" y="19049"/>
                  </a:lnTo>
                  <a:close/>
                </a:path>
                <a:path w="7620" h="299720">
                  <a:moveTo>
                    <a:pt x="7620" y="25399"/>
                  </a:moveTo>
                  <a:lnTo>
                    <a:pt x="0" y="25399"/>
                  </a:lnTo>
                  <a:lnTo>
                    <a:pt x="0" y="279399"/>
                  </a:lnTo>
                  <a:lnTo>
                    <a:pt x="7620" y="279399"/>
                  </a:lnTo>
                  <a:lnTo>
                    <a:pt x="7620" y="25399"/>
                  </a:lnTo>
                  <a:close/>
                </a:path>
                <a:path w="7620" h="299720">
                  <a:moveTo>
                    <a:pt x="7620" y="279399"/>
                  </a:moveTo>
                  <a:lnTo>
                    <a:pt x="0" y="279399"/>
                  </a:lnTo>
                  <a:lnTo>
                    <a:pt x="0" y="285749"/>
                  </a:lnTo>
                  <a:lnTo>
                    <a:pt x="7620" y="285749"/>
                  </a:lnTo>
                  <a:lnTo>
                    <a:pt x="7620" y="279399"/>
                  </a:lnTo>
                  <a:close/>
                </a:path>
                <a:path w="7620" h="299720">
                  <a:moveTo>
                    <a:pt x="7620" y="285749"/>
                  </a:moveTo>
                  <a:lnTo>
                    <a:pt x="0" y="285749"/>
                  </a:lnTo>
                  <a:lnTo>
                    <a:pt x="0" y="292099"/>
                  </a:lnTo>
                  <a:lnTo>
                    <a:pt x="7620" y="292099"/>
                  </a:lnTo>
                  <a:lnTo>
                    <a:pt x="7620" y="285749"/>
                  </a:lnTo>
                  <a:close/>
                </a:path>
                <a:path w="7620" h="299720">
                  <a:moveTo>
                    <a:pt x="7620" y="292099"/>
                  </a:moveTo>
                  <a:lnTo>
                    <a:pt x="0" y="292099"/>
                  </a:lnTo>
                  <a:lnTo>
                    <a:pt x="0" y="298449"/>
                  </a:lnTo>
                  <a:lnTo>
                    <a:pt x="7620" y="298449"/>
                  </a:lnTo>
                  <a:lnTo>
                    <a:pt x="7620" y="292099"/>
                  </a:lnTo>
                  <a:close/>
                </a:path>
                <a:path w="7620" h="299720">
                  <a:moveTo>
                    <a:pt x="7620" y="298449"/>
                  </a:moveTo>
                  <a:lnTo>
                    <a:pt x="0" y="298449"/>
                  </a:lnTo>
                  <a:lnTo>
                    <a:pt x="0" y="299719"/>
                  </a:lnTo>
                  <a:lnTo>
                    <a:pt x="7620" y="299719"/>
                  </a:lnTo>
                  <a:lnTo>
                    <a:pt x="7620" y="298449"/>
                  </a:lnTo>
                  <a:close/>
                </a:path>
              </a:pathLst>
            </a:custGeom>
            <a:solidFill>
              <a:srgbClr val="BDBD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7" name="object 32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124450" y="3647440"/>
              <a:ext cx="394970" cy="299719"/>
            </a:xfrm>
            <a:prstGeom prst="rect">
              <a:avLst/>
            </a:prstGeom>
          </p:spPr>
        </p:pic>
        <p:sp>
          <p:nvSpPr>
            <p:cNvPr id="328" name="object 328"/>
            <p:cNvSpPr/>
            <p:nvPr/>
          </p:nvSpPr>
          <p:spPr>
            <a:xfrm>
              <a:off x="5519419" y="3647440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635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7619" y="6349"/>
                  </a:lnTo>
                  <a:lnTo>
                    <a:pt x="7619" y="1269"/>
                  </a:lnTo>
                  <a:lnTo>
                    <a:pt x="6350" y="1269"/>
                  </a:lnTo>
                  <a:lnTo>
                    <a:pt x="6350" y="0"/>
                  </a:lnTo>
                  <a:close/>
                </a:path>
                <a:path w="7620" h="299720">
                  <a:moveTo>
                    <a:pt x="761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7619" y="12699"/>
                  </a:lnTo>
                  <a:lnTo>
                    <a:pt x="7619" y="6349"/>
                  </a:lnTo>
                  <a:close/>
                </a:path>
                <a:path w="7620" h="299720">
                  <a:moveTo>
                    <a:pt x="761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7619" y="19049"/>
                  </a:lnTo>
                  <a:lnTo>
                    <a:pt x="7619" y="12699"/>
                  </a:lnTo>
                  <a:close/>
                </a:path>
                <a:path w="7620" h="299720">
                  <a:moveTo>
                    <a:pt x="7619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7619" y="25399"/>
                  </a:lnTo>
                  <a:lnTo>
                    <a:pt x="7619" y="19049"/>
                  </a:lnTo>
                  <a:close/>
                </a:path>
                <a:path w="7620" h="299720">
                  <a:moveTo>
                    <a:pt x="7619" y="25399"/>
                  </a:moveTo>
                  <a:lnTo>
                    <a:pt x="0" y="25399"/>
                  </a:lnTo>
                  <a:lnTo>
                    <a:pt x="0" y="279399"/>
                  </a:lnTo>
                  <a:lnTo>
                    <a:pt x="7619" y="279399"/>
                  </a:lnTo>
                  <a:lnTo>
                    <a:pt x="7619" y="25399"/>
                  </a:lnTo>
                  <a:close/>
                </a:path>
                <a:path w="7620" h="299720">
                  <a:moveTo>
                    <a:pt x="7619" y="279399"/>
                  </a:moveTo>
                  <a:lnTo>
                    <a:pt x="0" y="279399"/>
                  </a:lnTo>
                  <a:lnTo>
                    <a:pt x="0" y="285749"/>
                  </a:lnTo>
                  <a:lnTo>
                    <a:pt x="7619" y="285749"/>
                  </a:lnTo>
                  <a:lnTo>
                    <a:pt x="7619" y="279399"/>
                  </a:lnTo>
                  <a:close/>
                </a:path>
                <a:path w="7620" h="299720">
                  <a:moveTo>
                    <a:pt x="7619" y="285749"/>
                  </a:moveTo>
                  <a:lnTo>
                    <a:pt x="0" y="285749"/>
                  </a:lnTo>
                  <a:lnTo>
                    <a:pt x="0" y="292099"/>
                  </a:lnTo>
                  <a:lnTo>
                    <a:pt x="7619" y="292099"/>
                  </a:lnTo>
                  <a:lnTo>
                    <a:pt x="7619" y="285749"/>
                  </a:lnTo>
                  <a:close/>
                </a:path>
                <a:path w="7620" h="299720">
                  <a:moveTo>
                    <a:pt x="7619" y="292099"/>
                  </a:moveTo>
                  <a:lnTo>
                    <a:pt x="0" y="292099"/>
                  </a:lnTo>
                  <a:lnTo>
                    <a:pt x="0" y="298449"/>
                  </a:lnTo>
                  <a:lnTo>
                    <a:pt x="7619" y="298449"/>
                  </a:lnTo>
                  <a:lnTo>
                    <a:pt x="7619" y="292099"/>
                  </a:lnTo>
                  <a:close/>
                </a:path>
                <a:path w="7620" h="299720">
                  <a:moveTo>
                    <a:pt x="7619" y="298449"/>
                  </a:moveTo>
                  <a:lnTo>
                    <a:pt x="0" y="298449"/>
                  </a:lnTo>
                  <a:lnTo>
                    <a:pt x="0" y="299719"/>
                  </a:lnTo>
                  <a:lnTo>
                    <a:pt x="7619" y="299719"/>
                  </a:lnTo>
                  <a:lnTo>
                    <a:pt x="7619" y="298449"/>
                  </a:lnTo>
                  <a:close/>
                </a:path>
              </a:pathLst>
            </a:custGeom>
            <a:solidFill>
              <a:srgbClr val="BBBB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5527040" y="3648710"/>
              <a:ext cx="8890" cy="298450"/>
            </a:xfrm>
            <a:custGeom>
              <a:avLst/>
              <a:gdLst/>
              <a:ahLst/>
              <a:cxnLst/>
              <a:rect l="l" t="t" r="r" b="b"/>
              <a:pathLst>
                <a:path w="8889" h="298450">
                  <a:moveTo>
                    <a:pt x="254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8889" y="5079"/>
                  </a:lnTo>
                  <a:lnTo>
                    <a:pt x="8889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8889" h="298450">
                  <a:moveTo>
                    <a:pt x="888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8889" y="11429"/>
                  </a:lnTo>
                  <a:lnTo>
                    <a:pt x="8889" y="5080"/>
                  </a:lnTo>
                  <a:close/>
                </a:path>
                <a:path w="8889" h="298450">
                  <a:moveTo>
                    <a:pt x="888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8889" y="17779"/>
                  </a:lnTo>
                  <a:lnTo>
                    <a:pt x="8889" y="11430"/>
                  </a:lnTo>
                  <a:close/>
                </a:path>
                <a:path w="8889" h="298450">
                  <a:moveTo>
                    <a:pt x="8889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8889" y="24129"/>
                  </a:lnTo>
                  <a:lnTo>
                    <a:pt x="8889" y="17780"/>
                  </a:lnTo>
                  <a:close/>
                </a:path>
                <a:path w="8889" h="298450">
                  <a:moveTo>
                    <a:pt x="8889" y="24130"/>
                  </a:moveTo>
                  <a:lnTo>
                    <a:pt x="0" y="24130"/>
                  </a:lnTo>
                  <a:lnTo>
                    <a:pt x="0" y="278129"/>
                  </a:lnTo>
                  <a:lnTo>
                    <a:pt x="8889" y="278129"/>
                  </a:lnTo>
                  <a:lnTo>
                    <a:pt x="8889" y="24130"/>
                  </a:lnTo>
                  <a:close/>
                </a:path>
                <a:path w="8889" h="298450">
                  <a:moveTo>
                    <a:pt x="8889" y="278130"/>
                  </a:moveTo>
                  <a:lnTo>
                    <a:pt x="0" y="278130"/>
                  </a:lnTo>
                  <a:lnTo>
                    <a:pt x="0" y="284479"/>
                  </a:lnTo>
                  <a:lnTo>
                    <a:pt x="8889" y="284479"/>
                  </a:lnTo>
                  <a:lnTo>
                    <a:pt x="8889" y="278130"/>
                  </a:lnTo>
                  <a:close/>
                </a:path>
                <a:path w="8889" h="298450">
                  <a:moveTo>
                    <a:pt x="8889" y="284480"/>
                  </a:moveTo>
                  <a:lnTo>
                    <a:pt x="0" y="284480"/>
                  </a:lnTo>
                  <a:lnTo>
                    <a:pt x="0" y="290829"/>
                  </a:lnTo>
                  <a:lnTo>
                    <a:pt x="8889" y="290829"/>
                  </a:lnTo>
                  <a:lnTo>
                    <a:pt x="8889" y="284480"/>
                  </a:lnTo>
                  <a:close/>
                </a:path>
                <a:path w="8889" h="298450">
                  <a:moveTo>
                    <a:pt x="8889" y="290830"/>
                  </a:moveTo>
                  <a:lnTo>
                    <a:pt x="0" y="290830"/>
                  </a:lnTo>
                  <a:lnTo>
                    <a:pt x="0" y="297179"/>
                  </a:lnTo>
                  <a:lnTo>
                    <a:pt x="7620" y="297179"/>
                  </a:lnTo>
                  <a:lnTo>
                    <a:pt x="7620" y="295909"/>
                  </a:lnTo>
                  <a:lnTo>
                    <a:pt x="8889" y="295909"/>
                  </a:lnTo>
                  <a:lnTo>
                    <a:pt x="8889" y="290830"/>
                  </a:lnTo>
                  <a:close/>
                </a:path>
                <a:path w="8889" h="298450">
                  <a:moveTo>
                    <a:pt x="2540" y="297180"/>
                  </a:moveTo>
                  <a:lnTo>
                    <a:pt x="0" y="297180"/>
                  </a:lnTo>
                  <a:lnTo>
                    <a:pt x="0" y="298450"/>
                  </a:lnTo>
                  <a:lnTo>
                    <a:pt x="2540" y="298450"/>
                  </a:lnTo>
                  <a:lnTo>
                    <a:pt x="2540" y="297180"/>
                  </a:lnTo>
                  <a:close/>
                </a:path>
              </a:pathLst>
            </a:custGeom>
            <a:solidFill>
              <a:srgbClr val="BBBB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5535930" y="3649980"/>
              <a:ext cx="7620" cy="294640"/>
            </a:xfrm>
            <a:custGeom>
              <a:avLst/>
              <a:gdLst/>
              <a:ahLst/>
              <a:cxnLst/>
              <a:rect l="l" t="t" r="r" b="b"/>
              <a:pathLst>
                <a:path w="7620" h="294639">
                  <a:moveTo>
                    <a:pt x="127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5079" y="3810"/>
                  </a:lnTo>
                  <a:lnTo>
                    <a:pt x="5079" y="2540"/>
                  </a:lnTo>
                  <a:lnTo>
                    <a:pt x="2540" y="254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7620" h="294639">
                  <a:moveTo>
                    <a:pt x="762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7620" y="10160"/>
                  </a:lnTo>
                  <a:lnTo>
                    <a:pt x="7620" y="3810"/>
                  </a:lnTo>
                  <a:close/>
                </a:path>
                <a:path w="7620" h="294639">
                  <a:moveTo>
                    <a:pt x="762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7620" y="16510"/>
                  </a:lnTo>
                  <a:lnTo>
                    <a:pt x="7620" y="10160"/>
                  </a:lnTo>
                  <a:close/>
                </a:path>
                <a:path w="7620" h="294639">
                  <a:moveTo>
                    <a:pt x="7620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7620" y="22860"/>
                  </a:lnTo>
                  <a:lnTo>
                    <a:pt x="7620" y="16510"/>
                  </a:lnTo>
                  <a:close/>
                </a:path>
                <a:path w="7620" h="294639">
                  <a:moveTo>
                    <a:pt x="7620" y="22860"/>
                  </a:moveTo>
                  <a:lnTo>
                    <a:pt x="0" y="22860"/>
                  </a:lnTo>
                  <a:lnTo>
                    <a:pt x="0" y="276860"/>
                  </a:lnTo>
                  <a:lnTo>
                    <a:pt x="7620" y="276860"/>
                  </a:lnTo>
                  <a:lnTo>
                    <a:pt x="7620" y="22860"/>
                  </a:lnTo>
                  <a:close/>
                </a:path>
                <a:path w="7620" h="294639">
                  <a:moveTo>
                    <a:pt x="7620" y="276860"/>
                  </a:moveTo>
                  <a:lnTo>
                    <a:pt x="0" y="276860"/>
                  </a:lnTo>
                  <a:lnTo>
                    <a:pt x="0" y="283210"/>
                  </a:lnTo>
                  <a:lnTo>
                    <a:pt x="7620" y="283210"/>
                  </a:lnTo>
                  <a:lnTo>
                    <a:pt x="7620" y="276860"/>
                  </a:lnTo>
                  <a:close/>
                </a:path>
                <a:path w="7620" h="294639">
                  <a:moveTo>
                    <a:pt x="7620" y="283210"/>
                  </a:moveTo>
                  <a:lnTo>
                    <a:pt x="0" y="283210"/>
                  </a:lnTo>
                  <a:lnTo>
                    <a:pt x="0" y="289560"/>
                  </a:lnTo>
                  <a:lnTo>
                    <a:pt x="7620" y="289560"/>
                  </a:lnTo>
                  <a:lnTo>
                    <a:pt x="7620" y="283210"/>
                  </a:lnTo>
                  <a:close/>
                </a:path>
                <a:path w="7620" h="294639">
                  <a:moveTo>
                    <a:pt x="7620" y="289560"/>
                  </a:moveTo>
                  <a:lnTo>
                    <a:pt x="0" y="289560"/>
                  </a:lnTo>
                  <a:lnTo>
                    <a:pt x="0" y="294640"/>
                  </a:lnTo>
                  <a:lnTo>
                    <a:pt x="2540" y="294640"/>
                  </a:lnTo>
                  <a:lnTo>
                    <a:pt x="2540" y="293370"/>
                  </a:lnTo>
                  <a:lnTo>
                    <a:pt x="5079" y="293370"/>
                  </a:lnTo>
                  <a:lnTo>
                    <a:pt x="5079" y="292100"/>
                  </a:lnTo>
                  <a:lnTo>
                    <a:pt x="7620" y="292100"/>
                  </a:lnTo>
                  <a:lnTo>
                    <a:pt x="7620" y="289560"/>
                  </a:lnTo>
                  <a:close/>
                </a:path>
              </a:pathLst>
            </a:custGeom>
            <a:solidFill>
              <a:srgbClr val="BCBC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5543550" y="3655060"/>
              <a:ext cx="7620" cy="285750"/>
            </a:xfrm>
            <a:custGeom>
              <a:avLst/>
              <a:gdLst/>
              <a:ahLst/>
              <a:cxnLst/>
              <a:rect l="l" t="t" r="r" b="b"/>
              <a:pathLst>
                <a:path w="7620" h="285750">
                  <a:moveTo>
                    <a:pt x="127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6350" y="5079"/>
                  </a:lnTo>
                  <a:lnTo>
                    <a:pt x="6350" y="3809"/>
                  </a:lnTo>
                  <a:lnTo>
                    <a:pt x="5080" y="3809"/>
                  </a:lnTo>
                  <a:lnTo>
                    <a:pt x="5080" y="2539"/>
                  </a:lnTo>
                  <a:lnTo>
                    <a:pt x="2539" y="2539"/>
                  </a:lnTo>
                  <a:lnTo>
                    <a:pt x="2539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7620" h="285750">
                  <a:moveTo>
                    <a:pt x="762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7620" y="11429"/>
                  </a:lnTo>
                  <a:lnTo>
                    <a:pt x="7620" y="5080"/>
                  </a:lnTo>
                  <a:close/>
                </a:path>
                <a:path w="7620" h="285750">
                  <a:moveTo>
                    <a:pt x="762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7620" y="17779"/>
                  </a:lnTo>
                  <a:lnTo>
                    <a:pt x="7620" y="11430"/>
                  </a:lnTo>
                  <a:close/>
                </a:path>
                <a:path w="7620" h="285750">
                  <a:moveTo>
                    <a:pt x="7620" y="17780"/>
                  </a:moveTo>
                  <a:lnTo>
                    <a:pt x="0" y="17780"/>
                  </a:lnTo>
                  <a:lnTo>
                    <a:pt x="0" y="271779"/>
                  </a:lnTo>
                  <a:lnTo>
                    <a:pt x="7620" y="271779"/>
                  </a:lnTo>
                  <a:lnTo>
                    <a:pt x="7620" y="17780"/>
                  </a:lnTo>
                  <a:close/>
                </a:path>
                <a:path w="7620" h="285750">
                  <a:moveTo>
                    <a:pt x="7620" y="271780"/>
                  </a:moveTo>
                  <a:lnTo>
                    <a:pt x="0" y="271780"/>
                  </a:lnTo>
                  <a:lnTo>
                    <a:pt x="0" y="278129"/>
                  </a:lnTo>
                  <a:lnTo>
                    <a:pt x="7620" y="278129"/>
                  </a:lnTo>
                  <a:lnTo>
                    <a:pt x="7620" y="271780"/>
                  </a:lnTo>
                  <a:close/>
                </a:path>
                <a:path w="7620" h="285750">
                  <a:moveTo>
                    <a:pt x="7620" y="278130"/>
                  </a:moveTo>
                  <a:lnTo>
                    <a:pt x="0" y="278130"/>
                  </a:lnTo>
                  <a:lnTo>
                    <a:pt x="0" y="284479"/>
                  </a:lnTo>
                  <a:lnTo>
                    <a:pt x="2539" y="284479"/>
                  </a:lnTo>
                  <a:lnTo>
                    <a:pt x="2539" y="283209"/>
                  </a:lnTo>
                  <a:lnTo>
                    <a:pt x="3809" y="283209"/>
                  </a:lnTo>
                  <a:lnTo>
                    <a:pt x="3809" y="281939"/>
                  </a:lnTo>
                  <a:lnTo>
                    <a:pt x="5080" y="281939"/>
                  </a:lnTo>
                  <a:lnTo>
                    <a:pt x="5080" y="280669"/>
                  </a:lnTo>
                  <a:lnTo>
                    <a:pt x="7620" y="280669"/>
                  </a:lnTo>
                  <a:lnTo>
                    <a:pt x="7620" y="278130"/>
                  </a:lnTo>
                  <a:close/>
                </a:path>
                <a:path w="7620" h="285750">
                  <a:moveTo>
                    <a:pt x="1270" y="284480"/>
                  </a:moveTo>
                  <a:lnTo>
                    <a:pt x="0" y="284480"/>
                  </a:lnTo>
                  <a:lnTo>
                    <a:pt x="0" y="285750"/>
                  </a:lnTo>
                  <a:lnTo>
                    <a:pt x="1270" y="285750"/>
                  </a:lnTo>
                  <a:lnTo>
                    <a:pt x="1270" y="284480"/>
                  </a:lnTo>
                  <a:close/>
                </a:path>
              </a:pathLst>
            </a:custGeom>
            <a:solidFill>
              <a:srgbClr val="BDBD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5551169" y="3662680"/>
              <a:ext cx="7620" cy="270510"/>
            </a:xfrm>
            <a:custGeom>
              <a:avLst/>
              <a:gdLst/>
              <a:ahLst/>
              <a:cxnLst/>
              <a:rect l="l" t="t" r="r" b="b"/>
              <a:pathLst>
                <a:path w="7620" h="270510">
                  <a:moveTo>
                    <a:pt x="126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39" y="3810"/>
                  </a:lnTo>
                  <a:lnTo>
                    <a:pt x="2539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7620" h="270510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6350" y="10160"/>
                  </a:lnTo>
                  <a:lnTo>
                    <a:pt x="6350" y="8890"/>
                  </a:lnTo>
                  <a:lnTo>
                    <a:pt x="5079" y="8890"/>
                  </a:lnTo>
                  <a:lnTo>
                    <a:pt x="5079" y="6350"/>
                  </a:lnTo>
                  <a:lnTo>
                    <a:pt x="3809" y="6350"/>
                  </a:lnTo>
                  <a:lnTo>
                    <a:pt x="3810" y="3810"/>
                  </a:lnTo>
                  <a:close/>
                </a:path>
                <a:path w="7620" h="270510">
                  <a:moveTo>
                    <a:pt x="6350" y="10160"/>
                  </a:moveTo>
                  <a:lnTo>
                    <a:pt x="0" y="10160"/>
                  </a:lnTo>
                  <a:lnTo>
                    <a:pt x="0" y="264160"/>
                  </a:lnTo>
                  <a:lnTo>
                    <a:pt x="5079" y="264160"/>
                  </a:lnTo>
                  <a:lnTo>
                    <a:pt x="5079" y="262890"/>
                  </a:lnTo>
                  <a:lnTo>
                    <a:pt x="6349" y="262890"/>
                  </a:lnTo>
                  <a:lnTo>
                    <a:pt x="6350" y="259080"/>
                  </a:lnTo>
                  <a:lnTo>
                    <a:pt x="7619" y="259080"/>
                  </a:lnTo>
                  <a:lnTo>
                    <a:pt x="7619" y="11430"/>
                  </a:lnTo>
                  <a:lnTo>
                    <a:pt x="6350" y="11430"/>
                  </a:lnTo>
                  <a:lnTo>
                    <a:pt x="6350" y="10160"/>
                  </a:lnTo>
                  <a:close/>
                </a:path>
                <a:path w="7620" h="270510">
                  <a:moveTo>
                    <a:pt x="5079" y="264160"/>
                  </a:moveTo>
                  <a:lnTo>
                    <a:pt x="0" y="264160"/>
                  </a:lnTo>
                  <a:lnTo>
                    <a:pt x="0" y="270510"/>
                  </a:lnTo>
                  <a:lnTo>
                    <a:pt x="1269" y="270510"/>
                  </a:lnTo>
                  <a:lnTo>
                    <a:pt x="1269" y="267970"/>
                  </a:lnTo>
                  <a:lnTo>
                    <a:pt x="2539" y="267970"/>
                  </a:lnTo>
                  <a:lnTo>
                    <a:pt x="2539" y="266700"/>
                  </a:lnTo>
                  <a:lnTo>
                    <a:pt x="3810" y="266700"/>
                  </a:lnTo>
                  <a:lnTo>
                    <a:pt x="3810" y="265430"/>
                  </a:lnTo>
                  <a:lnTo>
                    <a:pt x="5079" y="265430"/>
                  </a:lnTo>
                  <a:lnTo>
                    <a:pt x="5079" y="264160"/>
                  </a:lnTo>
                  <a:close/>
                </a:path>
              </a:pathLst>
            </a:custGeom>
            <a:solidFill>
              <a:srgbClr val="BDBD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5558790" y="3674110"/>
              <a:ext cx="0" cy="247650"/>
            </a:xfrm>
            <a:custGeom>
              <a:avLst/>
              <a:gdLst/>
              <a:ahLst/>
              <a:cxnLst/>
              <a:rect l="l" t="t" r="r" b="b"/>
              <a:pathLst>
                <a:path h="247650">
                  <a:moveTo>
                    <a:pt x="0" y="0"/>
                  </a:moveTo>
                  <a:lnTo>
                    <a:pt x="0" y="2476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BF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5086350" y="3647440"/>
              <a:ext cx="471170" cy="299720"/>
            </a:xfrm>
            <a:custGeom>
              <a:avLst/>
              <a:gdLst/>
              <a:ahLst/>
              <a:cxnLst/>
              <a:rect l="l" t="t" r="r" b="b"/>
              <a:pathLst>
                <a:path w="471170" h="299720">
                  <a:moveTo>
                    <a:pt x="33020" y="0"/>
                  </a:moveTo>
                  <a:lnTo>
                    <a:pt x="20895" y="2837"/>
                  </a:lnTo>
                  <a:lnTo>
                    <a:pt x="10318" y="10318"/>
                  </a:lnTo>
                  <a:lnTo>
                    <a:pt x="2837" y="20895"/>
                  </a:lnTo>
                  <a:lnTo>
                    <a:pt x="0" y="33020"/>
                  </a:lnTo>
                  <a:lnTo>
                    <a:pt x="0" y="36671"/>
                  </a:lnTo>
                  <a:lnTo>
                    <a:pt x="0" y="62230"/>
                  </a:lnTo>
                  <a:lnTo>
                    <a:pt x="0" y="131603"/>
                  </a:lnTo>
                  <a:lnTo>
                    <a:pt x="0" y="266700"/>
                  </a:lnTo>
                  <a:lnTo>
                    <a:pt x="2837" y="278824"/>
                  </a:lnTo>
                  <a:lnTo>
                    <a:pt x="10318" y="289401"/>
                  </a:lnTo>
                  <a:lnTo>
                    <a:pt x="20895" y="296882"/>
                  </a:lnTo>
                  <a:lnTo>
                    <a:pt x="33020" y="299720"/>
                  </a:lnTo>
                  <a:lnTo>
                    <a:pt x="39350" y="299720"/>
                  </a:lnTo>
                  <a:lnTo>
                    <a:pt x="83661" y="299720"/>
                  </a:lnTo>
                  <a:lnTo>
                    <a:pt x="203934" y="299720"/>
                  </a:lnTo>
                  <a:lnTo>
                    <a:pt x="438150" y="299720"/>
                  </a:lnTo>
                  <a:lnTo>
                    <a:pt x="450274" y="296882"/>
                  </a:lnTo>
                  <a:lnTo>
                    <a:pt x="460851" y="289401"/>
                  </a:lnTo>
                  <a:lnTo>
                    <a:pt x="468332" y="278824"/>
                  </a:lnTo>
                  <a:lnTo>
                    <a:pt x="471170" y="266700"/>
                  </a:lnTo>
                  <a:lnTo>
                    <a:pt x="471170" y="263048"/>
                  </a:lnTo>
                  <a:lnTo>
                    <a:pt x="471170" y="237490"/>
                  </a:lnTo>
                  <a:lnTo>
                    <a:pt x="471170" y="168116"/>
                  </a:lnTo>
                  <a:lnTo>
                    <a:pt x="471170" y="33020"/>
                  </a:lnTo>
                  <a:lnTo>
                    <a:pt x="468332" y="20895"/>
                  </a:lnTo>
                  <a:lnTo>
                    <a:pt x="460851" y="10318"/>
                  </a:lnTo>
                  <a:lnTo>
                    <a:pt x="450274" y="2837"/>
                  </a:lnTo>
                  <a:lnTo>
                    <a:pt x="438150" y="0"/>
                  </a:lnTo>
                  <a:lnTo>
                    <a:pt x="431819" y="0"/>
                  </a:lnTo>
                  <a:lnTo>
                    <a:pt x="387508" y="0"/>
                  </a:lnTo>
                  <a:lnTo>
                    <a:pt x="267235" y="0"/>
                  </a:lnTo>
                  <a:lnTo>
                    <a:pt x="33020" y="0"/>
                  </a:lnTo>
                  <a:close/>
                </a:path>
              </a:pathLst>
            </a:custGeom>
            <a:ln w="19048">
              <a:solidFill>
                <a:srgbClr val="93926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35" name="object 335"/>
          <p:cNvSpPr txBox="1"/>
          <p:nvPr/>
        </p:nvSpPr>
        <p:spPr>
          <a:xfrm>
            <a:off x="5184140" y="3679190"/>
            <a:ext cx="27749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spc="-25" dirty="0">
                <a:solidFill>
                  <a:srgbClr val="FFFFFF"/>
                </a:solidFill>
                <a:latin typeface="Arial"/>
                <a:cs typeface="Arial"/>
              </a:rPr>
              <a:t>HW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336" name="object 336"/>
          <p:cNvGrpSpPr/>
          <p:nvPr/>
        </p:nvGrpSpPr>
        <p:grpSpPr>
          <a:xfrm>
            <a:off x="5659754" y="3637915"/>
            <a:ext cx="490220" cy="318770"/>
            <a:chOff x="5659754" y="3637915"/>
            <a:chExt cx="490220" cy="318770"/>
          </a:xfrm>
        </p:grpSpPr>
        <p:sp>
          <p:nvSpPr>
            <p:cNvPr id="337" name="object 337"/>
            <p:cNvSpPr/>
            <p:nvPr/>
          </p:nvSpPr>
          <p:spPr>
            <a:xfrm>
              <a:off x="5669280" y="3656330"/>
              <a:ext cx="13970" cy="283210"/>
            </a:xfrm>
            <a:custGeom>
              <a:avLst/>
              <a:gdLst/>
              <a:ahLst/>
              <a:cxnLst/>
              <a:rect l="l" t="t" r="r" b="b"/>
              <a:pathLst>
                <a:path w="13970" h="283210">
                  <a:moveTo>
                    <a:pt x="13970" y="276872"/>
                  </a:moveTo>
                  <a:lnTo>
                    <a:pt x="7620" y="276872"/>
                  </a:lnTo>
                  <a:lnTo>
                    <a:pt x="7620" y="279400"/>
                  </a:lnTo>
                  <a:lnTo>
                    <a:pt x="10160" y="279400"/>
                  </a:lnTo>
                  <a:lnTo>
                    <a:pt x="10160" y="280670"/>
                  </a:lnTo>
                  <a:lnTo>
                    <a:pt x="11430" y="280670"/>
                  </a:lnTo>
                  <a:lnTo>
                    <a:pt x="11430" y="281940"/>
                  </a:lnTo>
                  <a:lnTo>
                    <a:pt x="12700" y="281940"/>
                  </a:lnTo>
                  <a:lnTo>
                    <a:pt x="12700" y="283210"/>
                  </a:lnTo>
                  <a:lnTo>
                    <a:pt x="13970" y="283210"/>
                  </a:lnTo>
                  <a:lnTo>
                    <a:pt x="13970" y="276872"/>
                  </a:lnTo>
                  <a:close/>
                </a:path>
                <a:path w="13970" h="283210">
                  <a:moveTo>
                    <a:pt x="13970" y="270522"/>
                  </a:moveTo>
                  <a:lnTo>
                    <a:pt x="6350" y="270522"/>
                  </a:lnTo>
                  <a:lnTo>
                    <a:pt x="3810" y="270522"/>
                  </a:lnTo>
                  <a:lnTo>
                    <a:pt x="3810" y="273050"/>
                  </a:lnTo>
                  <a:lnTo>
                    <a:pt x="5080" y="273050"/>
                  </a:lnTo>
                  <a:lnTo>
                    <a:pt x="5080" y="274320"/>
                  </a:lnTo>
                  <a:lnTo>
                    <a:pt x="6350" y="274320"/>
                  </a:lnTo>
                  <a:lnTo>
                    <a:pt x="6350" y="276860"/>
                  </a:lnTo>
                  <a:lnTo>
                    <a:pt x="13970" y="276860"/>
                  </a:lnTo>
                  <a:lnTo>
                    <a:pt x="13970" y="270522"/>
                  </a:lnTo>
                  <a:close/>
                </a:path>
                <a:path w="13970" h="283210">
                  <a:moveTo>
                    <a:pt x="13970" y="16522"/>
                  </a:moveTo>
                  <a:lnTo>
                    <a:pt x="6350" y="16522"/>
                  </a:lnTo>
                  <a:lnTo>
                    <a:pt x="0" y="16522"/>
                  </a:lnTo>
                  <a:lnTo>
                    <a:pt x="0" y="265430"/>
                  </a:lnTo>
                  <a:lnTo>
                    <a:pt x="1270" y="265430"/>
                  </a:lnTo>
                  <a:lnTo>
                    <a:pt x="1270" y="267970"/>
                  </a:lnTo>
                  <a:lnTo>
                    <a:pt x="2540" y="267970"/>
                  </a:lnTo>
                  <a:lnTo>
                    <a:pt x="2540" y="270510"/>
                  </a:lnTo>
                  <a:lnTo>
                    <a:pt x="6350" y="270510"/>
                  </a:lnTo>
                  <a:lnTo>
                    <a:pt x="13970" y="270510"/>
                  </a:lnTo>
                  <a:lnTo>
                    <a:pt x="13970" y="16522"/>
                  </a:lnTo>
                  <a:close/>
                </a:path>
                <a:path w="13970" h="283210">
                  <a:moveTo>
                    <a:pt x="13970" y="10172"/>
                  </a:moveTo>
                  <a:lnTo>
                    <a:pt x="6350" y="10172"/>
                  </a:lnTo>
                  <a:lnTo>
                    <a:pt x="3810" y="10172"/>
                  </a:lnTo>
                  <a:lnTo>
                    <a:pt x="3810" y="11430"/>
                  </a:lnTo>
                  <a:lnTo>
                    <a:pt x="2540" y="11430"/>
                  </a:lnTo>
                  <a:lnTo>
                    <a:pt x="2540" y="13970"/>
                  </a:lnTo>
                  <a:lnTo>
                    <a:pt x="1270" y="13970"/>
                  </a:lnTo>
                  <a:lnTo>
                    <a:pt x="1270" y="16510"/>
                  </a:lnTo>
                  <a:lnTo>
                    <a:pt x="6350" y="16510"/>
                  </a:lnTo>
                  <a:lnTo>
                    <a:pt x="13970" y="16510"/>
                  </a:lnTo>
                  <a:lnTo>
                    <a:pt x="13970" y="10172"/>
                  </a:lnTo>
                  <a:close/>
                </a:path>
                <a:path w="13970" h="283210">
                  <a:moveTo>
                    <a:pt x="13970" y="3822"/>
                  </a:moveTo>
                  <a:lnTo>
                    <a:pt x="7620" y="3822"/>
                  </a:lnTo>
                  <a:lnTo>
                    <a:pt x="7620" y="5080"/>
                  </a:lnTo>
                  <a:lnTo>
                    <a:pt x="6350" y="5080"/>
                  </a:lnTo>
                  <a:lnTo>
                    <a:pt x="6350" y="7620"/>
                  </a:lnTo>
                  <a:lnTo>
                    <a:pt x="5080" y="7620"/>
                  </a:lnTo>
                  <a:lnTo>
                    <a:pt x="5080" y="10160"/>
                  </a:lnTo>
                  <a:lnTo>
                    <a:pt x="6350" y="10160"/>
                  </a:lnTo>
                  <a:lnTo>
                    <a:pt x="13970" y="10160"/>
                  </a:lnTo>
                  <a:lnTo>
                    <a:pt x="13970" y="3822"/>
                  </a:lnTo>
                  <a:close/>
                </a:path>
                <a:path w="13970" h="283210">
                  <a:moveTo>
                    <a:pt x="13970" y="0"/>
                  </a:moveTo>
                  <a:lnTo>
                    <a:pt x="12700" y="0"/>
                  </a:lnTo>
                  <a:lnTo>
                    <a:pt x="12700" y="1270"/>
                  </a:lnTo>
                  <a:lnTo>
                    <a:pt x="10160" y="1270"/>
                  </a:lnTo>
                  <a:lnTo>
                    <a:pt x="10160" y="2540"/>
                  </a:lnTo>
                  <a:lnTo>
                    <a:pt x="8890" y="2540"/>
                  </a:lnTo>
                  <a:lnTo>
                    <a:pt x="8890" y="3810"/>
                  </a:lnTo>
                  <a:lnTo>
                    <a:pt x="13970" y="3810"/>
                  </a:lnTo>
                  <a:lnTo>
                    <a:pt x="13970" y="0"/>
                  </a:lnTo>
                  <a:close/>
                </a:path>
              </a:pathLst>
            </a:custGeom>
            <a:solidFill>
              <a:srgbClr val="BFBF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5683249" y="3651250"/>
              <a:ext cx="7620" cy="293370"/>
            </a:xfrm>
            <a:custGeom>
              <a:avLst/>
              <a:gdLst/>
              <a:ahLst/>
              <a:cxnLst/>
              <a:rect l="l" t="t" r="r" b="b"/>
              <a:pathLst>
                <a:path w="7620" h="293370">
                  <a:moveTo>
                    <a:pt x="7620" y="0"/>
                  </a:moveTo>
                  <a:lnTo>
                    <a:pt x="6350" y="0"/>
                  </a:lnTo>
                  <a:lnTo>
                    <a:pt x="6350" y="1269"/>
                  </a:lnTo>
                  <a:lnTo>
                    <a:pt x="3810" y="1269"/>
                  </a:lnTo>
                  <a:lnTo>
                    <a:pt x="3810" y="2539"/>
                  </a:lnTo>
                  <a:lnTo>
                    <a:pt x="7620" y="2539"/>
                  </a:lnTo>
                  <a:lnTo>
                    <a:pt x="7620" y="0"/>
                  </a:lnTo>
                  <a:close/>
                </a:path>
                <a:path w="7620" h="293370">
                  <a:moveTo>
                    <a:pt x="7620" y="2540"/>
                  </a:moveTo>
                  <a:lnTo>
                    <a:pt x="1270" y="2540"/>
                  </a:lnTo>
                  <a:lnTo>
                    <a:pt x="1270" y="3810"/>
                  </a:lnTo>
                  <a:lnTo>
                    <a:pt x="0" y="3810"/>
                  </a:lnTo>
                  <a:lnTo>
                    <a:pt x="0" y="8889"/>
                  </a:lnTo>
                  <a:lnTo>
                    <a:pt x="7620" y="8889"/>
                  </a:lnTo>
                  <a:lnTo>
                    <a:pt x="7620" y="2540"/>
                  </a:lnTo>
                  <a:close/>
                </a:path>
                <a:path w="7620" h="293370">
                  <a:moveTo>
                    <a:pt x="762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7620" y="15239"/>
                  </a:lnTo>
                  <a:lnTo>
                    <a:pt x="7620" y="8890"/>
                  </a:lnTo>
                  <a:close/>
                </a:path>
                <a:path w="7620" h="293370">
                  <a:moveTo>
                    <a:pt x="7620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7620" y="21589"/>
                  </a:lnTo>
                  <a:lnTo>
                    <a:pt x="7620" y="15240"/>
                  </a:lnTo>
                  <a:close/>
                </a:path>
                <a:path w="7620" h="293370">
                  <a:moveTo>
                    <a:pt x="7620" y="21590"/>
                  </a:moveTo>
                  <a:lnTo>
                    <a:pt x="0" y="21590"/>
                  </a:lnTo>
                  <a:lnTo>
                    <a:pt x="0" y="275589"/>
                  </a:lnTo>
                  <a:lnTo>
                    <a:pt x="7620" y="275589"/>
                  </a:lnTo>
                  <a:lnTo>
                    <a:pt x="7620" y="21590"/>
                  </a:lnTo>
                  <a:close/>
                </a:path>
                <a:path w="7620" h="293370">
                  <a:moveTo>
                    <a:pt x="7620" y="275590"/>
                  </a:moveTo>
                  <a:lnTo>
                    <a:pt x="0" y="275590"/>
                  </a:lnTo>
                  <a:lnTo>
                    <a:pt x="0" y="281939"/>
                  </a:lnTo>
                  <a:lnTo>
                    <a:pt x="7620" y="281939"/>
                  </a:lnTo>
                  <a:lnTo>
                    <a:pt x="7620" y="275590"/>
                  </a:lnTo>
                  <a:close/>
                </a:path>
                <a:path w="7620" h="293370">
                  <a:moveTo>
                    <a:pt x="7620" y="281940"/>
                  </a:moveTo>
                  <a:lnTo>
                    <a:pt x="0" y="281940"/>
                  </a:lnTo>
                  <a:lnTo>
                    <a:pt x="0" y="288289"/>
                  </a:lnTo>
                  <a:lnTo>
                    <a:pt x="7620" y="288289"/>
                  </a:lnTo>
                  <a:lnTo>
                    <a:pt x="7620" y="281940"/>
                  </a:lnTo>
                  <a:close/>
                </a:path>
                <a:path w="7620" h="293370">
                  <a:moveTo>
                    <a:pt x="7620" y="288290"/>
                  </a:moveTo>
                  <a:lnTo>
                    <a:pt x="0" y="288290"/>
                  </a:lnTo>
                  <a:lnTo>
                    <a:pt x="0" y="289560"/>
                  </a:lnTo>
                  <a:lnTo>
                    <a:pt x="1270" y="289560"/>
                  </a:lnTo>
                  <a:lnTo>
                    <a:pt x="1270" y="290830"/>
                  </a:lnTo>
                  <a:lnTo>
                    <a:pt x="3810" y="290830"/>
                  </a:lnTo>
                  <a:lnTo>
                    <a:pt x="3810" y="292100"/>
                  </a:lnTo>
                  <a:lnTo>
                    <a:pt x="6350" y="292100"/>
                  </a:lnTo>
                  <a:lnTo>
                    <a:pt x="6350" y="293369"/>
                  </a:lnTo>
                  <a:lnTo>
                    <a:pt x="7620" y="293369"/>
                  </a:lnTo>
                  <a:lnTo>
                    <a:pt x="7620" y="288290"/>
                  </a:lnTo>
                  <a:close/>
                </a:path>
              </a:pathLst>
            </a:custGeom>
            <a:solidFill>
              <a:srgbClr val="BEBE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5690869" y="3648710"/>
              <a:ext cx="7620" cy="298450"/>
            </a:xfrm>
            <a:custGeom>
              <a:avLst/>
              <a:gdLst/>
              <a:ahLst/>
              <a:cxnLst/>
              <a:rect l="l" t="t" r="r" b="b"/>
              <a:pathLst>
                <a:path w="7620" h="298450">
                  <a:moveTo>
                    <a:pt x="7619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5079"/>
                  </a:lnTo>
                  <a:lnTo>
                    <a:pt x="7619" y="5079"/>
                  </a:lnTo>
                  <a:lnTo>
                    <a:pt x="7619" y="0"/>
                  </a:lnTo>
                  <a:close/>
                </a:path>
                <a:path w="7620" h="298450">
                  <a:moveTo>
                    <a:pt x="761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7619" y="11429"/>
                  </a:lnTo>
                  <a:lnTo>
                    <a:pt x="7619" y="5080"/>
                  </a:lnTo>
                  <a:close/>
                </a:path>
                <a:path w="7620" h="298450">
                  <a:moveTo>
                    <a:pt x="761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7619" y="17779"/>
                  </a:lnTo>
                  <a:lnTo>
                    <a:pt x="7619" y="11430"/>
                  </a:lnTo>
                  <a:close/>
                </a:path>
                <a:path w="7620" h="298450">
                  <a:moveTo>
                    <a:pt x="7619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7619" y="24129"/>
                  </a:lnTo>
                  <a:lnTo>
                    <a:pt x="7619" y="17780"/>
                  </a:lnTo>
                  <a:close/>
                </a:path>
                <a:path w="7620" h="298450">
                  <a:moveTo>
                    <a:pt x="7619" y="24130"/>
                  </a:moveTo>
                  <a:lnTo>
                    <a:pt x="0" y="24130"/>
                  </a:lnTo>
                  <a:lnTo>
                    <a:pt x="0" y="278129"/>
                  </a:lnTo>
                  <a:lnTo>
                    <a:pt x="7619" y="278129"/>
                  </a:lnTo>
                  <a:lnTo>
                    <a:pt x="7619" y="24130"/>
                  </a:lnTo>
                  <a:close/>
                </a:path>
                <a:path w="7620" h="298450">
                  <a:moveTo>
                    <a:pt x="7619" y="278130"/>
                  </a:moveTo>
                  <a:lnTo>
                    <a:pt x="0" y="278130"/>
                  </a:lnTo>
                  <a:lnTo>
                    <a:pt x="0" y="284479"/>
                  </a:lnTo>
                  <a:lnTo>
                    <a:pt x="7619" y="284479"/>
                  </a:lnTo>
                  <a:lnTo>
                    <a:pt x="7619" y="278130"/>
                  </a:lnTo>
                  <a:close/>
                </a:path>
                <a:path w="7620" h="298450">
                  <a:moveTo>
                    <a:pt x="7619" y="284480"/>
                  </a:moveTo>
                  <a:lnTo>
                    <a:pt x="0" y="284480"/>
                  </a:lnTo>
                  <a:lnTo>
                    <a:pt x="0" y="290829"/>
                  </a:lnTo>
                  <a:lnTo>
                    <a:pt x="7619" y="290829"/>
                  </a:lnTo>
                  <a:lnTo>
                    <a:pt x="7619" y="284480"/>
                  </a:lnTo>
                  <a:close/>
                </a:path>
                <a:path w="7620" h="298450">
                  <a:moveTo>
                    <a:pt x="7619" y="290830"/>
                  </a:moveTo>
                  <a:lnTo>
                    <a:pt x="0" y="290830"/>
                  </a:lnTo>
                  <a:lnTo>
                    <a:pt x="0" y="295909"/>
                  </a:lnTo>
                  <a:lnTo>
                    <a:pt x="1269" y="295909"/>
                  </a:lnTo>
                  <a:lnTo>
                    <a:pt x="1269" y="297179"/>
                  </a:lnTo>
                  <a:lnTo>
                    <a:pt x="7619" y="297179"/>
                  </a:lnTo>
                  <a:lnTo>
                    <a:pt x="7619" y="290830"/>
                  </a:lnTo>
                  <a:close/>
                </a:path>
                <a:path w="7620" h="298450">
                  <a:moveTo>
                    <a:pt x="7619" y="297180"/>
                  </a:moveTo>
                  <a:lnTo>
                    <a:pt x="5079" y="297180"/>
                  </a:lnTo>
                  <a:lnTo>
                    <a:pt x="5079" y="298450"/>
                  </a:lnTo>
                  <a:lnTo>
                    <a:pt x="7619" y="298450"/>
                  </a:lnTo>
                  <a:lnTo>
                    <a:pt x="7619" y="297180"/>
                  </a:lnTo>
                  <a:close/>
                </a:path>
              </a:pathLst>
            </a:custGeom>
            <a:solidFill>
              <a:srgbClr val="BDBD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5698489" y="3647440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3810" y="0"/>
                  </a:lnTo>
                  <a:lnTo>
                    <a:pt x="3810" y="1269"/>
                  </a:lnTo>
                  <a:lnTo>
                    <a:pt x="0" y="1269"/>
                  </a:lnTo>
                  <a:lnTo>
                    <a:pt x="0" y="6349"/>
                  </a:lnTo>
                  <a:lnTo>
                    <a:pt x="7620" y="6349"/>
                  </a:lnTo>
                  <a:lnTo>
                    <a:pt x="7620" y="0"/>
                  </a:lnTo>
                  <a:close/>
                </a:path>
                <a:path w="7620" h="299720">
                  <a:moveTo>
                    <a:pt x="762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7620" y="12699"/>
                  </a:lnTo>
                  <a:lnTo>
                    <a:pt x="7620" y="6349"/>
                  </a:lnTo>
                  <a:close/>
                </a:path>
                <a:path w="7620" h="299720">
                  <a:moveTo>
                    <a:pt x="762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7620" y="19049"/>
                  </a:lnTo>
                  <a:lnTo>
                    <a:pt x="7620" y="12699"/>
                  </a:lnTo>
                  <a:close/>
                </a:path>
                <a:path w="7620" h="299720">
                  <a:moveTo>
                    <a:pt x="7620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7620" y="25399"/>
                  </a:lnTo>
                  <a:lnTo>
                    <a:pt x="7620" y="19049"/>
                  </a:lnTo>
                  <a:close/>
                </a:path>
                <a:path w="7620" h="299720">
                  <a:moveTo>
                    <a:pt x="7620" y="25399"/>
                  </a:moveTo>
                  <a:lnTo>
                    <a:pt x="0" y="25399"/>
                  </a:lnTo>
                  <a:lnTo>
                    <a:pt x="0" y="279399"/>
                  </a:lnTo>
                  <a:lnTo>
                    <a:pt x="7620" y="279399"/>
                  </a:lnTo>
                  <a:lnTo>
                    <a:pt x="7620" y="25399"/>
                  </a:lnTo>
                  <a:close/>
                </a:path>
                <a:path w="7620" h="299720">
                  <a:moveTo>
                    <a:pt x="7620" y="279399"/>
                  </a:moveTo>
                  <a:lnTo>
                    <a:pt x="0" y="279399"/>
                  </a:lnTo>
                  <a:lnTo>
                    <a:pt x="0" y="285749"/>
                  </a:lnTo>
                  <a:lnTo>
                    <a:pt x="7620" y="285749"/>
                  </a:lnTo>
                  <a:lnTo>
                    <a:pt x="7620" y="279399"/>
                  </a:lnTo>
                  <a:close/>
                </a:path>
                <a:path w="7620" h="299720">
                  <a:moveTo>
                    <a:pt x="7620" y="285749"/>
                  </a:moveTo>
                  <a:lnTo>
                    <a:pt x="0" y="285749"/>
                  </a:lnTo>
                  <a:lnTo>
                    <a:pt x="0" y="292099"/>
                  </a:lnTo>
                  <a:lnTo>
                    <a:pt x="7620" y="292099"/>
                  </a:lnTo>
                  <a:lnTo>
                    <a:pt x="7620" y="285749"/>
                  </a:lnTo>
                  <a:close/>
                </a:path>
                <a:path w="7620" h="299720">
                  <a:moveTo>
                    <a:pt x="7620" y="292099"/>
                  </a:moveTo>
                  <a:lnTo>
                    <a:pt x="0" y="292099"/>
                  </a:lnTo>
                  <a:lnTo>
                    <a:pt x="0" y="298449"/>
                  </a:lnTo>
                  <a:lnTo>
                    <a:pt x="7620" y="298449"/>
                  </a:lnTo>
                  <a:lnTo>
                    <a:pt x="7620" y="292099"/>
                  </a:lnTo>
                  <a:close/>
                </a:path>
                <a:path w="7620" h="299720">
                  <a:moveTo>
                    <a:pt x="7620" y="298449"/>
                  </a:moveTo>
                  <a:lnTo>
                    <a:pt x="0" y="298449"/>
                  </a:lnTo>
                  <a:lnTo>
                    <a:pt x="0" y="299719"/>
                  </a:lnTo>
                  <a:lnTo>
                    <a:pt x="7620" y="299719"/>
                  </a:lnTo>
                  <a:lnTo>
                    <a:pt x="7620" y="298449"/>
                  </a:lnTo>
                  <a:close/>
                </a:path>
              </a:pathLst>
            </a:custGeom>
            <a:solidFill>
              <a:srgbClr val="BDBD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1" name="object 34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706109" y="3647440"/>
              <a:ext cx="397510" cy="299719"/>
            </a:xfrm>
            <a:prstGeom prst="rect">
              <a:avLst/>
            </a:prstGeom>
          </p:spPr>
        </p:pic>
        <p:sp>
          <p:nvSpPr>
            <p:cNvPr id="342" name="object 342"/>
            <p:cNvSpPr/>
            <p:nvPr/>
          </p:nvSpPr>
          <p:spPr>
            <a:xfrm>
              <a:off x="6103619" y="3647440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507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7619" y="6349"/>
                  </a:lnTo>
                  <a:lnTo>
                    <a:pt x="7619" y="1269"/>
                  </a:lnTo>
                  <a:lnTo>
                    <a:pt x="5079" y="1269"/>
                  </a:lnTo>
                  <a:lnTo>
                    <a:pt x="5079" y="0"/>
                  </a:lnTo>
                  <a:close/>
                </a:path>
                <a:path w="7620" h="299720">
                  <a:moveTo>
                    <a:pt x="761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7619" y="12699"/>
                  </a:lnTo>
                  <a:lnTo>
                    <a:pt x="7619" y="6349"/>
                  </a:lnTo>
                  <a:close/>
                </a:path>
                <a:path w="7620" h="299720">
                  <a:moveTo>
                    <a:pt x="761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7619" y="19049"/>
                  </a:lnTo>
                  <a:lnTo>
                    <a:pt x="7619" y="12699"/>
                  </a:lnTo>
                  <a:close/>
                </a:path>
                <a:path w="7620" h="299720">
                  <a:moveTo>
                    <a:pt x="7619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7619" y="25399"/>
                  </a:lnTo>
                  <a:lnTo>
                    <a:pt x="7619" y="19049"/>
                  </a:lnTo>
                  <a:close/>
                </a:path>
                <a:path w="7620" h="299720">
                  <a:moveTo>
                    <a:pt x="7619" y="25399"/>
                  </a:moveTo>
                  <a:lnTo>
                    <a:pt x="0" y="25399"/>
                  </a:lnTo>
                  <a:lnTo>
                    <a:pt x="0" y="279399"/>
                  </a:lnTo>
                  <a:lnTo>
                    <a:pt x="7619" y="279399"/>
                  </a:lnTo>
                  <a:lnTo>
                    <a:pt x="7619" y="25399"/>
                  </a:lnTo>
                  <a:close/>
                </a:path>
                <a:path w="7620" h="299720">
                  <a:moveTo>
                    <a:pt x="7619" y="279399"/>
                  </a:moveTo>
                  <a:lnTo>
                    <a:pt x="0" y="279399"/>
                  </a:lnTo>
                  <a:lnTo>
                    <a:pt x="0" y="285749"/>
                  </a:lnTo>
                  <a:lnTo>
                    <a:pt x="7619" y="285749"/>
                  </a:lnTo>
                  <a:lnTo>
                    <a:pt x="7619" y="279399"/>
                  </a:lnTo>
                  <a:close/>
                </a:path>
                <a:path w="7620" h="299720">
                  <a:moveTo>
                    <a:pt x="7619" y="285749"/>
                  </a:moveTo>
                  <a:lnTo>
                    <a:pt x="0" y="285749"/>
                  </a:lnTo>
                  <a:lnTo>
                    <a:pt x="0" y="292099"/>
                  </a:lnTo>
                  <a:lnTo>
                    <a:pt x="7619" y="292099"/>
                  </a:lnTo>
                  <a:lnTo>
                    <a:pt x="7619" y="285749"/>
                  </a:lnTo>
                  <a:close/>
                </a:path>
                <a:path w="7620" h="299720">
                  <a:moveTo>
                    <a:pt x="7619" y="292099"/>
                  </a:moveTo>
                  <a:lnTo>
                    <a:pt x="0" y="292099"/>
                  </a:lnTo>
                  <a:lnTo>
                    <a:pt x="0" y="298449"/>
                  </a:lnTo>
                  <a:lnTo>
                    <a:pt x="7619" y="298449"/>
                  </a:lnTo>
                  <a:lnTo>
                    <a:pt x="7619" y="292099"/>
                  </a:lnTo>
                  <a:close/>
                </a:path>
                <a:path w="7620" h="299720">
                  <a:moveTo>
                    <a:pt x="7619" y="298449"/>
                  </a:moveTo>
                  <a:lnTo>
                    <a:pt x="0" y="298449"/>
                  </a:lnTo>
                  <a:lnTo>
                    <a:pt x="0" y="299719"/>
                  </a:lnTo>
                  <a:lnTo>
                    <a:pt x="7619" y="299719"/>
                  </a:lnTo>
                  <a:lnTo>
                    <a:pt x="7619" y="298449"/>
                  </a:lnTo>
                  <a:close/>
                </a:path>
              </a:pathLst>
            </a:custGeom>
            <a:solidFill>
              <a:srgbClr val="BBBB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6111239" y="3648710"/>
              <a:ext cx="7620" cy="298450"/>
            </a:xfrm>
            <a:custGeom>
              <a:avLst/>
              <a:gdLst/>
              <a:ahLst/>
              <a:cxnLst/>
              <a:rect l="l" t="t" r="r" b="b"/>
              <a:pathLst>
                <a:path w="7620" h="298450">
                  <a:moveTo>
                    <a:pt x="127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7620" y="5079"/>
                  </a:lnTo>
                  <a:lnTo>
                    <a:pt x="762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7620" h="298450">
                  <a:moveTo>
                    <a:pt x="762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7620" y="11429"/>
                  </a:lnTo>
                  <a:lnTo>
                    <a:pt x="7620" y="5080"/>
                  </a:lnTo>
                  <a:close/>
                </a:path>
                <a:path w="7620" h="298450">
                  <a:moveTo>
                    <a:pt x="762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7620" y="17779"/>
                  </a:lnTo>
                  <a:lnTo>
                    <a:pt x="7620" y="11430"/>
                  </a:lnTo>
                  <a:close/>
                </a:path>
                <a:path w="7620" h="298450">
                  <a:moveTo>
                    <a:pt x="762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7620" y="24129"/>
                  </a:lnTo>
                  <a:lnTo>
                    <a:pt x="7620" y="17780"/>
                  </a:lnTo>
                  <a:close/>
                </a:path>
                <a:path w="7620" h="298450">
                  <a:moveTo>
                    <a:pt x="7620" y="24130"/>
                  </a:moveTo>
                  <a:lnTo>
                    <a:pt x="0" y="24130"/>
                  </a:lnTo>
                  <a:lnTo>
                    <a:pt x="0" y="278129"/>
                  </a:lnTo>
                  <a:lnTo>
                    <a:pt x="7620" y="278129"/>
                  </a:lnTo>
                  <a:lnTo>
                    <a:pt x="7620" y="24130"/>
                  </a:lnTo>
                  <a:close/>
                </a:path>
                <a:path w="7620" h="298450">
                  <a:moveTo>
                    <a:pt x="7620" y="278130"/>
                  </a:moveTo>
                  <a:lnTo>
                    <a:pt x="0" y="278130"/>
                  </a:lnTo>
                  <a:lnTo>
                    <a:pt x="0" y="284479"/>
                  </a:lnTo>
                  <a:lnTo>
                    <a:pt x="7620" y="284479"/>
                  </a:lnTo>
                  <a:lnTo>
                    <a:pt x="7620" y="278130"/>
                  </a:lnTo>
                  <a:close/>
                </a:path>
                <a:path w="7620" h="298450">
                  <a:moveTo>
                    <a:pt x="7620" y="284480"/>
                  </a:moveTo>
                  <a:lnTo>
                    <a:pt x="0" y="284480"/>
                  </a:lnTo>
                  <a:lnTo>
                    <a:pt x="0" y="290829"/>
                  </a:lnTo>
                  <a:lnTo>
                    <a:pt x="7620" y="290829"/>
                  </a:lnTo>
                  <a:lnTo>
                    <a:pt x="7620" y="284480"/>
                  </a:lnTo>
                  <a:close/>
                </a:path>
                <a:path w="7620" h="298450">
                  <a:moveTo>
                    <a:pt x="7620" y="290830"/>
                  </a:moveTo>
                  <a:lnTo>
                    <a:pt x="0" y="290830"/>
                  </a:lnTo>
                  <a:lnTo>
                    <a:pt x="0" y="297179"/>
                  </a:lnTo>
                  <a:lnTo>
                    <a:pt x="7620" y="297179"/>
                  </a:lnTo>
                  <a:lnTo>
                    <a:pt x="7620" y="290830"/>
                  </a:lnTo>
                  <a:close/>
                </a:path>
                <a:path w="7620" h="298450">
                  <a:moveTo>
                    <a:pt x="1270" y="297180"/>
                  </a:moveTo>
                  <a:lnTo>
                    <a:pt x="0" y="297180"/>
                  </a:lnTo>
                  <a:lnTo>
                    <a:pt x="0" y="298450"/>
                  </a:lnTo>
                  <a:lnTo>
                    <a:pt x="1270" y="298450"/>
                  </a:lnTo>
                  <a:lnTo>
                    <a:pt x="1270" y="297180"/>
                  </a:lnTo>
                  <a:close/>
                </a:path>
              </a:pathLst>
            </a:custGeom>
            <a:solidFill>
              <a:srgbClr val="BBBB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6118859" y="3649980"/>
              <a:ext cx="7620" cy="294640"/>
            </a:xfrm>
            <a:custGeom>
              <a:avLst/>
              <a:gdLst/>
              <a:ahLst/>
              <a:cxnLst/>
              <a:rect l="l" t="t" r="r" b="b"/>
              <a:pathLst>
                <a:path w="7620" h="294639">
                  <a:moveTo>
                    <a:pt x="127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5079" y="3810"/>
                  </a:lnTo>
                  <a:lnTo>
                    <a:pt x="5079" y="2540"/>
                  </a:lnTo>
                  <a:lnTo>
                    <a:pt x="2539" y="2540"/>
                  </a:lnTo>
                  <a:lnTo>
                    <a:pt x="2539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7620" h="294639">
                  <a:moveTo>
                    <a:pt x="761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7619" y="10160"/>
                  </a:lnTo>
                  <a:lnTo>
                    <a:pt x="7619" y="3810"/>
                  </a:lnTo>
                  <a:close/>
                </a:path>
                <a:path w="7620" h="294639">
                  <a:moveTo>
                    <a:pt x="761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7619" y="16510"/>
                  </a:lnTo>
                  <a:lnTo>
                    <a:pt x="7619" y="10160"/>
                  </a:lnTo>
                  <a:close/>
                </a:path>
                <a:path w="7620" h="294639">
                  <a:moveTo>
                    <a:pt x="7619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7619" y="22860"/>
                  </a:lnTo>
                  <a:lnTo>
                    <a:pt x="7619" y="16510"/>
                  </a:lnTo>
                  <a:close/>
                </a:path>
                <a:path w="7620" h="294639">
                  <a:moveTo>
                    <a:pt x="7619" y="22860"/>
                  </a:moveTo>
                  <a:lnTo>
                    <a:pt x="0" y="22860"/>
                  </a:lnTo>
                  <a:lnTo>
                    <a:pt x="0" y="276860"/>
                  </a:lnTo>
                  <a:lnTo>
                    <a:pt x="7619" y="276860"/>
                  </a:lnTo>
                  <a:lnTo>
                    <a:pt x="7619" y="22860"/>
                  </a:lnTo>
                  <a:close/>
                </a:path>
                <a:path w="7620" h="294639">
                  <a:moveTo>
                    <a:pt x="7619" y="276860"/>
                  </a:moveTo>
                  <a:lnTo>
                    <a:pt x="0" y="276860"/>
                  </a:lnTo>
                  <a:lnTo>
                    <a:pt x="0" y="283210"/>
                  </a:lnTo>
                  <a:lnTo>
                    <a:pt x="7619" y="283210"/>
                  </a:lnTo>
                  <a:lnTo>
                    <a:pt x="7619" y="276860"/>
                  </a:lnTo>
                  <a:close/>
                </a:path>
                <a:path w="7620" h="294639">
                  <a:moveTo>
                    <a:pt x="7619" y="283210"/>
                  </a:moveTo>
                  <a:lnTo>
                    <a:pt x="0" y="283210"/>
                  </a:lnTo>
                  <a:lnTo>
                    <a:pt x="0" y="289560"/>
                  </a:lnTo>
                  <a:lnTo>
                    <a:pt x="7619" y="289560"/>
                  </a:lnTo>
                  <a:lnTo>
                    <a:pt x="7619" y="283210"/>
                  </a:lnTo>
                  <a:close/>
                </a:path>
                <a:path w="7620" h="294639">
                  <a:moveTo>
                    <a:pt x="7619" y="289560"/>
                  </a:moveTo>
                  <a:lnTo>
                    <a:pt x="0" y="289560"/>
                  </a:lnTo>
                  <a:lnTo>
                    <a:pt x="0" y="294640"/>
                  </a:lnTo>
                  <a:lnTo>
                    <a:pt x="2539" y="294640"/>
                  </a:lnTo>
                  <a:lnTo>
                    <a:pt x="2539" y="293370"/>
                  </a:lnTo>
                  <a:lnTo>
                    <a:pt x="5079" y="293370"/>
                  </a:lnTo>
                  <a:lnTo>
                    <a:pt x="5079" y="292100"/>
                  </a:lnTo>
                  <a:lnTo>
                    <a:pt x="7619" y="292100"/>
                  </a:lnTo>
                  <a:lnTo>
                    <a:pt x="7619" y="289560"/>
                  </a:lnTo>
                  <a:close/>
                </a:path>
              </a:pathLst>
            </a:custGeom>
            <a:solidFill>
              <a:srgbClr val="BCBC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5"/>
            <p:cNvSpPr/>
            <p:nvPr/>
          </p:nvSpPr>
          <p:spPr>
            <a:xfrm>
              <a:off x="6126479" y="3655060"/>
              <a:ext cx="7620" cy="285750"/>
            </a:xfrm>
            <a:custGeom>
              <a:avLst/>
              <a:gdLst/>
              <a:ahLst/>
              <a:cxnLst/>
              <a:rect l="l" t="t" r="r" b="b"/>
              <a:pathLst>
                <a:path w="7620" h="285750">
                  <a:moveTo>
                    <a:pt x="127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6350" y="5079"/>
                  </a:lnTo>
                  <a:lnTo>
                    <a:pt x="6350" y="3809"/>
                  </a:lnTo>
                  <a:lnTo>
                    <a:pt x="5080" y="3809"/>
                  </a:lnTo>
                  <a:lnTo>
                    <a:pt x="5080" y="2539"/>
                  </a:lnTo>
                  <a:lnTo>
                    <a:pt x="2539" y="2539"/>
                  </a:lnTo>
                  <a:lnTo>
                    <a:pt x="2539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7620" h="285750">
                  <a:moveTo>
                    <a:pt x="762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7620" y="11429"/>
                  </a:lnTo>
                  <a:lnTo>
                    <a:pt x="7620" y="5080"/>
                  </a:lnTo>
                  <a:close/>
                </a:path>
                <a:path w="7620" h="285750">
                  <a:moveTo>
                    <a:pt x="762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7620" y="17779"/>
                  </a:lnTo>
                  <a:lnTo>
                    <a:pt x="7620" y="11430"/>
                  </a:lnTo>
                  <a:close/>
                </a:path>
                <a:path w="7620" h="285750">
                  <a:moveTo>
                    <a:pt x="7620" y="17780"/>
                  </a:moveTo>
                  <a:lnTo>
                    <a:pt x="0" y="17780"/>
                  </a:lnTo>
                  <a:lnTo>
                    <a:pt x="0" y="271779"/>
                  </a:lnTo>
                  <a:lnTo>
                    <a:pt x="7620" y="271779"/>
                  </a:lnTo>
                  <a:lnTo>
                    <a:pt x="7620" y="17780"/>
                  </a:lnTo>
                  <a:close/>
                </a:path>
                <a:path w="7620" h="285750">
                  <a:moveTo>
                    <a:pt x="7620" y="271780"/>
                  </a:moveTo>
                  <a:lnTo>
                    <a:pt x="0" y="271780"/>
                  </a:lnTo>
                  <a:lnTo>
                    <a:pt x="0" y="278129"/>
                  </a:lnTo>
                  <a:lnTo>
                    <a:pt x="7620" y="278129"/>
                  </a:lnTo>
                  <a:lnTo>
                    <a:pt x="7620" y="271780"/>
                  </a:lnTo>
                  <a:close/>
                </a:path>
                <a:path w="7620" h="285750">
                  <a:moveTo>
                    <a:pt x="7620" y="278130"/>
                  </a:moveTo>
                  <a:lnTo>
                    <a:pt x="0" y="278130"/>
                  </a:lnTo>
                  <a:lnTo>
                    <a:pt x="0" y="284479"/>
                  </a:lnTo>
                  <a:lnTo>
                    <a:pt x="2539" y="284479"/>
                  </a:lnTo>
                  <a:lnTo>
                    <a:pt x="2539" y="283209"/>
                  </a:lnTo>
                  <a:lnTo>
                    <a:pt x="3810" y="283209"/>
                  </a:lnTo>
                  <a:lnTo>
                    <a:pt x="3810" y="281939"/>
                  </a:lnTo>
                  <a:lnTo>
                    <a:pt x="5080" y="281939"/>
                  </a:lnTo>
                  <a:lnTo>
                    <a:pt x="5080" y="280669"/>
                  </a:lnTo>
                  <a:lnTo>
                    <a:pt x="7620" y="280669"/>
                  </a:lnTo>
                  <a:lnTo>
                    <a:pt x="7620" y="278130"/>
                  </a:lnTo>
                  <a:close/>
                </a:path>
                <a:path w="7620" h="285750">
                  <a:moveTo>
                    <a:pt x="1270" y="284480"/>
                  </a:moveTo>
                  <a:lnTo>
                    <a:pt x="0" y="284480"/>
                  </a:lnTo>
                  <a:lnTo>
                    <a:pt x="0" y="285750"/>
                  </a:lnTo>
                  <a:lnTo>
                    <a:pt x="1270" y="285750"/>
                  </a:lnTo>
                  <a:lnTo>
                    <a:pt x="1270" y="284480"/>
                  </a:lnTo>
                  <a:close/>
                </a:path>
              </a:pathLst>
            </a:custGeom>
            <a:solidFill>
              <a:srgbClr val="BDBD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" name="object 346"/>
            <p:cNvSpPr/>
            <p:nvPr/>
          </p:nvSpPr>
          <p:spPr>
            <a:xfrm>
              <a:off x="6134099" y="3661410"/>
              <a:ext cx="7620" cy="273050"/>
            </a:xfrm>
            <a:custGeom>
              <a:avLst/>
              <a:gdLst/>
              <a:ahLst/>
              <a:cxnLst/>
              <a:rect l="l" t="t" r="r" b="b"/>
              <a:pathLst>
                <a:path w="7620" h="273050">
                  <a:moveTo>
                    <a:pt x="126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3809"/>
                  </a:lnTo>
                  <a:lnTo>
                    <a:pt x="2539" y="3809"/>
                  </a:lnTo>
                  <a:lnTo>
                    <a:pt x="253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7620" h="273050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6350" y="11429"/>
                  </a:lnTo>
                  <a:lnTo>
                    <a:pt x="6350" y="10159"/>
                  </a:lnTo>
                  <a:lnTo>
                    <a:pt x="5079" y="10159"/>
                  </a:lnTo>
                  <a:lnTo>
                    <a:pt x="5080" y="7619"/>
                  </a:lnTo>
                  <a:lnTo>
                    <a:pt x="3810" y="7619"/>
                  </a:lnTo>
                  <a:lnTo>
                    <a:pt x="3810" y="5080"/>
                  </a:lnTo>
                  <a:close/>
                </a:path>
                <a:path w="7620" h="273050">
                  <a:moveTo>
                    <a:pt x="6350" y="11430"/>
                  </a:moveTo>
                  <a:lnTo>
                    <a:pt x="0" y="11430"/>
                  </a:lnTo>
                  <a:lnTo>
                    <a:pt x="0" y="265429"/>
                  </a:lnTo>
                  <a:lnTo>
                    <a:pt x="5080" y="265429"/>
                  </a:lnTo>
                  <a:lnTo>
                    <a:pt x="5080" y="264159"/>
                  </a:lnTo>
                  <a:lnTo>
                    <a:pt x="6350" y="264159"/>
                  </a:lnTo>
                  <a:lnTo>
                    <a:pt x="6350" y="260350"/>
                  </a:lnTo>
                  <a:lnTo>
                    <a:pt x="7620" y="260350"/>
                  </a:lnTo>
                  <a:lnTo>
                    <a:pt x="7620" y="12700"/>
                  </a:lnTo>
                  <a:lnTo>
                    <a:pt x="6350" y="12700"/>
                  </a:lnTo>
                  <a:lnTo>
                    <a:pt x="6350" y="11430"/>
                  </a:lnTo>
                  <a:close/>
                </a:path>
                <a:path w="7620" h="273050">
                  <a:moveTo>
                    <a:pt x="5079" y="265430"/>
                  </a:moveTo>
                  <a:lnTo>
                    <a:pt x="0" y="265430"/>
                  </a:lnTo>
                  <a:lnTo>
                    <a:pt x="0" y="271779"/>
                  </a:lnTo>
                  <a:lnTo>
                    <a:pt x="1269" y="271779"/>
                  </a:lnTo>
                  <a:lnTo>
                    <a:pt x="1269" y="270509"/>
                  </a:lnTo>
                  <a:lnTo>
                    <a:pt x="2539" y="270509"/>
                  </a:lnTo>
                  <a:lnTo>
                    <a:pt x="2539" y="269239"/>
                  </a:lnTo>
                  <a:lnTo>
                    <a:pt x="3810" y="269239"/>
                  </a:lnTo>
                  <a:lnTo>
                    <a:pt x="3810" y="266700"/>
                  </a:lnTo>
                  <a:lnTo>
                    <a:pt x="5079" y="266700"/>
                  </a:lnTo>
                  <a:lnTo>
                    <a:pt x="5079" y="265430"/>
                  </a:lnTo>
                  <a:close/>
                </a:path>
                <a:path w="7620" h="273050">
                  <a:moveTo>
                    <a:pt x="1270" y="271780"/>
                  </a:moveTo>
                  <a:lnTo>
                    <a:pt x="0" y="271780"/>
                  </a:lnTo>
                  <a:lnTo>
                    <a:pt x="0" y="273050"/>
                  </a:lnTo>
                  <a:lnTo>
                    <a:pt x="1270" y="273050"/>
                  </a:lnTo>
                  <a:lnTo>
                    <a:pt x="1270" y="271780"/>
                  </a:lnTo>
                  <a:close/>
                </a:path>
              </a:pathLst>
            </a:custGeom>
            <a:solidFill>
              <a:srgbClr val="BDBD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6141719" y="3674110"/>
              <a:ext cx="0" cy="247650"/>
            </a:xfrm>
            <a:custGeom>
              <a:avLst/>
              <a:gdLst/>
              <a:ahLst/>
              <a:cxnLst/>
              <a:rect l="l" t="t" r="r" b="b"/>
              <a:pathLst>
                <a:path h="247650">
                  <a:moveTo>
                    <a:pt x="0" y="0"/>
                  </a:moveTo>
                  <a:lnTo>
                    <a:pt x="0" y="2476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BF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5669279" y="3647440"/>
              <a:ext cx="471170" cy="299720"/>
            </a:xfrm>
            <a:custGeom>
              <a:avLst/>
              <a:gdLst/>
              <a:ahLst/>
              <a:cxnLst/>
              <a:rect l="l" t="t" r="r" b="b"/>
              <a:pathLst>
                <a:path w="471170" h="299720">
                  <a:moveTo>
                    <a:pt x="33020" y="0"/>
                  </a:moveTo>
                  <a:lnTo>
                    <a:pt x="20359" y="2837"/>
                  </a:lnTo>
                  <a:lnTo>
                    <a:pt x="9842" y="10318"/>
                  </a:lnTo>
                  <a:lnTo>
                    <a:pt x="2659" y="20895"/>
                  </a:lnTo>
                  <a:lnTo>
                    <a:pt x="0" y="33020"/>
                  </a:lnTo>
                  <a:lnTo>
                    <a:pt x="0" y="36671"/>
                  </a:lnTo>
                  <a:lnTo>
                    <a:pt x="0" y="62230"/>
                  </a:lnTo>
                  <a:lnTo>
                    <a:pt x="0" y="131603"/>
                  </a:lnTo>
                  <a:lnTo>
                    <a:pt x="0" y="266700"/>
                  </a:lnTo>
                  <a:lnTo>
                    <a:pt x="2659" y="278824"/>
                  </a:lnTo>
                  <a:lnTo>
                    <a:pt x="9842" y="289401"/>
                  </a:lnTo>
                  <a:lnTo>
                    <a:pt x="20359" y="296882"/>
                  </a:lnTo>
                  <a:lnTo>
                    <a:pt x="33020" y="299720"/>
                  </a:lnTo>
                  <a:lnTo>
                    <a:pt x="39350" y="299720"/>
                  </a:lnTo>
                  <a:lnTo>
                    <a:pt x="83661" y="299720"/>
                  </a:lnTo>
                  <a:lnTo>
                    <a:pt x="203934" y="299720"/>
                  </a:lnTo>
                  <a:lnTo>
                    <a:pt x="438150" y="299720"/>
                  </a:lnTo>
                  <a:lnTo>
                    <a:pt x="450274" y="296882"/>
                  </a:lnTo>
                  <a:lnTo>
                    <a:pt x="460851" y="289401"/>
                  </a:lnTo>
                  <a:lnTo>
                    <a:pt x="468332" y="278824"/>
                  </a:lnTo>
                  <a:lnTo>
                    <a:pt x="471170" y="266700"/>
                  </a:lnTo>
                  <a:lnTo>
                    <a:pt x="471170" y="263048"/>
                  </a:lnTo>
                  <a:lnTo>
                    <a:pt x="471170" y="237490"/>
                  </a:lnTo>
                  <a:lnTo>
                    <a:pt x="471170" y="168116"/>
                  </a:lnTo>
                  <a:lnTo>
                    <a:pt x="471170" y="33020"/>
                  </a:lnTo>
                  <a:lnTo>
                    <a:pt x="468332" y="20895"/>
                  </a:lnTo>
                  <a:lnTo>
                    <a:pt x="460851" y="10318"/>
                  </a:lnTo>
                  <a:lnTo>
                    <a:pt x="450274" y="2837"/>
                  </a:lnTo>
                  <a:lnTo>
                    <a:pt x="438150" y="0"/>
                  </a:lnTo>
                  <a:lnTo>
                    <a:pt x="431819" y="0"/>
                  </a:lnTo>
                  <a:lnTo>
                    <a:pt x="387508" y="0"/>
                  </a:lnTo>
                  <a:lnTo>
                    <a:pt x="267235" y="0"/>
                  </a:lnTo>
                  <a:lnTo>
                    <a:pt x="33020" y="0"/>
                  </a:lnTo>
                  <a:close/>
                </a:path>
              </a:pathLst>
            </a:custGeom>
            <a:ln w="19048">
              <a:solidFill>
                <a:srgbClr val="93926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9" name="object 349"/>
          <p:cNvSpPr txBox="1"/>
          <p:nvPr/>
        </p:nvSpPr>
        <p:spPr>
          <a:xfrm>
            <a:off x="5767070" y="3679190"/>
            <a:ext cx="27749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spc="-25" dirty="0">
                <a:solidFill>
                  <a:srgbClr val="FFFFFF"/>
                </a:solidFill>
                <a:latin typeface="Arial"/>
                <a:cs typeface="Arial"/>
              </a:rPr>
              <a:t>HW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350" name="object 350"/>
          <p:cNvGrpSpPr/>
          <p:nvPr/>
        </p:nvGrpSpPr>
        <p:grpSpPr>
          <a:xfrm>
            <a:off x="6243954" y="3637915"/>
            <a:ext cx="490220" cy="318770"/>
            <a:chOff x="6243954" y="3637915"/>
            <a:chExt cx="490220" cy="318770"/>
          </a:xfrm>
        </p:grpSpPr>
        <p:sp>
          <p:nvSpPr>
            <p:cNvPr id="351" name="object 351"/>
            <p:cNvSpPr/>
            <p:nvPr/>
          </p:nvSpPr>
          <p:spPr>
            <a:xfrm>
              <a:off x="6253480" y="3656330"/>
              <a:ext cx="13970" cy="283210"/>
            </a:xfrm>
            <a:custGeom>
              <a:avLst/>
              <a:gdLst/>
              <a:ahLst/>
              <a:cxnLst/>
              <a:rect l="l" t="t" r="r" b="b"/>
              <a:pathLst>
                <a:path w="13970" h="283210">
                  <a:moveTo>
                    <a:pt x="13970" y="276872"/>
                  </a:moveTo>
                  <a:lnTo>
                    <a:pt x="7620" y="276872"/>
                  </a:lnTo>
                  <a:lnTo>
                    <a:pt x="7620" y="279400"/>
                  </a:lnTo>
                  <a:lnTo>
                    <a:pt x="10160" y="279400"/>
                  </a:lnTo>
                  <a:lnTo>
                    <a:pt x="10160" y="280670"/>
                  </a:lnTo>
                  <a:lnTo>
                    <a:pt x="11430" y="280670"/>
                  </a:lnTo>
                  <a:lnTo>
                    <a:pt x="11430" y="281940"/>
                  </a:lnTo>
                  <a:lnTo>
                    <a:pt x="12700" y="281940"/>
                  </a:lnTo>
                  <a:lnTo>
                    <a:pt x="12700" y="283210"/>
                  </a:lnTo>
                  <a:lnTo>
                    <a:pt x="13970" y="283210"/>
                  </a:lnTo>
                  <a:lnTo>
                    <a:pt x="13970" y="276872"/>
                  </a:lnTo>
                  <a:close/>
                </a:path>
                <a:path w="13970" h="283210">
                  <a:moveTo>
                    <a:pt x="13970" y="270522"/>
                  </a:moveTo>
                  <a:lnTo>
                    <a:pt x="6350" y="270522"/>
                  </a:lnTo>
                  <a:lnTo>
                    <a:pt x="3810" y="270522"/>
                  </a:lnTo>
                  <a:lnTo>
                    <a:pt x="3810" y="273050"/>
                  </a:lnTo>
                  <a:lnTo>
                    <a:pt x="5080" y="273050"/>
                  </a:lnTo>
                  <a:lnTo>
                    <a:pt x="5080" y="274320"/>
                  </a:lnTo>
                  <a:lnTo>
                    <a:pt x="6350" y="274320"/>
                  </a:lnTo>
                  <a:lnTo>
                    <a:pt x="6350" y="276860"/>
                  </a:lnTo>
                  <a:lnTo>
                    <a:pt x="13970" y="276860"/>
                  </a:lnTo>
                  <a:lnTo>
                    <a:pt x="13970" y="270522"/>
                  </a:lnTo>
                  <a:close/>
                </a:path>
                <a:path w="13970" h="283210">
                  <a:moveTo>
                    <a:pt x="13970" y="16522"/>
                  </a:moveTo>
                  <a:lnTo>
                    <a:pt x="6350" y="16522"/>
                  </a:lnTo>
                  <a:lnTo>
                    <a:pt x="0" y="16522"/>
                  </a:lnTo>
                  <a:lnTo>
                    <a:pt x="0" y="265430"/>
                  </a:lnTo>
                  <a:lnTo>
                    <a:pt x="1270" y="265430"/>
                  </a:lnTo>
                  <a:lnTo>
                    <a:pt x="1270" y="267970"/>
                  </a:lnTo>
                  <a:lnTo>
                    <a:pt x="2540" y="267970"/>
                  </a:lnTo>
                  <a:lnTo>
                    <a:pt x="2540" y="270510"/>
                  </a:lnTo>
                  <a:lnTo>
                    <a:pt x="6350" y="270510"/>
                  </a:lnTo>
                  <a:lnTo>
                    <a:pt x="13970" y="270510"/>
                  </a:lnTo>
                  <a:lnTo>
                    <a:pt x="13970" y="16522"/>
                  </a:lnTo>
                  <a:close/>
                </a:path>
                <a:path w="13970" h="283210">
                  <a:moveTo>
                    <a:pt x="13970" y="10172"/>
                  </a:moveTo>
                  <a:lnTo>
                    <a:pt x="6350" y="10172"/>
                  </a:lnTo>
                  <a:lnTo>
                    <a:pt x="3810" y="10172"/>
                  </a:lnTo>
                  <a:lnTo>
                    <a:pt x="3810" y="11430"/>
                  </a:lnTo>
                  <a:lnTo>
                    <a:pt x="2540" y="11430"/>
                  </a:lnTo>
                  <a:lnTo>
                    <a:pt x="2540" y="13970"/>
                  </a:lnTo>
                  <a:lnTo>
                    <a:pt x="1270" y="13970"/>
                  </a:lnTo>
                  <a:lnTo>
                    <a:pt x="1270" y="16510"/>
                  </a:lnTo>
                  <a:lnTo>
                    <a:pt x="6350" y="16510"/>
                  </a:lnTo>
                  <a:lnTo>
                    <a:pt x="13970" y="16510"/>
                  </a:lnTo>
                  <a:lnTo>
                    <a:pt x="13970" y="10172"/>
                  </a:lnTo>
                  <a:close/>
                </a:path>
                <a:path w="13970" h="283210">
                  <a:moveTo>
                    <a:pt x="13970" y="3822"/>
                  </a:moveTo>
                  <a:lnTo>
                    <a:pt x="7620" y="3822"/>
                  </a:lnTo>
                  <a:lnTo>
                    <a:pt x="7620" y="5080"/>
                  </a:lnTo>
                  <a:lnTo>
                    <a:pt x="6350" y="5080"/>
                  </a:lnTo>
                  <a:lnTo>
                    <a:pt x="6350" y="7620"/>
                  </a:lnTo>
                  <a:lnTo>
                    <a:pt x="5080" y="7620"/>
                  </a:lnTo>
                  <a:lnTo>
                    <a:pt x="5080" y="10160"/>
                  </a:lnTo>
                  <a:lnTo>
                    <a:pt x="6350" y="10160"/>
                  </a:lnTo>
                  <a:lnTo>
                    <a:pt x="13970" y="10160"/>
                  </a:lnTo>
                  <a:lnTo>
                    <a:pt x="13970" y="3822"/>
                  </a:lnTo>
                  <a:close/>
                </a:path>
                <a:path w="13970" h="283210">
                  <a:moveTo>
                    <a:pt x="13970" y="0"/>
                  </a:moveTo>
                  <a:lnTo>
                    <a:pt x="12700" y="0"/>
                  </a:lnTo>
                  <a:lnTo>
                    <a:pt x="12700" y="1270"/>
                  </a:lnTo>
                  <a:lnTo>
                    <a:pt x="10160" y="1270"/>
                  </a:lnTo>
                  <a:lnTo>
                    <a:pt x="10160" y="2540"/>
                  </a:lnTo>
                  <a:lnTo>
                    <a:pt x="8890" y="2540"/>
                  </a:lnTo>
                  <a:lnTo>
                    <a:pt x="8890" y="3810"/>
                  </a:lnTo>
                  <a:lnTo>
                    <a:pt x="13970" y="3810"/>
                  </a:lnTo>
                  <a:lnTo>
                    <a:pt x="13970" y="0"/>
                  </a:lnTo>
                  <a:close/>
                </a:path>
              </a:pathLst>
            </a:custGeom>
            <a:solidFill>
              <a:srgbClr val="BFBF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52"/>
            <p:cNvSpPr/>
            <p:nvPr/>
          </p:nvSpPr>
          <p:spPr>
            <a:xfrm>
              <a:off x="6267449" y="3651250"/>
              <a:ext cx="7620" cy="293370"/>
            </a:xfrm>
            <a:custGeom>
              <a:avLst/>
              <a:gdLst/>
              <a:ahLst/>
              <a:cxnLst/>
              <a:rect l="l" t="t" r="r" b="b"/>
              <a:pathLst>
                <a:path w="7620" h="293370">
                  <a:moveTo>
                    <a:pt x="7620" y="0"/>
                  </a:moveTo>
                  <a:lnTo>
                    <a:pt x="6350" y="0"/>
                  </a:lnTo>
                  <a:lnTo>
                    <a:pt x="6350" y="1269"/>
                  </a:lnTo>
                  <a:lnTo>
                    <a:pt x="3810" y="1269"/>
                  </a:lnTo>
                  <a:lnTo>
                    <a:pt x="3810" y="2539"/>
                  </a:lnTo>
                  <a:lnTo>
                    <a:pt x="7620" y="2539"/>
                  </a:lnTo>
                  <a:lnTo>
                    <a:pt x="7620" y="0"/>
                  </a:lnTo>
                  <a:close/>
                </a:path>
                <a:path w="7620" h="293370">
                  <a:moveTo>
                    <a:pt x="7620" y="2540"/>
                  </a:moveTo>
                  <a:lnTo>
                    <a:pt x="1270" y="2540"/>
                  </a:lnTo>
                  <a:lnTo>
                    <a:pt x="1270" y="3810"/>
                  </a:lnTo>
                  <a:lnTo>
                    <a:pt x="0" y="3810"/>
                  </a:lnTo>
                  <a:lnTo>
                    <a:pt x="0" y="8889"/>
                  </a:lnTo>
                  <a:lnTo>
                    <a:pt x="7620" y="8889"/>
                  </a:lnTo>
                  <a:lnTo>
                    <a:pt x="7620" y="2540"/>
                  </a:lnTo>
                  <a:close/>
                </a:path>
                <a:path w="7620" h="293370">
                  <a:moveTo>
                    <a:pt x="762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7620" y="15239"/>
                  </a:lnTo>
                  <a:lnTo>
                    <a:pt x="7620" y="8890"/>
                  </a:lnTo>
                  <a:close/>
                </a:path>
                <a:path w="7620" h="293370">
                  <a:moveTo>
                    <a:pt x="7620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7620" y="21589"/>
                  </a:lnTo>
                  <a:lnTo>
                    <a:pt x="7620" y="15240"/>
                  </a:lnTo>
                  <a:close/>
                </a:path>
                <a:path w="7620" h="293370">
                  <a:moveTo>
                    <a:pt x="7620" y="21590"/>
                  </a:moveTo>
                  <a:lnTo>
                    <a:pt x="0" y="21590"/>
                  </a:lnTo>
                  <a:lnTo>
                    <a:pt x="0" y="275589"/>
                  </a:lnTo>
                  <a:lnTo>
                    <a:pt x="7620" y="275589"/>
                  </a:lnTo>
                  <a:lnTo>
                    <a:pt x="7620" y="21590"/>
                  </a:lnTo>
                  <a:close/>
                </a:path>
                <a:path w="7620" h="293370">
                  <a:moveTo>
                    <a:pt x="7620" y="275590"/>
                  </a:moveTo>
                  <a:lnTo>
                    <a:pt x="0" y="275590"/>
                  </a:lnTo>
                  <a:lnTo>
                    <a:pt x="0" y="281939"/>
                  </a:lnTo>
                  <a:lnTo>
                    <a:pt x="7620" y="281939"/>
                  </a:lnTo>
                  <a:lnTo>
                    <a:pt x="7620" y="275590"/>
                  </a:lnTo>
                  <a:close/>
                </a:path>
                <a:path w="7620" h="293370">
                  <a:moveTo>
                    <a:pt x="7620" y="281940"/>
                  </a:moveTo>
                  <a:lnTo>
                    <a:pt x="0" y="281940"/>
                  </a:lnTo>
                  <a:lnTo>
                    <a:pt x="0" y="288289"/>
                  </a:lnTo>
                  <a:lnTo>
                    <a:pt x="7620" y="288289"/>
                  </a:lnTo>
                  <a:lnTo>
                    <a:pt x="7620" y="281940"/>
                  </a:lnTo>
                  <a:close/>
                </a:path>
                <a:path w="7620" h="293370">
                  <a:moveTo>
                    <a:pt x="7620" y="288290"/>
                  </a:moveTo>
                  <a:lnTo>
                    <a:pt x="0" y="288290"/>
                  </a:lnTo>
                  <a:lnTo>
                    <a:pt x="0" y="289560"/>
                  </a:lnTo>
                  <a:lnTo>
                    <a:pt x="1270" y="289560"/>
                  </a:lnTo>
                  <a:lnTo>
                    <a:pt x="1270" y="290830"/>
                  </a:lnTo>
                  <a:lnTo>
                    <a:pt x="3810" y="290830"/>
                  </a:lnTo>
                  <a:lnTo>
                    <a:pt x="3810" y="292100"/>
                  </a:lnTo>
                  <a:lnTo>
                    <a:pt x="6350" y="292100"/>
                  </a:lnTo>
                  <a:lnTo>
                    <a:pt x="6350" y="293369"/>
                  </a:lnTo>
                  <a:lnTo>
                    <a:pt x="7620" y="293369"/>
                  </a:lnTo>
                  <a:lnTo>
                    <a:pt x="7620" y="288290"/>
                  </a:lnTo>
                  <a:close/>
                </a:path>
              </a:pathLst>
            </a:custGeom>
            <a:solidFill>
              <a:srgbClr val="BEBE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3"/>
            <p:cNvSpPr/>
            <p:nvPr/>
          </p:nvSpPr>
          <p:spPr>
            <a:xfrm>
              <a:off x="6275069" y="3648710"/>
              <a:ext cx="7620" cy="298450"/>
            </a:xfrm>
            <a:custGeom>
              <a:avLst/>
              <a:gdLst/>
              <a:ahLst/>
              <a:cxnLst/>
              <a:rect l="l" t="t" r="r" b="b"/>
              <a:pathLst>
                <a:path w="7620" h="298450">
                  <a:moveTo>
                    <a:pt x="7619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5079"/>
                  </a:lnTo>
                  <a:lnTo>
                    <a:pt x="7619" y="5079"/>
                  </a:lnTo>
                  <a:lnTo>
                    <a:pt x="7619" y="0"/>
                  </a:lnTo>
                  <a:close/>
                </a:path>
                <a:path w="7620" h="298450">
                  <a:moveTo>
                    <a:pt x="761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7619" y="11429"/>
                  </a:lnTo>
                  <a:lnTo>
                    <a:pt x="7619" y="5080"/>
                  </a:lnTo>
                  <a:close/>
                </a:path>
                <a:path w="7620" h="298450">
                  <a:moveTo>
                    <a:pt x="761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7619" y="17779"/>
                  </a:lnTo>
                  <a:lnTo>
                    <a:pt x="7619" y="11430"/>
                  </a:lnTo>
                  <a:close/>
                </a:path>
                <a:path w="7620" h="298450">
                  <a:moveTo>
                    <a:pt x="7619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7619" y="24129"/>
                  </a:lnTo>
                  <a:lnTo>
                    <a:pt x="7619" y="17780"/>
                  </a:lnTo>
                  <a:close/>
                </a:path>
                <a:path w="7620" h="298450">
                  <a:moveTo>
                    <a:pt x="7619" y="24130"/>
                  </a:moveTo>
                  <a:lnTo>
                    <a:pt x="0" y="24130"/>
                  </a:lnTo>
                  <a:lnTo>
                    <a:pt x="0" y="278129"/>
                  </a:lnTo>
                  <a:lnTo>
                    <a:pt x="7619" y="278129"/>
                  </a:lnTo>
                  <a:lnTo>
                    <a:pt x="7619" y="24130"/>
                  </a:lnTo>
                  <a:close/>
                </a:path>
                <a:path w="7620" h="298450">
                  <a:moveTo>
                    <a:pt x="7619" y="278130"/>
                  </a:moveTo>
                  <a:lnTo>
                    <a:pt x="0" y="278130"/>
                  </a:lnTo>
                  <a:lnTo>
                    <a:pt x="0" y="284479"/>
                  </a:lnTo>
                  <a:lnTo>
                    <a:pt x="7619" y="284479"/>
                  </a:lnTo>
                  <a:lnTo>
                    <a:pt x="7619" y="278130"/>
                  </a:lnTo>
                  <a:close/>
                </a:path>
                <a:path w="7620" h="298450">
                  <a:moveTo>
                    <a:pt x="7619" y="284480"/>
                  </a:moveTo>
                  <a:lnTo>
                    <a:pt x="0" y="284480"/>
                  </a:lnTo>
                  <a:lnTo>
                    <a:pt x="0" y="290829"/>
                  </a:lnTo>
                  <a:lnTo>
                    <a:pt x="7619" y="290829"/>
                  </a:lnTo>
                  <a:lnTo>
                    <a:pt x="7619" y="284480"/>
                  </a:lnTo>
                  <a:close/>
                </a:path>
                <a:path w="7620" h="298450">
                  <a:moveTo>
                    <a:pt x="7619" y="290830"/>
                  </a:moveTo>
                  <a:lnTo>
                    <a:pt x="0" y="290830"/>
                  </a:lnTo>
                  <a:lnTo>
                    <a:pt x="0" y="295909"/>
                  </a:lnTo>
                  <a:lnTo>
                    <a:pt x="1269" y="295909"/>
                  </a:lnTo>
                  <a:lnTo>
                    <a:pt x="1269" y="297179"/>
                  </a:lnTo>
                  <a:lnTo>
                    <a:pt x="7619" y="297179"/>
                  </a:lnTo>
                  <a:lnTo>
                    <a:pt x="7619" y="290830"/>
                  </a:lnTo>
                  <a:close/>
                </a:path>
                <a:path w="7620" h="298450">
                  <a:moveTo>
                    <a:pt x="7619" y="297180"/>
                  </a:moveTo>
                  <a:lnTo>
                    <a:pt x="5079" y="297180"/>
                  </a:lnTo>
                  <a:lnTo>
                    <a:pt x="5079" y="298450"/>
                  </a:lnTo>
                  <a:lnTo>
                    <a:pt x="7619" y="298450"/>
                  </a:lnTo>
                  <a:lnTo>
                    <a:pt x="7619" y="297180"/>
                  </a:lnTo>
                  <a:close/>
                </a:path>
              </a:pathLst>
            </a:custGeom>
            <a:solidFill>
              <a:srgbClr val="BDBD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6282689" y="3647440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0"/>
                  </a:moveTo>
                  <a:lnTo>
                    <a:pt x="3810" y="0"/>
                  </a:lnTo>
                  <a:lnTo>
                    <a:pt x="3810" y="1269"/>
                  </a:lnTo>
                  <a:lnTo>
                    <a:pt x="0" y="1269"/>
                  </a:lnTo>
                  <a:lnTo>
                    <a:pt x="0" y="6349"/>
                  </a:lnTo>
                  <a:lnTo>
                    <a:pt x="7620" y="6349"/>
                  </a:lnTo>
                  <a:lnTo>
                    <a:pt x="7620" y="0"/>
                  </a:lnTo>
                  <a:close/>
                </a:path>
                <a:path w="7620" h="299720">
                  <a:moveTo>
                    <a:pt x="762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7620" y="12699"/>
                  </a:lnTo>
                  <a:lnTo>
                    <a:pt x="7620" y="6349"/>
                  </a:lnTo>
                  <a:close/>
                </a:path>
                <a:path w="7620" h="299720">
                  <a:moveTo>
                    <a:pt x="762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7620" y="19049"/>
                  </a:lnTo>
                  <a:lnTo>
                    <a:pt x="7620" y="12699"/>
                  </a:lnTo>
                  <a:close/>
                </a:path>
                <a:path w="7620" h="299720">
                  <a:moveTo>
                    <a:pt x="7620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7620" y="25399"/>
                  </a:lnTo>
                  <a:lnTo>
                    <a:pt x="7620" y="19049"/>
                  </a:lnTo>
                  <a:close/>
                </a:path>
                <a:path w="7620" h="299720">
                  <a:moveTo>
                    <a:pt x="7620" y="25399"/>
                  </a:moveTo>
                  <a:lnTo>
                    <a:pt x="0" y="25399"/>
                  </a:lnTo>
                  <a:lnTo>
                    <a:pt x="0" y="279399"/>
                  </a:lnTo>
                  <a:lnTo>
                    <a:pt x="7620" y="279399"/>
                  </a:lnTo>
                  <a:lnTo>
                    <a:pt x="7620" y="25399"/>
                  </a:lnTo>
                  <a:close/>
                </a:path>
                <a:path w="7620" h="299720">
                  <a:moveTo>
                    <a:pt x="7620" y="279399"/>
                  </a:moveTo>
                  <a:lnTo>
                    <a:pt x="0" y="279399"/>
                  </a:lnTo>
                  <a:lnTo>
                    <a:pt x="0" y="285749"/>
                  </a:lnTo>
                  <a:lnTo>
                    <a:pt x="7620" y="285749"/>
                  </a:lnTo>
                  <a:lnTo>
                    <a:pt x="7620" y="279399"/>
                  </a:lnTo>
                  <a:close/>
                </a:path>
                <a:path w="7620" h="299720">
                  <a:moveTo>
                    <a:pt x="7620" y="285749"/>
                  </a:moveTo>
                  <a:lnTo>
                    <a:pt x="0" y="285749"/>
                  </a:lnTo>
                  <a:lnTo>
                    <a:pt x="0" y="292099"/>
                  </a:lnTo>
                  <a:lnTo>
                    <a:pt x="7620" y="292099"/>
                  </a:lnTo>
                  <a:lnTo>
                    <a:pt x="7620" y="285749"/>
                  </a:lnTo>
                  <a:close/>
                </a:path>
                <a:path w="7620" h="299720">
                  <a:moveTo>
                    <a:pt x="7620" y="292099"/>
                  </a:moveTo>
                  <a:lnTo>
                    <a:pt x="0" y="292099"/>
                  </a:lnTo>
                  <a:lnTo>
                    <a:pt x="0" y="298449"/>
                  </a:lnTo>
                  <a:lnTo>
                    <a:pt x="7620" y="298449"/>
                  </a:lnTo>
                  <a:lnTo>
                    <a:pt x="7620" y="292099"/>
                  </a:lnTo>
                  <a:close/>
                </a:path>
                <a:path w="7620" h="299720">
                  <a:moveTo>
                    <a:pt x="7620" y="298449"/>
                  </a:moveTo>
                  <a:lnTo>
                    <a:pt x="0" y="298449"/>
                  </a:lnTo>
                  <a:lnTo>
                    <a:pt x="0" y="299719"/>
                  </a:lnTo>
                  <a:lnTo>
                    <a:pt x="7620" y="299719"/>
                  </a:lnTo>
                  <a:lnTo>
                    <a:pt x="7620" y="298449"/>
                  </a:lnTo>
                  <a:close/>
                </a:path>
              </a:pathLst>
            </a:custGeom>
            <a:solidFill>
              <a:srgbClr val="BDBD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5" name="object 35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290309" y="3647440"/>
              <a:ext cx="397510" cy="299719"/>
            </a:xfrm>
            <a:prstGeom prst="rect">
              <a:avLst/>
            </a:prstGeom>
          </p:spPr>
        </p:pic>
        <p:sp>
          <p:nvSpPr>
            <p:cNvPr id="356" name="object 356"/>
            <p:cNvSpPr/>
            <p:nvPr/>
          </p:nvSpPr>
          <p:spPr>
            <a:xfrm>
              <a:off x="6687819" y="3647440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507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7620" y="6349"/>
                  </a:lnTo>
                  <a:lnTo>
                    <a:pt x="7620" y="1269"/>
                  </a:lnTo>
                  <a:lnTo>
                    <a:pt x="5079" y="1269"/>
                  </a:lnTo>
                  <a:lnTo>
                    <a:pt x="5079" y="0"/>
                  </a:lnTo>
                  <a:close/>
                </a:path>
                <a:path w="7620" h="299720">
                  <a:moveTo>
                    <a:pt x="762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7620" y="12699"/>
                  </a:lnTo>
                  <a:lnTo>
                    <a:pt x="7620" y="6349"/>
                  </a:lnTo>
                  <a:close/>
                </a:path>
                <a:path w="7620" h="299720">
                  <a:moveTo>
                    <a:pt x="762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7620" y="19049"/>
                  </a:lnTo>
                  <a:lnTo>
                    <a:pt x="7620" y="12699"/>
                  </a:lnTo>
                  <a:close/>
                </a:path>
                <a:path w="7620" h="299720">
                  <a:moveTo>
                    <a:pt x="7620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7620" y="25399"/>
                  </a:lnTo>
                  <a:lnTo>
                    <a:pt x="7620" y="19049"/>
                  </a:lnTo>
                  <a:close/>
                </a:path>
                <a:path w="7620" h="299720">
                  <a:moveTo>
                    <a:pt x="7620" y="25399"/>
                  </a:moveTo>
                  <a:lnTo>
                    <a:pt x="0" y="25399"/>
                  </a:lnTo>
                  <a:lnTo>
                    <a:pt x="0" y="279399"/>
                  </a:lnTo>
                  <a:lnTo>
                    <a:pt x="7620" y="279399"/>
                  </a:lnTo>
                  <a:lnTo>
                    <a:pt x="7620" y="25399"/>
                  </a:lnTo>
                  <a:close/>
                </a:path>
                <a:path w="7620" h="299720">
                  <a:moveTo>
                    <a:pt x="7620" y="279399"/>
                  </a:moveTo>
                  <a:lnTo>
                    <a:pt x="0" y="279399"/>
                  </a:lnTo>
                  <a:lnTo>
                    <a:pt x="0" y="285749"/>
                  </a:lnTo>
                  <a:lnTo>
                    <a:pt x="7620" y="285749"/>
                  </a:lnTo>
                  <a:lnTo>
                    <a:pt x="7620" y="279399"/>
                  </a:lnTo>
                  <a:close/>
                </a:path>
                <a:path w="7620" h="299720">
                  <a:moveTo>
                    <a:pt x="7620" y="285749"/>
                  </a:moveTo>
                  <a:lnTo>
                    <a:pt x="0" y="285749"/>
                  </a:lnTo>
                  <a:lnTo>
                    <a:pt x="0" y="292099"/>
                  </a:lnTo>
                  <a:lnTo>
                    <a:pt x="7620" y="292099"/>
                  </a:lnTo>
                  <a:lnTo>
                    <a:pt x="7620" y="285749"/>
                  </a:lnTo>
                  <a:close/>
                </a:path>
                <a:path w="7620" h="299720">
                  <a:moveTo>
                    <a:pt x="7620" y="292099"/>
                  </a:moveTo>
                  <a:lnTo>
                    <a:pt x="0" y="292099"/>
                  </a:lnTo>
                  <a:lnTo>
                    <a:pt x="0" y="298449"/>
                  </a:lnTo>
                  <a:lnTo>
                    <a:pt x="7620" y="298449"/>
                  </a:lnTo>
                  <a:lnTo>
                    <a:pt x="7620" y="292099"/>
                  </a:lnTo>
                  <a:close/>
                </a:path>
                <a:path w="7620" h="299720">
                  <a:moveTo>
                    <a:pt x="7620" y="298449"/>
                  </a:moveTo>
                  <a:lnTo>
                    <a:pt x="0" y="298449"/>
                  </a:lnTo>
                  <a:lnTo>
                    <a:pt x="0" y="299719"/>
                  </a:lnTo>
                  <a:lnTo>
                    <a:pt x="7620" y="299719"/>
                  </a:lnTo>
                  <a:lnTo>
                    <a:pt x="7620" y="298449"/>
                  </a:lnTo>
                  <a:close/>
                </a:path>
              </a:pathLst>
            </a:custGeom>
            <a:solidFill>
              <a:srgbClr val="BBBB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6695439" y="3648710"/>
              <a:ext cx="7620" cy="298450"/>
            </a:xfrm>
            <a:custGeom>
              <a:avLst/>
              <a:gdLst/>
              <a:ahLst/>
              <a:cxnLst/>
              <a:rect l="l" t="t" r="r" b="b"/>
              <a:pathLst>
                <a:path w="7620" h="298450">
                  <a:moveTo>
                    <a:pt x="126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7619" y="5079"/>
                  </a:lnTo>
                  <a:lnTo>
                    <a:pt x="761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7620" h="298450">
                  <a:moveTo>
                    <a:pt x="761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7619" y="11429"/>
                  </a:lnTo>
                  <a:lnTo>
                    <a:pt x="7619" y="5080"/>
                  </a:lnTo>
                  <a:close/>
                </a:path>
                <a:path w="7620" h="298450">
                  <a:moveTo>
                    <a:pt x="761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7619" y="17779"/>
                  </a:lnTo>
                  <a:lnTo>
                    <a:pt x="7619" y="11430"/>
                  </a:lnTo>
                  <a:close/>
                </a:path>
                <a:path w="7620" h="298450">
                  <a:moveTo>
                    <a:pt x="7619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7619" y="24129"/>
                  </a:lnTo>
                  <a:lnTo>
                    <a:pt x="7619" y="17780"/>
                  </a:lnTo>
                  <a:close/>
                </a:path>
                <a:path w="7620" h="298450">
                  <a:moveTo>
                    <a:pt x="7619" y="24130"/>
                  </a:moveTo>
                  <a:lnTo>
                    <a:pt x="0" y="24130"/>
                  </a:lnTo>
                  <a:lnTo>
                    <a:pt x="0" y="278129"/>
                  </a:lnTo>
                  <a:lnTo>
                    <a:pt x="7619" y="278129"/>
                  </a:lnTo>
                  <a:lnTo>
                    <a:pt x="7619" y="24130"/>
                  </a:lnTo>
                  <a:close/>
                </a:path>
                <a:path w="7620" h="298450">
                  <a:moveTo>
                    <a:pt x="7619" y="278130"/>
                  </a:moveTo>
                  <a:lnTo>
                    <a:pt x="0" y="278130"/>
                  </a:lnTo>
                  <a:lnTo>
                    <a:pt x="0" y="284479"/>
                  </a:lnTo>
                  <a:lnTo>
                    <a:pt x="7619" y="284479"/>
                  </a:lnTo>
                  <a:lnTo>
                    <a:pt x="7619" y="278130"/>
                  </a:lnTo>
                  <a:close/>
                </a:path>
                <a:path w="7620" h="298450">
                  <a:moveTo>
                    <a:pt x="7619" y="284480"/>
                  </a:moveTo>
                  <a:lnTo>
                    <a:pt x="0" y="284480"/>
                  </a:lnTo>
                  <a:lnTo>
                    <a:pt x="0" y="290829"/>
                  </a:lnTo>
                  <a:lnTo>
                    <a:pt x="7619" y="290829"/>
                  </a:lnTo>
                  <a:lnTo>
                    <a:pt x="7619" y="284480"/>
                  </a:lnTo>
                  <a:close/>
                </a:path>
                <a:path w="7620" h="298450">
                  <a:moveTo>
                    <a:pt x="7619" y="290830"/>
                  </a:moveTo>
                  <a:lnTo>
                    <a:pt x="0" y="290830"/>
                  </a:lnTo>
                  <a:lnTo>
                    <a:pt x="0" y="297179"/>
                  </a:lnTo>
                  <a:lnTo>
                    <a:pt x="7619" y="297179"/>
                  </a:lnTo>
                  <a:lnTo>
                    <a:pt x="7619" y="290830"/>
                  </a:lnTo>
                  <a:close/>
                </a:path>
                <a:path w="7620" h="298450">
                  <a:moveTo>
                    <a:pt x="1269" y="297180"/>
                  </a:moveTo>
                  <a:lnTo>
                    <a:pt x="0" y="297180"/>
                  </a:lnTo>
                  <a:lnTo>
                    <a:pt x="0" y="298450"/>
                  </a:lnTo>
                  <a:lnTo>
                    <a:pt x="1269" y="298450"/>
                  </a:lnTo>
                  <a:lnTo>
                    <a:pt x="1269" y="297180"/>
                  </a:lnTo>
                  <a:close/>
                </a:path>
              </a:pathLst>
            </a:custGeom>
            <a:solidFill>
              <a:srgbClr val="BBBB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6703059" y="3649980"/>
              <a:ext cx="7620" cy="294640"/>
            </a:xfrm>
            <a:custGeom>
              <a:avLst/>
              <a:gdLst/>
              <a:ahLst/>
              <a:cxnLst/>
              <a:rect l="l" t="t" r="r" b="b"/>
              <a:pathLst>
                <a:path w="7620" h="294639">
                  <a:moveTo>
                    <a:pt x="127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5080" y="3810"/>
                  </a:lnTo>
                  <a:lnTo>
                    <a:pt x="5080" y="2540"/>
                  </a:lnTo>
                  <a:lnTo>
                    <a:pt x="2540" y="254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7620" h="294639">
                  <a:moveTo>
                    <a:pt x="762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7620" y="10160"/>
                  </a:lnTo>
                  <a:lnTo>
                    <a:pt x="7620" y="3810"/>
                  </a:lnTo>
                  <a:close/>
                </a:path>
                <a:path w="7620" h="294639">
                  <a:moveTo>
                    <a:pt x="762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7620" y="16510"/>
                  </a:lnTo>
                  <a:lnTo>
                    <a:pt x="7620" y="10160"/>
                  </a:lnTo>
                  <a:close/>
                </a:path>
                <a:path w="7620" h="294639">
                  <a:moveTo>
                    <a:pt x="7620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7620" y="22860"/>
                  </a:lnTo>
                  <a:lnTo>
                    <a:pt x="7620" y="16510"/>
                  </a:lnTo>
                  <a:close/>
                </a:path>
                <a:path w="7620" h="294639">
                  <a:moveTo>
                    <a:pt x="7620" y="22860"/>
                  </a:moveTo>
                  <a:lnTo>
                    <a:pt x="0" y="22860"/>
                  </a:lnTo>
                  <a:lnTo>
                    <a:pt x="0" y="276860"/>
                  </a:lnTo>
                  <a:lnTo>
                    <a:pt x="7620" y="276860"/>
                  </a:lnTo>
                  <a:lnTo>
                    <a:pt x="7620" y="22860"/>
                  </a:lnTo>
                  <a:close/>
                </a:path>
                <a:path w="7620" h="294639">
                  <a:moveTo>
                    <a:pt x="7620" y="276860"/>
                  </a:moveTo>
                  <a:lnTo>
                    <a:pt x="0" y="276860"/>
                  </a:lnTo>
                  <a:lnTo>
                    <a:pt x="0" y="283210"/>
                  </a:lnTo>
                  <a:lnTo>
                    <a:pt x="7620" y="283210"/>
                  </a:lnTo>
                  <a:lnTo>
                    <a:pt x="7620" y="276860"/>
                  </a:lnTo>
                  <a:close/>
                </a:path>
                <a:path w="7620" h="294639">
                  <a:moveTo>
                    <a:pt x="7620" y="283210"/>
                  </a:moveTo>
                  <a:lnTo>
                    <a:pt x="0" y="283210"/>
                  </a:lnTo>
                  <a:lnTo>
                    <a:pt x="0" y="289560"/>
                  </a:lnTo>
                  <a:lnTo>
                    <a:pt x="7620" y="289560"/>
                  </a:lnTo>
                  <a:lnTo>
                    <a:pt x="7620" y="283210"/>
                  </a:lnTo>
                  <a:close/>
                </a:path>
                <a:path w="7620" h="294639">
                  <a:moveTo>
                    <a:pt x="7620" y="289560"/>
                  </a:moveTo>
                  <a:lnTo>
                    <a:pt x="0" y="289560"/>
                  </a:lnTo>
                  <a:lnTo>
                    <a:pt x="0" y="294640"/>
                  </a:lnTo>
                  <a:lnTo>
                    <a:pt x="2540" y="294640"/>
                  </a:lnTo>
                  <a:lnTo>
                    <a:pt x="2540" y="293370"/>
                  </a:lnTo>
                  <a:lnTo>
                    <a:pt x="5080" y="293370"/>
                  </a:lnTo>
                  <a:lnTo>
                    <a:pt x="5080" y="292100"/>
                  </a:lnTo>
                  <a:lnTo>
                    <a:pt x="7620" y="292100"/>
                  </a:lnTo>
                  <a:lnTo>
                    <a:pt x="7620" y="289560"/>
                  </a:lnTo>
                  <a:close/>
                </a:path>
              </a:pathLst>
            </a:custGeom>
            <a:solidFill>
              <a:srgbClr val="BCBC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6710679" y="3655060"/>
              <a:ext cx="7620" cy="285750"/>
            </a:xfrm>
            <a:custGeom>
              <a:avLst/>
              <a:gdLst/>
              <a:ahLst/>
              <a:cxnLst/>
              <a:rect l="l" t="t" r="r" b="b"/>
              <a:pathLst>
                <a:path w="7620" h="285750">
                  <a:moveTo>
                    <a:pt x="127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6350" y="5079"/>
                  </a:lnTo>
                  <a:lnTo>
                    <a:pt x="6350" y="3809"/>
                  </a:lnTo>
                  <a:lnTo>
                    <a:pt x="5079" y="3809"/>
                  </a:lnTo>
                  <a:lnTo>
                    <a:pt x="5079" y="2539"/>
                  </a:lnTo>
                  <a:lnTo>
                    <a:pt x="2540" y="2539"/>
                  </a:lnTo>
                  <a:lnTo>
                    <a:pt x="254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7620" h="285750">
                  <a:moveTo>
                    <a:pt x="762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7620" y="11429"/>
                  </a:lnTo>
                  <a:lnTo>
                    <a:pt x="7620" y="5080"/>
                  </a:lnTo>
                  <a:close/>
                </a:path>
                <a:path w="7620" h="285750">
                  <a:moveTo>
                    <a:pt x="762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7620" y="17779"/>
                  </a:lnTo>
                  <a:lnTo>
                    <a:pt x="7620" y="11430"/>
                  </a:lnTo>
                  <a:close/>
                </a:path>
                <a:path w="7620" h="285750">
                  <a:moveTo>
                    <a:pt x="7620" y="17780"/>
                  </a:moveTo>
                  <a:lnTo>
                    <a:pt x="0" y="17780"/>
                  </a:lnTo>
                  <a:lnTo>
                    <a:pt x="0" y="271779"/>
                  </a:lnTo>
                  <a:lnTo>
                    <a:pt x="7620" y="271779"/>
                  </a:lnTo>
                  <a:lnTo>
                    <a:pt x="7620" y="17780"/>
                  </a:lnTo>
                  <a:close/>
                </a:path>
                <a:path w="7620" h="285750">
                  <a:moveTo>
                    <a:pt x="7620" y="271780"/>
                  </a:moveTo>
                  <a:lnTo>
                    <a:pt x="0" y="271780"/>
                  </a:lnTo>
                  <a:lnTo>
                    <a:pt x="0" y="278129"/>
                  </a:lnTo>
                  <a:lnTo>
                    <a:pt x="7620" y="278129"/>
                  </a:lnTo>
                  <a:lnTo>
                    <a:pt x="7620" y="271780"/>
                  </a:lnTo>
                  <a:close/>
                </a:path>
                <a:path w="7620" h="285750">
                  <a:moveTo>
                    <a:pt x="7620" y="278130"/>
                  </a:moveTo>
                  <a:lnTo>
                    <a:pt x="0" y="278130"/>
                  </a:lnTo>
                  <a:lnTo>
                    <a:pt x="0" y="284479"/>
                  </a:lnTo>
                  <a:lnTo>
                    <a:pt x="2540" y="284479"/>
                  </a:lnTo>
                  <a:lnTo>
                    <a:pt x="2540" y="283209"/>
                  </a:lnTo>
                  <a:lnTo>
                    <a:pt x="3810" y="283209"/>
                  </a:lnTo>
                  <a:lnTo>
                    <a:pt x="3810" y="281939"/>
                  </a:lnTo>
                  <a:lnTo>
                    <a:pt x="5079" y="281939"/>
                  </a:lnTo>
                  <a:lnTo>
                    <a:pt x="5079" y="280669"/>
                  </a:lnTo>
                  <a:lnTo>
                    <a:pt x="7620" y="280669"/>
                  </a:lnTo>
                  <a:lnTo>
                    <a:pt x="7620" y="278130"/>
                  </a:lnTo>
                  <a:close/>
                </a:path>
                <a:path w="7620" h="285750">
                  <a:moveTo>
                    <a:pt x="1270" y="284480"/>
                  </a:moveTo>
                  <a:lnTo>
                    <a:pt x="0" y="284480"/>
                  </a:lnTo>
                  <a:lnTo>
                    <a:pt x="0" y="285750"/>
                  </a:lnTo>
                  <a:lnTo>
                    <a:pt x="1270" y="285750"/>
                  </a:lnTo>
                  <a:lnTo>
                    <a:pt x="1270" y="284480"/>
                  </a:lnTo>
                  <a:close/>
                </a:path>
              </a:pathLst>
            </a:custGeom>
            <a:solidFill>
              <a:srgbClr val="BDBD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60"/>
            <p:cNvSpPr/>
            <p:nvPr/>
          </p:nvSpPr>
          <p:spPr>
            <a:xfrm>
              <a:off x="6718299" y="3661410"/>
              <a:ext cx="7620" cy="273050"/>
            </a:xfrm>
            <a:custGeom>
              <a:avLst/>
              <a:gdLst/>
              <a:ahLst/>
              <a:cxnLst/>
              <a:rect l="l" t="t" r="r" b="b"/>
              <a:pathLst>
                <a:path w="7620" h="273050">
                  <a:moveTo>
                    <a:pt x="127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3809"/>
                  </a:lnTo>
                  <a:lnTo>
                    <a:pt x="2540" y="3809"/>
                  </a:lnTo>
                  <a:lnTo>
                    <a:pt x="2539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7620" h="273050">
                  <a:moveTo>
                    <a:pt x="380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6350" y="11429"/>
                  </a:lnTo>
                  <a:lnTo>
                    <a:pt x="6350" y="10159"/>
                  </a:lnTo>
                  <a:lnTo>
                    <a:pt x="5079" y="10159"/>
                  </a:lnTo>
                  <a:lnTo>
                    <a:pt x="5079" y="7619"/>
                  </a:lnTo>
                  <a:lnTo>
                    <a:pt x="3810" y="7619"/>
                  </a:lnTo>
                  <a:lnTo>
                    <a:pt x="3809" y="5080"/>
                  </a:lnTo>
                  <a:close/>
                </a:path>
                <a:path w="7620" h="273050">
                  <a:moveTo>
                    <a:pt x="6350" y="11430"/>
                  </a:moveTo>
                  <a:lnTo>
                    <a:pt x="0" y="11430"/>
                  </a:lnTo>
                  <a:lnTo>
                    <a:pt x="0" y="265429"/>
                  </a:lnTo>
                  <a:lnTo>
                    <a:pt x="5079" y="265429"/>
                  </a:lnTo>
                  <a:lnTo>
                    <a:pt x="5079" y="264159"/>
                  </a:lnTo>
                  <a:lnTo>
                    <a:pt x="6350" y="264159"/>
                  </a:lnTo>
                  <a:lnTo>
                    <a:pt x="6350" y="260350"/>
                  </a:lnTo>
                  <a:lnTo>
                    <a:pt x="7620" y="260350"/>
                  </a:lnTo>
                  <a:lnTo>
                    <a:pt x="7620" y="12700"/>
                  </a:lnTo>
                  <a:lnTo>
                    <a:pt x="6350" y="12700"/>
                  </a:lnTo>
                  <a:lnTo>
                    <a:pt x="6350" y="11430"/>
                  </a:lnTo>
                  <a:close/>
                </a:path>
                <a:path w="7620" h="273050">
                  <a:moveTo>
                    <a:pt x="5079" y="265430"/>
                  </a:moveTo>
                  <a:lnTo>
                    <a:pt x="0" y="265430"/>
                  </a:lnTo>
                  <a:lnTo>
                    <a:pt x="0" y="271779"/>
                  </a:lnTo>
                  <a:lnTo>
                    <a:pt x="1270" y="271779"/>
                  </a:lnTo>
                  <a:lnTo>
                    <a:pt x="1270" y="270509"/>
                  </a:lnTo>
                  <a:lnTo>
                    <a:pt x="2539" y="270509"/>
                  </a:lnTo>
                  <a:lnTo>
                    <a:pt x="2539" y="269239"/>
                  </a:lnTo>
                  <a:lnTo>
                    <a:pt x="3809" y="269239"/>
                  </a:lnTo>
                  <a:lnTo>
                    <a:pt x="3809" y="266700"/>
                  </a:lnTo>
                  <a:lnTo>
                    <a:pt x="5079" y="266700"/>
                  </a:lnTo>
                  <a:lnTo>
                    <a:pt x="5079" y="265430"/>
                  </a:lnTo>
                  <a:close/>
                </a:path>
                <a:path w="7620" h="273050">
                  <a:moveTo>
                    <a:pt x="1270" y="271780"/>
                  </a:moveTo>
                  <a:lnTo>
                    <a:pt x="0" y="271780"/>
                  </a:lnTo>
                  <a:lnTo>
                    <a:pt x="0" y="273050"/>
                  </a:lnTo>
                  <a:lnTo>
                    <a:pt x="1270" y="273050"/>
                  </a:lnTo>
                  <a:lnTo>
                    <a:pt x="1270" y="271780"/>
                  </a:lnTo>
                  <a:close/>
                </a:path>
              </a:pathLst>
            </a:custGeom>
            <a:solidFill>
              <a:srgbClr val="BDBD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61"/>
            <p:cNvSpPr/>
            <p:nvPr/>
          </p:nvSpPr>
          <p:spPr>
            <a:xfrm>
              <a:off x="6725919" y="3674110"/>
              <a:ext cx="0" cy="247650"/>
            </a:xfrm>
            <a:custGeom>
              <a:avLst/>
              <a:gdLst/>
              <a:ahLst/>
              <a:cxnLst/>
              <a:rect l="l" t="t" r="r" b="b"/>
              <a:pathLst>
                <a:path h="247650">
                  <a:moveTo>
                    <a:pt x="0" y="0"/>
                  </a:moveTo>
                  <a:lnTo>
                    <a:pt x="0" y="2476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BF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6253479" y="3647440"/>
              <a:ext cx="471170" cy="299720"/>
            </a:xfrm>
            <a:custGeom>
              <a:avLst/>
              <a:gdLst/>
              <a:ahLst/>
              <a:cxnLst/>
              <a:rect l="l" t="t" r="r" b="b"/>
              <a:pathLst>
                <a:path w="471170" h="299720">
                  <a:moveTo>
                    <a:pt x="33020" y="0"/>
                  </a:moveTo>
                  <a:lnTo>
                    <a:pt x="20895" y="2837"/>
                  </a:lnTo>
                  <a:lnTo>
                    <a:pt x="10318" y="10318"/>
                  </a:lnTo>
                  <a:lnTo>
                    <a:pt x="2837" y="20895"/>
                  </a:lnTo>
                  <a:lnTo>
                    <a:pt x="0" y="33020"/>
                  </a:lnTo>
                  <a:lnTo>
                    <a:pt x="0" y="36671"/>
                  </a:lnTo>
                  <a:lnTo>
                    <a:pt x="0" y="62230"/>
                  </a:lnTo>
                  <a:lnTo>
                    <a:pt x="0" y="131603"/>
                  </a:lnTo>
                  <a:lnTo>
                    <a:pt x="0" y="266700"/>
                  </a:lnTo>
                  <a:lnTo>
                    <a:pt x="2837" y="278824"/>
                  </a:lnTo>
                  <a:lnTo>
                    <a:pt x="10318" y="289401"/>
                  </a:lnTo>
                  <a:lnTo>
                    <a:pt x="20895" y="296882"/>
                  </a:lnTo>
                  <a:lnTo>
                    <a:pt x="33020" y="299720"/>
                  </a:lnTo>
                  <a:lnTo>
                    <a:pt x="39350" y="299720"/>
                  </a:lnTo>
                  <a:lnTo>
                    <a:pt x="83661" y="299720"/>
                  </a:lnTo>
                  <a:lnTo>
                    <a:pt x="203934" y="299720"/>
                  </a:lnTo>
                  <a:lnTo>
                    <a:pt x="438150" y="299720"/>
                  </a:lnTo>
                  <a:lnTo>
                    <a:pt x="450274" y="296882"/>
                  </a:lnTo>
                  <a:lnTo>
                    <a:pt x="460851" y="289401"/>
                  </a:lnTo>
                  <a:lnTo>
                    <a:pt x="468332" y="278824"/>
                  </a:lnTo>
                  <a:lnTo>
                    <a:pt x="471170" y="266700"/>
                  </a:lnTo>
                  <a:lnTo>
                    <a:pt x="471170" y="263048"/>
                  </a:lnTo>
                  <a:lnTo>
                    <a:pt x="471170" y="237490"/>
                  </a:lnTo>
                  <a:lnTo>
                    <a:pt x="471170" y="168116"/>
                  </a:lnTo>
                  <a:lnTo>
                    <a:pt x="471170" y="33020"/>
                  </a:lnTo>
                  <a:lnTo>
                    <a:pt x="468332" y="20895"/>
                  </a:lnTo>
                  <a:lnTo>
                    <a:pt x="460851" y="10318"/>
                  </a:lnTo>
                  <a:lnTo>
                    <a:pt x="450274" y="2837"/>
                  </a:lnTo>
                  <a:lnTo>
                    <a:pt x="438150" y="0"/>
                  </a:lnTo>
                  <a:lnTo>
                    <a:pt x="431819" y="0"/>
                  </a:lnTo>
                  <a:lnTo>
                    <a:pt x="387508" y="0"/>
                  </a:lnTo>
                  <a:lnTo>
                    <a:pt x="267235" y="0"/>
                  </a:lnTo>
                  <a:lnTo>
                    <a:pt x="33020" y="0"/>
                  </a:lnTo>
                  <a:close/>
                </a:path>
              </a:pathLst>
            </a:custGeom>
            <a:ln w="19048">
              <a:solidFill>
                <a:srgbClr val="93926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63" name="object 363"/>
          <p:cNvSpPr txBox="1"/>
          <p:nvPr/>
        </p:nvSpPr>
        <p:spPr>
          <a:xfrm>
            <a:off x="6351270" y="3679190"/>
            <a:ext cx="27749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spc="-25" dirty="0">
                <a:solidFill>
                  <a:srgbClr val="FFFFFF"/>
                </a:solidFill>
                <a:latin typeface="Arial"/>
                <a:cs typeface="Arial"/>
              </a:rPr>
              <a:t>HW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364" name="object 364"/>
          <p:cNvGrpSpPr/>
          <p:nvPr/>
        </p:nvGrpSpPr>
        <p:grpSpPr>
          <a:xfrm>
            <a:off x="6828155" y="3637915"/>
            <a:ext cx="490220" cy="318770"/>
            <a:chOff x="6828155" y="3637915"/>
            <a:chExt cx="490220" cy="318770"/>
          </a:xfrm>
        </p:grpSpPr>
        <p:sp>
          <p:nvSpPr>
            <p:cNvPr id="365" name="object 365"/>
            <p:cNvSpPr/>
            <p:nvPr/>
          </p:nvSpPr>
          <p:spPr>
            <a:xfrm>
              <a:off x="6837680" y="3655060"/>
              <a:ext cx="13970" cy="285750"/>
            </a:xfrm>
            <a:custGeom>
              <a:avLst/>
              <a:gdLst/>
              <a:ahLst/>
              <a:cxnLst/>
              <a:rect l="l" t="t" r="r" b="b"/>
              <a:pathLst>
                <a:path w="13970" h="285750">
                  <a:moveTo>
                    <a:pt x="13970" y="284492"/>
                  </a:moveTo>
                  <a:lnTo>
                    <a:pt x="12700" y="284492"/>
                  </a:lnTo>
                  <a:lnTo>
                    <a:pt x="12700" y="285750"/>
                  </a:lnTo>
                  <a:lnTo>
                    <a:pt x="13970" y="285750"/>
                  </a:lnTo>
                  <a:lnTo>
                    <a:pt x="13970" y="284492"/>
                  </a:lnTo>
                  <a:close/>
                </a:path>
                <a:path w="13970" h="285750">
                  <a:moveTo>
                    <a:pt x="13970" y="276872"/>
                  </a:moveTo>
                  <a:lnTo>
                    <a:pt x="6350" y="276872"/>
                  </a:lnTo>
                  <a:lnTo>
                    <a:pt x="6350" y="279400"/>
                  </a:lnTo>
                  <a:lnTo>
                    <a:pt x="7620" y="279400"/>
                  </a:lnTo>
                  <a:lnTo>
                    <a:pt x="7620" y="280670"/>
                  </a:lnTo>
                  <a:lnTo>
                    <a:pt x="8890" y="280670"/>
                  </a:lnTo>
                  <a:lnTo>
                    <a:pt x="8890" y="281940"/>
                  </a:lnTo>
                  <a:lnTo>
                    <a:pt x="10160" y="281940"/>
                  </a:lnTo>
                  <a:lnTo>
                    <a:pt x="10160" y="283210"/>
                  </a:lnTo>
                  <a:lnTo>
                    <a:pt x="11430" y="283210"/>
                  </a:lnTo>
                  <a:lnTo>
                    <a:pt x="11430" y="284480"/>
                  </a:lnTo>
                  <a:lnTo>
                    <a:pt x="13970" y="284480"/>
                  </a:lnTo>
                  <a:lnTo>
                    <a:pt x="13970" y="276872"/>
                  </a:lnTo>
                  <a:close/>
                </a:path>
                <a:path w="13970" h="285750">
                  <a:moveTo>
                    <a:pt x="13970" y="271792"/>
                  </a:moveTo>
                  <a:lnTo>
                    <a:pt x="6350" y="271792"/>
                  </a:lnTo>
                  <a:lnTo>
                    <a:pt x="3810" y="271792"/>
                  </a:lnTo>
                  <a:lnTo>
                    <a:pt x="3810" y="274320"/>
                  </a:lnTo>
                  <a:lnTo>
                    <a:pt x="5080" y="274320"/>
                  </a:lnTo>
                  <a:lnTo>
                    <a:pt x="5080" y="276860"/>
                  </a:lnTo>
                  <a:lnTo>
                    <a:pt x="6350" y="276860"/>
                  </a:lnTo>
                  <a:lnTo>
                    <a:pt x="13970" y="276860"/>
                  </a:lnTo>
                  <a:lnTo>
                    <a:pt x="13970" y="271792"/>
                  </a:lnTo>
                  <a:close/>
                </a:path>
                <a:path w="13970" h="285750">
                  <a:moveTo>
                    <a:pt x="13970" y="264172"/>
                  </a:moveTo>
                  <a:lnTo>
                    <a:pt x="6350" y="264172"/>
                  </a:lnTo>
                  <a:lnTo>
                    <a:pt x="0" y="264172"/>
                  </a:lnTo>
                  <a:lnTo>
                    <a:pt x="0" y="266700"/>
                  </a:lnTo>
                  <a:lnTo>
                    <a:pt x="1270" y="266700"/>
                  </a:lnTo>
                  <a:lnTo>
                    <a:pt x="1270" y="269240"/>
                  </a:lnTo>
                  <a:lnTo>
                    <a:pt x="2540" y="269240"/>
                  </a:lnTo>
                  <a:lnTo>
                    <a:pt x="2540" y="271780"/>
                  </a:lnTo>
                  <a:lnTo>
                    <a:pt x="6350" y="271780"/>
                  </a:lnTo>
                  <a:lnTo>
                    <a:pt x="13970" y="271780"/>
                  </a:lnTo>
                  <a:lnTo>
                    <a:pt x="13970" y="264172"/>
                  </a:lnTo>
                  <a:close/>
                </a:path>
                <a:path w="13970" h="285750">
                  <a:moveTo>
                    <a:pt x="13970" y="17792"/>
                  </a:moveTo>
                  <a:lnTo>
                    <a:pt x="6350" y="17792"/>
                  </a:lnTo>
                  <a:lnTo>
                    <a:pt x="0" y="17792"/>
                  </a:lnTo>
                  <a:lnTo>
                    <a:pt x="0" y="264160"/>
                  </a:lnTo>
                  <a:lnTo>
                    <a:pt x="6350" y="264160"/>
                  </a:lnTo>
                  <a:lnTo>
                    <a:pt x="13970" y="264160"/>
                  </a:lnTo>
                  <a:lnTo>
                    <a:pt x="13970" y="17792"/>
                  </a:lnTo>
                  <a:close/>
                </a:path>
                <a:path w="13970" h="285750">
                  <a:moveTo>
                    <a:pt x="13970" y="10172"/>
                  </a:moveTo>
                  <a:lnTo>
                    <a:pt x="6350" y="10172"/>
                  </a:lnTo>
                  <a:lnTo>
                    <a:pt x="3810" y="10172"/>
                  </a:lnTo>
                  <a:lnTo>
                    <a:pt x="3810" y="12700"/>
                  </a:lnTo>
                  <a:lnTo>
                    <a:pt x="2540" y="12700"/>
                  </a:lnTo>
                  <a:lnTo>
                    <a:pt x="2540" y="15240"/>
                  </a:lnTo>
                  <a:lnTo>
                    <a:pt x="1270" y="15240"/>
                  </a:lnTo>
                  <a:lnTo>
                    <a:pt x="1270" y="17780"/>
                  </a:lnTo>
                  <a:lnTo>
                    <a:pt x="6350" y="17780"/>
                  </a:lnTo>
                  <a:lnTo>
                    <a:pt x="13970" y="17780"/>
                  </a:lnTo>
                  <a:lnTo>
                    <a:pt x="13970" y="10172"/>
                  </a:lnTo>
                  <a:close/>
                </a:path>
                <a:path w="13970" h="285750">
                  <a:moveTo>
                    <a:pt x="13970" y="5092"/>
                  </a:moveTo>
                  <a:lnTo>
                    <a:pt x="7620" y="5092"/>
                  </a:lnTo>
                  <a:lnTo>
                    <a:pt x="7620" y="6350"/>
                  </a:lnTo>
                  <a:lnTo>
                    <a:pt x="6350" y="6350"/>
                  </a:lnTo>
                  <a:lnTo>
                    <a:pt x="6350" y="7620"/>
                  </a:lnTo>
                  <a:lnTo>
                    <a:pt x="5080" y="7620"/>
                  </a:lnTo>
                  <a:lnTo>
                    <a:pt x="5080" y="10160"/>
                  </a:lnTo>
                  <a:lnTo>
                    <a:pt x="6350" y="10160"/>
                  </a:lnTo>
                  <a:lnTo>
                    <a:pt x="13970" y="10160"/>
                  </a:lnTo>
                  <a:lnTo>
                    <a:pt x="13970" y="5092"/>
                  </a:lnTo>
                  <a:close/>
                </a:path>
                <a:path w="13970" h="285750">
                  <a:moveTo>
                    <a:pt x="13970" y="0"/>
                  </a:moveTo>
                  <a:lnTo>
                    <a:pt x="12700" y="0"/>
                  </a:lnTo>
                  <a:lnTo>
                    <a:pt x="12700" y="1270"/>
                  </a:lnTo>
                  <a:lnTo>
                    <a:pt x="11430" y="1270"/>
                  </a:lnTo>
                  <a:lnTo>
                    <a:pt x="11430" y="2540"/>
                  </a:lnTo>
                  <a:lnTo>
                    <a:pt x="8890" y="2540"/>
                  </a:lnTo>
                  <a:lnTo>
                    <a:pt x="8890" y="3810"/>
                  </a:lnTo>
                  <a:lnTo>
                    <a:pt x="7620" y="3810"/>
                  </a:lnTo>
                  <a:lnTo>
                    <a:pt x="7620" y="5080"/>
                  </a:lnTo>
                  <a:lnTo>
                    <a:pt x="13970" y="5080"/>
                  </a:lnTo>
                  <a:lnTo>
                    <a:pt x="13970" y="0"/>
                  </a:lnTo>
                  <a:close/>
                </a:path>
              </a:pathLst>
            </a:custGeom>
            <a:solidFill>
              <a:srgbClr val="BFBF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6851650" y="3651250"/>
              <a:ext cx="7620" cy="293370"/>
            </a:xfrm>
            <a:custGeom>
              <a:avLst/>
              <a:gdLst/>
              <a:ahLst/>
              <a:cxnLst/>
              <a:rect l="l" t="t" r="r" b="b"/>
              <a:pathLst>
                <a:path w="7620" h="293370">
                  <a:moveTo>
                    <a:pt x="7620" y="0"/>
                  </a:moveTo>
                  <a:lnTo>
                    <a:pt x="6350" y="0"/>
                  </a:lnTo>
                  <a:lnTo>
                    <a:pt x="6350" y="1269"/>
                  </a:lnTo>
                  <a:lnTo>
                    <a:pt x="3809" y="1269"/>
                  </a:lnTo>
                  <a:lnTo>
                    <a:pt x="3809" y="2539"/>
                  </a:lnTo>
                  <a:lnTo>
                    <a:pt x="7620" y="2539"/>
                  </a:lnTo>
                  <a:lnTo>
                    <a:pt x="7620" y="0"/>
                  </a:lnTo>
                  <a:close/>
                </a:path>
                <a:path w="7620" h="293370">
                  <a:moveTo>
                    <a:pt x="762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7620" y="8889"/>
                  </a:lnTo>
                  <a:lnTo>
                    <a:pt x="7620" y="2540"/>
                  </a:lnTo>
                  <a:close/>
                </a:path>
                <a:path w="7620" h="293370">
                  <a:moveTo>
                    <a:pt x="7620" y="8890"/>
                  </a:moveTo>
                  <a:lnTo>
                    <a:pt x="0" y="8890"/>
                  </a:lnTo>
                  <a:lnTo>
                    <a:pt x="0" y="13969"/>
                  </a:lnTo>
                  <a:lnTo>
                    <a:pt x="7620" y="13969"/>
                  </a:lnTo>
                  <a:lnTo>
                    <a:pt x="7620" y="8890"/>
                  </a:lnTo>
                  <a:close/>
                </a:path>
                <a:path w="7620" h="293370">
                  <a:moveTo>
                    <a:pt x="7620" y="13970"/>
                  </a:moveTo>
                  <a:lnTo>
                    <a:pt x="0" y="13970"/>
                  </a:lnTo>
                  <a:lnTo>
                    <a:pt x="0" y="21589"/>
                  </a:lnTo>
                  <a:lnTo>
                    <a:pt x="7620" y="21589"/>
                  </a:lnTo>
                  <a:lnTo>
                    <a:pt x="7620" y="13970"/>
                  </a:lnTo>
                  <a:close/>
                </a:path>
                <a:path w="7620" h="293370">
                  <a:moveTo>
                    <a:pt x="7620" y="21590"/>
                  </a:moveTo>
                  <a:lnTo>
                    <a:pt x="0" y="21590"/>
                  </a:lnTo>
                  <a:lnTo>
                    <a:pt x="0" y="267969"/>
                  </a:lnTo>
                  <a:lnTo>
                    <a:pt x="7620" y="267969"/>
                  </a:lnTo>
                  <a:lnTo>
                    <a:pt x="7620" y="21590"/>
                  </a:lnTo>
                  <a:close/>
                </a:path>
                <a:path w="7620" h="293370">
                  <a:moveTo>
                    <a:pt x="7620" y="267970"/>
                  </a:moveTo>
                  <a:lnTo>
                    <a:pt x="0" y="267970"/>
                  </a:lnTo>
                  <a:lnTo>
                    <a:pt x="0" y="275589"/>
                  </a:lnTo>
                  <a:lnTo>
                    <a:pt x="7620" y="275589"/>
                  </a:lnTo>
                  <a:lnTo>
                    <a:pt x="7620" y="267970"/>
                  </a:lnTo>
                  <a:close/>
                </a:path>
                <a:path w="7620" h="293370">
                  <a:moveTo>
                    <a:pt x="7620" y="275590"/>
                  </a:moveTo>
                  <a:lnTo>
                    <a:pt x="0" y="275590"/>
                  </a:lnTo>
                  <a:lnTo>
                    <a:pt x="0" y="280669"/>
                  </a:lnTo>
                  <a:lnTo>
                    <a:pt x="7620" y="280669"/>
                  </a:lnTo>
                  <a:lnTo>
                    <a:pt x="7620" y="275590"/>
                  </a:lnTo>
                  <a:close/>
                </a:path>
                <a:path w="7620" h="293370">
                  <a:moveTo>
                    <a:pt x="7620" y="280670"/>
                  </a:moveTo>
                  <a:lnTo>
                    <a:pt x="0" y="280670"/>
                  </a:lnTo>
                  <a:lnTo>
                    <a:pt x="0" y="288289"/>
                  </a:lnTo>
                  <a:lnTo>
                    <a:pt x="7620" y="288289"/>
                  </a:lnTo>
                  <a:lnTo>
                    <a:pt x="7620" y="280670"/>
                  </a:lnTo>
                  <a:close/>
                </a:path>
                <a:path w="7620" h="293370">
                  <a:moveTo>
                    <a:pt x="7620" y="288290"/>
                  </a:moveTo>
                  <a:lnTo>
                    <a:pt x="0" y="288290"/>
                  </a:lnTo>
                  <a:lnTo>
                    <a:pt x="0" y="290830"/>
                  </a:lnTo>
                  <a:lnTo>
                    <a:pt x="3809" y="290830"/>
                  </a:lnTo>
                  <a:lnTo>
                    <a:pt x="3809" y="292100"/>
                  </a:lnTo>
                  <a:lnTo>
                    <a:pt x="6350" y="292100"/>
                  </a:lnTo>
                  <a:lnTo>
                    <a:pt x="6350" y="293369"/>
                  </a:lnTo>
                  <a:lnTo>
                    <a:pt x="7620" y="293369"/>
                  </a:lnTo>
                  <a:lnTo>
                    <a:pt x="7620" y="288290"/>
                  </a:lnTo>
                  <a:close/>
                </a:path>
              </a:pathLst>
            </a:custGeom>
            <a:solidFill>
              <a:srgbClr val="BEBE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7"/>
            <p:cNvSpPr/>
            <p:nvPr/>
          </p:nvSpPr>
          <p:spPr>
            <a:xfrm>
              <a:off x="6859270" y="3648710"/>
              <a:ext cx="7620" cy="298450"/>
            </a:xfrm>
            <a:custGeom>
              <a:avLst/>
              <a:gdLst/>
              <a:ahLst/>
              <a:cxnLst/>
              <a:rect l="l" t="t" r="r" b="b"/>
              <a:pathLst>
                <a:path w="7620" h="298450">
                  <a:moveTo>
                    <a:pt x="7620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0" y="1269"/>
                  </a:lnTo>
                  <a:lnTo>
                    <a:pt x="0" y="5079"/>
                  </a:lnTo>
                  <a:lnTo>
                    <a:pt x="7620" y="5079"/>
                  </a:lnTo>
                  <a:lnTo>
                    <a:pt x="7620" y="0"/>
                  </a:lnTo>
                  <a:close/>
                </a:path>
                <a:path w="7620" h="298450">
                  <a:moveTo>
                    <a:pt x="762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7620" y="11429"/>
                  </a:lnTo>
                  <a:lnTo>
                    <a:pt x="7620" y="5080"/>
                  </a:lnTo>
                  <a:close/>
                </a:path>
                <a:path w="7620" h="298450">
                  <a:moveTo>
                    <a:pt x="7620" y="11430"/>
                  </a:moveTo>
                  <a:lnTo>
                    <a:pt x="0" y="11430"/>
                  </a:lnTo>
                  <a:lnTo>
                    <a:pt x="0" y="16509"/>
                  </a:lnTo>
                  <a:lnTo>
                    <a:pt x="7620" y="16509"/>
                  </a:lnTo>
                  <a:lnTo>
                    <a:pt x="7620" y="11430"/>
                  </a:lnTo>
                  <a:close/>
                </a:path>
                <a:path w="7620" h="298450">
                  <a:moveTo>
                    <a:pt x="7620" y="16510"/>
                  </a:moveTo>
                  <a:lnTo>
                    <a:pt x="0" y="16510"/>
                  </a:lnTo>
                  <a:lnTo>
                    <a:pt x="0" y="24129"/>
                  </a:lnTo>
                  <a:lnTo>
                    <a:pt x="7620" y="24129"/>
                  </a:lnTo>
                  <a:lnTo>
                    <a:pt x="7620" y="16510"/>
                  </a:lnTo>
                  <a:close/>
                </a:path>
                <a:path w="7620" h="298450">
                  <a:moveTo>
                    <a:pt x="7620" y="24130"/>
                  </a:moveTo>
                  <a:lnTo>
                    <a:pt x="0" y="24130"/>
                  </a:lnTo>
                  <a:lnTo>
                    <a:pt x="0" y="270509"/>
                  </a:lnTo>
                  <a:lnTo>
                    <a:pt x="7620" y="270509"/>
                  </a:lnTo>
                  <a:lnTo>
                    <a:pt x="7620" y="24130"/>
                  </a:lnTo>
                  <a:close/>
                </a:path>
                <a:path w="7620" h="298450">
                  <a:moveTo>
                    <a:pt x="7620" y="270510"/>
                  </a:moveTo>
                  <a:lnTo>
                    <a:pt x="0" y="270510"/>
                  </a:lnTo>
                  <a:lnTo>
                    <a:pt x="0" y="278129"/>
                  </a:lnTo>
                  <a:lnTo>
                    <a:pt x="7620" y="278129"/>
                  </a:lnTo>
                  <a:lnTo>
                    <a:pt x="7620" y="270510"/>
                  </a:lnTo>
                  <a:close/>
                </a:path>
                <a:path w="7620" h="298450">
                  <a:moveTo>
                    <a:pt x="7620" y="278130"/>
                  </a:moveTo>
                  <a:lnTo>
                    <a:pt x="0" y="278130"/>
                  </a:lnTo>
                  <a:lnTo>
                    <a:pt x="0" y="283209"/>
                  </a:lnTo>
                  <a:lnTo>
                    <a:pt x="7620" y="283209"/>
                  </a:lnTo>
                  <a:lnTo>
                    <a:pt x="7620" y="278130"/>
                  </a:lnTo>
                  <a:close/>
                </a:path>
                <a:path w="7620" h="298450">
                  <a:moveTo>
                    <a:pt x="7620" y="283210"/>
                  </a:moveTo>
                  <a:lnTo>
                    <a:pt x="0" y="283210"/>
                  </a:lnTo>
                  <a:lnTo>
                    <a:pt x="0" y="290829"/>
                  </a:lnTo>
                  <a:lnTo>
                    <a:pt x="7620" y="290829"/>
                  </a:lnTo>
                  <a:lnTo>
                    <a:pt x="7620" y="283210"/>
                  </a:lnTo>
                  <a:close/>
                </a:path>
                <a:path w="7620" h="298450">
                  <a:moveTo>
                    <a:pt x="7620" y="290830"/>
                  </a:moveTo>
                  <a:lnTo>
                    <a:pt x="0" y="290830"/>
                  </a:lnTo>
                  <a:lnTo>
                    <a:pt x="0" y="295909"/>
                  </a:lnTo>
                  <a:lnTo>
                    <a:pt x="1270" y="295909"/>
                  </a:lnTo>
                  <a:lnTo>
                    <a:pt x="1270" y="297179"/>
                  </a:lnTo>
                  <a:lnTo>
                    <a:pt x="7620" y="297179"/>
                  </a:lnTo>
                  <a:lnTo>
                    <a:pt x="7620" y="290830"/>
                  </a:lnTo>
                  <a:close/>
                </a:path>
                <a:path w="7620" h="298450">
                  <a:moveTo>
                    <a:pt x="7620" y="297180"/>
                  </a:moveTo>
                  <a:lnTo>
                    <a:pt x="5079" y="297180"/>
                  </a:lnTo>
                  <a:lnTo>
                    <a:pt x="5079" y="298450"/>
                  </a:lnTo>
                  <a:lnTo>
                    <a:pt x="7620" y="298450"/>
                  </a:lnTo>
                  <a:lnTo>
                    <a:pt x="7620" y="297180"/>
                  </a:lnTo>
                  <a:close/>
                </a:path>
              </a:pathLst>
            </a:custGeom>
            <a:solidFill>
              <a:srgbClr val="BDBD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" name="object 368"/>
            <p:cNvSpPr/>
            <p:nvPr/>
          </p:nvSpPr>
          <p:spPr>
            <a:xfrm>
              <a:off x="6866890" y="3647440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2539" y="0"/>
                  </a:lnTo>
                  <a:lnTo>
                    <a:pt x="2539" y="1269"/>
                  </a:lnTo>
                  <a:lnTo>
                    <a:pt x="0" y="1269"/>
                  </a:lnTo>
                  <a:lnTo>
                    <a:pt x="0" y="6349"/>
                  </a:lnTo>
                  <a:lnTo>
                    <a:pt x="7619" y="6349"/>
                  </a:lnTo>
                  <a:lnTo>
                    <a:pt x="7619" y="0"/>
                  </a:lnTo>
                  <a:close/>
                </a:path>
                <a:path w="7620" h="299720">
                  <a:moveTo>
                    <a:pt x="761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7619" y="12699"/>
                  </a:lnTo>
                  <a:lnTo>
                    <a:pt x="7619" y="6349"/>
                  </a:lnTo>
                  <a:close/>
                </a:path>
                <a:path w="7620" h="299720">
                  <a:moveTo>
                    <a:pt x="7619" y="12699"/>
                  </a:moveTo>
                  <a:lnTo>
                    <a:pt x="0" y="12699"/>
                  </a:lnTo>
                  <a:lnTo>
                    <a:pt x="0" y="17779"/>
                  </a:lnTo>
                  <a:lnTo>
                    <a:pt x="7619" y="17779"/>
                  </a:lnTo>
                  <a:lnTo>
                    <a:pt x="7619" y="12699"/>
                  </a:lnTo>
                  <a:close/>
                </a:path>
                <a:path w="7620" h="299720">
                  <a:moveTo>
                    <a:pt x="7619" y="17779"/>
                  </a:moveTo>
                  <a:lnTo>
                    <a:pt x="0" y="17779"/>
                  </a:lnTo>
                  <a:lnTo>
                    <a:pt x="0" y="25399"/>
                  </a:lnTo>
                  <a:lnTo>
                    <a:pt x="7619" y="25399"/>
                  </a:lnTo>
                  <a:lnTo>
                    <a:pt x="7619" y="17779"/>
                  </a:lnTo>
                  <a:close/>
                </a:path>
                <a:path w="7620" h="299720">
                  <a:moveTo>
                    <a:pt x="7619" y="25399"/>
                  </a:moveTo>
                  <a:lnTo>
                    <a:pt x="0" y="25399"/>
                  </a:lnTo>
                  <a:lnTo>
                    <a:pt x="0" y="271779"/>
                  </a:lnTo>
                  <a:lnTo>
                    <a:pt x="7619" y="271779"/>
                  </a:lnTo>
                  <a:lnTo>
                    <a:pt x="7619" y="25399"/>
                  </a:lnTo>
                  <a:close/>
                </a:path>
                <a:path w="7620" h="299720">
                  <a:moveTo>
                    <a:pt x="7619" y="271779"/>
                  </a:moveTo>
                  <a:lnTo>
                    <a:pt x="0" y="271779"/>
                  </a:lnTo>
                  <a:lnTo>
                    <a:pt x="0" y="279399"/>
                  </a:lnTo>
                  <a:lnTo>
                    <a:pt x="7619" y="279399"/>
                  </a:lnTo>
                  <a:lnTo>
                    <a:pt x="7619" y="271779"/>
                  </a:lnTo>
                  <a:close/>
                </a:path>
                <a:path w="7620" h="299720">
                  <a:moveTo>
                    <a:pt x="7619" y="279399"/>
                  </a:moveTo>
                  <a:lnTo>
                    <a:pt x="0" y="279399"/>
                  </a:lnTo>
                  <a:lnTo>
                    <a:pt x="0" y="284479"/>
                  </a:lnTo>
                  <a:lnTo>
                    <a:pt x="7619" y="284479"/>
                  </a:lnTo>
                  <a:lnTo>
                    <a:pt x="7619" y="279399"/>
                  </a:lnTo>
                  <a:close/>
                </a:path>
                <a:path w="7620" h="299720">
                  <a:moveTo>
                    <a:pt x="7619" y="284479"/>
                  </a:moveTo>
                  <a:lnTo>
                    <a:pt x="0" y="284479"/>
                  </a:lnTo>
                  <a:lnTo>
                    <a:pt x="0" y="292099"/>
                  </a:lnTo>
                  <a:lnTo>
                    <a:pt x="7619" y="292099"/>
                  </a:lnTo>
                  <a:lnTo>
                    <a:pt x="7619" y="284479"/>
                  </a:lnTo>
                  <a:close/>
                </a:path>
                <a:path w="7620" h="299720">
                  <a:moveTo>
                    <a:pt x="7619" y="292099"/>
                  </a:moveTo>
                  <a:lnTo>
                    <a:pt x="0" y="292099"/>
                  </a:lnTo>
                  <a:lnTo>
                    <a:pt x="0" y="298449"/>
                  </a:lnTo>
                  <a:lnTo>
                    <a:pt x="7619" y="298449"/>
                  </a:lnTo>
                  <a:lnTo>
                    <a:pt x="7619" y="292099"/>
                  </a:lnTo>
                  <a:close/>
                </a:path>
                <a:path w="7620" h="299720">
                  <a:moveTo>
                    <a:pt x="7619" y="298449"/>
                  </a:moveTo>
                  <a:lnTo>
                    <a:pt x="0" y="298449"/>
                  </a:lnTo>
                  <a:lnTo>
                    <a:pt x="0" y="299719"/>
                  </a:lnTo>
                  <a:lnTo>
                    <a:pt x="7619" y="299719"/>
                  </a:lnTo>
                  <a:lnTo>
                    <a:pt x="7619" y="298449"/>
                  </a:lnTo>
                  <a:close/>
                </a:path>
              </a:pathLst>
            </a:custGeom>
            <a:solidFill>
              <a:srgbClr val="BDBD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9" name="object 36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874510" y="3647440"/>
              <a:ext cx="396240" cy="299719"/>
            </a:xfrm>
            <a:prstGeom prst="rect">
              <a:avLst/>
            </a:prstGeom>
          </p:spPr>
        </p:pic>
        <p:sp>
          <p:nvSpPr>
            <p:cNvPr id="370" name="object 370"/>
            <p:cNvSpPr/>
            <p:nvPr/>
          </p:nvSpPr>
          <p:spPr>
            <a:xfrm>
              <a:off x="7270750" y="3647440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635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7620" y="6349"/>
                  </a:lnTo>
                  <a:lnTo>
                    <a:pt x="7620" y="1269"/>
                  </a:lnTo>
                  <a:lnTo>
                    <a:pt x="6350" y="1269"/>
                  </a:lnTo>
                  <a:lnTo>
                    <a:pt x="6350" y="0"/>
                  </a:lnTo>
                  <a:close/>
                </a:path>
                <a:path w="7620" h="299720">
                  <a:moveTo>
                    <a:pt x="762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7620" y="12699"/>
                  </a:lnTo>
                  <a:lnTo>
                    <a:pt x="7620" y="6349"/>
                  </a:lnTo>
                  <a:close/>
                </a:path>
                <a:path w="7620" h="299720">
                  <a:moveTo>
                    <a:pt x="7620" y="12699"/>
                  </a:moveTo>
                  <a:lnTo>
                    <a:pt x="0" y="12699"/>
                  </a:lnTo>
                  <a:lnTo>
                    <a:pt x="0" y="17779"/>
                  </a:lnTo>
                  <a:lnTo>
                    <a:pt x="7620" y="17779"/>
                  </a:lnTo>
                  <a:lnTo>
                    <a:pt x="7620" y="12699"/>
                  </a:lnTo>
                  <a:close/>
                </a:path>
                <a:path w="7620" h="299720">
                  <a:moveTo>
                    <a:pt x="7620" y="17779"/>
                  </a:moveTo>
                  <a:lnTo>
                    <a:pt x="0" y="17779"/>
                  </a:lnTo>
                  <a:lnTo>
                    <a:pt x="0" y="25399"/>
                  </a:lnTo>
                  <a:lnTo>
                    <a:pt x="7620" y="25399"/>
                  </a:lnTo>
                  <a:lnTo>
                    <a:pt x="7620" y="17779"/>
                  </a:lnTo>
                  <a:close/>
                </a:path>
                <a:path w="7620" h="299720">
                  <a:moveTo>
                    <a:pt x="7620" y="25399"/>
                  </a:moveTo>
                  <a:lnTo>
                    <a:pt x="0" y="25399"/>
                  </a:lnTo>
                  <a:lnTo>
                    <a:pt x="0" y="271779"/>
                  </a:lnTo>
                  <a:lnTo>
                    <a:pt x="7620" y="271779"/>
                  </a:lnTo>
                  <a:lnTo>
                    <a:pt x="7620" y="25399"/>
                  </a:lnTo>
                  <a:close/>
                </a:path>
                <a:path w="7620" h="299720">
                  <a:moveTo>
                    <a:pt x="7620" y="271779"/>
                  </a:moveTo>
                  <a:lnTo>
                    <a:pt x="0" y="271779"/>
                  </a:lnTo>
                  <a:lnTo>
                    <a:pt x="0" y="279399"/>
                  </a:lnTo>
                  <a:lnTo>
                    <a:pt x="7620" y="279399"/>
                  </a:lnTo>
                  <a:lnTo>
                    <a:pt x="7620" y="271779"/>
                  </a:lnTo>
                  <a:close/>
                </a:path>
                <a:path w="7620" h="299720">
                  <a:moveTo>
                    <a:pt x="7620" y="279399"/>
                  </a:moveTo>
                  <a:lnTo>
                    <a:pt x="0" y="279399"/>
                  </a:lnTo>
                  <a:lnTo>
                    <a:pt x="0" y="284479"/>
                  </a:lnTo>
                  <a:lnTo>
                    <a:pt x="7620" y="284479"/>
                  </a:lnTo>
                  <a:lnTo>
                    <a:pt x="7620" y="279399"/>
                  </a:lnTo>
                  <a:close/>
                </a:path>
                <a:path w="7620" h="299720">
                  <a:moveTo>
                    <a:pt x="7620" y="284479"/>
                  </a:moveTo>
                  <a:lnTo>
                    <a:pt x="0" y="284479"/>
                  </a:lnTo>
                  <a:lnTo>
                    <a:pt x="0" y="292099"/>
                  </a:lnTo>
                  <a:lnTo>
                    <a:pt x="7620" y="292099"/>
                  </a:lnTo>
                  <a:lnTo>
                    <a:pt x="7620" y="284479"/>
                  </a:lnTo>
                  <a:close/>
                </a:path>
                <a:path w="7620" h="299720">
                  <a:moveTo>
                    <a:pt x="7620" y="292099"/>
                  </a:moveTo>
                  <a:lnTo>
                    <a:pt x="0" y="292099"/>
                  </a:lnTo>
                  <a:lnTo>
                    <a:pt x="0" y="298449"/>
                  </a:lnTo>
                  <a:lnTo>
                    <a:pt x="7620" y="298449"/>
                  </a:lnTo>
                  <a:lnTo>
                    <a:pt x="7620" y="292099"/>
                  </a:lnTo>
                  <a:close/>
                </a:path>
                <a:path w="7620" h="299720">
                  <a:moveTo>
                    <a:pt x="7620" y="298449"/>
                  </a:moveTo>
                  <a:lnTo>
                    <a:pt x="0" y="298449"/>
                  </a:lnTo>
                  <a:lnTo>
                    <a:pt x="0" y="299719"/>
                  </a:lnTo>
                  <a:lnTo>
                    <a:pt x="7620" y="299719"/>
                  </a:lnTo>
                  <a:lnTo>
                    <a:pt x="7620" y="298449"/>
                  </a:lnTo>
                  <a:close/>
                </a:path>
              </a:pathLst>
            </a:custGeom>
            <a:solidFill>
              <a:srgbClr val="BBBB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71"/>
            <p:cNvSpPr/>
            <p:nvPr/>
          </p:nvSpPr>
          <p:spPr>
            <a:xfrm>
              <a:off x="7278370" y="3648710"/>
              <a:ext cx="7620" cy="298450"/>
            </a:xfrm>
            <a:custGeom>
              <a:avLst/>
              <a:gdLst/>
              <a:ahLst/>
              <a:cxnLst/>
              <a:rect l="l" t="t" r="r" b="b"/>
              <a:pathLst>
                <a:path w="7620" h="298450">
                  <a:moveTo>
                    <a:pt x="127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7620" y="5079"/>
                  </a:lnTo>
                  <a:lnTo>
                    <a:pt x="762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7620" h="298450">
                  <a:moveTo>
                    <a:pt x="762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7620" y="11429"/>
                  </a:lnTo>
                  <a:lnTo>
                    <a:pt x="7620" y="5080"/>
                  </a:lnTo>
                  <a:close/>
                </a:path>
                <a:path w="7620" h="298450">
                  <a:moveTo>
                    <a:pt x="7620" y="11430"/>
                  </a:moveTo>
                  <a:lnTo>
                    <a:pt x="0" y="11430"/>
                  </a:lnTo>
                  <a:lnTo>
                    <a:pt x="0" y="16509"/>
                  </a:lnTo>
                  <a:lnTo>
                    <a:pt x="7620" y="16509"/>
                  </a:lnTo>
                  <a:lnTo>
                    <a:pt x="7620" y="11430"/>
                  </a:lnTo>
                  <a:close/>
                </a:path>
                <a:path w="7620" h="298450">
                  <a:moveTo>
                    <a:pt x="7620" y="16510"/>
                  </a:moveTo>
                  <a:lnTo>
                    <a:pt x="0" y="16510"/>
                  </a:lnTo>
                  <a:lnTo>
                    <a:pt x="0" y="24129"/>
                  </a:lnTo>
                  <a:lnTo>
                    <a:pt x="7620" y="24129"/>
                  </a:lnTo>
                  <a:lnTo>
                    <a:pt x="7620" y="16510"/>
                  </a:lnTo>
                  <a:close/>
                </a:path>
                <a:path w="7620" h="298450">
                  <a:moveTo>
                    <a:pt x="7620" y="24130"/>
                  </a:moveTo>
                  <a:lnTo>
                    <a:pt x="0" y="24130"/>
                  </a:lnTo>
                  <a:lnTo>
                    <a:pt x="0" y="270509"/>
                  </a:lnTo>
                  <a:lnTo>
                    <a:pt x="7620" y="270509"/>
                  </a:lnTo>
                  <a:lnTo>
                    <a:pt x="7620" y="24130"/>
                  </a:lnTo>
                  <a:close/>
                </a:path>
                <a:path w="7620" h="298450">
                  <a:moveTo>
                    <a:pt x="7620" y="270510"/>
                  </a:moveTo>
                  <a:lnTo>
                    <a:pt x="0" y="270510"/>
                  </a:lnTo>
                  <a:lnTo>
                    <a:pt x="0" y="278129"/>
                  </a:lnTo>
                  <a:lnTo>
                    <a:pt x="7620" y="278129"/>
                  </a:lnTo>
                  <a:lnTo>
                    <a:pt x="7620" y="270510"/>
                  </a:lnTo>
                  <a:close/>
                </a:path>
                <a:path w="7620" h="298450">
                  <a:moveTo>
                    <a:pt x="7620" y="278130"/>
                  </a:moveTo>
                  <a:lnTo>
                    <a:pt x="0" y="278130"/>
                  </a:lnTo>
                  <a:lnTo>
                    <a:pt x="0" y="283209"/>
                  </a:lnTo>
                  <a:lnTo>
                    <a:pt x="7620" y="283209"/>
                  </a:lnTo>
                  <a:lnTo>
                    <a:pt x="7620" y="278130"/>
                  </a:lnTo>
                  <a:close/>
                </a:path>
                <a:path w="7620" h="298450">
                  <a:moveTo>
                    <a:pt x="7620" y="283210"/>
                  </a:moveTo>
                  <a:lnTo>
                    <a:pt x="0" y="283210"/>
                  </a:lnTo>
                  <a:lnTo>
                    <a:pt x="0" y="290829"/>
                  </a:lnTo>
                  <a:lnTo>
                    <a:pt x="7620" y="290829"/>
                  </a:lnTo>
                  <a:lnTo>
                    <a:pt x="7620" y="283210"/>
                  </a:lnTo>
                  <a:close/>
                </a:path>
                <a:path w="7620" h="298450">
                  <a:moveTo>
                    <a:pt x="7620" y="290830"/>
                  </a:moveTo>
                  <a:lnTo>
                    <a:pt x="0" y="290830"/>
                  </a:lnTo>
                  <a:lnTo>
                    <a:pt x="0" y="297179"/>
                  </a:lnTo>
                  <a:lnTo>
                    <a:pt x="7620" y="297179"/>
                  </a:lnTo>
                  <a:lnTo>
                    <a:pt x="7620" y="290830"/>
                  </a:lnTo>
                  <a:close/>
                </a:path>
                <a:path w="7620" h="298450">
                  <a:moveTo>
                    <a:pt x="1270" y="297180"/>
                  </a:moveTo>
                  <a:lnTo>
                    <a:pt x="0" y="297180"/>
                  </a:lnTo>
                  <a:lnTo>
                    <a:pt x="0" y="298450"/>
                  </a:lnTo>
                  <a:lnTo>
                    <a:pt x="1270" y="298450"/>
                  </a:lnTo>
                  <a:lnTo>
                    <a:pt x="1270" y="297180"/>
                  </a:lnTo>
                  <a:close/>
                </a:path>
              </a:pathLst>
            </a:custGeom>
            <a:solidFill>
              <a:srgbClr val="BBBB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72"/>
            <p:cNvSpPr/>
            <p:nvPr/>
          </p:nvSpPr>
          <p:spPr>
            <a:xfrm>
              <a:off x="7285990" y="3649980"/>
              <a:ext cx="7620" cy="294640"/>
            </a:xfrm>
            <a:custGeom>
              <a:avLst/>
              <a:gdLst/>
              <a:ahLst/>
              <a:cxnLst/>
              <a:rect l="l" t="t" r="r" b="b"/>
              <a:pathLst>
                <a:path w="7620" h="294639">
                  <a:moveTo>
                    <a:pt x="127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6349" y="3810"/>
                  </a:lnTo>
                  <a:lnTo>
                    <a:pt x="6349" y="2540"/>
                  </a:lnTo>
                  <a:lnTo>
                    <a:pt x="2539" y="2540"/>
                  </a:lnTo>
                  <a:lnTo>
                    <a:pt x="2539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7620" h="294639">
                  <a:moveTo>
                    <a:pt x="761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7619" y="10160"/>
                  </a:lnTo>
                  <a:lnTo>
                    <a:pt x="7619" y="3810"/>
                  </a:lnTo>
                  <a:close/>
                </a:path>
                <a:path w="7620" h="294639">
                  <a:moveTo>
                    <a:pt x="7619" y="10160"/>
                  </a:moveTo>
                  <a:lnTo>
                    <a:pt x="0" y="10160"/>
                  </a:lnTo>
                  <a:lnTo>
                    <a:pt x="0" y="15240"/>
                  </a:lnTo>
                  <a:lnTo>
                    <a:pt x="7619" y="15240"/>
                  </a:lnTo>
                  <a:lnTo>
                    <a:pt x="7619" y="10160"/>
                  </a:lnTo>
                  <a:close/>
                </a:path>
                <a:path w="7620" h="294639">
                  <a:moveTo>
                    <a:pt x="7619" y="15240"/>
                  </a:moveTo>
                  <a:lnTo>
                    <a:pt x="0" y="15240"/>
                  </a:lnTo>
                  <a:lnTo>
                    <a:pt x="0" y="22860"/>
                  </a:lnTo>
                  <a:lnTo>
                    <a:pt x="7619" y="22860"/>
                  </a:lnTo>
                  <a:lnTo>
                    <a:pt x="7619" y="15240"/>
                  </a:lnTo>
                  <a:close/>
                </a:path>
                <a:path w="7620" h="294639">
                  <a:moveTo>
                    <a:pt x="7619" y="22860"/>
                  </a:moveTo>
                  <a:lnTo>
                    <a:pt x="0" y="22860"/>
                  </a:lnTo>
                  <a:lnTo>
                    <a:pt x="0" y="269240"/>
                  </a:lnTo>
                  <a:lnTo>
                    <a:pt x="7619" y="269240"/>
                  </a:lnTo>
                  <a:lnTo>
                    <a:pt x="7619" y="22860"/>
                  </a:lnTo>
                  <a:close/>
                </a:path>
                <a:path w="7620" h="294639">
                  <a:moveTo>
                    <a:pt x="7619" y="269240"/>
                  </a:moveTo>
                  <a:lnTo>
                    <a:pt x="0" y="269240"/>
                  </a:lnTo>
                  <a:lnTo>
                    <a:pt x="0" y="276860"/>
                  </a:lnTo>
                  <a:lnTo>
                    <a:pt x="7619" y="276860"/>
                  </a:lnTo>
                  <a:lnTo>
                    <a:pt x="7619" y="269240"/>
                  </a:lnTo>
                  <a:close/>
                </a:path>
                <a:path w="7620" h="294639">
                  <a:moveTo>
                    <a:pt x="7619" y="276860"/>
                  </a:moveTo>
                  <a:lnTo>
                    <a:pt x="0" y="276860"/>
                  </a:lnTo>
                  <a:lnTo>
                    <a:pt x="0" y="281940"/>
                  </a:lnTo>
                  <a:lnTo>
                    <a:pt x="7619" y="281940"/>
                  </a:lnTo>
                  <a:lnTo>
                    <a:pt x="7619" y="276860"/>
                  </a:lnTo>
                  <a:close/>
                </a:path>
                <a:path w="7620" h="294639">
                  <a:moveTo>
                    <a:pt x="7619" y="281940"/>
                  </a:moveTo>
                  <a:lnTo>
                    <a:pt x="0" y="281940"/>
                  </a:lnTo>
                  <a:lnTo>
                    <a:pt x="0" y="289560"/>
                  </a:lnTo>
                  <a:lnTo>
                    <a:pt x="7619" y="289560"/>
                  </a:lnTo>
                  <a:lnTo>
                    <a:pt x="7619" y="281940"/>
                  </a:lnTo>
                  <a:close/>
                </a:path>
                <a:path w="7620" h="294639">
                  <a:moveTo>
                    <a:pt x="7619" y="289560"/>
                  </a:moveTo>
                  <a:lnTo>
                    <a:pt x="0" y="289560"/>
                  </a:lnTo>
                  <a:lnTo>
                    <a:pt x="0" y="294640"/>
                  </a:lnTo>
                  <a:lnTo>
                    <a:pt x="2539" y="294640"/>
                  </a:lnTo>
                  <a:lnTo>
                    <a:pt x="2539" y="293370"/>
                  </a:lnTo>
                  <a:lnTo>
                    <a:pt x="6349" y="293370"/>
                  </a:lnTo>
                  <a:lnTo>
                    <a:pt x="6349" y="292100"/>
                  </a:lnTo>
                  <a:lnTo>
                    <a:pt x="7619" y="292100"/>
                  </a:lnTo>
                  <a:lnTo>
                    <a:pt x="7619" y="289560"/>
                  </a:lnTo>
                  <a:close/>
                </a:path>
              </a:pathLst>
            </a:custGeom>
            <a:solidFill>
              <a:srgbClr val="BCBC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73"/>
            <p:cNvSpPr/>
            <p:nvPr/>
          </p:nvSpPr>
          <p:spPr>
            <a:xfrm>
              <a:off x="7293610" y="3653790"/>
              <a:ext cx="8890" cy="288290"/>
            </a:xfrm>
            <a:custGeom>
              <a:avLst/>
              <a:gdLst/>
              <a:ahLst/>
              <a:cxnLst/>
              <a:rect l="l" t="t" r="r" b="b"/>
              <a:pathLst>
                <a:path w="8890" h="288289">
                  <a:moveTo>
                    <a:pt x="127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6350" y="6349"/>
                  </a:lnTo>
                  <a:lnTo>
                    <a:pt x="6350" y="3809"/>
                  </a:lnTo>
                  <a:lnTo>
                    <a:pt x="3809" y="3809"/>
                  </a:lnTo>
                  <a:lnTo>
                    <a:pt x="3809" y="2539"/>
                  </a:lnTo>
                  <a:lnTo>
                    <a:pt x="2540" y="2539"/>
                  </a:lnTo>
                  <a:lnTo>
                    <a:pt x="254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8890" h="288289">
                  <a:moveTo>
                    <a:pt x="7620" y="6349"/>
                  </a:moveTo>
                  <a:lnTo>
                    <a:pt x="0" y="6349"/>
                  </a:lnTo>
                  <a:lnTo>
                    <a:pt x="0" y="11429"/>
                  </a:lnTo>
                  <a:lnTo>
                    <a:pt x="8890" y="11429"/>
                  </a:lnTo>
                  <a:lnTo>
                    <a:pt x="8890" y="7619"/>
                  </a:lnTo>
                  <a:lnTo>
                    <a:pt x="7620" y="7619"/>
                  </a:lnTo>
                  <a:lnTo>
                    <a:pt x="7620" y="6349"/>
                  </a:lnTo>
                  <a:close/>
                </a:path>
                <a:path w="8890" h="288289">
                  <a:moveTo>
                    <a:pt x="8890" y="11429"/>
                  </a:moveTo>
                  <a:lnTo>
                    <a:pt x="0" y="11429"/>
                  </a:lnTo>
                  <a:lnTo>
                    <a:pt x="0" y="19049"/>
                  </a:lnTo>
                  <a:lnTo>
                    <a:pt x="8890" y="19049"/>
                  </a:lnTo>
                  <a:lnTo>
                    <a:pt x="8890" y="11429"/>
                  </a:lnTo>
                  <a:close/>
                </a:path>
                <a:path w="8890" h="288289">
                  <a:moveTo>
                    <a:pt x="8890" y="19049"/>
                  </a:moveTo>
                  <a:lnTo>
                    <a:pt x="0" y="19049"/>
                  </a:lnTo>
                  <a:lnTo>
                    <a:pt x="0" y="265429"/>
                  </a:lnTo>
                  <a:lnTo>
                    <a:pt x="8890" y="265429"/>
                  </a:lnTo>
                  <a:lnTo>
                    <a:pt x="8890" y="19049"/>
                  </a:lnTo>
                  <a:close/>
                </a:path>
                <a:path w="8890" h="288289">
                  <a:moveTo>
                    <a:pt x="8890" y="265429"/>
                  </a:moveTo>
                  <a:lnTo>
                    <a:pt x="0" y="265429"/>
                  </a:lnTo>
                  <a:lnTo>
                    <a:pt x="0" y="273049"/>
                  </a:lnTo>
                  <a:lnTo>
                    <a:pt x="8890" y="273049"/>
                  </a:lnTo>
                  <a:lnTo>
                    <a:pt x="8890" y="265429"/>
                  </a:lnTo>
                  <a:close/>
                </a:path>
                <a:path w="8890" h="288289">
                  <a:moveTo>
                    <a:pt x="8890" y="273049"/>
                  </a:moveTo>
                  <a:lnTo>
                    <a:pt x="0" y="273049"/>
                  </a:lnTo>
                  <a:lnTo>
                    <a:pt x="0" y="278129"/>
                  </a:lnTo>
                  <a:lnTo>
                    <a:pt x="8890" y="278129"/>
                  </a:lnTo>
                  <a:lnTo>
                    <a:pt x="8890" y="273049"/>
                  </a:lnTo>
                  <a:close/>
                </a:path>
                <a:path w="8890" h="288289">
                  <a:moveTo>
                    <a:pt x="8890" y="278129"/>
                  </a:moveTo>
                  <a:lnTo>
                    <a:pt x="0" y="278129"/>
                  </a:lnTo>
                  <a:lnTo>
                    <a:pt x="0" y="285749"/>
                  </a:lnTo>
                  <a:lnTo>
                    <a:pt x="3809" y="285749"/>
                  </a:lnTo>
                  <a:lnTo>
                    <a:pt x="3809" y="284479"/>
                  </a:lnTo>
                  <a:lnTo>
                    <a:pt x="5080" y="284479"/>
                  </a:lnTo>
                  <a:lnTo>
                    <a:pt x="5080" y="283209"/>
                  </a:lnTo>
                  <a:lnTo>
                    <a:pt x="6350" y="283209"/>
                  </a:lnTo>
                  <a:lnTo>
                    <a:pt x="6350" y="281939"/>
                  </a:lnTo>
                  <a:lnTo>
                    <a:pt x="7620" y="281939"/>
                  </a:lnTo>
                  <a:lnTo>
                    <a:pt x="7620" y="280669"/>
                  </a:lnTo>
                  <a:lnTo>
                    <a:pt x="8890" y="280669"/>
                  </a:lnTo>
                  <a:lnTo>
                    <a:pt x="8890" y="278129"/>
                  </a:lnTo>
                  <a:close/>
                </a:path>
                <a:path w="8890" h="288289">
                  <a:moveTo>
                    <a:pt x="2540" y="285749"/>
                  </a:moveTo>
                  <a:lnTo>
                    <a:pt x="0" y="285749"/>
                  </a:lnTo>
                  <a:lnTo>
                    <a:pt x="0" y="288289"/>
                  </a:lnTo>
                  <a:lnTo>
                    <a:pt x="1270" y="288289"/>
                  </a:lnTo>
                  <a:lnTo>
                    <a:pt x="1270" y="287019"/>
                  </a:lnTo>
                  <a:lnTo>
                    <a:pt x="2540" y="287019"/>
                  </a:lnTo>
                  <a:lnTo>
                    <a:pt x="2540" y="285749"/>
                  </a:lnTo>
                  <a:close/>
                </a:path>
              </a:pathLst>
            </a:custGeom>
            <a:solidFill>
              <a:srgbClr val="BDBD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" name="object 374"/>
            <p:cNvSpPr/>
            <p:nvPr/>
          </p:nvSpPr>
          <p:spPr>
            <a:xfrm>
              <a:off x="7302500" y="3662680"/>
              <a:ext cx="7620" cy="269240"/>
            </a:xfrm>
            <a:custGeom>
              <a:avLst/>
              <a:gdLst/>
              <a:ahLst/>
              <a:cxnLst/>
              <a:rect l="l" t="t" r="r" b="b"/>
              <a:pathLst>
                <a:path w="7620" h="269239">
                  <a:moveTo>
                    <a:pt x="126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69" y="2540"/>
                  </a:lnTo>
                  <a:lnTo>
                    <a:pt x="1269" y="0"/>
                  </a:lnTo>
                  <a:close/>
                </a:path>
                <a:path w="7620" h="269239">
                  <a:moveTo>
                    <a:pt x="2540" y="2540"/>
                  </a:moveTo>
                  <a:lnTo>
                    <a:pt x="0" y="2540"/>
                  </a:lnTo>
                  <a:lnTo>
                    <a:pt x="0" y="10160"/>
                  </a:lnTo>
                  <a:lnTo>
                    <a:pt x="5079" y="10160"/>
                  </a:lnTo>
                  <a:lnTo>
                    <a:pt x="5079" y="6350"/>
                  </a:lnTo>
                  <a:lnTo>
                    <a:pt x="3810" y="6350"/>
                  </a:lnTo>
                  <a:lnTo>
                    <a:pt x="3810" y="5080"/>
                  </a:lnTo>
                  <a:lnTo>
                    <a:pt x="2540" y="5080"/>
                  </a:lnTo>
                  <a:lnTo>
                    <a:pt x="2540" y="2540"/>
                  </a:lnTo>
                  <a:close/>
                </a:path>
                <a:path w="7620" h="269239">
                  <a:moveTo>
                    <a:pt x="5079" y="10160"/>
                  </a:moveTo>
                  <a:lnTo>
                    <a:pt x="0" y="10160"/>
                  </a:lnTo>
                  <a:lnTo>
                    <a:pt x="0" y="256540"/>
                  </a:lnTo>
                  <a:lnTo>
                    <a:pt x="7620" y="256540"/>
                  </a:lnTo>
                  <a:lnTo>
                    <a:pt x="7620" y="13970"/>
                  </a:lnTo>
                  <a:lnTo>
                    <a:pt x="6350" y="13970"/>
                  </a:lnTo>
                  <a:lnTo>
                    <a:pt x="6350" y="11430"/>
                  </a:lnTo>
                  <a:lnTo>
                    <a:pt x="5079" y="11430"/>
                  </a:lnTo>
                  <a:lnTo>
                    <a:pt x="5079" y="10160"/>
                  </a:lnTo>
                  <a:close/>
                </a:path>
                <a:path w="7620" h="269239">
                  <a:moveTo>
                    <a:pt x="6350" y="256540"/>
                  </a:moveTo>
                  <a:lnTo>
                    <a:pt x="0" y="256540"/>
                  </a:lnTo>
                  <a:lnTo>
                    <a:pt x="0" y="264160"/>
                  </a:lnTo>
                  <a:lnTo>
                    <a:pt x="5079" y="264160"/>
                  </a:lnTo>
                  <a:lnTo>
                    <a:pt x="5079" y="259080"/>
                  </a:lnTo>
                  <a:lnTo>
                    <a:pt x="6350" y="259080"/>
                  </a:lnTo>
                  <a:lnTo>
                    <a:pt x="6350" y="256540"/>
                  </a:lnTo>
                  <a:close/>
                </a:path>
                <a:path w="7620" h="269239">
                  <a:moveTo>
                    <a:pt x="3810" y="264160"/>
                  </a:moveTo>
                  <a:lnTo>
                    <a:pt x="0" y="264160"/>
                  </a:lnTo>
                  <a:lnTo>
                    <a:pt x="0" y="269240"/>
                  </a:lnTo>
                  <a:lnTo>
                    <a:pt x="1269" y="269240"/>
                  </a:lnTo>
                  <a:lnTo>
                    <a:pt x="1269" y="267970"/>
                  </a:lnTo>
                  <a:lnTo>
                    <a:pt x="2539" y="267970"/>
                  </a:lnTo>
                  <a:lnTo>
                    <a:pt x="2540" y="265430"/>
                  </a:lnTo>
                  <a:lnTo>
                    <a:pt x="3810" y="265430"/>
                  </a:lnTo>
                  <a:lnTo>
                    <a:pt x="3810" y="264160"/>
                  </a:lnTo>
                  <a:close/>
                </a:path>
              </a:pathLst>
            </a:custGeom>
            <a:solidFill>
              <a:srgbClr val="BDBD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" name="object 375"/>
            <p:cNvSpPr/>
            <p:nvPr/>
          </p:nvSpPr>
          <p:spPr>
            <a:xfrm>
              <a:off x="7308850" y="3676650"/>
              <a:ext cx="1270" cy="242570"/>
            </a:xfrm>
            <a:custGeom>
              <a:avLst/>
              <a:gdLst/>
              <a:ahLst/>
              <a:cxnLst/>
              <a:rect l="l" t="t" r="r" b="b"/>
              <a:pathLst>
                <a:path w="1270" h="242570">
                  <a:moveTo>
                    <a:pt x="1270" y="0"/>
                  </a:moveTo>
                  <a:lnTo>
                    <a:pt x="0" y="0"/>
                  </a:lnTo>
                  <a:lnTo>
                    <a:pt x="0" y="242569"/>
                  </a:lnTo>
                  <a:lnTo>
                    <a:pt x="1270" y="242569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BFBF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" name="object 376"/>
            <p:cNvSpPr/>
            <p:nvPr/>
          </p:nvSpPr>
          <p:spPr>
            <a:xfrm>
              <a:off x="6837680" y="3647440"/>
              <a:ext cx="471170" cy="299720"/>
            </a:xfrm>
            <a:custGeom>
              <a:avLst/>
              <a:gdLst/>
              <a:ahLst/>
              <a:cxnLst/>
              <a:rect l="l" t="t" r="r" b="b"/>
              <a:pathLst>
                <a:path w="471170" h="299720">
                  <a:moveTo>
                    <a:pt x="31750" y="0"/>
                  </a:moveTo>
                  <a:lnTo>
                    <a:pt x="19823" y="2837"/>
                  </a:lnTo>
                  <a:lnTo>
                    <a:pt x="9683" y="10318"/>
                  </a:lnTo>
                  <a:lnTo>
                    <a:pt x="2639" y="20895"/>
                  </a:lnTo>
                  <a:lnTo>
                    <a:pt x="0" y="33020"/>
                  </a:lnTo>
                  <a:lnTo>
                    <a:pt x="0" y="36671"/>
                  </a:lnTo>
                  <a:lnTo>
                    <a:pt x="0" y="62230"/>
                  </a:lnTo>
                  <a:lnTo>
                    <a:pt x="0" y="131603"/>
                  </a:lnTo>
                  <a:lnTo>
                    <a:pt x="0" y="266700"/>
                  </a:lnTo>
                  <a:lnTo>
                    <a:pt x="2639" y="278824"/>
                  </a:lnTo>
                  <a:lnTo>
                    <a:pt x="9683" y="289401"/>
                  </a:lnTo>
                  <a:lnTo>
                    <a:pt x="19823" y="296882"/>
                  </a:lnTo>
                  <a:lnTo>
                    <a:pt x="31750" y="299720"/>
                  </a:lnTo>
                  <a:lnTo>
                    <a:pt x="38100" y="299720"/>
                  </a:lnTo>
                  <a:lnTo>
                    <a:pt x="82550" y="299720"/>
                  </a:lnTo>
                  <a:lnTo>
                    <a:pt x="203200" y="299720"/>
                  </a:lnTo>
                  <a:lnTo>
                    <a:pt x="438150" y="299720"/>
                  </a:lnTo>
                  <a:lnTo>
                    <a:pt x="450274" y="296882"/>
                  </a:lnTo>
                  <a:lnTo>
                    <a:pt x="460851" y="289401"/>
                  </a:lnTo>
                  <a:lnTo>
                    <a:pt x="468332" y="278824"/>
                  </a:lnTo>
                  <a:lnTo>
                    <a:pt x="471170" y="266700"/>
                  </a:lnTo>
                  <a:lnTo>
                    <a:pt x="471170" y="263048"/>
                  </a:lnTo>
                  <a:lnTo>
                    <a:pt x="471170" y="237490"/>
                  </a:lnTo>
                  <a:lnTo>
                    <a:pt x="471170" y="168116"/>
                  </a:lnTo>
                  <a:lnTo>
                    <a:pt x="471170" y="33020"/>
                  </a:lnTo>
                  <a:lnTo>
                    <a:pt x="468332" y="20895"/>
                  </a:lnTo>
                  <a:lnTo>
                    <a:pt x="460851" y="10318"/>
                  </a:lnTo>
                  <a:lnTo>
                    <a:pt x="450274" y="2837"/>
                  </a:lnTo>
                  <a:lnTo>
                    <a:pt x="438150" y="0"/>
                  </a:lnTo>
                  <a:lnTo>
                    <a:pt x="431800" y="0"/>
                  </a:lnTo>
                  <a:lnTo>
                    <a:pt x="387350" y="0"/>
                  </a:lnTo>
                  <a:lnTo>
                    <a:pt x="266700" y="0"/>
                  </a:lnTo>
                  <a:lnTo>
                    <a:pt x="31750" y="0"/>
                  </a:lnTo>
                  <a:close/>
                </a:path>
              </a:pathLst>
            </a:custGeom>
            <a:ln w="19048">
              <a:solidFill>
                <a:srgbClr val="93926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77" name="object 377"/>
          <p:cNvSpPr txBox="1"/>
          <p:nvPr/>
        </p:nvSpPr>
        <p:spPr>
          <a:xfrm>
            <a:off x="6935469" y="3679190"/>
            <a:ext cx="27749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spc="-25" dirty="0">
                <a:solidFill>
                  <a:srgbClr val="FFFFFF"/>
                </a:solidFill>
                <a:latin typeface="Arial"/>
                <a:cs typeface="Arial"/>
              </a:rPr>
              <a:t>HW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378" name="object 378"/>
          <p:cNvGrpSpPr/>
          <p:nvPr/>
        </p:nvGrpSpPr>
        <p:grpSpPr>
          <a:xfrm>
            <a:off x="7412355" y="3637915"/>
            <a:ext cx="490220" cy="318770"/>
            <a:chOff x="7412355" y="3637915"/>
            <a:chExt cx="490220" cy="318770"/>
          </a:xfrm>
        </p:grpSpPr>
        <p:sp>
          <p:nvSpPr>
            <p:cNvPr id="379" name="object 379"/>
            <p:cNvSpPr/>
            <p:nvPr/>
          </p:nvSpPr>
          <p:spPr>
            <a:xfrm>
              <a:off x="7421880" y="3656330"/>
              <a:ext cx="13970" cy="283210"/>
            </a:xfrm>
            <a:custGeom>
              <a:avLst/>
              <a:gdLst/>
              <a:ahLst/>
              <a:cxnLst/>
              <a:rect l="l" t="t" r="r" b="b"/>
              <a:pathLst>
                <a:path w="13970" h="283210">
                  <a:moveTo>
                    <a:pt x="13970" y="276872"/>
                  </a:moveTo>
                  <a:lnTo>
                    <a:pt x="6350" y="276872"/>
                  </a:lnTo>
                  <a:lnTo>
                    <a:pt x="6350" y="278130"/>
                  </a:lnTo>
                  <a:lnTo>
                    <a:pt x="7620" y="278130"/>
                  </a:lnTo>
                  <a:lnTo>
                    <a:pt x="7620" y="279400"/>
                  </a:lnTo>
                  <a:lnTo>
                    <a:pt x="10160" y="279400"/>
                  </a:lnTo>
                  <a:lnTo>
                    <a:pt x="10160" y="280670"/>
                  </a:lnTo>
                  <a:lnTo>
                    <a:pt x="11430" y="280670"/>
                  </a:lnTo>
                  <a:lnTo>
                    <a:pt x="11430" y="281940"/>
                  </a:lnTo>
                  <a:lnTo>
                    <a:pt x="12700" y="281940"/>
                  </a:lnTo>
                  <a:lnTo>
                    <a:pt x="12700" y="283210"/>
                  </a:lnTo>
                  <a:lnTo>
                    <a:pt x="13970" y="283210"/>
                  </a:lnTo>
                  <a:lnTo>
                    <a:pt x="13970" y="276872"/>
                  </a:lnTo>
                  <a:close/>
                </a:path>
                <a:path w="13970" h="283210">
                  <a:moveTo>
                    <a:pt x="13970" y="270522"/>
                  </a:moveTo>
                  <a:lnTo>
                    <a:pt x="6350" y="270522"/>
                  </a:lnTo>
                  <a:lnTo>
                    <a:pt x="3810" y="270522"/>
                  </a:lnTo>
                  <a:lnTo>
                    <a:pt x="3810" y="273050"/>
                  </a:lnTo>
                  <a:lnTo>
                    <a:pt x="5080" y="273050"/>
                  </a:lnTo>
                  <a:lnTo>
                    <a:pt x="5080" y="275590"/>
                  </a:lnTo>
                  <a:lnTo>
                    <a:pt x="6350" y="275590"/>
                  </a:lnTo>
                  <a:lnTo>
                    <a:pt x="6350" y="276860"/>
                  </a:lnTo>
                  <a:lnTo>
                    <a:pt x="13970" y="276860"/>
                  </a:lnTo>
                  <a:lnTo>
                    <a:pt x="13970" y="270522"/>
                  </a:lnTo>
                  <a:close/>
                </a:path>
                <a:path w="13970" h="283210">
                  <a:moveTo>
                    <a:pt x="13970" y="16522"/>
                  </a:moveTo>
                  <a:lnTo>
                    <a:pt x="6350" y="16522"/>
                  </a:lnTo>
                  <a:lnTo>
                    <a:pt x="0" y="16522"/>
                  </a:lnTo>
                  <a:lnTo>
                    <a:pt x="0" y="265430"/>
                  </a:lnTo>
                  <a:lnTo>
                    <a:pt x="1270" y="265430"/>
                  </a:lnTo>
                  <a:lnTo>
                    <a:pt x="1270" y="267970"/>
                  </a:lnTo>
                  <a:lnTo>
                    <a:pt x="2540" y="267970"/>
                  </a:lnTo>
                  <a:lnTo>
                    <a:pt x="2540" y="270510"/>
                  </a:lnTo>
                  <a:lnTo>
                    <a:pt x="6350" y="270510"/>
                  </a:lnTo>
                  <a:lnTo>
                    <a:pt x="13970" y="270510"/>
                  </a:lnTo>
                  <a:lnTo>
                    <a:pt x="13970" y="16522"/>
                  </a:lnTo>
                  <a:close/>
                </a:path>
                <a:path w="13970" h="283210">
                  <a:moveTo>
                    <a:pt x="13970" y="10172"/>
                  </a:moveTo>
                  <a:lnTo>
                    <a:pt x="6350" y="10172"/>
                  </a:lnTo>
                  <a:lnTo>
                    <a:pt x="3810" y="10172"/>
                  </a:lnTo>
                  <a:lnTo>
                    <a:pt x="3810" y="11430"/>
                  </a:lnTo>
                  <a:lnTo>
                    <a:pt x="2540" y="11430"/>
                  </a:lnTo>
                  <a:lnTo>
                    <a:pt x="2540" y="13970"/>
                  </a:lnTo>
                  <a:lnTo>
                    <a:pt x="1270" y="13970"/>
                  </a:lnTo>
                  <a:lnTo>
                    <a:pt x="1270" y="16510"/>
                  </a:lnTo>
                  <a:lnTo>
                    <a:pt x="6350" y="16510"/>
                  </a:lnTo>
                  <a:lnTo>
                    <a:pt x="13970" y="16510"/>
                  </a:lnTo>
                  <a:lnTo>
                    <a:pt x="13970" y="10172"/>
                  </a:lnTo>
                  <a:close/>
                </a:path>
                <a:path w="13970" h="283210">
                  <a:moveTo>
                    <a:pt x="13970" y="3822"/>
                  </a:moveTo>
                  <a:lnTo>
                    <a:pt x="7620" y="3822"/>
                  </a:lnTo>
                  <a:lnTo>
                    <a:pt x="7620" y="5080"/>
                  </a:lnTo>
                  <a:lnTo>
                    <a:pt x="6350" y="5080"/>
                  </a:lnTo>
                  <a:lnTo>
                    <a:pt x="6350" y="6350"/>
                  </a:lnTo>
                  <a:lnTo>
                    <a:pt x="5080" y="6350"/>
                  </a:lnTo>
                  <a:lnTo>
                    <a:pt x="5080" y="8890"/>
                  </a:lnTo>
                  <a:lnTo>
                    <a:pt x="3810" y="8890"/>
                  </a:lnTo>
                  <a:lnTo>
                    <a:pt x="3810" y="10160"/>
                  </a:lnTo>
                  <a:lnTo>
                    <a:pt x="6350" y="10160"/>
                  </a:lnTo>
                  <a:lnTo>
                    <a:pt x="13970" y="10160"/>
                  </a:lnTo>
                  <a:lnTo>
                    <a:pt x="13970" y="3822"/>
                  </a:lnTo>
                  <a:close/>
                </a:path>
                <a:path w="13970" h="283210">
                  <a:moveTo>
                    <a:pt x="13970" y="0"/>
                  </a:moveTo>
                  <a:lnTo>
                    <a:pt x="12700" y="0"/>
                  </a:lnTo>
                  <a:lnTo>
                    <a:pt x="12700" y="1270"/>
                  </a:lnTo>
                  <a:lnTo>
                    <a:pt x="10160" y="1270"/>
                  </a:lnTo>
                  <a:lnTo>
                    <a:pt x="10160" y="2540"/>
                  </a:lnTo>
                  <a:lnTo>
                    <a:pt x="8890" y="2540"/>
                  </a:lnTo>
                  <a:lnTo>
                    <a:pt x="8890" y="3810"/>
                  </a:lnTo>
                  <a:lnTo>
                    <a:pt x="13970" y="3810"/>
                  </a:lnTo>
                  <a:lnTo>
                    <a:pt x="13970" y="0"/>
                  </a:lnTo>
                  <a:close/>
                </a:path>
              </a:pathLst>
            </a:custGeom>
            <a:solidFill>
              <a:srgbClr val="BFBF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80"/>
            <p:cNvSpPr/>
            <p:nvPr/>
          </p:nvSpPr>
          <p:spPr>
            <a:xfrm>
              <a:off x="7435850" y="3651250"/>
              <a:ext cx="7620" cy="293370"/>
            </a:xfrm>
            <a:custGeom>
              <a:avLst/>
              <a:gdLst/>
              <a:ahLst/>
              <a:cxnLst/>
              <a:rect l="l" t="t" r="r" b="b"/>
              <a:pathLst>
                <a:path w="7620" h="293370">
                  <a:moveTo>
                    <a:pt x="7620" y="0"/>
                  </a:moveTo>
                  <a:lnTo>
                    <a:pt x="6350" y="0"/>
                  </a:lnTo>
                  <a:lnTo>
                    <a:pt x="6350" y="1269"/>
                  </a:lnTo>
                  <a:lnTo>
                    <a:pt x="3809" y="1269"/>
                  </a:lnTo>
                  <a:lnTo>
                    <a:pt x="3809" y="2539"/>
                  </a:lnTo>
                  <a:lnTo>
                    <a:pt x="7620" y="2539"/>
                  </a:lnTo>
                  <a:lnTo>
                    <a:pt x="7620" y="0"/>
                  </a:lnTo>
                  <a:close/>
                </a:path>
                <a:path w="7620" h="293370">
                  <a:moveTo>
                    <a:pt x="7620" y="2540"/>
                  </a:moveTo>
                  <a:lnTo>
                    <a:pt x="1270" y="2540"/>
                  </a:lnTo>
                  <a:lnTo>
                    <a:pt x="1270" y="3810"/>
                  </a:lnTo>
                  <a:lnTo>
                    <a:pt x="0" y="3810"/>
                  </a:lnTo>
                  <a:lnTo>
                    <a:pt x="0" y="8889"/>
                  </a:lnTo>
                  <a:lnTo>
                    <a:pt x="7620" y="8889"/>
                  </a:lnTo>
                  <a:lnTo>
                    <a:pt x="7620" y="2540"/>
                  </a:lnTo>
                  <a:close/>
                </a:path>
                <a:path w="7620" h="293370">
                  <a:moveTo>
                    <a:pt x="762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7620" y="15239"/>
                  </a:lnTo>
                  <a:lnTo>
                    <a:pt x="7620" y="8890"/>
                  </a:lnTo>
                  <a:close/>
                </a:path>
                <a:path w="7620" h="293370">
                  <a:moveTo>
                    <a:pt x="7620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7620" y="21589"/>
                  </a:lnTo>
                  <a:lnTo>
                    <a:pt x="7620" y="15240"/>
                  </a:lnTo>
                  <a:close/>
                </a:path>
                <a:path w="7620" h="293370">
                  <a:moveTo>
                    <a:pt x="7620" y="21590"/>
                  </a:moveTo>
                  <a:lnTo>
                    <a:pt x="0" y="21590"/>
                  </a:lnTo>
                  <a:lnTo>
                    <a:pt x="0" y="275589"/>
                  </a:lnTo>
                  <a:lnTo>
                    <a:pt x="7620" y="275589"/>
                  </a:lnTo>
                  <a:lnTo>
                    <a:pt x="7620" y="21590"/>
                  </a:lnTo>
                  <a:close/>
                </a:path>
                <a:path w="7620" h="293370">
                  <a:moveTo>
                    <a:pt x="7620" y="275590"/>
                  </a:moveTo>
                  <a:lnTo>
                    <a:pt x="0" y="275590"/>
                  </a:lnTo>
                  <a:lnTo>
                    <a:pt x="0" y="281939"/>
                  </a:lnTo>
                  <a:lnTo>
                    <a:pt x="7620" y="281939"/>
                  </a:lnTo>
                  <a:lnTo>
                    <a:pt x="7620" y="275590"/>
                  </a:lnTo>
                  <a:close/>
                </a:path>
                <a:path w="7620" h="293370">
                  <a:moveTo>
                    <a:pt x="7620" y="281940"/>
                  </a:moveTo>
                  <a:lnTo>
                    <a:pt x="0" y="281940"/>
                  </a:lnTo>
                  <a:lnTo>
                    <a:pt x="0" y="288289"/>
                  </a:lnTo>
                  <a:lnTo>
                    <a:pt x="7620" y="288289"/>
                  </a:lnTo>
                  <a:lnTo>
                    <a:pt x="7620" y="281940"/>
                  </a:lnTo>
                  <a:close/>
                </a:path>
                <a:path w="7620" h="293370">
                  <a:moveTo>
                    <a:pt x="7620" y="288290"/>
                  </a:moveTo>
                  <a:lnTo>
                    <a:pt x="0" y="288290"/>
                  </a:lnTo>
                  <a:lnTo>
                    <a:pt x="0" y="289560"/>
                  </a:lnTo>
                  <a:lnTo>
                    <a:pt x="1270" y="289560"/>
                  </a:lnTo>
                  <a:lnTo>
                    <a:pt x="1270" y="290830"/>
                  </a:lnTo>
                  <a:lnTo>
                    <a:pt x="3809" y="290830"/>
                  </a:lnTo>
                  <a:lnTo>
                    <a:pt x="3809" y="292100"/>
                  </a:lnTo>
                  <a:lnTo>
                    <a:pt x="6350" y="292100"/>
                  </a:lnTo>
                  <a:lnTo>
                    <a:pt x="6350" y="293369"/>
                  </a:lnTo>
                  <a:lnTo>
                    <a:pt x="7620" y="293369"/>
                  </a:lnTo>
                  <a:lnTo>
                    <a:pt x="7620" y="288290"/>
                  </a:lnTo>
                  <a:close/>
                </a:path>
              </a:pathLst>
            </a:custGeom>
            <a:solidFill>
              <a:srgbClr val="BEBE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7443470" y="3648710"/>
              <a:ext cx="7620" cy="298450"/>
            </a:xfrm>
            <a:custGeom>
              <a:avLst/>
              <a:gdLst/>
              <a:ahLst/>
              <a:cxnLst/>
              <a:rect l="l" t="t" r="r" b="b"/>
              <a:pathLst>
                <a:path w="7620" h="298450">
                  <a:moveTo>
                    <a:pt x="7620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0" y="1269"/>
                  </a:lnTo>
                  <a:lnTo>
                    <a:pt x="0" y="5079"/>
                  </a:lnTo>
                  <a:lnTo>
                    <a:pt x="7620" y="5079"/>
                  </a:lnTo>
                  <a:lnTo>
                    <a:pt x="7620" y="0"/>
                  </a:lnTo>
                  <a:close/>
                </a:path>
                <a:path w="7620" h="298450">
                  <a:moveTo>
                    <a:pt x="762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7620" y="11429"/>
                  </a:lnTo>
                  <a:lnTo>
                    <a:pt x="7620" y="5080"/>
                  </a:lnTo>
                  <a:close/>
                </a:path>
                <a:path w="7620" h="298450">
                  <a:moveTo>
                    <a:pt x="762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7620" y="17779"/>
                  </a:lnTo>
                  <a:lnTo>
                    <a:pt x="7620" y="11430"/>
                  </a:lnTo>
                  <a:close/>
                </a:path>
                <a:path w="7620" h="298450">
                  <a:moveTo>
                    <a:pt x="762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7620" y="24129"/>
                  </a:lnTo>
                  <a:lnTo>
                    <a:pt x="7620" y="17780"/>
                  </a:lnTo>
                  <a:close/>
                </a:path>
                <a:path w="7620" h="298450">
                  <a:moveTo>
                    <a:pt x="7620" y="24130"/>
                  </a:moveTo>
                  <a:lnTo>
                    <a:pt x="0" y="24130"/>
                  </a:lnTo>
                  <a:lnTo>
                    <a:pt x="0" y="278129"/>
                  </a:lnTo>
                  <a:lnTo>
                    <a:pt x="7620" y="278129"/>
                  </a:lnTo>
                  <a:lnTo>
                    <a:pt x="7620" y="24130"/>
                  </a:lnTo>
                  <a:close/>
                </a:path>
                <a:path w="7620" h="298450">
                  <a:moveTo>
                    <a:pt x="7620" y="278130"/>
                  </a:moveTo>
                  <a:lnTo>
                    <a:pt x="0" y="278130"/>
                  </a:lnTo>
                  <a:lnTo>
                    <a:pt x="0" y="284479"/>
                  </a:lnTo>
                  <a:lnTo>
                    <a:pt x="7620" y="284479"/>
                  </a:lnTo>
                  <a:lnTo>
                    <a:pt x="7620" y="278130"/>
                  </a:lnTo>
                  <a:close/>
                </a:path>
                <a:path w="7620" h="298450">
                  <a:moveTo>
                    <a:pt x="7620" y="284480"/>
                  </a:moveTo>
                  <a:lnTo>
                    <a:pt x="0" y="284480"/>
                  </a:lnTo>
                  <a:lnTo>
                    <a:pt x="0" y="290829"/>
                  </a:lnTo>
                  <a:lnTo>
                    <a:pt x="7620" y="290829"/>
                  </a:lnTo>
                  <a:lnTo>
                    <a:pt x="7620" y="284480"/>
                  </a:lnTo>
                  <a:close/>
                </a:path>
                <a:path w="7620" h="298450">
                  <a:moveTo>
                    <a:pt x="7620" y="290830"/>
                  </a:moveTo>
                  <a:lnTo>
                    <a:pt x="0" y="290830"/>
                  </a:lnTo>
                  <a:lnTo>
                    <a:pt x="0" y="295909"/>
                  </a:lnTo>
                  <a:lnTo>
                    <a:pt x="1270" y="295909"/>
                  </a:lnTo>
                  <a:lnTo>
                    <a:pt x="1270" y="297179"/>
                  </a:lnTo>
                  <a:lnTo>
                    <a:pt x="7620" y="297179"/>
                  </a:lnTo>
                  <a:lnTo>
                    <a:pt x="7620" y="290830"/>
                  </a:lnTo>
                  <a:close/>
                </a:path>
                <a:path w="7620" h="298450">
                  <a:moveTo>
                    <a:pt x="7620" y="297180"/>
                  </a:moveTo>
                  <a:lnTo>
                    <a:pt x="5079" y="297180"/>
                  </a:lnTo>
                  <a:lnTo>
                    <a:pt x="5079" y="298450"/>
                  </a:lnTo>
                  <a:lnTo>
                    <a:pt x="7620" y="298450"/>
                  </a:lnTo>
                  <a:lnTo>
                    <a:pt x="7620" y="297180"/>
                  </a:lnTo>
                  <a:close/>
                </a:path>
              </a:pathLst>
            </a:custGeom>
            <a:solidFill>
              <a:srgbClr val="BDBD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82"/>
            <p:cNvSpPr/>
            <p:nvPr/>
          </p:nvSpPr>
          <p:spPr>
            <a:xfrm>
              <a:off x="7451090" y="3647440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0"/>
                  </a:moveTo>
                  <a:lnTo>
                    <a:pt x="2539" y="0"/>
                  </a:lnTo>
                  <a:lnTo>
                    <a:pt x="2539" y="1269"/>
                  </a:lnTo>
                  <a:lnTo>
                    <a:pt x="0" y="1269"/>
                  </a:lnTo>
                  <a:lnTo>
                    <a:pt x="0" y="6349"/>
                  </a:lnTo>
                  <a:lnTo>
                    <a:pt x="7619" y="6349"/>
                  </a:lnTo>
                  <a:lnTo>
                    <a:pt x="7619" y="0"/>
                  </a:lnTo>
                  <a:close/>
                </a:path>
                <a:path w="7620" h="299720">
                  <a:moveTo>
                    <a:pt x="761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7619" y="12699"/>
                  </a:lnTo>
                  <a:lnTo>
                    <a:pt x="7619" y="6349"/>
                  </a:lnTo>
                  <a:close/>
                </a:path>
                <a:path w="7620" h="299720">
                  <a:moveTo>
                    <a:pt x="761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7619" y="19049"/>
                  </a:lnTo>
                  <a:lnTo>
                    <a:pt x="7619" y="12699"/>
                  </a:lnTo>
                  <a:close/>
                </a:path>
                <a:path w="7620" h="299720">
                  <a:moveTo>
                    <a:pt x="7619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7619" y="25399"/>
                  </a:lnTo>
                  <a:lnTo>
                    <a:pt x="7619" y="19049"/>
                  </a:lnTo>
                  <a:close/>
                </a:path>
                <a:path w="7620" h="299720">
                  <a:moveTo>
                    <a:pt x="7619" y="25399"/>
                  </a:moveTo>
                  <a:lnTo>
                    <a:pt x="0" y="25399"/>
                  </a:lnTo>
                  <a:lnTo>
                    <a:pt x="0" y="279399"/>
                  </a:lnTo>
                  <a:lnTo>
                    <a:pt x="7619" y="279399"/>
                  </a:lnTo>
                  <a:lnTo>
                    <a:pt x="7619" y="25399"/>
                  </a:lnTo>
                  <a:close/>
                </a:path>
                <a:path w="7620" h="299720">
                  <a:moveTo>
                    <a:pt x="7619" y="279399"/>
                  </a:moveTo>
                  <a:lnTo>
                    <a:pt x="0" y="279399"/>
                  </a:lnTo>
                  <a:lnTo>
                    <a:pt x="0" y="285749"/>
                  </a:lnTo>
                  <a:lnTo>
                    <a:pt x="7619" y="285749"/>
                  </a:lnTo>
                  <a:lnTo>
                    <a:pt x="7619" y="279399"/>
                  </a:lnTo>
                  <a:close/>
                </a:path>
                <a:path w="7620" h="299720">
                  <a:moveTo>
                    <a:pt x="7619" y="285749"/>
                  </a:moveTo>
                  <a:lnTo>
                    <a:pt x="0" y="285749"/>
                  </a:lnTo>
                  <a:lnTo>
                    <a:pt x="0" y="292099"/>
                  </a:lnTo>
                  <a:lnTo>
                    <a:pt x="7619" y="292099"/>
                  </a:lnTo>
                  <a:lnTo>
                    <a:pt x="7619" y="285749"/>
                  </a:lnTo>
                  <a:close/>
                </a:path>
                <a:path w="7620" h="299720">
                  <a:moveTo>
                    <a:pt x="7619" y="292099"/>
                  </a:moveTo>
                  <a:lnTo>
                    <a:pt x="0" y="292099"/>
                  </a:lnTo>
                  <a:lnTo>
                    <a:pt x="0" y="298449"/>
                  </a:lnTo>
                  <a:lnTo>
                    <a:pt x="7619" y="298449"/>
                  </a:lnTo>
                  <a:lnTo>
                    <a:pt x="7619" y="292099"/>
                  </a:lnTo>
                  <a:close/>
                </a:path>
                <a:path w="7620" h="299720">
                  <a:moveTo>
                    <a:pt x="7619" y="298449"/>
                  </a:moveTo>
                  <a:lnTo>
                    <a:pt x="0" y="298449"/>
                  </a:lnTo>
                  <a:lnTo>
                    <a:pt x="0" y="299719"/>
                  </a:lnTo>
                  <a:lnTo>
                    <a:pt x="7619" y="299719"/>
                  </a:lnTo>
                  <a:lnTo>
                    <a:pt x="7619" y="298449"/>
                  </a:lnTo>
                  <a:close/>
                </a:path>
              </a:pathLst>
            </a:custGeom>
            <a:solidFill>
              <a:srgbClr val="BDBD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83" name="object 38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458710" y="3647440"/>
              <a:ext cx="396240" cy="299719"/>
            </a:xfrm>
            <a:prstGeom prst="rect">
              <a:avLst/>
            </a:prstGeom>
          </p:spPr>
        </p:pic>
        <p:sp>
          <p:nvSpPr>
            <p:cNvPr id="384" name="object 384"/>
            <p:cNvSpPr/>
            <p:nvPr/>
          </p:nvSpPr>
          <p:spPr>
            <a:xfrm>
              <a:off x="7854950" y="3647440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635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7620" y="6349"/>
                  </a:lnTo>
                  <a:lnTo>
                    <a:pt x="7620" y="1269"/>
                  </a:lnTo>
                  <a:lnTo>
                    <a:pt x="6350" y="1269"/>
                  </a:lnTo>
                  <a:lnTo>
                    <a:pt x="6350" y="0"/>
                  </a:lnTo>
                  <a:close/>
                </a:path>
                <a:path w="7620" h="299720">
                  <a:moveTo>
                    <a:pt x="762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7620" y="12699"/>
                  </a:lnTo>
                  <a:lnTo>
                    <a:pt x="7620" y="6349"/>
                  </a:lnTo>
                  <a:close/>
                </a:path>
                <a:path w="7620" h="299720">
                  <a:moveTo>
                    <a:pt x="762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7620" y="19049"/>
                  </a:lnTo>
                  <a:lnTo>
                    <a:pt x="7620" y="12699"/>
                  </a:lnTo>
                  <a:close/>
                </a:path>
                <a:path w="7620" h="299720">
                  <a:moveTo>
                    <a:pt x="7620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7620" y="25399"/>
                  </a:lnTo>
                  <a:lnTo>
                    <a:pt x="7620" y="19049"/>
                  </a:lnTo>
                  <a:close/>
                </a:path>
                <a:path w="7620" h="299720">
                  <a:moveTo>
                    <a:pt x="7620" y="25399"/>
                  </a:moveTo>
                  <a:lnTo>
                    <a:pt x="0" y="25399"/>
                  </a:lnTo>
                  <a:lnTo>
                    <a:pt x="0" y="279399"/>
                  </a:lnTo>
                  <a:lnTo>
                    <a:pt x="7620" y="279399"/>
                  </a:lnTo>
                  <a:lnTo>
                    <a:pt x="7620" y="25399"/>
                  </a:lnTo>
                  <a:close/>
                </a:path>
                <a:path w="7620" h="299720">
                  <a:moveTo>
                    <a:pt x="7620" y="279399"/>
                  </a:moveTo>
                  <a:lnTo>
                    <a:pt x="0" y="279399"/>
                  </a:lnTo>
                  <a:lnTo>
                    <a:pt x="0" y="285749"/>
                  </a:lnTo>
                  <a:lnTo>
                    <a:pt x="7620" y="285749"/>
                  </a:lnTo>
                  <a:lnTo>
                    <a:pt x="7620" y="279399"/>
                  </a:lnTo>
                  <a:close/>
                </a:path>
                <a:path w="7620" h="299720">
                  <a:moveTo>
                    <a:pt x="7620" y="285749"/>
                  </a:moveTo>
                  <a:lnTo>
                    <a:pt x="0" y="285749"/>
                  </a:lnTo>
                  <a:lnTo>
                    <a:pt x="0" y="292099"/>
                  </a:lnTo>
                  <a:lnTo>
                    <a:pt x="7620" y="292099"/>
                  </a:lnTo>
                  <a:lnTo>
                    <a:pt x="7620" y="285749"/>
                  </a:lnTo>
                  <a:close/>
                </a:path>
                <a:path w="7620" h="299720">
                  <a:moveTo>
                    <a:pt x="7620" y="292099"/>
                  </a:moveTo>
                  <a:lnTo>
                    <a:pt x="0" y="292099"/>
                  </a:lnTo>
                  <a:lnTo>
                    <a:pt x="0" y="298449"/>
                  </a:lnTo>
                  <a:lnTo>
                    <a:pt x="7620" y="298449"/>
                  </a:lnTo>
                  <a:lnTo>
                    <a:pt x="7620" y="292099"/>
                  </a:lnTo>
                  <a:close/>
                </a:path>
                <a:path w="7620" h="299720">
                  <a:moveTo>
                    <a:pt x="7620" y="298449"/>
                  </a:moveTo>
                  <a:lnTo>
                    <a:pt x="0" y="298449"/>
                  </a:lnTo>
                  <a:lnTo>
                    <a:pt x="0" y="299719"/>
                  </a:lnTo>
                  <a:lnTo>
                    <a:pt x="7620" y="299719"/>
                  </a:lnTo>
                  <a:lnTo>
                    <a:pt x="7620" y="298449"/>
                  </a:lnTo>
                  <a:close/>
                </a:path>
              </a:pathLst>
            </a:custGeom>
            <a:solidFill>
              <a:srgbClr val="BBBB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5"/>
            <p:cNvSpPr/>
            <p:nvPr/>
          </p:nvSpPr>
          <p:spPr>
            <a:xfrm>
              <a:off x="7862570" y="3648710"/>
              <a:ext cx="8890" cy="298450"/>
            </a:xfrm>
            <a:custGeom>
              <a:avLst/>
              <a:gdLst/>
              <a:ahLst/>
              <a:cxnLst/>
              <a:rect l="l" t="t" r="r" b="b"/>
              <a:pathLst>
                <a:path w="8890" h="298450">
                  <a:moveTo>
                    <a:pt x="254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8889" y="5079"/>
                  </a:lnTo>
                  <a:lnTo>
                    <a:pt x="8889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8890" h="298450">
                  <a:moveTo>
                    <a:pt x="888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8889" y="11429"/>
                  </a:lnTo>
                  <a:lnTo>
                    <a:pt x="8889" y="5080"/>
                  </a:lnTo>
                  <a:close/>
                </a:path>
                <a:path w="8890" h="298450">
                  <a:moveTo>
                    <a:pt x="888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8889" y="17779"/>
                  </a:lnTo>
                  <a:lnTo>
                    <a:pt x="8889" y="11430"/>
                  </a:lnTo>
                  <a:close/>
                </a:path>
                <a:path w="8890" h="298450">
                  <a:moveTo>
                    <a:pt x="8889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8889" y="24129"/>
                  </a:lnTo>
                  <a:lnTo>
                    <a:pt x="8889" y="17780"/>
                  </a:lnTo>
                  <a:close/>
                </a:path>
                <a:path w="8890" h="298450">
                  <a:moveTo>
                    <a:pt x="8889" y="24130"/>
                  </a:moveTo>
                  <a:lnTo>
                    <a:pt x="0" y="24130"/>
                  </a:lnTo>
                  <a:lnTo>
                    <a:pt x="0" y="278129"/>
                  </a:lnTo>
                  <a:lnTo>
                    <a:pt x="8889" y="278129"/>
                  </a:lnTo>
                  <a:lnTo>
                    <a:pt x="8889" y="24130"/>
                  </a:lnTo>
                  <a:close/>
                </a:path>
                <a:path w="8890" h="298450">
                  <a:moveTo>
                    <a:pt x="8889" y="278130"/>
                  </a:moveTo>
                  <a:lnTo>
                    <a:pt x="0" y="278130"/>
                  </a:lnTo>
                  <a:lnTo>
                    <a:pt x="0" y="284479"/>
                  </a:lnTo>
                  <a:lnTo>
                    <a:pt x="8889" y="284479"/>
                  </a:lnTo>
                  <a:lnTo>
                    <a:pt x="8889" y="278130"/>
                  </a:lnTo>
                  <a:close/>
                </a:path>
                <a:path w="8890" h="298450">
                  <a:moveTo>
                    <a:pt x="8889" y="284480"/>
                  </a:moveTo>
                  <a:lnTo>
                    <a:pt x="0" y="284480"/>
                  </a:lnTo>
                  <a:lnTo>
                    <a:pt x="0" y="290829"/>
                  </a:lnTo>
                  <a:lnTo>
                    <a:pt x="8889" y="290829"/>
                  </a:lnTo>
                  <a:lnTo>
                    <a:pt x="8889" y="284480"/>
                  </a:lnTo>
                  <a:close/>
                </a:path>
                <a:path w="8890" h="298450">
                  <a:moveTo>
                    <a:pt x="8889" y="290830"/>
                  </a:moveTo>
                  <a:lnTo>
                    <a:pt x="0" y="290830"/>
                  </a:lnTo>
                  <a:lnTo>
                    <a:pt x="0" y="297179"/>
                  </a:lnTo>
                  <a:lnTo>
                    <a:pt x="8889" y="297179"/>
                  </a:lnTo>
                  <a:lnTo>
                    <a:pt x="8889" y="290830"/>
                  </a:lnTo>
                  <a:close/>
                </a:path>
                <a:path w="8890" h="298450">
                  <a:moveTo>
                    <a:pt x="2539" y="297180"/>
                  </a:moveTo>
                  <a:lnTo>
                    <a:pt x="0" y="297180"/>
                  </a:lnTo>
                  <a:lnTo>
                    <a:pt x="0" y="298450"/>
                  </a:lnTo>
                  <a:lnTo>
                    <a:pt x="2539" y="298450"/>
                  </a:lnTo>
                  <a:lnTo>
                    <a:pt x="2539" y="297180"/>
                  </a:lnTo>
                  <a:close/>
                </a:path>
              </a:pathLst>
            </a:custGeom>
            <a:solidFill>
              <a:srgbClr val="BBBB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6"/>
            <p:cNvSpPr/>
            <p:nvPr/>
          </p:nvSpPr>
          <p:spPr>
            <a:xfrm>
              <a:off x="7871460" y="3649980"/>
              <a:ext cx="7620" cy="294640"/>
            </a:xfrm>
            <a:custGeom>
              <a:avLst/>
              <a:gdLst/>
              <a:ahLst/>
              <a:cxnLst/>
              <a:rect l="l" t="t" r="r" b="b"/>
              <a:pathLst>
                <a:path w="7620" h="294639">
                  <a:moveTo>
                    <a:pt x="127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5079" y="3810"/>
                  </a:lnTo>
                  <a:lnTo>
                    <a:pt x="5079" y="2540"/>
                  </a:lnTo>
                  <a:lnTo>
                    <a:pt x="2540" y="254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7620" h="294639">
                  <a:moveTo>
                    <a:pt x="762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7620" y="10160"/>
                  </a:lnTo>
                  <a:lnTo>
                    <a:pt x="7620" y="3810"/>
                  </a:lnTo>
                  <a:close/>
                </a:path>
                <a:path w="7620" h="294639">
                  <a:moveTo>
                    <a:pt x="762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7620" y="16510"/>
                  </a:lnTo>
                  <a:lnTo>
                    <a:pt x="7620" y="10160"/>
                  </a:lnTo>
                  <a:close/>
                </a:path>
                <a:path w="7620" h="294639">
                  <a:moveTo>
                    <a:pt x="7620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7620" y="22860"/>
                  </a:lnTo>
                  <a:lnTo>
                    <a:pt x="7620" y="16510"/>
                  </a:lnTo>
                  <a:close/>
                </a:path>
                <a:path w="7620" h="294639">
                  <a:moveTo>
                    <a:pt x="7620" y="22860"/>
                  </a:moveTo>
                  <a:lnTo>
                    <a:pt x="0" y="22860"/>
                  </a:lnTo>
                  <a:lnTo>
                    <a:pt x="0" y="276860"/>
                  </a:lnTo>
                  <a:lnTo>
                    <a:pt x="7620" y="276860"/>
                  </a:lnTo>
                  <a:lnTo>
                    <a:pt x="7620" y="22860"/>
                  </a:lnTo>
                  <a:close/>
                </a:path>
                <a:path w="7620" h="294639">
                  <a:moveTo>
                    <a:pt x="7620" y="276860"/>
                  </a:moveTo>
                  <a:lnTo>
                    <a:pt x="0" y="276860"/>
                  </a:lnTo>
                  <a:lnTo>
                    <a:pt x="0" y="283210"/>
                  </a:lnTo>
                  <a:lnTo>
                    <a:pt x="7620" y="283210"/>
                  </a:lnTo>
                  <a:lnTo>
                    <a:pt x="7620" y="276860"/>
                  </a:lnTo>
                  <a:close/>
                </a:path>
                <a:path w="7620" h="294639">
                  <a:moveTo>
                    <a:pt x="7620" y="283210"/>
                  </a:moveTo>
                  <a:lnTo>
                    <a:pt x="0" y="283210"/>
                  </a:lnTo>
                  <a:lnTo>
                    <a:pt x="0" y="289560"/>
                  </a:lnTo>
                  <a:lnTo>
                    <a:pt x="7620" y="289560"/>
                  </a:lnTo>
                  <a:lnTo>
                    <a:pt x="7620" y="283210"/>
                  </a:lnTo>
                  <a:close/>
                </a:path>
                <a:path w="7620" h="294639">
                  <a:moveTo>
                    <a:pt x="7620" y="289560"/>
                  </a:moveTo>
                  <a:lnTo>
                    <a:pt x="0" y="289560"/>
                  </a:lnTo>
                  <a:lnTo>
                    <a:pt x="0" y="294640"/>
                  </a:lnTo>
                  <a:lnTo>
                    <a:pt x="2540" y="294640"/>
                  </a:lnTo>
                  <a:lnTo>
                    <a:pt x="2540" y="293370"/>
                  </a:lnTo>
                  <a:lnTo>
                    <a:pt x="5079" y="293370"/>
                  </a:lnTo>
                  <a:lnTo>
                    <a:pt x="5079" y="292100"/>
                  </a:lnTo>
                  <a:lnTo>
                    <a:pt x="7620" y="292100"/>
                  </a:lnTo>
                  <a:lnTo>
                    <a:pt x="7620" y="289560"/>
                  </a:lnTo>
                  <a:close/>
                </a:path>
              </a:pathLst>
            </a:custGeom>
            <a:solidFill>
              <a:srgbClr val="BCBC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7"/>
            <p:cNvSpPr/>
            <p:nvPr/>
          </p:nvSpPr>
          <p:spPr>
            <a:xfrm>
              <a:off x="7879080" y="3655060"/>
              <a:ext cx="7620" cy="285750"/>
            </a:xfrm>
            <a:custGeom>
              <a:avLst/>
              <a:gdLst/>
              <a:ahLst/>
              <a:cxnLst/>
              <a:rect l="l" t="t" r="r" b="b"/>
              <a:pathLst>
                <a:path w="7620" h="285750">
                  <a:moveTo>
                    <a:pt x="127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6350" y="5079"/>
                  </a:lnTo>
                  <a:lnTo>
                    <a:pt x="6350" y="3809"/>
                  </a:lnTo>
                  <a:lnTo>
                    <a:pt x="5080" y="3809"/>
                  </a:lnTo>
                  <a:lnTo>
                    <a:pt x="5080" y="2539"/>
                  </a:lnTo>
                  <a:lnTo>
                    <a:pt x="2540" y="2539"/>
                  </a:lnTo>
                  <a:lnTo>
                    <a:pt x="254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7620" h="285750">
                  <a:moveTo>
                    <a:pt x="762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7620" y="11429"/>
                  </a:lnTo>
                  <a:lnTo>
                    <a:pt x="7620" y="5080"/>
                  </a:lnTo>
                  <a:close/>
                </a:path>
                <a:path w="7620" h="285750">
                  <a:moveTo>
                    <a:pt x="762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7620" y="17779"/>
                  </a:lnTo>
                  <a:lnTo>
                    <a:pt x="7620" y="11430"/>
                  </a:lnTo>
                  <a:close/>
                </a:path>
                <a:path w="7620" h="285750">
                  <a:moveTo>
                    <a:pt x="7620" y="17780"/>
                  </a:moveTo>
                  <a:lnTo>
                    <a:pt x="0" y="17780"/>
                  </a:lnTo>
                  <a:lnTo>
                    <a:pt x="0" y="271779"/>
                  </a:lnTo>
                  <a:lnTo>
                    <a:pt x="7620" y="271779"/>
                  </a:lnTo>
                  <a:lnTo>
                    <a:pt x="7620" y="17780"/>
                  </a:lnTo>
                  <a:close/>
                </a:path>
                <a:path w="7620" h="285750">
                  <a:moveTo>
                    <a:pt x="7620" y="271780"/>
                  </a:moveTo>
                  <a:lnTo>
                    <a:pt x="0" y="271780"/>
                  </a:lnTo>
                  <a:lnTo>
                    <a:pt x="0" y="278129"/>
                  </a:lnTo>
                  <a:lnTo>
                    <a:pt x="7620" y="278129"/>
                  </a:lnTo>
                  <a:lnTo>
                    <a:pt x="7620" y="271780"/>
                  </a:lnTo>
                  <a:close/>
                </a:path>
                <a:path w="7620" h="285750">
                  <a:moveTo>
                    <a:pt x="7620" y="278130"/>
                  </a:moveTo>
                  <a:lnTo>
                    <a:pt x="0" y="278130"/>
                  </a:lnTo>
                  <a:lnTo>
                    <a:pt x="0" y="284479"/>
                  </a:lnTo>
                  <a:lnTo>
                    <a:pt x="2540" y="284479"/>
                  </a:lnTo>
                  <a:lnTo>
                    <a:pt x="2540" y="283209"/>
                  </a:lnTo>
                  <a:lnTo>
                    <a:pt x="3809" y="283209"/>
                  </a:lnTo>
                  <a:lnTo>
                    <a:pt x="3809" y="281939"/>
                  </a:lnTo>
                  <a:lnTo>
                    <a:pt x="5080" y="281939"/>
                  </a:lnTo>
                  <a:lnTo>
                    <a:pt x="5080" y="280669"/>
                  </a:lnTo>
                  <a:lnTo>
                    <a:pt x="7620" y="280669"/>
                  </a:lnTo>
                  <a:lnTo>
                    <a:pt x="7620" y="278130"/>
                  </a:lnTo>
                  <a:close/>
                </a:path>
                <a:path w="7620" h="285750">
                  <a:moveTo>
                    <a:pt x="1270" y="284480"/>
                  </a:moveTo>
                  <a:lnTo>
                    <a:pt x="0" y="284480"/>
                  </a:lnTo>
                  <a:lnTo>
                    <a:pt x="0" y="285750"/>
                  </a:lnTo>
                  <a:lnTo>
                    <a:pt x="1270" y="285750"/>
                  </a:lnTo>
                  <a:lnTo>
                    <a:pt x="1270" y="284480"/>
                  </a:lnTo>
                  <a:close/>
                </a:path>
              </a:pathLst>
            </a:custGeom>
            <a:solidFill>
              <a:srgbClr val="BDBD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" name="object 388"/>
            <p:cNvSpPr/>
            <p:nvPr/>
          </p:nvSpPr>
          <p:spPr>
            <a:xfrm>
              <a:off x="7886700" y="3662680"/>
              <a:ext cx="7620" cy="270510"/>
            </a:xfrm>
            <a:custGeom>
              <a:avLst/>
              <a:gdLst/>
              <a:ahLst/>
              <a:cxnLst/>
              <a:rect l="l" t="t" r="r" b="b"/>
              <a:pathLst>
                <a:path w="7620" h="270510">
                  <a:moveTo>
                    <a:pt x="126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40" y="3810"/>
                  </a:lnTo>
                  <a:lnTo>
                    <a:pt x="2539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7620" h="270510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6350" y="10160"/>
                  </a:lnTo>
                  <a:lnTo>
                    <a:pt x="6350" y="8890"/>
                  </a:lnTo>
                  <a:lnTo>
                    <a:pt x="5079" y="8890"/>
                  </a:lnTo>
                  <a:lnTo>
                    <a:pt x="5079" y="6350"/>
                  </a:lnTo>
                  <a:lnTo>
                    <a:pt x="3810" y="6350"/>
                  </a:lnTo>
                  <a:lnTo>
                    <a:pt x="3810" y="3810"/>
                  </a:lnTo>
                  <a:close/>
                </a:path>
                <a:path w="7620" h="270510">
                  <a:moveTo>
                    <a:pt x="6350" y="10160"/>
                  </a:moveTo>
                  <a:lnTo>
                    <a:pt x="0" y="10160"/>
                  </a:lnTo>
                  <a:lnTo>
                    <a:pt x="0" y="264160"/>
                  </a:lnTo>
                  <a:lnTo>
                    <a:pt x="5079" y="264160"/>
                  </a:lnTo>
                  <a:lnTo>
                    <a:pt x="5079" y="262890"/>
                  </a:lnTo>
                  <a:lnTo>
                    <a:pt x="6350" y="262890"/>
                  </a:lnTo>
                  <a:lnTo>
                    <a:pt x="6350" y="259080"/>
                  </a:lnTo>
                  <a:lnTo>
                    <a:pt x="7620" y="259080"/>
                  </a:lnTo>
                  <a:lnTo>
                    <a:pt x="7620" y="11430"/>
                  </a:lnTo>
                  <a:lnTo>
                    <a:pt x="6350" y="11430"/>
                  </a:lnTo>
                  <a:lnTo>
                    <a:pt x="6350" y="10160"/>
                  </a:lnTo>
                  <a:close/>
                </a:path>
                <a:path w="7620" h="270510">
                  <a:moveTo>
                    <a:pt x="5080" y="264160"/>
                  </a:moveTo>
                  <a:lnTo>
                    <a:pt x="0" y="264160"/>
                  </a:lnTo>
                  <a:lnTo>
                    <a:pt x="0" y="270510"/>
                  </a:lnTo>
                  <a:lnTo>
                    <a:pt x="1270" y="270510"/>
                  </a:lnTo>
                  <a:lnTo>
                    <a:pt x="1269" y="267970"/>
                  </a:lnTo>
                  <a:lnTo>
                    <a:pt x="2539" y="267970"/>
                  </a:lnTo>
                  <a:lnTo>
                    <a:pt x="2539" y="266700"/>
                  </a:lnTo>
                  <a:lnTo>
                    <a:pt x="3810" y="266700"/>
                  </a:lnTo>
                  <a:lnTo>
                    <a:pt x="3810" y="265430"/>
                  </a:lnTo>
                  <a:lnTo>
                    <a:pt x="5080" y="265430"/>
                  </a:lnTo>
                  <a:lnTo>
                    <a:pt x="5080" y="264160"/>
                  </a:lnTo>
                  <a:close/>
                </a:path>
              </a:pathLst>
            </a:custGeom>
            <a:solidFill>
              <a:srgbClr val="BDBD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" name="object 389"/>
            <p:cNvSpPr/>
            <p:nvPr/>
          </p:nvSpPr>
          <p:spPr>
            <a:xfrm>
              <a:off x="7894320" y="3674110"/>
              <a:ext cx="0" cy="247650"/>
            </a:xfrm>
            <a:custGeom>
              <a:avLst/>
              <a:gdLst/>
              <a:ahLst/>
              <a:cxnLst/>
              <a:rect l="l" t="t" r="r" b="b"/>
              <a:pathLst>
                <a:path h="247650">
                  <a:moveTo>
                    <a:pt x="0" y="0"/>
                  </a:moveTo>
                  <a:lnTo>
                    <a:pt x="0" y="2476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BF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" name="object 390"/>
            <p:cNvSpPr/>
            <p:nvPr/>
          </p:nvSpPr>
          <p:spPr>
            <a:xfrm>
              <a:off x="7421880" y="3647440"/>
              <a:ext cx="471170" cy="299720"/>
            </a:xfrm>
            <a:custGeom>
              <a:avLst/>
              <a:gdLst/>
              <a:ahLst/>
              <a:cxnLst/>
              <a:rect l="l" t="t" r="r" b="b"/>
              <a:pathLst>
                <a:path w="471170" h="299720">
                  <a:moveTo>
                    <a:pt x="31750" y="0"/>
                  </a:moveTo>
                  <a:lnTo>
                    <a:pt x="19823" y="2837"/>
                  </a:lnTo>
                  <a:lnTo>
                    <a:pt x="9683" y="10318"/>
                  </a:lnTo>
                  <a:lnTo>
                    <a:pt x="2639" y="20895"/>
                  </a:lnTo>
                  <a:lnTo>
                    <a:pt x="0" y="33020"/>
                  </a:lnTo>
                  <a:lnTo>
                    <a:pt x="0" y="36671"/>
                  </a:lnTo>
                  <a:lnTo>
                    <a:pt x="0" y="62230"/>
                  </a:lnTo>
                  <a:lnTo>
                    <a:pt x="0" y="131603"/>
                  </a:lnTo>
                  <a:lnTo>
                    <a:pt x="0" y="266700"/>
                  </a:lnTo>
                  <a:lnTo>
                    <a:pt x="2639" y="278824"/>
                  </a:lnTo>
                  <a:lnTo>
                    <a:pt x="9683" y="289401"/>
                  </a:lnTo>
                  <a:lnTo>
                    <a:pt x="19823" y="296882"/>
                  </a:lnTo>
                  <a:lnTo>
                    <a:pt x="31750" y="299720"/>
                  </a:lnTo>
                  <a:lnTo>
                    <a:pt x="38100" y="299720"/>
                  </a:lnTo>
                  <a:lnTo>
                    <a:pt x="82550" y="299720"/>
                  </a:lnTo>
                  <a:lnTo>
                    <a:pt x="203200" y="299720"/>
                  </a:lnTo>
                  <a:lnTo>
                    <a:pt x="438150" y="299720"/>
                  </a:lnTo>
                  <a:lnTo>
                    <a:pt x="450274" y="296882"/>
                  </a:lnTo>
                  <a:lnTo>
                    <a:pt x="460851" y="289401"/>
                  </a:lnTo>
                  <a:lnTo>
                    <a:pt x="468332" y="278824"/>
                  </a:lnTo>
                  <a:lnTo>
                    <a:pt x="471170" y="266700"/>
                  </a:lnTo>
                  <a:lnTo>
                    <a:pt x="471170" y="263048"/>
                  </a:lnTo>
                  <a:lnTo>
                    <a:pt x="471170" y="237490"/>
                  </a:lnTo>
                  <a:lnTo>
                    <a:pt x="471170" y="168116"/>
                  </a:lnTo>
                  <a:lnTo>
                    <a:pt x="471170" y="33020"/>
                  </a:lnTo>
                  <a:lnTo>
                    <a:pt x="468332" y="20895"/>
                  </a:lnTo>
                  <a:lnTo>
                    <a:pt x="460851" y="10318"/>
                  </a:lnTo>
                  <a:lnTo>
                    <a:pt x="450274" y="2837"/>
                  </a:lnTo>
                  <a:lnTo>
                    <a:pt x="438150" y="0"/>
                  </a:lnTo>
                  <a:lnTo>
                    <a:pt x="431800" y="0"/>
                  </a:lnTo>
                  <a:lnTo>
                    <a:pt x="387350" y="0"/>
                  </a:lnTo>
                  <a:lnTo>
                    <a:pt x="266700" y="0"/>
                  </a:lnTo>
                  <a:lnTo>
                    <a:pt x="31750" y="0"/>
                  </a:lnTo>
                  <a:close/>
                </a:path>
              </a:pathLst>
            </a:custGeom>
            <a:ln w="19048">
              <a:solidFill>
                <a:srgbClr val="93926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91" name="object 391"/>
          <p:cNvSpPr txBox="1"/>
          <p:nvPr/>
        </p:nvSpPr>
        <p:spPr>
          <a:xfrm>
            <a:off x="7519669" y="3679190"/>
            <a:ext cx="27749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spc="-25" dirty="0">
                <a:solidFill>
                  <a:srgbClr val="FFFFFF"/>
                </a:solidFill>
                <a:latin typeface="Arial"/>
                <a:cs typeface="Arial"/>
              </a:rPr>
              <a:t>HW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392" name="object 392"/>
          <p:cNvGrpSpPr/>
          <p:nvPr/>
        </p:nvGrpSpPr>
        <p:grpSpPr>
          <a:xfrm>
            <a:off x="5076825" y="4044315"/>
            <a:ext cx="490220" cy="317500"/>
            <a:chOff x="5076825" y="4044315"/>
            <a:chExt cx="490220" cy="317500"/>
          </a:xfrm>
        </p:grpSpPr>
        <p:sp>
          <p:nvSpPr>
            <p:cNvPr id="393" name="object 393"/>
            <p:cNvSpPr/>
            <p:nvPr/>
          </p:nvSpPr>
          <p:spPr>
            <a:xfrm>
              <a:off x="5086350" y="4061460"/>
              <a:ext cx="13970" cy="284480"/>
            </a:xfrm>
            <a:custGeom>
              <a:avLst/>
              <a:gdLst/>
              <a:ahLst/>
              <a:cxnLst/>
              <a:rect l="l" t="t" r="r" b="b"/>
              <a:pathLst>
                <a:path w="13970" h="284479">
                  <a:moveTo>
                    <a:pt x="13970" y="278142"/>
                  </a:moveTo>
                  <a:lnTo>
                    <a:pt x="7620" y="278142"/>
                  </a:lnTo>
                  <a:lnTo>
                    <a:pt x="7620" y="279400"/>
                  </a:lnTo>
                  <a:lnTo>
                    <a:pt x="8890" y="279400"/>
                  </a:lnTo>
                  <a:lnTo>
                    <a:pt x="8890" y="280670"/>
                  </a:lnTo>
                  <a:lnTo>
                    <a:pt x="10160" y="280670"/>
                  </a:lnTo>
                  <a:lnTo>
                    <a:pt x="10160" y="281940"/>
                  </a:lnTo>
                  <a:lnTo>
                    <a:pt x="11430" y="281940"/>
                  </a:lnTo>
                  <a:lnTo>
                    <a:pt x="11430" y="283210"/>
                  </a:lnTo>
                  <a:lnTo>
                    <a:pt x="12700" y="283210"/>
                  </a:lnTo>
                  <a:lnTo>
                    <a:pt x="12700" y="284480"/>
                  </a:lnTo>
                  <a:lnTo>
                    <a:pt x="13970" y="284480"/>
                  </a:lnTo>
                  <a:lnTo>
                    <a:pt x="13970" y="278142"/>
                  </a:lnTo>
                  <a:close/>
                </a:path>
                <a:path w="13970" h="284479">
                  <a:moveTo>
                    <a:pt x="13970" y="271792"/>
                  </a:moveTo>
                  <a:lnTo>
                    <a:pt x="6350" y="271792"/>
                  </a:lnTo>
                  <a:lnTo>
                    <a:pt x="3810" y="271792"/>
                  </a:lnTo>
                  <a:lnTo>
                    <a:pt x="3810" y="274320"/>
                  </a:lnTo>
                  <a:lnTo>
                    <a:pt x="5080" y="274320"/>
                  </a:lnTo>
                  <a:lnTo>
                    <a:pt x="5080" y="275590"/>
                  </a:lnTo>
                  <a:lnTo>
                    <a:pt x="6350" y="275590"/>
                  </a:lnTo>
                  <a:lnTo>
                    <a:pt x="6350" y="276860"/>
                  </a:lnTo>
                  <a:lnTo>
                    <a:pt x="7620" y="276860"/>
                  </a:lnTo>
                  <a:lnTo>
                    <a:pt x="7620" y="278130"/>
                  </a:lnTo>
                  <a:lnTo>
                    <a:pt x="13970" y="278130"/>
                  </a:lnTo>
                  <a:lnTo>
                    <a:pt x="13970" y="271792"/>
                  </a:lnTo>
                  <a:close/>
                </a:path>
                <a:path w="13970" h="284479">
                  <a:moveTo>
                    <a:pt x="13970" y="17792"/>
                  </a:moveTo>
                  <a:lnTo>
                    <a:pt x="6350" y="17792"/>
                  </a:lnTo>
                  <a:lnTo>
                    <a:pt x="0" y="17792"/>
                  </a:lnTo>
                  <a:lnTo>
                    <a:pt x="0" y="266700"/>
                  </a:lnTo>
                  <a:lnTo>
                    <a:pt x="1270" y="266700"/>
                  </a:lnTo>
                  <a:lnTo>
                    <a:pt x="1270" y="269240"/>
                  </a:lnTo>
                  <a:lnTo>
                    <a:pt x="2540" y="269240"/>
                  </a:lnTo>
                  <a:lnTo>
                    <a:pt x="2540" y="271780"/>
                  </a:lnTo>
                  <a:lnTo>
                    <a:pt x="6350" y="271780"/>
                  </a:lnTo>
                  <a:lnTo>
                    <a:pt x="13970" y="271780"/>
                  </a:lnTo>
                  <a:lnTo>
                    <a:pt x="13970" y="17792"/>
                  </a:lnTo>
                  <a:close/>
                </a:path>
                <a:path w="13970" h="284479">
                  <a:moveTo>
                    <a:pt x="13970" y="11442"/>
                  </a:moveTo>
                  <a:lnTo>
                    <a:pt x="6350" y="11442"/>
                  </a:lnTo>
                  <a:lnTo>
                    <a:pt x="2540" y="11442"/>
                  </a:lnTo>
                  <a:lnTo>
                    <a:pt x="2540" y="15240"/>
                  </a:lnTo>
                  <a:lnTo>
                    <a:pt x="1270" y="15240"/>
                  </a:lnTo>
                  <a:lnTo>
                    <a:pt x="1270" y="17780"/>
                  </a:lnTo>
                  <a:lnTo>
                    <a:pt x="6350" y="17780"/>
                  </a:lnTo>
                  <a:lnTo>
                    <a:pt x="13970" y="17780"/>
                  </a:lnTo>
                  <a:lnTo>
                    <a:pt x="13970" y="11442"/>
                  </a:lnTo>
                  <a:close/>
                </a:path>
                <a:path w="13970" h="284479">
                  <a:moveTo>
                    <a:pt x="13970" y="5092"/>
                  </a:moveTo>
                  <a:lnTo>
                    <a:pt x="7620" y="5092"/>
                  </a:lnTo>
                  <a:lnTo>
                    <a:pt x="7620" y="6350"/>
                  </a:lnTo>
                  <a:lnTo>
                    <a:pt x="6350" y="6350"/>
                  </a:lnTo>
                  <a:lnTo>
                    <a:pt x="6350" y="8890"/>
                  </a:lnTo>
                  <a:lnTo>
                    <a:pt x="5080" y="8890"/>
                  </a:lnTo>
                  <a:lnTo>
                    <a:pt x="5080" y="10160"/>
                  </a:lnTo>
                  <a:lnTo>
                    <a:pt x="3810" y="10160"/>
                  </a:lnTo>
                  <a:lnTo>
                    <a:pt x="3810" y="11430"/>
                  </a:lnTo>
                  <a:lnTo>
                    <a:pt x="6350" y="11430"/>
                  </a:lnTo>
                  <a:lnTo>
                    <a:pt x="13970" y="11430"/>
                  </a:lnTo>
                  <a:lnTo>
                    <a:pt x="13970" y="5092"/>
                  </a:lnTo>
                  <a:close/>
                </a:path>
                <a:path w="13970" h="284479">
                  <a:moveTo>
                    <a:pt x="13970" y="0"/>
                  </a:moveTo>
                  <a:lnTo>
                    <a:pt x="12700" y="0"/>
                  </a:lnTo>
                  <a:lnTo>
                    <a:pt x="12700" y="1270"/>
                  </a:lnTo>
                  <a:lnTo>
                    <a:pt x="11430" y="1270"/>
                  </a:lnTo>
                  <a:lnTo>
                    <a:pt x="11430" y="2540"/>
                  </a:lnTo>
                  <a:lnTo>
                    <a:pt x="10160" y="2540"/>
                  </a:lnTo>
                  <a:lnTo>
                    <a:pt x="10160" y="3810"/>
                  </a:lnTo>
                  <a:lnTo>
                    <a:pt x="8890" y="3810"/>
                  </a:lnTo>
                  <a:lnTo>
                    <a:pt x="8890" y="5080"/>
                  </a:lnTo>
                  <a:lnTo>
                    <a:pt x="13970" y="5080"/>
                  </a:lnTo>
                  <a:lnTo>
                    <a:pt x="13970" y="0"/>
                  </a:lnTo>
                  <a:close/>
                </a:path>
              </a:pathLst>
            </a:custGeom>
            <a:solidFill>
              <a:srgbClr val="BFBF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" name="object 394"/>
            <p:cNvSpPr/>
            <p:nvPr/>
          </p:nvSpPr>
          <p:spPr>
            <a:xfrm>
              <a:off x="5100320" y="4056380"/>
              <a:ext cx="7620" cy="294640"/>
            </a:xfrm>
            <a:custGeom>
              <a:avLst/>
              <a:gdLst/>
              <a:ahLst/>
              <a:cxnLst/>
              <a:rect l="l" t="t" r="r" b="b"/>
              <a:pathLst>
                <a:path w="7620" h="294639">
                  <a:moveTo>
                    <a:pt x="7619" y="0"/>
                  </a:moveTo>
                  <a:lnTo>
                    <a:pt x="6350" y="0"/>
                  </a:lnTo>
                  <a:lnTo>
                    <a:pt x="6350" y="1270"/>
                  </a:lnTo>
                  <a:lnTo>
                    <a:pt x="3809" y="1270"/>
                  </a:lnTo>
                  <a:lnTo>
                    <a:pt x="3809" y="2540"/>
                  </a:lnTo>
                  <a:lnTo>
                    <a:pt x="2539" y="2540"/>
                  </a:lnTo>
                  <a:lnTo>
                    <a:pt x="2539" y="3810"/>
                  </a:lnTo>
                  <a:lnTo>
                    <a:pt x="7619" y="3810"/>
                  </a:lnTo>
                  <a:lnTo>
                    <a:pt x="7619" y="0"/>
                  </a:lnTo>
                  <a:close/>
                </a:path>
                <a:path w="7620" h="294639">
                  <a:moveTo>
                    <a:pt x="7619" y="3810"/>
                  </a:moveTo>
                  <a:lnTo>
                    <a:pt x="1269" y="3810"/>
                  </a:lnTo>
                  <a:lnTo>
                    <a:pt x="1269" y="5080"/>
                  </a:lnTo>
                  <a:lnTo>
                    <a:pt x="0" y="5080"/>
                  </a:lnTo>
                  <a:lnTo>
                    <a:pt x="0" y="10160"/>
                  </a:lnTo>
                  <a:lnTo>
                    <a:pt x="7619" y="10160"/>
                  </a:lnTo>
                  <a:lnTo>
                    <a:pt x="7619" y="3810"/>
                  </a:lnTo>
                  <a:close/>
                </a:path>
                <a:path w="7620" h="294639">
                  <a:moveTo>
                    <a:pt x="761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7619" y="16510"/>
                  </a:lnTo>
                  <a:lnTo>
                    <a:pt x="7619" y="10160"/>
                  </a:lnTo>
                  <a:close/>
                </a:path>
                <a:path w="7620" h="294639">
                  <a:moveTo>
                    <a:pt x="7619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7619" y="22860"/>
                  </a:lnTo>
                  <a:lnTo>
                    <a:pt x="7619" y="16510"/>
                  </a:lnTo>
                  <a:close/>
                </a:path>
                <a:path w="7620" h="294639">
                  <a:moveTo>
                    <a:pt x="7619" y="22860"/>
                  </a:moveTo>
                  <a:lnTo>
                    <a:pt x="0" y="22860"/>
                  </a:lnTo>
                  <a:lnTo>
                    <a:pt x="0" y="276860"/>
                  </a:lnTo>
                  <a:lnTo>
                    <a:pt x="7619" y="276860"/>
                  </a:lnTo>
                  <a:lnTo>
                    <a:pt x="7619" y="22860"/>
                  </a:lnTo>
                  <a:close/>
                </a:path>
                <a:path w="7620" h="294639">
                  <a:moveTo>
                    <a:pt x="7619" y="276860"/>
                  </a:moveTo>
                  <a:lnTo>
                    <a:pt x="0" y="276860"/>
                  </a:lnTo>
                  <a:lnTo>
                    <a:pt x="0" y="283210"/>
                  </a:lnTo>
                  <a:lnTo>
                    <a:pt x="7619" y="283210"/>
                  </a:lnTo>
                  <a:lnTo>
                    <a:pt x="7619" y="276860"/>
                  </a:lnTo>
                  <a:close/>
                </a:path>
                <a:path w="7620" h="294639">
                  <a:moveTo>
                    <a:pt x="7619" y="283210"/>
                  </a:moveTo>
                  <a:lnTo>
                    <a:pt x="0" y="283210"/>
                  </a:lnTo>
                  <a:lnTo>
                    <a:pt x="0" y="289560"/>
                  </a:lnTo>
                  <a:lnTo>
                    <a:pt x="7619" y="289560"/>
                  </a:lnTo>
                  <a:lnTo>
                    <a:pt x="7619" y="283210"/>
                  </a:lnTo>
                  <a:close/>
                </a:path>
                <a:path w="7620" h="294639">
                  <a:moveTo>
                    <a:pt x="7619" y="289560"/>
                  </a:moveTo>
                  <a:lnTo>
                    <a:pt x="0" y="289560"/>
                  </a:lnTo>
                  <a:lnTo>
                    <a:pt x="0" y="290830"/>
                  </a:lnTo>
                  <a:lnTo>
                    <a:pt x="1269" y="290830"/>
                  </a:lnTo>
                  <a:lnTo>
                    <a:pt x="1269" y="292100"/>
                  </a:lnTo>
                  <a:lnTo>
                    <a:pt x="3809" y="292100"/>
                  </a:lnTo>
                  <a:lnTo>
                    <a:pt x="3809" y="293370"/>
                  </a:lnTo>
                  <a:lnTo>
                    <a:pt x="6350" y="293370"/>
                  </a:lnTo>
                  <a:lnTo>
                    <a:pt x="6350" y="294640"/>
                  </a:lnTo>
                  <a:lnTo>
                    <a:pt x="7619" y="294640"/>
                  </a:lnTo>
                  <a:lnTo>
                    <a:pt x="7619" y="289560"/>
                  </a:lnTo>
                  <a:close/>
                </a:path>
              </a:pathLst>
            </a:custGeom>
            <a:solidFill>
              <a:srgbClr val="BEBE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" name="object 395"/>
            <p:cNvSpPr/>
            <p:nvPr/>
          </p:nvSpPr>
          <p:spPr>
            <a:xfrm>
              <a:off x="5107940" y="4053840"/>
              <a:ext cx="8890" cy="299720"/>
            </a:xfrm>
            <a:custGeom>
              <a:avLst/>
              <a:gdLst/>
              <a:ahLst/>
              <a:cxnLst/>
              <a:rect l="l" t="t" r="r" b="b"/>
              <a:pathLst>
                <a:path w="8889" h="299720">
                  <a:moveTo>
                    <a:pt x="8889" y="0"/>
                  </a:moveTo>
                  <a:lnTo>
                    <a:pt x="7620" y="0"/>
                  </a:lnTo>
                  <a:lnTo>
                    <a:pt x="7620" y="1269"/>
                  </a:lnTo>
                  <a:lnTo>
                    <a:pt x="1270" y="1269"/>
                  </a:lnTo>
                  <a:lnTo>
                    <a:pt x="1270" y="2539"/>
                  </a:lnTo>
                  <a:lnTo>
                    <a:pt x="0" y="2539"/>
                  </a:lnTo>
                  <a:lnTo>
                    <a:pt x="0" y="6349"/>
                  </a:lnTo>
                  <a:lnTo>
                    <a:pt x="8889" y="6349"/>
                  </a:lnTo>
                  <a:lnTo>
                    <a:pt x="8889" y="0"/>
                  </a:lnTo>
                  <a:close/>
                </a:path>
                <a:path w="8889" h="299720">
                  <a:moveTo>
                    <a:pt x="888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8889" y="12699"/>
                  </a:lnTo>
                  <a:lnTo>
                    <a:pt x="8889" y="6349"/>
                  </a:lnTo>
                  <a:close/>
                </a:path>
                <a:path w="8889" h="299720">
                  <a:moveTo>
                    <a:pt x="888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8889" y="19049"/>
                  </a:lnTo>
                  <a:lnTo>
                    <a:pt x="8889" y="12699"/>
                  </a:lnTo>
                  <a:close/>
                </a:path>
                <a:path w="8889" h="299720">
                  <a:moveTo>
                    <a:pt x="8889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8889" y="25399"/>
                  </a:lnTo>
                  <a:lnTo>
                    <a:pt x="8889" y="19049"/>
                  </a:lnTo>
                  <a:close/>
                </a:path>
                <a:path w="8889" h="299720">
                  <a:moveTo>
                    <a:pt x="8889" y="25399"/>
                  </a:moveTo>
                  <a:lnTo>
                    <a:pt x="0" y="25399"/>
                  </a:lnTo>
                  <a:lnTo>
                    <a:pt x="0" y="279399"/>
                  </a:lnTo>
                  <a:lnTo>
                    <a:pt x="8889" y="279399"/>
                  </a:lnTo>
                  <a:lnTo>
                    <a:pt x="8889" y="25399"/>
                  </a:lnTo>
                  <a:close/>
                </a:path>
                <a:path w="8889" h="299720">
                  <a:moveTo>
                    <a:pt x="8889" y="279399"/>
                  </a:moveTo>
                  <a:lnTo>
                    <a:pt x="0" y="279399"/>
                  </a:lnTo>
                  <a:lnTo>
                    <a:pt x="0" y="285749"/>
                  </a:lnTo>
                  <a:lnTo>
                    <a:pt x="8889" y="285749"/>
                  </a:lnTo>
                  <a:lnTo>
                    <a:pt x="8889" y="279399"/>
                  </a:lnTo>
                  <a:close/>
                </a:path>
                <a:path w="8889" h="299720">
                  <a:moveTo>
                    <a:pt x="8889" y="285749"/>
                  </a:moveTo>
                  <a:lnTo>
                    <a:pt x="0" y="285749"/>
                  </a:lnTo>
                  <a:lnTo>
                    <a:pt x="0" y="292099"/>
                  </a:lnTo>
                  <a:lnTo>
                    <a:pt x="8889" y="292099"/>
                  </a:lnTo>
                  <a:lnTo>
                    <a:pt x="8889" y="285749"/>
                  </a:lnTo>
                  <a:close/>
                </a:path>
                <a:path w="8889" h="299720">
                  <a:moveTo>
                    <a:pt x="8889" y="292099"/>
                  </a:moveTo>
                  <a:lnTo>
                    <a:pt x="0" y="292099"/>
                  </a:lnTo>
                  <a:lnTo>
                    <a:pt x="0" y="297179"/>
                  </a:lnTo>
                  <a:lnTo>
                    <a:pt x="1270" y="297179"/>
                  </a:lnTo>
                  <a:lnTo>
                    <a:pt x="1270" y="298449"/>
                  </a:lnTo>
                  <a:lnTo>
                    <a:pt x="8889" y="298449"/>
                  </a:lnTo>
                  <a:lnTo>
                    <a:pt x="8889" y="292099"/>
                  </a:lnTo>
                  <a:close/>
                </a:path>
                <a:path w="8889" h="299720">
                  <a:moveTo>
                    <a:pt x="8889" y="298449"/>
                  </a:moveTo>
                  <a:lnTo>
                    <a:pt x="5080" y="298449"/>
                  </a:lnTo>
                  <a:lnTo>
                    <a:pt x="5080" y="299719"/>
                  </a:lnTo>
                  <a:lnTo>
                    <a:pt x="8889" y="299719"/>
                  </a:lnTo>
                  <a:lnTo>
                    <a:pt x="8889" y="298449"/>
                  </a:lnTo>
                  <a:close/>
                </a:path>
              </a:pathLst>
            </a:custGeom>
            <a:solidFill>
              <a:srgbClr val="BDBD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6" name="object 39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116830" y="4053840"/>
              <a:ext cx="410210" cy="299719"/>
            </a:xfrm>
            <a:prstGeom prst="rect">
              <a:avLst/>
            </a:prstGeom>
          </p:spPr>
        </p:pic>
        <p:sp>
          <p:nvSpPr>
            <p:cNvPr id="397" name="object 397"/>
            <p:cNvSpPr/>
            <p:nvPr/>
          </p:nvSpPr>
          <p:spPr>
            <a:xfrm>
              <a:off x="5527040" y="4053840"/>
              <a:ext cx="8890" cy="299720"/>
            </a:xfrm>
            <a:custGeom>
              <a:avLst/>
              <a:gdLst/>
              <a:ahLst/>
              <a:cxnLst/>
              <a:rect l="l" t="t" r="r" b="b"/>
              <a:pathLst>
                <a:path w="8889" h="299720">
                  <a:moveTo>
                    <a:pt x="254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8889" y="6349"/>
                  </a:lnTo>
                  <a:lnTo>
                    <a:pt x="8889" y="2539"/>
                  </a:lnTo>
                  <a:lnTo>
                    <a:pt x="5080" y="2539"/>
                  </a:lnTo>
                  <a:lnTo>
                    <a:pt x="508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8889" h="299720">
                  <a:moveTo>
                    <a:pt x="888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8889" y="12699"/>
                  </a:lnTo>
                  <a:lnTo>
                    <a:pt x="8889" y="6349"/>
                  </a:lnTo>
                  <a:close/>
                </a:path>
                <a:path w="8889" h="299720">
                  <a:moveTo>
                    <a:pt x="888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8889" y="19049"/>
                  </a:lnTo>
                  <a:lnTo>
                    <a:pt x="8889" y="12699"/>
                  </a:lnTo>
                  <a:close/>
                </a:path>
                <a:path w="8889" h="299720">
                  <a:moveTo>
                    <a:pt x="8889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8889" y="25399"/>
                  </a:lnTo>
                  <a:lnTo>
                    <a:pt x="8889" y="19049"/>
                  </a:lnTo>
                  <a:close/>
                </a:path>
                <a:path w="8889" h="299720">
                  <a:moveTo>
                    <a:pt x="8889" y="25399"/>
                  </a:moveTo>
                  <a:lnTo>
                    <a:pt x="0" y="25399"/>
                  </a:lnTo>
                  <a:lnTo>
                    <a:pt x="0" y="279399"/>
                  </a:lnTo>
                  <a:lnTo>
                    <a:pt x="8889" y="279399"/>
                  </a:lnTo>
                  <a:lnTo>
                    <a:pt x="8889" y="25399"/>
                  </a:lnTo>
                  <a:close/>
                </a:path>
                <a:path w="8889" h="299720">
                  <a:moveTo>
                    <a:pt x="8889" y="279399"/>
                  </a:moveTo>
                  <a:lnTo>
                    <a:pt x="0" y="279399"/>
                  </a:lnTo>
                  <a:lnTo>
                    <a:pt x="0" y="285749"/>
                  </a:lnTo>
                  <a:lnTo>
                    <a:pt x="8889" y="285749"/>
                  </a:lnTo>
                  <a:lnTo>
                    <a:pt x="8889" y="279399"/>
                  </a:lnTo>
                  <a:close/>
                </a:path>
                <a:path w="8889" h="299720">
                  <a:moveTo>
                    <a:pt x="8889" y="285749"/>
                  </a:moveTo>
                  <a:lnTo>
                    <a:pt x="0" y="285749"/>
                  </a:lnTo>
                  <a:lnTo>
                    <a:pt x="0" y="292099"/>
                  </a:lnTo>
                  <a:lnTo>
                    <a:pt x="8889" y="292099"/>
                  </a:lnTo>
                  <a:lnTo>
                    <a:pt x="8889" y="285749"/>
                  </a:lnTo>
                  <a:close/>
                </a:path>
                <a:path w="8889" h="299720">
                  <a:moveTo>
                    <a:pt x="8889" y="292099"/>
                  </a:moveTo>
                  <a:lnTo>
                    <a:pt x="0" y="292099"/>
                  </a:lnTo>
                  <a:lnTo>
                    <a:pt x="0" y="298449"/>
                  </a:lnTo>
                  <a:lnTo>
                    <a:pt x="7620" y="298449"/>
                  </a:lnTo>
                  <a:lnTo>
                    <a:pt x="7620" y="297179"/>
                  </a:lnTo>
                  <a:lnTo>
                    <a:pt x="8889" y="297179"/>
                  </a:lnTo>
                  <a:lnTo>
                    <a:pt x="8889" y="292099"/>
                  </a:lnTo>
                  <a:close/>
                </a:path>
                <a:path w="8889" h="299720">
                  <a:moveTo>
                    <a:pt x="5080" y="298449"/>
                  </a:moveTo>
                  <a:lnTo>
                    <a:pt x="0" y="298449"/>
                  </a:lnTo>
                  <a:lnTo>
                    <a:pt x="0" y="299719"/>
                  </a:lnTo>
                  <a:lnTo>
                    <a:pt x="5080" y="299719"/>
                  </a:lnTo>
                  <a:lnTo>
                    <a:pt x="5080" y="298449"/>
                  </a:lnTo>
                  <a:close/>
                </a:path>
              </a:pathLst>
            </a:custGeom>
            <a:solidFill>
              <a:srgbClr val="BBBB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" name="object 398"/>
            <p:cNvSpPr/>
            <p:nvPr/>
          </p:nvSpPr>
          <p:spPr>
            <a:xfrm>
              <a:off x="5535930" y="4056380"/>
              <a:ext cx="7620" cy="294640"/>
            </a:xfrm>
            <a:custGeom>
              <a:avLst/>
              <a:gdLst/>
              <a:ahLst/>
              <a:cxnLst/>
              <a:rect l="l" t="t" r="r" b="b"/>
              <a:pathLst>
                <a:path w="7620" h="294639">
                  <a:moveTo>
                    <a:pt x="254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6350" y="3810"/>
                  </a:lnTo>
                  <a:lnTo>
                    <a:pt x="6350" y="2540"/>
                  </a:lnTo>
                  <a:lnTo>
                    <a:pt x="5079" y="2540"/>
                  </a:lnTo>
                  <a:lnTo>
                    <a:pt x="5079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  <a:path w="7620" h="294639">
                  <a:moveTo>
                    <a:pt x="762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7620" y="10160"/>
                  </a:lnTo>
                  <a:lnTo>
                    <a:pt x="7620" y="3810"/>
                  </a:lnTo>
                  <a:close/>
                </a:path>
                <a:path w="7620" h="294639">
                  <a:moveTo>
                    <a:pt x="762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7620" y="16510"/>
                  </a:lnTo>
                  <a:lnTo>
                    <a:pt x="7620" y="10160"/>
                  </a:lnTo>
                  <a:close/>
                </a:path>
                <a:path w="7620" h="294639">
                  <a:moveTo>
                    <a:pt x="7620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7620" y="22860"/>
                  </a:lnTo>
                  <a:lnTo>
                    <a:pt x="7620" y="16510"/>
                  </a:lnTo>
                  <a:close/>
                </a:path>
                <a:path w="7620" h="294639">
                  <a:moveTo>
                    <a:pt x="7620" y="22860"/>
                  </a:moveTo>
                  <a:lnTo>
                    <a:pt x="0" y="22860"/>
                  </a:lnTo>
                  <a:lnTo>
                    <a:pt x="0" y="276860"/>
                  </a:lnTo>
                  <a:lnTo>
                    <a:pt x="7620" y="276860"/>
                  </a:lnTo>
                  <a:lnTo>
                    <a:pt x="7620" y="22860"/>
                  </a:lnTo>
                  <a:close/>
                </a:path>
                <a:path w="7620" h="294639">
                  <a:moveTo>
                    <a:pt x="7620" y="276860"/>
                  </a:moveTo>
                  <a:lnTo>
                    <a:pt x="0" y="276860"/>
                  </a:lnTo>
                  <a:lnTo>
                    <a:pt x="0" y="283210"/>
                  </a:lnTo>
                  <a:lnTo>
                    <a:pt x="7620" y="283210"/>
                  </a:lnTo>
                  <a:lnTo>
                    <a:pt x="7620" y="276860"/>
                  </a:lnTo>
                  <a:close/>
                </a:path>
                <a:path w="7620" h="294639">
                  <a:moveTo>
                    <a:pt x="7620" y="283210"/>
                  </a:moveTo>
                  <a:lnTo>
                    <a:pt x="0" y="283210"/>
                  </a:lnTo>
                  <a:lnTo>
                    <a:pt x="0" y="289560"/>
                  </a:lnTo>
                  <a:lnTo>
                    <a:pt x="7620" y="289560"/>
                  </a:lnTo>
                  <a:lnTo>
                    <a:pt x="7620" y="283210"/>
                  </a:lnTo>
                  <a:close/>
                </a:path>
                <a:path w="7620" h="294639">
                  <a:moveTo>
                    <a:pt x="7620" y="289560"/>
                  </a:moveTo>
                  <a:lnTo>
                    <a:pt x="0" y="289560"/>
                  </a:lnTo>
                  <a:lnTo>
                    <a:pt x="0" y="294640"/>
                  </a:lnTo>
                  <a:lnTo>
                    <a:pt x="2540" y="294640"/>
                  </a:lnTo>
                  <a:lnTo>
                    <a:pt x="2540" y="293370"/>
                  </a:lnTo>
                  <a:lnTo>
                    <a:pt x="5079" y="293370"/>
                  </a:lnTo>
                  <a:lnTo>
                    <a:pt x="5079" y="292100"/>
                  </a:lnTo>
                  <a:lnTo>
                    <a:pt x="7620" y="292100"/>
                  </a:lnTo>
                  <a:lnTo>
                    <a:pt x="7620" y="289560"/>
                  </a:lnTo>
                  <a:close/>
                </a:path>
              </a:pathLst>
            </a:custGeom>
            <a:solidFill>
              <a:srgbClr val="BCBC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" name="object 399"/>
            <p:cNvSpPr/>
            <p:nvPr/>
          </p:nvSpPr>
          <p:spPr>
            <a:xfrm>
              <a:off x="5543550" y="4061460"/>
              <a:ext cx="7620" cy="285750"/>
            </a:xfrm>
            <a:custGeom>
              <a:avLst/>
              <a:gdLst/>
              <a:ahLst/>
              <a:cxnLst/>
              <a:rect l="l" t="t" r="r" b="b"/>
              <a:pathLst>
                <a:path w="7620" h="285750">
                  <a:moveTo>
                    <a:pt x="253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6350" y="5079"/>
                  </a:lnTo>
                  <a:lnTo>
                    <a:pt x="6350" y="3809"/>
                  </a:lnTo>
                  <a:lnTo>
                    <a:pt x="5080" y="3809"/>
                  </a:lnTo>
                  <a:lnTo>
                    <a:pt x="5080" y="2539"/>
                  </a:lnTo>
                  <a:lnTo>
                    <a:pt x="3809" y="2539"/>
                  </a:lnTo>
                  <a:lnTo>
                    <a:pt x="3809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  <a:path w="7620" h="285750">
                  <a:moveTo>
                    <a:pt x="762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7620" y="11429"/>
                  </a:lnTo>
                  <a:lnTo>
                    <a:pt x="7620" y="5080"/>
                  </a:lnTo>
                  <a:close/>
                </a:path>
                <a:path w="7620" h="285750">
                  <a:moveTo>
                    <a:pt x="762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7620" y="17779"/>
                  </a:lnTo>
                  <a:lnTo>
                    <a:pt x="7620" y="11430"/>
                  </a:lnTo>
                  <a:close/>
                </a:path>
                <a:path w="7620" h="285750">
                  <a:moveTo>
                    <a:pt x="7620" y="17780"/>
                  </a:moveTo>
                  <a:lnTo>
                    <a:pt x="0" y="17780"/>
                  </a:lnTo>
                  <a:lnTo>
                    <a:pt x="0" y="271779"/>
                  </a:lnTo>
                  <a:lnTo>
                    <a:pt x="7620" y="271779"/>
                  </a:lnTo>
                  <a:lnTo>
                    <a:pt x="7620" y="17780"/>
                  </a:lnTo>
                  <a:close/>
                </a:path>
                <a:path w="7620" h="285750">
                  <a:moveTo>
                    <a:pt x="7620" y="271780"/>
                  </a:moveTo>
                  <a:lnTo>
                    <a:pt x="0" y="271780"/>
                  </a:lnTo>
                  <a:lnTo>
                    <a:pt x="0" y="278129"/>
                  </a:lnTo>
                  <a:lnTo>
                    <a:pt x="7620" y="278129"/>
                  </a:lnTo>
                  <a:lnTo>
                    <a:pt x="7620" y="271780"/>
                  </a:lnTo>
                  <a:close/>
                </a:path>
                <a:path w="7620" h="285750">
                  <a:moveTo>
                    <a:pt x="7620" y="278130"/>
                  </a:moveTo>
                  <a:lnTo>
                    <a:pt x="0" y="278130"/>
                  </a:lnTo>
                  <a:lnTo>
                    <a:pt x="0" y="284479"/>
                  </a:lnTo>
                  <a:lnTo>
                    <a:pt x="2539" y="284479"/>
                  </a:lnTo>
                  <a:lnTo>
                    <a:pt x="2539" y="283209"/>
                  </a:lnTo>
                  <a:lnTo>
                    <a:pt x="3809" y="283209"/>
                  </a:lnTo>
                  <a:lnTo>
                    <a:pt x="3809" y="281939"/>
                  </a:lnTo>
                  <a:lnTo>
                    <a:pt x="5080" y="281939"/>
                  </a:lnTo>
                  <a:lnTo>
                    <a:pt x="5080" y="280669"/>
                  </a:lnTo>
                  <a:lnTo>
                    <a:pt x="6350" y="280669"/>
                  </a:lnTo>
                  <a:lnTo>
                    <a:pt x="6350" y="279400"/>
                  </a:lnTo>
                  <a:lnTo>
                    <a:pt x="7620" y="279400"/>
                  </a:lnTo>
                  <a:lnTo>
                    <a:pt x="7620" y="278130"/>
                  </a:lnTo>
                  <a:close/>
                </a:path>
                <a:path w="7620" h="285750">
                  <a:moveTo>
                    <a:pt x="1270" y="284480"/>
                  </a:moveTo>
                  <a:lnTo>
                    <a:pt x="0" y="284480"/>
                  </a:lnTo>
                  <a:lnTo>
                    <a:pt x="0" y="285750"/>
                  </a:lnTo>
                  <a:lnTo>
                    <a:pt x="1270" y="285750"/>
                  </a:lnTo>
                  <a:lnTo>
                    <a:pt x="1270" y="284480"/>
                  </a:lnTo>
                  <a:close/>
                </a:path>
              </a:pathLst>
            </a:custGeom>
            <a:solidFill>
              <a:srgbClr val="BDBD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" name="object 400"/>
            <p:cNvSpPr/>
            <p:nvPr/>
          </p:nvSpPr>
          <p:spPr>
            <a:xfrm>
              <a:off x="5551169" y="4069080"/>
              <a:ext cx="7620" cy="270510"/>
            </a:xfrm>
            <a:custGeom>
              <a:avLst/>
              <a:gdLst/>
              <a:ahLst/>
              <a:cxnLst/>
              <a:rect l="l" t="t" r="r" b="b"/>
              <a:pathLst>
                <a:path w="7620" h="270510">
                  <a:moveTo>
                    <a:pt x="126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2540"/>
                  </a:lnTo>
                  <a:lnTo>
                    <a:pt x="2539" y="2540"/>
                  </a:lnTo>
                  <a:lnTo>
                    <a:pt x="2539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7620" h="270510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6350" y="10160"/>
                  </a:lnTo>
                  <a:lnTo>
                    <a:pt x="6350" y="7620"/>
                  </a:lnTo>
                  <a:lnTo>
                    <a:pt x="5079" y="7620"/>
                  </a:lnTo>
                  <a:lnTo>
                    <a:pt x="5079" y="5080"/>
                  </a:lnTo>
                  <a:lnTo>
                    <a:pt x="3809" y="5080"/>
                  </a:lnTo>
                  <a:lnTo>
                    <a:pt x="3809" y="3810"/>
                  </a:lnTo>
                  <a:close/>
                </a:path>
                <a:path w="7620" h="270510">
                  <a:moveTo>
                    <a:pt x="6350" y="10160"/>
                  </a:moveTo>
                  <a:lnTo>
                    <a:pt x="0" y="10160"/>
                  </a:lnTo>
                  <a:lnTo>
                    <a:pt x="0" y="264160"/>
                  </a:lnTo>
                  <a:lnTo>
                    <a:pt x="5079" y="264160"/>
                  </a:lnTo>
                  <a:lnTo>
                    <a:pt x="5079" y="262890"/>
                  </a:lnTo>
                  <a:lnTo>
                    <a:pt x="6349" y="262890"/>
                  </a:lnTo>
                  <a:lnTo>
                    <a:pt x="6350" y="259080"/>
                  </a:lnTo>
                  <a:lnTo>
                    <a:pt x="7619" y="259080"/>
                  </a:lnTo>
                  <a:lnTo>
                    <a:pt x="7619" y="11430"/>
                  </a:lnTo>
                  <a:lnTo>
                    <a:pt x="6350" y="11430"/>
                  </a:lnTo>
                  <a:lnTo>
                    <a:pt x="6350" y="10160"/>
                  </a:lnTo>
                  <a:close/>
                </a:path>
                <a:path w="7620" h="270510">
                  <a:moveTo>
                    <a:pt x="5079" y="264160"/>
                  </a:moveTo>
                  <a:lnTo>
                    <a:pt x="0" y="264160"/>
                  </a:lnTo>
                  <a:lnTo>
                    <a:pt x="0" y="270510"/>
                  </a:lnTo>
                  <a:lnTo>
                    <a:pt x="1270" y="270510"/>
                  </a:lnTo>
                  <a:lnTo>
                    <a:pt x="1269" y="267970"/>
                  </a:lnTo>
                  <a:lnTo>
                    <a:pt x="2539" y="267970"/>
                  </a:lnTo>
                  <a:lnTo>
                    <a:pt x="2539" y="266700"/>
                  </a:lnTo>
                  <a:lnTo>
                    <a:pt x="3810" y="266700"/>
                  </a:lnTo>
                  <a:lnTo>
                    <a:pt x="3810" y="265430"/>
                  </a:lnTo>
                  <a:lnTo>
                    <a:pt x="5079" y="265430"/>
                  </a:lnTo>
                  <a:lnTo>
                    <a:pt x="5079" y="264160"/>
                  </a:lnTo>
                  <a:close/>
                </a:path>
              </a:pathLst>
            </a:custGeom>
            <a:solidFill>
              <a:srgbClr val="BDBD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" name="object 401"/>
            <p:cNvSpPr/>
            <p:nvPr/>
          </p:nvSpPr>
          <p:spPr>
            <a:xfrm>
              <a:off x="5558790" y="4080510"/>
              <a:ext cx="0" cy="247650"/>
            </a:xfrm>
            <a:custGeom>
              <a:avLst/>
              <a:gdLst/>
              <a:ahLst/>
              <a:cxnLst/>
              <a:rect l="l" t="t" r="r" b="b"/>
              <a:pathLst>
                <a:path h="247650">
                  <a:moveTo>
                    <a:pt x="0" y="0"/>
                  </a:moveTo>
                  <a:lnTo>
                    <a:pt x="0" y="2476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BF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" name="object 402"/>
            <p:cNvSpPr/>
            <p:nvPr/>
          </p:nvSpPr>
          <p:spPr>
            <a:xfrm>
              <a:off x="5086350" y="4053840"/>
              <a:ext cx="471170" cy="298450"/>
            </a:xfrm>
            <a:custGeom>
              <a:avLst/>
              <a:gdLst/>
              <a:ahLst/>
              <a:cxnLst/>
              <a:rect l="l" t="t" r="r" b="b"/>
              <a:pathLst>
                <a:path w="471170" h="298450">
                  <a:moveTo>
                    <a:pt x="33020" y="0"/>
                  </a:moveTo>
                  <a:lnTo>
                    <a:pt x="20895" y="2837"/>
                  </a:lnTo>
                  <a:lnTo>
                    <a:pt x="10318" y="10318"/>
                  </a:lnTo>
                  <a:lnTo>
                    <a:pt x="2837" y="20895"/>
                  </a:lnTo>
                  <a:lnTo>
                    <a:pt x="0" y="33020"/>
                  </a:lnTo>
                  <a:lnTo>
                    <a:pt x="0" y="36651"/>
                  </a:lnTo>
                  <a:lnTo>
                    <a:pt x="0" y="62071"/>
                  </a:lnTo>
                  <a:lnTo>
                    <a:pt x="0" y="131067"/>
                  </a:lnTo>
                  <a:lnTo>
                    <a:pt x="0" y="265430"/>
                  </a:lnTo>
                  <a:lnTo>
                    <a:pt x="2837" y="277554"/>
                  </a:lnTo>
                  <a:lnTo>
                    <a:pt x="10318" y="288131"/>
                  </a:lnTo>
                  <a:lnTo>
                    <a:pt x="20895" y="295612"/>
                  </a:lnTo>
                  <a:lnTo>
                    <a:pt x="33020" y="298450"/>
                  </a:lnTo>
                  <a:lnTo>
                    <a:pt x="39350" y="298450"/>
                  </a:lnTo>
                  <a:lnTo>
                    <a:pt x="83661" y="298450"/>
                  </a:lnTo>
                  <a:lnTo>
                    <a:pt x="203934" y="298450"/>
                  </a:lnTo>
                  <a:lnTo>
                    <a:pt x="438150" y="298450"/>
                  </a:lnTo>
                  <a:lnTo>
                    <a:pt x="450274" y="295612"/>
                  </a:lnTo>
                  <a:lnTo>
                    <a:pt x="460851" y="288131"/>
                  </a:lnTo>
                  <a:lnTo>
                    <a:pt x="468332" y="277554"/>
                  </a:lnTo>
                  <a:lnTo>
                    <a:pt x="471170" y="265430"/>
                  </a:lnTo>
                  <a:lnTo>
                    <a:pt x="471170" y="261798"/>
                  </a:lnTo>
                  <a:lnTo>
                    <a:pt x="471170" y="236378"/>
                  </a:lnTo>
                  <a:lnTo>
                    <a:pt x="471170" y="167382"/>
                  </a:lnTo>
                  <a:lnTo>
                    <a:pt x="471170" y="33020"/>
                  </a:lnTo>
                  <a:lnTo>
                    <a:pt x="468332" y="20895"/>
                  </a:lnTo>
                  <a:lnTo>
                    <a:pt x="460851" y="10318"/>
                  </a:lnTo>
                  <a:lnTo>
                    <a:pt x="450274" y="2837"/>
                  </a:lnTo>
                  <a:lnTo>
                    <a:pt x="438150" y="0"/>
                  </a:lnTo>
                  <a:lnTo>
                    <a:pt x="431819" y="0"/>
                  </a:lnTo>
                  <a:lnTo>
                    <a:pt x="387508" y="0"/>
                  </a:lnTo>
                  <a:lnTo>
                    <a:pt x="267235" y="0"/>
                  </a:lnTo>
                  <a:lnTo>
                    <a:pt x="33020" y="0"/>
                  </a:lnTo>
                  <a:close/>
                </a:path>
              </a:pathLst>
            </a:custGeom>
            <a:ln w="19048">
              <a:solidFill>
                <a:srgbClr val="93926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03" name="object 403"/>
          <p:cNvSpPr txBox="1"/>
          <p:nvPr/>
        </p:nvSpPr>
        <p:spPr>
          <a:xfrm>
            <a:off x="5184140" y="4085590"/>
            <a:ext cx="27749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spc="-25" dirty="0">
                <a:solidFill>
                  <a:srgbClr val="FFFFFF"/>
                </a:solidFill>
                <a:latin typeface="Arial"/>
                <a:cs typeface="Arial"/>
              </a:rPr>
              <a:t>HW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404" name="object 404"/>
          <p:cNvGrpSpPr/>
          <p:nvPr/>
        </p:nvGrpSpPr>
        <p:grpSpPr>
          <a:xfrm>
            <a:off x="5659754" y="4044315"/>
            <a:ext cx="490220" cy="317500"/>
            <a:chOff x="5659754" y="4044315"/>
            <a:chExt cx="490220" cy="317500"/>
          </a:xfrm>
        </p:grpSpPr>
        <p:sp>
          <p:nvSpPr>
            <p:cNvPr id="405" name="object 405"/>
            <p:cNvSpPr/>
            <p:nvPr/>
          </p:nvSpPr>
          <p:spPr>
            <a:xfrm>
              <a:off x="5669280" y="4061460"/>
              <a:ext cx="13970" cy="284480"/>
            </a:xfrm>
            <a:custGeom>
              <a:avLst/>
              <a:gdLst/>
              <a:ahLst/>
              <a:cxnLst/>
              <a:rect l="l" t="t" r="r" b="b"/>
              <a:pathLst>
                <a:path w="13970" h="284479">
                  <a:moveTo>
                    <a:pt x="13970" y="278142"/>
                  </a:moveTo>
                  <a:lnTo>
                    <a:pt x="7620" y="278142"/>
                  </a:lnTo>
                  <a:lnTo>
                    <a:pt x="7620" y="279400"/>
                  </a:lnTo>
                  <a:lnTo>
                    <a:pt x="8890" y="279400"/>
                  </a:lnTo>
                  <a:lnTo>
                    <a:pt x="8890" y="280670"/>
                  </a:lnTo>
                  <a:lnTo>
                    <a:pt x="10160" y="280670"/>
                  </a:lnTo>
                  <a:lnTo>
                    <a:pt x="10160" y="281940"/>
                  </a:lnTo>
                  <a:lnTo>
                    <a:pt x="11430" y="281940"/>
                  </a:lnTo>
                  <a:lnTo>
                    <a:pt x="11430" y="283210"/>
                  </a:lnTo>
                  <a:lnTo>
                    <a:pt x="12700" y="283210"/>
                  </a:lnTo>
                  <a:lnTo>
                    <a:pt x="12700" y="284480"/>
                  </a:lnTo>
                  <a:lnTo>
                    <a:pt x="13970" y="284480"/>
                  </a:lnTo>
                  <a:lnTo>
                    <a:pt x="13970" y="278142"/>
                  </a:lnTo>
                  <a:close/>
                </a:path>
                <a:path w="13970" h="284479">
                  <a:moveTo>
                    <a:pt x="13970" y="271792"/>
                  </a:moveTo>
                  <a:lnTo>
                    <a:pt x="6350" y="271792"/>
                  </a:lnTo>
                  <a:lnTo>
                    <a:pt x="3810" y="271792"/>
                  </a:lnTo>
                  <a:lnTo>
                    <a:pt x="3810" y="274320"/>
                  </a:lnTo>
                  <a:lnTo>
                    <a:pt x="5080" y="274320"/>
                  </a:lnTo>
                  <a:lnTo>
                    <a:pt x="5080" y="275590"/>
                  </a:lnTo>
                  <a:lnTo>
                    <a:pt x="6350" y="275590"/>
                  </a:lnTo>
                  <a:lnTo>
                    <a:pt x="6350" y="276860"/>
                  </a:lnTo>
                  <a:lnTo>
                    <a:pt x="7620" y="276860"/>
                  </a:lnTo>
                  <a:lnTo>
                    <a:pt x="7620" y="278130"/>
                  </a:lnTo>
                  <a:lnTo>
                    <a:pt x="13970" y="278130"/>
                  </a:lnTo>
                  <a:lnTo>
                    <a:pt x="13970" y="271792"/>
                  </a:lnTo>
                  <a:close/>
                </a:path>
                <a:path w="13970" h="284479">
                  <a:moveTo>
                    <a:pt x="13970" y="17792"/>
                  </a:moveTo>
                  <a:lnTo>
                    <a:pt x="6350" y="17792"/>
                  </a:lnTo>
                  <a:lnTo>
                    <a:pt x="0" y="17792"/>
                  </a:lnTo>
                  <a:lnTo>
                    <a:pt x="0" y="266700"/>
                  </a:lnTo>
                  <a:lnTo>
                    <a:pt x="1270" y="266700"/>
                  </a:lnTo>
                  <a:lnTo>
                    <a:pt x="1270" y="269240"/>
                  </a:lnTo>
                  <a:lnTo>
                    <a:pt x="2540" y="269240"/>
                  </a:lnTo>
                  <a:lnTo>
                    <a:pt x="2540" y="271780"/>
                  </a:lnTo>
                  <a:lnTo>
                    <a:pt x="6350" y="271780"/>
                  </a:lnTo>
                  <a:lnTo>
                    <a:pt x="13970" y="271780"/>
                  </a:lnTo>
                  <a:lnTo>
                    <a:pt x="13970" y="17792"/>
                  </a:lnTo>
                  <a:close/>
                </a:path>
                <a:path w="13970" h="284479">
                  <a:moveTo>
                    <a:pt x="13970" y="11442"/>
                  </a:moveTo>
                  <a:lnTo>
                    <a:pt x="6350" y="11442"/>
                  </a:lnTo>
                  <a:lnTo>
                    <a:pt x="2540" y="11442"/>
                  </a:lnTo>
                  <a:lnTo>
                    <a:pt x="2540" y="15240"/>
                  </a:lnTo>
                  <a:lnTo>
                    <a:pt x="1270" y="15240"/>
                  </a:lnTo>
                  <a:lnTo>
                    <a:pt x="1270" y="17780"/>
                  </a:lnTo>
                  <a:lnTo>
                    <a:pt x="6350" y="17780"/>
                  </a:lnTo>
                  <a:lnTo>
                    <a:pt x="13970" y="17780"/>
                  </a:lnTo>
                  <a:lnTo>
                    <a:pt x="13970" y="11442"/>
                  </a:lnTo>
                  <a:close/>
                </a:path>
                <a:path w="13970" h="284479">
                  <a:moveTo>
                    <a:pt x="13970" y="5092"/>
                  </a:moveTo>
                  <a:lnTo>
                    <a:pt x="7620" y="5092"/>
                  </a:lnTo>
                  <a:lnTo>
                    <a:pt x="7620" y="6350"/>
                  </a:lnTo>
                  <a:lnTo>
                    <a:pt x="6350" y="6350"/>
                  </a:lnTo>
                  <a:lnTo>
                    <a:pt x="6350" y="8890"/>
                  </a:lnTo>
                  <a:lnTo>
                    <a:pt x="5080" y="8890"/>
                  </a:lnTo>
                  <a:lnTo>
                    <a:pt x="5080" y="10160"/>
                  </a:lnTo>
                  <a:lnTo>
                    <a:pt x="3810" y="10160"/>
                  </a:lnTo>
                  <a:lnTo>
                    <a:pt x="3810" y="11430"/>
                  </a:lnTo>
                  <a:lnTo>
                    <a:pt x="6350" y="11430"/>
                  </a:lnTo>
                  <a:lnTo>
                    <a:pt x="13970" y="11430"/>
                  </a:lnTo>
                  <a:lnTo>
                    <a:pt x="13970" y="5092"/>
                  </a:lnTo>
                  <a:close/>
                </a:path>
                <a:path w="13970" h="284479">
                  <a:moveTo>
                    <a:pt x="13970" y="0"/>
                  </a:moveTo>
                  <a:lnTo>
                    <a:pt x="12700" y="0"/>
                  </a:lnTo>
                  <a:lnTo>
                    <a:pt x="12700" y="1270"/>
                  </a:lnTo>
                  <a:lnTo>
                    <a:pt x="11430" y="1270"/>
                  </a:lnTo>
                  <a:lnTo>
                    <a:pt x="11430" y="2540"/>
                  </a:lnTo>
                  <a:lnTo>
                    <a:pt x="10160" y="2540"/>
                  </a:lnTo>
                  <a:lnTo>
                    <a:pt x="10160" y="3810"/>
                  </a:lnTo>
                  <a:lnTo>
                    <a:pt x="8890" y="3810"/>
                  </a:lnTo>
                  <a:lnTo>
                    <a:pt x="8890" y="5080"/>
                  </a:lnTo>
                  <a:lnTo>
                    <a:pt x="13970" y="5080"/>
                  </a:lnTo>
                  <a:lnTo>
                    <a:pt x="13970" y="0"/>
                  </a:lnTo>
                  <a:close/>
                </a:path>
              </a:pathLst>
            </a:custGeom>
            <a:solidFill>
              <a:srgbClr val="BFBF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" name="object 406"/>
            <p:cNvSpPr/>
            <p:nvPr/>
          </p:nvSpPr>
          <p:spPr>
            <a:xfrm>
              <a:off x="5683249" y="4056380"/>
              <a:ext cx="7620" cy="294640"/>
            </a:xfrm>
            <a:custGeom>
              <a:avLst/>
              <a:gdLst/>
              <a:ahLst/>
              <a:cxnLst/>
              <a:rect l="l" t="t" r="r" b="b"/>
              <a:pathLst>
                <a:path w="7620" h="294639">
                  <a:moveTo>
                    <a:pt x="7620" y="0"/>
                  </a:moveTo>
                  <a:lnTo>
                    <a:pt x="6350" y="0"/>
                  </a:lnTo>
                  <a:lnTo>
                    <a:pt x="6350" y="1270"/>
                  </a:lnTo>
                  <a:lnTo>
                    <a:pt x="3810" y="1270"/>
                  </a:lnTo>
                  <a:lnTo>
                    <a:pt x="3810" y="2540"/>
                  </a:lnTo>
                  <a:lnTo>
                    <a:pt x="2539" y="2540"/>
                  </a:lnTo>
                  <a:lnTo>
                    <a:pt x="2539" y="3810"/>
                  </a:lnTo>
                  <a:lnTo>
                    <a:pt x="7620" y="3810"/>
                  </a:lnTo>
                  <a:lnTo>
                    <a:pt x="7620" y="0"/>
                  </a:lnTo>
                  <a:close/>
                </a:path>
                <a:path w="7620" h="294639">
                  <a:moveTo>
                    <a:pt x="7620" y="3810"/>
                  </a:moveTo>
                  <a:lnTo>
                    <a:pt x="1270" y="3810"/>
                  </a:lnTo>
                  <a:lnTo>
                    <a:pt x="1270" y="5080"/>
                  </a:lnTo>
                  <a:lnTo>
                    <a:pt x="0" y="5080"/>
                  </a:lnTo>
                  <a:lnTo>
                    <a:pt x="0" y="10160"/>
                  </a:lnTo>
                  <a:lnTo>
                    <a:pt x="7620" y="10160"/>
                  </a:lnTo>
                  <a:lnTo>
                    <a:pt x="7620" y="3810"/>
                  </a:lnTo>
                  <a:close/>
                </a:path>
                <a:path w="7620" h="294639">
                  <a:moveTo>
                    <a:pt x="762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7620" y="16510"/>
                  </a:lnTo>
                  <a:lnTo>
                    <a:pt x="7620" y="10160"/>
                  </a:lnTo>
                  <a:close/>
                </a:path>
                <a:path w="7620" h="294639">
                  <a:moveTo>
                    <a:pt x="7620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7620" y="22860"/>
                  </a:lnTo>
                  <a:lnTo>
                    <a:pt x="7620" y="16510"/>
                  </a:lnTo>
                  <a:close/>
                </a:path>
                <a:path w="7620" h="294639">
                  <a:moveTo>
                    <a:pt x="7620" y="22860"/>
                  </a:moveTo>
                  <a:lnTo>
                    <a:pt x="0" y="22860"/>
                  </a:lnTo>
                  <a:lnTo>
                    <a:pt x="0" y="276860"/>
                  </a:lnTo>
                  <a:lnTo>
                    <a:pt x="7620" y="276860"/>
                  </a:lnTo>
                  <a:lnTo>
                    <a:pt x="7620" y="22860"/>
                  </a:lnTo>
                  <a:close/>
                </a:path>
                <a:path w="7620" h="294639">
                  <a:moveTo>
                    <a:pt x="7620" y="276860"/>
                  </a:moveTo>
                  <a:lnTo>
                    <a:pt x="0" y="276860"/>
                  </a:lnTo>
                  <a:lnTo>
                    <a:pt x="0" y="283210"/>
                  </a:lnTo>
                  <a:lnTo>
                    <a:pt x="7620" y="283210"/>
                  </a:lnTo>
                  <a:lnTo>
                    <a:pt x="7620" y="276860"/>
                  </a:lnTo>
                  <a:close/>
                </a:path>
                <a:path w="7620" h="294639">
                  <a:moveTo>
                    <a:pt x="7620" y="283210"/>
                  </a:moveTo>
                  <a:lnTo>
                    <a:pt x="0" y="283210"/>
                  </a:lnTo>
                  <a:lnTo>
                    <a:pt x="0" y="289560"/>
                  </a:lnTo>
                  <a:lnTo>
                    <a:pt x="7620" y="289560"/>
                  </a:lnTo>
                  <a:lnTo>
                    <a:pt x="7620" y="283210"/>
                  </a:lnTo>
                  <a:close/>
                </a:path>
                <a:path w="7620" h="294639">
                  <a:moveTo>
                    <a:pt x="7620" y="289560"/>
                  </a:moveTo>
                  <a:lnTo>
                    <a:pt x="0" y="289560"/>
                  </a:lnTo>
                  <a:lnTo>
                    <a:pt x="0" y="290830"/>
                  </a:lnTo>
                  <a:lnTo>
                    <a:pt x="1270" y="290830"/>
                  </a:lnTo>
                  <a:lnTo>
                    <a:pt x="1270" y="292100"/>
                  </a:lnTo>
                  <a:lnTo>
                    <a:pt x="3810" y="292100"/>
                  </a:lnTo>
                  <a:lnTo>
                    <a:pt x="3810" y="293370"/>
                  </a:lnTo>
                  <a:lnTo>
                    <a:pt x="6350" y="293370"/>
                  </a:lnTo>
                  <a:lnTo>
                    <a:pt x="6350" y="294640"/>
                  </a:lnTo>
                  <a:lnTo>
                    <a:pt x="7620" y="294640"/>
                  </a:lnTo>
                  <a:lnTo>
                    <a:pt x="7620" y="289560"/>
                  </a:lnTo>
                  <a:close/>
                </a:path>
              </a:pathLst>
            </a:custGeom>
            <a:solidFill>
              <a:srgbClr val="BEBE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" name="object 407"/>
            <p:cNvSpPr/>
            <p:nvPr/>
          </p:nvSpPr>
          <p:spPr>
            <a:xfrm>
              <a:off x="5690869" y="4055110"/>
              <a:ext cx="7620" cy="298450"/>
            </a:xfrm>
            <a:custGeom>
              <a:avLst/>
              <a:gdLst/>
              <a:ahLst/>
              <a:cxnLst/>
              <a:rect l="l" t="t" r="r" b="b"/>
              <a:pathLst>
                <a:path w="7620" h="298450">
                  <a:moveTo>
                    <a:pt x="7619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5079"/>
                  </a:lnTo>
                  <a:lnTo>
                    <a:pt x="7619" y="5079"/>
                  </a:lnTo>
                  <a:lnTo>
                    <a:pt x="7619" y="0"/>
                  </a:lnTo>
                  <a:close/>
                </a:path>
                <a:path w="7620" h="298450">
                  <a:moveTo>
                    <a:pt x="761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7619" y="11429"/>
                  </a:lnTo>
                  <a:lnTo>
                    <a:pt x="7619" y="5080"/>
                  </a:lnTo>
                  <a:close/>
                </a:path>
                <a:path w="7620" h="298450">
                  <a:moveTo>
                    <a:pt x="761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7619" y="17779"/>
                  </a:lnTo>
                  <a:lnTo>
                    <a:pt x="7619" y="11430"/>
                  </a:lnTo>
                  <a:close/>
                </a:path>
                <a:path w="7620" h="298450">
                  <a:moveTo>
                    <a:pt x="7619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7619" y="24129"/>
                  </a:lnTo>
                  <a:lnTo>
                    <a:pt x="7619" y="17780"/>
                  </a:lnTo>
                  <a:close/>
                </a:path>
                <a:path w="7620" h="298450">
                  <a:moveTo>
                    <a:pt x="7619" y="24130"/>
                  </a:moveTo>
                  <a:lnTo>
                    <a:pt x="0" y="24130"/>
                  </a:lnTo>
                  <a:lnTo>
                    <a:pt x="0" y="278129"/>
                  </a:lnTo>
                  <a:lnTo>
                    <a:pt x="7619" y="278129"/>
                  </a:lnTo>
                  <a:lnTo>
                    <a:pt x="7619" y="24130"/>
                  </a:lnTo>
                  <a:close/>
                </a:path>
                <a:path w="7620" h="298450">
                  <a:moveTo>
                    <a:pt x="7619" y="278130"/>
                  </a:moveTo>
                  <a:lnTo>
                    <a:pt x="0" y="278130"/>
                  </a:lnTo>
                  <a:lnTo>
                    <a:pt x="0" y="284479"/>
                  </a:lnTo>
                  <a:lnTo>
                    <a:pt x="7619" y="284479"/>
                  </a:lnTo>
                  <a:lnTo>
                    <a:pt x="7619" y="278130"/>
                  </a:lnTo>
                  <a:close/>
                </a:path>
                <a:path w="7620" h="298450">
                  <a:moveTo>
                    <a:pt x="7619" y="284480"/>
                  </a:moveTo>
                  <a:lnTo>
                    <a:pt x="0" y="284480"/>
                  </a:lnTo>
                  <a:lnTo>
                    <a:pt x="0" y="290829"/>
                  </a:lnTo>
                  <a:lnTo>
                    <a:pt x="7619" y="290829"/>
                  </a:lnTo>
                  <a:lnTo>
                    <a:pt x="7619" y="284480"/>
                  </a:lnTo>
                  <a:close/>
                </a:path>
                <a:path w="7620" h="298450">
                  <a:moveTo>
                    <a:pt x="7619" y="290830"/>
                  </a:moveTo>
                  <a:lnTo>
                    <a:pt x="0" y="290830"/>
                  </a:lnTo>
                  <a:lnTo>
                    <a:pt x="0" y="295909"/>
                  </a:lnTo>
                  <a:lnTo>
                    <a:pt x="1269" y="295909"/>
                  </a:lnTo>
                  <a:lnTo>
                    <a:pt x="1269" y="297179"/>
                  </a:lnTo>
                  <a:lnTo>
                    <a:pt x="7619" y="297179"/>
                  </a:lnTo>
                  <a:lnTo>
                    <a:pt x="7619" y="290830"/>
                  </a:lnTo>
                  <a:close/>
                </a:path>
                <a:path w="7620" h="298450">
                  <a:moveTo>
                    <a:pt x="7619" y="297180"/>
                  </a:moveTo>
                  <a:lnTo>
                    <a:pt x="5079" y="297180"/>
                  </a:lnTo>
                  <a:lnTo>
                    <a:pt x="5079" y="298450"/>
                  </a:lnTo>
                  <a:lnTo>
                    <a:pt x="7619" y="298450"/>
                  </a:lnTo>
                  <a:lnTo>
                    <a:pt x="7619" y="297180"/>
                  </a:lnTo>
                  <a:close/>
                </a:path>
              </a:pathLst>
            </a:custGeom>
            <a:solidFill>
              <a:srgbClr val="BDBD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8" name="object 408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698489" y="4053840"/>
              <a:ext cx="412750" cy="299719"/>
            </a:xfrm>
            <a:prstGeom prst="rect">
              <a:avLst/>
            </a:prstGeom>
          </p:spPr>
        </p:pic>
        <p:sp>
          <p:nvSpPr>
            <p:cNvPr id="409" name="object 409"/>
            <p:cNvSpPr/>
            <p:nvPr/>
          </p:nvSpPr>
          <p:spPr>
            <a:xfrm>
              <a:off x="6111239" y="4053840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127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7620" y="6349"/>
                  </a:lnTo>
                  <a:lnTo>
                    <a:pt x="7620" y="2539"/>
                  </a:lnTo>
                  <a:lnTo>
                    <a:pt x="3810" y="2539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7620" h="299720">
                  <a:moveTo>
                    <a:pt x="762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7620" y="12699"/>
                  </a:lnTo>
                  <a:lnTo>
                    <a:pt x="7620" y="6349"/>
                  </a:lnTo>
                  <a:close/>
                </a:path>
                <a:path w="7620" h="299720">
                  <a:moveTo>
                    <a:pt x="762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7620" y="19049"/>
                  </a:lnTo>
                  <a:lnTo>
                    <a:pt x="7620" y="12699"/>
                  </a:lnTo>
                  <a:close/>
                </a:path>
                <a:path w="7620" h="299720">
                  <a:moveTo>
                    <a:pt x="7620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7620" y="25399"/>
                  </a:lnTo>
                  <a:lnTo>
                    <a:pt x="7620" y="19049"/>
                  </a:lnTo>
                  <a:close/>
                </a:path>
                <a:path w="7620" h="299720">
                  <a:moveTo>
                    <a:pt x="7620" y="25399"/>
                  </a:moveTo>
                  <a:lnTo>
                    <a:pt x="0" y="25399"/>
                  </a:lnTo>
                  <a:lnTo>
                    <a:pt x="0" y="279399"/>
                  </a:lnTo>
                  <a:lnTo>
                    <a:pt x="7620" y="279399"/>
                  </a:lnTo>
                  <a:lnTo>
                    <a:pt x="7620" y="25399"/>
                  </a:lnTo>
                  <a:close/>
                </a:path>
                <a:path w="7620" h="299720">
                  <a:moveTo>
                    <a:pt x="7620" y="279399"/>
                  </a:moveTo>
                  <a:lnTo>
                    <a:pt x="0" y="279399"/>
                  </a:lnTo>
                  <a:lnTo>
                    <a:pt x="0" y="285749"/>
                  </a:lnTo>
                  <a:lnTo>
                    <a:pt x="7620" y="285749"/>
                  </a:lnTo>
                  <a:lnTo>
                    <a:pt x="7620" y="279399"/>
                  </a:lnTo>
                  <a:close/>
                </a:path>
                <a:path w="7620" h="299720">
                  <a:moveTo>
                    <a:pt x="7620" y="285749"/>
                  </a:moveTo>
                  <a:lnTo>
                    <a:pt x="0" y="285749"/>
                  </a:lnTo>
                  <a:lnTo>
                    <a:pt x="0" y="292099"/>
                  </a:lnTo>
                  <a:lnTo>
                    <a:pt x="7620" y="292099"/>
                  </a:lnTo>
                  <a:lnTo>
                    <a:pt x="7620" y="285749"/>
                  </a:lnTo>
                  <a:close/>
                </a:path>
                <a:path w="7620" h="299720">
                  <a:moveTo>
                    <a:pt x="7620" y="292099"/>
                  </a:moveTo>
                  <a:lnTo>
                    <a:pt x="0" y="292099"/>
                  </a:lnTo>
                  <a:lnTo>
                    <a:pt x="0" y="298449"/>
                  </a:lnTo>
                  <a:lnTo>
                    <a:pt x="7620" y="298449"/>
                  </a:lnTo>
                  <a:lnTo>
                    <a:pt x="7620" y="292099"/>
                  </a:lnTo>
                  <a:close/>
                </a:path>
                <a:path w="7620" h="299720">
                  <a:moveTo>
                    <a:pt x="3810" y="298449"/>
                  </a:moveTo>
                  <a:lnTo>
                    <a:pt x="0" y="298449"/>
                  </a:lnTo>
                  <a:lnTo>
                    <a:pt x="0" y="299719"/>
                  </a:lnTo>
                  <a:lnTo>
                    <a:pt x="3810" y="299719"/>
                  </a:lnTo>
                  <a:lnTo>
                    <a:pt x="3810" y="298449"/>
                  </a:lnTo>
                  <a:close/>
                </a:path>
              </a:pathLst>
            </a:custGeom>
            <a:solidFill>
              <a:srgbClr val="BBBB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" name="object 410"/>
            <p:cNvSpPr/>
            <p:nvPr/>
          </p:nvSpPr>
          <p:spPr>
            <a:xfrm>
              <a:off x="6118859" y="4056380"/>
              <a:ext cx="7620" cy="294640"/>
            </a:xfrm>
            <a:custGeom>
              <a:avLst/>
              <a:gdLst/>
              <a:ahLst/>
              <a:cxnLst/>
              <a:rect l="l" t="t" r="r" b="b"/>
              <a:pathLst>
                <a:path w="7620" h="294639">
                  <a:moveTo>
                    <a:pt x="253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6350" y="3810"/>
                  </a:lnTo>
                  <a:lnTo>
                    <a:pt x="6350" y="2540"/>
                  </a:lnTo>
                  <a:lnTo>
                    <a:pt x="5079" y="2540"/>
                  </a:lnTo>
                  <a:lnTo>
                    <a:pt x="5079" y="1270"/>
                  </a:lnTo>
                  <a:lnTo>
                    <a:pt x="2539" y="1270"/>
                  </a:lnTo>
                  <a:lnTo>
                    <a:pt x="2539" y="0"/>
                  </a:lnTo>
                  <a:close/>
                </a:path>
                <a:path w="7620" h="294639">
                  <a:moveTo>
                    <a:pt x="761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7619" y="10160"/>
                  </a:lnTo>
                  <a:lnTo>
                    <a:pt x="7619" y="3810"/>
                  </a:lnTo>
                  <a:close/>
                </a:path>
                <a:path w="7620" h="294639">
                  <a:moveTo>
                    <a:pt x="761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7619" y="16510"/>
                  </a:lnTo>
                  <a:lnTo>
                    <a:pt x="7619" y="10160"/>
                  </a:lnTo>
                  <a:close/>
                </a:path>
                <a:path w="7620" h="294639">
                  <a:moveTo>
                    <a:pt x="7619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7619" y="22860"/>
                  </a:lnTo>
                  <a:lnTo>
                    <a:pt x="7619" y="16510"/>
                  </a:lnTo>
                  <a:close/>
                </a:path>
                <a:path w="7620" h="294639">
                  <a:moveTo>
                    <a:pt x="7619" y="22860"/>
                  </a:moveTo>
                  <a:lnTo>
                    <a:pt x="0" y="22860"/>
                  </a:lnTo>
                  <a:lnTo>
                    <a:pt x="0" y="276860"/>
                  </a:lnTo>
                  <a:lnTo>
                    <a:pt x="7619" y="276860"/>
                  </a:lnTo>
                  <a:lnTo>
                    <a:pt x="7619" y="22860"/>
                  </a:lnTo>
                  <a:close/>
                </a:path>
                <a:path w="7620" h="294639">
                  <a:moveTo>
                    <a:pt x="7619" y="276860"/>
                  </a:moveTo>
                  <a:lnTo>
                    <a:pt x="0" y="276860"/>
                  </a:lnTo>
                  <a:lnTo>
                    <a:pt x="0" y="283210"/>
                  </a:lnTo>
                  <a:lnTo>
                    <a:pt x="7619" y="283210"/>
                  </a:lnTo>
                  <a:lnTo>
                    <a:pt x="7619" y="276860"/>
                  </a:lnTo>
                  <a:close/>
                </a:path>
                <a:path w="7620" h="294639">
                  <a:moveTo>
                    <a:pt x="7619" y="283210"/>
                  </a:moveTo>
                  <a:lnTo>
                    <a:pt x="0" y="283210"/>
                  </a:lnTo>
                  <a:lnTo>
                    <a:pt x="0" y="289560"/>
                  </a:lnTo>
                  <a:lnTo>
                    <a:pt x="7619" y="289560"/>
                  </a:lnTo>
                  <a:lnTo>
                    <a:pt x="7619" y="283210"/>
                  </a:lnTo>
                  <a:close/>
                </a:path>
                <a:path w="7620" h="294639">
                  <a:moveTo>
                    <a:pt x="7619" y="289560"/>
                  </a:moveTo>
                  <a:lnTo>
                    <a:pt x="0" y="289560"/>
                  </a:lnTo>
                  <a:lnTo>
                    <a:pt x="0" y="294640"/>
                  </a:lnTo>
                  <a:lnTo>
                    <a:pt x="2539" y="294640"/>
                  </a:lnTo>
                  <a:lnTo>
                    <a:pt x="2539" y="293370"/>
                  </a:lnTo>
                  <a:lnTo>
                    <a:pt x="5079" y="293370"/>
                  </a:lnTo>
                  <a:lnTo>
                    <a:pt x="5079" y="292100"/>
                  </a:lnTo>
                  <a:lnTo>
                    <a:pt x="7619" y="292100"/>
                  </a:lnTo>
                  <a:lnTo>
                    <a:pt x="7619" y="289560"/>
                  </a:lnTo>
                  <a:close/>
                </a:path>
              </a:pathLst>
            </a:custGeom>
            <a:solidFill>
              <a:srgbClr val="BCBC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" name="object 411"/>
            <p:cNvSpPr/>
            <p:nvPr/>
          </p:nvSpPr>
          <p:spPr>
            <a:xfrm>
              <a:off x="6126479" y="4061460"/>
              <a:ext cx="7620" cy="285750"/>
            </a:xfrm>
            <a:custGeom>
              <a:avLst/>
              <a:gdLst/>
              <a:ahLst/>
              <a:cxnLst/>
              <a:rect l="l" t="t" r="r" b="b"/>
              <a:pathLst>
                <a:path w="7620" h="285750">
                  <a:moveTo>
                    <a:pt x="253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6350" y="5079"/>
                  </a:lnTo>
                  <a:lnTo>
                    <a:pt x="6350" y="3809"/>
                  </a:lnTo>
                  <a:lnTo>
                    <a:pt x="5080" y="3809"/>
                  </a:lnTo>
                  <a:lnTo>
                    <a:pt x="5080" y="2539"/>
                  </a:lnTo>
                  <a:lnTo>
                    <a:pt x="3810" y="2539"/>
                  </a:lnTo>
                  <a:lnTo>
                    <a:pt x="3810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  <a:path w="7620" h="285750">
                  <a:moveTo>
                    <a:pt x="762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7620" y="11429"/>
                  </a:lnTo>
                  <a:lnTo>
                    <a:pt x="7620" y="5080"/>
                  </a:lnTo>
                  <a:close/>
                </a:path>
                <a:path w="7620" h="285750">
                  <a:moveTo>
                    <a:pt x="762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7620" y="17779"/>
                  </a:lnTo>
                  <a:lnTo>
                    <a:pt x="7620" y="11430"/>
                  </a:lnTo>
                  <a:close/>
                </a:path>
                <a:path w="7620" h="285750">
                  <a:moveTo>
                    <a:pt x="7620" y="17780"/>
                  </a:moveTo>
                  <a:lnTo>
                    <a:pt x="0" y="17780"/>
                  </a:lnTo>
                  <a:lnTo>
                    <a:pt x="0" y="271779"/>
                  </a:lnTo>
                  <a:lnTo>
                    <a:pt x="7620" y="271779"/>
                  </a:lnTo>
                  <a:lnTo>
                    <a:pt x="7620" y="17780"/>
                  </a:lnTo>
                  <a:close/>
                </a:path>
                <a:path w="7620" h="285750">
                  <a:moveTo>
                    <a:pt x="7620" y="271780"/>
                  </a:moveTo>
                  <a:lnTo>
                    <a:pt x="0" y="271780"/>
                  </a:lnTo>
                  <a:lnTo>
                    <a:pt x="0" y="278129"/>
                  </a:lnTo>
                  <a:lnTo>
                    <a:pt x="7620" y="278129"/>
                  </a:lnTo>
                  <a:lnTo>
                    <a:pt x="7620" y="271780"/>
                  </a:lnTo>
                  <a:close/>
                </a:path>
                <a:path w="7620" h="285750">
                  <a:moveTo>
                    <a:pt x="7620" y="278130"/>
                  </a:moveTo>
                  <a:lnTo>
                    <a:pt x="0" y="278130"/>
                  </a:lnTo>
                  <a:lnTo>
                    <a:pt x="0" y="284479"/>
                  </a:lnTo>
                  <a:lnTo>
                    <a:pt x="2539" y="284479"/>
                  </a:lnTo>
                  <a:lnTo>
                    <a:pt x="2539" y="283209"/>
                  </a:lnTo>
                  <a:lnTo>
                    <a:pt x="3810" y="283209"/>
                  </a:lnTo>
                  <a:lnTo>
                    <a:pt x="3810" y="281939"/>
                  </a:lnTo>
                  <a:lnTo>
                    <a:pt x="5080" y="281939"/>
                  </a:lnTo>
                  <a:lnTo>
                    <a:pt x="5080" y="280669"/>
                  </a:lnTo>
                  <a:lnTo>
                    <a:pt x="6350" y="280669"/>
                  </a:lnTo>
                  <a:lnTo>
                    <a:pt x="6350" y="279400"/>
                  </a:lnTo>
                  <a:lnTo>
                    <a:pt x="7620" y="279400"/>
                  </a:lnTo>
                  <a:lnTo>
                    <a:pt x="7620" y="278130"/>
                  </a:lnTo>
                  <a:close/>
                </a:path>
                <a:path w="7620" h="285750">
                  <a:moveTo>
                    <a:pt x="1270" y="284480"/>
                  </a:moveTo>
                  <a:lnTo>
                    <a:pt x="0" y="284480"/>
                  </a:lnTo>
                  <a:lnTo>
                    <a:pt x="0" y="285750"/>
                  </a:lnTo>
                  <a:lnTo>
                    <a:pt x="1270" y="285750"/>
                  </a:lnTo>
                  <a:lnTo>
                    <a:pt x="1270" y="284480"/>
                  </a:lnTo>
                  <a:close/>
                </a:path>
              </a:pathLst>
            </a:custGeom>
            <a:solidFill>
              <a:srgbClr val="BDBD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" name="object 412"/>
            <p:cNvSpPr/>
            <p:nvPr/>
          </p:nvSpPr>
          <p:spPr>
            <a:xfrm>
              <a:off x="6134099" y="4067810"/>
              <a:ext cx="7620" cy="271780"/>
            </a:xfrm>
            <a:custGeom>
              <a:avLst/>
              <a:gdLst/>
              <a:ahLst/>
              <a:cxnLst/>
              <a:rect l="l" t="t" r="r" b="b"/>
              <a:pathLst>
                <a:path w="7620" h="271779">
                  <a:moveTo>
                    <a:pt x="126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3809"/>
                  </a:lnTo>
                  <a:lnTo>
                    <a:pt x="2539" y="3809"/>
                  </a:lnTo>
                  <a:lnTo>
                    <a:pt x="253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7620" h="271779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6350" y="11429"/>
                  </a:lnTo>
                  <a:lnTo>
                    <a:pt x="6350" y="8889"/>
                  </a:lnTo>
                  <a:lnTo>
                    <a:pt x="5080" y="8889"/>
                  </a:lnTo>
                  <a:lnTo>
                    <a:pt x="5080" y="6350"/>
                  </a:lnTo>
                  <a:lnTo>
                    <a:pt x="3810" y="6350"/>
                  </a:lnTo>
                  <a:lnTo>
                    <a:pt x="3810" y="5080"/>
                  </a:lnTo>
                  <a:close/>
                </a:path>
                <a:path w="7620" h="271779">
                  <a:moveTo>
                    <a:pt x="6350" y="11430"/>
                  </a:moveTo>
                  <a:lnTo>
                    <a:pt x="0" y="11430"/>
                  </a:lnTo>
                  <a:lnTo>
                    <a:pt x="0" y="265429"/>
                  </a:lnTo>
                  <a:lnTo>
                    <a:pt x="5080" y="265429"/>
                  </a:lnTo>
                  <a:lnTo>
                    <a:pt x="5080" y="264159"/>
                  </a:lnTo>
                  <a:lnTo>
                    <a:pt x="6350" y="264159"/>
                  </a:lnTo>
                  <a:lnTo>
                    <a:pt x="6350" y="260350"/>
                  </a:lnTo>
                  <a:lnTo>
                    <a:pt x="7620" y="260350"/>
                  </a:lnTo>
                  <a:lnTo>
                    <a:pt x="7620" y="12700"/>
                  </a:lnTo>
                  <a:lnTo>
                    <a:pt x="6350" y="12700"/>
                  </a:lnTo>
                  <a:lnTo>
                    <a:pt x="6350" y="11430"/>
                  </a:lnTo>
                  <a:close/>
                </a:path>
                <a:path w="7620" h="271779">
                  <a:moveTo>
                    <a:pt x="5079" y="265430"/>
                  </a:moveTo>
                  <a:lnTo>
                    <a:pt x="0" y="265430"/>
                  </a:lnTo>
                  <a:lnTo>
                    <a:pt x="0" y="271779"/>
                  </a:lnTo>
                  <a:lnTo>
                    <a:pt x="1270" y="271779"/>
                  </a:lnTo>
                  <a:lnTo>
                    <a:pt x="1270" y="270509"/>
                  </a:lnTo>
                  <a:lnTo>
                    <a:pt x="2539" y="270509"/>
                  </a:lnTo>
                  <a:lnTo>
                    <a:pt x="2539" y="269239"/>
                  </a:lnTo>
                  <a:lnTo>
                    <a:pt x="3810" y="269239"/>
                  </a:lnTo>
                  <a:lnTo>
                    <a:pt x="3810" y="266700"/>
                  </a:lnTo>
                  <a:lnTo>
                    <a:pt x="5079" y="266700"/>
                  </a:lnTo>
                  <a:lnTo>
                    <a:pt x="5079" y="265430"/>
                  </a:lnTo>
                  <a:close/>
                </a:path>
              </a:pathLst>
            </a:custGeom>
            <a:solidFill>
              <a:srgbClr val="BDBD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" name="object 413"/>
            <p:cNvSpPr/>
            <p:nvPr/>
          </p:nvSpPr>
          <p:spPr>
            <a:xfrm>
              <a:off x="6141719" y="4080510"/>
              <a:ext cx="0" cy="247650"/>
            </a:xfrm>
            <a:custGeom>
              <a:avLst/>
              <a:gdLst/>
              <a:ahLst/>
              <a:cxnLst/>
              <a:rect l="l" t="t" r="r" b="b"/>
              <a:pathLst>
                <a:path h="247650">
                  <a:moveTo>
                    <a:pt x="0" y="0"/>
                  </a:moveTo>
                  <a:lnTo>
                    <a:pt x="0" y="2476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BF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" name="object 414"/>
            <p:cNvSpPr/>
            <p:nvPr/>
          </p:nvSpPr>
          <p:spPr>
            <a:xfrm>
              <a:off x="5669279" y="4053840"/>
              <a:ext cx="471170" cy="298450"/>
            </a:xfrm>
            <a:custGeom>
              <a:avLst/>
              <a:gdLst/>
              <a:ahLst/>
              <a:cxnLst/>
              <a:rect l="l" t="t" r="r" b="b"/>
              <a:pathLst>
                <a:path w="471170" h="298450">
                  <a:moveTo>
                    <a:pt x="33020" y="0"/>
                  </a:moveTo>
                  <a:lnTo>
                    <a:pt x="20359" y="2837"/>
                  </a:lnTo>
                  <a:lnTo>
                    <a:pt x="9842" y="10318"/>
                  </a:lnTo>
                  <a:lnTo>
                    <a:pt x="2659" y="20895"/>
                  </a:lnTo>
                  <a:lnTo>
                    <a:pt x="0" y="33020"/>
                  </a:lnTo>
                  <a:lnTo>
                    <a:pt x="0" y="36651"/>
                  </a:lnTo>
                  <a:lnTo>
                    <a:pt x="0" y="62071"/>
                  </a:lnTo>
                  <a:lnTo>
                    <a:pt x="0" y="131067"/>
                  </a:lnTo>
                  <a:lnTo>
                    <a:pt x="0" y="265430"/>
                  </a:lnTo>
                  <a:lnTo>
                    <a:pt x="2659" y="277554"/>
                  </a:lnTo>
                  <a:lnTo>
                    <a:pt x="9842" y="288131"/>
                  </a:lnTo>
                  <a:lnTo>
                    <a:pt x="20359" y="295612"/>
                  </a:lnTo>
                  <a:lnTo>
                    <a:pt x="33020" y="298450"/>
                  </a:lnTo>
                  <a:lnTo>
                    <a:pt x="39350" y="298450"/>
                  </a:lnTo>
                  <a:lnTo>
                    <a:pt x="83661" y="298450"/>
                  </a:lnTo>
                  <a:lnTo>
                    <a:pt x="203934" y="298450"/>
                  </a:lnTo>
                  <a:lnTo>
                    <a:pt x="438150" y="298450"/>
                  </a:lnTo>
                  <a:lnTo>
                    <a:pt x="450274" y="295612"/>
                  </a:lnTo>
                  <a:lnTo>
                    <a:pt x="460851" y="288131"/>
                  </a:lnTo>
                  <a:lnTo>
                    <a:pt x="468332" y="277554"/>
                  </a:lnTo>
                  <a:lnTo>
                    <a:pt x="471170" y="265430"/>
                  </a:lnTo>
                  <a:lnTo>
                    <a:pt x="471170" y="261798"/>
                  </a:lnTo>
                  <a:lnTo>
                    <a:pt x="471170" y="236378"/>
                  </a:lnTo>
                  <a:lnTo>
                    <a:pt x="471170" y="167382"/>
                  </a:lnTo>
                  <a:lnTo>
                    <a:pt x="471170" y="33020"/>
                  </a:lnTo>
                  <a:lnTo>
                    <a:pt x="468332" y="20895"/>
                  </a:lnTo>
                  <a:lnTo>
                    <a:pt x="460851" y="10318"/>
                  </a:lnTo>
                  <a:lnTo>
                    <a:pt x="450274" y="2837"/>
                  </a:lnTo>
                  <a:lnTo>
                    <a:pt x="438150" y="0"/>
                  </a:lnTo>
                  <a:lnTo>
                    <a:pt x="431819" y="0"/>
                  </a:lnTo>
                  <a:lnTo>
                    <a:pt x="387508" y="0"/>
                  </a:lnTo>
                  <a:lnTo>
                    <a:pt x="267235" y="0"/>
                  </a:lnTo>
                  <a:lnTo>
                    <a:pt x="33020" y="0"/>
                  </a:lnTo>
                  <a:close/>
                </a:path>
              </a:pathLst>
            </a:custGeom>
            <a:ln w="19048">
              <a:solidFill>
                <a:srgbClr val="93926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15" name="object 415"/>
          <p:cNvSpPr txBox="1"/>
          <p:nvPr/>
        </p:nvSpPr>
        <p:spPr>
          <a:xfrm>
            <a:off x="5767070" y="4085590"/>
            <a:ext cx="27749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spc="-25" dirty="0">
                <a:solidFill>
                  <a:srgbClr val="FFFFFF"/>
                </a:solidFill>
                <a:latin typeface="Arial"/>
                <a:cs typeface="Arial"/>
              </a:rPr>
              <a:t>HW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416" name="object 416"/>
          <p:cNvGrpSpPr/>
          <p:nvPr/>
        </p:nvGrpSpPr>
        <p:grpSpPr>
          <a:xfrm>
            <a:off x="5076825" y="4450715"/>
            <a:ext cx="490220" cy="317500"/>
            <a:chOff x="5076825" y="4450715"/>
            <a:chExt cx="490220" cy="317500"/>
          </a:xfrm>
        </p:grpSpPr>
        <p:sp>
          <p:nvSpPr>
            <p:cNvPr id="417" name="object 417"/>
            <p:cNvSpPr/>
            <p:nvPr/>
          </p:nvSpPr>
          <p:spPr>
            <a:xfrm>
              <a:off x="5086350" y="4467860"/>
              <a:ext cx="13970" cy="284480"/>
            </a:xfrm>
            <a:custGeom>
              <a:avLst/>
              <a:gdLst/>
              <a:ahLst/>
              <a:cxnLst/>
              <a:rect l="l" t="t" r="r" b="b"/>
              <a:pathLst>
                <a:path w="13970" h="284479">
                  <a:moveTo>
                    <a:pt x="13970" y="278142"/>
                  </a:moveTo>
                  <a:lnTo>
                    <a:pt x="7620" y="278142"/>
                  </a:lnTo>
                  <a:lnTo>
                    <a:pt x="7620" y="279400"/>
                  </a:lnTo>
                  <a:lnTo>
                    <a:pt x="8890" y="279400"/>
                  </a:lnTo>
                  <a:lnTo>
                    <a:pt x="8890" y="280670"/>
                  </a:lnTo>
                  <a:lnTo>
                    <a:pt x="10160" y="280670"/>
                  </a:lnTo>
                  <a:lnTo>
                    <a:pt x="10160" y="281940"/>
                  </a:lnTo>
                  <a:lnTo>
                    <a:pt x="11430" y="281940"/>
                  </a:lnTo>
                  <a:lnTo>
                    <a:pt x="11430" y="283210"/>
                  </a:lnTo>
                  <a:lnTo>
                    <a:pt x="12700" y="283210"/>
                  </a:lnTo>
                  <a:lnTo>
                    <a:pt x="12700" y="284480"/>
                  </a:lnTo>
                  <a:lnTo>
                    <a:pt x="13970" y="284480"/>
                  </a:lnTo>
                  <a:lnTo>
                    <a:pt x="13970" y="278142"/>
                  </a:lnTo>
                  <a:close/>
                </a:path>
                <a:path w="13970" h="284479">
                  <a:moveTo>
                    <a:pt x="13970" y="271792"/>
                  </a:moveTo>
                  <a:lnTo>
                    <a:pt x="6350" y="271792"/>
                  </a:lnTo>
                  <a:lnTo>
                    <a:pt x="3810" y="271792"/>
                  </a:lnTo>
                  <a:lnTo>
                    <a:pt x="3810" y="274320"/>
                  </a:lnTo>
                  <a:lnTo>
                    <a:pt x="5080" y="274320"/>
                  </a:lnTo>
                  <a:lnTo>
                    <a:pt x="5080" y="275590"/>
                  </a:lnTo>
                  <a:lnTo>
                    <a:pt x="6350" y="275590"/>
                  </a:lnTo>
                  <a:lnTo>
                    <a:pt x="6350" y="276860"/>
                  </a:lnTo>
                  <a:lnTo>
                    <a:pt x="7620" y="276860"/>
                  </a:lnTo>
                  <a:lnTo>
                    <a:pt x="7620" y="278130"/>
                  </a:lnTo>
                  <a:lnTo>
                    <a:pt x="13970" y="278130"/>
                  </a:lnTo>
                  <a:lnTo>
                    <a:pt x="13970" y="271792"/>
                  </a:lnTo>
                  <a:close/>
                </a:path>
                <a:path w="13970" h="284479">
                  <a:moveTo>
                    <a:pt x="13970" y="17792"/>
                  </a:moveTo>
                  <a:lnTo>
                    <a:pt x="6350" y="17792"/>
                  </a:lnTo>
                  <a:lnTo>
                    <a:pt x="0" y="17792"/>
                  </a:lnTo>
                  <a:lnTo>
                    <a:pt x="0" y="266700"/>
                  </a:lnTo>
                  <a:lnTo>
                    <a:pt x="1270" y="266700"/>
                  </a:lnTo>
                  <a:lnTo>
                    <a:pt x="1270" y="269240"/>
                  </a:lnTo>
                  <a:lnTo>
                    <a:pt x="2540" y="269240"/>
                  </a:lnTo>
                  <a:lnTo>
                    <a:pt x="2540" y="271780"/>
                  </a:lnTo>
                  <a:lnTo>
                    <a:pt x="6350" y="271780"/>
                  </a:lnTo>
                  <a:lnTo>
                    <a:pt x="13970" y="271780"/>
                  </a:lnTo>
                  <a:lnTo>
                    <a:pt x="13970" y="17792"/>
                  </a:lnTo>
                  <a:close/>
                </a:path>
                <a:path w="13970" h="284479">
                  <a:moveTo>
                    <a:pt x="13970" y="11442"/>
                  </a:moveTo>
                  <a:lnTo>
                    <a:pt x="6350" y="11442"/>
                  </a:lnTo>
                  <a:lnTo>
                    <a:pt x="2540" y="11442"/>
                  </a:lnTo>
                  <a:lnTo>
                    <a:pt x="2540" y="15240"/>
                  </a:lnTo>
                  <a:lnTo>
                    <a:pt x="1270" y="15240"/>
                  </a:lnTo>
                  <a:lnTo>
                    <a:pt x="1270" y="17780"/>
                  </a:lnTo>
                  <a:lnTo>
                    <a:pt x="6350" y="17780"/>
                  </a:lnTo>
                  <a:lnTo>
                    <a:pt x="13970" y="17780"/>
                  </a:lnTo>
                  <a:lnTo>
                    <a:pt x="13970" y="11442"/>
                  </a:lnTo>
                  <a:close/>
                </a:path>
                <a:path w="13970" h="284479">
                  <a:moveTo>
                    <a:pt x="13970" y="5092"/>
                  </a:moveTo>
                  <a:lnTo>
                    <a:pt x="7620" y="5092"/>
                  </a:lnTo>
                  <a:lnTo>
                    <a:pt x="7620" y="6350"/>
                  </a:lnTo>
                  <a:lnTo>
                    <a:pt x="6350" y="6350"/>
                  </a:lnTo>
                  <a:lnTo>
                    <a:pt x="6350" y="8890"/>
                  </a:lnTo>
                  <a:lnTo>
                    <a:pt x="5080" y="8890"/>
                  </a:lnTo>
                  <a:lnTo>
                    <a:pt x="5080" y="10160"/>
                  </a:lnTo>
                  <a:lnTo>
                    <a:pt x="3810" y="10160"/>
                  </a:lnTo>
                  <a:lnTo>
                    <a:pt x="3810" y="11430"/>
                  </a:lnTo>
                  <a:lnTo>
                    <a:pt x="6350" y="11430"/>
                  </a:lnTo>
                  <a:lnTo>
                    <a:pt x="13970" y="11430"/>
                  </a:lnTo>
                  <a:lnTo>
                    <a:pt x="13970" y="5092"/>
                  </a:lnTo>
                  <a:close/>
                </a:path>
                <a:path w="13970" h="284479">
                  <a:moveTo>
                    <a:pt x="13970" y="0"/>
                  </a:moveTo>
                  <a:lnTo>
                    <a:pt x="12700" y="0"/>
                  </a:lnTo>
                  <a:lnTo>
                    <a:pt x="12700" y="1270"/>
                  </a:lnTo>
                  <a:lnTo>
                    <a:pt x="11430" y="1270"/>
                  </a:lnTo>
                  <a:lnTo>
                    <a:pt x="11430" y="2540"/>
                  </a:lnTo>
                  <a:lnTo>
                    <a:pt x="10160" y="2540"/>
                  </a:lnTo>
                  <a:lnTo>
                    <a:pt x="10160" y="3810"/>
                  </a:lnTo>
                  <a:lnTo>
                    <a:pt x="8890" y="3810"/>
                  </a:lnTo>
                  <a:lnTo>
                    <a:pt x="8890" y="5080"/>
                  </a:lnTo>
                  <a:lnTo>
                    <a:pt x="13970" y="5080"/>
                  </a:lnTo>
                  <a:lnTo>
                    <a:pt x="13970" y="0"/>
                  </a:lnTo>
                  <a:close/>
                </a:path>
              </a:pathLst>
            </a:custGeom>
            <a:solidFill>
              <a:srgbClr val="BFBF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" name="object 418"/>
            <p:cNvSpPr/>
            <p:nvPr/>
          </p:nvSpPr>
          <p:spPr>
            <a:xfrm>
              <a:off x="5100320" y="4462780"/>
              <a:ext cx="7620" cy="294640"/>
            </a:xfrm>
            <a:custGeom>
              <a:avLst/>
              <a:gdLst/>
              <a:ahLst/>
              <a:cxnLst/>
              <a:rect l="l" t="t" r="r" b="b"/>
              <a:pathLst>
                <a:path w="7620" h="294639">
                  <a:moveTo>
                    <a:pt x="7619" y="0"/>
                  </a:moveTo>
                  <a:lnTo>
                    <a:pt x="6350" y="0"/>
                  </a:lnTo>
                  <a:lnTo>
                    <a:pt x="6350" y="1270"/>
                  </a:lnTo>
                  <a:lnTo>
                    <a:pt x="5079" y="1270"/>
                  </a:lnTo>
                  <a:lnTo>
                    <a:pt x="5079" y="2540"/>
                  </a:lnTo>
                  <a:lnTo>
                    <a:pt x="3809" y="2540"/>
                  </a:lnTo>
                  <a:lnTo>
                    <a:pt x="3809" y="3810"/>
                  </a:lnTo>
                  <a:lnTo>
                    <a:pt x="7619" y="3810"/>
                  </a:lnTo>
                  <a:lnTo>
                    <a:pt x="7619" y="0"/>
                  </a:lnTo>
                  <a:close/>
                </a:path>
                <a:path w="7620" h="294639">
                  <a:moveTo>
                    <a:pt x="7619" y="3810"/>
                  </a:moveTo>
                  <a:lnTo>
                    <a:pt x="1269" y="3810"/>
                  </a:lnTo>
                  <a:lnTo>
                    <a:pt x="1269" y="5080"/>
                  </a:lnTo>
                  <a:lnTo>
                    <a:pt x="0" y="5080"/>
                  </a:lnTo>
                  <a:lnTo>
                    <a:pt x="0" y="10160"/>
                  </a:lnTo>
                  <a:lnTo>
                    <a:pt x="7619" y="10160"/>
                  </a:lnTo>
                  <a:lnTo>
                    <a:pt x="7619" y="3810"/>
                  </a:lnTo>
                  <a:close/>
                </a:path>
                <a:path w="7620" h="294639">
                  <a:moveTo>
                    <a:pt x="761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7619" y="16510"/>
                  </a:lnTo>
                  <a:lnTo>
                    <a:pt x="7619" y="10160"/>
                  </a:lnTo>
                  <a:close/>
                </a:path>
                <a:path w="7620" h="294639">
                  <a:moveTo>
                    <a:pt x="7619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7619" y="22860"/>
                  </a:lnTo>
                  <a:lnTo>
                    <a:pt x="7619" y="16510"/>
                  </a:lnTo>
                  <a:close/>
                </a:path>
                <a:path w="7620" h="294639">
                  <a:moveTo>
                    <a:pt x="7619" y="22860"/>
                  </a:moveTo>
                  <a:lnTo>
                    <a:pt x="0" y="22860"/>
                  </a:lnTo>
                  <a:lnTo>
                    <a:pt x="0" y="276860"/>
                  </a:lnTo>
                  <a:lnTo>
                    <a:pt x="7619" y="276860"/>
                  </a:lnTo>
                  <a:lnTo>
                    <a:pt x="7619" y="22860"/>
                  </a:lnTo>
                  <a:close/>
                </a:path>
                <a:path w="7620" h="294639">
                  <a:moveTo>
                    <a:pt x="7619" y="276860"/>
                  </a:moveTo>
                  <a:lnTo>
                    <a:pt x="0" y="276860"/>
                  </a:lnTo>
                  <a:lnTo>
                    <a:pt x="0" y="283210"/>
                  </a:lnTo>
                  <a:lnTo>
                    <a:pt x="7619" y="283210"/>
                  </a:lnTo>
                  <a:lnTo>
                    <a:pt x="7619" y="276860"/>
                  </a:lnTo>
                  <a:close/>
                </a:path>
                <a:path w="7620" h="294639">
                  <a:moveTo>
                    <a:pt x="7619" y="283210"/>
                  </a:moveTo>
                  <a:lnTo>
                    <a:pt x="0" y="283210"/>
                  </a:lnTo>
                  <a:lnTo>
                    <a:pt x="0" y="289560"/>
                  </a:lnTo>
                  <a:lnTo>
                    <a:pt x="7619" y="289560"/>
                  </a:lnTo>
                  <a:lnTo>
                    <a:pt x="7619" y="283210"/>
                  </a:lnTo>
                  <a:close/>
                </a:path>
                <a:path w="7620" h="294639">
                  <a:moveTo>
                    <a:pt x="7619" y="289560"/>
                  </a:moveTo>
                  <a:lnTo>
                    <a:pt x="0" y="289560"/>
                  </a:lnTo>
                  <a:lnTo>
                    <a:pt x="0" y="290830"/>
                  </a:lnTo>
                  <a:lnTo>
                    <a:pt x="1269" y="290830"/>
                  </a:lnTo>
                  <a:lnTo>
                    <a:pt x="1269" y="292100"/>
                  </a:lnTo>
                  <a:lnTo>
                    <a:pt x="3809" y="292100"/>
                  </a:lnTo>
                  <a:lnTo>
                    <a:pt x="3809" y="293370"/>
                  </a:lnTo>
                  <a:lnTo>
                    <a:pt x="6350" y="293370"/>
                  </a:lnTo>
                  <a:lnTo>
                    <a:pt x="6350" y="294640"/>
                  </a:lnTo>
                  <a:lnTo>
                    <a:pt x="7619" y="294640"/>
                  </a:lnTo>
                  <a:lnTo>
                    <a:pt x="7619" y="289560"/>
                  </a:lnTo>
                  <a:close/>
                </a:path>
              </a:pathLst>
            </a:custGeom>
            <a:solidFill>
              <a:srgbClr val="BEBE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" name="object 419"/>
            <p:cNvSpPr/>
            <p:nvPr/>
          </p:nvSpPr>
          <p:spPr>
            <a:xfrm>
              <a:off x="5107940" y="4460240"/>
              <a:ext cx="8890" cy="299720"/>
            </a:xfrm>
            <a:custGeom>
              <a:avLst/>
              <a:gdLst/>
              <a:ahLst/>
              <a:cxnLst/>
              <a:rect l="l" t="t" r="r" b="b"/>
              <a:pathLst>
                <a:path w="8889" h="299720">
                  <a:moveTo>
                    <a:pt x="8889" y="0"/>
                  </a:moveTo>
                  <a:lnTo>
                    <a:pt x="7620" y="0"/>
                  </a:lnTo>
                  <a:lnTo>
                    <a:pt x="7620" y="1269"/>
                  </a:lnTo>
                  <a:lnTo>
                    <a:pt x="1270" y="1269"/>
                  </a:lnTo>
                  <a:lnTo>
                    <a:pt x="1270" y="2539"/>
                  </a:lnTo>
                  <a:lnTo>
                    <a:pt x="0" y="2539"/>
                  </a:lnTo>
                  <a:lnTo>
                    <a:pt x="0" y="6349"/>
                  </a:lnTo>
                  <a:lnTo>
                    <a:pt x="8889" y="6349"/>
                  </a:lnTo>
                  <a:lnTo>
                    <a:pt x="8889" y="0"/>
                  </a:lnTo>
                  <a:close/>
                </a:path>
                <a:path w="8889" h="299720">
                  <a:moveTo>
                    <a:pt x="888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8889" y="12699"/>
                  </a:lnTo>
                  <a:lnTo>
                    <a:pt x="8889" y="6349"/>
                  </a:lnTo>
                  <a:close/>
                </a:path>
                <a:path w="8889" h="299720">
                  <a:moveTo>
                    <a:pt x="888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8889" y="19049"/>
                  </a:lnTo>
                  <a:lnTo>
                    <a:pt x="8889" y="12699"/>
                  </a:lnTo>
                  <a:close/>
                </a:path>
                <a:path w="8889" h="299720">
                  <a:moveTo>
                    <a:pt x="8889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8889" y="25399"/>
                  </a:lnTo>
                  <a:lnTo>
                    <a:pt x="8889" y="19049"/>
                  </a:lnTo>
                  <a:close/>
                </a:path>
                <a:path w="8889" h="299720">
                  <a:moveTo>
                    <a:pt x="8889" y="25399"/>
                  </a:moveTo>
                  <a:lnTo>
                    <a:pt x="0" y="25399"/>
                  </a:lnTo>
                  <a:lnTo>
                    <a:pt x="0" y="279399"/>
                  </a:lnTo>
                  <a:lnTo>
                    <a:pt x="8889" y="279399"/>
                  </a:lnTo>
                  <a:lnTo>
                    <a:pt x="8889" y="25399"/>
                  </a:lnTo>
                  <a:close/>
                </a:path>
                <a:path w="8889" h="299720">
                  <a:moveTo>
                    <a:pt x="8889" y="279399"/>
                  </a:moveTo>
                  <a:lnTo>
                    <a:pt x="0" y="279399"/>
                  </a:lnTo>
                  <a:lnTo>
                    <a:pt x="0" y="285749"/>
                  </a:lnTo>
                  <a:lnTo>
                    <a:pt x="8889" y="285749"/>
                  </a:lnTo>
                  <a:lnTo>
                    <a:pt x="8889" y="279399"/>
                  </a:lnTo>
                  <a:close/>
                </a:path>
                <a:path w="8889" h="299720">
                  <a:moveTo>
                    <a:pt x="8889" y="285749"/>
                  </a:moveTo>
                  <a:lnTo>
                    <a:pt x="0" y="285749"/>
                  </a:lnTo>
                  <a:lnTo>
                    <a:pt x="0" y="292099"/>
                  </a:lnTo>
                  <a:lnTo>
                    <a:pt x="8889" y="292099"/>
                  </a:lnTo>
                  <a:lnTo>
                    <a:pt x="8889" y="285749"/>
                  </a:lnTo>
                  <a:close/>
                </a:path>
                <a:path w="8889" h="299720">
                  <a:moveTo>
                    <a:pt x="8889" y="292099"/>
                  </a:moveTo>
                  <a:lnTo>
                    <a:pt x="0" y="292099"/>
                  </a:lnTo>
                  <a:lnTo>
                    <a:pt x="0" y="297179"/>
                  </a:lnTo>
                  <a:lnTo>
                    <a:pt x="1270" y="297179"/>
                  </a:lnTo>
                  <a:lnTo>
                    <a:pt x="1270" y="298449"/>
                  </a:lnTo>
                  <a:lnTo>
                    <a:pt x="8889" y="298449"/>
                  </a:lnTo>
                  <a:lnTo>
                    <a:pt x="8889" y="292099"/>
                  </a:lnTo>
                  <a:close/>
                </a:path>
                <a:path w="8889" h="299720">
                  <a:moveTo>
                    <a:pt x="8889" y="298449"/>
                  </a:moveTo>
                  <a:lnTo>
                    <a:pt x="5080" y="298449"/>
                  </a:lnTo>
                  <a:lnTo>
                    <a:pt x="5080" y="299719"/>
                  </a:lnTo>
                  <a:lnTo>
                    <a:pt x="8889" y="299719"/>
                  </a:lnTo>
                  <a:lnTo>
                    <a:pt x="8889" y="298449"/>
                  </a:lnTo>
                  <a:close/>
                </a:path>
              </a:pathLst>
            </a:custGeom>
            <a:solidFill>
              <a:srgbClr val="BDBD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0" name="object 42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116830" y="4460240"/>
              <a:ext cx="410210" cy="299719"/>
            </a:xfrm>
            <a:prstGeom prst="rect">
              <a:avLst/>
            </a:prstGeom>
          </p:spPr>
        </p:pic>
        <p:sp>
          <p:nvSpPr>
            <p:cNvPr id="421" name="object 421"/>
            <p:cNvSpPr/>
            <p:nvPr/>
          </p:nvSpPr>
          <p:spPr>
            <a:xfrm>
              <a:off x="5527040" y="4460240"/>
              <a:ext cx="8890" cy="299720"/>
            </a:xfrm>
            <a:custGeom>
              <a:avLst/>
              <a:gdLst/>
              <a:ahLst/>
              <a:cxnLst/>
              <a:rect l="l" t="t" r="r" b="b"/>
              <a:pathLst>
                <a:path w="8889" h="299720">
                  <a:moveTo>
                    <a:pt x="254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8889" y="6349"/>
                  </a:lnTo>
                  <a:lnTo>
                    <a:pt x="8889" y="2539"/>
                  </a:lnTo>
                  <a:lnTo>
                    <a:pt x="5080" y="2539"/>
                  </a:lnTo>
                  <a:lnTo>
                    <a:pt x="508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8889" h="299720">
                  <a:moveTo>
                    <a:pt x="888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8889" y="12699"/>
                  </a:lnTo>
                  <a:lnTo>
                    <a:pt x="8889" y="6349"/>
                  </a:lnTo>
                  <a:close/>
                </a:path>
                <a:path w="8889" h="299720">
                  <a:moveTo>
                    <a:pt x="888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8889" y="19049"/>
                  </a:lnTo>
                  <a:lnTo>
                    <a:pt x="8889" y="12699"/>
                  </a:lnTo>
                  <a:close/>
                </a:path>
                <a:path w="8889" h="299720">
                  <a:moveTo>
                    <a:pt x="8889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8889" y="25399"/>
                  </a:lnTo>
                  <a:lnTo>
                    <a:pt x="8889" y="19049"/>
                  </a:lnTo>
                  <a:close/>
                </a:path>
                <a:path w="8889" h="299720">
                  <a:moveTo>
                    <a:pt x="8889" y="25399"/>
                  </a:moveTo>
                  <a:lnTo>
                    <a:pt x="0" y="25399"/>
                  </a:lnTo>
                  <a:lnTo>
                    <a:pt x="0" y="279399"/>
                  </a:lnTo>
                  <a:lnTo>
                    <a:pt x="8889" y="279399"/>
                  </a:lnTo>
                  <a:lnTo>
                    <a:pt x="8889" y="25399"/>
                  </a:lnTo>
                  <a:close/>
                </a:path>
                <a:path w="8889" h="299720">
                  <a:moveTo>
                    <a:pt x="8889" y="279399"/>
                  </a:moveTo>
                  <a:lnTo>
                    <a:pt x="0" y="279399"/>
                  </a:lnTo>
                  <a:lnTo>
                    <a:pt x="0" y="285749"/>
                  </a:lnTo>
                  <a:lnTo>
                    <a:pt x="8889" y="285749"/>
                  </a:lnTo>
                  <a:lnTo>
                    <a:pt x="8889" y="279399"/>
                  </a:lnTo>
                  <a:close/>
                </a:path>
                <a:path w="8889" h="299720">
                  <a:moveTo>
                    <a:pt x="8889" y="285749"/>
                  </a:moveTo>
                  <a:lnTo>
                    <a:pt x="0" y="285749"/>
                  </a:lnTo>
                  <a:lnTo>
                    <a:pt x="0" y="292099"/>
                  </a:lnTo>
                  <a:lnTo>
                    <a:pt x="8889" y="292099"/>
                  </a:lnTo>
                  <a:lnTo>
                    <a:pt x="8889" y="285749"/>
                  </a:lnTo>
                  <a:close/>
                </a:path>
                <a:path w="8889" h="299720">
                  <a:moveTo>
                    <a:pt x="8889" y="292099"/>
                  </a:moveTo>
                  <a:lnTo>
                    <a:pt x="0" y="292099"/>
                  </a:lnTo>
                  <a:lnTo>
                    <a:pt x="0" y="298449"/>
                  </a:lnTo>
                  <a:lnTo>
                    <a:pt x="7620" y="298449"/>
                  </a:lnTo>
                  <a:lnTo>
                    <a:pt x="7620" y="297179"/>
                  </a:lnTo>
                  <a:lnTo>
                    <a:pt x="8889" y="297179"/>
                  </a:lnTo>
                  <a:lnTo>
                    <a:pt x="8889" y="292099"/>
                  </a:lnTo>
                  <a:close/>
                </a:path>
                <a:path w="8889" h="299720">
                  <a:moveTo>
                    <a:pt x="5080" y="298449"/>
                  </a:moveTo>
                  <a:lnTo>
                    <a:pt x="0" y="298449"/>
                  </a:lnTo>
                  <a:lnTo>
                    <a:pt x="0" y="299719"/>
                  </a:lnTo>
                  <a:lnTo>
                    <a:pt x="5080" y="299719"/>
                  </a:lnTo>
                  <a:lnTo>
                    <a:pt x="5080" y="298449"/>
                  </a:lnTo>
                  <a:close/>
                </a:path>
              </a:pathLst>
            </a:custGeom>
            <a:solidFill>
              <a:srgbClr val="BBBB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" name="object 422"/>
            <p:cNvSpPr/>
            <p:nvPr/>
          </p:nvSpPr>
          <p:spPr>
            <a:xfrm>
              <a:off x="5535930" y="4462780"/>
              <a:ext cx="7620" cy="294640"/>
            </a:xfrm>
            <a:custGeom>
              <a:avLst/>
              <a:gdLst/>
              <a:ahLst/>
              <a:cxnLst/>
              <a:rect l="l" t="t" r="r" b="b"/>
              <a:pathLst>
                <a:path w="7620" h="294639">
                  <a:moveTo>
                    <a:pt x="254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5079" y="3810"/>
                  </a:lnTo>
                  <a:lnTo>
                    <a:pt x="5079" y="2540"/>
                  </a:lnTo>
                  <a:lnTo>
                    <a:pt x="3810" y="254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  <a:path w="7620" h="294639">
                  <a:moveTo>
                    <a:pt x="762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7620" y="10160"/>
                  </a:lnTo>
                  <a:lnTo>
                    <a:pt x="7620" y="3810"/>
                  </a:lnTo>
                  <a:close/>
                </a:path>
                <a:path w="7620" h="294639">
                  <a:moveTo>
                    <a:pt x="762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7620" y="16510"/>
                  </a:lnTo>
                  <a:lnTo>
                    <a:pt x="7620" y="10160"/>
                  </a:lnTo>
                  <a:close/>
                </a:path>
                <a:path w="7620" h="294639">
                  <a:moveTo>
                    <a:pt x="7620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7620" y="22860"/>
                  </a:lnTo>
                  <a:lnTo>
                    <a:pt x="7620" y="16510"/>
                  </a:lnTo>
                  <a:close/>
                </a:path>
                <a:path w="7620" h="294639">
                  <a:moveTo>
                    <a:pt x="7620" y="22860"/>
                  </a:moveTo>
                  <a:lnTo>
                    <a:pt x="0" y="22860"/>
                  </a:lnTo>
                  <a:lnTo>
                    <a:pt x="0" y="276860"/>
                  </a:lnTo>
                  <a:lnTo>
                    <a:pt x="7620" y="276860"/>
                  </a:lnTo>
                  <a:lnTo>
                    <a:pt x="7620" y="22860"/>
                  </a:lnTo>
                  <a:close/>
                </a:path>
                <a:path w="7620" h="294639">
                  <a:moveTo>
                    <a:pt x="7620" y="276860"/>
                  </a:moveTo>
                  <a:lnTo>
                    <a:pt x="0" y="276860"/>
                  </a:lnTo>
                  <a:lnTo>
                    <a:pt x="0" y="283210"/>
                  </a:lnTo>
                  <a:lnTo>
                    <a:pt x="7620" y="283210"/>
                  </a:lnTo>
                  <a:lnTo>
                    <a:pt x="7620" y="276860"/>
                  </a:lnTo>
                  <a:close/>
                </a:path>
                <a:path w="7620" h="294639">
                  <a:moveTo>
                    <a:pt x="7620" y="283210"/>
                  </a:moveTo>
                  <a:lnTo>
                    <a:pt x="0" y="283210"/>
                  </a:lnTo>
                  <a:lnTo>
                    <a:pt x="0" y="289560"/>
                  </a:lnTo>
                  <a:lnTo>
                    <a:pt x="7620" y="289560"/>
                  </a:lnTo>
                  <a:lnTo>
                    <a:pt x="7620" y="283210"/>
                  </a:lnTo>
                  <a:close/>
                </a:path>
                <a:path w="7620" h="294639">
                  <a:moveTo>
                    <a:pt x="7620" y="289560"/>
                  </a:moveTo>
                  <a:lnTo>
                    <a:pt x="0" y="289560"/>
                  </a:lnTo>
                  <a:lnTo>
                    <a:pt x="0" y="294640"/>
                  </a:lnTo>
                  <a:lnTo>
                    <a:pt x="2540" y="294640"/>
                  </a:lnTo>
                  <a:lnTo>
                    <a:pt x="2540" y="293370"/>
                  </a:lnTo>
                  <a:lnTo>
                    <a:pt x="5079" y="293370"/>
                  </a:lnTo>
                  <a:lnTo>
                    <a:pt x="5079" y="292100"/>
                  </a:lnTo>
                  <a:lnTo>
                    <a:pt x="7620" y="292100"/>
                  </a:lnTo>
                  <a:lnTo>
                    <a:pt x="7620" y="289560"/>
                  </a:lnTo>
                  <a:close/>
                </a:path>
              </a:pathLst>
            </a:custGeom>
            <a:solidFill>
              <a:srgbClr val="BCBC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" name="object 423"/>
            <p:cNvSpPr/>
            <p:nvPr/>
          </p:nvSpPr>
          <p:spPr>
            <a:xfrm>
              <a:off x="5543550" y="4467860"/>
              <a:ext cx="7620" cy="285750"/>
            </a:xfrm>
            <a:custGeom>
              <a:avLst/>
              <a:gdLst/>
              <a:ahLst/>
              <a:cxnLst/>
              <a:rect l="l" t="t" r="r" b="b"/>
              <a:pathLst>
                <a:path w="7620" h="285750">
                  <a:moveTo>
                    <a:pt x="253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6350" y="5079"/>
                  </a:lnTo>
                  <a:lnTo>
                    <a:pt x="6350" y="3809"/>
                  </a:lnTo>
                  <a:lnTo>
                    <a:pt x="5080" y="3809"/>
                  </a:lnTo>
                  <a:lnTo>
                    <a:pt x="5080" y="2539"/>
                  </a:lnTo>
                  <a:lnTo>
                    <a:pt x="3809" y="2539"/>
                  </a:lnTo>
                  <a:lnTo>
                    <a:pt x="3809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  <a:path w="7620" h="285750">
                  <a:moveTo>
                    <a:pt x="762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7620" y="11429"/>
                  </a:lnTo>
                  <a:lnTo>
                    <a:pt x="7620" y="5080"/>
                  </a:lnTo>
                  <a:close/>
                </a:path>
                <a:path w="7620" h="285750">
                  <a:moveTo>
                    <a:pt x="762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7620" y="17779"/>
                  </a:lnTo>
                  <a:lnTo>
                    <a:pt x="7620" y="11430"/>
                  </a:lnTo>
                  <a:close/>
                </a:path>
                <a:path w="7620" h="285750">
                  <a:moveTo>
                    <a:pt x="7620" y="17780"/>
                  </a:moveTo>
                  <a:lnTo>
                    <a:pt x="0" y="17780"/>
                  </a:lnTo>
                  <a:lnTo>
                    <a:pt x="0" y="271779"/>
                  </a:lnTo>
                  <a:lnTo>
                    <a:pt x="7620" y="271779"/>
                  </a:lnTo>
                  <a:lnTo>
                    <a:pt x="7620" y="17780"/>
                  </a:lnTo>
                  <a:close/>
                </a:path>
                <a:path w="7620" h="285750">
                  <a:moveTo>
                    <a:pt x="7620" y="271780"/>
                  </a:moveTo>
                  <a:lnTo>
                    <a:pt x="0" y="271780"/>
                  </a:lnTo>
                  <a:lnTo>
                    <a:pt x="0" y="278129"/>
                  </a:lnTo>
                  <a:lnTo>
                    <a:pt x="7620" y="278129"/>
                  </a:lnTo>
                  <a:lnTo>
                    <a:pt x="7620" y="271780"/>
                  </a:lnTo>
                  <a:close/>
                </a:path>
                <a:path w="7620" h="285750">
                  <a:moveTo>
                    <a:pt x="7620" y="278130"/>
                  </a:moveTo>
                  <a:lnTo>
                    <a:pt x="0" y="278130"/>
                  </a:lnTo>
                  <a:lnTo>
                    <a:pt x="0" y="284479"/>
                  </a:lnTo>
                  <a:lnTo>
                    <a:pt x="2539" y="284479"/>
                  </a:lnTo>
                  <a:lnTo>
                    <a:pt x="2539" y="283209"/>
                  </a:lnTo>
                  <a:lnTo>
                    <a:pt x="3809" y="283209"/>
                  </a:lnTo>
                  <a:lnTo>
                    <a:pt x="3809" y="281939"/>
                  </a:lnTo>
                  <a:lnTo>
                    <a:pt x="5080" y="281939"/>
                  </a:lnTo>
                  <a:lnTo>
                    <a:pt x="5080" y="280669"/>
                  </a:lnTo>
                  <a:lnTo>
                    <a:pt x="6350" y="280669"/>
                  </a:lnTo>
                  <a:lnTo>
                    <a:pt x="6350" y="279400"/>
                  </a:lnTo>
                  <a:lnTo>
                    <a:pt x="7620" y="279400"/>
                  </a:lnTo>
                  <a:lnTo>
                    <a:pt x="7620" y="278130"/>
                  </a:lnTo>
                  <a:close/>
                </a:path>
                <a:path w="7620" h="285750">
                  <a:moveTo>
                    <a:pt x="1270" y="284480"/>
                  </a:moveTo>
                  <a:lnTo>
                    <a:pt x="0" y="284480"/>
                  </a:lnTo>
                  <a:lnTo>
                    <a:pt x="0" y="285750"/>
                  </a:lnTo>
                  <a:lnTo>
                    <a:pt x="1270" y="285750"/>
                  </a:lnTo>
                  <a:lnTo>
                    <a:pt x="1270" y="284480"/>
                  </a:lnTo>
                  <a:close/>
                </a:path>
              </a:pathLst>
            </a:custGeom>
            <a:solidFill>
              <a:srgbClr val="BDBD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" name="object 424"/>
            <p:cNvSpPr/>
            <p:nvPr/>
          </p:nvSpPr>
          <p:spPr>
            <a:xfrm>
              <a:off x="5551169" y="4475480"/>
              <a:ext cx="7620" cy="270510"/>
            </a:xfrm>
            <a:custGeom>
              <a:avLst/>
              <a:gdLst/>
              <a:ahLst/>
              <a:cxnLst/>
              <a:rect l="l" t="t" r="r" b="b"/>
              <a:pathLst>
                <a:path w="7620" h="270510">
                  <a:moveTo>
                    <a:pt x="126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2540"/>
                  </a:lnTo>
                  <a:lnTo>
                    <a:pt x="2539" y="2540"/>
                  </a:lnTo>
                  <a:lnTo>
                    <a:pt x="2539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7620" h="270510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6350" y="10160"/>
                  </a:lnTo>
                  <a:lnTo>
                    <a:pt x="6350" y="7620"/>
                  </a:lnTo>
                  <a:lnTo>
                    <a:pt x="5079" y="7620"/>
                  </a:lnTo>
                  <a:lnTo>
                    <a:pt x="5079" y="5080"/>
                  </a:lnTo>
                  <a:lnTo>
                    <a:pt x="3809" y="5080"/>
                  </a:lnTo>
                  <a:lnTo>
                    <a:pt x="3809" y="3810"/>
                  </a:lnTo>
                  <a:close/>
                </a:path>
                <a:path w="7620" h="270510">
                  <a:moveTo>
                    <a:pt x="6350" y="10160"/>
                  </a:moveTo>
                  <a:lnTo>
                    <a:pt x="0" y="10160"/>
                  </a:lnTo>
                  <a:lnTo>
                    <a:pt x="0" y="264160"/>
                  </a:lnTo>
                  <a:lnTo>
                    <a:pt x="5079" y="264160"/>
                  </a:lnTo>
                  <a:lnTo>
                    <a:pt x="5079" y="262890"/>
                  </a:lnTo>
                  <a:lnTo>
                    <a:pt x="6349" y="262890"/>
                  </a:lnTo>
                  <a:lnTo>
                    <a:pt x="6350" y="259080"/>
                  </a:lnTo>
                  <a:lnTo>
                    <a:pt x="7619" y="259080"/>
                  </a:lnTo>
                  <a:lnTo>
                    <a:pt x="7619" y="11430"/>
                  </a:lnTo>
                  <a:lnTo>
                    <a:pt x="6350" y="11430"/>
                  </a:lnTo>
                  <a:lnTo>
                    <a:pt x="6350" y="10160"/>
                  </a:lnTo>
                  <a:close/>
                </a:path>
                <a:path w="7620" h="270510">
                  <a:moveTo>
                    <a:pt x="5079" y="264160"/>
                  </a:moveTo>
                  <a:lnTo>
                    <a:pt x="0" y="264160"/>
                  </a:lnTo>
                  <a:lnTo>
                    <a:pt x="0" y="270510"/>
                  </a:lnTo>
                  <a:lnTo>
                    <a:pt x="1270" y="270510"/>
                  </a:lnTo>
                  <a:lnTo>
                    <a:pt x="1269" y="267970"/>
                  </a:lnTo>
                  <a:lnTo>
                    <a:pt x="2539" y="267970"/>
                  </a:lnTo>
                  <a:lnTo>
                    <a:pt x="2539" y="266700"/>
                  </a:lnTo>
                  <a:lnTo>
                    <a:pt x="3810" y="266700"/>
                  </a:lnTo>
                  <a:lnTo>
                    <a:pt x="3810" y="265430"/>
                  </a:lnTo>
                  <a:lnTo>
                    <a:pt x="5079" y="265430"/>
                  </a:lnTo>
                  <a:lnTo>
                    <a:pt x="5079" y="264160"/>
                  </a:lnTo>
                  <a:close/>
                </a:path>
              </a:pathLst>
            </a:custGeom>
            <a:solidFill>
              <a:srgbClr val="BDBD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" name="object 425"/>
            <p:cNvSpPr/>
            <p:nvPr/>
          </p:nvSpPr>
          <p:spPr>
            <a:xfrm>
              <a:off x="5558790" y="4486910"/>
              <a:ext cx="0" cy="247650"/>
            </a:xfrm>
            <a:custGeom>
              <a:avLst/>
              <a:gdLst/>
              <a:ahLst/>
              <a:cxnLst/>
              <a:rect l="l" t="t" r="r" b="b"/>
              <a:pathLst>
                <a:path h="247650">
                  <a:moveTo>
                    <a:pt x="0" y="0"/>
                  </a:moveTo>
                  <a:lnTo>
                    <a:pt x="0" y="2476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BF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" name="object 426"/>
            <p:cNvSpPr/>
            <p:nvPr/>
          </p:nvSpPr>
          <p:spPr>
            <a:xfrm>
              <a:off x="5086350" y="4460240"/>
              <a:ext cx="471170" cy="298450"/>
            </a:xfrm>
            <a:custGeom>
              <a:avLst/>
              <a:gdLst/>
              <a:ahLst/>
              <a:cxnLst/>
              <a:rect l="l" t="t" r="r" b="b"/>
              <a:pathLst>
                <a:path w="471170" h="298450">
                  <a:moveTo>
                    <a:pt x="33020" y="0"/>
                  </a:moveTo>
                  <a:lnTo>
                    <a:pt x="20895" y="2837"/>
                  </a:lnTo>
                  <a:lnTo>
                    <a:pt x="10318" y="10318"/>
                  </a:lnTo>
                  <a:lnTo>
                    <a:pt x="2837" y="20895"/>
                  </a:lnTo>
                  <a:lnTo>
                    <a:pt x="0" y="33020"/>
                  </a:lnTo>
                  <a:lnTo>
                    <a:pt x="0" y="36651"/>
                  </a:lnTo>
                  <a:lnTo>
                    <a:pt x="0" y="62071"/>
                  </a:lnTo>
                  <a:lnTo>
                    <a:pt x="0" y="131067"/>
                  </a:lnTo>
                  <a:lnTo>
                    <a:pt x="0" y="265430"/>
                  </a:lnTo>
                  <a:lnTo>
                    <a:pt x="2837" y="277554"/>
                  </a:lnTo>
                  <a:lnTo>
                    <a:pt x="10318" y="288131"/>
                  </a:lnTo>
                  <a:lnTo>
                    <a:pt x="20895" y="295612"/>
                  </a:lnTo>
                  <a:lnTo>
                    <a:pt x="33020" y="298450"/>
                  </a:lnTo>
                  <a:lnTo>
                    <a:pt x="39350" y="298450"/>
                  </a:lnTo>
                  <a:lnTo>
                    <a:pt x="83661" y="298450"/>
                  </a:lnTo>
                  <a:lnTo>
                    <a:pt x="203934" y="298450"/>
                  </a:lnTo>
                  <a:lnTo>
                    <a:pt x="438150" y="298450"/>
                  </a:lnTo>
                  <a:lnTo>
                    <a:pt x="450274" y="295612"/>
                  </a:lnTo>
                  <a:lnTo>
                    <a:pt x="460851" y="288131"/>
                  </a:lnTo>
                  <a:lnTo>
                    <a:pt x="468332" y="277554"/>
                  </a:lnTo>
                  <a:lnTo>
                    <a:pt x="471170" y="265430"/>
                  </a:lnTo>
                  <a:lnTo>
                    <a:pt x="471170" y="261798"/>
                  </a:lnTo>
                  <a:lnTo>
                    <a:pt x="471170" y="236378"/>
                  </a:lnTo>
                  <a:lnTo>
                    <a:pt x="471170" y="167382"/>
                  </a:lnTo>
                  <a:lnTo>
                    <a:pt x="471170" y="33020"/>
                  </a:lnTo>
                  <a:lnTo>
                    <a:pt x="468332" y="20895"/>
                  </a:lnTo>
                  <a:lnTo>
                    <a:pt x="460851" y="10318"/>
                  </a:lnTo>
                  <a:lnTo>
                    <a:pt x="450274" y="2837"/>
                  </a:lnTo>
                  <a:lnTo>
                    <a:pt x="438150" y="0"/>
                  </a:lnTo>
                  <a:lnTo>
                    <a:pt x="431819" y="0"/>
                  </a:lnTo>
                  <a:lnTo>
                    <a:pt x="387508" y="0"/>
                  </a:lnTo>
                  <a:lnTo>
                    <a:pt x="267235" y="0"/>
                  </a:lnTo>
                  <a:lnTo>
                    <a:pt x="33020" y="0"/>
                  </a:lnTo>
                  <a:close/>
                </a:path>
              </a:pathLst>
            </a:custGeom>
            <a:ln w="19048">
              <a:solidFill>
                <a:srgbClr val="93926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27" name="object 427"/>
          <p:cNvSpPr txBox="1"/>
          <p:nvPr/>
        </p:nvSpPr>
        <p:spPr>
          <a:xfrm>
            <a:off x="5184140" y="4491990"/>
            <a:ext cx="27749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spc="-25" dirty="0">
                <a:solidFill>
                  <a:srgbClr val="FFFFFF"/>
                </a:solidFill>
                <a:latin typeface="Arial"/>
                <a:cs typeface="Arial"/>
              </a:rPr>
              <a:t>HW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428" name="object 428"/>
          <p:cNvGrpSpPr/>
          <p:nvPr/>
        </p:nvGrpSpPr>
        <p:grpSpPr>
          <a:xfrm>
            <a:off x="5659754" y="4450715"/>
            <a:ext cx="490220" cy="317500"/>
            <a:chOff x="5659754" y="4450715"/>
            <a:chExt cx="490220" cy="317500"/>
          </a:xfrm>
        </p:grpSpPr>
        <p:sp>
          <p:nvSpPr>
            <p:cNvPr id="429" name="object 429"/>
            <p:cNvSpPr/>
            <p:nvPr/>
          </p:nvSpPr>
          <p:spPr>
            <a:xfrm>
              <a:off x="5669280" y="4467860"/>
              <a:ext cx="13970" cy="284480"/>
            </a:xfrm>
            <a:custGeom>
              <a:avLst/>
              <a:gdLst/>
              <a:ahLst/>
              <a:cxnLst/>
              <a:rect l="l" t="t" r="r" b="b"/>
              <a:pathLst>
                <a:path w="13970" h="284479">
                  <a:moveTo>
                    <a:pt x="13970" y="278142"/>
                  </a:moveTo>
                  <a:lnTo>
                    <a:pt x="7620" y="278142"/>
                  </a:lnTo>
                  <a:lnTo>
                    <a:pt x="7620" y="279400"/>
                  </a:lnTo>
                  <a:lnTo>
                    <a:pt x="8890" y="279400"/>
                  </a:lnTo>
                  <a:lnTo>
                    <a:pt x="8890" y="280670"/>
                  </a:lnTo>
                  <a:lnTo>
                    <a:pt x="10160" y="280670"/>
                  </a:lnTo>
                  <a:lnTo>
                    <a:pt x="10160" y="281940"/>
                  </a:lnTo>
                  <a:lnTo>
                    <a:pt x="11430" y="281940"/>
                  </a:lnTo>
                  <a:lnTo>
                    <a:pt x="11430" y="283210"/>
                  </a:lnTo>
                  <a:lnTo>
                    <a:pt x="12700" y="283210"/>
                  </a:lnTo>
                  <a:lnTo>
                    <a:pt x="12700" y="284480"/>
                  </a:lnTo>
                  <a:lnTo>
                    <a:pt x="13970" y="284480"/>
                  </a:lnTo>
                  <a:lnTo>
                    <a:pt x="13970" y="278142"/>
                  </a:lnTo>
                  <a:close/>
                </a:path>
                <a:path w="13970" h="284479">
                  <a:moveTo>
                    <a:pt x="13970" y="271792"/>
                  </a:moveTo>
                  <a:lnTo>
                    <a:pt x="6350" y="271792"/>
                  </a:lnTo>
                  <a:lnTo>
                    <a:pt x="3810" y="271792"/>
                  </a:lnTo>
                  <a:lnTo>
                    <a:pt x="3810" y="274320"/>
                  </a:lnTo>
                  <a:lnTo>
                    <a:pt x="5080" y="274320"/>
                  </a:lnTo>
                  <a:lnTo>
                    <a:pt x="5080" y="275590"/>
                  </a:lnTo>
                  <a:lnTo>
                    <a:pt x="6350" y="275590"/>
                  </a:lnTo>
                  <a:lnTo>
                    <a:pt x="6350" y="276860"/>
                  </a:lnTo>
                  <a:lnTo>
                    <a:pt x="7620" y="276860"/>
                  </a:lnTo>
                  <a:lnTo>
                    <a:pt x="7620" y="278130"/>
                  </a:lnTo>
                  <a:lnTo>
                    <a:pt x="13970" y="278130"/>
                  </a:lnTo>
                  <a:lnTo>
                    <a:pt x="13970" y="271792"/>
                  </a:lnTo>
                  <a:close/>
                </a:path>
                <a:path w="13970" h="284479">
                  <a:moveTo>
                    <a:pt x="13970" y="17792"/>
                  </a:moveTo>
                  <a:lnTo>
                    <a:pt x="6350" y="17792"/>
                  </a:lnTo>
                  <a:lnTo>
                    <a:pt x="0" y="17792"/>
                  </a:lnTo>
                  <a:lnTo>
                    <a:pt x="0" y="266700"/>
                  </a:lnTo>
                  <a:lnTo>
                    <a:pt x="1270" y="266700"/>
                  </a:lnTo>
                  <a:lnTo>
                    <a:pt x="1270" y="269240"/>
                  </a:lnTo>
                  <a:lnTo>
                    <a:pt x="2540" y="269240"/>
                  </a:lnTo>
                  <a:lnTo>
                    <a:pt x="2540" y="271780"/>
                  </a:lnTo>
                  <a:lnTo>
                    <a:pt x="6350" y="271780"/>
                  </a:lnTo>
                  <a:lnTo>
                    <a:pt x="13970" y="271780"/>
                  </a:lnTo>
                  <a:lnTo>
                    <a:pt x="13970" y="17792"/>
                  </a:lnTo>
                  <a:close/>
                </a:path>
                <a:path w="13970" h="284479">
                  <a:moveTo>
                    <a:pt x="13970" y="11442"/>
                  </a:moveTo>
                  <a:lnTo>
                    <a:pt x="6350" y="11442"/>
                  </a:lnTo>
                  <a:lnTo>
                    <a:pt x="2540" y="11442"/>
                  </a:lnTo>
                  <a:lnTo>
                    <a:pt x="2540" y="15240"/>
                  </a:lnTo>
                  <a:lnTo>
                    <a:pt x="1270" y="15240"/>
                  </a:lnTo>
                  <a:lnTo>
                    <a:pt x="1270" y="17780"/>
                  </a:lnTo>
                  <a:lnTo>
                    <a:pt x="6350" y="17780"/>
                  </a:lnTo>
                  <a:lnTo>
                    <a:pt x="13970" y="17780"/>
                  </a:lnTo>
                  <a:lnTo>
                    <a:pt x="13970" y="11442"/>
                  </a:lnTo>
                  <a:close/>
                </a:path>
                <a:path w="13970" h="284479">
                  <a:moveTo>
                    <a:pt x="13970" y="5092"/>
                  </a:moveTo>
                  <a:lnTo>
                    <a:pt x="7620" y="5092"/>
                  </a:lnTo>
                  <a:lnTo>
                    <a:pt x="7620" y="6350"/>
                  </a:lnTo>
                  <a:lnTo>
                    <a:pt x="6350" y="6350"/>
                  </a:lnTo>
                  <a:lnTo>
                    <a:pt x="6350" y="8890"/>
                  </a:lnTo>
                  <a:lnTo>
                    <a:pt x="5080" y="8890"/>
                  </a:lnTo>
                  <a:lnTo>
                    <a:pt x="5080" y="10160"/>
                  </a:lnTo>
                  <a:lnTo>
                    <a:pt x="3810" y="10160"/>
                  </a:lnTo>
                  <a:lnTo>
                    <a:pt x="3810" y="11430"/>
                  </a:lnTo>
                  <a:lnTo>
                    <a:pt x="6350" y="11430"/>
                  </a:lnTo>
                  <a:lnTo>
                    <a:pt x="13970" y="11430"/>
                  </a:lnTo>
                  <a:lnTo>
                    <a:pt x="13970" y="5092"/>
                  </a:lnTo>
                  <a:close/>
                </a:path>
                <a:path w="13970" h="284479">
                  <a:moveTo>
                    <a:pt x="13970" y="0"/>
                  </a:moveTo>
                  <a:lnTo>
                    <a:pt x="12700" y="0"/>
                  </a:lnTo>
                  <a:lnTo>
                    <a:pt x="12700" y="1270"/>
                  </a:lnTo>
                  <a:lnTo>
                    <a:pt x="11430" y="1270"/>
                  </a:lnTo>
                  <a:lnTo>
                    <a:pt x="11430" y="2540"/>
                  </a:lnTo>
                  <a:lnTo>
                    <a:pt x="10160" y="2540"/>
                  </a:lnTo>
                  <a:lnTo>
                    <a:pt x="10160" y="3810"/>
                  </a:lnTo>
                  <a:lnTo>
                    <a:pt x="8890" y="3810"/>
                  </a:lnTo>
                  <a:lnTo>
                    <a:pt x="8890" y="5080"/>
                  </a:lnTo>
                  <a:lnTo>
                    <a:pt x="13970" y="5080"/>
                  </a:lnTo>
                  <a:lnTo>
                    <a:pt x="13970" y="0"/>
                  </a:lnTo>
                  <a:close/>
                </a:path>
              </a:pathLst>
            </a:custGeom>
            <a:solidFill>
              <a:srgbClr val="BFBF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" name="object 430"/>
            <p:cNvSpPr/>
            <p:nvPr/>
          </p:nvSpPr>
          <p:spPr>
            <a:xfrm>
              <a:off x="5683249" y="4462780"/>
              <a:ext cx="7620" cy="294640"/>
            </a:xfrm>
            <a:custGeom>
              <a:avLst/>
              <a:gdLst/>
              <a:ahLst/>
              <a:cxnLst/>
              <a:rect l="l" t="t" r="r" b="b"/>
              <a:pathLst>
                <a:path w="7620" h="294639">
                  <a:moveTo>
                    <a:pt x="7620" y="0"/>
                  </a:moveTo>
                  <a:lnTo>
                    <a:pt x="6350" y="0"/>
                  </a:lnTo>
                  <a:lnTo>
                    <a:pt x="6350" y="1270"/>
                  </a:lnTo>
                  <a:lnTo>
                    <a:pt x="5079" y="1270"/>
                  </a:lnTo>
                  <a:lnTo>
                    <a:pt x="5079" y="2540"/>
                  </a:lnTo>
                  <a:lnTo>
                    <a:pt x="3810" y="2540"/>
                  </a:lnTo>
                  <a:lnTo>
                    <a:pt x="3810" y="3810"/>
                  </a:lnTo>
                  <a:lnTo>
                    <a:pt x="7620" y="3810"/>
                  </a:lnTo>
                  <a:lnTo>
                    <a:pt x="7620" y="0"/>
                  </a:lnTo>
                  <a:close/>
                </a:path>
                <a:path w="7620" h="294639">
                  <a:moveTo>
                    <a:pt x="7620" y="3810"/>
                  </a:moveTo>
                  <a:lnTo>
                    <a:pt x="1270" y="3810"/>
                  </a:lnTo>
                  <a:lnTo>
                    <a:pt x="1270" y="5080"/>
                  </a:lnTo>
                  <a:lnTo>
                    <a:pt x="0" y="5080"/>
                  </a:lnTo>
                  <a:lnTo>
                    <a:pt x="0" y="10160"/>
                  </a:lnTo>
                  <a:lnTo>
                    <a:pt x="7620" y="10160"/>
                  </a:lnTo>
                  <a:lnTo>
                    <a:pt x="7620" y="3810"/>
                  </a:lnTo>
                  <a:close/>
                </a:path>
                <a:path w="7620" h="294639">
                  <a:moveTo>
                    <a:pt x="762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7620" y="16510"/>
                  </a:lnTo>
                  <a:lnTo>
                    <a:pt x="7620" y="10160"/>
                  </a:lnTo>
                  <a:close/>
                </a:path>
                <a:path w="7620" h="294639">
                  <a:moveTo>
                    <a:pt x="7620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7620" y="22860"/>
                  </a:lnTo>
                  <a:lnTo>
                    <a:pt x="7620" y="16510"/>
                  </a:lnTo>
                  <a:close/>
                </a:path>
                <a:path w="7620" h="294639">
                  <a:moveTo>
                    <a:pt x="7620" y="22860"/>
                  </a:moveTo>
                  <a:lnTo>
                    <a:pt x="0" y="22860"/>
                  </a:lnTo>
                  <a:lnTo>
                    <a:pt x="0" y="276860"/>
                  </a:lnTo>
                  <a:lnTo>
                    <a:pt x="7620" y="276860"/>
                  </a:lnTo>
                  <a:lnTo>
                    <a:pt x="7620" y="22860"/>
                  </a:lnTo>
                  <a:close/>
                </a:path>
                <a:path w="7620" h="294639">
                  <a:moveTo>
                    <a:pt x="7620" y="276860"/>
                  </a:moveTo>
                  <a:lnTo>
                    <a:pt x="0" y="276860"/>
                  </a:lnTo>
                  <a:lnTo>
                    <a:pt x="0" y="283210"/>
                  </a:lnTo>
                  <a:lnTo>
                    <a:pt x="7620" y="283210"/>
                  </a:lnTo>
                  <a:lnTo>
                    <a:pt x="7620" y="276860"/>
                  </a:lnTo>
                  <a:close/>
                </a:path>
                <a:path w="7620" h="294639">
                  <a:moveTo>
                    <a:pt x="7620" y="283210"/>
                  </a:moveTo>
                  <a:lnTo>
                    <a:pt x="0" y="283210"/>
                  </a:lnTo>
                  <a:lnTo>
                    <a:pt x="0" y="289560"/>
                  </a:lnTo>
                  <a:lnTo>
                    <a:pt x="7620" y="289560"/>
                  </a:lnTo>
                  <a:lnTo>
                    <a:pt x="7620" y="283210"/>
                  </a:lnTo>
                  <a:close/>
                </a:path>
                <a:path w="7620" h="294639">
                  <a:moveTo>
                    <a:pt x="7620" y="289560"/>
                  </a:moveTo>
                  <a:lnTo>
                    <a:pt x="0" y="289560"/>
                  </a:lnTo>
                  <a:lnTo>
                    <a:pt x="0" y="290830"/>
                  </a:lnTo>
                  <a:lnTo>
                    <a:pt x="1270" y="290830"/>
                  </a:lnTo>
                  <a:lnTo>
                    <a:pt x="1270" y="292100"/>
                  </a:lnTo>
                  <a:lnTo>
                    <a:pt x="3810" y="292100"/>
                  </a:lnTo>
                  <a:lnTo>
                    <a:pt x="3810" y="293370"/>
                  </a:lnTo>
                  <a:lnTo>
                    <a:pt x="6350" y="293370"/>
                  </a:lnTo>
                  <a:lnTo>
                    <a:pt x="6350" y="294640"/>
                  </a:lnTo>
                  <a:lnTo>
                    <a:pt x="7620" y="294640"/>
                  </a:lnTo>
                  <a:lnTo>
                    <a:pt x="7620" y="289560"/>
                  </a:lnTo>
                  <a:close/>
                </a:path>
              </a:pathLst>
            </a:custGeom>
            <a:solidFill>
              <a:srgbClr val="BEBE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" name="object 431"/>
            <p:cNvSpPr/>
            <p:nvPr/>
          </p:nvSpPr>
          <p:spPr>
            <a:xfrm>
              <a:off x="5690869" y="4461510"/>
              <a:ext cx="7620" cy="298450"/>
            </a:xfrm>
            <a:custGeom>
              <a:avLst/>
              <a:gdLst/>
              <a:ahLst/>
              <a:cxnLst/>
              <a:rect l="l" t="t" r="r" b="b"/>
              <a:pathLst>
                <a:path w="7620" h="298450">
                  <a:moveTo>
                    <a:pt x="7619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5079"/>
                  </a:lnTo>
                  <a:lnTo>
                    <a:pt x="7619" y="5079"/>
                  </a:lnTo>
                  <a:lnTo>
                    <a:pt x="7619" y="0"/>
                  </a:lnTo>
                  <a:close/>
                </a:path>
                <a:path w="7620" h="298450">
                  <a:moveTo>
                    <a:pt x="761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7619" y="11429"/>
                  </a:lnTo>
                  <a:lnTo>
                    <a:pt x="7619" y="5080"/>
                  </a:lnTo>
                  <a:close/>
                </a:path>
                <a:path w="7620" h="298450">
                  <a:moveTo>
                    <a:pt x="761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7619" y="17779"/>
                  </a:lnTo>
                  <a:lnTo>
                    <a:pt x="7619" y="11430"/>
                  </a:lnTo>
                  <a:close/>
                </a:path>
                <a:path w="7620" h="298450">
                  <a:moveTo>
                    <a:pt x="7619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7619" y="24129"/>
                  </a:lnTo>
                  <a:lnTo>
                    <a:pt x="7619" y="17780"/>
                  </a:lnTo>
                  <a:close/>
                </a:path>
                <a:path w="7620" h="298450">
                  <a:moveTo>
                    <a:pt x="7619" y="24130"/>
                  </a:moveTo>
                  <a:lnTo>
                    <a:pt x="0" y="24130"/>
                  </a:lnTo>
                  <a:lnTo>
                    <a:pt x="0" y="278129"/>
                  </a:lnTo>
                  <a:lnTo>
                    <a:pt x="7619" y="278129"/>
                  </a:lnTo>
                  <a:lnTo>
                    <a:pt x="7619" y="24130"/>
                  </a:lnTo>
                  <a:close/>
                </a:path>
                <a:path w="7620" h="298450">
                  <a:moveTo>
                    <a:pt x="7619" y="278130"/>
                  </a:moveTo>
                  <a:lnTo>
                    <a:pt x="0" y="278130"/>
                  </a:lnTo>
                  <a:lnTo>
                    <a:pt x="0" y="284479"/>
                  </a:lnTo>
                  <a:lnTo>
                    <a:pt x="7619" y="284479"/>
                  </a:lnTo>
                  <a:lnTo>
                    <a:pt x="7619" y="278130"/>
                  </a:lnTo>
                  <a:close/>
                </a:path>
                <a:path w="7620" h="298450">
                  <a:moveTo>
                    <a:pt x="7619" y="284480"/>
                  </a:moveTo>
                  <a:lnTo>
                    <a:pt x="0" y="284480"/>
                  </a:lnTo>
                  <a:lnTo>
                    <a:pt x="0" y="290829"/>
                  </a:lnTo>
                  <a:lnTo>
                    <a:pt x="7619" y="290829"/>
                  </a:lnTo>
                  <a:lnTo>
                    <a:pt x="7619" y="284480"/>
                  </a:lnTo>
                  <a:close/>
                </a:path>
                <a:path w="7620" h="298450">
                  <a:moveTo>
                    <a:pt x="7619" y="290830"/>
                  </a:moveTo>
                  <a:lnTo>
                    <a:pt x="0" y="290830"/>
                  </a:lnTo>
                  <a:lnTo>
                    <a:pt x="0" y="295909"/>
                  </a:lnTo>
                  <a:lnTo>
                    <a:pt x="1269" y="295909"/>
                  </a:lnTo>
                  <a:lnTo>
                    <a:pt x="1269" y="297179"/>
                  </a:lnTo>
                  <a:lnTo>
                    <a:pt x="7619" y="297179"/>
                  </a:lnTo>
                  <a:lnTo>
                    <a:pt x="7619" y="290830"/>
                  </a:lnTo>
                  <a:close/>
                </a:path>
                <a:path w="7620" h="298450">
                  <a:moveTo>
                    <a:pt x="7619" y="297180"/>
                  </a:moveTo>
                  <a:lnTo>
                    <a:pt x="5079" y="297180"/>
                  </a:lnTo>
                  <a:lnTo>
                    <a:pt x="5079" y="298450"/>
                  </a:lnTo>
                  <a:lnTo>
                    <a:pt x="7619" y="298450"/>
                  </a:lnTo>
                  <a:lnTo>
                    <a:pt x="7619" y="297180"/>
                  </a:lnTo>
                  <a:close/>
                </a:path>
              </a:pathLst>
            </a:custGeom>
            <a:solidFill>
              <a:srgbClr val="BDBD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2" name="object 43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698489" y="4460240"/>
              <a:ext cx="412750" cy="299719"/>
            </a:xfrm>
            <a:prstGeom prst="rect">
              <a:avLst/>
            </a:prstGeom>
          </p:spPr>
        </p:pic>
        <p:sp>
          <p:nvSpPr>
            <p:cNvPr id="433" name="object 433"/>
            <p:cNvSpPr/>
            <p:nvPr/>
          </p:nvSpPr>
          <p:spPr>
            <a:xfrm>
              <a:off x="6111239" y="4460240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127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7620" y="6349"/>
                  </a:lnTo>
                  <a:lnTo>
                    <a:pt x="7620" y="2539"/>
                  </a:lnTo>
                  <a:lnTo>
                    <a:pt x="3810" y="2539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7620" h="299720">
                  <a:moveTo>
                    <a:pt x="762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7620" y="12699"/>
                  </a:lnTo>
                  <a:lnTo>
                    <a:pt x="7620" y="6349"/>
                  </a:lnTo>
                  <a:close/>
                </a:path>
                <a:path w="7620" h="299720">
                  <a:moveTo>
                    <a:pt x="762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7620" y="19049"/>
                  </a:lnTo>
                  <a:lnTo>
                    <a:pt x="7620" y="12699"/>
                  </a:lnTo>
                  <a:close/>
                </a:path>
                <a:path w="7620" h="299720">
                  <a:moveTo>
                    <a:pt x="7620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7620" y="25399"/>
                  </a:lnTo>
                  <a:lnTo>
                    <a:pt x="7620" y="19049"/>
                  </a:lnTo>
                  <a:close/>
                </a:path>
                <a:path w="7620" h="299720">
                  <a:moveTo>
                    <a:pt x="7620" y="25399"/>
                  </a:moveTo>
                  <a:lnTo>
                    <a:pt x="0" y="25399"/>
                  </a:lnTo>
                  <a:lnTo>
                    <a:pt x="0" y="279399"/>
                  </a:lnTo>
                  <a:lnTo>
                    <a:pt x="7620" y="279399"/>
                  </a:lnTo>
                  <a:lnTo>
                    <a:pt x="7620" y="25399"/>
                  </a:lnTo>
                  <a:close/>
                </a:path>
                <a:path w="7620" h="299720">
                  <a:moveTo>
                    <a:pt x="7620" y="279399"/>
                  </a:moveTo>
                  <a:lnTo>
                    <a:pt x="0" y="279399"/>
                  </a:lnTo>
                  <a:lnTo>
                    <a:pt x="0" y="285749"/>
                  </a:lnTo>
                  <a:lnTo>
                    <a:pt x="7620" y="285749"/>
                  </a:lnTo>
                  <a:lnTo>
                    <a:pt x="7620" y="279399"/>
                  </a:lnTo>
                  <a:close/>
                </a:path>
                <a:path w="7620" h="299720">
                  <a:moveTo>
                    <a:pt x="7620" y="285749"/>
                  </a:moveTo>
                  <a:lnTo>
                    <a:pt x="0" y="285749"/>
                  </a:lnTo>
                  <a:lnTo>
                    <a:pt x="0" y="292099"/>
                  </a:lnTo>
                  <a:lnTo>
                    <a:pt x="7620" y="292099"/>
                  </a:lnTo>
                  <a:lnTo>
                    <a:pt x="7620" y="285749"/>
                  </a:lnTo>
                  <a:close/>
                </a:path>
                <a:path w="7620" h="299720">
                  <a:moveTo>
                    <a:pt x="7620" y="292099"/>
                  </a:moveTo>
                  <a:lnTo>
                    <a:pt x="0" y="292099"/>
                  </a:lnTo>
                  <a:lnTo>
                    <a:pt x="0" y="298449"/>
                  </a:lnTo>
                  <a:lnTo>
                    <a:pt x="7620" y="298449"/>
                  </a:lnTo>
                  <a:lnTo>
                    <a:pt x="7620" y="292099"/>
                  </a:lnTo>
                  <a:close/>
                </a:path>
                <a:path w="7620" h="299720">
                  <a:moveTo>
                    <a:pt x="3810" y="298449"/>
                  </a:moveTo>
                  <a:lnTo>
                    <a:pt x="0" y="298449"/>
                  </a:lnTo>
                  <a:lnTo>
                    <a:pt x="0" y="299719"/>
                  </a:lnTo>
                  <a:lnTo>
                    <a:pt x="3810" y="299719"/>
                  </a:lnTo>
                  <a:lnTo>
                    <a:pt x="3810" y="298449"/>
                  </a:lnTo>
                  <a:close/>
                </a:path>
              </a:pathLst>
            </a:custGeom>
            <a:solidFill>
              <a:srgbClr val="BBBB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" name="object 434"/>
            <p:cNvSpPr/>
            <p:nvPr/>
          </p:nvSpPr>
          <p:spPr>
            <a:xfrm>
              <a:off x="6118859" y="4462780"/>
              <a:ext cx="7620" cy="294640"/>
            </a:xfrm>
            <a:custGeom>
              <a:avLst/>
              <a:gdLst/>
              <a:ahLst/>
              <a:cxnLst/>
              <a:rect l="l" t="t" r="r" b="b"/>
              <a:pathLst>
                <a:path w="7620" h="294639">
                  <a:moveTo>
                    <a:pt x="253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5079" y="3810"/>
                  </a:lnTo>
                  <a:lnTo>
                    <a:pt x="5079" y="2540"/>
                  </a:lnTo>
                  <a:lnTo>
                    <a:pt x="3809" y="2540"/>
                  </a:lnTo>
                  <a:lnTo>
                    <a:pt x="3809" y="1270"/>
                  </a:lnTo>
                  <a:lnTo>
                    <a:pt x="2539" y="1270"/>
                  </a:lnTo>
                  <a:lnTo>
                    <a:pt x="2539" y="0"/>
                  </a:lnTo>
                  <a:close/>
                </a:path>
                <a:path w="7620" h="294639">
                  <a:moveTo>
                    <a:pt x="761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7619" y="10160"/>
                  </a:lnTo>
                  <a:lnTo>
                    <a:pt x="7619" y="3810"/>
                  </a:lnTo>
                  <a:close/>
                </a:path>
                <a:path w="7620" h="294639">
                  <a:moveTo>
                    <a:pt x="761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7619" y="16510"/>
                  </a:lnTo>
                  <a:lnTo>
                    <a:pt x="7619" y="10160"/>
                  </a:lnTo>
                  <a:close/>
                </a:path>
                <a:path w="7620" h="294639">
                  <a:moveTo>
                    <a:pt x="7619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7619" y="22860"/>
                  </a:lnTo>
                  <a:lnTo>
                    <a:pt x="7619" y="16510"/>
                  </a:lnTo>
                  <a:close/>
                </a:path>
                <a:path w="7620" h="294639">
                  <a:moveTo>
                    <a:pt x="7619" y="22860"/>
                  </a:moveTo>
                  <a:lnTo>
                    <a:pt x="0" y="22860"/>
                  </a:lnTo>
                  <a:lnTo>
                    <a:pt x="0" y="276860"/>
                  </a:lnTo>
                  <a:lnTo>
                    <a:pt x="7619" y="276860"/>
                  </a:lnTo>
                  <a:lnTo>
                    <a:pt x="7619" y="22860"/>
                  </a:lnTo>
                  <a:close/>
                </a:path>
                <a:path w="7620" h="294639">
                  <a:moveTo>
                    <a:pt x="7619" y="276860"/>
                  </a:moveTo>
                  <a:lnTo>
                    <a:pt x="0" y="276860"/>
                  </a:lnTo>
                  <a:lnTo>
                    <a:pt x="0" y="283210"/>
                  </a:lnTo>
                  <a:lnTo>
                    <a:pt x="7619" y="283210"/>
                  </a:lnTo>
                  <a:lnTo>
                    <a:pt x="7619" y="276860"/>
                  </a:lnTo>
                  <a:close/>
                </a:path>
                <a:path w="7620" h="294639">
                  <a:moveTo>
                    <a:pt x="7619" y="283210"/>
                  </a:moveTo>
                  <a:lnTo>
                    <a:pt x="0" y="283210"/>
                  </a:lnTo>
                  <a:lnTo>
                    <a:pt x="0" y="289560"/>
                  </a:lnTo>
                  <a:lnTo>
                    <a:pt x="7619" y="289560"/>
                  </a:lnTo>
                  <a:lnTo>
                    <a:pt x="7619" y="283210"/>
                  </a:lnTo>
                  <a:close/>
                </a:path>
                <a:path w="7620" h="294639">
                  <a:moveTo>
                    <a:pt x="7619" y="289560"/>
                  </a:moveTo>
                  <a:lnTo>
                    <a:pt x="0" y="289560"/>
                  </a:lnTo>
                  <a:lnTo>
                    <a:pt x="0" y="294640"/>
                  </a:lnTo>
                  <a:lnTo>
                    <a:pt x="2539" y="294640"/>
                  </a:lnTo>
                  <a:lnTo>
                    <a:pt x="2539" y="293370"/>
                  </a:lnTo>
                  <a:lnTo>
                    <a:pt x="5079" y="293370"/>
                  </a:lnTo>
                  <a:lnTo>
                    <a:pt x="5079" y="292100"/>
                  </a:lnTo>
                  <a:lnTo>
                    <a:pt x="7619" y="292100"/>
                  </a:lnTo>
                  <a:lnTo>
                    <a:pt x="7619" y="289560"/>
                  </a:lnTo>
                  <a:close/>
                </a:path>
              </a:pathLst>
            </a:custGeom>
            <a:solidFill>
              <a:srgbClr val="BCBC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" name="object 435"/>
            <p:cNvSpPr/>
            <p:nvPr/>
          </p:nvSpPr>
          <p:spPr>
            <a:xfrm>
              <a:off x="6126479" y="4467860"/>
              <a:ext cx="7620" cy="285750"/>
            </a:xfrm>
            <a:custGeom>
              <a:avLst/>
              <a:gdLst/>
              <a:ahLst/>
              <a:cxnLst/>
              <a:rect l="l" t="t" r="r" b="b"/>
              <a:pathLst>
                <a:path w="7620" h="285750">
                  <a:moveTo>
                    <a:pt x="253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6350" y="5079"/>
                  </a:lnTo>
                  <a:lnTo>
                    <a:pt x="6350" y="3809"/>
                  </a:lnTo>
                  <a:lnTo>
                    <a:pt x="5080" y="3809"/>
                  </a:lnTo>
                  <a:lnTo>
                    <a:pt x="5080" y="2539"/>
                  </a:lnTo>
                  <a:lnTo>
                    <a:pt x="3810" y="2539"/>
                  </a:lnTo>
                  <a:lnTo>
                    <a:pt x="3810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  <a:path w="7620" h="285750">
                  <a:moveTo>
                    <a:pt x="762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7620" y="11429"/>
                  </a:lnTo>
                  <a:lnTo>
                    <a:pt x="7620" y="5080"/>
                  </a:lnTo>
                  <a:close/>
                </a:path>
                <a:path w="7620" h="285750">
                  <a:moveTo>
                    <a:pt x="762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7620" y="17779"/>
                  </a:lnTo>
                  <a:lnTo>
                    <a:pt x="7620" y="11430"/>
                  </a:lnTo>
                  <a:close/>
                </a:path>
                <a:path w="7620" h="285750">
                  <a:moveTo>
                    <a:pt x="7620" y="17780"/>
                  </a:moveTo>
                  <a:lnTo>
                    <a:pt x="0" y="17780"/>
                  </a:lnTo>
                  <a:lnTo>
                    <a:pt x="0" y="271779"/>
                  </a:lnTo>
                  <a:lnTo>
                    <a:pt x="7620" y="271779"/>
                  </a:lnTo>
                  <a:lnTo>
                    <a:pt x="7620" y="17780"/>
                  </a:lnTo>
                  <a:close/>
                </a:path>
                <a:path w="7620" h="285750">
                  <a:moveTo>
                    <a:pt x="7620" y="271780"/>
                  </a:moveTo>
                  <a:lnTo>
                    <a:pt x="0" y="271780"/>
                  </a:lnTo>
                  <a:lnTo>
                    <a:pt x="0" y="278129"/>
                  </a:lnTo>
                  <a:lnTo>
                    <a:pt x="7620" y="278129"/>
                  </a:lnTo>
                  <a:lnTo>
                    <a:pt x="7620" y="271780"/>
                  </a:lnTo>
                  <a:close/>
                </a:path>
                <a:path w="7620" h="285750">
                  <a:moveTo>
                    <a:pt x="7620" y="278130"/>
                  </a:moveTo>
                  <a:lnTo>
                    <a:pt x="0" y="278130"/>
                  </a:lnTo>
                  <a:lnTo>
                    <a:pt x="0" y="284479"/>
                  </a:lnTo>
                  <a:lnTo>
                    <a:pt x="2539" y="284479"/>
                  </a:lnTo>
                  <a:lnTo>
                    <a:pt x="2539" y="283209"/>
                  </a:lnTo>
                  <a:lnTo>
                    <a:pt x="3810" y="283209"/>
                  </a:lnTo>
                  <a:lnTo>
                    <a:pt x="3810" y="281939"/>
                  </a:lnTo>
                  <a:lnTo>
                    <a:pt x="5080" y="281939"/>
                  </a:lnTo>
                  <a:lnTo>
                    <a:pt x="5080" y="280669"/>
                  </a:lnTo>
                  <a:lnTo>
                    <a:pt x="6350" y="280669"/>
                  </a:lnTo>
                  <a:lnTo>
                    <a:pt x="6350" y="279400"/>
                  </a:lnTo>
                  <a:lnTo>
                    <a:pt x="7620" y="279400"/>
                  </a:lnTo>
                  <a:lnTo>
                    <a:pt x="7620" y="278130"/>
                  </a:lnTo>
                  <a:close/>
                </a:path>
                <a:path w="7620" h="285750">
                  <a:moveTo>
                    <a:pt x="1270" y="284480"/>
                  </a:moveTo>
                  <a:lnTo>
                    <a:pt x="0" y="284480"/>
                  </a:lnTo>
                  <a:lnTo>
                    <a:pt x="0" y="285750"/>
                  </a:lnTo>
                  <a:lnTo>
                    <a:pt x="1270" y="285750"/>
                  </a:lnTo>
                  <a:lnTo>
                    <a:pt x="1270" y="284480"/>
                  </a:lnTo>
                  <a:close/>
                </a:path>
              </a:pathLst>
            </a:custGeom>
            <a:solidFill>
              <a:srgbClr val="BDBD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" name="object 436"/>
            <p:cNvSpPr/>
            <p:nvPr/>
          </p:nvSpPr>
          <p:spPr>
            <a:xfrm>
              <a:off x="6134099" y="4474210"/>
              <a:ext cx="7620" cy="271780"/>
            </a:xfrm>
            <a:custGeom>
              <a:avLst/>
              <a:gdLst/>
              <a:ahLst/>
              <a:cxnLst/>
              <a:rect l="l" t="t" r="r" b="b"/>
              <a:pathLst>
                <a:path w="7620" h="271779">
                  <a:moveTo>
                    <a:pt x="126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3809"/>
                  </a:lnTo>
                  <a:lnTo>
                    <a:pt x="2539" y="3809"/>
                  </a:lnTo>
                  <a:lnTo>
                    <a:pt x="253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7620" h="271779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6350" y="11429"/>
                  </a:lnTo>
                  <a:lnTo>
                    <a:pt x="6350" y="8889"/>
                  </a:lnTo>
                  <a:lnTo>
                    <a:pt x="5080" y="8889"/>
                  </a:lnTo>
                  <a:lnTo>
                    <a:pt x="5080" y="6350"/>
                  </a:lnTo>
                  <a:lnTo>
                    <a:pt x="3810" y="6350"/>
                  </a:lnTo>
                  <a:lnTo>
                    <a:pt x="3810" y="5080"/>
                  </a:lnTo>
                  <a:close/>
                </a:path>
                <a:path w="7620" h="271779">
                  <a:moveTo>
                    <a:pt x="6350" y="11430"/>
                  </a:moveTo>
                  <a:lnTo>
                    <a:pt x="0" y="11430"/>
                  </a:lnTo>
                  <a:lnTo>
                    <a:pt x="0" y="265429"/>
                  </a:lnTo>
                  <a:lnTo>
                    <a:pt x="5080" y="265429"/>
                  </a:lnTo>
                  <a:lnTo>
                    <a:pt x="5080" y="264159"/>
                  </a:lnTo>
                  <a:lnTo>
                    <a:pt x="6350" y="264159"/>
                  </a:lnTo>
                  <a:lnTo>
                    <a:pt x="6350" y="260350"/>
                  </a:lnTo>
                  <a:lnTo>
                    <a:pt x="7620" y="260350"/>
                  </a:lnTo>
                  <a:lnTo>
                    <a:pt x="7620" y="12700"/>
                  </a:lnTo>
                  <a:lnTo>
                    <a:pt x="6350" y="12700"/>
                  </a:lnTo>
                  <a:lnTo>
                    <a:pt x="6350" y="11430"/>
                  </a:lnTo>
                  <a:close/>
                </a:path>
                <a:path w="7620" h="271779">
                  <a:moveTo>
                    <a:pt x="5079" y="265430"/>
                  </a:moveTo>
                  <a:lnTo>
                    <a:pt x="0" y="265430"/>
                  </a:lnTo>
                  <a:lnTo>
                    <a:pt x="0" y="271779"/>
                  </a:lnTo>
                  <a:lnTo>
                    <a:pt x="1270" y="271779"/>
                  </a:lnTo>
                  <a:lnTo>
                    <a:pt x="1270" y="270509"/>
                  </a:lnTo>
                  <a:lnTo>
                    <a:pt x="2539" y="270509"/>
                  </a:lnTo>
                  <a:lnTo>
                    <a:pt x="2539" y="269239"/>
                  </a:lnTo>
                  <a:lnTo>
                    <a:pt x="3810" y="269239"/>
                  </a:lnTo>
                  <a:lnTo>
                    <a:pt x="3810" y="266700"/>
                  </a:lnTo>
                  <a:lnTo>
                    <a:pt x="5079" y="266700"/>
                  </a:lnTo>
                  <a:lnTo>
                    <a:pt x="5079" y="265430"/>
                  </a:lnTo>
                  <a:close/>
                </a:path>
              </a:pathLst>
            </a:custGeom>
            <a:solidFill>
              <a:srgbClr val="BDBD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7"/>
            <p:cNvSpPr/>
            <p:nvPr/>
          </p:nvSpPr>
          <p:spPr>
            <a:xfrm>
              <a:off x="6141719" y="4486910"/>
              <a:ext cx="0" cy="247650"/>
            </a:xfrm>
            <a:custGeom>
              <a:avLst/>
              <a:gdLst/>
              <a:ahLst/>
              <a:cxnLst/>
              <a:rect l="l" t="t" r="r" b="b"/>
              <a:pathLst>
                <a:path h="247650">
                  <a:moveTo>
                    <a:pt x="0" y="0"/>
                  </a:moveTo>
                  <a:lnTo>
                    <a:pt x="0" y="2476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BF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" name="object 438"/>
            <p:cNvSpPr/>
            <p:nvPr/>
          </p:nvSpPr>
          <p:spPr>
            <a:xfrm>
              <a:off x="5669279" y="4460240"/>
              <a:ext cx="471170" cy="298450"/>
            </a:xfrm>
            <a:custGeom>
              <a:avLst/>
              <a:gdLst/>
              <a:ahLst/>
              <a:cxnLst/>
              <a:rect l="l" t="t" r="r" b="b"/>
              <a:pathLst>
                <a:path w="471170" h="298450">
                  <a:moveTo>
                    <a:pt x="33020" y="0"/>
                  </a:moveTo>
                  <a:lnTo>
                    <a:pt x="20359" y="2837"/>
                  </a:lnTo>
                  <a:lnTo>
                    <a:pt x="9842" y="10318"/>
                  </a:lnTo>
                  <a:lnTo>
                    <a:pt x="2659" y="20895"/>
                  </a:lnTo>
                  <a:lnTo>
                    <a:pt x="0" y="33020"/>
                  </a:lnTo>
                  <a:lnTo>
                    <a:pt x="0" y="36651"/>
                  </a:lnTo>
                  <a:lnTo>
                    <a:pt x="0" y="62071"/>
                  </a:lnTo>
                  <a:lnTo>
                    <a:pt x="0" y="131067"/>
                  </a:lnTo>
                  <a:lnTo>
                    <a:pt x="0" y="265430"/>
                  </a:lnTo>
                  <a:lnTo>
                    <a:pt x="2659" y="277554"/>
                  </a:lnTo>
                  <a:lnTo>
                    <a:pt x="9842" y="288131"/>
                  </a:lnTo>
                  <a:lnTo>
                    <a:pt x="20359" y="295612"/>
                  </a:lnTo>
                  <a:lnTo>
                    <a:pt x="33020" y="298450"/>
                  </a:lnTo>
                  <a:lnTo>
                    <a:pt x="39350" y="298450"/>
                  </a:lnTo>
                  <a:lnTo>
                    <a:pt x="83661" y="298450"/>
                  </a:lnTo>
                  <a:lnTo>
                    <a:pt x="203934" y="298450"/>
                  </a:lnTo>
                  <a:lnTo>
                    <a:pt x="438150" y="298450"/>
                  </a:lnTo>
                  <a:lnTo>
                    <a:pt x="450274" y="295612"/>
                  </a:lnTo>
                  <a:lnTo>
                    <a:pt x="460851" y="288131"/>
                  </a:lnTo>
                  <a:lnTo>
                    <a:pt x="468332" y="277554"/>
                  </a:lnTo>
                  <a:lnTo>
                    <a:pt x="471170" y="265430"/>
                  </a:lnTo>
                  <a:lnTo>
                    <a:pt x="471170" y="261798"/>
                  </a:lnTo>
                  <a:lnTo>
                    <a:pt x="471170" y="236378"/>
                  </a:lnTo>
                  <a:lnTo>
                    <a:pt x="471170" y="167382"/>
                  </a:lnTo>
                  <a:lnTo>
                    <a:pt x="471170" y="33020"/>
                  </a:lnTo>
                  <a:lnTo>
                    <a:pt x="468332" y="20895"/>
                  </a:lnTo>
                  <a:lnTo>
                    <a:pt x="460851" y="10318"/>
                  </a:lnTo>
                  <a:lnTo>
                    <a:pt x="450274" y="2837"/>
                  </a:lnTo>
                  <a:lnTo>
                    <a:pt x="438150" y="0"/>
                  </a:lnTo>
                  <a:lnTo>
                    <a:pt x="431819" y="0"/>
                  </a:lnTo>
                  <a:lnTo>
                    <a:pt x="387508" y="0"/>
                  </a:lnTo>
                  <a:lnTo>
                    <a:pt x="267235" y="0"/>
                  </a:lnTo>
                  <a:lnTo>
                    <a:pt x="33020" y="0"/>
                  </a:lnTo>
                  <a:close/>
                </a:path>
              </a:pathLst>
            </a:custGeom>
            <a:ln w="19048">
              <a:solidFill>
                <a:srgbClr val="93926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39" name="object 439"/>
          <p:cNvSpPr txBox="1"/>
          <p:nvPr/>
        </p:nvSpPr>
        <p:spPr>
          <a:xfrm>
            <a:off x="5767070" y="4491990"/>
            <a:ext cx="27749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spc="-25" dirty="0">
                <a:solidFill>
                  <a:srgbClr val="FFFFFF"/>
                </a:solidFill>
                <a:latin typeface="Arial"/>
                <a:cs typeface="Arial"/>
              </a:rPr>
              <a:t>HW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440" name="object 440"/>
          <p:cNvGrpSpPr/>
          <p:nvPr/>
        </p:nvGrpSpPr>
        <p:grpSpPr>
          <a:xfrm>
            <a:off x="7996555" y="4044315"/>
            <a:ext cx="490220" cy="723900"/>
            <a:chOff x="7996555" y="4044315"/>
            <a:chExt cx="490220" cy="723900"/>
          </a:xfrm>
        </p:grpSpPr>
        <p:sp>
          <p:nvSpPr>
            <p:cNvPr id="441" name="object 441"/>
            <p:cNvSpPr/>
            <p:nvPr/>
          </p:nvSpPr>
          <p:spPr>
            <a:xfrm>
              <a:off x="8006080" y="4062730"/>
              <a:ext cx="13970" cy="689610"/>
            </a:xfrm>
            <a:custGeom>
              <a:avLst/>
              <a:gdLst/>
              <a:ahLst/>
              <a:cxnLst/>
              <a:rect l="l" t="t" r="r" b="b"/>
              <a:pathLst>
                <a:path w="13970" h="689610">
                  <a:moveTo>
                    <a:pt x="13970" y="683272"/>
                  </a:moveTo>
                  <a:lnTo>
                    <a:pt x="7620" y="683272"/>
                  </a:lnTo>
                  <a:lnTo>
                    <a:pt x="7620" y="684530"/>
                  </a:lnTo>
                  <a:lnTo>
                    <a:pt x="8890" y="684530"/>
                  </a:lnTo>
                  <a:lnTo>
                    <a:pt x="8890" y="685800"/>
                  </a:lnTo>
                  <a:lnTo>
                    <a:pt x="10160" y="685800"/>
                  </a:lnTo>
                  <a:lnTo>
                    <a:pt x="10160" y="687070"/>
                  </a:lnTo>
                  <a:lnTo>
                    <a:pt x="11430" y="687070"/>
                  </a:lnTo>
                  <a:lnTo>
                    <a:pt x="11430" y="688340"/>
                  </a:lnTo>
                  <a:lnTo>
                    <a:pt x="12700" y="688340"/>
                  </a:lnTo>
                  <a:lnTo>
                    <a:pt x="12700" y="689610"/>
                  </a:lnTo>
                  <a:lnTo>
                    <a:pt x="13970" y="689610"/>
                  </a:lnTo>
                  <a:lnTo>
                    <a:pt x="13970" y="683272"/>
                  </a:lnTo>
                  <a:close/>
                </a:path>
                <a:path w="13970" h="689610">
                  <a:moveTo>
                    <a:pt x="13970" y="676922"/>
                  </a:moveTo>
                  <a:lnTo>
                    <a:pt x="6350" y="676922"/>
                  </a:lnTo>
                  <a:lnTo>
                    <a:pt x="3810" y="676922"/>
                  </a:lnTo>
                  <a:lnTo>
                    <a:pt x="3810" y="679450"/>
                  </a:lnTo>
                  <a:lnTo>
                    <a:pt x="5080" y="679450"/>
                  </a:lnTo>
                  <a:lnTo>
                    <a:pt x="5080" y="680720"/>
                  </a:lnTo>
                  <a:lnTo>
                    <a:pt x="6350" y="680720"/>
                  </a:lnTo>
                  <a:lnTo>
                    <a:pt x="6350" y="681990"/>
                  </a:lnTo>
                  <a:lnTo>
                    <a:pt x="7620" y="681990"/>
                  </a:lnTo>
                  <a:lnTo>
                    <a:pt x="7620" y="683260"/>
                  </a:lnTo>
                  <a:lnTo>
                    <a:pt x="13970" y="683260"/>
                  </a:lnTo>
                  <a:lnTo>
                    <a:pt x="13970" y="676922"/>
                  </a:lnTo>
                  <a:close/>
                </a:path>
                <a:path w="13970" h="689610">
                  <a:moveTo>
                    <a:pt x="13970" y="15252"/>
                  </a:moveTo>
                  <a:lnTo>
                    <a:pt x="6350" y="15252"/>
                  </a:lnTo>
                  <a:lnTo>
                    <a:pt x="1270" y="15252"/>
                  </a:lnTo>
                  <a:lnTo>
                    <a:pt x="1270" y="17780"/>
                  </a:lnTo>
                  <a:lnTo>
                    <a:pt x="0" y="17780"/>
                  </a:lnTo>
                  <a:lnTo>
                    <a:pt x="0" y="671830"/>
                  </a:lnTo>
                  <a:lnTo>
                    <a:pt x="1270" y="671830"/>
                  </a:lnTo>
                  <a:lnTo>
                    <a:pt x="1270" y="674370"/>
                  </a:lnTo>
                  <a:lnTo>
                    <a:pt x="2540" y="674370"/>
                  </a:lnTo>
                  <a:lnTo>
                    <a:pt x="2540" y="676910"/>
                  </a:lnTo>
                  <a:lnTo>
                    <a:pt x="6350" y="676910"/>
                  </a:lnTo>
                  <a:lnTo>
                    <a:pt x="13970" y="676910"/>
                  </a:lnTo>
                  <a:lnTo>
                    <a:pt x="13970" y="15252"/>
                  </a:lnTo>
                  <a:close/>
                </a:path>
                <a:path w="13970" h="689610">
                  <a:moveTo>
                    <a:pt x="13970" y="10172"/>
                  </a:moveTo>
                  <a:lnTo>
                    <a:pt x="6350" y="10172"/>
                  </a:lnTo>
                  <a:lnTo>
                    <a:pt x="3810" y="10172"/>
                  </a:lnTo>
                  <a:lnTo>
                    <a:pt x="3810" y="11430"/>
                  </a:lnTo>
                  <a:lnTo>
                    <a:pt x="2540" y="11430"/>
                  </a:lnTo>
                  <a:lnTo>
                    <a:pt x="2540" y="13970"/>
                  </a:lnTo>
                  <a:lnTo>
                    <a:pt x="1270" y="13970"/>
                  </a:lnTo>
                  <a:lnTo>
                    <a:pt x="1270" y="15240"/>
                  </a:lnTo>
                  <a:lnTo>
                    <a:pt x="6350" y="15240"/>
                  </a:lnTo>
                  <a:lnTo>
                    <a:pt x="13970" y="15240"/>
                  </a:lnTo>
                  <a:lnTo>
                    <a:pt x="13970" y="10172"/>
                  </a:lnTo>
                  <a:close/>
                </a:path>
                <a:path w="13970" h="689610">
                  <a:moveTo>
                    <a:pt x="13970" y="3822"/>
                  </a:moveTo>
                  <a:lnTo>
                    <a:pt x="7620" y="3822"/>
                  </a:lnTo>
                  <a:lnTo>
                    <a:pt x="7620" y="6350"/>
                  </a:lnTo>
                  <a:lnTo>
                    <a:pt x="6350" y="6350"/>
                  </a:lnTo>
                  <a:lnTo>
                    <a:pt x="6350" y="8890"/>
                  </a:lnTo>
                  <a:lnTo>
                    <a:pt x="5080" y="8890"/>
                  </a:lnTo>
                  <a:lnTo>
                    <a:pt x="5080" y="10160"/>
                  </a:lnTo>
                  <a:lnTo>
                    <a:pt x="6350" y="10160"/>
                  </a:lnTo>
                  <a:lnTo>
                    <a:pt x="13970" y="10160"/>
                  </a:lnTo>
                  <a:lnTo>
                    <a:pt x="13970" y="3822"/>
                  </a:lnTo>
                  <a:close/>
                </a:path>
                <a:path w="13970" h="689610">
                  <a:moveTo>
                    <a:pt x="13970" y="0"/>
                  </a:moveTo>
                  <a:lnTo>
                    <a:pt x="12700" y="0"/>
                  </a:lnTo>
                  <a:lnTo>
                    <a:pt x="12700" y="1270"/>
                  </a:lnTo>
                  <a:lnTo>
                    <a:pt x="11430" y="1270"/>
                  </a:lnTo>
                  <a:lnTo>
                    <a:pt x="11430" y="2540"/>
                  </a:lnTo>
                  <a:lnTo>
                    <a:pt x="10160" y="2540"/>
                  </a:lnTo>
                  <a:lnTo>
                    <a:pt x="10160" y="3810"/>
                  </a:lnTo>
                  <a:lnTo>
                    <a:pt x="13970" y="3810"/>
                  </a:lnTo>
                  <a:lnTo>
                    <a:pt x="13970" y="0"/>
                  </a:lnTo>
                  <a:close/>
                </a:path>
              </a:pathLst>
            </a:custGeom>
            <a:solidFill>
              <a:srgbClr val="BFBF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" name="object 442"/>
            <p:cNvSpPr/>
            <p:nvPr/>
          </p:nvSpPr>
          <p:spPr>
            <a:xfrm>
              <a:off x="8020050" y="4057650"/>
              <a:ext cx="7620" cy="699770"/>
            </a:xfrm>
            <a:custGeom>
              <a:avLst/>
              <a:gdLst/>
              <a:ahLst/>
              <a:cxnLst/>
              <a:rect l="l" t="t" r="r" b="b"/>
              <a:pathLst>
                <a:path w="7620" h="699770">
                  <a:moveTo>
                    <a:pt x="7620" y="0"/>
                  </a:moveTo>
                  <a:lnTo>
                    <a:pt x="6350" y="0"/>
                  </a:lnTo>
                  <a:lnTo>
                    <a:pt x="6350" y="1269"/>
                  </a:lnTo>
                  <a:lnTo>
                    <a:pt x="3809" y="1269"/>
                  </a:lnTo>
                  <a:lnTo>
                    <a:pt x="3809" y="2539"/>
                  </a:lnTo>
                  <a:lnTo>
                    <a:pt x="7620" y="2539"/>
                  </a:lnTo>
                  <a:lnTo>
                    <a:pt x="7620" y="0"/>
                  </a:lnTo>
                  <a:close/>
                </a:path>
                <a:path w="7620" h="699770">
                  <a:moveTo>
                    <a:pt x="7620" y="2540"/>
                  </a:moveTo>
                  <a:lnTo>
                    <a:pt x="1270" y="2540"/>
                  </a:lnTo>
                  <a:lnTo>
                    <a:pt x="1270" y="3810"/>
                  </a:lnTo>
                  <a:lnTo>
                    <a:pt x="0" y="3810"/>
                  </a:lnTo>
                  <a:lnTo>
                    <a:pt x="0" y="8889"/>
                  </a:lnTo>
                  <a:lnTo>
                    <a:pt x="7620" y="8889"/>
                  </a:lnTo>
                  <a:lnTo>
                    <a:pt x="7620" y="2540"/>
                  </a:lnTo>
                  <a:close/>
                </a:path>
                <a:path w="7620" h="699770">
                  <a:moveTo>
                    <a:pt x="762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7620" y="15239"/>
                  </a:lnTo>
                  <a:lnTo>
                    <a:pt x="7620" y="8890"/>
                  </a:lnTo>
                  <a:close/>
                </a:path>
                <a:path w="7620" h="699770">
                  <a:moveTo>
                    <a:pt x="7620" y="15240"/>
                  </a:moveTo>
                  <a:lnTo>
                    <a:pt x="0" y="15240"/>
                  </a:lnTo>
                  <a:lnTo>
                    <a:pt x="0" y="20319"/>
                  </a:lnTo>
                  <a:lnTo>
                    <a:pt x="7620" y="20319"/>
                  </a:lnTo>
                  <a:lnTo>
                    <a:pt x="7620" y="15240"/>
                  </a:lnTo>
                  <a:close/>
                </a:path>
                <a:path w="7620" h="699770">
                  <a:moveTo>
                    <a:pt x="7620" y="20320"/>
                  </a:moveTo>
                  <a:lnTo>
                    <a:pt x="0" y="20320"/>
                  </a:lnTo>
                  <a:lnTo>
                    <a:pt x="0" y="681989"/>
                  </a:lnTo>
                  <a:lnTo>
                    <a:pt x="7620" y="681989"/>
                  </a:lnTo>
                  <a:lnTo>
                    <a:pt x="7620" y="20320"/>
                  </a:lnTo>
                  <a:close/>
                </a:path>
                <a:path w="7620" h="699770">
                  <a:moveTo>
                    <a:pt x="7620" y="681990"/>
                  </a:moveTo>
                  <a:lnTo>
                    <a:pt x="0" y="681990"/>
                  </a:lnTo>
                  <a:lnTo>
                    <a:pt x="0" y="688339"/>
                  </a:lnTo>
                  <a:lnTo>
                    <a:pt x="7620" y="688339"/>
                  </a:lnTo>
                  <a:lnTo>
                    <a:pt x="7620" y="681990"/>
                  </a:lnTo>
                  <a:close/>
                </a:path>
                <a:path w="7620" h="699770">
                  <a:moveTo>
                    <a:pt x="7620" y="688340"/>
                  </a:moveTo>
                  <a:lnTo>
                    <a:pt x="0" y="688340"/>
                  </a:lnTo>
                  <a:lnTo>
                    <a:pt x="0" y="694689"/>
                  </a:lnTo>
                  <a:lnTo>
                    <a:pt x="7620" y="694689"/>
                  </a:lnTo>
                  <a:lnTo>
                    <a:pt x="7620" y="688340"/>
                  </a:lnTo>
                  <a:close/>
                </a:path>
                <a:path w="7620" h="699770">
                  <a:moveTo>
                    <a:pt x="7620" y="694690"/>
                  </a:moveTo>
                  <a:lnTo>
                    <a:pt x="0" y="694690"/>
                  </a:lnTo>
                  <a:lnTo>
                    <a:pt x="0" y="695960"/>
                  </a:lnTo>
                  <a:lnTo>
                    <a:pt x="1270" y="695960"/>
                  </a:lnTo>
                  <a:lnTo>
                    <a:pt x="1270" y="697230"/>
                  </a:lnTo>
                  <a:lnTo>
                    <a:pt x="3809" y="697230"/>
                  </a:lnTo>
                  <a:lnTo>
                    <a:pt x="3809" y="698500"/>
                  </a:lnTo>
                  <a:lnTo>
                    <a:pt x="6350" y="698500"/>
                  </a:lnTo>
                  <a:lnTo>
                    <a:pt x="6350" y="699769"/>
                  </a:lnTo>
                  <a:lnTo>
                    <a:pt x="7620" y="699769"/>
                  </a:lnTo>
                  <a:lnTo>
                    <a:pt x="7620" y="694690"/>
                  </a:lnTo>
                  <a:close/>
                </a:path>
              </a:pathLst>
            </a:custGeom>
            <a:solidFill>
              <a:srgbClr val="BEBE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" name="object 443"/>
            <p:cNvSpPr/>
            <p:nvPr/>
          </p:nvSpPr>
          <p:spPr>
            <a:xfrm>
              <a:off x="8027670" y="4055110"/>
              <a:ext cx="7620" cy="704850"/>
            </a:xfrm>
            <a:custGeom>
              <a:avLst/>
              <a:gdLst/>
              <a:ahLst/>
              <a:cxnLst/>
              <a:rect l="l" t="t" r="r" b="b"/>
              <a:pathLst>
                <a:path w="7620" h="704850">
                  <a:moveTo>
                    <a:pt x="7620" y="0"/>
                  </a:moveTo>
                  <a:lnTo>
                    <a:pt x="5079" y="0"/>
                  </a:lnTo>
                  <a:lnTo>
                    <a:pt x="5079" y="1269"/>
                  </a:lnTo>
                  <a:lnTo>
                    <a:pt x="1270" y="1269"/>
                  </a:lnTo>
                  <a:lnTo>
                    <a:pt x="1270" y="2539"/>
                  </a:lnTo>
                  <a:lnTo>
                    <a:pt x="0" y="2539"/>
                  </a:lnTo>
                  <a:lnTo>
                    <a:pt x="0" y="5079"/>
                  </a:lnTo>
                  <a:lnTo>
                    <a:pt x="7620" y="5079"/>
                  </a:lnTo>
                  <a:lnTo>
                    <a:pt x="7620" y="0"/>
                  </a:lnTo>
                  <a:close/>
                </a:path>
                <a:path w="7620" h="704850">
                  <a:moveTo>
                    <a:pt x="762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7620" y="11429"/>
                  </a:lnTo>
                  <a:lnTo>
                    <a:pt x="7620" y="5080"/>
                  </a:lnTo>
                  <a:close/>
                </a:path>
                <a:path w="7620" h="704850">
                  <a:moveTo>
                    <a:pt x="762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7620" y="17779"/>
                  </a:lnTo>
                  <a:lnTo>
                    <a:pt x="7620" y="11430"/>
                  </a:lnTo>
                  <a:close/>
                </a:path>
                <a:path w="7620" h="704850">
                  <a:moveTo>
                    <a:pt x="7620" y="17780"/>
                  </a:moveTo>
                  <a:lnTo>
                    <a:pt x="0" y="17780"/>
                  </a:lnTo>
                  <a:lnTo>
                    <a:pt x="0" y="22859"/>
                  </a:lnTo>
                  <a:lnTo>
                    <a:pt x="7620" y="22859"/>
                  </a:lnTo>
                  <a:lnTo>
                    <a:pt x="7620" y="17780"/>
                  </a:lnTo>
                  <a:close/>
                </a:path>
                <a:path w="7620" h="704850">
                  <a:moveTo>
                    <a:pt x="7620" y="22860"/>
                  </a:moveTo>
                  <a:lnTo>
                    <a:pt x="0" y="22860"/>
                  </a:lnTo>
                  <a:lnTo>
                    <a:pt x="0" y="684529"/>
                  </a:lnTo>
                  <a:lnTo>
                    <a:pt x="7620" y="684529"/>
                  </a:lnTo>
                  <a:lnTo>
                    <a:pt x="7620" y="22860"/>
                  </a:lnTo>
                  <a:close/>
                </a:path>
                <a:path w="7620" h="704850">
                  <a:moveTo>
                    <a:pt x="7620" y="684530"/>
                  </a:moveTo>
                  <a:lnTo>
                    <a:pt x="0" y="684530"/>
                  </a:lnTo>
                  <a:lnTo>
                    <a:pt x="0" y="690879"/>
                  </a:lnTo>
                  <a:lnTo>
                    <a:pt x="7620" y="690879"/>
                  </a:lnTo>
                  <a:lnTo>
                    <a:pt x="7620" y="684530"/>
                  </a:lnTo>
                  <a:close/>
                </a:path>
                <a:path w="7620" h="704850">
                  <a:moveTo>
                    <a:pt x="7620" y="690880"/>
                  </a:moveTo>
                  <a:lnTo>
                    <a:pt x="0" y="690880"/>
                  </a:lnTo>
                  <a:lnTo>
                    <a:pt x="0" y="697229"/>
                  </a:lnTo>
                  <a:lnTo>
                    <a:pt x="7620" y="697229"/>
                  </a:lnTo>
                  <a:lnTo>
                    <a:pt x="7620" y="690880"/>
                  </a:lnTo>
                  <a:close/>
                </a:path>
                <a:path w="7620" h="704850">
                  <a:moveTo>
                    <a:pt x="7620" y="697230"/>
                  </a:moveTo>
                  <a:lnTo>
                    <a:pt x="0" y="697230"/>
                  </a:lnTo>
                  <a:lnTo>
                    <a:pt x="0" y="702309"/>
                  </a:lnTo>
                  <a:lnTo>
                    <a:pt x="1270" y="702309"/>
                  </a:lnTo>
                  <a:lnTo>
                    <a:pt x="1270" y="703579"/>
                  </a:lnTo>
                  <a:lnTo>
                    <a:pt x="7620" y="703579"/>
                  </a:lnTo>
                  <a:lnTo>
                    <a:pt x="7620" y="697230"/>
                  </a:lnTo>
                  <a:close/>
                </a:path>
                <a:path w="7620" h="704850">
                  <a:moveTo>
                    <a:pt x="7620" y="703580"/>
                  </a:moveTo>
                  <a:lnTo>
                    <a:pt x="5079" y="703580"/>
                  </a:lnTo>
                  <a:lnTo>
                    <a:pt x="5079" y="704850"/>
                  </a:lnTo>
                  <a:lnTo>
                    <a:pt x="7620" y="704850"/>
                  </a:lnTo>
                  <a:lnTo>
                    <a:pt x="7620" y="703580"/>
                  </a:lnTo>
                  <a:close/>
                </a:path>
              </a:pathLst>
            </a:custGeom>
            <a:solidFill>
              <a:srgbClr val="BDBD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" name="object 444"/>
            <p:cNvSpPr/>
            <p:nvPr/>
          </p:nvSpPr>
          <p:spPr>
            <a:xfrm>
              <a:off x="8035290" y="4053840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19" y="0"/>
                  </a:moveTo>
                  <a:lnTo>
                    <a:pt x="3809" y="0"/>
                  </a:lnTo>
                  <a:lnTo>
                    <a:pt x="3809" y="1270"/>
                  </a:lnTo>
                  <a:lnTo>
                    <a:pt x="0" y="1270"/>
                  </a:lnTo>
                  <a:lnTo>
                    <a:pt x="0" y="6350"/>
                  </a:lnTo>
                  <a:lnTo>
                    <a:pt x="7619" y="6350"/>
                  </a:lnTo>
                  <a:lnTo>
                    <a:pt x="7619" y="0"/>
                  </a:lnTo>
                  <a:close/>
                </a:path>
                <a:path w="7620" h="706120">
                  <a:moveTo>
                    <a:pt x="7619" y="6350"/>
                  </a:moveTo>
                  <a:lnTo>
                    <a:pt x="0" y="6350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6350"/>
                  </a:lnTo>
                  <a:close/>
                </a:path>
                <a:path w="7620" h="706120">
                  <a:moveTo>
                    <a:pt x="7619" y="12700"/>
                  </a:moveTo>
                  <a:lnTo>
                    <a:pt x="0" y="12700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2700"/>
                  </a:lnTo>
                  <a:close/>
                </a:path>
                <a:path w="7620" h="706120">
                  <a:moveTo>
                    <a:pt x="7619" y="19050"/>
                  </a:moveTo>
                  <a:lnTo>
                    <a:pt x="0" y="19050"/>
                  </a:lnTo>
                  <a:lnTo>
                    <a:pt x="0" y="24130"/>
                  </a:lnTo>
                  <a:lnTo>
                    <a:pt x="7619" y="24130"/>
                  </a:lnTo>
                  <a:lnTo>
                    <a:pt x="7619" y="19050"/>
                  </a:lnTo>
                  <a:close/>
                </a:path>
                <a:path w="7620" h="706120">
                  <a:moveTo>
                    <a:pt x="7619" y="24130"/>
                  </a:moveTo>
                  <a:lnTo>
                    <a:pt x="0" y="24130"/>
                  </a:lnTo>
                  <a:lnTo>
                    <a:pt x="0" y="685800"/>
                  </a:lnTo>
                  <a:lnTo>
                    <a:pt x="7619" y="685800"/>
                  </a:lnTo>
                  <a:lnTo>
                    <a:pt x="7619" y="24130"/>
                  </a:lnTo>
                  <a:close/>
                </a:path>
                <a:path w="7620" h="706120">
                  <a:moveTo>
                    <a:pt x="7619" y="685800"/>
                  </a:moveTo>
                  <a:lnTo>
                    <a:pt x="0" y="685800"/>
                  </a:lnTo>
                  <a:lnTo>
                    <a:pt x="0" y="692150"/>
                  </a:lnTo>
                  <a:lnTo>
                    <a:pt x="7619" y="692150"/>
                  </a:lnTo>
                  <a:lnTo>
                    <a:pt x="7619" y="685800"/>
                  </a:lnTo>
                  <a:close/>
                </a:path>
                <a:path w="7620" h="706120">
                  <a:moveTo>
                    <a:pt x="7619" y="692150"/>
                  </a:moveTo>
                  <a:lnTo>
                    <a:pt x="0" y="692150"/>
                  </a:lnTo>
                  <a:lnTo>
                    <a:pt x="0" y="698500"/>
                  </a:lnTo>
                  <a:lnTo>
                    <a:pt x="7619" y="698500"/>
                  </a:lnTo>
                  <a:lnTo>
                    <a:pt x="7619" y="692150"/>
                  </a:lnTo>
                  <a:close/>
                </a:path>
                <a:path w="7620" h="706120">
                  <a:moveTo>
                    <a:pt x="7619" y="698500"/>
                  </a:moveTo>
                  <a:lnTo>
                    <a:pt x="0" y="698500"/>
                  </a:lnTo>
                  <a:lnTo>
                    <a:pt x="0" y="704850"/>
                  </a:lnTo>
                  <a:lnTo>
                    <a:pt x="7619" y="704850"/>
                  </a:lnTo>
                  <a:lnTo>
                    <a:pt x="7619" y="698500"/>
                  </a:lnTo>
                  <a:close/>
                </a:path>
                <a:path w="7620" h="706120">
                  <a:moveTo>
                    <a:pt x="7619" y="704850"/>
                  </a:moveTo>
                  <a:lnTo>
                    <a:pt x="0" y="704850"/>
                  </a:lnTo>
                  <a:lnTo>
                    <a:pt x="0" y="706120"/>
                  </a:lnTo>
                  <a:lnTo>
                    <a:pt x="7619" y="706120"/>
                  </a:lnTo>
                  <a:lnTo>
                    <a:pt x="7619" y="704850"/>
                  </a:lnTo>
                  <a:close/>
                </a:path>
              </a:pathLst>
            </a:custGeom>
            <a:solidFill>
              <a:srgbClr val="BDBD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" name="object 445"/>
            <p:cNvSpPr/>
            <p:nvPr/>
          </p:nvSpPr>
          <p:spPr>
            <a:xfrm>
              <a:off x="804291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CBC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" name="object 446"/>
            <p:cNvSpPr/>
            <p:nvPr/>
          </p:nvSpPr>
          <p:spPr>
            <a:xfrm>
              <a:off x="805053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BBB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" name="object 447"/>
            <p:cNvSpPr/>
            <p:nvPr/>
          </p:nvSpPr>
          <p:spPr>
            <a:xfrm>
              <a:off x="805815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BBB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" name="object 448"/>
            <p:cNvSpPr/>
            <p:nvPr/>
          </p:nvSpPr>
          <p:spPr>
            <a:xfrm>
              <a:off x="8065770" y="4053852"/>
              <a:ext cx="8890" cy="706120"/>
            </a:xfrm>
            <a:custGeom>
              <a:avLst/>
              <a:gdLst/>
              <a:ahLst/>
              <a:cxnLst/>
              <a:rect l="l" t="t" r="r" b="b"/>
              <a:pathLst>
                <a:path w="8890" h="706120">
                  <a:moveTo>
                    <a:pt x="889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8890" y="706107"/>
                  </a:lnTo>
                  <a:lnTo>
                    <a:pt x="8890" y="704850"/>
                  </a:lnTo>
                  <a:close/>
                </a:path>
                <a:path w="8890" h="706120">
                  <a:moveTo>
                    <a:pt x="889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8890" y="704837"/>
                  </a:lnTo>
                  <a:lnTo>
                    <a:pt x="8890" y="698500"/>
                  </a:lnTo>
                  <a:close/>
                </a:path>
                <a:path w="8890" h="706120">
                  <a:moveTo>
                    <a:pt x="889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8890" y="698487"/>
                  </a:lnTo>
                  <a:lnTo>
                    <a:pt x="8890" y="692150"/>
                  </a:lnTo>
                  <a:close/>
                </a:path>
                <a:path w="8890" h="706120">
                  <a:moveTo>
                    <a:pt x="889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8890" y="692137"/>
                  </a:lnTo>
                  <a:lnTo>
                    <a:pt x="8890" y="685800"/>
                  </a:lnTo>
                  <a:close/>
                </a:path>
                <a:path w="8890" h="706120">
                  <a:moveTo>
                    <a:pt x="889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8890" y="685787"/>
                  </a:lnTo>
                  <a:lnTo>
                    <a:pt x="8890" y="24130"/>
                  </a:lnTo>
                  <a:close/>
                </a:path>
                <a:path w="8890" h="706120">
                  <a:moveTo>
                    <a:pt x="889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8890" y="24117"/>
                  </a:lnTo>
                  <a:lnTo>
                    <a:pt x="8890" y="19050"/>
                  </a:lnTo>
                  <a:close/>
                </a:path>
                <a:path w="8890" h="706120">
                  <a:moveTo>
                    <a:pt x="889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8890" y="19037"/>
                  </a:lnTo>
                  <a:lnTo>
                    <a:pt x="8890" y="12700"/>
                  </a:lnTo>
                  <a:close/>
                </a:path>
                <a:path w="8890" h="706120">
                  <a:moveTo>
                    <a:pt x="889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8890" y="12687"/>
                  </a:lnTo>
                  <a:lnTo>
                    <a:pt x="8890" y="6350"/>
                  </a:lnTo>
                  <a:close/>
                </a:path>
                <a:path w="8890" h="706120">
                  <a:moveTo>
                    <a:pt x="889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8890" y="6337"/>
                  </a:lnTo>
                  <a:lnTo>
                    <a:pt x="8890" y="0"/>
                  </a:lnTo>
                  <a:close/>
                </a:path>
              </a:pathLst>
            </a:custGeom>
            <a:solidFill>
              <a:srgbClr val="BABA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" name="object 449"/>
            <p:cNvSpPr/>
            <p:nvPr/>
          </p:nvSpPr>
          <p:spPr>
            <a:xfrm>
              <a:off x="807466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9B9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" name="object 450"/>
            <p:cNvSpPr/>
            <p:nvPr/>
          </p:nvSpPr>
          <p:spPr>
            <a:xfrm>
              <a:off x="808228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9B9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" name="object 451"/>
            <p:cNvSpPr/>
            <p:nvPr/>
          </p:nvSpPr>
          <p:spPr>
            <a:xfrm>
              <a:off x="808990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8B8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" name="object 452"/>
            <p:cNvSpPr/>
            <p:nvPr/>
          </p:nvSpPr>
          <p:spPr>
            <a:xfrm>
              <a:off x="809752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7B7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" name="object 453"/>
            <p:cNvSpPr/>
            <p:nvPr/>
          </p:nvSpPr>
          <p:spPr>
            <a:xfrm>
              <a:off x="810514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6B6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" name="object 454"/>
            <p:cNvSpPr/>
            <p:nvPr/>
          </p:nvSpPr>
          <p:spPr>
            <a:xfrm>
              <a:off x="811276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6B6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" name="object 455"/>
            <p:cNvSpPr/>
            <p:nvPr/>
          </p:nvSpPr>
          <p:spPr>
            <a:xfrm>
              <a:off x="812038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5B5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" name="object 456"/>
            <p:cNvSpPr/>
            <p:nvPr/>
          </p:nvSpPr>
          <p:spPr>
            <a:xfrm>
              <a:off x="8128000" y="4053852"/>
              <a:ext cx="8890" cy="706120"/>
            </a:xfrm>
            <a:custGeom>
              <a:avLst/>
              <a:gdLst/>
              <a:ahLst/>
              <a:cxnLst/>
              <a:rect l="l" t="t" r="r" b="b"/>
              <a:pathLst>
                <a:path w="8890" h="706120">
                  <a:moveTo>
                    <a:pt x="889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8890" y="706107"/>
                  </a:lnTo>
                  <a:lnTo>
                    <a:pt x="8890" y="704850"/>
                  </a:lnTo>
                  <a:close/>
                </a:path>
                <a:path w="8890" h="706120">
                  <a:moveTo>
                    <a:pt x="889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8890" y="704837"/>
                  </a:lnTo>
                  <a:lnTo>
                    <a:pt x="8890" y="698500"/>
                  </a:lnTo>
                  <a:close/>
                </a:path>
                <a:path w="8890" h="706120">
                  <a:moveTo>
                    <a:pt x="889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8890" y="698487"/>
                  </a:lnTo>
                  <a:lnTo>
                    <a:pt x="8890" y="692150"/>
                  </a:lnTo>
                  <a:close/>
                </a:path>
                <a:path w="8890" h="706120">
                  <a:moveTo>
                    <a:pt x="889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8890" y="692137"/>
                  </a:lnTo>
                  <a:lnTo>
                    <a:pt x="8890" y="685800"/>
                  </a:lnTo>
                  <a:close/>
                </a:path>
                <a:path w="8890" h="706120">
                  <a:moveTo>
                    <a:pt x="889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8890" y="685787"/>
                  </a:lnTo>
                  <a:lnTo>
                    <a:pt x="8890" y="24130"/>
                  </a:lnTo>
                  <a:close/>
                </a:path>
                <a:path w="8890" h="706120">
                  <a:moveTo>
                    <a:pt x="889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8890" y="24117"/>
                  </a:lnTo>
                  <a:lnTo>
                    <a:pt x="8890" y="19050"/>
                  </a:lnTo>
                  <a:close/>
                </a:path>
                <a:path w="8890" h="706120">
                  <a:moveTo>
                    <a:pt x="889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8890" y="19037"/>
                  </a:lnTo>
                  <a:lnTo>
                    <a:pt x="8890" y="12700"/>
                  </a:lnTo>
                  <a:close/>
                </a:path>
                <a:path w="8890" h="706120">
                  <a:moveTo>
                    <a:pt x="889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8890" y="12687"/>
                  </a:lnTo>
                  <a:lnTo>
                    <a:pt x="8890" y="6350"/>
                  </a:lnTo>
                  <a:close/>
                </a:path>
                <a:path w="8890" h="706120">
                  <a:moveTo>
                    <a:pt x="889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8890" y="6337"/>
                  </a:lnTo>
                  <a:lnTo>
                    <a:pt x="8890" y="0"/>
                  </a:lnTo>
                  <a:close/>
                </a:path>
              </a:pathLst>
            </a:custGeom>
            <a:solidFill>
              <a:srgbClr val="B4B4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" name="object 457"/>
            <p:cNvSpPr/>
            <p:nvPr/>
          </p:nvSpPr>
          <p:spPr>
            <a:xfrm>
              <a:off x="813689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4B4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" name="object 458"/>
            <p:cNvSpPr/>
            <p:nvPr/>
          </p:nvSpPr>
          <p:spPr>
            <a:xfrm>
              <a:off x="814451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3B3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" name="object 459"/>
            <p:cNvSpPr/>
            <p:nvPr/>
          </p:nvSpPr>
          <p:spPr>
            <a:xfrm>
              <a:off x="815213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2B2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" name="object 460"/>
            <p:cNvSpPr/>
            <p:nvPr/>
          </p:nvSpPr>
          <p:spPr>
            <a:xfrm>
              <a:off x="815975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2B2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" name="object 461"/>
            <p:cNvSpPr/>
            <p:nvPr/>
          </p:nvSpPr>
          <p:spPr>
            <a:xfrm>
              <a:off x="816737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1B1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" name="object 462"/>
            <p:cNvSpPr/>
            <p:nvPr/>
          </p:nvSpPr>
          <p:spPr>
            <a:xfrm>
              <a:off x="817499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0B0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" name="object 463"/>
            <p:cNvSpPr/>
            <p:nvPr/>
          </p:nvSpPr>
          <p:spPr>
            <a:xfrm>
              <a:off x="818261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FAF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" name="object 464"/>
            <p:cNvSpPr/>
            <p:nvPr/>
          </p:nvSpPr>
          <p:spPr>
            <a:xfrm>
              <a:off x="8190230" y="4053852"/>
              <a:ext cx="8890" cy="706120"/>
            </a:xfrm>
            <a:custGeom>
              <a:avLst/>
              <a:gdLst/>
              <a:ahLst/>
              <a:cxnLst/>
              <a:rect l="l" t="t" r="r" b="b"/>
              <a:pathLst>
                <a:path w="8890" h="706120">
                  <a:moveTo>
                    <a:pt x="889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8890" y="706107"/>
                  </a:lnTo>
                  <a:lnTo>
                    <a:pt x="8890" y="704850"/>
                  </a:lnTo>
                  <a:close/>
                </a:path>
                <a:path w="8890" h="706120">
                  <a:moveTo>
                    <a:pt x="889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8890" y="704837"/>
                  </a:lnTo>
                  <a:lnTo>
                    <a:pt x="8890" y="698500"/>
                  </a:lnTo>
                  <a:close/>
                </a:path>
                <a:path w="8890" h="706120">
                  <a:moveTo>
                    <a:pt x="889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8890" y="698487"/>
                  </a:lnTo>
                  <a:lnTo>
                    <a:pt x="8890" y="692150"/>
                  </a:lnTo>
                  <a:close/>
                </a:path>
                <a:path w="8890" h="706120">
                  <a:moveTo>
                    <a:pt x="889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8890" y="692137"/>
                  </a:lnTo>
                  <a:lnTo>
                    <a:pt x="8890" y="685800"/>
                  </a:lnTo>
                  <a:close/>
                </a:path>
                <a:path w="8890" h="706120">
                  <a:moveTo>
                    <a:pt x="889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8890" y="685787"/>
                  </a:lnTo>
                  <a:lnTo>
                    <a:pt x="8890" y="24130"/>
                  </a:lnTo>
                  <a:close/>
                </a:path>
                <a:path w="8890" h="706120">
                  <a:moveTo>
                    <a:pt x="889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8890" y="24117"/>
                  </a:lnTo>
                  <a:lnTo>
                    <a:pt x="8890" y="19050"/>
                  </a:lnTo>
                  <a:close/>
                </a:path>
                <a:path w="8890" h="706120">
                  <a:moveTo>
                    <a:pt x="889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8890" y="19037"/>
                  </a:lnTo>
                  <a:lnTo>
                    <a:pt x="8890" y="12700"/>
                  </a:lnTo>
                  <a:close/>
                </a:path>
                <a:path w="8890" h="706120">
                  <a:moveTo>
                    <a:pt x="889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8890" y="12687"/>
                  </a:lnTo>
                  <a:lnTo>
                    <a:pt x="8890" y="6350"/>
                  </a:lnTo>
                  <a:close/>
                </a:path>
                <a:path w="8890" h="706120">
                  <a:moveTo>
                    <a:pt x="889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8890" y="6337"/>
                  </a:lnTo>
                  <a:lnTo>
                    <a:pt x="8890" y="0"/>
                  </a:lnTo>
                  <a:close/>
                </a:path>
              </a:pathLst>
            </a:custGeom>
            <a:solidFill>
              <a:srgbClr val="AFAF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" name="object 465"/>
            <p:cNvSpPr/>
            <p:nvPr/>
          </p:nvSpPr>
          <p:spPr>
            <a:xfrm>
              <a:off x="819912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EAE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" name="object 466"/>
            <p:cNvSpPr/>
            <p:nvPr/>
          </p:nvSpPr>
          <p:spPr>
            <a:xfrm>
              <a:off x="820674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DAD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" name="object 467"/>
            <p:cNvSpPr/>
            <p:nvPr/>
          </p:nvSpPr>
          <p:spPr>
            <a:xfrm>
              <a:off x="821436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DAD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" name="object 468"/>
            <p:cNvSpPr/>
            <p:nvPr/>
          </p:nvSpPr>
          <p:spPr>
            <a:xfrm>
              <a:off x="822198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CAC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" name="object 469"/>
            <p:cNvSpPr/>
            <p:nvPr/>
          </p:nvSpPr>
          <p:spPr>
            <a:xfrm>
              <a:off x="822960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BAB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" name="object 470"/>
            <p:cNvSpPr/>
            <p:nvPr/>
          </p:nvSpPr>
          <p:spPr>
            <a:xfrm>
              <a:off x="823722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BAB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" name="object 471"/>
            <p:cNvSpPr/>
            <p:nvPr/>
          </p:nvSpPr>
          <p:spPr>
            <a:xfrm>
              <a:off x="824484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9A9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" name="object 472"/>
            <p:cNvSpPr/>
            <p:nvPr/>
          </p:nvSpPr>
          <p:spPr>
            <a:xfrm>
              <a:off x="8252460" y="4053852"/>
              <a:ext cx="8890" cy="706120"/>
            </a:xfrm>
            <a:custGeom>
              <a:avLst/>
              <a:gdLst/>
              <a:ahLst/>
              <a:cxnLst/>
              <a:rect l="l" t="t" r="r" b="b"/>
              <a:pathLst>
                <a:path w="8890" h="706120">
                  <a:moveTo>
                    <a:pt x="889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8890" y="706107"/>
                  </a:lnTo>
                  <a:lnTo>
                    <a:pt x="8890" y="704850"/>
                  </a:lnTo>
                  <a:close/>
                </a:path>
                <a:path w="8890" h="706120">
                  <a:moveTo>
                    <a:pt x="889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8890" y="704837"/>
                  </a:lnTo>
                  <a:lnTo>
                    <a:pt x="8890" y="698500"/>
                  </a:lnTo>
                  <a:close/>
                </a:path>
                <a:path w="8890" h="706120">
                  <a:moveTo>
                    <a:pt x="889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8890" y="698487"/>
                  </a:lnTo>
                  <a:lnTo>
                    <a:pt x="8890" y="692150"/>
                  </a:lnTo>
                  <a:close/>
                </a:path>
                <a:path w="8890" h="706120">
                  <a:moveTo>
                    <a:pt x="889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8890" y="692137"/>
                  </a:lnTo>
                  <a:lnTo>
                    <a:pt x="8890" y="685800"/>
                  </a:lnTo>
                  <a:close/>
                </a:path>
                <a:path w="8890" h="706120">
                  <a:moveTo>
                    <a:pt x="889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8890" y="685787"/>
                  </a:lnTo>
                  <a:lnTo>
                    <a:pt x="8890" y="24130"/>
                  </a:lnTo>
                  <a:close/>
                </a:path>
                <a:path w="8890" h="706120">
                  <a:moveTo>
                    <a:pt x="889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8890" y="24117"/>
                  </a:lnTo>
                  <a:lnTo>
                    <a:pt x="8890" y="19050"/>
                  </a:lnTo>
                  <a:close/>
                </a:path>
                <a:path w="8890" h="706120">
                  <a:moveTo>
                    <a:pt x="889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8890" y="19037"/>
                  </a:lnTo>
                  <a:lnTo>
                    <a:pt x="8890" y="12700"/>
                  </a:lnTo>
                  <a:close/>
                </a:path>
                <a:path w="8890" h="706120">
                  <a:moveTo>
                    <a:pt x="889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8890" y="12687"/>
                  </a:lnTo>
                  <a:lnTo>
                    <a:pt x="8890" y="6350"/>
                  </a:lnTo>
                  <a:close/>
                </a:path>
                <a:path w="8890" h="706120">
                  <a:moveTo>
                    <a:pt x="889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8890" y="6337"/>
                  </a:lnTo>
                  <a:lnTo>
                    <a:pt x="8890" y="0"/>
                  </a:lnTo>
                  <a:close/>
                </a:path>
              </a:pathLst>
            </a:custGeom>
            <a:solidFill>
              <a:srgbClr val="AAAA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" name="object 473"/>
            <p:cNvSpPr/>
            <p:nvPr/>
          </p:nvSpPr>
          <p:spPr>
            <a:xfrm>
              <a:off x="826135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BAB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" name="object 474"/>
            <p:cNvSpPr/>
            <p:nvPr/>
          </p:nvSpPr>
          <p:spPr>
            <a:xfrm>
              <a:off x="826897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BAB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" name="object 475"/>
            <p:cNvSpPr/>
            <p:nvPr/>
          </p:nvSpPr>
          <p:spPr>
            <a:xfrm>
              <a:off x="827659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CAC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" name="object 476"/>
            <p:cNvSpPr/>
            <p:nvPr/>
          </p:nvSpPr>
          <p:spPr>
            <a:xfrm>
              <a:off x="828421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DAD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" name="object 477"/>
            <p:cNvSpPr/>
            <p:nvPr/>
          </p:nvSpPr>
          <p:spPr>
            <a:xfrm>
              <a:off x="829183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DAD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" name="object 478"/>
            <p:cNvSpPr/>
            <p:nvPr/>
          </p:nvSpPr>
          <p:spPr>
            <a:xfrm>
              <a:off x="8299450" y="4053852"/>
              <a:ext cx="8890" cy="706120"/>
            </a:xfrm>
            <a:custGeom>
              <a:avLst/>
              <a:gdLst/>
              <a:ahLst/>
              <a:cxnLst/>
              <a:rect l="l" t="t" r="r" b="b"/>
              <a:pathLst>
                <a:path w="8890" h="706120">
                  <a:moveTo>
                    <a:pt x="889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8890" y="706107"/>
                  </a:lnTo>
                  <a:lnTo>
                    <a:pt x="8890" y="704850"/>
                  </a:lnTo>
                  <a:close/>
                </a:path>
                <a:path w="8890" h="706120">
                  <a:moveTo>
                    <a:pt x="889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8890" y="704837"/>
                  </a:lnTo>
                  <a:lnTo>
                    <a:pt x="8890" y="698500"/>
                  </a:lnTo>
                  <a:close/>
                </a:path>
                <a:path w="8890" h="706120">
                  <a:moveTo>
                    <a:pt x="889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8890" y="698487"/>
                  </a:lnTo>
                  <a:lnTo>
                    <a:pt x="8890" y="692150"/>
                  </a:lnTo>
                  <a:close/>
                </a:path>
                <a:path w="8890" h="706120">
                  <a:moveTo>
                    <a:pt x="889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8890" y="692137"/>
                  </a:lnTo>
                  <a:lnTo>
                    <a:pt x="8890" y="685800"/>
                  </a:lnTo>
                  <a:close/>
                </a:path>
                <a:path w="8890" h="706120">
                  <a:moveTo>
                    <a:pt x="889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8890" y="685787"/>
                  </a:lnTo>
                  <a:lnTo>
                    <a:pt x="8890" y="24130"/>
                  </a:lnTo>
                  <a:close/>
                </a:path>
                <a:path w="8890" h="706120">
                  <a:moveTo>
                    <a:pt x="889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8890" y="24117"/>
                  </a:lnTo>
                  <a:lnTo>
                    <a:pt x="8890" y="19050"/>
                  </a:lnTo>
                  <a:close/>
                </a:path>
                <a:path w="8890" h="706120">
                  <a:moveTo>
                    <a:pt x="889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8890" y="19037"/>
                  </a:lnTo>
                  <a:lnTo>
                    <a:pt x="8890" y="12700"/>
                  </a:lnTo>
                  <a:close/>
                </a:path>
                <a:path w="8890" h="706120">
                  <a:moveTo>
                    <a:pt x="889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8890" y="12687"/>
                  </a:lnTo>
                  <a:lnTo>
                    <a:pt x="8890" y="6350"/>
                  </a:lnTo>
                  <a:close/>
                </a:path>
                <a:path w="8890" h="706120">
                  <a:moveTo>
                    <a:pt x="889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8890" y="6337"/>
                  </a:lnTo>
                  <a:lnTo>
                    <a:pt x="8890" y="0"/>
                  </a:lnTo>
                  <a:close/>
                </a:path>
              </a:pathLst>
            </a:custGeom>
            <a:solidFill>
              <a:srgbClr val="AEAE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" name="object 479"/>
            <p:cNvSpPr/>
            <p:nvPr/>
          </p:nvSpPr>
          <p:spPr>
            <a:xfrm>
              <a:off x="8308340" y="4053852"/>
              <a:ext cx="6350" cy="706120"/>
            </a:xfrm>
            <a:custGeom>
              <a:avLst/>
              <a:gdLst/>
              <a:ahLst/>
              <a:cxnLst/>
              <a:rect l="l" t="t" r="r" b="b"/>
              <a:pathLst>
                <a:path w="6350" h="706120">
                  <a:moveTo>
                    <a:pt x="635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6350" y="706107"/>
                  </a:lnTo>
                  <a:lnTo>
                    <a:pt x="6350" y="704850"/>
                  </a:lnTo>
                  <a:close/>
                </a:path>
                <a:path w="6350" h="706120">
                  <a:moveTo>
                    <a:pt x="635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6350" y="704837"/>
                  </a:lnTo>
                  <a:lnTo>
                    <a:pt x="6350" y="698500"/>
                  </a:lnTo>
                  <a:close/>
                </a:path>
                <a:path w="6350" h="706120">
                  <a:moveTo>
                    <a:pt x="635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6350" y="698487"/>
                  </a:lnTo>
                  <a:lnTo>
                    <a:pt x="6350" y="692150"/>
                  </a:lnTo>
                  <a:close/>
                </a:path>
                <a:path w="6350" h="706120">
                  <a:moveTo>
                    <a:pt x="635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6350" y="692137"/>
                  </a:lnTo>
                  <a:lnTo>
                    <a:pt x="6350" y="685800"/>
                  </a:lnTo>
                  <a:close/>
                </a:path>
                <a:path w="6350" h="706120">
                  <a:moveTo>
                    <a:pt x="635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6350" y="685787"/>
                  </a:lnTo>
                  <a:lnTo>
                    <a:pt x="6350" y="24130"/>
                  </a:lnTo>
                  <a:close/>
                </a:path>
                <a:path w="6350" h="706120">
                  <a:moveTo>
                    <a:pt x="635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6350" y="24117"/>
                  </a:lnTo>
                  <a:lnTo>
                    <a:pt x="6350" y="19050"/>
                  </a:lnTo>
                  <a:close/>
                </a:path>
                <a:path w="6350" h="706120">
                  <a:moveTo>
                    <a:pt x="635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6350" y="19037"/>
                  </a:lnTo>
                  <a:lnTo>
                    <a:pt x="6350" y="12700"/>
                  </a:lnTo>
                  <a:close/>
                </a:path>
                <a:path w="6350" h="706120">
                  <a:moveTo>
                    <a:pt x="635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6350" y="12687"/>
                  </a:lnTo>
                  <a:lnTo>
                    <a:pt x="6350" y="6350"/>
                  </a:lnTo>
                  <a:close/>
                </a:path>
                <a:path w="6350" h="706120">
                  <a:moveTo>
                    <a:pt x="635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6350" y="6337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AFAF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" name="object 480"/>
            <p:cNvSpPr/>
            <p:nvPr/>
          </p:nvSpPr>
          <p:spPr>
            <a:xfrm>
              <a:off x="8314690" y="4053852"/>
              <a:ext cx="8890" cy="706120"/>
            </a:xfrm>
            <a:custGeom>
              <a:avLst/>
              <a:gdLst/>
              <a:ahLst/>
              <a:cxnLst/>
              <a:rect l="l" t="t" r="r" b="b"/>
              <a:pathLst>
                <a:path w="8890" h="706120">
                  <a:moveTo>
                    <a:pt x="889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8890" y="706107"/>
                  </a:lnTo>
                  <a:lnTo>
                    <a:pt x="8890" y="704850"/>
                  </a:lnTo>
                  <a:close/>
                </a:path>
                <a:path w="8890" h="706120">
                  <a:moveTo>
                    <a:pt x="889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8890" y="704837"/>
                  </a:lnTo>
                  <a:lnTo>
                    <a:pt x="8890" y="698500"/>
                  </a:lnTo>
                  <a:close/>
                </a:path>
                <a:path w="8890" h="706120">
                  <a:moveTo>
                    <a:pt x="889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8890" y="698487"/>
                  </a:lnTo>
                  <a:lnTo>
                    <a:pt x="8890" y="692150"/>
                  </a:lnTo>
                  <a:close/>
                </a:path>
                <a:path w="8890" h="706120">
                  <a:moveTo>
                    <a:pt x="889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8890" y="692137"/>
                  </a:lnTo>
                  <a:lnTo>
                    <a:pt x="8890" y="685800"/>
                  </a:lnTo>
                  <a:close/>
                </a:path>
                <a:path w="8890" h="706120">
                  <a:moveTo>
                    <a:pt x="889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8890" y="685787"/>
                  </a:lnTo>
                  <a:lnTo>
                    <a:pt x="8890" y="24130"/>
                  </a:lnTo>
                  <a:close/>
                </a:path>
                <a:path w="8890" h="706120">
                  <a:moveTo>
                    <a:pt x="889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8890" y="24117"/>
                  </a:lnTo>
                  <a:lnTo>
                    <a:pt x="8890" y="19050"/>
                  </a:lnTo>
                  <a:close/>
                </a:path>
                <a:path w="8890" h="706120">
                  <a:moveTo>
                    <a:pt x="889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8890" y="19037"/>
                  </a:lnTo>
                  <a:lnTo>
                    <a:pt x="8890" y="12700"/>
                  </a:lnTo>
                  <a:close/>
                </a:path>
                <a:path w="8890" h="706120">
                  <a:moveTo>
                    <a:pt x="889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8890" y="12687"/>
                  </a:lnTo>
                  <a:lnTo>
                    <a:pt x="8890" y="6350"/>
                  </a:lnTo>
                  <a:close/>
                </a:path>
                <a:path w="8890" h="706120">
                  <a:moveTo>
                    <a:pt x="889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8890" y="6337"/>
                  </a:lnTo>
                  <a:lnTo>
                    <a:pt x="8890" y="0"/>
                  </a:lnTo>
                  <a:close/>
                </a:path>
              </a:pathLst>
            </a:custGeom>
            <a:solidFill>
              <a:srgbClr val="AFAF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" name="object 481"/>
            <p:cNvSpPr/>
            <p:nvPr/>
          </p:nvSpPr>
          <p:spPr>
            <a:xfrm>
              <a:off x="832358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0B0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" name="object 482"/>
            <p:cNvSpPr/>
            <p:nvPr/>
          </p:nvSpPr>
          <p:spPr>
            <a:xfrm>
              <a:off x="833120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1B1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" name="object 483"/>
            <p:cNvSpPr/>
            <p:nvPr/>
          </p:nvSpPr>
          <p:spPr>
            <a:xfrm>
              <a:off x="833882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2B2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" name="object 484"/>
            <p:cNvSpPr/>
            <p:nvPr/>
          </p:nvSpPr>
          <p:spPr>
            <a:xfrm>
              <a:off x="834644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2B2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" name="object 485"/>
            <p:cNvSpPr/>
            <p:nvPr/>
          </p:nvSpPr>
          <p:spPr>
            <a:xfrm>
              <a:off x="835406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3B3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" name="object 486"/>
            <p:cNvSpPr/>
            <p:nvPr/>
          </p:nvSpPr>
          <p:spPr>
            <a:xfrm>
              <a:off x="8361680" y="4053852"/>
              <a:ext cx="8890" cy="706120"/>
            </a:xfrm>
            <a:custGeom>
              <a:avLst/>
              <a:gdLst/>
              <a:ahLst/>
              <a:cxnLst/>
              <a:rect l="l" t="t" r="r" b="b"/>
              <a:pathLst>
                <a:path w="8890" h="706120">
                  <a:moveTo>
                    <a:pt x="889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8890" y="706107"/>
                  </a:lnTo>
                  <a:lnTo>
                    <a:pt x="8890" y="704850"/>
                  </a:lnTo>
                  <a:close/>
                </a:path>
                <a:path w="8890" h="706120">
                  <a:moveTo>
                    <a:pt x="889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8890" y="704837"/>
                  </a:lnTo>
                  <a:lnTo>
                    <a:pt x="8890" y="698500"/>
                  </a:lnTo>
                  <a:close/>
                </a:path>
                <a:path w="8890" h="706120">
                  <a:moveTo>
                    <a:pt x="889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8890" y="698487"/>
                  </a:lnTo>
                  <a:lnTo>
                    <a:pt x="8890" y="692150"/>
                  </a:lnTo>
                  <a:close/>
                </a:path>
                <a:path w="8890" h="706120">
                  <a:moveTo>
                    <a:pt x="889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8890" y="692137"/>
                  </a:lnTo>
                  <a:lnTo>
                    <a:pt x="8890" y="685800"/>
                  </a:lnTo>
                  <a:close/>
                </a:path>
                <a:path w="8890" h="706120">
                  <a:moveTo>
                    <a:pt x="889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8890" y="685787"/>
                  </a:lnTo>
                  <a:lnTo>
                    <a:pt x="8890" y="24130"/>
                  </a:lnTo>
                  <a:close/>
                </a:path>
                <a:path w="8890" h="706120">
                  <a:moveTo>
                    <a:pt x="889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8890" y="24117"/>
                  </a:lnTo>
                  <a:lnTo>
                    <a:pt x="8890" y="19050"/>
                  </a:lnTo>
                  <a:close/>
                </a:path>
                <a:path w="8890" h="706120">
                  <a:moveTo>
                    <a:pt x="889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8890" y="19037"/>
                  </a:lnTo>
                  <a:lnTo>
                    <a:pt x="8890" y="12700"/>
                  </a:lnTo>
                  <a:close/>
                </a:path>
                <a:path w="8890" h="706120">
                  <a:moveTo>
                    <a:pt x="889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8890" y="12687"/>
                  </a:lnTo>
                  <a:lnTo>
                    <a:pt x="8890" y="6350"/>
                  </a:lnTo>
                  <a:close/>
                </a:path>
                <a:path w="8890" h="706120">
                  <a:moveTo>
                    <a:pt x="889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8890" y="6337"/>
                  </a:lnTo>
                  <a:lnTo>
                    <a:pt x="8890" y="0"/>
                  </a:lnTo>
                  <a:close/>
                </a:path>
              </a:pathLst>
            </a:custGeom>
            <a:solidFill>
              <a:srgbClr val="B4B4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" name="object 487"/>
            <p:cNvSpPr/>
            <p:nvPr/>
          </p:nvSpPr>
          <p:spPr>
            <a:xfrm>
              <a:off x="837057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4B4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" name="object 488"/>
            <p:cNvSpPr/>
            <p:nvPr/>
          </p:nvSpPr>
          <p:spPr>
            <a:xfrm>
              <a:off x="837819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5B5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" name="object 489"/>
            <p:cNvSpPr/>
            <p:nvPr/>
          </p:nvSpPr>
          <p:spPr>
            <a:xfrm>
              <a:off x="838581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6B6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" name="object 490"/>
            <p:cNvSpPr/>
            <p:nvPr/>
          </p:nvSpPr>
          <p:spPr>
            <a:xfrm>
              <a:off x="839343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6B6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" name="object 491"/>
            <p:cNvSpPr/>
            <p:nvPr/>
          </p:nvSpPr>
          <p:spPr>
            <a:xfrm>
              <a:off x="840105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7B7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" name="object 492"/>
            <p:cNvSpPr/>
            <p:nvPr/>
          </p:nvSpPr>
          <p:spPr>
            <a:xfrm>
              <a:off x="840867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8B8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" name="object 493"/>
            <p:cNvSpPr/>
            <p:nvPr/>
          </p:nvSpPr>
          <p:spPr>
            <a:xfrm>
              <a:off x="841629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9B9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" name="object 494"/>
            <p:cNvSpPr/>
            <p:nvPr/>
          </p:nvSpPr>
          <p:spPr>
            <a:xfrm>
              <a:off x="8423910" y="4053852"/>
              <a:ext cx="8890" cy="706120"/>
            </a:xfrm>
            <a:custGeom>
              <a:avLst/>
              <a:gdLst/>
              <a:ahLst/>
              <a:cxnLst/>
              <a:rect l="l" t="t" r="r" b="b"/>
              <a:pathLst>
                <a:path w="8890" h="706120">
                  <a:moveTo>
                    <a:pt x="889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8890" y="706107"/>
                  </a:lnTo>
                  <a:lnTo>
                    <a:pt x="8890" y="704850"/>
                  </a:lnTo>
                  <a:close/>
                </a:path>
                <a:path w="8890" h="706120">
                  <a:moveTo>
                    <a:pt x="889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8890" y="704837"/>
                  </a:lnTo>
                  <a:lnTo>
                    <a:pt x="8890" y="698500"/>
                  </a:lnTo>
                  <a:close/>
                </a:path>
                <a:path w="8890" h="706120">
                  <a:moveTo>
                    <a:pt x="889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8890" y="698487"/>
                  </a:lnTo>
                  <a:lnTo>
                    <a:pt x="8890" y="692150"/>
                  </a:lnTo>
                  <a:close/>
                </a:path>
                <a:path w="8890" h="706120">
                  <a:moveTo>
                    <a:pt x="889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8890" y="692137"/>
                  </a:lnTo>
                  <a:lnTo>
                    <a:pt x="8890" y="685800"/>
                  </a:lnTo>
                  <a:close/>
                </a:path>
                <a:path w="8890" h="706120">
                  <a:moveTo>
                    <a:pt x="889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8890" y="685787"/>
                  </a:lnTo>
                  <a:lnTo>
                    <a:pt x="8890" y="24130"/>
                  </a:lnTo>
                  <a:close/>
                </a:path>
                <a:path w="8890" h="706120">
                  <a:moveTo>
                    <a:pt x="889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8890" y="24117"/>
                  </a:lnTo>
                  <a:lnTo>
                    <a:pt x="8890" y="19050"/>
                  </a:lnTo>
                  <a:close/>
                </a:path>
                <a:path w="8890" h="706120">
                  <a:moveTo>
                    <a:pt x="889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8890" y="19037"/>
                  </a:lnTo>
                  <a:lnTo>
                    <a:pt x="8890" y="12700"/>
                  </a:lnTo>
                  <a:close/>
                </a:path>
                <a:path w="8890" h="706120">
                  <a:moveTo>
                    <a:pt x="889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8890" y="12687"/>
                  </a:lnTo>
                  <a:lnTo>
                    <a:pt x="8890" y="6350"/>
                  </a:lnTo>
                  <a:close/>
                </a:path>
                <a:path w="8890" h="706120">
                  <a:moveTo>
                    <a:pt x="889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8890" y="6337"/>
                  </a:lnTo>
                  <a:lnTo>
                    <a:pt x="8890" y="0"/>
                  </a:lnTo>
                  <a:close/>
                </a:path>
              </a:pathLst>
            </a:custGeom>
            <a:solidFill>
              <a:srgbClr val="B9B9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" name="object 495"/>
            <p:cNvSpPr/>
            <p:nvPr/>
          </p:nvSpPr>
          <p:spPr>
            <a:xfrm>
              <a:off x="843280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ABA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" name="object 496"/>
            <p:cNvSpPr/>
            <p:nvPr/>
          </p:nvSpPr>
          <p:spPr>
            <a:xfrm>
              <a:off x="8440420" y="4053840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507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7620" y="6349"/>
                  </a:lnTo>
                  <a:lnTo>
                    <a:pt x="7620" y="1269"/>
                  </a:lnTo>
                  <a:lnTo>
                    <a:pt x="5079" y="1269"/>
                  </a:lnTo>
                  <a:lnTo>
                    <a:pt x="5079" y="0"/>
                  </a:lnTo>
                  <a:close/>
                </a:path>
                <a:path w="7620" h="706120">
                  <a:moveTo>
                    <a:pt x="762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7620" y="12699"/>
                  </a:lnTo>
                  <a:lnTo>
                    <a:pt x="7620" y="6349"/>
                  </a:lnTo>
                  <a:close/>
                </a:path>
                <a:path w="7620" h="706120">
                  <a:moveTo>
                    <a:pt x="762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7620" y="19049"/>
                  </a:lnTo>
                  <a:lnTo>
                    <a:pt x="7620" y="12699"/>
                  </a:lnTo>
                  <a:close/>
                </a:path>
                <a:path w="7620" h="706120">
                  <a:moveTo>
                    <a:pt x="7620" y="19049"/>
                  </a:moveTo>
                  <a:lnTo>
                    <a:pt x="0" y="19049"/>
                  </a:lnTo>
                  <a:lnTo>
                    <a:pt x="0" y="24129"/>
                  </a:lnTo>
                  <a:lnTo>
                    <a:pt x="7620" y="24129"/>
                  </a:lnTo>
                  <a:lnTo>
                    <a:pt x="7620" y="19049"/>
                  </a:lnTo>
                  <a:close/>
                </a:path>
                <a:path w="7620" h="706120">
                  <a:moveTo>
                    <a:pt x="7620" y="24129"/>
                  </a:moveTo>
                  <a:lnTo>
                    <a:pt x="0" y="24129"/>
                  </a:lnTo>
                  <a:lnTo>
                    <a:pt x="0" y="685799"/>
                  </a:lnTo>
                  <a:lnTo>
                    <a:pt x="7620" y="685799"/>
                  </a:lnTo>
                  <a:lnTo>
                    <a:pt x="7620" y="24129"/>
                  </a:lnTo>
                  <a:close/>
                </a:path>
                <a:path w="7620" h="706120">
                  <a:moveTo>
                    <a:pt x="7620" y="685799"/>
                  </a:moveTo>
                  <a:lnTo>
                    <a:pt x="0" y="685799"/>
                  </a:lnTo>
                  <a:lnTo>
                    <a:pt x="0" y="692149"/>
                  </a:lnTo>
                  <a:lnTo>
                    <a:pt x="7620" y="692149"/>
                  </a:lnTo>
                  <a:lnTo>
                    <a:pt x="7620" y="685799"/>
                  </a:lnTo>
                  <a:close/>
                </a:path>
                <a:path w="7620" h="706120">
                  <a:moveTo>
                    <a:pt x="7620" y="692149"/>
                  </a:moveTo>
                  <a:lnTo>
                    <a:pt x="0" y="692149"/>
                  </a:lnTo>
                  <a:lnTo>
                    <a:pt x="0" y="698499"/>
                  </a:lnTo>
                  <a:lnTo>
                    <a:pt x="7620" y="698499"/>
                  </a:lnTo>
                  <a:lnTo>
                    <a:pt x="7620" y="692149"/>
                  </a:lnTo>
                  <a:close/>
                </a:path>
                <a:path w="7620" h="706120">
                  <a:moveTo>
                    <a:pt x="7620" y="698499"/>
                  </a:moveTo>
                  <a:lnTo>
                    <a:pt x="0" y="698499"/>
                  </a:lnTo>
                  <a:lnTo>
                    <a:pt x="0" y="704849"/>
                  </a:lnTo>
                  <a:lnTo>
                    <a:pt x="7620" y="704849"/>
                  </a:lnTo>
                  <a:lnTo>
                    <a:pt x="7620" y="698499"/>
                  </a:lnTo>
                  <a:close/>
                </a:path>
                <a:path w="7620" h="706120">
                  <a:moveTo>
                    <a:pt x="7620" y="704849"/>
                  </a:moveTo>
                  <a:lnTo>
                    <a:pt x="0" y="704849"/>
                  </a:lnTo>
                  <a:lnTo>
                    <a:pt x="0" y="706119"/>
                  </a:lnTo>
                  <a:lnTo>
                    <a:pt x="7620" y="706119"/>
                  </a:lnTo>
                  <a:lnTo>
                    <a:pt x="7620" y="704849"/>
                  </a:lnTo>
                  <a:close/>
                </a:path>
              </a:pathLst>
            </a:custGeom>
            <a:solidFill>
              <a:srgbClr val="BBBB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" name="object 497"/>
            <p:cNvSpPr/>
            <p:nvPr/>
          </p:nvSpPr>
          <p:spPr>
            <a:xfrm>
              <a:off x="8448040" y="4056380"/>
              <a:ext cx="7620" cy="703580"/>
            </a:xfrm>
            <a:custGeom>
              <a:avLst/>
              <a:gdLst/>
              <a:ahLst/>
              <a:cxnLst/>
              <a:rect l="l" t="t" r="r" b="b"/>
              <a:pathLst>
                <a:path w="7620" h="703579">
                  <a:moveTo>
                    <a:pt x="635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7619" y="3810"/>
                  </a:lnTo>
                  <a:lnTo>
                    <a:pt x="7619" y="1270"/>
                  </a:lnTo>
                  <a:lnTo>
                    <a:pt x="6350" y="1270"/>
                  </a:lnTo>
                  <a:lnTo>
                    <a:pt x="6350" y="0"/>
                  </a:lnTo>
                  <a:close/>
                </a:path>
                <a:path w="7620" h="703579">
                  <a:moveTo>
                    <a:pt x="761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7619" y="10160"/>
                  </a:lnTo>
                  <a:lnTo>
                    <a:pt x="7619" y="3810"/>
                  </a:lnTo>
                  <a:close/>
                </a:path>
                <a:path w="7620" h="703579">
                  <a:moveTo>
                    <a:pt x="761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7619" y="16510"/>
                  </a:lnTo>
                  <a:lnTo>
                    <a:pt x="7619" y="10160"/>
                  </a:lnTo>
                  <a:close/>
                </a:path>
                <a:path w="7620" h="703579">
                  <a:moveTo>
                    <a:pt x="7619" y="16510"/>
                  </a:moveTo>
                  <a:lnTo>
                    <a:pt x="0" y="16510"/>
                  </a:lnTo>
                  <a:lnTo>
                    <a:pt x="0" y="21590"/>
                  </a:lnTo>
                  <a:lnTo>
                    <a:pt x="7619" y="21590"/>
                  </a:lnTo>
                  <a:lnTo>
                    <a:pt x="7619" y="16510"/>
                  </a:lnTo>
                  <a:close/>
                </a:path>
                <a:path w="7620" h="703579">
                  <a:moveTo>
                    <a:pt x="7619" y="21590"/>
                  </a:moveTo>
                  <a:lnTo>
                    <a:pt x="0" y="21590"/>
                  </a:lnTo>
                  <a:lnTo>
                    <a:pt x="0" y="683260"/>
                  </a:lnTo>
                  <a:lnTo>
                    <a:pt x="7619" y="683260"/>
                  </a:lnTo>
                  <a:lnTo>
                    <a:pt x="7619" y="21590"/>
                  </a:lnTo>
                  <a:close/>
                </a:path>
                <a:path w="7620" h="703579">
                  <a:moveTo>
                    <a:pt x="7619" y="683260"/>
                  </a:moveTo>
                  <a:lnTo>
                    <a:pt x="0" y="683260"/>
                  </a:lnTo>
                  <a:lnTo>
                    <a:pt x="0" y="689610"/>
                  </a:lnTo>
                  <a:lnTo>
                    <a:pt x="7619" y="689610"/>
                  </a:lnTo>
                  <a:lnTo>
                    <a:pt x="7619" y="683260"/>
                  </a:lnTo>
                  <a:close/>
                </a:path>
                <a:path w="7620" h="703579">
                  <a:moveTo>
                    <a:pt x="7619" y="689610"/>
                  </a:moveTo>
                  <a:lnTo>
                    <a:pt x="0" y="689610"/>
                  </a:lnTo>
                  <a:lnTo>
                    <a:pt x="0" y="695960"/>
                  </a:lnTo>
                  <a:lnTo>
                    <a:pt x="7619" y="695960"/>
                  </a:lnTo>
                  <a:lnTo>
                    <a:pt x="7619" y="689610"/>
                  </a:lnTo>
                  <a:close/>
                </a:path>
                <a:path w="7620" h="703579">
                  <a:moveTo>
                    <a:pt x="7619" y="695960"/>
                  </a:moveTo>
                  <a:lnTo>
                    <a:pt x="0" y="695960"/>
                  </a:lnTo>
                  <a:lnTo>
                    <a:pt x="0" y="702310"/>
                  </a:lnTo>
                  <a:lnTo>
                    <a:pt x="6350" y="702310"/>
                  </a:lnTo>
                  <a:lnTo>
                    <a:pt x="6350" y="701040"/>
                  </a:lnTo>
                  <a:lnTo>
                    <a:pt x="7619" y="701040"/>
                  </a:lnTo>
                  <a:lnTo>
                    <a:pt x="7619" y="695960"/>
                  </a:lnTo>
                  <a:close/>
                </a:path>
                <a:path w="7620" h="703579">
                  <a:moveTo>
                    <a:pt x="3809" y="702310"/>
                  </a:moveTo>
                  <a:lnTo>
                    <a:pt x="0" y="702310"/>
                  </a:lnTo>
                  <a:lnTo>
                    <a:pt x="0" y="703580"/>
                  </a:lnTo>
                  <a:lnTo>
                    <a:pt x="3809" y="703580"/>
                  </a:lnTo>
                  <a:lnTo>
                    <a:pt x="3809" y="702310"/>
                  </a:lnTo>
                  <a:close/>
                </a:path>
              </a:pathLst>
            </a:custGeom>
            <a:solidFill>
              <a:srgbClr val="BBBB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" name="object 498"/>
            <p:cNvSpPr/>
            <p:nvPr/>
          </p:nvSpPr>
          <p:spPr>
            <a:xfrm>
              <a:off x="8455660" y="4057650"/>
              <a:ext cx="7620" cy="699770"/>
            </a:xfrm>
            <a:custGeom>
              <a:avLst/>
              <a:gdLst/>
              <a:ahLst/>
              <a:cxnLst/>
              <a:rect l="l" t="t" r="r" b="b"/>
              <a:pathLst>
                <a:path w="7620" h="699770">
                  <a:moveTo>
                    <a:pt x="254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5079" y="2539"/>
                  </a:lnTo>
                  <a:lnTo>
                    <a:pt x="5079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7620" h="699770">
                  <a:moveTo>
                    <a:pt x="762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7620" y="8889"/>
                  </a:lnTo>
                  <a:lnTo>
                    <a:pt x="7620" y="2540"/>
                  </a:lnTo>
                  <a:close/>
                </a:path>
                <a:path w="7620" h="699770">
                  <a:moveTo>
                    <a:pt x="762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7620" y="15239"/>
                  </a:lnTo>
                  <a:lnTo>
                    <a:pt x="7620" y="8890"/>
                  </a:lnTo>
                  <a:close/>
                </a:path>
                <a:path w="7620" h="699770">
                  <a:moveTo>
                    <a:pt x="7620" y="15240"/>
                  </a:moveTo>
                  <a:lnTo>
                    <a:pt x="0" y="15240"/>
                  </a:lnTo>
                  <a:lnTo>
                    <a:pt x="0" y="20319"/>
                  </a:lnTo>
                  <a:lnTo>
                    <a:pt x="7620" y="20319"/>
                  </a:lnTo>
                  <a:lnTo>
                    <a:pt x="7620" y="15240"/>
                  </a:lnTo>
                  <a:close/>
                </a:path>
                <a:path w="7620" h="699770">
                  <a:moveTo>
                    <a:pt x="7620" y="20320"/>
                  </a:moveTo>
                  <a:lnTo>
                    <a:pt x="0" y="20320"/>
                  </a:lnTo>
                  <a:lnTo>
                    <a:pt x="0" y="681989"/>
                  </a:lnTo>
                  <a:lnTo>
                    <a:pt x="7620" y="681989"/>
                  </a:lnTo>
                  <a:lnTo>
                    <a:pt x="7620" y="20320"/>
                  </a:lnTo>
                  <a:close/>
                </a:path>
                <a:path w="7620" h="699770">
                  <a:moveTo>
                    <a:pt x="7620" y="681990"/>
                  </a:moveTo>
                  <a:lnTo>
                    <a:pt x="0" y="681990"/>
                  </a:lnTo>
                  <a:lnTo>
                    <a:pt x="0" y="688339"/>
                  </a:lnTo>
                  <a:lnTo>
                    <a:pt x="7620" y="688339"/>
                  </a:lnTo>
                  <a:lnTo>
                    <a:pt x="7620" y="681990"/>
                  </a:lnTo>
                  <a:close/>
                </a:path>
                <a:path w="7620" h="699770">
                  <a:moveTo>
                    <a:pt x="7620" y="688340"/>
                  </a:moveTo>
                  <a:lnTo>
                    <a:pt x="0" y="688340"/>
                  </a:lnTo>
                  <a:lnTo>
                    <a:pt x="0" y="694689"/>
                  </a:lnTo>
                  <a:lnTo>
                    <a:pt x="7620" y="694689"/>
                  </a:lnTo>
                  <a:lnTo>
                    <a:pt x="7620" y="688340"/>
                  </a:lnTo>
                  <a:close/>
                </a:path>
                <a:path w="7620" h="699770">
                  <a:moveTo>
                    <a:pt x="7620" y="694690"/>
                  </a:moveTo>
                  <a:lnTo>
                    <a:pt x="0" y="694690"/>
                  </a:lnTo>
                  <a:lnTo>
                    <a:pt x="0" y="699769"/>
                  </a:lnTo>
                  <a:lnTo>
                    <a:pt x="2540" y="699769"/>
                  </a:lnTo>
                  <a:lnTo>
                    <a:pt x="2540" y="698500"/>
                  </a:lnTo>
                  <a:lnTo>
                    <a:pt x="5079" y="698500"/>
                  </a:lnTo>
                  <a:lnTo>
                    <a:pt x="5079" y="697230"/>
                  </a:lnTo>
                  <a:lnTo>
                    <a:pt x="7620" y="697230"/>
                  </a:lnTo>
                  <a:lnTo>
                    <a:pt x="7620" y="694690"/>
                  </a:lnTo>
                  <a:close/>
                </a:path>
              </a:pathLst>
            </a:custGeom>
            <a:solidFill>
              <a:srgbClr val="BCBC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" name="object 499"/>
            <p:cNvSpPr/>
            <p:nvPr/>
          </p:nvSpPr>
          <p:spPr>
            <a:xfrm>
              <a:off x="8463280" y="4061460"/>
              <a:ext cx="7620" cy="692150"/>
            </a:xfrm>
            <a:custGeom>
              <a:avLst/>
              <a:gdLst/>
              <a:ahLst/>
              <a:cxnLst/>
              <a:rect l="l" t="t" r="r" b="b"/>
              <a:pathLst>
                <a:path w="7620" h="692150">
                  <a:moveTo>
                    <a:pt x="127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5080" y="5079"/>
                  </a:lnTo>
                  <a:lnTo>
                    <a:pt x="5080" y="3809"/>
                  </a:lnTo>
                  <a:lnTo>
                    <a:pt x="3809" y="3809"/>
                  </a:lnTo>
                  <a:lnTo>
                    <a:pt x="3809" y="2539"/>
                  </a:lnTo>
                  <a:lnTo>
                    <a:pt x="2540" y="2539"/>
                  </a:lnTo>
                  <a:lnTo>
                    <a:pt x="254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7620" h="692150">
                  <a:moveTo>
                    <a:pt x="762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7620" y="11429"/>
                  </a:lnTo>
                  <a:lnTo>
                    <a:pt x="7620" y="5080"/>
                  </a:lnTo>
                  <a:close/>
                </a:path>
                <a:path w="7620" h="692150">
                  <a:moveTo>
                    <a:pt x="7620" y="11430"/>
                  </a:moveTo>
                  <a:lnTo>
                    <a:pt x="0" y="11430"/>
                  </a:lnTo>
                  <a:lnTo>
                    <a:pt x="0" y="16509"/>
                  </a:lnTo>
                  <a:lnTo>
                    <a:pt x="7620" y="16509"/>
                  </a:lnTo>
                  <a:lnTo>
                    <a:pt x="7620" y="11430"/>
                  </a:lnTo>
                  <a:close/>
                </a:path>
                <a:path w="7620" h="692150">
                  <a:moveTo>
                    <a:pt x="7620" y="16510"/>
                  </a:moveTo>
                  <a:lnTo>
                    <a:pt x="0" y="16510"/>
                  </a:lnTo>
                  <a:lnTo>
                    <a:pt x="0" y="678179"/>
                  </a:lnTo>
                  <a:lnTo>
                    <a:pt x="7620" y="678179"/>
                  </a:lnTo>
                  <a:lnTo>
                    <a:pt x="7620" y="16510"/>
                  </a:lnTo>
                  <a:close/>
                </a:path>
                <a:path w="7620" h="692150">
                  <a:moveTo>
                    <a:pt x="7620" y="678180"/>
                  </a:moveTo>
                  <a:lnTo>
                    <a:pt x="0" y="678180"/>
                  </a:lnTo>
                  <a:lnTo>
                    <a:pt x="0" y="684529"/>
                  </a:lnTo>
                  <a:lnTo>
                    <a:pt x="7620" y="684529"/>
                  </a:lnTo>
                  <a:lnTo>
                    <a:pt x="7620" y="678180"/>
                  </a:lnTo>
                  <a:close/>
                </a:path>
                <a:path w="7620" h="692150">
                  <a:moveTo>
                    <a:pt x="7620" y="684530"/>
                  </a:moveTo>
                  <a:lnTo>
                    <a:pt x="0" y="684530"/>
                  </a:lnTo>
                  <a:lnTo>
                    <a:pt x="0" y="690879"/>
                  </a:lnTo>
                  <a:lnTo>
                    <a:pt x="2540" y="690879"/>
                  </a:lnTo>
                  <a:lnTo>
                    <a:pt x="2540" y="689609"/>
                  </a:lnTo>
                  <a:lnTo>
                    <a:pt x="3809" y="689609"/>
                  </a:lnTo>
                  <a:lnTo>
                    <a:pt x="3809" y="688339"/>
                  </a:lnTo>
                  <a:lnTo>
                    <a:pt x="5080" y="688339"/>
                  </a:lnTo>
                  <a:lnTo>
                    <a:pt x="5080" y="687069"/>
                  </a:lnTo>
                  <a:lnTo>
                    <a:pt x="6350" y="687069"/>
                  </a:lnTo>
                  <a:lnTo>
                    <a:pt x="6350" y="685800"/>
                  </a:lnTo>
                  <a:lnTo>
                    <a:pt x="7620" y="685800"/>
                  </a:lnTo>
                  <a:lnTo>
                    <a:pt x="7620" y="684530"/>
                  </a:lnTo>
                  <a:close/>
                </a:path>
                <a:path w="7620" h="692150">
                  <a:moveTo>
                    <a:pt x="1270" y="690880"/>
                  </a:moveTo>
                  <a:lnTo>
                    <a:pt x="0" y="690880"/>
                  </a:lnTo>
                  <a:lnTo>
                    <a:pt x="0" y="692150"/>
                  </a:lnTo>
                  <a:lnTo>
                    <a:pt x="1270" y="692150"/>
                  </a:lnTo>
                  <a:lnTo>
                    <a:pt x="1270" y="690880"/>
                  </a:lnTo>
                  <a:close/>
                </a:path>
              </a:pathLst>
            </a:custGeom>
            <a:solidFill>
              <a:srgbClr val="BDBD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" name="object 500"/>
            <p:cNvSpPr/>
            <p:nvPr/>
          </p:nvSpPr>
          <p:spPr>
            <a:xfrm>
              <a:off x="8470900" y="4069080"/>
              <a:ext cx="7620" cy="676910"/>
            </a:xfrm>
            <a:custGeom>
              <a:avLst/>
              <a:gdLst/>
              <a:ahLst/>
              <a:cxnLst/>
              <a:rect l="l" t="t" r="r" b="b"/>
              <a:pathLst>
                <a:path w="7620" h="676910">
                  <a:moveTo>
                    <a:pt x="127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39" y="3810"/>
                  </a:lnTo>
                  <a:lnTo>
                    <a:pt x="2539" y="2540"/>
                  </a:lnTo>
                  <a:lnTo>
                    <a:pt x="1270" y="2540"/>
                  </a:lnTo>
                  <a:lnTo>
                    <a:pt x="1270" y="0"/>
                  </a:lnTo>
                  <a:close/>
                </a:path>
                <a:path w="7620" h="676910">
                  <a:moveTo>
                    <a:pt x="3810" y="3810"/>
                  </a:moveTo>
                  <a:lnTo>
                    <a:pt x="0" y="3810"/>
                  </a:lnTo>
                  <a:lnTo>
                    <a:pt x="0" y="8890"/>
                  </a:lnTo>
                  <a:lnTo>
                    <a:pt x="5079" y="8890"/>
                  </a:lnTo>
                  <a:lnTo>
                    <a:pt x="5079" y="6350"/>
                  </a:lnTo>
                  <a:lnTo>
                    <a:pt x="3810" y="6350"/>
                  </a:lnTo>
                  <a:lnTo>
                    <a:pt x="3810" y="3810"/>
                  </a:lnTo>
                  <a:close/>
                </a:path>
                <a:path w="7620" h="676910">
                  <a:moveTo>
                    <a:pt x="6350" y="8890"/>
                  </a:moveTo>
                  <a:lnTo>
                    <a:pt x="0" y="8890"/>
                  </a:lnTo>
                  <a:lnTo>
                    <a:pt x="0" y="670560"/>
                  </a:lnTo>
                  <a:lnTo>
                    <a:pt x="5079" y="670560"/>
                  </a:lnTo>
                  <a:lnTo>
                    <a:pt x="5079" y="669290"/>
                  </a:lnTo>
                  <a:lnTo>
                    <a:pt x="6350" y="669290"/>
                  </a:lnTo>
                  <a:lnTo>
                    <a:pt x="6350" y="665480"/>
                  </a:lnTo>
                  <a:lnTo>
                    <a:pt x="7620" y="665480"/>
                  </a:lnTo>
                  <a:lnTo>
                    <a:pt x="7620" y="11430"/>
                  </a:lnTo>
                  <a:lnTo>
                    <a:pt x="6350" y="11430"/>
                  </a:lnTo>
                  <a:lnTo>
                    <a:pt x="6350" y="8890"/>
                  </a:lnTo>
                  <a:close/>
                </a:path>
                <a:path w="7620" h="676910">
                  <a:moveTo>
                    <a:pt x="5080" y="670560"/>
                  </a:moveTo>
                  <a:lnTo>
                    <a:pt x="0" y="670560"/>
                  </a:lnTo>
                  <a:lnTo>
                    <a:pt x="0" y="676910"/>
                  </a:lnTo>
                  <a:lnTo>
                    <a:pt x="1270" y="676910"/>
                  </a:lnTo>
                  <a:lnTo>
                    <a:pt x="1270" y="674370"/>
                  </a:lnTo>
                  <a:lnTo>
                    <a:pt x="2539" y="674370"/>
                  </a:lnTo>
                  <a:lnTo>
                    <a:pt x="2539" y="673100"/>
                  </a:lnTo>
                  <a:lnTo>
                    <a:pt x="3810" y="673100"/>
                  </a:lnTo>
                  <a:lnTo>
                    <a:pt x="3810" y="671830"/>
                  </a:lnTo>
                  <a:lnTo>
                    <a:pt x="5080" y="671830"/>
                  </a:lnTo>
                  <a:lnTo>
                    <a:pt x="5080" y="670560"/>
                  </a:lnTo>
                  <a:close/>
                </a:path>
              </a:pathLst>
            </a:custGeom>
            <a:solidFill>
              <a:srgbClr val="BDBD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" name="object 501"/>
            <p:cNvSpPr/>
            <p:nvPr/>
          </p:nvSpPr>
          <p:spPr>
            <a:xfrm>
              <a:off x="8478520" y="4080510"/>
              <a:ext cx="0" cy="654050"/>
            </a:xfrm>
            <a:custGeom>
              <a:avLst/>
              <a:gdLst/>
              <a:ahLst/>
              <a:cxnLst/>
              <a:rect l="l" t="t" r="r" b="b"/>
              <a:pathLst>
                <a:path h="654050">
                  <a:moveTo>
                    <a:pt x="0" y="0"/>
                  </a:moveTo>
                  <a:lnTo>
                    <a:pt x="0" y="6540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BF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" name="object 502"/>
            <p:cNvSpPr/>
            <p:nvPr/>
          </p:nvSpPr>
          <p:spPr>
            <a:xfrm>
              <a:off x="8006080" y="4053840"/>
              <a:ext cx="471170" cy="704850"/>
            </a:xfrm>
            <a:custGeom>
              <a:avLst/>
              <a:gdLst/>
              <a:ahLst/>
              <a:cxnLst/>
              <a:rect l="l" t="t" r="r" b="b"/>
              <a:pathLst>
                <a:path w="471170" h="704850">
                  <a:moveTo>
                    <a:pt x="33020" y="0"/>
                  </a:moveTo>
                  <a:lnTo>
                    <a:pt x="20895" y="2837"/>
                  </a:lnTo>
                  <a:lnTo>
                    <a:pt x="10318" y="10318"/>
                  </a:lnTo>
                  <a:lnTo>
                    <a:pt x="2837" y="20895"/>
                  </a:lnTo>
                  <a:lnTo>
                    <a:pt x="0" y="33020"/>
                  </a:lnTo>
                  <a:lnTo>
                    <a:pt x="0" y="43001"/>
                  </a:lnTo>
                  <a:lnTo>
                    <a:pt x="0" y="112871"/>
                  </a:lnTo>
                  <a:lnTo>
                    <a:pt x="0" y="302517"/>
                  </a:lnTo>
                  <a:lnTo>
                    <a:pt x="0" y="671830"/>
                  </a:lnTo>
                  <a:lnTo>
                    <a:pt x="2837" y="683954"/>
                  </a:lnTo>
                  <a:lnTo>
                    <a:pt x="10318" y="694531"/>
                  </a:lnTo>
                  <a:lnTo>
                    <a:pt x="20895" y="702012"/>
                  </a:lnTo>
                  <a:lnTo>
                    <a:pt x="33020" y="704850"/>
                  </a:lnTo>
                  <a:lnTo>
                    <a:pt x="39350" y="704850"/>
                  </a:lnTo>
                  <a:lnTo>
                    <a:pt x="83661" y="704850"/>
                  </a:lnTo>
                  <a:lnTo>
                    <a:pt x="203934" y="704850"/>
                  </a:lnTo>
                  <a:lnTo>
                    <a:pt x="438150" y="704850"/>
                  </a:lnTo>
                  <a:lnTo>
                    <a:pt x="450274" y="702012"/>
                  </a:lnTo>
                  <a:lnTo>
                    <a:pt x="460851" y="694531"/>
                  </a:lnTo>
                  <a:lnTo>
                    <a:pt x="468332" y="683954"/>
                  </a:lnTo>
                  <a:lnTo>
                    <a:pt x="471170" y="671830"/>
                  </a:lnTo>
                  <a:lnTo>
                    <a:pt x="471170" y="661848"/>
                  </a:lnTo>
                  <a:lnTo>
                    <a:pt x="471170" y="591978"/>
                  </a:lnTo>
                  <a:lnTo>
                    <a:pt x="471170" y="402332"/>
                  </a:lnTo>
                  <a:lnTo>
                    <a:pt x="471170" y="33020"/>
                  </a:lnTo>
                  <a:lnTo>
                    <a:pt x="468332" y="20895"/>
                  </a:lnTo>
                  <a:lnTo>
                    <a:pt x="460851" y="10318"/>
                  </a:lnTo>
                  <a:lnTo>
                    <a:pt x="450274" y="2837"/>
                  </a:lnTo>
                  <a:lnTo>
                    <a:pt x="438150" y="0"/>
                  </a:lnTo>
                  <a:lnTo>
                    <a:pt x="431819" y="0"/>
                  </a:lnTo>
                  <a:lnTo>
                    <a:pt x="387508" y="0"/>
                  </a:lnTo>
                  <a:lnTo>
                    <a:pt x="267235" y="0"/>
                  </a:lnTo>
                  <a:lnTo>
                    <a:pt x="33020" y="0"/>
                  </a:lnTo>
                  <a:close/>
                </a:path>
              </a:pathLst>
            </a:custGeom>
            <a:ln w="19048">
              <a:solidFill>
                <a:srgbClr val="93926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03" name="object 503"/>
          <p:cNvSpPr txBox="1"/>
          <p:nvPr/>
        </p:nvSpPr>
        <p:spPr>
          <a:xfrm>
            <a:off x="8058784" y="4288790"/>
            <a:ext cx="36576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7785">
              <a:lnSpc>
                <a:spcPct val="100000"/>
              </a:lnSpc>
              <a:spcBef>
                <a:spcPts val="100"/>
              </a:spcBef>
            </a:pPr>
            <a:r>
              <a:rPr sz="1200" b="1" spc="-25" dirty="0">
                <a:solidFill>
                  <a:srgbClr val="FFFFFF"/>
                </a:solidFill>
                <a:latin typeface="Arial"/>
                <a:cs typeface="Arial"/>
              </a:rPr>
              <a:t>HW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504" name="object 504"/>
          <p:cNvGrpSpPr/>
          <p:nvPr/>
        </p:nvGrpSpPr>
        <p:grpSpPr>
          <a:xfrm>
            <a:off x="7996555" y="3228975"/>
            <a:ext cx="490220" cy="723900"/>
            <a:chOff x="7996555" y="3228975"/>
            <a:chExt cx="490220" cy="723900"/>
          </a:xfrm>
        </p:grpSpPr>
        <p:sp>
          <p:nvSpPr>
            <p:cNvPr id="505" name="object 505"/>
            <p:cNvSpPr/>
            <p:nvPr/>
          </p:nvSpPr>
          <p:spPr>
            <a:xfrm>
              <a:off x="8006080" y="3247389"/>
              <a:ext cx="13970" cy="689610"/>
            </a:xfrm>
            <a:custGeom>
              <a:avLst/>
              <a:gdLst/>
              <a:ahLst/>
              <a:cxnLst/>
              <a:rect l="l" t="t" r="r" b="b"/>
              <a:pathLst>
                <a:path w="13970" h="689610">
                  <a:moveTo>
                    <a:pt x="13970" y="685812"/>
                  </a:moveTo>
                  <a:lnTo>
                    <a:pt x="10160" y="685812"/>
                  </a:lnTo>
                  <a:lnTo>
                    <a:pt x="10160" y="687070"/>
                  </a:lnTo>
                  <a:lnTo>
                    <a:pt x="11430" y="687070"/>
                  </a:lnTo>
                  <a:lnTo>
                    <a:pt x="11430" y="688340"/>
                  </a:lnTo>
                  <a:lnTo>
                    <a:pt x="12700" y="688340"/>
                  </a:lnTo>
                  <a:lnTo>
                    <a:pt x="12700" y="689610"/>
                  </a:lnTo>
                  <a:lnTo>
                    <a:pt x="13970" y="689610"/>
                  </a:lnTo>
                  <a:lnTo>
                    <a:pt x="13970" y="685812"/>
                  </a:lnTo>
                  <a:close/>
                </a:path>
                <a:path w="13970" h="689610">
                  <a:moveTo>
                    <a:pt x="13970" y="679462"/>
                  </a:moveTo>
                  <a:lnTo>
                    <a:pt x="6350" y="679462"/>
                  </a:lnTo>
                  <a:lnTo>
                    <a:pt x="5080" y="679462"/>
                  </a:lnTo>
                  <a:lnTo>
                    <a:pt x="5080" y="680720"/>
                  </a:lnTo>
                  <a:lnTo>
                    <a:pt x="6350" y="680720"/>
                  </a:lnTo>
                  <a:lnTo>
                    <a:pt x="6350" y="681990"/>
                  </a:lnTo>
                  <a:lnTo>
                    <a:pt x="7620" y="681990"/>
                  </a:lnTo>
                  <a:lnTo>
                    <a:pt x="7620" y="684530"/>
                  </a:lnTo>
                  <a:lnTo>
                    <a:pt x="8890" y="684530"/>
                  </a:lnTo>
                  <a:lnTo>
                    <a:pt x="8890" y="685800"/>
                  </a:lnTo>
                  <a:lnTo>
                    <a:pt x="13970" y="685800"/>
                  </a:lnTo>
                  <a:lnTo>
                    <a:pt x="13970" y="679462"/>
                  </a:lnTo>
                  <a:close/>
                </a:path>
                <a:path w="13970" h="689610">
                  <a:moveTo>
                    <a:pt x="13970" y="671842"/>
                  </a:moveTo>
                  <a:lnTo>
                    <a:pt x="6350" y="671842"/>
                  </a:lnTo>
                  <a:lnTo>
                    <a:pt x="1270" y="671842"/>
                  </a:lnTo>
                  <a:lnTo>
                    <a:pt x="1270" y="674370"/>
                  </a:lnTo>
                  <a:lnTo>
                    <a:pt x="2540" y="674370"/>
                  </a:lnTo>
                  <a:lnTo>
                    <a:pt x="2540" y="676910"/>
                  </a:lnTo>
                  <a:lnTo>
                    <a:pt x="3810" y="676910"/>
                  </a:lnTo>
                  <a:lnTo>
                    <a:pt x="3810" y="679450"/>
                  </a:lnTo>
                  <a:lnTo>
                    <a:pt x="6350" y="679450"/>
                  </a:lnTo>
                  <a:lnTo>
                    <a:pt x="13970" y="679450"/>
                  </a:lnTo>
                  <a:lnTo>
                    <a:pt x="13970" y="671842"/>
                  </a:lnTo>
                  <a:close/>
                </a:path>
                <a:path w="13970" h="689610">
                  <a:moveTo>
                    <a:pt x="13970" y="0"/>
                  </a:moveTo>
                  <a:lnTo>
                    <a:pt x="12700" y="0"/>
                  </a:lnTo>
                  <a:lnTo>
                    <a:pt x="12700" y="1270"/>
                  </a:lnTo>
                  <a:lnTo>
                    <a:pt x="10160" y="1270"/>
                  </a:lnTo>
                  <a:lnTo>
                    <a:pt x="10160" y="2540"/>
                  </a:lnTo>
                  <a:lnTo>
                    <a:pt x="8890" y="2540"/>
                  </a:lnTo>
                  <a:lnTo>
                    <a:pt x="8890" y="3810"/>
                  </a:lnTo>
                  <a:lnTo>
                    <a:pt x="7620" y="3810"/>
                  </a:lnTo>
                  <a:lnTo>
                    <a:pt x="7620" y="5080"/>
                  </a:lnTo>
                  <a:lnTo>
                    <a:pt x="6350" y="5080"/>
                  </a:lnTo>
                  <a:lnTo>
                    <a:pt x="6350" y="7620"/>
                  </a:lnTo>
                  <a:lnTo>
                    <a:pt x="5080" y="7620"/>
                  </a:lnTo>
                  <a:lnTo>
                    <a:pt x="5080" y="8890"/>
                  </a:lnTo>
                  <a:lnTo>
                    <a:pt x="3810" y="8890"/>
                  </a:lnTo>
                  <a:lnTo>
                    <a:pt x="3810" y="10160"/>
                  </a:lnTo>
                  <a:lnTo>
                    <a:pt x="2540" y="10160"/>
                  </a:lnTo>
                  <a:lnTo>
                    <a:pt x="2540" y="13970"/>
                  </a:lnTo>
                  <a:lnTo>
                    <a:pt x="1270" y="13970"/>
                  </a:lnTo>
                  <a:lnTo>
                    <a:pt x="1270" y="16510"/>
                  </a:lnTo>
                  <a:lnTo>
                    <a:pt x="0" y="16510"/>
                  </a:lnTo>
                  <a:lnTo>
                    <a:pt x="0" y="670560"/>
                  </a:lnTo>
                  <a:lnTo>
                    <a:pt x="1270" y="670560"/>
                  </a:lnTo>
                  <a:lnTo>
                    <a:pt x="1270" y="671830"/>
                  </a:lnTo>
                  <a:lnTo>
                    <a:pt x="6350" y="671830"/>
                  </a:lnTo>
                  <a:lnTo>
                    <a:pt x="13970" y="671830"/>
                  </a:lnTo>
                  <a:lnTo>
                    <a:pt x="13970" y="0"/>
                  </a:lnTo>
                  <a:close/>
                </a:path>
              </a:pathLst>
            </a:custGeom>
            <a:solidFill>
              <a:srgbClr val="BFBF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" name="object 506"/>
            <p:cNvSpPr/>
            <p:nvPr/>
          </p:nvSpPr>
          <p:spPr>
            <a:xfrm>
              <a:off x="8020050" y="3241039"/>
              <a:ext cx="7620" cy="701040"/>
            </a:xfrm>
            <a:custGeom>
              <a:avLst/>
              <a:gdLst/>
              <a:ahLst/>
              <a:cxnLst/>
              <a:rect l="l" t="t" r="r" b="b"/>
              <a:pathLst>
                <a:path w="7620" h="701039">
                  <a:moveTo>
                    <a:pt x="7620" y="0"/>
                  </a:moveTo>
                  <a:lnTo>
                    <a:pt x="6350" y="0"/>
                  </a:lnTo>
                  <a:lnTo>
                    <a:pt x="6350" y="1270"/>
                  </a:lnTo>
                  <a:lnTo>
                    <a:pt x="3809" y="1270"/>
                  </a:lnTo>
                  <a:lnTo>
                    <a:pt x="3809" y="2539"/>
                  </a:lnTo>
                  <a:lnTo>
                    <a:pt x="2540" y="2539"/>
                  </a:lnTo>
                  <a:lnTo>
                    <a:pt x="2540" y="3810"/>
                  </a:lnTo>
                  <a:lnTo>
                    <a:pt x="1270" y="3810"/>
                  </a:lnTo>
                  <a:lnTo>
                    <a:pt x="1270" y="5080"/>
                  </a:lnTo>
                  <a:lnTo>
                    <a:pt x="0" y="5080"/>
                  </a:lnTo>
                  <a:lnTo>
                    <a:pt x="0" y="678180"/>
                  </a:lnTo>
                  <a:lnTo>
                    <a:pt x="7620" y="678180"/>
                  </a:lnTo>
                  <a:lnTo>
                    <a:pt x="7620" y="0"/>
                  </a:lnTo>
                  <a:close/>
                </a:path>
                <a:path w="7620" h="701039">
                  <a:moveTo>
                    <a:pt x="7620" y="678180"/>
                  </a:moveTo>
                  <a:lnTo>
                    <a:pt x="0" y="678180"/>
                  </a:lnTo>
                  <a:lnTo>
                    <a:pt x="0" y="685800"/>
                  </a:lnTo>
                  <a:lnTo>
                    <a:pt x="7620" y="685800"/>
                  </a:lnTo>
                  <a:lnTo>
                    <a:pt x="7620" y="678180"/>
                  </a:lnTo>
                  <a:close/>
                </a:path>
                <a:path w="7620" h="701039">
                  <a:moveTo>
                    <a:pt x="7620" y="685800"/>
                  </a:moveTo>
                  <a:lnTo>
                    <a:pt x="0" y="685800"/>
                  </a:lnTo>
                  <a:lnTo>
                    <a:pt x="0" y="692150"/>
                  </a:lnTo>
                  <a:lnTo>
                    <a:pt x="7620" y="692150"/>
                  </a:lnTo>
                  <a:lnTo>
                    <a:pt x="7620" y="685800"/>
                  </a:lnTo>
                  <a:close/>
                </a:path>
                <a:path w="7620" h="701039">
                  <a:moveTo>
                    <a:pt x="7620" y="692150"/>
                  </a:moveTo>
                  <a:lnTo>
                    <a:pt x="0" y="692150"/>
                  </a:lnTo>
                  <a:lnTo>
                    <a:pt x="0" y="695960"/>
                  </a:lnTo>
                  <a:lnTo>
                    <a:pt x="1270" y="695960"/>
                  </a:lnTo>
                  <a:lnTo>
                    <a:pt x="1270" y="697230"/>
                  </a:lnTo>
                  <a:lnTo>
                    <a:pt x="2540" y="697230"/>
                  </a:lnTo>
                  <a:lnTo>
                    <a:pt x="2540" y="698500"/>
                  </a:lnTo>
                  <a:lnTo>
                    <a:pt x="7620" y="698500"/>
                  </a:lnTo>
                  <a:lnTo>
                    <a:pt x="7620" y="692150"/>
                  </a:lnTo>
                  <a:close/>
                </a:path>
                <a:path w="7620" h="701039">
                  <a:moveTo>
                    <a:pt x="7620" y="698500"/>
                  </a:moveTo>
                  <a:lnTo>
                    <a:pt x="3809" y="698500"/>
                  </a:lnTo>
                  <a:lnTo>
                    <a:pt x="3809" y="699770"/>
                  </a:lnTo>
                  <a:lnTo>
                    <a:pt x="6350" y="699770"/>
                  </a:lnTo>
                  <a:lnTo>
                    <a:pt x="6350" y="701040"/>
                  </a:lnTo>
                  <a:lnTo>
                    <a:pt x="7620" y="701040"/>
                  </a:lnTo>
                  <a:lnTo>
                    <a:pt x="7620" y="698500"/>
                  </a:lnTo>
                  <a:close/>
                </a:path>
              </a:pathLst>
            </a:custGeom>
            <a:solidFill>
              <a:srgbClr val="BEBE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" name="object 507"/>
            <p:cNvSpPr/>
            <p:nvPr/>
          </p:nvSpPr>
          <p:spPr>
            <a:xfrm>
              <a:off x="8027670" y="3239770"/>
              <a:ext cx="7620" cy="704850"/>
            </a:xfrm>
            <a:custGeom>
              <a:avLst/>
              <a:gdLst/>
              <a:ahLst/>
              <a:cxnLst/>
              <a:rect l="l" t="t" r="r" b="b"/>
              <a:pathLst>
                <a:path w="7620" h="704850">
                  <a:moveTo>
                    <a:pt x="7620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0" y="1269"/>
                  </a:lnTo>
                  <a:lnTo>
                    <a:pt x="0" y="679449"/>
                  </a:lnTo>
                  <a:lnTo>
                    <a:pt x="7620" y="679449"/>
                  </a:lnTo>
                  <a:lnTo>
                    <a:pt x="7620" y="0"/>
                  </a:lnTo>
                  <a:close/>
                </a:path>
                <a:path w="7620" h="704850">
                  <a:moveTo>
                    <a:pt x="7620" y="679450"/>
                  </a:moveTo>
                  <a:lnTo>
                    <a:pt x="0" y="679450"/>
                  </a:lnTo>
                  <a:lnTo>
                    <a:pt x="0" y="687069"/>
                  </a:lnTo>
                  <a:lnTo>
                    <a:pt x="7620" y="687069"/>
                  </a:lnTo>
                  <a:lnTo>
                    <a:pt x="7620" y="679450"/>
                  </a:lnTo>
                  <a:close/>
                </a:path>
                <a:path w="7620" h="704850">
                  <a:moveTo>
                    <a:pt x="7620" y="687069"/>
                  </a:moveTo>
                  <a:lnTo>
                    <a:pt x="0" y="687069"/>
                  </a:lnTo>
                  <a:lnTo>
                    <a:pt x="0" y="693419"/>
                  </a:lnTo>
                  <a:lnTo>
                    <a:pt x="7620" y="693419"/>
                  </a:lnTo>
                  <a:lnTo>
                    <a:pt x="7620" y="687069"/>
                  </a:lnTo>
                  <a:close/>
                </a:path>
                <a:path w="7620" h="704850">
                  <a:moveTo>
                    <a:pt x="7620" y="693419"/>
                  </a:moveTo>
                  <a:lnTo>
                    <a:pt x="0" y="693419"/>
                  </a:lnTo>
                  <a:lnTo>
                    <a:pt x="0" y="699769"/>
                  </a:lnTo>
                  <a:lnTo>
                    <a:pt x="7620" y="699769"/>
                  </a:lnTo>
                  <a:lnTo>
                    <a:pt x="7620" y="693419"/>
                  </a:lnTo>
                  <a:close/>
                </a:path>
                <a:path w="7620" h="704850">
                  <a:moveTo>
                    <a:pt x="7620" y="699769"/>
                  </a:moveTo>
                  <a:lnTo>
                    <a:pt x="0" y="699769"/>
                  </a:lnTo>
                  <a:lnTo>
                    <a:pt x="0" y="702309"/>
                  </a:lnTo>
                  <a:lnTo>
                    <a:pt x="1270" y="702309"/>
                  </a:lnTo>
                  <a:lnTo>
                    <a:pt x="1270" y="703579"/>
                  </a:lnTo>
                  <a:lnTo>
                    <a:pt x="5079" y="703579"/>
                  </a:lnTo>
                  <a:lnTo>
                    <a:pt x="5079" y="704849"/>
                  </a:lnTo>
                  <a:lnTo>
                    <a:pt x="7620" y="704849"/>
                  </a:lnTo>
                  <a:lnTo>
                    <a:pt x="7620" y="699769"/>
                  </a:lnTo>
                  <a:close/>
                </a:path>
              </a:pathLst>
            </a:custGeom>
            <a:solidFill>
              <a:srgbClr val="BDBD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" name="object 508"/>
            <p:cNvSpPr/>
            <p:nvPr/>
          </p:nvSpPr>
          <p:spPr>
            <a:xfrm>
              <a:off x="8035290" y="3238499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1052"/>
                  </a:moveTo>
                  <a:lnTo>
                    <a:pt x="0" y="701052"/>
                  </a:lnTo>
                  <a:lnTo>
                    <a:pt x="0" y="706120"/>
                  </a:lnTo>
                  <a:lnTo>
                    <a:pt x="7620" y="706120"/>
                  </a:lnTo>
                  <a:lnTo>
                    <a:pt x="7620" y="701052"/>
                  </a:lnTo>
                  <a:close/>
                </a:path>
                <a:path w="7620" h="706120">
                  <a:moveTo>
                    <a:pt x="7620" y="694702"/>
                  </a:moveTo>
                  <a:lnTo>
                    <a:pt x="0" y="694702"/>
                  </a:lnTo>
                  <a:lnTo>
                    <a:pt x="0" y="701040"/>
                  </a:lnTo>
                  <a:lnTo>
                    <a:pt x="7620" y="701040"/>
                  </a:lnTo>
                  <a:lnTo>
                    <a:pt x="7620" y="694702"/>
                  </a:lnTo>
                  <a:close/>
                </a:path>
                <a:path w="7620" h="706120">
                  <a:moveTo>
                    <a:pt x="7620" y="688352"/>
                  </a:moveTo>
                  <a:lnTo>
                    <a:pt x="0" y="688352"/>
                  </a:lnTo>
                  <a:lnTo>
                    <a:pt x="0" y="694690"/>
                  </a:lnTo>
                  <a:lnTo>
                    <a:pt x="7620" y="694690"/>
                  </a:lnTo>
                  <a:lnTo>
                    <a:pt x="7620" y="688352"/>
                  </a:lnTo>
                  <a:close/>
                </a:path>
                <a:path w="7620" h="706120">
                  <a:moveTo>
                    <a:pt x="7620" y="680732"/>
                  </a:moveTo>
                  <a:lnTo>
                    <a:pt x="0" y="680732"/>
                  </a:lnTo>
                  <a:lnTo>
                    <a:pt x="0" y="688340"/>
                  </a:lnTo>
                  <a:lnTo>
                    <a:pt x="7620" y="688340"/>
                  </a:lnTo>
                  <a:lnTo>
                    <a:pt x="7620" y="680732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80720"/>
                  </a:lnTo>
                  <a:lnTo>
                    <a:pt x="7620" y="680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DBD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" name="object 509"/>
            <p:cNvSpPr/>
            <p:nvPr/>
          </p:nvSpPr>
          <p:spPr>
            <a:xfrm>
              <a:off x="8042910" y="3238500"/>
              <a:ext cx="7620" cy="680720"/>
            </a:xfrm>
            <a:custGeom>
              <a:avLst/>
              <a:gdLst/>
              <a:ahLst/>
              <a:cxnLst/>
              <a:rect l="l" t="t" r="r" b="b"/>
              <a:pathLst>
                <a:path w="7620" h="680720">
                  <a:moveTo>
                    <a:pt x="7620" y="0"/>
                  </a:moveTo>
                  <a:lnTo>
                    <a:pt x="0" y="0"/>
                  </a:lnTo>
                  <a:lnTo>
                    <a:pt x="0" y="680719"/>
                  </a:lnTo>
                  <a:lnTo>
                    <a:pt x="7620" y="680719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CBC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" name="object 510"/>
            <p:cNvSpPr/>
            <p:nvPr/>
          </p:nvSpPr>
          <p:spPr>
            <a:xfrm>
              <a:off x="8050530" y="3238499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1052"/>
                  </a:moveTo>
                  <a:lnTo>
                    <a:pt x="0" y="701052"/>
                  </a:lnTo>
                  <a:lnTo>
                    <a:pt x="0" y="706120"/>
                  </a:lnTo>
                  <a:lnTo>
                    <a:pt x="7620" y="706120"/>
                  </a:lnTo>
                  <a:lnTo>
                    <a:pt x="7620" y="701052"/>
                  </a:lnTo>
                  <a:close/>
                </a:path>
                <a:path w="7620" h="706120">
                  <a:moveTo>
                    <a:pt x="7620" y="694702"/>
                  </a:moveTo>
                  <a:lnTo>
                    <a:pt x="0" y="694702"/>
                  </a:lnTo>
                  <a:lnTo>
                    <a:pt x="0" y="701040"/>
                  </a:lnTo>
                  <a:lnTo>
                    <a:pt x="7620" y="701040"/>
                  </a:lnTo>
                  <a:lnTo>
                    <a:pt x="7620" y="694702"/>
                  </a:lnTo>
                  <a:close/>
                </a:path>
                <a:path w="7620" h="706120">
                  <a:moveTo>
                    <a:pt x="7620" y="688352"/>
                  </a:moveTo>
                  <a:lnTo>
                    <a:pt x="0" y="688352"/>
                  </a:lnTo>
                  <a:lnTo>
                    <a:pt x="0" y="694690"/>
                  </a:lnTo>
                  <a:lnTo>
                    <a:pt x="7620" y="694690"/>
                  </a:lnTo>
                  <a:lnTo>
                    <a:pt x="7620" y="688352"/>
                  </a:lnTo>
                  <a:close/>
                </a:path>
                <a:path w="7620" h="706120">
                  <a:moveTo>
                    <a:pt x="7620" y="680732"/>
                  </a:moveTo>
                  <a:lnTo>
                    <a:pt x="0" y="680732"/>
                  </a:lnTo>
                  <a:lnTo>
                    <a:pt x="0" y="688340"/>
                  </a:lnTo>
                  <a:lnTo>
                    <a:pt x="7620" y="688340"/>
                  </a:lnTo>
                  <a:lnTo>
                    <a:pt x="7620" y="680732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80720"/>
                  </a:lnTo>
                  <a:lnTo>
                    <a:pt x="7620" y="680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BBB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" name="object 511"/>
            <p:cNvSpPr/>
            <p:nvPr/>
          </p:nvSpPr>
          <p:spPr>
            <a:xfrm>
              <a:off x="8058150" y="3238500"/>
              <a:ext cx="7620" cy="680720"/>
            </a:xfrm>
            <a:custGeom>
              <a:avLst/>
              <a:gdLst/>
              <a:ahLst/>
              <a:cxnLst/>
              <a:rect l="l" t="t" r="r" b="b"/>
              <a:pathLst>
                <a:path w="7620" h="680720">
                  <a:moveTo>
                    <a:pt x="7620" y="0"/>
                  </a:moveTo>
                  <a:lnTo>
                    <a:pt x="0" y="0"/>
                  </a:lnTo>
                  <a:lnTo>
                    <a:pt x="0" y="680719"/>
                  </a:lnTo>
                  <a:lnTo>
                    <a:pt x="7620" y="680719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BBB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" name="object 512"/>
            <p:cNvSpPr/>
            <p:nvPr/>
          </p:nvSpPr>
          <p:spPr>
            <a:xfrm>
              <a:off x="8065770" y="3238499"/>
              <a:ext cx="8890" cy="706120"/>
            </a:xfrm>
            <a:custGeom>
              <a:avLst/>
              <a:gdLst/>
              <a:ahLst/>
              <a:cxnLst/>
              <a:rect l="l" t="t" r="r" b="b"/>
              <a:pathLst>
                <a:path w="8890" h="706120">
                  <a:moveTo>
                    <a:pt x="8890" y="701052"/>
                  </a:moveTo>
                  <a:lnTo>
                    <a:pt x="0" y="701052"/>
                  </a:lnTo>
                  <a:lnTo>
                    <a:pt x="0" y="706120"/>
                  </a:lnTo>
                  <a:lnTo>
                    <a:pt x="8890" y="706120"/>
                  </a:lnTo>
                  <a:lnTo>
                    <a:pt x="8890" y="701052"/>
                  </a:lnTo>
                  <a:close/>
                </a:path>
                <a:path w="8890" h="706120">
                  <a:moveTo>
                    <a:pt x="8890" y="694702"/>
                  </a:moveTo>
                  <a:lnTo>
                    <a:pt x="0" y="694702"/>
                  </a:lnTo>
                  <a:lnTo>
                    <a:pt x="0" y="701040"/>
                  </a:lnTo>
                  <a:lnTo>
                    <a:pt x="8890" y="701040"/>
                  </a:lnTo>
                  <a:lnTo>
                    <a:pt x="8890" y="694702"/>
                  </a:lnTo>
                  <a:close/>
                </a:path>
                <a:path w="8890" h="706120">
                  <a:moveTo>
                    <a:pt x="8890" y="688352"/>
                  </a:moveTo>
                  <a:lnTo>
                    <a:pt x="0" y="688352"/>
                  </a:lnTo>
                  <a:lnTo>
                    <a:pt x="0" y="694690"/>
                  </a:lnTo>
                  <a:lnTo>
                    <a:pt x="8890" y="694690"/>
                  </a:lnTo>
                  <a:lnTo>
                    <a:pt x="8890" y="688352"/>
                  </a:lnTo>
                  <a:close/>
                </a:path>
                <a:path w="8890" h="706120">
                  <a:moveTo>
                    <a:pt x="8890" y="680732"/>
                  </a:moveTo>
                  <a:lnTo>
                    <a:pt x="0" y="680732"/>
                  </a:lnTo>
                  <a:lnTo>
                    <a:pt x="0" y="688340"/>
                  </a:lnTo>
                  <a:lnTo>
                    <a:pt x="8890" y="688340"/>
                  </a:lnTo>
                  <a:lnTo>
                    <a:pt x="8890" y="680732"/>
                  </a:lnTo>
                  <a:close/>
                </a:path>
                <a:path w="8890" h="706120">
                  <a:moveTo>
                    <a:pt x="8890" y="0"/>
                  </a:moveTo>
                  <a:lnTo>
                    <a:pt x="0" y="0"/>
                  </a:lnTo>
                  <a:lnTo>
                    <a:pt x="0" y="680720"/>
                  </a:lnTo>
                  <a:lnTo>
                    <a:pt x="8890" y="680720"/>
                  </a:lnTo>
                  <a:lnTo>
                    <a:pt x="8890" y="0"/>
                  </a:lnTo>
                  <a:close/>
                </a:path>
              </a:pathLst>
            </a:custGeom>
            <a:solidFill>
              <a:srgbClr val="BABA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" name="object 513"/>
            <p:cNvSpPr/>
            <p:nvPr/>
          </p:nvSpPr>
          <p:spPr>
            <a:xfrm>
              <a:off x="8074660" y="3238500"/>
              <a:ext cx="7620" cy="680720"/>
            </a:xfrm>
            <a:custGeom>
              <a:avLst/>
              <a:gdLst/>
              <a:ahLst/>
              <a:cxnLst/>
              <a:rect l="l" t="t" r="r" b="b"/>
              <a:pathLst>
                <a:path w="7620" h="680720">
                  <a:moveTo>
                    <a:pt x="7620" y="0"/>
                  </a:moveTo>
                  <a:lnTo>
                    <a:pt x="0" y="0"/>
                  </a:lnTo>
                  <a:lnTo>
                    <a:pt x="0" y="680719"/>
                  </a:lnTo>
                  <a:lnTo>
                    <a:pt x="7620" y="680719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9B9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" name="object 514"/>
            <p:cNvSpPr/>
            <p:nvPr/>
          </p:nvSpPr>
          <p:spPr>
            <a:xfrm>
              <a:off x="8082280" y="3238499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1052"/>
                  </a:moveTo>
                  <a:lnTo>
                    <a:pt x="0" y="701052"/>
                  </a:lnTo>
                  <a:lnTo>
                    <a:pt x="0" y="706120"/>
                  </a:lnTo>
                  <a:lnTo>
                    <a:pt x="7620" y="706120"/>
                  </a:lnTo>
                  <a:lnTo>
                    <a:pt x="7620" y="701052"/>
                  </a:lnTo>
                  <a:close/>
                </a:path>
                <a:path w="7620" h="706120">
                  <a:moveTo>
                    <a:pt x="7620" y="694702"/>
                  </a:moveTo>
                  <a:lnTo>
                    <a:pt x="0" y="694702"/>
                  </a:lnTo>
                  <a:lnTo>
                    <a:pt x="0" y="701040"/>
                  </a:lnTo>
                  <a:lnTo>
                    <a:pt x="7620" y="701040"/>
                  </a:lnTo>
                  <a:lnTo>
                    <a:pt x="7620" y="694702"/>
                  </a:lnTo>
                  <a:close/>
                </a:path>
                <a:path w="7620" h="706120">
                  <a:moveTo>
                    <a:pt x="7620" y="688352"/>
                  </a:moveTo>
                  <a:lnTo>
                    <a:pt x="0" y="688352"/>
                  </a:lnTo>
                  <a:lnTo>
                    <a:pt x="0" y="694690"/>
                  </a:lnTo>
                  <a:lnTo>
                    <a:pt x="7620" y="694690"/>
                  </a:lnTo>
                  <a:lnTo>
                    <a:pt x="7620" y="688352"/>
                  </a:lnTo>
                  <a:close/>
                </a:path>
                <a:path w="7620" h="706120">
                  <a:moveTo>
                    <a:pt x="7620" y="680732"/>
                  </a:moveTo>
                  <a:lnTo>
                    <a:pt x="0" y="680732"/>
                  </a:lnTo>
                  <a:lnTo>
                    <a:pt x="0" y="688340"/>
                  </a:lnTo>
                  <a:lnTo>
                    <a:pt x="7620" y="688340"/>
                  </a:lnTo>
                  <a:lnTo>
                    <a:pt x="7620" y="680732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80720"/>
                  </a:lnTo>
                  <a:lnTo>
                    <a:pt x="7620" y="680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9B9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" name="object 515"/>
            <p:cNvSpPr/>
            <p:nvPr/>
          </p:nvSpPr>
          <p:spPr>
            <a:xfrm>
              <a:off x="8089900" y="3238500"/>
              <a:ext cx="7620" cy="680720"/>
            </a:xfrm>
            <a:custGeom>
              <a:avLst/>
              <a:gdLst/>
              <a:ahLst/>
              <a:cxnLst/>
              <a:rect l="l" t="t" r="r" b="b"/>
              <a:pathLst>
                <a:path w="7620" h="680720">
                  <a:moveTo>
                    <a:pt x="7620" y="0"/>
                  </a:moveTo>
                  <a:lnTo>
                    <a:pt x="0" y="0"/>
                  </a:lnTo>
                  <a:lnTo>
                    <a:pt x="0" y="680719"/>
                  </a:lnTo>
                  <a:lnTo>
                    <a:pt x="7620" y="680719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8B8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" name="object 516"/>
            <p:cNvSpPr/>
            <p:nvPr/>
          </p:nvSpPr>
          <p:spPr>
            <a:xfrm>
              <a:off x="8097520" y="3238499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1052"/>
                  </a:moveTo>
                  <a:lnTo>
                    <a:pt x="0" y="701052"/>
                  </a:lnTo>
                  <a:lnTo>
                    <a:pt x="0" y="706120"/>
                  </a:lnTo>
                  <a:lnTo>
                    <a:pt x="7620" y="706120"/>
                  </a:lnTo>
                  <a:lnTo>
                    <a:pt x="7620" y="701052"/>
                  </a:lnTo>
                  <a:close/>
                </a:path>
                <a:path w="7620" h="706120">
                  <a:moveTo>
                    <a:pt x="7620" y="694702"/>
                  </a:moveTo>
                  <a:lnTo>
                    <a:pt x="0" y="694702"/>
                  </a:lnTo>
                  <a:lnTo>
                    <a:pt x="0" y="701040"/>
                  </a:lnTo>
                  <a:lnTo>
                    <a:pt x="7620" y="701040"/>
                  </a:lnTo>
                  <a:lnTo>
                    <a:pt x="7620" y="694702"/>
                  </a:lnTo>
                  <a:close/>
                </a:path>
                <a:path w="7620" h="706120">
                  <a:moveTo>
                    <a:pt x="7620" y="688352"/>
                  </a:moveTo>
                  <a:lnTo>
                    <a:pt x="0" y="688352"/>
                  </a:lnTo>
                  <a:lnTo>
                    <a:pt x="0" y="694690"/>
                  </a:lnTo>
                  <a:lnTo>
                    <a:pt x="7620" y="694690"/>
                  </a:lnTo>
                  <a:lnTo>
                    <a:pt x="7620" y="688352"/>
                  </a:lnTo>
                  <a:close/>
                </a:path>
                <a:path w="7620" h="706120">
                  <a:moveTo>
                    <a:pt x="7620" y="680732"/>
                  </a:moveTo>
                  <a:lnTo>
                    <a:pt x="0" y="680732"/>
                  </a:lnTo>
                  <a:lnTo>
                    <a:pt x="0" y="688340"/>
                  </a:lnTo>
                  <a:lnTo>
                    <a:pt x="7620" y="688340"/>
                  </a:lnTo>
                  <a:lnTo>
                    <a:pt x="7620" y="680732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80720"/>
                  </a:lnTo>
                  <a:lnTo>
                    <a:pt x="7620" y="680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7B7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" name="object 517"/>
            <p:cNvSpPr/>
            <p:nvPr/>
          </p:nvSpPr>
          <p:spPr>
            <a:xfrm>
              <a:off x="8105140" y="3238500"/>
              <a:ext cx="7620" cy="680720"/>
            </a:xfrm>
            <a:custGeom>
              <a:avLst/>
              <a:gdLst/>
              <a:ahLst/>
              <a:cxnLst/>
              <a:rect l="l" t="t" r="r" b="b"/>
              <a:pathLst>
                <a:path w="7620" h="680720">
                  <a:moveTo>
                    <a:pt x="7619" y="0"/>
                  </a:moveTo>
                  <a:lnTo>
                    <a:pt x="0" y="0"/>
                  </a:lnTo>
                  <a:lnTo>
                    <a:pt x="0" y="680719"/>
                  </a:lnTo>
                  <a:lnTo>
                    <a:pt x="7619" y="680719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B6B6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" name="object 518"/>
            <p:cNvSpPr/>
            <p:nvPr/>
          </p:nvSpPr>
          <p:spPr>
            <a:xfrm>
              <a:off x="8112760" y="3238499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1052"/>
                  </a:moveTo>
                  <a:lnTo>
                    <a:pt x="0" y="701052"/>
                  </a:lnTo>
                  <a:lnTo>
                    <a:pt x="0" y="706120"/>
                  </a:lnTo>
                  <a:lnTo>
                    <a:pt x="7620" y="706120"/>
                  </a:lnTo>
                  <a:lnTo>
                    <a:pt x="7620" y="701052"/>
                  </a:lnTo>
                  <a:close/>
                </a:path>
                <a:path w="7620" h="706120">
                  <a:moveTo>
                    <a:pt x="7620" y="694702"/>
                  </a:moveTo>
                  <a:lnTo>
                    <a:pt x="0" y="694702"/>
                  </a:lnTo>
                  <a:lnTo>
                    <a:pt x="0" y="701040"/>
                  </a:lnTo>
                  <a:lnTo>
                    <a:pt x="7620" y="701040"/>
                  </a:lnTo>
                  <a:lnTo>
                    <a:pt x="7620" y="694702"/>
                  </a:lnTo>
                  <a:close/>
                </a:path>
                <a:path w="7620" h="706120">
                  <a:moveTo>
                    <a:pt x="7620" y="688352"/>
                  </a:moveTo>
                  <a:lnTo>
                    <a:pt x="0" y="688352"/>
                  </a:lnTo>
                  <a:lnTo>
                    <a:pt x="0" y="694690"/>
                  </a:lnTo>
                  <a:lnTo>
                    <a:pt x="7620" y="694690"/>
                  </a:lnTo>
                  <a:lnTo>
                    <a:pt x="7620" y="688352"/>
                  </a:lnTo>
                  <a:close/>
                </a:path>
                <a:path w="7620" h="706120">
                  <a:moveTo>
                    <a:pt x="7620" y="680732"/>
                  </a:moveTo>
                  <a:lnTo>
                    <a:pt x="0" y="680732"/>
                  </a:lnTo>
                  <a:lnTo>
                    <a:pt x="0" y="688340"/>
                  </a:lnTo>
                  <a:lnTo>
                    <a:pt x="7620" y="688340"/>
                  </a:lnTo>
                  <a:lnTo>
                    <a:pt x="7620" y="680732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80720"/>
                  </a:lnTo>
                  <a:lnTo>
                    <a:pt x="7620" y="680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6B6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" name="object 519"/>
            <p:cNvSpPr/>
            <p:nvPr/>
          </p:nvSpPr>
          <p:spPr>
            <a:xfrm>
              <a:off x="8120380" y="3238500"/>
              <a:ext cx="7620" cy="680720"/>
            </a:xfrm>
            <a:custGeom>
              <a:avLst/>
              <a:gdLst/>
              <a:ahLst/>
              <a:cxnLst/>
              <a:rect l="l" t="t" r="r" b="b"/>
              <a:pathLst>
                <a:path w="7620" h="680720">
                  <a:moveTo>
                    <a:pt x="7620" y="0"/>
                  </a:moveTo>
                  <a:lnTo>
                    <a:pt x="0" y="0"/>
                  </a:lnTo>
                  <a:lnTo>
                    <a:pt x="0" y="680719"/>
                  </a:lnTo>
                  <a:lnTo>
                    <a:pt x="7620" y="680719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5B5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" name="object 520"/>
            <p:cNvSpPr/>
            <p:nvPr/>
          </p:nvSpPr>
          <p:spPr>
            <a:xfrm>
              <a:off x="8128000" y="3238499"/>
              <a:ext cx="8890" cy="706120"/>
            </a:xfrm>
            <a:custGeom>
              <a:avLst/>
              <a:gdLst/>
              <a:ahLst/>
              <a:cxnLst/>
              <a:rect l="l" t="t" r="r" b="b"/>
              <a:pathLst>
                <a:path w="8890" h="706120">
                  <a:moveTo>
                    <a:pt x="8890" y="701052"/>
                  </a:moveTo>
                  <a:lnTo>
                    <a:pt x="0" y="701052"/>
                  </a:lnTo>
                  <a:lnTo>
                    <a:pt x="0" y="706120"/>
                  </a:lnTo>
                  <a:lnTo>
                    <a:pt x="8890" y="706120"/>
                  </a:lnTo>
                  <a:lnTo>
                    <a:pt x="8890" y="701052"/>
                  </a:lnTo>
                  <a:close/>
                </a:path>
                <a:path w="8890" h="706120">
                  <a:moveTo>
                    <a:pt x="8890" y="694702"/>
                  </a:moveTo>
                  <a:lnTo>
                    <a:pt x="0" y="694702"/>
                  </a:lnTo>
                  <a:lnTo>
                    <a:pt x="0" y="701040"/>
                  </a:lnTo>
                  <a:lnTo>
                    <a:pt x="8890" y="701040"/>
                  </a:lnTo>
                  <a:lnTo>
                    <a:pt x="8890" y="694702"/>
                  </a:lnTo>
                  <a:close/>
                </a:path>
                <a:path w="8890" h="706120">
                  <a:moveTo>
                    <a:pt x="8890" y="688352"/>
                  </a:moveTo>
                  <a:lnTo>
                    <a:pt x="0" y="688352"/>
                  </a:lnTo>
                  <a:lnTo>
                    <a:pt x="0" y="694690"/>
                  </a:lnTo>
                  <a:lnTo>
                    <a:pt x="8890" y="694690"/>
                  </a:lnTo>
                  <a:lnTo>
                    <a:pt x="8890" y="688352"/>
                  </a:lnTo>
                  <a:close/>
                </a:path>
                <a:path w="8890" h="706120">
                  <a:moveTo>
                    <a:pt x="8890" y="680732"/>
                  </a:moveTo>
                  <a:lnTo>
                    <a:pt x="0" y="680732"/>
                  </a:lnTo>
                  <a:lnTo>
                    <a:pt x="0" y="688340"/>
                  </a:lnTo>
                  <a:lnTo>
                    <a:pt x="8890" y="688340"/>
                  </a:lnTo>
                  <a:lnTo>
                    <a:pt x="8890" y="680732"/>
                  </a:lnTo>
                  <a:close/>
                </a:path>
                <a:path w="8890" h="706120">
                  <a:moveTo>
                    <a:pt x="8890" y="0"/>
                  </a:moveTo>
                  <a:lnTo>
                    <a:pt x="0" y="0"/>
                  </a:lnTo>
                  <a:lnTo>
                    <a:pt x="0" y="680720"/>
                  </a:lnTo>
                  <a:lnTo>
                    <a:pt x="8890" y="680720"/>
                  </a:lnTo>
                  <a:lnTo>
                    <a:pt x="8890" y="0"/>
                  </a:lnTo>
                  <a:close/>
                </a:path>
              </a:pathLst>
            </a:custGeom>
            <a:solidFill>
              <a:srgbClr val="B4B4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" name="object 521"/>
            <p:cNvSpPr/>
            <p:nvPr/>
          </p:nvSpPr>
          <p:spPr>
            <a:xfrm>
              <a:off x="8136890" y="3238500"/>
              <a:ext cx="7620" cy="680720"/>
            </a:xfrm>
            <a:custGeom>
              <a:avLst/>
              <a:gdLst/>
              <a:ahLst/>
              <a:cxnLst/>
              <a:rect l="l" t="t" r="r" b="b"/>
              <a:pathLst>
                <a:path w="7620" h="680720">
                  <a:moveTo>
                    <a:pt x="7619" y="0"/>
                  </a:moveTo>
                  <a:lnTo>
                    <a:pt x="0" y="0"/>
                  </a:lnTo>
                  <a:lnTo>
                    <a:pt x="0" y="680719"/>
                  </a:lnTo>
                  <a:lnTo>
                    <a:pt x="7619" y="680719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B4B4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" name="object 522"/>
            <p:cNvSpPr/>
            <p:nvPr/>
          </p:nvSpPr>
          <p:spPr>
            <a:xfrm>
              <a:off x="8144510" y="3238499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1052"/>
                  </a:moveTo>
                  <a:lnTo>
                    <a:pt x="0" y="701052"/>
                  </a:lnTo>
                  <a:lnTo>
                    <a:pt x="0" y="706120"/>
                  </a:lnTo>
                  <a:lnTo>
                    <a:pt x="7620" y="706120"/>
                  </a:lnTo>
                  <a:lnTo>
                    <a:pt x="7620" y="701052"/>
                  </a:lnTo>
                  <a:close/>
                </a:path>
                <a:path w="7620" h="706120">
                  <a:moveTo>
                    <a:pt x="7620" y="694702"/>
                  </a:moveTo>
                  <a:lnTo>
                    <a:pt x="0" y="694702"/>
                  </a:lnTo>
                  <a:lnTo>
                    <a:pt x="0" y="701040"/>
                  </a:lnTo>
                  <a:lnTo>
                    <a:pt x="7620" y="701040"/>
                  </a:lnTo>
                  <a:lnTo>
                    <a:pt x="7620" y="694702"/>
                  </a:lnTo>
                  <a:close/>
                </a:path>
                <a:path w="7620" h="706120">
                  <a:moveTo>
                    <a:pt x="7620" y="688352"/>
                  </a:moveTo>
                  <a:lnTo>
                    <a:pt x="0" y="688352"/>
                  </a:lnTo>
                  <a:lnTo>
                    <a:pt x="0" y="694690"/>
                  </a:lnTo>
                  <a:lnTo>
                    <a:pt x="7620" y="694690"/>
                  </a:lnTo>
                  <a:lnTo>
                    <a:pt x="7620" y="688352"/>
                  </a:lnTo>
                  <a:close/>
                </a:path>
                <a:path w="7620" h="706120">
                  <a:moveTo>
                    <a:pt x="7620" y="680732"/>
                  </a:moveTo>
                  <a:lnTo>
                    <a:pt x="0" y="680732"/>
                  </a:lnTo>
                  <a:lnTo>
                    <a:pt x="0" y="688340"/>
                  </a:lnTo>
                  <a:lnTo>
                    <a:pt x="7620" y="688340"/>
                  </a:lnTo>
                  <a:lnTo>
                    <a:pt x="7620" y="680732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80720"/>
                  </a:lnTo>
                  <a:lnTo>
                    <a:pt x="7620" y="680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3B3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" name="object 523"/>
            <p:cNvSpPr/>
            <p:nvPr/>
          </p:nvSpPr>
          <p:spPr>
            <a:xfrm>
              <a:off x="8152130" y="3238500"/>
              <a:ext cx="7620" cy="680720"/>
            </a:xfrm>
            <a:custGeom>
              <a:avLst/>
              <a:gdLst/>
              <a:ahLst/>
              <a:cxnLst/>
              <a:rect l="l" t="t" r="r" b="b"/>
              <a:pathLst>
                <a:path w="7620" h="680720">
                  <a:moveTo>
                    <a:pt x="7620" y="0"/>
                  </a:moveTo>
                  <a:lnTo>
                    <a:pt x="0" y="0"/>
                  </a:lnTo>
                  <a:lnTo>
                    <a:pt x="0" y="680719"/>
                  </a:lnTo>
                  <a:lnTo>
                    <a:pt x="7620" y="680719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2B2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" name="object 524"/>
            <p:cNvSpPr/>
            <p:nvPr/>
          </p:nvSpPr>
          <p:spPr>
            <a:xfrm>
              <a:off x="8159750" y="3238499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1052"/>
                  </a:moveTo>
                  <a:lnTo>
                    <a:pt x="0" y="701052"/>
                  </a:lnTo>
                  <a:lnTo>
                    <a:pt x="0" y="706120"/>
                  </a:lnTo>
                  <a:lnTo>
                    <a:pt x="7620" y="706120"/>
                  </a:lnTo>
                  <a:lnTo>
                    <a:pt x="7620" y="701052"/>
                  </a:lnTo>
                  <a:close/>
                </a:path>
                <a:path w="7620" h="706120">
                  <a:moveTo>
                    <a:pt x="7620" y="694702"/>
                  </a:moveTo>
                  <a:lnTo>
                    <a:pt x="0" y="694702"/>
                  </a:lnTo>
                  <a:lnTo>
                    <a:pt x="0" y="701040"/>
                  </a:lnTo>
                  <a:lnTo>
                    <a:pt x="7620" y="701040"/>
                  </a:lnTo>
                  <a:lnTo>
                    <a:pt x="7620" y="694702"/>
                  </a:lnTo>
                  <a:close/>
                </a:path>
                <a:path w="7620" h="706120">
                  <a:moveTo>
                    <a:pt x="7620" y="688352"/>
                  </a:moveTo>
                  <a:lnTo>
                    <a:pt x="0" y="688352"/>
                  </a:lnTo>
                  <a:lnTo>
                    <a:pt x="0" y="694690"/>
                  </a:lnTo>
                  <a:lnTo>
                    <a:pt x="7620" y="694690"/>
                  </a:lnTo>
                  <a:lnTo>
                    <a:pt x="7620" y="688352"/>
                  </a:lnTo>
                  <a:close/>
                </a:path>
                <a:path w="7620" h="706120">
                  <a:moveTo>
                    <a:pt x="7620" y="680732"/>
                  </a:moveTo>
                  <a:lnTo>
                    <a:pt x="0" y="680732"/>
                  </a:lnTo>
                  <a:lnTo>
                    <a:pt x="0" y="688340"/>
                  </a:lnTo>
                  <a:lnTo>
                    <a:pt x="7620" y="688340"/>
                  </a:lnTo>
                  <a:lnTo>
                    <a:pt x="7620" y="680732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80720"/>
                  </a:lnTo>
                  <a:lnTo>
                    <a:pt x="7620" y="680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2B2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" name="object 525"/>
            <p:cNvSpPr/>
            <p:nvPr/>
          </p:nvSpPr>
          <p:spPr>
            <a:xfrm>
              <a:off x="8167370" y="3238500"/>
              <a:ext cx="7620" cy="680720"/>
            </a:xfrm>
            <a:custGeom>
              <a:avLst/>
              <a:gdLst/>
              <a:ahLst/>
              <a:cxnLst/>
              <a:rect l="l" t="t" r="r" b="b"/>
              <a:pathLst>
                <a:path w="7620" h="680720">
                  <a:moveTo>
                    <a:pt x="7620" y="0"/>
                  </a:moveTo>
                  <a:lnTo>
                    <a:pt x="0" y="0"/>
                  </a:lnTo>
                  <a:lnTo>
                    <a:pt x="0" y="680719"/>
                  </a:lnTo>
                  <a:lnTo>
                    <a:pt x="7620" y="680719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1B1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" name="object 526"/>
            <p:cNvSpPr/>
            <p:nvPr/>
          </p:nvSpPr>
          <p:spPr>
            <a:xfrm>
              <a:off x="8174990" y="3238499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1052"/>
                  </a:moveTo>
                  <a:lnTo>
                    <a:pt x="0" y="701052"/>
                  </a:lnTo>
                  <a:lnTo>
                    <a:pt x="0" y="706120"/>
                  </a:lnTo>
                  <a:lnTo>
                    <a:pt x="7620" y="706120"/>
                  </a:lnTo>
                  <a:lnTo>
                    <a:pt x="7620" y="701052"/>
                  </a:lnTo>
                  <a:close/>
                </a:path>
                <a:path w="7620" h="706120">
                  <a:moveTo>
                    <a:pt x="7620" y="694702"/>
                  </a:moveTo>
                  <a:lnTo>
                    <a:pt x="0" y="694702"/>
                  </a:lnTo>
                  <a:lnTo>
                    <a:pt x="0" y="701040"/>
                  </a:lnTo>
                  <a:lnTo>
                    <a:pt x="7620" y="701040"/>
                  </a:lnTo>
                  <a:lnTo>
                    <a:pt x="7620" y="694702"/>
                  </a:lnTo>
                  <a:close/>
                </a:path>
                <a:path w="7620" h="706120">
                  <a:moveTo>
                    <a:pt x="7620" y="688352"/>
                  </a:moveTo>
                  <a:lnTo>
                    <a:pt x="0" y="688352"/>
                  </a:lnTo>
                  <a:lnTo>
                    <a:pt x="0" y="694690"/>
                  </a:lnTo>
                  <a:lnTo>
                    <a:pt x="7620" y="694690"/>
                  </a:lnTo>
                  <a:lnTo>
                    <a:pt x="7620" y="688352"/>
                  </a:lnTo>
                  <a:close/>
                </a:path>
                <a:path w="7620" h="706120">
                  <a:moveTo>
                    <a:pt x="7620" y="680732"/>
                  </a:moveTo>
                  <a:lnTo>
                    <a:pt x="0" y="680732"/>
                  </a:lnTo>
                  <a:lnTo>
                    <a:pt x="0" y="688340"/>
                  </a:lnTo>
                  <a:lnTo>
                    <a:pt x="7620" y="688340"/>
                  </a:lnTo>
                  <a:lnTo>
                    <a:pt x="7620" y="680732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80720"/>
                  </a:lnTo>
                  <a:lnTo>
                    <a:pt x="7620" y="680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0B0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" name="object 527"/>
            <p:cNvSpPr/>
            <p:nvPr/>
          </p:nvSpPr>
          <p:spPr>
            <a:xfrm>
              <a:off x="8182610" y="3238500"/>
              <a:ext cx="7620" cy="680720"/>
            </a:xfrm>
            <a:custGeom>
              <a:avLst/>
              <a:gdLst/>
              <a:ahLst/>
              <a:cxnLst/>
              <a:rect l="l" t="t" r="r" b="b"/>
              <a:pathLst>
                <a:path w="7620" h="680720">
                  <a:moveTo>
                    <a:pt x="7620" y="0"/>
                  </a:moveTo>
                  <a:lnTo>
                    <a:pt x="0" y="0"/>
                  </a:lnTo>
                  <a:lnTo>
                    <a:pt x="0" y="680719"/>
                  </a:lnTo>
                  <a:lnTo>
                    <a:pt x="7620" y="680719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FAF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" name="object 528"/>
            <p:cNvSpPr/>
            <p:nvPr/>
          </p:nvSpPr>
          <p:spPr>
            <a:xfrm>
              <a:off x="8190230" y="3238499"/>
              <a:ext cx="8890" cy="706120"/>
            </a:xfrm>
            <a:custGeom>
              <a:avLst/>
              <a:gdLst/>
              <a:ahLst/>
              <a:cxnLst/>
              <a:rect l="l" t="t" r="r" b="b"/>
              <a:pathLst>
                <a:path w="8890" h="706120">
                  <a:moveTo>
                    <a:pt x="8890" y="701052"/>
                  </a:moveTo>
                  <a:lnTo>
                    <a:pt x="0" y="701052"/>
                  </a:lnTo>
                  <a:lnTo>
                    <a:pt x="0" y="706120"/>
                  </a:lnTo>
                  <a:lnTo>
                    <a:pt x="8890" y="706120"/>
                  </a:lnTo>
                  <a:lnTo>
                    <a:pt x="8890" y="701052"/>
                  </a:lnTo>
                  <a:close/>
                </a:path>
                <a:path w="8890" h="706120">
                  <a:moveTo>
                    <a:pt x="8890" y="694702"/>
                  </a:moveTo>
                  <a:lnTo>
                    <a:pt x="0" y="694702"/>
                  </a:lnTo>
                  <a:lnTo>
                    <a:pt x="0" y="701040"/>
                  </a:lnTo>
                  <a:lnTo>
                    <a:pt x="8890" y="701040"/>
                  </a:lnTo>
                  <a:lnTo>
                    <a:pt x="8890" y="694702"/>
                  </a:lnTo>
                  <a:close/>
                </a:path>
                <a:path w="8890" h="706120">
                  <a:moveTo>
                    <a:pt x="8890" y="688352"/>
                  </a:moveTo>
                  <a:lnTo>
                    <a:pt x="0" y="688352"/>
                  </a:lnTo>
                  <a:lnTo>
                    <a:pt x="0" y="694690"/>
                  </a:lnTo>
                  <a:lnTo>
                    <a:pt x="8890" y="694690"/>
                  </a:lnTo>
                  <a:lnTo>
                    <a:pt x="8890" y="688352"/>
                  </a:lnTo>
                  <a:close/>
                </a:path>
                <a:path w="8890" h="706120">
                  <a:moveTo>
                    <a:pt x="8890" y="680732"/>
                  </a:moveTo>
                  <a:lnTo>
                    <a:pt x="0" y="680732"/>
                  </a:lnTo>
                  <a:lnTo>
                    <a:pt x="0" y="688340"/>
                  </a:lnTo>
                  <a:lnTo>
                    <a:pt x="8890" y="688340"/>
                  </a:lnTo>
                  <a:lnTo>
                    <a:pt x="8890" y="680732"/>
                  </a:lnTo>
                  <a:close/>
                </a:path>
                <a:path w="8890" h="706120">
                  <a:moveTo>
                    <a:pt x="8890" y="0"/>
                  </a:moveTo>
                  <a:lnTo>
                    <a:pt x="0" y="0"/>
                  </a:lnTo>
                  <a:lnTo>
                    <a:pt x="0" y="680720"/>
                  </a:lnTo>
                  <a:lnTo>
                    <a:pt x="8890" y="680720"/>
                  </a:lnTo>
                  <a:lnTo>
                    <a:pt x="8890" y="0"/>
                  </a:lnTo>
                  <a:close/>
                </a:path>
              </a:pathLst>
            </a:custGeom>
            <a:solidFill>
              <a:srgbClr val="AFAF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" name="object 529"/>
            <p:cNvSpPr/>
            <p:nvPr/>
          </p:nvSpPr>
          <p:spPr>
            <a:xfrm>
              <a:off x="8199120" y="3238500"/>
              <a:ext cx="7620" cy="680720"/>
            </a:xfrm>
            <a:custGeom>
              <a:avLst/>
              <a:gdLst/>
              <a:ahLst/>
              <a:cxnLst/>
              <a:rect l="l" t="t" r="r" b="b"/>
              <a:pathLst>
                <a:path w="7620" h="680720">
                  <a:moveTo>
                    <a:pt x="7620" y="0"/>
                  </a:moveTo>
                  <a:lnTo>
                    <a:pt x="0" y="0"/>
                  </a:lnTo>
                  <a:lnTo>
                    <a:pt x="0" y="680719"/>
                  </a:lnTo>
                  <a:lnTo>
                    <a:pt x="7620" y="680719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EAE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" name="object 530"/>
            <p:cNvSpPr/>
            <p:nvPr/>
          </p:nvSpPr>
          <p:spPr>
            <a:xfrm>
              <a:off x="8206740" y="3238499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1052"/>
                  </a:moveTo>
                  <a:lnTo>
                    <a:pt x="0" y="701052"/>
                  </a:lnTo>
                  <a:lnTo>
                    <a:pt x="0" y="706120"/>
                  </a:lnTo>
                  <a:lnTo>
                    <a:pt x="7620" y="706120"/>
                  </a:lnTo>
                  <a:lnTo>
                    <a:pt x="7620" y="701052"/>
                  </a:lnTo>
                  <a:close/>
                </a:path>
                <a:path w="7620" h="706120">
                  <a:moveTo>
                    <a:pt x="7620" y="694702"/>
                  </a:moveTo>
                  <a:lnTo>
                    <a:pt x="0" y="694702"/>
                  </a:lnTo>
                  <a:lnTo>
                    <a:pt x="0" y="701040"/>
                  </a:lnTo>
                  <a:lnTo>
                    <a:pt x="7620" y="701040"/>
                  </a:lnTo>
                  <a:lnTo>
                    <a:pt x="7620" y="694702"/>
                  </a:lnTo>
                  <a:close/>
                </a:path>
                <a:path w="7620" h="706120">
                  <a:moveTo>
                    <a:pt x="7620" y="688352"/>
                  </a:moveTo>
                  <a:lnTo>
                    <a:pt x="0" y="688352"/>
                  </a:lnTo>
                  <a:lnTo>
                    <a:pt x="0" y="694690"/>
                  </a:lnTo>
                  <a:lnTo>
                    <a:pt x="7620" y="694690"/>
                  </a:lnTo>
                  <a:lnTo>
                    <a:pt x="7620" y="688352"/>
                  </a:lnTo>
                  <a:close/>
                </a:path>
                <a:path w="7620" h="706120">
                  <a:moveTo>
                    <a:pt x="7620" y="680732"/>
                  </a:moveTo>
                  <a:lnTo>
                    <a:pt x="0" y="680732"/>
                  </a:lnTo>
                  <a:lnTo>
                    <a:pt x="0" y="688340"/>
                  </a:lnTo>
                  <a:lnTo>
                    <a:pt x="7620" y="688340"/>
                  </a:lnTo>
                  <a:lnTo>
                    <a:pt x="7620" y="680732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80720"/>
                  </a:lnTo>
                  <a:lnTo>
                    <a:pt x="7620" y="680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DAD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" name="object 531"/>
            <p:cNvSpPr/>
            <p:nvPr/>
          </p:nvSpPr>
          <p:spPr>
            <a:xfrm>
              <a:off x="8214360" y="3238500"/>
              <a:ext cx="7620" cy="680720"/>
            </a:xfrm>
            <a:custGeom>
              <a:avLst/>
              <a:gdLst/>
              <a:ahLst/>
              <a:cxnLst/>
              <a:rect l="l" t="t" r="r" b="b"/>
              <a:pathLst>
                <a:path w="7620" h="680720">
                  <a:moveTo>
                    <a:pt x="7620" y="0"/>
                  </a:moveTo>
                  <a:lnTo>
                    <a:pt x="0" y="0"/>
                  </a:lnTo>
                  <a:lnTo>
                    <a:pt x="0" y="680719"/>
                  </a:lnTo>
                  <a:lnTo>
                    <a:pt x="7620" y="680719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DAD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" name="object 532"/>
            <p:cNvSpPr/>
            <p:nvPr/>
          </p:nvSpPr>
          <p:spPr>
            <a:xfrm>
              <a:off x="8221980" y="3238499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1052"/>
                  </a:moveTo>
                  <a:lnTo>
                    <a:pt x="0" y="701052"/>
                  </a:lnTo>
                  <a:lnTo>
                    <a:pt x="0" y="706120"/>
                  </a:lnTo>
                  <a:lnTo>
                    <a:pt x="7620" y="706120"/>
                  </a:lnTo>
                  <a:lnTo>
                    <a:pt x="7620" y="701052"/>
                  </a:lnTo>
                  <a:close/>
                </a:path>
                <a:path w="7620" h="706120">
                  <a:moveTo>
                    <a:pt x="7620" y="694702"/>
                  </a:moveTo>
                  <a:lnTo>
                    <a:pt x="0" y="694702"/>
                  </a:lnTo>
                  <a:lnTo>
                    <a:pt x="0" y="701040"/>
                  </a:lnTo>
                  <a:lnTo>
                    <a:pt x="7620" y="701040"/>
                  </a:lnTo>
                  <a:lnTo>
                    <a:pt x="7620" y="694702"/>
                  </a:lnTo>
                  <a:close/>
                </a:path>
                <a:path w="7620" h="706120">
                  <a:moveTo>
                    <a:pt x="7620" y="688352"/>
                  </a:moveTo>
                  <a:lnTo>
                    <a:pt x="0" y="688352"/>
                  </a:lnTo>
                  <a:lnTo>
                    <a:pt x="0" y="694690"/>
                  </a:lnTo>
                  <a:lnTo>
                    <a:pt x="7620" y="694690"/>
                  </a:lnTo>
                  <a:lnTo>
                    <a:pt x="7620" y="688352"/>
                  </a:lnTo>
                  <a:close/>
                </a:path>
                <a:path w="7620" h="706120">
                  <a:moveTo>
                    <a:pt x="7620" y="680732"/>
                  </a:moveTo>
                  <a:lnTo>
                    <a:pt x="0" y="680732"/>
                  </a:lnTo>
                  <a:lnTo>
                    <a:pt x="0" y="688340"/>
                  </a:lnTo>
                  <a:lnTo>
                    <a:pt x="7620" y="688340"/>
                  </a:lnTo>
                  <a:lnTo>
                    <a:pt x="7620" y="680732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80720"/>
                  </a:lnTo>
                  <a:lnTo>
                    <a:pt x="7620" y="680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CAC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" name="object 533"/>
            <p:cNvSpPr/>
            <p:nvPr/>
          </p:nvSpPr>
          <p:spPr>
            <a:xfrm>
              <a:off x="8229600" y="3238500"/>
              <a:ext cx="7620" cy="680720"/>
            </a:xfrm>
            <a:custGeom>
              <a:avLst/>
              <a:gdLst/>
              <a:ahLst/>
              <a:cxnLst/>
              <a:rect l="l" t="t" r="r" b="b"/>
              <a:pathLst>
                <a:path w="7620" h="680720">
                  <a:moveTo>
                    <a:pt x="7620" y="0"/>
                  </a:moveTo>
                  <a:lnTo>
                    <a:pt x="0" y="0"/>
                  </a:lnTo>
                  <a:lnTo>
                    <a:pt x="0" y="680719"/>
                  </a:lnTo>
                  <a:lnTo>
                    <a:pt x="7620" y="680719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BAB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" name="object 534"/>
            <p:cNvSpPr/>
            <p:nvPr/>
          </p:nvSpPr>
          <p:spPr>
            <a:xfrm>
              <a:off x="8237220" y="3238499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1052"/>
                  </a:moveTo>
                  <a:lnTo>
                    <a:pt x="0" y="701052"/>
                  </a:lnTo>
                  <a:lnTo>
                    <a:pt x="0" y="706120"/>
                  </a:lnTo>
                  <a:lnTo>
                    <a:pt x="7620" y="706120"/>
                  </a:lnTo>
                  <a:lnTo>
                    <a:pt x="7620" y="701052"/>
                  </a:lnTo>
                  <a:close/>
                </a:path>
                <a:path w="7620" h="706120">
                  <a:moveTo>
                    <a:pt x="7620" y="694702"/>
                  </a:moveTo>
                  <a:lnTo>
                    <a:pt x="0" y="694702"/>
                  </a:lnTo>
                  <a:lnTo>
                    <a:pt x="0" y="701040"/>
                  </a:lnTo>
                  <a:lnTo>
                    <a:pt x="7620" y="701040"/>
                  </a:lnTo>
                  <a:lnTo>
                    <a:pt x="7620" y="694702"/>
                  </a:lnTo>
                  <a:close/>
                </a:path>
                <a:path w="7620" h="706120">
                  <a:moveTo>
                    <a:pt x="7620" y="688352"/>
                  </a:moveTo>
                  <a:lnTo>
                    <a:pt x="0" y="688352"/>
                  </a:lnTo>
                  <a:lnTo>
                    <a:pt x="0" y="694690"/>
                  </a:lnTo>
                  <a:lnTo>
                    <a:pt x="7620" y="694690"/>
                  </a:lnTo>
                  <a:lnTo>
                    <a:pt x="7620" y="688352"/>
                  </a:lnTo>
                  <a:close/>
                </a:path>
                <a:path w="7620" h="706120">
                  <a:moveTo>
                    <a:pt x="7620" y="680732"/>
                  </a:moveTo>
                  <a:lnTo>
                    <a:pt x="0" y="680732"/>
                  </a:lnTo>
                  <a:lnTo>
                    <a:pt x="0" y="688340"/>
                  </a:lnTo>
                  <a:lnTo>
                    <a:pt x="7620" y="688340"/>
                  </a:lnTo>
                  <a:lnTo>
                    <a:pt x="7620" y="680732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80720"/>
                  </a:lnTo>
                  <a:lnTo>
                    <a:pt x="7620" y="680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BAB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" name="object 535"/>
            <p:cNvSpPr/>
            <p:nvPr/>
          </p:nvSpPr>
          <p:spPr>
            <a:xfrm>
              <a:off x="8244840" y="3238500"/>
              <a:ext cx="7620" cy="680720"/>
            </a:xfrm>
            <a:custGeom>
              <a:avLst/>
              <a:gdLst/>
              <a:ahLst/>
              <a:cxnLst/>
              <a:rect l="l" t="t" r="r" b="b"/>
              <a:pathLst>
                <a:path w="7620" h="680720">
                  <a:moveTo>
                    <a:pt x="7619" y="0"/>
                  </a:moveTo>
                  <a:lnTo>
                    <a:pt x="0" y="0"/>
                  </a:lnTo>
                  <a:lnTo>
                    <a:pt x="0" y="680719"/>
                  </a:lnTo>
                  <a:lnTo>
                    <a:pt x="7619" y="680719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A9A9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" name="object 536"/>
            <p:cNvSpPr/>
            <p:nvPr/>
          </p:nvSpPr>
          <p:spPr>
            <a:xfrm>
              <a:off x="8252460" y="3238499"/>
              <a:ext cx="8890" cy="706120"/>
            </a:xfrm>
            <a:custGeom>
              <a:avLst/>
              <a:gdLst/>
              <a:ahLst/>
              <a:cxnLst/>
              <a:rect l="l" t="t" r="r" b="b"/>
              <a:pathLst>
                <a:path w="8890" h="706120">
                  <a:moveTo>
                    <a:pt x="8890" y="701052"/>
                  </a:moveTo>
                  <a:lnTo>
                    <a:pt x="0" y="701052"/>
                  </a:lnTo>
                  <a:lnTo>
                    <a:pt x="0" y="706120"/>
                  </a:lnTo>
                  <a:lnTo>
                    <a:pt x="8890" y="706120"/>
                  </a:lnTo>
                  <a:lnTo>
                    <a:pt x="8890" y="701052"/>
                  </a:lnTo>
                  <a:close/>
                </a:path>
                <a:path w="8890" h="706120">
                  <a:moveTo>
                    <a:pt x="8890" y="694702"/>
                  </a:moveTo>
                  <a:lnTo>
                    <a:pt x="0" y="694702"/>
                  </a:lnTo>
                  <a:lnTo>
                    <a:pt x="0" y="701040"/>
                  </a:lnTo>
                  <a:lnTo>
                    <a:pt x="8890" y="701040"/>
                  </a:lnTo>
                  <a:lnTo>
                    <a:pt x="8890" y="694702"/>
                  </a:lnTo>
                  <a:close/>
                </a:path>
                <a:path w="8890" h="706120">
                  <a:moveTo>
                    <a:pt x="8890" y="688352"/>
                  </a:moveTo>
                  <a:lnTo>
                    <a:pt x="0" y="688352"/>
                  </a:lnTo>
                  <a:lnTo>
                    <a:pt x="0" y="694690"/>
                  </a:lnTo>
                  <a:lnTo>
                    <a:pt x="8890" y="694690"/>
                  </a:lnTo>
                  <a:lnTo>
                    <a:pt x="8890" y="688352"/>
                  </a:lnTo>
                  <a:close/>
                </a:path>
                <a:path w="8890" h="706120">
                  <a:moveTo>
                    <a:pt x="8890" y="680732"/>
                  </a:moveTo>
                  <a:lnTo>
                    <a:pt x="0" y="680732"/>
                  </a:lnTo>
                  <a:lnTo>
                    <a:pt x="0" y="688340"/>
                  </a:lnTo>
                  <a:lnTo>
                    <a:pt x="8890" y="688340"/>
                  </a:lnTo>
                  <a:lnTo>
                    <a:pt x="8890" y="680732"/>
                  </a:lnTo>
                  <a:close/>
                </a:path>
                <a:path w="8890" h="706120">
                  <a:moveTo>
                    <a:pt x="8890" y="0"/>
                  </a:moveTo>
                  <a:lnTo>
                    <a:pt x="0" y="0"/>
                  </a:lnTo>
                  <a:lnTo>
                    <a:pt x="0" y="680720"/>
                  </a:lnTo>
                  <a:lnTo>
                    <a:pt x="8890" y="680720"/>
                  </a:lnTo>
                  <a:lnTo>
                    <a:pt x="8890" y="0"/>
                  </a:lnTo>
                  <a:close/>
                </a:path>
              </a:pathLst>
            </a:custGeom>
            <a:solidFill>
              <a:srgbClr val="AAAA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" name="object 537"/>
            <p:cNvSpPr/>
            <p:nvPr/>
          </p:nvSpPr>
          <p:spPr>
            <a:xfrm>
              <a:off x="8261350" y="3238500"/>
              <a:ext cx="7620" cy="680720"/>
            </a:xfrm>
            <a:custGeom>
              <a:avLst/>
              <a:gdLst/>
              <a:ahLst/>
              <a:cxnLst/>
              <a:rect l="l" t="t" r="r" b="b"/>
              <a:pathLst>
                <a:path w="7620" h="680720">
                  <a:moveTo>
                    <a:pt x="7620" y="0"/>
                  </a:moveTo>
                  <a:lnTo>
                    <a:pt x="0" y="0"/>
                  </a:lnTo>
                  <a:lnTo>
                    <a:pt x="0" y="680719"/>
                  </a:lnTo>
                  <a:lnTo>
                    <a:pt x="7620" y="680719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BAB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" name="object 538"/>
            <p:cNvSpPr/>
            <p:nvPr/>
          </p:nvSpPr>
          <p:spPr>
            <a:xfrm>
              <a:off x="8268970" y="3238499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1052"/>
                  </a:moveTo>
                  <a:lnTo>
                    <a:pt x="0" y="701052"/>
                  </a:lnTo>
                  <a:lnTo>
                    <a:pt x="0" y="706120"/>
                  </a:lnTo>
                  <a:lnTo>
                    <a:pt x="7620" y="706120"/>
                  </a:lnTo>
                  <a:lnTo>
                    <a:pt x="7620" y="701052"/>
                  </a:lnTo>
                  <a:close/>
                </a:path>
                <a:path w="7620" h="706120">
                  <a:moveTo>
                    <a:pt x="7620" y="694702"/>
                  </a:moveTo>
                  <a:lnTo>
                    <a:pt x="0" y="694702"/>
                  </a:lnTo>
                  <a:lnTo>
                    <a:pt x="0" y="701040"/>
                  </a:lnTo>
                  <a:lnTo>
                    <a:pt x="7620" y="701040"/>
                  </a:lnTo>
                  <a:lnTo>
                    <a:pt x="7620" y="694702"/>
                  </a:lnTo>
                  <a:close/>
                </a:path>
                <a:path w="7620" h="706120">
                  <a:moveTo>
                    <a:pt x="7620" y="688352"/>
                  </a:moveTo>
                  <a:lnTo>
                    <a:pt x="0" y="688352"/>
                  </a:lnTo>
                  <a:lnTo>
                    <a:pt x="0" y="694690"/>
                  </a:lnTo>
                  <a:lnTo>
                    <a:pt x="7620" y="694690"/>
                  </a:lnTo>
                  <a:lnTo>
                    <a:pt x="7620" y="688352"/>
                  </a:lnTo>
                  <a:close/>
                </a:path>
                <a:path w="7620" h="706120">
                  <a:moveTo>
                    <a:pt x="7620" y="680732"/>
                  </a:moveTo>
                  <a:lnTo>
                    <a:pt x="0" y="680732"/>
                  </a:lnTo>
                  <a:lnTo>
                    <a:pt x="0" y="688340"/>
                  </a:lnTo>
                  <a:lnTo>
                    <a:pt x="7620" y="688340"/>
                  </a:lnTo>
                  <a:lnTo>
                    <a:pt x="7620" y="680732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80720"/>
                  </a:lnTo>
                  <a:lnTo>
                    <a:pt x="7620" y="680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BAB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" name="object 539"/>
            <p:cNvSpPr/>
            <p:nvPr/>
          </p:nvSpPr>
          <p:spPr>
            <a:xfrm>
              <a:off x="8276590" y="3238500"/>
              <a:ext cx="7620" cy="680720"/>
            </a:xfrm>
            <a:custGeom>
              <a:avLst/>
              <a:gdLst/>
              <a:ahLst/>
              <a:cxnLst/>
              <a:rect l="l" t="t" r="r" b="b"/>
              <a:pathLst>
                <a:path w="7620" h="680720">
                  <a:moveTo>
                    <a:pt x="7619" y="0"/>
                  </a:moveTo>
                  <a:lnTo>
                    <a:pt x="0" y="0"/>
                  </a:lnTo>
                  <a:lnTo>
                    <a:pt x="0" y="680719"/>
                  </a:lnTo>
                  <a:lnTo>
                    <a:pt x="7619" y="680719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ACAC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" name="object 540"/>
            <p:cNvSpPr/>
            <p:nvPr/>
          </p:nvSpPr>
          <p:spPr>
            <a:xfrm>
              <a:off x="8284210" y="3238499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1052"/>
                  </a:moveTo>
                  <a:lnTo>
                    <a:pt x="0" y="701052"/>
                  </a:lnTo>
                  <a:lnTo>
                    <a:pt x="0" y="706120"/>
                  </a:lnTo>
                  <a:lnTo>
                    <a:pt x="7620" y="706120"/>
                  </a:lnTo>
                  <a:lnTo>
                    <a:pt x="7620" y="701052"/>
                  </a:lnTo>
                  <a:close/>
                </a:path>
                <a:path w="7620" h="706120">
                  <a:moveTo>
                    <a:pt x="7620" y="694702"/>
                  </a:moveTo>
                  <a:lnTo>
                    <a:pt x="0" y="694702"/>
                  </a:lnTo>
                  <a:lnTo>
                    <a:pt x="0" y="701040"/>
                  </a:lnTo>
                  <a:lnTo>
                    <a:pt x="7620" y="701040"/>
                  </a:lnTo>
                  <a:lnTo>
                    <a:pt x="7620" y="694702"/>
                  </a:lnTo>
                  <a:close/>
                </a:path>
                <a:path w="7620" h="706120">
                  <a:moveTo>
                    <a:pt x="7620" y="688352"/>
                  </a:moveTo>
                  <a:lnTo>
                    <a:pt x="0" y="688352"/>
                  </a:lnTo>
                  <a:lnTo>
                    <a:pt x="0" y="694690"/>
                  </a:lnTo>
                  <a:lnTo>
                    <a:pt x="7620" y="694690"/>
                  </a:lnTo>
                  <a:lnTo>
                    <a:pt x="7620" y="688352"/>
                  </a:lnTo>
                  <a:close/>
                </a:path>
                <a:path w="7620" h="706120">
                  <a:moveTo>
                    <a:pt x="7620" y="680732"/>
                  </a:moveTo>
                  <a:lnTo>
                    <a:pt x="0" y="680732"/>
                  </a:lnTo>
                  <a:lnTo>
                    <a:pt x="0" y="688340"/>
                  </a:lnTo>
                  <a:lnTo>
                    <a:pt x="7620" y="688340"/>
                  </a:lnTo>
                  <a:lnTo>
                    <a:pt x="7620" y="680732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80720"/>
                  </a:lnTo>
                  <a:lnTo>
                    <a:pt x="7620" y="680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DAD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" name="object 541"/>
            <p:cNvSpPr/>
            <p:nvPr/>
          </p:nvSpPr>
          <p:spPr>
            <a:xfrm>
              <a:off x="8291830" y="3238500"/>
              <a:ext cx="7620" cy="680720"/>
            </a:xfrm>
            <a:custGeom>
              <a:avLst/>
              <a:gdLst/>
              <a:ahLst/>
              <a:cxnLst/>
              <a:rect l="l" t="t" r="r" b="b"/>
              <a:pathLst>
                <a:path w="7620" h="680720">
                  <a:moveTo>
                    <a:pt x="7620" y="0"/>
                  </a:moveTo>
                  <a:lnTo>
                    <a:pt x="0" y="0"/>
                  </a:lnTo>
                  <a:lnTo>
                    <a:pt x="0" y="680719"/>
                  </a:lnTo>
                  <a:lnTo>
                    <a:pt x="7620" y="680719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DAD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" name="object 542"/>
            <p:cNvSpPr/>
            <p:nvPr/>
          </p:nvSpPr>
          <p:spPr>
            <a:xfrm>
              <a:off x="8299450" y="3238499"/>
              <a:ext cx="8890" cy="706120"/>
            </a:xfrm>
            <a:custGeom>
              <a:avLst/>
              <a:gdLst/>
              <a:ahLst/>
              <a:cxnLst/>
              <a:rect l="l" t="t" r="r" b="b"/>
              <a:pathLst>
                <a:path w="8890" h="706120">
                  <a:moveTo>
                    <a:pt x="8890" y="701052"/>
                  </a:moveTo>
                  <a:lnTo>
                    <a:pt x="0" y="701052"/>
                  </a:lnTo>
                  <a:lnTo>
                    <a:pt x="0" y="706120"/>
                  </a:lnTo>
                  <a:lnTo>
                    <a:pt x="8890" y="706120"/>
                  </a:lnTo>
                  <a:lnTo>
                    <a:pt x="8890" y="701052"/>
                  </a:lnTo>
                  <a:close/>
                </a:path>
                <a:path w="8890" h="706120">
                  <a:moveTo>
                    <a:pt x="8890" y="694702"/>
                  </a:moveTo>
                  <a:lnTo>
                    <a:pt x="0" y="694702"/>
                  </a:lnTo>
                  <a:lnTo>
                    <a:pt x="0" y="701040"/>
                  </a:lnTo>
                  <a:lnTo>
                    <a:pt x="8890" y="701040"/>
                  </a:lnTo>
                  <a:lnTo>
                    <a:pt x="8890" y="694702"/>
                  </a:lnTo>
                  <a:close/>
                </a:path>
                <a:path w="8890" h="706120">
                  <a:moveTo>
                    <a:pt x="8890" y="688352"/>
                  </a:moveTo>
                  <a:lnTo>
                    <a:pt x="0" y="688352"/>
                  </a:lnTo>
                  <a:lnTo>
                    <a:pt x="0" y="694690"/>
                  </a:lnTo>
                  <a:lnTo>
                    <a:pt x="8890" y="694690"/>
                  </a:lnTo>
                  <a:lnTo>
                    <a:pt x="8890" y="688352"/>
                  </a:lnTo>
                  <a:close/>
                </a:path>
                <a:path w="8890" h="706120">
                  <a:moveTo>
                    <a:pt x="8890" y="680732"/>
                  </a:moveTo>
                  <a:lnTo>
                    <a:pt x="0" y="680732"/>
                  </a:lnTo>
                  <a:lnTo>
                    <a:pt x="0" y="688340"/>
                  </a:lnTo>
                  <a:lnTo>
                    <a:pt x="8890" y="688340"/>
                  </a:lnTo>
                  <a:lnTo>
                    <a:pt x="8890" y="680732"/>
                  </a:lnTo>
                  <a:close/>
                </a:path>
                <a:path w="8890" h="706120">
                  <a:moveTo>
                    <a:pt x="8890" y="0"/>
                  </a:moveTo>
                  <a:lnTo>
                    <a:pt x="0" y="0"/>
                  </a:lnTo>
                  <a:lnTo>
                    <a:pt x="0" y="680720"/>
                  </a:lnTo>
                  <a:lnTo>
                    <a:pt x="8890" y="680720"/>
                  </a:lnTo>
                  <a:lnTo>
                    <a:pt x="8890" y="0"/>
                  </a:lnTo>
                  <a:close/>
                </a:path>
              </a:pathLst>
            </a:custGeom>
            <a:solidFill>
              <a:srgbClr val="AEAE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" name="object 543"/>
            <p:cNvSpPr/>
            <p:nvPr/>
          </p:nvSpPr>
          <p:spPr>
            <a:xfrm>
              <a:off x="8308340" y="3238500"/>
              <a:ext cx="6350" cy="680720"/>
            </a:xfrm>
            <a:custGeom>
              <a:avLst/>
              <a:gdLst/>
              <a:ahLst/>
              <a:cxnLst/>
              <a:rect l="l" t="t" r="r" b="b"/>
              <a:pathLst>
                <a:path w="6350" h="680720">
                  <a:moveTo>
                    <a:pt x="6350" y="0"/>
                  </a:moveTo>
                  <a:lnTo>
                    <a:pt x="0" y="0"/>
                  </a:lnTo>
                  <a:lnTo>
                    <a:pt x="0" y="680719"/>
                  </a:lnTo>
                  <a:lnTo>
                    <a:pt x="6350" y="680719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AFAF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" name="object 544"/>
            <p:cNvSpPr/>
            <p:nvPr/>
          </p:nvSpPr>
          <p:spPr>
            <a:xfrm>
              <a:off x="8314690" y="3238499"/>
              <a:ext cx="8890" cy="706120"/>
            </a:xfrm>
            <a:custGeom>
              <a:avLst/>
              <a:gdLst/>
              <a:ahLst/>
              <a:cxnLst/>
              <a:rect l="l" t="t" r="r" b="b"/>
              <a:pathLst>
                <a:path w="8890" h="706120">
                  <a:moveTo>
                    <a:pt x="8890" y="701052"/>
                  </a:moveTo>
                  <a:lnTo>
                    <a:pt x="0" y="701052"/>
                  </a:lnTo>
                  <a:lnTo>
                    <a:pt x="0" y="706120"/>
                  </a:lnTo>
                  <a:lnTo>
                    <a:pt x="8890" y="706120"/>
                  </a:lnTo>
                  <a:lnTo>
                    <a:pt x="8890" y="701052"/>
                  </a:lnTo>
                  <a:close/>
                </a:path>
                <a:path w="8890" h="706120">
                  <a:moveTo>
                    <a:pt x="8890" y="694702"/>
                  </a:moveTo>
                  <a:lnTo>
                    <a:pt x="0" y="694702"/>
                  </a:lnTo>
                  <a:lnTo>
                    <a:pt x="0" y="701040"/>
                  </a:lnTo>
                  <a:lnTo>
                    <a:pt x="8890" y="701040"/>
                  </a:lnTo>
                  <a:lnTo>
                    <a:pt x="8890" y="694702"/>
                  </a:lnTo>
                  <a:close/>
                </a:path>
                <a:path w="8890" h="706120">
                  <a:moveTo>
                    <a:pt x="8890" y="688352"/>
                  </a:moveTo>
                  <a:lnTo>
                    <a:pt x="0" y="688352"/>
                  </a:lnTo>
                  <a:lnTo>
                    <a:pt x="0" y="694690"/>
                  </a:lnTo>
                  <a:lnTo>
                    <a:pt x="8890" y="694690"/>
                  </a:lnTo>
                  <a:lnTo>
                    <a:pt x="8890" y="688352"/>
                  </a:lnTo>
                  <a:close/>
                </a:path>
                <a:path w="8890" h="706120">
                  <a:moveTo>
                    <a:pt x="8890" y="680732"/>
                  </a:moveTo>
                  <a:lnTo>
                    <a:pt x="0" y="680732"/>
                  </a:lnTo>
                  <a:lnTo>
                    <a:pt x="0" y="688340"/>
                  </a:lnTo>
                  <a:lnTo>
                    <a:pt x="8890" y="688340"/>
                  </a:lnTo>
                  <a:lnTo>
                    <a:pt x="8890" y="680732"/>
                  </a:lnTo>
                  <a:close/>
                </a:path>
                <a:path w="8890" h="706120">
                  <a:moveTo>
                    <a:pt x="8890" y="0"/>
                  </a:moveTo>
                  <a:lnTo>
                    <a:pt x="0" y="0"/>
                  </a:lnTo>
                  <a:lnTo>
                    <a:pt x="0" y="680720"/>
                  </a:lnTo>
                  <a:lnTo>
                    <a:pt x="8890" y="680720"/>
                  </a:lnTo>
                  <a:lnTo>
                    <a:pt x="8890" y="0"/>
                  </a:lnTo>
                  <a:close/>
                </a:path>
              </a:pathLst>
            </a:custGeom>
            <a:solidFill>
              <a:srgbClr val="AFAF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" name="object 545"/>
            <p:cNvSpPr/>
            <p:nvPr/>
          </p:nvSpPr>
          <p:spPr>
            <a:xfrm>
              <a:off x="8323580" y="3238500"/>
              <a:ext cx="7620" cy="680720"/>
            </a:xfrm>
            <a:custGeom>
              <a:avLst/>
              <a:gdLst/>
              <a:ahLst/>
              <a:cxnLst/>
              <a:rect l="l" t="t" r="r" b="b"/>
              <a:pathLst>
                <a:path w="7620" h="680720">
                  <a:moveTo>
                    <a:pt x="7620" y="0"/>
                  </a:moveTo>
                  <a:lnTo>
                    <a:pt x="0" y="0"/>
                  </a:lnTo>
                  <a:lnTo>
                    <a:pt x="0" y="680719"/>
                  </a:lnTo>
                  <a:lnTo>
                    <a:pt x="7620" y="680719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0B0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" name="object 546"/>
            <p:cNvSpPr/>
            <p:nvPr/>
          </p:nvSpPr>
          <p:spPr>
            <a:xfrm>
              <a:off x="8331200" y="3238499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1052"/>
                  </a:moveTo>
                  <a:lnTo>
                    <a:pt x="0" y="701052"/>
                  </a:lnTo>
                  <a:lnTo>
                    <a:pt x="0" y="706120"/>
                  </a:lnTo>
                  <a:lnTo>
                    <a:pt x="7620" y="706120"/>
                  </a:lnTo>
                  <a:lnTo>
                    <a:pt x="7620" y="701052"/>
                  </a:lnTo>
                  <a:close/>
                </a:path>
                <a:path w="7620" h="706120">
                  <a:moveTo>
                    <a:pt x="7620" y="694702"/>
                  </a:moveTo>
                  <a:lnTo>
                    <a:pt x="0" y="694702"/>
                  </a:lnTo>
                  <a:lnTo>
                    <a:pt x="0" y="701040"/>
                  </a:lnTo>
                  <a:lnTo>
                    <a:pt x="7620" y="701040"/>
                  </a:lnTo>
                  <a:lnTo>
                    <a:pt x="7620" y="694702"/>
                  </a:lnTo>
                  <a:close/>
                </a:path>
                <a:path w="7620" h="706120">
                  <a:moveTo>
                    <a:pt x="7620" y="688352"/>
                  </a:moveTo>
                  <a:lnTo>
                    <a:pt x="0" y="688352"/>
                  </a:lnTo>
                  <a:lnTo>
                    <a:pt x="0" y="694690"/>
                  </a:lnTo>
                  <a:lnTo>
                    <a:pt x="7620" y="694690"/>
                  </a:lnTo>
                  <a:lnTo>
                    <a:pt x="7620" y="688352"/>
                  </a:lnTo>
                  <a:close/>
                </a:path>
                <a:path w="7620" h="706120">
                  <a:moveTo>
                    <a:pt x="7620" y="680732"/>
                  </a:moveTo>
                  <a:lnTo>
                    <a:pt x="0" y="680732"/>
                  </a:lnTo>
                  <a:lnTo>
                    <a:pt x="0" y="688340"/>
                  </a:lnTo>
                  <a:lnTo>
                    <a:pt x="7620" y="688340"/>
                  </a:lnTo>
                  <a:lnTo>
                    <a:pt x="7620" y="680732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80720"/>
                  </a:lnTo>
                  <a:lnTo>
                    <a:pt x="7620" y="680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1B1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" name="object 547"/>
            <p:cNvSpPr/>
            <p:nvPr/>
          </p:nvSpPr>
          <p:spPr>
            <a:xfrm>
              <a:off x="8338820" y="3238500"/>
              <a:ext cx="7620" cy="680720"/>
            </a:xfrm>
            <a:custGeom>
              <a:avLst/>
              <a:gdLst/>
              <a:ahLst/>
              <a:cxnLst/>
              <a:rect l="l" t="t" r="r" b="b"/>
              <a:pathLst>
                <a:path w="7620" h="680720">
                  <a:moveTo>
                    <a:pt x="7620" y="0"/>
                  </a:moveTo>
                  <a:lnTo>
                    <a:pt x="0" y="0"/>
                  </a:lnTo>
                  <a:lnTo>
                    <a:pt x="0" y="680719"/>
                  </a:lnTo>
                  <a:lnTo>
                    <a:pt x="7620" y="680719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2B2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" name="object 548"/>
            <p:cNvSpPr/>
            <p:nvPr/>
          </p:nvSpPr>
          <p:spPr>
            <a:xfrm>
              <a:off x="8346440" y="3238499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1052"/>
                  </a:moveTo>
                  <a:lnTo>
                    <a:pt x="0" y="701052"/>
                  </a:lnTo>
                  <a:lnTo>
                    <a:pt x="0" y="706120"/>
                  </a:lnTo>
                  <a:lnTo>
                    <a:pt x="7620" y="706120"/>
                  </a:lnTo>
                  <a:lnTo>
                    <a:pt x="7620" y="701052"/>
                  </a:lnTo>
                  <a:close/>
                </a:path>
                <a:path w="7620" h="706120">
                  <a:moveTo>
                    <a:pt x="7620" y="694702"/>
                  </a:moveTo>
                  <a:lnTo>
                    <a:pt x="0" y="694702"/>
                  </a:lnTo>
                  <a:lnTo>
                    <a:pt x="0" y="701040"/>
                  </a:lnTo>
                  <a:lnTo>
                    <a:pt x="7620" y="701040"/>
                  </a:lnTo>
                  <a:lnTo>
                    <a:pt x="7620" y="694702"/>
                  </a:lnTo>
                  <a:close/>
                </a:path>
                <a:path w="7620" h="706120">
                  <a:moveTo>
                    <a:pt x="7620" y="688352"/>
                  </a:moveTo>
                  <a:lnTo>
                    <a:pt x="0" y="688352"/>
                  </a:lnTo>
                  <a:lnTo>
                    <a:pt x="0" y="694690"/>
                  </a:lnTo>
                  <a:lnTo>
                    <a:pt x="7620" y="694690"/>
                  </a:lnTo>
                  <a:lnTo>
                    <a:pt x="7620" y="688352"/>
                  </a:lnTo>
                  <a:close/>
                </a:path>
                <a:path w="7620" h="706120">
                  <a:moveTo>
                    <a:pt x="7620" y="680732"/>
                  </a:moveTo>
                  <a:lnTo>
                    <a:pt x="0" y="680732"/>
                  </a:lnTo>
                  <a:lnTo>
                    <a:pt x="0" y="688340"/>
                  </a:lnTo>
                  <a:lnTo>
                    <a:pt x="7620" y="688340"/>
                  </a:lnTo>
                  <a:lnTo>
                    <a:pt x="7620" y="680732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80720"/>
                  </a:lnTo>
                  <a:lnTo>
                    <a:pt x="7620" y="680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2B2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" name="object 549"/>
            <p:cNvSpPr/>
            <p:nvPr/>
          </p:nvSpPr>
          <p:spPr>
            <a:xfrm>
              <a:off x="8354060" y="3238500"/>
              <a:ext cx="7620" cy="680720"/>
            </a:xfrm>
            <a:custGeom>
              <a:avLst/>
              <a:gdLst/>
              <a:ahLst/>
              <a:cxnLst/>
              <a:rect l="l" t="t" r="r" b="b"/>
              <a:pathLst>
                <a:path w="7620" h="680720">
                  <a:moveTo>
                    <a:pt x="7620" y="0"/>
                  </a:moveTo>
                  <a:lnTo>
                    <a:pt x="0" y="0"/>
                  </a:lnTo>
                  <a:lnTo>
                    <a:pt x="0" y="680719"/>
                  </a:lnTo>
                  <a:lnTo>
                    <a:pt x="7620" y="680719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3B3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" name="object 550"/>
            <p:cNvSpPr/>
            <p:nvPr/>
          </p:nvSpPr>
          <p:spPr>
            <a:xfrm>
              <a:off x="8361680" y="3238499"/>
              <a:ext cx="8890" cy="706120"/>
            </a:xfrm>
            <a:custGeom>
              <a:avLst/>
              <a:gdLst/>
              <a:ahLst/>
              <a:cxnLst/>
              <a:rect l="l" t="t" r="r" b="b"/>
              <a:pathLst>
                <a:path w="8890" h="706120">
                  <a:moveTo>
                    <a:pt x="8890" y="701052"/>
                  </a:moveTo>
                  <a:lnTo>
                    <a:pt x="0" y="701052"/>
                  </a:lnTo>
                  <a:lnTo>
                    <a:pt x="0" y="706120"/>
                  </a:lnTo>
                  <a:lnTo>
                    <a:pt x="8890" y="706120"/>
                  </a:lnTo>
                  <a:lnTo>
                    <a:pt x="8890" y="701052"/>
                  </a:lnTo>
                  <a:close/>
                </a:path>
                <a:path w="8890" h="706120">
                  <a:moveTo>
                    <a:pt x="8890" y="694702"/>
                  </a:moveTo>
                  <a:lnTo>
                    <a:pt x="0" y="694702"/>
                  </a:lnTo>
                  <a:lnTo>
                    <a:pt x="0" y="701040"/>
                  </a:lnTo>
                  <a:lnTo>
                    <a:pt x="8890" y="701040"/>
                  </a:lnTo>
                  <a:lnTo>
                    <a:pt x="8890" y="694702"/>
                  </a:lnTo>
                  <a:close/>
                </a:path>
                <a:path w="8890" h="706120">
                  <a:moveTo>
                    <a:pt x="8890" y="688352"/>
                  </a:moveTo>
                  <a:lnTo>
                    <a:pt x="0" y="688352"/>
                  </a:lnTo>
                  <a:lnTo>
                    <a:pt x="0" y="694690"/>
                  </a:lnTo>
                  <a:lnTo>
                    <a:pt x="8890" y="694690"/>
                  </a:lnTo>
                  <a:lnTo>
                    <a:pt x="8890" y="688352"/>
                  </a:lnTo>
                  <a:close/>
                </a:path>
                <a:path w="8890" h="706120">
                  <a:moveTo>
                    <a:pt x="8890" y="680732"/>
                  </a:moveTo>
                  <a:lnTo>
                    <a:pt x="0" y="680732"/>
                  </a:lnTo>
                  <a:lnTo>
                    <a:pt x="0" y="688340"/>
                  </a:lnTo>
                  <a:lnTo>
                    <a:pt x="8890" y="688340"/>
                  </a:lnTo>
                  <a:lnTo>
                    <a:pt x="8890" y="680732"/>
                  </a:lnTo>
                  <a:close/>
                </a:path>
                <a:path w="8890" h="706120">
                  <a:moveTo>
                    <a:pt x="8890" y="0"/>
                  </a:moveTo>
                  <a:lnTo>
                    <a:pt x="0" y="0"/>
                  </a:lnTo>
                  <a:lnTo>
                    <a:pt x="0" y="680720"/>
                  </a:lnTo>
                  <a:lnTo>
                    <a:pt x="8890" y="680720"/>
                  </a:lnTo>
                  <a:lnTo>
                    <a:pt x="8890" y="0"/>
                  </a:lnTo>
                  <a:close/>
                </a:path>
              </a:pathLst>
            </a:custGeom>
            <a:solidFill>
              <a:srgbClr val="B4B4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" name="object 551"/>
            <p:cNvSpPr/>
            <p:nvPr/>
          </p:nvSpPr>
          <p:spPr>
            <a:xfrm>
              <a:off x="8370570" y="3238500"/>
              <a:ext cx="7620" cy="680720"/>
            </a:xfrm>
            <a:custGeom>
              <a:avLst/>
              <a:gdLst/>
              <a:ahLst/>
              <a:cxnLst/>
              <a:rect l="l" t="t" r="r" b="b"/>
              <a:pathLst>
                <a:path w="7620" h="680720">
                  <a:moveTo>
                    <a:pt x="7620" y="0"/>
                  </a:moveTo>
                  <a:lnTo>
                    <a:pt x="0" y="0"/>
                  </a:lnTo>
                  <a:lnTo>
                    <a:pt x="0" y="680719"/>
                  </a:lnTo>
                  <a:lnTo>
                    <a:pt x="7620" y="680719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4B4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" name="object 552"/>
            <p:cNvSpPr/>
            <p:nvPr/>
          </p:nvSpPr>
          <p:spPr>
            <a:xfrm>
              <a:off x="8378190" y="3238499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1052"/>
                  </a:moveTo>
                  <a:lnTo>
                    <a:pt x="0" y="701052"/>
                  </a:lnTo>
                  <a:lnTo>
                    <a:pt x="0" y="706120"/>
                  </a:lnTo>
                  <a:lnTo>
                    <a:pt x="7620" y="706120"/>
                  </a:lnTo>
                  <a:lnTo>
                    <a:pt x="7620" y="701052"/>
                  </a:lnTo>
                  <a:close/>
                </a:path>
                <a:path w="7620" h="706120">
                  <a:moveTo>
                    <a:pt x="7620" y="694702"/>
                  </a:moveTo>
                  <a:lnTo>
                    <a:pt x="0" y="694702"/>
                  </a:lnTo>
                  <a:lnTo>
                    <a:pt x="0" y="701040"/>
                  </a:lnTo>
                  <a:lnTo>
                    <a:pt x="7620" y="701040"/>
                  </a:lnTo>
                  <a:lnTo>
                    <a:pt x="7620" y="694702"/>
                  </a:lnTo>
                  <a:close/>
                </a:path>
                <a:path w="7620" h="706120">
                  <a:moveTo>
                    <a:pt x="7620" y="688352"/>
                  </a:moveTo>
                  <a:lnTo>
                    <a:pt x="0" y="688352"/>
                  </a:lnTo>
                  <a:lnTo>
                    <a:pt x="0" y="694690"/>
                  </a:lnTo>
                  <a:lnTo>
                    <a:pt x="7620" y="694690"/>
                  </a:lnTo>
                  <a:lnTo>
                    <a:pt x="7620" y="688352"/>
                  </a:lnTo>
                  <a:close/>
                </a:path>
                <a:path w="7620" h="706120">
                  <a:moveTo>
                    <a:pt x="7620" y="680732"/>
                  </a:moveTo>
                  <a:lnTo>
                    <a:pt x="0" y="680732"/>
                  </a:lnTo>
                  <a:lnTo>
                    <a:pt x="0" y="688340"/>
                  </a:lnTo>
                  <a:lnTo>
                    <a:pt x="7620" y="688340"/>
                  </a:lnTo>
                  <a:lnTo>
                    <a:pt x="7620" y="680732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80720"/>
                  </a:lnTo>
                  <a:lnTo>
                    <a:pt x="7620" y="680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5B5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" name="object 553"/>
            <p:cNvSpPr/>
            <p:nvPr/>
          </p:nvSpPr>
          <p:spPr>
            <a:xfrm>
              <a:off x="8385810" y="3238500"/>
              <a:ext cx="7620" cy="680720"/>
            </a:xfrm>
            <a:custGeom>
              <a:avLst/>
              <a:gdLst/>
              <a:ahLst/>
              <a:cxnLst/>
              <a:rect l="l" t="t" r="r" b="b"/>
              <a:pathLst>
                <a:path w="7620" h="680720">
                  <a:moveTo>
                    <a:pt x="7620" y="0"/>
                  </a:moveTo>
                  <a:lnTo>
                    <a:pt x="0" y="0"/>
                  </a:lnTo>
                  <a:lnTo>
                    <a:pt x="0" y="680719"/>
                  </a:lnTo>
                  <a:lnTo>
                    <a:pt x="7620" y="680719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6B6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" name="object 554"/>
            <p:cNvSpPr/>
            <p:nvPr/>
          </p:nvSpPr>
          <p:spPr>
            <a:xfrm>
              <a:off x="8393430" y="3238499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1052"/>
                  </a:moveTo>
                  <a:lnTo>
                    <a:pt x="0" y="701052"/>
                  </a:lnTo>
                  <a:lnTo>
                    <a:pt x="0" y="706120"/>
                  </a:lnTo>
                  <a:lnTo>
                    <a:pt x="7620" y="706120"/>
                  </a:lnTo>
                  <a:lnTo>
                    <a:pt x="7620" y="701052"/>
                  </a:lnTo>
                  <a:close/>
                </a:path>
                <a:path w="7620" h="706120">
                  <a:moveTo>
                    <a:pt x="7620" y="694702"/>
                  </a:moveTo>
                  <a:lnTo>
                    <a:pt x="0" y="694702"/>
                  </a:lnTo>
                  <a:lnTo>
                    <a:pt x="0" y="701040"/>
                  </a:lnTo>
                  <a:lnTo>
                    <a:pt x="7620" y="701040"/>
                  </a:lnTo>
                  <a:lnTo>
                    <a:pt x="7620" y="694702"/>
                  </a:lnTo>
                  <a:close/>
                </a:path>
                <a:path w="7620" h="706120">
                  <a:moveTo>
                    <a:pt x="7620" y="688352"/>
                  </a:moveTo>
                  <a:lnTo>
                    <a:pt x="0" y="688352"/>
                  </a:lnTo>
                  <a:lnTo>
                    <a:pt x="0" y="694690"/>
                  </a:lnTo>
                  <a:lnTo>
                    <a:pt x="7620" y="694690"/>
                  </a:lnTo>
                  <a:lnTo>
                    <a:pt x="7620" y="688352"/>
                  </a:lnTo>
                  <a:close/>
                </a:path>
                <a:path w="7620" h="706120">
                  <a:moveTo>
                    <a:pt x="7620" y="680732"/>
                  </a:moveTo>
                  <a:lnTo>
                    <a:pt x="0" y="680732"/>
                  </a:lnTo>
                  <a:lnTo>
                    <a:pt x="0" y="688340"/>
                  </a:lnTo>
                  <a:lnTo>
                    <a:pt x="7620" y="688340"/>
                  </a:lnTo>
                  <a:lnTo>
                    <a:pt x="7620" y="680732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80720"/>
                  </a:lnTo>
                  <a:lnTo>
                    <a:pt x="7620" y="680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6B6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" name="object 555"/>
            <p:cNvSpPr/>
            <p:nvPr/>
          </p:nvSpPr>
          <p:spPr>
            <a:xfrm>
              <a:off x="8401050" y="3238500"/>
              <a:ext cx="7620" cy="680720"/>
            </a:xfrm>
            <a:custGeom>
              <a:avLst/>
              <a:gdLst/>
              <a:ahLst/>
              <a:cxnLst/>
              <a:rect l="l" t="t" r="r" b="b"/>
              <a:pathLst>
                <a:path w="7620" h="680720">
                  <a:moveTo>
                    <a:pt x="7620" y="0"/>
                  </a:moveTo>
                  <a:lnTo>
                    <a:pt x="0" y="0"/>
                  </a:lnTo>
                  <a:lnTo>
                    <a:pt x="0" y="680719"/>
                  </a:lnTo>
                  <a:lnTo>
                    <a:pt x="7620" y="680719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7B7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" name="object 556"/>
            <p:cNvSpPr/>
            <p:nvPr/>
          </p:nvSpPr>
          <p:spPr>
            <a:xfrm>
              <a:off x="8408670" y="3238499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1052"/>
                  </a:moveTo>
                  <a:lnTo>
                    <a:pt x="0" y="701052"/>
                  </a:lnTo>
                  <a:lnTo>
                    <a:pt x="0" y="706120"/>
                  </a:lnTo>
                  <a:lnTo>
                    <a:pt x="7620" y="706120"/>
                  </a:lnTo>
                  <a:lnTo>
                    <a:pt x="7620" y="701052"/>
                  </a:lnTo>
                  <a:close/>
                </a:path>
                <a:path w="7620" h="706120">
                  <a:moveTo>
                    <a:pt x="7620" y="694702"/>
                  </a:moveTo>
                  <a:lnTo>
                    <a:pt x="0" y="694702"/>
                  </a:lnTo>
                  <a:lnTo>
                    <a:pt x="0" y="701040"/>
                  </a:lnTo>
                  <a:lnTo>
                    <a:pt x="7620" y="701040"/>
                  </a:lnTo>
                  <a:lnTo>
                    <a:pt x="7620" y="694702"/>
                  </a:lnTo>
                  <a:close/>
                </a:path>
                <a:path w="7620" h="706120">
                  <a:moveTo>
                    <a:pt x="7620" y="688352"/>
                  </a:moveTo>
                  <a:lnTo>
                    <a:pt x="0" y="688352"/>
                  </a:lnTo>
                  <a:lnTo>
                    <a:pt x="0" y="694690"/>
                  </a:lnTo>
                  <a:lnTo>
                    <a:pt x="7620" y="694690"/>
                  </a:lnTo>
                  <a:lnTo>
                    <a:pt x="7620" y="688352"/>
                  </a:lnTo>
                  <a:close/>
                </a:path>
                <a:path w="7620" h="706120">
                  <a:moveTo>
                    <a:pt x="7620" y="680732"/>
                  </a:moveTo>
                  <a:lnTo>
                    <a:pt x="0" y="680732"/>
                  </a:lnTo>
                  <a:lnTo>
                    <a:pt x="0" y="688340"/>
                  </a:lnTo>
                  <a:lnTo>
                    <a:pt x="7620" y="688340"/>
                  </a:lnTo>
                  <a:lnTo>
                    <a:pt x="7620" y="680732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80720"/>
                  </a:lnTo>
                  <a:lnTo>
                    <a:pt x="7620" y="680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8B8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" name="object 557"/>
            <p:cNvSpPr/>
            <p:nvPr/>
          </p:nvSpPr>
          <p:spPr>
            <a:xfrm>
              <a:off x="8416290" y="3238500"/>
              <a:ext cx="7620" cy="680720"/>
            </a:xfrm>
            <a:custGeom>
              <a:avLst/>
              <a:gdLst/>
              <a:ahLst/>
              <a:cxnLst/>
              <a:rect l="l" t="t" r="r" b="b"/>
              <a:pathLst>
                <a:path w="7620" h="680720">
                  <a:moveTo>
                    <a:pt x="7619" y="0"/>
                  </a:moveTo>
                  <a:lnTo>
                    <a:pt x="0" y="0"/>
                  </a:lnTo>
                  <a:lnTo>
                    <a:pt x="0" y="680719"/>
                  </a:lnTo>
                  <a:lnTo>
                    <a:pt x="7619" y="680719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B9B9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" name="object 558"/>
            <p:cNvSpPr/>
            <p:nvPr/>
          </p:nvSpPr>
          <p:spPr>
            <a:xfrm>
              <a:off x="8423910" y="3238499"/>
              <a:ext cx="8890" cy="706120"/>
            </a:xfrm>
            <a:custGeom>
              <a:avLst/>
              <a:gdLst/>
              <a:ahLst/>
              <a:cxnLst/>
              <a:rect l="l" t="t" r="r" b="b"/>
              <a:pathLst>
                <a:path w="8890" h="706120">
                  <a:moveTo>
                    <a:pt x="8890" y="701052"/>
                  </a:moveTo>
                  <a:lnTo>
                    <a:pt x="0" y="701052"/>
                  </a:lnTo>
                  <a:lnTo>
                    <a:pt x="0" y="706120"/>
                  </a:lnTo>
                  <a:lnTo>
                    <a:pt x="8890" y="706120"/>
                  </a:lnTo>
                  <a:lnTo>
                    <a:pt x="8890" y="701052"/>
                  </a:lnTo>
                  <a:close/>
                </a:path>
                <a:path w="8890" h="706120">
                  <a:moveTo>
                    <a:pt x="8890" y="694702"/>
                  </a:moveTo>
                  <a:lnTo>
                    <a:pt x="0" y="694702"/>
                  </a:lnTo>
                  <a:lnTo>
                    <a:pt x="0" y="701040"/>
                  </a:lnTo>
                  <a:lnTo>
                    <a:pt x="8890" y="701040"/>
                  </a:lnTo>
                  <a:lnTo>
                    <a:pt x="8890" y="694702"/>
                  </a:lnTo>
                  <a:close/>
                </a:path>
                <a:path w="8890" h="706120">
                  <a:moveTo>
                    <a:pt x="8890" y="688352"/>
                  </a:moveTo>
                  <a:lnTo>
                    <a:pt x="0" y="688352"/>
                  </a:lnTo>
                  <a:lnTo>
                    <a:pt x="0" y="694690"/>
                  </a:lnTo>
                  <a:lnTo>
                    <a:pt x="8890" y="694690"/>
                  </a:lnTo>
                  <a:lnTo>
                    <a:pt x="8890" y="688352"/>
                  </a:lnTo>
                  <a:close/>
                </a:path>
                <a:path w="8890" h="706120">
                  <a:moveTo>
                    <a:pt x="8890" y="680732"/>
                  </a:moveTo>
                  <a:lnTo>
                    <a:pt x="0" y="680732"/>
                  </a:lnTo>
                  <a:lnTo>
                    <a:pt x="0" y="688340"/>
                  </a:lnTo>
                  <a:lnTo>
                    <a:pt x="8890" y="688340"/>
                  </a:lnTo>
                  <a:lnTo>
                    <a:pt x="8890" y="680732"/>
                  </a:lnTo>
                  <a:close/>
                </a:path>
                <a:path w="8890" h="706120">
                  <a:moveTo>
                    <a:pt x="8890" y="0"/>
                  </a:moveTo>
                  <a:lnTo>
                    <a:pt x="0" y="0"/>
                  </a:lnTo>
                  <a:lnTo>
                    <a:pt x="0" y="680720"/>
                  </a:lnTo>
                  <a:lnTo>
                    <a:pt x="8890" y="680720"/>
                  </a:lnTo>
                  <a:lnTo>
                    <a:pt x="8890" y="0"/>
                  </a:lnTo>
                  <a:close/>
                </a:path>
              </a:pathLst>
            </a:custGeom>
            <a:solidFill>
              <a:srgbClr val="B9B9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" name="object 559"/>
            <p:cNvSpPr/>
            <p:nvPr/>
          </p:nvSpPr>
          <p:spPr>
            <a:xfrm>
              <a:off x="8432800" y="3238500"/>
              <a:ext cx="7620" cy="680720"/>
            </a:xfrm>
            <a:custGeom>
              <a:avLst/>
              <a:gdLst/>
              <a:ahLst/>
              <a:cxnLst/>
              <a:rect l="l" t="t" r="r" b="b"/>
              <a:pathLst>
                <a:path w="7620" h="680720">
                  <a:moveTo>
                    <a:pt x="7620" y="0"/>
                  </a:moveTo>
                  <a:lnTo>
                    <a:pt x="0" y="0"/>
                  </a:lnTo>
                  <a:lnTo>
                    <a:pt x="0" y="680719"/>
                  </a:lnTo>
                  <a:lnTo>
                    <a:pt x="7620" y="680719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ABA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" name="object 560"/>
            <p:cNvSpPr/>
            <p:nvPr/>
          </p:nvSpPr>
          <p:spPr>
            <a:xfrm>
              <a:off x="8440420" y="3238499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1052"/>
                  </a:moveTo>
                  <a:lnTo>
                    <a:pt x="0" y="701052"/>
                  </a:lnTo>
                  <a:lnTo>
                    <a:pt x="0" y="706120"/>
                  </a:lnTo>
                  <a:lnTo>
                    <a:pt x="7620" y="706120"/>
                  </a:lnTo>
                  <a:lnTo>
                    <a:pt x="7620" y="701052"/>
                  </a:lnTo>
                  <a:close/>
                </a:path>
                <a:path w="7620" h="706120">
                  <a:moveTo>
                    <a:pt x="7620" y="694702"/>
                  </a:moveTo>
                  <a:lnTo>
                    <a:pt x="0" y="694702"/>
                  </a:lnTo>
                  <a:lnTo>
                    <a:pt x="0" y="701040"/>
                  </a:lnTo>
                  <a:lnTo>
                    <a:pt x="7620" y="701040"/>
                  </a:lnTo>
                  <a:lnTo>
                    <a:pt x="7620" y="694702"/>
                  </a:lnTo>
                  <a:close/>
                </a:path>
                <a:path w="7620" h="706120">
                  <a:moveTo>
                    <a:pt x="7620" y="688352"/>
                  </a:moveTo>
                  <a:lnTo>
                    <a:pt x="0" y="688352"/>
                  </a:lnTo>
                  <a:lnTo>
                    <a:pt x="0" y="694690"/>
                  </a:lnTo>
                  <a:lnTo>
                    <a:pt x="7620" y="694690"/>
                  </a:lnTo>
                  <a:lnTo>
                    <a:pt x="7620" y="688352"/>
                  </a:lnTo>
                  <a:close/>
                </a:path>
                <a:path w="7620" h="706120">
                  <a:moveTo>
                    <a:pt x="7620" y="680732"/>
                  </a:moveTo>
                  <a:lnTo>
                    <a:pt x="0" y="680732"/>
                  </a:lnTo>
                  <a:lnTo>
                    <a:pt x="0" y="688340"/>
                  </a:lnTo>
                  <a:lnTo>
                    <a:pt x="7620" y="688340"/>
                  </a:lnTo>
                  <a:lnTo>
                    <a:pt x="7620" y="680732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80720"/>
                  </a:lnTo>
                  <a:lnTo>
                    <a:pt x="7620" y="68072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BBB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" name="object 561"/>
            <p:cNvSpPr/>
            <p:nvPr/>
          </p:nvSpPr>
          <p:spPr>
            <a:xfrm>
              <a:off x="8448040" y="3239770"/>
              <a:ext cx="7620" cy="704850"/>
            </a:xfrm>
            <a:custGeom>
              <a:avLst/>
              <a:gdLst/>
              <a:ahLst/>
              <a:cxnLst/>
              <a:rect l="l" t="t" r="r" b="b"/>
              <a:pathLst>
                <a:path w="7620" h="704850">
                  <a:moveTo>
                    <a:pt x="3809" y="0"/>
                  </a:moveTo>
                  <a:lnTo>
                    <a:pt x="0" y="0"/>
                  </a:lnTo>
                  <a:lnTo>
                    <a:pt x="0" y="679449"/>
                  </a:lnTo>
                  <a:lnTo>
                    <a:pt x="7619" y="679449"/>
                  </a:lnTo>
                  <a:lnTo>
                    <a:pt x="7619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7620" h="704850">
                  <a:moveTo>
                    <a:pt x="7619" y="679450"/>
                  </a:moveTo>
                  <a:lnTo>
                    <a:pt x="0" y="679450"/>
                  </a:lnTo>
                  <a:lnTo>
                    <a:pt x="0" y="687069"/>
                  </a:lnTo>
                  <a:lnTo>
                    <a:pt x="7619" y="687069"/>
                  </a:lnTo>
                  <a:lnTo>
                    <a:pt x="7619" y="679450"/>
                  </a:lnTo>
                  <a:close/>
                </a:path>
                <a:path w="7620" h="704850">
                  <a:moveTo>
                    <a:pt x="7619" y="687069"/>
                  </a:moveTo>
                  <a:lnTo>
                    <a:pt x="0" y="687069"/>
                  </a:lnTo>
                  <a:lnTo>
                    <a:pt x="0" y="693419"/>
                  </a:lnTo>
                  <a:lnTo>
                    <a:pt x="7619" y="693419"/>
                  </a:lnTo>
                  <a:lnTo>
                    <a:pt x="7619" y="687069"/>
                  </a:lnTo>
                  <a:close/>
                </a:path>
                <a:path w="7620" h="704850">
                  <a:moveTo>
                    <a:pt x="7619" y="693419"/>
                  </a:moveTo>
                  <a:lnTo>
                    <a:pt x="0" y="693419"/>
                  </a:lnTo>
                  <a:lnTo>
                    <a:pt x="0" y="699769"/>
                  </a:lnTo>
                  <a:lnTo>
                    <a:pt x="7619" y="699769"/>
                  </a:lnTo>
                  <a:lnTo>
                    <a:pt x="7619" y="693419"/>
                  </a:lnTo>
                  <a:close/>
                </a:path>
                <a:path w="7620" h="704850">
                  <a:moveTo>
                    <a:pt x="7619" y="699769"/>
                  </a:moveTo>
                  <a:lnTo>
                    <a:pt x="0" y="699769"/>
                  </a:lnTo>
                  <a:lnTo>
                    <a:pt x="0" y="704849"/>
                  </a:lnTo>
                  <a:lnTo>
                    <a:pt x="3809" y="704849"/>
                  </a:lnTo>
                  <a:lnTo>
                    <a:pt x="3809" y="703579"/>
                  </a:lnTo>
                  <a:lnTo>
                    <a:pt x="6350" y="703579"/>
                  </a:lnTo>
                  <a:lnTo>
                    <a:pt x="6350" y="702309"/>
                  </a:lnTo>
                  <a:lnTo>
                    <a:pt x="7619" y="702309"/>
                  </a:lnTo>
                  <a:lnTo>
                    <a:pt x="7619" y="699769"/>
                  </a:lnTo>
                  <a:close/>
                </a:path>
              </a:pathLst>
            </a:custGeom>
            <a:solidFill>
              <a:srgbClr val="BBBB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" name="object 562"/>
            <p:cNvSpPr/>
            <p:nvPr/>
          </p:nvSpPr>
          <p:spPr>
            <a:xfrm>
              <a:off x="8455660" y="3241039"/>
              <a:ext cx="7620" cy="701040"/>
            </a:xfrm>
            <a:custGeom>
              <a:avLst/>
              <a:gdLst/>
              <a:ahLst/>
              <a:cxnLst/>
              <a:rect l="l" t="t" r="r" b="b"/>
              <a:pathLst>
                <a:path w="7620" h="701039">
                  <a:moveTo>
                    <a:pt x="2540" y="0"/>
                  </a:moveTo>
                  <a:lnTo>
                    <a:pt x="0" y="0"/>
                  </a:lnTo>
                  <a:lnTo>
                    <a:pt x="0" y="678180"/>
                  </a:lnTo>
                  <a:lnTo>
                    <a:pt x="7620" y="678180"/>
                  </a:lnTo>
                  <a:lnTo>
                    <a:pt x="7620" y="3810"/>
                  </a:lnTo>
                  <a:lnTo>
                    <a:pt x="6350" y="3810"/>
                  </a:lnTo>
                  <a:lnTo>
                    <a:pt x="6350" y="2539"/>
                  </a:lnTo>
                  <a:lnTo>
                    <a:pt x="5079" y="2539"/>
                  </a:lnTo>
                  <a:lnTo>
                    <a:pt x="5079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  <a:path w="7620" h="701039">
                  <a:moveTo>
                    <a:pt x="7620" y="678180"/>
                  </a:moveTo>
                  <a:lnTo>
                    <a:pt x="0" y="678180"/>
                  </a:lnTo>
                  <a:lnTo>
                    <a:pt x="0" y="685800"/>
                  </a:lnTo>
                  <a:lnTo>
                    <a:pt x="7620" y="685800"/>
                  </a:lnTo>
                  <a:lnTo>
                    <a:pt x="7620" y="678180"/>
                  </a:lnTo>
                  <a:close/>
                </a:path>
                <a:path w="7620" h="701039">
                  <a:moveTo>
                    <a:pt x="7620" y="685800"/>
                  </a:moveTo>
                  <a:lnTo>
                    <a:pt x="0" y="685800"/>
                  </a:lnTo>
                  <a:lnTo>
                    <a:pt x="0" y="692150"/>
                  </a:lnTo>
                  <a:lnTo>
                    <a:pt x="7620" y="692150"/>
                  </a:lnTo>
                  <a:lnTo>
                    <a:pt x="7620" y="685800"/>
                  </a:lnTo>
                  <a:close/>
                </a:path>
                <a:path w="7620" h="701039">
                  <a:moveTo>
                    <a:pt x="7620" y="692150"/>
                  </a:moveTo>
                  <a:lnTo>
                    <a:pt x="0" y="692150"/>
                  </a:lnTo>
                  <a:lnTo>
                    <a:pt x="0" y="698500"/>
                  </a:lnTo>
                  <a:lnTo>
                    <a:pt x="6350" y="698500"/>
                  </a:lnTo>
                  <a:lnTo>
                    <a:pt x="6350" y="697230"/>
                  </a:lnTo>
                  <a:lnTo>
                    <a:pt x="7620" y="697230"/>
                  </a:lnTo>
                  <a:lnTo>
                    <a:pt x="7620" y="692150"/>
                  </a:lnTo>
                  <a:close/>
                </a:path>
                <a:path w="7620" h="701039">
                  <a:moveTo>
                    <a:pt x="5079" y="698500"/>
                  </a:moveTo>
                  <a:lnTo>
                    <a:pt x="0" y="698500"/>
                  </a:lnTo>
                  <a:lnTo>
                    <a:pt x="0" y="701040"/>
                  </a:lnTo>
                  <a:lnTo>
                    <a:pt x="2540" y="701040"/>
                  </a:lnTo>
                  <a:lnTo>
                    <a:pt x="2540" y="699770"/>
                  </a:lnTo>
                  <a:lnTo>
                    <a:pt x="5079" y="699770"/>
                  </a:lnTo>
                  <a:lnTo>
                    <a:pt x="5079" y="698500"/>
                  </a:lnTo>
                  <a:close/>
                </a:path>
              </a:pathLst>
            </a:custGeom>
            <a:solidFill>
              <a:srgbClr val="BCBC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" name="object 563"/>
            <p:cNvSpPr/>
            <p:nvPr/>
          </p:nvSpPr>
          <p:spPr>
            <a:xfrm>
              <a:off x="8463280" y="3246120"/>
              <a:ext cx="7620" cy="690880"/>
            </a:xfrm>
            <a:custGeom>
              <a:avLst/>
              <a:gdLst/>
              <a:ahLst/>
              <a:cxnLst/>
              <a:rect l="l" t="t" r="r" b="b"/>
              <a:pathLst>
                <a:path w="7620" h="690879">
                  <a:moveTo>
                    <a:pt x="1270" y="0"/>
                  </a:moveTo>
                  <a:lnTo>
                    <a:pt x="0" y="0"/>
                  </a:lnTo>
                  <a:lnTo>
                    <a:pt x="0" y="673099"/>
                  </a:lnTo>
                  <a:lnTo>
                    <a:pt x="7620" y="673099"/>
                  </a:lnTo>
                  <a:lnTo>
                    <a:pt x="7620" y="5079"/>
                  </a:lnTo>
                  <a:lnTo>
                    <a:pt x="6350" y="5079"/>
                  </a:lnTo>
                  <a:lnTo>
                    <a:pt x="6350" y="3809"/>
                  </a:lnTo>
                  <a:lnTo>
                    <a:pt x="5080" y="3809"/>
                  </a:lnTo>
                  <a:lnTo>
                    <a:pt x="5080" y="2539"/>
                  </a:lnTo>
                  <a:lnTo>
                    <a:pt x="2540" y="2539"/>
                  </a:lnTo>
                  <a:lnTo>
                    <a:pt x="254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7620" h="690879">
                  <a:moveTo>
                    <a:pt x="7620" y="673100"/>
                  </a:moveTo>
                  <a:lnTo>
                    <a:pt x="0" y="673100"/>
                  </a:lnTo>
                  <a:lnTo>
                    <a:pt x="0" y="680719"/>
                  </a:lnTo>
                  <a:lnTo>
                    <a:pt x="7620" y="680719"/>
                  </a:lnTo>
                  <a:lnTo>
                    <a:pt x="7620" y="673100"/>
                  </a:lnTo>
                  <a:close/>
                </a:path>
                <a:path w="7620" h="690879">
                  <a:moveTo>
                    <a:pt x="7620" y="680719"/>
                  </a:moveTo>
                  <a:lnTo>
                    <a:pt x="0" y="680719"/>
                  </a:lnTo>
                  <a:lnTo>
                    <a:pt x="0" y="687069"/>
                  </a:lnTo>
                  <a:lnTo>
                    <a:pt x="6350" y="687069"/>
                  </a:lnTo>
                  <a:lnTo>
                    <a:pt x="6350" y="685799"/>
                  </a:lnTo>
                  <a:lnTo>
                    <a:pt x="7620" y="685799"/>
                  </a:lnTo>
                  <a:lnTo>
                    <a:pt x="7620" y="680719"/>
                  </a:lnTo>
                  <a:close/>
                </a:path>
                <a:path w="7620" h="690879">
                  <a:moveTo>
                    <a:pt x="5080" y="687069"/>
                  </a:moveTo>
                  <a:lnTo>
                    <a:pt x="0" y="687069"/>
                  </a:lnTo>
                  <a:lnTo>
                    <a:pt x="0" y="690879"/>
                  </a:lnTo>
                  <a:lnTo>
                    <a:pt x="2540" y="690879"/>
                  </a:lnTo>
                  <a:lnTo>
                    <a:pt x="2540" y="689609"/>
                  </a:lnTo>
                  <a:lnTo>
                    <a:pt x="3809" y="689609"/>
                  </a:lnTo>
                  <a:lnTo>
                    <a:pt x="3809" y="688339"/>
                  </a:lnTo>
                  <a:lnTo>
                    <a:pt x="5080" y="688339"/>
                  </a:lnTo>
                  <a:lnTo>
                    <a:pt x="5080" y="687069"/>
                  </a:lnTo>
                  <a:close/>
                </a:path>
              </a:pathLst>
            </a:custGeom>
            <a:solidFill>
              <a:srgbClr val="BDBD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" name="object 564"/>
            <p:cNvSpPr/>
            <p:nvPr/>
          </p:nvSpPr>
          <p:spPr>
            <a:xfrm>
              <a:off x="8470900" y="3253740"/>
              <a:ext cx="7620" cy="676910"/>
            </a:xfrm>
            <a:custGeom>
              <a:avLst/>
              <a:gdLst/>
              <a:ahLst/>
              <a:cxnLst/>
              <a:rect l="l" t="t" r="r" b="b"/>
              <a:pathLst>
                <a:path w="7620" h="676910">
                  <a:moveTo>
                    <a:pt x="1270" y="0"/>
                  </a:moveTo>
                  <a:lnTo>
                    <a:pt x="0" y="0"/>
                  </a:lnTo>
                  <a:lnTo>
                    <a:pt x="0" y="665480"/>
                  </a:lnTo>
                  <a:lnTo>
                    <a:pt x="7620" y="665480"/>
                  </a:lnTo>
                  <a:lnTo>
                    <a:pt x="7620" y="11430"/>
                  </a:lnTo>
                  <a:lnTo>
                    <a:pt x="6350" y="11430"/>
                  </a:lnTo>
                  <a:lnTo>
                    <a:pt x="6350" y="7620"/>
                  </a:lnTo>
                  <a:lnTo>
                    <a:pt x="5079" y="7620"/>
                  </a:lnTo>
                  <a:lnTo>
                    <a:pt x="5079" y="5080"/>
                  </a:lnTo>
                  <a:lnTo>
                    <a:pt x="3810" y="5080"/>
                  </a:lnTo>
                  <a:lnTo>
                    <a:pt x="3810" y="2539"/>
                  </a:lnTo>
                  <a:lnTo>
                    <a:pt x="2539" y="2539"/>
                  </a:lnTo>
                  <a:lnTo>
                    <a:pt x="2539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7620" h="676910">
                  <a:moveTo>
                    <a:pt x="6350" y="665480"/>
                  </a:moveTo>
                  <a:lnTo>
                    <a:pt x="0" y="665480"/>
                  </a:lnTo>
                  <a:lnTo>
                    <a:pt x="0" y="673100"/>
                  </a:lnTo>
                  <a:lnTo>
                    <a:pt x="3810" y="673100"/>
                  </a:lnTo>
                  <a:lnTo>
                    <a:pt x="3810" y="671830"/>
                  </a:lnTo>
                  <a:lnTo>
                    <a:pt x="5080" y="671830"/>
                  </a:lnTo>
                  <a:lnTo>
                    <a:pt x="5079" y="668020"/>
                  </a:lnTo>
                  <a:lnTo>
                    <a:pt x="6350" y="668020"/>
                  </a:lnTo>
                  <a:lnTo>
                    <a:pt x="6350" y="665480"/>
                  </a:lnTo>
                  <a:close/>
                </a:path>
                <a:path w="7620" h="676910">
                  <a:moveTo>
                    <a:pt x="2539" y="673100"/>
                  </a:moveTo>
                  <a:lnTo>
                    <a:pt x="0" y="673100"/>
                  </a:lnTo>
                  <a:lnTo>
                    <a:pt x="0" y="676910"/>
                  </a:lnTo>
                  <a:lnTo>
                    <a:pt x="1270" y="676910"/>
                  </a:lnTo>
                  <a:lnTo>
                    <a:pt x="1270" y="674370"/>
                  </a:lnTo>
                  <a:lnTo>
                    <a:pt x="2539" y="674370"/>
                  </a:lnTo>
                  <a:lnTo>
                    <a:pt x="2539" y="673100"/>
                  </a:lnTo>
                  <a:close/>
                </a:path>
              </a:pathLst>
            </a:custGeom>
            <a:solidFill>
              <a:srgbClr val="BDBD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" name="object 565"/>
            <p:cNvSpPr/>
            <p:nvPr/>
          </p:nvSpPr>
          <p:spPr>
            <a:xfrm>
              <a:off x="8478520" y="3265169"/>
              <a:ext cx="0" cy="654050"/>
            </a:xfrm>
            <a:custGeom>
              <a:avLst/>
              <a:gdLst/>
              <a:ahLst/>
              <a:cxnLst/>
              <a:rect l="l" t="t" r="r" b="b"/>
              <a:pathLst>
                <a:path h="654050">
                  <a:moveTo>
                    <a:pt x="0" y="0"/>
                  </a:moveTo>
                  <a:lnTo>
                    <a:pt x="0" y="6540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BF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" name="object 566"/>
            <p:cNvSpPr/>
            <p:nvPr/>
          </p:nvSpPr>
          <p:spPr>
            <a:xfrm>
              <a:off x="8006080" y="3238500"/>
              <a:ext cx="471170" cy="704850"/>
            </a:xfrm>
            <a:custGeom>
              <a:avLst/>
              <a:gdLst/>
              <a:ahLst/>
              <a:cxnLst/>
              <a:rect l="l" t="t" r="r" b="b"/>
              <a:pathLst>
                <a:path w="471170" h="704850">
                  <a:moveTo>
                    <a:pt x="33020" y="0"/>
                  </a:moveTo>
                  <a:lnTo>
                    <a:pt x="20895" y="2837"/>
                  </a:lnTo>
                  <a:lnTo>
                    <a:pt x="10318" y="10318"/>
                  </a:lnTo>
                  <a:lnTo>
                    <a:pt x="2837" y="20895"/>
                  </a:lnTo>
                  <a:lnTo>
                    <a:pt x="0" y="33020"/>
                  </a:lnTo>
                  <a:lnTo>
                    <a:pt x="0" y="43001"/>
                  </a:lnTo>
                  <a:lnTo>
                    <a:pt x="0" y="112871"/>
                  </a:lnTo>
                  <a:lnTo>
                    <a:pt x="0" y="302517"/>
                  </a:lnTo>
                  <a:lnTo>
                    <a:pt x="0" y="671830"/>
                  </a:lnTo>
                  <a:lnTo>
                    <a:pt x="2837" y="683954"/>
                  </a:lnTo>
                  <a:lnTo>
                    <a:pt x="10318" y="694531"/>
                  </a:lnTo>
                  <a:lnTo>
                    <a:pt x="20895" y="702012"/>
                  </a:lnTo>
                  <a:lnTo>
                    <a:pt x="33020" y="704850"/>
                  </a:lnTo>
                  <a:lnTo>
                    <a:pt x="39350" y="704850"/>
                  </a:lnTo>
                  <a:lnTo>
                    <a:pt x="83661" y="704850"/>
                  </a:lnTo>
                  <a:lnTo>
                    <a:pt x="203934" y="704850"/>
                  </a:lnTo>
                  <a:lnTo>
                    <a:pt x="438150" y="704850"/>
                  </a:lnTo>
                  <a:lnTo>
                    <a:pt x="450274" y="702012"/>
                  </a:lnTo>
                  <a:lnTo>
                    <a:pt x="460851" y="694531"/>
                  </a:lnTo>
                  <a:lnTo>
                    <a:pt x="468332" y="683954"/>
                  </a:lnTo>
                  <a:lnTo>
                    <a:pt x="471170" y="671830"/>
                  </a:lnTo>
                  <a:lnTo>
                    <a:pt x="471170" y="661848"/>
                  </a:lnTo>
                  <a:lnTo>
                    <a:pt x="471170" y="591978"/>
                  </a:lnTo>
                  <a:lnTo>
                    <a:pt x="471170" y="402332"/>
                  </a:lnTo>
                  <a:lnTo>
                    <a:pt x="471170" y="33020"/>
                  </a:lnTo>
                  <a:lnTo>
                    <a:pt x="468332" y="20895"/>
                  </a:lnTo>
                  <a:lnTo>
                    <a:pt x="460851" y="10318"/>
                  </a:lnTo>
                  <a:lnTo>
                    <a:pt x="450274" y="2837"/>
                  </a:lnTo>
                  <a:lnTo>
                    <a:pt x="438150" y="0"/>
                  </a:lnTo>
                  <a:lnTo>
                    <a:pt x="431819" y="0"/>
                  </a:lnTo>
                  <a:lnTo>
                    <a:pt x="387508" y="0"/>
                  </a:lnTo>
                  <a:lnTo>
                    <a:pt x="267235" y="0"/>
                  </a:lnTo>
                  <a:lnTo>
                    <a:pt x="33020" y="0"/>
                  </a:lnTo>
                  <a:close/>
                </a:path>
              </a:pathLst>
            </a:custGeom>
            <a:ln w="19048">
              <a:solidFill>
                <a:srgbClr val="93926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67" name="object 567"/>
          <p:cNvSpPr txBox="1"/>
          <p:nvPr/>
        </p:nvSpPr>
        <p:spPr>
          <a:xfrm>
            <a:off x="8050530" y="3473450"/>
            <a:ext cx="42799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5405">
              <a:lnSpc>
                <a:spcPct val="100000"/>
              </a:lnSpc>
              <a:spcBef>
                <a:spcPts val="100"/>
              </a:spcBef>
            </a:pPr>
            <a:r>
              <a:rPr sz="1200" b="1" spc="-25" dirty="0">
                <a:solidFill>
                  <a:srgbClr val="FFFFFF"/>
                </a:solidFill>
                <a:latin typeface="Arial"/>
                <a:cs typeface="Arial"/>
              </a:rPr>
              <a:t>HW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568" name="object 568"/>
          <p:cNvGrpSpPr/>
          <p:nvPr/>
        </p:nvGrpSpPr>
        <p:grpSpPr>
          <a:xfrm>
            <a:off x="7418705" y="4044315"/>
            <a:ext cx="490220" cy="723900"/>
            <a:chOff x="7418705" y="4044315"/>
            <a:chExt cx="490220" cy="723900"/>
          </a:xfrm>
        </p:grpSpPr>
        <p:sp>
          <p:nvSpPr>
            <p:cNvPr id="569" name="object 569"/>
            <p:cNvSpPr/>
            <p:nvPr/>
          </p:nvSpPr>
          <p:spPr>
            <a:xfrm>
              <a:off x="7428230" y="4062730"/>
              <a:ext cx="13970" cy="689610"/>
            </a:xfrm>
            <a:custGeom>
              <a:avLst/>
              <a:gdLst/>
              <a:ahLst/>
              <a:cxnLst/>
              <a:rect l="l" t="t" r="r" b="b"/>
              <a:pathLst>
                <a:path w="13970" h="689610">
                  <a:moveTo>
                    <a:pt x="13970" y="683272"/>
                  </a:moveTo>
                  <a:lnTo>
                    <a:pt x="7620" y="683272"/>
                  </a:lnTo>
                  <a:lnTo>
                    <a:pt x="7620" y="684530"/>
                  </a:lnTo>
                  <a:lnTo>
                    <a:pt x="8890" y="684530"/>
                  </a:lnTo>
                  <a:lnTo>
                    <a:pt x="8890" y="685800"/>
                  </a:lnTo>
                  <a:lnTo>
                    <a:pt x="10160" y="685800"/>
                  </a:lnTo>
                  <a:lnTo>
                    <a:pt x="10160" y="687070"/>
                  </a:lnTo>
                  <a:lnTo>
                    <a:pt x="11430" y="687070"/>
                  </a:lnTo>
                  <a:lnTo>
                    <a:pt x="11430" y="688340"/>
                  </a:lnTo>
                  <a:lnTo>
                    <a:pt x="12700" y="688340"/>
                  </a:lnTo>
                  <a:lnTo>
                    <a:pt x="12700" y="689610"/>
                  </a:lnTo>
                  <a:lnTo>
                    <a:pt x="13970" y="689610"/>
                  </a:lnTo>
                  <a:lnTo>
                    <a:pt x="13970" y="683272"/>
                  </a:lnTo>
                  <a:close/>
                </a:path>
                <a:path w="13970" h="689610">
                  <a:moveTo>
                    <a:pt x="13970" y="676922"/>
                  </a:moveTo>
                  <a:lnTo>
                    <a:pt x="6350" y="676922"/>
                  </a:lnTo>
                  <a:lnTo>
                    <a:pt x="3810" y="676922"/>
                  </a:lnTo>
                  <a:lnTo>
                    <a:pt x="3810" y="679450"/>
                  </a:lnTo>
                  <a:lnTo>
                    <a:pt x="5080" y="679450"/>
                  </a:lnTo>
                  <a:lnTo>
                    <a:pt x="5080" y="680720"/>
                  </a:lnTo>
                  <a:lnTo>
                    <a:pt x="6350" y="680720"/>
                  </a:lnTo>
                  <a:lnTo>
                    <a:pt x="6350" y="681990"/>
                  </a:lnTo>
                  <a:lnTo>
                    <a:pt x="7620" y="681990"/>
                  </a:lnTo>
                  <a:lnTo>
                    <a:pt x="7620" y="683260"/>
                  </a:lnTo>
                  <a:lnTo>
                    <a:pt x="13970" y="683260"/>
                  </a:lnTo>
                  <a:lnTo>
                    <a:pt x="13970" y="676922"/>
                  </a:lnTo>
                  <a:close/>
                </a:path>
                <a:path w="13970" h="689610">
                  <a:moveTo>
                    <a:pt x="13970" y="15252"/>
                  </a:moveTo>
                  <a:lnTo>
                    <a:pt x="6350" y="15252"/>
                  </a:lnTo>
                  <a:lnTo>
                    <a:pt x="1270" y="15252"/>
                  </a:lnTo>
                  <a:lnTo>
                    <a:pt x="1270" y="17780"/>
                  </a:lnTo>
                  <a:lnTo>
                    <a:pt x="0" y="17780"/>
                  </a:lnTo>
                  <a:lnTo>
                    <a:pt x="0" y="671830"/>
                  </a:lnTo>
                  <a:lnTo>
                    <a:pt x="1270" y="671830"/>
                  </a:lnTo>
                  <a:lnTo>
                    <a:pt x="1270" y="674370"/>
                  </a:lnTo>
                  <a:lnTo>
                    <a:pt x="2540" y="674370"/>
                  </a:lnTo>
                  <a:lnTo>
                    <a:pt x="2540" y="676910"/>
                  </a:lnTo>
                  <a:lnTo>
                    <a:pt x="6350" y="676910"/>
                  </a:lnTo>
                  <a:lnTo>
                    <a:pt x="13970" y="676910"/>
                  </a:lnTo>
                  <a:lnTo>
                    <a:pt x="13970" y="15252"/>
                  </a:lnTo>
                  <a:close/>
                </a:path>
                <a:path w="13970" h="689610">
                  <a:moveTo>
                    <a:pt x="13970" y="10172"/>
                  </a:moveTo>
                  <a:lnTo>
                    <a:pt x="6350" y="10172"/>
                  </a:lnTo>
                  <a:lnTo>
                    <a:pt x="3810" y="10172"/>
                  </a:lnTo>
                  <a:lnTo>
                    <a:pt x="3810" y="11430"/>
                  </a:lnTo>
                  <a:lnTo>
                    <a:pt x="2540" y="11430"/>
                  </a:lnTo>
                  <a:lnTo>
                    <a:pt x="2540" y="13970"/>
                  </a:lnTo>
                  <a:lnTo>
                    <a:pt x="1270" y="13970"/>
                  </a:lnTo>
                  <a:lnTo>
                    <a:pt x="1270" y="15240"/>
                  </a:lnTo>
                  <a:lnTo>
                    <a:pt x="6350" y="15240"/>
                  </a:lnTo>
                  <a:lnTo>
                    <a:pt x="13970" y="15240"/>
                  </a:lnTo>
                  <a:lnTo>
                    <a:pt x="13970" y="10172"/>
                  </a:lnTo>
                  <a:close/>
                </a:path>
                <a:path w="13970" h="689610">
                  <a:moveTo>
                    <a:pt x="13970" y="3822"/>
                  </a:moveTo>
                  <a:lnTo>
                    <a:pt x="7620" y="3822"/>
                  </a:lnTo>
                  <a:lnTo>
                    <a:pt x="7620" y="6350"/>
                  </a:lnTo>
                  <a:lnTo>
                    <a:pt x="6350" y="6350"/>
                  </a:lnTo>
                  <a:lnTo>
                    <a:pt x="6350" y="8890"/>
                  </a:lnTo>
                  <a:lnTo>
                    <a:pt x="5080" y="8890"/>
                  </a:lnTo>
                  <a:lnTo>
                    <a:pt x="5080" y="10160"/>
                  </a:lnTo>
                  <a:lnTo>
                    <a:pt x="6350" y="10160"/>
                  </a:lnTo>
                  <a:lnTo>
                    <a:pt x="13970" y="10160"/>
                  </a:lnTo>
                  <a:lnTo>
                    <a:pt x="13970" y="3822"/>
                  </a:lnTo>
                  <a:close/>
                </a:path>
                <a:path w="13970" h="689610">
                  <a:moveTo>
                    <a:pt x="13970" y="0"/>
                  </a:moveTo>
                  <a:lnTo>
                    <a:pt x="12700" y="0"/>
                  </a:lnTo>
                  <a:lnTo>
                    <a:pt x="12700" y="1270"/>
                  </a:lnTo>
                  <a:lnTo>
                    <a:pt x="11430" y="1270"/>
                  </a:lnTo>
                  <a:lnTo>
                    <a:pt x="11430" y="2540"/>
                  </a:lnTo>
                  <a:lnTo>
                    <a:pt x="10160" y="2540"/>
                  </a:lnTo>
                  <a:lnTo>
                    <a:pt x="10160" y="3810"/>
                  </a:lnTo>
                  <a:lnTo>
                    <a:pt x="13970" y="3810"/>
                  </a:lnTo>
                  <a:lnTo>
                    <a:pt x="13970" y="0"/>
                  </a:lnTo>
                  <a:close/>
                </a:path>
              </a:pathLst>
            </a:custGeom>
            <a:solidFill>
              <a:srgbClr val="BFBF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" name="object 570"/>
            <p:cNvSpPr/>
            <p:nvPr/>
          </p:nvSpPr>
          <p:spPr>
            <a:xfrm>
              <a:off x="7442200" y="4057650"/>
              <a:ext cx="7620" cy="699770"/>
            </a:xfrm>
            <a:custGeom>
              <a:avLst/>
              <a:gdLst/>
              <a:ahLst/>
              <a:cxnLst/>
              <a:rect l="l" t="t" r="r" b="b"/>
              <a:pathLst>
                <a:path w="7620" h="699770">
                  <a:moveTo>
                    <a:pt x="7620" y="0"/>
                  </a:moveTo>
                  <a:lnTo>
                    <a:pt x="6350" y="0"/>
                  </a:lnTo>
                  <a:lnTo>
                    <a:pt x="6350" y="1269"/>
                  </a:lnTo>
                  <a:lnTo>
                    <a:pt x="3809" y="1269"/>
                  </a:lnTo>
                  <a:lnTo>
                    <a:pt x="3809" y="2539"/>
                  </a:lnTo>
                  <a:lnTo>
                    <a:pt x="7620" y="2539"/>
                  </a:lnTo>
                  <a:lnTo>
                    <a:pt x="7620" y="0"/>
                  </a:lnTo>
                  <a:close/>
                </a:path>
                <a:path w="7620" h="699770">
                  <a:moveTo>
                    <a:pt x="7620" y="2540"/>
                  </a:moveTo>
                  <a:lnTo>
                    <a:pt x="1270" y="2540"/>
                  </a:lnTo>
                  <a:lnTo>
                    <a:pt x="1270" y="3810"/>
                  </a:lnTo>
                  <a:lnTo>
                    <a:pt x="0" y="3810"/>
                  </a:lnTo>
                  <a:lnTo>
                    <a:pt x="0" y="8889"/>
                  </a:lnTo>
                  <a:lnTo>
                    <a:pt x="7620" y="8889"/>
                  </a:lnTo>
                  <a:lnTo>
                    <a:pt x="7620" y="2540"/>
                  </a:lnTo>
                  <a:close/>
                </a:path>
                <a:path w="7620" h="699770">
                  <a:moveTo>
                    <a:pt x="762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7620" y="15239"/>
                  </a:lnTo>
                  <a:lnTo>
                    <a:pt x="7620" y="8890"/>
                  </a:lnTo>
                  <a:close/>
                </a:path>
                <a:path w="7620" h="699770">
                  <a:moveTo>
                    <a:pt x="7620" y="15240"/>
                  </a:moveTo>
                  <a:lnTo>
                    <a:pt x="0" y="15240"/>
                  </a:lnTo>
                  <a:lnTo>
                    <a:pt x="0" y="20319"/>
                  </a:lnTo>
                  <a:lnTo>
                    <a:pt x="7620" y="20319"/>
                  </a:lnTo>
                  <a:lnTo>
                    <a:pt x="7620" y="15240"/>
                  </a:lnTo>
                  <a:close/>
                </a:path>
                <a:path w="7620" h="699770">
                  <a:moveTo>
                    <a:pt x="7620" y="20320"/>
                  </a:moveTo>
                  <a:lnTo>
                    <a:pt x="0" y="20320"/>
                  </a:lnTo>
                  <a:lnTo>
                    <a:pt x="0" y="681989"/>
                  </a:lnTo>
                  <a:lnTo>
                    <a:pt x="7620" y="681989"/>
                  </a:lnTo>
                  <a:lnTo>
                    <a:pt x="7620" y="20320"/>
                  </a:lnTo>
                  <a:close/>
                </a:path>
                <a:path w="7620" h="699770">
                  <a:moveTo>
                    <a:pt x="7620" y="681990"/>
                  </a:moveTo>
                  <a:lnTo>
                    <a:pt x="0" y="681990"/>
                  </a:lnTo>
                  <a:lnTo>
                    <a:pt x="0" y="688339"/>
                  </a:lnTo>
                  <a:lnTo>
                    <a:pt x="7620" y="688339"/>
                  </a:lnTo>
                  <a:lnTo>
                    <a:pt x="7620" y="681990"/>
                  </a:lnTo>
                  <a:close/>
                </a:path>
                <a:path w="7620" h="699770">
                  <a:moveTo>
                    <a:pt x="7620" y="688340"/>
                  </a:moveTo>
                  <a:lnTo>
                    <a:pt x="0" y="688340"/>
                  </a:lnTo>
                  <a:lnTo>
                    <a:pt x="0" y="694689"/>
                  </a:lnTo>
                  <a:lnTo>
                    <a:pt x="7620" y="694689"/>
                  </a:lnTo>
                  <a:lnTo>
                    <a:pt x="7620" y="688340"/>
                  </a:lnTo>
                  <a:close/>
                </a:path>
                <a:path w="7620" h="699770">
                  <a:moveTo>
                    <a:pt x="7620" y="694690"/>
                  </a:moveTo>
                  <a:lnTo>
                    <a:pt x="0" y="694690"/>
                  </a:lnTo>
                  <a:lnTo>
                    <a:pt x="0" y="695960"/>
                  </a:lnTo>
                  <a:lnTo>
                    <a:pt x="1270" y="695960"/>
                  </a:lnTo>
                  <a:lnTo>
                    <a:pt x="1270" y="697230"/>
                  </a:lnTo>
                  <a:lnTo>
                    <a:pt x="3809" y="697230"/>
                  </a:lnTo>
                  <a:lnTo>
                    <a:pt x="3809" y="698500"/>
                  </a:lnTo>
                  <a:lnTo>
                    <a:pt x="6350" y="698500"/>
                  </a:lnTo>
                  <a:lnTo>
                    <a:pt x="6350" y="699769"/>
                  </a:lnTo>
                  <a:lnTo>
                    <a:pt x="7620" y="699769"/>
                  </a:lnTo>
                  <a:lnTo>
                    <a:pt x="7620" y="694690"/>
                  </a:lnTo>
                  <a:close/>
                </a:path>
              </a:pathLst>
            </a:custGeom>
            <a:solidFill>
              <a:srgbClr val="BEBE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" name="object 571"/>
            <p:cNvSpPr/>
            <p:nvPr/>
          </p:nvSpPr>
          <p:spPr>
            <a:xfrm>
              <a:off x="7449820" y="4055110"/>
              <a:ext cx="7620" cy="704850"/>
            </a:xfrm>
            <a:custGeom>
              <a:avLst/>
              <a:gdLst/>
              <a:ahLst/>
              <a:cxnLst/>
              <a:rect l="l" t="t" r="r" b="b"/>
              <a:pathLst>
                <a:path w="7620" h="704850">
                  <a:moveTo>
                    <a:pt x="7620" y="0"/>
                  </a:moveTo>
                  <a:lnTo>
                    <a:pt x="5079" y="0"/>
                  </a:lnTo>
                  <a:lnTo>
                    <a:pt x="5079" y="1269"/>
                  </a:lnTo>
                  <a:lnTo>
                    <a:pt x="1270" y="1269"/>
                  </a:lnTo>
                  <a:lnTo>
                    <a:pt x="1270" y="2539"/>
                  </a:lnTo>
                  <a:lnTo>
                    <a:pt x="0" y="2539"/>
                  </a:lnTo>
                  <a:lnTo>
                    <a:pt x="0" y="5079"/>
                  </a:lnTo>
                  <a:lnTo>
                    <a:pt x="7620" y="5079"/>
                  </a:lnTo>
                  <a:lnTo>
                    <a:pt x="7620" y="0"/>
                  </a:lnTo>
                  <a:close/>
                </a:path>
                <a:path w="7620" h="704850">
                  <a:moveTo>
                    <a:pt x="762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7620" y="11429"/>
                  </a:lnTo>
                  <a:lnTo>
                    <a:pt x="7620" y="5080"/>
                  </a:lnTo>
                  <a:close/>
                </a:path>
                <a:path w="7620" h="704850">
                  <a:moveTo>
                    <a:pt x="762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7620" y="17779"/>
                  </a:lnTo>
                  <a:lnTo>
                    <a:pt x="7620" y="11430"/>
                  </a:lnTo>
                  <a:close/>
                </a:path>
                <a:path w="7620" h="704850">
                  <a:moveTo>
                    <a:pt x="7620" y="17780"/>
                  </a:moveTo>
                  <a:lnTo>
                    <a:pt x="0" y="17780"/>
                  </a:lnTo>
                  <a:lnTo>
                    <a:pt x="0" y="22859"/>
                  </a:lnTo>
                  <a:lnTo>
                    <a:pt x="7620" y="22859"/>
                  </a:lnTo>
                  <a:lnTo>
                    <a:pt x="7620" y="17780"/>
                  </a:lnTo>
                  <a:close/>
                </a:path>
                <a:path w="7620" h="704850">
                  <a:moveTo>
                    <a:pt x="7620" y="22860"/>
                  </a:moveTo>
                  <a:lnTo>
                    <a:pt x="0" y="22860"/>
                  </a:lnTo>
                  <a:lnTo>
                    <a:pt x="0" y="684529"/>
                  </a:lnTo>
                  <a:lnTo>
                    <a:pt x="7620" y="684529"/>
                  </a:lnTo>
                  <a:lnTo>
                    <a:pt x="7620" y="22860"/>
                  </a:lnTo>
                  <a:close/>
                </a:path>
                <a:path w="7620" h="704850">
                  <a:moveTo>
                    <a:pt x="7620" y="684530"/>
                  </a:moveTo>
                  <a:lnTo>
                    <a:pt x="0" y="684530"/>
                  </a:lnTo>
                  <a:lnTo>
                    <a:pt x="0" y="690879"/>
                  </a:lnTo>
                  <a:lnTo>
                    <a:pt x="7620" y="690879"/>
                  </a:lnTo>
                  <a:lnTo>
                    <a:pt x="7620" y="684530"/>
                  </a:lnTo>
                  <a:close/>
                </a:path>
                <a:path w="7620" h="704850">
                  <a:moveTo>
                    <a:pt x="7620" y="690880"/>
                  </a:moveTo>
                  <a:lnTo>
                    <a:pt x="0" y="690880"/>
                  </a:lnTo>
                  <a:lnTo>
                    <a:pt x="0" y="697229"/>
                  </a:lnTo>
                  <a:lnTo>
                    <a:pt x="7620" y="697229"/>
                  </a:lnTo>
                  <a:lnTo>
                    <a:pt x="7620" y="690880"/>
                  </a:lnTo>
                  <a:close/>
                </a:path>
                <a:path w="7620" h="704850">
                  <a:moveTo>
                    <a:pt x="7620" y="697230"/>
                  </a:moveTo>
                  <a:lnTo>
                    <a:pt x="0" y="697230"/>
                  </a:lnTo>
                  <a:lnTo>
                    <a:pt x="0" y="702309"/>
                  </a:lnTo>
                  <a:lnTo>
                    <a:pt x="1270" y="702309"/>
                  </a:lnTo>
                  <a:lnTo>
                    <a:pt x="1270" y="703579"/>
                  </a:lnTo>
                  <a:lnTo>
                    <a:pt x="7620" y="703579"/>
                  </a:lnTo>
                  <a:lnTo>
                    <a:pt x="7620" y="697230"/>
                  </a:lnTo>
                  <a:close/>
                </a:path>
                <a:path w="7620" h="704850">
                  <a:moveTo>
                    <a:pt x="7620" y="703580"/>
                  </a:moveTo>
                  <a:lnTo>
                    <a:pt x="5079" y="703580"/>
                  </a:lnTo>
                  <a:lnTo>
                    <a:pt x="5079" y="704850"/>
                  </a:lnTo>
                  <a:lnTo>
                    <a:pt x="7620" y="704850"/>
                  </a:lnTo>
                  <a:lnTo>
                    <a:pt x="7620" y="703580"/>
                  </a:lnTo>
                  <a:close/>
                </a:path>
              </a:pathLst>
            </a:custGeom>
            <a:solidFill>
              <a:srgbClr val="BDBD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" name="object 572"/>
            <p:cNvSpPr/>
            <p:nvPr/>
          </p:nvSpPr>
          <p:spPr>
            <a:xfrm>
              <a:off x="7457440" y="4053840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19" y="0"/>
                  </a:moveTo>
                  <a:lnTo>
                    <a:pt x="3809" y="0"/>
                  </a:lnTo>
                  <a:lnTo>
                    <a:pt x="3809" y="1270"/>
                  </a:lnTo>
                  <a:lnTo>
                    <a:pt x="0" y="1270"/>
                  </a:lnTo>
                  <a:lnTo>
                    <a:pt x="0" y="6350"/>
                  </a:lnTo>
                  <a:lnTo>
                    <a:pt x="7619" y="6350"/>
                  </a:lnTo>
                  <a:lnTo>
                    <a:pt x="7619" y="0"/>
                  </a:lnTo>
                  <a:close/>
                </a:path>
                <a:path w="7620" h="706120">
                  <a:moveTo>
                    <a:pt x="7619" y="6350"/>
                  </a:moveTo>
                  <a:lnTo>
                    <a:pt x="0" y="6350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6350"/>
                  </a:lnTo>
                  <a:close/>
                </a:path>
                <a:path w="7620" h="706120">
                  <a:moveTo>
                    <a:pt x="7619" y="12700"/>
                  </a:moveTo>
                  <a:lnTo>
                    <a:pt x="0" y="12700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2700"/>
                  </a:lnTo>
                  <a:close/>
                </a:path>
                <a:path w="7620" h="706120">
                  <a:moveTo>
                    <a:pt x="7619" y="19050"/>
                  </a:moveTo>
                  <a:lnTo>
                    <a:pt x="0" y="19050"/>
                  </a:lnTo>
                  <a:lnTo>
                    <a:pt x="0" y="24130"/>
                  </a:lnTo>
                  <a:lnTo>
                    <a:pt x="7619" y="24130"/>
                  </a:lnTo>
                  <a:lnTo>
                    <a:pt x="7619" y="19050"/>
                  </a:lnTo>
                  <a:close/>
                </a:path>
                <a:path w="7620" h="706120">
                  <a:moveTo>
                    <a:pt x="7619" y="24130"/>
                  </a:moveTo>
                  <a:lnTo>
                    <a:pt x="0" y="24130"/>
                  </a:lnTo>
                  <a:lnTo>
                    <a:pt x="0" y="685800"/>
                  </a:lnTo>
                  <a:lnTo>
                    <a:pt x="7619" y="685800"/>
                  </a:lnTo>
                  <a:lnTo>
                    <a:pt x="7619" y="24130"/>
                  </a:lnTo>
                  <a:close/>
                </a:path>
                <a:path w="7620" h="706120">
                  <a:moveTo>
                    <a:pt x="7619" y="685800"/>
                  </a:moveTo>
                  <a:lnTo>
                    <a:pt x="0" y="685800"/>
                  </a:lnTo>
                  <a:lnTo>
                    <a:pt x="0" y="692150"/>
                  </a:lnTo>
                  <a:lnTo>
                    <a:pt x="7619" y="692150"/>
                  </a:lnTo>
                  <a:lnTo>
                    <a:pt x="7619" y="685800"/>
                  </a:lnTo>
                  <a:close/>
                </a:path>
                <a:path w="7620" h="706120">
                  <a:moveTo>
                    <a:pt x="7619" y="692150"/>
                  </a:moveTo>
                  <a:lnTo>
                    <a:pt x="0" y="692150"/>
                  </a:lnTo>
                  <a:lnTo>
                    <a:pt x="0" y="698500"/>
                  </a:lnTo>
                  <a:lnTo>
                    <a:pt x="7619" y="698500"/>
                  </a:lnTo>
                  <a:lnTo>
                    <a:pt x="7619" y="692150"/>
                  </a:lnTo>
                  <a:close/>
                </a:path>
                <a:path w="7620" h="706120">
                  <a:moveTo>
                    <a:pt x="7619" y="698500"/>
                  </a:moveTo>
                  <a:lnTo>
                    <a:pt x="0" y="698500"/>
                  </a:lnTo>
                  <a:lnTo>
                    <a:pt x="0" y="704850"/>
                  </a:lnTo>
                  <a:lnTo>
                    <a:pt x="7619" y="704850"/>
                  </a:lnTo>
                  <a:lnTo>
                    <a:pt x="7619" y="698500"/>
                  </a:lnTo>
                  <a:close/>
                </a:path>
                <a:path w="7620" h="706120">
                  <a:moveTo>
                    <a:pt x="7619" y="704850"/>
                  </a:moveTo>
                  <a:lnTo>
                    <a:pt x="0" y="704850"/>
                  </a:lnTo>
                  <a:lnTo>
                    <a:pt x="0" y="706120"/>
                  </a:lnTo>
                  <a:lnTo>
                    <a:pt x="7619" y="706120"/>
                  </a:lnTo>
                  <a:lnTo>
                    <a:pt x="7619" y="704850"/>
                  </a:lnTo>
                  <a:close/>
                </a:path>
              </a:pathLst>
            </a:custGeom>
            <a:solidFill>
              <a:srgbClr val="BDBD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" name="object 573"/>
            <p:cNvSpPr/>
            <p:nvPr/>
          </p:nvSpPr>
          <p:spPr>
            <a:xfrm>
              <a:off x="746506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CBC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" name="object 574"/>
            <p:cNvSpPr/>
            <p:nvPr/>
          </p:nvSpPr>
          <p:spPr>
            <a:xfrm>
              <a:off x="747268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BBB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" name="object 575"/>
            <p:cNvSpPr/>
            <p:nvPr/>
          </p:nvSpPr>
          <p:spPr>
            <a:xfrm>
              <a:off x="748030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BBB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" name="object 576"/>
            <p:cNvSpPr/>
            <p:nvPr/>
          </p:nvSpPr>
          <p:spPr>
            <a:xfrm>
              <a:off x="7487920" y="4053852"/>
              <a:ext cx="8890" cy="706120"/>
            </a:xfrm>
            <a:custGeom>
              <a:avLst/>
              <a:gdLst/>
              <a:ahLst/>
              <a:cxnLst/>
              <a:rect l="l" t="t" r="r" b="b"/>
              <a:pathLst>
                <a:path w="8890" h="706120">
                  <a:moveTo>
                    <a:pt x="889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8890" y="706107"/>
                  </a:lnTo>
                  <a:lnTo>
                    <a:pt x="8890" y="704850"/>
                  </a:lnTo>
                  <a:close/>
                </a:path>
                <a:path w="8890" h="706120">
                  <a:moveTo>
                    <a:pt x="889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8890" y="704837"/>
                  </a:lnTo>
                  <a:lnTo>
                    <a:pt x="8890" y="698500"/>
                  </a:lnTo>
                  <a:close/>
                </a:path>
                <a:path w="8890" h="706120">
                  <a:moveTo>
                    <a:pt x="889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8890" y="698487"/>
                  </a:lnTo>
                  <a:lnTo>
                    <a:pt x="8890" y="692150"/>
                  </a:lnTo>
                  <a:close/>
                </a:path>
                <a:path w="8890" h="706120">
                  <a:moveTo>
                    <a:pt x="889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8890" y="692137"/>
                  </a:lnTo>
                  <a:lnTo>
                    <a:pt x="8890" y="685800"/>
                  </a:lnTo>
                  <a:close/>
                </a:path>
                <a:path w="8890" h="706120">
                  <a:moveTo>
                    <a:pt x="889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8890" y="685787"/>
                  </a:lnTo>
                  <a:lnTo>
                    <a:pt x="8890" y="24130"/>
                  </a:lnTo>
                  <a:close/>
                </a:path>
                <a:path w="8890" h="706120">
                  <a:moveTo>
                    <a:pt x="889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8890" y="24117"/>
                  </a:lnTo>
                  <a:lnTo>
                    <a:pt x="8890" y="19050"/>
                  </a:lnTo>
                  <a:close/>
                </a:path>
                <a:path w="8890" h="706120">
                  <a:moveTo>
                    <a:pt x="889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8890" y="19037"/>
                  </a:lnTo>
                  <a:lnTo>
                    <a:pt x="8890" y="12700"/>
                  </a:lnTo>
                  <a:close/>
                </a:path>
                <a:path w="8890" h="706120">
                  <a:moveTo>
                    <a:pt x="889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8890" y="12687"/>
                  </a:lnTo>
                  <a:lnTo>
                    <a:pt x="8890" y="6350"/>
                  </a:lnTo>
                  <a:close/>
                </a:path>
                <a:path w="8890" h="706120">
                  <a:moveTo>
                    <a:pt x="889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8890" y="6337"/>
                  </a:lnTo>
                  <a:lnTo>
                    <a:pt x="8890" y="0"/>
                  </a:lnTo>
                  <a:close/>
                </a:path>
              </a:pathLst>
            </a:custGeom>
            <a:solidFill>
              <a:srgbClr val="BABA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" name="object 577"/>
            <p:cNvSpPr/>
            <p:nvPr/>
          </p:nvSpPr>
          <p:spPr>
            <a:xfrm>
              <a:off x="749681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9B9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" name="object 578"/>
            <p:cNvSpPr/>
            <p:nvPr/>
          </p:nvSpPr>
          <p:spPr>
            <a:xfrm>
              <a:off x="750443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9B9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" name="object 579"/>
            <p:cNvSpPr/>
            <p:nvPr/>
          </p:nvSpPr>
          <p:spPr>
            <a:xfrm>
              <a:off x="751205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8B8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" name="object 580"/>
            <p:cNvSpPr/>
            <p:nvPr/>
          </p:nvSpPr>
          <p:spPr>
            <a:xfrm>
              <a:off x="751967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7B7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" name="object 581"/>
            <p:cNvSpPr/>
            <p:nvPr/>
          </p:nvSpPr>
          <p:spPr>
            <a:xfrm>
              <a:off x="752729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6B6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" name="object 582"/>
            <p:cNvSpPr/>
            <p:nvPr/>
          </p:nvSpPr>
          <p:spPr>
            <a:xfrm>
              <a:off x="753491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6B6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" name="object 583"/>
            <p:cNvSpPr/>
            <p:nvPr/>
          </p:nvSpPr>
          <p:spPr>
            <a:xfrm>
              <a:off x="754253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5B5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" name="object 584"/>
            <p:cNvSpPr/>
            <p:nvPr/>
          </p:nvSpPr>
          <p:spPr>
            <a:xfrm>
              <a:off x="7550150" y="4053852"/>
              <a:ext cx="8890" cy="706120"/>
            </a:xfrm>
            <a:custGeom>
              <a:avLst/>
              <a:gdLst/>
              <a:ahLst/>
              <a:cxnLst/>
              <a:rect l="l" t="t" r="r" b="b"/>
              <a:pathLst>
                <a:path w="8890" h="706120">
                  <a:moveTo>
                    <a:pt x="889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8890" y="706107"/>
                  </a:lnTo>
                  <a:lnTo>
                    <a:pt x="8890" y="704850"/>
                  </a:lnTo>
                  <a:close/>
                </a:path>
                <a:path w="8890" h="706120">
                  <a:moveTo>
                    <a:pt x="889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8890" y="704837"/>
                  </a:lnTo>
                  <a:lnTo>
                    <a:pt x="8890" y="698500"/>
                  </a:lnTo>
                  <a:close/>
                </a:path>
                <a:path w="8890" h="706120">
                  <a:moveTo>
                    <a:pt x="889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8890" y="698487"/>
                  </a:lnTo>
                  <a:lnTo>
                    <a:pt x="8890" y="692150"/>
                  </a:lnTo>
                  <a:close/>
                </a:path>
                <a:path w="8890" h="706120">
                  <a:moveTo>
                    <a:pt x="889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8890" y="692137"/>
                  </a:lnTo>
                  <a:lnTo>
                    <a:pt x="8890" y="685800"/>
                  </a:lnTo>
                  <a:close/>
                </a:path>
                <a:path w="8890" h="706120">
                  <a:moveTo>
                    <a:pt x="889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8890" y="685787"/>
                  </a:lnTo>
                  <a:lnTo>
                    <a:pt x="8890" y="24130"/>
                  </a:lnTo>
                  <a:close/>
                </a:path>
                <a:path w="8890" h="706120">
                  <a:moveTo>
                    <a:pt x="889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8890" y="24117"/>
                  </a:lnTo>
                  <a:lnTo>
                    <a:pt x="8890" y="19050"/>
                  </a:lnTo>
                  <a:close/>
                </a:path>
                <a:path w="8890" h="706120">
                  <a:moveTo>
                    <a:pt x="889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8890" y="19037"/>
                  </a:lnTo>
                  <a:lnTo>
                    <a:pt x="8890" y="12700"/>
                  </a:lnTo>
                  <a:close/>
                </a:path>
                <a:path w="8890" h="706120">
                  <a:moveTo>
                    <a:pt x="889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8890" y="12687"/>
                  </a:lnTo>
                  <a:lnTo>
                    <a:pt x="8890" y="6350"/>
                  </a:lnTo>
                  <a:close/>
                </a:path>
                <a:path w="8890" h="706120">
                  <a:moveTo>
                    <a:pt x="889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8890" y="6337"/>
                  </a:lnTo>
                  <a:lnTo>
                    <a:pt x="8890" y="0"/>
                  </a:lnTo>
                  <a:close/>
                </a:path>
              </a:pathLst>
            </a:custGeom>
            <a:solidFill>
              <a:srgbClr val="B4B4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" name="object 585"/>
            <p:cNvSpPr/>
            <p:nvPr/>
          </p:nvSpPr>
          <p:spPr>
            <a:xfrm>
              <a:off x="755904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4B4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" name="object 586"/>
            <p:cNvSpPr/>
            <p:nvPr/>
          </p:nvSpPr>
          <p:spPr>
            <a:xfrm>
              <a:off x="756666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3B3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" name="object 587"/>
            <p:cNvSpPr/>
            <p:nvPr/>
          </p:nvSpPr>
          <p:spPr>
            <a:xfrm>
              <a:off x="757428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2B2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" name="object 588"/>
            <p:cNvSpPr/>
            <p:nvPr/>
          </p:nvSpPr>
          <p:spPr>
            <a:xfrm>
              <a:off x="758190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2B2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" name="object 589"/>
            <p:cNvSpPr/>
            <p:nvPr/>
          </p:nvSpPr>
          <p:spPr>
            <a:xfrm>
              <a:off x="758952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1B1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" name="object 590"/>
            <p:cNvSpPr/>
            <p:nvPr/>
          </p:nvSpPr>
          <p:spPr>
            <a:xfrm>
              <a:off x="759714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0B0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" name="object 591"/>
            <p:cNvSpPr/>
            <p:nvPr/>
          </p:nvSpPr>
          <p:spPr>
            <a:xfrm>
              <a:off x="760476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FAF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" name="object 592"/>
            <p:cNvSpPr/>
            <p:nvPr/>
          </p:nvSpPr>
          <p:spPr>
            <a:xfrm>
              <a:off x="7612380" y="4053852"/>
              <a:ext cx="8890" cy="706120"/>
            </a:xfrm>
            <a:custGeom>
              <a:avLst/>
              <a:gdLst/>
              <a:ahLst/>
              <a:cxnLst/>
              <a:rect l="l" t="t" r="r" b="b"/>
              <a:pathLst>
                <a:path w="8890" h="706120">
                  <a:moveTo>
                    <a:pt x="889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8890" y="706107"/>
                  </a:lnTo>
                  <a:lnTo>
                    <a:pt x="8890" y="704850"/>
                  </a:lnTo>
                  <a:close/>
                </a:path>
                <a:path w="8890" h="706120">
                  <a:moveTo>
                    <a:pt x="889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8890" y="704837"/>
                  </a:lnTo>
                  <a:lnTo>
                    <a:pt x="8890" y="698500"/>
                  </a:lnTo>
                  <a:close/>
                </a:path>
                <a:path w="8890" h="706120">
                  <a:moveTo>
                    <a:pt x="889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8890" y="698487"/>
                  </a:lnTo>
                  <a:lnTo>
                    <a:pt x="8890" y="692150"/>
                  </a:lnTo>
                  <a:close/>
                </a:path>
                <a:path w="8890" h="706120">
                  <a:moveTo>
                    <a:pt x="889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8890" y="692137"/>
                  </a:lnTo>
                  <a:lnTo>
                    <a:pt x="8890" y="685800"/>
                  </a:lnTo>
                  <a:close/>
                </a:path>
                <a:path w="8890" h="706120">
                  <a:moveTo>
                    <a:pt x="889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8890" y="685787"/>
                  </a:lnTo>
                  <a:lnTo>
                    <a:pt x="8890" y="24130"/>
                  </a:lnTo>
                  <a:close/>
                </a:path>
                <a:path w="8890" h="706120">
                  <a:moveTo>
                    <a:pt x="889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8890" y="24117"/>
                  </a:lnTo>
                  <a:lnTo>
                    <a:pt x="8890" y="19050"/>
                  </a:lnTo>
                  <a:close/>
                </a:path>
                <a:path w="8890" h="706120">
                  <a:moveTo>
                    <a:pt x="889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8890" y="19037"/>
                  </a:lnTo>
                  <a:lnTo>
                    <a:pt x="8890" y="12700"/>
                  </a:lnTo>
                  <a:close/>
                </a:path>
                <a:path w="8890" h="706120">
                  <a:moveTo>
                    <a:pt x="889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8890" y="12687"/>
                  </a:lnTo>
                  <a:lnTo>
                    <a:pt x="8890" y="6350"/>
                  </a:lnTo>
                  <a:close/>
                </a:path>
                <a:path w="8890" h="706120">
                  <a:moveTo>
                    <a:pt x="889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8890" y="6337"/>
                  </a:lnTo>
                  <a:lnTo>
                    <a:pt x="8890" y="0"/>
                  </a:lnTo>
                  <a:close/>
                </a:path>
              </a:pathLst>
            </a:custGeom>
            <a:solidFill>
              <a:srgbClr val="AFAF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" name="object 593"/>
            <p:cNvSpPr/>
            <p:nvPr/>
          </p:nvSpPr>
          <p:spPr>
            <a:xfrm>
              <a:off x="762127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EAE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" name="object 594"/>
            <p:cNvSpPr/>
            <p:nvPr/>
          </p:nvSpPr>
          <p:spPr>
            <a:xfrm>
              <a:off x="762889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DAD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" name="object 595"/>
            <p:cNvSpPr/>
            <p:nvPr/>
          </p:nvSpPr>
          <p:spPr>
            <a:xfrm>
              <a:off x="763651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DAD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" name="object 596"/>
            <p:cNvSpPr/>
            <p:nvPr/>
          </p:nvSpPr>
          <p:spPr>
            <a:xfrm>
              <a:off x="764413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CAC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" name="object 597"/>
            <p:cNvSpPr/>
            <p:nvPr/>
          </p:nvSpPr>
          <p:spPr>
            <a:xfrm>
              <a:off x="765175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BAB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" name="object 598"/>
            <p:cNvSpPr/>
            <p:nvPr/>
          </p:nvSpPr>
          <p:spPr>
            <a:xfrm>
              <a:off x="7659370" y="4053852"/>
              <a:ext cx="8890" cy="706120"/>
            </a:xfrm>
            <a:custGeom>
              <a:avLst/>
              <a:gdLst/>
              <a:ahLst/>
              <a:cxnLst/>
              <a:rect l="l" t="t" r="r" b="b"/>
              <a:pathLst>
                <a:path w="8890" h="706120">
                  <a:moveTo>
                    <a:pt x="889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8890" y="706107"/>
                  </a:lnTo>
                  <a:lnTo>
                    <a:pt x="8890" y="704850"/>
                  </a:lnTo>
                  <a:close/>
                </a:path>
                <a:path w="8890" h="706120">
                  <a:moveTo>
                    <a:pt x="889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8890" y="704837"/>
                  </a:lnTo>
                  <a:lnTo>
                    <a:pt x="8890" y="698500"/>
                  </a:lnTo>
                  <a:close/>
                </a:path>
                <a:path w="8890" h="706120">
                  <a:moveTo>
                    <a:pt x="889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8890" y="698487"/>
                  </a:lnTo>
                  <a:lnTo>
                    <a:pt x="8890" y="692150"/>
                  </a:lnTo>
                  <a:close/>
                </a:path>
                <a:path w="8890" h="706120">
                  <a:moveTo>
                    <a:pt x="889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8890" y="692137"/>
                  </a:lnTo>
                  <a:lnTo>
                    <a:pt x="8890" y="685800"/>
                  </a:lnTo>
                  <a:close/>
                </a:path>
                <a:path w="8890" h="706120">
                  <a:moveTo>
                    <a:pt x="889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8890" y="685787"/>
                  </a:lnTo>
                  <a:lnTo>
                    <a:pt x="8890" y="24130"/>
                  </a:lnTo>
                  <a:close/>
                </a:path>
                <a:path w="8890" h="706120">
                  <a:moveTo>
                    <a:pt x="889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8890" y="24117"/>
                  </a:lnTo>
                  <a:lnTo>
                    <a:pt x="8890" y="19050"/>
                  </a:lnTo>
                  <a:close/>
                </a:path>
                <a:path w="8890" h="706120">
                  <a:moveTo>
                    <a:pt x="889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8890" y="19037"/>
                  </a:lnTo>
                  <a:lnTo>
                    <a:pt x="8890" y="12700"/>
                  </a:lnTo>
                  <a:close/>
                </a:path>
                <a:path w="8890" h="706120">
                  <a:moveTo>
                    <a:pt x="889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8890" y="12687"/>
                  </a:lnTo>
                  <a:lnTo>
                    <a:pt x="8890" y="6350"/>
                  </a:lnTo>
                  <a:close/>
                </a:path>
                <a:path w="8890" h="706120">
                  <a:moveTo>
                    <a:pt x="889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8890" y="6337"/>
                  </a:lnTo>
                  <a:lnTo>
                    <a:pt x="8890" y="0"/>
                  </a:lnTo>
                  <a:close/>
                </a:path>
              </a:pathLst>
            </a:custGeom>
            <a:solidFill>
              <a:srgbClr val="ABAB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" name="object 599"/>
            <p:cNvSpPr/>
            <p:nvPr/>
          </p:nvSpPr>
          <p:spPr>
            <a:xfrm>
              <a:off x="7668260" y="4053852"/>
              <a:ext cx="6350" cy="706120"/>
            </a:xfrm>
            <a:custGeom>
              <a:avLst/>
              <a:gdLst/>
              <a:ahLst/>
              <a:cxnLst/>
              <a:rect l="l" t="t" r="r" b="b"/>
              <a:pathLst>
                <a:path w="6350" h="706120">
                  <a:moveTo>
                    <a:pt x="635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6350" y="706107"/>
                  </a:lnTo>
                  <a:lnTo>
                    <a:pt x="6350" y="704850"/>
                  </a:lnTo>
                  <a:close/>
                </a:path>
                <a:path w="6350" h="706120">
                  <a:moveTo>
                    <a:pt x="635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6350" y="704837"/>
                  </a:lnTo>
                  <a:lnTo>
                    <a:pt x="6350" y="698500"/>
                  </a:lnTo>
                  <a:close/>
                </a:path>
                <a:path w="6350" h="706120">
                  <a:moveTo>
                    <a:pt x="635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6350" y="698487"/>
                  </a:lnTo>
                  <a:lnTo>
                    <a:pt x="6350" y="692150"/>
                  </a:lnTo>
                  <a:close/>
                </a:path>
                <a:path w="6350" h="706120">
                  <a:moveTo>
                    <a:pt x="635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6350" y="692137"/>
                  </a:lnTo>
                  <a:lnTo>
                    <a:pt x="6350" y="685800"/>
                  </a:lnTo>
                  <a:close/>
                </a:path>
                <a:path w="6350" h="706120">
                  <a:moveTo>
                    <a:pt x="635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6350" y="685787"/>
                  </a:lnTo>
                  <a:lnTo>
                    <a:pt x="6350" y="24130"/>
                  </a:lnTo>
                  <a:close/>
                </a:path>
                <a:path w="6350" h="706120">
                  <a:moveTo>
                    <a:pt x="635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6350" y="24117"/>
                  </a:lnTo>
                  <a:lnTo>
                    <a:pt x="6350" y="19050"/>
                  </a:lnTo>
                  <a:close/>
                </a:path>
                <a:path w="6350" h="706120">
                  <a:moveTo>
                    <a:pt x="635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6350" y="19037"/>
                  </a:lnTo>
                  <a:lnTo>
                    <a:pt x="6350" y="12700"/>
                  </a:lnTo>
                  <a:close/>
                </a:path>
                <a:path w="6350" h="706120">
                  <a:moveTo>
                    <a:pt x="635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6350" y="12687"/>
                  </a:lnTo>
                  <a:lnTo>
                    <a:pt x="6350" y="6350"/>
                  </a:lnTo>
                  <a:close/>
                </a:path>
                <a:path w="6350" h="706120">
                  <a:moveTo>
                    <a:pt x="635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6350" y="6337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A9A9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" name="object 600"/>
            <p:cNvSpPr/>
            <p:nvPr/>
          </p:nvSpPr>
          <p:spPr>
            <a:xfrm>
              <a:off x="7674610" y="4053852"/>
              <a:ext cx="8890" cy="706120"/>
            </a:xfrm>
            <a:custGeom>
              <a:avLst/>
              <a:gdLst/>
              <a:ahLst/>
              <a:cxnLst/>
              <a:rect l="l" t="t" r="r" b="b"/>
              <a:pathLst>
                <a:path w="8890" h="706120">
                  <a:moveTo>
                    <a:pt x="889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8890" y="706107"/>
                  </a:lnTo>
                  <a:lnTo>
                    <a:pt x="8890" y="704850"/>
                  </a:lnTo>
                  <a:close/>
                </a:path>
                <a:path w="8890" h="706120">
                  <a:moveTo>
                    <a:pt x="889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8890" y="704837"/>
                  </a:lnTo>
                  <a:lnTo>
                    <a:pt x="8890" y="698500"/>
                  </a:lnTo>
                  <a:close/>
                </a:path>
                <a:path w="8890" h="706120">
                  <a:moveTo>
                    <a:pt x="889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8890" y="698487"/>
                  </a:lnTo>
                  <a:lnTo>
                    <a:pt x="8890" y="692150"/>
                  </a:lnTo>
                  <a:close/>
                </a:path>
                <a:path w="8890" h="706120">
                  <a:moveTo>
                    <a:pt x="889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8890" y="692137"/>
                  </a:lnTo>
                  <a:lnTo>
                    <a:pt x="8890" y="685800"/>
                  </a:lnTo>
                  <a:close/>
                </a:path>
                <a:path w="8890" h="706120">
                  <a:moveTo>
                    <a:pt x="889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8890" y="685787"/>
                  </a:lnTo>
                  <a:lnTo>
                    <a:pt x="8890" y="24130"/>
                  </a:lnTo>
                  <a:close/>
                </a:path>
                <a:path w="8890" h="706120">
                  <a:moveTo>
                    <a:pt x="889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8890" y="24117"/>
                  </a:lnTo>
                  <a:lnTo>
                    <a:pt x="8890" y="19050"/>
                  </a:lnTo>
                  <a:close/>
                </a:path>
                <a:path w="8890" h="706120">
                  <a:moveTo>
                    <a:pt x="889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8890" y="19037"/>
                  </a:lnTo>
                  <a:lnTo>
                    <a:pt x="8890" y="12700"/>
                  </a:lnTo>
                  <a:close/>
                </a:path>
                <a:path w="8890" h="706120">
                  <a:moveTo>
                    <a:pt x="889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8890" y="12687"/>
                  </a:lnTo>
                  <a:lnTo>
                    <a:pt x="8890" y="6350"/>
                  </a:lnTo>
                  <a:close/>
                </a:path>
                <a:path w="8890" h="706120">
                  <a:moveTo>
                    <a:pt x="889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8890" y="6337"/>
                  </a:lnTo>
                  <a:lnTo>
                    <a:pt x="8890" y="0"/>
                  </a:lnTo>
                  <a:close/>
                </a:path>
              </a:pathLst>
            </a:custGeom>
            <a:solidFill>
              <a:srgbClr val="AAAA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" name="object 601"/>
            <p:cNvSpPr/>
            <p:nvPr/>
          </p:nvSpPr>
          <p:spPr>
            <a:xfrm>
              <a:off x="768350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BAB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" name="object 602"/>
            <p:cNvSpPr/>
            <p:nvPr/>
          </p:nvSpPr>
          <p:spPr>
            <a:xfrm>
              <a:off x="769112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BAB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" name="object 603"/>
            <p:cNvSpPr/>
            <p:nvPr/>
          </p:nvSpPr>
          <p:spPr>
            <a:xfrm>
              <a:off x="769874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CAC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" name="object 604"/>
            <p:cNvSpPr/>
            <p:nvPr/>
          </p:nvSpPr>
          <p:spPr>
            <a:xfrm>
              <a:off x="770636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DAD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" name="object 605"/>
            <p:cNvSpPr/>
            <p:nvPr/>
          </p:nvSpPr>
          <p:spPr>
            <a:xfrm>
              <a:off x="771398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DAD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" name="object 606"/>
            <p:cNvSpPr/>
            <p:nvPr/>
          </p:nvSpPr>
          <p:spPr>
            <a:xfrm>
              <a:off x="7721600" y="4053852"/>
              <a:ext cx="8890" cy="706120"/>
            </a:xfrm>
            <a:custGeom>
              <a:avLst/>
              <a:gdLst/>
              <a:ahLst/>
              <a:cxnLst/>
              <a:rect l="l" t="t" r="r" b="b"/>
              <a:pathLst>
                <a:path w="8890" h="706120">
                  <a:moveTo>
                    <a:pt x="889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8890" y="706107"/>
                  </a:lnTo>
                  <a:lnTo>
                    <a:pt x="8890" y="704850"/>
                  </a:lnTo>
                  <a:close/>
                </a:path>
                <a:path w="8890" h="706120">
                  <a:moveTo>
                    <a:pt x="889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8890" y="704837"/>
                  </a:lnTo>
                  <a:lnTo>
                    <a:pt x="8890" y="698500"/>
                  </a:lnTo>
                  <a:close/>
                </a:path>
                <a:path w="8890" h="706120">
                  <a:moveTo>
                    <a:pt x="889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8890" y="698487"/>
                  </a:lnTo>
                  <a:lnTo>
                    <a:pt x="8890" y="692150"/>
                  </a:lnTo>
                  <a:close/>
                </a:path>
                <a:path w="8890" h="706120">
                  <a:moveTo>
                    <a:pt x="889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8890" y="692137"/>
                  </a:lnTo>
                  <a:lnTo>
                    <a:pt x="8890" y="685800"/>
                  </a:lnTo>
                  <a:close/>
                </a:path>
                <a:path w="8890" h="706120">
                  <a:moveTo>
                    <a:pt x="889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8890" y="685787"/>
                  </a:lnTo>
                  <a:lnTo>
                    <a:pt x="8890" y="24130"/>
                  </a:lnTo>
                  <a:close/>
                </a:path>
                <a:path w="8890" h="706120">
                  <a:moveTo>
                    <a:pt x="889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8890" y="24117"/>
                  </a:lnTo>
                  <a:lnTo>
                    <a:pt x="8890" y="19050"/>
                  </a:lnTo>
                  <a:close/>
                </a:path>
                <a:path w="8890" h="706120">
                  <a:moveTo>
                    <a:pt x="889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8890" y="19037"/>
                  </a:lnTo>
                  <a:lnTo>
                    <a:pt x="8890" y="12700"/>
                  </a:lnTo>
                  <a:close/>
                </a:path>
                <a:path w="8890" h="706120">
                  <a:moveTo>
                    <a:pt x="889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8890" y="12687"/>
                  </a:lnTo>
                  <a:lnTo>
                    <a:pt x="8890" y="6350"/>
                  </a:lnTo>
                  <a:close/>
                </a:path>
                <a:path w="8890" h="706120">
                  <a:moveTo>
                    <a:pt x="889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8890" y="6337"/>
                  </a:lnTo>
                  <a:lnTo>
                    <a:pt x="8890" y="0"/>
                  </a:lnTo>
                  <a:close/>
                </a:path>
              </a:pathLst>
            </a:custGeom>
            <a:solidFill>
              <a:srgbClr val="AEAE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" name="object 607"/>
            <p:cNvSpPr/>
            <p:nvPr/>
          </p:nvSpPr>
          <p:spPr>
            <a:xfrm>
              <a:off x="773049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FAF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" name="object 608"/>
            <p:cNvSpPr/>
            <p:nvPr/>
          </p:nvSpPr>
          <p:spPr>
            <a:xfrm>
              <a:off x="773811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FAF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" name="object 609"/>
            <p:cNvSpPr/>
            <p:nvPr/>
          </p:nvSpPr>
          <p:spPr>
            <a:xfrm>
              <a:off x="774573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0B0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" name="object 610"/>
            <p:cNvSpPr/>
            <p:nvPr/>
          </p:nvSpPr>
          <p:spPr>
            <a:xfrm>
              <a:off x="775335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1B1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" name="object 611"/>
            <p:cNvSpPr/>
            <p:nvPr/>
          </p:nvSpPr>
          <p:spPr>
            <a:xfrm>
              <a:off x="776097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2B2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" name="object 612"/>
            <p:cNvSpPr/>
            <p:nvPr/>
          </p:nvSpPr>
          <p:spPr>
            <a:xfrm>
              <a:off x="776859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2B2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" name="object 613"/>
            <p:cNvSpPr/>
            <p:nvPr/>
          </p:nvSpPr>
          <p:spPr>
            <a:xfrm>
              <a:off x="777621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3B3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" name="object 614"/>
            <p:cNvSpPr/>
            <p:nvPr/>
          </p:nvSpPr>
          <p:spPr>
            <a:xfrm>
              <a:off x="7783830" y="4053852"/>
              <a:ext cx="8890" cy="706120"/>
            </a:xfrm>
            <a:custGeom>
              <a:avLst/>
              <a:gdLst/>
              <a:ahLst/>
              <a:cxnLst/>
              <a:rect l="l" t="t" r="r" b="b"/>
              <a:pathLst>
                <a:path w="8890" h="706120">
                  <a:moveTo>
                    <a:pt x="889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8890" y="706107"/>
                  </a:lnTo>
                  <a:lnTo>
                    <a:pt x="8890" y="704850"/>
                  </a:lnTo>
                  <a:close/>
                </a:path>
                <a:path w="8890" h="706120">
                  <a:moveTo>
                    <a:pt x="889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8890" y="704837"/>
                  </a:lnTo>
                  <a:lnTo>
                    <a:pt x="8890" y="698500"/>
                  </a:lnTo>
                  <a:close/>
                </a:path>
                <a:path w="8890" h="706120">
                  <a:moveTo>
                    <a:pt x="889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8890" y="698487"/>
                  </a:lnTo>
                  <a:lnTo>
                    <a:pt x="8890" y="692150"/>
                  </a:lnTo>
                  <a:close/>
                </a:path>
                <a:path w="8890" h="706120">
                  <a:moveTo>
                    <a:pt x="889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8890" y="692137"/>
                  </a:lnTo>
                  <a:lnTo>
                    <a:pt x="8890" y="685800"/>
                  </a:lnTo>
                  <a:close/>
                </a:path>
                <a:path w="8890" h="706120">
                  <a:moveTo>
                    <a:pt x="889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8890" y="685787"/>
                  </a:lnTo>
                  <a:lnTo>
                    <a:pt x="8890" y="24130"/>
                  </a:lnTo>
                  <a:close/>
                </a:path>
                <a:path w="8890" h="706120">
                  <a:moveTo>
                    <a:pt x="889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8890" y="24117"/>
                  </a:lnTo>
                  <a:lnTo>
                    <a:pt x="8890" y="19050"/>
                  </a:lnTo>
                  <a:close/>
                </a:path>
                <a:path w="8890" h="706120">
                  <a:moveTo>
                    <a:pt x="889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8890" y="19037"/>
                  </a:lnTo>
                  <a:lnTo>
                    <a:pt x="8890" y="12700"/>
                  </a:lnTo>
                  <a:close/>
                </a:path>
                <a:path w="8890" h="706120">
                  <a:moveTo>
                    <a:pt x="889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8890" y="12687"/>
                  </a:lnTo>
                  <a:lnTo>
                    <a:pt x="8890" y="6350"/>
                  </a:lnTo>
                  <a:close/>
                </a:path>
                <a:path w="8890" h="706120">
                  <a:moveTo>
                    <a:pt x="889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8890" y="6337"/>
                  </a:lnTo>
                  <a:lnTo>
                    <a:pt x="8890" y="0"/>
                  </a:lnTo>
                  <a:close/>
                </a:path>
              </a:pathLst>
            </a:custGeom>
            <a:solidFill>
              <a:srgbClr val="B4B4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" name="object 615"/>
            <p:cNvSpPr/>
            <p:nvPr/>
          </p:nvSpPr>
          <p:spPr>
            <a:xfrm>
              <a:off x="779272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4B4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" name="object 616"/>
            <p:cNvSpPr/>
            <p:nvPr/>
          </p:nvSpPr>
          <p:spPr>
            <a:xfrm>
              <a:off x="780034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5B5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" name="object 617"/>
            <p:cNvSpPr/>
            <p:nvPr/>
          </p:nvSpPr>
          <p:spPr>
            <a:xfrm>
              <a:off x="780796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6B6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" name="object 618"/>
            <p:cNvSpPr/>
            <p:nvPr/>
          </p:nvSpPr>
          <p:spPr>
            <a:xfrm>
              <a:off x="781558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6B6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" name="object 619"/>
            <p:cNvSpPr/>
            <p:nvPr/>
          </p:nvSpPr>
          <p:spPr>
            <a:xfrm>
              <a:off x="782320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7B7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" name="object 620"/>
            <p:cNvSpPr/>
            <p:nvPr/>
          </p:nvSpPr>
          <p:spPr>
            <a:xfrm>
              <a:off x="783082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8B8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" name="object 621"/>
            <p:cNvSpPr/>
            <p:nvPr/>
          </p:nvSpPr>
          <p:spPr>
            <a:xfrm>
              <a:off x="783844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9B9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" name="object 622"/>
            <p:cNvSpPr/>
            <p:nvPr/>
          </p:nvSpPr>
          <p:spPr>
            <a:xfrm>
              <a:off x="7846060" y="4053852"/>
              <a:ext cx="8890" cy="706120"/>
            </a:xfrm>
            <a:custGeom>
              <a:avLst/>
              <a:gdLst/>
              <a:ahLst/>
              <a:cxnLst/>
              <a:rect l="l" t="t" r="r" b="b"/>
              <a:pathLst>
                <a:path w="8890" h="706120">
                  <a:moveTo>
                    <a:pt x="889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8890" y="706107"/>
                  </a:lnTo>
                  <a:lnTo>
                    <a:pt x="8890" y="704850"/>
                  </a:lnTo>
                  <a:close/>
                </a:path>
                <a:path w="8890" h="706120">
                  <a:moveTo>
                    <a:pt x="889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8890" y="704837"/>
                  </a:lnTo>
                  <a:lnTo>
                    <a:pt x="8890" y="698500"/>
                  </a:lnTo>
                  <a:close/>
                </a:path>
                <a:path w="8890" h="706120">
                  <a:moveTo>
                    <a:pt x="889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8890" y="698487"/>
                  </a:lnTo>
                  <a:lnTo>
                    <a:pt x="8890" y="692150"/>
                  </a:lnTo>
                  <a:close/>
                </a:path>
                <a:path w="8890" h="706120">
                  <a:moveTo>
                    <a:pt x="889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8890" y="692137"/>
                  </a:lnTo>
                  <a:lnTo>
                    <a:pt x="8890" y="685800"/>
                  </a:lnTo>
                  <a:close/>
                </a:path>
                <a:path w="8890" h="706120">
                  <a:moveTo>
                    <a:pt x="889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8890" y="685787"/>
                  </a:lnTo>
                  <a:lnTo>
                    <a:pt x="8890" y="24130"/>
                  </a:lnTo>
                  <a:close/>
                </a:path>
                <a:path w="8890" h="706120">
                  <a:moveTo>
                    <a:pt x="889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8890" y="24117"/>
                  </a:lnTo>
                  <a:lnTo>
                    <a:pt x="8890" y="19050"/>
                  </a:lnTo>
                  <a:close/>
                </a:path>
                <a:path w="8890" h="706120">
                  <a:moveTo>
                    <a:pt x="889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8890" y="19037"/>
                  </a:lnTo>
                  <a:lnTo>
                    <a:pt x="8890" y="12700"/>
                  </a:lnTo>
                  <a:close/>
                </a:path>
                <a:path w="8890" h="706120">
                  <a:moveTo>
                    <a:pt x="889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8890" y="12687"/>
                  </a:lnTo>
                  <a:lnTo>
                    <a:pt x="8890" y="6350"/>
                  </a:lnTo>
                  <a:close/>
                </a:path>
                <a:path w="8890" h="706120">
                  <a:moveTo>
                    <a:pt x="889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8890" y="6337"/>
                  </a:lnTo>
                  <a:lnTo>
                    <a:pt x="8890" y="0"/>
                  </a:lnTo>
                  <a:close/>
                </a:path>
              </a:pathLst>
            </a:custGeom>
            <a:solidFill>
              <a:srgbClr val="B9B9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" name="object 623"/>
            <p:cNvSpPr/>
            <p:nvPr/>
          </p:nvSpPr>
          <p:spPr>
            <a:xfrm>
              <a:off x="7854950" y="4053852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762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7620" y="706107"/>
                  </a:lnTo>
                  <a:lnTo>
                    <a:pt x="7620" y="704850"/>
                  </a:lnTo>
                  <a:close/>
                </a:path>
                <a:path w="7620" h="706120">
                  <a:moveTo>
                    <a:pt x="762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7620" y="704837"/>
                  </a:lnTo>
                  <a:lnTo>
                    <a:pt x="7620" y="698500"/>
                  </a:lnTo>
                  <a:close/>
                </a:path>
                <a:path w="7620" h="706120">
                  <a:moveTo>
                    <a:pt x="762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7620" y="698487"/>
                  </a:lnTo>
                  <a:lnTo>
                    <a:pt x="7620" y="692150"/>
                  </a:lnTo>
                  <a:close/>
                </a:path>
                <a:path w="7620" h="706120">
                  <a:moveTo>
                    <a:pt x="762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7620" y="692137"/>
                  </a:lnTo>
                  <a:lnTo>
                    <a:pt x="7620" y="685800"/>
                  </a:lnTo>
                  <a:close/>
                </a:path>
                <a:path w="7620" h="706120">
                  <a:moveTo>
                    <a:pt x="7620" y="24130"/>
                  </a:moveTo>
                  <a:lnTo>
                    <a:pt x="0" y="24130"/>
                  </a:lnTo>
                  <a:lnTo>
                    <a:pt x="0" y="685787"/>
                  </a:lnTo>
                  <a:lnTo>
                    <a:pt x="7620" y="685787"/>
                  </a:lnTo>
                  <a:lnTo>
                    <a:pt x="7620" y="24130"/>
                  </a:lnTo>
                  <a:close/>
                </a:path>
                <a:path w="7620" h="706120">
                  <a:moveTo>
                    <a:pt x="762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7620" y="24117"/>
                  </a:lnTo>
                  <a:lnTo>
                    <a:pt x="7620" y="19050"/>
                  </a:lnTo>
                  <a:close/>
                </a:path>
                <a:path w="7620" h="706120">
                  <a:moveTo>
                    <a:pt x="762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7620" y="19037"/>
                  </a:lnTo>
                  <a:lnTo>
                    <a:pt x="7620" y="12700"/>
                  </a:lnTo>
                  <a:close/>
                </a:path>
                <a:path w="7620" h="706120">
                  <a:moveTo>
                    <a:pt x="762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7620" y="12687"/>
                  </a:lnTo>
                  <a:lnTo>
                    <a:pt x="7620" y="6350"/>
                  </a:lnTo>
                  <a:close/>
                </a:path>
                <a:path w="7620" h="706120">
                  <a:moveTo>
                    <a:pt x="762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7620" y="6337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BABA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" name="object 624"/>
            <p:cNvSpPr/>
            <p:nvPr/>
          </p:nvSpPr>
          <p:spPr>
            <a:xfrm>
              <a:off x="7862570" y="4053840"/>
              <a:ext cx="7620" cy="706120"/>
            </a:xfrm>
            <a:custGeom>
              <a:avLst/>
              <a:gdLst/>
              <a:ahLst/>
              <a:cxnLst/>
              <a:rect l="l" t="t" r="r" b="b"/>
              <a:pathLst>
                <a:path w="7620" h="706120">
                  <a:moveTo>
                    <a:pt x="507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7620" y="6349"/>
                  </a:lnTo>
                  <a:lnTo>
                    <a:pt x="7620" y="1269"/>
                  </a:lnTo>
                  <a:lnTo>
                    <a:pt x="5079" y="1269"/>
                  </a:lnTo>
                  <a:lnTo>
                    <a:pt x="5079" y="0"/>
                  </a:lnTo>
                  <a:close/>
                </a:path>
                <a:path w="7620" h="706120">
                  <a:moveTo>
                    <a:pt x="762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7620" y="12699"/>
                  </a:lnTo>
                  <a:lnTo>
                    <a:pt x="7620" y="6349"/>
                  </a:lnTo>
                  <a:close/>
                </a:path>
                <a:path w="7620" h="706120">
                  <a:moveTo>
                    <a:pt x="762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7620" y="19049"/>
                  </a:lnTo>
                  <a:lnTo>
                    <a:pt x="7620" y="12699"/>
                  </a:lnTo>
                  <a:close/>
                </a:path>
                <a:path w="7620" h="706120">
                  <a:moveTo>
                    <a:pt x="7620" y="19049"/>
                  </a:moveTo>
                  <a:lnTo>
                    <a:pt x="0" y="19049"/>
                  </a:lnTo>
                  <a:lnTo>
                    <a:pt x="0" y="24129"/>
                  </a:lnTo>
                  <a:lnTo>
                    <a:pt x="7620" y="24129"/>
                  </a:lnTo>
                  <a:lnTo>
                    <a:pt x="7620" y="19049"/>
                  </a:lnTo>
                  <a:close/>
                </a:path>
                <a:path w="7620" h="706120">
                  <a:moveTo>
                    <a:pt x="7620" y="24129"/>
                  </a:moveTo>
                  <a:lnTo>
                    <a:pt x="0" y="24129"/>
                  </a:lnTo>
                  <a:lnTo>
                    <a:pt x="0" y="685799"/>
                  </a:lnTo>
                  <a:lnTo>
                    <a:pt x="7620" y="685799"/>
                  </a:lnTo>
                  <a:lnTo>
                    <a:pt x="7620" y="24129"/>
                  </a:lnTo>
                  <a:close/>
                </a:path>
                <a:path w="7620" h="706120">
                  <a:moveTo>
                    <a:pt x="7620" y="685799"/>
                  </a:moveTo>
                  <a:lnTo>
                    <a:pt x="0" y="685799"/>
                  </a:lnTo>
                  <a:lnTo>
                    <a:pt x="0" y="692149"/>
                  </a:lnTo>
                  <a:lnTo>
                    <a:pt x="7620" y="692149"/>
                  </a:lnTo>
                  <a:lnTo>
                    <a:pt x="7620" y="685799"/>
                  </a:lnTo>
                  <a:close/>
                </a:path>
                <a:path w="7620" h="706120">
                  <a:moveTo>
                    <a:pt x="7620" y="692149"/>
                  </a:moveTo>
                  <a:lnTo>
                    <a:pt x="0" y="692149"/>
                  </a:lnTo>
                  <a:lnTo>
                    <a:pt x="0" y="698499"/>
                  </a:lnTo>
                  <a:lnTo>
                    <a:pt x="7620" y="698499"/>
                  </a:lnTo>
                  <a:lnTo>
                    <a:pt x="7620" y="692149"/>
                  </a:lnTo>
                  <a:close/>
                </a:path>
                <a:path w="7620" h="706120">
                  <a:moveTo>
                    <a:pt x="7620" y="698499"/>
                  </a:moveTo>
                  <a:lnTo>
                    <a:pt x="0" y="698499"/>
                  </a:lnTo>
                  <a:lnTo>
                    <a:pt x="0" y="704849"/>
                  </a:lnTo>
                  <a:lnTo>
                    <a:pt x="7620" y="704849"/>
                  </a:lnTo>
                  <a:lnTo>
                    <a:pt x="7620" y="698499"/>
                  </a:lnTo>
                  <a:close/>
                </a:path>
                <a:path w="7620" h="706120">
                  <a:moveTo>
                    <a:pt x="7620" y="704849"/>
                  </a:moveTo>
                  <a:lnTo>
                    <a:pt x="0" y="704849"/>
                  </a:lnTo>
                  <a:lnTo>
                    <a:pt x="0" y="706119"/>
                  </a:lnTo>
                  <a:lnTo>
                    <a:pt x="7620" y="706119"/>
                  </a:lnTo>
                  <a:lnTo>
                    <a:pt x="7620" y="704849"/>
                  </a:lnTo>
                  <a:close/>
                </a:path>
              </a:pathLst>
            </a:custGeom>
            <a:solidFill>
              <a:srgbClr val="BBBB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" name="object 625"/>
            <p:cNvSpPr/>
            <p:nvPr/>
          </p:nvSpPr>
          <p:spPr>
            <a:xfrm>
              <a:off x="7870190" y="4055110"/>
              <a:ext cx="7620" cy="704850"/>
            </a:xfrm>
            <a:custGeom>
              <a:avLst/>
              <a:gdLst/>
              <a:ahLst/>
              <a:cxnLst/>
              <a:rect l="l" t="t" r="r" b="b"/>
              <a:pathLst>
                <a:path w="7620" h="704850">
                  <a:moveTo>
                    <a:pt x="126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7619" y="5079"/>
                  </a:lnTo>
                  <a:lnTo>
                    <a:pt x="7619" y="2539"/>
                  </a:lnTo>
                  <a:lnTo>
                    <a:pt x="6350" y="2539"/>
                  </a:lnTo>
                  <a:lnTo>
                    <a:pt x="6350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7620" h="704850">
                  <a:moveTo>
                    <a:pt x="761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7619" y="11429"/>
                  </a:lnTo>
                  <a:lnTo>
                    <a:pt x="7619" y="5080"/>
                  </a:lnTo>
                  <a:close/>
                </a:path>
                <a:path w="7620" h="704850">
                  <a:moveTo>
                    <a:pt x="761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7619" y="17779"/>
                  </a:lnTo>
                  <a:lnTo>
                    <a:pt x="7619" y="11430"/>
                  </a:lnTo>
                  <a:close/>
                </a:path>
                <a:path w="7620" h="704850">
                  <a:moveTo>
                    <a:pt x="7619" y="17780"/>
                  </a:moveTo>
                  <a:lnTo>
                    <a:pt x="0" y="17780"/>
                  </a:lnTo>
                  <a:lnTo>
                    <a:pt x="0" y="22859"/>
                  </a:lnTo>
                  <a:lnTo>
                    <a:pt x="7619" y="22859"/>
                  </a:lnTo>
                  <a:lnTo>
                    <a:pt x="7619" y="17780"/>
                  </a:lnTo>
                  <a:close/>
                </a:path>
                <a:path w="7620" h="704850">
                  <a:moveTo>
                    <a:pt x="7619" y="22860"/>
                  </a:moveTo>
                  <a:lnTo>
                    <a:pt x="0" y="22860"/>
                  </a:lnTo>
                  <a:lnTo>
                    <a:pt x="0" y="684529"/>
                  </a:lnTo>
                  <a:lnTo>
                    <a:pt x="7619" y="684529"/>
                  </a:lnTo>
                  <a:lnTo>
                    <a:pt x="7619" y="22860"/>
                  </a:lnTo>
                  <a:close/>
                </a:path>
                <a:path w="7620" h="704850">
                  <a:moveTo>
                    <a:pt x="7619" y="684530"/>
                  </a:moveTo>
                  <a:lnTo>
                    <a:pt x="0" y="684530"/>
                  </a:lnTo>
                  <a:lnTo>
                    <a:pt x="0" y="690879"/>
                  </a:lnTo>
                  <a:lnTo>
                    <a:pt x="7619" y="690879"/>
                  </a:lnTo>
                  <a:lnTo>
                    <a:pt x="7619" y="684530"/>
                  </a:lnTo>
                  <a:close/>
                </a:path>
                <a:path w="7620" h="704850">
                  <a:moveTo>
                    <a:pt x="7619" y="690880"/>
                  </a:moveTo>
                  <a:lnTo>
                    <a:pt x="0" y="690880"/>
                  </a:lnTo>
                  <a:lnTo>
                    <a:pt x="0" y="697229"/>
                  </a:lnTo>
                  <a:lnTo>
                    <a:pt x="7619" y="697229"/>
                  </a:lnTo>
                  <a:lnTo>
                    <a:pt x="7619" y="690880"/>
                  </a:lnTo>
                  <a:close/>
                </a:path>
                <a:path w="7620" h="704850">
                  <a:moveTo>
                    <a:pt x="7619" y="697230"/>
                  </a:moveTo>
                  <a:lnTo>
                    <a:pt x="0" y="697230"/>
                  </a:lnTo>
                  <a:lnTo>
                    <a:pt x="0" y="703579"/>
                  </a:lnTo>
                  <a:lnTo>
                    <a:pt x="6350" y="703579"/>
                  </a:lnTo>
                  <a:lnTo>
                    <a:pt x="6350" y="702309"/>
                  </a:lnTo>
                  <a:lnTo>
                    <a:pt x="7619" y="702309"/>
                  </a:lnTo>
                  <a:lnTo>
                    <a:pt x="7619" y="697230"/>
                  </a:lnTo>
                  <a:close/>
                </a:path>
                <a:path w="7620" h="704850">
                  <a:moveTo>
                    <a:pt x="3809" y="703580"/>
                  </a:moveTo>
                  <a:lnTo>
                    <a:pt x="0" y="703580"/>
                  </a:lnTo>
                  <a:lnTo>
                    <a:pt x="0" y="704850"/>
                  </a:lnTo>
                  <a:lnTo>
                    <a:pt x="3809" y="704850"/>
                  </a:lnTo>
                  <a:lnTo>
                    <a:pt x="3809" y="703580"/>
                  </a:lnTo>
                  <a:close/>
                </a:path>
              </a:pathLst>
            </a:custGeom>
            <a:solidFill>
              <a:srgbClr val="BBBB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" name="object 626"/>
            <p:cNvSpPr/>
            <p:nvPr/>
          </p:nvSpPr>
          <p:spPr>
            <a:xfrm>
              <a:off x="7877810" y="4057650"/>
              <a:ext cx="7620" cy="699770"/>
            </a:xfrm>
            <a:custGeom>
              <a:avLst/>
              <a:gdLst/>
              <a:ahLst/>
              <a:cxnLst/>
              <a:rect l="l" t="t" r="r" b="b"/>
              <a:pathLst>
                <a:path w="7620" h="699770">
                  <a:moveTo>
                    <a:pt x="254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5079" y="2539"/>
                  </a:lnTo>
                  <a:lnTo>
                    <a:pt x="5079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7620" h="699770">
                  <a:moveTo>
                    <a:pt x="762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7620" y="8889"/>
                  </a:lnTo>
                  <a:lnTo>
                    <a:pt x="7620" y="2540"/>
                  </a:lnTo>
                  <a:close/>
                </a:path>
                <a:path w="7620" h="699770">
                  <a:moveTo>
                    <a:pt x="762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7620" y="15239"/>
                  </a:lnTo>
                  <a:lnTo>
                    <a:pt x="7620" y="8890"/>
                  </a:lnTo>
                  <a:close/>
                </a:path>
                <a:path w="7620" h="699770">
                  <a:moveTo>
                    <a:pt x="7620" y="15240"/>
                  </a:moveTo>
                  <a:lnTo>
                    <a:pt x="0" y="15240"/>
                  </a:lnTo>
                  <a:lnTo>
                    <a:pt x="0" y="20319"/>
                  </a:lnTo>
                  <a:lnTo>
                    <a:pt x="7620" y="20319"/>
                  </a:lnTo>
                  <a:lnTo>
                    <a:pt x="7620" y="15240"/>
                  </a:lnTo>
                  <a:close/>
                </a:path>
                <a:path w="7620" h="699770">
                  <a:moveTo>
                    <a:pt x="7620" y="20320"/>
                  </a:moveTo>
                  <a:lnTo>
                    <a:pt x="0" y="20320"/>
                  </a:lnTo>
                  <a:lnTo>
                    <a:pt x="0" y="681989"/>
                  </a:lnTo>
                  <a:lnTo>
                    <a:pt x="7620" y="681989"/>
                  </a:lnTo>
                  <a:lnTo>
                    <a:pt x="7620" y="20320"/>
                  </a:lnTo>
                  <a:close/>
                </a:path>
                <a:path w="7620" h="699770">
                  <a:moveTo>
                    <a:pt x="7620" y="681990"/>
                  </a:moveTo>
                  <a:lnTo>
                    <a:pt x="0" y="681990"/>
                  </a:lnTo>
                  <a:lnTo>
                    <a:pt x="0" y="688339"/>
                  </a:lnTo>
                  <a:lnTo>
                    <a:pt x="7620" y="688339"/>
                  </a:lnTo>
                  <a:lnTo>
                    <a:pt x="7620" y="681990"/>
                  </a:lnTo>
                  <a:close/>
                </a:path>
                <a:path w="7620" h="699770">
                  <a:moveTo>
                    <a:pt x="7620" y="688340"/>
                  </a:moveTo>
                  <a:lnTo>
                    <a:pt x="0" y="688340"/>
                  </a:lnTo>
                  <a:lnTo>
                    <a:pt x="0" y="694689"/>
                  </a:lnTo>
                  <a:lnTo>
                    <a:pt x="7620" y="694689"/>
                  </a:lnTo>
                  <a:lnTo>
                    <a:pt x="7620" y="688340"/>
                  </a:lnTo>
                  <a:close/>
                </a:path>
                <a:path w="7620" h="699770">
                  <a:moveTo>
                    <a:pt x="7620" y="694690"/>
                  </a:moveTo>
                  <a:lnTo>
                    <a:pt x="0" y="694690"/>
                  </a:lnTo>
                  <a:lnTo>
                    <a:pt x="0" y="699769"/>
                  </a:lnTo>
                  <a:lnTo>
                    <a:pt x="2540" y="699769"/>
                  </a:lnTo>
                  <a:lnTo>
                    <a:pt x="2540" y="698500"/>
                  </a:lnTo>
                  <a:lnTo>
                    <a:pt x="5079" y="698500"/>
                  </a:lnTo>
                  <a:lnTo>
                    <a:pt x="5079" y="697230"/>
                  </a:lnTo>
                  <a:lnTo>
                    <a:pt x="7620" y="697230"/>
                  </a:lnTo>
                  <a:lnTo>
                    <a:pt x="7620" y="694690"/>
                  </a:lnTo>
                  <a:close/>
                </a:path>
              </a:pathLst>
            </a:custGeom>
            <a:solidFill>
              <a:srgbClr val="BCBC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" name="object 627"/>
            <p:cNvSpPr/>
            <p:nvPr/>
          </p:nvSpPr>
          <p:spPr>
            <a:xfrm>
              <a:off x="7885430" y="4061460"/>
              <a:ext cx="7620" cy="692150"/>
            </a:xfrm>
            <a:custGeom>
              <a:avLst/>
              <a:gdLst/>
              <a:ahLst/>
              <a:cxnLst/>
              <a:rect l="l" t="t" r="r" b="b"/>
              <a:pathLst>
                <a:path w="7620" h="692150">
                  <a:moveTo>
                    <a:pt x="127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5080" y="5079"/>
                  </a:lnTo>
                  <a:lnTo>
                    <a:pt x="5080" y="3809"/>
                  </a:lnTo>
                  <a:lnTo>
                    <a:pt x="3809" y="3809"/>
                  </a:lnTo>
                  <a:lnTo>
                    <a:pt x="3809" y="2539"/>
                  </a:lnTo>
                  <a:lnTo>
                    <a:pt x="2540" y="2539"/>
                  </a:lnTo>
                  <a:lnTo>
                    <a:pt x="254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7620" h="692150">
                  <a:moveTo>
                    <a:pt x="762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7620" y="11429"/>
                  </a:lnTo>
                  <a:lnTo>
                    <a:pt x="7620" y="5080"/>
                  </a:lnTo>
                  <a:close/>
                </a:path>
                <a:path w="7620" h="692150">
                  <a:moveTo>
                    <a:pt x="7620" y="11430"/>
                  </a:moveTo>
                  <a:lnTo>
                    <a:pt x="0" y="11430"/>
                  </a:lnTo>
                  <a:lnTo>
                    <a:pt x="0" y="16509"/>
                  </a:lnTo>
                  <a:lnTo>
                    <a:pt x="7620" y="16509"/>
                  </a:lnTo>
                  <a:lnTo>
                    <a:pt x="7620" y="11430"/>
                  </a:lnTo>
                  <a:close/>
                </a:path>
                <a:path w="7620" h="692150">
                  <a:moveTo>
                    <a:pt x="7620" y="16510"/>
                  </a:moveTo>
                  <a:lnTo>
                    <a:pt x="0" y="16510"/>
                  </a:lnTo>
                  <a:lnTo>
                    <a:pt x="0" y="678179"/>
                  </a:lnTo>
                  <a:lnTo>
                    <a:pt x="7620" y="678179"/>
                  </a:lnTo>
                  <a:lnTo>
                    <a:pt x="7620" y="16510"/>
                  </a:lnTo>
                  <a:close/>
                </a:path>
                <a:path w="7620" h="692150">
                  <a:moveTo>
                    <a:pt x="7620" y="678180"/>
                  </a:moveTo>
                  <a:lnTo>
                    <a:pt x="0" y="678180"/>
                  </a:lnTo>
                  <a:lnTo>
                    <a:pt x="0" y="684529"/>
                  </a:lnTo>
                  <a:lnTo>
                    <a:pt x="7620" y="684529"/>
                  </a:lnTo>
                  <a:lnTo>
                    <a:pt x="7620" y="678180"/>
                  </a:lnTo>
                  <a:close/>
                </a:path>
                <a:path w="7620" h="692150">
                  <a:moveTo>
                    <a:pt x="7620" y="684530"/>
                  </a:moveTo>
                  <a:lnTo>
                    <a:pt x="0" y="684530"/>
                  </a:lnTo>
                  <a:lnTo>
                    <a:pt x="0" y="690879"/>
                  </a:lnTo>
                  <a:lnTo>
                    <a:pt x="2540" y="690879"/>
                  </a:lnTo>
                  <a:lnTo>
                    <a:pt x="2540" y="689609"/>
                  </a:lnTo>
                  <a:lnTo>
                    <a:pt x="3809" y="689609"/>
                  </a:lnTo>
                  <a:lnTo>
                    <a:pt x="3809" y="688339"/>
                  </a:lnTo>
                  <a:lnTo>
                    <a:pt x="5080" y="688339"/>
                  </a:lnTo>
                  <a:lnTo>
                    <a:pt x="5080" y="687069"/>
                  </a:lnTo>
                  <a:lnTo>
                    <a:pt x="6350" y="687069"/>
                  </a:lnTo>
                  <a:lnTo>
                    <a:pt x="6350" y="685800"/>
                  </a:lnTo>
                  <a:lnTo>
                    <a:pt x="7620" y="685800"/>
                  </a:lnTo>
                  <a:lnTo>
                    <a:pt x="7620" y="684530"/>
                  </a:lnTo>
                  <a:close/>
                </a:path>
                <a:path w="7620" h="692150">
                  <a:moveTo>
                    <a:pt x="1270" y="690880"/>
                  </a:moveTo>
                  <a:lnTo>
                    <a:pt x="0" y="690880"/>
                  </a:lnTo>
                  <a:lnTo>
                    <a:pt x="0" y="692150"/>
                  </a:lnTo>
                  <a:lnTo>
                    <a:pt x="1270" y="692150"/>
                  </a:lnTo>
                  <a:lnTo>
                    <a:pt x="1270" y="690880"/>
                  </a:lnTo>
                  <a:close/>
                </a:path>
              </a:pathLst>
            </a:custGeom>
            <a:solidFill>
              <a:srgbClr val="BDBD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" name="object 628"/>
            <p:cNvSpPr/>
            <p:nvPr/>
          </p:nvSpPr>
          <p:spPr>
            <a:xfrm>
              <a:off x="7893050" y="4067810"/>
              <a:ext cx="7620" cy="678180"/>
            </a:xfrm>
            <a:custGeom>
              <a:avLst/>
              <a:gdLst/>
              <a:ahLst/>
              <a:cxnLst/>
              <a:rect l="l" t="t" r="r" b="b"/>
              <a:pathLst>
                <a:path w="7620" h="678179">
                  <a:moveTo>
                    <a:pt x="127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2539" y="5079"/>
                  </a:lnTo>
                  <a:lnTo>
                    <a:pt x="2539" y="2539"/>
                  </a:lnTo>
                  <a:lnTo>
                    <a:pt x="1270" y="2539"/>
                  </a:lnTo>
                  <a:lnTo>
                    <a:pt x="1270" y="0"/>
                  </a:lnTo>
                  <a:close/>
                </a:path>
                <a:path w="7620" h="678179">
                  <a:moveTo>
                    <a:pt x="3810" y="5080"/>
                  </a:moveTo>
                  <a:lnTo>
                    <a:pt x="0" y="5080"/>
                  </a:lnTo>
                  <a:lnTo>
                    <a:pt x="0" y="10159"/>
                  </a:lnTo>
                  <a:lnTo>
                    <a:pt x="5079" y="10159"/>
                  </a:lnTo>
                  <a:lnTo>
                    <a:pt x="5079" y="7619"/>
                  </a:lnTo>
                  <a:lnTo>
                    <a:pt x="3810" y="7619"/>
                  </a:lnTo>
                  <a:lnTo>
                    <a:pt x="3810" y="5080"/>
                  </a:lnTo>
                  <a:close/>
                </a:path>
                <a:path w="7620" h="678179">
                  <a:moveTo>
                    <a:pt x="6350" y="10160"/>
                  </a:moveTo>
                  <a:lnTo>
                    <a:pt x="0" y="10160"/>
                  </a:lnTo>
                  <a:lnTo>
                    <a:pt x="0" y="671829"/>
                  </a:lnTo>
                  <a:lnTo>
                    <a:pt x="5079" y="671829"/>
                  </a:lnTo>
                  <a:lnTo>
                    <a:pt x="5079" y="670559"/>
                  </a:lnTo>
                  <a:lnTo>
                    <a:pt x="6350" y="670559"/>
                  </a:lnTo>
                  <a:lnTo>
                    <a:pt x="6350" y="666750"/>
                  </a:lnTo>
                  <a:lnTo>
                    <a:pt x="7620" y="666750"/>
                  </a:lnTo>
                  <a:lnTo>
                    <a:pt x="7620" y="12700"/>
                  </a:lnTo>
                  <a:lnTo>
                    <a:pt x="6350" y="12700"/>
                  </a:lnTo>
                  <a:lnTo>
                    <a:pt x="6350" y="10160"/>
                  </a:lnTo>
                  <a:close/>
                </a:path>
                <a:path w="7620" h="678179">
                  <a:moveTo>
                    <a:pt x="5080" y="671830"/>
                  </a:moveTo>
                  <a:lnTo>
                    <a:pt x="0" y="671830"/>
                  </a:lnTo>
                  <a:lnTo>
                    <a:pt x="0" y="678179"/>
                  </a:lnTo>
                  <a:lnTo>
                    <a:pt x="1270" y="678179"/>
                  </a:lnTo>
                  <a:lnTo>
                    <a:pt x="1270" y="676909"/>
                  </a:lnTo>
                  <a:lnTo>
                    <a:pt x="2539" y="676909"/>
                  </a:lnTo>
                  <a:lnTo>
                    <a:pt x="2539" y="675639"/>
                  </a:lnTo>
                  <a:lnTo>
                    <a:pt x="3809" y="675639"/>
                  </a:lnTo>
                  <a:lnTo>
                    <a:pt x="3810" y="673100"/>
                  </a:lnTo>
                  <a:lnTo>
                    <a:pt x="5080" y="673100"/>
                  </a:lnTo>
                  <a:lnTo>
                    <a:pt x="5080" y="671830"/>
                  </a:lnTo>
                  <a:close/>
                </a:path>
              </a:pathLst>
            </a:custGeom>
            <a:solidFill>
              <a:srgbClr val="BDBD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" name="object 629"/>
            <p:cNvSpPr/>
            <p:nvPr/>
          </p:nvSpPr>
          <p:spPr>
            <a:xfrm>
              <a:off x="7900670" y="4080510"/>
              <a:ext cx="0" cy="654050"/>
            </a:xfrm>
            <a:custGeom>
              <a:avLst/>
              <a:gdLst/>
              <a:ahLst/>
              <a:cxnLst/>
              <a:rect l="l" t="t" r="r" b="b"/>
              <a:pathLst>
                <a:path h="654050">
                  <a:moveTo>
                    <a:pt x="0" y="0"/>
                  </a:moveTo>
                  <a:lnTo>
                    <a:pt x="0" y="6540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BF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" name="object 630"/>
            <p:cNvSpPr/>
            <p:nvPr/>
          </p:nvSpPr>
          <p:spPr>
            <a:xfrm>
              <a:off x="7428230" y="4053840"/>
              <a:ext cx="471170" cy="704850"/>
            </a:xfrm>
            <a:custGeom>
              <a:avLst/>
              <a:gdLst/>
              <a:ahLst/>
              <a:cxnLst/>
              <a:rect l="l" t="t" r="r" b="b"/>
              <a:pathLst>
                <a:path w="471170" h="704850">
                  <a:moveTo>
                    <a:pt x="33020" y="0"/>
                  </a:moveTo>
                  <a:lnTo>
                    <a:pt x="20895" y="2837"/>
                  </a:lnTo>
                  <a:lnTo>
                    <a:pt x="10318" y="10318"/>
                  </a:lnTo>
                  <a:lnTo>
                    <a:pt x="2837" y="20895"/>
                  </a:lnTo>
                  <a:lnTo>
                    <a:pt x="0" y="33020"/>
                  </a:lnTo>
                  <a:lnTo>
                    <a:pt x="0" y="43001"/>
                  </a:lnTo>
                  <a:lnTo>
                    <a:pt x="0" y="112871"/>
                  </a:lnTo>
                  <a:lnTo>
                    <a:pt x="0" y="302517"/>
                  </a:lnTo>
                  <a:lnTo>
                    <a:pt x="0" y="671830"/>
                  </a:lnTo>
                  <a:lnTo>
                    <a:pt x="2837" y="683954"/>
                  </a:lnTo>
                  <a:lnTo>
                    <a:pt x="10318" y="694531"/>
                  </a:lnTo>
                  <a:lnTo>
                    <a:pt x="20895" y="702012"/>
                  </a:lnTo>
                  <a:lnTo>
                    <a:pt x="33020" y="704850"/>
                  </a:lnTo>
                  <a:lnTo>
                    <a:pt x="39350" y="704850"/>
                  </a:lnTo>
                  <a:lnTo>
                    <a:pt x="83661" y="704850"/>
                  </a:lnTo>
                  <a:lnTo>
                    <a:pt x="203934" y="704850"/>
                  </a:lnTo>
                  <a:lnTo>
                    <a:pt x="438150" y="704850"/>
                  </a:lnTo>
                  <a:lnTo>
                    <a:pt x="450274" y="702012"/>
                  </a:lnTo>
                  <a:lnTo>
                    <a:pt x="460851" y="694531"/>
                  </a:lnTo>
                  <a:lnTo>
                    <a:pt x="468332" y="683954"/>
                  </a:lnTo>
                  <a:lnTo>
                    <a:pt x="471170" y="671830"/>
                  </a:lnTo>
                  <a:lnTo>
                    <a:pt x="471170" y="661848"/>
                  </a:lnTo>
                  <a:lnTo>
                    <a:pt x="471170" y="591978"/>
                  </a:lnTo>
                  <a:lnTo>
                    <a:pt x="471170" y="402332"/>
                  </a:lnTo>
                  <a:lnTo>
                    <a:pt x="471170" y="33020"/>
                  </a:lnTo>
                  <a:lnTo>
                    <a:pt x="468332" y="20895"/>
                  </a:lnTo>
                  <a:lnTo>
                    <a:pt x="460851" y="10318"/>
                  </a:lnTo>
                  <a:lnTo>
                    <a:pt x="450274" y="2837"/>
                  </a:lnTo>
                  <a:lnTo>
                    <a:pt x="438150" y="0"/>
                  </a:lnTo>
                  <a:lnTo>
                    <a:pt x="431819" y="0"/>
                  </a:lnTo>
                  <a:lnTo>
                    <a:pt x="387508" y="0"/>
                  </a:lnTo>
                  <a:lnTo>
                    <a:pt x="267235" y="0"/>
                  </a:lnTo>
                  <a:lnTo>
                    <a:pt x="33020" y="0"/>
                  </a:lnTo>
                  <a:close/>
                </a:path>
              </a:pathLst>
            </a:custGeom>
            <a:ln w="19048">
              <a:solidFill>
                <a:srgbClr val="93926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31" name="object 631"/>
          <p:cNvSpPr txBox="1"/>
          <p:nvPr/>
        </p:nvSpPr>
        <p:spPr>
          <a:xfrm>
            <a:off x="7480934" y="4288790"/>
            <a:ext cx="36576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7785">
              <a:lnSpc>
                <a:spcPct val="100000"/>
              </a:lnSpc>
              <a:spcBef>
                <a:spcPts val="100"/>
              </a:spcBef>
            </a:pPr>
            <a:r>
              <a:rPr sz="1200" b="1" spc="-25" dirty="0">
                <a:solidFill>
                  <a:srgbClr val="FFFFFF"/>
                </a:solidFill>
                <a:latin typeface="Arial"/>
                <a:cs typeface="Arial"/>
              </a:rPr>
              <a:t>HW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632" name="object 632"/>
          <p:cNvGrpSpPr/>
          <p:nvPr/>
        </p:nvGrpSpPr>
        <p:grpSpPr>
          <a:xfrm>
            <a:off x="6256654" y="4044315"/>
            <a:ext cx="1049020" cy="723900"/>
            <a:chOff x="6256654" y="4044315"/>
            <a:chExt cx="1049020" cy="723900"/>
          </a:xfrm>
        </p:grpSpPr>
        <p:sp>
          <p:nvSpPr>
            <p:cNvPr id="633" name="object 633"/>
            <p:cNvSpPr/>
            <p:nvPr/>
          </p:nvSpPr>
          <p:spPr>
            <a:xfrm>
              <a:off x="6266180" y="4058920"/>
              <a:ext cx="31750" cy="697230"/>
            </a:xfrm>
            <a:custGeom>
              <a:avLst/>
              <a:gdLst/>
              <a:ahLst/>
              <a:cxnLst/>
              <a:rect l="l" t="t" r="r" b="b"/>
              <a:pathLst>
                <a:path w="31750" h="697229">
                  <a:moveTo>
                    <a:pt x="31750" y="693432"/>
                  </a:moveTo>
                  <a:lnTo>
                    <a:pt x="26670" y="693432"/>
                  </a:lnTo>
                  <a:lnTo>
                    <a:pt x="26670" y="694690"/>
                  </a:lnTo>
                  <a:lnTo>
                    <a:pt x="27940" y="694690"/>
                  </a:lnTo>
                  <a:lnTo>
                    <a:pt x="27940" y="695960"/>
                  </a:lnTo>
                  <a:lnTo>
                    <a:pt x="30480" y="695960"/>
                  </a:lnTo>
                  <a:lnTo>
                    <a:pt x="30480" y="697230"/>
                  </a:lnTo>
                  <a:lnTo>
                    <a:pt x="31750" y="697230"/>
                  </a:lnTo>
                  <a:lnTo>
                    <a:pt x="31750" y="693432"/>
                  </a:lnTo>
                  <a:close/>
                </a:path>
                <a:path w="31750" h="697229">
                  <a:moveTo>
                    <a:pt x="31750" y="687082"/>
                  </a:moveTo>
                  <a:lnTo>
                    <a:pt x="17780" y="687082"/>
                  </a:lnTo>
                  <a:lnTo>
                    <a:pt x="17780" y="688340"/>
                  </a:lnTo>
                  <a:lnTo>
                    <a:pt x="19050" y="688340"/>
                  </a:lnTo>
                  <a:lnTo>
                    <a:pt x="19050" y="689610"/>
                  </a:lnTo>
                  <a:lnTo>
                    <a:pt x="20320" y="689610"/>
                  </a:lnTo>
                  <a:lnTo>
                    <a:pt x="20320" y="690880"/>
                  </a:lnTo>
                  <a:lnTo>
                    <a:pt x="22860" y="690880"/>
                  </a:lnTo>
                  <a:lnTo>
                    <a:pt x="22860" y="692150"/>
                  </a:lnTo>
                  <a:lnTo>
                    <a:pt x="24130" y="692150"/>
                  </a:lnTo>
                  <a:lnTo>
                    <a:pt x="24130" y="693420"/>
                  </a:lnTo>
                  <a:lnTo>
                    <a:pt x="31750" y="693420"/>
                  </a:lnTo>
                  <a:lnTo>
                    <a:pt x="31750" y="687082"/>
                  </a:lnTo>
                  <a:close/>
                </a:path>
                <a:path w="31750" h="697229">
                  <a:moveTo>
                    <a:pt x="31750" y="680732"/>
                  </a:moveTo>
                  <a:lnTo>
                    <a:pt x="15240" y="680732"/>
                  </a:lnTo>
                  <a:lnTo>
                    <a:pt x="11430" y="680732"/>
                  </a:lnTo>
                  <a:lnTo>
                    <a:pt x="11430" y="681990"/>
                  </a:lnTo>
                  <a:lnTo>
                    <a:pt x="12700" y="681990"/>
                  </a:lnTo>
                  <a:lnTo>
                    <a:pt x="12700" y="683260"/>
                  </a:lnTo>
                  <a:lnTo>
                    <a:pt x="13970" y="683260"/>
                  </a:lnTo>
                  <a:lnTo>
                    <a:pt x="13970" y="684530"/>
                  </a:lnTo>
                  <a:lnTo>
                    <a:pt x="15240" y="684530"/>
                  </a:lnTo>
                  <a:lnTo>
                    <a:pt x="15240" y="685800"/>
                  </a:lnTo>
                  <a:lnTo>
                    <a:pt x="16510" y="685800"/>
                  </a:lnTo>
                  <a:lnTo>
                    <a:pt x="16510" y="687070"/>
                  </a:lnTo>
                  <a:lnTo>
                    <a:pt x="31750" y="687070"/>
                  </a:lnTo>
                  <a:lnTo>
                    <a:pt x="31750" y="680732"/>
                  </a:lnTo>
                  <a:close/>
                </a:path>
                <a:path w="31750" h="697229">
                  <a:moveTo>
                    <a:pt x="31750" y="674382"/>
                  </a:moveTo>
                  <a:lnTo>
                    <a:pt x="15240" y="674382"/>
                  </a:lnTo>
                  <a:lnTo>
                    <a:pt x="7620" y="674382"/>
                  </a:lnTo>
                  <a:lnTo>
                    <a:pt x="7620" y="676910"/>
                  </a:lnTo>
                  <a:lnTo>
                    <a:pt x="8890" y="676910"/>
                  </a:lnTo>
                  <a:lnTo>
                    <a:pt x="8890" y="678180"/>
                  </a:lnTo>
                  <a:lnTo>
                    <a:pt x="10160" y="678180"/>
                  </a:lnTo>
                  <a:lnTo>
                    <a:pt x="10160" y="680720"/>
                  </a:lnTo>
                  <a:lnTo>
                    <a:pt x="15240" y="680720"/>
                  </a:lnTo>
                  <a:lnTo>
                    <a:pt x="31750" y="680720"/>
                  </a:lnTo>
                  <a:lnTo>
                    <a:pt x="31750" y="674382"/>
                  </a:lnTo>
                  <a:close/>
                </a:path>
                <a:path w="31750" h="697229">
                  <a:moveTo>
                    <a:pt x="31750" y="668032"/>
                  </a:moveTo>
                  <a:lnTo>
                    <a:pt x="15240" y="668032"/>
                  </a:lnTo>
                  <a:lnTo>
                    <a:pt x="3810" y="668032"/>
                  </a:lnTo>
                  <a:lnTo>
                    <a:pt x="3810" y="670560"/>
                  </a:lnTo>
                  <a:lnTo>
                    <a:pt x="5080" y="670560"/>
                  </a:lnTo>
                  <a:lnTo>
                    <a:pt x="5080" y="673100"/>
                  </a:lnTo>
                  <a:lnTo>
                    <a:pt x="6350" y="673100"/>
                  </a:lnTo>
                  <a:lnTo>
                    <a:pt x="6350" y="674370"/>
                  </a:lnTo>
                  <a:lnTo>
                    <a:pt x="15240" y="674370"/>
                  </a:lnTo>
                  <a:lnTo>
                    <a:pt x="31750" y="674370"/>
                  </a:lnTo>
                  <a:lnTo>
                    <a:pt x="31750" y="668032"/>
                  </a:lnTo>
                  <a:close/>
                </a:path>
                <a:path w="31750" h="697229">
                  <a:moveTo>
                    <a:pt x="31750" y="26682"/>
                  </a:moveTo>
                  <a:lnTo>
                    <a:pt x="15240" y="26682"/>
                  </a:lnTo>
                  <a:lnTo>
                    <a:pt x="3810" y="26682"/>
                  </a:lnTo>
                  <a:lnTo>
                    <a:pt x="3810" y="29210"/>
                  </a:lnTo>
                  <a:lnTo>
                    <a:pt x="2540" y="29210"/>
                  </a:lnTo>
                  <a:lnTo>
                    <a:pt x="2540" y="34290"/>
                  </a:lnTo>
                  <a:lnTo>
                    <a:pt x="1270" y="34290"/>
                  </a:lnTo>
                  <a:lnTo>
                    <a:pt x="1270" y="38100"/>
                  </a:lnTo>
                  <a:lnTo>
                    <a:pt x="0" y="38100"/>
                  </a:lnTo>
                  <a:lnTo>
                    <a:pt x="0" y="657860"/>
                  </a:lnTo>
                  <a:lnTo>
                    <a:pt x="1270" y="657860"/>
                  </a:lnTo>
                  <a:lnTo>
                    <a:pt x="1270" y="662940"/>
                  </a:lnTo>
                  <a:lnTo>
                    <a:pt x="2540" y="662940"/>
                  </a:lnTo>
                  <a:lnTo>
                    <a:pt x="2540" y="666750"/>
                  </a:lnTo>
                  <a:lnTo>
                    <a:pt x="3810" y="666750"/>
                  </a:lnTo>
                  <a:lnTo>
                    <a:pt x="3810" y="668020"/>
                  </a:lnTo>
                  <a:lnTo>
                    <a:pt x="15240" y="668020"/>
                  </a:lnTo>
                  <a:lnTo>
                    <a:pt x="31750" y="668020"/>
                  </a:lnTo>
                  <a:lnTo>
                    <a:pt x="31750" y="26682"/>
                  </a:lnTo>
                  <a:close/>
                </a:path>
                <a:path w="31750" h="697229">
                  <a:moveTo>
                    <a:pt x="31750" y="20332"/>
                  </a:moveTo>
                  <a:lnTo>
                    <a:pt x="15240" y="20332"/>
                  </a:lnTo>
                  <a:lnTo>
                    <a:pt x="7620" y="20332"/>
                  </a:lnTo>
                  <a:lnTo>
                    <a:pt x="7620" y="22860"/>
                  </a:lnTo>
                  <a:lnTo>
                    <a:pt x="6350" y="22860"/>
                  </a:lnTo>
                  <a:lnTo>
                    <a:pt x="6350" y="24130"/>
                  </a:lnTo>
                  <a:lnTo>
                    <a:pt x="5080" y="24130"/>
                  </a:lnTo>
                  <a:lnTo>
                    <a:pt x="5080" y="26670"/>
                  </a:lnTo>
                  <a:lnTo>
                    <a:pt x="15240" y="26670"/>
                  </a:lnTo>
                  <a:lnTo>
                    <a:pt x="31750" y="26670"/>
                  </a:lnTo>
                  <a:lnTo>
                    <a:pt x="31750" y="20332"/>
                  </a:lnTo>
                  <a:close/>
                </a:path>
                <a:path w="31750" h="697229">
                  <a:moveTo>
                    <a:pt x="31750" y="13982"/>
                  </a:moveTo>
                  <a:lnTo>
                    <a:pt x="15240" y="13982"/>
                  </a:lnTo>
                  <a:lnTo>
                    <a:pt x="11430" y="13982"/>
                  </a:lnTo>
                  <a:lnTo>
                    <a:pt x="11430" y="15240"/>
                  </a:lnTo>
                  <a:lnTo>
                    <a:pt x="10160" y="15240"/>
                  </a:lnTo>
                  <a:lnTo>
                    <a:pt x="10160" y="17780"/>
                  </a:lnTo>
                  <a:lnTo>
                    <a:pt x="8890" y="17780"/>
                  </a:lnTo>
                  <a:lnTo>
                    <a:pt x="8890" y="20320"/>
                  </a:lnTo>
                  <a:lnTo>
                    <a:pt x="15240" y="20320"/>
                  </a:lnTo>
                  <a:lnTo>
                    <a:pt x="31750" y="20320"/>
                  </a:lnTo>
                  <a:lnTo>
                    <a:pt x="31750" y="13982"/>
                  </a:lnTo>
                  <a:close/>
                </a:path>
                <a:path w="31750" h="697229">
                  <a:moveTo>
                    <a:pt x="31750" y="7632"/>
                  </a:moveTo>
                  <a:lnTo>
                    <a:pt x="19050" y="7632"/>
                  </a:lnTo>
                  <a:lnTo>
                    <a:pt x="19050" y="8890"/>
                  </a:lnTo>
                  <a:lnTo>
                    <a:pt x="17780" y="8890"/>
                  </a:lnTo>
                  <a:lnTo>
                    <a:pt x="17780" y="10160"/>
                  </a:lnTo>
                  <a:lnTo>
                    <a:pt x="16510" y="10160"/>
                  </a:lnTo>
                  <a:lnTo>
                    <a:pt x="16510" y="11430"/>
                  </a:lnTo>
                  <a:lnTo>
                    <a:pt x="15240" y="11430"/>
                  </a:lnTo>
                  <a:lnTo>
                    <a:pt x="15240" y="12700"/>
                  </a:lnTo>
                  <a:lnTo>
                    <a:pt x="13970" y="12700"/>
                  </a:lnTo>
                  <a:lnTo>
                    <a:pt x="13970" y="13970"/>
                  </a:lnTo>
                  <a:lnTo>
                    <a:pt x="15240" y="13970"/>
                  </a:lnTo>
                  <a:lnTo>
                    <a:pt x="31750" y="13970"/>
                  </a:lnTo>
                  <a:lnTo>
                    <a:pt x="31750" y="7632"/>
                  </a:lnTo>
                  <a:close/>
                </a:path>
                <a:path w="31750" h="697229">
                  <a:moveTo>
                    <a:pt x="31750" y="1282"/>
                  </a:moveTo>
                  <a:lnTo>
                    <a:pt x="26670" y="1282"/>
                  </a:lnTo>
                  <a:lnTo>
                    <a:pt x="26670" y="2540"/>
                  </a:lnTo>
                  <a:lnTo>
                    <a:pt x="25400" y="2540"/>
                  </a:lnTo>
                  <a:lnTo>
                    <a:pt x="25400" y="3810"/>
                  </a:lnTo>
                  <a:lnTo>
                    <a:pt x="22860" y="3810"/>
                  </a:lnTo>
                  <a:lnTo>
                    <a:pt x="22860" y="5080"/>
                  </a:lnTo>
                  <a:lnTo>
                    <a:pt x="21590" y="5080"/>
                  </a:lnTo>
                  <a:lnTo>
                    <a:pt x="21590" y="6350"/>
                  </a:lnTo>
                  <a:lnTo>
                    <a:pt x="20320" y="6350"/>
                  </a:lnTo>
                  <a:lnTo>
                    <a:pt x="20320" y="7620"/>
                  </a:lnTo>
                  <a:lnTo>
                    <a:pt x="31750" y="7620"/>
                  </a:lnTo>
                  <a:lnTo>
                    <a:pt x="31750" y="1282"/>
                  </a:lnTo>
                  <a:close/>
                </a:path>
                <a:path w="31750" h="697229">
                  <a:moveTo>
                    <a:pt x="31750" y="0"/>
                  </a:moveTo>
                  <a:lnTo>
                    <a:pt x="30480" y="0"/>
                  </a:lnTo>
                  <a:lnTo>
                    <a:pt x="30480" y="1270"/>
                  </a:lnTo>
                  <a:lnTo>
                    <a:pt x="31750" y="1270"/>
                  </a:lnTo>
                  <a:lnTo>
                    <a:pt x="31750" y="0"/>
                  </a:lnTo>
                  <a:close/>
                </a:path>
              </a:pathLst>
            </a:custGeom>
            <a:solidFill>
              <a:srgbClr val="BFBF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" name="object 634"/>
            <p:cNvSpPr/>
            <p:nvPr/>
          </p:nvSpPr>
          <p:spPr>
            <a:xfrm>
              <a:off x="6297929" y="4055110"/>
              <a:ext cx="17780" cy="704850"/>
            </a:xfrm>
            <a:custGeom>
              <a:avLst/>
              <a:gdLst/>
              <a:ahLst/>
              <a:cxnLst/>
              <a:rect l="l" t="t" r="r" b="b"/>
              <a:pathLst>
                <a:path w="17779" h="704850">
                  <a:moveTo>
                    <a:pt x="17780" y="0"/>
                  </a:moveTo>
                  <a:lnTo>
                    <a:pt x="7620" y="0"/>
                  </a:lnTo>
                  <a:lnTo>
                    <a:pt x="7620" y="1269"/>
                  </a:lnTo>
                  <a:lnTo>
                    <a:pt x="3810" y="1269"/>
                  </a:lnTo>
                  <a:lnTo>
                    <a:pt x="3810" y="2539"/>
                  </a:lnTo>
                  <a:lnTo>
                    <a:pt x="2540" y="2539"/>
                  </a:lnTo>
                  <a:lnTo>
                    <a:pt x="2540" y="3809"/>
                  </a:lnTo>
                  <a:lnTo>
                    <a:pt x="0" y="3809"/>
                  </a:lnTo>
                  <a:lnTo>
                    <a:pt x="0" y="5079"/>
                  </a:lnTo>
                  <a:lnTo>
                    <a:pt x="17780" y="5079"/>
                  </a:lnTo>
                  <a:lnTo>
                    <a:pt x="17780" y="0"/>
                  </a:lnTo>
                  <a:close/>
                </a:path>
                <a:path w="17779" h="704850">
                  <a:moveTo>
                    <a:pt x="1778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17780" y="11429"/>
                  </a:lnTo>
                  <a:lnTo>
                    <a:pt x="17780" y="5080"/>
                  </a:lnTo>
                  <a:close/>
                </a:path>
                <a:path w="17779" h="704850">
                  <a:moveTo>
                    <a:pt x="1778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17780" y="17779"/>
                  </a:lnTo>
                  <a:lnTo>
                    <a:pt x="17780" y="11430"/>
                  </a:lnTo>
                  <a:close/>
                </a:path>
                <a:path w="17779" h="704850">
                  <a:moveTo>
                    <a:pt x="1778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17780" y="24129"/>
                  </a:lnTo>
                  <a:lnTo>
                    <a:pt x="17780" y="17780"/>
                  </a:lnTo>
                  <a:close/>
                </a:path>
                <a:path w="17779" h="704850">
                  <a:moveTo>
                    <a:pt x="17780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17780" y="30479"/>
                  </a:lnTo>
                  <a:lnTo>
                    <a:pt x="17780" y="24130"/>
                  </a:lnTo>
                  <a:close/>
                </a:path>
                <a:path w="17779" h="704850">
                  <a:moveTo>
                    <a:pt x="17780" y="30480"/>
                  </a:moveTo>
                  <a:lnTo>
                    <a:pt x="0" y="30480"/>
                  </a:lnTo>
                  <a:lnTo>
                    <a:pt x="0" y="671829"/>
                  </a:lnTo>
                  <a:lnTo>
                    <a:pt x="17780" y="671829"/>
                  </a:lnTo>
                  <a:lnTo>
                    <a:pt x="17780" y="30480"/>
                  </a:lnTo>
                  <a:close/>
                </a:path>
                <a:path w="17779" h="704850">
                  <a:moveTo>
                    <a:pt x="17780" y="671830"/>
                  </a:moveTo>
                  <a:lnTo>
                    <a:pt x="0" y="671830"/>
                  </a:lnTo>
                  <a:lnTo>
                    <a:pt x="0" y="678179"/>
                  </a:lnTo>
                  <a:lnTo>
                    <a:pt x="17780" y="678179"/>
                  </a:lnTo>
                  <a:lnTo>
                    <a:pt x="17780" y="671830"/>
                  </a:lnTo>
                  <a:close/>
                </a:path>
                <a:path w="17779" h="704850">
                  <a:moveTo>
                    <a:pt x="17780" y="678180"/>
                  </a:moveTo>
                  <a:lnTo>
                    <a:pt x="0" y="678180"/>
                  </a:lnTo>
                  <a:lnTo>
                    <a:pt x="0" y="684529"/>
                  </a:lnTo>
                  <a:lnTo>
                    <a:pt x="17780" y="684529"/>
                  </a:lnTo>
                  <a:lnTo>
                    <a:pt x="17780" y="678180"/>
                  </a:lnTo>
                  <a:close/>
                </a:path>
                <a:path w="17779" h="704850">
                  <a:moveTo>
                    <a:pt x="17780" y="684530"/>
                  </a:moveTo>
                  <a:lnTo>
                    <a:pt x="0" y="684530"/>
                  </a:lnTo>
                  <a:lnTo>
                    <a:pt x="0" y="690879"/>
                  </a:lnTo>
                  <a:lnTo>
                    <a:pt x="17780" y="690879"/>
                  </a:lnTo>
                  <a:lnTo>
                    <a:pt x="17780" y="684530"/>
                  </a:lnTo>
                  <a:close/>
                </a:path>
                <a:path w="17779" h="704850">
                  <a:moveTo>
                    <a:pt x="17780" y="690880"/>
                  </a:moveTo>
                  <a:lnTo>
                    <a:pt x="0" y="690880"/>
                  </a:lnTo>
                  <a:lnTo>
                    <a:pt x="0" y="697229"/>
                  </a:lnTo>
                  <a:lnTo>
                    <a:pt x="17780" y="697229"/>
                  </a:lnTo>
                  <a:lnTo>
                    <a:pt x="17780" y="690880"/>
                  </a:lnTo>
                  <a:close/>
                </a:path>
                <a:path w="17779" h="704850">
                  <a:moveTo>
                    <a:pt x="17780" y="697230"/>
                  </a:moveTo>
                  <a:lnTo>
                    <a:pt x="0" y="697230"/>
                  </a:lnTo>
                  <a:lnTo>
                    <a:pt x="0" y="701039"/>
                  </a:lnTo>
                  <a:lnTo>
                    <a:pt x="3810" y="701039"/>
                  </a:lnTo>
                  <a:lnTo>
                    <a:pt x="3810" y="702309"/>
                  </a:lnTo>
                  <a:lnTo>
                    <a:pt x="5080" y="702309"/>
                  </a:lnTo>
                  <a:lnTo>
                    <a:pt x="5080" y="703579"/>
                  </a:lnTo>
                  <a:lnTo>
                    <a:pt x="17780" y="703579"/>
                  </a:lnTo>
                  <a:lnTo>
                    <a:pt x="17780" y="697230"/>
                  </a:lnTo>
                  <a:close/>
                </a:path>
                <a:path w="17779" h="704850">
                  <a:moveTo>
                    <a:pt x="17780" y="703580"/>
                  </a:moveTo>
                  <a:lnTo>
                    <a:pt x="7620" y="703580"/>
                  </a:lnTo>
                  <a:lnTo>
                    <a:pt x="7620" y="704850"/>
                  </a:lnTo>
                  <a:lnTo>
                    <a:pt x="17780" y="704850"/>
                  </a:lnTo>
                  <a:lnTo>
                    <a:pt x="17780" y="703580"/>
                  </a:lnTo>
                  <a:close/>
                </a:path>
              </a:pathLst>
            </a:custGeom>
            <a:solidFill>
              <a:srgbClr val="BEBE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5" name="object 635"/>
            <p:cNvSpPr/>
            <p:nvPr/>
          </p:nvSpPr>
          <p:spPr>
            <a:xfrm>
              <a:off x="6315710" y="4053852"/>
              <a:ext cx="16510" cy="706120"/>
            </a:xfrm>
            <a:custGeom>
              <a:avLst/>
              <a:gdLst/>
              <a:ahLst/>
              <a:cxnLst/>
              <a:rect l="l" t="t" r="r" b="b"/>
              <a:pathLst>
                <a:path w="16510" h="706120">
                  <a:moveTo>
                    <a:pt x="1651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16510" y="706107"/>
                  </a:lnTo>
                  <a:lnTo>
                    <a:pt x="16510" y="704850"/>
                  </a:lnTo>
                  <a:close/>
                </a:path>
                <a:path w="16510" h="706120">
                  <a:moveTo>
                    <a:pt x="1651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16510" y="704837"/>
                  </a:lnTo>
                  <a:lnTo>
                    <a:pt x="16510" y="698500"/>
                  </a:lnTo>
                  <a:close/>
                </a:path>
                <a:path w="16510" h="706120">
                  <a:moveTo>
                    <a:pt x="1651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16510" y="698487"/>
                  </a:lnTo>
                  <a:lnTo>
                    <a:pt x="16510" y="692150"/>
                  </a:lnTo>
                  <a:close/>
                </a:path>
                <a:path w="16510" h="706120">
                  <a:moveTo>
                    <a:pt x="1651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16510" y="692137"/>
                  </a:lnTo>
                  <a:lnTo>
                    <a:pt x="16510" y="685800"/>
                  </a:lnTo>
                  <a:close/>
                </a:path>
                <a:path w="16510" h="706120">
                  <a:moveTo>
                    <a:pt x="16510" y="679450"/>
                  </a:moveTo>
                  <a:lnTo>
                    <a:pt x="0" y="679450"/>
                  </a:lnTo>
                  <a:lnTo>
                    <a:pt x="0" y="685787"/>
                  </a:lnTo>
                  <a:lnTo>
                    <a:pt x="16510" y="685787"/>
                  </a:lnTo>
                  <a:lnTo>
                    <a:pt x="16510" y="679450"/>
                  </a:lnTo>
                  <a:close/>
                </a:path>
                <a:path w="16510" h="706120">
                  <a:moveTo>
                    <a:pt x="16510" y="673100"/>
                  </a:moveTo>
                  <a:lnTo>
                    <a:pt x="0" y="673100"/>
                  </a:lnTo>
                  <a:lnTo>
                    <a:pt x="0" y="679437"/>
                  </a:lnTo>
                  <a:lnTo>
                    <a:pt x="16510" y="679437"/>
                  </a:lnTo>
                  <a:lnTo>
                    <a:pt x="16510" y="673100"/>
                  </a:lnTo>
                  <a:close/>
                </a:path>
                <a:path w="16510" h="706120">
                  <a:moveTo>
                    <a:pt x="16510" y="31750"/>
                  </a:moveTo>
                  <a:lnTo>
                    <a:pt x="0" y="31750"/>
                  </a:lnTo>
                  <a:lnTo>
                    <a:pt x="0" y="673087"/>
                  </a:lnTo>
                  <a:lnTo>
                    <a:pt x="16510" y="673087"/>
                  </a:lnTo>
                  <a:lnTo>
                    <a:pt x="16510" y="31750"/>
                  </a:lnTo>
                  <a:close/>
                </a:path>
                <a:path w="16510" h="706120">
                  <a:moveTo>
                    <a:pt x="16510" y="25400"/>
                  </a:moveTo>
                  <a:lnTo>
                    <a:pt x="0" y="25400"/>
                  </a:lnTo>
                  <a:lnTo>
                    <a:pt x="0" y="31737"/>
                  </a:lnTo>
                  <a:lnTo>
                    <a:pt x="16510" y="31737"/>
                  </a:lnTo>
                  <a:lnTo>
                    <a:pt x="16510" y="25400"/>
                  </a:lnTo>
                  <a:close/>
                </a:path>
                <a:path w="16510" h="706120">
                  <a:moveTo>
                    <a:pt x="165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16510" y="25387"/>
                  </a:lnTo>
                  <a:lnTo>
                    <a:pt x="16510" y="19050"/>
                  </a:lnTo>
                  <a:close/>
                </a:path>
                <a:path w="16510" h="706120">
                  <a:moveTo>
                    <a:pt x="165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16510" y="19037"/>
                  </a:lnTo>
                  <a:lnTo>
                    <a:pt x="16510" y="12700"/>
                  </a:lnTo>
                  <a:close/>
                </a:path>
                <a:path w="16510" h="706120">
                  <a:moveTo>
                    <a:pt x="165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6510" y="12687"/>
                  </a:lnTo>
                  <a:lnTo>
                    <a:pt x="16510" y="6350"/>
                  </a:lnTo>
                  <a:close/>
                </a:path>
                <a:path w="16510" h="706120">
                  <a:moveTo>
                    <a:pt x="165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6510" y="6337"/>
                  </a:lnTo>
                  <a:lnTo>
                    <a:pt x="16510" y="0"/>
                  </a:lnTo>
                  <a:close/>
                </a:path>
              </a:pathLst>
            </a:custGeom>
            <a:solidFill>
              <a:srgbClr val="BDBD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" name="object 636"/>
            <p:cNvSpPr/>
            <p:nvPr/>
          </p:nvSpPr>
          <p:spPr>
            <a:xfrm>
              <a:off x="6332220" y="4053852"/>
              <a:ext cx="16510" cy="706120"/>
            </a:xfrm>
            <a:custGeom>
              <a:avLst/>
              <a:gdLst/>
              <a:ahLst/>
              <a:cxnLst/>
              <a:rect l="l" t="t" r="r" b="b"/>
              <a:pathLst>
                <a:path w="16510" h="706120">
                  <a:moveTo>
                    <a:pt x="1651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16510" y="706107"/>
                  </a:lnTo>
                  <a:lnTo>
                    <a:pt x="16510" y="704850"/>
                  </a:lnTo>
                  <a:close/>
                </a:path>
                <a:path w="16510" h="706120">
                  <a:moveTo>
                    <a:pt x="1651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16510" y="704837"/>
                  </a:lnTo>
                  <a:lnTo>
                    <a:pt x="16510" y="698500"/>
                  </a:lnTo>
                  <a:close/>
                </a:path>
                <a:path w="16510" h="706120">
                  <a:moveTo>
                    <a:pt x="1651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16510" y="698487"/>
                  </a:lnTo>
                  <a:lnTo>
                    <a:pt x="16510" y="692150"/>
                  </a:lnTo>
                  <a:close/>
                </a:path>
                <a:path w="16510" h="706120">
                  <a:moveTo>
                    <a:pt x="1651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16510" y="692137"/>
                  </a:lnTo>
                  <a:lnTo>
                    <a:pt x="16510" y="685800"/>
                  </a:lnTo>
                  <a:close/>
                </a:path>
                <a:path w="16510" h="706120">
                  <a:moveTo>
                    <a:pt x="16510" y="679450"/>
                  </a:moveTo>
                  <a:lnTo>
                    <a:pt x="0" y="679450"/>
                  </a:lnTo>
                  <a:lnTo>
                    <a:pt x="0" y="685787"/>
                  </a:lnTo>
                  <a:lnTo>
                    <a:pt x="16510" y="685787"/>
                  </a:lnTo>
                  <a:lnTo>
                    <a:pt x="16510" y="679450"/>
                  </a:lnTo>
                  <a:close/>
                </a:path>
                <a:path w="16510" h="706120">
                  <a:moveTo>
                    <a:pt x="16510" y="673100"/>
                  </a:moveTo>
                  <a:lnTo>
                    <a:pt x="0" y="673100"/>
                  </a:lnTo>
                  <a:lnTo>
                    <a:pt x="0" y="679437"/>
                  </a:lnTo>
                  <a:lnTo>
                    <a:pt x="16510" y="679437"/>
                  </a:lnTo>
                  <a:lnTo>
                    <a:pt x="16510" y="673100"/>
                  </a:lnTo>
                  <a:close/>
                </a:path>
                <a:path w="16510" h="706120">
                  <a:moveTo>
                    <a:pt x="16510" y="31750"/>
                  </a:moveTo>
                  <a:lnTo>
                    <a:pt x="0" y="31750"/>
                  </a:lnTo>
                  <a:lnTo>
                    <a:pt x="0" y="673087"/>
                  </a:lnTo>
                  <a:lnTo>
                    <a:pt x="16510" y="673087"/>
                  </a:lnTo>
                  <a:lnTo>
                    <a:pt x="16510" y="31750"/>
                  </a:lnTo>
                  <a:close/>
                </a:path>
                <a:path w="16510" h="706120">
                  <a:moveTo>
                    <a:pt x="16510" y="25400"/>
                  </a:moveTo>
                  <a:lnTo>
                    <a:pt x="0" y="25400"/>
                  </a:lnTo>
                  <a:lnTo>
                    <a:pt x="0" y="31737"/>
                  </a:lnTo>
                  <a:lnTo>
                    <a:pt x="16510" y="31737"/>
                  </a:lnTo>
                  <a:lnTo>
                    <a:pt x="16510" y="25400"/>
                  </a:lnTo>
                  <a:close/>
                </a:path>
                <a:path w="16510" h="706120">
                  <a:moveTo>
                    <a:pt x="165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16510" y="25387"/>
                  </a:lnTo>
                  <a:lnTo>
                    <a:pt x="16510" y="19050"/>
                  </a:lnTo>
                  <a:close/>
                </a:path>
                <a:path w="16510" h="706120">
                  <a:moveTo>
                    <a:pt x="165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16510" y="19037"/>
                  </a:lnTo>
                  <a:lnTo>
                    <a:pt x="16510" y="12700"/>
                  </a:lnTo>
                  <a:close/>
                </a:path>
                <a:path w="16510" h="706120">
                  <a:moveTo>
                    <a:pt x="165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6510" y="12687"/>
                  </a:lnTo>
                  <a:lnTo>
                    <a:pt x="16510" y="6350"/>
                  </a:lnTo>
                  <a:close/>
                </a:path>
                <a:path w="16510" h="706120">
                  <a:moveTo>
                    <a:pt x="165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6510" y="6337"/>
                  </a:lnTo>
                  <a:lnTo>
                    <a:pt x="16510" y="0"/>
                  </a:lnTo>
                  <a:close/>
                </a:path>
              </a:pathLst>
            </a:custGeom>
            <a:solidFill>
              <a:srgbClr val="BDBD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7" name="object 637"/>
            <p:cNvSpPr/>
            <p:nvPr/>
          </p:nvSpPr>
          <p:spPr>
            <a:xfrm>
              <a:off x="6348730" y="4053852"/>
              <a:ext cx="17780" cy="706120"/>
            </a:xfrm>
            <a:custGeom>
              <a:avLst/>
              <a:gdLst/>
              <a:ahLst/>
              <a:cxnLst/>
              <a:rect l="l" t="t" r="r" b="b"/>
              <a:pathLst>
                <a:path w="17779" h="706120">
                  <a:moveTo>
                    <a:pt x="1778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17780" y="706107"/>
                  </a:lnTo>
                  <a:lnTo>
                    <a:pt x="17780" y="704850"/>
                  </a:lnTo>
                  <a:close/>
                </a:path>
                <a:path w="17779" h="706120">
                  <a:moveTo>
                    <a:pt x="1778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17780" y="704837"/>
                  </a:lnTo>
                  <a:lnTo>
                    <a:pt x="17780" y="698500"/>
                  </a:lnTo>
                  <a:close/>
                </a:path>
                <a:path w="17779" h="706120">
                  <a:moveTo>
                    <a:pt x="1778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17780" y="698487"/>
                  </a:lnTo>
                  <a:lnTo>
                    <a:pt x="17780" y="692150"/>
                  </a:lnTo>
                  <a:close/>
                </a:path>
                <a:path w="17779" h="706120">
                  <a:moveTo>
                    <a:pt x="1778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17780" y="692137"/>
                  </a:lnTo>
                  <a:lnTo>
                    <a:pt x="17780" y="685800"/>
                  </a:lnTo>
                  <a:close/>
                </a:path>
                <a:path w="17779" h="706120">
                  <a:moveTo>
                    <a:pt x="17780" y="679450"/>
                  </a:moveTo>
                  <a:lnTo>
                    <a:pt x="0" y="679450"/>
                  </a:lnTo>
                  <a:lnTo>
                    <a:pt x="0" y="685787"/>
                  </a:lnTo>
                  <a:lnTo>
                    <a:pt x="17780" y="685787"/>
                  </a:lnTo>
                  <a:lnTo>
                    <a:pt x="17780" y="679450"/>
                  </a:lnTo>
                  <a:close/>
                </a:path>
                <a:path w="17779" h="706120">
                  <a:moveTo>
                    <a:pt x="17780" y="673100"/>
                  </a:moveTo>
                  <a:lnTo>
                    <a:pt x="0" y="673100"/>
                  </a:lnTo>
                  <a:lnTo>
                    <a:pt x="0" y="679437"/>
                  </a:lnTo>
                  <a:lnTo>
                    <a:pt x="17780" y="679437"/>
                  </a:lnTo>
                  <a:lnTo>
                    <a:pt x="17780" y="673100"/>
                  </a:lnTo>
                  <a:close/>
                </a:path>
                <a:path w="17779" h="706120">
                  <a:moveTo>
                    <a:pt x="17780" y="31750"/>
                  </a:moveTo>
                  <a:lnTo>
                    <a:pt x="0" y="31750"/>
                  </a:lnTo>
                  <a:lnTo>
                    <a:pt x="0" y="673087"/>
                  </a:lnTo>
                  <a:lnTo>
                    <a:pt x="17780" y="673087"/>
                  </a:lnTo>
                  <a:lnTo>
                    <a:pt x="17780" y="31750"/>
                  </a:lnTo>
                  <a:close/>
                </a:path>
                <a:path w="17779" h="706120">
                  <a:moveTo>
                    <a:pt x="17780" y="25400"/>
                  </a:moveTo>
                  <a:lnTo>
                    <a:pt x="0" y="25400"/>
                  </a:lnTo>
                  <a:lnTo>
                    <a:pt x="0" y="31737"/>
                  </a:lnTo>
                  <a:lnTo>
                    <a:pt x="17780" y="31737"/>
                  </a:lnTo>
                  <a:lnTo>
                    <a:pt x="17780" y="25400"/>
                  </a:lnTo>
                  <a:close/>
                </a:path>
                <a:path w="17779" h="706120">
                  <a:moveTo>
                    <a:pt x="1778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17780" y="25387"/>
                  </a:lnTo>
                  <a:lnTo>
                    <a:pt x="17780" y="19050"/>
                  </a:lnTo>
                  <a:close/>
                </a:path>
                <a:path w="17779" h="706120">
                  <a:moveTo>
                    <a:pt x="1778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17780" y="19037"/>
                  </a:lnTo>
                  <a:lnTo>
                    <a:pt x="17780" y="12700"/>
                  </a:lnTo>
                  <a:close/>
                </a:path>
                <a:path w="17779" h="706120">
                  <a:moveTo>
                    <a:pt x="1778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7780" y="12687"/>
                  </a:lnTo>
                  <a:lnTo>
                    <a:pt x="17780" y="6350"/>
                  </a:lnTo>
                  <a:close/>
                </a:path>
                <a:path w="17779" h="706120">
                  <a:moveTo>
                    <a:pt x="1778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7780" y="6337"/>
                  </a:lnTo>
                  <a:lnTo>
                    <a:pt x="17780" y="0"/>
                  </a:lnTo>
                  <a:close/>
                </a:path>
              </a:pathLst>
            </a:custGeom>
            <a:solidFill>
              <a:srgbClr val="BCBC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" name="object 638"/>
            <p:cNvSpPr/>
            <p:nvPr/>
          </p:nvSpPr>
          <p:spPr>
            <a:xfrm>
              <a:off x="6366510" y="4053852"/>
              <a:ext cx="16510" cy="706120"/>
            </a:xfrm>
            <a:custGeom>
              <a:avLst/>
              <a:gdLst/>
              <a:ahLst/>
              <a:cxnLst/>
              <a:rect l="l" t="t" r="r" b="b"/>
              <a:pathLst>
                <a:path w="16510" h="706120">
                  <a:moveTo>
                    <a:pt x="1651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16510" y="706107"/>
                  </a:lnTo>
                  <a:lnTo>
                    <a:pt x="16510" y="704850"/>
                  </a:lnTo>
                  <a:close/>
                </a:path>
                <a:path w="16510" h="706120">
                  <a:moveTo>
                    <a:pt x="1651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16510" y="704837"/>
                  </a:lnTo>
                  <a:lnTo>
                    <a:pt x="16510" y="698500"/>
                  </a:lnTo>
                  <a:close/>
                </a:path>
                <a:path w="16510" h="706120">
                  <a:moveTo>
                    <a:pt x="1651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16510" y="698487"/>
                  </a:lnTo>
                  <a:lnTo>
                    <a:pt x="16510" y="692150"/>
                  </a:lnTo>
                  <a:close/>
                </a:path>
                <a:path w="16510" h="706120">
                  <a:moveTo>
                    <a:pt x="1651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16510" y="692137"/>
                  </a:lnTo>
                  <a:lnTo>
                    <a:pt x="16510" y="685800"/>
                  </a:lnTo>
                  <a:close/>
                </a:path>
                <a:path w="16510" h="706120">
                  <a:moveTo>
                    <a:pt x="16510" y="679450"/>
                  </a:moveTo>
                  <a:lnTo>
                    <a:pt x="0" y="679450"/>
                  </a:lnTo>
                  <a:lnTo>
                    <a:pt x="0" y="685787"/>
                  </a:lnTo>
                  <a:lnTo>
                    <a:pt x="16510" y="685787"/>
                  </a:lnTo>
                  <a:lnTo>
                    <a:pt x="16510" y="679450"/>
                  </a:lnTo>
                  <a:close/>
                </a:path>
                <a:path w="16510" h="706120">
                  <a:moveTo>
                    <a:pt x="16510" y="673100"/>
                  </a:moveTo>
                  <a:lnTo>
                    <a:pt x="0" y="673100"/>
                  </a:lnTo>
                  <a:lnTo>
                    <a:pt x="0" y="679437"/>
                  </a:lnTo>
                  <a:lnTo>
                    <a:pt x="16510" y="679437"/>
                  </a:lnTo>
                  <a:lnTo>
                    <a:pt x="16510" y="673100"/>
                  </a:lnTo>
                  <a:close/>
                </a:path>
                <a:path w="16510" h="706120">
                  <a:moveTo>
                    <a:pt x="16510" y="31750"/>
                  </a:moveTo>
                  <a:lnTo>
                    <a:pt x="0" y="31750"/>
                  </a:lnTo>
                  <a:lnTo>
                    <a:pt x="0" y="673087"/>
                  </a:lnTo>
                  <a:lnTo>
                    <a:pt x="16510" y="673087"/>
                  </a:lnTo>
                  <a:lnTo>
                    <a:pt x="16510" y="31750"/>
                  </a:lnTo>
                  <a:close/>
                </a:path>
                <a:path w="16510" h="706120">
                  <a:moveTo>
                    <a:pt x="16510" y="25400"/>
                  </a:moveTo>
                  <a:lnTo>
                    <a:pt x="0" y="25400"/>
                  </a:lnTo>
                  <a:lnTo>
                    <a:pt x="0" y="31737"/>
                  </a:lnTo>
                  <a:lnTo>
                    <a:pt x="16510" y="31737"/>
                  </a:lnTo>
                  <a:lnTo>
                    <a:pt x="16510" y="25400"/>
                  </a:lnTo>
                  <a:close/>
                </a:path>
                <a:path w="16510" h="706120">
                  <a:moveTo>
                    <a:pt x="165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16510" y="25387"/>
                  </a:lnTo>
                  <a:lnTo>
                    <a:pt x="16510" y="19050"/>
                  </a:lnTo>
                  <a:close/>
                </a:path>
                <a:path w="16510" h="706120">
                  <a:moveTo>
                    <a:pt x="165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16510" y="19037"/>
                  </a:lnTo>
                  <a:lnTo>
                    <a:pt x="16510" y="12700"/>
                  </a:lnTo>
                  <a:close/>
                </a:path>
                <a:path w="16510" h="706120">
                  <a:moveTo>
                    <a:pt x="165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6510" y="12687"/>
                  </a:lnTo>
                  <a:lnTo>
                    <a:pt x="16510" y="6350"/>
                  </a:lnTo>
                  <a:close/>
                </a:path>
                <a:path w="16510" h="706120">
                  <a:moveTo>
                    <a:pt x="165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6510" y="6337"/>
                  </a:lnTo>
                  <a:lnTo>
                    <a:pt x="16510" y="0"/>
                  </a:lnTo>
                  <a:close/>
                </a:path>
              </a:pathLst>
            </a:custGeom>
            <a:solidFill>
              <a:srgbClr val="BBBB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" name="object 639"/>
            <p:cNvSpPr/>
            <p:nvPr/>
          </p:nvSpPr>
          <p:spPr>
            <a:xfrm>
              <a:off x="6383020" y="4053852"/>
              <a:ext cx="16510" cy="706120"/>
            </a:xfrm>
            <a:custGeom>
              <a:avLst/>
              <a:gdLst/>
              <a:ahLst/>
              <a:cxnLst/>
              <a:rect l="l" t="t" r="r" b="b"/>
              <a:pathLst>
                <a:path w="16510" h="706120">
                  <a:moveTo>
                    <a:pt x="1651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16510" y="706107"/>
                  </a:lnTo>
                  <a:lnTo>
                    <a:pt x="16510" y="704850"/>
                  </a:lnTo>
                  <a:close/>
                </a:path>
                <a:path w="16510" h="706120">
                  <a:moveTo>
                    <a:pt x="1651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16510" y="704837"/>
                  </a:lnTo>
                  <a:lnTo>
                    <a:pt x="16510" y="698500"/>
                  </a:lnTo>
                  <a:close/>
                </a:path>
                <a:path w="16510" h="706120">
                  <a:moveTo>
                    <a:pt x="1651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16510" y="698487"/>
                  </a:lnTo>
                  <a:lnTo>
                    <a:pt x="16510" y="692150"/>
                  </a:lnTo>
                  <a:close/>
                </a:path>
                <a:path w="16510" h="706120">
                  <a:moveTo>
                    <a:pt x="1651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16510" y="692137"/>
                  </a:lnTo>
                  <a:lnTo>
                    <a:pt x="16510" y="685800"/>
                  </a:lnTo>
                  <a:close/>
                </a:path>
                <a:path w="16510" h="706120">
                  <a:moveTo>
                    <a:pt x="16510" y="679450"/>
                  </a:moveTo>
                  <a:lnTo>
                    <a:pt x="0" y="679450"/>
                  </a:lnTo>
                  <a:lnTo>
                    <a:pt x="0" y="685787"/>
                  </a:lnTo>
                  <a:lnTo>
                    <a:pt x="16510" y="685787"/>
                  </a:lnTo>
                  <a:lnTo>
                    <a:pt x="16510" y="679450"/>
                  </a:lnTo>
                  <a:close/>
                </a:path>
                <a:path w="16510" h="706120">
                  <a:moveTo>
                    <a:pt x="16510" y="673100"/>
                  </a:moveTo>
                  <a:lnTo>
                    <a:pt x="0" y="673100"/>
                  </a:lnTo>
                  <a:lnTo>
                    <a:pt x="0" y="679437"/>
                  </a:lnTo>
                  <a:lnTo>
                    <a:pt x="16510" y="679437"/>
                  </a:lnTo>
                  <a:lnTo>
                    <a:pt x="16510" y="673100"/>
                  </a:lnTo>
                  <a:close/>
                </a:path>
                <a:path w="16510" h="706120">
                  <a:moveTo>
                    <a:pt x="16510" y="31750"/>
                  </a:moveTo>
                  <a:lnTo>
                    <a:pt x="0" y="31750"/>
                  </a:lnTo>
                  <a:lnTo>
                    <a:pt x="0" y="673087"/>
                  </a:lnTo>
                  <a:lnTo>
                    <a:pt x="16510" y="673087"/>
                  </a:lnTo>
                  <a:lnTo>
                    <a:pt x="16510" y="31750"/>
                  </a:lnTo>
                  <a:close/>
                </a:path>
                <a:path w="16510" h="706120">
                  <a:moveTo>
                    <a:pt x="16510" y="25400"/>
                  </a:moveTo>
                  <a:lnTo>
                    <a:pt x="0" y="25400"/>
                  </a:lnTo>
                  <a:lnTo>
                    <a:pt x="0" y="31737"/>
                  </a:lnTo>
                  <a:lnTo>
                    <a:pt x="16510" y="31737"/>
                  </a:lnTo>
                  <a:lnTo>
                    <a:pt x="16510" y="25400"/>
                  </a:lnTo>
                  <a:close/>
                </a:path>
                <a:path w="16510" h="706120">
                  <a:moveTo>
                    <a:pt x="165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16510" y="25387"/>
                  </a:lnTo>
                  <a:lnTo>
                    <a:pt x="16510" y="19050"/>
                  </a:lnTo>
                  <a:close/>
                </a:path>
                <a:path w="16510" h="706120">
                  <a:moveTo>
                    <a:pt x="165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16510" y="19037"/>
                  </a:lnTo>
                  <a:lnTo>
                    <a:pt x="16510" y="12700"/>
                  </a:lnTo>
                  <a:close/>
                </a:path>
                <a:path w="16510" h="706120">
                  <a:moveTo>
                    <a:pt x="165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6510" y="12687"/>
                  </a:lnTo>
                  <a:lnTo>
                    <a:pt x="16510" y="6350"/>
                  </a:lnTo>
                  <a:close/>
                </a:path>
                <a:path w="16510" h="706120">
                  <a:moveTo>
                    <a:pt x="165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6510" y="6337"/>
                  </a:lnTo>
                  <a:lnTo>
                    <a:pt x="16510" y="0"/>
                  </a:lnTo>
                  <a:close/>
                </a:path>
              </a:pathLst>
            </a:custGeom>
            <a:solidFill>
              <a:srgbClr val="BBBB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" name="object 640"/>
            <p:cNvSpPr/>
            <p:nvPr/>
          </p:nvSpPr>
          <p:spPr>
            <a:xfrm>
              <a:off x="6399530" y="4053852"/>
              <a:ext cx="17780" cy="706120"/>
            </a:xfrm>
            <a:custGeom>
              <a:avLst/>
              <a:gdLst/>
              <a:ahLst/>
              <a:cxnLst/>
              <a:rect l="l" t="t" r="r" b="b"/>
              <a:pathLst>
                <a:path w="17779" h="706120">
                  <a:moveTo>
                    <a:pt x="1778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17780" y="706107"/>
                  </a:lnTo>
                  <a:lnTo>
                    <a:pt x="17780" y="704850"/>
                  </a:lnTo>
                  <a:close/>
                </a:path>
                <a:path w="17779" h="706120">
                  <a:moveTo>
                    <a:pt x="1778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17780" y="704837"/>
                  </a:lnTo>
                  <a:lnTo>
                    <a:pt x="17780" y="698500"/>
                  </a:lnTo>
                  <a:close/>
                </a:path>
                <a:path w="17779" h="706120">
                  <a:moveTo>
                    <a:pt x="1778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17780" y="698487"/>
                  </a:lnTo>
                  <a:lnTo>
                    <a:pt x="17780" y="692150"/>
                  </a:lnTo>
                  <a:close/>
                </a:path>
                <a:path w="17779" h="706120">
                  <a:moveTo>
                    <a:pt x="1778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17780" y="692137"/>
                  </a:lnTo>
                  <a:lnTo>
                    <a:pt x="17780" y="685800"/>
                  </a:lnTo>
                  <a:close/>
                </a:path>
                <a:path w="17779" h="706120">
                  <a:moveTo>
                    <a:pt x="17780" y="679450"/>
                  </a:moveTo>
                  <a:lnTo>
                    <a:pt x="0" y="679450"/>
                  </a:lnTo>
                  <a:lnTo>
                    <a:pt x="0" y="685787"/>
                  </a:lnTo>
                  <a:lnTo>
                    <a:pt x="17780" y="685787"/>
                  </a:lnTo>
                  <a:lnTo>
                    <a:pt x="17780" y="679450"/>
                  </a:lnTo>
                  <a:close/>
                </a:path>
                <a:path w="17779" h="706120">
                  <a:moveTo>
                    <a:pt x="17780" y="673100"/>
                  </a:moveTo>
                  <a:lnTo>
                    <a:pt x="0" y="673100"/>
                  </a:lnTo>
                  <a:lnTo>
                    <a:pt x="0" y="679437"/>
                  </a:lnTo>
                  <a:lnTo>
                    <a:pt x="17780" y="679437"/>
                  </a:lnTo>
                  <a:lnTo>
                    <a:pt x="17780" y="673100"/>
                  </a:lnTo>
                  <a:close/>
                </a:path>
                <a:path w="17779" h="706120">
                  <a:moveTo>
                    <a:pt x="17780" y="31750"/>
                  </a:moveTo>
                  <a:lnTo>
                    <a:pt x="0" y="31750"/>
                  </a:lnTo>
                  <a:lnTo>
                    <a:pt x="0" y="673087"/>
                  </a:lnTo>
                  <a:lnTo>
                    <a:pt x="17780" y="673087"/>
                  </a:lnTo>
                  <a:lnTo>
                    <a:pt x="17780" y="31750"/>
                  </a:lnTo>
                  <a:close/>
                </a:path>
                <a:path w="17779" h="706120">
                  <a:moveTo>
                    <a:pt x="17780" y="25400"/>
                  </a:moveTo>
                  <a:lnTo>
                    <a:pt x="0" y="25400"/>
                  </a:lnTo>
                  <a:lnTo>
                    <a:pt x="0" y="31737"/>
                  </a:lnTo>
                  <a:lnTo>
                    <a:pt x="17780" y="31737"/>
                  </a:lnTo>
                  <a:lnTo>
                    <a:pt x="17780" y="25400"/>
                  </a:lnTo>
                  <a:close/>
                </a:path>
                <a:path w="17779" h="706120">
                  <a:moveTo>
                    <a:pt x="1778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17780" y="25387"/>
                  </a:lnTo>
                  <a:lnTo>
                    <a:pt x="17780" y="19050"/>
                  </a:lnTo>
                  <a:close/>
                </a:path>
                <a:path w="17779" h="706120">
                  <a:moveTo>
                    <a:pt x="1778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17780" y="19037"/>
                  </a:lnTo>
                  <a:lnTo>
                    <a:pt x="17780" y="12700"/>
                  </a:lnTo>
                  <a:close/>
                </a:path>
                <a:path w="17779" h="706120">
                  <a:moveTo>
                    <a:pt x="1778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7780" y="12687"/>
                  </a:lnTo>
                  <a:lnTo>
                    <a:pt x="17780" y="6350"/>
                  </a:lnTo>
                  <a:close/>
                </a:path>
                <a:path w="17779" h="706120">
                  <a:moveTo>
                    <a:pt x="1778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7780" y="6337"/>
                  </a:lnTo>
                  <a:lnTo>
                    <a:pt x="17780" y="0"/>
                  </a:lnTo>
                  <a:close/>
                </a:path>
              </a:pathLst>
            </a:custGeom>
            <a:solidFill>
              <a:srgbClr val="BABA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" name="object 641"/>
            <p:cNvSpPr/>
            <p:nvPr/>
          </p:nvSpPr>
          <p:spPr>
            <a:xfrm>
              <a:off x="6417310" y="4053852"/>
              <a:ext cx="16510" cy="706120"/>
            </a:xfrm>
            <a:custGeom>
              <a:avLst/>
              <a:gdLst/>
              <a:ahLst/>
              <a:cxnLst/>
              <a:rect l="l" t="t" r="r" b="b"/>
              <a:pathLst>
                <a:path w="16510" h="706120">
                  <a:moveTo>
                    <a:pt x="1651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16510" y="706107"/>
                  </a:lnTo>
                  <a:lnTo>
                    <a:pt x="16510" y="704850"/>
                  </a:lnTo>
                  <a:close/>
                </a:path>
                <a:path w="16510" h="706120">
                  <a:moveTo>
                    <a:pt x="1651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16510" y="704837"/>
                  </a:lnTo>
                  <a:lnTo>
                    <a:pt x="16510" y="698500"/>
                  </a:lnTo>
                  <a:close/>
                </a:path>
                <a:path w="16510" h="706120">
                  <a:moveTo>
                    <a:pt x="1651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16510" y="698487"/>
                  </a:lnTo>
                  <a:lnTo>
                    <a:pt x="16510" y="692150"/>
                  </a:lnTo>
                  <a:close/>
                </a:path>
                <a:path w="16510" h="706120">
                  <a:moveTo>
                    <a:pt x="1651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16510" y="692137"/>
                  </a:lnTo>
                  <a:lnTo>
                    <a:pt x="16510" y="685800"/>
                  </a:lnTo>
                  <a:close/>
                </a:path>
                <a:path w="16510" h="706120">
                  <a:moveTo>
                    <a:pt x="16510" y="679450"/>
                  </a:moveTo>
                  <a:lnTo>
                    <a:pt x="0" y="679450"/>
                  </a:lnTo>
                  <a:lnTo>
                    <a:pt x="0" y="685787"/>
                  </a:lnTo>
                  <a:lnTo>
                    <a:pt x="16510" y="685787"/>
                  </a:lnTo>
                  <a:lnTo>
                    <a:pt x="16510" y="679450"/>
                  </a:lnTo>
                  <a:close/>
                </a:path>
                <a:path w="16510" h="706120">
                  <a:moveTo>
                    <a:pt x="16510" y="673100"/>
                  </a:moveTo>
                  <a:lnTo>
                    <a:pt x="0" y="673100"/>
                  </a:lnTo>
                  <a:lnTo>
                    <a:pt x="0" y="679437"/>
                  </a:lnTo>
                  <a:lnTo>
                    <a:pt x="16510" y="679437"/>
                  </a:lnTo>
                  <a:lnTo>
                    <a:pt x="16510" y="673100"/>
                  </a:lnTo>
                  <a:close/>
                </a:path>
                <a:path w="16510" h="706120">
                  <a:moveTo>
                    <a:pt x="16510" y="31750"/>
                  </a:moveTo>
                  <a:lnTo>
                    <a:pt x="0" y="31750"/>
                  </a:lnTo>
                  <a:lnTo>
                    <a:pt x="0" y="673087"/>
                  </a:lnTo>
                  <a:lnTo>
                    <a:pt x="16510" y="673087"/>
                  </a:lnTo>
                  <a:lnTo>
                    <a:pt x="16510" y="31750"/>
                  </a:lnTo>
                  <a:close/>
                </a:path>
                <a:path w="16510" h="706120">
                  <a:moveTo>
                    <a:pt x="16510" y="25400"/>
                  </a:moveTo>
                  <a:lnTo>
                    <a:pt x="0" y="25400"/>
                  </a:lnTo>
                  <a:lnTo>
                    <a:pt x="0" y="31737"/>
                  </a:lnTo>
                  <a:lnTo>
                    <a:pt x="16510" y="31737"/>
                  </a:lnTo>
                  <a:lnTo>
                    <a:pt x="16510" y="25400"/>
                  </a:lnTo>
                  <a:close/>
                </a:path>
                <a:path w="16510" h="706120">
                  <a:moveTo>
                    <a:pt x="165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16510" y="25387"/>
                  </a:lnTo>
                  <a:lnTo>
                    <a:pt x="16510" y="19050"/>
                  </a:lnTo>
                  <a:close/>
                </a:path>
                <a:path w="16510" h="706120">
                  <a:moveTo>
                    <a:pt x="165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16510" y="19037"/>
                  </a:lnTo>
                  <a:lnTo>
                    <a:pt x="16510" y="12700"/>
                  </a:lnTo>
                  <a:close/>
                </a:path>
                <a:path w="16510" h="706120">
                  <a:moveTo>
                    <a:pt x="165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6510" y="12687"/>
                  </a:lnTo>
                  <a:lnTo>
                    <a:pt x="16510" y="6350"/>
                  </a:lnTo>
                  <a:close/>
                </a:path>
                <a:path w="16510" h="706120">
                  <a:moveTo>
                    <a:pt x="165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6510" y="6337"/>
                  </a:lnTo>
                  <a:lnTo>
                    <a:pt x="16510" y="0"/>
                  </a:lnTo>
                  <a:close/>
                </a:path>
              </a:pathLst>
            </a:custGeom>
            <a:solidFill>
              <a:srgbClr val="B9B9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" name="object 642"/>
            <p:cNvSpPr/>
            <p:nvPr/>
          </p:nvSpPr>
          <p:spPr>
            <a:xfrm>
              <a:off x="6433820" y="4053852"/>
              <a:ext cx="16510" cy="706120"/>
            </a:xfrm>
            <a:custGeom>
              <a:avLst/>
              <a:gdLst/>
              <a:ahLst/>
              <a:cxnLst/>
              <a:rect l="l" t="t" r="r" b="b"/>
              <a:pathLst>
                <a:path w="16510" h="706120">
                  <a:moveTo>
                    <a:pt x="1651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16510" y="706107"/>
                  </a:lnTo>
                  <a:lnTo>
                    <a:pt x="16510" y="704850"/>
                  </a:lnTo>
                  <a:close/>
                </a:path>
                <a:path w="16510" h="706120">
                  <a:moveTo>
                    <a:pt x="1651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16510" y="704837"/>
                  </a:lnTo>
                  <a:lnTo>
                    <a:pt x="16510" y="698500"/>
                  </a:lnTo>
                  <a:close/>
                </a:path>
                <a:path w="16510" h="706120">
                  <a:moveTo>
                    <a:pt x="1651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16510" y="698487"/>
                  </a:lnTo>
                  <a:lnTo>
                    <a:pt x="16510" y="692150"/>
                  </a:lnTo>
                  <a:close/>
                </a:path>
                <a:path w="16510" h="706120">
                  <a:moveTo>
                    <a:pt x="1651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16510" y="692137"/>
                  </a:lnTo>
                  <a:lnTo>
                    <a:pt x="16510" y="685800"/>
                  </a:lnTo>
                  <a:close/>
                </a:path>
                <a:path w="16510" h="706120">
                  <a:moveTo>
                    <a:pt x="16510" y="679450"/>
                  </a:moveTo>
                  <a:lnTo>
                    <a:pt x="0" y="679450"/>
                  </a:lnTo>
                  <a:lnTo>
                    <a:pt x="0" y="685787"/>
                  </a:lnTo>
                  <a:lnTo>
                    <a:pt x="16510" y="685787"/>
                  </a:lnTo>
                  <a:lnTo>
                    <a:pt x="16510" y="679450"/>
                  </a:lnTo>
                  <a:close/>
                </a:path>
                <a:path w="16510" h="706120">
                  <a:moveTo>
                    <a:pt x="16510" y="673100"/>
                  </a:moveTo>
                  <a:lnTo>
                    <a:pt x="0" y="673100"/>
                  </a:lnTo>
                  <a:lnTo>
                    <a:pt x="0" y="679437"/>
                  </a:lnTo>
                  <a:lnTo>
                    <a:pt x="16510" y="679437"/>
                  </a:lnTo>
                  <a:lnTo>
                    <a:pt x="16510" y="673100"/>
                  </a:lnTo>
                  <a:close/>
                </a:path>
                <a:path w="16510" h="706120">
                  <a:moveTo>
                    <a:pt x="16510" y="31750"/>
                  </a:moveTo>
                  <a:lnTo>
                    <a:pt x="0" y="31750"/>
                  </a:lnTo>
                  <a:lnTo>
                    <a:pt x="0" y="673087"/>
                  </a:lnTo>
                  <a:lnTo>
                    <a:pt x="16510" y="673087"/>
                  </a:lnTo>
                  <a:lnTo>
                    <a:pt x="16510" y="31750"/>
                  </a:lnTo>
                  <a:close/>
                </a:path>
                <a:path w="16510" h="706120">
                  <a:moveTo>
                    <a:pt x="16510" y="25400"/>
                  </a:moveTo>
                  <a:lnTo>
                    <a:pt x="0" y="25400"/>
                  </a:lnTo>
                  <a:lnTo>
                    <a:pt x="0" y="31737"/>
                  </a:lnTo>
                  <a:lnTo>
                    <a:pt x="16510" y="31737"/>
                  </a:lnTo>
                  <a:lnTo>
                    <a:pt x="16510" y="25400"/>
                  </a:lnTo>
                  <a:close/>
                </a:path>
                <a:path w="16510" h="706120">
                  <a:moveTo>
                    <a:pt x="165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16510" y="25387"/>
                  </a:lnTo>
                  <a:lnTo>
                    <a:pt x="16510" y="19050"/>
                  </a:lnTo>
                  <a:close/>
                </a:path>
                <a:path w="16510" h="706120">
                  <a:moveTo>
                    <a:pt x="165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16510" y="19037"/>
                  </a:lnTo>
                  <a:lnTo>
                    <a:pt x="16510" y="12700"/>
                  </a:lnTo>
                  <a:close/>
                </a:path>
                <a:path w="16510" h="706120">
                  <a:moveTo>
                    <a:pt x="165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6510" y="12687"/>
                  </a:lnTo>
                  <a:lnTo>
                    <a:pt x="16510" y="6350"/>
                  </a:lnTo>
                  <a:close/>
                </a:path>
                <a:path w="16510" h="706120">
                  <a:moveTo>
                    <a:pt x="165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6510" y="6337"/>
                  </a:lnTo>
                  <a:lnTo>
                    <a:pt x="16510" y="0"/>
                  </a:lnTo>
                  <a:close/>
                </a:path>
              </a:pathLst>
            </a:custGeom>
            <a:solidFill>
              <a:srgbClr val="B9B9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3" name="object 643"/>
            <p:cNvSpPr/>
            <p:nvPr/>
          </p:nvSpPr>
          <p:spPr>
            <a:xfrm>
              <a:off x="6450330" y="4053852"/>
              <a:ext cx="17780" cy="706120"/>
            </a:xfrm>
            <a:custGeom>
              <a:avLst/>
              <a:gdLst/>
              <a:ahLst/>
              <a:cxnLst/>
              <a:rect l="l" t="t" r="r" b="b"/>
              <a:pathLst>
                <a:path w="17779" h="706120">
                  <a:moveTo>
                    <a:pt x="1778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17780" y="706107"/>
                  </a:lnTo>
                  <a:lnTo>
                    <a:pt x="17780" y="704850"/>
                  </a:lnTo>
                  <a:close/>
                </a:path>
                <a:path w="17779" h="706120">
                  <a:moveTo>
                    <a:pt x="1778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17780" y="704837"/>
                  </a:lnTo>
                  <a:lnTo>
                    <a:pt x="17780" y="698500"/>
                  </a:lnTo>
                  <a:close/>
                </a:path>
                <a:path w="17779" h="706120">
                  <a:moveTo>
                    <a:pt x="1778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17780" y="698487"/>
                  </a:lnTo>
                  <a:lnTo>
                    <a:pt x="17780" y="692150"/>
                  </a:lnTo>
                  <a:close/>
                </a:path>
                <a:path w="17779" h="706120">
                  <a:moveTo>
                    <a:pt x="1778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17780" y="692137"/>
                  </a:lnTo>
                  <a:lnTo>
                    <a:pt x="17780" y="685800"/>
                  </a:lnTo>
                  <a:close/>
                </a:path>
                <a:path w="17779" h="706120">
                  <a:moveTo>
                    <a:pt x="17780" y="679450"/>
                  </a:moveTo>
                  <a:lnTo>
                    <a:pt x="0" y="679450"/>
                  </a:lnTo>
                  <a:lnTo>
                    <a:pt x="0" y="685787"/>
                  </a:lnTo>
                  <a:lnTo>
                    <a:pt x="17780" y="685787"/>
                  </a:lnTo>
                  <a:lnTo>
                    <a:pt x="17780" y="679450"/>
                  </a:lnTo>
                  <a:close/>
                </a:path>
                <a:path w="17779" h="706120">
                  <a:moveTo>
                    <a:pt x="17780" y="673100"/>
                  </a:moveTo>
                  <a:lnTo>
                    <a:pt x="0" y="673100"/>
                  </a:lnTo>
                  <a:lnTo>
                    <a:pt x="0" y="679437"/>
                  </a:lnTo>
                  <a:lnTo>
                    <a:pt x="17780" y="679437"/>
                  </a:lnTo>
                  <a:lnTo>
                    <a:pt x="17780" y="673100"/>
                  </a:lnTo>
                  <a:close/>
                </a:path>
                <a:path w="17779" h="706120">
                  <a:moveTo>
                    <a:pt x="17780" y="31750"/>
                  </a:moveTo>
                  <a:lnTo>
                    <a:pt x="0" y="31750"/>
                  </a:lnTo>
                  <a:lnTo>
                    <a:pt x="0" y="673087"/>
                  </a:lnTo>
                  <a:lnTo>
                    <a:pt x="17780" y="673087"/>
                  </a:lnTo>
                  <a:lnTo>
                    <a:pt x="17780" y="31750"/>
                  </a:lnTo>
                  <a:close/>
                </a:path>
                <a:path w="17779" h="706120">
                  <a:moveTo>
                    <a:pt x="17780" y="25400"/>
                  </a:moveTo>
                  <a:lnTo>
                    <a:pt x="0" y="25400"/>
                  </a:lnTo>
                  <a:lnTo>
                    <a:pt x="0" y="31737"/>
                  </a:lnTo>
                  <a:lnTo>
                    <a:pt x="17780" y="31737"/>
                  </a:lnTo>
                  <a:lnTo>
                    <a:pt x="17780" y="25400"/>
                  </a:lnTo>
                  <a:close/>
                </a:path>
                <a:path w="17779" h="706120">
                  <a:moveTo>
                    <a:pt x="1778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17780" y="25387"/>
                  </a:lnTo>
                  <a:lnTo>
                    <a:pt x="17780" y="19050"/>
                  </a:lnTo>
                  <a:close/>
                </a:path>
                <a:path w="17779" h="706120">
                  <a:moveTo>
                    <a:pt x="1778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17780" y="19037"/>
                  </a:lnTo>
                  <a:lnTo>
                    <a:pt x="17780" y="12700"/>
                  </a:lnTo>
                  <a:close/>
                </a:path>
                <a:path w="17779" h="706120">
                  <a:moveTo>
                    <a:pt x="1778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7780" y="12687"/>
                  </a:lnTo>
                  <a:lnTo>
                    <a:pt x="17780" y="6350"/>
                  </a:lnTo>
                  <a:close/>
                </a:path>
                <a:path w="17779" h="706120">
                  <a:moveTo>
                    <a:pt x="1778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7780" y="6337"/>
                  </a:lnTo>
                  <a:lnTo>
                    <a:pt x="17780" y="0"/>
                  </a:lnTo>
                  <a:close/>
                </a:path>
              </a:pathLst>
            </a:custGeom>
            <a:solidFill>
              <a:srgbClr val="B8B8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" name="object 644"/>
            <p:cNvSpPr/>
            <p:nvPr/>
          </p:nvSpPr>
          <p:spPr>
            <a:xfrm>
              <a:off x="6468110" y="4053852"/>
              <a:ext cx="16510" cy="706120"/>
            </a:xfrm>
            <a:custGeom>
              <a:avLst/>
              <a:gdLst/>
              <a:ahLst/>
              <a:cxnLst/>
              <a:rect l="l" t="t" r="r" b="b"/>
              <a:pathLst>
                <a:path w="16510" h="706120">
                  <a:moveTo>
                    <a:pt x="1651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16510" y="706107"/>
                  </a:lnTo>
                  <a:lnTo>
                    <a:pt x="16510" y="704850"/>
                  </a:lnTo>
                  <a:close/>
                </a:path>
                <a:path w="16510" h="706120">
                  <a:moveTo>
                    <a:pt x="1651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16510" y="704837"/>
                  </a:lnTo>
                  <a:lnTo>
                    <a:pt x="16510" y="698500"/>
                  </a:lnTo>
                  <a:close/>
                </a:path>
                <a:path w="16510" h="706120">
                  <a:moveTo>
                    <a:pt x="1651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16510" y="698487"/>
                  </a:lnTo>
                  <a:lnTo>
                    <a:pt x="16510" y="692150"/>
                  </a:lnTo>
                  <a:close/>
                </a:path>
                <a:path w="16510" h="706120">
                  <a:moveTo>
                    <a:pt x="1651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16510" y="692137"/>
                  </a:lnTo>
                  <a:lnTo>
                    <a:pt x="16510" y="685800"/>
                  </a:lnTo>
                  <a:close/>
                </a:path>
                <a:path w="16510" h="706120">
                  <a:moveTo>
                    <a:pt x="16510" y="679450"/>
                  </a:moveTo>
                  <a:lnTo>
                    <a:pt x="0" y="679450"/>
                  </a:lnTo>
                  <a:lnTo>
                    <a:pt x="0" y="685787"/>
                  </a:lnTo>
                  <a:lnTo>
                    <a:pt x="16510" y="685787"/>
                  </a:lnTo>
                  <a:lnTo>
                    <a:pt x="16510" y="679450"/>
                  </a:lnTo>
                  <a:close/>
                </a:path>
                <a:path w="16510" h="706120">
                  <a:moveTo>
                    <a:pt x="16510" y="673100"/>
                  </a:moveTo>
                  <a:lnTo>
                    <a:pt x="0" y="673100"/>
                  </a:lnTo>
                  <a:lnTo>
                    <a:pt x="0" y="679437"/>
                  </a:lnTo>
                  <a:lnTo>
                    <a:pt x="16510" y="679437"/>
                  </a:lnTo>
                  <a:lnTo>
                    <a:pt x="16510" y="673100"/>
                  </a:lnTo>
                  <a:close/>
                </a:path>
                <a:path w="16510" h="706120">
                  <a:moveTo>
                    <a:pt x="16510" y="31750"/>
                  </a:moveTo>
                  <a:lnTo>
                    <a:pt x="0" y="31750"/>
                  </a:lnTo>
                  <a:lnTo>
                    <a:pt x="0" y="673087"/>
                  </a:lnTo>
                  <a:lnTo>
                    <a:pt x="16510" y="673087"/>
                  </a:lnTo>
                  <a:lnTo>
                    <a:pt x="16510" y="31750"/>
                  </a:lnTo>
                  <a:close/>
                </a:path>
                <a:path w="16510" h="706120">
                  <a:moveTo>
                    <a:pt x="16510" y="25400"/>
                  </a:moveTo>
                  <a:lnTo>
                    <a:pt x="0" y="25400"/>
                  </a:lnTo>
                  <a:lnTo>
                    <a:pt x="0" y="31737"/>
                  </a:lnTo>
                  <a:lnTo>
                    <a:pt x="16510" y="31737"/>
                  </a:lnTo>
                  <a:lnTo>
                    <a:pt x="16510" y="25400"/>
                  </a:lnTo>
                  <a:close/>
                </a:path>
                <a:path w="16510" h="706120">
                  <a:moveTo>
                    <a:pt x="165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16510" y="25387"/>
                  </a:lnTo>
                  <a:lnTo>
                    <a:pt x="16510" y="19050"/>
                  </a:lnTo>
                  <a:close/>
                </a:path>
                <a:path w="16510" h="706120">
                  <a:moveTo>
                    <a:pt x="165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16510" y="19037"/>
                  </a:lnTo>
                  <a:lnTo>
                    <a:pt x="16510" y="12700"/>
                  </a:lnTo>
                  <a:close/>
                </a:path>
                <a:path w="16510" h="706120">
                  <a:moveTo>
                    <a:pt x="165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6510" y="12687"/>
                  </a:lnTo>
                  <a:lnTo>
                    <a:pt x="16510" y="6350"/>
                  </a:lnTo>
                  <a:close/>
                </a:path>
                <a:path w="16510" h="706120">
                  <a:moveTo>
                    <a:pt x="165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6510" y="6337"/>
                  </a:lnTo>
                  <a:lnTo>
                    <a:pt x="16510" y="0"/>
                  </a:lnTo>
                  <a:close/>
                </a:path>
              </a:pathLst>
            </a:custGeom>
            <a:solidFill>
              <a:srgbClr val="B7B7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" name="object 645"/>
            <p:cNvSpPr/>
            <p:nvPr/>
          </p:nvSpPr>
          <p:spPr>
            <a:xfrm>
              <a:off x="6484620" y="4053852"/>
              <a:ext cx="16510" cy="706120"/>
            </a:xfrm>
            <a:custGeom>
              <a:avLst/>
              <a:gdLst/>
              <a:ahLst/>
              <a:cxnLst/>
              <a:rect l="l" t="t" r="r" b="b"/>
              <a:pathLst>
                <a:path w="16510" h="706120">
                  <a:moveTo>
                    <a:pt x="1651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16510" y="706107"/>
                  </a:lnTo>
                  <a:lnTo>
                    <a:pt x="16510" y="704850"/>
                  </a:lnTo>
                  <a:close/>
                </a:path>
                <a:path w="16510" h="706120">
                  <a:moveTo>
                    <a:pt x="1651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16510" y="704837"/>
                  </a:lnTo>
                  <a:lnTo>
                    <a:pt x="16510" y="698500"/>
                  </a:lnTo>
                  <a:close/>
                </a:path>
                <a:path w="16510" h="706120">
                  <a:moveTo>
                    <a:pt x="1651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16510" y="698487"/>
                  </a:lnTo>
                  <a:lnTo>
                    <a:pt x="16510" y="692150"/>
                  </a:lnTo>
                  <a:close/>
                </a:path>
                <a:path w="16510" h="706120">
                  <a:moveTo>
                    <a:pt x="1651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16510" y="692137"/>
                  </a:lnTo>
                  <a:lnTo>
                    <a:pt x="16510" y="685800"/>
                  </a:lnTo>
                  <a:close/>
                </a:path>
                <a:path w="16510" h="706120">
                  <a:moveTo>
                    <a:pt x="16510" y="679450"/>
                  </a:moveTo>
                  <a:lnTo>
                    <a:pt x="0" y="679450"/>
                  </a:lnTo>
                  <a:lnTo>
                    <a:pt x="0" y="685787"/>
                  </a:lnTo>
                  <a:lnTo>
                    <a:pt x="16510" y="685787"/>
                  </a:lnTo>
                  <a:lnTo>
                    <a:pt x="16510" y="679450"/>
                  </a:lnTo>
                  <a:close/>
                </a:path>
                <a:path w="16510" h="706120">
                  <a:moveTo>
                    <a:pt x="16510" y="673100"/>
                  </a:moveTo>
                  <a:lnTo>
                    <a:pt x="0" y="673100"/>
                  </a:lnTo>
                  <a:lnTo>
                    <a:pt x="0" y="679437"/>
                  </a:lnTo>
                  <a:lnTo>
                    <a:pt x="16510" y="679437"/>
                  </a:lnTo>
                  <a:lnTo>
                    <a:pt x="16510" y="673100"/>
                  </a:lnTo>
                  <a:close/>
                </a:path>
                <a:path w="16510" h="706120">
                  <a:moveTo>
                    <a:pt x="16510" y="31750"/>
                  </a:moveTo>
                  <a:lnTo>
                    <a:pt x="0" y="31750"/>
                  </a:lnTo>
                  <a:lnTo>
                    <a:pt x="0" y="673087"/>
                  </a:lnTo>
                  <a:lnTo>
                    <a:pt x="16510" y="673087"/>
                  </a:lnTo>
                  <a:lnTo>
                    <a:pt x="16510" y="31750"/>
                  </a:lnTo>
                  <a:close/>
                </a:path>
                <a:path w="16510" h="706120">
                  <a:moveTo>
                    <a:pt x="16510" y="25400"/>
                  </a:moveTo>
                  <a:lnTo>
                    <a:pt x="0" y="25400"/>
                  </a:lnTo>
                  <a:lnTo>
                    <a:pt x="0" y="31737"/>
                  </a:lnTo>
                  <a:lnTo>
                    <a:pt x="16510" y="31737"/>
                  </a:lnTo>
                  <a:lnTo>
                    <a:pt x="16510" y="25400"/>
                  </a:lnTo>
                  <a:close/>
                </a:path>
                <a:path w="16510" h="706120">
                  <a:moveTo>
                    <a:pt x="165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16510" y="25387"/>
                  </a:lnTo>
                  <a:lnTo>
                    <a:pt x="16510" y="19050"/>
                  </a:lnTo>
                  <a:close/>
                </a:path>
                <a:path w="16510" h="706120">
                  <a:moveTo>
                    <a:pt x="165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16510" y="19037"/>
                  </a:lnTo>
                  <a:lnTo>
                    <a:pt x="16510" y="12700"/>
                  </a:lnTo>
                  <a:close/>
                </a:path>
                <a:path w="16510" h="706120">
                  <a:moveTo>
                    <a:pt x="165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6510" y="12687"/>
                  </a:lnTo>
                  <a:lnTo>
                    <a:pt x="16510" y="6350"/>
                  </a:lnTo>
                  <a:close/>
                </a:path>
                <a:path w="16510" h="706120">
                  <a:moveTo>
                    <a:pt x="165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6510" y="6337"/>
                  </a:lnTo>
                  <a:lnTo>
                    <a:pt x="16510" y="0"/>
                  </a:lnTo>
                  <a:close/>
                </a:path>
              </a:pathLst>
            </a:custGeom>
            <a:solidFill>
              <a:srgbClr val="B6B6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6" name="object 646"/>
            <p:cNvSpPr/>
            <p:nvPr/>
          </p:nvSpPr>
          <p:spPr>
            <a:xfrm>
              <a:off x="6501130" y="4053852"/>
              <a:ext cx="17780" cy="706120"/>
            </a:xfrm>
            <a:custGeom>
              <a:avLst/>
              <a:gdLst/>
              <a:ahLst/>
              <a:cxnLst/>
              <a:rect l="l" t="t" r="r" b="b"/>
              <a:pathLst>
                <a:path w="17779" h="706120">
                  <a:moveTo>
                    <a:pt x="17767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17767" y="706107"/>
                  </a:lnTo>
                  <a:lnTo>
                    <a:pt x="17767" y="704850"/>
                  </a:lnTo>
                  <a:close/>
                </a:path>
                <a:path w="17779" h="706120">
                  <a:moveTo>
                    <a:pt x="17767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17767" y="704837"/>
                  </a:lnTo>
                  <a:lnTo>
                    <a:pt x="17767" y="698500"/>
                  </a:lnTo>
                  <a:close/>
                </a:path>
                <a:path w="17779" h="706120">
                  <a:moveTo>
                    <a:pt x="17767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17767" y="698487"/>
                  </a:lnTo>
                  <a:lnTo>
                    <a:pt x="17767" y="692150"/>
                  </a:lnTo>
                  <a:close/>
                </a:path>
                <a:path w="17779" h="706120">
                  <a:moveTo>
                    <a:pt x="17767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17767" y="692137"/>
                  </a:lnTo>
                  <a:lnTo>
                    <a:pt x="17767" y="685800"/>
                  </a:lnTo>
                  <a:close/>
                </a:path>
                <a:path w="17779" h="706120">
                  <a:moveTo>
                    <a:pt x="17767" y="679450"/>
                  </a:moveTo>
                  <a:lnTo>
                    <a:pt x="0" y="679450"/>
                  </a:lnTo>
                  <a:lnTo>
                    <a:pt x="0" y="685787"/>
                  </a:lnTo>
                  <a:lnTo>
                    <a:pt x="17767" y="685787"/>
                  </a:lnTo>
                  <a:lnTo>
                    <a:pt x="17767" y="679450"/>
                  </a:lnTo>
                  <a:close/>
                </a:path>
                <a:path w="17779" h="706120">
                  <a:moveTo>
                    <a:pt x="17767" y="673100"/>
                  </a:moveTo>
                  <a:lnTo>
                    <a:pt x="0" y="673100"/>
                  </a:lnTo>
                  <a:lnTo>
                    <a:pt x="0" y="679437"/>
                  </a:lnTo>
                  <a:lnTo>
                    <a:pt x="17767" y="679437"/>
                  </a:lnTo>
                  <a:lnTo>
                    <a:pt x="17767" y="673100"/>
                  </a:lnTo>
                  <a:close/>
                </a:path>
                <a:path w="17779" h="706120">
                  <a:moveTo>
                    <a:pt x="17767" y="31750"/>
                  </a:moveTo>
                  <a:lnTo>
                    <a:pt x="0" y="31750"/>
                  </a:lnTo>
                  <a:lnTo>
                    <a:pt x="0" y="673087"/>
                  </a:lnTo>
                  <a:lnTo>
                    <a:pt x="17767" y="673087"/>
                  </a:lnTo>
                  <a:lnTo>
                    <a:pt x="17767" y="31750"/>
                  </a:lnTo>
                  <a:close/>
                </a:path>
                <a:path w="17779" h="706120">
                  <a:moveTo>
                    <a:pt x="17767" y="25400"/>
                  </a:moveTo>
                  <a:lnTo>
                    <a:pt x="0" y="25400"/>
                  </a:lnTo>
                  <a:lnTo>
                    <a:pt x="0" y="31737"/>
                  </a:lnTo>
                  <a:lnTo>
                    <a:pt x="17767" y="31737"/>
                  </a:lnTo>
                  <a:lnTo>
                    <a:pt x="17767" y="25400"/>
                  </a:lnTo>
                  <a:close/>
                </a:path>
                <a:path w="17779" h="706120">
                  <a:moveTo>
                    <a:pt x="17767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17767" y="25387"/>
                  </a:lnTo>
                  <a:lnTo>
                    <a:pt x="17767" y="19050"/>
                  </a:lnTo>
                  <a:close/>
                </a:path>
                <a:path w="17779" h="706120">
                  <a:moveTo>
                    <a:pt x="17767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17767" y="19037"/>
                  </a:lnTo>
                  <a:lnTo>
                    <a:pt x="17767" y="12700"/>
                  </a:lnTo>
                  <a:close/>
                </a:path>
                <a:path w="17779" h="706120">
                  <a:moveTo>
                    <a:pt x="17767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7767" y="12687"/>
                  </a:lnTo>
                  <a:lnTo>
                    <a:pt x="17767" y="6350"/>
                  </a:lnTo>
                  <a:close/>
                </a:path>
                <a:path w="17779" h="706120">
                  <a:moveTo>
                    <a:pt x="17767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7767" y="6337"/>
                  </a:lnTo>
                  <a:lnTo>
                    <a:pt x="17767" y="0"/>
                  </a:lnTo>
                  <a:close/>
                </a:path>
              </a:pathLst>
            </a:custGeom>
            <a:solidFill>
              <a:srgbClr val="B6B6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" name="object 647"/>
            <p:cNvSpPr/>
            <p:nvPr/>
          </p:nvSpPr>
          <p:spPr>
            <a:xfrm>
              <a:off x="6518897" y="4053852"/>
              <a:ext cx="17145" cy="706120"/>
            </a:xfrm>
            <a:custGeom>
              <a:avLst/>
              <a:gdLst/>
              <a:ahLst/>
              <a:cxnLst/>
              <a:rect l="l" t="t" r="r" b="b"/>
              <a:pathLst>
                <a:path w="17145" h="706120">
                  <a:moveTo>
                    <a:pt x="16522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16522" y="706107"/>
                  </a:lnTo>
                  <a:lnTo>
                    <a:pt x="16522" y="704850"/>
                  </a:lnTo>
                  <a:close/>
                </a:path>
                <a:path w="17145" h="706120">
                  <a:moveTo>
                    <a:pt x="16522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16522" y="704837"/>
                  </a:lnTo>
                  <a:lnTo>
                    <a:pt x="16522" y="698500"/>
                  </a:lnTo>
                  <a:close/>
                </a:path>
                <a:path w="17145" h="706120">
                  <a:moveTo>
                    <a:pt x="16522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16522" y="698487"/>
                  </a:lnTo>
                  <a:lnTo>
                    <a:pt x="16522" y="692150"/>
                  </a:lnTo>
                  <a:close/>
                </a:path>
                <a:path w="17145" h="706120">
                  <a:moveTo>
                    <a:pt x="16522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16522" y="692137"/>
                  </a:lnTo>
                  <a:lnTo>
                    <a:pt x="16522" y="685800"/>
                  </a:lnTo>
                  <a:close/>
                </a:path>
                <a:path w="17145" h="706120">
                  <a:moveTo>
                    <a:pt x="16522" y="679450"/>
                  </a:moveTo>
                  <a:lnTo>
                    <a:pt x="0" y="679450"/>
                  </a:lnTo>
                  <a:lnTo>
                    <a:pt x="0" y="685787"/>
                  </a:lnTo>
                  <a:lnTo>
                    <a:pt x="16522" y="685787"/>
                  </a:lnTo>
                  <a:lnTo>
                    <a:pt x="16522" y="679450"/>
                  </a:lnTo>
                  <a:close/>
                </a:path>
                <a:path w="17145" h="706120">
                  <a:moveTo>
                    <a:pt x="16522" y="673100"/>
                  </a:moveTo>
                  <a:lnTo>
                    <a:pt x="0" y="673100"/>
                  </a:lnTo>
                  <a:lnTo>
                    <a:pt x="0" y="679437"/>
                  </a:lnTo>
                  <a:lnTo>
                    <a:pt x="16522" y="679437"/>
                  </a:lnTo>
                  <a:lnTo>
                    <a:pt x="16522" y="673100"/>
                  </a:lnTo>
                  <a:close/>
                </a:path>
                <a:path w="17145" h="706120">
                  <a:moveTo>
                    <a:pt x="16522" y="31750"/>
                  </a:moveTo>
                  <a:lnTo>
                    <a:pt x="0" y="31750"/>
                  </a:lnTo>
                  <a:lnTo>
                    <a:pt x="0" y="673087"/>
                  </a:lnTo>
                  <a:lnTo>
                    <a:pt x="16522" y="673087"/>
                  </a:lnTo>
                  <a:lnTo>
                    <a:pt x="16522" y="31750"/>
                  </a:lnTo>
                  <a:close/>
                </a:path>
                <a:path w="17145" h="706120">
                  <a:moveTo>
                    <a:pt x="16522" y="25400"/>
                  </a:moveTo>
                  <a:lnTo>
                    <a:pt x="0" y="25400"/>
                  </a:lnTo>
                  <a:lnTo>
                    <a:pt x="0" y="31737"/>
                  </a:lnTo>
                  <a:lnTo>
                    <a:pt x="16522" y="31737"/>
                  </a:lnTo>
                  <a:lnTo>
                    <a:pt x="16522" y="25400"/>
                  </a:lnTo>
                  <a:close/>
                </a:path>
                <a:path w="17145" h="706120">
                  <a:moveTo>
                    <a:pt x="16522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16522" y="25387"/>
                  </a:lnTo>
                  <a:lnTo>
                    <a:pt x="16522" y="19050"/>
                  </a:lnTo>
                  <a:close/>
                </a:path>
                <a:path w="17145" h="706120">
                  <a:moveTo>
                    <a:pt x="16522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16522" y="19037"/>
                  </a:lnTo>
                  <a:lnTo>
                    <a:pt x="16522" y="12700"/>
                  </a:lnTo>
                  <a:close/>
                </a:path>
                <a:path w="17145" h="706120">
                  <a:moveTo>
                    <a:pt x="16522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6522" y="12687"/>
                  </a:lnTo>
                  <a:lnTo>
                    <a:pt x="16522" y="6350"/>
                  </a:lnTo>
                  <a:close/>
                </a:path>
                <a:path w="17145" h="706120">
                  <a:moveTo>
                    <a:pt x="16522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6522" y="6337"/>
                  </a:lnTo>
                  <a:lnTo>
                    <a:pt x="16522" y="0"/>
                  </a:lnTo>
                  <a:close/>
                </a:path>
              </a:pathLst>
            </a:custGeom>
            <a:solidFill>
              <a:srgbClr val="B5B5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" name="object 648"/>
            <p:cNvSpPr/>
            <p:nvPr/>
          </p:nvSpPr>
          <p:spPr>
            <a:xfrm>
              <a:off x="6535420" y="4053852"/>
              <a:ext cx="16510" cy="706120"/>
            </a:xfrm>
            <a:custGeom>
              <a:avLst/>
              <a:gdLst/>
              <a:ahLst/>
              <a:cxnLst/>
              <a:rect l="l" t="t" r="r" b="b"/>
              <a:pathLst>
                <a:path w="16509" h="706120">
                  <a:moveTo>
                    <a:pt x="1651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16510" y="706107"/>
                  </a:lnTo>
                  <a:lnTo>
                    <a:pt x="16510" y="704850"/>
                  </a:lnTo>
                  <a:close/>
                </a:path>
                <a:path w="16509" h="706120">
                  <a:moveTo>
                    <a:pt x="1651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16510" y="704837"/>
                  </a:lnTo>
                  <a:lnTo>
                    <a:pt x="16510" y="698500"/>
                  </a:lnTo>
                  <a:close/>
                </a:path>
                <a:path w="16509" h="706120">
                  <a:moveTo>
                    <a:pt x="1651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16510" y="698487"/>
                  </a:lnTo>
                  <a:lnTo>
                    <a:pt x="16510" y="692150"/>
                  </a:lnTo>
                  <a:close/>
                </a:path>
                <a:path w="16509" h="706120">
                  <a:moveTo>
                    <a:pt x="1651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16510" y="692137"/>
                  </a:lnTo>
                  <a:lnTo>
                    <a:pt x="16510" y="685800"/>
                  </a:lnTo>
                  <a:close/>
                </a:path>
                <a:path w="16509" h="706120">
                  <a:moveTo>
                    <a:pt x="16510" y="679450"/>
                  </a:moveTo>
                  <a:lnTo>
                    <a:pt x="0" y="679450"/>
                  </a:lnTo>
                  <a:lnTo>
                    <a:pt x="0" y="685787"/>
                  </a:lnTo>
                  <a:lnTo>
                    <a:pt x="16510" y="685787"/>
                  </a:lnTo>
                  <a:lnTo>
                    <a:pt x="16510" y="679450"/>
                  </a:lnTo>
                  <a:close/>
                </a:path>
                <a:path w="16509" h="706120">
                  <a:moveTo>
                    <a:pt x="16510" y="673100"/>
                  </a:moveTo>
                  <a:lnTo>
                    <a:pt x="0" y="673100"/>
                  </a:lnTo>
                  <a:lnTo>
                    <a:pt x="0" y="679437"/>
                  </a:lnTo>
                  <a:lnTo>
                    <a:pt x="16510" y="679437"/>
                  </a:lnTo>
                  <a:lnTo>
                    <a:pt x="16510" y="673100"/>
                  </a:lnTo>
                  <a:close/>
                </a:path>
                <a:path w="16509" h="706120">
                  <a:moveTo>
                    <a:pt x="16510" y="31750"/>
                  </a:moveTo>
                  <a:lnTo>
                    <a:pt x="0" y="31750"/>
                  </a:lnTo>
                  <a:lnTo>
                    <a:pt x="0" y="673087"/>
                  </a:lnTo>
                  <a:lnTo>
                    <a:pt x="16510" y="673087"/>
                  </a:lnTo>
                  <a:lnTo>
                    <a:pt x="16510" y="31750"/>
                  </a:lnTo>
                  <a:close/>
                </a:path>
                <a:path w="16509" h="706120">
                  <a:moveTo>
                    <a:pt x="16510" y="25400"/>
                  </a:moveTo>
                  <a:lnTo>
                    <a:pt x="0" y="25400"/>
                  </a:lnTo>
                  <a:lnTo>
                    <a:pt x="0" y="31737"/>
                  </a:lnTo>
                  <a:lnTo>
                    <a:pt x="16510" y="31737"/>
                  </a:lnTo>
                  <a:lnTo>
                    <a:pt x="16510" y="25400"/>
                  </a:lnTo>
                  <a:close/>
                </a:path>
                <a:path w="16509" h="706120">
                  <a:moveTo>
                    <a:pt x="165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16510" y="25387"/>
                  </a:lnTo>
                  <a:lnTo>
                    <a:pt x="16510" y="19050"/>
                  </a:lnTo>
                  <a:close/>
                </a:path>
                <a:path w="16509" h="706120">
                  <a:moveTo>
                    <a:pt x="165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16510" y="19037"/>
                  </a:lnTo>
                  <a:lnTo>
                    <a:pt x="16510" y="12700"/>
                  </a:lnTo>
                  <a:close/>
                </a:path>
                <a:path w="16509" h="706120">
                  <a:moveTo>
                    <a:pt x="165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6510" y="12687"/>
                  </a:lnTo>
                  <a:lnTo>
                    <a:pt x="16510" y="6350"/>
                  </a:lnTo>
                  <a:close/>
                </a:path>
                <a:path w="16509" h="706120">
                  <a:moveTo>
                    <a:pt x="165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6510" y="6337"/>
                  </a:lnTo>
                  <a:lnTo>
                    <a:pt x="16510" y="0"/>
                  </a:lnTo>
                  <a:close/>
                </a:path>
              </a:pathLst>
            </a:custGeom>
            <a:solidFill>
              <a:srgbClr val="B4B4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" name="object 649"/>
            <p:cNvSpPr/>
            <p:nvPr/>
          </p:nvSpPr>
          <p:spPr>
            <a:xfrm>
              <a:off x="6551930" y="4053852"/>
              <a:ext cx="17780" cy="706120"/>
            </a:xfrm>
            <a:custGeom>
              <a:avLst/>
              <a:gdLst/>
              <a:ahLst/>
              <a:cxnLst/>
              <a:rect l="l" t="t" r="r" b="b"/>
              <a:pathLst>
                <a:path w="17779" h="706120">
                  <a:moveTo>
                    <a:pt x="17767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17767" y="706107"/>
                  </a:lnTo>
                  <a:lnTo>
                    <a:pt x="17767" y="704850"/>
                  </a:lnTo>
                  <a:close/>
                </a:path>
                <a:path w="17779" h="706120">
                  <a:moveTo>
                    <a:pt x="17767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17767" y="704837"/>
                  </a:lnTo>
                  <a:lnTo>
                    <a:pt x="17767" y="698500"/>
                  </a:lnTo>
                  <a:close/>
                </a:path>
                <a:path w="17779" h="706120">
                  <a:moveTo>
                    <a:pt x="17767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17767" y="698487"/>
                  </a:lnTo>
                  <a:lnTo>
                    <a:pt x="17767" y="692150"/>
                  </a:lnTo>
                  <a:close/>
                </a:path>
                <a:path w="17779" h="706120">
                  <a:moveTo>
                    <a:pt x="17767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17767" y="692137"/>
                  </a:lnTo>
                  <a:lnTo>
                    <a:pt x="17767" y="685800"/>
                  </a:lnTo>
                  <a:close/>
                </a:path>
                <a:path w="17779" h="706120">
                  <a:moveTo>
                    <a:pt x="17767" y="679450"/>
                  </a:moveTo>
                  <a:lnTo>
                    <a:pt x="0" y="679450"/>
                  </a:lnTo>
                  <a:lnTo>
                    <a:pt x="0" y="685787"/>
                  </a:lnTo>
                  <a:lnTo>
                    <a:pt x="17767" y="685787"/>
                  </a:lnTo>
                  <a:lnTo>
                    <a:pt x="17767" y="679450"/>
                  </a:lnTo>
                  <a:close/>
                </a:path>
                <a:path w="17779" h="706120">
                  <a:moveTo>
                    <a:pt x="17767" y="673100"/>
                  </a:moveTo>
                  <a:lnTo>
                    <a:pt x="0" y="673100"/>
                  </a:lnTo>
                  <a:lnTo>
                    <a:pt x="0" y="679437"/>
                  </a:lnTo>
                  <a:lnTo>
                    <a:pt x="17767" y="679437"/>
                  </a:lnTo>
                  <a:lnTo>
                    <a:pt x="17767" y="673100"/>
                  </a:lnTo>
                  <a:close/>
                </a:path>
                <a:path w="17779" h="706120">
                  <a:moveTo>
                    <a:pt x="17767" y="31750"/>
                  </a:moveTo>
                  <a:lnTo>
                    <a:pt x="0" y="31750"/>
                  </a:lnTo>
                  <a:lnTo>
                    <a:pt x="0" y="673087"/>
                  </a:lnTo>
                  <a:lnTo>
                    <a:pt x="17767" y="673087"/>
                  </a:lnTo>
                  <a:lnTo>
                    <a:pt x="17767" y="31750"/>
                  </a:lnTo>
                  <a:close/>
                </a:path>
                <a:path w="17779" h="706120">
                  <a:moveTo>
                    <a:pt x="17767" y="25400"/>
                  </a:moveTo>
                  <a:lnTo>
                    <a:pt x="0" y="25400"/>
                  </a:lnTo>
                  <a:lnTo>
                    <a:pt x="0" y="31737"/>
                  </a:lnTo>
                  <a:lnTo>
                    <a:pt x="17767" y="31737"/>
                  </a:lnTo>
                  <a:lnTo>
                    <a:pt x="17767" y="25400"/>
                  </a:lnTo>
                  <a:close/>
                </a:path>
                <a:path w="17779" h="706120">
                  <a:moveTo>
                    <a:pt x="17767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17767" y="25387"/>
                  </a:lnTo>
                  <a:lnTo>
                    <a:pt x="17767" y="19050"/>
                  </a:lnTo>
                  <a:close/>
                </a:path>
                <a:path w="17779" h="706120">
                  <a:moveTo>
                    <a:pt x="17767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17767" y="19037"/>
                  </a:lnTo>
                  <a:lnTo>
                    <a:pt x="17767" y="12700"/>
                  </a:lnTo>
                  <a:close/>
                </a:path>
                <a:path w="17779" h="706120">
                  <a:moveTo>
                    <a:pt x="17767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7767" y="12687"/>
                  </a:lnTo>
                  <a:lnTo>
                    <a:pt x="17767" y="6350"/>
                  </a:lnTo>
                  <a:close/>
                </a:path>
                <a:path w="17779" h="706120">
                  <a:moveTo>
                    <a:pt x="17767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7767" y="6337"/>
                  </a:lnTo>
                  <a:lnTo>
                    <a:pt x="17767" y="0"/>
                  </a:lnTo>
                  <a:close/>
                </a:path>
              </a:pathLst>
            </a:custGeom>
            <a:solidFill>
              <a:srgbClr val="B4B4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0" name="object 650"/>
            <p:cNvSpPr/>
            <p:nvPr/>
          </p:nvSpPr>
          <p:spPr>
            <a:xfrm>
              <a:off x="6569697" y="4053852"/>
              <a:ext cx="17145" cy="706120"/>
            </a:xfrm>
            <a:custGeom>
              <a:avLst/>
              <a:gdLst/>
              <a:ahLst/>
              <a:cxnLst/>
              <a:rect l="l" t="t" r="r" b="b"/>
              <a:pathLst>
                <a:path w="17145" h="706120">
                  <a:moveTo>
                    <a:pt x="16522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16522" y="706107"/>
                  </a:lnTo>
                  <a:lnTo>
                    <a:pt x="16522" y="704850"/>
                  </a:lnTo>
                  <a:close/>
                </a:path>
                <a:path w="17145" h="706120">
                  <a:moveTo>
                    <a:pt x="16522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16522" y="704837"/>
                  </a:lnTo>
                  <a:lnTo>
                    <a:pt x="16522" y="698500"/>
                  </a:lnTo>
                  <a:close/>
                </a:path>
                <a:path w="17145" h="706120">
                  <a:moveTo>
                    <a:pt x="16522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16522" y="698487"/>
                  </a:lnTo>
                  <a:lnTo>
                    <a:pt x="16522" y="692150"/>
                  </a:lnTo>
                  <a:close/>
                </a:path>
                <a:path w="17145" h="706120">
                  <a:moveTo>
                    <a:pt x="16522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16522" y="692137"/>
                  </a:lnTo>
                  <a:lnTo>
                    <a:pt x="16522" y="685800"/>
                  </a:lnTo>
                  <a:close/>
                </a:path>
                <a:path w="17145" h="706120">
                  <a:moveTo>
                    <a:pt x="16522" y="679450"/>
                  </a:moveTo>
                  <a:lnTo>
                    <a:pt x="0" y="679450"/>
                  </a:lnTo>
                  <a:lnTo>
                    <a:pt x="0" y="685787"/>
                  </a:lnTo>
                  <a:lnTo>
                    <a:pt x="16522" y="685787"/>
                  </a:lnTo>
                  <a:lnTo>
                    <a:pt x="16522" y="679450"/>
                  </a:lnTo>
                  <a:close/>
                </a:path>
                <a:path w="17145" h="706120">
                  <a:moveTo>
                    <a:pt x="16522" y="673100"/>
                  </a:moveTo>
                  <a:lnTo>
                    <a:pt x="0" y="673100"/>
                  </a:lnTo>
                  <a:lnTo>
                    <a:pt x="0" y="679437"/>
                  </a:lnTo>
                  <a:lnTo>
                    <a:pt x="16522" y="679437"/>
                  </a:lnTo>
                  <a:lnTo>
                    <a:pt x="16522" y="673100"/>
                  </a:lnTo>
                  <a:close/>
                </a:path>
                <a:path w="17145" h="706120">
                  <a:moveTo>
                    <a:pt x="16522" y="31750"/>
                  </a:moveTo>
                  <a:lnTo>
                    <a:pt x="0" y="31750"/>
                  </a:lnTo>
                  <a:lnTo>
                    <a:pt x="0" y="673087"/>
                  </a:lnTo>
                  <a:lnTo>
                    <a:pt x="16522" y="673087"/>
                  </a:lnTo>
                  <a:lnTo>
                    <a:pt x="16522" y="31750"/>
                  </a:lnTo>
                  <a:close/>
                </a:path>
                <a:path w="17145" h="706120">
                  <a:moveTo>
                    <a:pt x="16522" y="25400"/>
                  </a:moveTo>
                  <a:lnTo>
                    <a:pt x="0" y="25400"/>
                  </a:lnTo>
                  <a:lnTo>
                    <a:pt x="0" y="31737"/>
                  </a:lnTo>
                  <a:lnTo>
                    <a:pt x="16522" y="31737"/>
                  </a:lnTo>
                  <a:lnTo>
                    <a:pt x="16522" y="25400"/>
                  </a:lnTo>
                  <a:close/>
                </a:path>
                <a:path w="17145" h="706120">
                  <a:moveTo>
                    <a:pt x="16522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16522" y="25387"/>
                  </a:lnTo>
                  <a:lnTo>
                    <a:pt x="16522" y="19050"/>
                  </a:lnTo>
                  <a:close/>
                </a:path>
                <a:path w="17145" h="706120">
                  <a:moveTo>
                    <a:pt x="16522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16522" y="19037"/>
                  </a:lnTo>
                  <a:lnTo>
                    <a:pt x="16522" y="12700"/>
                  </a:lnTo>
                  <a:close/>
                </a:path>
                <a:path w="17145" h="706120">
                  <a:moveTo>
                    <a:pt x="16522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6522" y="12687"/>
                  </a:lnTo>
                  <a:lnTo>
                    <a:pt x="16522" y="6350"/>
                  </a:lnTo>
                  <a:close/>
                </a:path>
                <a:path w="17145" h="706120">
                  <a:moveTo>
                    <a:pt x="16522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6522" y="6337"/>
                  </a:lnTo>
                  <a:lnTo>
                    <a:pt x="16522" y="0"/>
                  </a:lnTo>
                  <a:close/>
                </a:path>
              </a:pathLst>
            </a:custGeom>
            <a:solidFill>
              <a:srgbClr val="B3B3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1" name="object 651"/>
            <p:cNvSpPr/>
            <p:nvPr/>
          </p:nvSpPr>
          <p:spPr>
            <a:xfrm>
              <a:off x="6586220" y="4053852"/>
              <a:ext cx="16510" cy="706120"/>
            </a:xfrm>
            <a:custGeom>
              <a:avLst/>
              <a:gdLst/>
              <a:ahLst/>
              <a:cxnLst/>
              <a:rect l="l" t="t" r="r" b="b"/>
              <a:pathLst>
                <a:path w="16509" h="706120">
                  <a:moveTo>
                    <a:pt x="1651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16510" y="706107"/>
                  </a:lnTo>
                  <a:lnTo>
                    <a:pt x="16510" y="704850"/>
                  </a:lnTo>
                  <a:close/>
                </a:path>
                <a:path w="16509" h="706120">
                  <a:moveTo>
                    <a:pt x="1651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16510" y="704837"/>
                  </a:lnTo>
                  <a:lnTo>
                    <a:pt x="16510" y="698500"/>
                  </a:lnTo>
                  <a:close/>
                </a:path>
                <a:path w="16509" h="706120">
                  <a:moveTo>
                    <a:pt x="1651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16510" y="698487"/>
                  </a:lnTo>
                  <a:lnTo>
                    <a:pt x="16510" y="692150"/>
                  </a:lnTo>
                  <a:close/>
                </a:path>
                <a:path w="16509" h="706120">
                  <a:moveTo>
                    <a:pt x="1651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16510" y="692137"/>
                  </a:lnTo>
                  <a:lnTo>
                    <a:pt x="16510" y="685800"/>
                  </a:lnTo>
                  <a:close/>
                </a:path>
                <a:path w="16509" h="706120">
                  <a:moveTo>
                    <a:pt x="16510" y="679450"/>
                  </a:moveTo>
                  <a:lnTo>
                    <a:pt x="0" y="679450"/>
                  </a:lnTo>
                  <a:lnTo>
                    <a:pt x="0" y="685787"/>
                  </a:lnTo>
                  <a:lnTo>
                    <a:pt x="16510" y="685787"/>
                  </a:lnTo>
                  <a:lnTo>
                    <a:pt x="16510" y="679450"/>
                  </a:lnTo>
                  <a:close/>
                </a:path>
                <a:path w="16509" h="706120">
                  <a:moveTo>
                    <a:pt x="16510" y="673100"/>
                  </a:moveTo>
                  <a:lnTo>
                    <a:pt x="0" y="673100"/>
                  </a:lnTo>
                  <a:lnTo>
                    <a:pt x="0" y="679437"/>
                  </a:lnTo>
                  <a:lnTo>
                    <a:pt x="16510" y="679437"/>
                  </a:lnTo>
                  <a:lnTo>
                    <a:pt x="16510" y="673100"/>
                  </a:lnTo>
                  <a:close/>
                </a:path>
                <a:path w="16509" h="706120">
                  <a:moveTo>
                    <a:pt x="16510" y="31750"/>
                  </a:moveTo>
                  <a:lnTo>
                    <a:pt x="0" y="31750"/>
                  </a:lnTo>
                  <a:lnTo>
                    <a:pt x="0" y="673087"/>
                  </a:lnTo>
                  <a:lnTo>
                    <a:pt x="16510" y="673087"/>
                  </a:lnTo>
                  <a:lnTo>
                    <a:pt x="16510" y="31750"/>
                  </a:lnTo>
                  <a:close/>
                </a:path>
                <a:path w="16509" h="706120">
                  <a:moveTo>
                    <a:pt x="16510" y="25400"/>
                  </a:moveTo>
                  <a:lnTo>
                    <a:pt x="0" y="25400"/>
                  </a:lnTo>
                  <a:lnTo>
                    <a:pt x="0" y="31737"/>
                  </a:lnTo>
                  <a:lnTo>
                    <a:pt x="16510" y="31737"/>
                  </a:lnTo>
                  <a:lnTo>
                    <a:pt x="16510" y="25400"/>
                  </a:lnTo>
                  <a:close/>
                </a:path>
                <a:path w="16509" h="706120">
                  <a:moveTo>
                    <a:pt x="165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16510" y="25387"/>
                  </a:lnTo>
                  <a:lnTo>
                    <a:pt x="16510" y="19050"/>
                  </a:lnTo>
                  <a:close/>
                </a:path>
                <a:path w="16509" h="706120">
                  <a:moveTo>
                    <a:pt x="165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16510" y="19037"/>
                  </a:lnTo>
                  <a:lnTo>
                    <a:pt x="16510" y="12700"/>
                  </a:lnTo>
                  <a:close/>
                </a:path>
                <a:path w="16509" h="706120">
                  <a:moveTo>
                    <a:pt x="165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6510" y="12687"/>
                  </a:lnTo>
                  <a:lnTo>
                    <a:pt x="16510" y="6350"/>
                  </a:lnTo>
                  <a:close/>
                </a:path>
                <a:path w="16509" h="706120">
                  <a:moveTo>
                    <a:pt x="165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6510" y="6337"/>
                  </a:lnTo>
                  <a:lnTo>
                    <a:pt x="16510" y="0"/>
                  </a:lnTo>
                  <a:close/>
                </a:path>
              </a:pathLst>
            </a:custGeom>
            <a:solidFill>
              <a:srgbClr val="B2B2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2" name="object 652"/>
            <p:cNvSpPr/>
            <p:nvPr/>
          </p:nvSpPr>
          <p:spPr>
            <a:xfrm>
              <a:off x="6602730" y="4053852"/>
              <a:ext cx="17780" cy="706120"/>
            </a:xfrm>
            <a:custGeom>
              <a:avLst/>
              <a:gdLst/>
              <a:ahLst/>
              <a:cxnLst/>
              <a:rect l="l" t="t" r="r" b="b"/>
              <a:pathLst>
                <a:path w="17779" h="706120">
                  <a:moveTo>
                    <a:pt x="17767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17767" y="706107"/>
                  </a:lnTo>
                  <a:lnTo>
                    <a:pt x="17767" y="704850"/>
                  </a:lnTo>
                  <a:close/>
                </a:path>
                <a:path w="17779" h="706120">
                  <a:moveTo>
                    <a:pt x="17767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17767" y="704837"/>
                  </a:lnTo>
                  <a:lnTo>
                    <a:pt x="17767" y="698500"/>
                  </a:lnTo>
                  <a:close/>
                </a:path>
                <a:path w="17779" h="706120">
                  <a:moveTo>
                    <a:pt x="17767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17767" y="698487"/>
                  </a:lnTo>
                  <a:lnTo>
                    <a:pt x="17767" y="692150"/>
                  </a:lnTo>
                  <a:close/>
                </a:path>
                <a:path w="17779" h="706120">
                  <a:moveTo>
                    <a:pt x="17767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17767" y="692137"/>
                  </a:lnTo>
                  <a:lnTo>
                    <a:pt x="17767" y="685800"/>
                  </a:lnTo>
                  <a:close/>
                </a:path>
                <a:path w="17779" h="706120">
                  <a:moveTo>
                    <a:pt x="17767" y="679450"/>
                  </a:moveTo>
                  <a:lnTo>
                    <a:pt x="0" y="679450"/>
                  </a:lnTo>
                  <a:lnTo>
                    <a:pt x="0" y="685787"/>
                  </a:lnTo>
                  <a:lnTo>
                    <a:pt x="17767" y="685787"/>
                  </a:lnTo>
                  <a:lnTo>
                    <a:pt x="17767" y="679450"/>
                  </a:lnTo>
                  <a:close/>
                </a:path>
                <a:path w="17779" h="706120">
                  <a:moveTo>
                    <a:pt x="17767" y="673100"/>
                  </a:moveTo>
                  <a:lnTo>
                    <a:pt x="0" y="673100"/>
                  </a:lnTo>
                  <a:lnTo>
                    <a:pt x="0" y="679437"/>
                  </a:lnTo>
                  <a:lnTo>
                    <a:pt x="17767" y="679437"/>
                  </a:lnTo>
                  <a:lnTo>
                    <a:pt x="17767" y="673100"/>
                  </a:lnTo>
                  <a:close/>
                </a:path>
                <a:path w="17779" h="706120">
                  <a:moveTo>
                    <a:pt x="17767" y="31750"/>
                  </a:moveTo>
                  <a:lnTo>
                    <a:pt x="0" y="31750"/>
                  </a:lnTo>
                  <a:lnTo>
                    <a:pt x="0" y="673087"/>
                  </a:lnTo>
                  <a:lnTo>
                    <a:pt x="17767" y="673087"/>
                  </a:lnTo>
                  <a:lnTo>
                    <a:pt x="17767" y="31750"/>
                  </a:lnTo>
                  <a:close/>
                </a:path>
                <a:path w="17779" h="706120">
                  <a:moveTo>
                    <a:pt x="17767" y="25400"/>
                  </a:moveTo>
                  <a:lnTo>
                    <a:pt x="0" y="25400"/>
                  </a:lnTo>
                  <a:lnTo>
                    <a:pt x="0" y="31737"/>
                  </a:lnTo>
                  <a:lnTo>
                    <a:pt x="17767" y="31737"/>
                  </a:lnTo>
                  <a:lnTo>
                    <a:pt x="17767" y="25400"/>
                  </a:lnTo>
                  <a:close/>
                </a:path>
                <a:path w="17779" h="706120">
                  <a:moveTo>
                    <a:pt x="17767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17767" y="25387"/>
                  </a:lnTo>
                  <a:lnTo>
                    <a:pt x="17767" y="19050"/>
                  </a:lnTo>
                  <a:close/>
                </a:path>
                <a:path w="17779" h="706120">
                  <a:moveTo>
                    <a:pt x="17767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17767" y="19037"/>
                  </a:lnTo>
                  <a:lnTo>
                    <a:pt x="17767" y="12700"/>
                  </a:lnTo>
                  <a:close/>
                </a:path>
                <a:path w="17779" h="706120">
                  <a:moveTo>
                    <a:pt x="17767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7767" y="12687"/>
                  </a:lnTo>
                  <a:lnTo>
                    <a:pt x="17767" y="6350"/>
                  </a:lnTo>
                  <a:close/>
                </a:path>
                <a:path w="17779" h="706120">
                  <a:moveTo>
                    <a:pt x="17767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7767" y="6337"/>
                  </a:lnTo>
                  <a:lnTo>
                    <a:pt x="17767" y="0"/>
                  </a:lnTo>
                  <a:close/>
                </a:path>
              </a:pathLst>
            </a:custGeom>
            <a:solidFill>
              <a:srgbClr val="B2B2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" name="object 653"/>
            <p:cNvSpPr/>
            <p:nvPr/>
          </p:nvSpPr>
          <p:spPr>
            <a:xfrm>
              <a:off x="6620497" y="4053852"/>
              <a:ext cx="17145" cy="706120"/>
            </a:xfrm>
            <a:custGeom>
              <a:avLst/>
              <a:gdLst/>
              <a:ahLst/>
              <a:cxnLst/>
              <a:rect l="l" t="t" r="r" b="b"/>
              <a:pathLst>
                <a:path w="17145" h="706120">
                  <a:moveTo>
                    <a:pt x="16522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16522" y="706107"/>
                  </a:lnTo>
                  <a:lnTo>
                    <a:pt x="16522" y="704850"/>
                  </a:lnTo>
                  <a:close/>
                </a:path>
                <a:path w="17145" h="706120">
                  <a:moveTo>
                    <a:pt x="16522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16522" y="704837"/>
                  </a:lnTo>
                  <a:lnTo>
                    <a:pt x="16522" y="698500"/>
                  </a:lnTo>
                  <a:close/>
                </a:path>
                <a:path w="17145" h="706120">
                  <a:moveTo>
                    <a:pt x="16522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16522" y="698487"/>
                  </a:lnTo>
                  <a:lnTo>
                    <a:pt x="16522" y="692150"/>
                  </a:lnTo>
                  <a:close/>
                </a:path>
                <a:path w="17145" h="706120">
                  <a:moveTo>
                    <a:pt x="16522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16522" y="692137"/>
                  </a:lnTo>
                  <a:lnTo>
                    <a:pt x="16522" y="685800"/>
                  </a:lnTo>
                  <a:close/>
                </a:path>
                <a:path w="17145" h="706120">
                  <a:moveTo>
                    <a:pt x="16522" y="679450"/>
                  </a:moveTo>
                  <a:lnTo>
                    <a:pt x="0" y="679450"/>
                  </a:lnTo>
                  <a:lnTo>
                    <a:pt x="0" y="685787"/>
                  </a:lnTo>
                  <a:lnTo>
                    <a:pt x="16522" y="685787"/>
                  </a:lnTo>
                  <a:lnTo>
                    <a:pt x="16522" y="679450"/>
                  </a:lnTo>
                  <a:close/>
                </a:path>
                <a:path w="17145" h="706120">
                  <a:moveTo>
                    <a:pt x="16522" y="673100"/>
                  </a:moveTo>
                  <a:lnTo>
                    <a:pt x="0" y="673100"/>
                  </a:lnTo>
                  <a:lnTo>
                    <a:pt x="0" y="679437"/>
                  </a:lnTo>
                  <a:lnTo>
                    <a:pt x="16522" y="679437"/>
                  </a:lnTo>
                  <a:lnTo>
                    <a:pt x="16522" y="673100"/>
                  </a:lnTo>
                  <a:close/>
                </a:path>
                <a:path w="17145" h="706120">
                  <a:moveTo>
                    <a:pt x="16522" y="31750"/>
                  </a:moveTo>
                  <a:lnTo>
                    <a:pt x="0" y="31750"/>
                  </a:lnTo>
                  <a:lnTo>
                    <a:pt x="0" y="673087"/>
                  </a:lnTo>
                  <a:lnTo>
                    <a:pt x="16522" y="673087"/>
                  </a:lnTo>
                  <a:lnTo>
                    <a:pt x="16522" y="31750"/>
                  </a:lnTo>
                  <a:close/>
                </a:path>
                <a:path w="17145" h="706120">
                  <a:moveTo>
                    <a:pt x="16522" y="25400"/>
                  </a:moveTo>
                  <a:lnTo>
                    <a:pt x="0" y="25400"/>
                  </a:lnTo>
                  <a:lnTo>
                    <a:pt x="0" y="31737"/>
                  </a:lnTo>
                  <a:lnTo>
                    <a:pt x="16522" y="31737"/>
                  </a:lnTo>
                  <a:lnTo>
                    <a:pt x="16522" y="25400"/>
                  </a:lnTo>
                  <a:close/>
                </a:path>
                <a:path w="17145" h="706120">
                  <a:moveTo>
                    <a:pt x="16522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16522" y="25387"/>
                  </a:lnTo>
                  <a:lnTo>
                    <a:pt x="16522" y="19050"/>
                  </a:lnTo>
                  <a:close/>
                </a:path>
                <a:path w="17145" h="706120">
                  <a:moveTo>
                    <a:pt x="16522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16522" y="19037"/>
                  </a:lnTo>
                  <a:lnTo>
                    <a:pt x="16522" y="12700"/>
                  </a:lnTo>
                  <a:close/>
                </a:path>
                <a:path w="17145" h="706120">
                  <a:moveTo>
                    <a:pt x="16522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6522" y="12687"/>
                  </a:lnTo>
                  <a:lnTo>
                    <a:pt x="16522" y="6350"/>
                  </a:lnTo>
                  <a:close/>
                </a:path>
                <a:path w="17145" h="706120">
                  <a:moveTo>
                    <a:pt x="16522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6522" y="6337"/>
                  </a:lnTo>
                  <a:lnTo>
                    <a:pt x="16522" y="0"/>
                  </a:lnTo>
                  <a:close/>
                </a:path>
              </a:pathLst>
            </a:custGeom>
            <a:solidFill>
              <a:srgbClr val="B1B1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" name="object 654"/>
            <p:cNvSpPr/>
            <p:nvPr/>
          </p:nvSpPr>
          <p:spPr>
            <a:xfrm>
              <a:off x="6637020" y="4053852"/>
              <a:ext cx="16510" cy="706120"/>
            </a:xfrm>
            <a:custGeom>
              <a:avLst/>
              <a:gdLst/>
              <a:ahLst/>
              <a:cxnLst/>
              <a:rect l="l" t="t" r="r" b="b"/>
              <a:pathLst>
                <a:path w="16509" h="706120">
                  <a:moveTo>
                    <a:pt x="1651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16510" y="706107"/>
                  </a:lnTo>
                  <a:lnTo>
                    <a:pt x="16510" y="704850"/>
                  </a:lnTo>
                  <a:close/>
                </a:path>
                <a:path w="16509" h="706120">
                  <a:moveTo>
                    <a:pt x="1651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16510" y="704837"/>
                  </a:lnTo>
                  <a:lnTo>
                    <a:pt x="16510" y="698500"/>
                  </a:lnTo>
                  <a:close/>
                </a:path>
                <a:path w="16509" h="706120">
                  <a:moveTo>
                    <a:pt x="1651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16510" y="698487"/>
                  </a:lnTo>
                  <a:lnTo>
                    <a:pt x="16510" y="692150"/>
                  </a:lnTo>
                  <a:close/>
                </a:path>
                <a:path w="16509" h="706120">
                  <a:moveTo>
                    <a:pt x="1651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16510" y="692137"/>
                  </a:lnTo>
                  <a:lnTo>
                    <a:pt x="16510" y="685800"/>
                  </a:lnTo>
                  <a:close/>
                </a:path>
                <a:path w="16509" h="706120">
                  <a:moveTo>
                    <a:pt x="16510" y="679450"/>
                  </a:moveTo>
                  <a:lnTo>
                    <a:pt x="0" y="679450"/>
                  </a:lnTo>
                  <a:lnTo>
                    <a:pt x="0" y="685787"/>
                  </a:lnTo>
                  <a:lnTo>
                    <a:pt x="16510" y="685787"/>
                  </a:lnTo>
                  <a:lnTo>
                    <a:pt x="16510" y="679450"/>
                  </a:lnTo>
                  <a:close/>
                </a:path>
                <a:path w="16509" h="706120">
                  <a:moveTo>
                    <a:pt x="16510" y="673100"/>
                  </a:moveTo>
                  <a:lnTo>
                    <a:pt x="0" y="673100"/>
                  </a:lnTo>
                  <a:lnTo>
                    <a:pt x="0" y="679437"/>
                  </a:lnTo>
                  <a:lnTo>
                    <a:pt x="16510" y="679437"/>
                  </a:lnTo>
                  <a:lnTo>
                    <a:pt x="16510" y="673100"/>
                  </a:lnTo>
                  <a:close/>
                </a:path>
                <a:path w="16509" h="706120">
                  <a:moveTo>
                    <a:pt x="16510" y="31750"/>
                  </a:moveTo>
                  <a:lnTo>
                    <a:pt x="0" y="31750"/>
                  </a:lnTo>
                  <a:lnTo>
                    <a:pt x="0" y="673087"/>
                  </a:lnTo>
                  <a:lnTo>
                    <a:pt x="16510" y="673087"/>
                  </a:lnTo>
                  <a:lnTo>
                    <a:pt x="16510" y="31750"/>
                  </a:lnTo>
                  <a:close/>
                </a:path>
                <a:path w="16509" h="706120">
                  <a:moveTo>
                    <a:pt x="16510" y="25400"/>
                  </a:moveTo>
                  <a:lnTo>
                    <a:pt x="0" y="25400"/>
                  </a:lnTo>
                  <a:lnTo>
                    <a:pt x="0" y="31737"/>
                  </a:lnTo>
                  <a:lnTo>
                    <a:pt x="16510" y="31737"/>
                  </a:lnTo>
                  <a:lnTo>
                    <a:pt x="16510" y="25400"/>
                  </a:lnTo>
                  <a:close/>
                </a:path>
                <a:path w="16509" h="706120">
                  <a:moveTo>
                    <a:pt x="165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16510" y="25387"/>
                  </a:lnTo>
                  <a:lnTo>
                    <a:pt x="16510" y="19050"/>
                  </a:lnTo>
                  <a:close/>
                </a:path>
                <a:path w="16509" h="706120">
                  <a:moveTo>
                    <a:pt x="165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16510" y="19037"/>
                  </a:lnTo>
                  <a:lnTo>
                    <a:pt x="16510" y="12700"/>
                  </a:lnTo>
                  <a:close/>
                </a:path>
                <a:path w="16509" h="706120">
                  <a:moveTo>
                    <a:pt x="165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6510" y="12687"/>
                  </a:lnTo>
                  <a:lnTo>
                    <a:pt x="16510" y="6350"/>
                  </a:lnTo>
                  <a:close/>
                </a:path>
                <a:path w="16509" h="706120">
                  <a:moveTo>
                    <a:pt x="165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6510" y="6337"/>
                  </a:lnTo>
                  <a:lnTo>
                    <a:pt x="16510" y="0"/>
                  </a:lnTo>
                  <a:close/>
                </a:path>
              </a:pathLst>
            </a:custGeom>
            <a:solidFill>
              <a:srgbClr val="B0B0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5" name="object 655"/>
            <p:cNvSpPr/>
            <p:nvPr/>
          </p:nvSpPr>
          <p:spPr>
            <a:xfrm>
              <a:off x="6653530" y="4053852"/>
              <a:ext cx="17780" cy="706120"/>
            </a:xfrm>
            <a:custGeom>
              <a:avLst/>
              <a:gdLst/>
              <a:ahLst/>
              <a:cxnLst/>
              <a:rect l="l" t="t" r="r" b="b"/>
              <a:pathLst>
                <a:path w="17779" h="706120">
                  <a:moveTo>
                    <a:pt x="1778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17780" y="706107"/>
                  </a:lnTo>
                  <a:lnTo>
                    <a:pt x="17780" y="704850"/>
                  </a:lnTo>
                  <a:close/>
                </a:path>
                <a:path w="17779" h="706120">
                  <a:moveTo>
                    <a:pt x="1778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17780" y="704837"/>
                  </a:lnTo>
                  <a:lnTo>
                    <a:pt x="17780" y="698500"/>
                  </a:lnTo>
                  <a:close/>
                </a:path>
                <a:path w="17779" h="706120">
                  <a:moveTo>
                    <a:pt x="1778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17780" y="698487"/>
                  </a:lnTo>
                  <a:lnTo>
                    <a:pt x="17780" y="692150"/>
                  </a:lnTo>
                  <a:close/>
                </a:path>
                <a:path w="17779" h="706120">
                  <a:moveTo>
                    <a:pt x="1778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17780" y="692137"/>
                  </a:lnTo>
                  <a:lnTo>
                    <a:pt x="17780" y="685800"/>
                  </a:lnTo>
                  <a:close/>
                </a:path>
                <a:path w="17779" h="706120">
                  <a:moveTo>
                    <a:pt x="17780" y="679450"/>
                  </a:moveTo>
                  <a:lnTo>
                    <a:pt x="0" y="679450"/>
                  </a:lnTo>
                  <a:lnTo>
                    <a:pt x="0" y="685787"/>
                  </a:lnTo>
                  <a:lnTo>
                    <a:pt x="17780" y="685787"/>
                  </a:lnTo>
                  <a:lnTo>
                    <a:pt x="17780" y="679450"/>
                  </a:lnTo>
                  <a:close/>
                </a:path>
                <a:path w="17779" h="706120">
                  <a:moveTo>
                    <a:pt x="17780" y="673100"/>
                  </a:moveTo>
                  <a:lnTo>
                    <a:pt x="0" y="673100"/>
                  </a:lnTo>
                  <a:lnTo>
                    <a:pt x="0" y="679437"/>
                  </a:lnTo>
                  <a:lnTo>
                    <a:pt x="17780" y="679437"/>
                  </a:lnTo>
                  <a:lnTo>
                    <a:pt x="17780" y="673100"/>
                  </a:lnTo>
                  <a:close/>
                </a:path>
                <a:path w="17779" h="706120">
                  <a:moveTo>
                    <a:pt x="17780" y="31750"/>
                  </a:moveTo>
                  <a:lnTo>
                    <a:pt x="0" y="31750"/>
                  </a:lnTo>
                  <a:lnTo>
                    <a:pt x="0" y="673087"/>
                  </a:lnTo>
                  <a:lnTo>
                    <a:pt x="17780" y="673087"/>
                  </a:lnTo>
                  <a:lnTo>
                    <a:pt x="17780" y="31750"/>
                  </a:lnTo>
                  <a:close/>
                </a:path>
                <a:path w="17779" h="706120">
                  <a:moveTo>
                    <a:pt x="17780" y="25400"/>
                  </a:moveTo>
                  <a:lnTo>
                    <a:pt x="0" y="25400"/>
                  </a:lnTo>
                  <a:lnTo>
                    <a:pt x="0" y="31737"/>
                  </a:lnTo>
                  <a:lnTo>
                    <a:pt x="17780" y="31737"/>
                  </a:lnTo>
                  <a:lnTo>
                    <a:pt x="17780" y="25400"/>
                  </a:lnTo>
                  <a:close/>
                </a:path>
                <a:path w="17779" h="706120">
                  <a:moveTo>
                    <a:pt x="1778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17780" y="25387"/>
                  </a:lnTo>
                  <a:lnTo>
                    <a:pt x="17780" y="19050"/>
                  </a:lnTo>
                  <a:close/>
                </a:path>
                <a:path w="17779" h="706120">
                  <a:moveTo>
                    <a:pt x="1778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17780" y="19037"/>
                  </a:lnTo>
                  <a:lnTo>
                    <a:pt x="17780" y="12700"/>
                  </a:lnTo>
                  <a:close/>
                </a:path>
                <a:path w="17779" h="706120">
                  <a:moveTo>
                    <a:pt x="1778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7780" y="12687"/>
                  </a:lnTo>
                  <a:lnTo>
                    <a:pt x="17780" y="6350"/>
                  </a:lnTo>
                  <a:close/>
                </a:path>
                <a:path w="17779" h="706120">
                  <a:moveTo>
                    <a:pt x="1778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7780" y="6337"/>
                  </a:lnTo>
                  <a:lnTo>
                    <a:pt x="17780" y="0"/>
                  </a:lnTo>
                  <a:close/>
                </a:path>
              </a:pathLst>
            </a:custGeom>
            <a:solidFill>
              <a:srgbClr val="AFAF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" name="object 656"/>
            <p:cNvSpPr/>
            <p:nvPr/>
          </p:nvSpPr>
          <p:spPr>
            <a:xfrm>
              <a:off x="6671310" y="4053852"/>
              <a:ext cx="16510" cy="706120"/>
            </a:xfrm>
            <a:custGeom>
              <a:avLst/>
              <a:gdLst/>
              <a:ahLst/>
              <a:cxnLst/>
              <a:rect l="l" t="t" r="r" b="b"/>
              <a:pathLst>
                <a:path w="16509" h="706120">
                  <a:moveTo>
                    <a:pt x="1651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16510" y="706107"/>
                  </a:lnTo>
                  <a:lnTo>
                    <a:pt x="16510" y="704850"/>
                  </a:lnTo>
                  <a:close/>
                </a:path>
                <a:path w="16509" h="706120">
                  <a:moveTo>
                    <a:pt x="1651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16510" y="704837"/>
                  </a:lnTo>
                  <a:lnTo>
                    <a:pt x="16510" y="698500"/>
                  </a:lnTo>
                  <a:close/>
                </a:path>
                <a:path w="16509" h="706120">
                  <a:moveTo>
                    <a:pt x="1651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16510" y="698487"/>
                  </a:lnTo>
                  <a:lnTo>
                    <a:pt x="16510" y="692150"/>
                  </a:lnTo>
                  <a:close/>
                </a:path>
                <a:path w="16509" h="706120">
                  <a:moveTo>
                    <a:pt x="1651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16510" y="692137"/>
                  </a:lnTo>
                  <a:lnTo>
                    <a:pt x="16510" y="685800"/>
                  </a:lnTo>
                  <a:close/>
                </a:path>
                <a:path w="16509" h="706120">
                  <a:moveTo>
                    <a:pt x="16510" y="679450"/>
                  </a:moveTo>
                  <a:lnTo>
                    <a:pt x="0" y="679450"/>
                  </a:lnTo>
                  <a:lnTo>
                    <a:pt x="0" y="685787"/>
                  </a:lnTo>
                  <a:lnTo>
                    <a:pt x="16510" y="685787"/>
                  </a:lnTo>
                  <a:lnTo>
                    <a:pt x="16510" y="679450"/>
                  </a:lnTo>
                  <a:close/>
                </a:path>
                <a:path w="16509" h="706120">
                  <a:moveTo>
                    <a:pt x="16510" y="673100"/>
                  </a:moveTo>
                  <a:lnTo>
                    <a:pt x="0" y="673100"/>
                  </a:lnTo>
                  <a:lnTo>
                    <a:pt x="0" y="679437"/>
                  </a:lnTo>
                  <a:lnTo>
                    <a:pt x="16510" y="679437"/>
                  </a:lnTo>
                  <a:lnTo>
                    <a:pt x="16510" y="673100"/>
                  </a:lnTo>
                  <a:close/>
                </a:path>
                <a:path w="16509" h="706120">
                  <a:moveTo>
                    <a:pt x="16510" y="31750"/>
                  </a:moveTo>
                  <a:lnTo>
                    <a:pt x="0" y="31750"/>
                  </a:lnTo>
                  <a:lnTo>
                    <a:pt x="0" y="673087"/>
                  </a:lnTo>
                  <a:lnTo>
                    <a:pt x="16510" y="673087"/>
                  </a:lnTo>
                  <a:lnTo>
                    <a:pt x="16510" y="31750"/>
                  </a:lnTo>
                  <a:close/>
                </a:path>
                <a:path w="16509" h="706120">
                  <a:moveTo>
                    <a:pt x="16510" y="25400"/>
                  </a:moveTo>
                  <a:lnTo>
                    <a:pt x="0" y="25400"/>
                  </a:lnTo>
                  <a:lnTo>
                    <a:pt x="0" y="31737"/>
                  </a:lnTo>
                  <a:lnTo>
                    <a:pt x="16510" y="31737"/>
                  </a:lnTo>
                  <a:lnTo>
                    <a:pt x="16510" y="25400"/>
                  </a:lnTo>
                  <a:close/>
                </a:path>
                <a:path w="16509" h="706120">
                  <a:moveTo>
                    <a:pt x="165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16510" y="25387"/>
                  </a:lnTo>
                  <a:lnTo>
                    <a:pt x="16510" y="19050"/>
                  </a:lnTo>
                  <a:close/>
                </a:path>
                <a:path w="16509" h="706120">
                  <a:moveTo>
                    <a:pt x="165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16510" y="19037"/>
                  </a:lnTo>
                  <a:lnTo>
                    <a:pt x="16510" y="12700"/>
                  </a:lnTo>
                  <a:close/>
                </a:path>
                <a:path w="16509" h="706120">
                  <a:moveTo>
                    <a:pt x="165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6510" y="12687"/>
                  </a:lnTo>
                  <a:lnTo>
                    <a:pt x="16510" y="6350"/>
                  </a:lnTo>
                  <a:close/>
                </a:path>
                <a:path w="16509" h="706120">
                  <a:moveTo>
                    <a:pt x="165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6510" y="6337"/>
                  </a:lnTo>
                  <a:lnTo>
                    <a:pt x="16510" y="0"/>
                  </a:lnTo>
                  <a:close/>
                </a:path>
              </a:pathLst>
            </a:custGeom>
            <a:solidFill>
              <a:srgbClr val="AFAF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" name="object 657"/>
            <p:cNvSpPr/>
            <p:nvPr/>
          </p:nvSpPr>
          <p:spPr>
            <a:xfrm>
              <a:off x="6687820" y="4053852"/>
              <a:ext cx="16510" cy="706120"/>
            </a:xfrm>
            <a:custGeom>
              <a:avLst/>
              <a:gdLst/>
              <a:ahLst/>
              <a:cxnLst/>
              <a:rect l="l" t="t" r="r" b="b"/>
              <a:pathLst>
                <a:path w="16509" h="706120">
                  <a:moveTo>
                    <a:pt x="1651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16510" y="706107"/>
                  </a:lnTo>
                  <a:lnTo>
                    <a:pt x="16510" y="704850"/>
                  </a:lnTo>
                  <a:close/>
                </a:path>
                <a:path w="16509" h="706120">
                  <a:moveTo>
                    <a:pt x="1651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16510" y="704837"/>
                  </a:lnTo>
                  <a:lnTo>
                    <a:pt x="16510" y="698500"/>
                  </a:lnTo>
                  <a:close/>
                </a:path>
                <a:path w="16509" h="706120">
                  <a:moveTo>
                    <a:pt x="1651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16510" y="698487"/>
                  </a:lnTo>
                  <a:lnTo>
                    <a:pt x="16510" y="692150"/>
                  </a:lnTo>
                  <a:close/>
                </a:path>
                <a:path w="16509" h="706120">
                  <a:moveTo>
                    <a:pt x="1651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16510" y="692137"/>
                  </a:lnTo>
                  <a:lnTo>
                    <a:pt x="16510" y="685800"/>
                  </a:lnTo>
                  <a:close/>
                </a:path>
                <a:path w="16509" h="706120">
                  <a:moveTo>
                    <a:pt x="16510" y="679450"/>
                  </a:moveTo>
                  <a:lnTo>
                    <a:pt x="0" y="679450"/>
                  </a:lnTo>
                  <a:lnTo>
                    <a:pt x="0" y="685787"/>
                  </a:lnTo>
                  <a:lnTo>
                    <a:pt x="16510" y="685787"/>
                  </a:lnTo>
                  <a:lnTo>
                    <a:pt x="16510" y="679450"/>
                  </a:lnTo>
                  <a:close/>
                </a:path>
                <a:path w="16509" h="706120">
                  <a:moveTo>
                    <a:pt x="16510" y="673100"/>
                  </a:moveTo>
                  <a:lnTo>
                    <a:pt x="0" y="673100"/>
                  </a:lnTo>
                  <a:lnTo>
                    <a:pt x="0" y="679437"/>
                  </a:lnTo>
                  <a:lnTo>
                    <a:pt x="16510" y="679437"/>
                  </a:lnTo>
                  <a:lnTo>
                    <a:pt x="16510" y="673100"/>
                  </a:lnTo>
                  <a:close/>
                </a:path>
                <a:path w="16509" h="706120">
                  <a:moveTo>
                    <a:pt x="16510" y="31750"/>
                  </a:moveTo>
                  <a:lnTo>
                    <a:pt x="0" y="31750"/>
                  </a:lnTo>
                  <a:lnTo>
                    <a:pt x="0" y="673087"/>
                  </a:lnTo>
                  <a:lnTo>
                    <a:pt x="16510" y="673087"/>
                  </a:lnTo>
                  <a:lnTo>
                    <a:pt x="16510" y="31750"/>
                  </a:lnTo>
                  <a:close/>
                </a:path>
                <a:path w="16509" h="706120">
                  <a:moveTo>
                    <a:pt x="16510" y="25400"/>
                  </a:moveTo>
                  <a:lnTo>
                    <a:pt x="0" y="25400"/>
                  </a:lnTo>
                  <a:lnTo>
                    <a:pt x="0" y="31737"/>
                  </a:lnTo>
                  <a:lnTo>
                    <a:pt x="16510" y="31737"/>
                  </a:lnTo>
                  <a:lnTo>
                    <a:pt x="16510" y="25400"/>
                  </a:lnTo>
                  <a:close/>
                </a:path>
                <a:path w="16509" h="706120">
                  <a:moveTo>
                    <a:pt x="165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16510" y="25387"/>
                  </a:lnTo>
                  <a:lnTo>
                    <a:pt x="16510" y="19050"/>
                  </a:lnTo>
                  <a:close/>
                </a:path>
                <a:path w="16509" h="706120">
                  <a:moveTo>
                    <a:pt x="165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16510" y="19037"/>
                  </a:lnTo>
                  <a:lnTo>
                    <a:pt x="16510" y="12700"/>
                  </a:lnTo>
                  <a:close/>
                </a:path>
                <a:path w="16509" h="706120">
                  <a:moveTo>
                    <a:pt x="165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6510" y="12687"/>
                  </a:lnTo>
                  <a:lnTo>
                    <a:pt x="16510" y="6350"/>
                  </a:lnTo>
                  <a:close/>
                </a:path>
                <a:path w="16509" h="706120">
                  <a:moveTo>
                    <a:pt x="165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6510" y="6337"/>
                  </a:lnTo>
                  <a:lnTo>
                    <a:pt x="16510" y="0"/>
                  </a:lnTo>
                  <a:close/>
                </a:path>
              </a:pathLst>
            </a:custGeom>
            <a:solidFill>
              <a:srgbClr val="AEAE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" name="object 658"/>
            <p:cNvSpPr/>
            <p:nvPr/>
          </p:nvSpPr>
          <p:spPr>
            <a:xfrm>
              <a:off x="6704330" y="4053852"/>
              <a:ext cx="17780" cy="706120"/>
            </a:xfrm>
            <a:custGeom>
              <a:avLst/>
              <a:gdLst/>
              <a:ahLst/>
              <a:cxnLst/>
              <a:rect l="l" t="t" r="r" b="b"/>
              <a:pathLst>
                <a:path w="17779" h="706120">
                  <a:moveTo>
                    <a:pt x="1778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17780" y="706107"/>
                  </a:lnTo>
                  <a:lnTo>
                    <a:pt x="17780" y="704850"/>
                  </a:lnTo>
                  <a:close/>
                </a:path>
                <a:path w="17779" h="706120">
                  <a:moveTo>
                    <a:pt x="1778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17780" y="704837"/>
                  </a:lnTo>
                  <a:lnTo>
                    <a:pt x="17780" y="698500"/>
                  </a:lnTo>
                  <a:close/>
                </a:path>
                <a:path w="17779" h="706120">
                  <a:moveTo>
                    <a:pt x="1778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17780" y="698487"/>
                  </a:lnTo>
                  <a:lnTo>
                    <a:pt x="17780" y="692150"/>
                  </a:lnTo>
                  <a:close/>
                </a:path>
                <a:path w="17779" h="706120">
                  <a:moveTo>
                    <a:pt x="1778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17780" y="692137"/>
                  </a:lnTo>
                  <a:lnTo>
                    <a:pt x="17780" y="685800"/>
                  </a:lnTo>
                  <a:close/>
                </a:path>
                <a:path w="17779" h="706120">
                  <a:moveTo>
                    <a:pt x="17780" y="679450"/>
                  </a:moveTo>
                  <a:lnTo>
                    <a:pt x="0" y="679450"/>
                  </a:lnTo>
                  <a:lnTo>
                    <a:pt x="0" y="685787"/>
                  </a:lnTo>
                  <a:lnTo>
                    <a:pt x="17780" y="685787"/>
                  </a:lnTo>
                  <a:lnTo>
                    <a:pt x="17780" y="679450"/>
                  </a:lnTo>
                  <a:close/>
                </a:path>
                <a:path w="17779" h="706120">
                  <a:moveTo>
                    <a:pt x="17780" y="673100"/>
                  </a:moveTo>
                  <a:lnTo>
                    <a:pt x="0" y="673100"/>
                  </a:lnTo>
                  <a:lnTo>
                    <a:pt x="0" y="679437"/>
                  </a:lnTo>
                  <a:lnTo>
                    <a:pt x="17780" y="679437"/>
                  </a:lnTo>
                  <a:lnTo>
                    <a:pt x="17780" y="673100"/>
                  </a:lnTo>
                  <a:close/>
                </a:path>
                <a:path w="17779" h="706120">
                  <a:moveTo>
                    <a:pt x="17780" y="31750"/>
                  </a:moveTo>
                  <a:lnTo>
                    <a:pt x="0" y="31750"/>
                  </a:lnTo>
                  <a:lnTo>
                    <a:pt x="0" y="673087"/>
                  </a:lnTo>
                  <a:lnTo>
                    <a:pt x="17780" y="673087"/>
                  </a:lnTo>
                  <a:lnTo>
                    <a:pt x="17780" y="31750"/>
                  </a:lnTo>
                  <a:close/>
                </a:path>
                <a:path w="17779" h="706120">
                  <a:moveTo>
                    <a:pt x="17780" y="25400"/>
                  </a:moveTo>
                  <a:lnTo>
                    <a:pt x="0" y="25400"/>
                  </a:lnTo>
                  <a:lnTo>
                    <a:pt x="0" y="31737"/>
                  </a:lnTo>
                  <a:lnTo>
                    <a:pt x="17780" y="31737"/>
                  </a:lnTo>
                  <a:lnTo>
                    <a:pt x="17780" y="25400"/>
                  </a:lnTo>
                  <a:close/>
                </a:path>
                <a:path w="17779" h="706120">
                  <a:moveTo>
                    <a:pt x="1778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17780" y="25387"/>
                  </a:lnTo>
                  <a:lnTo>
                    <a:pt x="17780" y="19050"/>
                  </a:lnTo>
                  <a:close/>
                </a:path>
                <a:path w="17779" h="706120">
                  <a:moveTo>
                    <a:pt x="1778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17780" y="19037"/>
                  </a:lnTo>
                  <a:lnTo>
                    <a:pt x="17780" y="12700"/>
                  </a:lnTo>
                  <a:close/>
                </a:path>
                <a:path w="17779" h="706120">
                  <a:moveTo>
                    <a:pt x="1778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7780" y="12687"/>
                  </a:lnTo>
                  <a:lnTo>
                    <a:pt x="17780" y="6350"/>
                  </a:lnTo>
                  <a:close/>
                </a:path>
                <a:path w="17779" h="706120">
                  <a:moveTo>
                    <a:pt x="1778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7780" y="6337"/>
                  </a:lnTo>
                  <a:lnTo>
                    <a:pt x="17780" y="0"/>
                  </a:lnTo>
                  <a:close/>
                </a:path>
              </a:pathLst>
            </a:custGeom>
            <a:solidFill>
              <a:srgbClr val="ADAD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" name="object 659"/>
            <p:cNvSpPr/>
            <p:nvPr/>
          </p:nvSpPr>
          <p:spPr>
            <a:xfrm>
              <a:off x="6722110" y="4053852"/>
              <a:ext cx="16510" cy="706120"/>
            </a:xfrm>
            <a:custGeom>
              <a:avLst/>
              <a:gdLst/>
              <a:ahLst/>
              <a:cxnLst/>
              <a:rect l="l" t="t" r="r" b="b"/>
              <a:pathLst>
                <a:path w="16509" h="706120">
                  <a:moveTo>
                    <a:pt x="1651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16510" y="706107"/>
                  </a:lnTo>
                  <a:lnTo>
                    <a:pt x="16510" y="704850"/>
                  </a:lnTo>
                  <a:close/>
                </a:path>
                <a:path w="16509" h="706120">
                  <a:moveTo>
                    <a:pt x="1651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16510" y="704837"/>
                  </a:lnTo>
                  <a:lnTo>
                    <a:pt x="16510" y="698500"/>
                  </a:lnTo>
                  <a:close/>
                </a:path>
                <a:path w="16509" h="706120">
                  <a:moveTo>
                    <a:pt x="1651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16510" y="698487"/>
                  </a:lnTo>
                  <a:lnTo>
                    <a:pt x="16510" y="692150"/>
                  </a:lnTo>
                  <a:close/>
                </a:path>
                <a:path w="16509" h="706120">
                  <a:moveTo>
                    <a:pt x="1651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16510" y="692137"/>
                  </a:lnTo>
                  <a:lnTo>
                    <a:pt x="16510" y="685800"/>
                  </a:lnTo>
                  <a:close/>
                </a:path>
                <a:path w="16509" h="706120">
                  <a:moveTo>
                    <a:pt x="16510" y="679450"/>
                  </a:moveTo>
                  <a:lnTo>
                    <a:pt x="0" y="679450"/>
                  </a:lnTo>
                  <a:lnTo>
                    <a:pt x="0" y="685787"/>
                  </a:lnTo>
                  <a:lnTo>
                    <a:pt x="16510" y="685787"/>
                  </a:lnTo>
                  <a:lnTo>
                    <a:pt x="16510" y="679450"/>
                  </a:lnTo>
                  <a:close/>
                </a:path>
                <a:path w="16509" h="706120">
                  <a:moveTo>
                    <a:pt x="16510" y="673100"/>
                  </a:moveTo>
                  <a:lnTo>
                    <a:pt x="0" y="673100"/>
                  </a:lnTo>
                  <a:lnTo>
                    <a:pt x="0" y="679437"/>
                  </a:lnTo>
                  <a:lnTo>
                    <a:pt x="16510" y="679437"/>
                  </a:lnTo>
                  <a:lnTo>
                    <a:pt x="16510" y="673100"/>
                  </a:lnTo>
                  <a:close/>
                </a:path>
                <a:path w="16509" h="706120">
                  <a:moveTo>
                    <a:pt x="16510" y="31750"/>
                  </a:moveTo>
                  <a:lnTo>
                    <a:pt x="0" y="31750"/>
                  </a:lnTo>
                  <a:lnTo>
                    <a:pt x="0" y="673087"/>
                  </a:lnTo>
                  <a:lnTo>
                    <a:pt x="16510" y="673087"/>
                  </a:lnTo>
                  <a:lnTo>
                    <a:pt x="16510" y="31750"/>
                  </a:lnTo>
                  <a:close/>
                </a:path>
                <a:path w="16509" h="706120">
                  <a:moveTo>
                    <a:pt x="16510" y="25400"/>
                  </a:moveTo>
                  <a:lnTo>
                    <a:pt x="0" y="25400"/>
                  </a:lnTo>
                  <a:lnTo>
                    <a:pt x="0" y="31737"/>
                  </a:lnTo>
                  <a:lnTo>
                    <a:pt x="16510" y="31737"/>
                  </a:lnTo>
                  <a:lnTo>
                    <a:pt x="16510" y="25400"/>
                  </a:lnTo>
                  <a:close/>
                </a:path>
                <a:path w="16509" h="706120">
                  <a:moveTo>
                    <a:pt x="165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16510" y="25387"/>
                  </a:lnTo>
                  <a:lnTo>
                    <a:pt x="16510" y="19050"/>
                  </a:lnTo>
                  <a:close/>
                </a:path>
                <a:path w="16509" h="706120">
                  <a:moveTo>
                    <a:pt x="165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16510" y="19037"/>
                  </a:lnTo>
                  <a:lnTo>
                    <a:pt x="16510" y="12700"/>
                  </a:lnTo>
                  <a:close/>
                </a:path>
                <a:path w="16509" h="706120">
                  <a:moveTo>
                    <a:pt x="165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6510" y="12687"/>
                  </a:lnTo>
                  <a:lnTo>
                    <a:pt x="16510" y="6350"/>
                  </a:lnTo>
                  <a:close/>
                </a:path>
                <a:path w="16509" h="706120">
                  <a:moveTo>
                    <a:pt x="165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6510" y="6337"/>
                  </a:lnTo>
                  <a:lnTo>
                    <a:pt x="16510" y="0"/>
                  </a:lnTo>
                  <a:close/>
                </a:path>
              </a:pathLst>
            </a:custGeom>
            <a:solidFill>
              <a:srgbClr val="ADAD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" name="object 660"/>
            <p:cNvSpPr/>
            <p:nvPr/>
          </p:nvSpPr>
          <p:spPr>
            <a:xfrm>
              <a:off x="6738620" y="4053852"/>
              <a:ext cx="16510" cy="706120"/>
            </a:xfrm>
            <a:custGeom>
              <a:avLst/>
              <a:gdLst/>
              <a:ahLst/>
              <a:cxnLst/>
              <a:rect l="l" t="t" r="r" b="b"/>
              <a:pathLst>
                <a:path w="16509" h="706120">
                  <a:moveTo>
                    <a:pt x="1651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16510" y="706107"/>
                  </a:lnTo>
                  <a:lnTo>
                    <a:pt x="16510" y="704850"/>
                  </a:lnTo>
                  <a:close/>
                </a:path>
                <a:path w="16509" h="706120">
                  <a:moveTo>
                    <a:pt x="1651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16510" y="704837"/>
                  </a:lnTo>
                  <a:lnTo>
                    <a:pt x="16510" y="698500"/>
                  </a:lnTo>
                  <a:close/>
                </a:path>
                <a:path w="16509" h="706120">
                  <a:moveTo>
                    <a:pt x="1651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16510" y="698487"/>
                  </a:lnTo>
                  <a:lnTo>
                    <a:pt x="16510" y="692150"/>
                  </a:lnTo>
                  <a:close/>
                </a:path>
                <a:path w="16509" h="706120">
                  <a:moveTo>
                    <a:pt x="1651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16510" y="692137"/>
                  </a:lnTo>
                  <a:lnTo>
                    <a:pt x="16510" y="685800"/>
                  </a:lnTo>
                  <a:close/>
                </a:path>
                <a:path w="16509" h="706120">
                  <a:moveTo>
                    <a:pt x="16510" y="679450"/>
                  </a:moveTo>
                  <a:lnTo>
                    <a:pt x="0" y="679450"/>
                  </a:lnTo>
                  <a:lnTo>
                    <a:pt x="0" y="685787"/>
                  </a:lnTo>
                  <a:lnTo>
                    <a:pt x="16510" y="685787"/>
                  </a:lnTo>
                  <a:lnTo>
                    <a:pt x="16510" y="679450"/>
                  </a:lnTo>
                  <a:close/>
                </a:path>
                <a:path w="16509" h="706120">
                  <a:moveTo>
                    <a:pt x="16510" y="673100"/>
                  </a:moveTo>
                  <a:lnTo>
                    <a:pt x="0" y="673100"/>
                  </a:lnTo>
                  <a:lnTo>
                    <a:pt x="0" y="679437"/>
                  </a:lnTo>
                  <a:lnTo>
                    <a:pt x="16510" y="679437"/>
                  </a:lnTo>
                  <a:lnTo>
                    <a:pt x="16510" y="673100"/>
                  </a:lnTo>
                  <a:close/>
                </a:path>
                <a:path w="16509" h="706120">
                  <a:moveTo>
                    <a:pt x="16510" y="31750"/>
                  </a:moveTo>
                  <a:lnTo>
                    <a:pt x="0" y="31750"/>
                  </a:lnTo>
                  <a:lnTo>
                    <a:pt x="0" y="673087"/>
                  </a:lnTo>
                  <a:lnTo>
                    <a:pt x="16510" y="673087"/>
                  </a:lnTo>
                  <a:lnTo>
                    <a:pt x="16510" y="31750"/>
                  </a:lnTo>
                  <a:close/>
                </a:path>
                <a:path w="16509" h="706120">
                  <a:moveTo>
                    <a:pt x="16510" y="25400"/>
                  </a:moveTo>
                  <a:lnTo>
                    <a:pt x="0" y="25400"/>
                  </a:lnTo>
                  <a:lnTo>
                    <a:pt x="0" y="31737"/>
                  </a:lnTo>
                  <a:lnTo>
                    <a:pt x="16510" y="31737"/>
                  </a:lnTo>
                  <a:lnTo>
                    <a:pt x="16510" y="25400"/>
                  </a:lnTo>
                  <a:close/>
                </a:path>
                <a:path w="16509" h="706120">
                  <a:moveTo>
                    <a:pt x="165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16510" y="25387"/>
                  </a:lnTo>
                  <a:lnTo>
                    <a:pt x="16510" y="19050"/>
                  </a:lnTo>
                  <a:close/>
                </a:path>
                <a:path w="16509" h="706120">
                  <a:moveTo>
                    <a:pt x="165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16510" y="19037"/>
                  </a:lnTo>
                  <a:lnTo>
                    <a:pt x="16510" y="12700"/>
                  </a:lnTo>
                  <a:close/>
                </a:path>
                <a:path w="16509" h="706120">
                  <a:moveTo>
                    <a:pt x="165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6510" y="12687"/>
                  </a:lnTo>
                  <a:lnTo>
                    <a:pt x="16510" y="6350"/>
                  </a:lnTo>
                  <a:close/>
                </a:path>
                <a:path w="16509" h="706120">
                  <a:moveTo>
                    <a:pt x="165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6510" y="6337"/>
                  </a:lnTo>
                  <a:lnTo>
                    <a:pt x="16510" y="0"/>
                  </a:lnTo>
                  <a:close/>
                </a:path>
              </a:pathLst>
            </a:custGeom>
            <a:solidFill>
              <a:srgbClr val="ACAC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" name="object 661"/>
            <p:cNvSpPr/>
            <p:nvPr/>
          </p:nvSpPr>
          <p:spPr>
            <a:xfrm>
              <a:off x="6755130" y="4053852"/>
              <a:ext cx="17780" cy="706120"/>
            </a:xfrm>
            <a:custGeom>
              <a:avLst/>
              <a:gdLst/>
              <a:ahLst/>
              <a:cxnLst/>
              <a:rect l="l" t="t" r="r" b="b"/>
              <a:pathLst>
                <a:path w="17779" h="706120">
                  <a:moveTo>
                    <a:pt x="1778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17780" y="706107"/>
                  </a:lnTo>
                  <a:lnTo>
                    <a:pt x="17780" y="704850"/>
                  </a:lnTo>
                  <a:close/>
                </a:path>
                <a:path w="17779" h="706120">
                  <a:moveTo>
                    <a:pt x="1778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17780" y="704837"/>
                  </a:lnTo>
                  <a:lnTo>
                    <a:pt x="17780" y="698500"/>
                  </a:lnTo>
                  <a:close/>
                </a:path>
                <a:path w="17779" h="706120">
                  <a:moveTo>
                    <a:pt x="1778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17780" y="698487"/>
                  </a:lnTo>
                  <a:lnTo>
                    <a:pt x="17780" y="692150"/>
                  </a:lnTo>
                  <a:close/>
                </a:path>
                <a:path w="17779" h="706120">
                  <a:moveTo>
                    <a:pt x="1778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17780" y="692137"/>
                  </a:lnTo>
                  <a:lnTo>
                    <a:pt x="17780" y="685800"/>
                  </a:lnTo>
                  <a:close/>
                </a:path>
                <a:path w="17779" h="706120">
                  <a:moveTo>
                    <a:pt x="17780" y="679450"/>
                  </a:moveTo>
                  <a:lnTo>
                    <a:pt x="0" y="679450"/>
                  </a:lnTo>
                  <a:lnTo>
                    <a:pt x="0" y="685787"/>
                  </a:lnTo>
                  <a:lnTo>
                    <a:pt x="17780" y="685787"/>
                  </a:lnTo>
                  <a:lnTo>
                    <a:pt x="17780" y="679450"/>
                  </a:lnTo>
                  <a:close/>
                </a:path>
                <a:path w="17779" h="706120">
                  <a:moveTo>
                    <a:pt x="17780" y="673100"/>
                  </a:moveTo>
                  <a:lnTo>
                    <a:pt x="0" y="673100"/>
                  </a:lnTo>
                  <a:lnTo>
                    <a:pt x="0" y="679437"/>
                  </a:lnTo>
                  <a:lnTo>
                    <a:pt x="17780" y="679437"/>
                  </a:lnTo>
                  <a:lnTo>
                    <a:pt x="17780" y="673100"/>
                  </a:lnTo>
                  <a:close/>
                </a:path>
                <a:path w="17779" h="706120">
                  <a:moveTo>
                    <a:pt x="17780" y="31750"/>
                  </a:moveTo>
                  <a:lnTo>
                    <a:pt x="0" y="31750"/>
                  </a:lnTo>
                  <a:lnTo>
                    <a:pt x="0" y="673087"/>
                  </a:lnTo>
                  <a:lnTo>
                    <a:pt x="17780" y="673087"/>
                  </a:lnTo>
                  <a:lnTo>
                    <a:pt x="17780" y="31750"/>
                  </a:lnTo>
                  <a:close/>
                </a:path>
                <a:path w="17779" h="706120">
                  <a:moveTo>
                    <a:pt x="17780" y="25400"/>
                  </a:moveTo>
                  <a:lnTo>
                    <a:pt x="0" y="25400"/>
                  </a:lnTo>
                  <a:lnTo>
                    <a:pt x="0" y="31737"/>
                  </a:lnTo>
                  <a:lnTo>
                    <a:pt x="17780" y="31737"/>
                  </a:lnTo>
                  <a:lnTo>
                    <a:pt x="17780" y="25400"/>
                  </a:lnTo>
                  <a:close/>
                </a:path>
                <a:path w="17779" h="706120">
                  <a:moveTo>
                    <a:pt x="1778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17780" y="25387"/>
                  </a:lnTo>
                  <a:lnTo>
                    <a:pt x="17780" y="19050"/>
                  </a:lnTo>
                  <a:close/>
                </a:path>
                <a:path w="17779" h="706120">
                  <a:moveTo>
                    <a:pt x="1778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17780" y="19037"/>
                  </a:lnTo>
                  <a:lnTo>
                    <a:pt x="17780" y="12700"/>
                  </a:lnTo>
                  <a:close/>
                </a:path>
                <a:path w="17779" h="706120">
                  <a:moveTo>
                    <a:pt x="1778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7780" y="12687"/>
                  </a:lnTo>
                  <a:lnTo>
                    <a:pt x="17780" y="6350"/>
                  </a:lnTo>
                  <a:close/>
                </a:path>
                <a:path w="17779" h="706120">
                  <a:moveTo>
                    <a:pt x="1778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7780" y="6337"/>
                  </a:lnTo>
                  <a:lnTo>
                    <a:pt x="17780" y="0"/>
                  </a:lnTo>
                  <a:close/>
                </a:path>
              </a:pathLst>
            </a:custGeom>
            <a:solidFill>
              <a:srgbClr val="ABAB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2" name="object 662"/>
            <p:cNvSpPr/>
            <p:nvPr/>
          </p:nvSpPr>
          <p:spPr>
            <a:xfrm>
              <a:off x="6772910" y="4053852"/>
              <a:ext cx="16510" cy="706120"/>
            </a:xfrm>
            <a:custGeom>
              <a:avLst/>
              <a:gdLst/>
              <a:ahLst/>
              <a:cxnLst/>
              <a:rect l="l" t="t" r="r" b="b"/>
              <a:pathLst>
                <a:path w="16509" h="706120">
                  <a:moveTo>
                    <a:pt x="1651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16510" y="706107"/>
                  </a:lnTo>
                  <a:lnTo>
                    <a:pt x="16510" y="704850"/>
                  </a:lnTo>
                  <a:close/>
                </a:path>
                <a:path w="16509" h="706120">
                  <a:moveTo>
                    <a:pt x="1651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16510" y="704837"/>
                  </a:lnTo>
                  <a:lnTo>
                    <a:pt x="16510" y="698500"/>
                  </a:lnTo>
                  <a:close/>
                </a:path>
                <a:path w="16509" h="706120">
                  <a:moveTo>
                    <a:pt x="1651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16510" y="698487"/>
                  </a:lnTo>
                  <a:lnTo>
                    <a:pt x="16510" y="692150"/>
                  </a:lnTo>
                  <a:close/>
                </a:path>
                <a:path w="16509" h="706120">
                  <a:moveTo>
                    <a:pt x="1651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16510" y="692137"/>
                  </a:lnTo>
                  <a:lnTo>
                    <a:pt x="16510" y="685800"/>
                  </a:lnTo>
                  <a:close/>
                </a:path>
                <a:path w="16509" h="706120">
                  <a:moveTo>
                    <a:pt x="16510" y="679450"/>
                  </a:moveTo>
                  <a:lnTo>
                    <a:pt x="0" y="679450"/>
                  </a:lnTo>
                  <a:lnTo>
                    <a:pt x="0" y="685787"/>
                  </a:lnTo>
                  <a:lnTo>
                    <a:pt x="16510" y="685787"/>
                  </a:lnTo>
                  <a:lnTo>
                    <a:pt x="16510" y="679450"/>
                  </a:lnTo>
                  <a:close/>
                </a:path>
                <a:path w="16509" h="706120">
                  <a:moveTo>
                    <a:pt x="16510" y="673100"/>
                  </a:moveTo>
                  <a:lnTo>
                    <a:pt x="0" y="673100"/>
                  </a:lnTo>
                  <a:lnTo>
                    <a:pt x="0" y="679437"/>
                  </a:lnTo>
                  <a:lnTo>
                    <a:pt x="16510" y="679437"/>
                  </a:lnTo>
                  <a:lnTo>
                    <a:pt x="16510" y="673100"/>
                  </a:lnTo>
                  <a:close/>
                </a:path>
                <a:path w="16509" h="706120">
                  <a:moveTo>
                    <a:pt x="16510" y="31750"/>
                  </a:moveTo>
                  <a:lnTo>
                    <a:pt x="0" y="31750"/>
                  </a:lnTo>
                  <a:lnTo>
                    <a:pt x="0" y="673087"/>
                  </a:lnTo>
                  <a:lnTo>
                    <a:pt x="16510" y="673087"/>
                  </a:lnTo>
                  <a:lnTo>
                    <a:pt x="16510" y="31750"/>
                  </a:lnTo>
                  <a:close/>
                </a:path>
                <a:path w="16509" h="706120">
                  <a:moveTo>
                    <a:pt x="16510" y="25400"/>
                  </a:moveTo>
                  <a:lnTo>
                    <a:pt x="0" y="25400"/>
                  </a:lnTo>
                  <a:lnTo>
                    <a:pt x="0" y="31737"/>
                  </a:lnTo>
                  <a:lnTo>
                    <a:pt x="16510" y="31737"/>
                  </a:lnTo>
                  <a:lnTo>
                    <a:pt x="16510" y="25400"/>
                  </a:lnTo>
                  <a:close/>
                </a:path>
                <a:path w="16509" h="706120">
                  <a:moveTo>
                    <a:pt x="165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16510" y="25387"/>
                  </a:lnTo>
                  <a:lnTo>
                    <a:pt x="16510" y="19050"/>
                  </a:lnTo>
                  <a:close/>
                </a:path>
                <a:path w="16509" h="706120">
                  <a:moveTo>
                    <a:pt x="165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16510" y="19037"/>
                  </a:lnTo>
                  <a:lnTo>
                    <a:pt x="16510" y="12700"/>
                  </a:lnTo>
                  <a:close/>
                </a:path>
                <a:path w="16509" h="706120">
                  <a:moveTo>
                    <a:pt x="165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6510" y="12687"/>
                  </a:lnTo>
                  <a:lnTo>
                    <a:pt x="16510" y="6350"/>
                  </a:lnTo>
                  <a:close/>
                </a:path>
                <a:path w="16509" h="706120">
                  <a:moveTo>
                    <a:pt x="165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6510" y="6337"/>
                  </a:lnTo>
                  <a:lnTo>
                    <a:pt x="16510" y="0"/>
                  </a:lnTo>
                  <a:close/>
                </a:path>
              </a:pathLst>
            </a:custGeom>
            <a:solidFill>
              <a:srgbClr val="ABAB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3" name="object 663"/>
            <p:cNvSpPr/>
            <p:nvPr/>
          </p:nvSpPr>
          <p:spPr>
            <a:xfrm>
              <a:off x="6789420" y="4053852"/>
              <a:ext cx="16510" cy="706120"/>
            </a:xfrm>
            <a:custGeom>
              <a:avLst/>
              <a:gdLst/>
              <a:ahLst/>
              <a:cxnLst/>
              <a:rect l="l" t="t" r="r" b="b"/>
              <a:pathLst>
                <a:path w="16509" h="706120">
                  <a:moveTo>
                    <a:pt x="1651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16510" y="706107"/>
                  </a:lnTo>
                  <a:lnTo>
                    <a:pt x="16510" y="704850"/>
                  </a:lnTo>
                  <a:close/>
                </a:path>
                <a:path w="16509" h="706120">
                  <a:moveTo>
                    <a:pt x="1651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16510" y="704837"/>
                  </a:lnTo>
                  <a:lnTo>
                    <a:pt x="16510" y="698500"/>
                  </a:lnTo>
                  <a:close/>
                </a:path>
                <a:path w="16509" h="706120">
                  <a:moveTo>
                    <a:pt x="1651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16510" y="698487"/>
                  </a:lnTo>
                  <a:lnTo>
                    <a:pt x="16510" y="692150"/>
                  </a:lnTo>
                  <a:close/>
                </a:path>
                <a:path w="16509" h="706120">
                  <a:moveTo>
                    <a:pt x="1651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16510" y="692137"/>
                  </a:lnTo>
                  <a:lnTo>
                    <a:pt x="16510" y="685800"/>
                  </a:lnTo>
                  <a:close/>
                </a:path>
                <a:path w="16509" h="706120">
                  <a:moveTo>
                    <a:pt x="16510" y="679450"/>
                  </a:moveTo>
                  <a:lnTo>
                    <a:pt x="0" y="679450"/>
                  </a:lnTo>
                  <a:lnTo>
                    <a:pt x="0" y="685787"/>
                  </a:lnTo>
                  <a:lnTo>
                    <a:pt x="16510" y="685787"/>
                  </a:lnTo>
                  <a:lnTo>
                    <a:pt x="16510" y="679450"/>
                  </a:lnTo>
                  <a:close/>
                </a:path>
                <a:path w="16509" h="706120">
                  <a:moveTo>
                    <a:pt x="16510" y="673100"/>
                  </a:moveTo>
                  <a:lnTo>
                    <a:pt x="0" y="673100"/>
                  </a:lnTo>
                  <a:lnTo>
                    <a:pt x="0" y="679437"/>
                  </a:lnTo>
                  <a:lnTo>
                    <a:pt x="16510" y="679437"/>
                  </a:lnTo>
                  <a:lnTo>
                    <a:pt x="16510" y="673100"/>
                  </a:lnTo>
                  <a:close/>
                </a:path>
                <a:path w="16509" h="706120">
                  <a:moveTo>
                    <a:pt x="16510" y="31750"/>
                  </a:moveTo>
                  <a:lnTo>
                    <a:pt x="0" y="31750"/>
                  </a:lnTo>
                  <a:lnTo>
                    <a:pt x="0" y="673087"/>
                  </a:lnTo>
                  <a:lnTo>
                    <a:pt x="16510" y="673087"/>
                  </a:lnTo>
                  <a:lnTo>
                    <a:pt x="16510" y="31750"/>
                  </a:lnTo>
                  <a:close/>
                </a:path>
                <a:path w="16509" h="706120">
                  <a:moveTo>
                    <a:pt x="16510" y="25400"/>
                  </a:moveTo>
                  <a:lnTo>
                    <a:pt x="0" y="25400"/>
                  </a:lnTo>
                  <a:lnTo>
                    <a:pt x="0" y="31737"/>
                  </a:lnTo>
                  <a:lnTo>
                    <a:pt x="16510" y="31737"/>
                  </a:lnTo>
                  <a:lnTo>
                    <a:pt x="16510" y="25400"/>
                  </a:lnTo>
                  <a:close/>
                </a:path>
                <a:path w="16509" h="706120">
                  <a:moveTo>
                    <a:pt x="165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16510" y="25387"/>
                  </a:lnTo>
                  <a:lnTo>
                    <a:pt x="16510" y="19050"/>
                  </a:lnTo>
                  <a:close/>
                </a:path>
                <a:path w="16509" h="706120">
                  <a:moveTo>
                    <a:pt x="165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16510" y="19037"/>
                  </a:lnTo>
                  <a:lnTo>
                    <a:pt x="16510" y="12700"/>
                  </a:lnTo>
                  <a:close/>
                </a:path>
                <a:path w="16509" h="706120">
                  <a:moveTo>
                    <a:pt x="165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6510" y="12687"/>
                  </a:lnTo>
                  <a:lnTo>
                    <a:pt x="16510" y="6350"/>
                  </a:lnTo>
                  <a:close/>
                </a:path>
                <a:path w="16509" h="706120">
                  <a:moveTo>
                    <a:pt x="165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6510" y="6337"/>
                  </a:lnTo>
                  <a:lnTo>
                    <a:pt x="16510" y="0"/>
                  </a:lnTo>
                  <a:close/>
                </a:path>
              </a:pathLst>
            </a:custGeom>
            <a:solidFill>
              <a:srgbClr val="A9A9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" name="object 664"/>
            <p:cNvSpPr/>
            <p:nvPr/>
          </p:nvSpPr>
          <p:spPr>
            <a:xfrm>
              <a:off x="6805930" y="4053852"/>
              <a:ext cx="17780" cy="706120"/>
            </a:xfrm>
            <a:custGeom>
              <a:avLst/>
              <a:gdLst/>
              <a:ahLst/>
              <a:cxnLst/>
              <a:rect l="l" t="t" r="r" b="b"/>
              <a:pathLst>
                <a:path w="17779" h="706120">
                  <a:moveTo>
                    <a:pt x="1778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17780" y="706107"/>
                  </a:lnTo>
                  <a:lnTo>
                    <a:pt x="17780" y="704850"/>
                  </a:lnTo>
                  <a:close/>
                </a:path>
                <a:path w="17779" h="706120">
                  <a:moveTo>
                    <a:pt x="1778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17780" y="704837"/>
                  </a:lnTo>
                  <a:lnTo>
                    <a:pt x="17780" y="698500"/>
                  </a:lnTo>
                  <a:close/>
                </a:path>
                <a:path w="17779" h="706120">
                  <a:moveTo>
                    <a:pt x="1778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17780" y="698487"/>
                  </a:lnTo>
                  <a:lnTo>
                    <a:pt x="17780" y="692150"/>
                  </a:lnTo>
                  <a:close/>
                </a:path>
                <a:path w="17779" h="706120">
                  <a:moveTo>
                    <a:pt x="1778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17780" y="692137"/>
                  </a:lnTo>
                  <a:lnTo>
                    <a:pt x="17780" y="685800"/>
                  </a:lnTo>
                  <a:close/>
                </a:path>
                <a:path w="17779" h="706120">
                  <a:moveTo>
                    <a:pt x="17780" y="679450"/>
                  </a:moveTo>
                  <a:lnTo>
                    <a:pt x="0" y="679450"/>
                  </a:lnTo>
                  <a:lnTo>
                    <a:pt x="0" y="685787"/>
                  </a:lnTo>
                  <a:lnTo>
                    <a:pt x="17780" y="685787"/>
                  </a:lnTo>
                  <a:lnTo>
                    <a:pt x="17780" y="679450"/>
                  </a:lnTo>
                  <a:close/>
                </a:path>
                <a:path w="17779" h="706120">
                  <a:moveTo>
                    <a:pt x="17780" y="673100"/>
                  </a:moveTo>
                  <a:lnTo>
                    <a:pt x="0" y="673100"/>
                  </a:lnTo>
                  <a:lnTo>
                    <a:pt x="0" y="679437"/>
                  </a:lnTo>
                  <a:lnTo>
                    <a:pt x="17780" y="679437"/>
                  </a:lnTo>
                  <a:lnTo>
                    <a:pt x="17780" y="673100"/>
                  </a:lnTo>
                  <a:close/>
                </a:path>
                <a:path w="17779" h="706120">
                  <a:moveTo>
                    <a:pt x="17780" y="31750"/>
                  </a:moveTo>
                  <a:lnTo>
                    <a:pt x="0" y="31750"/>
                  </a:lnTo>
                  <a:lnTo>
                    <a:pt x="0" y="673087"/>
                  </a:lnTo>
                  <a:lnTo>
                    <a:pt x="17780" y="673087"/>
                  </a:lnTo>
                  <a:lnTo>
                    <a:pt x="17780" y="31750"/>
                  </a:lnTo>
                  <a:close/>
                </a:path>
                <a:path w="17779" h="706120">
                  <a:moveTo>
                    <a:pt x="17780" y="25400"/>
                  </a:moveTo>
                  <a:lnTo>
                    <a:pt x="0" y="25400"/>
                  </a:lnTo>
                  <a:lnTo>
                    <a:pt x="0" y="31737"/>
                  </a:lnTo>
                  <a:lnTo>
                    <a:pt x="17780" y="31737"/>
                  </a:lnTo>
                  <a:lnTo>
                    <a:pt x="17780" y="25400"/>
                  </a:lnTo>
                  <a:close/>
                </a:path>
                <a:path w="17779" h="706120">
                  <a:moveTo>
                    <a:pt x="1778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17780" y="25387"/>
                  </a:lnTo>
                  <a:lnTo>
                    <a:pt x="17780" y="19050"/>
                  </a:lnTo>
                  <a:close/>
                </a:path>
                <a:path w="17779" h="706120">
                  <a:moveTo>
                    <a:pt x="1778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17780" y="19037"/>
                  </a:lnTo>
                  <a:lnTo>
                    <a:pt x="17780" y="12700"/>
                  </a:lnTo>
                  <a:close/>
                </a:path>
                <a:path w="17779" h="706120">
                  <a:moveTo>
                    <a:pt x="1778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7780" y="12687"/>
                  </a:lnTo>
                  <a:lnTo>
                    <a:pt x="17780" y="6350"/>
                  </a:lnTo>
                  <a:close/>
                </a:path>
                <a:path w="17779" h="706120">
                  <a:moveTo>
                    <a:pt x="1778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7780" y="6337"/>
                  </a:lnTo>
                  <a:lnTo>
                    <a:pt x="17780" y="0"/>
                  </a:lnTo>
                  <a:close/>
                </a:path>
              </a:pathLst>
            </a:custGeom>
            <a:solidFill>
              <a:srgbClr val="AAAA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5" name="object 665"/>
            <p:cNvSpPr/>
            <p:nvPr/>
          </p:nvSpPr>
          <p:spPr>
            <a:xfrm>
              <a:off x="6823710" y="4053852"/>
              <a:ext cx="16510" cy="706120"/>
            </a:xfrm>
            <a:custGeom>
              <a:avLst/>
              <a:gdLst/>
              <a:ahLst/>
              <a:cxnLst/>
              <a:rect l="l" t="t" r="r" b="b"/>
              <a:pathLst>
                <a:path w="16509" h="706120">
                  <a:moveTo>
                    <a:pt x="1651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16510" y="706107"/>
                  </a:lnTo>
                  <a:lnTo>
                    <a:pt x="16510" y="704850"/>
                  </a:lnTo>
                  <a:close/>
                </a:path>
                <a:path w="16509" h="706120">
                  <a:moveTo>
                    <a:pt x="1651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16510" y="704837"/>
                  </a:lnTo>
                  <a:lnTo>
                    <a:pt x="16510" y="698500"/>
                  </a:lnTo>
                  <a:close/>
                </a:path>
                <a:path w="16509" h="706120">
                  <a:moveTo>
                    <a:pt x="1651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16510" y="698487"/>
                  </a:lnTo>
                  <a:lnTo>
                    <a:pt x="16510" y="692150"/>
                  </a:lnTo>
                  <a:close/>
                </a:path>
                <a:path w="16509" h="706120">
                  <a:moveTo>
                    <a:pt x="1651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16510" y="692137"/>
                  </a:lnTo>
                  <a:lnTo>
                    <a:pt x="16510" y="685800"/>
                  </a:lnTo>
                  <a:close/>
                </a:path>
                <a:path w="16509" h="706120">
                  <a:moveTo>
                    <a:pt x="16510" y="679450"/>
                  </a:moveTo>
                  <a:lnTo>
                    <a:pt x="0" y="679450"/>
                  </a:lnTo>
                  <a:lnTo>
                    <a:pt x="0" y="685787"/>
                  </a:lnTo>
                  <a:lnTo>
                    <a:pt x="16510" y="685787"/>
                  </a:lnTo>
                  <a:lnTo>
                    <a:pt x="16510" y="679450"/>
                  </a:lnTo>
                  <a:close/>
                </a:path>
                <a:path w="16509" h="706120">
                  <a:moveTo>
                    <a:pt x="16510" y="673100"/>
                  </a:moveTo>
                  <a:lnTo>
                    <a:pt x="0" y="673100"/>
                  </a:lnTo>
                  <a:lnTo>
                    <a:pt x="0" y="679437"/>
                  </a:lnTo>
                  <a:lnTo>
                    <a:pt x="16510" y="679437"/>
                  </a:lnTo>
                  <a:lnTo>
                    <a:pt x="16510" y="673100"/>
                  </a:lnTo>
                  <a:close/>
                </a:path>
                <a:path w="16509" h="706120">
                  <a:moveTo>
                    <a:pt x="16510" y="31750"/>
                  </a:moveTo>
                  <a:lnTo>
                    <a:pt x="0" y="31750"/>
                  </a:lnTo>
                  <a:lnTo>
                    <a:pt x="0" y="673087"/>
                  </a:lnTo>
                  <a:lnTo>
                    <a:pt x="16510" y="673087"/>
                  </a:lnTo>
                  <a:lnTo>
                    <a:pt x="16510" y="31750"/>
                  </a:lnTo>
                  <a:close/>
                </a:path>
                <a:path w="16509" h="706120">
                  <a:moveTo>
                    <a:pt x="16510" y="25400"/>
                  </a:moveTo>
                  <a:lnTo>
                    <a:pt x="0" y="25400"/>
                  </a:lnTo>
                  <a:lnTo>
                    <a:pt x="0" y="31737"/>
                  </a:lnTo>
                  <a:lnTo>
                    <a:pt x="16510" y="31737"/>
                  </a:lnTo>
                  <a:lnTo>
                    <a:pt x="16510" y="25400"/>
                  </a:lnTo>
                  <a:close/>
                </a:path>
                <a:path w="16509" h="706120">
                  <a:moveTo>
                    <a:pt x="165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16510" y="25387"/>
                  </a:lnTo>
                  <a:lnTo>
                    <a:pt x="16510" y="19050"/>
                  </a:lnTo>
                  <a:close/>
                </a:path>
                <a:path w="16509" h="706120">
                  <a:moveTo>
                    <a:pt x="165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16510" y="19037"/>
                  </a:lnTo>
                  <a:lnTo>
                    <a:pt x="16510" y="12700"/>
                  </a:lnTo>
                  <a:close/>
                </a:path>
                <a:path w="16509" h="706120">
                  <a:moveTo>
                    <a:pt x="165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6510" y="12687"/>
                  </a:lnTo>
                  <a:lnTo>
                    <a:pt x="16510" y="6350"/>
                  </a:lnTo>
                  <a:close/>
                </a:path>
                <a:path w="16509" h="706120">
                  <a:moveTo>
                    <a:pt x="165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6510" y="6337"/>
                  </a:lnTo>
                  <a:lnTo>
                    <a:pt x="16510" y="0"/>
                  </a:lnTo>
                  <a:close/>
                </a:path>
              </a:pathLst>
            </a:custGeom>
            <a:solidFill>
              <a:srgbClr val="ABAB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6" name="object 666"/>
            <p:cNvSpPr/>
            <p:nvPr/>
          </p:nvSpPr>
          <p:spPr>
            <a:xfrm>
              <a:off x="6840220" y="4053852"/>
              <a:ext cx="16510" cy="706120"/>
            </a:xfrm>
            <a:custGeom>
              <a:avLst/>
              <a:gdLst/>
              <a:ahLst/>
              <a:cxnLst/>
              <a:rect l="l" t="t" r="r" b="b"/>
              <a:pathLst>
                <a:path w="16509" h="706120">
                  <a:moveTo>
                    <a:pt x="1651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16510" y="706107"/>
                  </a:lnTo>
                  <a:lnTo>
                    <a:pt x="16510" y="704850"/>
                  </a:lnTo>
                  <a:close/>
                </a:path>
                <a:path w="16509" h="706120">
                  <a:moveTo>
                    <a:pt x="1651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16510" y="704837"/>
                  </a:lnTo>
                  <a:lnTo>
                    <a:pt x="16510" y="698500"/>
                  </a:lnTo>
                  <a:close/>
                </a:path>
                <a:path w="16509" h="706120">
                  <a:moveTo>
                    <a:pt x="1651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16510" y="698487"/>
                  </a:lnTo>
                  <a:lnTo>
                    <a:pt x="16510" y="692150"/>
                  </a:lnTo>
                  <a:close/>
                </a:path>
                <a:path w="16509" h="706120">
                  <a:moveTo>
                    <a:pt x="1651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16510" y="692137"/>
                  </a:lnTo>
                  <a:lnTo>
                    <a:pt x="16510" y="685800"/>
                  </a:lnTo>
                  <a:close/>
                </a:path>
                <a:path w="16509" h="706120">
                  <a:moveTo>
                    <a:pt x="16510" y="679450"/>
                  </a:moveTo>
                  <a:lnTo>
                    <a:pt x="0" y="679450"/>
                  </a:lnTo>
                  <a:lnTo>
                    <a:pt x="0" y="685787"/>
                  </a:lnTo>
                  <a:lnTo>
                    <a:pt x="16510" y="685787"/>
                  </a:lnTo>
                  <a:lnTo>
                    <a:pt x="16510" y="679450"/>
                  </a:lnTo>
                  <a:close/>
                </a:path>
                <a:path w="16509" h="706120">
                  <a:moveTo>
                    <a:pt x="16510" y="673100"/>
                  </a:moveTo>
                  <a:lnTo>
                    <a:pt x="0" y="673100"/>
                  </a:lnTo>
                  <a:lnTo>
                    <a:pt x="0" y="679437"/>
                  </a:lnTo>
                  <a:lnTo>
                    <a:pt x="16510" y="679437"/>
                  </a:lnTo>
                  <a:lnTo>
                    <a:pt x="16510" y="673100"/>
                  </a:lnTo>
                  <a:close/>
                </a:path>
                <a:path w="16509" h="706120">
                  <a:moveTo>
                    <a:pt x="16510" y="31750"/>
                  </a:moveTo>
                  <a:lnTo>
                    <a:pt x="0" y="31750"/>
                  </a:lnTo>
                  <a:lnTo>
                    <a:pt x="0" y="673087"/>
                  </a:lnTo>
                  <a:lnTo>
                    <a:pt x="16510" y="673087"/>
                  </a:lnTo>
                  <a:lnTo>
                    <a:pt x="16510" y="31750"/>
                  </a:lnTo>
                  <a:close/>
                </a:path>
                <a:path w="16509" h="706120">
                  <a:moveTo>
                    <a:pt x="16510" y="25400"/>
                  </a:moveTo>
                  <a:lnTo>
                    <a:pt x="0" y="25400"/>
                  </a:lnTo>
                  <a:lnTo>
                    <a:pt x="0" y="31737"/>
                  </a:lnTo>
                  <a:lnTo>
                    <a:pt x="16510" y="31737"/>
                  </a:lnTo>
                  <a:lnTo>
                    <a:pt x="16510" y="25400"/>
                  </a:lnTo>
                  <a:close/>
                </a:path>
                <a:path w="16509" h="706120">
                  <a:moveTo>
                    <a:pt x="165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16510" y="25387"/>
                  </a:lnTo>
                  <a:lnTo>
                    <a:pt x="16510" y="19050"/>
                  </a:lnTo>
                  <a:close/>
                </a:path>
                <a:path w="16509" h="706120">
                  <a:moveTo>
                    <a:pt x="165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16510" y="19037"/>
                  </a:lnTo>
                  <a:lnTo>
                    <a:pt x="16510" y="12700"/>
                  </a:lnTo>
                  <a:close/>
                </a:path>
                <a:path w="16509" h="706120">
                  <a:moveTo>
                    <a:pt x="165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6510" y="12687"/>
                  </a:lnTo>
                  <a:lnTo>
                    <a:pt x="16510" y="6350"/>
                  </a:lnTo>
                  <a:close/>
                </a:path>
                <a:path w="16509" h="706120">
                  <a:moveTo>
                    <a:pt x="165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6510" y="6337"/>
                  </a:lnTo>
                  <a:lnTo>
                    <a:pt x="16510" y="0"/>
                  </a:lnTo>
                  <a:close/>
                </a:path>
              </a:pathLst>
            </a:custGeom>
            <a:solidFill>
              <a:srgbClr val="ABAB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7" name="object 667"/>
            <p:cNvSpPr/>
            <p:nvPr/>
          </p:nvSpPr>
          <p:spPr>
            <a:xfrm>
              <a:off x="6856730" y="4053852"/>
              <a:ext cx="17780" cy="706120"/>
            </a:xfrm>
            <a:custGeom>
              <a:avLst/>
              <a:gdLst/>
              <a:ahLst/>
              <a:cxnLst/>
              <a:rect l="l" t="t" r="r" b="b"/>
              <a:pathLst>
                <a:path w="17779" h="706120">
                  <a:moveTo>
                    <a:pt x="1778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17780" y="706107"/>
                  </a:lnTo>
                  <a:lnTo>
                    <a:pt x="17780" y="704850"/>
                  </a:lnTo>
                  <a:close/>
                </a:path>
                <a:path w="17779" h="706120">
                  <a:moveTo>
                    <a:pt x="1778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17780" y="704837"/>
                  </a:lnTo>
                  <a:lnTo>
                    <a:pt x="17780" y="698500"/>
                  </a:lnTo>
                  <a:close/>
                </a:path>
                <a:path w="17779" h="706120">
                  <a:moveTo>
                    <a:pt x="1778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17780" y="698487"/>
                  </a:lnTo>
                  <a:lnTo>
                    <a:pt x="17780" y="692150"/>
                  </a:lnTo>
                  <a:close/>
                </a:path>
                <a:path w="17779" h="706120">
                  <a:moveTo>
                    <a:pt x="1778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17780" y="692137"/>
                  </a:lnTo>
                  <a:lnTo>
                    <a:pt x="17780" y="685800"/>
                  </a:lnTo>
                  <a:close/>
                </a:path>
                <a:path w="17779" h="706120">
                  <a:moveTo>
                    <a:pt x="17780" y="679450"/>
                  </a:moveTo>
                  <a:lnTo>
                    <a:pt x="0" y="679450"/>
                  </a:lnTo>
                  <a:lnTo>
                    <a:pt x="0" y="685787"/>
                  </a:lnTo>
                  <a:lnTo>
                    <a:pt x="17780" y="685787"/>
                  </a:lnTo>
                  <a:lnTo>
                    <a:pt x="17780" y="679450"/>
                  </a:lnTo>
                  <a:close/>
                </a:path>
                <a:path w="17779" h="706120">
                  <a:moveTo>
                    <a:pt x="17780" y="673100"/>
                  </a:moveTo>
                  <a:lnTo>
                    <a:pt x="0" y="673100"/>
                  </a:lnTo>
                  <a:lnTo>
                    <a:pt x="0" y="679437"/>
                  </a:lnTo>
                  <a:lnTo>
                    <a:pt x="17780" y="679437"/>
                  </a:lnTo>
                  <a:lnTo>
                    <a:pt x="17780" y="673100"/>
                  </a:lnTo>
                  <a:close/>
                </a:path>
                <a:path w="17779" h="706120">
                  <a:moveTo>
                    <a:pt x="17780" y="31750"/>
                  </a:moveTo>
                  <a:lnTo>
                    <a:pt x="0" y="31750"/>
                  </a:lnTo>
                  <a:lnTo>
                    <a:pt x="0" y="673087"/>
                  </a:lnTo>
                  <a:lnTo>
                    <a:pt x="17780" y="673087"/>
                  </a:lnTo>
                  <a:lnTo>
                    <a:pt x="17780" y="31750"/>
                  </a:lnTo>
                  <a:close/>
                </a:path>
                <a:path w="17779" h="706120">
                  <a:moveTo>
                    <a:pt x="17780" y="25400"/>
                  </a:moveTo>
                  <a:lnTo>
                    <a:pt x="0" y="25400"/>
                  </a:lnTo>
                  <a:lnTo>
                    <a:pt x="0" y="31737"/>
                  </a:lnTo>
                  <a:lnTo>
                    <a:pt x="17780" y="31737"/>
                  </a:lnTo>
                  <a:lnTo>
                    <a:pt x="17780" y="25400"/>
                  </a:lnTo>
                  <a:close/>
                </a:path>
                <a:path w="17779" h="706120">
                  <a:moveTo>
                    <a:pt x="1778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17780" y="25387"/>
                  </a:lnTo>
                  <a:lnTo>
                    <a:pt x="17780" y="19050"/>
                  </a:lnTo>
                  <a:close/>
                </a:path>
                <a:path w="17779" h="706120">
                  <a:moveTo>
                    <a:pt x="1778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17780" y="19037"/>
                  </a:lnTo>
                  <a:lnTo>
                    <a:pt x="17780" y="12700"/>
                  </a:lnTo>
                  <a:close/>
                </a:path>
                <a:path w="17779" h="706120">
                  <a:moveTo>
                    <a:pt x="1778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7780" y="12687"/>
                  </a:lnTo>
                  <a:lnTo>
                    <a:pt x="17780" y="6350"/>
                  </a:lnTo>
                  <a:close/>
                </a:path>
                <a:path w="17779" h="706120">
                  <a:moveTo>
                    <a:pt x="1778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7780" y="6337"/>
                  </a:lnTo>
                  <a:lnTo>
                    <a:pt x="17780" y="0"/>
                  </a:lnTo>
                  <a:close/>
                </a:path>
              </a:pathLst>
            </a:custGeom>
            <a:solidFill>
              <a:srgbClr val="ACAC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" name="object 668"/>
            <p:cNvSpPr/>
            <p:nvPr/>
          </p:nvSpPr>
          <p:spPr>
            <a:xfrm>
              <a:off x="6874510" y="4053852"/>
              <a:ext cx="16510" cy="706120"/>
            </a:xfrm>
            <a:custGeom>
              <a:avLst/>
              <a:gdLst/>
              <a:ahLst/>
              <a:cxnLst/>
              <a:rect l="l" t="t" r="r" b="b"/>
              <a:pathLst>
                <a:path w="16509" h="706120">
                  <a:moveTo>
                    <a:pt x="1651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16510" y="706107"/>
                  </a:lnTo>
                  <a:lnTo>
                    <a:pt x="16510" y="704850"/>
                  </a:lnTo>
                  <a:close/>
                </a:path>
                <a:path w="16509" h="706120">
                  <a:moveTo>
                    <a:pt x="1651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16510" y="704837"/>
                  </a:lnTo>
                  <a:lnTo>
                    <a:pt x="16510" y="698500"/>
                  </a:lnTo>
                  <a:close/>
                </a:path>
                <a:path w="16509" h="706120">
                  <a:moveTo>
                    <a:pt x="1651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16510" y="698487"/>
                  </a:lnTo>
                  <a:lnTo>
                    <a:pt x="16510" y="692150"/>
                  </a:lnTo>
                  <a:close/>
                </a:path>
                <a:path w="16509" h="706120">
                  <a:moveTo>
                    <a:pt x="1651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16510" y="692137"/>
                  </a:lnTo>
                  <a:lnTo>
                    <a:pt x="16510" y="685800"/>
                  </a:lnTo>
                  <a:close/>
                </a:path>
                <a:path w="16509" h="706120">
                  <a:moveTo>
                    <a:pt x="16510" y="679450"/>
                  </a:moveTo>
                  <a:lnTo>
                    <a:pt x="0" y="679450"/>
                  </a:lnTo>
                  <a:lnTo>
                    <a:pt x="0" y="685787"/>
                  </a:lnTo>
                  <a:lnTo>
                    <a:pt x="16510" y="685787"/>
                  </a:lnTo>
                  <a:lnTo>
                    <a:pt x="16510" y="679450"/>
                  </a:lnTo>
                  <a:close/>
                </a:path>
                <a:path w="16509" h="706120">
                  <a:moveTo>
                    <a:pt x="16510" y="673100"/>
                  </a:moveTo>
                  <a:lnTo>
                    <a:pt x="0" y="673100"/>
                  </a:lnTo>
                  <a:lnTo>
                    <a:pt x="0" y="679437"/>
                  </a:lnTo>
                  <a:lnTo>
                    <a:pt x="16510" y="679437"/>
                  </a:lnTo>
                  <a:lnTo>
                    <a:pt x="16510" y="673100"/>
                  </a:lnTo>
                  <a:close/>
                </a:path>
                <a:path w="16509" h="706120">
                  <a:moveTo>
                    <a:pt x="16510" y="31750"/>
                  </a:moveTo>
                  <a:lnTo>
                    <a:pt x="0" y="31750"/>
                  </a:lnTo>
                  <a:lnTo>
                    <a:pt x="0" y="673087"/>
                  </a:lnTo>
                  <a:lnTo>
                    <a:pt x="16510" y="673087"/>
                  </a:lnTo>
                  <a:lnTo>
                    <a:pt x="16510" y="31750"/>
                  </a:lnTo>
                  <a:close/>
                </a:path>
                <a:path w="16509" h="706120">
                  <a:moveTo>
                    <a:pt x="16510" y="25400"/>
                  </a:moveTo>
                  <a:lnTo>
                    <a:pt x="0" y="25400"/>
                  </a:lnTo>
                  <a:lnTo>
                    <a:pt x="0" y="31737"/>
                  </a:lnTo>
                  <a:lnTo>
                    <a:pt x="16510" y="31737"/>
                  </a:lnTo>
                  <a:lnTo>
                    <a:pt x="16510" y="25400"/>
                  </a:lnTo>
                  <a:close/>
                </a:path>
                <a:path w="16509" h="706120">
                  <a:moveTo>
                    <a:pt x="165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16510" y="25387"/>
                  </a:lnTo>
                  <a:lnTo>
                    <a:pt x="16510" y="19050"/>
                  </a:lnTo>
                  <a:close/>
                </a:path>
                <a:path w="16509" h="706120">
                  <a:moveTo>
                    <a:pt x="165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16510" y="19037"/>
                  </a:lnTo>
                  <a:lnTo>
                    <a:pt x="16510" y="12700"/>
                  </a:lnTo>
                  <a:close/>
                </a:path>
                <a:path w="16509" h="706120">
                  <a:moveTo>
                    <a:pt x="165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6510" y="12687"/>
                  </a:lnTo>
                  <a:lnTo>
                    <a:pt x="16510" y="6350"/>
                  </a:lnTo>
                  <a:close/>
                </a:path>
                <a:path w="16509" h="706120">
                  <a:moveTo>
                    <a:pt x="165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6510" y="6337"/>
                  </a:lnTo>
                  <a:lnTo>
                    <a:pt x="16510" y="0"/>
                  </a:lnTo>
                  <a:close/>
                </a:path>
              </a:pathLst>
            </a:custGeom>
            <a:solidFill>
              <a:srgbClr val="ADAD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" name="object 669"/>
            <p:cNvSpPr/>
            <p:nvPr/>
          </p:nvSpPr>
          <p:spPr>
            <a:xfrm>
              <a:off x="6891020" y="4053852"/>
              <a:ext cx="16510" cy="706120"/>
            </a:xfrm>
            <a:custGeom>
              <a:avLst/>
              <a:gdLst/>
              <a:ahLst/>
              <a:cxnLst/>
              <a:rect l="l" t="t" r="r" b="b"/>
              <a:pathLst>
                <a:path w="16509" h="706120">
                  <a:moveTo>
                    <a:pt x="1651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16510" y="706107"/>
                  </a:lnTo>
                  <a:lnTo>
                    <a:pt x="16510" y="704850"/>
                  </a:lnTo>
                  <a:close/>
                </a:path>
                <a:path w="16509" h="706120">
                  <a:moveTo>
                    <a:pt x="1651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16510" y="704837"/>
                  </a:lnTo>
                  <a:lnTo>
                    <a:pt x="16510" y="698500"/>
                  </a:lnTo>
                  <a:close/>
                </a:path>
                <a:path w="16509" h="706120">
                  <a:moveTo>
                    <a:pt x="1651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16510" y="698487"/>
                  </a:lnTo>
                  <a:lnTo>
                    <a:pt x="16510" y="692150"/>
                  </a:lnTo>
                  <a:close/>
                </a:path>
                <a:path w="16509" h="706120">
                  <a:moveTo>
                    <a:pt x="1651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16510" y="692137"/>
                  </a:lnTo>
                  <a:lnTo>
                    <a:pt x="16510" y="685800"/>
                  </a:lnTo>
                  <a:close/>
                </a:path>
                <a:path w="16509" h="706120">
                  <a:moveTo>
                    <a:pt x="16510" y="679450"/>
                  </a:moveTo>
                  <a:lnTo>
                    <a:pt x="0" y="679450"/>
                  </a:lnTo>
                  <a:lnTo>
                    <a:pt x="0" y="685787"/>
                  </a:lnTo>
                  <a:lnTo>
                    <a:pt x="16510" y="685787"/>
                  </a:lnTo>
                  <a:lnTo>
                    <a:pt x="16510" y="679450"/>
                  </a:lnTo>
                  <a:close/>
                </a:path>
                <a:path w="16509" h="706120">
                  <a:moveTo>
                    <a:pt x="16510" y="673100"/>
                  </a:moveTo>
                  <a:lnTo>
                    <a:pt x="0" y="673100"/>
                  </a:lnTo>
                  <a:lnTo>
                    <a:pt x="0" y="679437"/>
                  </a:lnTo>
                  <a:lnTo>
                    <a:pt x="16510" y="679437"/>
                  </a:lnTo>
                  <a:lnTo>
                    <a:pt x="16510" y="673100"/>
                  </a:lnTo>
                  <a:close/>
                </a:path>
                <a:path w="16509" h="706120">
                  <a:moveTo>
                    <a:pt x="16510" y="31750"/>
                  </a:moveTo>
                  <a:lnTo>
                    <a:pt x="0" y="31750"/>
                  </a:lnTo>
                  <a:lnTo>
                    <a:pt x="0" y="673087"/>
                  </a:lnTo>
                  <a:lnTo>
                    <a:pt x="16510" y="673087"/>
                  </a:lnTo>
                  <a:lnTo>
                    <a:pt x="16510" y="31750"/>
                  </a:lnTo>
                  <a:close/>
                </a:path>
                <a:path w="16509" h="706120">
                  <a:moveTo>
                    <a:pt x="16510" y="25400"/>
                  </a:moveTo>
                  <a:lnTo>
                    <a:pt x="0" y="25400"/>
                  </a:lnTo>
                  <a:lnTo>
                    <a:pt x="0" y="31737"/>
                  </a:lnTo>
                  <a:lnTo>
                    <a:pt x="16510" y="31737"/>
                  </a:lnTo>
                  <a:lnTo>
                    <a:pt x="16510" y="25400"/>
                  </a:lnTo>
                  <a:close/>
                </a:path>
                <a:path w="16509" h="706120">
                  <a:moveTo>
                    <a:pt x="165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16510" y="25387"/>
                  </a:lnTo>
                  <a:lnTo>
                    <a:pt x="16510" y="19050"/>
                  </a:lnTo>
                  <a:close/>
                </a:path>
                <a:path w="16509" h="706120">
                  <a:moveTo>
                    <a:pt x="165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16510" y="19037"/>
                  </a:lnTo>
                  <a:lnTo>
                    <a:pt x="16510" y="12700"/>
                  </a:lnTo>
                  <a:close/>
                </a:path>
                <a:path w="16509" h="706120">
                  <a:moveTo>
                    <a:pt x="165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6510" y="12687"/>
                  </a:lnTo>
                  <a:lnTo>
                    <a:pt x="16510" y="6350"/>
                  </a:lnTo>
                  <a:close/>
                </a:path>
                <a:path w="16509" h="706120">
                  <a:moveTo>
                    <a:pt x="165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6510" y="6337"/>
                  </a:lnTo>
                  <a:lnTo>
                    <a:pt x="16510" y="0"/>
                  </a:lnTo>
                  <a:close/>
                </a:path>
              </a:pathLst>
            </a:custGeom>
            <a:solidFill>
              <a:srgbClr val="ADAD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" name="object 670"/>
            <p:cNvSpPr/>
            <p:nvPr/>
          </p:nvSpPr>
          <p:spPr>
            <a:xfrm>
              <a:off x="6907530" y="4053852"/>
              <a:ext cx="17780" cy="706120"/>
            </a:xfrm>
            <a:custGeom>
              <a:avLst/>
              <a:gdLst/>
              <a:ahLst/>
              <a:cxnLst/>
              <a:rect l="l" t="t" r="r" b="b"/>
              <a:pathLst>
                <a:path w="17779" h="706120">
                  <a:moveTo>
                    <a:pt x="1778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17780" y="706107"/>
                  </a:lnTo>
                  <a:lnTo>
                    <a:pt x="17780" y="704850"/>
                  </a:lnTo>
                  <a:close/>
                </a:path>
                <a:path w="17779" h="706120">
                  <a:moveTo>
                    <a:pt x="1778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17780" y="704837"/>
                  </a:lnTo>
                  <a:lnTo>
                    <a:pt x="17780" y="698500"/>
                  </a:lnTo>
                  <a:close/>
                </a:path>
                <a:path w="17779" h="706120">
                  <a:moveTo>
                    <a:pt x="1778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17780" y="698487"/>
                  </a:lnTo>
                  <a:lnTo>
                    <a:pt x="17780" y="692150"/>
                  </a:lnTo>
                  <a:close/>
                </a:path>
                <a:path w="17779" h="706120">
                  <a:moveTo>
                    <a:pt x="1778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17780" y="692137"/>
                  </a:lnTo>
                  <a:lnTo>
                    <a:pt x="17780" y="685800"/>
                  </a:lnTo>
                  <a:close/>
                </a:path>
                <a:path w="17779" h="706120">
                  <a:moveTo>
                    <a:pt x="17780" y="679450"/>
                  </a:moveTo>
                  <a:lnTo>
                    <a:pt x="0" y="679450"/>
                  </a:lnTo>
                  <a:lnTo>
                    <a:pt x="0" y="685787"/>
                  </a:lnTo>
                  <a:lnTo>
                    <a:pt x="17780" y="685787"/>
                  </a:lnTo>
                  <a:lnTo>
                    <a:pt x="17780" y="679450"/>
                  </a:lnTo>
                  <a:close/>
                </a:path>
                <a:path w="17779" h="706120">
                  <a:moveTo>
                    <a:pt x="17780" y="673100"/>
                  </a:moveTo>
                  <a:lnTo>
                    <a:pt x="0" y="673100"/>
                  </a:lnTo>
                  <a:lnTo>
                    <a:pt x="0" y="679437"/>
                  </a:lnTo>
                  <a:lnTo>
                    <a:pt x="17780" y="679437"/>
                  </a:lnTo>
                  <a:lnTo>
                    <a:pt x="17780" y="673100"/>
                  </a:lnTo>
                  <a:close/>
                </a:path>
                <a:path w="17779" h="706120">
                  <a:moveTo>
                    <a:pt x="17780" y="31750"/>
                  </a:moveTo>
                  <a:lnTo>
                    <a:pt x="0" y="31750"/>
                  </a:lnTo>
                  <a:lnTo>
                    <a:pt x="0" y="673087"/>
                  </a:lnTo>
                  <a:lnTo>
                    <a:pt x="17780" y="673087"/>
                  </a:lnTo>
                  <a:lnTo>
                    <a:pt x="17780" y="31750"/>
                  </a:lnTo>
                  <a:close/>
                </a:path>
                <a:path w="17779" h="706120">
                  <a:moveTo>
                    <a:pt x="17780" y="25400"/>
                  </a:moveTo>
                  <a:lnTo>
                    <a:pt x="0" y="25400"/>
                  </a:lnTo>
                  <a:lnTo>
                    <a:pt x="0" y="31737"/>
                  </a:lnTo>
                  <a:lnTo>
                    <a:pt x="17780" y="31737"/>
                  </a:lnTo>
                  <a:lnTo>
                    <a:pt x="17780" y="25400"/>
                  </a:lnTo>
                  <a:close/>
                </a:path>
                <a:path w="17779" h="706120">
                  <a:moveTo>
                    <a:pt x="1778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17780" y="25387"/>
                  </a:lnTo>
                  <a:lnTo>
                    <a:pt x="17780" y="19050"/>
                  </a:lnTo>
                  <a:close/>
                </a:path>
                <a:path w="17779" h="706120">
                  <a:moveTo>
                    <a:pt x="1778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17780" y="19037"/>
                  </a:lnTo>
                  <a:lnTo>
                    <a:pt x="17780" y="12700"/>
                  </a:lnTo>
                  <a:close/>
                </a:path>
                <a:path w="17779" h="706120">
                  <a:moveTo>
                    <a:pt x="1778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7780" y="12687"/>
                  </a:lnTo>
                  <a:lnTo>
                    <a:pt x="17780" y="6350"/>
                  </a:lnTo>
                  <a:close/>
                </a:path>
                <a:path w="17779" h="706120">
                  <a:moveTo>
                    <a:pt x="1778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7780" y="6337"/>
                  </a:lnTo>
                  <a:lnTo>
                    <a:pt x="17780" y="0"/>
                  </a:lnTo>
                  <a:close/>
                </a:path>
              </a:pathLst>
            </a:custGeom>
            <a:solidFill>
              <a:srgbClr val="AEAE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1" name="object 671"/>
            <p:cNvSpPr/>
            <p:nvPr/>
          </p:nvSpPr>
          <p:spPr>
            <a:xfrm>
              <a:off x="6925310" y="4053852"/>
              <a:ext cx="16510" cy="706120"/>
            </a:xfrm>
            <a:custGeom>
              <a:avLst/>
              <a:gdLst/>
              <a:ahLst/>
              <a:cxnLst/>
              <a:rect l="l" t="t" r="r" b="b"/>
              <a:pathLst>
                <a:path w="16509" h="706120">
                  <a:moveTo>
                    <a:pt x="1651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16510" y="706107"/>
                  </a:lnTo>
                  <a:lnTo>
                    <a:pt x="16510" y="704850"/>
                  </a:lnTo>
                  <a:close/>
                </a:path>
                <a:path w="16509" h="706120">
                  <a:moveTo>
                    <a:pt x="1651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16510" y="704837"/>
                  </a:lnTo>
                  <a:lnTo>
                    <a:pt x="16510" y="698500"/>
                  </a:lnTo>
                  <a:close/>
                </a:path>
                <a:path w="16509" h="706120">
                  <a:moveTo>
                    <a:pt x="1651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16510" y="698487"/>
                  </a:lnTo>
                  <a:lnTo>
                    <a:pt x="16510" y="692150"/>
                  </a:lnTo>
                  <a:close/>
                </a:path>
                <a:path w="16509" h="706120">
                  <a:moveTo>
                    <a:pt x="1651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16510" y="692137"/>
                  </a:lnTo>
                  <a:lnTo>
                    <a:pt x="16510" y="685800"/>
                  </a:lnTo>
                  <a:close/>
                </a:path>
                <a:path w="16509" h="706120">
                  <a:moveTo>
                    <a:pt x="16510" y="679450"/>
                  </a:moveTo>
                  <a:lnTo>
                    <a:pt x="0" y="679450"/>
                  </a:lnTo>
                  <a:lnTo>
                    <a:pt x="0" y="685787"/>
                  </a:lnTo>
                  <a:lnTo>
                    <a:pt x="16510" y="685787"/>
                  </a:lnTo>
                  <a:lnTo>
                    <a:pt x="16510" y="679450"/>
                  </a:lnTo>
                  <a:close/>
                </a:path>
                <a:path w="16509" h="706120">
                  <a:moveTo>
                    <a:pt x="16510" y="673100"/>
                  </a:moveTo>
                  <a:lnTo>
                    <a:pt x="0" y="673100"/>
                  </a:lnTo>
                  <a:lnTo>
                    <a:pt x="0" y="679437"/>
                  </a:lnTo>
                  <a:lnTo>
                    <a:pt x="16510" y="679437"/>
                  </a:lnTo>
                  <a:lnTo>
                    <a:pt x="16510" y="673100"/>
                  </a:lnTo>
                  <a:close/>
                </a:path>
                <a:path w="16509" h="706120">
                  <a:moveTo>
                    <a:pt x="16510" y="31750"/>
                  </a:moveTo>
                  <a:lnTo>
                    <a:pt x="0" y="31750"/>
                  </a:lnTo>
                  <a:lnTo>
                    <a:pt x="0" y="673087"/>
                  </a:lnTo>
                  <a:lnTo>
                    <a:pt x="16510" y="673087"/>
                  </a:lnTo>
                  <a:lnTo>
                    <a:pt x="16510" y="31750"/>
                  </a:lnTo>
                  <a:close/>
                </a:path>
                <a:path w="16509" h="706120">
                  <a:moveTo>
                    <a:pt x="16510" y="25400"/>
                  </a:moveTo>
                  <a:lnTo>
                    <a:pt x="0" y="25400"/>
                  </a:lnTo>
                  <a:lnTo>
                    <a:pt x="0" y="31737"/>
                  </a:lnTo>
                  <a:lnTo>
                    <a:pt x="16510" y="31737"/>
                  </a:lnTo>
                  <a:lnTo>
                    <a:pt x="16510" y="25400"/>
                  </a:lnTo>
                  <a:close/>
                </a:path>
                <a:path w="16509" h="706120">
                  <a:moveTo>
                    <a:pt x="165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16510" y="25387"/>
                  </a:lnTo>
                  <a:lnTo>
                    <a:pt x="16510" y="19050"/>
                  </a:lnTo>
                  <a:close/>
                </a:path>
                <a:path w="16509" h="706120">
                  <a:moveTo>
                    <a:pt x="165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16510" y="19037"/>
                  </a:lnTo>
                  <a:lnTo>
                    <a:pt x="16510" y="12700"/>
                  </a:lnTo>
                  <a:close/>
                </a:path>
                <a:path w="16509" h="706120">
                  <a:moveTo>
                    <a:pt x="165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6510" y="12687"/>
                  </a:lnTo>
                  <a:lnTo>
                    <a:pt x="16510" y="6350"/>
                  </a:lnTo>
                  <a:close/>
                </a:path>
                <a:path w="16509" h="706120">
                  <a:moveTo>
                    <a:pt x="165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6510" y="6337"/>
                  </a:lnTo>
                  <a:lnTo>
                    <a:pt x="16510" y="0"/>
                  </a:lnTo>
                  <a:close/>
                </a:path>
              </a:pathLst>
            </a:custGeom>
            <a:solidFill>
              <a:srgbClr val="AFAF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2" name="object 672"/>
            <p:cNvSpPr/>
            <p:nvPr/>
          </p:nvSpPr>
          <p:spPr>
            <a:xfrm>
              <a:off x="6941820" y="4053852"/>
              <a:ext cx="16510" cy="706120"/>
            </a:xfrm>
            <a:custGeom>
              <a:avLst/>
              <a:gdLst/>
              <a:ahLst/>
              <a:cxnLst/>
              <a:rect l="l" t="t" r="r" b="b"/>
              <a:pathLst>
                <a:path w="16509" h="706120">
                  <a:moveTo>
                    <a:pt x="1651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16510" y="706107"/>
                  </a:lnTo>
                  <a:lnTo>
                    <a:pt x="16510" y="704850"/>
                  </a:lnTo>
                  <a:close/>
                </a:path>
                <a:path w="16509" h="706120">
                  <a:moveTo>
                    <a:pt x="1651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16510" y="704837"/>
                  </a:lnTo>
                  <a:lnTo>
                    <a:pt x="16510" y="698500"/>
                  </a:lnTo>
                  <a:close/>
                </a:path>
                <a:path w="16509" h="706120">
                  <a:moveTo>
                    <a:pt x="1651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16510" y="698487"/>
                  </a:lnTo>
                  <a:lnTo>
                    <a:pt x="16510" y="692150"/>
                  </a:lnTo>
                  <a:close/>
                </a:path>
                <a:path w="16509" h="706120">
                  <a:moveTo>
                    <a:pt x="1651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16510" y="692137"/>
                  </a:lnTo>
                  <a:lnTo>
                    <a:pt x="16510" y="685800"/>
                  </a:lnTo>
                  <a:close/>
                </a:path>
                <a:path w="16509" h="706120">
                  <a:moveTo>
                    <a:pt x="16510" y="679450"/>
                  </a:moveTo>
                  <a:lnTo>
                    <a:pt x="0" y="679450"/>
                  </a:lnTo>
                  <a:lnTo>
                    <a:pt x="0" y="685787"/>
                  </a:lnTo>
                  <a:lnTo>
                    <a:pt x="16510" y="685787"/>
                  </a:lnTo>
                  <a:lnTo>
                    <a:pt x="16510" y="679450"/>
                  </a:lnTo>
                  <a:close/>
                </a:path>
                <a:path w="16509" h="706120">
                  <a:moveTo>
                    <a:pt x="16510" y="673100"/>
                  </a:moveTo>
                  <a:lnTo>
                    <a:pt x="0" y="673100"/>
                  </a:lnTo>
                  <a:lnTo>
                    <a:pt x="0" y="679437"/>
                  </a:lnTo>
                  <a:lnTo>
                    <a:pt x="16510" y="679437"/>
                  </a:lnTo>
                  <a:lnTo>
                    <a:pt x="16510" y="673100"/>
                  </a:lnTo>
                  <a:close/>
                </a:path>
                <a:path w="16509" h="706120">
                  <a:moveTo>
                    <a:pt x="16510" y="31750"/>
                  </a:moveTo>
                  <a:lnTo>
                    <a:pt x="0" y="31750"/>
                  </a:lnTo>
                  <a:lnTo>
                    <a:pt x="0" y="673087"/>
                  </a:lnTo>
                  <a:lnTo>
                    <a:pt x="16510" y="673087"/>
                  </a:lnTo>
                  <a:lnTo>
                    <a:pt x="16510" y="31750"/>
                  </a:lnTo>
                  <a:close/>
                </a:path>
                <a:path w="16509" h="706120">
                  <a:moveTo>
                    <a:pt x="16510" y="25400"/>
                  </a:moveTo>
                  <a:lnTo>
                    <a:pt x="0" y="25400"/>
                  </a:lnTo>
                  <a:lnTo>
                    <a:pt x="0" y="31737"/>
                  </a:lnTo>
                  <a:lnTo>
                    <a:pt x="16510" y="31737"/>
                  </a:lnTo>
                  <a:lnTo>
                    <a:pt x="16510" y="25400"/>
                  </a:lnTo>
                  <a:close/>
                </a:path>
                <a:path w="16509" h="706120">
                  <a:moveTo>
                    <a:pt x="165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16510" y="25387"/>
                  </a:lnTo>
                  <a:lnTo>
                    <a:pt x="16510" y="19050"/>
                  </a:lnTo>
                  <a:close/>
                </a:path>
                <a:path w="16509" h="706120">
                  <a:moveTo>
                    <a:pt x="165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16510" y="19037"/>
                  </a:lnTo>
                  <a:lnTo>
                    <a:pt x="16510" y="12700"/>
                  </a:lnTo>
                  <a:close/>
                </a:path>
                <a:path w="16509" h="706120">
                  <a:moveTo>
                    <a:pt x="165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6510" y="12687"/>
                  </a:lnTo>
                  <a:lnTo>
                    <a:pt x="16510" y="6350"/>
                  </a:lnTo>
                  <a:close/>
                </a:path>
                <a:path w="16509" h="706120">
                  <a:moveTo>
                    <a:pt x="165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6510" y="6337"/>
                  </a:lnTo>
                  <a:lnTo>
                    <a:pt x="16510" y="0"/>
                  </a:lnTo>
                  <a:close/>
                </a:path>
              </a:pathLst>
            </a:custGeom>
            <a:solidFill>
              <a:srgbClr val="AFAF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3" name="object 673"/>
            <p:cNvSpPr/>
            <p:nvPr/>
          </p:nvSpPr>
          <p:spPr>
            <a:xfrm>
              <a:off x="6958330" y="4053852"/>
              <a:ext cx="17780" cy="706120"/>
            </a:xfrm>
            <a:custGeom>
              <a:avLst/>
              <a:gdLst/>
              <a:ahLst/>
              <a:cxnLst/>
              <a:rect l="l" t="t" r="r" b="b"/>
              <a:pathLst>
                <a:path w="17779" h="706120">
                  <a:moveTo>
                    <a:pt x="1778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17780" y="706107"/>
                  </a:lnTo>
                  <a:lnTo>
                    <a:pt x="17780" y="704850"/>
                  </a:lnTo>
                  <a:close/>
                </a:path>
                <a:path w="17779" h="706120">
                  <a:moveTo>
                    <a:pt x="1778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17780" y="704837"/>
                  </a:lnTo>
                  <a:lnTo>
                    <a:pt x="17780" y="698500"/>
                  </a:lnTo>
                  <a:close/>
                </a:path>
                <a:path w="17779" h="706120">
                  <a:moveTo>
                    <a:pt x="1778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17780" y="698487"/>
                  </a:lnTo>
                  <a:lnTo>
                    <a:pt x="17780" y="692150"/>
                  </a:lnTo>
                  <a:close/>
                </a:path>
                <a:path w="17779" h="706120">
                  <a:moveTo>
                    <a:pt x="1778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17780" y="692137"/>
                  </a:lnTo>
                  <a:lnTo>
                    <a:pt x="17780" y="685800"/>
                  </a:lnTo>
                  <a:close/>
                </a:path>
                <a:path w="17779" h="706120">
                  <a:moveTo>
                    <a:pt x="17780" y="679450"/>
                  </a:moveTo>
                  <a:lnTo>
                    <a:pt x="0" y="679450"/>
                  </a:lnTo>
                  <a:lnTo>
                    <a:pt x="0" y="685787"/>
                  </a:lnTo>
                  <a:lnTo>
                    <a:pt x="17780" y="685787"/>
                  </a:lnTo>
                  <a:lnTo>
                    <a:pt x="17780" y="679450"/>
                  </a:lnTo>
                  <a:close/>
                </a:path>
                <a:path w="17779" h="706120">
                  <a:moveTo>
                    <a:pt x="17780" y="673100"/>
                  </a:moveTo>
                  <a:lnTo>
                    <a:pt x="0" y="673100"/>
                  </a:lnTo>
                  <a:lnTo>
                    <a:pt x="0" y="679437"/>
                  </a:lnTo>
                  <a:lnTo>
                    <a:pt x="17780" y="679437"/>
                  </a:lnTo>
                  <a:lnTo>
                    <a:pt x="17780" y="673100"/>
                  </a:lnTo>
                  <a:close/>
                </a:path>
                <a:path w="17779" h="706120">
                  <a:moveTo>
                    <a:pt x="17780" y="31750"/>
                  </a:moveTo>
                  <a:lnTo>
                    <a:pt x="0" y="31750"/>
                  </a:lnTo>
                  <a:lnTo>
                    <a:pt x="0" y="673087"/>
                  </a:lnTo>
                  <a:lnTo>
                    <a:pt x="17780" y="673087"/>
                  </a:lnTo>
                  <a:lnTo>
                    <a:pt x="17780" y="31750"/>
                  </a:lnTo>
                  <a:close/>
                </a:path>
                <a:path w="17779" h="706120">
                  <a:moveTo>
                    <a:pt x="17780" y="25400"/>
                  </a:moveTo>
                  <a:lnTo>
                    <a:pt x="0" y="25400"/>
                  </a:lnTo>
                  <a:lnTo>
                    <a:pt x="0" y="31737"/>
                  </a:lnTo>
                  <a:lnTo>
                    <a:pt x="17780" y="31737"/>
                  </a:lnTo>
                  <a:lnTo>
                    <a:pt x="17780" y="25400"/>
                  </a:lnTo>
                  <a:close/>
                </a:path>
                <a:path w="17779" h="706120">
                  <a:moveTo>
                    <a:pt x="1778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17780" y="25387"/>
                  </a:lnTo>
                  <a:lnTo>
                    <a:pt x="17780" y="19050"/>
                  </a:lnTo>
                  <a:close/>
                </a:path>
                <a:path w="17779" h="706120">
                  <a:moveTo>
                    <a:pt x="1778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17780" y="19037"/>
                  </a:lnTo>
                  <a:lnTo>
                    <a:pt x="17780" y="12700"/>
                  </a:lnTo>
                  <a:close/>
                </a:path>
                <a:path w="17779" h="706120">
                  <a:moveTo>
                    <a:pt x="1778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7780" y="12687"/>
                  </a:lnTo>
                  <a:lnTo>
                    <a:pt x="17780" y="6350"/>
                  </a:lnTo>
                  <a:close/>
                </a:path>
                <a:path w="17779" h="706120">
                  <a:moveTo>
                    <a:pt x="1778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7780" y="6337"/>
                  </a:lnTo>
                  <a:lnTo>
                    <a:pt x="17780" y="0"/>
                  </a:lnTo>
                  <a:close/>
                </a:path>
              </a:pathLst>
            </a:custGeom>
            <a:solidFill>
              <a:srgbClr val="B0B0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4" name="object 674"/>
            <p:cNvSpPr/>
            <p:nvPr/>
          </p:nvSpPr>
          <p:spPr>
            <a:xfrm>
              <a:off x="6976110" y="4053852"/>
              <a:ext cx="16510" cy="706120"/>
            </a:xfrm>
            <a:custGeom>
              <a:avLst/>
              <a:gdLst/>
              <a:ahLst/>
              <a:cxnLst/>
              <a:rect l="l" t="t" r="r" b="b"/>
              <a:pathLst>
                <a:path w="16509" h="706120">
                  <a:moveTo>
                    <a:pt x="1651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16510" y="706107"/>
                  </a:lnTo>
                  <a:lnTo>
                    <a:pt x="16510" y="704850"/>
                  </a:lnTo>
                  <a:close/>
                </a:path>
                <a:path w="16509" h="706120">
                  <a:moveTo>
                    <a:pt x="1651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16510" y="704837"/>
                  </a:lnTo>
                  <a:lnTo>
                    <a:pt x="16510" y="698500"/>
                  </a:lnTo>
                  <a:close/>
                </a:path>
                <a:path w="16509" h="706120">
                  <a:moveTo>
                    <a:pt x="1651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16510" y="698487"/>
                  </a:lnTo>
                  <a:lnTo>
                    <a:pt x="16510" y="692150"/>
                  </a:lnTo>
                  <a:close/>
                </a:path>
                <a:path w="16509" h="706120">
                  <a:moveTo>
                    <a:pt x="1651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16510" y="692137"/>
                  </a:lnTo>
                  <a:lnTo>
                    <a:pt x="16510" y="685800"/>
                  </a:lnTo>
                  <a:close/>
                </a:path>
                <a:path w="16509" h="706120">
                  <a:moveTo>
                    <a:pt x="16510" y="679450"/>
                  </a:moveTo>
                  <a:lnTo>
                    <a:pt x="0" y="679450"/>
                  </a:lnTo>
                  <a:lnTo>
                    <a:pt x="0" y="685787"/>
                  </a:lnTo>
                  <a:lnTo>
                    <a:pt x="16510" y="685787"/>
                  </a:lnTo>
                  <a:lnTo>
                    <a:pt x="16510" y="679450"/>
                  </a:lnTo>
                  <a:close/>
                </a:path>
                <a:path w="16509" h="706120">
                  <a:moveTo>
                    <a:pt x="16510" y="673100"/>
                  </a:moveTo>
                  <a:lnTo>
                    <a:pt x="0" y="673100"/>
                  </a:lnTo>
                  <a:lnTo>
                    <a:pt x="0" y="679437"/>
                  </a:lnTo>
                  <a:lnTo>
                    <a:pt x="16510" y="679437"/>
                  </a:lnTo>
                  <a:lnTo>
                    <a:pt x="16510" y="673100"/>
                  </a:lnTo>
                  <a:close/>
                </a:path>
                <a:path w="16509" h="706120">
                  <a:moveTo>
                    <a:pt x="16510" y="31750"/>
                  </a:moveTo>
                  <a:lnTo>
                    <a:pt x="0" y="31750"/>
                  </a:lnTo>
                  <a:lnTo>
                    <a:pt x="0" y="673087"/>
                  </a:lnTo>
                  <a:lnTo>
                    <a:pt x="16510" y="673087"/>
                  </a:lnTo>
                  <a:lnTo>
                    <a:pt x="16510" y="31750"/>
                  </a:lnTo>
                  <a:close/>
                </a:path>
                <a:path w="16509" h="706120">
                  <a:moveTo>
                    <a:pt x="16510" y="25400"/>
                  </a:moveTo>
                  <a:lnTo>
                    <a:pt x="0" y="25400"/>
                  </a:lnTo>
                  <a:lnTo>
                    <a:pt x="0" y="31737"/>
                  </a:lnTo>
                  <a:lnTo>
                    <a:pt x="16510" y="31737"/>
                  </a:lnTo>
                  <a:lnTo>
                    <a:pt x="16510" y="25400"/>
                  </a:lnTo>
                  <a:close/>
                </a:path>
                <a:path w="16509" h="706120">
                  <a:moveTo>
                    <a:pt x="165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16510" y="25387"/>
                  </a:lnTo>
                  <a:lnTo>
                    <a:pt x="16510" y="19050"/>
                  </a:lnTo>
                  <a:close/>
                </a:path>
                <a:path w="16509" h="706120">
                  <a:moveTo>
                    <a:pt x="165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16510" y="19037"/>
                  </a:lnTo>
                  <a:lnTo>
                    <a:pt x="16510" y="12700"/>
                  </a:lnTo>
                  <a:close/>
                </a:path>
                <a:path w="16509" h="706120">
                  <a:moveTo>
                    <a:pt x="165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6510" y="12687"/>
                  </a:lnTo>
                  <a:lnTo>
                    <a:pt x="16510" y="6350"/>
                  </a:lnTo>
                  <a:close/>
                </a:path>
                <a:path w="16509" h="706120">
                  <a:moveTo>
                    <a:pt x="165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6510" y="6337"/>
                  </a:lnTo>
                  <a:lnTo>
                    <a:pt x="16510" y="0"/>
                  </a:lnTo>
                  <a:close/>
                </a:path>
              </a:pathLst>
            </a:custGeom>
            <a:solidFill>
              <a:srgbClr val="B1B1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" name="object 675"/>
            <p:cNvSpPr/>
            <p:nvPr/>
          </p:nvSpPr>
          <p:spPr>
            <a:xfrm>
              <a:off x="6992620" y="4053852"/>
              <a:ext cx="16510" cy="706120"/>
            </a:xfrm>
            <a:custGeom>
              <a:avLst/>
              <a:gdLst/>
              <a:ahLst/>
              <a:cxnLst/>
              <a:rect l="l" t="t" r="r" b="b"/>
              <a:pathLst>
                <a:path w="16509" h="706120">
                  <a:moveTo>
                    <a:pt x="1651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16510" y="706107"/>
                  </a:lnTo>
                  <a:lnTo>
                    <a:pt x="16510" y="704850"/>
                  </a:lnTo>
                  <a:close/>
                </a:path>
                <a:path w="16509" h="706120">
                  <a:moveTo>
                    <a:pt x="1651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16510" y="704837"/>
                  </a:lnTo>
                  <a:lnTo>
                    <a:pt x="16510" y="698500"/>
                  </a:lnTo>
                  <a:close/>
                </a:path>
                <a:path w="16509" h="706120">
                  <a:moveTo>
                    <a:pt x="1651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16510" y="698487"/>
                  </a:lnTo>
                  <a:lnTo>
                    <a:pt x="16510" y="692150"/>
                  </a:lnTo>
                  <a:close/>
                </a:path>
                <a:path w="16509" h="706120">
                  <a:moveTo>
                    <a:pt x="1651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16510" y="692137"/>
                  </a:lnTo>
                  <a:lnTo>
                    <a:pt x="16510" y="685800"/>
                  </a:lnTo>
                  <a:close/>
                </a:path>
                <a:path w="16509" h="706120">
                  <a:moveTo>
                    <a:pt x="16510" y="679450"/>
                  </a:moveTo>
                  <a:lnTo>
                    <a:pt x="0" y="679450"/>
                  </a:lnTo>
                  <a:lnTo>
                    <a:pt x="0" y="685787"/>
                  </a:lnTo>
                  <a:lnTo>
                    <a:pt x="16510" y="685787"/>
                  </a:lnTo>
                  <a:lnTo>
                    <a:pt x="16510" y="679450"/>
                  </a:lnTo>
                  <a:close/>
                </a:path>
                <a:path w="16509" h="706120">
                  <a:moveTo>
                    <a:pt x="16510" y="673100"/>
                  </a:moveTo>
                  <a:lnTo>
                    <a:pt x="0" y="673100"/>
                  </a:lnTo>
                  <a:lnTo>
                    <a:pt x="0" y="679437"/>
                  </a:lnTo>
                  <a:lnTo>
                    <a:pt x="16510" y="679437"/>
                  </a:lnTo>
                  <a:lnTo>
                    <a:pt x="16510" y="673100"/>
                  </a:lnTo>
                  <a:close/>
                </a:path>
                <a:path w="16509" h="706120">
                  <a:moveTo>
                    <a:pt x="16510" y="31750"/>
                  </a:moveTo>
                  <a:lnTo>
                    <a:pt x="0" y="31750"/>
                  </a:lnTo>
                  <a:lnTo>
                    <a:pt x="0" y="673087"/>
                  </a:lnTo>
                  <a:lnTo>
                    <a:pt x="16510" y="673087"/>
                  </a:lnTo>
                  <a:lnTo>
                    <a:pt x="16510" y="31750"/>
                  </a:lnTo>
                  <a:close/>
                </a:path>
                <a:path w="16509" h="706120">
                  <a:moveTo>
                    <a:pt x="16510" y="25400"/>
                  </a:moveTo>
                  <a:lnTo>
                    <a:pt x="0" y="25400"/>
                  </a:lnTo>
                  <a:lnTo>
                    <a:pt x="0" y="31737"/>
                  </a:lnTo>
                  <a:lnTo>
                    <a:pt x="16510" y="31737"/>
                  </a:lnTo>
                  <a:lnTo>
                    <a:pt x="16510" y="25400"/>
                  </a:lnTo>
                  <a:close/>
                </a:path>
                <a:path w="16509" h="706120">
                  <a:moveTo>
                    <a:pt x="165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16510" y="25387"/>
                  </a:lnTo>
                  <a:lnTo>
                    <a:pt x="16510" y="19050"/>
                  </a:lnTo>
                  <a:close/>
                </a:path>
                <a:path w="16509" h="706120">
                  <a:moveTo>
                    <a:pt x="165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16510" y="19037"/>
                  </a:lnTo>
                  <a:lnTo>
                    <a:pt x="16510" y="12700"/>
                  </a:lnTo>
                  <a:close/>
                </a:path>
                <a:path w="16509" h="706120">
                  <a:moveTo>
                    <a:pt x="165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6510" y="12687"/>
                  </a:lnTo>
                  <a:lnTo>
                    <a:pt x="16510" y="6350"/>
                  </a:lnTo>
                  <a:close/>
                </a:path>
                <a:path w="16509" h="706120">
                  <a:moveTo>
                    <a:pt x="165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6510" y="6337"/>
                  </a:lnTo>
                  <a:lnTo>
                    <a:pt x="16510" y="0"/>
                  </a:lnTo>
                  <a:close/>
                </a:path>
              </a:pathLst>
            </a:custGeom>
            <a:solidFill>
              <a:srgbClr val="B2B2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6" name="object 676"/>
            <p:cNvSpPr/>
            <p:nvPr/>
          </p:nvSpPr>
          <p:spPr>
            <a:xfrm>
              <a:off x="7009130" y="4053852"/>
              <a:ext cx="17780" cy="706120"/>
            </a:xfrm>
            <a:custGeom>
              <a:avLst/>
              <a:gdLst/>
              <a:ahLst/>
              <a:cxnLst/>
              <a:rect l="l" t="t" r="r" b="b"/>
              <a:pathLst>
                <a:path w="17779" h="706120">
                  <a:moveTo>
                    <a:pt x="1778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17780" y="706107"/>
                  </a:lnTo>
                  <a:lnTo>
                    <a:pt x="17780" y="704850"/>
                  </a:lnTo>
                  <a:close/>
                </a:path>
                <a:path w="17779" h="706120">
                  <a:moveTo>
                    <a:pt x="1778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17780" y="704837"/>
                  </a:lnTo>
                  <a:lnTo>
                    <a:pt x="17780" y="698500"/>
                  </a:lnTo>
                  <a:close/>
                </a:path>
                <a:path w="17779" h="706120">
                  <a:moveTo>
                    <a:pt x="1778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17780" y="698487"/>
                  </a:lnTo>
                  <a:lnTo>
                    <a:pt x="17780" y="692150"/>
                  </a:lnTo>
                  <a:close/>
                </a:path>
                <a:path w="17779" h="706120">
                  <a:moveTo>
                    <a:pt x="1778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17780" y="692137"/>
                  </a:lnTo>
                  <a:lnTo>
                    <a:pt x="17780" y="685800"/>
                  </a:lnTo>
                  <a:close/>
                </a:path>
                <a:path w="17779" h="706120">
                  <a:moveTo>
                    <a:pt x="17780" y="679450"/>
                  </a:moveTo>
                  <a:lnTo>
                    <a:pt x="0" y="679450"/>
                  </a:lnTo>
                  <a:lnTo>
                    <a:pt x="0" y="685787"/>
                  </a:lnTo>
                  <a:lnTo>
                    <a:pt x="17780" y="685787"/>
                  </a:lnTo>
                  <a:lnTo>
                    <a:pt x="17780" y="679450"/>
                  </a:lnTo>
                  <a:close/>
                </a:path>
                <a:path w="17779" h="706120">
                  <a:moveTo>
                    <a:pt x="17780" y="673100"/>
                  </a:moveTo>
                  <a:lnTo>
                    <a:pt x="0" y="673100"/>
                  </a:lnTo>
                  <a:lnTo>
                    <a:pt x="0" y="679437"/>
                  </a:lnTo>
                  <a:lnTo>
                    <a:pt x="17780" y="679437"/>
                  </a:lnTo>
                  <a:lnTo>
                    <a:pt x="17780" y="673100"/>
                  </a:lnTo>
                  <a:close/>
                </a:path>
                <a:path w="17779" h="706120">
                  <a:moveTo>
                    <a:pt x="17780" y="31750"/>
                  </a:moveTo>
                  <a:lnTo>
                    <a:pt x="0" y="31750"/>
                  </a:lnTo>
                  <a:lnTo>
                    <a:pt x="0" y="673087"/>
                  </a:lnTo>
                  <a:lnTo>
                    <a:pt x="17780" y="673087"/>
                  </a:lnTo>
                  <a:lnTo>
                    <a:pt x="17780" y="31750"/>
                  </a:lnTo>
                  <a:close/>
                </a:path>
                <a:path w="17779" h="706120">
                  <a:moveTo>
                    <a:pt x="17780" y="25400"/>
                  </a:moveTo>
                  <a:lnTo>
                    <a:pt x="0" y="25400"/>
                  </a:lnTo>
                  <a:lnTo>
                    <a:pt x="0" y="31737"/>
                  </a:lnTo>
                  <a:lnTo>
                    <a:pt x="17780" y="31737"/>
                  </a:lnTo>
                  <a:lnTo>
                    <a:pt x="17780" y="25400"/>
                  </a:lnTo>
                  <a:close/>
                </a:path>
                <a:path w="17779" h="706120">
                  <a:moveTo>
                    <a:pt x="1778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17780" y="25387"/>
                  </a:lnTo>
                  <a:lnTo>
                    <a:pt x="17780" y="19050"/>
                  </a:lnTo>
                  <a:close/>
                </a:path>
                <a:path w="17779" h="706120">
                  <a:moveTo>
                    <a:pt x="1778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17780" y="19037"/>
                  </a:lnTo>
                  <a:lnTo>
                    <a:pt x="17780" y="12700"/>
                  </a:lnTo>
                  <a:close/>
                </a:path>
                <a:path w="17779" h="706120">
                  <a:moveTo>
                    <a:pt x="1778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7780" y="12687"/>
                  </a:lnTo>
                  <a:lnTo>
                    <a:pt x="17780" y="6350"/>
                  </a:lnTo>
                  <a:close/>
                </a:path>
                <a:path w="17779" h="706120">
                  <a:moveTo>
                    <a:pt x="1778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7780" y="6337"/>
                  </a:lnTo>
                  <a:lnTo>
                    <a:pt x="17780" y="0"/>
                  </a:lnTo>
                  <a:close/>
                </a:path>
              </a:pathLst>
            </a:custGeom>
            <a:solidFill>
              <a:srgbClr val="B2B2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7" name="object 677"/>
            <p:cNvSpPr/>
            <p:nvPr/>
          </p:nvSpPr>
          <p:spPr>
            <a:xfrm>
              <a:off x="7026910" y="4053852"/>
              <a:ext cx="16510" cy="706120"/>
            </a:xfrm>
            <a:custGeom>
              <a:avLst/>
              <a:gdLst/>
              <a:ahLst/>
              <a:cxnLst/>
              <a:rect l="l" t="t" r="r" b="b"/>
              <a:pathLst>
                <a:path w="16509" h="706120">
                  <a:moveTo>
                    <a:pt x="1651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16510" y="706107"/>
                  </a:lnTo>
                  <a:lnTo>
                    <a:pt x="16510" y="704850"/>
                  </a:lnTo>
                  <a:close/>
                </a:path>
                <a:path w="16509" h="706120">
                  <a:moveTo>
                    <a:pt x="1651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16510" y="704837"/>
                  </a:lnTo>
                  <a:lnTo>
                    <a:pt x="16510" y="698500"/>
                  </a:lnTo>
                  <a:close/>
                </a:path>
                <a:path w="16509" h="706120">
                  <a:moveTo>
                    <a:pt x="1651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16510" y="698487"/>
                  </a:lnTo>
                  <a:lnTo>
                    <a:pt x="16510" y="692150"/>
                  </a:lnTo>
                  <a:close/>
                </a:path>
                <a:path w="16509" h="706120">
                  <a:moveTo>
                    <a:pt x="1651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16510" y="692137"/>
                  </a:lnTo>
                  <a:lnTo>
                    <a:pt x="16510" y="685800"/>
                  </a:lnTo>
                  <a:close/>
                </a:path>
                <a:path w="16509" h="706120">
                  <a:moveTo>
                    <a:pt x="16510" y="679450"/>
                  </a:moveTo>
                  <a:lnTo>
                    <a:pt x="0" y="679450"/>
                  </a:lnTo>
                  <a:lnTo>
                    <a:pt x="0" y="685787"/>
                  </a:lnTo>
                  <a:lnTo>
                    <a:pt x="16510" y="685787"/>
                  </a:lnTo>
                  <a:lnTo>
                    <a:pt x="16510" y="679450"/>
                  </a:lnTo>
                  <a:close/>
                </a:path>
                <a:path w="16509" h="706120">
                  <a:moveTo>
                    <a:pt x="16510" y="673100"/>
                  </a:moveTo>
                  <a:lnTo>
                    <a:pt x="0" y="673100"/>
                  </a:lnTo>
                  <a:lnTo>
                    <a:pt x="0" y="679437"/>
                  </a:lnTo>
                  <a:lnTo>
                    <a:pt x="16510" y="679437"/>
                  </a:lnTo>
                  <a:lnTo>
                    <a:pt x="16510" y="673100"/>
                  </a:lnTo>
                  <a:close/>
                </a:path>
                <a:path w="16509" h="706120">
                  <a:moveTo>
                    <a:pt x="16510" y="31750"/>
                  </a:moveTo>
                  <a:lnTo>
                    <a:pt x="0" y="31750"/>
                  </a:lnTo>
                  <a:lnTo>
                    <a:pt x="0" y="673087"/>
                  </a:lnTo>
                  <a:lnTo>
                    <a:pt x="16510" y="673087"/>
                  </a:lnTo>
                  <a:lnTo>
                    <a:pt x="16510" y="31750"/>
                  </a:lnTo>
                  <a:close/>
                </a:path>
                <a:path w="16509" h="706120">
                  <a:moveTo>
                    <a:pt x="16510" y="25400"/>
                  </a:moveTo>
                  <a:lnTo>
                    <a:pt x="0" y="25400"/>
                  </a:lnTo>
                  <a:lnTo>
                    <a:pt x="0" y="31737"/>
                  </a:lnTo>
                  <a:lnTo>
                    <a:pt x="16510" y="31737"/>
                  </a:lnTo>
                  <a:lnTo>
                    <a:pt x="16510" y="25400"/>
                  </a:lnTo>
                  <a:close/>
                </a:path>
                <a:path w="16509" h="706120">
                  <a:moveTo>
                    <a:pt x="165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16510" y="25387"/>
                  </a:lnTo>
                  <a:lnTo>
                    <a:pt x="16510" y="19050"/>
                  </a:lnTo>
                  <a:close/>
                </a:path>
                <a:path w="16509" h="706120">
                  <a:moveTo>
                    <a:pt x="165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16510" y="19037"/>
                  </a:lnTo>
                  <a:lnTo>
                    <a:pt x="16510" y="12700"/>
                  </a:lnTo>
                  <a:close/>
                </a:path>
                <a:path w="16509" h="706120">
                  <a:moveTo>
                    <a:pt x="165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6510" y="12687"/>
                  </a:lnTo>
                  <a:lnTo>
                    <a:pt x="16510" y="6350"/>
                  </a:lnTo>
                  <a:close/>
                </a:path>
                <a:path w="16509" h="706120">
                  <a:moveTo>
                    <a:pt x="165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6510" y="6337"/>
                  </a:lnTo>
                  <a:lnTo>
                    <a:pt x="16510" y="0"/>
                  </a:lnTo>
                  <a:close/>
                </a:path>
              </a:pathLst>
            </a:custGeom>
            <a:solidFill>
              <a:srgbClr val="B3B3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8" name="object 678"/>
            <p:cNvSpPr/>
            <p:nvPr/>
          </p:nvSpPr>
          <p:spPr>
            <a:xfrm>
              <a:off x="7043420" y="4053852"/>
              <a:ext cx="16510" cy="706120"/>
            </a:xfrm>
            <a:custGeom>
              <a:avLst/>
              <a:gdLst/>
              <a:ahLst/>
              <a:cxnLst/>
              <a:rect l="l" t="t" r="r" b="b"/>
              <a:pathLst>
                <a:path w="16509" h="706120">
                  <a:moveTo>
                    <a:pt x="1651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16510" y="706107"/>
                  </a:lnTo>
                  <a:lnTo>
                    <a:pt x="16510" y="704850"/>
                  </a:lnTo>
                  <a:close/>
                </a:path>
                <a:path w="16509" h="706120">
                  <a:moveTo>
                    <a:pt x="1651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16510" y="704837"/>
                  </a:lnTo>
                  <a:lnTo>
                    <a:pt x="16510" y="698500"/>
                  </a:lnTo>
                  <a:close/>
                </a:path>
                <a:path w="16509" h="706120">
                  <a:moveTo>
                    <a:pt x="1651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16510" y="698487"/>
                  </a:lnTo>
                  <a:lnTo>
                    <a:pt x="16510" y="692150"/>
                  </a:lnTo>
                  <a:close/>
                </a:path>
                <a:path w="16509" h="706120">
                  <a:moveTo>
                    <a:pt x="1651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16510" y="692137"/>
                  </a:lnTo>
                  <a:lnTo>
                    <a:pt x="16510" y="685800"/>
                  </a:lnTo>
                  <a:close/>
                </a:path>
                <a:path w="16509" h="706120">
                  <a:moveTo>
                    <a:pt x="16510" y="679450"/>
                  </a:moveTo>
                  <a:lnTo>
                    <a:pt x="0" y="679450"/>
                  </a:lnTo>
                  <a:lnTo>
                    <a:pt x="0" y="685787"/>
                  </a:lnTo>
                  <a:lnTo>
                    <a:pt x="16510" y="685787"/>
                  </a:lnTo>
                  <a:lnTo>
                    <a:pt x="16510" y="679450"/>
                  </a:lnTo>
                  <a:close/>
                </a:path>
                <a:path w="16509" h="706120">
                  <a:moveTo>
                    <a:pt x="16510" y="673100"/>
                  </a:moveTo>
                  <a:lnTo>
                    <a:pt x="0" y="673100"/>
                  </a:lnTo>
                  <a:lnTo>
                    <a:pt x="0" y="679437"/>
                  </a:lnTo>
                  <a:lnTo>
                    <a:pt x="16510" y="679437"/>
                  </a:lnTo>
                  <a:lnTo>
                    <a:pt x="16510" y="673100"/>
                  </a:lnTo>
                  <a:close/>
                </a:path>
                <a:path w="16509" h="706120">
                  <a:moveTo>
                    <a:pt x="16510" y="31750"/>
                  </a:moveTo>
                  <a:lnTo>
                    <a:pt x="0" y="31750"/>
                  </a:lnTo>
                  <a:lnTo>
                    <a:pt x="0" y="673087"/>
                  </a:lnTo>
                  <a:lnTo>
                    <a:pt x="16510" y="673087"/>
                  </a:lnTo>
                  <a:lnTo>
                    <a:pt x="16510" y="31750"/>
                  </a:lnTo>
                  <a:close/>
                </a:path>
                <a:path w="16509" h="706120">
                  <a:moveTo>
                    <a:pt x="16510" y="25400"/>
                  </a:moveTo>
                  <a:lnTo>
                    <a:pt x="0" y="25400"/>
                  </a:lnTo>
                  <a:lnTo>
                    <a:pt x="0" y="31737"/>
                  </a:lnTo>
                  <a:lnTo>
                    <a:pt x="16510" y="31737"/>
                  </a:lnTo>
                  <a:lnTo>
                    <a:pt x="16510" y="25400"/>
                  </a:lnTo>
                  <a:close/>
                </a:path>
                <a:path w="16509" h="706120">
                  <a:moveTo>
                    <a:pt x="165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16510" y="25387"/>
                  </a:lnTo>
                  <a:lnTo>
                    <a:pt x="16510" y="19050"/>
                  </a:lnTo>
                  <a:close/>
                </a:path>
                <a:path w="16509" h="706120">
                  <a:moveTo>
                    <a:pt x="165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16510" y="19037"/>
                  </a:lnTo>
                  <a:lnTo>
                    <a:pt x="16510" y="12700"/>
                  </a:lnTo>
                  <a:close/>
                </a:path>
                <a:path w="16509" h="706120">
                  <a:moveTo>
                    <a:pt x="165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6510" y="12687"/>
                  </a:lnTo>
                  <a:lnTo>
                    <a:pt x="16510" y="6350"/>
                  </a:lnTo>
                  <a:close/>
                </a:path>
                <a:path w="16509" h="706120">
                  <a:moveTo>
                    <a:pt x="165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6510" y="6337"/>
                  </a:lnTo>
                  <a:lnTo>
                    <a:pt x="16510" y="0"/>
                  </a:lnTo>
                  <a:close/>
                </a:path>
              </a:pathLst>
            </a:custGeom>
            <a:solidFill>
              <a:srgbClr val="B4B4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" name="object 679"/>
            <p:cNvSpPr/>
            <p:nvPr/>
          </p:nvSpPr>
          <p:spPr>
            <a:xfrm>
              <a:off x="7059930" y="4053852"/>
              <a:ext cx="17780" cy="706120"/>
            </a:xfrm>
            <a:custGeom>
              <a:avLst/>
              <a:gdLst/>
              <a:ahLst/>
              <a:cxnLst/>
              <a:rect l="l" t="t" r="r" b="b"/>
              <a:pathLst>
                <a:path w="17779" h="706120">
                  <a:moveTo>
                    <a:pt x="1778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17780" y="706107"/>
                  </a:lnTo>
                  <a:lnTo>
                    <a:pt x="17780" y="704850"/>
                  </a:lnTo>
                  <a:close/>
                </a:path>
                <a:path w="17779" h="706120">
                  <a:moveTo>
                    <a:pt x="1778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17780" y="704837"/>
                  </a:lnTo>
                  <a:lnTo>
                    <a:pt x="17780" y="698500"/>
                  </a:lnTo>
                  <a:close/>
                </a:path>
                <a:path w="17779" h="706120">
                  <a:moveTo>
                    <a:pt x="1778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17780" y="698487"/>
                  </a:lnTo>
                  <a:lnTo>
                    <a:pt x="17780" y="692150"/>
                  </a:lnTo>
                  <a:close/>
                </a:path>
                <a:path w="17779" h="706120">
                  <a:moveTo>
                    <a:pt x="1778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17780" y="692137"/>
                  </a:lnTo>
                  <a:lnTo>
                    <a:pt x="17780" y="685800"/>
                  </a:lnTo>
                  <a:close/>
                </a:path>
                <a:path w="17779" h="706120">
                  <a:moveTo>
                    <a:pt x="17780" y="679450"/>
                  </a:moveTo>
                  <a:lnTo>
                    <a:pt x="0" y="679450"/>
                  </a:lnTo>
                  <a:lnTo>
                    <a:pt x="0" y="685787"/>
                  </a:lnTo>
                  <a:lnTo>
                    <a:pt x="17780" y="685787"/>
                  </a:lnTo>
                  <a:lnTo>
                    <a:pt x="17780" y="679450"/>
                  </a:lnTo>
                  <a:close/>
                </a:path>
                <a:path w="17779" h="706120">
                  <a:moveTo>
                    <a:pt x="17780" y="673100"/>
                  </a:moveTo>
                  <a:lnTo>
                    <a:pt x="0" y="673100"/>
                  </a:lnTo>
                  <a:lnTo>
                    <a:pt x="0" y="679437"/>
                  </a:lnTo>
                  <a:lnTo>
                    <a:pt x="17780" y="679437"/>
                  </a:lnTo>
                  <a:lnTo>
                    <a:pt x="17780" y="673100"/>
                  </a:lnTo>
                  <a:close/>
                </a:path>
                <a:path w="17779" h="706120">
                  <a:moveTo>
                    <a:pt x="17780" y="31750"/>
                  </a:moveTo>
                  <a:lnTo>
                    <a:pt x="0" y="31750"/>
                  </a:lnTo>
                  <a:lnTo>
                    <a:pt x="0" y="673087"/>
                  </a:lnTo>
                  <a:lnTo>
                    <a:pt x="17780" y="673087"/>
                  </a:lnTo>
                  <a:lnTo>
                    <a:pt x="17780" y="31750"/>
                  </a:lnTo>
                  <a:close/>
                </a:path>
                <a:path w="17779" h="706120">
                  <a:moveTo>
                    <a:pt x="17780" y="25400"/>
                  </a:moveTo>
                  <a:lnTo>
                    <a:pt x="0" y="25400"/>
                  </a:lnTo>
                  <a:lnTo>
                    <a:pt x="0" y="31737"/>
                  </a:lnTo>
                  <a:lnTo>
                    <a:pt x="17780" y="31737"/>
                  </a:lnTo>
                  <a:lnTo>
                    <a:pt x="17780" y="25400"/>
                  </a:lnTo>
                  <a:close/>
                </a:path>
                <a:path w="17779" h="706120">
                  <a:moveTo>
                    <a:pt x="1778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17780" y="25387"/>
                  </a:lnTo>
                  <a:lnTo>
                    <a:pt x="17780" y="19050"/>
                  </a:lnTo>
                  <a:close/>
                </a:path>
                <a:path w="17779" h="706120">
                  <a:moveTo>
                    <a:pt x="1778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17780" y="19037"/>
                  </a:lnTo>
                  <a:lnTo>
                    <a:pt x="17780" y="12700"/>
                  </a:lnTo>
                  <a:close/>
                </a:path>
                <a:path w="17779" h="706120">
                  <a:moveTo>
                    <a:pt x="1778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7780" y="12687"/>
                  </a:lnTo>
                  <a:lnTo>
                    <a:pt x="17780" y="6350"/>
                  </a:lnTo>
                  <a:close/>
                </a:path>
                <a:path w="17779" h="706120">
                  <a:moveTo>
                    <a:pt x="1778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7780" y="6337"/>
                  </a:lnTo>
                  <a:lnTo>
                    <a:pt x="17780" y="0"/>
                  </a:lnTo>
                  <a:close/>
                </a:path>
              </a:pathLst>
            </a:custGeom>
            <a:solidFill>
              <a:srgbClr val="B4B4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0" name="object 680"/>
            <p:cNvSpPr/>
            <p:nvPr/>
          </p:nvSpPr>
          <p:spPr>
            <a:xfrm>
              <a:off x="7077710" y="4053852"/>
              <a:ext cx="16510" cy="706120"/>
            </a:xfrm>
            <a:custGeom>
              <a:avLst/>
              <a:gdLst/>
              <a:ahLst/>
              <a:cxnLst/>
              <a:rect l="l" t="t" r="r" b="b"/>
              <a:pathLst>
                <a:path w="16509" h="706120">
                  <a:moveTo>
                    <a:pt x="1651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16510" y="706107"/>
                  </a:lnTo>
                  <a:lnTo>
                    <a:pt x="16510" y="704850"/>
                  </a:lnTo>
                  <a:close/>
                </a:path>
                <a:path w="16509" h="706120">
                  <a:moveTo>
                    <a:pt x="1651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16510" y="704837"/>
                  </a:lnTo>
                  <a:lnTo>
                    <a:pt x="16510" y="698500"/>
                  </a:lnTo>
                  <a:close/>
                </a:path>
                <a:path w="16509" h="706120">
                  <a:moveTo>
                    <a:pt x="1651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16510" y="698487"/>
                  </a:lnTo>
                  <a:lnTo>
                    <a:pt x="16510" y="692150"/>
                  </a:lnTo>
                  <a:close/>
                </a:path>
                <a:path w="16509" h="706120">
                  <a:moveTo>
                    <a:pt x="1651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16510" y="692137"/>
                  </a:lnTo>
                  <a:lnTo>
                    <a:pt x="16510" y="685800"/>
                  </a:lnTo>
                  <a:close/>
                </a:path>
                <a:path w="16509" h="706120">
                  <a:moveTo>
                    <a:pt x="16510" y="679450"/>
                  </a:moveTo>
                  <a:lnTo>
                    <a:pt x="0" y="679450"/>
                  </a:lnTo>
                  <a:lnTo>
                    <a:pt x="0" y="685787"/>
                  </a:lnTo>
                  <a:lnTo>
                    <a:pt x="16510" y="685787"/>
                  </a:lnTo>
                  <a:lnTo>
                    <a:pt x="16510" y="679450"/>
                  </a:lnTo>
                  <a:close/>
                </a:path>
                <a:path w="16509" h="706120">
                  <a:moveTo>
                    <a:pt x="16510" y="673100"/>
                  </a:moveTo>
                  <a:lnTo>
                    <a:pt x="0" y="673100"/>
                  </a:lnTo>
                  <a:lnTo>
                    <a:pt x="0" y="679437"/>
                  </a:lnTo>
                  <a:lnTo>
                    <a:pt x="16510" y="679437"/>
                  </a:lnTo>
                  <a:lnTo>
                    <a:pt x="16510" y="673100"/>
                  </a:lnTo>
                  <a:close/>
                </a:path>
                <a:path w="16509" h="706120">
                  <a:moveTo>
                    <a:pt x="16510" y="31750"/>
                  </a:moveTo>
                  <a:lnTo>
                    <a:pt x="0" y="31750"/>
                  </a:lnTo>
                  <a:lnTo>
                    <a:pt x="0" y="673087"/>
                  </a:lnTo>
                  <a:lnTo>
                    <a:pt x="16510" y="673087"/>
                  </a:lnTo>
                  <a:lnTo>
                    <a:pt x="16510" y="31750"/>
                  </a:lnTo>
                  <a:close/>
                </a:path>
                <a:path w="16509" h="706120">
                  <a:moveTo>
                    <a:pt x="16510" y="25400"/>
                  </a:moveTo>
                  <a:lnTo>
                    <a:pt x="0" y="25400"/>
                  </a:lnTo>
                  <a:lnTo>
                    <a:pt x="0" y="31737"/>
                  </a:lnTo>
                  <a:lnTo>
                    <a:pt x="16510" y="31737"/>
                  </a:lnTo>
                  <a:lnTo>
                    <a:pt x="16510" y="25400"/>
                  </a:lnTo>
                  <a:close/>
                </a:path>
                <a:path w="16509" h="706120">
                  <a:moveTo>
                    <a:pt x="165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16510" y="25387"/>
                  </a:lnTo>
                  <a:lnTo>
                    <a:pt x="16510" y="19050"/>
                  </a:lnTo>
                  <a:close/>
                </a:path>
                <a:path w="16509" h="706120">
                  <a:moveTo>
                    <a:pt x="165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16510" y="19037"/>
                  </a:lnTo>
                  <a:lnTo>
                    <a:pt x="16510" y="12700"/>
                  </a:lnTo>
                  <a:close/>
                </a:path>
                <a:path w="16509" h="706120">
                  <a:moveTo>
                    <a:pt x="165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6510" y="12687"/>
                  </a:lnTo>
                  <a:lnTo>
                    <a:pt x="16510" y="6350"/>
                  </a:lnTo>
                  <a:close/>
                </a:path>
                <a:path w="16509" h="706120">
                  <a:moveTo>
                    <a:pt x="165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6510" y="6337"/>
                  </a:lnTo>
                  <a:lnTo>
                    <a:pt x="16510" y="0"/>
                  </a:lnTo>
                  <a:close/>
                </a:path>
              </a:pathLst>
            </a:custGeom>
            <a:solidFill>
              <a:srgbClr val="B5B5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1" name="object 681"/>
            <p:cNvSpPr/>
            <p:nvPr/>
          </p:nvSpPr>
          <p:spPr>
            <a:xfrm>
              <a:off x="7094220" y="4053852"/>
              <a:ext cx="16510" cy="706120"/>
            </a:xfrm>
            <a:custGeom>
              <a:avLst/>
              <a:gdLst/>
              <a:ahLst/>
              <a:cxnLst/>
              <a:rect l="l" t="t" r="r" b="b"/>
              <a:pathLst>
                <a:path w="16509" h="706120">
                  <a:moveTo>
                    <a:pt x="1651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16510" y="706107"/>
                  </a:lnTo>
                  <a:lnTo>
                    <a:pt x="16510" y="704850"/>
                  </a:lnTo>
                  <a:close/>
                </a:path>
                <a:path w="16509" h="706120">
                  <a:moveTo>
                    <a:pt x="1651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16510" y="704837"/>
                  </a:lnTo>
                  <a:lnTo>
                    <a:pt x="16510" y="698500"/>
                  </a:lnTo>
                  <a:close/>
                </a:path>
                <a:path w="16509" h="706120">
                  <a:moveTo>
                    <a:pt x="1651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16510" y="698487"/>
                  </a:lnTo>
                  <a:lnTo>
                    <a:pt x="16510" y="692150"/>
                  </a:lnTo>
                  <a:close/>
                </a:path>
                <a:path w="16509" h="706120">
                  <a:moveTo>
                    <a:pt x="1651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16510" y="692137"/>
                  </a:lnTo>
                  <a:lnTo>
                    <a:pt x="16510" y="685800"/>
                  </a:lnTo>
                  <a:close/>
                </a:path>
                <a:path w="16509" h="706120">
                  <a:moveTo>
                    <a:pt x="16510" y="679450"/>
                  </a:moveTo>
                  <a:lnTo>
                    <a:pt x="0" y="679450"/>
                  </a:lnTo>
                  <a:lnTo>
                    <a:pt x="0" y="685787"/>
                  </a:lnTo>
                  <a:lnTo>
                    <a:pt x="16510" y="685787"/>
                  </a:lnTo>
                  <a:lnTo>
                    <a:pt x="16510" y="679450"/>
                  </a:lnTo>
                  <a:close/>
                </a:path>
                <a:path w="16509" h="706120">
                  <a:moveTo>
                    <a:pt x="16510" y="673100"/>
                  </a:moveTo>
                  <a:lnTo>
                    <a:pt x="0" y="673100"/>
                  </a:lnTo>
                  <a:lnTo>
                    <a:pt x="0" y="679437"/>
                  </a:lnTo>
                  <a:lnTo>
                    <a:pt x="16510" y="679437"/>
                  </a:lnTo>
                  <a:lnTo>
                    <a:pt x="16510" y="673100"/>
                  </a:lnTo>
                  <a:close/>
                </a:path>
                <a:path w="16509" h="706120">
                  <a:moveTo>
                    <a:pt x="16510" y="31750"/>
                  </a:moveTo>
                  <a:lnTo>
                    <a:pt x="0" y="31750"/>
                  </a:lnTo>
                  <a:lnTo>
                    <a:pt x="0" y="673087"/>
                  </a:lnTo>
                  <a:lnTo>
                    <a:pt x="16510" y="673087"/>
                  </a:lnTo>
                  <a:lnTo>
                    <a:pt x="16510" y="31750"/>
                  </a:lnTo>
                  <a:close/>
                </a:path>
                <a:path w="16509" h="706120">
                  <a:moveTo>
                    <a:pt x="16510" y="25400"/>
                  </a:moveTo>
                  <a:lnTo>
                    <a:pt x="0" y="25400"/>
                  </a:lnTo>
                  <a:lnTo>
                    <a:pt x="0" y="31737"/>
                  </a:lnTo>
                  <a:lnTo>
                    <a:pt x="16510" y="31737"/>
                  </a:lnTo>
                  <a:lnTo>
                    <a:pt x="16510" y="25400"/>
                  </a:lnTo>
                  <a:close/>
                </a:path>
                <a:path w="16509" h="706120">
                  <a:moveTo>
                    <a:pt x="165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16510" y="25387"/>
                  </a:lnTo>
                  <a:lnTo>
                    <a:pt x="16510" y="19050"/>
                  </a:lnTo>
                  <a:close/>
                </a:path>
                <a:path w="16509" h="706120">
                  <a:moveTo>
                    <a:pt x="165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16510" y="19037"/>
                  </a:lnTo>
                  <a:lnTo>
                    <a:pt x="16510" y="12700"/>
                  </a:lnTo>
                  <a:close/>
                </a:path>
                <a:path w="16509" h="706120">
                  <a:moveTo>
                    <a:pt x="165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6510" y="12687"/>
                  </a:lnTo>
                  <a:lnTo>
                    <a:pt x="16510" y="6350"/>
                  </a:lnTo>
                  <a:close/>
                </a:path>
                <a:path w="16509" h="706120">
                  <a:moveTo>
                    <a:pt x="165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6510" y="6337"/>
                  </a:lnTo>
                  <a:lnTo>
                    <a:pt x="16510" y="0"/>
                  </a:lnTo>
                  <a:close/>
                </a:path>
              </a:pathLst>
            </a:custGeom>
            <a:solidFill>
              <a:srgbClr val="B6B6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2" name="object 682"/>
            <p:cNvSpPr/>
            <p:nvPr/>
          </p:nvSpPr>
          <p:spPr>
            <a:xfrm>
              <a:off x="7110730" y="4053852"/>
              <a:ext cx="17780" cy="706120"/>
            </a:xfrm>
            <a:custGeom>
              <a:avLst/>
              <a:gdLst/>
              <a:ahLst/>
              <a:cxnLst/>
              <a:rect l="l" t="t" r="r" b="b"/>
              <a:pathLst>
                <a:path w="17779" h="706120">
                  <a:moveTo>
                    <a:pt x="1778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17780" y="706107"/>
                  </a:lnTo>
                  <a:lnTo>
                    <a:pt x="17780" y="704850"/>
                  </a:lnTo>
                  <a:close/>
                </a:path>
                <a:path w="17779" h="706120">
                  <a:moveTo>
                    <a:pt x="1778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17780" y="704837"/>
                  </a:lnTo>
                  <a:lnTo>
                    <a:pt x="17780" y="698500"/>
                  </a:lnTo>
                  <a:close/>
                </a:path>
                <a:path w="17779" h="706120">
                  <a:moveTo>
                    <a:pt x="1778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17780" y="698487"/>
                  </a:lnTo>
                  <a:lnTo>
                    <a:pt x="17780" y="692150"/>
                  </a:lnTo>
                  <a:close/>
                </a:path>
                <a:path w="17779" h="706120">
                  <a:moveTo>
                    <a:pt x="1778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17780" y="692137"/>
                  </a:lnTo>
                  <a:lnTo>
                    <a:pt x="17780" y="685800"/>
                  </a:lnTo>
                  <a:close/>
                </a:path>
                <a:path w="17779" h="706120">
                  <a:moveTo>
                    <a:pt x="17780" y="679450"/>
                  </a:moveTo>
                  <a:lnTo>
                    <a:pt x="0" y="679450"/>
                  </a:lnTo>
                  <a:lnTo>
                    <a:pt x="0" y="685787"/>
                  </a:lnTo>
                  <a:lnTo>
                    <a:pt x="17780" y="685787"/>
                  </a:lnTo>
                  <a:lnTo>
                    <a:pt x="17780" y="679450"/>
                  </a:lnTo>
                  <a:close/>
                </a:path>
                <a:path w="17779" h="706120">
                  <a:moveTo>
                    <a:pt x="17780" y="673100"/>
                  </a:moveTo>
                  <a:lnTo>
                    <a:pt x="0" y="673100"/>
                  </a:lnTo>
                  <a:lnTo>
                    <a:pt x="0" y="679437"/>
                  </a:lnTo>
                  <a:lnTo>
                    <a:pt x="17780" y="679437"/>
                  </a:lnTo>
                  <a:lnTo>
                    <a:pt x="17780" y="673100"/>
                  </a:lnTo>
                  <a:close/>
                </a:path>
                <a:path w="17779" h="706120">
                  <a:moveTo>
                    <a:pt x="17780" y="31750"/>
                  </a:moveTo>
                  <a:lnTo>
                    <a:pt x="0" y="31750"/>
                  </a:lnTo>
                  <a:lnTo>
                    <a:pt x="0" y="673087"/>
                  </a:lnTo>
                  <a:lnTo>
                    <a:pt x="17780" y="673087"/>
                  </a:lnTo>
                  <a:lnTo>
                    <a:pt x="17780" y="31750"/>
                  </a:lnTo>
                  <a:close/>
                </a:path>
                <a:path w="17779" h="706120">
                  <a:moveTo>
                    <a:pt x="17780" y="25400"/>
                  </a:moveTo>
                  <a:lnTo>
                    <a:pt x="0" y="25400"/>
                  </a:lnTo>
                  <a:lnTo>
                    <a:pt x="0" y="31737"/>
                  </a:lnTo>
                  <a:lnTo>
                    <a:pt x="17780" y="31737"/>
                  </a:lnTo>
                  <a:lnTo>
                    <a:pt x="17780" y="25400"/>
                  </a:lnTo>
                  <a:close/>
                </a:path>
                <a:path w="17779" h="706120">
                  <a:moveTo>
                    <a:pt x="1778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17780" y="25387"/>
                  </a:lnTo>
                  <a:lnTo>
                    <a:pt x="17780" y="19050"/>
                  </a:lnTo>
                  <a:close/>
                </a:path>
                <a:path w="17779" h="706120">
                  <a:moveTo>
                    <a:pt x="1778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17780" y="19037"/>
                  </a:lnTo>
                  <a:lnTo>
                    <a:pt x="17780" y="12700"/>
                  </a:lnTo>
                  <a:close/>
                </a:path>
                <a:path w="17779" h="706120">
                  <a:moveTo>
                    <a:pt x="1778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7780" y="12687"/>
                  </a:lnTo>
                  <a:lnTo>
                    <a:pt x="17780" y="6350"/>
                  </a:lnTo>
                  <a:close/>
                </a:path>
                <a:path w="17779" h="706120">
                  <a:moveTo>
                    <a:pt x="1778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7780" y="6337"/>
                  </a:lnTo>
                  <a:lnTo>
                    <a:pt x="17780" y="0"/>
                  </a:lnTo>
                  <a:close/>
                </a:path>
              </a:pathLst>
            </a:custGeom>
            <a:solidFill>
              <a:srgbClr val="B6B6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" name="object 683"/>
            <p:cNvSpPr/>
            <p:nvPr/>
          </p:nvSpPr>
          <p:spPr>
            <a:xfrm>
              <a:off x="7128510" y="4053852"/>
              <a:ext cx="16510" cy="706120"/>
            </a:xfrm>
            <a:custGeom>
              <a:avLst/>
              <a:gdLst/>
              <a:ahLst/>
              <a:cxnLst/>
              <a:rect l="l" t="t" r="r" b="b"/>
              <a:pathLst>
                <a:path w="16509" h="706120">
                  <a:moveTo>
                    <a:pt x="1651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16510" y="706107"/>
                  </a:lnTo>
                  <a:lnTo>
                    <a:pt x="16510" y="704850"/>
                  </a:lnTo>
                  <a:close/>
                </a:path>
                <a:path w="16509" h="706120">
                  <a:moveTo>
                    <a:pt x="1651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16510" y="704837"/>
                  </a:lnTo>
                  <a:lnTo>
                    <a:pt x="16510" y="698500"/>
                  </a:lnTo>
                  <a:close/>
                </a:path>
                <a:path w="16509" h="706120">
                  <a:moveTo>
                    <a:pt x="1651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16510" y="698487"/>
                  </a:lnTo>
                  <a:lnTo>
                    <a:pt x="16510" y="692150"/>
                  </a:lnTo>
                  <a:close/>
                </a:path>
                <a:path w="16509" h="706120">
                  <a:moveTo>
                    <a:pt x="1651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16510" y="692137"/>
                  </a:lnTo>
                  <a:lnTo>
                    <a:pt x="16510" y="685800"/>
                  </a:lnTo>
                  <a:close/>
                </a:path>
                <a:path w="16509" h="706120">
                  <a:moveTo>
                    <a:pt x="16510" y="679450"/>
                  </a:moveTo>
                  <a:lnTo>
                    <a:pt x="0" y="679450"/>
                  </a:lnTo>
                  <a:lnTo>
                    <a:pt x="0" y="685787"/>
                  </a:lnTo>
                  <a:lnTo>
                    <a:pt x="16510" y="685787"/>
                  </a:lnTo>
                  <a:lnTo>
                    <a:pt x="16510" y="679450"/>
                  </a:lnTo>
                  <a:close/>
                </a:path>
                <a:path w="16509" h="706120">
                  <a:moveTo>
                    <a:pt x="16510" y="673100"/>
                  </a:moveTo>
                  <a:lnTo>
                    <a:pt x="0" y="673100"/>
                  </a:lnTo>
                  <a:lnTo>
                    <a:pt x="0" y="679437"/>
                  </a:lnTo>
                  <a:lnTo>
                    <a:pt x="16510" y="679437"/>
                  </a:lnTo>
                  <a:lnTo>
                    <a:pt x="16510" y="673100"/>
                  </a:lnTo>
                  <a:close/>
                </a:path>
                <a:path w="16509" h="706120">
                  <a:moveTo>
                    <a:pt x="16510" y="31750"/>
                  </a:moveTo>
                  <a:lnTo>
                    <a:pt x="0" y="31750"/>
                  </a:lnTo>
                  <a:lnTo>
                    <a:pt x="0" y="673087"/>
                  </a:lnTo>
                  <a:lnTo>
                    <a:pt x="16510" y="673087"/>
                  </a:lnTo>
                  <a:lnTo>
                    <a:pt x="16510" y="31750"/>
                  </a:lnTo>
                  <a:close/>
                </a:path>
                <a:path w="16509" h="706120">
                  <a:moveTo>
                    <a:pt x="16510" y="25400"/>
                  </a:moveTo>
                  <a:lnTo>
                    <a:pt x="0" y="25400"/>
                  </a:lnTo>
                  <a:lnTo>
                    <a:pt x="0" y="31737"/>
                  </a:lnTo>
                  <a:lnTo>
                    <a:pt x="16510" y="31737"/>
                  </a:lnTo>
                  <a:lnTo>
                    <a:pt x="16510" y="25400"/>
                  </a:lnTo>
                  <a:close/>
                </a:path>
                <a:path w="16509" h="706120">
                  <a:moveTo>
                    <a:pt x="165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16510" y="25387"/>
                  </a:lnTo>
                  <a:lnTo>
                    <a:pt x="16510" y="19050"/>
                  </a:lnTo>
                  <a:close/>
                </a:path>
                <a:path w="16509" h="706120">
                  <a:moveTo>
                    <a:pt x="165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16510" y="19037"/>
                  </a:lnTo>
                  <a:lnTo>
                    <a:pt x="16510" y="12700"/>
                  </a:lnTo>
                  <a:close/>
                </a:path>
                <a:path w="16509" h="706120">
                  <a:moveTo>
                    <a:pt x="165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6510" y="12687"/>
                  </a:lnTo>
                  <a:lnTo>
                    <a:pt x="16510" y="6350"/>
                  </a:lnTo>
                  <a:close/>
                </a:path>
                <a:path w="16509" h="706120">
                  <a:moveTo>
                    <a:pt x="165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6510" y="6337"/>
                  </a:lnTo>
                  <a:lnTo>
                    <a:pt x="16510" y="0"/>
                  </a:lnTo>
                  <a:close/>
                </a:path>
              </a:pathLst>
            </a:custGeom>
            <a:solidFill>
              <a:srgbClr val="B7B7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" name="object 684"/>
            <p:cNvSpPr/>
            <p:nvPr/>
          </p:nvSpPr>
          <p:spPr>
            <a:xfrm>
              <a:off x="7145020" y="4053852"/>
              <a:ext cx="16510" cy="706120"/>
            </a:xfrm>
            <a:custGeom>
              <a:avLst/>
              <a:gdLst/>
              <a:ahLst/>
              <a:cxnLst/>
              <a:rect l="l" t="t" r="r" b="b"/>
              <a:pathLst>
                <a:path w="16509" h="706120">
                  <a:moveTo>
                    <a:pt x="1651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16510" y="706107"/>
                  </a:lnTo>
                  <a:lnTo>
                    <a:pt x="16510" y="704850"/>
                  </a:lnTo>
                  <a:close/>
                </a:path>
                <a:path w="16509" h="706120">
                  <a:moveTo>
                    <a:pt x="1651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16510" y="704837"/>
                  </a:lnTo>
                  <a:lnTo>
                    <a:pt x="16510" y="698500"/>
                  </a:lnTo>
                  <a:close/>
                </a:path>
                <a:path w="16509" h="706120">
                  <a:moveTo>
                    <a:pt x="1651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16510" y="698487"/>
                  </a:lnTo>
                  <a:lnTo>
                    <a:pt x="16510" y="692150"/>
                  </a:lnTo>
                  <a:close/>
                </a:path>
                <a:path w="16509" h="706120">
                  <a:moveTo>
                    <a:pt x="1651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16510" y="692137"/>
                  </a:lnTo>
                  <a:lnTo>
                    <a:pt x="16510" y="685800"/>
                  </a:lnTo>
                  <a:close/>
                </a:path>
                <a:path w="16509" h="706120">
                  <a:moveTo>
                    <a:pt x="16510" y="679450"/>
                  </a:moveTo>
                  <a:lnTo>
                    <a:pt x="0" y="679450"/>
                  </a:lnTo>
                  <a:lnTo>
                    <a:pt x="0" y="685787"/>
                  </a:lnTo>
                  <a:lnTo>
                    <a:pt x="16510" y="685787"/>
                  </a:lnTo>
                  <a:lnTo>
                    <a:pt x="16510" y="679450"/>
                  </a:lnTo>
                  <a:close/>
                </a:path>
                <a:path w="16509" h="706120">
                  <a:moveTo>
                    <a:pt x="16510" y="673100"/>
                  </a:moveTo>
                  <a:lnTo>
                    <a:pt x="0" y="673100"/>
                  </a:lnTo>
                  <a:lnTo>
                    <a:pt x="0" y="679437"/>
                  </a:lnTo>
                  <a:lnTo>
                    <a:pt x="16510" y="679437"/>
                  </a:lnTo>
                  <a:lnTo>
                    <a:pt x="16510" y="673100"/>
                  </a:lnTo>
                  <a:close/>
                </a:path>
                <a:path w="16509" h="706120">
                  <a:moveTo>
                    <a:pt x="16510" y="31750"/>
                  </a:moveTo>
                  <a:lnTo>
                    <a:pt x="0" y="31750"/>
                  </a:lnTo>
                  <a:lnTo>
                    <a:pt x="0" y="673087"/>
                  </a:lnTo>
                  <a:lnTo>
                    <a:pt x="16510" y="673087"/>
                  </a:lnTo>
                  <a:lnTo>
                    <a:pt x="16510" y="31750"/>
                  </a:lnTo>
                  <a:close/>
                </a:path>
                <a:path w="16509" h="706120">
                  <a:moveTo>
                    <a:pt x="16510" y="25400"/>
                  </a:moveTo>
                  <a:lnTo>
                    <a:pt x="0" y="25400"/>
                  </a:lnTo>
                  <a:lnTo>
                    <a:pt x="0" y="31737"/>
                  </a:lnTo>
                  <a:lnTo>
                    <a:pt x="16510" y="31737"/>
                  </a:lnTo>
                  <a:lnTo>
                    <a:pt x="16510" y="25400"/>
                  </a:lnTo>
                  <a:close/>
                </a:path>
                <a:path w="16509" h="706120">
                  <a:moveTo>
                    <a:pt x="165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16510" y="25387"/>
                  </a:lnTo>
                  <a:lnTo>
                    <a:pt x="16510" y="19050"/>
                  </a:lnTo>
                  <a:close/>
                </a:path>
                <a:path w="16509" h="706120">
                  <a:moveTo>
                    <a:pt x="165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16510" y="19037"/>
                  </a:lnTo>
                  <a:lnTo>
                    <a:pt x="16510" y="12700"/>
                  </a:lnTo>
                  <a:close/>
                </a:path>
                <a:path w="16509" h="706120">
                  <a:moveTo>
                    <a:pt x="165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6510" y="12687"/>
                  </a:lnTo>
                  <a:lnTo>
                    <a:pt x="16510" y="6350"/>
                  </a:lnTo>
                  <a:close/>
                </a:path>
                <a:path w="16509" h="706120">
                  <a:moveTo>
                    <a:pt x="165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6510" y="6337"/>
                  </a:lnTo>
                  <a:lnTo>
                    <a:pt x="16510" y="0"/>
                  </a:lnTo>
                  <a:close/>
                </a:path>
              </a:pathLst>
            </a:custGeom>
            <a:solidFill>
              <a:srgbClr val="B8B8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" name="object 685"/>
            <p:cNvSpPr/>
            <p:nvPr/>
          </p:nvSpPr>
          <p:spPr>
            <a:xfrm>
              <a:off x="7161530" y="4053852"/>
              <a:ext cx="17780" cy="706120"/>
            </a:xfrm>
            <a:custGeom>
              <a:avLst/>
              <a:gdLst/>
              <a:ahLst/>
              <a:cxnLst/>
              <a:rect l="l" t="t" r="r" b="b"/>
              <a:pathLst>
                <a:path w="17779" h="706120">
                  <a:moveTo>
                    <a:pt x="1778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17780" y="706107"/>
                  </a:lnTo>
                  <a:lnTo>
                    <a:pt x="17780" y="704850"/>
                  </a:lnTo>
                  <a:close/>
                </a:path>
                <a:path w="17779" h="706120">
                  <a:moveTo>
                    <a:pt x="1778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17780" y="704837"/>
                  </a:lnTo>
                  <a:lnTo>
                    <a:pt x="17780" y="698500"/>
                  </a:lnTo>
                  <a:close/>
                </a:path>
                <a:path w="17779" h="706120">
                  <a:moveTo>
                    <a:pt x="1778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17780" y="698487"/>
                  </a:lnTo>
                  <a:lnTo>
                    <a:pt x="17780" y="692150"/>
                  </a:lnTo>
                  <a:close/>
                </a:path>
                <a:path w="17779" h="706120">
                  <a:moveTo>
                    <a:pt x="1778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17780" y="692137"/>
                  </a:lnTo>
                  <a:lnTo>
                    <a:pt x="17780" y="685800"/>
                  </a:lnTo>
                  <a:close/>
                </a:path>
                <a:path w="17779" h="706120">
                  <a:moveTo>
                    <a:pt x="17780" y="679450"/>
                  </a:moveTo>
                  <a:lnTo>
                    <a:pt x="0" y="679450"/>
                  </a:lnTo>
                  <a:lnTo>
                    <a:pt x="0" y="685787"/>
                  </a:lnTo>
                  <a:lnTo>
                    <a:pt x="17780" y="685787"/>
                  </a:lnTo>
                  <a:lnTo>
                    <a:pt x="17780" y="679450"/>
                  </a:lnTo>
                  <a:close/>
                </a:path>
                <a:path w="17779" h="706120">
                  <a:moveTo>
                    <a:pt x="17780" y="673100"/>
                  </a:moveTo>
                  <a:lnTo>
                    <a:pt x="0" y="673100"/>
                  </a:lnTo>
                  <a:lnTo>
                    <a:pt x="0" y="679437"/>
                  </a:lnTo>
                  <a:lnTo>
                    <a:pt x="17780" y="679437"/>
                  </a:lnTo>
                  <a:lnTo>
                    <a:pt x="17780" y="673100"/>
                  </a:lnTo>
                  <a:close/>
                </a:path>
                <a:path w="17779" h="706120">
                  <a:moveTo>
                    <a:pt x="17780" y="31750"/>
                  </a:moveTo>
                  <a:lnTo>
                    <a:pt x="0" y="31750"/>
                  </a:lnTo>
                  <a:lnTo>
                    <a:pt x="0" y="673087"/>
                  </a:lnTo>
                  <a:lnTo>
                    <a:pt x="17780" y="673087"/>
                  </a:lnTo>
                  <a:lnTo>
                    <a:pt x="17780" y="31750"/>
                  </a:lnTo>
                  <a:close/>
                </a:path>
                <a:path w="17779" h="706120">
                  <a:moveTo>
                    <a:pt x="17780" y="25400"/>
                  </a:moveTo>
                  <a:lnTo>
                    <a:pt x="0" y="25400"/>
                  </a:lnTo>
                  <a:lnTo>
                    <a:pt x="0" y="31737"/>
                  </a:lnTo>
                  <a:lnTo>
                    <a:pt x="17780" y="31737"/>
                  </a:lnTo>
                  <a:lnTo>
                    <a:pt x="17780" y="25400"/>
                  </a:lnTo>
                  <a:close/>
                </a:path>
                <a:path w="17779" h="706120">
                  <a:moveTo>
                    <a:pt x="1778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17780" y="25387"/>
                  </a:lnTo>
                  <a:lnTo>
                    <a:pt x="17780" y="19050"/>
                  </a:lnTo>
                  <a:close/>
                </a:path>
                <a:path w="17779" h="706120">
                  <a:moveTo>
                    <a:pt x="1778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17780" y="19037"/>
                  </a:lnTo>
                  <a:lnTo>
                    <a:pt x="17780" y="12700"/>
                  </a:lnTo>
                  <a:close/>
                </a:path>
                <a:path w="17779" h="706120">
                  <a:moveTo>
                    <a:pt x="1778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7780" y="12687"/>
                  </a:lnTo>
                  <a:lnTo>
                    <a:pt x="17780" y="6350"/>
                  </a:lnTo>
                  <a:close/>
                </a:path>
                <a:path w="17779" h="706120">
                  <a:moveTo>
                    <a:pt x="1778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7780" y="6337"/>
                  </a:lnTo>
                  <a:lnTo>
                    <a:pt x="17780" y="0"/>
                  </a:lnTo>
                  <a:close/>
                </a:path>
              </a:pathLst>
            </a:custGeom>
            <a:solidFill>
              <a:srgbClr val="B9B9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6" name="object 686"/>
            <p:cNvSpPr/>
            <p:nvPr/>
          </p:nvSpPr>
          <p:spPr>
            <a:xfrm>
              <a:off x="7179310" y="4053852"/>
              <a:ext cx="16510" cy="706120"/>
            </a:xfrm>
            <a:custGeom>
              <a:avLst/>
              <a:gdLst/>
              <a:ahLst/>
              <a:cxnLst/>
              <a:rect l="l" t="t" r="r" b="b"/>
              <a:pathLst>
                <a:path w="16509" h="706120">
                  <a:moveTo>
                    <a:pt x="1651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16510" y="706107"/>
                  </a:lnTo>
                  <a:lnTo>
                    <a:pt x="16510" y="704850"/>
                  </a:lnTo>
                  <a:close/>
                </a:path>
                <a:path w="16509" h="706120">
                  <a:moveTo>
                    <a:pt x="1651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16510" y="704837"/>
                  </a:lnTo>
                  <a:lnTo>
                    <a:pt x="16510" y="698500"/>
                  </a:lnTo>
                  <a:close/>
                </a:path>
                <a:path w="16509" h="706120">
                  <a:moveTo>
                    <a:pt x="1651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16510" y="698487"/>
                  </a:lnTo>
                  <a:lnTo>
                    <a:pt x="16510" y="692150"/>
                  </a:lnTo>
                  <a:close/>
                </a:path>
                <a:path w="16509" h="706120">
                  <a:moveTo>
                    <a:pt x="1651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16510" y="692137"/>
                  </a:lnTo>
                  <a:lnTo>
                    <a:pt x="16510" y="685800"/>
                  </a:lnTo>
                  <a:close/>
                </a:path>
                <a:path w="16509" h="706120">
                  <a:moveTo>
                    <a:pt x="16510" y="679450"/>
                  </a:moveTo>
                  <a:lnTo>
                    <a:pt x="0" y="679450"/>
                  </a:lnTo>
                  <a:lnTo>
                    <a:pt x="0" y="685787"/>
                  </a:lnTo>
                  <a:lnTo>
                    <a:pt x="16510" y="685787"/>
                  </a:lnTo>
                  <a:lnTo>
                    <a:pt x="16510" y="679450"/>
                  </a:lnTo>
                  <a:close/>
                </a:path>
                <a:path w="16509" h="706120">
                  <a:moveTo>
                    <a:pt x="16510" y="673100"/>
                  </a:moveTo>
                  <a:lnTo>
                    <a:pt x="0" y="673100"/>
                  </a:lnTo>
                  <a:lnTo>
                    <a:pt x="0" y="679437"/>
                  </a:lnTo>
                  <a:lnTo>
                    <a:pt x="16510" y="679437"/>
                  </a:lnTo>
                  <a:lnTo>
                    <a:pt x="16510" y="673100"/>
                  </a:lnTo>
                  <a:close/>
                </a:path>
                <a:path w="16509" h="706120">
                  <a:moveTo>
                    <a:pt x="16510" y="31750"/>
                  </a:moveTo>
                  <a:lnTo>
                    <a:pt x="0" y="31750"/>
                  </a:lnTo>
                  <a:lnTo>
                    <a:pt x="0" y="673087"/>
                  </a:lnTo>
                  <a:lnTo>
                    <a:pt x="16510" y="673087"/>
                  </a:lnTo>
                  <a:lnTo>
                    <a:pt x="16510" y="31750"/>
                  </a:lnTo>
                  <a:close/>
                </a:path>
                <a:path w="16509" h="706120">
                  <a:moveTo>
                    <a:pt x="16510" y="25400"/>
                  </a:moveTo>
                  <a:lnTo>
                    <a:pt x="0" y="25400"/>
                  </a:lnTo>
                  <a:lnTo>
                    <a:pt x="0" y="31737"/>
                  </a:lnTo>
                  <a:lnTo>
                    <a:pt x="16510" y="31737"/>
                  </a:lnTo>
                  <a:lnTo>
                    <a:pt x="16510" y="25400"/>
                  </a:lnTo>
                  <a:close/>
                </a:path>
                <a:path w="16509" h="706120">
                  <a:moveTo>
                    <a:pt x="165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16510" y="25387"/>
                  </a:lnTo>
                  <a:lnTo>
                    <a:pt x="16510" y="19050"/>
                  </a:lnTo>
                  <a:close/>
                </a:path>
                <a:path w="16509" h="706120">
                  <a:moveTo>
                    <a:pt x="165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16510" y="19037"/>
                  </a:lnTo>
                  <a:lnTo>
                    <a:pt x="16510" y="12700"/>
                  </a:lnTo>
                  <a:close/>
                </a:path>
                <a:path w="16509" h="706120">
                  <a:moveTo>
                    <a:pt x="165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6510" y="12687"/>
                  </a:lnTo>
                  <a:lnTo>
                    <a:pt x="16510" y="6350"/>
                  </a:lnTo>
                  <a:close/>
                </a:path>
                <a:path w="16509" h="706120">
                  <a:moveTo>
                    <a:pt x="165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6510" y="6337"/>
                  </a:lnTo>
                  <a:lnTo>
                    <a:pt x="16510" y="0"/>
                  </a:lnTo>
                  <a:close/>
                </a:path>
              </a:pathLst>
            </a:custGeom>
            <a:solidFill>
              <a:srgbClr val="B9B9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7" name="object 687"/>
            <p:cNvSpPr/>
            <p:nvPr/>
          </p:nvSpPr>
          <p:spPr>
            <a:xfrm>
              <a:off x="7195820" y="4053852"/>
              <a:ext cx="16510" cy="706120"/>
            </a:xfrm>
            <a:custGeom>
              <a:avLst/>
              <a:gdLst/>
              <a:ahLst/>
              <a:cxnLst/>
              <a:rect l="l" t="t" r="r" b="b"/>
              <a:pathLst>
                <a:path w="16509" h="706120">
                  <a:moveTo>
                    <a:pt x="1651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16510" y="706107"/>
                  </a:lnTo>
                  <a:lnTo>
                    <a:pt x="16510" y="704850"/>
                  </a:lnTo>
                  <a:close/>
                </a:path>
                <a:path w="16509" h="706120">
                  <a:moveTo>
                    <a:pt x="1651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16510" y="704837"/>
                  </a:lnTo>
                  <a:lnTo>
                    <a:pt x="16510" y="698500"/>
                  </a:lnTo>
                  <a:close/>
                </a:path>
                <a:path w="16509" h="706120">
                  <a:moveTo>
                    <a:pt x="1651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16510" y="698487"/>
                  </a:lnTo>
                  <a:lnTo>
                    <a:pt x="16510" y="692150"/>
                  </a:lnTo>
                  <a:close/>
                </a:path>
                <a:path w="16509" h="706120">
                  <a:moveTo>
                    <a:pt x="1651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16510" y="692137"/>
                  </a:lnTo>
                  <a:lnTo>
                    <a:pt x="16510" y="685800"/>
                  </a:lnTo>
                  <a:close/>
                </a:path>
                <a:path w="16509" h="706120">
                  <a:moveTo>
                    <a:pt x="16510" y="679450"/>
                  </a:moveTo>
                  <a:lnTo>
                    <a:pt x="0" y="679450"/>
                  </a:lnTo>
                  <a:lnTo>
                    <a:pt x="0" y="685787"/>
                  </a:lnTo>
                  <a:lnTo>
                    <a:pt x="16510" y="685787"/>
                  </a:lnTo>
                  <a:lnTo>
                    <a:pt x="16510" y="679450"/>
                  </a:lnTo>
                  <a:close/>
                </a:path>
                <a:path w="16509" h="706120">
                  <a:moveTo>
                    <a:pt x="16510" y="673100"/>
                  </a:moveTo>
                  <a:lnTo>
                    <a:pt x="0" y="673100"/>
                  </a:lnTo>
                  <a:lnTo>
                    <a:pt x="0" y="679437"/>
                  </a:lnTo>
                  <a:lnTo>
                    <a:pt x="16510" y="679437"/>
                  </a:lnTo>
                  <a:lnTo>
                    <a:pt x="16510" y="673100"/>
                  </a:lnTo>
                  <a:close/>
                </a:path>
                <a:path w="16509" h="706120">
                  <a:moveTo>
                    <a:pt x="16510" y="31750"/>
                  </a:moveTo>
                  <a:lnTo>
                    <a:pt x="0" y="31750"/>
                  </a:lnTo>
                  <a:lnTo>
                    <a:pt x="0" y="673087"/>
                  </a:lnTo>
                  <a:lnTo>
                    <a:pt x="16510" y="673087"/>
                  </a:lnTo>
                  <a:lnTo>
                    <a:pt x="16510" y="31750"/>
                  </a:lnTo>
                  <a:close/>
                </a:path>
                <a:path w="16509" h="706120">
                  <a:moveTo>
                    <a:pt x="16510" y="25400"/>
                  </a:moveTo>
                  <a:lnTo>
                    <a:pt x="0" y="25400"/>
                  </a:lnTo>
                  <a:lnTo>
                    <a:pt x="0" y="31737"/>
                  </a:lnTo>
                  <a:lnTo>
                    <a:pt x="16510" y="31737"/>
                  </a:lnTo>
                  <a:lnTo>
                    <a:pt x="16510" y="25400"/>
                  </a:lnTo>
                  <a:close/>
                </a:path>
                <a:path w="16509" h="706120">
                  <a:moveTo>
                    <a:pt x="165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16510" y="25387"/>
                  </a:lnTo>
                  <a:lnTo>
                    <a:pt x="16510" y="19050"/>
                  </a:lnTo>
                  <a:close/>
                </a:path>
                <a:path w="16509" h="706120">
                  <a:moveTo>
                    <a:pt x="165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16510" y="19037"/>
                  </a:lnTo>
                  <a:lnTo>
                    <a:pt x="16510" y="12700"/>
                  </a:lnTo>
                  <a:close/>
                </a:path>
                <a:path w="16509" h="706120">
                  <a:moveTo>
                    <a:pt x="165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6510" y="12687"/>
                  </a:lnTo>
                  <a:lnTo>
                    <a:pt x="16510" y="6350"/>
                  </a:lnTo>
                  <a:close/>
                </a:path>
                <a:path w="16509" h="706120">
                  <a:moveTo>
                    <a:pt x="165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6510" y="6337"/>
                  </a:lnTo>
                  <a:lnTo>
                    <a:pt x="16510" y="0"/>
                  </a:lnTo>
                  <a:close/>
                </a:path>
              </a:pathLst>
            </a:custGeom>
            <a:solidFill>
              <a:srgbClr val="BABA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" name="object 688"/>
            <p:cNvSpPr/>
            <p:nvPr/>
          </p:nvSpPr>
          <p:spPr>
            <a:xfrm>
              <a:off x="7212330" y="4053852"/>
              <a:ext cx="17780" cy="706120"/>
            </a:xfrm>
            <a:custGeom>
              <a:avLst/>
              <a:gdLst/>
              <a:ahLst/>
              <a:cxnLst/>
              <a:rect l="l" t="t" r="r" b="b"/>
              <a:pathLst>
                <a:path w="17779" h="706120">
                  <a:moveTo>
                    <a:pt x="1778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17780" y="706107"/>
                  </a:lnTo>
                  <a:lnTo>
                    <a:pt x="17780" y="704850"/>
                  </a:lnTo>
                  <a:close/>
                </a:path>
                <a:path w="17779" h="706120">
                  <a:moveTo>
                    <a:pt x="1778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17780" y="704837"/>
                  </a:lnTo>
                  <a:lnTo>
                    <a:pt x="17780" y="698500"/>
                  </a:lnTo>
                  <a:close/>
                </a:path>
                <a:path w="17779" h="706120">
                  <a:moveTo>
                    <a:pt x="1778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17780" y="698487"/>
                  </a:lnTo>
                  <a:lnTo>
                    <a:pt x="17780" y="692150"/>
                  </a:lnTo>
                  <a:close/>
                </a:path>
                <a:path w="17779" h="706120">
                  <a:moveTo>
                    <a:pt x="1778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17780" y="692137"/>
                  </a:lnTo>
                  <a:lnTo>
                    <a:pt x="17780" y="685800"/>
                  </a:lnTo>
                  <a:close/>
                </a:path>
                <a:path w="17779" h="706120">
                  <a:moveTo>
                    <a:pt x="17780" y="679450"/>
                  </a:moveTo>
                  <a:lnTo>
                    <a:pt x="0" y="679450"/>
                  </a:lnTo>
                  <a:lnTo>
                    <a:pt x="0" y="685787"/>
                  </a:lnTo>
                  <a:lnTo>
                    <a:pt x="17780" y="685787"/>
                  </a:lnTo>
                  <a:lnTo>
                    <a:pt x="17780" y="679450"/>
                  </a:lnTo>
                  <a:close/>
                </a:path>
                <a:path w="17779" h="706120">
                  <a:moveTo>
                    <a:pt x="17780" y="673100"/>
                  </a:moveTo>
                  <a:lnTo>
                    <a:pt x="0" y="673100"/>
                  </a:lnTo>
                  <a:lnTo>
                    <a:pt x="0" y="679437"/>
                  </a:lnTo>
                  <a:lnTo>
                    <a:pt x="17780" y="679437"/>
                  </a:lnTo>
                  <a:lnTo>
                    <a:pt x="17780" y="673100"/>
                  </a:lnTo>
                  <a:close/>
                </a:path>
                <a:path w="17779" h="706120">
                  <a:moveTo>
                    <a:pt x="17780" y="31750"/>
                  </a:moveTo>
                  <a:lnTo>
                    <a:pt x="0" y="31750"/>
                  </a:lnTo>
                  <a:lnTo>
                    <a:pt x="0" y="673087"/>
                  </a:lnTo>
                  <a:lnTo>
                    <a:pt x="17780" y="673087"/>
                  </a:lnTo>
                  <a:lnTo>
                    <a:pt x="17780" y="31750"/>
                  </a:lnTo>
                  <a:close/>
                </a:path>
                <a:path w="17779" h="706120">
                  <a:moveTo>
                    <a:pt x="17780" y="25400"/>
                  </a:moveTo>
                  <a:lnTo>
                    <a:pt x="0" y="25400"/>
                  </a:lnTo>
                  <a:lnTo>
                    <a:pt x="0" y="31737"/>
                  </a:lnTo>
                  <a:lnTo>
                    <a:pt x="17780" y="31737"/>
                  </a:lnTo>
                  <a:lnTo>
                    <a:pt x="17780" y="25400"/>
                  </a:lnTo>
                  <a:close/>
                </a:path>
                <a:path w="17779" h="706120">
                  <a:moveTo>
                    <a:pt x="1778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17780" y="25387"/>
                  </a:lnTo>
                  <a:lnTo>
                    <a:pt x="17780" y="19050"/>
                  </a:lnTo>
                  <a:close/>
                </a:path>
                <a:path w="17779" h="706120">
                  <a:moveTo>
                    <a:pt x="1778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17780" y="19037"/>
                  </a:lnTo>
                  <a:lnTo>
                    <a:pt x="17780" y="12700"/>
                  </a:lnTo>
                  <a:close/>
                </a:path>
                <a:path w="17779" h="706120">
                  <a:moveTo>
                    <a:pt x="1778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7780" y="12687"/>
                  </a:lnTo>
                  <a:lnTo>
                    <a:pt x="17780" y="6350"/>
                  </a:lnTo>
                  <a:close/>
                </a:path>
                <a:path w="17779" h="706120">
                  <a:moveTo>
                    <a:pt x="1778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7780" y="6337"/>
                  </a:lnTo>
                  <a:lnTo>
                    <a:pt x="17780" y="0"/>
                  </a:lnTo>
                  <a:close/>
                </a:path>
              </a:pathLst>
            </a:custGeom>
            <a:solidFill>
              <a:srgbClr val="BBBB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9" name="object 689"/>
            <p:cNvSpPr/>
            <p:nvPr/>
          </p:nvSpPr>
          <p:spPr>
            <a:xfrm>
              <a:off x="7230110" y="4053852"/>
              <a:ext cx="16510" cy="706120"/>
            </a:xfrm>
            <a:custGeom>
              <a:avLst/>
              <a:gdLst/>
              <a:ahLst/>
              <a:cxnLst/>
              <a:rect l="l" t="t" r="r" b="b"/>
              <a:pathLst>
                <a:path w="16509" h="706120">
                  <a:moveTo>
                    <a:pt x="16510" y="704850"/>
                  </a:moveTo>
                  <a:lnTo>
                    <a:pt x="0" y="704850"/>
                  </a:lnTo>
                  <a:lnTo>
                    <a:pt x="0" y="706107"/>
                  </a:lnTo>
                  <a:lnTo>
                    <a:pt x="16510" y="706107"/>
                  </a:lnTo>
                  <a:lnTo>
                    <a:pt x="16510" y="704850"/>
                  </a:lnTo>
                  <a:close/>
                </a:path>
                <a:path w="16509" h="706120">
                  <a:moveTo>
                    <a:pt x="16510" y="698500"/>
                  </a:moveTo>
                  <a:lnTo>
                    <a:pt x="0" y="698500"/>
                  </a:lnTo>
                  <a:lnTo>
                    <a:pt x="0" y="704837"/>
                  </a:lnTo>
                  <a:lnTo>
                    <a:pt x="16510" y="704837"/>
                  </a:lnTo>
                  <a:lnTo>
                    <a:pt x="16510" y="698500"/>
                  </a:lnTo>
                  <a:close/>
                </a:path>
                <a:path w="16509" h="706120">
                  <a:moveTo>
                    <a:pt x="16510" y="692150"/>
                  </a:moveTo>
                  <a:lnTo>
                    <a:pt x="0" y="692150"/>
                  </a:lnTo>
                  <a:lnTo>
                    <a:pt x="0" y="698487"/>
                  </a:lnTo>
                  <a:lnTo>
                    <a:pt x="16510" y="698487"/>
                  </a:lnTo>
                  <a:lnTo>
                    <a:pt x="16510" y="692150"/>
                  </a:lnTo>
                  <a:close/>
                </a:path>
                <a:path w="16509" h="706120">
                  <a:moveTo>
                    <a:pt x="16510" y="685800"/>
                  </a:moveTo>
                  <a:lnTo>
                    <a:pt x="0" y="685800"/>
                  </a:lnTo>
                  <a:lnTo>
                    <a:pt x="0" y="692137"/>
                  </a:lnTo>
                  <a:lnTo>
                    <a:pt x="16510" y="692137"/>
                  </a:lnTo>
                  <a:lnTo>
                    <a:pt x="16510" y="685800"/>
                  </a:lnTo>
                  <a:close/>
                </a:path>
                <a:path w="16509" h="706120">
                  <a:moveTo>
                    <a:pt x="16510" y="679450"/>
                  </a:moveTo>
                  <a:lnTo>
                    <a:pt x="0" y="679450"/>
                  </a:lnTo>
                  <a:lnTo>
                    <a:pt x="0" y="685787"/>
                  </a:lnTo>
                  <a:lnTo>
                    <a:pt x="16510" y="685787"/>
                  </a:lnTo>
                  <a:lnTo>
                    <a:pt x="16510" y="679450"/>
                  </a:lnTo>
                  <a:close/>
                </a:path>
                <a:path w="16509" h="706120">
                  <a:moveTo>
                    <a:pt x="16510" y="673100"/>
                  </a:moveTo>
                  <a:lnTo>
                    <a:pt x="0" y="673100"/>
                  </a:lnTo>
                  <a:lnTo>
                    <a:pt x="0" y="679437"/>
                  </a:lnTo>
                  <a:lnTo>
                    <a:pt x="16510" y="679437"/>
                  </a:lnTo>
                  <a:lnTo>
                    <a:pt x="16510" y="673100"/>
                  </a:lnTo>
                  <a:close/>
                </a:path>
                <a:path w="16509" h="706120">
                  <a:moveTo>
                    <a:pt x="16510" y="31750"/>
                  </a:moveTo>
                  <a:lnTo>
                    <a:pt x="0" y="31750"/>
                  </a:lnTo>
                  <a:lnTo>
                    <a:pt x="0" y="673087"/>
                  </a:lnTo>
                  <a:lnTo>
                    <a:pt x="16510" y="673087"/>
                  </a:lnTo>
                  <a:lnTo>
                    <a:pt x="16510" y="31750"/>
                  </a:lnTo>
                  <a:close/>
                </a:path>
                <a:path w="16509" h="706120">
                  <a:moveTo>
                    <a:pt x="16510" y="25400"/>
                  </a:moveTo>
                  <a:lnTo>
                    <a:pt x="0" y="25400"/>
                  </a:lnTo>
                  <a:lnTo>
                    <a:pt x="0" y="31737"/>
                  </a:lnTo>
                  <a:lnTo>
                    <a:pt x="16510" y="31737"/>
                  </a:lnTo>
                  <a:lnTo>
                    <a:pt x="16510" y="25400"/>
                  </a:lnTo>
                  <a:close/>
                </a:path>
                <a:path w="16509" h="706120">
                  <a:moveTo>
                    <a:pt x="165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16510" y="25387"/>
                  </a:lnTo>
                  <a:lnTo>
                    <a:pt x="16510" y="19050"/>
                  </a:lnTo>
                  <a:close/>
                </a:path>
                <a:path w="16509" h="706120">
                  <a:moveTo>
                    <a:pt x="165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16510" y="19037"/>
                  </a:lnTo>
                  <a:lnTo>
                    <a:pt x="16510" y="12700"/>
                  </a:lnTo>
                  <a:close/>
                </a:path>
                <a:path w="16509" h="706120">
                  <a:moveTo>
                    <a:pt x="165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6510" y="12687"/>
                  </a:lnTo>
                  <a:lnTo>
                    <a:pt x="16510" y="6350"/>
                  </a:lnTo>
                  <a:close/>
                </a:path>
                <a:path w="16509" h="706120">
                  <a:moveTo>
                    <a:pt x="165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6510" y="6337"/>
                  </a:lnTo>
                  <a:lnTo>
                    <a:pt x="16510" y="0"/>
                  </a:lnTo>
                  <a:close/>
                </a:path>
              </a:pathLst>
            </a:custGeom>
            <a:solidFill>
              <a:srgbClr val="BBBB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0" name="object 690"/>
            <p:cNvSpPr/>
            <p:nvPr/>
          </p:nvSpPr>
          <p:spPr>
            <a:xfrm>
              <a:off x="7246619" y="4053840"/>
              <a:ext cx="16510" cy="706120"/>
            </a:xfrm>
            <a:custGeom>
              <a:avLst/>
              <a:gdLst/>
              <a:ahLst/>
              <a:cxnLst/>
              <a:rect l="l" t="t" r="r" b="b"/>
              <a:pathLst>
                <a:path w="16509" h="706120">
                  <a:moveTo>
                    <a:pt x="127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16509" y="6349"/>
                  </a:lnTo>
                  <a:lnTo>
                    <a:pt x="16509" y="3809"/>
                  </a:lnTo>
                  <a:lnTo>
                    <a:pt x="15239" y="3809"/>
                  </a:lnTo>
                  <a:lnTo>
                    <a:pt x="15239" y="2539"/>
                  </a:lnTo>
                  <a:lnTo>
                    <a:pt x="6350" y="2539"/>
                  </a:lnTo>
                  <a:lnTo>
                    <a:pt x="635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16509" h="706120">
                  <a:moveTo>
                    <a:pt x="1650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16509" y="12699"/>
                  </a:lnTo>
                  <a:lnTo>
                    <a:pt x="16509" y="6349"/>
                  </a:lnTo>
                  <a:close/>
                </a:path>
                <a:path w="16509" h="706120">
                  <a:moveTo>
                    <a:pt x="1650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16509" y="19049"/>
                  </a:lnTo>
                  <a:lnTo>
                    <a:pt x="16509" y="12699"/>
                  </a:lnTo>
                  <a:close/>
                </a:path>
                <a:path w="16509" h="706120">
                  <a:moveTo>
                    <a:pt x="16509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16509" y="25399"/>
                  </a:lnTo>
                  <a:lnTo>
                    <a:pt x="16509" y="19049"/>
                  </a:lnTo>
                  <a:close/>
                </a:path>
                <a:path w="16509" h="706120">
                  <a:moveTo>
                    <a:pt x="16509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16509" y="31749"/>
                  </a:lnTo>
                  <a:lnTo>
                    <a:pt x="16509" y="25399"/>
                  </a:lnTo>
                  <a:close/>
                </a:path>
                <a:path w="16509" h="706120">
                  <a:moveTo>
                    <a:pt x="16509" y="31749"/>
                  </a:moveTo>
                  <a:lnTo>
                    <a:pt x="0" y="31749"/>
                  </a:lnTo>
                  <a:lnTo>
                    <a:pt x="0" y="673099"/>
                  </a:lnTo>
                  <a:lnTo>
                    <a:pt x="16509" y="673099"/>
                  </a:lnTo>
                  <a:lnTo>
                    <a:pt x="16509" y="31749"/>
                  </a:lnTo>
                  <a:close/>
                </a:path>
                <a:path w="16509" h="706120">
                  <a:moveTo>
                    <a:pt x="16509" y="673099"/>
                  </a:moveTo>
                  <a:lnTo>
                    <a:pt x="0" y="673099"/>
                  </a:lnTo>
                  <a:lnTo>
                    <a:pt x="0" y="679449"/>
                  </a:lnTo>
                  <a:lnTo>
                    <a:pt x="16509" y="679449"/>
                  </a:lnTo>
                  <a:lnTo>
                    <a:pt x="16509" y="673099"/>
                  </a:lnTo>
                  <a:close/>
                </a:path>
                <a:path w="16509" h="706120">
                  <a:moveTo>
                    <a:pt x="16509" y="679449"/>
                  </a:moveTo>
                  <a:lnTo>
                    <a:pt x="0" y="679449"/>
                  </a:lnTo>
                  <a:lnTo>
                    <a:pt x="0" y="685799"/>
                  </a:lnTo>
                  <a:lnTo>
                    <a:pt x="16509" y="685799"/>
                  </a:lnTo>
                  <a:lnTo>
                    <a:pt x="16509" y="679449"/>
                  </a:lnTo>
                  <a:close/>
                </a:path>
                <a:path w="16509" h="706120">
                  <a:moveTo>
                    <a:pt x="16509" y="685799"/>
                  </a:moveTo>
                  <a:lnTo>
                    <a:pt x="0" y="685799"/>
                  </a:lnTo>
                  <a:lnTo>
                    <a:pt x="0" y="692149"/>
                  </a:lnTo>
                  <a:lnTo>
                    <a:pt x="16509" y="692149"/>
                  </a:lnTo>
                  <a:lnTo>
                    <a:pt x="16509" y="685799"/>
                  </a:lnTo>
                  <a:close/>
                </a:path>
                <a:path w="16509" h="706120">
                  <a:moveTo>
                    <a:pt x="16509" y="692149"/>
                  </a:moveTo>
                  <a:lnTo>
                    <a:pt x="0" y="692149"/>
                  </a:lnTo>
                  <a:lnTo>
                    <a:pt x="0" y="698499"/>
                  </a:lnTo>
                  <a:lnTo>
                    <a:pt x="16509" y="698499"/>
                  </a:lnTo>
                  <a:lnTo>
                    <a:pt x="16509" y="692149"/>
                  </a:lnTo>
                  <a:close/>
                </a:path>
                <a:path w="16509" h="706120">
                  <a:moveTo>
                    <a:pt x="16509" y="698499"/>
                  </a:moveTo>
                  <a:lnTo>
                    <a:pt x="0" y="698499"/>
                  </a:lnTo>
                  <a:lnTo>
                    <a:pt x="0" y="704849"/>
                  </a:lnTo>
                  <a:lnTo>
                    <a:pt x="11429" y="704849"/>
                  </a:lnTo>
                  <a:lnTo>
                    <a:pt x="11429" y="703579"/>
                  </a:lnTo>
                  <a:lnTo>
                    <a:pt x="15239" y="703579"/>
                  </a:lnTo>
                  <a:lnTo>
                    <a:pt x="15239" y="702309"/>
                  </a:lnTo>
                  <a:lnTo>
                    <a:pt x="16509" y="702309"/>
                  </a:lnTo>
                  <a:lnTo>
                    <a:pt x="16509" y="698499"/>
                  </a:lnTo>
                  <a:close/>
                </a:path>
                <a:path w="16509" h="706120">
                  <a:moveTo>
                    <a:pt x="10159" y="704849"/>
                  </a:moveTo>
                  <a:lnTo>
                    <a:pt x="0" y="704849"/>
                  </a:lnTo>
                  <a:lnTo>
                    <a:pt x="0" y="706119"/>
                  </a:lnTo>
                  <a:lnTo>
                    <a:pt x="10159" y="706119"/>
                  </a:lnTo>
                  <a:lnTo>
                    <a:pt x="10159" y="704849"/>
                  </a:lnTo>
                  <a:close/>
                </a:path>
              </a:pathLst>
            </a:custGeom>
            <a:solidFill>
              <a:srgbClr val="BCBC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1" name="object 691"/>
            <p:cNvSpPr/>
            <p:nvPr/>
          </p:nvSpPr>
          <p:spPr>
            <a:xfrm>
              <a:off x="7263129" y="4057650"/>
              <a:ext cx="17780" cy="698500"/>
            </a:xfrm>
            <a:custGeom>
              <a:avLst/>
              <a:gdLst/>
              <a:ahLst/>
              <a:cxnLst/>
              <a:rect l="l" t="t" r="r" b="b"/>
              <a:pathLst>
                <a:path w="17779" h="698500">
                  <a:moveTo>
                    <a:pt x="127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40" y="2539"/>
                  </a:lnTo>
                  <a:lnTo>
                    <a:pt x="254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17779" h="698500">
                  <a:moveTo>
                    <a:pt x="762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13970" y="8889"/>
                  </a:lnTo>
                  <a:lnTo>
                    <a:pt x="13970" y="7619"/>
                  </a:lnTo>
                  <a:lnTo>
                    <a:pt x="12700" y="7619"/>
                  </a:lnTo>
                  <a:lnTo>
                    <a:pt x="12700" y="6350"/>
                  </a:lnTo>
                  <a:lnTo>
                    <a:pt x="11429" y="6350"/>
                  </a:lnTo>
                  <a:lnTo>
                    <a:pt x="11429" y="5080"/>
                  </a:lnTo>
                  <a:lnTo>
                    <a:pt x="10159" y="5080"/>
                  </a:lnTo>
                  <a:lnTo>
                    <a:pt x="10159" y="3810"/>
                  </a:lnTo>
                  <a:lnTo>
                    <a:pt x="7620" y="3810"/>
                  </a:lnTo>
                  <a:lnTo>
                    <a:pt x="7620" y="2540"/>
                  </a:lnTo>
                  <a:close/>
                </a:path>
                <a:path w="17779" h="698500">
                  <a:moveTo>
                    <a:pt x="1524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17779" y="15239"/>
                  </a:lnTo>
                  <a:lnTo>
                    <a:pt x="17779" y="11430"/>
                  </a:lnTo>
                  <a:lnTo>
                    <a:pt x="16510" y="11430"/>
                  </a:lnTo>
                  <a:lnTo>
                    <a:pt x="16510" y="10160"/>
                  </a:lnTo>
                  <a:lnTo>
                    <a:pt x="15240" y="10160"/>
                  </a:lnTo>
                  <a:lnTo>
                    <a:pt x="15240" y="8890"/>
                  </a:lnTo>
                  <a:close/>
                </a:path>
                <a:path w="17779" h="698500">
                  <a:moveTo>
                    <a:pt x="17779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17779" y="21589"/>
                  </a:lnTo>
                  <a:lnTo>
                    <a:pt x="17779" y="15240"/>
                  </a:lnTo>
                  <a:close/>
                </a:path>
                <a:path w="17779" h="698500">
                  <a:moveTo>
                    <a:pt x="17779" y="21590"/>
                  </a:moveTo>
                  <a:lnTo>
                    <a:pt x="0" y="21590"/>
                  </a:lnTo>
                  <a:lnTo>
                    <a:pt x="0" y="27939"/>
                  </a:lnTo>
                  <a:lnTo>
                    <a:pt x="17779" y="27939"/>
                  </a:lnTo>
                  <a:lnTo>
                    <a:pt x="17779" y="21590"/>
                  </a:lnTo>
                  <a:close/>
                </a:path>
                <a:path w="17779" h="698500">
                  <a:moveTo>
                    <a:pt x="17779" y="27940"/>
                  </a:moveTo>
                  <a:lnTo>
                    <a:pt x="0" y="27940"/>
                  </a:lnTo>
                  <a:lnTo>
                    <a:pt x="0" y="669289"/>
                  </a:lnTo>
                  <a:lnTo>
                    <a:pt x="17779" y="669289"/>
                  </a:lnTo>
                  <a:lnTo>
                    <a:pt x="17779" y="27940"/>
                  </a:lnTo>
                  <a:close/>
                </a:path>
                <a:path w="17779" h="698500">
                  <a:moveTo>
                    <a:pt x="17779" y="669290"/>
                  </a:moveTo>
                  <a:lnTo>
                    <a:pt x="0" y="669290"/>
                  </a:lnTo>
                  <a:lnTo>
                    <a:pt x="0" y="675639"/>
                  </a:lnTo>
                  <a:lnTo>
                    <a:pt x="17779" y="675639"/>
                  </a:lnTo>
                  <a:lnTo>
                    <a:pt x="17779" y="669290"/>
                  </a:lnTo>
                  <a:close/>
                </a:path>
                <a:path w="17779" h="698500">
                  <a:moveTo>
                    <a:pt x="17779" y="675640"/>
                  </a:moveTo>
                  <a:lnTo>
                    <a:pt x="0" y="675640"/>
                  </a:lnTo>
                  <a:lnTo>
                    <a:pt x="0" y="681989"/>
                  </a:lnTo>
                  <a:lnTo>
                    <a:pt x="17779" y="681989"/>
                  </a:lnTo>
                  <a:lnTo>
                    <a:pt x="17779" y="675640"/>
                  </a:lnTo>
                  <a:close/>
                </a:path>
                <a:path w="17779" h="698500">
                  <a:moveTo>
                    <a:pt x="17779" y="681990"/>
                  </a:moveTo>
                  <a:lnTo>
                    <a:pt x="0" y="681990"/>
                  </a:lnTo>
                  <a:lnTo>
                    <a:pt x="0" y="688339"/>
                  </a:lnTo>
                  <a:lnTo>
                    <a:pt x="17779" y="688339"/>
                  </a:lnTo>
                  <a:lnTo>
                    <a:pt x="17779" y="681990"/>
                  </a:lnTo>
                  <a:close/>
                </a:path>
                <a:path w="17779" h="698500">
                  <a:moveTo>
                    <a:pt x="16510" y="688340"/>
                  </a:moveTo>
                  <a:lnTo>
                    <a:pt x="0" y="688340"/>
                  </a:lnTo>
                  <a:lnTo>
                    <a:pt x="0" y="694689"/>
                  </a:lnTo>
                  <a:lnTo>
                    <a:pt x="8890" y="694689"/>
                  </a:lnTo>
                  <a:lnTo>
                    <a:pt x="8890" y="693419"/>
                  </a:lnTo>
                  <a:lnTo>
                    <a:pt x="11429" y="693419"/>
                  </a:lnTo>
                  <a:lnTo>
                    <a:pt x="11429" y="692150"/>
                  </a:lnTo>
                  <a:lnTo>
                    <a:pt x="12700" y="692150"/>
                  </a:lnTo>
                  <a:lnTo>
                    <a:pt x="12700" y="690880"/>
                  </a:lnTo>
                  <a:lnTo>
                    <a:pt x="15240" y="690880"/>
                  </a:lnTo>
                  <a:lnTo>
                    <a:pt x="15240" y="689610"/>
                  </a:lnTo>
                  <a:lnTo>
                    <a:pt x="16510" y="689610"/>
                  </a:lnTo>
                  <a:lnTo>
                    <a:pt x="16510" y="688340"/>
                  </a:lnTo>
                  <a:close/>
                </a:path>
                <a:path w="17779" h="698500">
                  <a:moveTo>
                    <a:pt x="7620" y="694690"/>
                  </a:moveTo>
                  <a:lnTo>
                    <a:pt x="0" y="694690"/>
                  </a:lnTo>
                  <a:lnTo>
                    <a:pt x="0" y="698500"/>
                  </a:lnTo>
                  <a:lnTo>
                    <a:pt x="2540" y="698500"/>
                  </a:lnTo>
                  <a:lnTo>
                    <a:pt x="2540" y="697230"/>
                  </a:lnTo>
                  <a:lnTo>
                    <a:pt x="3810" y="697230"/>
                  </a:lnTo>
                  <a:lnTo>
                    <a:pt x="3810" y="695960"/>
                  </a:lnTo>
                  <a:lnTo>
                    <a:pt x="7620" y="695960"/>
                  </a:lnTo>
                  <a:lnTo>
                    <a:pt x="7620" y="694690"/>
                  </a:lnTo>
                  <a:close/>
                </a:path>
              </a:pathLst>
            </a:custGeom>
            <a:solidFill>
              <a:srgbClr val="BDBD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2" name="object 692"/>
            <p:cNvSpPr/>
            <p:nvPr/>
          </p:nvSpPr>
          <p:spPr>
            <a:xfrm>
              <a:off x="7280909" y="4070350"/>
              <a:ext cx="16510" cy="674370"/>
            </a:xfrm>
            <a:custGeom>
              <a:avLst/>
              <a:gdLst/>
              <a:ahLst/>
              <a:cxnLst/>
              <a:rect l="l" t="t" r="r" b="b"/>
              <a:pathLst>
                <a:path w="16509" h="674370">
                  <a:moveTo>
                    <a:pt x="127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16509" h="674370">
                  <a:moveTo>
                    <a:pt x="508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7620" y="8889"/>
                  </a:lnTo>
                  <a:lnTo>
                    <a:pt x="7620" y="7619"/>
                  </a:lnTo>
                  <a:lnTo>
                    <a:pt x="6350" y="7619"/>
                  </a:lnTo>
                  <a:lnTo>
                    <a:pt x="6350" y="5080"/>
                  </a:lnTo>
                  <a:lnTo>
                    <a:pt x="5080" y="5080"/>
                  </a:lnTo>
                  <a:lnTo>
                    <a:pt x="5080" y="2540"/>
                  </a:lnTo>
                  <a:close/>
                </a:path>
                <a:path w="16509" h="674370">
                  <a:moveTo>
                    <a:pt x="889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11430" y="15239"/>
                  </a:lnTo>
                  <a:lnTo>
                    <a:pt x="11430" y="12700"/>
                  </a:lnTo>
                  <a:lnTo>
                    <a:pt x="10160" y="12700"/>
                  </a:lnTo>
                  <a:lnTo>
                    <a:pt x="10160" y="11430"/>
                  </a:lnTo>
                  <a:lnTo>
                    <a:pt x="8890" y="11430"/>
                  </a:lnTo>
                  <a:lnTo>
                    <a:pt x="8890" y="8890"/>
                  </a:lnTo>
                  <a:close/>
                </a:path>
                <a:path w="16509" h="674370">
                  <a:moveTo>
                    <a:pt x="12700" y="15240"/>
                  </a:moveTo>
                  <a:lnTo>
                    <a:pt x="0" y="15240"/>
                  </a:lnTo>
                  <a:lnTo>
                    <a:pt x="0" y="656589"/>
                  </a:lnTo>
                  <a:lnTo>
                    <a:pt x="13970" y="656589"/>
                  </a:lnTo>
                  <a:lnTo>
                    <a:pt x="13970" y="651510"/>
                  </a:lnTo>
                  <a:lnTo>
                    <a:pt x="15240" y="651510"/>
                  </a:lnTo>
                  <a:lnTo>
                    <a:pt x="15240" y="647700"/>
                  </a:lnTo>
                  <a:lnTo>
                    <a:pt x="16510" y="647700"/>
                  </a:lnTo>
                  <a:lnTo>
                    <a:pt x="16510" y="27939"/>
                  </a:lnTo>
                  <a:lnTo>
                    <a:pt x="15240" y="27939"/>
                  </a:lnTo>
                  <a:lnTo>
                    <a:pt x="15240" y="22860"/>
                  </a:lnTo>
                  <a:lnTo>
                    <a:pt x="13970" y="22860"/>
                  </a:lnTo>
                  <a:lnTo>
                    <a:pt x="13970" y="19050"/>
                  </a:lnTo>
                  <a:lnTo>
                    <a:pt x="12700" y="19050"/>
                  </a:lnTo>
                  <a:lnTo>
                    <a:pt x="12700" y="15240"/>
                  </a:lnTo>
                  <a:close/>
                </a:path>
                <a:path w="16509" h="674370">
                  <a:moveTo>
                    <a:pt x="12700" y="656590"/>
                  </a:moveTo>
                  <a:lnTo>
                    <a:pt x="0" y="656590"/>
                  </a:lnTo>
                  <a:lnTo>
                    <a:pt x="0" y="662939"/>
                  </a:lnTo>
                  <a:lnTo>
                    <a:pt x="10160" y="662939"/>
                  </a:lnTo>
                  <a:lnTo>
                    <a:pt x="10160" y="661669"/>
                  </a:lnTo>
                  <a:lnTo>
                    <a:pt x="11430" y="661669"/>
                  </a:lnTo>
                  <a:lnTo>
                    <a:pt x="11430" y="659130"/>
                  </a:lnTo>
                  <a:lnTo>
                    <a:pt x="12700" y="659130"/>
                  </a:lnTo>
                  <a:lnTo>
                    <a:pt x="12700" y="656590"/>
                  </a:lnTo>
                  <a:close/>
                </a:path>
                <a:path w="16509" h="674370">
                  <a:moveTo>
                    <a:pt x="8890" y="662940"/>
                  </a:moveTo>
                  <a:lnTo>
                    <a:pt x="0" y="662940"/>
                  </a:lnTo>
                  <a:lnTo>
                    <a:pt x="0" y="669289"/>
                  </a:lnTo>
                  <a:lnTo>
                    <a:pt x="6350" y="669289"/>
                  </a:lnTo>
                  <a:lnTo>
                    <a:pt x="6350" y="666750"/>
                  </a:lnTo>
                  <a:lnTo>
                    <a:pt x="7620" y="666750"/>
                  </a:lnTo>
                  <a:lnTo>
                    <a:pt x="7620" y="665480"/>
                  </a:lnTo>
                  <a:lnTo>
                    <a:pt x="8890" y="665480"/>
                  </a:lnTo>
                  <a:lnTo>
                    <a:pt x="8890" y="662940"/>
                  </a:lnTo>
                  <a:close/>
                </a:path>
                <a:path w="16509" h="674370">
                  <a:moveTo>
                    <a:pt x="5080" y="669290"/>
                  </a:moveTo>
                  <a:lnTo>
                    <a:pt x="0" y="669290"/>
                  </a:lnTo>
                  <a:lnTo>
                    <a:pt x="0" y="674369"/>
                  </a:lnTo>
                  <a:lnTo>
                    <a:pt x="1270" y="674369"/>
                  </a:lnTo>
                  <a:lnTo>
                    <a:pt x="1270" y="673100"/>
                  </a:lnTo>
                  <a:lnTo>
                    <a:pt x="2540" y="673100"/>
                  </a:lnTo>
                  <a:lnTo>
                    <a:pt x="2540" y="671830"/>
                  </a:lnTo>
                  <a:lnTo>
                    <a:pt x="3810" y="671830"/>
                  </a:lnTo>
                  <a:lnTo>
                    <a:pt x="3810" y="670560"/>
                  </a:lnTo>
                  <a:lnTo>
                    <a:pt x="5080" y="670560"/>
                  </a:lnTo>
                  <a:lnTo>
                    <a:pt x="5080" y="669290"/>
                  </a:lnTo>
                  <a:close/>
                </a:path>
              </a:pathLst>
            </a:custGeom>
            <a:solidFill>
              <a:srgbClr val="BDBD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3" name="object 693"/>
            <p:cNvSpPr/>
            <p:nvPr/>
          </p:nvSpPr>
          <p:spPr>
            <a:xfrm>
              <a:off x="7297419" y="4098290"/>
              <a:ext cx="0" cy="619760"/>
            </a:xfrm>
            <a:custGeom>
              <a:avLst/>
              <a:gdLst/>
              <a:ahLst/>
              <a:cxnLst/>
              <a:rect l="l" t="t" r="r" b="b"/>
              <a:pathLst>
                <a:path h="619760">
                  <a:moveTo>
                    <a:pt x="0" y="0"/>
                  </a:moveTo>
                  <a:lnTo>
                    <a:pt x="0" y="6197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BF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4" name="object 694"/>
            <p:cNvSpPr/>
            <p:nvPr/>
          </p:nvSpPr>
          <p:spPr>
            <a:xfrm>
              <a:off x="6266179" y="4053840"/>
              <a:ext cx="1029969" cy="704850"/>
            </a:xfrm>
            <a:custGeom>
              <a:avLst/>
              <a:gdLst/>
              <a:ahLst/>
              <a:cxnLst/>
              <a:rect l="l" t="t" r="r" b="b"/>
              <a:pathLst>
                <a:path w="1029970" h="704850">
                  <a:moveTo>
                    <a:pt x="49530" y="0"/>
                  </a:moveTo>
                  <a:lnTo>
                    <a:pt x="31075" y="4345"/>
                  </a:lnTo>
                  <a:lnTo>
                    <a:pt x="15240" y="15716"/>
                  </a:lnTo>
                  <a:lnTo>
                    <a:pt x="4167" y="31611"/>
                  </a:lnTo>
                  <a:lnTo>
                    <a:pt x="0" y="49530"/>
                  </a:lnTo>
                  <a:lnTo>
                    <a:pt x="0" y="58995"/>
                  </a:lnTo>
                  <a:lnTo>
                    <a:pt x="0" y="125253"/>
                  </a:lnTo>
                  <a:lnTo>
                    <a:pt x="0" y="305097"/>
                  </a:lnTo>
                  <a:lnTo>
                    <a:pt x="0" y="655320"/>
                  </a:lnTo>
                  <a:lnTo>
                    <a:pt x="4167" y="673774"/>
                  </a:lnTo>
                  <a:lnTo>
                    <a:pt x="15239" y="689610"/>
                  </a:lnTo>
                  <a:lnTo>
                    <a:pt x="31075" y="700682"/>
                  </a:lnTo>
                  <a:lnTo>
                    <a:pt x="49530" y="704850"/>
                  </a:lnTo>
                  <a:lnTo>
                    <a:pt x="64075" y="704850"/>
                  </a:lnTo>
                  <a:lnTo>
                    <a:pt x="165893" y="704850"/>
                  </a:lnTo>
                  <a:lnTo>
                    <a:pt x="442257" y="704850"/>
                  </a:lnTo>
                  <a:lnTo>
                    <a:pt x="980440" y="704850"/>
                  </a:lnTo>
                  <a:lnTo>
                    <a:pt x="998358" y="700682"/>
                  </a:lnTo>
                  <a:lnTo>
                    <a:pt x="1014253" y="689610"/>
                  </a:lnTo>
                  <a:lnTo>
                    <a:pt x="1025624" y="673774"/>
                  </a:lnTo>
                  <a:lnTo>
                    <a:pt x="1029970" y="655320"/>
                  </a:lnTo>
                  <a:lnTo>
                    <a:pt x="1029970" y="645854"/>
                  </a:lnTo>
                  <a:lnTo>
                    <a:pt x="1029970" y="579596"/>
                  </a:lnTo>
                  <a:lnTo>
                    <a:pt x="1029970" y="399752"/>
                  </a:lnTo>
                  <a:lnTo>
                    <a:pt x="1029970" y="49530"/>
                  </a:lnTo>
                  <a:lnTo>
                    <a:pt x="1025624" y="31611"/>
                  </a:lnTo>
                  <a:lnTo>
                    <a:pt x="1014253" y="15716"/>
                  </a:lnTo>
                  <a:lnTo>
                    <a:pt x="998358" y="4345"/>
                  </a:lnTo>
                  <a:lnTo>
                    <a:pt x="980440" y="0"/>
                  </a:lnTo>
                  <a:lnTo>
                    <a:pt x="965894" y="0"/>
                  </a:lnTo>
                  <a:lnTo>
                    <a:pt x="864076" y="0"/>
                  </a:lnTo>
                  <a:lnTo>
                    <a:pt x="587712" y="0"/>
                  </a:lnTo>
                  <a:lnTo>
                    <a:pt x="49530" y="0"/>
                  </a:lnTo>
                  <a:close/>
                </a:path>
              </a:pathLst>
            </a:custGeom>
            <a:ln w="19048">
              <a:solidFill>
                <a:srgbClr val="93926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95" name="object 695"/>
          <p:cNvSpPr txBox="1"/>
          <p:nvPr/>
        </p:nvSpPr>
        <p:spPr>
          <a:xfrm>
            <a:off x="6643369" y="4288790"/>
            <a:ext cx="27749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spc="-25" dirty="0">
                <a:solidFill>
                  <a:srgbClr val="FFFFFF"/>
                </a:solidFill>
                <a:latin typeface="Arial"/>
                <a:cs typeface="Arial"/>
              </a:rPr>
              <a:t>HW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696" name="object 696"/>
          <p:cNvGrpSpPr/>
          <p:nvPr/>
        </p:nvGrpSpPr>
        <p:grpSpPr>
          <a:xfrm>
            <a:off x="2781302" y="4363722"/>
            <a:ext cx="410209" cy="232410"/>
            <a:chOff x="2781302" y="4363722"/>
            <a:chExt cx="410209" cy="232410"/>
          </a:xfrm>
        </p:grpSpPr>
        <p:sp>
          <p:nvSpPr>
            <p:cNvPr id="697" name="object 697"/>
            <p:cNvSpPr/>
            <p:nvPr/>
          </p:nvSpPr>
          <p:spPr>
            <a:xfrm>
              <a:off x="2819399" y="4403089"/>
              <a:ext cx="152400" cy="151130"/>
            </a:xfrm>
            <a:custGeom>
              <a:avLst/>
              <a:gdLst/>
              <a:ahLst/>
              <a:cxnLst/>
              <a:rect l="l" t="t" r="r" b="b"/>
              <a:pathLst>
                <a:path w="152400" h="151129">
                  <a:moveTo>
                    <a:pt x="127000" y="0"/>
                  </a:moveTo>
                  <a:lnTo>
                    <a:pt x="25400" y="0"/>
                  </a:ln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125730"/>
                  </a:lnTo>
                  <a:lnTo>
                    <a:pt x="2182" y="135056"/>
                  </a:lnTo>
                  <a:lnTo>
                    <a:pt x="7937" y="143192"/>
                  </a:lnTo>
                  <a:lnTo>
                    <a:pt x="16073" y="148947"/>
                  </a:lnTo>
                  <a:lnTo>
                    <a:pt x="25400" y="151130"/>
                  </a:lnTo>
                  <a:lnTo>
                    <a:pt x="127000" y="151130"/>
                  </a:lnTo>
                  <a:lnTo>
                    <a:pt x="136326" y="148947"/>
                  </a:lnTo>
                  <a:lnTo>
                    <a:pt x="144462" y="143192"/>
                  </a:lnTo>
                  <a:lnTo>
                    <a:pt x="150217" y="135056"/>
                  </a:lnTo>
                  <a:lnTo>
                    <a:pt x="152400" y="125730"/>
                  </a:lnTo>
                  <a:lnTo>
                    <a:pt x="152400" y="25400"/>
                  </a:lnTo>
                  <a:lnTo>
                    <a:pt x="150217" y="16073"/>
                  </a:lnTo>
                  <a:lnTo>
                    <a:pt x="144462" y="7937"/>
                  </a:lnTo>
                  <a:lnTo>
                    <a:pt x="136326" y="2182"/>
                  </a:lnTo>
                  <a:lnTo>
                    <a:pt x="127000" y="0"/>
                  </a:lnTo>
                  <a:close/>
                </a:path>
              </a:pathLst>
            </a:custGeom>
            <a:solidFill>
              <a:srgbClr val="7C9A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8" name="object 698"/>
            <p:cNvSpPr/>
            <p:nvPr/>
          </p:nvSpPr>
          <p:spPr>
            <a:xfrm>
              <a:off x="2819399" y="4403089"/>
              <a:ext cx="152400" cy="151130"/>
            </a:xfrm>
            <a:custGeom>
              <a:avLst/>
              <a:gdLst/>
              <a:ahLst/>
              <a:cxnLst/>
              <a:rect l="l" t="t" r="r" b="b"/>
              <a:pathLst>
                <a:path w="152400" h="151129">
                  <a:moveTo>
                    <a:pt x="25400" y="0"/>
                  </a:move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26967"/>
                  </a:lnTo>
                  <a:lnTo>
                    <a:pt x="0" y="37941"/>
                  </a:lnTo>
                  <a:lnTo>
                    <a:pt x="0" y="67726"/>
                  </a:lnTo>
                  <a:lnTo>
                    <a:pt x="0" y="125730"/>
                  </a:lnTo>
                  <a:lnTo>
                    <a:pt x="2182" y="135056"/>
                  </a:lnTo>
                  <a:lnTo>
                    <a:pt x="7937" y="143192"/>
                  </a:lnTo>
                  <a:lnTo>
                    <a:pt x="16073" y="148947"/>
                  </a:lnTo>
                  <a:lnTo>
                    <a:pt x="25400" y="151130"/>
                  </a:lnTo>
                  <a:lnTo>
                    <a:pt x="26987" y="151130"/>
                  </a:lnTo>
                  <a:lnTo>
                    <a:pt x="38100" y="151130"/>
                  </a:lnTo>
                  <a:lnTo>
                    <a:pt x="68262" y="151130"/>
                  </a:lnTo>
                  <a:lnTo>
                    <a:pt x="127000" y="151130"/>
                  </a:lnTo>
                  <a:lnTo>
                    <a:pt x="136326" y="148947"/>
                  </a:lnTo>
                  <a:lnTo>
                    <a:pt x="144462" y="143192"/>
                  </a:lnTo>
                  <a:lnTo>
                    <a:pt x="150217" y="135056"/>
                  </a:lnTo>
                  <a:lnTo>
                    <a:pt x="152400" y="125730"/>
                  </a:lnTo>
                  <a:lnTo>
                    <a:pt x="152400" y="124162"/>
                  </a:lnTo>
                  <a:lnTo>
                    <a:pt x="152400" y="113188"/>
                  </a:lnTo>
                  <a:lnTo>
                    <a:pt x="152400" y="83403"/>
                  </a:lnTo>
                  <a:lnTo>
                    <a:pt x="152400" y="25400"/>
                  </a:lnTo>
                  <a:lnTo>
                    <a:pt x="150217" y="16073"/>
                  </a:lnTo>
                  <a:lnTo>
                    <a:pt x="144462" y="7937"/>
                  </a:lnTo>
                  <a:lnTo>
                    <a:pt x="136326" y="2182"/>
                  </a:lnTo>
                  <a:lnTo>
                    <a:pt x="127000" y="0"/>
                  </a:lnTo>
                  <a:lnTo>
                    <a:pt x="125412" y="0"/>
                  </a:lnTo>
                  <a:lnTo>
                    <a:pt x="114300" y="0"/>
                  </a:lnTo>
                  <a:lnTo>
                    <a:pt x="84137" y="0"/>
                  </a:lnTo>
                  <a:lnTo>
                    <a:pt x="25400" y="0"/>
                  </a:lnTo>
                  <a:close/>
                </a:path>
              </a:pathLst>
            </a:custGeom>
            <a:ln w="28393">
              <a:solidFill>
                <a:srgbClr val="C9D5E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9" name="object 699"/>
            <p:cNvSpPr/>
            <p:nvPr/>
          </p:nvSpPr>
          <p:spPr>
            <a:xfrm>
              <a:off x="2819399" y="4401819"/>
              <a:ext cx="152400" cy="151130"/>
            </a:xfrm>
            <a:custGeom>
              <a:avLst/>
              <a:gdLst/>
              <a:ahLst/>
              <a:cxnLst/>
              <a:rect l="l" t="t" r="r" b="b"/>
              <a:pathLst>
                <a:path w="152400" h="151129">
                  <a:moveTo>
                    <a:pt x="25400" y="0"/>
                  </a:move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399"/>
                  </a:lnTo>
                  <a:lnTo>
                    <a:pt x="0" y="26967"/>
                  </a:lnTo>
                  <a:lnTo>
                    <a:pt x="0" y="37941"/>
                  </a:lnTo>
                  <a:lnTo>
                    <a:pt x="0" y="67726"/>
                  </a:lnTo>
                  <a:lnTo>
                    <a:pt x="0" y="125729"/>
                  </a:lnTo>
                  <a:lnTo>
                    <a:pt x="2182" y="135056"/>
                  </a:lnTo>
                  <a:lnTo>
                    <a:pt x="7937" y="143192"/>
                  </a:lnTo>
                  <a:lnTo>
                    <a:pt x="16073" y="148947"/>
                  </a:lnTo>
                  <a:lnTo>
                    <a:pt x="25400" y="151129"/>
                  </a:lnTo>
                  <a:lnTo>
                    <a:pt x="26987" y="151129"/>
                  </a:lnTo>
                  <a:lnTo>
                    <a:pt x="38100" y="151129"/>
                  </a:lnTo>
                  <a:lnTo>
                    <a:pt x="68262" y="151129"/>
                  </a:lnTo>
                  <a:lnTo>
                    <a:pt x="127000" y="151129"/>
                  </a:lnTo>
                  <a:lnTo>
                    <a:pt x="136326" y="148947"/>
                  </a:lnTo>
                  <a:lnTo>
                    <a:pt x="144462" y="143192"/>
                  </a:lnTo>
                  <a:lnTo>
                    <a:pt x="150217" y="135056"/>
                  </a:lnTo>
                  <a:lnTo>
                    <a:pt x="152400" y="125729"/>
                  </a:lnTo>
                  <a:lnTo>
                    <a:pt x="152400" y="124162"/>
                  </a:lnTo>
                  <a:lnTo>
                    <a:pt x="152400" y="113188"/>
                  </a:lnTo>
                  <a:lnTo>
                    <a:pt x="152400" y="83403"/>
                  </a:lnTo>
                  <a:lnTo>
                    <a:pt x="152400" y="25399"/>
                  </a:lnTo>
                  <a:lnTo>
                    <a:pt x="150217" y="16073"/>
                  </a:lnTo>
                  <a:lnTo>
                    <a:pt x="144462" y="7937"/>
                  </a:lnTo>
                  <a:lnTo>
                    <a:pt x="136326" y="2182"/>
                  </a:lnTo>
                  <a:lnTo>
                    <a:pt x="127000" y="0"/>
                  </a:lnTo>
                  <a:lnTo>
                    <a:pt x="125412" y="0"/>
                  </a:lnTo>
                  <a:lnTo>
                    <a:pt x="114300" y="0"/>
                  </a:lnTo>
                  <a:lnTo>
                    <a:pt x="84137" y="0"/>
                  </a:lnTo>
                  <a:lnTo>
                    <a:pt x="25400" y="0"/>
                  </a:lnTo>
                  <a:close/>
                </a:path>
              </a:pathLst>
            </a:custGeom>
            <a:ln w="7619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" name="object 700"/>
            <p:cNvSpPr/>
            <p:nvPr/>
          </p:nvSpPr>
          <p:spPr>
            <a:xfrm>
              <a:off x="2999739" y="4404359"/>
              <a:ext cx="153670" cy="153670"/>
            </a:xfrm>
            <a:custGeom>
              <a:avLst/>
              <a:gdLst/>
              <a:ahLst/>
              <a:cxnLst/>
              <a:rect l="l" t="t" r="r" b="b"/>
              <a:pathLst>
                <a:path w="153669" h="153670">
                  <a:moveTo>
                    <a:pt x="127000" y="0"/>
                  </a:moveTo>
                  <a:lnTo>
                    <a:pt x="25400" y="0"/>
                  </a:ln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128269"/>
                  </a:lnTo>
                  <a:lnTo>
                    <a:pt x="2182" y="137060"/>
                  </a:lnTo>
                  <a:lnTo>
                    <a:pt x="7937" y="145256"/>
                  </a:lnTo>
                  <a:lnTo>
                    <a:pt x="16073" y="151308"/>
                  </a:lnTo>
                  <a:lnTo>
                    <a:pt x="25400" y="153669"/>
                  </a:lnTo>
                  <a:lnTo>
                    <a:pt x="127000" y="153669"/>
                  </a:lnTo>
                  <a:lnTo>
                    <a:pt x="136525" y="151308"/>
                  </a:lnTo>
                  <a:lnTo>
                    <a:pt x="145097" y="145256"/>
                  </a:lnTo>
                  <a:lnTo>
                    <a:pt x="151288" y="137060"/>
                  </a:lnTo>
                  <a:lnTo>
                    <a:pt x="153670" y="128269"/>
                  </a:lnTo>
                  <a:lnTo>
                    <a:pt x="153670" y="25400"/>
                  </a:lnTo>
                  <a:lnTo>
                    <a:pt x="151288" y="16073"/>
                  </a:lnTo>
                  <a:lnTo>
                    <a:pt x="145097" y="7937"/>
                  </a:lnTo>
                  <a:lnTo>
                    <a:pt x="136525" y="2182"/>
                  </a:lnTo>
                  <a:lnTo>
                    <a:pt x="127000" y="0"/>
                  </a:lnTo>
                  <a:close/>
                </a:path>
              </a:pathLst>
            </a:custGeom>
            <a:solidFill>
              <a:srgbClr val="FF9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" name="object 701"/>
            <p:cNvSpPr/>
            <p:nvPr/>
          </p:nvSpPr>
          <p:spPr>
            <a:xfrm>
              <a:off x="2999739" y="4404359"/>
              <a:ext cx="153670" cy="153670"/>
            </a:xfrm>
            <a:custGeom>
              <a:avLst/>
              <a:gdLst/>
              <a:ahLst/>
              <a:cxnLst/>
              <a:rect l="l" t="t" r="r" b="b"/>
              <a:pathLst>
                <a:path w="153669" h="153670">
                  <a:moveTo>
                    <a:pt x="25400" y="0"/>
                  </a:move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27007"/>
                  </a:lnTo>
                  <a:lnTo>
                    <a:pt x="0" y="38258"/>
                  </a:lnTo>
                  <a:lnTo>
                    <a:pt x="0" y="68798"/>
                  </a:lnTo>
                  <a:lnTo>
                    <a:pt x="0" y="128269"/>
                  </a:lnTo>
                  <a:lnTo>
                    <a:pt x="2182" y="137060"/>
                  </a:lnTo>
                  <a:lnTo>
                    <a:pt x="7937" y="145256"/>
                  </a:lnTo>
                  <a:lnTo>
                    <a:pt x="16073" y="151308"/>
                  </a:lnTo>
                  <a:lnTo>
                    <a:pt x="25400" y="153669"/>
                  </a:lnTo>
                  <a:lnTo>
                    <a:pt x="26987" y="153669"/>
                  </a:lnTo>
                  <a:lnTo>
                    <a:pt x="38100" y="153669"/>
                  </a:lnTo>
                  <a:lnTo>
                    <a:pt x="68262" y="153669"/>
                  </a:lnTo>
                  <a:lnTo>
                    <a:pt x="127000" y="153669"/>
                  </a:lnTo>
                  <a:lnTo>
                    <a:pt x="136525" y="151308"/>
                  </a:lnTo>
                  <a:lnTo>
                    <a:pt x="145097" y="145256"/>
                  </a:lnTo>
                  <a:lnTo>
                    <a:pt x="151288" y="137060"/>
                  </a:lnTo>
                  <a:lnTo>
                    <a:pt x="153670" y="128269"/>
                  </a:lnTo>
                  <a:lnTo>
                    <a:pt x="153670" y="126662"/>
                  </a:lnTo>
                  <a:lnTo>
                    <a:pt x="153670" y="115411"/>
                  </a:lnTo>
                  <a:lnTo>
                    <a:pt x="153670" y="84871"/>
                  </a:lnTo>
                  <a:lnTo>
                    <a:pt x="153670" y="25400"/>
                  </a:lnTo>
                  <a:lnTo>
                    <a:pt x="151288" y="16073"/>
                  </a:lnTo>
                  <a:lnTo>
                    <a:pt x="145097" y="7937"/>
                  </a:lnTo>
                  <a:lnTo>
                    <a:pt x="136525" y="2182"/>
                  </a:lnTo>
                  <a:lnTo>
                    <a:pt x="127000" y="0"/>
                  </a:lnTo>
                  <a:lnTo>
                    <a:pt x="125412" y="0"/>
                  </a:lnTo>
                  <a:lnTo>
                    <a:pt x="114300" y="0"/>
                  </a:lnTo>
                  <a:lnTo>
                    <a:pt x="84137" y="0"/>
                  </a:lnTo>
                  <a:lnTo>
                    <a:pt x="25400" y="0"/>
                  </a:lnTo>
                  <a:close/>
                </a:path>
              </a:pathLst>
            </a:custGeom>
            <a:ln w="28393">
              <a:solidFill>
                <a:srgbClr val="FFCF8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2" name="object 702"/>
            <p:cNvSpPr/>
            <p:nvPr/>
          </p:nvSpPr>
          <p:spPr>
            <a:xfrm>
              <a:off x="2999739" y="4404359"/>
              <a:ext cx="153670" cy="153670"/>
            </a:xfrm>
            <a:custGeom>
              <a:avLst/>
              <a:gdLst/>
              <a:ahLst/>
              <a:cxnLst/>
              <a:rect l="l" t="t" r="r" b="b"/>
              <a:pathLst>
                <a:path w="153669" h="153670">
                  <a:moveTo>
                    <a:pt x="25400" y="0"/>
                  </a:move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27007"/>
                  </a:lnTo>
                  <a:lnTo>
                    <a:pt x="0" y="38258"/>
                  </a:lnTo>
                  <a:lnTo>
                    <a:pt x="0" y="68798"/>
                  </a:lnTo>
                  <a:lnTo>
                    <a:pt x="0" y="128269"/>
                  </a:lnTo>
                  <a:lnTo>
                    <a:pt x="2182" y="137060"/>
                  </a:lnTo>
                  <a:lnTo>
                    <a:pt x="7937" y="145256"/>
                  </a:lnTo>
                  <a:lnTo>
                    <a:pt x="16073" y="151308"/>
                  </a:lnTo>
                  <a:lnTo>
                    <a:pt x="25400" y="153669"/>
                  </a:lnTo>
                  <a:lnTo>
                    <a:pt x="26987" y="153669"/>
                  </a:lnTo>
                  <a:lnTo>
                    <a:pt x="38100" y="153669"/>
                  </a:lnTo>
                  <a:lnTo>
                    <a:pt x="68262" y="153669"/>
                  </a:lnTo>
                  <a:lnTo>
                    <a:pt x="127000" y="153669"/>
                  </a:lnTo>
                  <a:lnTo>
                    <a:pt x="136525" y="151308"/>
                  </a:lnTo>
                  <a:lnTo>
                    <a:pt x="145097" y="145256"/>
                  </a:lnTo>
                  <a:lnTo>
                    <a:pt x="151288" y="137060"/>
                  </a:lnTo>
                  <a:lnTo>
                    <a:pt x="153670" y="128269"/>
                  </a:lnTo>
                  <a:lnTo>
                    <a:pt x="153670" y="126662"/>
                  </a:lnTo>
                  <a:lnTo>
                    <a:pt x="153670" y="115411"/>
                  </a:lnTo>
                  <a:lnTo>
                    <a:pt x="153670" y="84871"/>
                  </a:lnTo>
                  <a:lnTo>
                    <a:pt x="153670" y="25400"/>
                  </a:lnTo>
                  <a:lnTo>
                    <a:pt x="151288" y="16073"/>
                  </a:lnTo>
                  <a:lnTo>
                    <a:pt x="145097" y="7937"/>
                  </a:lnTo>
                  <a:lnTo>
                    <a:pt x="136525" y="2182"/>
                  </a:lnTo>
                  <a:lnTo>
                    <a:pt x="127000" y="0"/>
                  </a:lnTo>
                  <a:lnTo>
                    <a:pt x="125412" y="0"/>
                  </a:lnTo>
                  <a:lnTo>
                    <a:pt x="114300" y="0"/>
                  </a:lnTo>
                  <a:lnTo>
                    <a:pt x="84137" y="0"/>
                  </a:lnTo>
                  <a:lnTo>
                    <a:pt x="25400" y="0"/>
                  </a:lnTo>
                  <a:close/>
                </a:path>
              </a:pathLst>
            </a:custGeom>
            <a:ln w="7619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03" name="object 703"/>
          <p:cNvGrpSpPr/>
          <p:nvPr/>
        </p:nvGrpSpPr>
        <p:grpSpPr>
          <a:xfrm>
            <a:off x="3362962" y="4362452"/>
            <a:ext cx="408940" cy="229870"/>
            <a:chOff x="3362962" y="4362452"/>
            <a:chExt cx="408940" cy="229870"/>
          </a:xfrm>
        </p:grpSpPr>
        <p:sp>
          <p:nvSpPr>
            <p:cNvPr id="704" name="object 704"/>
            <p:cNvSpPr/>
            <p:nvPr/>
          </p:nvSpPr>
          <p:spPr>
            <a:xfrm>
              <a:off x="3581400" y="4401820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127000" y="0"/>
                  </a:moveTo>
                  <a:lnTo>
                    <a:pt x="25400" y="0"/>
                  </a:ln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399"/>
                  </a:lnTo>
                  <a:lnTo>
                    <a:pt x="0" y="126999"/>
                  </a:lnTo>
                  <a:lnTo>
                    <a:pt x="2182" y="136326"/>
                  </a:lnTo>
                  <a:lnTo>
                    <a:pt x="7937" y="144462"/>
                  </a:lnTo>
                  <a:lnTo>
                    <a:pt x="16073" y="150217"/>
                  </a:lnTo>
                  <a:lnTo>
                    <a:pt x="25400" y="152399"/>
                  </a:lnTo>
                  <a:lnTo>
                    <a:pt x="127000" y="152399"/>
                  </a:lnTo>
                  <a:lnTo>
                    <a:pt x="136326" y="150217"/>
                  </a:lnTo>
                  <a:lnTo>
                    <a:pt x="144462" y="144462"/>
                  </a:lnTo>
                  <a:lnTo>
                    <a:pt x="150217" y="136326"/>
                  </a:lnTo>
                  <a:lnTo>
                    <a:pt x="152400" y="126999"/>
                  </a:lnTo>
                  <a:lnTo>
                    <a:pt x="152400" y="25399"/>
                  </a:lnTo>
                  <a:lnTo>
                    <a:pt x="150217" y="16073"/>
                  </a:lnTo>
                  <a:lnTo>
                    <a:pt x="144462" y="7937"/>
                  </a:lnTo>
                  <a:lnTo>
                    <a:pt x="136326" y="2182"/>
                  </a:lnTo>
                  <a:lnTo>
                    <a:pt x="127000" y="0"/>
                  </a:lnTo>
                  <a:close/>
                </a:path>
              </a:pathLst>
            </a:custGeom>
            <a:solidFill>
              <a:srgbClr val="FF9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5" name="object 705"/>
            <p:cNvSpPr/>
            <p:nvPr/>
          </p:nvSpPr>
          <p:spPr>
            <a:xfrm>
              <a:off x="3581400" y="4401820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25400" y="0"/>
                  </a:move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399"/>
                  </a:lnTo>
                  <a:lnTo>
                    <a:pt x="0" y="26987"/>
                  </a:lnTo>
                  <a:lnTo>
                    <a:pt x="0" y="38099"/>
                  </a:lnTo>
                  <a:lnTo>
                    <a:pt x="0" y="68262"/>
                  </a:lnTo>
                  <a:lnTo>
                    <a:pt x="0" y="126999"/>
                  </a:lnTo>
                  <a:lnTo>
                    <a:pt x="2182" y="136326"/>
                  </a:lnTo>
                  <a:lnTo>
                    <a:pt x="7937" y="144462"/>
                  </a:lnTo>
                  <a:lnTo>
                    <a:pt x="16073" y="150217"/>
                  </a:lnTo>
                  <a:lnTo>
                    <a:pt x="25400" y="152399"/>
                  </a:lnTo>
                  <a:lnTo>
                    <a:pt x="26987" y="152399"/>
                  </a:lnTo>
                  <a:lnTo>
                    <a:pt x="38100" y="152399"/>
                  </a:lnTo>
                  <a:lnTo>
                    <a:pt x="68262" y="152399"/>
                  </a:lnTo>
                  <a:lnTo>
                    <a:pt x="127000" y="152399"/>
                  </a:lnTo>
                  <a:lnTo>
                    <a:pt x="136326" y="150217"/>
                  </a:lnTo>
                  <a:lnTo>
                    <a:pt x="144462" y="144462"/>
                  </a:lnTo>
                  <a:lnTo>
                    <a:pt x="150217" y="136326"/>
                  </a:lnTo>
                  <a:lnTo>
                    <a:pt x="152400" y="126999"/>
                  </a:lnTo>
                  <a:lnTo>
                    <a:pt x="152400" y="125412"/>
                  </a:lnTo>
                  <a:lnTo>
                    <a:pt x="152400" y="114299"/>
                  </a:lnTo>
                  <a:lnTo>
                    <a:pt x="152400" y="84137"/>
                  </a:lnTo>
                  <a:lnTo>
                    <a:pt x="152400" y="25399"/>
                  </a:lnTo>
                  <a:lnTo>
                    <a:pt x="150217" y="16073"/>
                  </a:lnTo>
                  <a:lnTo>
                    <a:pt x="144462" y="7937"/>
                  </a:lnTo>
                  <a:lnTo>
                    <a:pt x="136326" y="2182"/>
                  </a:lnTo>
                  <a:lnTo>
                    <a:pt x="127000" y="0"/>
                  </a:lnTo>
                  <a:lnTo>
                    <a:pt x="125412" y="0"/>
                  </a:lnTo>
                  <a:lnTo>
                    <a:pt x="114300" y="0"/>
                  </a:lnTo>
                  <a:lnTo>
                    <a:pt x="84137" y="0"/>
                  </a:lnTo>
                  <a:lnTo>
                    <a:pt x="25400" y="0"/>
                  </a:lnTo>
                  <a:close/>
                </a:path>
              </a:pathLst>
            </a:custGeom>
            <a:ln w="28393">
              <a:solidFill>
                <a:srgbClr val="FFCF8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6" name="object 706"/>
            <p:cNvSpPr/>
            <p:nvPr/>
          </p:nvSpPr>
          <p:spPr>
            <a:xfrm>
              <a:off x="3581400" y="4401820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25400" y="0"/>
                  </a:move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399"/>
                  </a:lnTo>
                  <a:lnTo>
                    <a:pt x="0" y="26987"/>
                  </a:lnTo>
                  <a:lnTo>
                    <a:pt x="0" y="38099"/>
                  </a:lnTo>
                  <a:lnTo>
                    <a:pt x="0" y="68262"/>
                  </a:lnTo>
                  <a:lnTo>
                    <a:pt x="0" y="126999"/>
                  </a:lnTo>
                  <a:lnTo>
                    <a:pt x="2182" y="136326"/>
                  </a:lnTo>
                  <a:lnTo>
                    <a:pt x="7937" y="144462"/>
                  </a:lnTo>
                  <a:lnTo>
                    <a:pt x="16073" y="150217"/>
                  </a:lnTo>
                  <a:lnTo>
                    <a:pt x="25400" y="152399"/>
                  </a:lnTo>
                  <a:lnTo>
                    <a:pt x="26987" y="152399"/>
                  </a:lnTo>
                  <a:lnTo>
                    <a:pt x="38100" y="152399"/>
                  </a:lnTo>
                  <a:lnTo>
                    <a:pt x="68262" y="152399"/>
                  </a:lnTo>
                  <a:lnTo>
                    <a:pt x="127000" y="152399"/>
                  </a:lnTo>
                  <a:lnTo>
                    <a:pt x="136326" y="150217"/>
                  </a:lnTo>
                  <a:lnTo>
                    <a:pt x="144462" y="144462"/>
                  </a:lnTo>
                  <a:lnTo>
                    <a:pt x="150217" y="136326"/>
                  </a:lnTo>
                  <a:lnTo>
                    <a:pt x="152400" y="126999"/>
                  </a:lnTo>
                  <a:lnTo>
                    <a:pt x="152400" y="125412"/>
                  </a:lnTo>
                  <a:lnTo>
                    <a:pt x="152400" y="114299"/>
                  </a:lnTo>
                  <a:lnTo>
                    <a:pt x="152400" y="84137"/>
                  </a:lnTo>
                  <a:lnTo>
                    <a:pt x="152400" y="25399"/>
                  </a:lnTo>
                  <a:lnTo>
                    <a:pt x="150217" y="16073"/>
                  </a:lnTo>
                  <a:lnTo>
                    <a:pt x="144462" y="7937"/>
                  </a:lnTo>
                  <a:lnTo>
                    <a:pt x="136326" y="2182"/>
                  </a:lnTo>
                  <a:lnTo>
                    <a:pt x="127000" y="0"/>
                  </a:lnTo>
                  <a:lnTo>
                    <a:pt x="125412" y="0"/>
                  </a:lnTo>
                  <a:lnTo>
                    <a:pt x="114300" y="0"/>
                  </a:lnTo>
                  <a:lnTo>
                    <a:pt x="84137" y="0"/>
                  </a:lnTo>
                  <a:lnTo>
                    <a:pt x="25400" y="0"/>
                  </a:lnTo>
                  <a:close/>
                </a:path>
              </a:pathLst>
            </a:custGeom>
            <a:ln w="7619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" name="object 707"/>
            <p:cNvSpPr/>
            <p:nvPr/>
          </p:nvSpPr>
          <p:spPr>
            <a:xfrm>
              <a:off x="3401060" y="4401820"/>
              <a:ext cx="152400" cy="151130"/>
            </a:xfrm>
            <a:custGeom>
              <a:avLst/>
              <a:gdLst/>
              <a:ahLst/>
              <a:cxnLst/>
              <a:rect l="l" t="t" r="r" b="b"/>
              <a:pathLst>
                <a:path w="152400" h="151129">
                  <a:moveTo>
                    <a:pt x="128269" y="0"/>
                  </a:moveTo>
                  <a:lnTo>
                    <a:pt x="25400" y="0"/>
                  </a:ln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399"/>
                  </a:lnTo>
                  <a:lnTo>
                    <a:pt x="0" y="125729"/>
                  </a:lnTo>
                  <a:lnTo>
                    <a:pt x="2182" y="135056"/>
                  </a:lnTo>
                  <a:lnTo>
                    <a:pt x="7937" y="143192"/>
                  </a:lnTo>
                  <a:lnTo>
                    <a:pt x="16073" y="148947"/>
                  </a:lnTo>
                  <a:lnTo>
                    <a:pt x="25400" y="151129"/>
                  </a:lnTo>
                  <a:lnTo>
                    <a:pt x="128269" y="151129"/>
                  </a:lnTo>
                  <a:lnTo>
                    <a:pt x="136862" y="148947"/>
                  </a:lnTo>
                  <a:lnTo>
                    <a:pt x="144621" y="143192"/>
                  </a:lnTo>
                  <a:lnTo>
                    <a:pt x="150237" y="135056"/>
                  </a:lnTo>
                  <a:lnTo>
                    <a:pt x="152400" y="125729"/>
                  </a:lnTo>
                  <a:lnTo>
                    <a:pt x="152400" y="25399"/>
                  </a:lnTo>
                  <a:lnTo>
                    <a:pt x="150237" y="16073"/>
                  </a:lnTo>
                  <a:lnTo>
                    <a:pt x="144621" y="7937"/>
                  </a:lnTo>
                  <a:lnTo>
                    <a:pt x="136862" y="2182"/>
                  </a:lnTo>
                  <a:lnTo>
                    <a:pt x="128269" y="0"/>
                  </a:lnTo>
                  <a:close/>
                </a:path>
              </a:pathLst>
            </a:custGeom>
            <a:solidFill>
              <a:srgbClr val="7C9A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" name="object 708"/>
            <p:cNvSpPr/>
            <p:nvPr/>
          </p:nvSpPr>
          <p:spPr>
            <a:xfrm>
              <a:off x="3401060" y="4401820"/>
              <a:ext cx="152400" cy="151130"/>
            </a:xfrm>
            <a:custGeom>
              <a:avLst/>
              <a:gdLst/>
              <a:ahLst/>
              <a:cxnLst/>
              <a:rect l="l" t="t" r="r" b="b"/>
              <a:pathLst>
                <a:path w="152400" h="151129">
                  <a:moveTo>
                    <a:pt x="25400" y="0"/>
                  </a:move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399"/>
                  </a:lnTo>
                  <a:lnTo>
                    <a:pt x="0" y="26967"/>
                  </a:lnTo>
                  <a:lnTo>
                    <a:pt x="0" y="37941"/>
                  </a:lnTo>
                  <a:lnTo>
                    <a:pt x="0" y="67726"/>
                  </a:lnTo>
                  <a:lnTo>
                    <a:pt x="0" y="125729"/>
                  </a:lnTo>
                  <a:lnTo>
                    <a:pt x="2182" y="135056"/>
                  </a:lnTo>
                  <a:lnTo>
                    <a:pt x="7937" y="143192"/>
                  </a:lnTo>
                  <a:lnTo>
                    <a:pt x="16073" y="148947"/>
                  </a:lnTo>
                  <a:lnTo>
                    <a:pt x="25400" y="151129"/>
                  </a:lnTo>
                  <a:lnTo>
                    <a:pt x="27007" y="151129"/>
                  </a:lnTo>
                  <a:lnTo>
                    <a:pt x="38258" y="151129"/>
                  </a:lnTo>
                  <a:lnTo>
                    <a:pt x="68798" y="151129"/>
                  </a:lnTo>
                  <a:lnTo>
                    <a:pt x="128269" y="151129"/>
                  </a:lnTo>
                  <a:lnTo>
                    <a:pt x="136862" y="148947"/>
                  </a:lnTo>
                  <a:lnTo>
                    <a:pt x="144621" y="143192"/>
                  </a:lnTo>
                  <a:lnTo>
                    <a:pt x="150237" y="135056"/>
                  </a:lnTo>
                  <a:lnTo>
                    <a:pt x="152400" y="125729"/>
                  </a:lnTo>
                  <a:lnTo>
                    <a:pt x="152400" y="124162"/>
                  </a:lnTo>
                  <a:lnTo>
                    <a:pt x="152400" y="113188"/>
                  </a:lnTo>
                  <a:lnTo>
                    <a:pt x="152400" y="83403"/>
                  </a:lnTo>
                  <a:lnTo>
                    <a:pt x="152400" y="25399"/>
                  </a:lnTo>
                  <a:lnTo>
                    <a:pt x="150237" y="16073"/>
                  </a:lnTo>
                  <a:lnTo>
                    <a:pt x="144621" y="7937"/>
                  </a:lnTo>
                  <a:lnTo>
                    <a:pt x="136862" y="2182"/>
                  </a:lnTo>
                  <a:lnTo>
                    <a:pt x="128269" y="0"/>
                  </a:lnTo>
                  <a:lnTo>
                    <a:pt x="126662" y="0"/>
                  </a:lnTo>
                  <a:lnTo>
                    <a:pt x="115411" y="0"/>
                  </a:lnTo>
                  <a:lnTo>
                    <a:pt x="84871" y="0"/>
                  </a:lnTo>
                  <a:lnTo>
                    <a:pt x="25400" y="0"/>
                  </a:lnTo>
                  <a:close/>
                </a:path>
              </a:pathLst>
            </a:custGeom>
            <a:ln w="28393">
              <a:solidFill>
                <a:srgbClr val="C9D5E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9" name="object 709"/>
            <p:cNvSpPr/>
            <p:nvPr/>
          </p:nvSpPr>
          <p:spPr>
            <a:xfrm>
              <a:off x="3401060" y="4400550"/>
              <a:ext cx="152400" cy="151130"/>
            </a:xfrm>
            <a:custGeom>
              <a:avLst/>
              <a:gdLst/>
              <a:ahLst/>
              <a:cxnLst/>
              <a:rect l="l" t="t" r="r" b="b"/>
              <a:pathLst>
                <a:path w="152400" h="151129">
                  <a:moveTo>
                    <a:pt x="25400" y="0"/>
                  </a:move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26967"/>
                  </a:lnTo>
                  <a:lnTo>
                    <a:pt x="0" y="37941"/>
                  </a:lnTo>
                  <a:lnTo>
                    <a:pt x="0" y="67726"/>
                  </a:lnTo>
                  <a:lnTo>
                    <a:pt x="0" y="125730"/>
                  </a:lnTo>
                  <a:lnTo>
                    <a:pt x="2182" y="135056"/>
                  </a:lnTo>
                  <a:lnTo>
                    <a:pt x="7937" y="143192"/>
                  </a:lnTo>
                  <a:lnTo>
                    <a:pt x="16073" y="148947"/>
                  </a:lnTo>
                  <a:lnTo>
                    <a:pt x="25400" y="151130"/>
                  </a:lnTo>
                  <a:lnTo>
                    <a:pt x="27007" y="151130"/>
                  </a:lnTo>
                  <a:lnTo>
                    <a:pt x="38258" y="151130"/>
                  </a:lnTo>
                  <a:lnTo>
                    <a:pt x="68798" y="151130"/>
                  </a:lnTo>
                  <a:lnTo>
                    <a:pt x="128269" y="151130"/>
                  </a:lnTo>
                  <a:lnTo>
                    <a:pt x="136862" y="148947"/>
                  </a:lnTo>
                  <a:lnTo>
                    <a:pt x="144621" y="143192"/>
                  </a:lnTo>
                  <a:lnTo>
                    <a:pt x="150237" y="135056"/>
                  </a:lnTo>
                  <a:lnTo>
                    <a:pt x="152400" y="125730"/>
                  </a:lnTo>
                  <a:lnTo>
                    <a:pt x="152400" y="124162"/>
                  </a:lnTo>
                  <a:lnTo>
                    <a:pt x="152400" y="113188"/>
                  </a:lnTo>
                  <a:lnTo>
                    <a:pt x="152400" y="83403"/>
                  </a:lnTo>
                  <a:lnTo>
                    <a:pt x="152400" y="25400"/>
                  </a:lnTo>
                  <a:lnTo>
                    <a:pt x="150237" y="16073"/>
                  </a:lnTo>
                  <a:lnTo>
                    <a:pt x="144621" y="7937"/>
                  </a:lnTo>
                  <a:lnTo>
                    <a:pt x="136862" y="2182"/>
                  </a:lnTo>
                  <a:lnTo>
                    <a:pt x="128269" y="0"/>
                  </a:lnTo>
                  <a:lnTo>
                    <a:pt x="126662" y="0"/>
                  </a:lnTo>
                  <a:lnTo>
                    <a:pt x="115411" y="0"/>
                  </a:lnTo>
                  <a:lnTo>
                    <a:pt x="84871" y="0"/>
                  </a:lnTo>
                  <a:lnTo>
                    <a:pt x="25400" y="0"/>
                  </a:lnTo>
                  <a:close/>
                </a:path>
              </a:pathLst>
            </a:custGeom>
            <a:ln w="7619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10" name="object 710"/>
          <p:cNvSpPr/>
          <p:nvPr/>
        </p:nvSpPr>
        <p:spPr>
          <a:xfrm>
            <a:off x="980439" y="595630"/>
            <a:ext cx="7392670" cy="403860"/>
          </a:xfrm>
          <a:custGeom>
            <a:avLst/>
            <a:gdLst/>
            <a:ahLst/>
            <a:cxnLst/>
            <a:rect l="l" t="t" r="r" b="b"/>
            <a:pathLst>
              <a:path w="7392670" h="403859">
                <a:moveTo>
                  <a:pt x="7392669" y="0"/>
                </a:moveTo>
                <a:lnTo>
                  <a:pt x="0" y="0"/>
                </a:lnTo>
                <a:lnTo>
                  <a:pt x="0" y="403860"/>
                </a:lnTo>
                <a:lnTo>
                  <a:pt x="3695700" y="403860"/>
                </a:lnTo>
                <a:lnTo>
                  <a:pt x="7392669" y="403860"/>
                </a:lnTo>
                <a:lnTo>
                  <a:pt x="739266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11" name="object 711"/>
          <p:cNvGrpSpPr/>
          <p:nvPr/>
        </p:nvGrpSpPr>
        <p:grpSpPr>
          <a:xfrm>
            <a:off x="2438400" y="2347912"/>
            <a:ext cx="2040255" cy="1835785"/>
            <a:chOff x="2438400" y="2347912"/>
            <a:chExt cx="2040255" cy="1835785"/>
          </a:xfrm>
        </p:grpSpPr>
        <p:sp>
          <p:nvSpPr>
            <p:cNvPr id="712" name="object 712"/>
            <p:cNvSpPr/>
            <p:nvPr/>
          </p:nvSpPr>
          <p:spPr>
            <a:xfrm>
              <a:off x="3581400" y="3130550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127000" y="0"/>
                  </a:moveTo>
                  <a:lnTo>
                    <a:pt x="25400" y="0"/>
                  </a:ln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127000"/>
                  </a:lnTo>
                  <a:lnTo>
                    <a:pt x="2182" y="136326"/>
                  </a:lnTo>
                  <a:lnTo>
                    <a:pt x="7937" y="144462"/>
                  </a:lnTo>
                  <a:lnTo>
                    <a:pt x="16073" y="150217"/>
                  </a:lnTo>
                  <a:lnTo>
                    <a:pt x="25400" y="152400"/>
                  </a:lnTo>
                  <a:lnTo>
                    <a:pt x="127000" y="152400"/>
                  </a:lnTo>
                  <a:lnTo>
                    <a:pt x="136326" y="150217"/>
                  </a:lnTo>
                  <a:lnTo>
                    <a:pt x="144462" y="144462"/>
                  </a:lnTo>
                  <a:lnTo>
                    <a:pt x="150217" y="136326"/>
                  </a:lnTo>
                  <a:lnTo>
                    <a:pt x="152400" y="127000"/>
                  </a:lnTo>
                  <a:lnTo>
                    <a:pt x="152400" y="25400"/>
                  </a:lnTo>
                  <a:lnTo>
                    <a:pt x="150217" y="16073"/>
                  </a:lnTo>
                  <a:lnTo>
                    <a:pt x="144462" y="7937"/>
                  </a:lnTo>
                  <a:lnTo>
                    <a:pt x="136326" y="2182"/>
                  </a:lnTo>
                  <a:lnTo>
                    <a:pt x="127000" y="0"/>
                  </a:lnTo>
                  <a:close/>
                </a:path>
              </a:pathLst>
            </a:custGeom>
            <a:solidFill>
              <a:srgbClr val="FF9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3" name="object 713"/>
            <p:cNvSpPr/>
            <p:nvPr/>
          </p:nvSpPr>
          <p:spPr>
            <a:xfrm>
              <a:off x="3581400" y="3130550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25400" y="0"/>
                  </a:move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26987"/>
                  </a:lnTo>
                  <a:lnTo>
                    <a:pt x="0" y="38100"/>
                  </a:lnTo>
                  <a:lnTo>
                    <a:pt x="0" y="68262"/>
                  </a:lnTo>
                  <a:lnTo>
                    <a:pt x="0" y="127000"/>
                  </a:lnTo>
                  <a:lnTo>
                    <a:pt x="2182" y="136326"/>
                  </a:lnTo>
                  <a:lnTo>
                    <a:pt x="7937" y="144462"/>
                  </a:lnTo>
                  <a:lnTo>
                    <a:pt x="16073" y="150217"/>
                  </a:lnTo>
                  <a:lnTo>
                    <a:pt x="25400" y="152400"/>
                  </a:lnTo>
                  <a:lnTo>
                    <a:pt x="26987" y="152400"/>
                  </a:lnTo>
                  <a:lnTo>
                    <a:pt x="38100" y="152400"/>
                  </a:lnTo>
                  <a:lnTo>
                    <a:pt x="68262" y="152400"/>
                  </a:lnTo>
                  <a:lnTo>
                    <a:pt x="127000" y="152400"/>
                  </a:lnTo>
                  <a:lnTo>
                    <a:pt x="136326" y="150217"/>
                  </a:lnTo>
                  <a:lnTo>
                    <a:pt x="144462" y="144462"/>
                  </a:lnTo>
                  <a:lnTo>
                    <a:pt x="150217" y="136326"/>
                  </a:lnTo>
                  <a:lnTo>
                    <a:pt x="152400" y="127000"/>
                  </a:lnTo>
                  <a:lnTo>
                    <a:pt x="152400" y="125412"/>
                  </a:lnTo>
                  <a:lnTo>
                    <a:pt x="152400" y="114300"/>
                  </a:lnTo>
                  <a:lnTo>
                    <a:pt x="152400" y="84137"/>
                  </a:lnTo>
                  <a:lnTo>
                    <a:pt x="152400" y="25400"/>
                  </a:lnTo>
                  <a:lnTo>
                    <a:pt x="150217" y="16073"/>
                  </a:lnTo>
                  <a:lnTo>
                    <a:pt x="144462" y="7937"/>
                  </a:lnTo>
                  <a:lnTo>
                    <a:pt x="136326" y="2182"/>
                  </a:lnTo>
                  <a:lnTo>
                    <a:pt x="127000" y="0"/>
                  </a:lnTo>
                  <a:lnTo>
                    <a:pt x="125412" y="0"/>
                  </a:lnTo>
                  <a:lnTo>
                    <a:pt x="114300" y="0"/>
                  </a:lnTo>
                  <a:lnTo>
                    <a:pt x="84137" y="0"/>
                  </a:lnTo>
                  <a:lnTo>
                    <a:pt x="25400" y="0"/>
                  </a:lnTo>
                  <a:close/>
                </a:path>
              </a:pathLst>
            </a:custGeom>
            <a:ln w="28393">
              <a:solidFill>
                <a:srgbClr val="FFCF8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4" name="object 714"/>
            <p:cNvSpPr/>
            <p:nvPr/>
          </p:nvSpPr>
          <p:spPr>
            <a:xfrm>
              <a:off x="3581400" y="3130550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25400" y="0"/>
                  </a:move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26987"/>
                  </a:lnTo>
                  <a:lnTo>
                    <a:pt x="0" y="38100"/>
                  </a:lnTo>
                  <a:lnTo>
                    <a:pt x="0" y="68262"/>
                  </a:lnTo>
                  <a:lnTo>
                    <a:pt x="0" y="127000"/>
                  </a:lnTo>
                  <a:lnTo>
                    <a:pt x="2182" y="136326"/>
                  </a:lnTo>
                  <a:lnTo>
                    <a:pt x="7937" y="144462"/>
                  </a:lnTo>
                  <a:lnTo>
                    <a:pt x="16073" y="150217"/>
                  </a:lnTo>
                  <a:lnTo>
                    <a:pt x="25400" y="152400"/>
                  </a:lnTo>
                  <a:lnTo>
                    <a:pt x="26987" y="152400"/>
                  </a:lnTo>
                  <a:lnTo>
                    <a:pt x="38100" y="152400"/>
                  </a:lnTo>
                  <a:lnTo>
                    <a:pt x="68262" y="152400"/>
                  </a:lnTo>
                  <a:lnTo>
                    <a:pt x="127000" y="152400"/>
                  </a:lnTo>
                  <a:lnTo>
                    <a:pt x="136326" y="150217"/>
                  </a:lnTo>
                  <a:lnTo>
                    <a:pt x="144462" y="144462"/>
                  </a:lnTo>
                  <a:lnTo>
                    <a:pt x="150217" y="136326"/>
                  </a:lnTo>
                  <a:lnTo>
                    <a:pt x="152400" y="127000"/>
                  </a:lnTo>
                  <a:lnTo>
                    <a:pt x="152400" y="125412"/>
                  </a:lnTo>
                  <a:lnTo>
                    <a:pt x="152400" y="114300"/>
                  </a:lnTo>
                  <a:lnTo>
                    <a:pt x="152400" y="84137"/>
                  </a:lnTo>
                  <a:lnTo>
                    <a:pt x="152400" y="25400"/>
                  </a:lnTo>
                  <a:lnTo>
                    <a:pt x="150217" y="16073"/>
                  </a:lnTo>
                  <a:lnTo>
                    <a:pt x="144462" y="7937"/>
                  </a:lnTo>
                  <a:lnTo>
                    <a:pt x="136326" y="2182"/>
                  </a:lnTo>
                  <a:lnTo>
                    <a:pt x="127000" y="0"/>
                  </a:lnTo>
                  <a:lnTo>
                    <a:pt x="125412" y="0"/>
                  </a:lnTo>
                  <a:lnTo>
                    <a:pt x="114300" y="0"/>
                  </a:lnTo>
                  <a:lnTo>
                    <a:pt x="84137" y="0"/>
                  </a:lnTo>
                  <a:lnTo>
                    <a:pt x="25400" y="0"/>
                  </a:lnTo>
                  <a:close/>
                </a:path>
              </a:pathLst>
            </a:custGeom>
            <a:ln w="7619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5" name="object 715"/>
            <p:cNvSpPr/>
            <p:nvPr/>
          </p:nvSpPr>
          <p:spPr>
            <a:xfrm>
              <a:off x="2819400" y="3990339"/>
              <a:ext cx="152400" cy="151130"/>
            </a:xfrm>
            <a:custGeom>
              <a:avLst/>
              <a:gdLst/>
              <a:ahLst/>
              <a:cxnLst/>
              <a:rect l="l" t="t" r="r" b="b"/>
              <a:pathLst>
                <a:path w="152400" h="151129">
                  <a:moveTo>
                    <a:pt x="127000" y="0"/>
                  </a:moveTo>
                  <a:lnTo>
                    <a:pt x="25400" y="0"/>
                  </a:ln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125730"/>
                  </a:lnTo>
                  <a:lnTo>
                    <a:pt x="2182" y="135056"/>
                  </a:lnTo>
                  <a:lnTo>
                    <a:pt x="7937" y="143192"/>
                  </a:lnTo>
                  <a:lnTo>
                    <a:pt x="16073" y="148947"/>
                  </a:lnTo>
                  <a:lnTo>
                    <a:pt x="25400" y="151130"/>
                  </a:lnTo>
                  <a:lnTo>
                    <a:pt x="127000" y="151130"/>
                  </a:lnTo>
                  <a:lnTo>
                    <a:pt x="136326" y="148947"/>
                  </a:lnTo>
                  <a:lnTo>
                    <a:pt x="144462" y="143192"/>
                  </a:lnTo>
                  <a:lnTo>
                    <a:pt x="150217" y="135056"/>
                  </a:lnTo>
                  <a:lnTo>
                    <a:pt x="152400" y="125730"/>
                  </a:lnTo>
                  <a:lnTo>
                    <a:pt x="152400" y="25400"/>
                  </a:lnTo>
                  <a:lnTo>
                    <a:pt x="150217" y="16073"/>
                  </a:lnTo>
                  <a:lnTo>
                    <a:pt x="144462" y="7937"/>
                  </a:lnTo>
                  <a:lnTo>
                    <a:pt x="136326" y="2182"/>
                  </a:lnTo>
                  <a:lnTo>
                    <a:pt x="127000" y="0"/>
                  </a:lnTo>
                  <a:close/>
                </a:path>
              </a:pathLst>
            </a:custGeom>
            <a:solidFill>
              <a:srgbClr val="7C9A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6" name="object 716"/>
            <p:cNvSpPr/>
            <p:nvPr/>
          </p:nvSpPr>
          <p:spPr>
            <a:xfrm>
              <a:off x="2819400" y="3990339"/>
              <a:ext cx="152400" cy="151130"/>
            </a:xfrm>
            <a:custGeom>
              <a:avLst/>
              <a:gdLst/>
              <a:ahLst/>
              <a:cxnLst/>
              <a:rect l="l" t="t" r="r" b="b"/>
              <a:pathLst>
                <a:path w="152400" h="151129">
                  <a:moveTo>
                    <a:pt x="25400" y="0"/>
                  </a:move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26967"/>
                  </a:lnTo>
                  <a:lnTo>
                    <a:pt x="0" y="37941"/>
                  </a:lnTo>
                  <a:lnTo>
                    <a:pt x="0" y="67726"/>
                  </a:lnTo>
                  <a:lnTo>
                    <a:pt x="0" y="125730"/>
                  </a:lnTo>
                  <a:lnTo>
                    <a:pt x="2182" y="135056"/>
                  </a:lnTo>
                  <a:lnTo>
                    <a:pt x="7937" y="143192"/>
                  </a:lnTo>
                  <a:lnTo>
                    <a:pt x="16073" y="148947"/>
                  </a:lnTo>
                  <a:lnTo>
                    <a:pt x="25400" y="151130"/>
                  </a:lnTo>
                  <a:lnTo>
                    <a:pt x="26987" y="151130"/>
                  </a:lnTo>
                  <a:lnTo>
                    <a:pt x="38100" y="151130"/>
                  </a:lnTo>
                  <a:lnTo>
                    <a:pt x="68262" y="151130"/>
                  </a:lnTo>
                  <a:lnTo>
                    <a:pt x="127000" y="151130"/>
                  </a:lnTo>
                  <a:lnTo>
                    <a:pt x="136326" y="148947"/>
                  </a:lnTo>
                  <a:lnTo>
                    <a:pt x="144462" y="143192"/>
                  </a:lnTo>
                  <a:lnTo>
                    <a:pt x="150217" y="135056"/>
                  </a:lnTo>
                  <a:lnTo>
                    <a:pt x="152400" y="125730"/>
                  </a:lnTo>
                  <a:lnTo>
                    <a:pt x="152400" y="124162"/>
                  </a:lnTo>
                  <a:lnTo>
                    <a:pt x="152400" y="113188"/>
                  </a:lnTo>
                  <a:lnTo>
                    <a:pt x="152400" y="83403"/>
                  </a:lnTo>
                  <a:lnTo>
                    <a:pt x="152400" y="25400"/>
                  </a:lnTo>
                  <a:lnTo>
                    <a:pt x="150217" y="16073"/>
                  </a:lnTo>
                  <a:lnTo>
                    <a:pt x="144462" y="7937"/>
                  </a:lnTo>
                  <a:lnTo>
                    <a:pt x="136326" y="2182"/>
                  </a:lnTo>
                  <a:lnTo>
                    <a:pt x="127000" y="0"/>
                  </a:lnTo>
                  <a:lnTo>
                    <a:pt x="125412" y="0"/>
                  </a:lnTo>
                  <a:lnTo>
                    <a:pt x="114300" y="0"/>
                  </a:lnTo>
                  <a:lnTo>
                    <a:pt x="84137" y="0"/>
                  </a:lnTo>
                  <a:lnTo>
                    <a:pt x="25400" y="0"/>
                  </a:lnTo>
                  <a:close/>
                </a:path>
              </a:pathLst>
            </a:custGeom>
            <a:ln w="28393">
              <a:solidFill>
                <a:srgbClr val="C9D5E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7" name="object 717"/>
            <p:cNvSpPr/>
            <p:nvPr/>
          </p:nvSpPr>
          <p:spPr>
            <a:xfrm>
              <a:off x="2819400" y="3989070"/>
              <a:ext cx="152400" cy="151130"/>
            </a:xfrm>
            <a:custGeom>
              <a:avLst/>
              <a:gdLst/>
              <a:ahLst/>
              <a:cxnLst/>
              <a:rect l="l" t="t" r="r" b="b"/>
              <a:pathLst>
                <a:path w="152400" h="151129">
                  <a:moveTo>
                    <a:pt x="25400" y="0"/>
                  </a:move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399"/>
                  </a:lnTo>
                  <a:lnTo>
                    <a:pt x="0" y="26967"/>
                  </a:lnTo>
                  <a:lnTo>
                    <a:pt x="0" y="37941"/>
                  </a:lnTo>
                  <a:lnTo>
                    <a:pt x="0" y="67726"/>
                  </a:lnTo>
                  <a:lnTo>
                    <a:pt x="0" y="125729"/>
                  </a:lnTo>
                  <a:lnTo>
                    <a:pt x="2182" y="135056"/>
                  </a:lnTo>
                  <a:lnTo>
                    <a:pt x="7937" y="143192"/>
                  </a:lnTo>
                  <a:lnTo>
                    <a:pt x="16073" y="148947"/>
                  </a:lnTo>
                  <a:lnTo>
                    <a:pt x="25400" y="151129"/>
                  </a:lnTo>
                  <a:lnTo>
                    <a:pt x="26987" y="151129"/>
                  </a:lnTo>
                  <a:lnTo>
                    <a:pt x="38100" y="151129"/>
                  </a:lnTo>
                  <a:lnTo>
                    <a:pt x="68262" y="151129"/>
                  </a:lnTo>
                  <a:lnTo>
                    <a:pt x="127000" y="151129"/>
                  </a:lnTo>
                  <a:lnTo>
                    <a:pt x="136326" y="148947"/>
                  </a:lnTo>
                  <a:lnTo>
                    <a:pt x="144462" y="143192"/>
                  </a:lnTo>
                  <a:lnTo>
                    <a:pt x="150217" y="135056"/>
                  </a:lnTo>
                  <a:lnTo>
                    <a:pt x="152400" y="125729"/>
                  </a:lnTo>
                  <a:lnTo>
                    <a:pt x="152400" y="124162"/>
                  </a:lnTo>
                  <a:lnTo>
                    <a:pt x="152400" y="113188"/>
                  </a:lnTo>
                  <a:lnTo>
                    <a:pt x="152400" y="83403"/>
                  </a:lnTo>
                  <a:lnTo>
                    <a:pt x="152400" y="25399"/>
                  </a:lnTo>
                  <a:lnTo>
                    <a:pt x="150217" y="16073"/>
                  </a:lnTo>
                  <a:lnTo>
                    <a:pt x="144462" y="7937"/>
                  </a:lnTo>
                  <a:lnTo>
                    <a:pt x="136326" y="2182"/>
                  </a:lnTo>
                  <a:lnTo>
                    <a:pt x="127000" y="0"/>
                  </a:lnTo>
                  <a:lnTo>
                    <a:pt x="125412" y="0"/>
                  </a:lnTo>
                  <a:lnTo>
                    <a:pt x="114300" y="0"/>
                  </a:lnTo>
                  <a:lnTo>
                    <a:pt x="84137" y="0"/>
                  </a:lnTo>
                  <a:lnTo>
                    <a:pt x="25400" y="0"/>
                  </a:lnTo>
                  <a:close/>
                </a:path>
              </a:pathLst>
            </a:custGeom>
            <a:ln w="7619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8" name="object 718"/>
            <p:cNvSpPr/>
            <p:nvPr/>
          </p:nvSpPr>
          <p:spPr>
            <a:xfrm>
              <a:off x="3989069" y="3990339"/>
              <a:ext cx="152400" cy="151130"/>
            </a:xfrm>
            <a:custGeom>
              <a:avLst/>
              <a:gdLst/>
              <a:ahLst/>
              <a:cxnLst/>
              <a:rect l="l" t="t" r="r" b="b"/>
              <a:pathLst>
                <a:path w="152400" h="151129">
                  <a:moveTo>
                    <a:pt x="127000" y="0"/>
                  </a:moveTo>
                  <a:lnTo>
                    <a:pt x="25400" y="0"/>
                  </a:ln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125730"/>
                  </a:lnTo>
                  <a:lnTo>
                    <a:pt x="2182" y="135056"/>
                  </a:lnTo>
                  <a:lnTo>
                    <a:pt x="7937" y="143192"/>
                  </a:lnTo>
                  <a:lnTo>
                    <a:pt x="16073" y="148947"/>
                  </a:lnTo>
                  <a:lnTo>
                    <a:pt x="25400" y="151130"/>
                  </a:lnTo>
                  <a:lnTo>
                    <a:pt x="127000" y="151130"/>
                  </a:lnTo>
                  <a:lnTo>
                    <a:pt x="136326" y="148947"/>
                  </a:lnTo>
                  <a:lnTo>
                    <a:pt x="144462" y="143192"/>
                  </a:lnTo>
                  <a:lnTo>
                    <a:pt x="150217" y="135056"/>
                  </a:lnTo>
                  <a:lnTo>
                    <a:pt x="152400" y="125730"/>
                  </a:lnTo>
                  <a:lnTo>
                    <a:pt x="152400" y="25400"/>
                  </a:lnTo>
                  <a:lnTo>
                    <a:pt x="150217" y="16073"/>
                  </a:lnTo>
                  <a:lnTo>
                    <a:pt x="144462" y="7937"/>
                  </a:lnTo>
                  <a:lnTo>
                    <a:pt x="136326" y="2182"/>
                  </a:lnTo>
                  <a:lnTo>
                    <a:pt x="127000" y="0"/>
                  </a:lnTo>
                  <a:close/>
                </a:path>
              </a:pathLst>
            </a:custGeom>
            <a:solidFill>
              <a:srgbClr val="7C9A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9" name="object 719"/>
            <p:cNvSpPr/>
            <p:nvPr/>
          </p:nvSpPr>
          <p:spPr>
            <a:xfrm>
              <a:off x="3989069" y="3990339"/>
              <a:ext cx="152400" cy="151130"/>
            </a:xfrm>
            <a:custGeom>
              <a:avLst/>
              <a:gdLst/>
              <a:ahLst/>
              <a:cxnLst/>
              <a:rect l="l" t="t" r="r" b="b"/>
              <a:pathLst>
                <a:path w="152400" h="151129">
                  <a:moveTo>
                    <a:pt x="25400" y="0"/>
                  </a:move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26967"/>
                  </a:lnTo>
                  <a:lnTo>
                    <a:pt x="0" y="37941"/>
                  </a:lnTo>
                  <a:lnTo>
                    <a:pt x="0" y="67726"/>
                  </a:lnTo>
                  <a:lnTo>
                    <a:pt x="0" y="125730"/>
                  </a:lnTo>
                  <a:lnTo>
                    <a:pt x="2182" y="135056"/>
                  </a:lnTo>
                  <a:lnTo>
                    <a:pt x="7937" y="143192"/>
                  </a:lnTo>
                  <a:lnTo>
                    <a:pt x="16073" y="148947"/>
                  </a:lnTo>
                  <a:lnTo>
                    <a:pt x="25400" y="151130"/>
                  </a:lnTo>
                  <a:lnTo>
                    <a:pt x="26987" y="151130"/>
                  </a:lnTo>
                  <a:lnTo>
                    <a:pt x="38100" y="151130"/>
                  </a:lnTo>
                  <a:lnTo>
                    <a:pt x="68262" y="151130"/>
                  </a:lnTo>
                  <a:lnTo>
                    <a:pt x="127000" y="151130"/>
                  </a:lnTo>
                  <a:lnTo>
                    <a:pt x="136326" y="148947"/>
                  </a:lnTo>
                  <a:lnTo>
                    <a:pt x="144462" y="143192"/>
                  </a:lnTo>
                  <a:lnTo>
                    <a:pt x="150217" y="135056"/>
                  </a:lnTo>
                  <a:lnTo>
                    <a:pt x="152400" y="125730"/>
                  </a:lnTo>
                  <a:lnTo>
                    <a:pt x="152400" y="124162"/>
                  </a:lnTo>
                  <a:lnTo>
                    <a:pt x="152400" y="113188"/>
                  </a:lnTo>
                  <a:lnTo>
                    <a:pt x="152400" y="83403"/>
                  </a:lnTo>
                  <a:lnTo>
                    <a:pt x="152400" y="25400"/>
                  </a:lnTo>
                  <a:lnTo>
                    <a:pt x="150217" y="16073"/>
                  </a:lnTo>
                  <a:lnTo>
                    <a:pt x="144462" y="7937"/>
                  </a:lnTo>
                  <a:lnTo>
                    <a:pt x="136326" y="2182"/>
                  </a:lnTo>
                  <a:lnTo>
                    <a:pt x="127000" y="0"/>
                  </a:lnTo>
                  <a:lnTo>
                    <a:pt x="125412" y="0"/>
                  </a:lnTo>
                  <a:lnTo>
                    <a:pt x="114300" y="0"/>
                  </a:lnTo>
                  <a:lnTo>
                    <a:pt x="84137" y="0"/>
                  </a:lnTo>
                  <a:lnTo>
                    <a:pt x="25400" y="0"/>
                  </a:lnTo>
                  <a:close/>
                </a:path>
              </a:pathLst>
            </a:custGeom>
            <a:ln w="28393">
              <a:solidFill>
                <a:srgbClr val="C9D5E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0" name="object 720"/>
            <p:cNvSpPr/>
            <p:nvPr/>
          </p:nvSpPr>
          <p:spPr>
            <a:xfrm>
              <a:off x="3989069" y="3989070"/>
              <a:ext cx="152400" cy="151130"/>
            </a:xfrm>
            <a:custGeom>
              <a:avLst/>
              <a:gdLst/>
              <a:ahLst/>
              <a:cxnLst/>
              <a:rect l="l" t="t" r="r" b="b"/>
              <a:pathLst>
                <a:path w="152400" h="151129">
                  <a:moveTo>
                    <a:pt x="25400" y="0"/>
                  </a:move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399"/>
                  </a:lnTo>
                  <a:lnTo>
                    <a:pt x="0" y="26967"/>
                  </a:lnTo>
                  <a:lnTo>
                    <a:pt x="0" y="37941"/>
                  </a:lnTo>
                  <a:lnTo>
                    <a:pt x="0" y="67726"/>
                  </a:lnTo>
                  <a:lnTo>
                    <a:pt x="0" y="125729"/>
                  </a:lnTo>
                  <a:lnTo>
                    <a:pt x="2182" y="135056"/>
                  </a:lnTo>
                  <a:lnTo>
                    <a:pt x="7937" y="143192"/>
                  </a:lnTo>
                  <a:lnTo>
                    <a:pt x="16073" y="148947"/>
                  </a:lnTo>
                  <a:lnTo>
                    <a:pt x="25400" y="151129"/>
                  </a:lnTo>
                  <a:lnTo>
                    <a:pt x="26987" y="151129"/>
                  </a:lnTo>
                  <a:lnTo>
                    <a:pt x="38100" y="151129"/>
                  </a:lnTo>
                  <a:lnTo>
                    <a:pt x="68262" y="151129"/>
                  </a:lnTo>
                  <a:lnTo>
                    <a:pt x="127000" y="151129"/>
                  </a:lnTo>
                  <a:lnTo>
                    <a:pt x="136326" y="148947"/>
                  </a:lnTo>
                  <a:lnTo>
                    <a:pt x="144462" y="143192"/>
                  </a:lnTo>
                  <a:lnTo>
                    <a:pt x="150217" y="135056"/>
                  </a:lnTo>
                  <a:lnTo>
                    <a:pt x="152400" y="125729"/>
                  </a:lnTo>
                  <a:lnTo>
                    <a:pt x="152400" y="124162"/>
                  </a:lnTo>
                  <a:lnTo>
                    <a:pt x="152400" y="113188"/>
                  </a:lnTo>
                  <a:lnTo>
                    <a:pt x="152400" y="83403"/>
                  </a:lnTo>
                  <a:lnTo>
                    <a:pt x="152400" y="25399"/>
                  </a:lnTo>
                  <a:lnTo>
                    <a:pt x="150217" y="16073"/>
                  </a:lnTo>
                  <a:lnTo>
                    <a:pt x="144462" y="7937"/>
                  </a:lnTo>
                  <a:lnTo>
                    <a:pt x="136326" y="2182"/>
                  </a:lnTo>
                  <a:lnTo>
                    <a:pt x="127000" y="0"/>
                  </a:lnTo>
                  <a:lnTo>
                    <a:pt x="125412" y="0"/>
                  </a:lnTo>
                  <a:lnTo>
                    <a:pt x="114300" y="0"/>
                  </a:lnTo>
                  <a:lnTo>
                    <a:pt x="84137" y="0"/>
                  </a:lnTo>
                  <a:lnTo>
                    <a:pt x="25400" y="0"/>
                  </a:lnTo>
                  <a:close/>
                </a:path>
              </a:pathLst>
            </a:custGeom>
            <a:ln w="7619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1" name="object 721"/>
            <p:cNvSpPr/>
            <p:nvPr/>
          </p:nvSpPr>
          <p:spPr>
            <a:xfrm>
              <a:off x="2999740" y="3564889"/>
              <a:ext cx="153670" cy="153670"/>
            </a:xfrm>
            <a:custGeom>
              <a:avLst/>
              <a:gdLst/>
              <a:ahLst/>
              <a:cxnLst/>
              <a:rect l="l" t="t" r="r" b="b"/>
              <a:pathLst>
                <a:path w="153669" h="153670">
                  <a:moveTo>
                    <a:pt x="127000" y="0"/>
                  </a:moveTo>
                  <a:lnTo>
                    <a:pt x="25400" y="0"/>
                  </a:ln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128270"/>
                  </a:lnTo>
                  <a:lnTo>
                    <a:pt x="2182" y="137596"/>
                  </a:lnTo>
                  <a:lnTo>
                    <a:pt x="7937" y="145732"/>
                  </a:lnTo>
                  <a:lnTo>
                    <a:pt x="16073" y="151487"/>
                  </a:lnTo>
                  <a:lnTo>
                    <a:pt x="25400" y="153670"/>
                  </a:lnTo>
                  <a:lnTo>
                    <a:pt x="127000" y="153670"/>
                  </a:lnTo>
                  <a:lnTo>
                    <a:pt x="136525" y="151487"/>
                  </a:lnTo>
                  <a:lnTo>
                    <a:pt x="145097" y="145732"/>
                  </a:lnTo>
                  <a:lnTo>
                    <a:pt x="151288" y="137596"/>
                  </a:lnTo>
                  <a:lnTo>
                    <a:pt x="153670" y="128270"/>
                  </a:lnTo>
                  <a:lnTo>
                    <a:pt x="153670" y="25400"/>
                  </a:lnTo>
                  <a:lnTo>
                    <a:pt x="151288" y="16073"/>
                  </a:lnTo>
                  <a:lnTo>
                    <a:pt x="145097" y="7937"/>
                  </a:lnTo>
                  <a:lnTo>
                    <a:pt x="136525" y="2182"/>
                  </a:lnTo>
                  <a:lnTo>
                    <a:pt x="127000" y="0"/>
                  </a:lnTo>
                  <a:close/>
                </a:path>
              </a:pathLst>
            </a:custGeom>
            <a:solidFill>
              <a:srgbClr val="FF9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2" name="object 722"/>
            <p:cNvSpPr/>
            <p:nvPr/>
          </p:nvSpPr>
          <p:spPr>
            <a:xfrm>
              <a:off x="2999740" y="3564889"/>
              <a:ext cx="153670" cy="153670"/>
            </a:xfrm>
            <a:custGeom>
              <a:avLst/>
              <a:gdLst/>
              <a:ahLst/>
              <a:cxnLst/>
              <a:rect l="l" t="t" r="r" b="b"/>
              <a:pathLst>
                <a:path w="153669" h="153670">
                  <a:moveTo>
                    <a:pt x="25400" y="0"/>
                  </a:move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27007"/>
                  </a:lnTo>
                  <a:lnTo>
                    <a:pt x="0" y="38258"/>
                  </a:lnTo>
                  <a:lnTo>
                    <a:pt x="0" y="68798"/>
                  </a:lnTo>
                  <a:lnTo>
                    <a:pt x="0" y="128270"/>
                  </a:lnTo>
                  <a:lnTo>
                    <a:pt x="2182" y="137596"/>
                  </a:lnTo>
                  <a:lnTo>
                    <a:pt x="7937" y="145732"/>
                  </a:lnTo>
                  <a:lnTo>
                    <a:pt x="16073" y="151487"/>
                  </a:lnTo>
                  <a:lnTo>
                    <a:pt x="25400" y="153670"/>
                  </a:lnTo>
                  <a:lnTo>
                    <a:pt x="26987" y="153670"/>
                  </a:lnTo>
                  <a:lnTo>
                    <a:pt x="38100" y="153670"/>
                  </a:lnTo>
                  <a:lnTo>
                    <a:pt x="68262" y="153670"/>
                  </a:lnTo>
                  <a:lnTo>
                    <a:pt x="127000" y="153670"/>
                  </a:lnTo>
                  <a:lnTo>
                    <a:pt x="136525" y="151487"/>
                  </a:lnTo>
                  <a:lnTo>
                    <a:pt x="145097" y="145732"/>
                  </a:lnTo>
                  <a:lnTo>
                    <a:pt x="151288" y="137596"/>
                  </a:lnTo>
                  <a:lnTo>
                    <a:pt x="153670" y="128270"/>
                  </a:lnTo>
                  <a:lnTo>
                    <a:pt x="153670" y="126662"/>
                  </a:lnTo>
                  <a:lnTo>
                    <a:pt x="153670" y="115411"/>
                  </a:lnTo>
                  <a:lnTo>
                    <a:pt x="153670" y="84871"/>
                  </a:lnTo>
                  <a:lnTo>
                    <a:pt x="153670" y="25400"/>
                  </a:lnTo>
                  <a:lnTo>
                    <a:pt x="151288" y="16073"/>
                  </a:lnTo>
                  <a:lnTo>
                    <a:pt x="145097" y="7937"/>
                  </a:lnTo>
                  <a:lnTo>
                    <a:pt x="136525" y="2182"/>
                  </a:lnTo>
                  <a:lnTo>
                    <a:pt x="127000" y="0"/>
                  </a:lnTo>
                  <a:lnTo>
                    <a:pt x="125412" y="0"/>
                  </a:lnTo>
                  <a:lnTo>
                    <a:pt x="114300" y="0"/>
                  </a:lnTo>
                  <a:lnTo>
                    <a:pt x="84137" y="0"/>
                  </a:lnTo>
                  <a:lnTo>
                    <a:pt x="25400" y="0"/>
                  </a:lnTo>
                  <a:close/>
                </a:path>
              </a:pathLst>
            </a:custGeom>
            <a:ln w="28393">
              <a:solidFill>
                <a:srgbClr val="FFCF8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3" name="object 723"/>
            <p:cNvSpPr/>
            <p:nvPr/>
          </p:nvSpPr>
          <p:spPr>
            <a:xfrm>
              <a:off x="2999740" y="3564889"/>
              <a:ext cx="153670" cy="153670"/>
            </a:xfrm>
            <a:custGeom>
              <a:avLst/>
              <a:gdLst/>
              <a:ahLst/>
              <a:cxnLst/>
              <a:rect l="l" t="t" r="r" b="b"/>
              <a:pathLst>
                <a:path w="153669" h="153670">
                  <a:moveTo>
                    <a:pt x="25400" y="0"/>
                  </a:move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27007"/>
                  </a:lnTo>
                  <a:lnTo>
                    <a:pt x="0" y="38258"/>
                  </a:lnTo>
                  <a:lnTo>
                    <a:pt x="0" y="68798"/>
                  </a:lnTo>
                  <a:lnTo>
                    <a:pt x="0" y="128270"/>
                  </a:lnTo>
                  <a:lnTo>
                    <a:pt x="2182" y="137596"/>
                  </a:lnTo>
                  <a:lnTo>
                    <a:pt x="7937" y="145732"/>
                  </a:lnTo>
                  <a:lnTo>
                    <a:pt x="16073" y="151487"/>
                  </a:lnTo>
                  <a:lnTo>
                    <a:pt x="25400" y="153670"/>
                  </a:lnTo>
                  <a:lnTo>
                    <a:pt x="26987" y="153670"/>
                  </a:lnTo>
                  <a:lnTo>
                    <a:pt x="38100" y="153670"/>
                  </a:lnTo>
                  <a:lnTo>
                    <a:pt x="68262" y="153670"/>
                  </a:lnTo>
                  <a:lnTo>
                    <a:pt x="127000" y="153670"/>
                  </a:lnTo>
                  <a:lnTo>
                    <a:pt x="136525" y="151487"/>
                  </a:lnTo>
                  <a:lnTo>
                    <a:pt x="145097" y="145732"/>
                  </a:lnTo>
                  <a:lnTo>
                    <a:pt x="151288" y="137596"/>
                  </a:lnTo>
                  <a:lnTo>
                    <a:pt x="153670" y="128270"/>
                  </a:lnTo>
                  <a:lnTo>
                    <a:pt x="153670" y="126662"/>
                  </a:lnTo>
                  <a:lnTo>
                    <a:pt x="153670" y="115411"/>
                  </a:lnTo>
                  <a:lnTo>
                    <a:pt x="153670" y="84871"/>
                  </a:lnTo>
                  <a:lnTo>
                    <a:pt x="153670" y="25400"/>
                  </a:lnTo>
                  <a:lnTo>
                    <a:pt x="151288" y="16073"/>
                  </a:lnTo>
                  <a:lnTo>
                    <a:pt x="145097" y="7937"/>
                  </a:lnTo>
                  <a:lnTo>
                    <a:pt x="136525" y="2182"/>
                  </a:lnTo>
                  <a:lnTo>
                    <a:pt x="127000" y="0"/>
                  </a:lnTo>
                  <a:lnTo>
                    <a:pt x="125412" y="0"/>
                  </a:lnTo>
                  <a:lnTo>
                    <a:pt x="114300" y="0"/>
                  </a:lnTo>
                  <a:lnTo>
                    <a:pt x="84137" y="0"/>
                  </a:lnTo>
                  <a:lnTo>
                    <a:pt x="25400" y="0"/>
                  </a:lnTo>
                  <a:close/>
                </a:path>
              </a:pathLst>
            </a:custGeom>
            <a:ln w="7619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4" name="object 724"/>
            <p:cNvSpPr/>
            <p:nvPr/>
          </p:nvSpPr>
          <p:spPr>
            <a:xfrm>
              <a:off x="4171950" y="3992879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127000" y="0"/>
                  </a:moveTo>
                  <a:lnTo>
                    <a:pt x="25400" y="0"/>
                  </a:lnTo>
                  <a:lnTo>
                    <a:pt x="16073" y="2162"/>
                  </a:lnTo>
                  <a:lnTo>
                    <a:pt x="7937" y="7778"/>
                  </a:lnTo>
                  <a:lnTo>
                    <a:pt x="2182" y="15537"/>
                  </a:lnTo>
                  <a:lnTo>
                    <a:pt x="0" y="24130"/>
                  </a:lnTo>
                  <a:lnTo>
                    <a:pt x="0" y="127000"/>
                  </a:lnTo>
                  <a:lnTo>
                    <a:pt x="2182" y="136326"/>
                  </a:lnTo>
                  <a:lnTo>
                    <a:pt x="7937" y="144462"/>
                  </a:lnTo>
                  <a:lnTo>
                    <a:pt x="16073" y="150217"/>
                  </a:lnTo>
                  <a:lnTo>
                    <a:pt x="25400" y="152400"/>
                  </a:lnTo>
                  <a:lnTo>
                    <a:pt x="127000" y="152400"/>
                  </a:lnTo>
                  <a:lnTo>
                    <a:pt x="136326" y="150217"/>
                  </a:lnTo>
                  <a:lnTo>
                    <a:pt x="144462" y="144462"/>
                  </a:lnTo>
                  <a:lnTo>
                    <a:pt x="150217" y="136326"/>
                  </a:lnTo>
                  <a:lnTo>
                    <a:pt x="152400" y="127000"/>
                  </a:lnTo>
                  <a:lnTo>
                    <a:pt x="152400" y="24130"/>
                  </a:lnTo>
                  <a:lnTo>
                    <a:pt x="150217" y="15537"/>
                  </a:lnTo>
                  <a:lnTo>
                    <a:pt x="144462" y="7778"/>
                  </a:lnTo>
                  <a:lnTo>
                    <a:pt x="136326" y="2162"/>
                  </a:lnTo>
                  <a:lnTo>
                    <a:pt x="127000" y="0"/>
                  </a:lnTo>
                  <a:close/>
                </a:path>
              </a:pathLst>
            </a:custGeom>
            <a:solidFill>
              <a:srgbClr val="FF9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5" name="object 725"/>
            <p:cNvSpPr/>
            <p:nvPr/>
          </p:nvSpPr>
          <p:spPr>
            <a:xfrm>
              <a:off x="4171950" y="3992879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25400" y="0"/>
                  </a:moveTo>
                  <a:lnTo>
                    <a:pt x="16073" y="2162"/>
                  </a:lnTo>
                  <a:lnTo>
                    <a:pt x="7937" y="7778"/>
                  </a:lnTo>
                  <a:lnTo>
                    <a:pt x="2182" y="15537"/>
                  </a:lnTo>
                  <a:lnTo>
                    <a:pt x="0" y="24130"/>
                  </a:lnTo>
                  <a:lnTo>
                    <a:pt x="0" y="25737"/>
                  </a:lnTo>
                  <a:lnTo>
                    <a:pt x="0" y="36988"/>
                  </a:lnTo>
                  <a:lnTo>
                    <a:pt x="0" y="67528"/>
                  </a:lnTo>
                  <a:lnTo>
                    <a:pt x="0" y="127000"/>
                  </a:lnTo>
                  <a:lnTo>
                    <a:pt x="2182" y="136326"/>
                  </a:lnTo>
                  <a:lnTo>
                    <a:pt x="7937" y="144462"/>
                  </a:lnTo>
                  <a:lnTo>
                    <a:pt x="16073" y="150217"/>
                  </a:lnTo>
                  <a:lnTo>
                    <a:pt x="25400" y="152400"/>
                  </a:lnTo>
                  <a:lnTo>
                    <a:pt x="26987" y="152400"/>
                  </a:lnTo>
                  <a:lnTo>
                    <a:pt x="38100" y="152400"/>
                  </a:lnTo>
                  <a:lnTo>
                    <a:pt x="68262" y="152400"/>
                  </a:lnTo>
                  <a:lnTo>
                    <a:pt x="127000" y="152400"/>
                  </a:lnTo>
                  <a:lnTo>
                    <a:pt x="136326" y="150217"/>
                  </a:lnTo>
                  <a:lnTo>
                    <a:pt x="144462" y="144462"/>
                  </a:lnTo>
                  <a:lnTo>
                    <a:pt x="150217" y="136326"/>
                  </a:lnTo>
                  <a:lnTo>
                    <a:pt x="152400" y="127000"/>
                  </a:lnTo>
                  <a:lnTo>
                    <a:pt x="152400" y="125392"/>
                  </a:lnTo>
                  <a:lnTo>
                    <a:pt x="152400" y="114141"/>
                  </a:lnTo>
                  <a:lnTo>
                    <a:pt x="152400" y="83601"/>
                  </a:lnTo>
                  <a:lnTo>
                    <a:pt x="152400" y="24130"/>
                  </a:lnTo>
                  <a:lnTo>
                    <a:pt x="150217" y="15537"/>
                  </a:lnTo>
                  <a:lnTo>
                    <a:pt x="144462" y="7778"/>
                  </a:lnTo>
                  <a:lnTo>
                    <a:pt x="136326" y="2162"/>
                  </a:lnTo>
                  <a:lnTo>
                    <a:pt x="127000" y="0"/>
                  </a:lnTo>
                  <a:lnTo>
                    <a:pt x="125412" y="0"/>
                  </a:lnTo>
                  <a:lnTo>
                    <a:pt x="114300" y="0"/>
                  </a:lnTo>
                  <a:lnTo>
                    <a:pt x="84137" y="0"/>
                  </a:lnTo>
                  <a:lnTo>
                    <a:pt x="25400" y="0"/>
                  </a:lnTo>
                  <a:close/>
                </a:path>
              </a:pathLst>
            </a:custGeom>
            <a:ln w="28393">
              <a:solidFill>
                <a:srgbClr val="FFCF8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6" name="object 726"/>
            <p:cNvSpPr/>
            <p:nvPr/>
          </p:nvSpPr>
          <p:spPr>
            <a:xfrm>
              <a:off x="4171950" y="3992879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25400" y="0"/>
                  </a:moveTo>
                  <a:lnTo>
                    <a:pt x="16073" y="2162"/>
                  </a:lnTo>
                  <a:lnTo>
                    <a:pt x="7937" y="7778"/>
                  </a:lnTo>
                  <a:lnTo>
                    <a:pt x="2182" y="15537"/>
                  </a:lnTo>
                  <a:lnTo>
                    <a:pt x="0" y="24130"/>
                  </a:lnTo>
                  <a:lnTo>
                    <a:pt x="0" y="25737"/>
                  </a:lnTo>
                  <a:lnTo>
                    <a:pt x="0" y="36988"/>
                  </a:lnTo>
                  <a:lnTo>
                    <a:pt x="0" y="67528"/>
                  </a:lnTo>
                  <a:lnTo>
                    <a:pt x="0" y="127000"/>
                  </a:lnTo>
                  <a:lnTo>
                    <a:pt x="2182" y="136326"/>
                  </a:lnTo>
                  <a:lnTo>
                    <a:pt x="7937" y="144462"/>
                  </a:lnTo>
                  <a:lnTo>
                    <a:pt x="16073" y="150217"/>
                  </a:lnTo>
                  <a:lnTo>
                    <a:pt x="25400" y="152400"/>
                  </a:lnTo>
                  <a:lnTo>
                    <a:pt x="26987" y="152400"/>
                  </a:lnTo>
                  <a:lnTo>
                    <a:pt x="38100" y="152400"/>
                  </a:lnTo>
                  <a:lnTo>
                    <a:pt x="68262" y="152400"/>
                  </a:lnTo>
                  <a:lnTo>
                    <a:pt x="127000" y="152400"/>
                  </a:lnTo>
                  <a:lnTo>
                    <a:pt x="136326" y="150217"/>
                  </a:lnTo>
                  <a:lnTo>
                    <a:pt x="144462" y="144462"/>
                  </a:lnTo>
                  <a:lnTo>
                    <a:pt x="150217" y="136326"/>
                  </a:lnTo>
                  <a:lnTo>
                    <a:pt x="152400" y="127000"/>
                  </a:lnTo>
                  <a:lnTo>
                    <a:pt x="152400" y="125392"/>
                  </a:lnTo>
                  <a:lnTo>
                    <a:pt x="152400" y="114141"/>
                  </a:lnTo>
                  <a:lnTo>
                    <a:pt x="152400" y="83601"/>
                  </a:lnTo>
                  <a:lnTo>
                    <a:pt x="152400" y="24130"/>
                  </a:lnTo>
                  <a:lnTo>
                    <a:pt x="150217" y="15537"/>
                  </a:lnTo>
                  <a:lnTo>
                    <a:pt x="144462" y="7778"/>
                  </a:lnTo>
                  <a:lnTo>
                    <a:pt x="136326" y="2162"/>
                  </a:lnTo>
                  <a:lnTo>
                    <a:pt x="127000" y="0"/>
                  </a:lnTo>
                  <a:lnTo>
                    <a:pt x="125412" y="0"/>
                  </a:lnTo>
                  <a:lnTo>
                    <a:pt x="114300" y="0"/>
                  </a:lnTo>
                  <a:lnTo>
                    <a:pt x="84137" y="0"/>
                  </a:lnTo>
                  <a:lnTo>
                    <a:pt x="25400" y="0"/>
                  </a:lnTo>
                  <a:close/>
                </a:path>
              </a:pathLst>
            </a:custGeom>
            <a:ln w="7619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7" name="object 727"/>
            <p:cNvSpPr/>
            <p:nvPr/>
          </p:nvSpPr>
          <p:spPr>
            <a:xfrm>
              <a:off x="3401060" y="3130550"/>
              <a:ext cx="153670" cy="151130"/>
            </a:xfrm>
            <a:custGeom>
              <a:avLst/>
              <a:gdLst/>
              <a:ahLst/>
              <a:cxnLst/>
              <a:rect l="l" t="t" r="r" b="b"/>
              <a:pathLst>
                <a:path w="153670" h="151129">
                  <a:moveTo>
                    <a:pt x="128269" y="0"/>
                  </a:moveTo>
                  <a:lnTo>
                    <a:pt x="25400" y="0"/>
                  </a:ln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125729"/>
                  </a:lnTo>
                  <a:lnTo>
                    <a:pt x="2182" y="135056"/>
                  </a:lnTo>
                  <a:lnTo>
                    <a:pt x="7937" y="143192"/>
                  </a:lnTo>
                  <a:lnTo>
                    <a:pt x="16073" y="148947"/>
                  </a:lnTo>
                  <a:lnTo>
                    <a:pt x="25400" y="151129"/>
                  </a:lnTo>
                  <a:lnTo>
                    <a:pt x="128269" y="151129"/>
                  </a:lnTo>
                  <a:lnTo>
                    <a:pt x="137596" y="148947"/>
                  </a:lnTo>
                  <a:lnTo>
                    <a:pt x="145732" y="143192"/>
                  </a:lnTo>
                  <a:lnTo>
                    <a:pt x="151487" y="135056"/>
                  </a:lnTo>
                  <a:lnTo>
                    <a:pt x="153669" y="125729"/>
                  </a:lnTo>
                  <a:lnTo>
                    <a:pt x="153669" y="25400"/>
                  </a:lnTo>
                  <a:lnTo>
                    <a:pt x="151487" y="16073"/>
                  </a:lnTo>
                  <a:lnTo>
                    <a:pt x="145732" y="7937"/>
                  </a:lnTo>
                  <a:lnTo>
                    <a:pt x="137596" y="2182"/>
                  </a:lnTo>
                  <a:lnTo>
                    <a:pt x="128269" y="0"/>
                  </a:lnTo>
                  <a:close/>
                </a:path>
              </a:pathLst>
            </a:custGeom>
            <a:solidFill>
              <a:srgbClr val="7C9A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8" name="object 728"/>
            <p:cNvSpPr/>
            <p:nvPr/>
          </p:nvSpPr>
          <p:spPr>
            <a:xfrm>
              <a:off x="3401060" y="3130550"/>
              <a:ext cx="153670" cy="151130"/>
            </a:xfrm>
            <a:custGeom>
              <a:avLst/>
              <a:gdLst/>
              <a:ahLst/>
              <a:cxnLst/>
              <a:rect l="l" t="t" r="r" b="b"/>
              <a:pathLst>
                <a:path w="153670" h="151129">
                  <a:moveTo>
                    <a:pt x="25400" y="0"/>
                  </a:move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26967"/>
                  </a:lnTo>
                  <a:lnTo>
                    <a:pt x="0" y="37941"/>
                  </a:lnTo>
                  <a:lnTo>
                    <a:pt x="0" y="67726"/>
                  </a:lnTo>
                  <a:lnTo>
                    <a:pt x="0" y="125729"/>
                  </a:lnTo>
                  <a:lnTo>
                    <a:pt x="2182" y="135056"/>
                  </a:lnTo>
                  <a:lnTo>
                    <a:pt x="7937" y="143192"/>
                  </a:lnTo>
                  <a:lnTo>
                    <a:pt x="16073" y="148947"/>
                  </a:lnTo>
                  <a:lnTo>
                    <a:pt x="25400" y="151129"/>
                  </a:lnTo>
                  <a:lnTo>
                    <a:pt x="27007" y="151129"/>
                  </a:lnTo>
                  <a:lnTo>
                    <a:pt x="38258" y="151129"/>
                  </a:lnTo>
                  <a:lnTo>
                    <a:pt x="68798" y="151129"/>
                  </a:lnTo>
                  <a:lnTo>
                    <a:pt x="128269" y="151129"/>
                  </a:lnTo>
                  <a:lnTo>
                    <a:pt x="137596" y="148947"/>
                  </a:lnTo>
                  <a:lnTo>
                    <a:pt x="145732" y="143192"/>
                  </a:lnTo>
                  <a:lnTo>
                    <a:pt x="151487" y="135056"/>
                  </a:lnTo>
                  <a:lnTo>
                    <a:pt x="153669" y="125729"/>
                  </a:lnTo>
                  <a:lnTo>
                    <a:pt x="153669" y="124162"/>
                  </a:lnTo>
                  <a:lnTo>
                    <a:pt x="153669" y="113188"/>
                  </a:lnTo>
                  <a:lnTo>
                    <a:pt x="153669" y="83403"/>
                  </a:lnTo>
                  <a:lnTo>
                    <a:pt x="153669" y="25400"/>
                  </a:lnTo>
                  <a:lnTo>
                    <a:pt x="151487" y="16073"/>
                  </a:lnTo>
                  <a:lnTo>
                    <a:pt x="145732" y="7937"/>
                  </a:lnTo>
                  <a:lnTo>
                    <a:pt x="137596" y="2182"/>
                  </a:lnTo>
                  <a:lnTo>
                    <a:pt x="128269" y="0"/>
                  </a:lnTo>
                  <a:lnTo>
                    <a:pt x="126662" y="0"/>
                  </a:lnTo>
                  <a:lnTo>
                    <a:pt x="115411" y="0"/>
                  </a:lnTo>
                  <a:lnTo>
                    <a:pt x="84871" y="0"/>
                  </a:lnTo>
                  <a:lnTo>
                    <a:pt x="25400" y="0"/>
                  </a:lnTo>
                  <a:close/>
                </a:path>
              </a:pathLst>
            </a:custGeom>
            <a:ln w="28393">
              <a:solidFill>
                <a:srgbClr val="C9D5E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9" name="object 729"/>
            <p:cNvSpPr/>
            <p:nvPr/>
          </p:nvSpPr>
          <p:spPr>
            <a:xfrm>
              <a:off x="3401060" y="3129280"/>
              <a:ext cx="153670" cy="151130"/>
            </a:xfrm>
            <a:custGeom>
              <a:avLst/>
              <a:gdLst/>
              <a:ahLst/>
              <a:cxnLst/>
              <a:rect l="l" t="t" r="r" b="b"/>
              <a:pathLst>
                <a:path w="153670" h="151129">
                  <a:moveTo>
                    <a:pt x="25400" y="0"/>
                  </a:moveTo>
                  <a:lnTo>
                    <a:pt x="16073" y="2162"/>
                  </a:lnTo>
                  <a:lnTo>
                    <a:pt x="7937" y="7778"/>
                  </a:lnTo>
                  <a:lnTo>
                    <a:pt x="2182" y="15537"/>
                  </a:lnTo>
                  <a:lnTo>
                    <a:pt x="0" y="24130"/>
                  </a:lnTo>
                  <a:lnTo>
                    <a:pt x="0" y="25717"/>
                  </a:lnTo>
                  <a:lnTo>
                    <a:pt x="0" y="36830"/>
                  </a:lnTo>
                  <a:lnTo>
                    <a:pt x="0" y="66992"/>
                  </a:lnTo>
                  <a:lnTo>
                    <a:pt x="0" y="125730"/>
                  </a:lnTo>
                  <a:lnTo>
                    <a:pt x="2182" y="135056"/>
                  </a:lnTo>
                  <a:lnTo>
                    <a:pt x="7937" y="143192"/>
                  </a:lnTo>
                  <a:lnTo>
                    <a:pt x="16073" y="148947"/>
                  </a:lnTo>
                  <a:lnTo>
                    <a:pt x="25400" y="151130"/>
                  </a:lnTo>
                  <a:lnTo>
                    <a:pt x="27007" y="151130"/>
                  </a:lnTo>
                  <a:lnTo>
                    <a:pt x="38258" y="151130"/>
                  </a:lnTo>
                  <a:lnTo>
                    <a:pt x="68798" y="151130"/>
                  </a:lnTo>
                  <a:lnTo>
                    <a:pt x="128269" y="151130"/>
                  </a:lnTo>
                  <a:lnTo>
                    <a:pt x="137596" y="148947"/>
                  </a:lnTo>
                  <a:lnTo>
                    <a:pt x="145732" y="143192"/>
                  </a:lnTo>
                  <a:lnTo>
                    <a:pt x="151487" y="135056"/>
                  </a:lnTo>
                  <a:lnTo>
                    <a:pt x="153669" y="125730"/>
                  </a:lnTo>
                  <a:lnTo>
                    <a:pt x="153669" y="124142"/>
                  </a:lnTo>
                  <a:lnTo>
                    <a:pt x="153669" y="113030"/>
                  </a:lnTo>
                  <a:lnTo>
                    <a:pt x="153669" y="82867"/>
                  </a:lnTo>
                  <a:lnTo>
                    <a:pt x="153669" y="24130"/>
                  </a:lnTo>
                  <a:lnTo>
                    <a:pt x="151487" y="15537"/>
                  </a:lnTo>
                  <a:lnTo>
                    <a:pt x="145732" y="7778"/>
                  </a:lnTo>
                  <a:lnTo>
                    <a:pt x="137596" y="2162"/>
                  </a:lnTo>
                  <a:lnTo>
                    <a:pt x="128269" y="0"/>
                  </a:lnTo>
                  <a:lnTo>
                    <a:pt x="126662" y="0"/>
                  </a:lnTo>
                  <a:lnTo>
                    <a:pt x="115411" y="0"/>
                  </a:lnTo>
                  <a:lnTo>
                    <a:pt x="84871" y="0"/>
                  </a:lnTo>
                  <a:lnTo>
                    <a:pt x="25400" y="0"/>
                  </a:lnTo>
                  <a:close/>
                </a:path>
              </a:pathLst>
            </a:custGeom>
            <a:ln w="7619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0" name="object 730"/>
            <p:cNvSpPr/>
            <p:nvPr/>
          </p:nvSpPr>
          <p:spPr>
            <a:xfrm>
              <a:off x="3401060" y="3562350"/>
              <a:ext cx="153670" cy="151130"/>
            </a:xfrm>
            <a:custGeom>
              <a:avLst/>
              <a:gdLst/>
              <a:ahLst/>
              <a:cxnLst/>
              <a:rect l="l" t="t" r="r" b="b"/>
              <a:pathLst>
                <a:path w="153670" h="151129">
                  <a:moveTo>
                    <a:pt x="128269" y="0"/>
                  </a:moveTo>
                  <a:lnTo>
                    <a:pt x="25400" y="0"/>
                  </a:lnTo>
                  <a:lnTo>
                    <a:pt x="16073" y="2162"/>
                  </a:lnTo>
                  <a:lnTo>
                    <a:pt x="7937" y="7778"/>
                  </a:lnTo>
                  <a:lnTo>
                    <a:pt x="2182" y="15537"/>
                  </a:lnTo>
                  <a:lnTo>
                    <a:pt x="0" y="24129"/>
                  </a:lnTo>
                  <a:lnTo>
                    <a:pt x="0" y="125730"/>
                  </a:lnTo>
                  <a:lnTo>
                    <a:pt x="2182" y="135056"/>
                  </a:lnTo>
                  <a:lnTo>
                    <a:pt x="7937" y="143192"/>
                  </a:lnTo>
                  <a:lnTo>
                    <a:pt x="16073" y="148947"/>
                  </a:lnTo>
                  <a:lnTo>
                    <a:pt x="25400" y="151130"/>
                  </a:lnTo>
                  <a:lnTo>
                    <a:pt x="128269" y="151130"/>
                  </a:lnTo>
                  <a:lnTo>
                    <a:pt x="137596" y="148947"/>
                  </a:lnTo>
                  <a:lnTo>
                    <a:pt x="145732" y="143192"/>
                  </a:lnTo>
                  <a:lnTo>
                    <a:pt x="151487" y="135056"/>
                  </a:lnTo>
                  <a:lnTo>
                    <a:pt x="153669" y="125730"/>
                  </a:lnTo>
                  <a:lnTo>
                    <a:pt x="153669" y="24129"/>
                  </a:lnTo>
                  <a:lnTo>
                    <a:pt x="151487" y="15537"/>
                  </a:lnTo>
                  <a:lnTo>
                    <a:pt x="145732" y="7778"/>
                  </a:lnTo>
                  <a:lnTo>
                    <a:pt x="137596" y="2162"/>
                  </a:lnTo>
                  <a:lnTo>
                    <a:pt x="128269" y="0"/>
                  </a:lnTo>
                  <a:close/>
                </a:path>
              </a:pathLst>
            </a:custGeom>
            <a:solidFill>
              <a:srgbClr val="7C9A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1" name="object 731"/>
            <p:cNvSpPr/>
            <p:nvPr/>
          </p:nvSpPr>
          <p:spPr>
            <a:xfrm>
              <a:off x="3401060" y="3562350"/>
              <a:ext cx="153670" cy="151130"/>
            </a:xfrm>
            <a:custGeom>
              <a:avLst/>
              <a:gdLst/>
              <a:ahLst/>
              <a:cxnLst/>
              <a:rect l="l" t="t" r="r" b="b"/>
              <a:pathLst>
                <a:path w="153670" h="151129">
                  <a:moveTo>
                    <a:pt x="25400" y="0"/>
                  </a:moveTo>
                  <a:lnTo>
                    <a:pt x="16073" y="2162"/>
                  </a:lnTo>
                  <a:lnTo>
                    <a:pt x="7937" y="7778"/>
                  </a:lnTo>
                  <a:lnTo>
                    <a:pt x="2182" y="15537"/>
                  </a:lnTo>
                  <a:lnTo>
                    <a:pt x="0" y="24129"/>
                  </a:lnTo>
                  <a:lnTo>
                    <a:pt x="0" y="25717"/>
                  </a:lnTo>
                  <a:lnTo>
                    <a:pt x="0" y="36829"/>
                  </a:lnTo>
                  <a:lnTo>
                    <a:pt x="0" y="66992"/>
                  </a:lnTo>
                  <a:lnTo>
                    <a:pt x="0" y="125730"/>
                  </a:lnTo>
                  <a:lnTo>
                    <a:pt x="2182" y="135056"/>
                  </a:lnTo>
                  <a:lnTo>
                    <a:pt x="7937" y="143192"/>
                  </a:lnTo>
                  <a:lnTo>
                    <a:pt x="16073" y="148947"/>
                  </a:lnTo>
                  <a:lnTo>
                    <a:pt x="25400" y="151130"/>
                  </a:lnTo>
                  <a:lnTo>
                    <a:pt x="27007" y="151130"/>
                  </a:lnTo>
                  <a:lnTo>
                    <a:pt x="38258" y="151130"/>
                  </a:lnTo>
                  <a:lnTo>
                    <a:pt x="68798" y="151130"/>
                  </a:lnTo>
                  <a:lnTo>
                    <a:pt x="128269" y="151130"/>
                  </a:lnTo>
                  <a:lnTo>
                    <a:pt x="137596" y="148947"/>
                  </a:lnTo>
                  <a:lnTo>
                    <a:pt x="145732" y="143192"/>
                  </a:lnTo>
                  <a:lnTo>
                    <a:pt x="151487" y="135056"/>
                  </a:lnTo>
                  <a:lnTo>
                    <a:pt x="153669" y="125730"/>
                  </a:lnTo>
                  <a:lnTo>
                    <a:pt x="153669" y="124142"/>
                  </a:lnTo>
                  <a:lnTo>
                    <a:pt x="153669" y="113030"/>
                  </a:lnTo>
                  <a:lnTo>
                    <a:pt x="153669" y="82867"/>
                  </a:lnTo>
                  <a:lnTo>
                    <a:pt x="153669" y="24129"/>
                  </a:lnTo>
                  <a:lnTo>
                    <a:pt x="151487" y="15537"/>
                  </a:lnTo>
                  <a:lnTo>
                    <a:pt x="145732" y="7778"/>
                  </a:lnTo>
                  <a:lnTo>
                    <a:pt x="137596" y="2162"/>
                  </a:lnTo>
                  <a:lnTo>
                    <a:pt x="128269" y="0"/>
                  </a:lnTo>
                  <a:lnTo>
                    <a:pt x="126662" y="0"/>
                  </a:lnTo>
                  <a:lnTo>
                    <a:pt x="115411" y="0"/>
                  </a:lnTo>
                  <a:lnTo>
                    <a:pt x="84871" y="0"/>
                  </a:lnTo>
                  <a:lnTo>
                    <a:pt x="25400" y="0"/>
                  </a:lnTo>
                  <a:close/>
                </a:path>
              </a:pathLst>
            </a:custGeom>
            <a:ln w="28393">
              <a:solidFill>
                <a:srgbClr val="C9D5E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2" name="object 732"/>
            <p:cNvSpPr/>
            <p:nvPr/>
          </p:nvSpPr>
          <p:spPr>
            <a:xfrm>
              <a:off x="3401060" y="3559810"/>
              <a:ext cx="153670" cy="152400"/>
            </a:xfrm>
            <a:custGeom>
              <a:avLst/>
              <a:gdLst/>
              <a:ahLst/>
              <a:cxnLst/>
              <a:rect l="l" t="t" r="r" b="b"/>
              <a:pathLst>
                <a:path w="153670" h="152400">
                  <a:moveTo>
                    <a:pt x="25400" y="0"/>
                  </a:move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26987"/>
                  </a:lnTo>
                  <a:lnTo>
                    <a:pt x="0" y="38100"/>
                  </a:lnTo>
                  <a:lnTo>
                    <a:pt x="0" y="68262"/>
                  </a:lnTo>
                  <a:lnTo>
                    <a:pt x="0" y="127000"/>
                  </a:lnTo>
                  <a:lnTo>
                    <a:pt x="2182" y="136326"/>
                  </a:lnTo>
                  <a:lnTo>
                    <a:pt x="7937" y="144462"/>
                  </a:lnTo>
                  <a:lnTo>
                    <a:pt x="16073" y="150217"/>
                  </a:lnTo>
                  <a:lnTo>
                    <a:pt x="25400" y="152400"/>
                  </a:lnTo>
                  <a:lnTo>
                    <a:pt x="27007" y="152400"/>
                  </a:lnTo>
                  <a:lnTo>
                    <a:pt x="38258" y="152400"/>
                  </a:lnTo>
                  <a:lnTo>
                    <a:pt x="68798" y="152400"/>
                  </a:lnTo>
                  <a:lnTo>
                    <a:pt x="128269" y="152400"/>
                  </a:lnTo>
                  <a:lnTo>
                    <a:pt x="137596" y="150217"/>
                  </a:lnTo>
                  <a:lnTo>
                    <a:pt x="145732" y="144462"/>
                  </a:lnTo>
                  <a:lnTo>
                    <a:pt x="151487" y="136326"/>
                  </a:lnTo>
                  <a:lnTo>
                    <a:pt x="153669" y="127000"/>
                  </a:lnTo>
                  <a:lnTo>
                    <a:pt x="153669" y="125412"/>
                  </a:lnTo>
                  <a:lnTo>
                    <a:pt x="153669" y="114300"/>
                  </a:lnTo>
                  <a:lnTo>
                    <a:pt x="153669" y="84137"/>
                  </a:lnTo>
                  <a:lnTo>
                    <a:pt x="153669" y="25400"/>
                  </a:lnTo>
                  <a:lnTo>
                    <a:pt x="151487" y="16073"/>
                  </a:lnTo>
                  <a:lnTo>
                    <a:pt x="145732" y="7937"/>
                  </a:lnTo>
                  <a:lnTo>
                    <a:pt x="137596" y="2182"/>
                  </a:lnTo>
                  <a:lnTo>
                    <a:pt x="128269" y="0"/>
                  </a:lnTo>
                  <a:lnTo>
                    <a:pt x="126662" y="0"/>
                  </a:lnTo>
                  <a:lnTo>
                    <a:pt x="115411" y="0"/>
                  </a:lnTo>
                  <a:lnTo>
                    <a:pt x="84871" y="0"/>
                  </a:lnTo>
                  <a:lnTo>
                    <a:pt x="25400" y="0"/>
                  </a:lnTo>
                  <a:close/>
                </a:path>
              </a:pathLst>
            </a:custGeom>
            <a:ln w="7619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3" name="object 733"/>
            <p:cNvSpPr/>
            <p:nvPr/>
          </p:nvSpPr>
          <p:spPr>
            <a:xfrm>
              <a:off x="2819400" y="3131819"/>
              <a:ext cx="152400" cy="151130"/>
            </a:xfrm>
            <a:custGeom>
              <a:avLst/>
              <a:gdLst/>
              <a:ahLst/>
              <a:cxnLst/>
              <a:rect l="l" t="t" r="r" b="b"/>
              <a:pathLst>
                <a:path w="152400" h="151129">
                  <a:moveTo>
                    <a:pt x="127000" y="0"/>
                  </a:moveTo>
                  <a:lnTo>
                    <a:pt x="25400" y="0"/>
                  </a:ln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125729"/>
                  </a:lnTo>
                  <a:lnTo>
                    <a:pt x="2182" y="135056"/>
                  </a:lnTo>
                  <a:lnTo>
                    <a:pt x="7937" y="143192"/>
                  </a:lnTo>
                  <a:lnTo>
                    <a:pt x="16073" y="148947"/>
                  </a:lnTo>
                  <a:lnTo>
                    <a:pt x="25400" y="151129"/>
                  </a:lnTo>
                  <a:lnTo>
                    <a:pt x="127000" y="151129"/>
                  </a:lnTo>
                  <a:lnTo>
                    <a:pt x="136326" y="148947"/>
                  </a:lnTo>
                  <a:lnTo>
                    <a:pt x="144462" y="143192"/>
                  </a:lnTo>
                  <a:lnTo>
                    <a:pt x="150217" y="135056"/>
                  </a:lnTo>
                  <a:lnTo>
                    <a:pt x="152400" y="125729"/>
                  </a:lnTo>
                  <a:lnTo>
                    <a:pt x="152400" y="25400"/>
                  </a:lnTo>
                  <a:lnTo>
                    <a:pt x="150217" y="16073"/>
                  </a:lnTo>
                  <a:lnTo>
                    <a:pt x="144462" y="7937"/>
                  </a:lnTo>
                  <a:lnTo>
                    <a:pt x="136326" y="2182"/>
                  </a:lnTo>
                  <a:lnTo>
                    <a:pt x="127000" y="0"/>
                  </a:lnTo>
                  <a:close/>
                </a:path>
              </a:pathLst>
            </a:custGeom>
            <a:solidFill>
              <a:srgbClr val="7C9A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4" name="object 734"/>
            <p:cNvSpPr/>
            <p:nvPr/>
          </p:nvSpPr>
          <p:spPr>
            <a:xfrm>
              <a:off x="2819400" y="3131819"/>
              <a:ext cx="152400" cy="151130"/>
            </a:xfrm>
            <a:custGeom>
              <a:avLst/>
              <a:gdLst/>
              <a:ahLst/>
              <a:cxnLst/>
              <a:rect l="l" t="t" r="r" b="b"/>
              <a:pathLst>
                <a:path w="152400" h="151129">
                  <a:moveTo>
                    <a:pt x="25400" y="0"/>
                  </a:move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26967"/>
                  </a:lnTo>
                  <a:lnTo>
                    <a:pt x="0" y="37941"/>
                  </a:lnTo>
                  <a:lnTo>
                    <a:pt x="0" y="67726"/>
                  </a:lnTo>
                  <a:lnTo>
                    <a:pt x="0" y="125729"/>
                  </a:lnTo>
                  <a:lnTo>
                    <a:pt x="2182" y="135056"/>
                  </a:lnTo>
                  <a:lnTo>
                    <a:pt x="7937" y="143192"/>
                  </a:lnTo>
                  <a:lnTo>
                    <a:pt x="16073" y="148947"/>
                  </a:lnTo>
                  <a:lnTo>
                    <a:pt x="25400" y="151129"/>
                  </a:lnTo>
                  <a:lnTo>
                    <a:pt x="26987" y="151129"/>
                  </a:lnTo>
                  <a:lnTo>
                    <a:pt x="38100" y="151129"/>
                  </a:lnTo>
                  <a:lnTo>
                    <a:pt x="68262" y="151129"/>
                  </a:lnTo>
                  <a:lnTo>
                    <a:pt x="127000" y="151129"/>
                  </a:lnTo>
                  <a:lnTo>
                    <a:pt x="136326" y="148947"/>
                  </a:lnTo>
                  <a:lnTo>
                    <a:pt x="144462" y="143192"/>
                  </a:lnTo>
                  <a:lnTo>
                    <a:pt x="150217" y="135056"/>
                  </a:lnTo>
                  <a:lnTo>
                    <a:pt x="152400" y="125729"/>
                  </a:lnTo>
                  <a:lnTo>
                    <a:pt x="152400" y="124162"/>
                  </a:lnTo>
                  <a:lnTo>
                    <a:pt x="152400" y="113188"/>
                  </a:lnTo>
                  <a:lnTo>
                    <a:pt x="152400" y="83403"/>
                  </a:lnTo>
                  <a:lnTo>
                    <a:pt x="152400" y="25400"/>
                  </a:lnTo>
                  <a:lnTo>
                    <a:pt x="150217" y="16073"/>
                  </a:lnTo>
                  <a:lnTo>
                    <a:pt x="144462" y="7937"/>
                  </a:lnTo>
                  <a:lnTo>
                    <a:pt x="136326" y="2182"/>
                  </a:lnTo>
                  <a:lnTo>
                    <a:pt x="127000" y="0"/>
                  </a:lnTo>
                  <a:lnTo>
                    <a:pt x="125412" y="0"/>
                  </a:lnTo>
                  <a:lnTo>
                    <a:pt x="114300" y="0"/>
                  </a:lnTo>
                  <a:lnTo>
                    <a:pt x="84137" y="0"/>
                  </a:lnTo>
                  <a:lnTo>
                    <a:pt x="25400" y="0"/>
                  </a:lnTo>
                  <a:close/>
                </a:path>
              </a:pathLst>
            </a:custGeom>
            <a:ln w="28393">
              <a:solidFill>
                <a:srgbClr val="C9D5E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5" name="object 735"/>
            <p:cNvSpPr/>
            <p:nvPr/>
          </p:nvSpPr>
          <p:spPr>
            <a:xfrm>
              <a:off x="2819400" y="3130550"/>
              <a:ext cx="152400" cy="151130"/>
            </a:xfrm>
            <a:custGeom>
              <a:avLst/>
              <a:gdLst/>
              <a:ahLst/>
              <a:cxnLst/>
              <a:rect l="l" t="t" r="r" b="b"/>
              <a:pathLst>
                <a:path w="152400" h="151129">
                  <a:moveTo>
                    <a:pt x="25400" y="0"/>
                  </a:move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26967"/>
                  </a:lnTo>
                  <a:lnTo>
                    <a:pt x="0" y="37941"/>
                  </a:lnTo>
                  <a:lnTo>
                    <a:pt x="0" y="67726"/>
                  </a:lnTo>
                  <a:lnTo>
                    <a:pt x="0" y="125729"/>
                  </a:lnTo>
                  <a:lnTo>
                    <a:pt x="2182" y="135056"/>
                  </a:lnTo>
                  <a:lnTo>
                    <a:pt x="7937" y="143192"/>
                  </a:lnTo>
                  <a:lnTo>
                    <a:pt x="16073" y="148947"/>
                  </a:lnTo>
                  <a:lnTo>
                    <a:pt x="25400" y="151129"/>
                  </a:lnTo>
                  <a:lnTo>
                    <a:pt x="26987" y="151129"/>
                  </a:lnTo>
                  <a:lnTo>
                    <a:pt x="38100" y="151129"/>
                  </a:lnTo>
                  <a:lnTo>
                    <a:pt x="68262" y="151129"/>
                  </a:lnTo>
                  <a:lnTo>
                    <a:pt x="127000" y="151129"/>
                  </a:lnTo>
                  <a:lnTo>
                    <a:pt x="136326" y="148947"/>
                  </a:lnTo>
                  <a:lnTo>
                    <a:pt x="144462" y="143192"/>
                  </a:lnTo>
                  <a:lnTo>
                    <a:pt x="150217" y="135056"/>
                  </a:lnTo>
                  <a:lnTo>
                    <a:pt x="152400" y="125729"/>
                  </a:lnTo>
                  <a:lnTo>
                    <a:pt x="152400" y="124162"/>
                  </a:lnTo>
                  <a:lnTo>
                    <a:pt x="152400" y="113188"/>
                  </a:lnTo>
                  <a:lnTo>
                    <a:pt x="152400" y="83403"/>
                  </a:lnTo>
                  <a:lnTo>
                    <a:pt x="152400" y="25400"/>
                  </a:lnTo>
                  <a:lnTo>
                    <a:pt x="150217" y="16073"/>
                  </a:lnTo>
                  <a:lnTo>
                    <a:pt x="144462" y="7937"/>
                  </a:lnTo>
                  <a:lnTo>
                    <a:pt x="136326" y="2182"/>
                  </a:lnTo>
                  <a:lnTo>
                    <a:pt x="127000" y="0"/>
                  </a:lnTo>
                  <a:lnTo>
                    <a:pt x="125412" y="0"/>
                  </a:lnTo>
                  <a:lnTo>
                    <a:pt x="114300" y="0"/>
                  </a:lnTo>
                  <a:lnTo>
                    <a:pt x="84137" y="0"/>
                  </a:lnTo>
                  <a:lnTo>
                    <a:pt x="25400" y="0"/>
                  </a:lnTo>
                  <a:close/>
                </a:path>
              </a:pathLst>
            </a:custGeom>
            <a:ln w="7619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6" name="object 736"/>
            <p:cNvSpPr/>
            <p:nvPr/>
          </p:nvSpPr>
          <p:spPr>
            <a:xfrm>
              <a:off x="3989069" y="3563619"/>
              <a:ext cx="152400" cy="151130"/>
            </a:xfrm>
            <a:custGeom>
              <a:avLst/>
              <a:gdLst/>
              <a:ahLst/>
              <a:cxnLst/>
              <a:rect l="l" t="t" r="r" b="b"/>
              <a:pathLst>
                <a:path w="152400" h="151129">
                  <a:moveTo>
                    <a:pt x="127000" y="0"/>
                  </a:moveTo>
                  <a:lnTo>
                    <a:pt x="25400" y="0"/>
                  </a:ln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125729"/>
                  </a:lnTo>
                  <a:lnTo>
                    <a:pt x="2182" y="135056"/>
                  </a:lnTo>
                  <a:lnTo>
                    <a:pt x="7937" y="143192"/>
                  </a:lnTo>
                  <a:lnTo>
                    <a:pt x="16073" y="148947"/>
                  </a:lnTo>
                  <a:lnTo>
                    <a:pt x="25400" y="151129"/>
                  </a:lnTo>
                  <a:lnTo>
                    <a:pt x="127000" y="151129"/>
                  </a:lnTo>
                  <a:lnTo>
                    <a:pt x="136326" y="148947"/>
                  </a:lnTo>
                  <a:lnTo>
                    <a:pt x="144462" y="143192"/>
                  </a:lnTo>
                  <a:lnTo>
                    <a:pt x="150217" y="135056"/>
                  </a:lnTo>
                  <a:lnTo>
                    <a:pt x="152400" y="125729"/>
                  </a:lnTo>
                  <a:lnTo>
                    <a:pt x="152400" y="25400"/>
                  </a:lnTo>
                  <a:lnTo>
                    <a:pt x="150217" y="16073"/>
                  </a:lnTo>
                  <a:lnTo>
                    <a:pt x="144462" y="7937"/>
                  </a:lnTo>
                  <a:lnTo>
                    <a:pt x="136326" y="2182"/>
                  </a:lnTo>
                  <a:lnTo>
                    <a:pt x="127000" y="0"/>
                  </a:lnTo>
                  <a:close/>
                </a:path>
              </a:pathLst>
            </a:custGeom>
            <a:solidFill>
              <a:srgbClr val="7C9A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7" name="object 737"/>
            <p:cNvSpPr/>
            <p:nvPr/>
          </p:nvSpPr>
          <p:spPr>
            <a:xfrm>
              <a:off x="3989069" y="3563619"/>
              <a:ext cx="152400" cy="151130"/>
            </a:xfrm>
            <a:custGeom>
              <a:avLst/>
              <a:gdLst/>
              <a:ahLst/>
              <a:cxnLst/>
              <a:rect l="l" t="t" r="r" b="b"/>
              <a:pathLst>
                <a:path w="152400" h="151129">
                  <a:moveTo>
                    <a:pt x="25400" y="0"/>
                  </a:move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26967"/>
                  </a:lnTo>
                  <a:lnTo>
                    <a:pt x="0" y="37941"/>
                  </a:lnTo>
                  <a:lnTo>
                    <a:pt x="0" y="67726"/>
                  </a:lnTo>
                  <a:lnTo>
                    <a:pt x="0" y="125729"/>
                  </a:lnTo>
                  <a:lnTo>
                    <a:pt x="2182" y="135056"/>
                  </a:lnTo>
                  <a:lnTo>
                    <a:pt x="7937" y="143192"/>
                  </a:lnTo>
                  <a:lnTo>
                    <a:pt x="16073" y="148947"/>
                  </a:lnTo>
                  <a:lnTo>
                    <a:pt x="25400" y="151129"/>
                  </a:lnTo>
                  <a:lnTo>
                    <a:pt x="26987" y="151129"/>
                  </a:lnTo>
                  <a:lnTo>
                    <a:pt x="38100" y="151129"/>
                  </a:lnTo>
                  <a:lnTo>
                    <a:pt x="68262" y="151129"/>
                  </a:lnTo>
                  <a:lnTo>
                    <a:pt x="127000" y="151129"/>
                  </a:lnTo>
                  <a:lnTo>
                    <a:pt x="136326" y="148947"/>
                  </a:lnTo>
                  <a:lnTo>
                    <a:pt x="144462" y="143192"/>
                  </a:lnTo>
                  <a:lnTo>
                    <a:pt x="150217" y="135056"/>
                  </a:lnTo>
                  <a:lnTo>
                    <a:pt x="152400" y="125729"/>
                  </a:lnTo>
                  <a:lnTo>
                    <a:pt x="152400" y="124162"/>
                  </a:lnTo>
                  <a:lnTo>
                    <a:pt x="152400" y="113188"/>
                  </a:lnTo>
                  <a:lnTo>
                    <a:pt x="152400" y="83403"/>
                  </a:lnTo>
                  <a:lnTo>
                    <a:pt x="152400" y="25400"/>
                  </a:lnTo>
                  <a:lnTo>
                    <a:pt x="150217" y="16073"/>
                  </a:lnTo>
                  <a:lnTo>
                    <a:pt x="144462" y="7937"/>
                  </a:lnTo>
                  <a:lnTo>
                    <a:pt x="136326" y="2182"/>
                  </a:lnTo>
                  <a:lnTo>
                    <a:pt x="127000" y="0"/>
                  </a:lnTo>
                  <a:lnTo>
                    <a:pt x="125412" y="0"/>
                  </a:lnTo>
                  <a:lnTo>
                    <a:pt x="114300" y="0"/>
                  </a:lnTo>
                  <a:lnTo>
                    <a:pt x="84137" y="0"/>
                  </a:lnTo>
                  <a:lnTo>
                    <a:pt x="25400" y="0"/>
                  </a:lnTo>
                  <a:close/>
                </a:path>
              </a:pathLst>
            </a:custGeom>
            <a:ln w="28393">
              <a:solidFill>
                <a:srgbClr val="C9D5E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" name="object 738"/>
            <p:cNvSpPr/>
            <p:nvPr/>
          </p:nvSpPr>
          <p:spPr>
            <a:xfrm>
              <a:off x="3989069" y="3562350"/>
              <a:ext cx="152400" cy="151130"/>
            </a:xfrm>
            <a:custGeom>
              <a:avLst/>
              <a:gdLst/>
              <a:ahLst/>
              <a:cxnLst/>
              <a:rect l="l" t="t" r="r" b="b"/>
              <a:pathLst>
                <a:path w="152400" h="151129">
                  <a:moveTo>
                    <a:pt x="25400" y="0"/>
                  </a:moveTo>
                  <a:lnTo>
                    <a:pt x="16073" y="2162"/>
                  </a:lnTo>
                  <a:lnTo>
                    <a:pt x="7937" y="7778"/>
                  </a:lnTo>
                  <a:lnTo>
                    <a:pt x="2182" y="15537"/>
                  </a:lnTo>
                  <a:lnTo>
                    <a:pt x="0" y="24129"/>
                  </a:lnTo>
                  <a:lnTo>
                    <a:pt x="0" y="25717"/>
                  </a:lnTo>
                  <a:lnTo>
                    <a:pt x="0" y="36829"/>
                  </a:lnTo>
                  <a:lnTo>
                    <a:pt x="0" y="66992"/>
                  </a:lnTo>
                  <a:lnTo>
                    <a:pt x="0" y="125730"/>
                  </a:lnTo>
                  <a:lnTo>
                    <a:pt x="2182" y="135056"/>
                  </a:lnTo>
                  <a:lnTo>
                    <a:pt x="7937" y="143192"/>
                  </a:lnTo>
                  <a:lnTo>
                    <a:pt x="16073" y="148947"/>
                  </a:lnTo>
                  <a:lnTo>
                    <a:pt x="25400" y="151130"/>
                  </a:lnTo>
                  <a:lnTo>
                    <a:pt x="26987" y="151130"/>
                  </a:lnTo>
                  <a:lnTo>
                    <a:pt x="38100" y="151130"/>
                  </a:lnTo>
                  <a:lnTo>
                    <a:pt x="68262" y="151130"/>
                  </a:lnTo>
                  <a:lnTo>
                    <a:pt x="127000" y="151130"/>
                  </a:lnTo>
                  <a:lnTo>
                    <a:pt x="136326" y="148947"/>
                  </a:lnTo>
                  <a:lnTo>
                    <a:pt x="144462" y="143192"/>
                  </a:lnTo>
                  <a:lnTo>
                    <a:pt x="150217" y="135056"/>
                  </a:lnTo>
                  <a:lnTo>
                    <a:pt x="152400" y="125730"/>
                  </a:lnTo>
                  <a:lnTo>
                    <a:pt x="152400" y="124142"/>
                  </a:lnTo>
                  <a:lnTo>
                    <a:pt x="152400" y="113030"/>
                  </a:lnTo>
                  <a:lnTo>
                    <a:pt x="152400" y="82867"/>
                  </a:lnTo>
                  <a:lnTo>
                    <a:pt x="152400" y="24129"/>
                  </a:lnTo>
                  <a:lnTo>
                    <a:pt x="150217" y="15537"/>
                  </a:lnTo>
                  <a:lnTo>
                    <a:pt x="144462" y="7778"/>
                  </a:lnTo>
                  <a:lnTo>
                    <a:pt x="136326" y="2162"/>
                  </a:lnTo>
                  <a:lnTo>
                    <a:pt x="127000" y="0"/>
                  </a:lnTo>
                  <a:lnTo>
                    <a:pt x="125412" y="0"/>
                  </a:lnTo>
                  <a:lnTo>
                    <a:pt x="114300" y="0"/>
                  </a:lnTo>
                  <a:lnTo>
                    <a:pt x="84137" y="0"/>
                  </a:lnTo>
                  <a:lnTo>
                    <a:pt x="25400" y="0"/>
                  </a:lnTo>
                  <a:close/>
                </a:path>
              </a:pathLst>
            </a:custGeom>
            <a:ln w="7619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" name="object 739"/>
            <p:cNvSpPr/>
            <p:nvPr/>
          </p:nvSpPr>
          <p:spPr>
            <a:xfrm>
              <a:off x="3581400" y="3989070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127000" y="0"/>
                  </a:moveTo>
                  <a:lnTo>
                    <a:pt x="25400" y="0"/>
                  </a:ln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399"/>
                  </a:lnTo>
                  <a:lnTo>
                    <a:pt x="0" y="126999"/>
                  </a:lnTo>
                  <a:lnTo>
                    <a:pt x="2182" y="136326"/>
                  </a:lnTo>
                  <a:lnTo>
                    <a:pt x="7937" y="144462"/>
                  </a:lnTo>
                  <a:lnTo>
                    <a:pt x="16073" y="150217"/>
                  </a:lnTo>
                  <a:lnTo>
                    <a:pt x="25400" y="152399"/>
                  </a:lnTo>
                  <a:lnTo>
                    <a:pt x="127000" y="152399"/>
                  </a:lnTo>
                  <a:lnTo>
                    <a:pt x="136326" y="150217"/>
                  </a:lnTo>
                  <a:lnTo>
                    <a:pt x="144462" y="144462"/>
                  </a:lnTo>
                  <a:lnTo>
                    <a:pt x="150217" y="136326"/>
                  </a:lnTo>
                  <a:lnTo>
                    <a:pt x="152400" y="126999"/>
                  </a:lnTo>
                  <a:lnTo>
                    <a:pt x="152400" y="25399"/>
                  </a:lnTo>
                  <a:lnTo>
                    <a:pt x="150217" y="16073"/>
                  </a:lnTo>
                  <a:lnTo>
                    <a:pt x="144462" y="7937"/>
                  </a:lnTo>
                  <a:lnTo>
                    <a:pt x="136326" y="2182"/>
                  </a:lnTo>
                  <a:lnTo>
                    <a:pt x="127000" y="0"/>
                  </a:lnTo>
                  <a:close/>
                </a:path>
              </a:pathLst>
            </a:custGeom>
            <a:solidFill>
              <a:srgbClr val="FF9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" name="object 740"/>
            <p:cNvSpPr/>
            <p:nvPr/>
          </p:nvSpPr>
          <p:spPr>
            <a:xfrm>
              <a:off x="3581400" y="3989070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25400" y="0"/>
                  </a:move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399"/>
                  </a:lnTo>
                  <a:lnTo>
                    <a:pt x="0" y="26987"/>
                  </a:lnTo>
                  <a:lnTo>
                    <a:pt x="0" y="38099"/>
                  </a:lnTo>
                  <a:lnTo>
                    <a:pt x="0" y="68262"/>
                  </a:lnTo>
                  <a:lnTo>
                    <a:pt x="0" y="126999"/>
                  </a:lnTo>
                  <a:lnTo>
                    <a:pt x="2182" y="136326"/>
                  </a:lnTo>
                  <a:lnTo>
                    <a:pt x="7937" y="144462"/>
                  </a:lnTo>
                  <a:lnTo>
                    <a:pt x="16073" y="150217"/>
                  </a:lnTo>
                  <a:lnTo>
                    <a:pt x="25400" y="152399"/>
                  </a:lnTo>
                  <a:lnTo>
                    <a:pt x="26987" y="152399"/>
                  </a:lnTo>
                  <a:lnTo>
                    <a:pt x="38100" y="152399"/>
                  </a:lnTo>
                  <a:lnTo>
                    <a:pt x="68262" y="152399"/>
                  </a:lnTo>
                  <a:lnTo>
                    <a:pt x="127000" y="152399"/>
                  </a:lnTo>
                  <a:lnTo>
                    <a:pt x="136326" y="150217"/>
                  </a:lnTo>
                  <a:lnTo>
                    <a:pt x="144462" y="144462"/>
                  </a:lnTo>
                  <a:lnTo>
                    <a:pt x="150217" y="136326"/>
                  </a:lnTo>
                  <a:lnTo>
                    <a:pt x="152400" y="126999"/>
                  </a:lnTo>
                  <a:lnTo>
                    <a:pt x="152400" y="125412"/>
                  </a:lnTo>
                  <a:lnTo>
                    <a:pt x="152400" y="114299"/>
                  </a:lnTo>
                  <a:lnTo>
                    <a:pt x="152400" y="84137"/>
                  </a:lnTo>
                  <a:lnTo>
                    <a:pt x="152400" y="25399"/>
                  </a:lnTo>
                  <a:lnTo>
                    <a:pt x="150217" y="16073"/>
                  </a:lnTo>
                  <a:lnTo>
                    <a:pt x="144462" y="7937"/>
                  </a:lnTo>
                  <a:lnTo>
                    <a:pt x="136326" y="2182"/>
                  </a:lnTo>
                  <a:lnTo>
                    <a:pt x="127000" y="0"/>
                  </a:lnTo>
                  <a:lnTo>
                    <a:pt x="125412" y="0"/>
                  </a:lnTo>
                  <a:lnTo>
                    <a:pt x="114300" y="0"/>
                  </a:lnTo>
                  <a:lnTo>
                    <a:pt x="84137" y="0"/>
                  </a:lnTo>
                  <a:lnTo>
                    <a:pt x="25400" y="0"/>
                  </a:lnTo>
                  <a:close/>
                </a:path>
              </a:pathLst>
            </a:custGeom>
            <a:ln w="28393">
              <a:solidFill>
                <a:srgbClr val="FFCF8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1" name="object 741"/>
            <p:cNvSpPr/>
            <p:nvPr/>
          </p:nvSpPr>
          <p:spPr>
            <a:xfrm>
              <a:off x="3581400" y="3989070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25400" y="0"/>
                  </a:move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399"/>
                  </a:lnTo>
                  <a:lnTo>
                    <a:pt x="0" y="26987"/>
                  </a:lnTo>
                  <a:lnTo>
                    <a:pt x="0" y="38099"/>
                  </a:lnTo>
                  <a:lnTo>
                    <a:pt x="0" y="68262"/>
                  </a:lnTo>
                  <a:lnTo>
                    <a:pt x="0" y="126999"/>
                  </a:lnTo>
                  <a:lnTo>
                    <a:pt x="2182" y="136326"/>
                  </a:lnTo>
                  <a:lnTo>
                    <a:pt x="7937" y="144462"/>
                  </a:lnTo>
                  <a:lnTo>
                    <a:pt x="16073" y="150217"/>
                  </a:lnTo>
                  <a:lnTo>
                    <a:pt x="25400" y="152399"/>
                  </a:lnTo>
                  <a:lnTo>
                    <a:pt x="26987" y="152399"/>
                  </a:lnTo>
                  <a:lnTo>
                    <a:pt x="38100" y="152399"/>
                  </a:lnTo>
                  <a:lnTo>
                    <a:pt x="68262" y="152399"/>
                  </a:lnTo>
                  <a:lnTo>
                    <a:pt x="127000" y="152399"/>
                  </a:lnTo>
                  <a:lnTo>
                    <a:pt x="136326" y="150217"/>
                  </a:lnTo>
                  <a:lnTo>
                    <a:pt x="144462" y="144462"/>
                  </a:lnTo>
                  <a:lnTo>
                    <a:pt x="150217" y="136326"/>
                  </a:lnTo>
                  <a:lnTo>
                    <a:pt x="152400" y="126999"/>
                  </a:lnTo>
                  <a:lnTo>
                    <a:pt x="152400" y="125412"/>
                  </a:lnTo>
                  <a:lnTo>
                    <a:pt x="152400" y="114299"/>
                  </a:lnTo>
                  <a:lnTo>
                    <a:pt x="152400" y="84137"/>
                  </a:lnTo>
                  <a:lnTo>
                    <a:pt x="152400" y="25399"/>
                  </a:lnTo>
                  <a:lnTo>
                    <a:pt x="150217" y="16073"/>
                  </a:lnTo>
                  <a:lnTo>
                    <a:pt x="144462" y="7937"/>
                  </a:lnTo>
                  <a:lnTo>
                    <a:pt x="136326" y="2182"/>
                  </a:lnTo>
                  <a:lnTo>
                    <a:pt x="127000" y="0"/>
                  </a:lnTo>
                  <a:lnTo>
                    <a:pt x="125412" y="0"/>
                  </a:lnTo>
                  <a:lnTo>
                    <a:pt x="114300" y="0"/>
                  </a:lnTo>
                  <a:lnTo>
                    <a:pt x="84137" y="0"/>
                  </a:lnTo>
                  <a:lnTo>
                    <a:pt x="25400" y="0"/>
                  </a:lnTo>
                  <a:close/>
                </a:path>
              </a:pathLst>
            </a:custGeom>
            <a:ln w="7619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2" name="object 742"/>
            <p:cNvSpPr/>
            <p:nvPr/>
          </p:nvSpPr>
          <p:spPr>
            <a:xfrm>
              <a:off x="4171950" y="3133090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127000" y="0"/>
                  </a:moveTo>
                  <a:lnTo>
                    <a:pt x="25400" y="0"/>
                  </a:ln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127000"/>
                  </a:lnTo>
                  <a:lnTo>
                    <a:pt x="2182" y="136326"/>
                  </a:lnTo>
                  <a:lnTo>
                    <a:pt x="7937" y="144462"/>
                  </a:lnTo>
                  <a:lnTo>
                    <a:pt x="16073" y="150217"/>
                  </a:lnTo>
                  <a:lnTo>
                    <a:pt x="25400" y="152400"/>
                  </a:lnTo>
                  <a:lnTo>
                    <a:pt x="127000" y="152400"/>
                  </a:lnTo>
                  <a:lnTo>
                    <a:pt x="135790" y="150217"/>
                  </a:lnTo>
                  <a:lnTo>
                    <a:pt x="143986" y="144462"/>
                  </a:lnTo>
                  <a:lnTo>
                    <a:pt x="150038" y="136326"/>
                  </a:lnTo>
                  <a:lnTo>
                    <a:pt x="152400" y="127000"/>
                  </a:lnTo>
                  <a:lnTo>
                    <a:pt x="152400" y="25400"/>
                  </a:lnTo>
                  <a:lnTo>
                    <a:pt x="150038" y="16073"/>
                  </a:lnTo>
                  <a:lnTo>
                    <a:pt x="143986" y="7937"/>
                  </a:lnTo>
                  <a:lnTo>
                    <a:pt x="135790" y="2182"/>
                  </a:lnTo>
                  <a:lnTo>
                    <a:pt x="127000" y="0"/>
                  </a:lnTo>
                  <a:close/>
                </a:path>
              </a:pathLst>
            </a:custGeom>
            <a:solidFill>
              <a:srgbClr val="FF9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3" name="object 743"/>
            <p:cNvSpPr/>
            <p:nvPr/>
          </p:nvSpPr>
          <p:spPr>
            <a:xfrm>
              <a:off x="4171950" y="3133090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25400" y="0"/>
                  </a:move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26987"/>
                  </a:lnTo>
                  <a:lnTo>
                    <a:pt x="0" y="38100"/>
                  </a:lnTo>
                  <a:lnTo>
                    <a:pt x="0" y="68262"/>
                  </a:lnTo>
                  <a:lnTo>
                    <a:pt x="0" y="127000"/>
                  </a:lnTo>
                  <a:lnTo>
                    <a:pt x="2182" y="136326"/>
                  </a:lnTo>
                  <a:lnTo>
                    <a:pt x="7937" y="144462"/>
                  </a:lnTo>
                  <a:lnTo>
                    <a:pt x="16073" y="150217"/>
                  </a:lnTo>
                  <a:lnTo>
                    <a:pt x="25400" y="152400"/>
                  </a:lnTo>
                  <a:lnTo>
                    <a:pt x="26987" y="152400"/>
                  </a:lnTo>
                  <a:lnTo>
                    <a:pt x="38100" y="152400"/>
                  </a:lnTo>
                  <a:lnTo>
                    <a:pt x="68262" y="152400"/>
                  </a:lnTo>
                  <a:lnTo>
                    <a:pt x="127000" y="152400"/>
                  </a:lnTo>
                  <a:lnTo>
                    <a:pt x="135790" y="150217"/>
                  </a:lnTo>
                  <a:lnTo>
                    <a:pt x="143986" y="144462"/>
                  </a:lnTo>
                  <a:lnTo>
                    <a:pt x="150038" y="136326"/>
                  </a:lnTo>
                  <a:lnTo>
                    <a:pt x="152400" y="127000"/>
                  </a:lnTo>
                  <a:lnTo>
                    <a:pt x="152400" y="125412"/>
                  </a:lnTo>
                  <a:lnTo>
                    <a:pt x="152400" y="114300"/>
                  </a:lnTo>
                  <a:lnTo>
                    <a:pt x="152400" y="84137"/>
                  </a:lnTo>
                  <a:lnTo>
                    <a:pt x="152400" y="25400"/>
                  </a:lnTo>
                  <a:lnTo>
                    <a:pt x="150038" y="16073"/>
                  </a:lnTo>
                  <a:lnTo>
                    <a:pt x="143986" y="7937"/>
                  </a:lnTo>
                  <a:lnTo>
                    <a:pt x="135790" y="2182"/>
                  </a:lnTo>
                  <a:lnTo>
                    <a:pt x="127000" y="0"/>
                  </a:lnTo>
                  <a:lnTo>
                    <a:pt x="125412" y="0"/>
                  </a:lnTo>
                  <a:lnTo>
                    <a:pt x="114300" y="0"/>
                  </a:lnTo>
                  <a:lnTo>
                    <a:pt x="84137" y="0"/>
                  </a:lnTo>
                  <a:lnTo>
                    <a:pt x="25400" y="0"/>
                  </a:lnTo>
                  <a:close/>
                </a:path>
              </a:pathLst>
            </a:custGeom>
            <a:ln w="28393">
              <a:solidFill>
                <a:srgbClr val="FFCF8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4" name="object 744"/>
            <p:cNvSpPr/>
            <p:nvPr/>
          </p:nvSpPr>
          <p:spPr>
            <a:xfrm>
              <a:off x="4171950" y="3133090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25400" y="0"/>
                  </a:move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26987"/>
                  </a:lnTo>
                  <a:lnTo>
                    <a:pt x="0" y="38100"/>
                  </a:lnTo>
                  <a:lnTo>
                    <a:pt x="0" y="68262"/>
                  </a:lnTo>
                  <a:lnTo>
                    <a:pt x="0" y="127000"/>
                  </a:lnTo>
                  <a:lnTo>
                    <a:pt x="2182" y="136326"/>
                  </a:lnTo>
                  <a:lnTo>
                    <a:pt x="7937" y="144462"/>
                  </a:lnTo>
                  <a:lnTo>
                    <a:pt x="16073" y="150217"/>
                  </a:lnTo>
                  <a:lnTo>
                    <a:pt x="25400" y="152400"/>
                  </a:lnTo>
                  <a:lnTo>
                    <a:pt x="26987" y="152400"/>
                  </a:lnTo>
                  <a:lnTo>
                    <a:pt x="38100" y="152400"/>
                  </a:lnTo>
                  <a:lnTo>
                    <a:pt x="68262" y="152400"/>
                  </a:lnTo>
                  <a:lnTo>
                    <a:pt x="127000" y="152400"/>
                  </a:lnTo>
                  <a:lnTo>
                    <a:pt x="135790" y="150217"/>
                  </a:lnTo>
                  <a:lnTo>
                    <a:pt x="143986" y="144462"/>
                  </a:lnTo>
                  <a:lnTo>
                    <a:pt x="150038" y="136326"/>
                  </a:lnTo>
                  <a:lnTo>
                    <a:pt x="152400" y="127000"/>
                  </a:lnTo>
                  <a:lnTo>
                    <a:pt x="152400" y="125412"/>
                  </a:lnTo>
                  <a:lnTo>
                    <a:pt x="152400" y="114300"/>
                  </a:lnTo>
                  <a:lnTo>
                    <a:pt x="152400" y="84137"/>
                  </a:lnTo>
                  <a:lnTo>
                    <a:pt x="152400" y="25400"/>
                  </a:lnTo>
                  <a:lnTo>
                    <a:pt x="150038" y="16073"/>
                  </a:lnTo>
                  <a:lnTo>
                    <a:pt x="143986" y="7937"/>
                  </a:lnTo>
                  <a:lnTo>
                    <a:pt x="135790" y="2182"/>
                  </a:lnTo>
                  <a:lnTo>
                    <a:pt x="127000" y="0"/>
                  </a:lnTo>
                  <a:lnTo>
                    <a:pt x="125412" y="0"/>
                  </a:lnTo>
                  <a:lnTo>
                    <a:pt x="114300" y="0"/>
                  </a:lnTo>
                  <a:lnTo>
                    <a:pt x="84137" y="0"/>
                  </a:lnTo>
                  <a:lnTo>
                    <a:pt x="25400" y="0"/>
                  </a:lnTo>
                  <a:close/>
                </a:path>
              </a:pathLst>
            </a:custGeom>
            <a:ln w="7619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5" name="object 745"/>
            <p:cNvSpPr/>
            <p:nvPr/>
          </p:nvSpPr>
          <p:spPr>
            <a:xfrm>
              <a:off x="2999740" y="3992879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127000" y="0"/>
                  </a:moveTo>
                  <a:lnTo>
                    <a:pt x="25400" y="0"/>
                  </a:lnTo>
                  <a:lnTo>
                    <a:pt x="16073" y="2162"/>
                  </a:lnTo>
                  <a:lnTo>
                    <a:pt x="7937" y="7778"/>
                  </a:lnTo>
                  <a:lnTo>
                    <a:pt x="2182" y="15537"/>
                  </a:lnTo>
                  <a:lnTo>
                    <a:pt x="0" y="24130"/>
                  </a:lnTo>
                  <a:lnTo>
                    <a:pt x="0" y="127000"/>
                  </a:lnTo>
                  <a:lnTo>
                    <a:pt x="2182" y="136326"/>
                  </a:lnTo>
                  <a:lnTo>
                    <a:pt x="7937" y="144462"/>
                  </a:lnTo>
                  <a:lnTo>
                    <a:pt x="16073" y="150217"/>
                  </a:lnTo>
                  <a:lnTo>
                    <a:pt x="25400" y="152400"/>
                  </a:lnTo>
                  <a:lnTo>
                    <a:pt x="127000" y="152400"/>
                  </a:lnTo>
                  <a:lnTo>
                    <a:pt x="136326" y="150217"/>
                  </a:lnTo>
                  <a:lnTo>
                    <a:pt x="144462" y="144462"/>
                  </a:lnTo>
                  <a:lnTo>
                    <a:pt x="150217" y="136326"/>
                  </a:lnTo>
                  <a:lnTo>
                    <a:pt x="152400" y="127000"/>
                  </a:lnTo>
                  <a:lnTo>
                    <a:pt x="152400" y="24130"/>
                  </a:lnTo>
                  <a:lnTo>
                    <a:pt x="150217" y="15537"/>
                  </a:lnTo>
                  <a:lnTo>
                    <a:pt x="144462" y="7778"/>
                  </a:lnTo>
                  <a:lnTo>
                    <a:pt x="136326" y="2162"/>
                  </a:lnTo>
                  <a:lnTo>
                    <a:pt x="127000" y="0"/>
                  </a:lnTo>
                  <a:close/>
                </a:path>
              </a:pathLst>
            </a:custGeom>
            <a:solidFill>
              <a:srgbClr val="FF9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6" name="object 746"/>
            <p:cNvSpPr/>
            <p:nvPr/>
          </p:nvSpPr>
          <p:spPr>
            <a:xfrm>
              <a:off x="2999740" y="3992879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25400" y="0"/>
                  </a:moveTo>
                  <a:lnTo>
                    <a:pt x="16073" y="2162"/>
                  </a:lnTo>
                  <a:lnTo>
                    <a:pt x="7937" y="7778"/>
                  </a:lnTo>
                  <a:lnTo>
                    <a:pt x="2182" y="15537"/>
                  </a:lnTo>
                  <a:lnTo>
                    <a:pt x="0" y="24130"/>
                  </a:lnTo>
                  <a:lnTo>
                    <a:pt x="0" y="25737"/>
                  </a:lnTo>
                  <a:lnTo>
                    <a:pt x="0" y="36988"/>
                  </a:lnTo>
                  <a:lnTo>
                    <a:pt x="0" y="67528"/>
                  </a:lnTo>
                  <a:lnTo>
                    <a:pt x="0" y="127000"/>
                  </a:lnTo>
                  <a:lnTo>
                    <a:pt x="2182" y="136326"/>
                  </a:lnTo>
                  <a:lnTo>
                    <a:pt x="7937" y="144462"/>
                  </a:lnTo>
                  <a:lnTo>
                    <a:pt x="16073" y="150217"/>
                  </a:lnTo>
                  <a:lnTo>
                    <a:pt x="25400" y="152400"/>
                  </a:lnTo>
                  <a:lnTo>
                    <a:pt x="26987" y="152400"/>
                  </a:lnTo>
                  <a:lnTo>
                    <a:pt x="38100" y="152400"/>
                  </a:lnTo>
                  <a:lnTo>
                    <a:pt x="68262" y="152400"/>
                  </a:lnTo>
                  <a:lnTo>
                    <a:pt x="127000" y="152400"/>
                  </a:lnTo>
                  <a:lnTo>
                    <a:pt x="136326" y="150217"/>
                  </a:lnTo>
                  <a:lnTo>
                    <a:pt x="144462" y="144462"/>
                  </a:lnTo>
                  <a:lnTo>
                    <a:pt x="150217" y="136326"/>
                  </a:lnTo>
                  <a:lnTo>
                    <a:pt x="152400" y="127000"/>
                  </a:lnTo>
                  <a:lnTo>
                    <a:pt x="152400" y="125392"/>
                  </a:lnTo>
                  <a:lnTo>
                    <a:pt x="152400" y="114141"/>
                  </a:lnTo>
                  <a:lnTo>
                    <a:pt x="152400" y="83601"/>
                  </a:lnTo>
                  <a:lnTo>
                    <a:pt x="152400" y="24130"/>
                  </a:lnTo>
                  <a:lnTo>
                    <a:pt x="150217" y="15537"/>
                  </a:lnTo>
                  <a:lnTo>
                    <a:pt x="144462" y="7778"/>
                  </a:lnTo>
                  <a:lnTo>
                    <a:pt x="136326" y="2162"/>
                  </a:lnTo>
                  <a:lnTo>
                    <a:pt x="127000" y="0"/>
                  </a:lnTo>
                  <a:lnTo>
                    <a:pt x="125412" y="0"/>
                  </a:lnTo>
                  <a:lnTo>
                    <a:pt x="114300" y="0"/>
                  </a:lnTo>
                  <a:lnTo>
                    <a:pt x="84137" y="0"/>
                  </a:lnTo>
                  <a:lnTo>
                    <a:pt x="25400" y="0"/>
                  </a:lnTo>
                  <a:close/>
                </a:path>
              </a:pathLst>
            </a:custGeom>
            <a:ln w="28393">
              <a:solidFill>
                <a:srgbClr val="FFCF8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7" name="object 747"/>
            <p:cNvSpPr/>
            <p:nvPr/>
          </p:nvSpPr>
          <p:spPr>
            <a:xfrm>
              <a:off x="2999740" y="3992879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25400" y="0"/>
                  </a:moveTo>
                  <a:lnTo>
                    <a:pt x="16073" y="2162"/>
                  </a:lnTo>
                  <a:lnTo>
                    <a:pt x="7937" y="7778"/>
                  </a:lnTo>
                  <a:lnTo>
                    <a:pt x="2182" y="15537"/>
                  </a:lnTo>
                  <a:lnTo>
                    <a:pt x="0" y="24130"/>
                  </a:lnTo>
                  <a:lnTo>
                    <a:pt x="0" y="25737"/>
                  </a:lnTo>
                  <a:lnTo>
                    <a:pt x="0" y="36988"/>
                  </a:lnTo>
                  <a:lnTo>
                    <a:pt x="0" y="67528"/>
                  </a:lnTo>
                  <a:lnTo>
                    <a:pt x="0" y="127000"/>
                  </a:lnTo>
                  <a:lnTo>
                    <a:pt x="2182" y="136326"/>
                  </a:lnTo>
                  <a:lnTo>
                    <a:pt x="7937" y="144462"/>
                  </a:lnTo>
                  <a:lnTo>
                    <a:pt x="16073" y="150217"/>
                  </a:lnTo>
                  <a:lnTo>
                    <a:pt x="25400" y="152400"/>
                  </a:lnTo>
                  <a:lnTo>
                    <a:pt x="26987" y="152400"/>
                  </a:lnTo>
                  <a:lnTo>
                    <a:pt x="38100" y="152400"/>
                  </a:lnTo>
                  <a:lnTo>
                    <a:pt x="68262" y="152400"/>
                  </a:lnTo>
                  <a:lnTo>
                    <a:pt x="127000" y="152400"/>
                  </a:lnTo>
                  <a:lnTo>
                    <a:pt x="136326" y="150217"/>
                  </a:lnTo>
                  <a:lnTo>
                    <a:pt x="144462" y="144462"/>
                  </a:lnTo>
                  <a:lnTo>
                    <a:pt x="150217" y="136326"/>
                  </a:lnTo>
                  <a:lnTo>
                    <a:pt x="152400" y="127000"/>
                  </a:lnTo>
                  <a:lnTo>
                    <a:pt x="152400" y="125392"/>
                  </a:lnTo>
                  <a:lnTo>
                    <a:pt x="152400" y="114141"/>
                  </a:lnTo>
                  <a:lnTo>
                    <a:pt x="152400" y="83601"/>
                  </a:lnTo>
                  <a:lnTo>
                    <a:pt x="152400" y="24130"/>
                  </a:lnTo>
                  <a:lnTo>
                    <a:pt x="150217" y="15537"/>
                  </a:lnTo>
                  <a:lnTo>
                    <a:pt x="144462" y="7778"/>
                  </a:lnTo>
                  <a:lnTo>
                    <a:pt x="136326" y="2162"/>
                  </a:lnTo>
                  <a:lnTo>
                    <a:pt x="127000" y="0"/>
                  </a:lnTo>
                  <a:lnTo>
                    <a:pt x="125412" y="0"/>
                  </a:lnTo>
                  <a:lnTo>
                    <a:pt x="114300" y="0"/>
                  </a:lnTo>
                  <a:lnTo>
                    <a:pt x="84137" y="0"/>
                  </a:lnTo>
                  <a:lnTo>
                    <a:pt x="25400" y="0"/>
                  </a:lnTo>
                  <a:close/>
                </a:path>
              </a:pathLst>
            </a:custGeom>
            <a:ln w="7619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8" name="object 748"/>
            <p:cNvSpPr/>
            <p:nvPr/>
          </p:nvSpPr>
          <p:spPr>
            <a:xfrm>
              <a:off x="3989069" y="3131819"/>
              <a:ext cx="152400" cy="151130"/>
            </a:xfrm>
            <a:custGeom>
              <a:avLst/>
              <a:gdLst/>
              <a:ahLst/>
              <a:cxnLst/>
              <a:rect l="l" t="t" r="r" b="b"/>
              <a:pathLst>
                <a:path w="152400" h="151129">
                  <a:moveTo>
                    <a:pt x="127000" y="0"/>
                  </a:moveTo>
                  <a:lnTo>
                    <a:pt x="25400" y="0"/>
                  </a:ln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125729"/>
                  </a:lnTo>
                  <a:lnTo>
                    <a:pt x="2182" y="135056"/>
                  </a:lnTo>
                  <a:lnTo>
                    <a:pt x="7937" y="143192"/>
                  </a:lnTo>
                  <a:lnTo>
                    <a:pt x="16073" y="148947"/>
                  </a:lnTo>
                  <a:lnTo>
                    <a:pt x="25400" y="151129"/>
                  </a:lnTo>
                  <a:lnTo>
                    <a:pt x="127000" y="151129"/>
                  </a:lnTo>
                  <a:lnTo>
                    <a:pt x="136326" y="148947"/>
                  </a:lnTo>
                  <a:lnTo>
                    <a:pt x="144462" y="143192"/>
                  </a:lnTo>
                  <a:lnTo>
                    <a:pt x="150217" y="135056"/>
                  </a:lnTo>
                  <a:lnTo>
                    <a:pt x="152400" y="125729"/>
                  </a:lnTo>
                  <a:lnTo>
                    <a:pt x="152400" y="25400"/>
                  </a:lnTo>
                  <a:lnTo>
                    <a:pt x="150217" y="16073"/>
                  </a:lnTo>
                  <a:lnTo>
                    <a:pt x="144462" y="7937"/>
                  </a:lnTo>
                  <a:lnTo>
                    <a:pt x="136326" y="2182"/>
                  </a:lnTo>
                  <a:lnTo>
                    <a:pt x="127000" y="0"/>
                  </a:lnTo>
                  <a:close/>
                </a:path>
              </a:pathLst>
            </a:custGeom>
            <a:solidFill>
              <a:srgbClr val="7C9A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9" name="object 749"/>
            <p:cNvSpPr/>
            <p:nvPr/>
          </p:nvSpPr>
          <p:spPr>
            <a:xfrm>
              <a:off x="3989069" y="3131819"/>
              <a:ext cx="152400" cy="151130"/>
            </a:xfrm>
            <a:custGeom>
              <a:avLst/>
              <a:gdLst/>
              <a:ahLst/>
              <a:cxnLst/>
              <a:rect l="l" t="t" r="r" b="b"/>
              <a:pathLst>
                <a:path w="152400" h="151129">
                  <a:moveTo>
                    <a:pt x="25400" y="0"/>
                  </a:move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26967"/>
                  </a:lnTo>
                  <a:lnTo>
                    <a:pt x="0" y="37941"/>
                  </a:lnTo>
                  <a:lnTo>
                    <a:pt x="0" y="67726"/>
                  </a:lnTo>
                  <a:lnTo>
                    <a:pt x="0" y="125729"/>
                  </a:lnTo>
                  <a:lnTo>
                    <a:pt x="2182" y="135056"/>
                  </a:lnTo>
                  <a:lnTo>
                    <a:pt x="7937" y="143192"/>
                  </a:lnTo>
                  <a:lnTo>
                    <a:pt x="16073" y="148947"/>
                  </a:lnTo>
                  <a:lnTo>
                    <a:pt x="25400" y="151129"/>
                  </a:lnTo>
                  <a:lnTo>
                    <a:pt x="26987" y="151129"/>
                  </a:lnTo>
                  <a:lnTo>
                    <a:pt x="38100" y="151129"/>
                  </a:lnTo>
                  <a:lnTo>
                    <a:pt x="68262" y="151129"/>
                  </a:lnTo>
                  <a:lnTo>
                    <a:pt x="127000" y="151129"/>
                  </a:lnTo>
                  <a:lnTo>
                    <a:pt x="136326" y="148947"/>
                  </a:lnTo>
                  <a:lnTo>
                    <a:pt x="144462" y="143192"/>
                  </a:lnTo>
                  <a:lnTo>
                    <a:pt x="150217" y="135056"/>
                  </a:lnTo>
                  <a:lnTo>
                    <a:pt x="152400" y="125729"/>
                  </a:lnTo>
                  <a:lnTo>
                    <a:pt x="152400" y="124162"/>
                  </a:lnTo>
                  <a:lnTo>
                    <a:pt x="152400" y="113188"/>
                  </a:lnTo>
                  <a:lnTo>
                    <a:pt x="152400" y="83403"/>
                  </a:lnTo>
                  <a:lnTo>
                    <a:pt x="152400" y="25400"/>
                  </a:lnTo>
                  <a:lnTo>
                    <a:pt x="150217" y="16073"/>
                  </a:lnTo>
                  <a:lnTo>
                    <a:pt x="144462" y="7937"/>
                  </a:lnTo>
                  <a:lnTo>
                    <a:pt x="136326" y="2182"/>
                  </a:lnTo>
                  <a:lnTo>
                    <a:pt x="127000" y="0"/>
                  </a:lnTo>
                  <a:lnTo>
                    <a:pt x="125412" y="0"/>
                  </a:lnTo>
                  <a:lnTo>
                    <a:pt x="114300" y="0"/>
                  </a:lnTo>
                  <a:lnTo>
                    <a:pt x="84137" y="0"/>
                  </a:lnTo>
                  <a:lnTo>
                    <a:pt x="25400" y="0"/>
                  </a:lnTo>
                  <a:close/>
                </a:path>
              </a:pathLst>
            </a:custGeom>
            <a:ln w="28393">
              <a:solidFill>
                <a:srgbClr val="C9D5E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0" name="object 750"/>
            <p:cNvSpPr/>
            <p:nvPr/>
          </p:nvSpPr>
          <p:spPr>
            <a:xfrm>
              <a:off x="3989069" y="3130550"/>
              <a:ext cx="152400" cy="151130"/>
            </a:xfrm>
            <a:custGeom>
              <a:avLst/>
              <a:gdLst/>
              <a:ahLst/>
              <a:cxnLst/>
              <a:rect l="l" t="t" r="r" b="b"/>
              <a:pathLst>
                <a:path w="152400" h="151129">
                  <a:moveTo>
                    <a:pt x="25400" y="0"/>
                  </a:move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26967"/>
                  </a:lnTo>
                  <a:lnTo>
                    <a:pt x="0" y="37941"/>
                  </a:lnTo>
                  <a:lnTo>
                    <a:pt x="0" y="67726"/>
                  </a:lnTo>
                  <a:lnTo>
                    <a:pt x="0" y="125729"/>
                  </a:lnTo>
                  <a:lnTo>
                    <a:pt x="2182" y="135056"/>
                  </a:lnTo>
                  <a:lnTo>
                    <a:pt x="7937" y="143192"/>
                  </a:lnTo>
                  <a:lnTo>
                    <a:pt x="16073" y="148947"/>
                  </a:lnTo>
                  <a:lnTo>
                    <a:pt x="25400" y="151129"/>
                  </a:lnTo>
                  <a:lnTo>
                    <a:pt x="26987" y="151129"/>
                  </a:lnTo>
                  <a:lnTo>
                    <a:pt x="38100" y="151129"/>
                  </a:lnTo>
                  <a:lnTo>
                    <a:pt x="68262" y="151129"/>
                  </a:lnTo>
                  <a:lnTo>
                    <a:pt x="127000" y="151129"/>
                  </a:lnTo>
                  <a:lnTo>
                    <a:pt x="136326" y="148947"/>
                  </a:lnTo>
                  <a:lnTo>
                    <a:pt x="144462" y="143192"/>
                  </a:lnTo>
                  <a:lnTo>
                    <a:pt x="150217" y="135056"/>
                  </a:lnTo>
                  <a:lnTo>
                    <a:pt x="152400" y="125729"/>
                  </a:lnTo>
                  <a:lnTo>
                    <a:pt x="152400" y="124162"/>
                  </a:lnTo>
                  <a:lnTo>
                    <a:pt x="152400" y="113188"/>
                  </a:lnTo>
                  <a:lnTo>
                    <a:pt x="152400" y="83403"/>
                  </a:lnTo>
                  <a:lnTo>
                    <a:pt x="152400" y="25400"/>
                  </a:lnTo>
                  <a:lnTo>
                    <a:pt x="150217" y="16073"/>
                  </a:lnTo>
                  <a:lnTo>
                    <a:pt x="144462" y="7937"/>
                  </a:lnTo>
                  <a:lnTo>
                    <a:pt x="136326" y="2182"/>
                  </a:lnTo>
                  <a:lnTo>
                    <a:pt x="127000" y="0"/>
                  </a:lnTo>
                  <a:lnTo>
                    <a:pt x="125412" y="0"/>
                  </a:lnTo>
                  <a:lnTo>
                    <a:pt x="114300" y="0"/>
                  </a:lnTo>
                  <a:lnTo>
                    <a:pt x="84137" y="0"/>
                  </a:lnTo>
                  <a:lnTo>
                    <a:pt x="25400" y="0"/>
                  </a:lnTo>
                  <a:close/>
                </a:path>
              </a:pathLst>
            </a:custGeom>
            <a:ln w="7619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1" name="object 751"/>
            <p:cNvSpPr/>
            <p:nvPr/>
          </p:nvSpPr>
          <p:spPr>
            <a:xfrm>
              <a:off x="3581400" y="3562350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127000" y="0"/>
                  </a:moveTo>
                  <a:lnTo>
                    <a:pt x="25400" y="0"/>
                  </a:ln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127000"/>
                  </a:lnTo>
                  <a:lnTo>
                    <a:pt x="2182" y="136326"/>
                  </a:lnTo>
                  <a:lnTo>
                    <a:pt x="7937" y="144462"/>
                  </a:lnTo>
                  <a:lnTo>
                    <a:pt x="16073" y="150217"/>
                  </a:lnTo>
                  <a:lnTo>
                    <a:pt x="25400" y="152400"/>
                  </a:lnTo>
                  <a:lnTo>
                    <a:pt x="127000" y="152400"/>
                  </a:lnTo>
                  <a:lnTo>
                    <a:pt x="136326" y="150217"/>
                  </a:lnTo>
                  <a:lnTo>
                    <a:pt x="144462" y="144462"/>
                  </a:lnTo>
                  <a:lnTo>
                    <a:pt x="150217" y="136326"/>
                  </a:lnTo>
                  <a:lnTo>
                    <a:pt x="152400" y="127000"/>
                  </a:lnTo>
                  <a:lnTo>
                    <a:pt x="152400" y="25400"/>
                  </a:lnTo>
                  <a:lnTo>
                    <a:pt x="150217" y="16073"/>
                  </a:lnTo>
                  <a:lnTo>
                    <a:pt x="144462" y="7937"/>
                  </a:lnTo>
                  <a:lnTo>
                    <a:pt x="136326" y="2182"/>
                  </a:lnTo>
                  <a:lnTo>
                    <a:pt x="127000" y="0"/>
                  </a:lnTo>
                  <a:close/>
                </a:path>
              </a:pathLst>
            </a:custGeom>
            <a:solidFill>
              <a:srgbClr val="FF9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2" name="object 752"/>
            <p:cNvSpPr/>
            <p:nvPr/>
          </p:nvSpPr>
          <p:spPr>
            <a:xfrm>
              <a:off x="3581400" y="3562350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25400" y="0"/>
                  </a:move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26987"/>
                  </a:lnTo>
                  <a:lnTo>
                    <a:pt x="0" y="38100"/>
                  </a:lnTo>
                  <a:lnTo>
                    <a:pt x="0" y="68262"/>
                  </a:lnTo>
                  <a:lnTo>
                    <a:pt x="0" y="127000"/>
                  </a:lnTo>
                  <a:lnTo>
                    <a:pt x="2182" y="136326"/>
                  </a:lnTo>
                  <a:lnTo>
                    <a:pt x="7937" y="144462"/>
                  </a:lnTo>
                  <a:lnTo>
                    <a:pt x="16073" y="150217"/>
                  </a:lnTo>
                  <a:lnTo>
                    <a:pt x="25400" y="152400"/>
                  </a:lnTo>
                  <a:lnTo>
                    <a:pt x="26987" y="152400"/>
                  </a:lnTo>
                  <a:lnTo>
                    <a:pt x="38100" y="152400"/>
                  </a:lnTo>
                  <a:lnTo>
                    <a:pt x="68262" y="152400"/>
                  </a:lnTo>
                  <a:lnTo>
                    <a:pt x="127000" y="152400"/>
                  </a:lnTo>
                  <a:lnTo>
                    <a:pt x="136326" y="150217"/>
                  </a:lnTo>
                  <a:lnTo>
                    <a:pt x="144462" y="144462"/>
                  </a:lnTo>
                  <a:lnTo>
                    <a:pt x="150217" y="136326"/>
                  </a:lnTo>
                  <a:lnTo>
                    <a:pt x="152400" y="127000"/>
                  </a:lnTo>
                  <a:lnTo>
                    <a:pt x="152400" y="125412"/>
                  </a:lnTo>
                  <a:lnTo>
                    <a:pt x="152400" y="114300"/>
                  </a:lnTo>
                  <a:lnTo>
                    <a:pt x="152400" y="84137"/>
                  </a:lnTo>
                  <a:lnTo>
                    <a:pt x="152400" y="25400"/>
                  </a:lnTo>
                  <a:lnTo>
                    <a:pt x="150217" y="16073"/>
                  </a:lnTo>
                  <a:lnTo>
                    <a:pt x="144462" y="7937"/>
                  </a:lnTo>
                  <a:lnTo>
                    <a:pt x="136326" y="2182"/>
                  </a:lnTo>
                  <a:lnTo>
                    <a:pt x="127000" y="0"/>
                  </a:lnTo>
                  <a:lnTo>
                    <a:pt x="125412" y="0"/>
                  </a:lnTo>
                  <a:lnTo>
                    <a:pt x="114300" y="0"/>
                  </a:lnTo>
                  <a:lnTo>
                    <a:pt x="84137" y="0"/>
                  </a:lnTo>
                  <a:lnTo>
                    <a:pt x="25400" y="0"/>
                  </a:lnTo>
                  <a:close/>
                </a:path>
              </a:pathLst>
            </a:custGeom>
            <a:ln w="28393">
              <a:solidFill>
                <a:srgbClr val="FFCF8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3" name="object 753"/>
            <p:cNvSpPr/>
            <p:nvPr/>
          </p:nvSpPr>
          <p:spPr>
            <a:xfrm>
              <a:off x="3581400" y="3562350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25400" y="0"/>
                  </a:move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26987"/>
                  </a:lnTo>
                  <a:lnTo>
                    <a:pt x="0" y="38100"/>
                  </a:lnTo>
                  <a:lnTo>
                    <a:pt x="0" y="68262"/>
                  </a:lnTo>
                  <a:lnTo>
                    <a:pt x="0" y="127000"/>
                  </a:lnTo>
                  <a:lnTo>
                    <a:pt x="2182" y="136326"/>
                  </a:lnTo>
                  <a:lnTo>
                    <a:pt x="7937" y="144462"/>
                  </a:lnTo>
                  <a:lnTo>
                    <a:pt x="16073" y="150217"/>
                  </a:lnTo>
                  <a:lnTo>
                    <a:pt x="25400" y="152400"/>
                  </a:lnTo>
                  <a:lnTo>
                    <a:pt x="26987" y="152400"/>
                  </a:lnTo>
                  <a:lnTo>
                    <a:pt x="38100" y="152400"/>
                  </a:lnTo>
                  <a:lnTo>
                    <a:pt x="68262" y="152400"/>
                  </a:lnTo>
                  <a:lnTo>
                    <a:pt x="127000" y="152400"/>
                  </a:lnTo>
                  <a:lnTo>
                    <a:pt x="136326" y="150217"/>
                  </a:lnTo>
                  <a:lnTo>
                    <a:pt x="144462" y="144462"/>
                  </a:lnTo>
                  <a:lnTo>
                    <a:pt x="150217" y="136326"/>
                  </a:lnTo>
                  <a:lnTo>
                    <a:pt x="152400" y="127000"/>
                  </a:lnTo>
                  <a:lnTo>
                    <a:pt x="152400" y="125412"/>
                  </a:lnTo>
                  <a:lnTo>
                    <a:pt x="152400" y="114300"/>
                  </a:lnTo>
                  <a:lnTo>
                    <a:pt x="152400" y="84137"/>
                  </a:lnTo>
                  <a:lnTo>
                    <a:pt x="152400" y="25400"/>
                  </a:lnTo>
                  <a:lnTo>
                    <a:pt x="150217" y="16073"/>
                  </a:lnTo>
                  <a:lnTo>
                    <a:pt x="144462" y="7937"/>
                  </a:lnTo>
                  <a:lnTo>
                    <a:pt x="136326" y="2182"/>
                  </a:lnTo>
                  <a:lnTo>
                    <a:pt x="127000" y="0"/>
                  </a:lnTo>
                  <a:lnTo>
                    <a:pt x="125412" y="0"/>
                  </a:lnTo>
                  <a:lnTo>
                    <a:pt x="114300" y="0"/>
                  </a:lnTo>
                  <a:lnTo>
                    <a:pt x="84137" y="0"/>
                  </a:lnTo>
                  <a:lnTo>
                    <a:pt x="25400" y="0"/>
                  </a:lnTo>
                  <a:close/>
                </a:path>
              </a:pathLst>
            </a:custGeom>
            <a:ln w="7619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4" name="object 754"/>
            <p:cNvSpPr/>
            <p:nvPr/>
          </p:nvSpPr>
          <p:spPr>
            <a:xfrm>
              <a:off x="2819400" y="3563619"/>
              <a:ext cx="152400" cy="151130"/>
            </a:xfrm>
            <a:custGeom>
              <a:avLst/>
              <a:gdLst/>
              <a:ahLst/>
              <a:cxnLst/>
              <a:rect l="l" t="t" r="r" b="b"/>
              <a:pathLst>
                <a:path w="152400" h="151129">
                  <a:moveTo>
                    <a:pt x="127000" y="0"/>
                  </a:moveTo>
                  <a:lnTo>
                    <a:pt x="25400" y="0"/>
                  </a:ln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125729"/>
                  </a:lnTo>
                  <a:lnTo>
                    <a:pt x="2182" y="135056"/>
                  </a:lnTo>
                  <a:lnTo>
                    <a:pt x="7937" y="143192"/>
                  </a:lnTo>
                  <a:lnTo>
                    <a:pt x="16073" y="148947"/>
                  </a:lnTo>
                  <a:lnTo>
                    <a:pt x="25400" y="151129"/>
                  </a:lnTo>
                  <a:lnTo>
                    <a:pt x="127000" y="151129"/>
                  </a:lnTo>
                  <a:lnTo>
                    <a:pt x="136326" y="148947"/>
                  </a:lnTo>
                  <a:lnTo>
                    <a:pt x="144462" y="143192"/>
                  </a:lnTo>
                  <a:lnTo>
                    <a:pt x="150217" y="135056"/>
                  </a:lnTo>
                  <a:lnTo>
                    <a:pt x="152400" y="125729"/>
                  </a:lnTo>
                  <a:lnTo>
                    <a:pt x="152400" y="25400"/>
                  </a:lnTo>
                  <a:lnTo>
                    <a:pt x="150217" y="16073"/>
                  </a:lnTo>
                  <a:lnTo>
                    <a:pt x="144462" y="7937"/>
                  </a:lnTo>
                  <a:lnTo>
                    <a:pt x="136326" y="2182"/>
                  </a:lnTo>
                  <a:lnTo>
                    <a:pt x="127000" y="0"/>
                  </a:lnTo>
                  <a:close/>
                </a:path>
              </a:pathLst>
            </a:custGeom>
            <a:solidFill>
              <a:srgbClr val="7C9A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5" name="object 755"/>
            <p:cNvSpPr/>
            <p:nvPr/>
          </p:nvSpPr>
          <p:spPr>
            <a:xfrm>
              <a:off x="2819400" y="3563619"/>
              <a:ext cx="152400" cy="151130"/>
            </a:xfrm>
            <a:custGeom>
              <a:avLst/>
              <a:gdLst/>
              <a:ahLst/>
              <a:cxnLst/>
              <a:rect l="l" t="t" r="r" b="b"/>
              <a:pathLst>
                <a:path w="152400" h="151129">
                  <a:moveTo>
                    <a:pt x="25400" y="0"/>
                  </a:move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26967"/>
                  </a:lnTo>
                  <a:lnTo>
                    <a:pt x="0" y="37941"/>
                  </a:lnTo>
                  <a:lnTo>
                    <a:pt x="0" y="67726"/>
                  </a:lnTo>
                  <a:lnTo>
                    <a:pt x="0" y="125729"/>
                  </a:lnTo>
                  <a:lnTo>
                    <a:pt x="2182" y="135056"/>
                  </a:lnTo>
                  <a:lnTo>
                    <a:pt x="7937" y="143192"/>
                  </a:lnTo>
                  <a:lnTo>
                    <a:pt x="16073" y="148947"/>
                  </a:lnTo>
                  <a:lnTo>
                    <a:pt x="25400" y="151129"/>
                  </a:lnTo>
                  <a:lnTo>
                    <a:pt x="26987" y="151129"/>
                  </a:lnTo>
                  <a:lnTo>
                    <a:pt x="38100" y="151129"/>
                  </a:lnTo>
                  <a:lnTo>
                    <a:pt x="68262" y="151129"/>
                  </a:lnTo>
                  <a:lnTo>
                    <a:pt x="127000" y="151129"/>
                  </a:lnTo>
                  <a:lnTo>
                    <a:pt x="136326" y="148947"/>
                  </a:lnTo>
                  <a:lnTo>
                    <a:pt x="144462" y="143192"/>
                  </a:lnTo>
                  <a:lnTo>
                    <a:pt x="150217" y="135056"/>
                  </a:lnTo>
                  <a:lnTo>
                    <a:pt x="152400" y="125729"/>
                  </a:lnTo>
                  <a:lnTo>
                    <a:pt x="152400" y="124162"/>
                  </a:lnTo>
                  <a:lnTo>
                    <a:pt x="152400" y="113188"/>
                  </a:lnTo>
                  <a:lnTo>
                    <a:pt x="152400" y="83403"/>
                  </a:lnTo>
                  <a:lnTo>
                    <a:pt x="152400" y="25400"/>
                  </a:lnTo>
                  <a:lnTo>
                    <a:pt x="150217" y="16073"/>
                  </a:lnTo>
                  <a:lnTo>
                    <a:pt x="144462" y="7937"/>
                  </a:lnTo>
                  <a:lnTo>
                    <a:pt x="136326" y="2182"/>
                  </a:lnTo>
                  <a:lnTo>
                    <a:pt x="127000" y="0"/>
                  </a:lnTo>
                  <a:lnTo>
                    <a:pt x="125412" y="0"/>
                  </a:lnTo>
                  <a:lnTo>
                    <a:pt x="114300" y="0"/>
                  </a:lnTo>
                  <a:lnTo>
                    <a:pt x="84137" y="0"/>
                  </a:lnTo>
                  <a:lnTo>
                    <a:pt x="25400" y="0"/>
                  </a:lnTo>
                  <a:close/>
                </a:path>
              </a:pathLst>
            </a:custGeom>
            <a:ln w="28393">
              <a:solidFill>
                <a:srgbClr val="C9D5E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6" name="object 756"/>
            <p:cNvSpPr/>
            <p:nvPr/>
          </p:nvSpPr>
          <p:spPr>
            <a:xfrm>
              <a:off x="2819400" y="3562350"/>
              <a:ext cx="152400" cy="151130"/>
            </a:xfrm>
            <a:custGeom>
              <a:avLst/>
              <a:gdLst/>
              <a:ahLst/>
              <a:cxnLst/>
              <a:rect l="l" t="t" r="r" b="b"/>
              <a:pathLst>
                <a:path w="152400" h="151129">
                  <a:moveTo>
                    <a:pt x="25400" y="0"/>
                  </a:moveTo>
                  <a:lnTo>
                    <a:pt x="16073" y="2162"/>
                  </a:lnTo>
                  <a:lnTo>
                    <a:pt x="7937" y="7778"/>
                  </a:lnTo>
                  <a:lnTo>
                    <a:pt x="2182" y="15537"/>
                  </a:lnTo>
                  <a:lnTo>
                    <a:pt x="0" y="24129"/>
                  </a:lnTo>
                  <a:lnTo>
                    <a:pt x="0" y="25717"/>
                  </a:lnTo>
                  <a:lnTo>
                    <a:pt x="0" y="36829"/>
                  </a:lnTo>
                  <a:lnTo>
                    <a:pt x="0" y="66992"/>
                  </a:lnTo>
                  <a:lnTo>
                    <a:pt x="0" y="125730"/>
                  </a:lnTo>
                  <a:lnTo>
                    <a:pt x="2182" y="135056"/>
                  </a:lnTo>
                  <a:lnTo>
                    <a:pt x="7937" y="143192"/>
                  </a:lnTo>
                  <a:lnTo>
                    <a:pt x="16073" y="148947"/>
                  </a:lnTo>
                  <a:lnTo>
                    <a:pt x="25400" y="151130"/>
                  </a:lnTo>
                  <a:lnTo>
                    <a:pt x="26987" y="151130"/>
                  </a:lnTo>
                  <a:lnTo>
                    <a:pt x="38100" y="151130"/>
                  </a:lnTo>
                  <a:lnTo>
                    <a:pt x="68262" y="151130"/>
                  </a:lnTo>
                  <a:lnTo>
                    <a:pt x="127000" y="151130"/>
                  </a:lnTo>
                  <a:lnTo>
                    <a:pt x="136326" y="148947"/>
                  </a:lnTo>
                  <a:lnTo>
                    <a:pt x="144462" y="143192"/>
                  </a:lnTo>
                  <a:lnTo>
                    <a:pt x="150217" y="135056"/>
                  </a:lnTo>
                  <a:lnTo>
                    <a:pt x="152400" y="125730"/>
                  </a:lnTo>
                  <a:lnTo>
                    <a:pt x="152400" y="124142"/>
                  </a:lnTo>
                  <a:lnTo>
                    <a:pt x="152400" y="113030"/>
                  </a:lnTo>
                  <a:lnTo>
                    <a:pt x="152400" y="82867"/>
                  </a:lnTo>
                  <a:lnTo>
                    <a:pt x="152400" y="24129"/>
                  </a:lnTo>
                  <a:lnTo>
                    <a:pt x="150217" y="15537"/>
                  </a:lnTo>
                  <a:lnTo>
                    <a:pt x="144462" y="7778"/>
                  </a:lnTo>
                  <a:lnTo>
                    <a:pt x="136326" y="2162"/>
                  </a:lnTo>
                  <a:lnTo>
                    <a:pt x="127000" y="0"/>
                  </a:lnTo>
                  <a:lnTo>
                    <a:pt x="125412" y="0"/>
                  </a:lnTo>
                  <a:lnTo>
                    <a:pt x="114300" y="0"/>
                  </a:lnTo>
                  <a:lnTo>
                    <a:pt x="84137" y="0"/>
                  </a:lnTo>
                  <a:lnTo>
                    <a:pt x="25400" y="0"/>
                  </a:lnTo>
                  <a:close/>
                </a:path>
              </a:pathLst>
            </a:custGeom>
            <a:ln w="7619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7" name="object 757"/>
            <p:cNvSpPr/>
            <p:nvPr/>
          </p:nvSpPr>
          <p:spPr>
            <a:xfrm>
              <a:off x="2999740" y="3133090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127000" y="0"/>
                  </a:moveTo>
                  <a:lnTo>
                    <a:pt x="25400" y="0"/>
                  </a:ln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127000"/>
                  </a:lnTo>
                  <a:lnTo>
                    <a:pt x="2182" y="136326"/>
                  </a:lnTo>
                  <a:lnTo>
                    <a:pt x="7937" y="144462"/>
                  </a:lnTo>
                  <a:lnTo>
                    <a:pt x="16073" y="150217"/>
                  </a:lnTo>
                  <a:lnTo>
                    <a:pt x="25400" y="152400"/>
                  </a:lnTo>
                  <a:lnTo>
                    <a:pt x="127000" y="152400"/>
                  </a:lnTo>
                  <a:lnTo>
                    <a:pt x="136326" y="150217"/>
                  </a:lnTo>
                  <a:lnTo>
                    <a:pt x="144462" y="144462"/>
                  </a:lnTo>
                  <a:lnTo>
                    <a:pt x="150217" y="136326"/>
                  </a:lnTo>
                  <a:lnTo>
                    <a:pt x="152400" y="127000"/>
                  </a:lnTo>
                  <a:lnTo>
                    <a:pt x="152400" y="25400"/>
                  </a:lnTo>
                  <a:lnTo>
                    <a:pt x="150217" y="16073"/>
                  </a:lnTo>
                  <a:lnTo>
                    <a:pt x="144462" y="7937"/>
                  </a:lnTo>
                  <a:lnTo>
                    <a:pt x="136326" y="2182"/>
                  </a:lnTo>
                  <a:lnTo>
                    <a:pt x="127000" y="0"/>
                  </a:lnTo>
                  <a:close/>
                </a:path>
              </a:pathLst>
            </a:custGeom>
            <a:solidFill>
              <a:srgbClr val="FF9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8" name="object 758"/>
            <p:cNvSpPr/>
            <p:nvPr/>
          </p:nvSpPr>
          <p:spPr>
            <a:xfrm>
              <a:off x="2999740" y="3133090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25400" y="0"/>
                  </a:move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26987"/>
                  </a:lnTo>
                  <a:lnTo>
                    <a:pt x="0" y="38100"/>
                  </a:lnTo>
                  <a:lnTo>
                    <a:pt x="0" y="68262"/>
                  </a:lnTo>
                  <a:lnTo>
                    <a:pt x="0" y="127000"/>
                  </a:lnTo>
                  <a:lnTo>
                    <a:pt x="2182" y="136326"/>
                  </a:lnTo>
                  <a:lnTo>
                    <a:pt x="7937" y="144462"/>
                  </a:lnTo>
                  <a:lnTo>
                    <a:pt x="16073" y="150217"/>
                  </a:lnTo>
                  <a:lnTo>
                    <a:pt x="25400" y="152400"/>
                  </a:lnTo>
                  <a:lnTo>
                    <a:pt x="26987" y="152400"/>
                  </a:lnTo>
                  <a:lnTo>
                    <a:pt x="38100" y="152400"/>
                  </a:lnTo>
                  <a:lnTo>
                    <a:pt x="68262" y="152400"/>
                  </a:lnTo>
                  <a:lnTo>
                    <a:pt x="127000" y="152400"/>
                  </a:lnTo>
                  <a:lnTo>
                    <a:pt x="136326" y="150217"/>
                  </a:lnTo>
                  <a:lnTo>
                    <a:pt x="144462" y="144462"/>
                  </a:lnTo>
                  <a:lnTo>
                    <a:pt x="150217" y="136326"/>
                  </a:lnTo>
                  <a:lnTo>
                    <a:pt x="152400" y="127000"/>
                  </a:lnTo>
                  <a:lnTo>
                    <a:pt x="152400" y="125412"/>
                  </a:lnTo>
                  <a:lnTo>
                    <a:pt x="152400" y="114300"/>
                  </a:lnTo>
                  <a:lnTo>
                    <a:pt x="152400" y="84137"/>
                  </a:lnTo>
                  <a:lnTo>
                    <a:pt x="152400" y="25400"/>
                  </a:lnTo>
                  <a:lnTo>
                    <a:pt x="150217" y="16073"/>
                  </a:lnTo>
                  <a:lnTo>
                    <a:pt x="144462" y="7937"/>
                  </a:lnTo>
                  <a:lnTo>
                    <a:pt x="136326" y="2182"/>
                  </a:lnTo>
                  <a:lnTo>
                    <a:pt x="127000" y="0"/>
                  </a:lnTo>
                  <a:lnTo>
                    <a:pt x="125412" y="0"/>
                  </a:lnTo>
                  <a:lnTo>
                    <a:pt x="114300" y="0"/>
                  </a:lnTo>
                  <a:lnTo>
                    <a:pt x="84137" y="0"/>
                  </a:lnTo>
                  <a:lnTo>
                    <a:pt x="25400" y="0"/>
                  </a:lnTo>
                  <a:close/>
                </a:path>
              </a:pathLst>
            </a:custGeom>
            <a:ln w="28393">
              <a:solidFill>
                <a:srgbClr val="FFCF8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9" name="object 759"/>
            <p:cNvSpPr/>
            <p:nvPr/>
          </p:nvSpPr>
          <p:spPr>
            <a:xfrm>
              <a:off x="2999740" y="3133090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25400" y="0"/>
                  </a:move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26987"/>
                  </a:lnTo>
                  <a:lnTo>
                    <a:pt x="0" y="38100"/>
                  </a:lnTo>
                  <a:lnTo>
                    <a:pt x="0" y="68262"/>
                  </a:lnTo>
                  <a:lnTo>
                    <a:pt x="0" y="127000"/>
                  </a:lnTo>
                  <a:lnTo>
                    <a:pt x="2182" y="136326"/>
                  </a:lnTo>
                  <a:lnTo>
                    <a:pt x="7937" y="144462"/>
                  </a:lnTo>
                  <a:lnTo>
                    <a:pt x="16073" y="150217"/>
                  </a:lnTo>
                  <a:lnTo>
                    <a:pt x="25400" y="152400"/>
                  </a:lnTo>
                  <a:lnTo>
                    <a:pt x="26987" y="152400"/>
                  </a:lnTo>
                  <a:lnTo>
                    <a:pt x="38100" y="152400"/>
                  </a:lnTo>
                  <a:lnTo>
                    <a:pt x="68262" y="152400"/>
                  </a:lnTo>
                  <a:lnTo>
                    <a:pt x="127000" y="152400"/>
                  </a:lnTo>
                  <a:lnTo>
                    <a:pt x="136326" y="150217"/>
                  </a:lnTo>
                  <a:lnTo>
                    <a:pt x="144462" y="144462"/>
                  </a:lnTo>
                  <a:lnTo>
                    <a:pt x="150217" y="136326"/>
                  </a:lnTo>
                  <a:lnTo>
                    <a:pt x="152400" y="127000"/>
                  </a:lnTo>
                  <a:lnTo>
                    <a:pt x="152400" y="125412"/>
                  </a:lnTo>
                  <a:lnTo>
                    <a:pt x="152400" y="114300"/>
                  </a:lnTo>
                  <a:lnTo>
                    <a:pt x="152400" y="84137"/>
                  </a:lnTo>
                  <a:lnTo>
                    <a:pt x="152400" y="25400"/>
                  </a:lnTo>
                  <a:lnTo>
                    <a:pt x="150217" y="16073"/>
                  </a:lnTo>
                  <a:lnTo>
                    <a:pt x="144462" y="7937"/>
                  </a:lnTo>
                  <a:lnTo>
                    <a:pt x="136326" y="2182"/>
                  </a:lnTo>
                  <a:lnTo>
                    <a:pt x="127000" y="0"/>
                  </a:lnTo>
                  <a:lnTo>
                    <a:pt x="125412" y="0"/>
                  </a:lnTo>
                  <a:lnTo>
                    <a:pt x="114300" y="0"/>
                  </a:lnTo>
                  <a:lnTo>
                    <a:pt x="84137" y="0"/>
                  </a:lnTo>
                  <a:lnTo>
                    <a:pt x="25400" y="0"/>
                  </a:lnTo>
                  <a:close/>
                </a:path>
              </a:pathLst>
            </a:custGeom>
            <a:ln w="7619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0" name="object 760"/>
            <p:cNvSpPr/>
            <p:nvPr/>
          </p:nvSpPr>
          <p:spPr>
            <a:xfrm>
              <a:off x="4171950" y="3564889"/>
              <a:ext cx="152400" cy="153670"/>
            </a:xfrm>
            <a:custGeom>
              <a:avLst/>
              <a:gdLst/>
              <a:ahLst/>
              <a:cxnLst/>
              <a:rect l="l" t="t" r="r" b="b"/>
              <a:pathLst>
                <a:path w="152400" h="153670">
                  <a:moveTo>
                    <a:pt x="127000" y="0"/>
                  </a:moveTo>
                  <a:lnTo>
                    <a:pt x="25400" y="0"/>
                  </a:ln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128270"/>
                  </a:lnTo>
                  <a:lnTo>
                    <a:pt x="2182" y="137596"/>
                  </a:lnTo>
                  <a:lnTo>
                    <a:pt x="7937" y="145732"/>
                  </a:lnTo>
                  <a:lnTo>
                    <a:pt x="16073" y="151487"/>
                  </a:lnTo>
                  <a:lnTo>
                    <a:pt x="25400" y="153670"/>
                  </a:lnTo>
                  <a:lnTo>
                    <a:pt x="127000" y="153670"/>
                  </a:lnTo>
                  <a:lnTo>
                    <a:pt x="135790" y="151487"/>
                  </a:lnTo>
                  <a:lnTo>
                    <a:pt x="143986" y="145732"/>
                  </a:lnTo>
                  <a:lnTo>
                    <a:pt x="150038" y="137596"/>
                  </a:lnTo>
                  <a:lnTo>
                    <a:pt x="152400" y="128270"/>
                  </a:lnTo>
                  <a:lnTo>
                    <a:pt x="152400" y="25400"/>
                  </a:lnTo>
                  <a:lnTo>
                    <a:pt x="150038" y="16073"/>
                  </a:lnTo>
                  <a:lnTo>
                    <a:pt x="143986" y="7937"/>
                  </a:lnTo>
                  <a:lnTo>
                    <a:pt x="135790" y="2182"/>
                  </a:lnTo>
                  <a:lnTo>
                    <a:pt x="127000" y="0"/>
                  </a:lnTo>
                  <a:close/>
                </a:path>
              </a:pathLst>
            </a:custGeom>
            <a:solidFill>
              <a:srgbClr val="FF9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1" name="object 761"/>
            <p:cNvSpPr/>
            <p:nvPr/>
          </p:nvSpPr>
          <p:spPr>
            <a:xfrm>
              <a:off x="4171950" y="3564889"/>
              <a:ext cx="152400" cy="153670"/>
            </a:xfrm>
            <a:custGeom>
              <a:avLst/>
              <a:gdLst/>
              <a:ahLst/>
              <a:cxnLst/>
              <a:rect l="l" t="t" r="r" b="b"/>
              <a:pathLst>
                <a:path w="152400" h="153670">
                  <a:moveTo>
                    <a:pt x="25400" y="0"/>
                  </a:move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27007"/>
                  </a:lnTo>
                  <a:lnTo>
                    <a:pt x="0" y="38258"/>
                  </a:lnTo>
                  <a:lnTo>
                    <a:pt x="0" y="68798"/>
                  </a:lnTo>
                  <a:lnTo>
                    <a:pt x="0" y="128270"/>
                  </a:lnTo>
                  <a:lnTo>
                    <a:pt x="2182" y="137596"/>
                  </a:lnTo>
                  <a:lnTo>
                    <a:pt x="7937" y="145732"/>
                  </a:lnTo>
                  <a:lnTo>
                    <a:pt x="16073" y="151487"/>
                  </a:lnTo>
                  <a:lnTo>
                    <a:pt x="25400" y="153670"/>
                  </a:lnTo>
                  <a:lnTo>
                    <a:pt x="26987" y="153670"/>
                  </a:lnTo>
                  <a:lnTo>
                    <a:pt x="38100" y="153670"/>
                  </a:lnTo>
                  <a:lnTo>
                    <a:pt x="68262" y="153670"/>
                  </a:lnTo>
                  <a:lnTo>
                    <a:pt x="127000" y="153670"/>
                  </a:lnTo>
                  <a:lnTo>
                    <a:pt x="135790" y="151487"/>
                  </a:lnTo>
                  <a:lnTo>
                    <a:pt x="143986" y="145732"/>
                  </a:lnTo>
                  <a:lnTo>
                    <a:pt x="150038" y="137596"/>
                  </a:lnTo>
                  <a:lnTo>
                    <a:pt x="152400" y="128270"/>
                  </a:lnTo>
                  <a:lnTo>
                    <a:pt x="152400" y="126662"/>
                  </a:lnTo>
                  <a:lnTo>
                    <a:pt x="152400" y="115411"/>
                  </a:lnTo>
                  <a:lnTo>
                    <a:pt x="152400" y="84871"/>
                  </a:lnTo>
                  <a:lnTo>
                    <a:pt x="152400" y="25400"/>
                  </a:lnTo>
                  <a:lnTo>
                    <a:pt x="150038" y="16073"/>
                  </a:lnTo>
                  <a:lnTo>
                    <a:pt x="143986" y="7937"/>
                  </a:lnTo>
                  <a:lnTo>
                    <a:pt x="135790" y="2182"/>
                  </a:lnTo>
                  <a:lnTo>
                    <a:pt x="127000" y="0"/>
                  </a:lnTo>
                  <a:lnTo>
                    <a:pt x="125412" y="0"/>
                  </a:lnTo>
                  <a:lnTo>
                    <a:pt x="114300" y="0"/>
                  </a:lnTo>
                  <a:lnTo>
                    <a:pt x="84137" y="0"/>
                  </a:lnTo>
                  <a:lnTo>
                    <a:pt x="25400" y="0"/>
                  </a:lnTo>
                  <a:close/>
                </a:path>
              </a:pathLst>
            </a:custGeom>
            <a:ln w="28393">
              <a:solidFill>
                <a:srgbClr val="FFCF8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2" name="object 762"/>
            <p:cNvSpPr/>
            <p:nvPr/>
          </p:nvSpPr>
          <p:spPr>
            <a:xfrm>
              <a:off x="4171950" y="3564889"/>
              <a:ext cx="152400" cy="153670"/>
            </a:xfrm>
            <a:custGeom>
              <a:avLst/>
              <a:gdLst/>
              <a:ahLst/>
              <a:cxnLst/>
              <a:rect l="l" t="t" r="r" b="b"/>
              <a:pathLst>
                <a:path w="152400" h="153670">
                  <a:moveTo>
                    <a:pt x="25400" y="0"/>
                  </a:move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27007"/>
                  </a:lnTo>
                  <a:lnTo>
                    <a:pt x="0" y="38258"/>
                  </a:lnTo>
                  <a:lnTo>
                    <a:pt x="0" y="68798"/>
                  </a:lnTo>
                  <a:lnTo>
                    <a:pt x="0" y="128270"/>
                  </a:lnTo>
                  <a:lnTo>
                    <a:pt x="2182" y="137596"/>
                  </a:lnTo>
                  <a:lnTo>
                    <a:pt x="7937" y="145732"/>
                  </a:lnTo>
                  <a:lnTo>
                    <a:pt x="16073" y="151487"/>
                  </a:lnTo>
                  <a:lnTo>
                    <a:pt x="25400" y="153670"/>
                  </a:lnTo>
                  <a:lnTo>
                    <a:pt x="26987" y="153670"/>
                  </a:lnTo>
                  <a:lnTo>
                    <a:pt x="38100" y="153670"/>
                  </a:lnTo>
                  <a:lnTo>
                    <a:pt x="68262" y="153670"/>
                  </a:lnTo>
                  <a:lnTo>
                    <a:pt x="127000" y="153670"/>
                  </a:lnTo>
                  <a:lnTo>
                    <a:pt x="135790" y="151487"/>
                  </a:lnTo>
                  <a:lnTo>
                    <a:pt x="143986" y="145732"/>
                  </a:lnTo>
                  <a:lnTo>
                    <a:pt x="150038" y="137596"/>
                  </a:lnTo>
                  <a:lnTo>
                    <a:pt x="152400" y="128270"/>
                  </a:lnTo>
                  <a:lnTo>
                    <a:pt x="152400" y="126662"/>
                  </a:lnTo>
                  <a:lnTo>
                    <a:pt x="152400" y="115411"/>
                  </a:lnTo>
                  <a:lnTo>
                    <a:pt x="152400" y="84871"/>
                  </a:lnTo>
                  <a:lnTo>
                    <a:pt x="152400" y="25400"/>
                  </a:lnTo>
                  <a:lnTo>
                    <a:pt x="150038" y="16073"/>
                  </a:lnTo>
                  <a:lnTo>
                    <a:pt x="143986" y="7937"/>
                  </a:lnTo>
                  <a:lnTo>
                    <a:pt x="135790" y="2182"/>
                  </a:lnTo>
                  <a:lnTo>
                    <a:pt x="127000" y="0"/>
                  </a:lnTo>
                  <a:lnTo>
                    <a:pt x="125412" y="0"/>
                  </a:lnTo>
                  <a:lnTo>
                    <a:pt x="114300" y="0"/>
                  </a:lnTo>
                  <a:lnTo>
                    <a:pt x="84137" y="0"/>
                  </a:lnTo>
                  <a:lnTo>
                    <a:pt x="25400" y="0"/>
                  </a:lnTo>
                  <a:close/>
                </a:path>
              </a:pathLst>
            </a:custGeom>
            <a:ln w="7619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3" name="object 763"/>
            <p:cNvSpPr/>
            <p:nvPr/>
          </p:nvSpPr>
          <p:spPr>
            <a:xfrm>
              <a:off x="3401060" y="3989070"/>
              <a:ext cx="152400" cy="151130"/>
            </a:xfrm>
            <a:custGeom>
              <a:avLst/>
              <a:gdLst/>
              <a:ahLst/>
              <a:cxnLst/>
              <a:rect l="l" t="t" r="r" b="b"/>
              <a:pathLst>
                <a:path w="152400" h="151129">
                  <a:moveTo>
                    <a:pt x="128269" y="0"/>
                  </a:moveTo>
                  <a:lnTo>
                    <a:pt x="25400" y="0"/>
                  </a:ln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399"/>
                  </a:lnTo>
                  <a:lnTo>
                    <a:pt x="0" y="125729"/>
                  </a:lnTo>
                  <a:lnTo>
                    <a:pt x="2182" y="135056"/>
                  </a:lnTo>
                  <a:lnTo>
                    <a:pt x="7937" y="143192"/>
                  </a:lnTo>
                  <a:lnTo>
                    <a:pt x="16073" y="148947"/>
                  </a:lnTo>
                  <a:lnTo>
                    <a:pt x="25400" y="151129"/>
                  </a:lnTo>
                  <a:lnTo>
                    <a:pt x="128269" y="151129"/>
                  </a:lnTo>
                  <a:lnTo>
                    <a:pt x="136862" y="148947"/>
                  </a:lnTo>
                  <a:lnTo>
                    <a:pt x="144621" y="143192"/>
                  </a:lnTo>
                  <a:lnTo>
                    <a:pt x="150237" y="135056"/>
                  </a:lnTo>
                  <a:lnTo>
                    <a:pt x="152400" y="125729"/>
                  </a:lnTo>
                  <a:lnTo>
                    <a:pt x="152400" y="25399"/>
                  </a:lnTo>
                  <a:lnTo>
                    <a:pt x="150237" y="16073"/>
                  </a:lnTo>
                  <a:lnTo>
                    <a:pt x="144621" y="7937"/>
                  </a:lnTo>
                  <a:lnTo>
                    <a:pt x="136862" y="2182"/>
                  </a:lnTo>
                  <a:lnTo>
                    <a:pt x="128269" y="0"/>
                  </a:lnTo>
                  <a:close/>
                </a:path>
              </a:pathLst>
            </a:custGeom>
            <a:solidFill>
              <a:srgbClr val="7C9A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" name="object 764"/>
            <p:cNvSpPr/>
            <p:nvPr/>
          </p:nvSpPr>
          <p:spPr>
            <a:xfrm>
              <a:off x="3401060" y="3989070"/>
              <a:ext cx="152400" cy="151130"/>
            </a:xfrm>
            <a:custGeom>
              <a:avLst/>
              <a:gdLst/>
              <a:ahLst/>
              <a:cxnLst/>
              <a:rect l="l" t="t" r="r" b="b"/>
              <a:pathLst>
                <a:path w="152400" h="151129">
                  <a:moveTo>
                    <a:pt x="25400" y="0"/>
                  </a:move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399"/>
                  </a:lnTo>
                  <a:lnTo>
                    <a:pt x="0" y="26967"/>
                  </a:lnTo>
                  <a:lnTo>
                    <a:pt x="0" y="37941"/>
                  </a:lnTo>
                  <a:lnTo>
                    <a:pt x="0" y="67726"/>
                  </a:lnTo>
                  <a:lnTo>
                    <a:pt x="0" y="125729"/>
                  </a:lnTo>
                  <a:lnTo>
                    <a:pt x="2182" y="135056"/>
                  </a:lnTo>
                  <a:lnTo>
                    <a:pt x="7937" y="143192"/>
                  </a:lnTo>
                  <a:lnTo>
                    <a:pt x="16073" y="148947"/>
                  </a:lnTo>
                  <a:lnTo>
                    <a:pt x="25400" y="151129"/>
                  </a:lnTo>
                  <a:lnTo>
                    <a:pt x="27007" y="151129"/>
                  </a:lnTo>
                  <a:lnTo>
                    <a:pt x="38258" y="151129"/>
                  </a:lnTo>
                  <a:lnTo>
                    <a:pt x="68798" y="151129"/>
                  </a:lnTo>
                  <a:lnTo>
                    <a:pt x="128269" y="151129"/>
                  </a:lnTo>
                  <a:lnTo>
                    <a:pt x="136862" y="148947"/>
                  </a:lnTo>
                  <a:lnTo>
                    <a:pt x="144621" y="143192"/>
                  </a:lnTo>
                  <a:lnTo>
                    <a:pt x="150237" y="135056"/>
                  </a:lnTo>
                  <a:lnTo>
                    <a:pt x="152400" y="125729"/>
                  </a:lnTo>
                  <a:lnTo>
                    <a:pt x="152400" y="124162"/>
                  </a:lnTo>
                  <a:lnTo>
                    <a:pt x="152400" y="113188"/>
                  </a:lnTo>
                  <a:lnTo>
                    <a:pt x="152400" y="83403"/>
                  </a:lnTo>
                  <a:lnTo>
                    <a:pt x="152400" y="25399"/>
                  </a:lnTo>
                  <a:lnTo>
                    <a:pt x="150237" y="16073"/>
                  </a:lnTo>
                  <a:lnTo>
                    <a:pt x="144621" y="7937"/>
                  </a:lnTo>
                  <a:lnTo>
                    <a:pt x="136862" y="2182"/>
                  </a:lnTo>
                  <a:lnTo>
                    <a:pt x="128269" y="0"/>
                  </a:lnTo>
                  <a:lnTo>
                    <a:pt x="126662" y="0"/>
                  </a:lnTo>
                  <a:lnTo>
                    <a:pt x="115411" y="0"/>
                  </a:lnTo>
                  <a:lnTo>
                    <a:pt x="84871" y="0"/>
                  </a:lnTo>
                  <a:lnTo>
                    <a:pt x="25400" y="0"/>
                  </a:lnTo>
                  <a:close/>
                </a:path>
              </a:pathLst>
            </a:custGeom>
            <a:ln w="28393">
              <a:solidFill>
                <a:srgbClr val="C9D5E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5" name="object 765"/>
            <p:cNvSpPr/>
            <p:nvPr/>
          </p:nvSpPr>
          <p:spPr>
            <a:xfrm>
              <a:off x="3401060" y="3987800"/>
              <a:ext cx="152400" cy="151130"/>
            </a:xfrm>
            <a:custGeom>
              <a:avLst/>
              <a:gdLst/>
              <a:ahLst/>
              <a:cxnLst/>
              <a:rect l="l" t="t" r="r" b="b"/>
              <a:pathLst>
                <a:path w="152400" h="151129">
                  <a:moveTo>
                    <a:pt x="25400" y="0"/>
                  </a:moveTo>
                  <a:lnTo>
                    <a:pt x="16073" y="2162"/>
                  </a:lnTo>
                  <a:lnTo>
                    <a:pt x="7937" y="7778"/>
                  </a:lnTo>
                  <a:lnTo>
                    <a:pt x="2182" y="15537"/>
                  </a:lnTo>
                  <a:lnTo>
                    <a:pt x="0" y="24130"/>
                  </a:lnTo>
                  <a:lnTo>
                    <a:pt x="0" y="25717"/>
                  </a:lnTo>
                  <a:lnTo>
                    <a:pt x="0" y="36830"/>
                  </a:lnTo>
                  <a:lnTo>
                    <a:pt x="0" y="66992"/>
                  </a:lnTo>
                  <a:lnTo>
                    <a:pt x="0" y="125730"/>
                  </a:lnTo>
                  <a:lnTo>
                    <a:pt x="2182" y="135056"/>
                  </a:lnTo>
                  <a:lnTo>
                    <a:pt x="7937" y="143192"/>
                  </a:lnTo>
                  <a:lnTo>
                    <a:pt x="16073" y="148947"/>
                  </a:lnTo>
                  <a:lnTo>
                    <a:pt x="25400" y="151130"/>
                  </a:lnTo>
                  <a:lnTo>
                    <a:pt x="27007" y="151130"/>
                  </a:lnTo>
                  <a:lnTo>
                    <a:pt x="38258" y="151130"/>
                  </a:lnTo>
                  <a:lnTo>
                    <a:pt x="68798" y="151130"/>
                  </a:lnTo>
                  <a:lnTo>
                    <a:pt x="128269" y="151130"/>
                  </a:lnTo>
                  <a:lnTo>
                    <a:pt x="136862" y="148947"/>
                  </a:lnTo>
                  <a:lnTo>
                    <a:pt x="144621" y="143192"/>
                  </a:lnTo>
                  <a:lnTo>
                    <a:pt x="150237" y="135056"/>
                  </a:lnTo>
                  <a:lnTo>
                    <a:pt x="152400" y="125730"/>
                  </a:lnTo>
                  <a:lnTo>
                    <a:pt x="152400" y="124142"/>
                  </a:lnTo>
                  <a:lnTo>
                    <a:pt x="152400" y="113030"/>
                  </a:lnTo>
                  <a:lnTo>
                    <a:pt x="152400" y="82867"/>
                  </a:lnTo>
                  <a:lnTo>
                    <a:pt x="152400" y="24130"/>
                  </a:lnTo>
                  <a:lnTo>
                    <a:pt x="150237" y="15537"/>
                  </a:lnTo>
                  <a:lnTo>
                    <a:pt x="144621" y="7778"/>
                  </a:lnTo>
                  <a:lnTo>
                    <a:pt x="136862" y="2162"/>
                  </a:lnTo>
                  <a:lnTo>
                    <a:pt x="128269" y="0"/>
                  </a:lnTo>
                  <a:lnTo>
                    <a:pt x="126662" y="0"/>
                  </a:lnTo>
                  <a:lnTo>
                    <a:pt x="115411" y="0"/>
                  </a:lnTo>
                  <a:lnTo>
                    <a:pt x="84871" y="0"/>
                  </a:lnTo>
                  <a:lnTo>
                    <a:pt x="25400" y="0"/>
                  </a:lnTo>
                  <a:close/>
                </a:path>
              </a:pathLst>
            </a:custGeom>
            <a:ln w="7619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66" name="object 76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438400" y="3013709"/>
              <a:ext cx="873760" cy="1151889"/>
            </a:xfrm>
            <a:prstGeom prst="rect">
              <a:avLst/>
            </a:prstGeom>
          </p:spPr>
        </p:pic>
        <p:pic>
          <p:nvPicPr>
            <p:cNvPr id="767" name="object 76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429000" y="3028950"/>
              <a:ext cx="873760" cy="1151889"/>
            </a:xfrm>
            <a:prstGeom prst="rect">
              <a:avLst/>
            </a:prstGeom>
          </p:spPr>
        </p:pic>
        <p:sp>
          <p:nvSpPr>
            <p:cNvPr id="768" name="object 768"/>
            <p:cNvSpPr/>
            <p:nvPr/>
          </p:nvSpPr>
          <p:spPr>
            <a:xfrm>
              <a:off x="2787650" y="2362200"/>
              <a:ext cx="1676400" cy="609600"/>
            </a:xfrm>
            <a:custGeom>
              <a:avLst/>
              <a:gdLst/>
              <a:ahLst/>
              <a:cxnLst/>
              <a:rect l="l" t="t" r="r" b="b"/>
              <a:pathLst>
                <a:path w="1676400" h="609600">
                  <a:moveTo>
                    <a:pt x="1643379" y="0"/>
                  </a:moveTo>
                  <a:lnTo>
                    <a:pt x="31750" y="0"/>
                  </a:lnTo>
                  <a:lnTo>
                    <a:pt x="19823" y="2817"/>
                  </a:lnTo>
                  <a:lnTo>
                    <a:pt x="9683" y="10160"/>
                  </a:lnTo>
                  <a:lnTo>
                    <a:pt x="2639" y="20359"/>
                  </a:lnTo>
                  <a:lnTo>
                    <a:pt x="0" y="31750"/>
                  </a:lnTo>
                  <a:lnTo>
                    <a:pt x="0" y="576579"/>
                  </a:lnTo>
                  <a:lnTo>
                    <a:pt x="2639" y="588704"/>
                  </a:lnTo>
                  <a:lnTo>
                    <a:pt x="9683" y="599281"/>
                  </a:lnTo>
                  <a:lnTo>
                    <a:pt x="19823" y="606762"/>
                  </a:lnTo>
                  <a:lnTo>
                    <a:pt x="31750" y="609600"/>
                  </a:lnTo>
                  <a:lnTo>
                    <a:pt x="1643379" y="609600"/>
                  </a:lnTo>
                  <a:lnTo>
                    <a:pt x="1655504" y="606762"/>
                  </a:lnTo>
                  <a:lnTo>
                    <a:pt x="1666081" y="599281"/>
                  </a:lnTo>
                  <a:lnTo>
                    <a:pt x="1673562" y="588704"/>
                  </a:lnTo>
                  <a:lnTo>
                    <a:pt x="1676400" y="576579"/>
                  </a:lnTo>
                  <a:lnTo>
                    <a:pt x="1676400" y="31750"/>
                  </a:lnTo>
                  <a:lnTo>
                    <a:pt x="1673562" y="20359"/>
                  </a:lnTo>
                  <a:lnTo>
                    <a:pt x="1666081" y="10159"/>
                  </a:lnTo>
                  <a:lnTo>
                    <a:pt x="1655504" y="2817"/>
                  </a:lnTo>
                  <a:lnTo>
                    <a:pt x="1643379" y="0"/>
                  </a:lnTo>
                  <a:close/>
                </a:path>
              </a:pathLst>
            </a:custGeom>
            <a:solidFill>
              <a:srgbClr val="7C9A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9" name="object 769"/>
            <p:cNvSpPr/>
            <p:nvPr/>
          </p:nvSpPr>
          <p:spPr>
            <a:xfrm>
              <a:off x="2787650" y="2362200"/>
              <a:ext cx="1676400" cy="609600"/>
            </a:xfrm>
            <a:custGeom>
              <a:avLst/>
              <a:gdLst/>
              <a:ahLst/>
              <a:cxnLst/>
              <a:rect l="l" t="t" r="r" b="b"/>
              <a:pathLst>
                <a:path w="1676400" h="609600">
                  <a:moveTo>
                    <a:pt x="31750" y="0"/>
                  </a:moveTo>
                  <a:lnTo>
                    <a:pt x="19823" y="2817"/>
                  </a:lnTo>
                  <a:lnTo>
                    <a:pt x="9683" y="10160"/>
                  </a:lnTo>
                  <a:lnTo>
                    <a:pt x="2639" y="20359"/>
                  </a:lnTo>
                  <a:lnTo>
                    <a:pt x="0" y="31750"/>
                  </a:lnTo>
                  <a:lnTo>
                    <a:pt x="0" y="40262"/>
                  </a:lnTo>
                  <a:lnTo>
                    <a:pt x="0" y="99853"/>
                  </a:lnTo>
                  <a:lnTo>
                    <a:pt x="0" y="261600"/>
                  </a:lnTo>
                  <a:lnTo>
                    <a:pt x="0" y="576579"/>
                  </a:lnTo>
                  <a:lnTo>
                    <a:pt x="2639" y="588704"/>
                  </a:lnTo>
                  <a:lnTo>
                    <a:pt x="9683" y="599281"/>
                  </a:lnTo>
                  <a:lnTo>
                    <a:pt x="19823" y="606762"/>
                  </a:lnTo>
                  <a:lnTo>
                    <a:pt x="31750" y="609600"/>
                  </a:lnTo>
                  <a:lnTo>
                    <a:pt x="56931" y="609600"/>
                  </a:lnTo>
                  <a:lnTo>
                    <a:pt x="233203" y="609600"/>
                  </a:lnTo>
                  <a:lnTo>
                    <a:pt x="711656" y="609600"/>
                  </a:lnTo>
                  <a:lnTo>
                    <a:pt x="1643379" y="609600"/>
                  </a:lnTo>
                  <a:lnTo>
                    <a:pt x="1655504" y="606762"/>
                  </a:lnTo>
                  <a:lnTo>
                    <a:pt x="1666081" y="599281"/>
                  </a:lnTo>
                  <a:lnTo>
                    <a:pt x="1673562" y="588704"/>
                  </a:lnTo>
                  <a:lnTo>
                    <a:pt x="1676400" y="576579"/>
                  </a:lnTo>
                  <a:lnTo>
                    <a:pt x="1676400" y="568067"/>
                  </a:lnTo>
                  <a:lnTo>
                    <a:pt x="1676400" y="508476"/>
                  </a:lnTo>
                  <a:lnTo>
                    <a:pt x="1676400" y="346729"/>
                  </a:lnTo>
                  <a:lnTo>
                    <a:pt x="1676400" y="31750"/>
                  </a:lnTo>
                  <a:lnTo>
                    <a:pt x="1673562" y="20359"/>
                  </a:lnTo>
                  <a:lnTo>
                    <a:pt x="1666081" y="10159"/>
                  </a:lnTo>
                  <a:lnTo>
                    <a:pt x="1655504" y="2817"/>
                  </a:lnTo>
                  <a:lnTo>
                    <a:pt x="1643379" y="0"/>
                  </a:lnTo>
                  <a:lnTo>
                    <a:pt x="1618198" y="0"/>
                  </a:lnTo>
                  <a:lnTo>
                    <a:pt x="1441926" y="0"/>
                  </a:lnTo>
                  <a:lnTo>
                    <a:pt x="963473" y="0"/>
                  </a:lnTo>
                  <a:lnTo>
                    <a:pt x="31750" y="0"/>
                  </a:lnTo>
                  <a:close/>
                </a:path>
              </a:pathLst>
            </a:custGeom>
            <a:ln w="2839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70" name="object 770"/>
          <p:cNvGrpSpPr/>
          <p:nvPr/>
        </p:nvGrpSpPr>
        <p:grpSpPr>
          <a:xfrm>
            <a:off x="4532629" y="2347912"/>
            <a:ext cx="4092575" cy="2619375"/>
            <a:chOff x="4532629" y="2347912"/>
            <a:chExt cx="4092575" cy="2619375"/>
          </a:xfrm>
        </p:grpSpPr>
        <p:sp>
          <p:nvSpPr>
            <p:cNvPr id="771" name="object 771"/>
            <p:cNvSpPr/>
            <p:nvPr/>
          </p:nvSpPr>
          <p:spPr>
            <a:xfrm>
              <a:off x="4952999" y="3048000"/>
              <a:ext cx="3657600" cy="1905000"/>
            </a:xfrm>
            <a:custGeom>
              <a:avLst/>
              <a:gdLst/>
              <a:ahLst/>
              <a:cxnLst/>
              <a:rect l="l" t="t" r="r" b="b"/>
              <a:pathLst>
                <a:path w="3657600" h="1905000">
                  <a:moveTo>
                    <a:pt x="97789" y="0"/>
                  </a:moveTo>
                  <a:lnTo>
                    <a:pt x="61614" y="8314"/>
                  </a:lnTo>
                  <a:lnTo>
                    <a:pt x="30321" y="30321"/>
                  </a:lnTo>
                  <a:lnTo>
                    <a:pt x="8314" y="61614"/>
                  </a:lnTo>
                  <a:lnTo>
                    <a:pt x="0" y="97789"/>
                  </a:lnTo>
                  <a:lnTo>
                    <a:pt x="0" y="124499"/>
                  </a:lnTo>
                  <a:lnTo>
                    <a:pt x="0" y="311467"/>
                  </a:lnTo>
                  <a:lnTo>
                    <a:pt x="0" y="818951"/>
                  </a:lnTo>
                  <a:lnTo>
                    <a:pt x="0" y="1807210"/>
                  </a:lnTo>
                  <a:lnTo>
                    <a:pt x="8314" y="1842849"/>
                  </a:lnTo>
                  <a:lnTo>
                    <a:pt x="30321" y="1874202"/>
                  </a:lnTo>
                  <a:lnTo>
                    <a:pt x="61614" y="1896506"/>
                  </a:lnTo>
                  <a:lnTo>
                    <a:pt x="97789" y="1905000"/>
                  </a:lnTo>
                  <a:lnTo>
                    <a:pt x="151884" y="1905000"/>
                  </a:lnTo>
                  <a:lnTo>
                    <a:pt x="530542" y="1905000"/>
                  </a:lnTo>
                  <a:lnTo>
                    <a:pt x="1558329" y="1905000"/>
                  </a:lnTo>
                  <a:lnTo>
                    <a:pt x="3559809" y="1905000"/>
                  </a:lnTo>
                  <a:lnTo>
                    <a:pt x="3595449" y="1896506"/>
                  </a:lnTo>
                  <a:lnTo>
                    <a:pt x="3626802" y="1874202"/>
                  </a:lnTo>
                  <a:lnTo>
                    <a:pt x="3649106" y="1842849"/>
                  </a:lnTo>
                  <a:lnTo>
                    <a:pt x="3657600" y="1807210"/>
                  </a:lnTo>
                  <a:lnTo>
                    <a:pt x="3657600" y="1780500"/>
                  </a:lnTo>
                  <a:lnTo>
                    <a:pt x="3657600" y="1593532"/>
                  </a:lnTo>
                  <a:lnTo>
                    <a:pt x="3657600" y="1086048"/>
                  </a:lnTo>
                  <a:lnTo>
                    <a:pt x="3657600" y="97789"/>
                  </a:lnTo>
                  <a:lnTo>
                    <a:pt x="3649106" y="61614"/>
                  </a:lnTo>
                  <a:lnTo>
                    <a:pt x="3626802" y="30321"/>
                  </a:lnTo>
                  <a:lnTo>
                    <a:pt x="3595449" y="8314"/>
                  </a:lnTo>
                  <a:lnTo>
                    <a:pt x="3559809" y="0"/>
                  </a:lnTo>
                  <a:lnTo>
                    <a:pt x="3505715" y="0"/>
                  </a:lnTo>
                  <a:lnTo>
                    <a:pt x="3127057" y="0"/>
                  </a:lnTo>
                  <a:lnTo>
                    <a:pt x="2099270" y="0"/>
                  </a:lnTo>
                  <a:lnTo>
                    <a:pt x="97789" y="0"/>
                  </a:lnTo>
                  <a:close/>
                </a:path>
              </a:pathLst>
            </a:custGeom>
            <a:ln w="2839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2" name="object 772"/>
            <p:cNvSpPr/>
            <p:nvPr/>
          </p:nvSpPr>
          <p:spPr>
            <a:xfrm>
              <a:off x="5160009" y="3563619"/>
              <a:ext cx="153670" cy="151130"/>
            </a:xfrm>
            <a:custGeom>
              <a:avLst/>
              <a:gdLst/>
              <a:ahLst/>
              <a:cxnLst/>
              <a:rect l="l" t="t" r="r" b="b"/>
              <a:pathLst>
                <a:path w="153670" h="151129">
                  <a:moveTo>
                    <a:pt x="128269" y="0"/>
                  </a:moveTo>
                  <a:lnTo>
                    <a:pt x="25400" y="0"/>
                  </a:ln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125729"/>
                  </a:lnTo>
                  <a:lnTo>
                    <a:pt x="2182" y="135056"/>
                  </a:lnTo>
                  <a:lnTo>
                    <a:pt x="7937" y="143192"/>
                  </a:lnTo>
                  <a:lnTo>
                    <a:pt x="16073" y="148947"/>
                  </a:lnTo>
                  <a:lnTo>
                    <a:pt x="25400" y="151129"/>
                  </a:lnTo>
                  <a:lnTo>
                    <a:pt x="128269" y="151129"/>
                  </a:lnTo>
                  <a:lnTo>
                    <a:pt x="137596" y="148947"/>
                  </a:lnTo>
                  <a:lnTo>
                    <a:pt x="145732" y="143192"/>
                  </a:lnTo>
                  <a:lnTo>
                    <a:pt x="151487" y="135056"/>
                  </a:lnTo>
                  <a:lnTo>
                    <a:pt x="153669" y="125729"/>
                  </a:lnTo>
                  <a:lnTo>
                    <a:pt x="153669" y="25400"/>
                  </a:lnTo>
                  <a:lnTo>
                    <a:pt x="151487" y="16073"/>
                  </a:lnTo>
                  <a:lnTo>
                    <a:pt x="145732" y="7937"/>
                  </a:lnTo>
                  <a:lnTo>
                    <a:pt x="137596" y="2182"/>
                  </a:lnTo>
                  <a:lnTo>
                    <a:pt x="128269" y="0"/>
                  </a:lnTo>
                  <a:close/>
                </a:path>
              </a:pathLst>
            </a:custGeom>
            <a:solidFill>
              <a:srgbClr val="7C9A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3" name="object 773"/>
            <p:cNvSpPr/>
            <p:nvPr/>
          </p:nvSpPr>
          <p:spPr>
            <a:xfrm>
              <a:off x="5160009" y="3563619"/>
              <a:ext cx="153670" cy="151130"/>
            </a:xfrm>
            <a:custGeom>
              <a:avLst/>
              <a:gdLst/>
              <a:ahLst/>
              <a:cxnLst/>
              <a:rect l="l" t="t" r="r" b="b"/>
              <a:pathLst>
                <a:path w="153670" h="151129">
                  <a:moveTo>
                    <a:pt x="25400" y="0"/>
                  </a:move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26967"/>
                  </a:lnTo>
                  <a:lnTo>
                    <a:pt x="0" y="37941"/>
                  </a:lnTo>
                  <a:lnTo>
                    <a:pt x="0" y="67726"/>
                  </a:lnTo>
                  <a:lnTo>
                    <a:pt x="0" y="125729"/>
                  </a:lnTo>
                  <a:lnTo>
                    <a:pt x="2182" y="135056"/>
                  </a:lnTo>
                  <a:lnTo>
                    <a:pt x="7937" y="143192"/>
                  </a:lnTo>
                  <a:lnTo>
                    <a:pt x="16073" y="148947"/>
                  </a:lnTo>
                  <a:lnTo>
                    <a:pt x="25400" y="151129"/>
                  </a:lnTo>
                  <a:lnTo>
                    <a:pt x="27007" y="151129"/>
                  </a:lnTo>
                  <a:lnTo>
                    <a:pt x="38258" y="151129"/>
                  </a:lnTo>
                  <a:lnTo>
                    <a:pt x="68798" y="151129"/>
                  </a:lnTo>
                  <a:lnTo>
                    <a:pt x="128269" y="151129"/>
                  </a:lnTo>
                  <a:lnTo>
                    <a:pt x="137596" y="148947"/>
                  </a:lnTo>
                  <a:lnTo>
                    <a:pt x="145732" y="143192"/>
                  </a:lnTo>
                  <a:lnTo>
                    <a:pt x="151487" y="135056"/>
                  </a:lnTo>
                  <a:lnTo>
                    <a:pt x="153669" y="125729"/>
                  </a:lnTo>
                  <a:lnTo>
                    <a:pt x="153669" y="124162"/>
                  </a:lnTo>
                  <a:lnTo>
                    <a:pt x="153669" y="113188"/>
                  </a:lnTo>
                  <a:lnTo>
                    <a:pt x="153669" y="83403"/>
                  </a:lnTo>
                  <a:lnTo>
                    <a:pt x="153669" y="25400"/>
                  </a:lnTo>
                  <a:lnTo>
                    <a:pt x="151487" y="16073"/>
                  </a:lnTo>
                  <a:lnTo>
                    <a:pt x="145732" y="7937"/>
                  </a:lnTo>
                  <a:lnTo>
                    <a:pt x="137596" y="2182"/>
                  </a:lnTo>
                  <a:lnTo>
                    <a:pt x="128269" y="0"/>
                  </a:lnTo>
                  <a:lnTo>
                    <a:pt x="126662" y="0"/>
                  </a:lnTo>
                  <a:lnTo>
                    <a:pt x="115411" y="0"/>
                  </a:lnTo>
                  <a:lnTo>
                    <a:pt x="84871" y="0"/>
                  </a:lnTo>
                  <a:lnTo>
                    <a:pt x="25400" y="0"/>
                  </a:lnTo>
                  <a:close/>
                </a:path>
              </a:pathLst>
            </a:custGeom>
            <a:ln w="28393">
              <a:solidFill>
                <a:srgbClr val="C9D5E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4" name="object 774"/>
            <p:cNvSpPr/>
            <p:nvPr/>
          </p:nvSpPr>
          <p:spPr>
            <a:xfrm>
              <a:off x="5160009" y="3562350"/>
              <a:ext cx="153670" cy="151130"/>
            </a:xfrm>
            <a:custGeom>
              <a:avLst/>
              <a:gdLst/>
              <a:ahLst/>
              <a:cxnLst/>
              <a:rect l="l" t="t" r="r" b="b"/>
              <a:pathLst>
                <a:path w="153670" h="151129">
                  <a:moveTo>
                    <a:pt x="25400" y="0"/>
                  </a:moveTo>
                  <a:lnTo>
                    <a:pt x="16073" y="2162"/>
                  </a:lnTo>
                  <a:lnTo>
                    <a:pt x="7937" y="7778"/>
                  </a:lnTo>
                  <a:lnTo>
                    <a:pt x="2182" y="15537"/>
                  </a:lnTo>
                  <a:lnTo>
                    <a:pt x="0" y="24129"/>
                  </a:lnTo>
                  <a:lnTo>
                    <a:pt x="0" y="25717"/>
                  </a:lnTo>
                  <a:lnTo>
                    <a:pt x="0" y="36829"/>
                  </a:lnTo>
                  <a:lnTo>
                    <a:pt x="0" y="66992"/>
                  </a:lnTo>
                  <a:lnTo>
                    <a:pt x="0" y="125730"/>
                  </a:lnTo>
                  <a:lnTo>
                    <a:pt x="2182" y="135056"/>
                  </a:lnTo>
                  <a:lnTo>
                    <a:pt x="7937" y="143192"/>
                  </a:lnTo>
                  <a:lnTo>
                    <a:pt x="16073" y="148947"/>
                  </a:lnTo>
                  <a:lnTo>
                    <a:pt x="25400" y="151130"/>
                  </a:lnTo>
                  <a:lnTo>
                    <a:pt x="27007" y="151130"/>
                  </a:lnTo>
                  <a:lnTo>
                    <a:pt x="38258" y="151130"/>
                  </a:lnTo>
                  <a:lnTo>
                    <a:pt x="68798" y="151130"/>
                  </a:lnTo>
                  <a:lnTo>
                    <a:pt x="128269" y="151130"/>
                  </a:lnTo>
                  <a:lnTo>
                    <a:pt x="137596" y="148947"/>
                  </a:lnTo>
                  <a:lnTo>
                    <a:pt x="145732" y="143192"/>
                  </a:lnTo>
                  <a:lnTo>
                    <a:pt x="151487" y="135056"/>
                  </a:lnTo>
                  <a:lnTo>
                    <a:pt x="153669" y="125730"/>
                  </a:lnTo>
                  <a:lnTo>
                    <a:pt x="153669" y="124142"/>
                  </a:lnTo>
                  <a:lnTo>
                    <a:pt x="153669" y="113030"/>
                  </a:lnTo>
                  <a:lnTo>
                    <a:pt x="153669" y="82867"/>
                  </a:lnTo>
                  <a:lnTo>
                    <a:pt x="153669" y="24129"/>
                  </a:lnTo>
                  <a:lnTo>
                    <a:pt x="151487" y="15537"/>
                  </a:lnTo>
                  <a:lnTo>
                    <a:pt x="145732" y="7778"/>
                  </a:lnTo>
                  <a:lnTo>
                    <a:pt x="137596" y="2162"/>
                  </a:lnTo>
                  <a:lnTo>
                    <a:pt x="128269" y="0"/>
                  </a:lnTo>
                  <a:lnTo>
                    <a:pt x="126662" y="0"/>
                  </a:lnTo>
                  <a:lnTo>
                    <a:pt x="115411" y="0"/>
                  </a:lnTo>
                  <a:lnTo>
                    <a:pt x="84871" y="0"/>
                  </a:lnTo>
                  <a:lnTo>
                    <a:pt x="25400" y="0"/>
                  </a:lnTo>
                  <a:close/>
                </a:path>
              </a:pathLst>
            </a:custGeom>
            <a:ln w="7619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5" name="object 775"/>
            <p:cNvSpPr/>
            <p:nvPr/>
          </p:nvSpPr>
          <p:spPr>
            <a:xfrm>
              <a:off x="5340349" y="3992879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127000" y="0"/>
                  </a:moveTo>
                  <a:lnTo>
                    <a:pt x="25400" y="0"/>
                  </a:lnTo>
                  <a:lnTo>
                    <a:pt x="16073" y="2162"/>
                  </a:lnTo>
                  <a:lnTo>
                    <a:pt x="7937" y="7778"/>
                  </a:lnTo>
                  <a:lnTo>
                    <a:pt x="2182" y="15537"/>
                  </a:lnTo>
                  <a:lnTo>
                    <a:pt x="0" y="24130"/>
                  </a:lnTo>
                  <a:lnTo>
                    <a:pt x="0" y="127000"/>
                  </a:lnTo>
                  <a:lnTo>
                    <a:pt x="2182" y="136326"/>
                  </a:lnTo>
                  <a:lnTo>
                    <a:pt x="7937" y="144462"/>
                  </a:lnTo>
                  <a:lnTo>
                    <a:pt x="16073" y="150217"/>
                  </a:lnTo>
                  <a:lnTo>
                    <a:pt x="25400" y="152400"/>
                  </a:lnTo>
                  <a:lnTo>
                    <a:pt x="127000" y="152400"/>
                  </a:lnTo>
                  <a:lnTo>
                    <a:pt x="136326" y="150217"/>
                  </a:lnTo>
                  <a:lnTo>
                    <a:pt x="144462" y="144462"/>
                  </a:lnTo>
                  <a:lnTo>
                    <a:pt x="150217" y="136326"/>
                  </a:lnTo>
                  <a:lnTo>
                    <a:pt x="152400" y="127000"/>
                  </a:lnTo>
                  <a:lnTo>
                    <a:pt x="152400" y="24130"/>
                  </a:lnTo>
                  <a:lnTo>
                    <a:pt x="150217" y="15537"/>
                  </a:lnTo>
                  <a:lnTo>
                    <a:pt x="144462" y="7778"/>
                  </a:lnTo>
                  <a:lnTo>
                    <a:pt x="136326" y="2162"/>
                  </a:lnTo>
                  <a:lnTo>
                    <a:pt x="127000" y="0"/>
                  </a:lnTo>
                  <a:close/>
                </a:path>
              </a:pathLst>
            </a:custGeom>
            <a:solidFill>
              <a:srgbClr val="FF9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6" name="object 776"/>
            <p:cNvSpPr/>
            <p:nvPr/>
          </p:nvSpPr>
          <p:spPr>
            <a:xfrm>
              <a:off x="5340349" y="3992879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25400" y="0"/>
                  </a:moveTo>
                  <a:lnTo>
                    <a:pt x="16073" y="2162"/>
                  </a:lnTo>
                  <a:lnTo>
                    <a:pt x="7937" y="7778"/>
                  </a:lnTo>
                  <a:lnTo>
                    <a:pt x="2182" y="15537"/>
                  </a:lnTo>
                  <a:lnTo>
                    <a:pt x="0" y="24130"/>
                  </a:lnTo>
                  <a:lnTo>
                    <a:pt x="0" y="25737"/>
                  </a:lnTo>
                  <a:lnTo>
                    <a:pt x="0" y="36988"/>
                  </a:lnTo>
                  <a:lnTo>
                    <a:pt x="0" y="67528"/>
                  </a:lnTo>
                  <a:lnTo>
                    <a:pt x="0" y="127000"/>
                  </a:lnTo>
                  <a:lnTo>
                    <a:pt x="2182" y="136326"/>
                  </a:lnTo>
                  <a:lnTo>
                    <a:pt x="7937" y="144462"/>
                  </a:lnTo>
                  <a:lnTo>
                    <a:pt x="16073" y="150217"/>
                  </a:lnTo>
                  <a:lnTo>
                    <a:pt x="25400" y="152400"/>
                  </a:lnTo>
                  <a:lnTo>
                    <a:pt x="26987" y="152400"/>
                  </a:lnTo>
                  <a:lnTo>
                    <a:pt x="38100" y="152400"/>
                  </a:lnTo>
                  <a:lnTo>
                    <a:pt x="68262" y="152400"/>
                  </a:lnTo>
                  <a:lnTo>
                    <a:pt x="127000" y="152400"/>
                  </a:lnTo>
                  <a:lnTo>
                    <a:pt x="136326" y="150217"/>
                  </a:lnTo>
                  <a:lnTo>
                    <a:pt x="144462" y="144462"/>
                  </a:lnTo>
                  <a:lnTo>
                    <a:pt x="150217" y="136326"/>
                  </a:lnTo>
                  <a:lnTo>
                    <a:pt x="152400" y="127000"/>
                  </a:lnTo>
                  <a:lnTo>
                    <a:pt x="152400" y="125392"/>
                  </a:lnTo>
                  <a:lnTo>
                    <a:pt x="152400" y="114141"/>
                  </a:lnTo>
                  <a:lnTo>
                    <a:pt x="152400" y="83601"/>
                  </a:lnTo>
                  <a:lnTo>
                    <a:pt x="152400" y="24130"/>
                  </a:lnTo>
                  <a:lnTo>
                    <a:pt x="150217" y="15537"/>
                  </a:lnTo>
                  <a:lnTo>
                    <a:pt x="144462" y="7778"/>
                  </a:lnTo>
                  <a:lnTo>
                    <a:pt x="136326" y="2162"/>
                  </a:lnTo>
                  <a:lnTo>
                    <a:pt x="127000" y="0"/>
                  </a:lnTo>
                  <a:lnTo>
                    <a:pt x="125412" y="0"/>
                  </a:lnTo>
                  <a:lnTo>
                    <a:pt x="114300" y="0"/>
                  </a:lnTo>
                  <a:lnTo>
                    <a:pt x="84137" y="0"/>
                  </a:lnTo>
                  <a:lnTo>
                    <a:pt x="25400" y="0"/>
                  </a:lnTo>
                  <a:close/>
                </a:path>
              </a:pathLst>
            </a:custGeom>
            <a:ln w="28393">
              <a:solidFill>
                <a:srgbClr val="FFCF8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7" name="object 777"/>
            <p:cNvSpPr/>
            <p:nvPr/>
          </p:nvSpPr>
          <p:spPr>
            <a:xfrm>
              <a:off x="5340349" y="3992879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25400" y="0"/>
                  </a:moveTo>
                  <a:lnTo>
                    <a:pt x="16073" y="2162"/>
                  </a:lnTo>
                  <a:lnTo>
                    <a:pt x="7937" y="7778"/>
                  </a:lnTo>
                  <a:lnTo>
                    <a:pt x="2182" y="15537"/>
                  </a:lnTo>
                  <a:lnTo>
                    <a:pt x="0" y="24130"/>
                  </a:lnTo>
                  <a:lnTo>
                    <a:pt x="0" y="25737"/>
                  </a:lnTo>
                  <a:lnTo>
                    <a:pt x="0" y="36988"/>
                  </a:lnTo>
                  <a:lnTo>
                    <a:pt x="0" y="67528"/>
                  </a:lnTo>
                  <a:lnTo>
                    <a:pt x="0" y="127000"/>
                  </a:lnTo>
                  <a:lnTo>
                    <a:pt x="2182" y="136326"/>
                  </a:lnTo>
                  <a:lnTo>
                    <a:pt x="7937" y="144462"/>
                  </a:lnTo>
                  <a:lnTo>
                    <a:pt x="16073" y="150217"/>
                  </a:lnTo>
                  <a:lnTo>
                    <a:pt x="25400" y="152400"/>
                  </a:lnTo>
                  <a:lnTo>
                    <a:pt x="26987" y="152400"/>
                  </a:lnTo>
                  <a:lnTo>
                    <a:pt x="38100" y="152400"/>
                  </a:lnTo>
                  <a:lnTo>
                    <a:pt x="68262" y="152400"/>
                  </a:lnTo>
                  <a:lnTo>
                    <a:pt x="127000" y="152400"/>
                  </a:lnTo>
                  <a:lnTo>
                    <a:pt x="136326" y="150217"/>
                  </a:lnTo>
                  <a:lnTo>
                    <a:pt x="144462" y="144462"/>
                  </a:lnTo>
                  <a:lnTo>
                    <a:pt x="150217" y="136326"/>
                  </a:lnTo>
                  <a:lnTo>
                    <a:pt x="152400" y="127000"/>
                  </a:lnTo>
                  <a:lnTo>
                    <a:pt x="152400" y="125392"/>
                  </a:lnTo>
                  <a:lnTo>
                    <a:pt x="152400" y="114141"/>
                  </a:lnTo>
                  <a:lnTo>
                    <a:pt x="152400" y="83601"/>
                  </a:lnTo>
                  <a:lnTo>
                    <a:pt x="152400" y="24130"/>
                  </a:lnTo>
                  <a:lnTo>
                    <a:pt x="150217" y="15537"/>
                  </a:lnTo>
                  <a:lnTo>
                    <a:pt x="144462" y="7778"/>
                  </a:lnTo>
                  <a:lnTo>
                    <a:pt x="136326" y="2162"/>
                  </a:lnTo>
                  <a:lnTo>
                    <a:pt x="127000" y="0"/>
                  </a:lnTo>
                  <a:lnTo>
                    <a:pt x="125412" y="0"/>
                  </a:lnTo>
                  <a:lnTo>
                    <a:pt x="114300" y="0"/>
                  </a:lnTo>
                  <a:lnTo>
                    <a:pt x="84137" y="0"/>
                  </a:lnTo>
                  <a:lnTo>
                    <a:pt x="25400" y="0"/>
                  </a:lnTo>
                  <a:close/>
                </a:path>
              </a:pathLst>
            </a:custGeom>
            <a:ln w="7619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8" name="object 778"/>
            <p:cNvSpPr/>
            <p:nvPr/>
          </p:nvSpPr>
          <p:spPr>
            <a:xfrm>
              <a:off x="4752339" y="3130550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127000" y="0"/>
                  </a:moveTo>
                  <a:lnTo>
                    <a:pt x="25400" y="0"/>
                  </a:ln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127000"/>
                  </a:lnTo>
                  <a:lnTo>
                    <a:pt x="2182" y="136326"/>
                  </a:lnTo>
                  <a:lnTo>
                    <a:pt x="7937" y="144462"/>
                  </a:lnTo>
                  <a:lnTo>
                    <a:pt x="16073" y="150217"/>
                  </a:lnTo>
                  <a:lnTo>
                    <a:pt x="25400" y="152400"/>
                  </a:lnTo>
                  <a:lnTo>
                    <a:pt x="127000" y="152400"/>
                  </a:lnTo>
                  <a:lnTo>
                    <a:pt x="136326" y="150217"/>
                  </a:lnTo>
                  <a:lnTo>
                    <a:pt x="144462" y="144462"/>
                  </a:lnTo>
                  <a:lnTo>
                    <a:pt x="150217" y="136326"/>
                  </a:lnTo>
                  <a:lnTo>
                    <a:pt x="152400" y="127000"/>
                  </a:lnTo>
                  <a:lnTo>
                    <a:pt x="152400" y="25400"/>
                  </a:lnTo>
                  <a:lnTo>
                    <a:pt x="150217" y="16073"/>
                  </a:lnTo>
                  <a:lnTo>
                    <a:pt x="144462" y="7937"/>
                  </a:lnTo>
                  <a:lnTo>
                    <a:pt x="136326" y="2182"/>
                  </a:lnTo>
                  <a:lnTo>
                    <a:pt x="127000" y="0"/>
                  </a:lnTo>
                  <a:close/>
                </a:path>
              </a:pathLst>
            </a:custGeom>
            <a:solidFill>
              <a:srgbClr val="FF9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9" name="object 779"/>
            <p:cNvSpPr/>
            <p:nvPr/>
          </p:nvSpPr>
          <p:spPr>
            <a:xfrm>
              <a:off x="4752339" y="3130550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25400" y="0"/>
                  </a:move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26987"/>
                  </a:lnTo>
                  <a:lnTo>
                    <a:pt x="0" y="38100"/>
                  </a:lnTo>
                  <a:lnTo>
                    <a:pt x="0" y="68262"/>
                  </a:lnTo>
                  <a:lnTo>
                    <a:pt x="0" y="127000"/>
                  </a:lnTo>
                  <a:lnTo>
                    <a:pt x="2182" y="136326"/>
                  </a:lnTo>
                  <a:lnTo>
                    <a:pt x="7937" y="144462"/>
                  </a:lnTo>
                  <a:lnTo>
                    <a:pt x="16073" y="150217"/>
                  </a:lnTo>
                  <a:lnTo>
                    <a:pt x="25400" y="152400"/>
                  </a:lnTo>
                  <a:lnTo>
                    <a:pt x="26987" y="152400"/>
                  </a:lnTo>
                  <a:lnTo>
                    <a:pt x="38100" y="152400"/>
                  </a:lnTo>
                  <a:lnTo>
                    <a:pt x="68262" y="152400"/>
                  </a:lnTo>
                  <a:lnTo>
                    <a:pt x="127000" y="152400"/>
                  </a:lnTo>
                  <a:lnTo>
                    <a:pt x="136326" y="150217"/>
                  </a:lnTo>
                  <a:lnTo>
                    <a:pt x="144462" y="144462"/>
                  </a:lnTo>
                  <a:lnTo>
                    <a:pt x="150217" y="136326"/>
                  </a:lnTo>
                  <a:lnTo>
                    <a:pt x="152400" y="127000"/>
                  </a:lnTo>
                  <a:lnTo>
                    <a:pt x="152400" y="125412"/>
                  </a:lnTo>
                  <a:lnTo>
                    <a:pt x="152400" y="114300"/>
                  </a:lnTo>
                  <a:lnTo>
                    <a:pt x="152400" y="84137"/>
                  </a:lnTo>
                  <a:lnTo>
                    <a:pt x="152400" y="25400"/>
                  </a:lnTo>
                  <a:lnTo>
                    <a:pt x="150217" y="16073"/>
                  </a:lnTo>
                  <a:lnTo>
                    <a:pt x="144462" y="7937"/>
                  </a:lnTo>
                  <a:lnTo>
                    <a:pt x="136326" y="2182"/>
                  </a:lnTo>
                  <a:lnTo>
                    <a:pt x="127000" y="0"/>
                  </a:lnTo>
                  <a:lnTo>
                    <a:pt x="125412" y="0"/>
                  </a:lnTo>
                  <a:lnTo>
                    <a:pt x="114300" y="0"/>
                  </a:lnTo>
                  <a:lnTo>
                    <a:pt x="84137" y="0"/>
                  </a:lnTo>
                  <a:lnTo>
                    <a:pt x="25400" y="0"/>
                  </a:lnTo>
                  <a:close/>
                </a:path>
              </a:pathLst>
            </a:custGeom>
            <a:ln w="28393">
              <a:solidFill>
                <a:srgbClr val="FFCF8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0" name="object 780"/>
            <p:cNvSpPr/>
            <p:nvPr/>
          </p:nvSpPr>
          <p:spPr>
            <a:xfrm>
              <a:off x="4752339" y="3130550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25400" y="0"/>
                  </a:move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26987"/>
                  </a:lnTo>
                  <a:lnTo>
                    <a:pt x="0" y="38100"/>
                  </a:lnTo>
                  <a:lnTo>
                    <a:pt x="0" y="68262"/>
                  </a:lnTo>
                  <a:lnTo>
                    <a:pt x="0" y="127000"/>
                  </a:lnTo>
                  <a:lnTo>
                    <a:pt x="2182" y="136326"/>
                  </a:lnTo>
                  <a:lnTo>
                    <a:pt x="7937" y="144462"/>
                  </a:lnTo>
                  <a:lnTo>
                    <a:pt x="16073" y="150217"/>
                  </a:lnTo>
                  <a:lnTo>
                    <a:pt x="25400" y="152400"/>
                  </a:lnTo>
                  <a:lnTo>
                    <a:pt x="26987" y="152400"/>
                  </a:lnTo>
                  <a:lnTo>
                    <a:pt x="38100" y="152400"/>
                  </a:lnTo>
                  <a:lnTo>
                    <a:pt x="68262" y="152400"/>
                  </a:lnTo>
                  <a:lnTo>
                    <a:pt x="127000" y="152400"/>
                  </a:lnTo>
                  <a:lnTo>
                    <a:pt x="136326" y="150217"/>
                  </a:lnTo>
                  <a:lnTo>
                    <a:pt x="144462" y="144462"/>
                  </a:lnTo>
                  <a:lnTo>
                    <a:pt x="150217" y="136326"/>
                  </a:lnTo>
                  <a:lnTo>
                    <a:pt x="152400" y="127000"/>
                  </a:lnTo>
                  <a:lnTo>
                    <a:pt x="152400" y="125412"/>
                  </a:lnTo>
                  <a:lnTo>
                    <a:pt x="152400" y="114300"/>
                  </a:lnTo>
                  <a:lnTo>
                    <a:pt x="152400" y="84137"/>
                  </a:lnTo>
                  <a:lnTo>
                    <a:pt x="152400" y="25400"/>
                  </a:lnTo>
                  <a:lnTo>
                    <a:pt x="150217" y="16073"/>
                  </a:lnTo>
                  <a:lnTo>
                    <a:pt x="144462" y="7937"/>
                  </a:lnTo>
                  <a:lnTo>
                    <a:pt x="136326" y="2182"/>
                  </a:lnTo>
                  <a:lnTo>
                    <a:pt x="127000" y="0"/>
                  </a:lnTo>
                  <a:lnTo>
                    <a:pt x="125412" y="0"/>
                  </a:lnTo>
                  <a:lnTo>
                    <a:pt x="114300" y="0"/>
                  </a:lnTo>
                  <a:lnTo>
                    <a:pt x="84137" y="0"/>
                  </a:lnTo>
                  <a:lnTo>
                    <a:pt x="25400" y="0"/>
                  </a:lnTo>
                  <a:close/>
                </a:path>
              </a:pathLst>
            </a:custGeom>
            <a:ln w="7619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1" name="object 781"/>
            <p:cNvSpPr/>
            <p:nvPr/>
          </p:nvSpPr>
          <p:spPr>
            <a:xfrm>
              <a:off x="5923279" y="3130550"/>
              <a:ext cx="153670" cy="152400"/>
            </a:xfrm>
            <a:custGeom>
              <a:avLst/>
              <a:gdLst/>
              <a:ahLst/>
              <a:cxnLst/>
              <a:rect l="l" t="t" r="r" b="b"/>
              <a:pathLst>
                <a:path w="153670" h="152400">
                  <a:moveTo>
                    <a:pt x="127000" y="0"/>
                  </a:moveTo>
                  <a:lnTo>
                    <a:pt x="25400" y="0"/>
                  </a:ln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127000"/>
                  </a:lnTo>
                  <a:lnTo>
                    <a:pt x="2182" y="136326"/>
                  </a:lnTo>
                  <a:lnTo>
                    <a:pt x="7937" y="144462"/>
                  </a:lnTo>
                  <a:lnTo>
                    <a:pt x="16073" y="150217"/>
                  </a:lnTo>
                  <a:lnTo>
                    <a:pt x="25400" y="152400"/>
                  </a:lnTo>
                  <a:lnTo>
                    <a:pt x="127000" y="152400"/>
                  </a:lnTo>
                  <a:lnTo>
                    <a:pt x="136525" y="150217"/>
                  </a:lnTo>
                  <a:lnTo>
                    <a:pt x="145097" y="144462"/>
                  </a:lnTo>
                  <a:lnTo>
                    <a:pt x="151288" y="136326"/>
                  </a:lnTo>
                  <a:lnTo>
                    <a:pt x="153670" y="127000"/>
                  </a:lnTo>
                  <a:lnTo>
                    <a:pt x="153670" y="25400"/>
                  </a:lnTo>
                  <a:lnTo>
                    <a:pt x="151288" y="16073"/>
                  </a:lnTo>
                  <a:lnTo>
                    <a:pt x="145097" y="7937"/>
                  </a:lnTo>
                  <a:lnTo>
                    <a:pt x="136525" y="2182"/>
                  </a:lnTo>
                  <a:lnTo>
                    <a:pt x="127000" y="0"/>
                  </a:lnTo>
                  <a:close/>
                </a:path>
              </a:pathLst>
            </a:custGeom>
            <a:solidFill>
              <a:srgbClr val="FF9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2" name="object 782"/>
            <p:cNvSpPr/>
            <p:nvPr/>
          </p:nvSpPr>
          <p:spPr>
            <a:xfrm>
              <a:off x="5923279" y="3130550"/>
              <a:ext cx="153670" cy="152400"/>
            </a:xfrm>
            <a:custGeom>
              <a:avLst/>
              <a:gdLst/>
              <a:ahLst/>
              <a:cxnLst/>
              <a:rect l="l" t="t" r="r" b="b"/>
              <a:pathLst>
                <a:path w="153670" h="152400">
                  <a:moveTo>
                    <a:pt x="25400" y="0"/>
                  </a:move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26987"/>
                  </a:lnTo>
                  <a:lnTo>
                    <a:pt x="0" y="38100"/>
                  </a:lnTo>
                  <a:lnTo>
                    <a:pt x="0" y="68262"/>
                  </a:lnTo>
                  <a:lnTo>
                    <a:pt x="0" y="127000"/>
                  </a:lnTo>
                  <a:lnTo>
                    <a:pt x="2182" y="136326"/>
                  </a:lnTo>
                  <a:lnTo>
                    <a:pt x="7937" y="144462"/>
                  </a:lnTo>
                  <a:lnTo>
                    <a:pt x="16073" y="150217"/>
                  </a:lnTo>
                  <a:lnTo>
                    <a:pt x="25400" y="152400"/>
                  </a:lnTo>
                  <a:lnTo>
                    <a:pt x="26987" y="152400"/>
                  </a:lnTo>
                  <a:lnTo>
                    <a:pt x="38100" y="152400"/>
                  </a:lnTo>
                  <a:lnTo>
                    <a:pt x="68262" y="152400"/>
                  </a:lnTo>
                  <a:lnTo>
                    <a:pt x="127000" y="152400"/>
                  </a:lnTo>
                  <a:lnTo>
                    <a:pt x="136525" y="150217"/>
                  </a:lnTo>
                  <a:lnTo>
                    <a:pt x="145097" y="144462"/>
                  </a:lnTo>
                  <a:lnTo>
                    <a:pt x="151288" y="136326"/>
                  </a:lnTo>
                  <a:lnTo>
                    <a:pt x="153670" y="127000"/>
                  </a:lnTo>
                  <a:lnTo>
                    <a:pt x="153670" y="125412"/>
                  </a:lnTo>
                  <a:lnTo>
                    <a:pt x="153670" y="114300"/>
                  </a:lnTo>
                  <a:lnTo>
                    <a:pt x="153670" y="84137"/>
                  </a:lnTo>
                  <a:lnTo>
                    <a:pt x="153670" y="25400"/>
                  </a:lnTo>
                  <a:lnTo>
                    <a:pt x="151288" y="16073"/>
                  </a:lnTo>
                  <a:lnTo>
                    <a:pt x="145097" y="7937"/>
                  </a:lnTo>
                  <a:lnTo>
                    <a:pt x="136525" y="2182"/>
                  </a:lnTo>
                  <a:lnTo>
                    <a:pt x="127000" y="0"/>
                  </a:lnTo>
                  <a:lnTo>
                    <a:pt x="125412" y="0"/>
                  </a:lnTo>
                  <a:lnTo>
                    <a:pt x="114300" y="0"/>
                  </a:lnTo>
                  <a:lnTo>
                    <a:pt x="84137" y="0"/>
                  </a:lnTo>
                  <a:lnTo>
                    <a:pt x="25400" y="0"/>
                  </a:lnTo>
                  <a:close/>
                </a:path>
              </a:pathLst>
            </a:custGeom>
            <a:ln w="28393">
              <a:solidFill>
                <a:srgbClr val="FFCF8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3" name="object 783"/>
            <p:cNvSpPr/>
            <p:nvPr/>
          </p:nvSpPr>
          <p:spPr>
            <a:xfrm>
              <a:off x="5923279" y="3130550"/>
              <a:ext cx="153670" cy="152400"/>
            </a:xfrm>
            <a:custGeom>
              <a:avLst/>
              <a:gdLst/>
              <a:ahLst/>
              <a:cxnLst/>
              <a:rect l="l" t="t" r="r" b="b"/>
              <a:pathLst>
                <a:path w="153670" h="152400">
                  <a:moveTo>
                    <a:pt x="25400" y="0"/>
                  </a:move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26987"/>
                  </a:lnTo>
                  <a:lnTo>
                    <a:pt x="0" y="38100"/>
                  </a:lnTo>
                  <a:lnTo>
                    <a:pt x="0" y="68262"/>
                  </a:lnTo>
                  <a:lnTo>
                    <a:pt x="0" y="127000"/>
                  </a:lnTo>
                  <a:lnTo>
                    <a:pt x="2182" y="136326"/>
                  </a:lnTo>
                  <a:lnTo>
                    <a:pt x="7937" y="144462"/>
                  </a:lnTo>
                  <a:lnTo>
                    <a:pt x="16073" y="150217"/>
                  </a:lnTo>
                  <a:lnTo>
                    <a:pt x="25400" y="152400"/>
                  </a:lnTo>
                  <a:lnTo>
                    <a:pt x="26987" y="152400"/>
                  </a:lnTo>
                  <a:lnTo>
                    <a:pt x="38100" y="152400"/>
                  </a:lnTo>
                  <a:lnTo>
                    <a:pt x="68262" y="152400"/>
                  </a:lnTo>
                  <a:lnTo>
                    <a:pt x="127000" y="152400"/>
                  </a:lnTo>
                  <a:lnTo>
                    <a:pt x="136525" y="150217"/>
                  </a:lnTo>
                  <a:lnTo>
                    <a:pt x="145097" y="144462"/>
                  </a:lnTo>
                  <a:lnTo>
                    <a:pt x="151288" y="136326"/>
                  </a:lnTo>
                  <a:lnTo>
                    <a:pt x="153670" y="127000"/>
                  </a:lnTo>
                  <a:lnTo>
                    <a:pt x="153670" y="125412"/>
                  </a:lnTo>
                  <a:lnTo>
                    <a:pt x="153670" y="114300"/>
                  </a:lnTo>
                  <a:lnTo>
                    <a:pt x="153670" y="84137"/>
                  </a:lnTo>
                  <a:lnTo>
                    <a:pt x="153670" y="25400"/>
                  </a:lnTo>
                  <a:lnTo>
                    <a:pt x="151288" y="16073"/>
                  </a:lnTo>
                  <a:lnTo>
                    <a:pt x="145097" y="7937"/>
                  </a:lnTo>
                  <a:lnTo>
                    <a:pt x="136525" y="2182"/>
                  </a:lnTo>
                  <a:lnTo>
                    <a:pt x="127000" y="0"/>
                  </a:lnTo>
                  <a:lnTo>
                    <a:pt x="125412" y="0"/>
                  </a:lnTo>
                  <a:lnTo>
                    <a:pt x="114300" y="0"/>
                  </a:lnTo>
                  <a:lnTo>
                    <a:pt x="84137" y="0"/>
                  </a:lnTo>
                  <a:lnTo>
                    <a:pt x="25400" y="0"/>
                  </a:lnTo>
                  <a:close/>
                </a:path>
              </a:pathLst>
            </a:custGeom>
            <a:ln w="7619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4" name="object 784"/>
            <p:cNvSpPr/>
            <p:nvPr/>
          </p:nvSpPr>
          <p:spPr>
            <a:xfrm>
              <a:off x="5160009" y="3990339"/>
              <a:ext cx="152400" cy="151130"/>
            </a:xfrm>
            <a:custGeom>
              <a:avLst/>
              <a:gdLst/>
              <a:ahLst/>
              <a:cxnLst/>
              <a:rect l="l" t="t" r="r" b="b"/>
              <a:pathLst>
                <a:path w="152400" h="151129">
                  <a:moveTo>
                    <a:pt x="128269" y="0"/>
                  </a:moveTo>
                  <a:lnTo>
                    <a:pt x="25400" y="0"/>
                  </a:ln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125730"/>
                  </a:lnTo>
                  <a:lnTo>
                    <a:pt x="2182" y="135056"/>
                  </a:lnTo>
                  <a:lnTo>
                    <a:pt x="7937" y="143192"/>
                  </a:lnTo>
                  <a:lnTo>
                    <a:pt x="16073" y="148947"/>
                  </a:lnTo>
                  <a:lnTo>
                    <a:pt x="25400" y="151130"/>
                  </a:lnTo>
                  <a:lnTo>
                    <a:pt x="128269" y="151130"/>
                  </a:lnTo>
                  <a:lnTo>
                    <a:pt x="136862" y="148947"/>
                  </a:lnTo>
                  <a:lnTo>
                    <a:pt x="144621" y="143192"/>
                  </a:lnTo>
                  <a:lnTo>
                    <a:pt x="150237" y="135056"/>
                  </a:lnTo>
                  <a:lnTo>
                    <a:pt x="152400" y="125730"/>
                  </a:lnTo>
                  <a:lnTo>
                    <a:pt x="152400" y="25400"/>
                  </a:lnTo>
                  <a:lnTo>
                    <a:pt x="150237" y="16073"/>
                  </a:lnTo>
                  <a:lnTo>
                    <a:pt x="144621" y="7937"/>
                  </a:lnTo>
                  <a:lnTo>
                    <a:pt x="136862" y="2182"/>
                  </a:lnTo>
                  <a:lnTo>
                    <a:pt x="128269" y="0"/>
                  </a:lnTo>
                  <a:close/>
                </a:path>
              </a:pathLst>
            </a:custGeom>
            <a:solidFill>
              <a:srgbClr val="7C9A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5" name="object 785"/>
            <p:cNvSpPr/>
            <p:nvPr/>
          </p:nvSpPr>
          <p:spPr>
            <a:xfrm>
              <a:off x="5160009" y="3990339"/>
              <a:ext cx="152400" cy="151130"/>
            </a:xfrm>
            <a:custGeom>
              <a:avLst/>
              <a:gdLst/>
              <a:ahLst/>
              <a:cxnLst/>
              <a:rect l="l" t="t" r="r" b="b"/>
              <a:pathLst>
                <a:path w="152400" h="151129">
                  <a:moveTo>
                    <a:pt x="25400" y="0"/>
                  </a:move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26967"/>
                  </a:lnTo>
                  <a:lnTo>
                    <a:pt x="0" y="37941"/>
                  </a:lnTo>
                  <a:lnTo>
                    <a:pt x="0" y="67726"/>
                  </a:lnTo>
                  <a:lnTo>
                    <a:pt x="0" y="125730"/>
                  </a:lnTo>
                  <a:lnTo>
                    <a:pt x="2182" y="135056"/>
                  </a:lnTo>
                  <a:lnTo>
                    <a:pt x="7937" y="143192"/>
                  </a:lnTo>
                  <a:lnTo>
                    <a:pt x="16073" y="148947"/>
                  </a:lnTo>
                  <a:lnTo>
                    <a:pt x="25400" y="151130"/>
                  </a:lnTo>
                  <a:lnTo>
                    <a:pt x="27007" y="151130"/>
                  </a:lnTo>
                  <a:lnTo>
                    <a:pt x="38258" y="151130"/>
                  </a:lnTo>
                  <a:lnTo>
                    <a:pt x="68798" y="151130"/>
                  </a:lnTo>
                  <a:lnTo>
                    <a:pt x="128269" y="151130"/>
                  </a:lnTo>
                  <a:lnTo>
                    <a:pt x="136862" y="148947"/>
                  </a:lnTo>
                  <a:lnTo>
                    <a:pt x="144621" y="143192"/>
                  </a:lnTo>
                  <a:lnTo>
                    <a:pt x="150237" y="135056"/>
                  </a:lnTo>
                  <a:lnTo>
                    <a:pt x="152400" y="125730"/>
                  </a:lnTo>
                  <a:lnTo>
                    <a:pt x="152400" y="124162"/>
                  </a:lnTo>
                  <a:lnTo>
                    <a:pt x="152400" y="113188"/>
                  </a:lnTo>
                  <a:lnTo>
                    <a:pt x="152400" y="83403"/>
                  </a:lnTo>
                  <a:lnTo>
                    <a:pt x="152400" y="25400"/>
                  </a:lnTo>
                  <a:lnTo>
                    <a:pt x="150237" y="16073"/>
                  </a:lnTo>
                  <a:lnTo>
                    <a:pt x="144621" y="7937"/>
                  </a:lnTo>
                  <a:lnTo>
                    <a:pt x="136862" y="2182"/>
                  </a:lnTo>
                  <a:lnTo>
                    <a:pt x="128269" y="0"/>
                  </a:lnTo>
                  <a:lnTo>
                    <a:pt x="126662" y="0"/>
                  </a:lnTo>
                  <a:lnTo>
                    <a:pt x="115411" y="0"/>
                  </a:lnTo>
                  <a:lnTo>
                    <a:pt x="84871" y="0"/>
                  </a:lnTo>
                  <a:lnTo>
                    <a:pt x="25400" y="0"/>
                  </a:lnTo>
                  <a:close/>
                </a:path>
              </a:pathLst>
            </a:custGeom>
            <a:ln w="28393">
              <a:solidFill>
                <a:srgbClr val="C9D5E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6" name="object 786"/>
            <p:cNvSpPr/>
            <p:nvPr/>
          </p:nvSpPr>
          <p:spPr>
            <a:xfrm>
              <a:off x="5160009" y="3989070"/>
              <a:ext cx="152400" cy="151130"/>
            </a:xfrm>
            <a:custGeom>
              <a:avLst/>
              <a:gdLst/>
              <a:ahLst/>
              <a:cxnLst/>
              <a:rect l="l" t="t" r="r" b="b"/>
              <a:pathLst>
                <a:path w="152400" h="151129">
                  <a:moveTo>
                    <a:pt x="25400" y="0"/>
                  </a:move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399"/>
                  </a:lnTo>
                  <a:lnTo>
                    <a:pt x="0" y="26967"/>
                  </a:lnTo>
                  <a:lnTo>
                    <a:pt x="0" y="37941"/>
                  </a:lnTo>
                  <a:lnTo>
                    <a:pt x="0" y="67726"/>
                  </a:lnTo>
                  <a:lnTo>
                    <a:pt x="0" y="125729"/>
                  </a:lnTo>
                  <a:lnTo>
                    <a:pt x="2182" y="135056"/>
                  </a:lnTo>
                  <a:lnTo>
                    <a:pt x="7937" y="143192"/>
                  </a:lnTo>
                  <a:lnTo>
                    <a:pt x="16073" y="148947"/>
                  </a:lnTo>
                  <a:lnTo>
                    <a:pt x="25400" y="151129"/>
                  </a:lnTo>
                  <a:lnTo>
                    <a:pt x="27007" y="151129"/>
                  </a:lnTo>
                  <a:lnTo>
                    <a:pt x="38258" y="151129"/>
                  </a:lnTo>
                  <a:lnTo>
                    <a:pt x="68798" y="151129"/>
                  </a:lnTo>
                  <a:lnTo>
                    <a:pt x="128269" y="151129"/>
                  </a:lnTo>
                  <a:lnTo>
                    <a:pt x="136862" y="148947"/>
                  </a:lnTo>
                  <a:lnTo>
                    <a:pt x="144621" y="143192"/>
                  </a:lnTo>
                  <a:lnTo>
                    <a:pt x="150237" y="135056"/>
                  </a:lnTo>
                  <a:lnTo>
                    <a:pt x="152400" y="125729"/>
                  </a:lnTo>
                  <a:lnTo>
                    <a:pt x="152400" y="124162"/>
                  </a:lnTo>
                  <a:lnTo>
                    <a:pt x="152400" y="113188"/>
                  </a:lnTo>
                  <a:lnTo>
                    <a:pt x="152400" y="83403"/>
                  </a:lnTo>
                  <a:lnTo>
                    <a:pt x="152400" y="25399"/>
                  </a:lnTo>
                  <a:lnTo>
                    <a:pt x="150237" y="16073"/>
                  </a:lnTo>
                  <a:lnTo>
                    <a:pt x="144621" y="7937"/>
                  </a:lnTo>
                  <a:lnTo>
                    <a:pt x="136862" y="2182"/>
                  </a:lnTo>
                  <a:lnTo>
                    <a:pt x="128269" y="0"/>
                  </a:lnTo>
                  <a:lnTo>
                    <a:pt x="126662" y="0"/>
                  </a:lnTo>
                  <a:lnTo>
                    <a:pt x="115411" y="0"/>
                  </a:lnTo>
                  <a:lnTo>
                    <a:pt x="84871" y="0"/>
                  </a:lnTo>
                  <a:lnTo>
                    <a:pt x="25400" y="0"/>
                  </a:lnTo>
                  <a:close/>
                </a:path>
              </a:pathLst>
            </a:custGeom>
            <a:ln w="7619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7" name="object 787"/>
            <p:cNvSpPr/>
            <p:nvPr/>
          </p:nvSpPr>
          <p:spPr>
            <a:xfrm>
              <a:off x="4570729" y="3130550"/>
              <a:ext cx="153670" cy="151130"/>
            </a:xfrm>
            <a:custGeom>
              <a:avLst/>
              <a:gdLst/>
              <a:ahLst/>
              <a:cxnLst/>
              <a:rect l="l" t="t" r="r" b="b"/>
              <a:pathLst>
                <a:path w="153670" h="151129">
                  <a:moveTo>
                    <a:pt x="128270" y="0"/>
                  </a:moveTo>
                  <a:lnTo>
                    <a:pt x="25400" y="0"/>
                  </a:ln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125729"/>
                  </a:lnTo>
                  <a:lnTo>
                    <a:pt x="2182" y="135056"/>
                  </a:lnTo>
                  <a:lnTo>
                    <a:pt x="7937" y="143192"/>
                  </a:lnTo>
                  <a:lnTo>
                    <a:pt x="16073" y="148947"/>
                  </a:lnTo>
                  <a:lnTo>
                    <a:pt x="25400" y="151129"/>
                  </a:lnTo>
                  <a:lnTo>
                    <a:pt x="128270" y="151129"/>
                  </a:lnTo>
                  <a:lnTo>
                    <a:pt x="137596" y="148947"/>
                  </a:lnTo>
                  <a:lnTo>
                    <a:pt x="145732" y="143192"/>
                  </a:lnTo>
                  <a:lnTo>
                    <a:pt x="151487" y="135056"/>
                  </a:lnTo>
                  <a:lnTo>
                    <a:pt x="153670" y="125729"/>
                  </a:lnTo>
                  <a:lnTo>
                    <a:pt x="153670" y="25400"/>
                  </a:lnTo>
                  <a:lnTo>
                    <a:pt x="151487" y="16073"/>
                  </a:lnTo>
                  <a:lnTo>
                    <a:pt x="145732" y="7937"/>
                  </a:lnTo>
                  <a:lnTo>
                    <a:pt x="137596" y="2182"/>
                  </a:lnTo>
                  <a:lnTo>
                    <a:pt x="128270" y="0"/>
                  </a:lnTo>
                  <a:close/>
                </a:path>
              </a:pathLst>
            </a:custGeom>
            <a:solidFill>
              <a:srgbClr val="7C9A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8" name="object 788"/>
            <p:cNvSpPr/>
            <p:nvPr/>
          </p:nvSpPr>
          <p:spPr>
            <a:xfrm>
              <a:off x="4570729" y="3130550"/>
              <a:ext cx="153670" cy="151130"/>
            </a:xfrm>
            <a:custGeom>
              <a:avLst/>
              <a:gdLst/>
              <a:ahLst/>
              <a:cxnLst/>
              <a:rect l="l" t="t" r="r" b="b"/>
              <a:pathLst>
                <a:path w="153670" h="151129">
                  <a:moveTo>
                    <a:pt x="25400" y="0"/>
                  </a:move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26967"/>
                  </a:lnTo>
                  <a:lnTo>
                    <a:pt x="0" y="37941"/>
                  </a:lnTo>
                  <a:lnTo>
                    <a:pt x="0" y="67726"/>
                  </a:lnTo>
                  <a:lnTo>
                    <a:pt x="0" y="125729"/>
                  </a:lnTo>
                  <a:lnTo>
                    <a:pt x="2182" y="135056"/>
                  </a:lnTo>
                  <a:lnTo>
                    <a:pt x="7937" y="143192"/>
                  </a:lnTo>
                  <a:lnTo>
                    <a:pt x="16073" y="148947"/>
                  </a:lnTo>
                  <a:lnTo>
                    <a:pt x="25400" y="151129"/>
                  </a:lnTo>
                  <a:lnTo>
                    <a:pt x="27007" y="151129"/>
                  </a:lnTo>
                  <a:lnTo>
                    <a:pt x="38258" y="151129"/>
                  </a:lnTo>
                  <a:lnTo>
                    <a:pt x="68798" y="151129"/>
                  </a:lnTo>
                  <a:lnTo>
                    <a:pt x="128270" y="151129"/>
                  </a:lnTo>
                  <a:lnTo>
                    <a:pt x="137596" y="148947"/>
                  </a:lnTo>
                  <a:lnTo>
                    <a:pt x="145732" y="143192"/>
                  </a:lnTo>
                  <a:lnTo>
                    <a:pt x="151487" y="135056"/>
                  </a:lnTo>
                  <a:lnTo>
                    <a:pt x="153670" y="125729"/>
                  </a:lnTo>
                  <a:lnTo>
                    <a:pt x="153670" y="124162"/>
                  </a:lnTo>
                  <a:lnTo>
                    <a:pt x="153670" y="113188"/>
                  </a:lnTo>
                  <a:lnTo>
                    <a:pt x="153670" y="83403"/>
                  </a:lnTo>
                  <a:lnTo>
                    <a:pt x="153670" y="25400"/>
                  </a:lnTo>
                  <a:lnTo>
                    <a:pt x="151487" y="16073"/>
                  </a:lnTo>
                  <a:lnTo>
                    <a:pt x="145732" y="7937"/>
                  </a:lnTo>
                  <a:lnTo>
                    <a:pt x="137596" y="2182"/>
                  </a:lnTo>
                  <a:lnTo>
                    <a:pt x="128270" y="0"/>
                  </a:lnTo>
                  <a:lnTo>
                    <a:pt x="126662" y="0"/>
                  </a:lnTo>
                  <a:lnTo>
                    <a:pt x="115411" y="0"/>
                  </a:lnTo>
                  <a:lnTo>
                    <a:pt x="84871" y="0"/>
                  </a:lnTo>
                  <a:lnTo>
                    <a:pt x="25400" y="0"/>
                  </a:lnTo>
                  <a:close/>
                </a:path>
              </a:pathLst>
            </a:custGeom>
            <a:ln w="28393">
              <a:solidFill>
                <a:srgbClr val="C9D5E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9" name="object 789"/>
            <p:cNvSpPr/>
            <p:nvPr/>
          </p:nvSpPr>
          <p:spPr>
            <a:xfrm>
              <a:off x="4570729" y="3129280"/>
              <a:ext cx="153670" cy="151130"/>
            </a:xfrm>
            <a:custGeom>
              <a:avLst/>
              <a:gdLst/>
              <a:ahLst/>
              <a:cxnLst/>
              <a:rect l="l" t="t" r="r" b="b"/>
              <a:pathLst>
                <a:path w="153670" h="151129">
                  <a:moveTo>
                    <a:pt x="25400" y="0"/>
                  </a:moveTo>
                  <a:lnTo>
                    <a:pt x="16073" y="2162"/>
                  </a:lnTo>
                  <a:lnTo>
                    <a:pt x="7937" y="7778"/>
                  </a:lnTo>
                  <a:lnTo>
                    <a:pt x="2182" y="15537"/>
                  </a:lnTo>
                  <a:lnTo>
                    <a:pt x="0" y="24130"/>
                  </a:lnTo>
                  <a:lnTo>
                    <a:pt x="0" y="25717"/>
                  </a:lnTo>
                  <a:lnTo>
                    <a:pt x="0" y="36830"/>
                  </a:lnTo>
                  <a:lnTo>
                    <a:pt x="0" y="66992"/>
                  </a:lnTo>
                  <a:lnTo>
                    <a:pt x="0" y="125730"/>
                  </a:lnTo>
                  <a:lnTo>
                    <a:pt x="2182" y="135056"/>
                  </a:lnTo>
                  <a:lnTo>
                    <a:pt x="7937" y="143192"/>
                  </a:lnTo>
                  <a:lnTo>
                    <a:pt x="16073" y="148947"/>
                  </a:lnTo>
                  <a:lnTo>
                    <a:pt x="25400" y="151130"/>
                  </a:lnTo>
                  <a:lnTo>
                    <a:pt x="27007" y="151130"/>
                  </a:lnTo>
                  <a:lnTo>
                    <a:pt x="38258" y="151130"/>
                  </a:lnTo>
                  <a:lnTo>
                    <a:pt x="68798" y="151130"/>
                  </a:lnTo>
                  <a:lnTo>
                    <a:pt x="128270" y="151130"/>
                  </a:lnTo>
                  <a:lnTo>
                    <a:pt x="137596" y="148947"/>
                  </a:lnTo>
                  <a:lnTo>
                    <a:pt x="145732" y="143192"/>
                  </a:lnTo>
                  <a:lnTo>
                    <a:pt x="151487" y="135056"/>
                  </a:lnTo>
                  <a:lnTo>
                    <a:pt x="153670" y="125730"/>
                  </a:lnTo>
                  <a:lnTo>
                    <a:pt x="153670" y="124142"/>
                  </a:lnTo>
                  <a:lnTo>
                    <a:pt x="153670" y="113030"/>
                  </a:lnTo>
                  <a:lnTo>
                    <a:pt x="153670" y="82867"/>
                  </a:lnTo>
                  <a:lnTo>
                    <a:pt x="153670" y="24130"/>
                  </a:lnTo>
                  <a:lnTo>
                    <a:pt x="151487" y="15537"/>
                  </a:lnTo>
                  <a:lnTo>
                    <a:pt x="145732" y="7778"/>
                  </a:lnTo>
                  <a:lnTo>
                    <a:pt x="137596" y="2162"/>
                  </a:lnTo>
                  <a:lnTo>
                    <a:pt x="128270" y="0"/>
                  </a:lnTo>
                  <a:lnTo>
                    <a:pt x="126662" y="0"/>
                  </a:lnTo>
                  <a:lnTo>
                    <a:pt x="115411" y="0"/>
                  </a:lnTo>
                  <a:lnTo>
                    <a:pt x="84871" y="0"/>
                  </a:lnTo>
                  <a:lnTo>
                    <a:pt x="25400" y="0"/>
                  </a:lnTo>
                  <a:close/>
                </a:path>
              </a:pathLst>
            </a:custGeom>
            <a:ln w="7619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0" name="object 790"/>
            <p:cNvSpPr/>
            <p:nvPr/>
          </p:nvSpPr>
          <p:spPr>
            <a:xfrm>
              <a:off x="5742939" y="3989070"/>
              <a:ext cx="152400" cy="151130"/>
            </a:xfrm>
            <a:custGeom>
              <a:avLst/>
              <a:gdLst/>
              <a:ahLst/>
              <a:cxnLst/>
              <a:rect l="l" t="t" r="r" b="b"/>
              <a:pathLst>
                <a:path w="152400" h="151129">
                  <a:moveTo>
                    <a:pt x="127000" y="0"/>
                  </a:moveTo>
                  <a:lnTo>
                    <a:pt x="25400" y="0"/>
                  </a:ln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399"/>
                  </a:lnTo>
                  <a:lnTo>
                    <a:pt x="0" y="125729"/>
                  </a:lnTo>
                  <a:lnTo>
                    <a:pt x="2182" y="135056"/>
                  </a:lnTo>
                  <a:lnTo>
                    <a:pt x="7937" y="143192"/>
                  </a:lnTo>
                  <a:lnTo>
                    <a:pt x="16073" y="148947"/>
                  </a:lnTo>
                  <a:lnTo>
                    <a:pt x="25400" y="151129"/>
                  </a:lnTo>
                  <a:lnTo>
                    <a:pt x="127000" y="151129"/>
                  </a:lnTo>
                  <a:lnTo>
                    <a:pt x="136326" y="148947"/>
                  </a:lnTo>
                  <a:lnTo>
                    <a:pt x="144462" y="143192"/>
                  </a:lnTo>
                  <a:lnTo>
                    <a:pt x="150217" y="135056"/>
                  </a:lnTo>
                  <a:lnTo>
                    <a:pt x="152400" y="125729"/>
                  </a:lnTo>
                  <a:lnTo>
                    <a:pt x="152400" y="25399"/>
                  </a:lnTo>
                  <a:lnTo>
                    <a:pt x="150217" y="16073"/>
                  </a:lnTo>
                  <a:lnTo>
                    <a:pt x="144462" y="7937"/>
                  </a:lnTo>
                  <a:lnTo>
                    <a:pt x="136326" y="2182"/>
                  </a:lnTo>
                  <a:lnTo>
                    <a:pt x="127000" y="0"/>
                  </a:lnTo>
                  <a:close/>
                </a:path>
              </a:pathLst>
            </a:custGeom>
            <a:solidFill>
              <a:srgbClr val="7C9A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1" name="object 791"/>
            <p:cNvSpPr/>
            <p:nvPr/>
          </p:nvSpPr>
          <p:spPr>
            <a:xfrm>
              <a:off x="5742939" y="3989070"/>
              <a:ext cx="152400" cy="151130"/>
            </a:xfrm>
            <a:custGeom>
              <a:avLst/>
              <a:gdLst/>
              <a:ahLst/>
              <a:cxnLst/>
              <a:rect l="l" t="t" r="r" b="b"/>
              <a:pathLst>
                <a:path w="152400" h="151129">
                  <a:moveTo>
                    <a:pt x="25400" y="0"/>
                  </a:move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399"/>
                  </a:lnTo>
                  <a:lnTo>
                    <a:pt x="0" y="26967"/>
                  </a:lnTo>
                  <a:lnTo>
                    <a:pt x="0" y="37941"/>
                  </a:lnTo>
                  <a:lnTo>
                    <a:pt x="0" y="67726"/>
                  </a:lnTo>
                  <a:lnTo>
                    <a:pt x="0" y="125729"/>
                  </a:lnTo>
                  <a:lnTo>
                    <a:pt x="2182" y="135056"/>
                  </a:lnTo>
                  <a:lnTo>
                    <a:pt x="7937" y="143192"/>
                  </a:lnTo>
                  <a:lnTo>
                    <a:pt x="16073" y="148947"/>
                  </a:lnTo>
                  <a:lnTo>
                    <a:pt x="25400" y="151129"/>
                  </a:lnTo>
                  <a:lnTo>
                    <a:pt x="26987" y="151129"/>
                  </a:lnTo>
                  <a:lnTo>
                    <a:pt x="38100" y="151129"/>
                  </a:lnTo>
                  <a:lnTo>
                    <a:pt x="68262" y="151129"/>
                  </a:lnTo>
                  <a:lnTo>
                    <a:pt x="127000" y="151129"/>
                  </a:lnTo>
                  <a:lnTo>
                    <a:pt x="136326" y="148947"/>
                  </a:lnTo>
                  <a:lnTo>
                    <a:pt x="144462" y="143192"/>
                  </a:lnTo>
                  <a:lnTo>
                    <a:pt x="150217" y="135056"/>
                  </a:lnTo>
                  <a:lnTo>
                    <a:pt x="152400" y="125729"/>
                  </a:lnTo>
                  <a:lnTo>
                    <a:pt x="152400" y="124162"/>
                  </a:lnTo>
                  <a:lnTo>
                    <a:pt x="152400" y="113188"/>
                  </a:lnTo>
                  <a:lnTo>
                    <a:pt x="152400" y="83403"/>
                  </a:lnTo>
                  <a:lnTo>
                    <a:pt x="152400" y="25399"/>
                  </a:lnTo>
                  <a:lnTo>
                    <a:pt x="150217" y="16073"/>
                  </a:lnTo>
                  <a:lnTo>
                    <a:pt x="144462" y="7937"/>
                  </a:lnTo>
                  <a:lnTo>
                    <a:pt x="136326" y="2182"/>
                  </a:lnTo>
                  <a:lnTo>
                    <a:pt x="127000" y="0"/>
                  </a:lnTo>
                  <a:lnTo>
                    <a:pt x="125412" y="0"/>
                  </a:lnTo>
                  <a:lnTo>
                    <a:pt x="114300" y="0"/>
                  </a:lnTo>
                  <a:lnTo>
                    <a:pt x="84137" y="0"/>
                  </a:lnTo>
                  <a:lnTo>
                    <a:pt x="25400" y="0"/>
                  </a:lnTo>
                  <a:close/>
                </a:path>
              </a:pathLst>
            </a:custGeom>
            <a:ln w="28393">
              <a:solidFill>
                <a:srgbClr val="C9D5E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2" name="object 792"/>
            <p:cNvSpPr/>
            <p:nvPr/>
          </p:nvSpPr>
          <p:spPr>
            <a:xfrm>
              <a:off x="5742939" y="3987800"/>
              <a:ext cx="152400" cy="151130"/>
            </a:xfrm>
            <a:custGeom>
              <a:avLst/>
              <a:gdLst/>
              <a:ahLst/>
              <a:cxnLst/>
              <a:rect l="l" t="t" r="r" b="b"/>
              <a:pathLst>
                <a:path w="152400" h="151129">
                  <a:moveTo>
                    <a:pt x="25400" y="0"/>
                  </a:moveTo>
                  <a:lnTo>
                    <a:pt x="16073" y="2162"/>
                  </a:lnTo>
                  <a:lnTo>
                    <a:pt x="7937" y="7778"/>
                  </a:lnTo>
                  <a:lnTo>
                    <a:pt x="2182" y="15537"/>
                  </a:lnTo>
                  <a:lnTo>
                    <a:pt x="0" y="24130"/>
                  </a:lnTo>
                  <a:lnTo>
                    <a:pt x="0" y="25717"/>
                  </a:lnTo>
                  <a:lnTo>
                    <a:pt x="0" y="36830"/>
                  </a:lnTo>
                  <a:lnTo>
                    <a:pt x="0" y="66992"/>
                  </a:lnTo>
                  <a:lnTo>
                    <a:pt x="0" y="125730"/>
                  </a:lnTo>
                  <a:lnTo>
                    <a:pt x="2182" y="135056"/>
                  </a:lnTo>
                  <a:lnTo>
                    <a:pt x="7937" y="143192"/>
                  </a:lnTo>
                  <a:lnTo>
                    <a:pt x="16073" y="148947"/>
                  </a:lnTo>
                  <a:lnTo>
                    <a:pt x="25400" y="151130"/>
                  </a:lnTo>
                  <a:lnTo>
                    <a:pt x="26987" y="151130"/>
                  </a:lnTo>
                  <a:lnTo>
                    <a:pt x="38100" y="151130"/>
                  </a:lnTo>
                  <a:lnTo>
                    <a:pt x="68262" y="151130"/>
                  </a:lnTo>
                  <a:lnTo>
                    <a:pt x="127000" y="151130"/>
                  </a:lnTo>
                  <a:lnTo>
                    <a:pt x="136326" y="148947"/>
                  </a:lnTo>
                  <a:lnTo>
                    <a:pt x="144462" y="143192"/>
                  </a:lnTo>
                  <a:lnTo>
                    <a:pt x="150217" y="135056"/>
                  </a:lnTo>
                  <a:lnTo>
                    <a:pt x="152400" y="125730"/>
                  </a:lnTo>
                  <a:lnTo>
                    <a:pt x="152400" y="124142"/>
                  </a:lnTo>
                  <a:lnTo>
                    <a:pt x="152400" y="113030"/>
                  </a:lnTo>
                  <a:lnTo>
                    <a:pt x="152400" y="82867"/>
                  </a:lnTo>
                  <a:lnTo>
                    <a:pt x="152400" y="24130"/>
                  </a:lnTo>
                  <a:lnTo>
                    <a:pt x="150217" y="15537"/>
                  </a:lnTo>
                  <a:lnTo>
                    <a:pt x="144462" y="7778"/>
                  </a:lnTo>
                  <a:lnTo>
                    <a:pt x="136326" y="2162"/>
                  </a:lnTo>
                  <a:lnTo>
                    <a:pt x="127000" y="0"/>
                  </a:lnTo>
                  <a:lnTo>
                    <a:pt x="125412" y="0"/>
                  </a:lnTo>
                  <a:lnTo>
                    <a:pt x="114300" y="0"/>
                  </a:lnTo>
                  <a:lnTo>
                    <a:pt x="84137" y="0"/>
                  </a:lnTo>
                  <a:lnTo>
                    <a:pt x="25400" y="0"/>
                  </a:lnTo>
                  <a:close/>
                </a:path>
              </a:pathLst>
            </a:custGeom>
            <a:ln w="7619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3" name="object 793"/>
            <p:cNvSpPr/>
            <p:nvPr/>
          </p:nvSpPr>
          <p:spPr>
            <a:xfrm>
              <a:off x="5341619" y="3562350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127000" y="0"/>
                  </a:moveTo>
                  <a:lnTo>
                    <a:pt x="25400" y="0"/>
                  </a:ln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127000"/>
                  </a:lnTo>
                  <a:lnTo>
                    <a:pt x="2182" y="136326"/>
                  </a:lnTo>
                  <a:lnTo>
                    <a:pt x="7937" y="144462"/>
                  </a:lnTo>
                  <a:lnTo>
                    <a:pt x="16073" y="150217"/>
                  </a:lnTo>
                  <a:lnTo>
                    <a:pt x="25400" y="152400"/>
                  </a:lnTo>
                  <a:lnTo>
                    <a:pt x="127000" y="152400"/>
                  </a:lnTo>
                  <a:lnTo>
                    <a:pt x="136326" y="150217"/>
                  </a:lnTo>
                  <a:lnTo>
                    <a:pt x="144462" y="144462"/>
                  </a:lnTo>
                  <a:lnTo>
                    <a:pt x="150217" y="136326"/>
                  </a:lnTo>
                  <a:lnTo>
                    <a:pt x="152400" y="127000"/>
                  </a:lnTo>
                  <a:lnTo>
                    <a:pt x="152400" y="25400"/>
                  </a:lnTo>
                  <a:lnTo>
                    <a:pt x="150217" y="16073"/>
                  </a:lnTo>
                  <a:lnTo>
                    <a:pt x="144462" y="7937"/>
                  </a:lnTo>
                  <a:lnTo>
                    <a:pt x="136326" y="2182"/>
                  </a:lnTo>
                  <a:lnTo>
                    <a:pt x="127000" y="0"/>
                  </a:lnTo>
                  <a:close/>
                </a:path>
              </a:pathLst>
            </a:custGeom>
            <a:solidFill>
              <a:srgbClr val="FF9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4" name="object 794"/>
            <p:cNvSpPr/>
            <p:nvPr/>
          </p:nvSpPr>
          <p:spPr>
            <a:xfrm>
              <a:off x="5341619" y="3562350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25400" y="0"/>
                  </a:move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26987"/>
                  </a:lnTo>
                  <a:lnTo>
                    <a:pt x="0" y="38100"/>
                  </a:lnTo>
                  <a:lnTo>
                    <a:pt x="0" y="68262"/>
                  </a:lnTo>
                  <a:lnTo>
                    <a:pt x="0" y="127000"/>
                  </a:lnTo>
                  <a:lnTo>
                    <a:pt x="2182" y="136326"/>
                  </a:lnTo>
                  <a:lnTo>
                    <a:pt x="7937" y="144462"/>
                  </a:lnTo>
                  <a:lnTo>
                    <a:pt x="16073" y="150217"/>
                  </a:lnTo>
                  <a:lnTo>
                    <a:pt x="25400" y="152400"/>
                  </a:lnTo>
                  <a:lnTo>
                    <a:pt x="26987" y="152400"/>
                  </a:lnTo>
                  <a:lnTo>
                    <a:pt x="38100" y="152400"/>
                  </a:lnTo>
                  <a:lnTo>
                    <a:pt x="68262" y="152400"/>
                  </a:lnTo>
                  <a:lnTo>
                    <a:pt x="127000" y="152400"/>
                  </a:lnTo>
                  <a:lnTo>
                    <a:pt x="136326" y="150217"/>
                  </a:lnTo>
                  <a:lnTo>
                    <a:pt x="144462" y="144462"/>
                  </a:lnTo>
                  <a:lnTo>
                    <a:pt x="150217" y="136326"/>
                  </a:lnTo>
                  <a:lnTo>
                    <a:pt x="152400" y="127000"/>
                  </a:lnTo>
                  <a:lnTo>
                    <a:pt x="152400" y="125412"/>
                  </a:lnTo>
                  <a:lnTo>
                    <a:pt x="152400" y="114300"/>
                  </a:lnTo>
                  <a:lnTo>
                    <a:pt x="152400" y="84137"/>
                  </a:lnTo>
                  <a:lnTo>
                    <a:pt x="152400" y="25400"/>
                  </a:lnTo>
                  <a:lnTo>
                    <a:pt x="150217" y="16073"/>
                  </a:lnTo>
                  <a:lnTo>
                    <a:pt x="144462" y="7937"/>
                  </a:lnTo>
                  <a:lnTo>
                    <a:pt x="136326" y="2182"/>
                  </a:lnTo>
                  <a:lnTo>
                    <a:pt x="127000" y="0"/>
                  </a:lnTo>
                  <a:lnTo>
                    <a:pt x="125412" y="0"/>
                  </a:lnTo>
                  <a:lnTo>
                    <a:pt x="114300" y="0"/>
                  </a:lnTo>
                  <a:lnTo>
                    <a:pt x="84137" y="0"/>
                  </a:lnTo>
                  <a:lnTo>
                    <a:pt x="25400" y="0"/>
                  </a:lnTo>
                  <a:close/>
                </a:path>
              </a:pathLst>
            </a:custGeom>
            <a:ln w="28393">
              <a:solidFill>
                <a:srgbClr val="FFCF8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5" name="object 795"/>
            <p:cNvSpPr/>
            <p:nvPr/>
          </p:nvSpPr>
          <p:spPr>
            <a:xfrm>
              <a:off x="5341619" y="3562350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25400" y="0"/>
                  </a:move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26987"/>
                  </a:lnTo>
                  <a:lnTo>
                    <a:pt x="0" y="38100"/>
                  </a:lnTo>
                  <a:lnTo>
                    <a:pt x="0" y="68262"/>
                  </a:lnTo>
                  <a:lnTo>
                    <a:pt x="0" y="127000"/>
                  </a:lnTo>
                  <a:lnTo>
                    <a:pt x="2182" y="136326"/>
                  </a:lnTo>
                  <a:lnTo>
                    <a:pt x="7937" y="144462"/>
                  </a:lnTo>
                  <a:lnTo>
                    <a:pt x="16073" y="150217"/>
                  </a:lnTo>
                  <a:lnTo>
                    <a:pt x="25400" y="152400"/>
                  </a:lnTo>
                  <a:lnTo>
                    <a:pt x="26987" y="152400"/>
                  </a:lnTo>
                  <a:lnTo>
                    <a:pt x="38100" y="152400"/>
                  </a:lnTo>
                  <a:lnTo>
                    <a:pt x="68262" y="152400"/>
                  </a:lnTo>
                  <a:lnTo>
                    <a:pt x="127000" y="152400"/>
                  </a:lnTo>
                  <a:lnTo>
                    <a:pt x="136326" y="150217"/>
                  </a:lnTo>
                  <a:lnTo>
                    <a:pt x="144462" y="144462"/>
                  </a:lnTo>
                  <a:lnTo>
                    <a:pt x="150217" y="136326"/>
                  </a:lnTo>
                  <a:lnTo>
                    <a:pt x="152400" y="127000"/>
                  </a:lnTo>
                  <a:lnTo>
                    <a:pt x="152400" y="125412"/>
                  </a:lnTo>
                  <a:lnTo>
                    <a:pt x="152400" y="114300"/>
                  </a:lnTo>
                  <a:lnTo>
                    <a:pt x="152400" y="84137"/>
                  </a:lnTo>
                  <a:lnTo>
                    <a:pt x="152400" y="25400"/>
                  </a:lnTo>
                  <a:lnTo>
                    <a:pt x="150217" y="16073"/>
                  </a:lnTo>
                  <a:lnTo>
                    <a:pt x="144462" y="7937"/>
                  </a:lnTo>
                  <a:lnTo>
                    <a:pt x="136326" y="2182"/>
                  </a:lnTo>
                  <a:lnTo>
                    <a:pt x="127000" y="0"/>
                  </a:lnTo>
                  <a:lnTo>
                    <a:pt x="125412" y="0"/>
                  </a:lnTo>
                  <a:lnTo>
                    <a:pt x="114300" y="0"/>
                  </a:lnTo>
                  <a:lnTo>
                    <a:pt x="84137" y="0"/>
                  </a:lnTo>
                  <a:lnTo>
                    <a:pt x="25400" y="0"/>
                  </a:lnTo>
                  <a:close/>
                </a:path>
              </a:pathLst>
            </a:custGeom>
            <a:ln w="7619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6" name="object 796"/>
            <p:cNvSpPr/>
            <p:nvPr/>
          </p:nvSpPr>
          <p:spPr>
            <a:xfrm>
              <a:off x="5160009" y="3131819"/>
              <a:ext cx="152400" cy="151130"/>
            </a:xfrm>
            <a:custGeom>
              <a:avLst/>
              <a:gdLst/>
              <a:ahLst/>
              <a:cxnLst/>
              <a:rect l="l" t="t" r="r" b="b"/>
              <a:pathLst>
                <a:path w="152400" h="151129">
                  <a:moveTo>
                    <a:pt x="128269" y="0"/>
                  </a:moveTo>
                  <a:lnTo>
                    <a:pt x="25400" y="0"/>
                  </a:ln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125729"/>
                  </a:lnTo>
                  <a:lnTo>
                    <a:pt x="2182" y="135056"/>
                  </a:lnTo>
                  <a:lnTo>
                    <a:pt x="7937" y="143192"/>
                  </a:lnTo>
                  <a:lnTo>
                    <a:pt x="16073" y="148947"/>
                  </a:lnTo>
                  <a:lnTo>
                    <a:pt x="25400" y="151129"/>
                  </a:lnTo>
                  <a:lnTo>
                    <a:pt x="128269" y="151129"/>
                  </a:lnTo>
                  <a:lnTo>
                    <a:pt x="136862" y="148947"/>
                  </a:lnTo>
                  <a:lnTo>
                    <a:pt x="144621" y="143192"/>
                  </a:lnTo>
                  <a:lnTo>
                    <a:pt x="150237" y="135056"/>
                  </a:lnTo>
                  <a:lnTo>
                    <a:pt x="152400" y="125729"/>
                  </a:lnTo>
                  <a:lnTo>
                    <a:pt x="152400" y="25400"/>
                  </a:lnTo>
                  <a:lnTo>
                    <a:pt x="150237" y="16073"/>
                  </a:lnTo>
                  <a:lnTo>
                    <a:pt x="144621" y="7937"/>
                  </a:lnTo>
                  <a:lnTo>
                    <a:pt x="136862" y="2182"/>
                  </a:lnTo>
                  <a:lnTo>
                    <a:pt x="128269" y="0"/>
                  </a:lnTo>
                  <a:close/>
                </a:path>
              </a:pathLst>
            </a:custGeom>
            <a:solidFill>
              <a:srgbClr val="7C9A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7" name="object 797"/>
            <p:cNvSpPr/>
            <p:nvPr/>
          </p:nvSpPr>
          <p:spPr>
            <a:xfrm>
              <a:off x="5160009" y="3131819"/>
              <a:ext cx="152400" cy="151130"/>
            </a:xfrm>
            <a:custGeom>
              <a:avLst/>
              <a:gdLst/>
              <a:ahLst/>
              <a:cxnLst/>
              <a:rect l="l" t="t" r="r" b="b"/>
              <a:pathLst>
                <a:path w="152400" h="151129">
                  <a:moveTo>
                    <a:pt x="25400" y="0"/>
                  </a:move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26967"/>
                  </a:lnTo>
                  <a:lnTo>
                    <a:pt x="0" y="37941"/>
                  </a:lnTo>
                  <a:lnTo>
                    <a:pt x="0" y="67726"/>
                  </a:lnTo>
                  <a:lnTo>
                    <a:pt x="0" y="125729"/>
                  </a:lnTo>
                  <a:lnTo>
                    <a:pt x="2182" y="135056"/>
                  </a:lnTo>
                  <a:lnTo>
                    <a:pt x="7937" y="143192"/>
                  </a:lnTo>
                  <a:lnTo>
                    <a:pt x="16073" y="148947"/>
                  </a:lnTo>
                  <a:lnTo>
                    <a:pt x="25400" y="151129"/>
                  </a:lnTo>
                  <a:lnTo>
                    <a:pt x="27007" y="151129"/>
                  </a:lnTo>
                  <a:lnTo>
                    <a:pt x="38258" y="151129"/>
                  </a:lnTo>
                  <a:lnTo>
                    <a:pt x="68798" y="151129"/>
                  </a:lnTo>
                  <a:lnTo>
                    <a:pt x="128269" y="151129"/>
                  </a:lnTo>
                  <a:lnTo>
                    <a:pt x="136862" y="148947"/>
                  </a:lnTo>
                  <a:lnTo>
                    <a:pt x="144621" y="143192"/>
                  </a:lnTo>
                  <a:lnTo>
                    <a:pt x="150237" y="135056"/>
                  </a:lnTo>
                  <a:lnTo>
                    <a:pt x="152400" y="125729"/>
                  </a:lnTo>
                  <a:lnTo>
                    <a:pt x="152400" y="124162"/>
                  </a:lnTo>
                  <a:lnTo>
                    <a:pt x="152400" y="113188"/>
                  </a:lnTo>
                  <a:lnTo>
                    <a:pt x="152400" y="83403"/>
                  </a:lnTo>
                  <a:lnTo>
                    <a:pt x="152400" y="25400"/>
                  </a:lnTo>
                  <a:lnTo>
                    <a:pt x="150237" y="16073"/>
                  </a:lnTo>
                  <a:lnTo>
                    <a:pt x="144621" y="7937"/>
                  </a:lnTo>
                  <a:lnTo>
                    <a:pt x="136862" y="2182"/>
                  </a:lnTo>
                  <a:lnTo>
                    <a:pt x="128269" y="0"/>
                  </a:lnTo>
                  <a:lnTo>
                    <a:pt x="126662" y="0"/>
                  </a:lnTo>
                  <a:lnTo>
                    <a:pt x="115411" y="0"/>
                  </a:lnTo>
                  <a:lnTo>
                    <a:pt x="84871" y="0"/>
                  </a:lnTo>
                  <a:lnTo>
                    <a:pt x="25400" y="0"/>
                  </a:lnTo>
                  <a:close/>
                </a:path>
              </a:pathLst>
            </a:custGeom>
            <a:ln w="28393">
              <a:solidFill>
                <a:srgbClr val="C9D5E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8" name="object 798"/>
            <p:cNvSpPr/>
            <p:nvPr/>
          </p:nvSpPr>
          <p:spPr>
            <a:xfrm>
              <a:off x="5160009" y="3130550"/>
              <a:ext cx="152400" cy="151130"/>
            </a:xfrm>
            <a:custGeom>
              <a:avLst/>
              <a:gdLst/>
              <a:ahLst/>
              <a:cxnLst/>
              <a:rect l="l" t="t" r="r" b="b"/>
              <a:pathLst>
                <a:path w="152400" h="151129">
                  <a:moveTo>
                    <a:pt x="25400" y="0"/>
                  </a:move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26967"/>
                  </a:lnTo>
                  <a:lnTo>
                    <a:pt x="0" y="37941"/>
                  </a:lnTo>
                  <a:lnTo>
                    <a:pt x="0" y="67726"/>
                  </a:lnTo>
                  <a:lnTo>
                    <a:pt x="0" y="125729"/>
                  </a:lnTo>
                  <a:lnTo>
                    <a:pt x="2182" y="135056"/>
                  </a:lnTo>
                  <a:lnTo>
                    <a:pt x="7937" y="143192"/>
                  </a:lnTo>
                  <a:lnTo>
                    <a:pt x="16073" y="148947"/>
                  </a:lnTo>
                  <a:lnTo>
                    <a:pt x="25400" y="151129"/>
                  </a:lnTo>
                  <a:lnTo>
                    <a:pt x="27007" y="151129"/>
                  </a:lnTo>
                  <a:lnTo>
                    <a:pt x="38258" y="151129"/>
                  </a:lnTo>
                  <a:lnTo>
                    <a:pt x="68798" y="151129"/>
                  </a:lnTo>
                  <a:lnTo>
                    <a:pt x="128269" y="151129"/>
                  </a:lnTo>
                  <a:lnTo>
                    <a:pt x="136862" y="148947"/>
                  </a:lnTo>
                  <a:lnTo>
                    <a:pt x="144621" y="143192"/>
                  </a:lnTo>
                  <a:lnTo>
                    <a:pt x="150237" y="135056"/>
                  </a:lnTo>
                  <a:lnTo>
                    <a:pt x="152400" y="125729"/>
                  </a:lnTo>
                  <a:lnTo>
                    <a:pt x="152400" y="124162"/>
                  </a:lnTo>
                  <a:lnTo>
                    <a:pt x="152400" y="113188"/>
                  </a:lnTo>
                  <a:lnTo>
                    <a:pt x="152400" y="83403"/>
                  </a:lnTo>
                  <a:lnTo>
                    <a:pt x="152400" y="25400"/>
                  </a:lnTo>
                  <a:lnTo>
                    <a:pt x="150237" y="16073"/>
                  </a:lnTo>
                  <a:lnTo>
                    <a:pt x="144621" y="7937"/>
                  </a:lnTo>
                  <a:lnTo>
                    <a:pt x="136862" y="2182"/>
                  </a:lnTo>
                  <a:lnTo>
                    <a:pt x="128269" y="0"/>
                  </a:lnTo>
                  <a:lnTo>
                    <a:pt x="126662" y="0"/>
                  </a:lnTo>
                  <a:lnTo>
                    <a:pt x="115411" y="0"/>
                  </a:lnTo>
                  <a:lnTo>
                    <a:pt x="84871" y="0"/>
                  </a:lnTo>
                  <a:lnTo>
                    <a:pt x="25400" y="0"/>
                  </a:lnTo>
                  <a:close/>
                </a:path>
              </a:pathLst>
            </a:custGeom>
            <a:ln w="7619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9" name="object 799"/>
            <p:cNvSpPr/>
            <p:nvPr/>
          </p:nvSpPr>
          <p:spPr>
            <a:xfrm>
              <a:off x="4752339" y="3562350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127000" y="0"/>
                  </a:moveTo>
                  <a:lnTo>
                    <a:pt x="25400" y="0"/>
                  </a:ln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127000"/>
                  </a:lnTo>
                  <a:lnTo>
                    <a:pt x="2182" y="136326"/>
                  </a:lnTo>
                  <a:lnTo>
                    <a:pt x="7937" y="144462"/>
                  </a:lnTo>
                  <a:lnTo>
                    <a:pt x="16073" y="150217"/>
                  </a:lnTo>
                  <a:lnTo>
                    <a:pt x="25400" y="152400"/>
                  </a:lnTo>
                  <a:lnTo>
                    <a:pt x="127000" y="152400"/>
                  </a:lnTo>
                  <a:lnTo>
                    <a:pt x="136326" y="150217"/>
                  </a:lnTo>
                  <a:lnTo>
                    <a:pt x="144462" y="144462"/>
                  </a:lnTo>
                  <a:lnTo>
                    <a:pt x="150217" y="136326"/>
                  </a:lnTo>
                  <a:lnTo>
                    <a:pt x="152400" y="127000"/>
                  </a:lnTo>
                  <a:lnTo>
                    <a:pt x="152400" y="25400"/>
                  </a:lnTo>
                  <a:lnTo>
                    <a:pt x="150217" y="16073"/>
                  </a:lnTo>
                  <a:lnTo>
                    <a:pt x="144462" y="7937"/>
                  </a:lnTo>
                  <a:lnTo>
                    <a:pt x="136326" y="2182"/>
                  </a:lnTo>
                  <a:lnTo>
                    <a:pt x="127000" y="0"/>
                  </a:lnTo>
                  <a:close/>
                </a:path>
              </a:pathLst>
            </a:custGeom>
            <a:solidFill>
              <a:srgbClr val="FF9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0" name="object 800"/>
            <p:cNvSpPr/>
            <p:nvPr/>
          </p:nvSpPr>
          <p:spPr>
            <a:xfrm>
              <a:off x="4752339" y="3562350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25400" y="0"/>
                  </a:move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26987"/>
                  </a:lnTo>
                  <a:lnTo>
                    <a:pt x="0" y="38100"/>
                  </a:lnTo>
                  <a:lnTo>
                    <a:pt x="0" y="68262"/>
                  </a:lnTo>
                  <a:lnTo>
                    <a:pt x="0" y="127000"/>
                  </a:lnTo>
                  <a:lnTo>
                    <a:pt x="2182" y="136326"/>
                  </a:lnTo>
                  <a:lnTo>
                    <a:pt x="7937" y="144462"/>
                  </a:lnTo>
                  <a:lnTo>
                    <a:pt x="16073" y="150217"/>
                  </a:lnTo>
                  <a:lnTo>
                    <a:pt x="25400" y="152400"/>
                  </a:lnTo>
                  <a:lnTo>
                    <a:pt x="26987" y="152400"/>
                  </a:lnTo>
                  <a:lnTo>
                    <a:pt x="38100" y="152400"/>
                  </a:lnTo>
                  <a:lnTo>
                    <a:pt x="68262" y="152400"/>
                  </a:lnTo>
                  <a:lnTo>
                    <a:pt x="127000" y="152400"/>
                  </a:lnTo>
                  <a:lnTo>
                    <a:pt x="136326" y="150217"/>
                  </a:lnTo>
                  <a:lnTo>
                    <a:pt x="144462" y="144462"/>
                  </a:lnTo>
                  <a:lnTo>
                    <a:pt x="150217" y="136326"/>
                  </a:lnTo>
                  <a:lnTo>
                    <a:pt x="152400" y="127000"/>
                  </a:lnTo>
                  <a:lnTo>
                    <a:pt x="152400" y="125412"/>
                  </a:lnTo>
                  <a:lnTo>
                    <a:pt x="152400" y="114300"/>
                  </a:lnTo>
                  <a:lnTo>
                    <a:pt x="152400" y="84137"/>
                  </a:lnTo>
                  <a:lnTo>
                    <a:pt x="152400" y="25400"/>
                  </a:lnTo>
                  <a:lnTo>
                    <a:pt x="150217" y="16073"/>
                  </a:lnTo>
                  <a:lnTo>
                    <a:pt x="144462" y="7937"/>
                  </a:lnTo>
                  <a:lnTo>
                    <a:pt x="136326" y="2182"/>
                  </a:lnTo>
                  <a:lnTo>
                    <a:pt x="127000" y="0"/>
                  </a:lnTo>
                  <a:lnTo>
                    <a:pt x="125412" y="0"/>
                  </a:lnTo>
                  <a:lnTo>
                    <a:pt x="114300" y="0"/>
                  </a:lnTo>
                  <a:lnTo>
                    <a:pt x="84137" y="0"/>
                  </a:lnTo>
                  <a:lnTo>
                    <a:pt x="25400" y="0"/>
                  </a:lnTo>
                  <a:close/>
                </a:path>
              </a:pathLst>
            </a:custGeom>
            <a:ln w="28393">
              <a:solidFill>
                <a:srgbClr val="FFCF8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1" name="object 801"/>
            <p:cNvSpPr/>
            <p:nvPr/>
          </p:nvSpPr>
          <p:spPr>
            <a:xfrm>
              <a:off x="4752339" y="3562350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25400" y="0"/>
                  </a:move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26987"/>
                  </a:lnTo>
                  <a:lnTo>
                    <a:pt x="0" y="38100"/>
                  </a:lnTo>
                  <a:lnTo>
                    <a:pt x="0" y="68262"/>
                  </a:lnTo>
                  <a:lnTo>
                    <a:pt x="0" y="127000"/>
                  </a:lnTo>
                  <a:lnTo>
                    <a:pt x="2182" y="136326"/>
                  </a:lnTo>
                  <a:lnTo>
                    <a:pt x="7937" y="144462"/>
                  </a:lnTo>
                  <a:lnTo>
                    <a:pt x="16073" y="150217"/>
                  </a:lnTo>
                  <a:lnTo>
                    <a:pt x="25400" y="152400"/>
                  </a:lnTo>
                  <a:lnTo>
                    <a:pt x="26987" y="152400"/>
                  </a:lnTo>
                  <a:lnTo>
                    <a:pt x="38100" y="152400"/>
                  </a:lnTo>
                  <a:lnTo>
                    <a:pt x="68262" y="152400"/>
                  </a:lnTo>
                  <a:lnTo>
                    <a:pt x="127000" y="152400"/>
                  </a:lnTo>
                  <a:lnTo>
                    <a:pt x="136326" y="150217"/>
                  </a:lnTo>
                  <a:lnTo>
                    <a:pt x="144462" y="144462"/>
                  </a:lnTo>
                  <a:lnTo>
                    <a:pt x="150217" y="136326"/>
                  </a:lnTo>
                  <a:lnTo>
                    <a:pt x="152400" y="127000"/>
                  </a:lnTo>
                  <a:lnTo>
                    <a:pt x="152400" y="125412"/>
                  </a:lnTo>
                  <a:lnTo>
                    <a:pt x="152400" y="114300"/>
                  </a:lnTo>
                  <a:lnTo>
                    <a:pt x="152400" y="84137"/>
                  </a:lnTo>
                  <a:lnTo>
                    <a:pt x="152400" y="25400"/>
                  </a:lnTo>
                  <a:lnTo>
                    <a:pt x="150217" y="16073"/>
                  </a:lnTo>
                  <a:lnTo>
                    <a:pt x="144462" y="7937"/>
                  </a:lnTo>
                  <a:lnTo>
                    <a:pt x="136326" y="2182"/>
                  </a:lnTo>
                  <a:lnTo>
                    <a:pt x="127000" y="0"/>
                  </a:lnTo>
                  <a:lnTo>
                    <a:pt x="125412" y="0"/>
                  </a:lnTo>
                  <a:lnTo>
                    <a:pt x="114300" y="0"/>
                  </a:lnTo>
                  <a:lnTo>
                    <a:pt x="84137" y="0"/>
                  </a:lnTo>
                  <a:lnTo>
                    <a:pt x="25400" y="0"/>
                  </a:lnTo>
                  <a:close/>
                </a:path>
              </a:pathLst>
            </a:custGeom>
            <a:ln w="7619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2" name="object 802"/>
            <p:cNvSpPr/>
            <p:nvPr/>
          </p:nvSpPr>
          <p:spPr>
            <a:xfrm>
              <a:off x="5923279" y="3989070"/>
              <a:ext cx="153670" cy="152400"/>
            </a:xfrm>
            <a:custGeom>
              <a:avLst/>
              <a:gdLst/>
              <a:ahLst/>
              <a:cxnLst/>
              <a:rect l="l" t="t" r="r" b="b"/>
              <a:pathLst>
                <a:path w="153670" h="152400">
                  <a:moveTo>
                    <a:pt x="127000" y="0"/>
                  </a:moveTo>
                  <a:lnTo>
                    <a:pt x="25400" y="0"/>
                  </a:ln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399"/>
                  </a:lnTo>
                  <a:lnTo>
                    <a:pt x="0" y="126999"/>
                  </a:lnTo>
                  <a:lnTo>
                    <a:pt x="2182" y="136326"/>
                  </a:lnTo>
                  <a:lnTo>
                    <a:pt x="7937" y="144462"/>
                  </a:lnTo>
                  <a:lnTo>
                    <a:pt x="16073" y="150217"/>
                  </a:lnTo>
                  <a:lnTo>
                    <a:pt x="25400" y="152399"/>
                  </a:lnTo>
                  <a:lnTo>
                    <a:pt x="127000" y="152399"/>
                  </a:lnTo>
                  <a:lnTo>
                    <a:pt x="136525" y="150217"/>
                  </a:lnTo>
                  <a:lnTo>
                    <a:pt x="145097" y="144462"/>
                  </a:lnTo>
                  <a:lnTo>
                    <a:pt x="151288" y="136326"/>
                  </a:lnTo>
                  <a:lnTo>
                    <a:pt x="153670" y="126999"/>
                  </a:lnTo>
                  <a:lnTo>
                    <a:pt x="153670" y="25399"/>
                  </a:lnTo>
                  <a:lnTo>
                    <a:pt x="151288" y="16073"/>
                  </a:lnTo>
                  <a:lnTo>
                    <a:pt x="145097" y="7937"/>
                  </a:lnTo>
                  <a:lnTo>
                    <a:pt x="136525" y="2182"/>
                  </a:lnTo>
                  <a:lnTo>
                    <a:pt x="127000" y="0"/>
                  </a:lnTo>
                  <a:close/>
                </a:path>
              </a:pathLst>
            </a:custGeom>
            <a:solidFill>
              <a:srgbClr val="FF9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3" name="object 803"/>
            <p:cNvSpPr/>
            <p:nvPr/>
          </p:nvSpPr>
          <p:spPr>
            <a:xfrm>
              <a:off x="5923279" y="3989070"/>
              <a:ext cx="153670" cy="152400"/>
            </a:xfrm>
            <a:custGeom>
              <a:avLst/>
              <a:gdLst/>
              <a:ahLst/>
              <a:cxnLst/>
              <a:rect l="l" t="t" r="r" b="b"/>
              <a:pathLst>
                <a:path w="153670" h="152400">
                  <a:moveTo>
                    <a:pt x="25400" y="0"/>
                  </a:move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399"/>
                  </a:lnTo>
                  <a:lnTo>
                    <a:pt x="0" y="26987"/>
                  </a:lnTo>
                  <a:lnTo>
                    <a:pt x="0" y="38099"/>
                  </a:lnTo>
                  <a:lnTo>
                    <a:pt x="0" y="68262"/>
                  </a:lnTo>
                  <a:lnTo>
                    <a:pt x="0" y="126999"/>
                  </a:lnTo>
                  <a:lnTo>
                    <a:pt x="2182" y="136326"/>
                  </a:lnTo>
                  <a:lnTo>
                    <a:pt x="7937" y="144462"/>
                  </a:lnTo>
                  <a:lnTo>
                    <a:pt x="16073" y="150217"/>
                  </a:lnTo>
                  <a:lnTo>
                    <a:pt x="25400" y="152399"/>
                  </a:lnTo>
                  <a:lnTo>
                    <a:pt x="26987" y="152399"/>
                  </a:lnTo>
                  <a:lnTo>
                    <a:pt x="38100" y="152399"/>
                  </a:lnTo>
                  <a:lnTo>
                    <a:pt x="68262" y="152399"/>
                  </a:lnTo>
                  <a:lnTo>
                    <a:pt x="127000" y="152399"/>
                  </a:lnTo>
                  <a:lnTo>
                    <a:pt x="136525" y="150217"/>
                  </a:lnTo>
                  <a:lnTo>
                    <a:pt x="145097" y="144462"/>
                  </a:lnTo>
                  <a:lnTo>
                    <a:pt x="151288" y="136326"/>
                  </a:lnTo>
                  <a:lnTo>
                    <a:pt x="153670" y="126999"/>
                  </a:lnTo>
                  <a:lnTo>
                    <a:pt x="153670" y="125412"/>
                  </a:lnTo>
                  <a:lnTo>
                    <a:pt x="153670" y="114299"/>
                  </a:lnTo>
                  <a:lnTo>
                    <a:pt x="153670" y="84137"/>
                  </a:lnTo>
                  <a:lnTo>
                    <a:pt x="153670" y="25399"/>
                  </a:lnTo>
                  <a:lnTo>
                    <a:pt x="151288" y="16073"/>
                  </a:lnTo>
                  <a:lnTo>
                    <a:pt x="145097" y="7937"/>
                  </a:lnTo>
                  <a:lnTo>
                    <a:pt x="136525" y="2182"/>
                  </a:lnTo>
                  <a:lnTo>
                    <a:pt x="127000" y="0"/>
                  </a:lnTo>
                  <a:lnTo>
                    <a:pt x="125412" y="0"/>
                  </a:lnTo>
                  <a:lnTo>
                    <a:pt x="114300" y="0"/>
                  </a:lnTo>
                  <a:lnTo>
                    <a:pt x="84137" y="0"/>
                  </a:lnTo>
                  <a:lnTo>
                    <a:pt x="25400" y="0"/>
                  </a:lnTo>
                  <a:close/>
                </a:path>
              </a:pathLst>
            </a:custGeom>
            <a:ln w="28393">
              <a:solidFill>
                <a:srgbClr val="FFCF8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4" name="object 804"/>
            <p:cNvSpPr/>
            <p:nvPr/>
          </p:nvSpPr>
          <p:spPr>
            <a:xfrm>
              <a:off x="5923279" y="3989070"/>
              <a:ext cx="153670" cy="152400"/>
            </a:xfrm>
            <a:custGeom>
              <a:avLst/>
              <a:gdLst/>
              <a:ahLst/>
              <a:cxnLst/>
              <a:rect l="l" t="t" r="r" b="b"/>
              <a:pathLst>
                <a:path w="153670" h="152400">
                  <a:moveTo>
                    <a:pt x="25400" y="0"/>
                  </a:move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399"/>
                  </a:lnTo>
                  <a:lnTo>
                    <a:pt x="0" y="26987"/>
                  </a:lnTo>
                  <a:lnTo>
                    <a:pt x="0" y="38099"/>
                  </a:lnTo>
                  <a:lnTo>
                    <a:pt x="0" y="68262"/>
                  </a:lnTo>
                  <a:lnTo>
                    <a:pt x="0" y="126999"/>
                  </a:lnTo>
                  <a:lnTo>
                    <a:pt x="2182" y="136326"/>
                  </a:lnTo>
                  <a:lnTo>
                    <a:pt x="7937" y="144462"/>
                  </a:lnTo>
                  <a:lnTo>
                    <a:pt x="16073" y="150217"/>
                  </a:lnTo>
                  <a:lnTo>
                    <a:pt x="25400" y="152399"/>
                  </a:lnTo>
                  <a:lnTo>
                    <a:pt x="26987" y="152399"/>
                  </a:lnTo>
                  <a:lnTo>
                    <a:pt x="38100" y="152399"/>
                  </a:lnTo>
                  <a:lnTo>
                    <a:pt x="68262" y="152399"/>
                  </a:lnTo>
                  <a:lnTo>
                    <a:pt x="127000" y="152399"/>
                  </a:lnTo>
                  <a:lnTo>
                    <a:pt x="136525" y="150217"/>
                  </a:lnTo>
                  <a:lnTo>
                    <a:pt x="145097" y="144462"/>
                  </a:lnTo>
                  <a:lnTo>
                    <a:pt x="151288" y="136326"/>
                  </a:lnTo>
                  <a:lnTo>
                    <a:pt x="153670" y="126999"/>
                  </a:lnTo>
                  <a:lnTo>
                    <a:pt x="153670" y="125412"/>
                  </a:lnTo>
                  <a:lnTo>
                    <a:pt x="153670" y="114299"/>
                  </a:lnTo>
                  <a:lnTo>
                    <a:pt x="153670" y="84137"/>
                  </a:lnTo>
                  <a:lnTo>
                    <a:pt x="153670" y="25399"/>
                  </a:lnTo>
                  <a:lnTo>
                    <a:pt x="151288" y="16073"/>
                  </a:lnTo>
                  <a:lnTo>
                    <a:pt x="145097" y="7937"/>
                  </a:lnTo>
                  <a:lnTo>
                    <a:pt x="136525" y="2182"/>
                  </a:lnTo>
                  <a:lnTo>
                    <a:pt x="127000" y="0"/>
                  </a:lnTo>
                  <a:lnTo>
                    <a:pt x="125412" y="0"/>
                  </a:lnTo>
                  <a:lnTo>
                    <a:pt x="114300" y="0"/>
                  </a:lnTo>
                  <a:lnTo>
                    <a:pt x="84137" y="0"/>
                  </a:lnTo>
                  <a:lnTo>
                    <a:pt x="25400" y="0"/>
                  </a:lnTo>
                  <a:close/>
                </a:path>
              </a:pathLst>
            </a:custGeom>
            <a:ln w="7619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5" name="object 805"/>
            <p:cNvSpPr/>
            <p:nvPr/>
          </p:nvSpPr>
          <p:spPr>
            <a:xfrm>
              <a:off x="5340349" y="3133090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127000" y="0"/>
                  </a:moveTo>
                  <a:lnTo>
                    <a:pt x="25400" y="0"/>
                  </a:ln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127000"/>
                  </a:lnTo>
                  <a:lnTo>
                    <a:pt x="2182" y="136326"/>
                  </a:lnTo>
                  <a:lnTo>
                    <a:pt x="7937" y="144462"/>
                  </a:lnTo>
                  <a:lnTo>
                    <a:pt x="16073" y="150217"/>
                  </a:lnTo>
                  <a:lnTo>
                    <a:pt x="25400" y="152400"/>
                  </a:lnTo>
                  <a:lnTo>
                    <a:pt x="127000" y="152400"/>
                  </a:lnTo>
                  <a:lnTo>
                    <a:pt x="136326" y="150217"/>
                  </a:lnTo>
                  <a:lnTo>
                    <a:pt x="144462" y="144462"/>
                  </a:lnTo>
                  <a:lnTo>
                    <a:pt x="150217" y="136326"/>
                  </a:lnTo>
                  <a:lnTo>
                    <a:pt x="152400" y="127000"/>
                  </a:lnTo>
                  <a:lnTo>
                    <a:pt x="152400" y="25400"/>
                  </a:lnTo>
                  <a:lnTo>
                    <a:pt x="150217" y="16073"/>
                  </a:lnTo>
                  <a:lnTo>
                    <a:pt x="144462" y="7937"/>
                  </a:lnTo>
                  <a:lnTo>
                    <a:pt x="136326" y="2182"/>
                  </a:lnTo>
                  <a:lnTo>
                    <a:pt x="127000" y="0"/>
                  </a:lnTo>
                  <a:close/>
                </a:path>
              </a:pathLst>
            </a:custGeom>
            <a:solidFill>
              <a:srgbClr val="FF9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6" name="object 806"/>
            <p:cNvSpPr/>
            <p:nvPr/>
          </p:nvSpPr>
          <p:spPr>
            <a:xfrm>
              <a:off x="5340349" y="3133090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25400" y="0"/>
                  </a:move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26987"/>
                  </a:lnTo>
                  <a:lnTo>
                    <a:pt x="0" y="38100"/>
                  </a:lnTo>
                  <a:lnTo>
                    <a:pt x="0" y="68262"/>
                  </a:lnTo>
                  <a:lnTo>
                    <a:pt x="0" y="127000"/>
                  </a:lnTo>
                  <a:lnTo>
                    <a:pt x="2182" y="136326"/>
                  </a:lnTo>
                  <a:lnTo>
                    <a:pt x="7937" y="144462"/>
                  </a:lnTo>
                  <a:lnTo>
                    <a:pt x="16073" y="150217"/>
                  </a:lnTo>
                  <a:lnTo>
                    <a:pt x="25400" y="152400"/>
                  </a:lnTo>
                  <a:lnTo>
                    <a:pt x="26987" y="152400"/>
                  </a:lnTo>
                  <a:lnTo>
                    <a:pt x="38100" y="152400"/>
                  </a:lnTo>
                  <a:lnTo>
                    <a:pt x="68262" y="152400"/>
                  </a:lnTo>
                  <a:lnTo>
                    <a:pt x="127000" y="152400"/>
                  </a:lnTo>
                  <a:lnTo>
                    <a:pt x="136326" y="150217"/>
                  </a:lnTo>
                  <a:lnTo>
                    <a:pt x="144462" y="144462"/>
                  </a:lnTo>
                  <a:lnTo>
                    <a:pt x="150217" y="136326"/>
                  </a:lnTo>
                  <a:lnTo>
                    <a:pt x="152400" y="127000"/>
                  </a:lnTo>
                  <a:lnTo>
                    <a:pt x="152400" y="125412"/>
                  </a:lnTo>
                  <a:lnTo>
                    <a:pt x="152400" y="114300"/>
                  </a:lnTo>
                  <a:lnTo>
                    <a:pt x="152400" y="84137"/>
                  </a:lnTo>
                  <a:lnTo>
                    <a:pt x="152400" y="25400"/>
                  </a:lnTo>
                  <a:lnTo>
                    <a:pt x="150217" y="16073"/>
                  </a:lnTo>
                  <a:lnTo>
                    <a:pt x="144462" y="7937"/>
                  </a:lnTo>
                  <a:lnTo>
                    <a:pt x="136326" y="2182"/>
                  </a:lnTo>
                  <a:lnTo>
                    <a:pt x="127000" y="0"/>
                  </a:lnTo>
                  <a:lnTo>
                    <a:pt x="125412" y="0"/>
                  </a:lnTo>
                  <a:lnTo>
                    <a:pt x="114300" y="0"/>
                  </a:lnTo>
                  <a:lnTo>
                    <a:pt x="84137" y="0"/>
                  </a:lnTo>
                  <a:lnTo>
                    <a:pt x="25400" y="0"/>
                  </a:lnTo>
                  <a:close/>
                </a:path>
              </a:pathLst>
            </a:custGeom>
            <a:ln w="28393">
              <a:solidFill>
                <a:srgbClr val="FFCF8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7" name="object 807"/>
            <p:cNvSpPr/>
            <p:nvPr/>
          </p:nvSpPr>
          <p:spPr>
            <a:xfrm>
              <a:off x="5340349" y="3133090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25400" y="0"/>
                  </a:move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26987"/>
                  </a:lnTo>
                  <a:lnTo>
                    <a:pt x="0" y="38100"/>
                  </a:lnTo>
                  <a:lnTo>
                    <a:pt x="0" y="68262"/>
                  </a:lnTo>
                  <a:lnTo>
                    <a:pt x="0" y="127000"/>
                  </a:lnTo>
                  <a:lnTo>
                    <a:pt x="2182" y="136326"/>
                  </a:lnTo>
                  <a:lnTo>
                    <a:pt x="7937" y="144462"/>
                  </a:lnTo>
                  <a:lnTo>
                    <a:pt x="16073" y="150217"/>
                  </a:lnTo>
                  <a:lnTo>
                    <a:pt x="25400" y="152400"/>
                  </a:lnTo>
                  <a:lnTo>
                    <a:pt x="26987" y="152400"/>
                  </a:lnTo>
                  <a:lnTo>
                    <a:pt x="38100" y="152400"/>
                  </a:lnTo>
                  <a:lnTo>
                    <a:pt x="68262" y="152400"/>
                  </a:lnTo>
                  <a:lnTo>
                    <a:pt x="127000" y="152400"/>
                  </a:lnTo>
                  <a:lnTo>
                    <a:pt x="136326" y="150217"/>
                  </a:lnTo>
                  <a:lnTo>
                    <a:pt x="144462" y="144462"/>
                  </a:lnTo>
                  <a:lnTo>
                    <a:pt x="150217" y="136326"/>
                  </a:lnTo>
                  <a:lnTo>
                    <a:pt x="152400" y="127000"/>
                  </a:lnTo>
                  <a:lnTo>
                    <a:pt x="152400" y="125412"/>
                  </a:lnTo>
                  <a:lnTo>
                    <a:pt x="152400" y="114300"/>
                  </a:lnTo>
                  <a:lnTo>
                    <a:pt x="152400" y="84137"/>
                  </a:lnTo>
                  <a:lnTo>
                    <a:pt x="152400" y="25400"/>
                  </a:lnTo>
                  <a:lnTo>
                    <a:pt x="150217" y="16073"/>
                  </a:lnTo>
                  <a:lnTo>
                    <a:pt x="144462" y="7937"/>
                  </a:lnTo>
                  <a:lnTo>
                    <a:pt x="136326" y="2182"/>
                  </a:lnTo>
                  <a:lnTo>
                    <a:pt x="127000" y="0"/>
                  </a:lnTo>
                  <a:lnTo>
                    <a:pt x="125412" y="0"/>
                  </a:lnTo>
                  <a:lnTo>
                    <a:pt x="114300" y="0"/>
                  </a:lnTo>
                  <a:lnTo>
                    <a:pt x="84137" y="0"/>
                  </a:lnTo>
                  <a:lnTo>
                    <a:pt x="25400" y="0"/>
                  </a:lnTo>
                  <a:close/>
                </a:path>
              </a:pathLst>
            </a:custGeom>
            <a:ln w="7619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8" name="object 808"/>
            <p:cNvSpPr/>
            <p:nvPr/>
          </p:nvSpPr>
          <p:spPr>
            <a:xfrm>
              <a:off x="5742939" y="3130550"/>
              <a:ext cx="152400" cy="151130"/>
            </a:xfrm>
            <a:custGeom>
              <a:avLst/>
              <a:gdLst/>
              <a:ahLst/>
              <a:cxnLst/>
              <a:rect l="l" t="t" r="r" b="b"/>
              <a:pathLst>
                <a:path w="152400" h="151129">
                  <a:moveTo>
                    <a:pt x="127000" y="0"/>
                  </a:moveTo>
                  <a:lnTo>
                    <a:pt x="25400" y="0"/>
                  </a:ln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125729"/>
                  </a:lnTo>
                  <a:lnTo>
                    <a:pt x="2182" y="135056"/>
                  </a:lnTo>
                  <a:lnTo>
                    <a:pt x="7937" y="143192"/>
                  </a:lnTo>
                  <a:lnTo>
                    <a:pt x="16073" y="148947"/>
                  </a:lnTo>
                  <a:lnTo>
                    <a:pt x="25400" y="151129"/>
                  </a:lnTo>
                  <a:lnTo>
                    <a:pt x="127000" y="151129"/>
                  </a:lnTo>
                  <a:lnTo>
                    <a:pt x="136326" y="148947"/>
                  </a:lnTo>
                  <a:lnTo>
                    <a:pt x="144462" y="143192"/>
                  </a:lnTo>
                  <a:lnTo>
                    <a:pt x="150217" y="135056"/>
                  </a:lnTo>
                  <a:lnTo>
                    <a:pt x="152400" y="125729"/>
                  </a:lnTo>
                  <a:lnTo>
                    <a:pt x="152400" y="25400"/>
                  </a:lnTo>
                  <a:lnTo>
                    <a:pt x="150217" y="16073"/>
                  </a:lnTo>
                  <a:lnTo>
                    <a:pt x="144462" y="7937"/>
                  </a:lnTo>
                  <a:lnTo>
                    <a:pt x="136326" y="2182"/>
                  </a:lnTo>
                  <a:lnTo>
                    <a:pt x="127000" y="0"/>
                  </a:lnTo>
                  <a:close/>
                </a:path>
              </a:pathLst>
            </a:custGeom>
            <a:solidFill>
              <a:srgbClr val="7C9A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9" name="object 809"/>
            <p:cNvSpPr/>
            <p:nvPr/>
          </p:nvSpPr>
          <p:spPr>
            <a:xfrm>
              <a:off x="5742939" y="3130550"/>
              <a:ext cx="152400" cy="151130"/>
            </a:xfrm>
            <a:custGeom>
              <a:avLst/>
              <a:gdLst/>
              <a:ahLst/>
              <a:cxnLst/>
              <a:rect l="l" t="t" r="r" b="b"/>
              <a:pathLst>
                <a:path w="152400" h="151129">
                  <a:moveTo>
                    <a:pt x="25400" y="0"/>
                  </a:move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26967"/>
                  </a:lnTo>
                  <a:lnTo>
                    <a:pt x="0" y="37941"/>
                  </a:lnTo>
                  <a:lnTo>
                    <a:pt x="0" y="67726"/>
                  </a:lnTo>
                  <a:lnTo>
                    <a:pt x="0" y="125729"/>
                  </a:lnTo>
                  <a:lnTo>
                    <a:pt x="2182" y="135056"/>
                  </a:lnTo>
                  <a:lnTo>
                    <a:pt x="7937" y="143192"/>
                  </a:lnTo>
                  <a:lnTo>
                    <a:pt x="16073" y="148947"/>
                  </a:lnTo>
                  <a:lnTo>
                    <a:pt x="25400" y="151129"/>
                  </a:lnTo>
                  <a:lnTo>
                    <a:pt x="26987" y="151129"/>
                  </a:lnTo>
                  <a:lnTo>
                    <a:pt x="38100" y="151129"/>
                  </a:lnTo>
                  <a:lnTo>
                    <a:pt x="68262" y="151129"/>
                  </a:lnTo>
                  <a:lnTo>
                    <a:pt x="127000" y="151129"/>
                  </a:lnTo>
                  <a:lnTo>
                    <a:pt x="136326" y="148947"/>
                  </a:lnTo>
                  <a:lnTo>
                    <a:pt x="144462" y="143192"/>
                  </a:lnTo>
                  <a:lnTo>
                    <a:pt x="150217" y="135056"/>
                  </a:lnTo>
                  <a:lnTo>
                    <a:pt x="152400" y="125729"/>
                  </a:lnTo>
                  <a:lnTo>
                    <a:pt x="152400" y="124162"/>
                  </a:lnTo>
                  <a:lnTo>
                    <a:pt x="152400" y="113188"/>
                  </a:lnTo>
                  <a:lnTo>
                    <a:pt x="152400" y="83403"/>
                  </a:lnTo>
                  <a:lnTo>
                    <a:pt x="152400" y="25400"/>
                  </a:lnTo>
                  <a:lnTo>
                    <a:pt x="150217" y="16073"/>
                  </a:lnTo>
                  <a:lnTo>
                    <a:pt x="144462" y="7937"/>
                  </a:lnTo>
                  <a:lnTo>
                    <a:pt x="136326" y="2182"/>
                  </a:lnTo>
                  <a:lnTo>
                    <a:pt x="127000" y="0"/>
                  </a:lnTo>
                  <a:lnTo>
                    <a:pt x="125412" y="0"/>
                  </a:lnTo>
                  <a:lnTo>
                    <a:pt x="114300" y="0"/>
                  </a:lnTo>
                  <a:lnTo>
                    <a:pt x="84137" y="0"/>
                  </a:lnTo>
                  <a:lnTo>
                    <a:pt x="25400" y="0"/>
                  </a:lnTo>
                  <a:close/>
                </a:path>
              </a:pathLst>
            </a:custGeom>
            <a:ln w="28393">
              <a:solidFill>
                <a:srgbClr val="C9D5E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0" name="object 810"/>
            <p:cNvSpPr/>
            <p:nvPr/>
          </p:nvSpPr>
          <p:spPr>
            <a:xfrm>
              <a:off x="5742939" y="3129280"/>
              <a:ext cx="152400" cy="151130"/>
            </a:xfrm>
            <a:custGeom>
              <a:avLst/>
              <a:gdLst/>
              <a:ahLst/>
              <a:cxnLst/>
              <a:rect l="l" t="t" r="r" b="b"/>
              <a:pathLst>
                <a:path w="152400" h="151129">
                  <a:moveTo>
                    <a:pt x="25400" y="0"/>
                  </a:moveTo>
                  <a:lnTo>
                    <a:pt x="16073" y="2162"/>
                  </a:lnTo>
                  <a:lnTo>
                    <a:pt x="7937" y="7778"/>
                  </a:lnTo>
                  <a:lnTo>
                    <a:pt x="2182" y="15537"/>
                  </a:lnTo>
                  <a:lnTo>
                    <a:pt x="0" y="24130"/>
                  </a:lnTo>
                  <a:lnTo>
                    <a:pt x="0" y="25717"/>
                  </a:lnTo>
                  <a:lnTo>
                    <a:pt x="0" y="36830"/>
                  </a:lnTo>
                  <a:lnTo>
                    <a:pt x="0" y="66992"/>
                  </a:lnTo>
                  <a:lnTo>
                    <a:pt x="0" y="125730"/>
                  </a:lnTo>
                  <a:lnTo>
                    <a:pt x="2182" y="135056"/>
                  </a:lnTo>
                  <a:lnTo>
                    <a:pt x="7937" y="143192"/>
                  </a:lnTo>
                  <a:lnTo>
                    <a:pt x="16073" y="148947"/>
                  </a:lnTo>
                  <a:lnTo>
                    <a:pt x="25400" y="151130"/>
                  </a:lnTo>
                  <a:lnTo>
                    <a:pt x="26987" y="151130"/>
                  </a:lnTo>
                  <a:lnTo>
                    <a:pt x="38100" y="151130"/>
                  </a:lnTo>
                  <a:lnTo>
                    <a:pt x="68262" y="151130"/>
                  </a:lnTo>
                  <a:lnTo>
                    <a:pt x="127000" y="151130"/>
                  </a:lnTo>
                  <a:lnTo>
                    <a:pt x="136326" y="148947"/>
                  </a:lnTo>
                  <a:lnTo>
                    <a:pt x="144462" y="143192"/>
                  </a:lnTo>
                  <a:lnTo>
                    <a:pt x="150217" y="135056"/>
                  </a:lnTo>
                  <a:lnTo>
                    <a:pt x="152400" y="125730"/>
                  </a:lnTo>
                  <a:lnTo>
                    <a:pt x="152400" y="124142"/>
                  </a:lnTo>
                  <a:lnTo>
                    <a:pt x="152400" y="113030"/>
                  </a:lnTo>
                  <a:lnTo>
                    <a:pt x="152400" y="82867"/>
                  </a:lnTo>
                  <a:lnTo>
                    <a:pt x="152400" y="24130"/>
                  </a:lnTo>
                  <a:lnTo>
                    <a:pt x="150217" y="15537"/>
                  </a:lnTo>
                  <a:lnTo>
                    <a:pt x="144462" y="7778"/>
                  </a:lnTo>
                  <a:lnTo>
                    <a:pt x="136326" y="2162"/>
                  </a:lnTo>
                  <a:lnTo>
                    <a:pt x="127000" y="0"/>
                  </a:lnTo>
                  <a:lnTo>
                    <a:pt x="125412" y="0"/>
                  </a:lnTo>
                  <a:lnTo>
                    <a:pt x="114300" y="0"/>
                  </a:lnTo>
                  <a:lnTo>
                    <a:pt x="84137" y="0"/>
                  </a:lnTo>
                  <a:lnTo>
                    <a:pt x="25400" y="0"/>
                  </a:lnTo>
                  <a:close/>
                </a:path>
              </a:pathLst>
            </a:custGeom>
            <a:ln w="7619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1" name="object 811"/>
            <p:cNvSpPr/>
            <p:nvPr/>
          </p:nvSpPr>
          <p:spPr>
            <a:xfrm>
              <a:off x="4570729" y="3562350"/>
              <a:ext cx="153670" cy="151130"/>
            </a:xfrm>
            <a:custGeom>
              <a:avLst/>
              <a:gdLst/>
              <a:ahLst/>
              <a:cxnLst/>
              <a:rect l="l" t="t" r="r" b="b"/>
              <a:pathLst>
                <a:path w="153670" h="151129">
                  <a:moveTo>
                    <a:pt x="128270" y="0"/>
                  </a:moveTo>
                  <a:lnTo>
                    <a:pt x="25400" y="0"/>
                  </a:lnTo>
                  <a:lnTo>
                    <a:pt x="16073" y="2162"/>
                  </a:lnTo>
                  <a:lnTo>
                    <a:pt x="7937" y="7778"/>
                  </a:lnTo>
                  <a:lnTo>
                    <a:pt x="2182" y="15537"/>
                  </a:lnTo>
                  <a:lnTo>
                    <a:pt x="0" y="24129"/>
                  </a:lnTo>
                  <a:lnTo>
                    <a:pt x="0" y="125730"/>
                  </a:lnTo>
                  <a:lnTo>
                    <a:pt x="2182" y="135056"/>
                  </a:lnTo>
                  <a:lnTo>
                    <a:pt x="7937" y="143192"/>
                  </a:lnTo>
                  <a:lnTo>
                    <a:pt x="16073" y="148947"/>
                  </a:lnTo>
                  <a:lnTo>
                    <a:pt x="25400" y="151130"/>
                  </a:lnTo>
                  <a:lnTo>
                    <a:pt x="128270" y="151130"/>
                  </a:lnTo>
                  <a:lnTo>
                    <a:pt x="137596" y="148947"/>
                  </a:lnTo>
                  <a:lnTo>
                    <a:pt x="145732" y="143192"/>
                  </a:lnTo>
                  <a:lnTo>
                    <a:pt x="151487" y="135056"/>
                  </a:lnTo>
                  <a:lnTo>
                    <a:pt x="153670" y="125730"/>
                  </a:lnTo>
                  <a:lnTo>
                    <a:pt x="153670" y="24129"/>
                  </a:lnTo>
                  <a:lnTo>
                    <a:pt x="151487" y="15537"/>
                  </a:lnTo>
                  <a:lnTo>
                    <a:pt x="145732" y="7778"/>
                  </a:lnTo>
                  <a:lnTo>
                    <a:pt x="137596" y="2162"/>
                  </a:lnTo>
                  <a:lnTo>
                    <a:pt x="128270" y="0"/>
                  </a:lnTo>
                  <a:close/>
                </a:path>
              </a:pathLst>
            </a:custGeom>
            <a:solidFill>
              <a:srgbClr val="7C9A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2" name="object 812"/>
            <p:cNvSpPr/>
            <p:nvPr/>
          </p:nvSpPr>
          <p:spPr>
            <a:xfrm>
              <a:off x="4570729" y="3562350"/>
              <a:ext cx="153670" cy="151130"/>
            </a:xfrm>
            <a:custGeom>
              <a:avLst/>
              <a:gdLst/>
              <a:ahLst/>
              <a:cxnLst/>
              <a:rect l="l" t="t" r="r" b="b"/>
              <a:pathLst>
                <a:path w="153670" h="151129">
                  <a:moveTo>
                    <a:pt x="25400" y="0"/>
                  </a:moveTo>
                  <a:lnTo>
                    <a:pt x="16073" y="2162"/>
                  </a:lnTo>
                  <a:lnTo>
                    <a:pt x="7937" y="7778"/>
                  </a:lnTo>
                  <a:lnTo>
                    <a:pt x="2182" y="15537"/>
                  </a:lnTo>
                  <a:lnTo>
                    <a:pt x="0" y="24129"/>
                  </a:lnTo>
                  <a:lnTo>
                    <a:pt x="0" y="25717"/>
                  </a:lnTo>
                  <a:lnTo>
                    <a:pt x="0" y="36829"/>
                  </a:lnTo>
                  <a:lnTo>
                    <a:pt x="0" y="66992"/>
                  </a:lnTo>
                  <a:lnTo>
                    <a:pt x="0" y="125730"/>
                  </a:lnTo>
                  <a:lnTo>
                    <a:pt x="2182" y="135056"/>
                  </a:lnTo>
                  <a:lnTo>
                    <a:pt x="7937" y="143192"/>
                  </a:lnTo>
                  <a:lnTo>
                    <a:pt x="16073" y="148947"/>
                  </a:lnTo>
                  <a:lnTo>
                    <a:pt x="25400" y="151130"/>
                  </a:lnTo>
                  <a:lnTo>
                    <a:pt x="27007" y="151130"/>
                  </a:lnTo>
                  <a:lnTo>
                    <a:pt x="38258" y="151130"/>
                  </a:lnTo>
                  <a:lnTo>
                    <a:pt x="68798" y="151130"/>
                  </a:lnTo>
                  <a:lnTo>
                    <a:pt x="128270" y="151130"/>
                  </a:lnTo>
                  <a:lnTo>
                    <a:pt x="137596" y="148947"/>
                  </a:lnTo>
                  <a:lnTo>
                    <a:pt x="145732" y="143192"/>
                  </a:lnTo>
                  <a:lnTo>
                    <a:pt x="151487" y="135056"/>
                  </a:lnTo>
                  <a:lnTo>
                    <a:pt x="153670" y="125730"/>
                  </a:lnTo>
                  <a:lnTo>
                    <a:pt x="153670" y="124142"/>
                  </a:lnTo>
                  <a:lnTo>
                    <a:pt x="153670" y="113030"/>
                  </a:lnTo>
                  <a:lnTo>
                    <a:pt x="153670" y="82867"/>
                  </a:lnTo>
                  <a:lnTo>
                    <a:pt x="153670" y="24129"/>
                  </a:lnTo>
                  <a:lnTo>
                    <a:pt x="151487" y="15537"/>
                  </a:lnTo>
                  <a:lnTo>
                    <a:pt x="145732" y="7778"/>
                  </a:lnTo>
                  <a:lnTo>
                    <a:pt x="137596" y="2162"/>
                  </a:lnTo>
                  <a:lnTo>
                    <a:pt x="128270" y="0"/>
                  </a:lnTo>
                  <a:lnTo>
                    <a:pt x="126662" y="0"/>
                  </a:lnTo>
                  <a:lnTo>
                    <a:pt x="115411" y="0"/>
                  </a:lnTo>
                  <a:lnTo>
                    <a:pt x="84871" y="0"/>
                  </a:lnTo>
                  <a:lnTo>
                    <a:pt x="25400" y="0"/>
                  </a:lnTo>
                  <a:close/>
                </a:path>
              </a:pathLst>
            </a:custGeom>
            <a:ln w="28393">
              <a:solidFill>
                <a:srgbClr val="C9D5E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3" name="object 813"/>
            <p:cNvSpPr/>
            <p:nvPr/>
          </p:nvSpPr>
          <p:spPr>
            <a:xfrm>
              <a:off x="4570729" y="3559810"/>
              <a:ext cx="153670" cy="152400"/>
            </a:xfrm>
            <a:custGeom>
              <a:avLst/>
              <a:gdLst/>
              <a:ahLst/>
              <a:cxnLst/>
              <a:rect l="l" t="t" r="r" b="b"/>
              <a:pathLst>
                <a:path w="153670" h="152400">
                  <a:moveTo>
                    <a:pt x="25400" y="0"/>
                  </a:move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26987"/>
                  </a:lnTo>
                  <a:lnTo>
                    <a:pt x="0" y="38100"/>
                  </a:lnTo>
                  <a:lnTo>
                    <a:pt x="0" y="68262"/>
                  </a:lnTo>
                  <a:lnTo>
                    <a:pt x="0" y="127000"/>
                  </a:lnTo>
                  <a:lnTo>
                    <a:pt x="2182" y="136326"/>
                  </a:lnTo>
                  <a:lnTo>
                    <a:pt x="7937" y="144462"/>
                  </a:lnTo>
                  <a:lnTo>
                    <a:pt x="16073" y="150217"/>
                  </a:lnTo>
                  <a:lnTo>
                    <a:pt x="25400" y="152400"/>
                  </a:lnTo>
                  <a:lnTo>
                    <a:pt x="27007" y="152400"/>
                  </a:lnTo>
                  <a:lnTo>
                    <a:pt x="38258" y="152400"/>
                  </a:lnTo>
                  <a:lnTo>
                    <a:pt x="68798" y="152400"/>
                  </a:lnTo>
                  <a:lnTo>
                    <a:pt x="128270" y="152400"/>
                  </a:lnTo>
                  <a:lnTo>
                    <a:pt x="137596" y="150217"/>
                  </a:lnTo>
                  <a:lnTo>
                    <a:pt x="145732" y="144462"/>
                  </a:lnTo>
                  <a:lnTo>
                    <a:pt x="151487" y="136326"/>
                  </a:lnTo>
                  <a:lnTo>
                    <a:pt x="153670" y="127000"/>
                  </a:lnTo>
                  <a:lnTo>
                    <a:pt x="153670" y="125412"/>
                  </a:lnTo>
                  <a:lnTo>
                    <a:pt x="153670" y="114300"/>
                  </a:lnTo>
                  <a:lnTo>
                    <a:pt x="153670" y="84137"/>
                  </a:lnTo>
                  <a:lnTo>
                    <a:pt x="153670" y="25400"/>
                  </a:lnTo>
                  <a:lnTo>
                    <a:pt x="151487" y="16073"/>
                  </a:lnTo>
                  <a:lnTo>
                    <a:pt x="145732" y="7937"/>
                  </a:lnTo>
                  <a:lnTo>
                    <a:pt x="137596" y="2182"/>
                  </a:lnTo>
                  <a:lnTo>
                    <a:pt x="128270" y="0"/>
                  </a:lnTo>
                  <a:lnTo>
                    <a:pt x="126662" y="0"/>
                  </a:lnTo>
                  <a:lnTo>
                    <a:pt x="115411" y="0"/>
                  </a:lnTo>
                  <a:lnTo>
                    <a:pt x="84871" y="0"/>
                  </a:lnTo>
                  <a:lnTo>
                    <a:pt x="25400" y="0"/>
                  </a:lnTo>
                  <a:close/>
                </a:path>
              </a:pathLst>
            </a:custGeom>
            <a:ln w="7619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4" name="object 814"/>
            <p:cNvSpPr/>
            <p:nvPr/>
          </p:nvSpPr>
          <p:spPr>
            <a:xfrm>
              <a:off x="4594859" y="2514600"/>
              <a:ext cx="0" cy="2246630"/>
            </a:xfrm>
            <a:custGeom>
              <a:avLst/>
              <a:gdLst/>
              <a:ahLst/>
              <a:cxnLst/>
              <a:rect l="l" t="t" r="r" b="b"/>
              <a:pathLst>
                <a:path h="2246629">
                  <a:moveTo>
                    <a:pt x="0" y="0"/>
                  </a:moveTo>
                  <a:lnTo>
                    <a:pt x="0" y="2246630"/>
                  </a:lnTo>
                </a:path>
              </a:pathLst>
            </a:custGeom>
            <a:ln w="27939">
              <a:solidFill>
                <a:srgbClr val="A9A98B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5" name="object 815"/>
            <p:cNvSpPr/>
            <p:nvPr/>
          </p:nvSpPr>
          <p:spPr>
            <a:xfrm>
              <a:off x="4580889" y="4789170"/>
              <a:ext cx="27940" cy="11430"/>
            </a:xfrm>
            <a:custGeom>
              <a:avLst/>
              <a:gdLst/>
              <a:ahLst/>
              <a:cxnLst/>
              <a:rect l="l" t="t" r="r" b="b"/>
              <a:pathLst>
                <a:path w="27939" h="11429">
                  <a:moveTo>
                    <a:pt x="27939" y="0"/>
                  </a:moveTo>
                  <a:lnTo>
                    <a:pt x="0" y="0"/>
                  </a:lnTo>
                  <a:lnTo>
                    <a:pt x="0" y="11429"/>
                  </a:lnTo>
                  <a:lnTo>
                    <a:pt x="27939" y="11429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A9A9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6" name="object 816"/>
            <p:cNvSpPr/>
            <p:nvPr/>
          </p:nvSpPr>
          <p:spPr>
            <a:xfrm>
              <a:off x="4616449" y="2362200"/>
              <a:ext cx="1676400" cy="609600"/>
            </a:xfrm>
            <a:custGeom>
              <a:avLst/>
              <a:gdLst/>
              <a:ahLst/>
              <a:cxnLst/>
              <a:rect l="l" t="t" r="r" b="b"/>
              <a:pathLst>
                <a:path w="1676400" h="609600">
                  <a:moveTo>
                    <a:pt x="1643379" y="0"/>
                  </a:moveTo>
                  <a:lnTo>
                    <a:pt x="31750" y="0"/>
                  </a:lnTo>
                  <a:lnTo>
                    <a:pt x="19823" y="2817"/>
                  </a:lnTo>
                  <a:lnTo>
                    <a:pt x="9683" y="10160"/>
                  </a:lnTo>
                  <a:lnTo>
                    <a:pt x="2639" y="20359"/>
                  </a:lnTo>
                  <a:lnTo>
                    <a:pt x="0" y="31750"/>
                  </a:lnTo>
                  <a:lnTo>
                    <a:pt x="0" y="576579"/>
                  </a:lnTo>
                  <a:lnTo>
                    <a:pt x="2639" y="588704"/>
                  </a:lnTo>
                  <a:lnTo>
                    <a:pt x="9683" y="599281"/>
                  </a:lnTo>
                  <a:lnTo>
                    <a:pt x="19823" y="606762"/>
                  </a:lnTo>
                  <a:lnTo>
                    <a:pt x="31750" y="609600"/>
                  </a:lnTo>
                  <a:lnTo>
                    <a:pt x="1643379" y="609600"/>
                  </a:lnTo>
                  <a:lnTo>
                    <a:pt x="1655504" y="606762"/>
                  </a:lnTo>
                  <a:lnTo>
                    <a:pt x="1666081" y="599281"/>
                  </a:lnTo>
                  <a:lnTo>
                    <a:pt x="1673562" y="588704"/>
                  </a:lnTo>
                  <a:lnTo>
                    <a:pt x="1676400" y="576579"/>
                  </a:lnTo>
                  <a:lnTo>
                    <a:pt x="1676400" y="31750"/>
                  </a:lnTo>
                  <a:lnTo>
                    <a:pt x="1673562" y="20359"/>
                  </a:lnTo>
                  <a:lnTo>
                    <a:pt x="1666081" y="10159"/>
                  </a:lnTo>
                  <a:lnTo>
                    <a:pt x="1655504" y="2817"/>
                  </a:lnTo>
                  <a:lnTo>
                    <a:pt x="1643379" y="0"/>
                  </a:lnTo>
                  <a:close/>
                </a:path>
              </a:pathLst>
            </a:custGeom>
            <a:solidFill>
              <a:srgbClr val="FF9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7" name="object 817"/>
            <p:cNvSpPr/>
            <p:nvPr/>
          </p:nvSpPr>
          <p:spPr>
            <a:xfrm>
              <a:off x="4616449" y="2362200"/>
              <a:ext cx="1676400" cy="609600"/>
            </a:xfrm>
            <a:custGeom>
              <a:avLst/>
              <a:gdLst/>
              <a:ahLst/>
              <a:cxnLst/>
              <a:rect l="l" t="t" r="r" b="b"/>
              <a:pathLst>
                <a:path w="1676400" h="609600">
                  <a:moveTo>
                    <a:pt x="31750" y="0"/>
                  </a:moveTo>
                  <a:lnTo>
                    <a:pt x="19823" y="2817"/>
                  </a:lnTo>
                  <a:lnTo>
                    <a:pt x="9683" y="10160"/>
                  </a:lnTo>
                  <a:lnTo>
                    <a:pt x="2639" y="20359"/>
                  </a:lnTo>
                  <a:lnTo>
                    <a:pt x="0" y="31750"/>
                  </a:lnTo>
                  <a:lnTo>
                    <a:pt x="0" y="40262"/>
                  </a:lnTo>
                  <a:lnTo>
                    <a:pt x="0" y="99853"/>
                  </a:lnTo>
                  <a:lnTo>
                    <a:pt x="0" y="261600"/>
                  </a:lnTo>
                  <a:lnTo>
                    <a:pt x="0" y="576579"/>
                  </a:lnTo>
                  <a:lnTo>
                    <a:pt x="2639" y="588704"/>
                  </a:lnTo>
                  <a:lnTo>
                    <a:pt x="9683" y="599281"/>
                  </a:lnTo>
                  <a:lnTo>
                    <a:pt x="19823" y="606762"/>
                  </a:lnTo>
                  <a:lnTo>
                    <a:pt x="31750" y="609600"/>
                  </a:lnTo>
                  <a:lnTo>
                    <a:pt x="56931" y="609600"/>
                  </a:lnTo>
                  <a:lnTo>
                    <a:pt x="233203" y="609600"/>
                  </a:lnTo>
                  <a:lnTo>
                    <a:pt x="711656" y="609600"/>
                  </a:lnTo>
                  <a:lnTo>
                    <a:pt x="1643379" y="609600"/>
                  </a:lnTo>
                  <a:lnTo>
                    <a:pt x="1655504" y="606762"/>
                  </a:lnTo>
                  <a:lnTo>
                    <a:pt x="1666081" y="599281"/>
                  </a:lnTo>
                  <a:lnTo>
                    <a:pt x="1673562" y="588704"/>
                  </a:lnTo>
                  <a:lnTo>
                    <a:pt x="1676400" y="576579"/>
                  </a:lnTo>
                  <a:lnTo>
                    <a:pt x="1676400" y="568067"/>
                  </a:lnTo>
                  <a:lnTo>
                    <a:pt x="1676400" y="508476"/>
                  </a:lnTo>
                  <a:lnTo>
                    <a:pt x="1676400" y="346729"/>
                  </a:lnTo>
                  <a:lnTo>
                    <a:pt x="1676400" y="31750"/>
                  </a:lnTo>
                  <a:lnTo>
                    <a:pt x="1673562" y="20359"/>
                  </a:lnTo>
                  <a:lnTo>
                    <a:pt x="1666081" y="10159"/>
                  </a:lnTo>
                  <a:lnTo>
                    <a:pt x="1655504" y="2817"/>
                  </a:lnTo>
                  <a:lnTo>
                    <a:pt x="1643379" y="0"/>
                  </a:lnTo>
                  <a:lnTo>
                    <a:pt x="1618198" y="0"/>
                  </a:lnTo>
                  <a:lnTo>
                    <a:pt x="1441926" y="0"/>
                  </a:lnTo>
                  <a:lnTo>
                    <a:pt x="963473" y="0"/>
                  </a:lnTo>
                  <a:lnTo>
                    <a:pt x="31750" y="0"/>
                  </a:lnTo>
                  <a:close/>
                </a:path>
              </a:pathLst>
            </a:custGeom>
            <a:ln w="2839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18" name="object 818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08000">
              <a:lnSpc>
                <a:spcPct val="100000"/>
              </a:lnSpc>
              <a:spcBef>
                <a:spcPts val="100"/>
              </a:spcBef>
            </a:pPr>
            <a:r>
              <a:rPr spc="-25" dirty="0"/>
              <a:t>Transforming</a:t>
            </a:r>
            <a:r>
              <a:rPr spc="-145" dirty="0"/>
              <a:t> </a:t>
            </a:r>
            <a:r>
              <a:rPr spc="-30" dirty="0"/>
              <a:t>hardware</a:t>
            </a:r>
            <a:r>
              <a:rPr spc="-105" dirty="0"/>
              <a:t> </a:t>
            </a:r>
            <a:r>
              <a:rPr dirty="0"/>
              <a:t>and</a:t>
            </a:r>
            <a:r>
              <a:rPr spc="-30" dirty="0"/>
              <a:t> </a:t>
            </a:r>
            <a:r>
              <a:rPr spc="-20" dirty="0"/>
              <a:t>capacity</a:t>
            </a:r>
            <a:r>
              <a:rPr spc="-30" dirty="0"/>
              <a:t> </a:t>
            </a:r>
            <a:r>
              <a:rPr spc="-10" dirty="0"/>
              <a:t>management</a:t>
            </a:r>
          </a:p>
        </p:txBody>
      </p:sp>
      <p:sp>
        <p:nvSpPr>
          <p:cNvPr id="819" name="object 819"/>
          <p:cNvSpPr txBox="1"/>
          <p:nvPr/>
        </p:nvSpPr>
        <p:spPr>
          <a:xfrm>
            <a:off x="2602229" y="1191259"/>
            <a:ext cx="153797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b="1" spc="-10" dirty="0">
                <a:solidFill>
                  <a:srgbClr val="333333"/>
                </a:solidFill>
                <a:latin typeface="Arial"/>
                <a:cs typeface="Arial"/>
              </a:rPr>
              <a:t>VIRTUALIZED</a:t>
            </a:r>
            <a:endParaRPr sz="1800">
              <a:latin typeface="Arial"/>
              <a:cs typeface="Arial"/>
            </a:endParaRPr>
          </a:p>
        </p:txBody>
      </p:sp>
      <p:sp>
        <p:nvSpPr>
          <p:cNvPr id="820" name="object 820"/>
          <p:cNvSpPr txBox="1"/>
          <p:nvPr/>
        </p:nvSpPr>
        <p:spPr>
          <a:xfrm>
            <a:off x="541019" y="1211579"/>
            <a:ext cx="117983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b="1" spc="-10" dirty="0">
                <a:solidFill>
                  <a:srgbClr val="333333"/>
                </a:solidFill>
                <a:latin typeface="Arial"/>
                <a:cs typeface="Arial"/>
              </a:rPr>
              <a:t>PHYSICAL</a:t>
            </a:r>
            <a:endParaRPr sz="1800">
              <a:latin typeface="Arial"/>
              <a:cs typeface="Arial"/>
            </a:endParaRPr>
          </a:p>
        </p:txBody>
      </p:sp>
      <p:sp>
        <p:nvSpPr>
          <p:cNvPr id="821" name="object 821"/>
          <p:cNvSpPr txBox="1"/>
          <p:nvPr/>
        </p:nvSpPr>
        <p:spPr>
          <a:xfrm>
            <a:off x="6269990" y="1136650"/>
            <a:ext cx="991869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b="1" spc="-10" dirty="0">
                <a:solidFill>
                  <a:srgbClr val="333333"/>
                </a:solidFill>
                <a:latin typeface="Arial"/>
                <a:cs typeface="Arial"/>
              </a:rPr>
              <a:t>POOLED</a:t>
            </a:r>
            <a:endParaRPr sz="1800">
              <a:latin typeface="Arial"/>
              <a:cs typeface="Arial"/>
            </a:endParaRPr>
          </a:p>
        </p:txBody>
      </p:sp>
      <p:grpSp>
        <p:nvGrpSpPr>
          <p:cNvPr id="822" name="object 822"/>
          <p:cNvGrpSpPr/>
          <p:nvPr/>
        </p:nvGrpSpPr>
        <p:grpSpPr>
          <a:xfrm>
            <a:off x="2157729" y="2514600"/>
            <a:ext cx="27940" cy="2286000"/>
            <a:chOff x="2157729" y="2514600"/>
            <a:chExt cx="27940" cy="2286000"/>
          </a:xfrm>
        </p:grpSpPr>
        <p:sp>
          <p:nvSpPr>
            <p:cNvPr id="823" name="object 823"/>
            <p:cNvSpPr/>
            <p:nvPr/>
          </p:nvSpPr>
          <p:spPr>
            <a:xfrm>
              <a:off x="2157729" y="2514600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27939" y="0"/>
                  </a:moveTo>
                  <a:lnTo>
                    <a:pt x="0" y="0"/>
                  </a:lnTo>
                  <a:lnTo>
                    <a:pt x="0" y="27939"/>
                  </a:lnTo>
                  <a:lnTo>
                    <a:pt x="27939" y="27939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A9A9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4" name="object 824"/>
            <p:cNvSpPr/>
            <p:nvPr/>
          </p:nvSpPr>
          <p:spPr>
            <a:xfrm>
              <a:off x="2171699" y="2571750"/>
              <a:ext cx="0" cy="2189480"/>
            </a:xfrm>
            <a:custGeom>
              <a:avLst/>
              <a:gdLst/>
              <a:ahLst/>
              <a:cxnLst/>
              <a:rect l="l" t="t" r="r" b="b"/>
              <a:pathLst>
                <a:path h="2189479">
                  <a:moveTo>
                    <a:pt x="0" y="0"/>
                  </a:moveTo>
                  <a:lnTo>
                    <a:pt x="0" y="2189480"/>
                  </a:lnTo>
                </a:path>
              </a:pathLst>
            </a:custGeom>
            <a:ln w="27939">
              <a:solidFill>
                <a:srgbClr val="A9A98B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5" name="object 825"/>
            <p:cNvSpPr/>
            <p:nvPr/>
          </p:nvSpPr>
          <p:spPr>
            <a:xfrm>
              <a:off x="2157729" y="4789170"/>
              <a:ext cx="27940" cy="11430"/>
            </a:xfrm>
            <a:custGeom>
              <a:avLst/>
              <a:gdLst/>
              <a:ahLst/>
              <a:cxnLst/>
              <a:rect l="l" t="t" r="r" b="b"/>
              <a:pathLst>
                <a:path w="27939" h="11429">
                  <a:moveTo>
                    <a:pt x="27939" y="0"/>
                  </a:moveTo>
                  <a:lnTo>
                    <a:pt x="0" y="0"/>
                  </a:lnTo>
                  <a:lnTo>
                    <a:pt x="0" y="11429"/>
                  </a:lnTo>
                  <a:lnTo>
                    <a:pt x="27939" y="11429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A9A9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826" name="object 826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1217930" y="3124200"/>
            <a:ext cx="665480" cy="1219200"/>
          </a:xfrm>
          <a:prstGeom prst="rect">
            <a:avLst/>
          </a:prstGeom>
        </p:spPr>
      </p:pic>
      <p:pic>
        <p:nvPicPr>
          <p:cNvPr id="827" name="object 827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381000" y="3124200"/>
            <a:ext cx="665480" cy="1219200"/>
          </a:xfrm>
          <a:prstGeom prst="rect">
            <a:avLst/>
          </a:prstGeom>
        </p:spPr>
      </p:pic>
      <p:sp>
        <p:nvSpPr>
          <p:cNvPr id="828" name="object 828"/>
          <p:cNvSpPr txBox="1"/>
          <p:nvPr/>
        </p:nvSpPr>
        <p:spPr>
          <a:xfrm>
            <a:off x="4287520" y="2368550"/>
            <a:ext cx="137795" cy="500380"/>
          </a:xfrm>
          <a:prstGeom prst="rect">
            <a:avLst/>
          </a:prstGeom>
        </p:spPr>
        <p:txBody>
          <a:bodyPr vert="horz" wrap="square" lIns="0" tIns="49530" rIns="0" bIns="0" rtlCol="0">
            <a:spAutoFit/>
          </a:bodyPr>
          <a:lstStyle/>
          <a:p>
            <a:pPr marL="22225" marR="5080" indent="-10160" algn="just">
              <a:lnSpc>
                <a:spcPct val="79900"/>
              </a:lnSpc>
              <a:spcBef>
                <a:spcPts val="390"/>
              </a:spcBef>
            </a:pPr>
            <a:r>
              <a:rPr sz="1200" b="1" spc="-50" dirty="0">
                <a:solidFill>
                  <a:srgbClr val="FFFFFF"/>
                </a:solidFill>
                <a:latin typeface="Arial"/>
                <a:cs typeface="Arial"/>
              </a:rPr>
              <a:t>R P 1</a:t>
            </a:r>
            <a:endParaRPr sz="1200">
              <a:latin typeface="Arial"/>
              <a:cs typeface="Arial"/>
            </a:endParaRPr>
          </a:p>
        </p:txBody>
      </p:sp>
      <p:sp>
        <p:nvSpPr>
          <p:cNvPr id="829" name="object 829"/>
          <p:cNvSpPr txBox="1"/>
          <p:nvPr/>
        </p:nvSpPr>
        <p:spPr>
          <a:xfrm>
            <a:off x="6116320" y="2368550"/>
            <a:ext cx="137795" cy="500380"/>
          </a:xfrm>
          <a:prstGeom prst="rect">
            <a:avLst/>
          </a:prstGeom>
        </p:spPr>
        <p:txBody>
          <a:bodyPr vert="horz" wrap="square" lIns="0" tIns="49530" rIns="0" bIns="0" rtlCol="0">
            <a:spAutoFit/>
          </a:bodyPr>
          <a:lstStyle/>
          <a:p>
            <a:pPr marL="22225" marR="5080" indent="-10160" algn="just">
              <a:lnSpc>
                <a:spcPct val="79900"/>
              </a:lnSpc>
              <a:spcBef>
                <a:spcPts val="390"/>
              </a:spcBef>
            </a:pPr>
            <a:r>
              <a:rPr sz="1200" b="1" spc="-50" dirty="0">
                <a:solidFill>
                  <a:srgbClr val="FFFFFF"/>
                </a:solidFill>
                <a:latin typeface="Arial"/>
                <a:cs typeface="Arial"/>
              </a:rPr>
              <a:t>R P 2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830" name="object 830"/>
          <p:cNvGrpSpPr/>
          <p:nvPr/>
        </p:nvGrpSpPr>
        <p:grpSpPr>
          <a:xfrm>
            <a:off x="2773453" y="1662203"/>
            <a:ext cx="639445" cy="638175"/>
            <a:chOff x="2773453" y="1662203"/>
            <a:chExt cx="639445" cy="638175"/>
          </a:xfrm>
        </p:grpSpPr>
        <p:sp>
          <p:nvSpPr>
            <p:cNvPr id="831" name="object 831"/>
            <p:cNvSpPr/>
            <p:nvPr/>
          </p:nvSpPr>
          <p:spPr>
            <a:xfrm>
              <a:off x="2787650" y="1676400"/>
              <a:ext cx="610870" cy="609600"/>
            </a:xfrm>
            <a:custGeom>
              <a:avLst/>
              <a:gdLst/>
              <a:ahLst/>
              <a:cxnLst/>
              <a:rect l="l" t="t" r="r" b="b"/>
              <a:pathLst>
                <a:path w="610870" h="609600">
                  <a:moveTo>
                    <a:pt x="579120" y="0"/>
                  </a:moveTo>
                  <a:lnTo>
                    <a:pt x="31750" y="0"/>
                  </a:lnTo>
                  <a:lnTo>
                    <a:pt x="19823" y="2817"/>
                  </a:lnTo>
                  <a:lnTo>
                    <a:pt x="9683" y="10160"/>
                  </a:lnTo>
                  <a:lnTo>
                    <a:pt x="2639" y="20359"/>
                  </a:lnTo>
                  <a:lnTo>
                    <a:pt x="0" y="31750"/>
                  </a:lnTo>
                  <a:lnTo>
                    <a:pt x="0" y="576579"/>
                  </a:lnTo>
                  <a:lnTo>
                    <a:pt x="2639" y="588704"/>
                  </a:lnTo>
                  <a:lnTo>
                    <a:pt x="9683" y="599281"/>
                  </a:lnTo>
                  <a:lnTo>
                    <a:pt x="19823" y="606762"/>
                  </a:lnTo>
                  <a:lnTo>
                    <a:pt x="31750" y="609600"/>
                  </a:lnTo>
                  <a:lnTo>
                    <a:pt x="579120" y="609600"/>
                  </a:lnTo>
                  <a:lnTo>
                    <a:pt x="590510" y="606762"/>
                  </a:lnTo>
                  <a:lnTo>
                    <a:pt x="600710" y="599281"/>
                  </a:lnTo>
                  <a:lnTo>
                    <a:pt x="608052" y="588704"/>
                  </a:lnTo>
                  <a:lnTo>
                    <a:pt x="610870" y="576579"/>
                  </a:lnTo>
                  <a:lnTo>
                    <a:pt x="610870" y="31750"/>
                  </a:lnTo>
                  <a:lnTo>
                    <a:pt x="608052" y="20359"/>
                  </a:lnTo>
                  <a:lnTo>
                    <a:pt x="600710" y="10159"/>
                  </a:lnTo>
                  <a:lnTo>
                    <a:pt x="590510" y="2817"/>
                  </a:lnTo>
                  <a:lnTo>
                    <a:pt x="579120" y="0"/>
                  </a:lnTo>
                  <a:close/>
                </a:path>
              </a:pathLst>
            </a:custGeom>
            <a:solidFill>
              <a:srgbClr val="7C9A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2" name="object 832"/>
            <p:cNvSpPr/>
            <p:nvPr/>
          </p:nvSpPr>
          <p:spPr>
            <a:xfrm>
              <a:off x="2787650" y="1676400"/>
              <a:ext cx="610870" cy="609600"/>
            </a:xfrm>
            <a:custGeom>
              <a:avLst/>
              <a:gdLst/>
              <a:ahLst/>
              <a:cxnLst/>
              <a:rect l="l" t="t" r="r" b="b"/>
              <a:pathLst>
                <a:path w="610870" h="609600">
                  <a:moveTo>
                    <a:pt x="31750" y="0"/>
                  </a:moveTo>
                  <a:lnTo>
                    <a:pt x="19823" y="2817"/>
                  </a:lnTo>
                  <a:lnTo>
                    <a:pt x="9683" y="10160"/>
                  </a:lnTo>
                  <a:lnTo>
                    <a:pt x="2639" y="20359"/>
                  </a:lnTo>
                  <a:lnTo>
                    <a:pt x="0" y="31750"/>
                  </a:lnTo>
                  <a:lnTo>
                    <a:pt x="0" y="40262"/>
                  </a:lnTo>
                  <a:lnTo>
                    <a:pt x="0" y="99853"/>
                  </a:lnTo>
                  <a:lnTo>
                    <a:pt x="0" y="261600"/>
                  </a:lnTo>
                  <a:lnTo>
                    <a:pt x="0" y="576579"/>
                  </a:lnTo>
                  <a:lnTo>
                    <a:pt x="2639" y="588704"/>
                  </a:lnTo>
                  <a:lnTo>
                    <a:pt x="9683" y="599281"/>
                  </a:lnTo>
                  <a:lnTo>
                    <a:pt x="19823" y="606762"/>
                  </a:lnTo>
                  <a:lnTo>
                    <a:pt x="31750" y="609600"/>
                  </a:lnTo>
                  <a:lnTo>
                    <a:pt x="40302" y="609600"/>
                  </a:lnTo>
                  <a:lnTo>
                    <a:pt x="100171" y="609600"/>
                  </a:lnTo>
                  <a:lnTo>
                    <a:pt x="262671" y="609600"/>
                  </a:lnTo>
                  <a:lnTo>
                    <a:pt x="579120" y="609600"/>
                  </a:lnTo>
                  <a:lnTo>
                    <a:pt x="590510" y="606762"/>
                  </a:lnTo>
                  <a:lnTo>
                    <a:pt x="600710" y="599281"/>
                  </a:lnTo>
                  <a:lnTo>
                    <a:pt x="608052" y="588704"/>
                  </a:lnTo>
                  <a:lnTo>
                    <a:pt x="610870" y="576579"/>
                  </a:lnTo>
                  <a:lnTo>
                    <a:pt x="610870" y="568067"/>
                  </a:lnTo>
                  <a:lnTo>
                    <a:pt x="610870" y="508476"/>
                  </a:lnTo>
                  <a:lnTo>
                    <a:pt x="610870" y="346729"/>
                  </a:lnTo>
                  <a:lnTo>
                    <a:pt x="610870" y="31750"/>
                  </a:lnTo>
                  <a:lnTo>
                    <a:pt x="608052" y="20359"/>
                  </a:lnTo>
                  <a:lnTo>
                    <a:pt x="600710" y="10159"/>
                  </a:lnTo>
                  <a:lnTo>
                    <a:pt x="590510" y="2817"/>
                  </a:lnTo>
                  <a:lnTo>
                    <a:pt x="579120" y="0"/>
                  </a:lnTo>
                  <a:lnTo>
                    <a:pt x="570567" y="0"/>
                  </a:lnTo>
                  <a:lnTo>
                    <a:pt x="510698" y="0"/>
                  </a:lnTo>
                  <a:lnTo>
                    <a:pt x="348198" y="0"/>
                  </a:lnTo>
                  <a:lnTo>
                    <a:pt x="31750" y="0"/>
                  </a:lnTo>
                  <a:close/>
                </a:path>
              </a:pathLst>
            </a:custGeom>
            <a:ln w="2839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33" name="object 833"/>
          <p:cNvGrpSpPr/>
          <p:nvPr/>
        </p:nvGrpSpPr>
        <p:grpSpPr>
          <a:xfrm>
            <a:off x="3471953" y="1662203"/>
            <a:ext cx="989965" cy="638175"/>
            <a:chOff x="3471953" y="1662203"/>
            <a:chExt cx="989965" cy="638175"/>
          </a:xfrm>
        </p:grpSpPr>
        <p:sp>
          <p:nvSpPr>
            <p:cNvPr id="834" name="object 834"/>
            <p:cNvSpPr/>
            <p:nvPr/>
          </p:nvSpPr>
          <p:spPr>
            <a:xfrm>
              <a:off x="3486149" y="1676400"/>
              <a:ext cx="961390" cy="609600"/>
            </a:xfrm>
            <a:custGeom>
              <a:avLst/>
              <a:gdLst/>
              <a:ahLst/>
              <a:cxnLst/>
              <a:rect l="l" t="t" r="r" b="b"/>
              <a:pathLst>
                <a:path w="961389" h="609600">
                  <a:moveTo>
                    <a:pt x="928370" y="0"/>
                  </a:moveTo>
                  <a:lnTo>
                    <a:pt x="33020" y="0"/>
                  </a:lnTo>
                  <a:lnTo>
                    <a:pt x="20895" y="2817"/>
                  </a:lnTo>
                  <a:lnTo>
                    <a:pt x="10318" y="10160"/>
                  </a:lnTo>
                  <a:lnTo>
                    <a:pt x="2837" y="20359"/>
                  </a:lnTo>
                  <a:lnTo>
                    <a:pt x="0" y="31750"/>
                  </a:lnTo>
                  <a:lnTo>
                    <a:pt x="0" y="576579"/>
                  </a:lnTo>
                  <a:lnTo>
                    <a:pt x="2837" y="588704"/>
                  </a:lnTo>
                  <a:lnTo>
                    <a:pt x="10318" y="599281"/>
                  </a:lnTo>
                  <a:lnTo>
                    <a:pt x="20895" y="606762"/>
                  </a:lnTo>
                  <a:lnTo>
                    <a:pt x="33020" y="609600"/>
                  </a:lnTo>
                  <a:lnTo>
                    <a:pt x="928370" y="609600"/>
                  </a:lnTo>
                  <a:lnTo>
                    <a:pt x="940494" y="606762"/>
                  </a:lnTo>
                  <a:lnTo>
                    <a:pt x="951071" y="599281"/>
                  </a:lnTo>
                  <a:lnTo>
                    <a:pt x="958552" y="588704"/>
                  </a:lnTo>
                  <a:lnTo>
                    <a:pt x="961389" y="576579"/>
                  </a:lnTo>
                  <a:lnTo>
                    <a:pt x="961389" y="31750"/>
                  </a:lnTo>
                  <a:lnTo>
                    <a:pt x="958552" y="20359"/>
                  </a:lnTo>
                  <a:lnTo>
                    <a:pt x="951071" y="10159"/>
                  </a:lnTo>
                  <a:lnTo>
                    <a:pt x="940494" y="2817"/>
                  </a:lnTo>
                  <a:lnTo>
                    <a:pt x="928370" y="0"/>
                  </a:lnTo>
                  <a:close/>
                </a:path>
              </a:pathLst>
            </a:custGeom>
            <a:solidFill>
              <a:srgbClr val="7C9A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5" name="object 835"/>
            <p:cNvSpPr/>
            <p:nvPr/>
          </p:nvSpPr>
          <p:spPr>
            <a:xfrm>
              <a:off x="3486149" y="1676400"/>
              <a:ext cx="961390" cy="609600"/>
            </a:xfrm>
            <a:custGeom>
              <a:avLst/>
              <a:gdLst/>
              <a:ahLst/>
              <a:cxnLst/>
              <a:rect l="l" t="t" r="r" b="b"/>
              <a:pathLst>
                <a:path w="961389" h="609600">
                  <a:moveTo>
                    <a:pt x="33020" y="0"/>
                  </a:moveTo>
                  <a:lnTo>
                    <a:pt x="20895" y="2817"/>
                  </a:lnTo>
                  <a:lnTo>
                    <a:pt x="10318" y="10160"/>
                  </a:lnTo>
                  <a:lnTo>
                    <a:pt x="2837" y="20359"/>
                  </a:lnTo>
                  <a:lnTo>
                    <a:pt x="0" y="31750"/>
                  </a:lnTo>
                  <a:lnTo>
                    <a:pt x="0" y="40262"/>
                  </a:lnTo>
                  <a:lnTo>
                    <a:pt x="0" y="99853"/>
                  </a:lnTo>
                  <a:lnTo>
                    <a:pt x="0" y="261600"/>
                  </a:lnTo>
                  <a:lnTo>
                    <a:pt x="0" y="576579"/>
                  </a:lnTo>
                  <a:lnTo>
                    <a:pt x="2837" y="588704"/>
                  </a:lnTo>
                  <a:lnTo>
                    <a:pt x="10318" y="599281"/>
                  </a:lnTo>
                  <a:lnTo>
                    <a:pt x="20895" y="606762"/>
                  </a:lnTo>
                  <a:lnTo>
                    <a:pt x="33020" y="609600"/>
                  </a:lnTo>
                  <a:lnTo>
                    <a:pt x="47009" y="609600"/>
                  </a:lnTo>
                  <a:lnTo>
                    <a:pt x="144938" y="609600"/>
                  </a:lnTo>
                  <a:lnTo>
                    <a:pt x="410745" y="609600"/>
                  </a:lnTo>
                  <a:lnTo>
                    <a:pt x="928370" y="609600"/>
                  </a:lnTo>
                  <a:lnTo>
                    <a:pt x="940494" y="606762"/>
                  </a:lnTo>
                  <a:lnTo>
                    <a:pt x="951071" y="599281"/>
                  </a:lnTo>
                  <a:lnTo>
                    <a:pt x="958552" y="588704"/>
                  </a:lnTo>
                  <a:lnTo>
                    <a:pt x="961389" y="576579"/>
                  </a:lnTo>
                  <a:lnTo>
                    <a:pt x="961389" y="568067"/>
                  </a:lnTo>
                  <a:lnTo>
                    <a:pt x="961389" y="508476"/>
                  </a:lnTo>
                  <a:lnTo>
                    <a:pt x="961389" y="346729"/>
                  </a:lnTo>
                  <a:lnTo>
                    <a:pt x="961389" y="31750"/>
                  </a:lnTo>
                  <a:lnTo>
                    <a:pt x="958552" y="20359"/>
                  </a:lnTo>
                  <a:lnTo>
                    <a:pt x="951071" y="10159"/>
                  </a:lnTo>
                  <a:lnTo>
                    <a:pt x="940494" y="2817"/>
                  </a:lnTo>
                  <a:lnTo>
                    <a:pt x="928370" y="0"/>
                  </a:lnTo>
                  <a:lnTo>
                    <a:pt x="914380" y="0"/>
                  </a:lnTo>
                  <a:lnTo>
                    <a:pt x="816451" y="0"/>
                  </a:lnTo>
                  <a:lnTo>
                    <a:pt x="550644" y="0"/>
                  </a:lnTo>
                  <a:lnTo>
                    <a:pt x="33020" y="0"/>
                  </a:lnTo>
                  <a:close/>
                </a:path>
              </a:pathLst>
            </a:custGeom>
            <a:ln w="2839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836" name="object 836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685029" y="2434589"/>
            <a:ext cx="1099820" cy="476250"/>
          </a:xfrm>
          <a:prstGeom prst="rect">
            <a:avLst/>
          </a:prstGeom>
        </p:spPr>
      </p:pic>
      <p:grpSp>
        <p:nvGrpSpPr>
          <p:cNvPr id="837" name="object 837"/>
          <p:cNvGrpSpPr/>
          <p:nvPr/>
        </p:nvGrpSpPr>
        <p:grpSpPr>
          <a:xfrm>
            <a:off x="897889" y="5073650"/>
            <a:ext cx="7306309" cy="812800"/>
            <a:chOff x="897889" y="5073650"/>
            <a:chExt cx="7306309" cy="812800"/>
          </a:xfrm>
        </p:grpSpPr>
        <p:sp>
          <p:nvSpPr>
            <p:cNvPr id="838" name="object 838"/>
            <p:cNvSpPr/>
            <p:nvPr/>
          </p:nvSpPr>
          <p:spPr>
            <a:xfrm>
              <a:off x="916939" y="5092700"/>
              <a:ext cx="7268209" cy="774700"/>
            </a:xfrm>
            <a:custGeom>
              <a:avLst/>
              <a:gdLst/>
              <a:ahLst/>
              <a:cxnLst/>
              <a:rect l="l" t="t" r="r" b="b"/>
              <a:pathLst>
                <a:path w="7268209" h="774700">
                  <a:moveTo>
                    <a:pt x="7096759" y="0"/>
                  </a:moveTo>
                  <a:lnTo>
                    <a:pt x="170179" y="0"/>
                  </a:lnTo>
                  <a:lnTo>
                    <a:pt x="128028" y="6696"/>
                  </a:lnTo>
                  <a:lnTo>
                    <a:pt x="88241" y="25211"/>
                  </a:lnTo>
                  <a:lnTo>
                    <a:pt x="53181" y="53181"/>
                  </a:lnTo>
                  <a:lnTo>
                    <a:pt x="25211" y="88241"/>
                  </a:lnTo>
                  <a:lnTo>
                    <a:pt x="6696" y="128028"/>
                  </a:lnTo>
                  <a:lnTo>
                    <a:pt x="0" y="170180"/>
                  </a:lnTo>
                  <a:lnTo>
                    <a:pt x="0" y="604519"/>
                  </a:lnTo>
                  <a:lnTo>
                    <a:pt x="6696" y="646671"/>
                  </a:lnTo>
                  <a:lnTo>
                    <a:pt x="25211" y="686458"/>
                  </a:lnTo>
                  <a:lnTo>
                    <a:pt x="53181" y="721518"/>
                  </a:lnTo>
                  <a:lnTo>
                    <a:pt x="88241" y="749488"/>
                  </a:lnTo>
                  <a:lnTo>
                    <a:pt x="128028" y="768003"/>
                  </a:lnTo>
                  <a:lnTo>
                    <a:pt x="170179" y="774700"/>
                  </a:lnTo>
                  <a:lnTo>
                    <a:pt x="7096759" y="774700"/>
                  </a:lnTo>
                  <a:lnTo>
                    <a:pt x="7139446" y="768003"/>
                  </a:lnTo>
                  <a:lnTo>
                    <a:pt x="7179592" y="749488"/>
                  </a:lnTo>
                  <a:lnTo>
                    <a:pt x="7214870" y="721518"/>
                  </a:lnTo>
                  <a:lnTo>
                    <a:pt x="7242951" y="686458"/>
                  </a:lnTo>
                  <a:lnTo>
                    <a:pt x="7261507" y="646671"/>
                  </a:lnTo>
                  <a:lnTo>
                    <a:pt x="7268209" y="604519"/>
                  </a:lnTo>
                  <a:lnTo>
                    <a:pt x="7268209" y="170180"/>
                  </a:lnTo>
                  <a:lnTo>
                    <a:pt x="7261507" y="128028"/>
                  </a:lnTo>
                  <a:lnTo>
                    <a:pt x="7242951" y="88241"/>
                  </a:lnTo>
                  <a:lnTo>
                    <a:pt x="7214869" y="53181"/>
                  </a:lnTo>
                  <a:lnTo>
                    <a:pt x="7179592" y="25211"/>
                  </a:lnTo>
                  <a:lnTo>
                    <a:pt x="7139446" y="6696"/>
                  </a:lnTo>
                  <a:lnTo>
                    <a:pt x="709675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9" name="object 839"/>
            <p:cNvSpPr/>
            <p:nvPr/>
          </p:nvSpPr>
          <p:spPr>
            <a:xfrm>
              <a:off x="916939" y="5092700"/>
              <a:ext cx="7268209" cy="774700"/>
            </a:xfrm>
            <a:custGeom>
              <a:avLst/>
              <a:gdLst/>
              <a:ahLst/>
              <a:cxnLst/>
              <a:rect l="l" t="t" r="r" b="b"/>
              <a:pathLst>
                <a:path w="7268209" h="774700">
                  <a:moveTo>
                    <a:pt x="170179" y="0"/>
                  </a:moveTo>
                  <a:lnTo>
                    <a:pt x="128028" y="6696"/>
                  </a:lnTo>
                  <a:lnTo>
                    <a:pt x="88241" y="25211"/>
                  </a:lnTo>
                  <a:lnTo>
                    <a:pt x="53181" y="53181"/>
                  </a:lnTo>
                  <a:lnTo>
                    <a:pt x="25211" y="88241"/>
                  </a:lnTo>
                  <a:lnTo>
                    <a:pt x="6696" y="128028"/>
                  </a:lnTo>
                  <a:lnTo>
                    <a:pt x="0" y="170180"/>
                  </a:lnTo>
                  <a:lnTo>
                    <a:pt x="0" y="176966"/>
                  </a:lnTo>
                  <a:lnTo>
                    <a:pt x="0" y="224472"/>
                  </a:lnTo>
                  <a:lnTo>
                    <a:pt x="0" y="353417"/>
                  </a:lnTo>
                  <a:lnTo>
                    <a:pt x="0" y="604519"/>
                  </a:lnTo>
                  <a:lnTo>
                    <a:pt x="6696" y="646671"/>
                  </a:lnTo>
                  <a:lnTo>
                    <a:pt x="25211" y="686458"/>
                  </a:lnTo>
                  <a:lnTo>
                    <a:pt x="53181" y="721518"/>
                  </a:lnTo>
                  <a:lnTo>
                    <a:pt x="88241" y="749488"/>
                  </a:lnTo>
                  <a:lnTo>
                    <a:pt x="128028" y="768003"/>
                  </a:lnTo>
                  <a:lnTo>
                    <a:pt x="170179" y="774700"/>
                  </a:lnTo>
                  <a:lnTo>
                    <a:pt x="278407" y="774700"/>
                  </a:lnTo>
                  <a:lnTo>
                    <a:pt x="1036002" y="774700"/>
                  </a:lnTo>
                  <a:lnTo>
                    <a:pt x="3092330" y="774700"/>
                  </a:lnTo>
                  <a:lnTo>
                    <a:pt x="7096759" y="774700"/>
                  </a:lnTo>
                  <a:lnTo>
                    <a:pt x="7139446" y="768003"/>
                  </a:lnTo>
                  <a:lnTo>
                    <a:pt x="7179592" y="749488"/>
                  </a:lnTo>
                  <a:lnTo>
                    <a:pt x="7214870" y="721518"/>
                  </a:lnTo>
                  <a:lnTo>
                    <a:pt x="7242951" y="686458"/>
                  </a:lnTo>
                  <a:lnTo>
                    <a:pt x="7261507" y="646671"/>
                  </a:lnTo>
                  <a:lnTo>
                    <a:pt x="7268209" y="604519"/>
                  </a:lnTo>
                  <a:lnTo>
                    <a:pt x="7268209" y="597733"/>
                  </a:lnTo>
                  <a:lnTo>
                    <a:pt x="7268209" y="550227"/>
                  </a:lnTo>
                  <a:lnTo>
                    <a:pt x="7268209" y="421282"/>
                  </a:lnTo>
                  <a:lnTo>
                    <a:pt x="7268209" y="170180"/>
                  </a:lnTo>
                  <a:lnTo>
                    <a:pt x="7261507" y="128028"/>
                  </a:lnTo>
                  <a:lnTo>
                    <a:pt x="7242951" y="88241"/>
                  </a:lnTo>
                  <a:lnTo>
                    <a:pt x="7214869" y="53181"/>
                  </a:lnTo>
                  <a:lnTo>
                    <a:pt x="7179592" y="25211"/>
                  </a:lnTo>
                  <a:lnTo>
                    <a:pt x="7139446" y="6696"/>
                  </a:lnTo>
                  <a:lnTo>
                    <a:pt x="7096759" y="0"/>
                  </a:lnTo>
                  <a:lnTo>
                    <a:pt x="6988532" y="0"/>
                  </a:lnTo>
                  <a:lnTo>
                    <a:pt x="6230937" y="0"/>
                  </a:lnTo>
                  <a:lnTo>
                    <a:pt x="4174609" y="0"/>
                  </a:lnTo>
                  <a:lnTo>
                    <a:pt x="170179" y="0"/>
                  </a:lnTo>
                  <a:close/>
                </a:path>
              </a:pathLst>
            </a:custGeom>
            <a:ln w="38097">
              <a:solidFill>
                <a:srgbClr val="7C9AC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0" name="object 840"/>
            <p:cNvSpPr/>
            <p:nvPr/>
          </p:nvSpPr>
          <p:spPr>
            <a:xfrm>
              <a:off x="1031240" y="5138419"/>
              <a:ext cx="7043420" cy="39370"/>
            </a:xfrm>
            <a:custGeom>
              <a:avLst/>
              <a:gdLst/>
              <a:ahLst/>
              <a:cxnLst/>
              <a:rect l="l" t="t" r="r" b="b"/>
              <a:pathLst>
                <a:path w="7043420" h="39370">
                  <a:moveTo>
                    <a:pt x="6963410" y="0"/>
                  </a:moveTo>
                  <a:lnTo>
                    <a:pt x="78740" y="0"/>
                  </a:lnTo>
                  <a:lnTo>
                    <a:pt x="78740" y="1270"/>
                  </a:lnTo>
                  <a:lnTo>
                    <a:pt x="6963410" y="1270"/>
                  </a:lnTo>
                  <a:lnTo>
                    <a:pt x="6963410" y="0"/>
                  </a:lnTo>
                  <a:close/>
                </a:path>
                <a:path w="7043420" h="39370">
                  <a:moveTo>
                    <a:pt x="6995160" y="6350"/>
                  </a:moveTo>
                  <a:lnTo>
                    <a:pt x="6992620" y="6350"/>
                  </a:lnTo>
                  <a:lnTo>
                    <a:pt x="6992620" y="5080"/>
                  </a:lnTo>
                  <a:lnTo>
                    <a:pt x="6988810" y="5080"/>
                  </a:lnTo>
                  <a:lnTo>
                    <a:pt x="6988810" y="3810"/>
                  </a:lnTo>
                  <a:lnTo>
                    <a:pt x="6983730" y="3810"/>
                  </a:lnTo>
                  <a:lnTo>
                    <a:pt x="6983730" y="2540"/>
                  </a:lnTo>
                  <a:lnTo>
                    <a:pt x="6973570" y="2540"/>
                  </a:lnTo>
                  <a:lnTo>
                    <a:pt x="6973570" y="1282"/>
                  </a:lnTo>
                  <a:lnTo>
                    <a:pt x="68580" y="1282"/>
                  </a:lnTo>
                  <a:lnTo>
                    <a:pt x="68580" y="2540"/>
                  </a:lnTo>
                  <a:lnTo>
                    <a:pt x="57150" y="2540"/>
                  </a:lnTo>
                  <a:lnTo>
                    <a:pt x="57150" y="3810"/>
                  </a:lnTo>
                  <a:lnTo>
                    <a:pt x="54610" y="3810"/>
                  </a:lnTo>
                  <a:lnTo>
                    <a:pt x="54610" y="5080"/>
                  </a:lnTo>
                  <a:lnTo>
                    <a:pt x="52070" y="5080"/>
                  </a:lnTo>
                  <a:lnTo>
                    <a:pt x="52070" y="6350"/>
                  </a:lnTo>
                  <a:lnTo>
                    <a:pt x="46990" y="6350"/>
                  </a:lnTo>
                  <a:lnTo>
                    <a:pt x="46990" y="7620"/>
                  </a:lnTo>
                  <a:lnTo>
                    <a:pt x="6995160" y="7620"/>
                  </a:lnTo>
                  <a:lnTo>
                    <a:pt x="6995160" y="6350"/>
                  </a:lnTo>
                  <a:close/>
                </a:path>
                <a:path w="7043420" h="39370">
                  <a:moveTo>
                    <a:pt x="7011670" y="12700"/>
                  </a:moveTo>
                  <a:lnTo>
                    <a:pt x="7009130" y="12700"/>
                  </a:lnTo>
                  <a:lnTo>
                    <a:pt x="7009130" y="11430"/>
                  </a:lnTo>
                  <a:lnTo>
                    <a:pt x="7005320" y="11430"/>
                  </a:lnTo>
                  <a:lnTo>
                    <a:pt x="7005320" y="10160"/>
                  </a:lnTo>
                  <a:lnTo>
                    <a:pt x="7002780" y="10160"/>
                  </a:lnTo>
                  <a:lnTo>
                    <a:pt x="7002780" y="8890"/>
                  </a:lnTo>
                  <a:lnTo>
                    <a:pt x="7000240" y="8890"/>
                  </a:lnTo>
                  <a:lnTo>
                    <a:pt x="7000240" y="7632"/>
                  </a:lnTo>
                  <a:lnTo>
                    <a:pt x="44450" y="7632"/>
                  </a:lnTo>
                  <a:lnTo>
                    <a:pt x="44450" y="8890"/>
                  </a:lnTo>
                  <a:lnTo>
                    <a:pt x="41910" y="8890"/>
                  </a:lnTo>
                  <a:lnTo>
                    <a:pt x="41910" y="10160"/>
                  </a:lnTo>
                  <a:lnTo>
                    <a:pt x="36830" y="10160"/>
                  </a:lnTo>
                  <a:lnTo>
                    <a:pt x="36830" y="11430"/>
                  </a:lnTo>
                  <a:lnTo>
                    <a:pt x="35560" y="11430"/>
                  </a:lnTo>
                  <a:lnTo>
                    <a:pt x="35560" y="12700"/>
                  </a:lnTo>
                  <a:lnTo>
                    <a:pt x="33020" y="12700"/>
                  </a:lnTo>
                  <a:lnTo>
                    <a:pt x="33020" y="13970"/>
                  </a:lnTo>
                  <a:lnTo>
                    <a:pt x="7011670" y="13970"/>
                  </a:lnTo>
                  <a:lnTo>
                    <a:pt x="7011670" y="12700"/>
                  </a:lnTo>
                  <a:close/>
                </a:path>
                <a:path w="7043420" h="39370">
                  <a:moveTo>
                    <a:pt x="7020560" y="19050"/>
                  </a:moveTo>
                  <a:lnTo>
                    <a:pt x="7019290" y="19050"/>
                  </a:lnTo>
                  <a:lnTo>
                    <a:pt x="7019290" y="17780"/>
                  </a:lnTo>
                  <a:lnTo>
                    <a:pt x="7018020" y="17780"/>
                  </a:lnTo>
                  <a:lnTo>
                    <a:pt x="7018020" y="16510"/>
                  </a:lnTo>
                  <a:lnTo>
                    <a:pt x="7015480" y="16510"/>
                  </a:lnTo>
                  <a:lnTo>
                    <a:pt x="7015480" y="15240"/>
                  </a:lnTo>
                  <a:lnTo>
                    <a:pt x="7014210" y="15240"/>
                  </a:lnTo>
                  <a:lnTo>
                    <a:pt x="7014210" y="13982"/>
                  </a:lnTo>
                  <a:lnTo>
                    <a:pt x="30480" y="13982"/>
                  </a:lnTo>
                  <a:lnTo>
                    <a:pt x="30480" y="15240"/>
                  </a:lnTo>
                  <a:lnTo>
                    <a:pt x="27940" y="15240"/>
                  </a:lnTo>
                  <a:lnTo>
                    <a:pt x="27940" y="16510"/>
                  </a:lnTo>
                  <a:lnTo>
                    <a:pt x="26670" y="16510"/>
                  </a:lnTo>
                  <a:lnTo>
                    <a:pt x="26670" y="17780"/>
                  </a:lnTo>
                  <a:lnTo>
                    <a:pt x="24130" y="17780"/>
                  </a:lnTo>
                  <a:lnTo>
                    <a:pt x="24130" y="19050"/>
                  </a:lnTo>
                  <a:lnTo>
                    <a:pt x="22860" y="19050"/>
                  </a:lnTo>
                  <a:lnTo>
                    <a:pt x="22860" y="20320"/>
                  </a:lnTo>
                  <a:lnTo>
                    <a:pt x="7020560" y="20320"/>
                  </a:lnTo>
                  <a:lnTo>
                    <a:pt x="7020560" y="19050"/>
                  </a:lnTo>
                  <a:close/>
                </a:path>
                <a:path w="7043420" h="39370">
                  <a:moveTo>
                    <a:pt x="7029450" y="25400"/>
                  </a:moveTo>
                  <a:lnTo>
                    <a:pt x="7028167" y="25400"/>
                  </a:lnTo>
                  <a:lnTo>
                    <a:pt x="7028167" y="24130"/>
                  </a:lnTo>
                  <a:lnTo>
                    <a:pt x="7026910" y="24130"/>
                  </a:lnTo>
                  <a:lnTo>
                    <a:pt x="7026910" y="22860"/>
                  </a:lnTo>
                  <a:lnTo>
                    <a:pt x="7024370" y="22860"/>
                  </a:lnTo>
                  <a:lnTo>
                    <a:pt x="7024370" y="21590"/>
                  </a:lnTo>
                  <a:lnTo>
                    <a:pt x="7023087" y="21590"/>
                  </a:lnTo>
                  <a:lnTo>
                    <a:pt x="7023087" y="20332"/>
                  </a:lnTo>
                  <a:lnTo>
                    <a:pt x="20320" y="20332"/>
                  </a:lnTo>
                  <a:lnTo>
                    <a:pt x="20320" y="21590"/>
                  </a:lnTo>
                  <a:lnTo>
                    <a:pt x="17780" y="21590"/>
                  </a:lnTo>
                  <a:lnTo>
                    <a:pt x="17780" y="22860"/>
                  </a:lnTo>
                  <a:lnTo>
                    <a:pt x="16510" y="22860"/>
                  </a:lnTo>
                  <a:lnTo>
                    <a:pt x="16510" y="24130"/>
                  </a:lnTo>
                  <a:lnTo>
                    <a:pt x="13970" y="24130"/>
                  </a:lnTo>
                  <a:lnTo>
                    <a:pt x="13970" y="25400"/>
                  </a:lnTo>
                  <a:lnTo>
                    <a:pt x="12700" y="25400"/>
                  </a:lnTo>
                  <a:lnTo>
                    <a:pt x="12700" y="26670"/>
                  </a:lnTo>
                  <a:lnTo>
                    <a:pt x="7029450" y="26670"/>
                  </a:lnTo>
                  <a:lnTo>
                    <a:pt x="7029450" y="25400"/>
                  </a:lnTo>
                  <a:close/>
                </a:path>
                <a:path w="7043420" h="39370">
                  <a:moveTo>
                    <a:pt x="7037070" y="31750"/>
                  </a:moveTo>
                  <a:lnTo>
                    <a:pt x="7035800" y="31750"/>
                  </a:lnTo>
                  <a:lnTo>
                    <a:pt x="7035800" y="30480"/>
                  </a:lnTo>
                  <a:lnTo>
                    <a:pt x="7034517" y="30480"/>
                  </a:lnTo>
                  <a:lnTo>
                    <a:pt x="7034517" y="29210"/>
                  </a:lnTo>
                  <a:lnTo>
                    <a:pt x="7033260" y="29210"/>
                  </a:lnTo>
                  <a:lnTo>
                    <a:pt x="7033260" y="27940"/>
                  </a:lnTo>
                  <a:lnTo>
                    <a:pt x="7031990" y="27940"/>
                  </a:lnTo>
                  <a:lnTo>
                    <a:pt x="7031990" y="26682"/>
                  </a:lnTo>
                  <a:lnTo>
                    <a:pt x="11430" y="26682"/>
                  </a:lnTo>
                  <a:lnTo>
                    <a:pt x="11430" y="27940"/>
                  </a:lnTo>
                  <a:lnTo>
                    <a:pt x="8890" y="27940"/>
                  </a:lnTo>
                  <a:lnTo>
                    <a:pt x="8890" y="29210"/>
                  </a:lnTo>
                  <a:lnTo>
                    <a:pt x="7620" y="29210"/>
                  </a:lnTo>
                  <a:lnTo>
                    <a:pt x="7620" y="30480"/>
                  </a:lnTo>
                  <a:lnTo>
                    <a:pt x="6350" y="30480"/>
                  </a:lnTo>
                  <a:lnTo>
                    <a:pt x="6350" y="31750"/>
                  </a:lnTo>
                  <a:lnTo>
                    <a:pt x="5080" y="31750"/>
                  </a:lnTo>
                  <a:lnTo>
                    <a:pt x="5080" y="33020"/>
                  </a:lnTo>
                  <a:lnTo>
                    <a:pt x="7037070" y="33020"/>
                  </a:lnTo>
                  <a:lnTo>
                    <a:pt x="7037070" y="31750"/>
                  </a:lnTo>
                  <a:close/>
                </a:path>
                <a:path w="7043420" h="39370">
                  <a:moveTo>
                    <a:pt x="7043420" y="38100"/>
                  </a:moveTo>
                  <a:lnTo>
                    <a:pt x="7042137" y="38100"/>
                  </a:lnTo>
                  <a:lnTo>
                    <a:pt x="7042137" y="36830"/>
                  </a:lnTo>
                  <a:lnTo>
                    <a:pt x="7040880" y="36830"/>
                  </a:lnTo>
                  <a:lnTo>
                    <a:pt x="7040880" y="35560"/>
                  </a:lnTo>
                  <a:lnTo>
                    <a:pt x="7039610" y="35560"/>
                  </a:lnTo>
                  <a:lnTo>
                    <a:pt x="7039610" y="34290"/>
                  </a:lnTo>
                  <a:lnTo>
                    <a:pt x="7038340" y="34290"/>
                  </a:lnTo>
                  <a:lnTo>
                    <a:pt x="7038340" y="33032"/>
                  </a:lnTo>
                  <a:lnTo>
                    <a:pt x="5080" y="33032"/>
                  </a:lnTo>
                  <a:lnTo>
                    <a:pt x="5080" y="34290"/>
                  </a:lnTo>
                  <a:lnTo>
                    <a:pt x="3810" y="34290"/>
                  </a:lnTo>
                  <a:lnTo>
                    <a:pt x="3810" y="35560"/>
                  </a:lnTo>
                  <a:lnTo>
                    <a:pt x="2540" y="35560"/>
                  </a:lnTo>
                  <a:lnTo>
                    <a:pt x="2540" y="36830"/>
                  </a:lnTo>
                  <a:lnTo>
                    <a:pt x="1270" y="36830"/>
                  </a:lnTo>
                  <a:lnTo>
                    <a:pt x="1270" y="38100"/>
                  </a:lnTo>
                  <a:lnTo>
                    <a:pt x="0" y="38100"/>
                  </a:lnTo>
                  <a:lnTo>
                    <a:pt x="0" y="39370"/>
                  </a:lnTo>
                  <a:lnTo>
                    <a:pt x="7043420" y="39370"/>
                  </a:lnTo>
                  <a:lnTo>
                    <a:pt x="7043420" y="381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1" name="object 841"/>
            <p:cNvSpPr/>
            <p:nvPr/>
          </p:nvSpPr>
          <p:spPr>
            <a:xfrm>
              <a:off x="1014730" y="5177802"/>
              <a:ext cx="7075170" cy="19050"/>
            </a:xfrm>
            <a:custGeom>
              <a:avLst/>
              <a:gdLst/>
              <a:ahLst/>
              <a:cxnLst/>
              <a:rect l="l" t="t" r="r" b="b"/>
              <a:pathLst>
                <a:path w="7075170" h="19050">
                  <a:moveTo>
                    <a:pt x="7066280" y="5067"/>
                  </a:moveTo>
                  <a:lnTo>
                    <a:pt x="7065010" y="5067"/>
                  </a:lnTo>
                  <a:lnTo>
                    <a:pt x="7065010" y="3797"/>
                  </a:lnTo>
                  <a:lnTo>
                    <a:pt x="7063727" y="3797"/>
                  </a:lnTo>
                  <a:lnTo>
                    <a:pt x="7063727" y="2527"/>
                  </a:lnTo>
                  <a:lnTo>
                    <a:pt x="7062470" y="2527"/>
                  </a:lnTo>
                  <a:lnTo>
                    <a:pt x="7062470" y="1257"/>
                  </a:lnTo>
                  <a:lnTo>
                    <a:pt x="7061200" y="1257"/>
                  </a:lnTo>
                  <a:lnTo>
                    <a:pt x="7061200" y="0"/>
                  </a:lnTo>
                  <a:lnTo>
                    <a:pt x="15240" y="0"/>
                  </a:lnTo>
                  <a:lnTo>
                    <a:pt x="15240" y="1257"/>
                  </a:lnTo>
                  <a:lnTo>
                    <a:pt x="13970" y="1257"/>
                  </a:lnTo>
                  <a:lnTo>
                    <a:pt x="13970" y="2527"/>
                  </a:lnTo>
                  <a:lnTo>
                    <a:pt x="11430" y="2527"/>
                  </a:lnTo>
                  <a:lnTo>
                    <a:pt x="11430" y="3797"/>
                  </a:lnTo>
                  <a:lnTo>
                    <a:pt x="10160" y="3797"/>
                  </a:lnTo>
                  <a:lnTo>
                    <a:pt x="10160" y="5067"/>
                  </a:lnTo>
                  <a:lnTo>
                    <a:pt x="8890" y="5067"/>
                  </a:lnTo>
                  <a:lnTo>
                    <a:pt x="8890" y="6337"/>
                  </a:lnTo>
                  <a:lnTo>
                    <a:pt x="7066280" y="6337"/>
                  </a:lnTo>
                  <a:lnTo>
                    <a:pt x="7066280" y="5067"/>
                  </a:lnTo>
                  <a:close/>
                </a:path>
                <a:path w="7075170" h="19050">
                  <a:moveTo>
                    <a:pt x="7070077" y="10147"/>
                  </a:moveTo>
                  <a:lnTo>
                    <a:pt x="7068820" y="10147"/>
                  </a:lnTo>
                  <a:lnTo>
                    <a:pt x="7068820" y="8877"/>
                  </a:lnTo>
                  <a:lnTo>
                    <a:pt x="7067550" y="8877"/>
                  </a:lnTo>
                  <a:lnTo>
                    <a:pt x="7067550" y="6350"/>
                  </a:lnTo>
                  <a:lnTo>
                    <a:pt x="7620" y="6350"/>
                  </a:lnTo>
                  <a:lnTo>
                    <a:pt x="7620" y="8877"/>
                  </a:lnTo>
                  <a:lnTo>
                    <a:pt x="6350" y="8877"/>
                  </a:lnTo>
                  <a:lnTo>
                    <a:pt x="6350" y="10147"/>
                  </a:lnTo>
                  <a:lnTo>
                    <a:pt x="5080" y="10147"/>
                  </a:lnTo>
                  <a:lnTo>
                    <a:pt x="5080" y="11417"/>
                  </a:lnTo>
                  <a:lnTo>
                    <a:pt x="7070077" y="11417"/>
                  </a:lnTo>
                  <a:lnTo>
                    <a:pt x="7070077" y="10147"/>
                  </a:lnTo>
                  <a:close/>
                </a:path>
                <a:path w="7075170" h="19050">
                  <a:moveTo>
                    <a:pt x="7075170" y="17767"/>
                  </a:moveTo>
                  <a:lnTo>
                    <a:pt x="7073900" y="17767"/>
                  </a:lnTo>
                  <a:lnTo>
                    <a:pt x="7073900" y="15227"/>
                  </a:lnTo>
                  <a:lnTo>
                    <a:pt x="7072630" y="15227"/>
                  </a:lnTo>
                  <a:lnTo>
                    <a:pt x="7072630" y="13957"/>
                  </a:lnTo>
                  <a:lnTo>
                    <a:pt x="7071360" y="13957"/>
                  </a:lnTo>
                  <a:lnTo>
                    <a:pt x="7071360" y="11430"/>
                  </a:lnTo>
                  <a:lnTo>
                    <a:pt x="3810" y="11430"/>
                  </a:lnTo>
                  <a:lnTo>
                    <a:pt x="3810" y="13957"/>
                  </a:lnTo>
                  <a:lnTo>
                    <a:pt x="2540" y="13957"/>
                  </a:lnTo>
                  <a:lnTo>
                    <a:pt x="2540" y="15227"/>
                  </a:lnTo>
                  <a:lnTo>
                    <a:pt x="1270" y="15227"/>
                  </a:lnTo>
                  <a:lnTo>
                    <a:pt x="1270" y="17767"/>
                  </a:lnTo>
                  <a:lnTo>
                    <a:pt x="0" y="17767"/>
                  </a:lnTo>
                  <a:lnTo>
                    <a:pt x="0" y="19037"/>
                  </a:lnTo>
                  <a:lnTo>
                    <a:pt x="7075170" y="19037"/>
                  </a:lnTo>
                  <a:lnTo>
                    <a:pt x="7075170" y="17767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2" name="object 842"/>
            <p:cNvSpPr/>
            <p:nvPr/>
          </p:nvSpPr>
          <p:spPr>
            <a:xfrm>
              <a:off x="1004570" y="5196852"/>
              <a:ext cx="7095490" cy="19050"/>
            </a:xfrm>
            <a:custGeom>
              <a:avLst/>
              <a:gdLst/>
              <a:ahLst/>
              <a:cxnLst/>
              <a:rect l="l" t="t" r="r" b="b"/>
              <a:pathLst>
                <a:path w="7095490" h="19050">
                  <a:moveTo>
                    <a:pt x="7095490" y="16497"/>
                  </a:moveTo>
                  <a:lnTo>
                    <a:pt x="7094220" y="16497"/>
                  </a:lnTo>
                  <a:lnTo>
                    <a:pt x="7094220" y="13957"/>
                  </a:lnTo>
                  <a:lnTo>
                    <a:pt x="7092950" y="13957"/>
                  </a:lnTo>
                  <a:lnTo>
                    <a:pt x="7092950" y="12687"/>
                  </a:lnTo>
                  <a:lnTo>
                    <a:pt x="7092937" y="11417"/>
                  </a:lnTo>
                  <a:lnTo>
                    <a:pt x="7091680" y="11417"/>
                  </a:lnTo>
                  <a:lnTo>
                    <a:pt x="7091680" y="10147"/>
                  </a:lnTo>
                  <a:lnTo>
                    <a:pt x="7091680" y="8877"/>
                  </a:lnTo>
                  <a:lnTo>
                    <a:pt x="7090410" y="8877"/>
                  </a:lnTo>
                  <a:lnTo>
                    <a:pt x="7090410" y="7607"/>
                  </a:lnTo>
                  <a:lnTo>
                    <a:pt x="7090410" y="6337"/>
                  </a:lnTo>
                  <a:lnTo>
                    <a:pt x="7089140" y="6337"/>
                  </a:lnTo>
                  <a:lnTo>
                    <a:pt x="7089140" y="5067"/>
                  </a:lnTo>
                  <a:lnTo>
                    <a:pt x="7089140" y="3797"/>
                  </a:lnTo>
                  <a:lnTo>
                    <a:pt x="7087870" y="3797"/>
                  </a:lnTo>
                  <a:lnTo>
                    <a:pt x="7087870" y="1270"/>
                  </a:lnTo>
                  <a:lnTo>
                    <a:pt x="7086587" y="1270"/>
                  </a:lnTo>
                  <a:lnTo>
                    <a:pt x="7086587" y="0"/>
                  </a:lnTo>
                  <a:lnTo>
                    <a:pt x="8890" y="0"/>
                  </a:lnTo>
                  <a:lnTo>
                    <a:pt x="8890" y="1270"/>
                  </a:lnTo>
                  <a:lnTo>
                    <a:pt x="7620" y="1270"/>
                  </a:lnTo>
                  <a:lnTo>
                    <a:pt x="7620" y="3797"/>
                  </a:lnTo>
                  <a:lnTo>
                    <a:pt x="6350" y="3797"/>
                  </a:lnTo>
                  <a:lnTo>
                    <a:pt x="6350" y="5067"/>
                  </a:lnTo>
                  <a:lnTo>
                    <a:pt x="5080" y="5067"/>
                  </a:lnTo>
                  <a:lnTo>
                    <a:pt x="5080" y="6337"/>
                  </a:lnTo>
                  <a:lnTo>
                    <a:pt x="5080" y="7607"/>
                  </a:lnTo>
                  <a:lnTo>
                    <a:pt x="3810" y="7607"/>
                  </a:lnTo>
                  <a:lnTo>
                    <a:pt x="3810" y="8877"/>
                  </a:lnTo>
                  <a:lnTo>
                    <a:pt x="3810" y="10147"/>
                  </a:lnTo>
                  <a:lnTo>
                    <a:pt x="2540" y="10147"/>
                  </a:lnTo>
                  <a:lnTo>
                    <a:pt x="2540" y="11417"/>
                  </a:lnTo>
                  <a:lnTo>
                    <a:pt x="2540" y="12687"/>
                  </a:lnTo>
                  <a:lnTo>
                    <a:pt x="1270" y="12687"/>
                  </a:lnTo>
                  <a:lnTo>
                    <a:pt x="1270" y="13957"/>
                  </a:lnTo>
                  <a:lnTo>
                    <a:pt x="1270" y="16497"/>
                  </a:lnTo>
                  <a:lnTo>
                    <a:pt x="0" y="16497"/>
                  </a:lnTo>
                  <a:lnTo>
                    <a:pt x="0" y="19037"/>
                  </a:lnTo>
                  <a:lnTo>
                    <a:pt x="7095490" y="19037"/>
                  </a:lnTo>
                  <a:lnTo>
                    <a:pt x="7095490" y="1649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3" name="object 843"/>
            <p:cNvSpPr/>
            <p:nvPr/>
          </p:nvSpPr>
          <p:spPr>
            <a:xfrm>
              <a:off x="998220" y="5215889"/>
              <a:ext cx="7108190" cy="20320"/>
            </a:xfrm>
            <a:custGeom>
              <a:avLst/>
              <a:gdLst/>
              <a:ahLst/>
              <a:cxnLst/>
              <a:rect l="l" t="t" r="r" b="b"/>
              <a:pathLst>
                <a:path w="7108190" h="20320">
                  <a:moveTo>
                    <a:pt x="7108190" y="13970"/>
                  </a:moveTo>
                  <a:lnTo>
                    <a:pt x="7106920" y="13970"/>
                  </a:lnTo>
                  <a:lnTo>
                    <a:pt x="7106920" y="12700"/>
                  </a:lnTo>
                  <a:lnTo>
                    <a:pt x="7106907" y="11430"/>
                  </a:lnTo>
                  <a:lnTo>
                    <a:pt x="7105637" y="11430"/>
                  </a:lnTo>
                  <a:lnTo>
                    <a:pt x="7105637" y="7620"/>
                  </a:lnTo>
                  <a:lnTo>
                    <a:pt x="7104380" y="7620"/>
                  </a:lnTo>
                  <a:lnTo>
                    <a:pt x="7104380" y="3810"/>
                  </a:lnTo>
                  <a:lnTo>
                    <a:pt x="7103110" y="3810"/>
                  </a:lnTo>
                  <a:lnTo>
                    <a:pt x="7103110" y="1270"/>
                  </a:lnTo>
                  <a:lnTo>
                    <a:pt x="7101840" y="1270"/>
                  </a:lnTo>
                  <a:lnTo>
                    <a:pt x="7101840" y="0"/>
                  </a:lnTo>
                  <a:lnTo>
                    <a:pt x="5080" y="0"/>
                  </a:lnTo>
                  <a:lnTo>
                    <a:pt x="5080" y="1270"/>
                  </a:lnTo>
                  <a:lnTo>
                    <a:pt x="5080" y="3810"/>
                  </a:lnTo>
                  <a:lnTo>
                    <a:pt x="3810" y="3810"/>
                  </a:lnTo>
                  <a:lnTo>
                    <a:pt x="3810" y="7620"/>
                  </a:lnTo>
                  <a:lnTo>
                    <a:pt x="2540" y="7620"/>
                  </a:lnTo>
                  <a:lnTo>
                    <a:pt x="2540" y="11430"/>
                  </a:lnTo>
                  <a:lnTo>
                    <a:pt x="2540" y="12700"/>
                  </a:lnTo>
                  <a:lnTo>
                    <a:pt x="1270" y="12700"/>
                  </a:lnTo>
                  <a:lnTo>
                    <a:pt x="1270" y="13970"/>
                  </a:lnTo>
                  <a:lnTo>
                    <a:pt x="1270" y="19050"/>
                  </a:lnTo>
                  <a:lnTo>
                    <a:pt x="0" y="19050"/>
                  </a:lnTo>
                  <a:lnTo>
                    <a:pt x="0" y="20320"/>
                  </a:lnTo>
                  <a:lnTo>
                    <a:pt x="7108190" y="20320"/>
                  </a:lnTo>
                  <a:lnTo>
                    <a:pt x="7108190" y="19050"/>
                  </a:lnTo>
                  <a:lnTo>
                    <a:pt x="7108190" y="13970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4" name="object 844"/>
            <p:cNvSpPr/>
            <p:nvPr/>
          </p:nvSpPr>
          <p:spPr>
            <a:xfrm>
              <a:off x="996950" y="5236209"/>
              <a:ext cx="7110730" cy="19050"/>
            </a:xfrm>
            <a:custGeom>
              <a:avLst/>
              <a:gdLst/>
              <a:ahLst/>
              <a:cxnLst/>
              <a:rect l="l" t="t" r="r" b="b"/>
              <a:pathLst>
                <a:path w="7110730" h="19050">
                  <a:moveTo>
                    <a:pt x="7110730" y="1270"/>
                  </a:moveTo>
                  <a:lnTo>
                    <a:pt x="7109460" y="1270"/>
                  </a:lnTo>
                  <a:lnTo>
                    <a:pt x="710946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1270" y="3810"/>
                  </a:lnTo>
                  <a:lnTo>
                    <a:pt x="0" y="3810"/>
                  </a:lnTo>
                  <a:lnTo>
                    <a:pt x="0" y="19050"/>
                  </a:lnTo>
                  <a:lnTo>
                    <a:pt x="7110730" y="19050"/>
                  </a:lnTo>
                  <a:lnTo>
                    <a:pt x="7110730" y="3810"/>
                  </a:lnTo>
                  <a:lnTo>
                    <a:pt x="7110730" y="127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5" name="object 845"/>
            <p:cNvSpPr/>
            <p:nvPr/>
          </p:nvSpPr>
          <p:spPr>
            <a:xfrm>
              <a:off x="996949" y="5255260"/>
              <a:ext cx="7110730" cy="20320"/>
            </a:xfrm>
            <a:custGeom>
              <a:avLst/>
              <a:gdLst/>
              <a:ahLst/>
              <a:cxnLst/>
              <a:rect l="l" t="t" r="r" b="b"/>
              <a:pathLst>
                <a:path w="7110730" h="20320">
                  <a:moveTo>
                    <a:pt x="0" y="20319"/>
                  </a:moveTo>
                  <a:lnTo>
                    <a:pt x="0" y="0"/>
                  </a:lnTo>
                  <a:lnTo>
                    <a:pt x="7110730" y="0"/>
                  </a:lnTo>
                  <a:lnTo>
                    <a:pt x="7110730" y="20319"/>
                  </a:lnTo>
                  <a:lnTo>
                    <a:pt x="0" y="20319"/>
                  </a:lnTo>
                  <a:close/>
                </a:path>
              </a:pathLst>
            </a:custGeom>
            <a:solidFill>
              <a:srgbClr val="F9F9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6" name="object 846"/>
            <p:cNvSpPr/>
            <p:nvPr/>
          </p:nvSpPr>
          <p:spPr>
            <a:xfrm>
              <a:off x="996949" y="5275579"/>
              <a:ext cx="7110730" cy="19050"/>
            </a:xfrm>
            <a:custGeom>
              <a:avLst/>
              <a:gdLst/>
              <a:ahLst/>
              <a:cxnLst/>
              <a:rect l="l" t="t" r="r" b="b"/>
              <a:pathLst>
                <a:path w="7110730" h="19050">
                  <a:moveTo>
                    <a:pt x="0" y="19050"/>
                  </a:moveTo>
                  <a:lnTo>
                    <a:pt x="0" y="0"/>
                  </a:lnTo>
                  <a:lnTo>
                    <a:pt x="7110730" y="0"/>
                  </a:lnTo>
                  <a:lnTo>
                    <a:pt x="7110730" y="19050"/>
                  </a:lnTo>
                  <a:lnTo>
                    <a:pt x="0" y="1905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7" name="object 847"/>
            <p:cNvSpPr/>
            <p:nvPr/>
          </p:nvSpPr>
          <p:spPr>
            <a:xfrm>
              <a:off x="996949" y="5294629"/>
              <a:ext cx="7110730" cy="20320"/>
            </a:xfrm>
            <a:custGeom>
              <a:avLst/>
              <a:gdLst/>
              <a:ahLst/>
              <a:cxnLst/>
              <a:rect l="l" t="t" r="r" b="b"/>
              <a:pathLst>
                <a:path w="7110730" h="20320">
                  <a:moveTo>
                    <a:pt x="0" y="20320"/>
                  </a:moveTo>
                  <a:lnTo>
                    <a:pt x="0" y="0"/>
                  </a:lnTo>
                  <a:lnTo>
                    <a:pt x="7110730" y="0"/>
                  </a:lnTo>
                  <a:lnTo>
                    <a:pt x="7110730" y="20320"/>
                  </a:lnTo>
                  <a:lnTo>
                    <a:pt x="0" y="2032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8" name="object 848"/>
            <p:cNvSpPr/>
            <p:nvPr/>
          </p:nvSpPr>
          <p:spPr>
            <a:xfrm>
              <a:off x="996949" y="5314950"/>
              <a:ext cx="7110730" cy="19050"/>
            </a:xfrm>
            <a:custGeom>
              <a:avLst/>
              <a:gdLst/>
              <a:ahLst/>
              <a:cxnLst/>
              <a:rect l="l" t="t" r="r" b="b"/>
              <a:pathLst>
                <a:path w="7110730" h="19050">
                  <a:moveTo>
                    <a:pt x="0" y="19050"/>
                  </a:moveTo>
                  <a:lnTo>
                    <a:pt x="0" y="0"/>
                  </a:lnTo>
                  <a:lnTo>
                    <a:pt x="7110730" y="0"/>
                  </a:lnTo>
                  <a:lnTo>
                    <a:pt x="7110730" y="19050"/>
                  </a:lnTo>
                  <a:lnTo>
                    <a:pt x="0" y="19050"/>
                  </a:lnTo>
                  <a:close/>
                </a:path>
              </a:pathLst>
            </a:custGeom>
            <a:solidFill>
              <a:srgbClr val="F6F6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9" name="object 849"/>
            <p:cNvSpPr/>
            <p:nvPr/>
          </p:nvSpPr>
          <p:spPr>
            <a:xfrm>
              <a:off x="996949" y="5334000"/>
              <a:ext cx="7110730" cy="19050"/>
            </a:xfrm>
            <a:custGeom>
              <a:avLst/>
              <a:gdLst/>
              <a:ahLst/>
              <a:cxnLst/>
              <a:rect l="l" t="t" r="r" b="b"/>
              <a:pathLst>
                <a:path w="7110730" h="19050">
                  <a:moveTo>
                    <a:pt x="0" y="19050"/>
                  </a:moveTo>
                  <a:lnTo>
                    <a:pt x="0" y="0"/>
                  </a:lnTo>
                  <a:lnTo>
                    <a:pt x="7110730" y="0"/>
                  </a:lnTo>
                  <a:lnTo>
                    <a:pt x="7110730" y="19050"/>
                  </a:lnTo>
                  <a:lnTo>
                    <a:pt x="0" y="19050"/>
                  </a:lnTo>
                  <a:close/>
                </a:path>
              </a:pathLst>
            </a:custGeom>
            <a:solidFill>
              <a:srgbClr val="F5F5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0" name="object 850"/>
            <p:cNvSpPr/>
            <p:nvPr/>
          </p:nvSpPr>
          <p:spPr>
            <a:xfrm>
              <a:off x="996949" y="5353050"/>
              <a:ext cx="7110730" cy="20320"/>
            </a:xfrm>
            <a:custGeom>
              <a:avLst/>
              <a:gdLst/>
              <a:ahLst/>
              <a:cxnLst/>
              <a:rect l="l" t="t" r="r" b="b"/>
              <a:pathLst>
                <a:path w="7110730" h="20320">
                  <a:moveTo>
                    <a:pt x="0" y="20319"/>
                  </a:moveTo>
                  <a:lnTo>
                    <a:pt x="0" y="0"/>
                  </a:lnTo>
                  <a:lnTo>
                    <a:pt x="7110730" y="0"/>
                  </a:lnTo>
                  <a:lnTo>
                    <a:pt x="7110730" y="20319"/>
                  </a:lnTo>
                  <a:lnTo>
                    <a:pt x="0" y="20319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1" name="object 851"/>
            <p:cNvSpPr/>
            <p:nvPr/>
          </p:nvSpPr>
          <p:spPr>
            <a:xfrm>
              <a:off x="996949" y="5373370"/>
              <a:ext cx="7110730" cy="19050"/>
            </a:xfrm>
            <a:custGeom>
              <a:avLst/>
              <a:gdLst/>
              <a:ahLst/>
              <a:cxnLst/>
              <a:rect l="l" t="t" r="r" b="b"/>
              <a:pathLst>
                <a:path w="7110730" h="19050">
                  <a:moveTo>
                    <a:pt x="0" y="19049"/>
                  </a:moveTo>
                  <a:lnTo>
                    <a:pt x="0" y="0"/>
                  </a:lnTo>
                  <a:lnTo>
                    <a:pt x="7110730" y="0"/>
                  </a:lnTo>
                  <a:lnTo>
                    <a:pt x="7110730" y="19049"/>
                  </a:lnTo>
                  <a:lnTo>
                    <a:pt x="0" y="19049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2" name="object 852"/>
            <p:cNvSpPr/>
            <p:nvPr/>
          </p:nvSpPr>
          <p:spPr>
            <a:xfrm>
              <a:off x="996949" y="5392420"/>
              <a:ext cx="7110730" cy="20320"/>
            </a:xfrm>
            <a:custGeom>
              <a:avLst/>
              <a:gdLst/>
              <a:ahLst/>
              <a:cxnLst/>
              <a:rect l="l" t="t" r="r" b="b"/>
              <a:pathLst>
                <a:path w="7110730" h="20320">
                  <a:moveTo>
                    <a:pt x="0" y="20319"/>
                  </a:moveTo>
                  <a:lnTo>
                    <a:pt x="0" y="0"/>
                  </a:lnTo>
                  <a:lnTo>
                    <a:pt x="7110730" y="0"/>
                  </a:lnTo>
                  <a:lnTo>
                    <a:pt x="7110730" y="20319"/>
                  </a:lnTo>
                  <a:lnTo>
                    <a:pt x="0" y="20319"/>
                  </a:lnTo>
                  <a:close/>
                </a:path>
              </a:pathLst>
            </a:custGeom>
            <a:solidFill>
              <a:srgbClr val="F2F2F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3" name="object 853"/>
            <p:cNvSpPr/>
            <p:nvPr/>
          </p:nvSpPr>
          <p:spPr>
            <a:xfrm>
              <a:off x="996949" y="5412740"/>
              <a:ext cx="7110730" cy="19050"/>
            </a:xfrm>
            <a:custGeom>
              <a:avLst/>
              <a:gdLst/>
              <a:ahLst/>
              <a:cxnLst/>
              <a:rect l="l" t="t" r="r" b="b"/>
              <a:pathLst>
                <a:path w="7110730" h="19050">
                  <a:moveTo>
                    <a:pt x="0" y="19050"/>
                  </a:moveTo>
                  <a:lnTo>
                    <a:pt x="0" y="0"/>
                  </a:lnTo>
                  <a:lnTo>
                    <a:pt x="7110730" y="0"/>
                  </a:lnTo>
                  <a:lnTo>
                    <a:pt x="7110730" y="19050"/>
                  </a:lnTo>
                  <a:lnTo>
                    <a:pt x="0" y="1905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4" name="object 854"/>
            <p:cNvSpPr/>
            <p:nvPr/>
          </p:nvSpPr>
          <p:spPr>
            <a:xfrm>
              <a:off x="996949" y="5431790"/>
              <a:ext cx="7110730" cy="19050"/>
            </a:xfrm>
            <a:custGeom>
              <a:avLst/>
              <a:gdLst/>
              <a:ahLst/>
              <a:cxnLst/>
              <a:rect l="l" t="t" r="r" b="b"/>
              <a:pathLst>
                <a:path w="7110730" h="19050">
                  <a:moveTo>
                    <a:pt x="0" y="19050"/>
                  </a:moveTo>
                  <a:lnTo>
                    <a:pt x="0" y="0"/>
                  </a:lnTo>
                  <a:lnTo>
                    <a:pt x="7110730" y="0"/>
                  </a:lnTo>
                  <a:lnTo>
                    <a:pt x="7110730" y="19050"/>
                  </a:lnTo>
                  <a:lnTo>
                    <a:pt x="0" y="19050"/>
                  </a:lnTo>
                  <a:close/>
                </a:path>
              </a:pathLst>
            </a:custGeom>
            <a:solidFill>
              <a:srgbClr val="F0F0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5" name="object 855"/>
            <p:cNvSpPr/>
            <p:nvPr/>
          </p:nvSpPr>
          <p:spPr>
            <a:xfrm>
              <a:off x="996949" y="5450840"/>
              <a:ext cx="7110730" cy="20320"/>
            </a:xfrm>
            <a:custGeom>
              <a:avLst/>
              <a:gdLst/>
              <a:ahLst/>
              <a:cxnLst/>
              <a:rect l="l" t="t" r="r" b="b"/>
              <a:pathLst>
                <a:path w="7110730" h="20320">
                  <a:moveTo>
                    <a:pt x="0" y="20320"/>
                  </a:moveTo>
                  <a:lnTo>
                    <a:pt x="0" y="0"/>
                  </a:lnTo>
                  <a:lnTo>
                    <a:pt x="7110730" y="0"/>
                  </a:lnTo>
                  <a:lnTo>
                    <a:pt x="7110730" y="20320"/>
                  </a:lnTo>
                  <a:lnTo>
                    <a:pt x="0" y="2032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6" name="object 856"/>
            <p:cNvSpPr/>
            <p:nvPr/>
          </p:nvSpPr>
          <p:spPr>
            <a:xfrm>
              <a:off x="996949" y="5471159"/>
              <a:ext cx="7110730" cy="19050"/>
            </a:xfrm>
            <a:custGeom>
              <a:avLst/>
              <a:gdLst/>
              <a:ahLst/>
              <a:cxnLst/>
              <a:rect l="l" t="t" r="r" b="b"/>
              <a:pathLst>
                <a:path w="7110730" h="19050">
                  <a:moveTo>
                    <a:pt x="0" y="19049"/>
                  </a:moveTo>
                  <a:lnTo>
                    <a:pt x="0" y="0"/>
                  </a:lnTo>
                  <a:lnTo>
                    <a:pt x="7110730" y="0"/>
                  </a:lnTo>
                  <a:lnTo>
                    <a:pt x="7110730" y="19049"/>
                  </a:lnTo>
                  <a:lnTo>
                    <a:pt x="0" y="19049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7" name="object 857"/>
            <p:cNvSpPr/>
            <p:nvPr/>
          </p:nvSpPr>
          <p:spPr>
            <a:xfrm>
              <a:off x="996949" y="5490209"/>
              <a:ext cx="7110730" cy="20320"/>
            </a:xfrm>
            <a:custGeom>
              <a:avLst/>
              <a:gdLst/>
              <a:ahLst/>
              <a:cxnLst/>
              <a:rect l="l" t="t" r="r" b="b"/>
              <a:pathLst>
                <a:path w="7110730" h="20320">
                  <a:moveTo>
                    <a:pt x="0" y="20319"/>
                  </a:moveTo>
                  <a:lnTo>
                    <a:pt x="0" y="0"/>
                  </a:lnTo>
                  <a:lnTo>
                    <a:pt x="7110730" y="0"/>
                  </a:lnTo>
                  <a:lnTo>
                    <a:pt x="7110730" y="20319"/>
                  </a:lnTo>
                  <a:lnTo>
                    <a:pt x="0" y="20319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8" name="object 858"/>
            <p:cNvSpPr/>
            <p:nvPr/>
          </p:nvSpPr>
          <p:spPr>
            <a:xfrm>
              <a:off x="996949" y="5510530"/>
              <a:ext cx="7110730" cy="19050"/>
            </a:xfrm>
            <a:custGeom>
              <a:avLst/>
              <a:gdLst/>
              <a:ahLst/>
              <a:cxnLst/>
              <a:rect l="l" t="t" r="r" b="b"/>
              <a:pathLst>
                <a:path w="7110730" h="19050">
                  <a:moveTo>
                    <a:pt x="0" y="19050"/>
                  </a:moveTo>
                  <a:lnTo>
                    <a:pt x="0" y="0"/>
                  </a:lnTo>
                  <a:lnTo>
                    <a:pt x="7110730" y="0"/>
                  </a:lnTo>
                  <a:lnTo>
                    <a:pt x="7110730" y="19050"/>
                  </a:lnTo>
                  <a:lnTo>
                    <a:pt x="0" y="19050"/>
                  </a:lnTo>
                  <a:close/>
                </a:path>
              </a:pathLst>
            </a:custGeom>
            <a:solidFill>
              <a:srgbClr val="ECEC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9" name="object 859"/>
            <p:cNvSpPr/>
            <p:nvPr/>
          </p:nvSpPr>
          <p:spPr>
            <a:xfrm>
              <a:off x="996949" y="5529580"/>
              <a:ext cx="7110730" cy="19050"/>
            </a:xfrm>
            <a:custGeom>
              <a:avLst/>
              <a:gdLst/>
              <a:ahLst/>
              <a:cxnLst/>
              <a:rect l="l" t="t" r="r" b="b"/>
              <a:pathLst>
                <a:path w="7110730" h="19050">
                  <a:moveTo>
                    <a:pt x="0" y="19050"/>
                  </a:moveTo>
                  <a:lnTo>
                    <a:pt x="0" y="0"/>
                  </a:lnTo>
                  <a:lnTo>
                    <a:pt x="7110730" y="0"/>
                  </a:lnTo>
                  <a:lnTo>
                    <a:pt x="7110730" y="19050"/>
                  </a:lnTo>
                  <a:lnTo>
                    <a:pt x="0" y="19050"/>
                  </a:lnTo>
                  <a:close/>
                </a:path>
              </a:pathLst>
            </a:custGeom>
            <a:solidFill>
              <a:srgbClr val="EBEB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0" name="object 860"/>
            <p:cNvSpPr/>
            <p:nvPr/>
          </p:nvSpPr>
          <p:spPr>
            <a:xfrm>
              <a:off x="996949" y="5548630"/>
              <a:ext cx="7110730" cy="20320"/>
            </a:xfrm>
            <a:custGeom>
              <a:avLst/>
              <a:gdLst/>
              <a:ahLst/>
              <a:cxnLst/>
              <a:rect l="l" t="t" r="r" b="b"/>
              <a:pathLst>
                <a:path w="7110730" h="20320">
                  <a:moveTo>
                    <a:pt x="0" y="20320"/>
                  </a:moveTo>
                  <a:lnTo>
                    <a:pt x="0" y="0"/>
                  </a:lnTo>
                  <a:lnTo>
                    <a:pt x="7110730" y="0"/>
                  </a:lnTo>
                  <a:lnTo>
                    <a:pt x="7110730" y="20320"/>
                  </a:lnTo>
                  <a:lnTo>
                    <a:pt x="0" y="20320"/>
                  </a:lnTo>
                  <a:close/>
                </a:path>
              </a:pathLst>
            </a:custGeom>
            <a:solidFill>
              <a:srgbClr val="EAE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1" name="object 861"/>
            <p:cNvSpPr/>
            <p:nvPr/>
          </p:nvSpPr>
          <p:spPr>
            <a:xfrm>
              <a:off x="996949" y="5568950"/>
              <a:ext cx="7110730" cy="19050"/>
            </a:xfrm>
            <a:custGeom>
              <a:avLst/>
              <a:gdLst/>
              <a:ahLst/>
              <a:cxnLst/>
              <a:rect l="l" t="t" r="r" b="b"/>
              <a:pathLst>
                <a:path w="7110730" h="19050">
                  <a:moveTo>
                    <a:pt x="0" y="19050"/>
                  </a:moveTo>
                  <a:lnTo>
                    <a:pt x="0" y="0"/>
                  </a:lnTo>
                  <a:lnTo>
                    <a:pt x="7110730" y="0"/>
                  </a:lnTo>
                  <a:lnTo>
                    <a:pt x="7110730" y="19050"/>
                  </a:lnTo>
                  <a:lnTo>
                    <a:pt x="0" y="19050"/>
                  </a:lnTo>
                  <a:close/>
                </a:path>
              </a:pathLst>
            </a:custGeom>
            <a:solidFill>
              <a:srgbClr val="E9E9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2" name="object 862"/>
            <p:cNvSpPr/>
            <p:nvPr/>
          </p:nvSpPr>
          <p:spPr>
            <a:xfrm>
              <a:off x="996949" y="5588000"/>
              <a:ext cx="7110730" cy="20320"/>
            </a:xfrm>
            <a:custGeom>
              <a:avLst/>
              <a:gdLst/>
              <a:ahLst/>
              <a:cxnLst/>
              <a:rect l="l" t="t" r="r" b="b"/>
              <a:pathLst>
                <a:path w="7110730" h="20320">
                  <a:moveTo>
                    <a:pt x="0" y="20319"/>
                  </a:moveTo>
                  <a:lnTo>
                    <a:pt x="0" y="0"/>
                  </a:lnTo>
                  <a:lnTo>
                    <a:pt x="7110730" y="0"/>
                  </a:lnTo>
                  <a:lnTo>
                    <a:pt x="7110730" y="20319"/>
                  </a:lnTo>
                  <a:lnTo>
                    <a:pt x="0" y="20319"/>
                  </a:lnTo>
                  <a:close/>
                </a:path>
              </a:pathLst>
            </a:custGeom>
            <a:solidFill>
              <a:srgbClr val="E8E8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3" name="object 863"/>
            <p:cNvSpPr/>
            <p:nvPr/>
          </p:nvSpPr>
          <p:spPr>
            <a:xfrm>
              <a:off x="996949" y="5608319"/>
              <a:ext cx="7110730" cy="19050"/>
            </a:xfrm>
            <a:custGeom>
              <a:avLst/>
              <a:gdLst/>
              <a:ahLst/>
              <a:cxnLst/>
              <a:rect l="l" t="t" r="r" b="b"/>
              <a:pathLst>
                <a:path w="7110730" h="19050">
                  <a:moveTo>
                    <a:pt x="0" y="19049"/>
                  </a:moveTo>
                  <a:lnTo>
                    <a:pt x="0" y="0"/>
                  </a:lnTo>
                  <a:lnTo>
                    <a:pt x="7110730" y="0"/>
                  </a:lnTo>
                  <a:lnTo>
                    <a:pt x="7110730" y="19049"/>
                  </a:lnTo>
                  <a:lnTo>
                    <a:pt x="0" y="19049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4" name="object 864"/>
            <p:cNvSpPr/>
            <p:nvPr/>
          </p:nvSpPr>
          <p:spPr>
            <a:xfrm>
              <a:off x="996949" y="5627369"/>
              <a:ext cx="7110730" cy="19050"/>
            </a:xfrm>
            <a:custGeom>
              <a:avLst/>
              <a:gdLst/>
              <a:ahLst/>
              <a:cxnLst/>
              <a:rect l="l" t="t" r="r" b="b"/>
              <a:pathLst>
                <a:path w="7110730" h="19050">
                  <a:moveTo>
                    <a:pt x="0" y="19049"/>
                  </a:moveTo>
                  <a:lnTo>
                    <a:pt x="0" y="0"/>
                  </a:lnTo>
                  <a:lnTo>
                    <a:pt x="7110730" y="0"/>
                  </a:lnTo>
                  <a:lnTo>
                    <a:pt x="7110730" y="19049"/>
                  </a:lnTo>
                  <a:lnTo>
                    <a:pt x="0" y="19049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5" name="object 865"/>
            <p:cNvSpPr/>
            <p:nvPr/>
          </p:nvSpPr>
          <p:spPr>
            <a:xfrm>
              <a:off x="996949" y="5646419"/>
              <a:ext cx="7110730" cy="20320"/>
            </a:xfrm>
            <a:custGeom>
              <a:avLst/>
              <a:gdLst/>
              <a:ahLst/>
              <a:cxnLst/>
              <a:rect l="l" t="t" r="r" b="b"/>
              <a:pathLst>
                <a:path w="7110730" h="20320">
                  <a:moveTo>
                    <a:pt x="0" y="20319"/>
                  </a:moveTo>
                  <a:lnTo>
                    <a:pt x="0" y="0"/>
                  </a:lnTo>
                  <a:lnTo>
                    <a:pt x="7110730" y="0"/>
                  </a:lnTo>
                  <a:lnTo>
                    <a:pt x="7110730" y="20319"/>
                  </a:lnTo>
                  <a:lnTo>
                    <a:pt x="0" y="20319"/>
                  </a:lnTo>
                  <a:close/>
                </a:path>
              </a:pathLst>
            </a:custGeom>
            <a:solidFill>
              <a:srgbClr val="E5E5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6" name="object 866"/>
            <p:cNvSpPr/>
            <p:nvPr/>
          </p:nvSpPr>
          <p:spPr>
            <a:xfrm>
              <a:off x="996949" y="5666740"/>
              <a:ext cx="7110730" cy="19050"/>
            </a:xfrm>
            <a:custGeom>
              <a:avLst/>
              <a:gdLst/>
              <a:ahLst/>
              <a:cxnLst/>
              <a:rect l="l" t="t" r="r" b="b"/>
              <a:pathLst>
                <a:path w="7110730" h="19050">
                  <a:moveTo>
                    <a:pt x="0" y="19050"/>
                  </a:moveTo>
                  <a:lnTo>
                    <a:pt x="0" y="0"/>
                  </a:lnTo>
                  <a:lnTo>
                    <a:pt x="7110730" y="0"/>
                  </a:lnTo>
                  <a:lnTo>
                    <a:pt x="7110730" y="19050"/>
                  </a:lnTo>
                  <a:lnTo>
                    <a:pt x="0" y="19050"/>
                  </a:lnTo>
                  <a:close/>
                </a:path>
              </a:pathLst>
            </a:custGeom>
            <a:solidFill>
              <a:srgbClr val="E4E4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7" name="object 867"/>
            <p:cNvSpPr/>
            <p:nvPr/>
          </p:nvSpPr>
          <p:spPr>
            <a:xfrm>
              <a:off x="996949" y="5685790"/>
              <a:ext cx="7110730" cy="20320"/>
            </a:xfrm>
            <a:custGeom>
              <a:avLst/>
              <a:gdLst/>
              <a:ahLst/>
              <a:cxnLst/>
              <a:rect l="l" t="t" r="r" b="b"/>
              <a:pathLst>
                <a:path w="7110730" h="20320">
                  <a:moveTo>
                    <a:pt x="0" y="20320"/>
                  </a:moveTo>
                  <a:lnTo>
                    <a:pt x="0" y="0"/>
                  </a:lnTo>
                  <a:lnTo>
                    <a:pt x="7110730" y="0"/>
                  </a:lnTo>
                  <a:lnTo>
                    <a:pt x="7110730" y="20320"/>
                  </a:lnTo>
                  <a:lnTo>
                    <a:pt x="0" y="20320"/>
                  </a:lnTo>
                  <a:close/>
                </a:path>
              </a:pathLst>
            </a:custGeom>
            <a:solidFill>
              <a:srgbClr val="E3E3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8" name="object 868"/>
            <p:cNvSpPr/>
            <p:nvPr/>
          </p:nvSpPr>
          <p:spPr>
            <a:xfrm>
              <a:off x="996950" y="5706109"/>
              <a:ext cx="7110730" cy="19050"/>
            </a:xfrm>
            <a:custGeom>
              <a:avLst/>
              <a:gdLst/>
              <a:ahLst/>
              <a:cxnLst/>
              <a:rect l="l" t="t" r="r" b="b"/>
              <a:pathLst>
                <a:path w="7110730" h="19050">
                  <a:moveTo>
                    <a:pt x="7110730" y="0"/>
                  </a:moveTo>
                  <a:lnTo>
                    <a:pt x="0" y="0"/>
                  </a:lnTo>
                  <a:lnTo>
                    <a:pt x="0" y="15240"/>
                  </a:lnTo>
                  <a:lnTo>
                    <a:pt x="1257" y="15240"/>
                  </a:lnTo>
                  <a:lnTo>
                    <a:pt x="1257" y="19050"/>
                  </a:lnTo>
                  <a:lnTo>
                    <a:pt x="7110730" y="19050"/>
                  </a:lnTo>
                  <a:lnTo>
                    <a:pt x="7110730" y="15240"/>
                  </a:lnTo>
                  <a:lnTo>
                    <a:pt x="7110730" y="0"/>
                  </a:lnTo>
                  <a:close/>
                </a:path>
              </a:pathLst>
            </a:custGeom>
            <a:solidFill>
              <a:srgbClr val="E2E2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9" name="object 869"/>
            <p:cNvSpPr/>
            <p:nvPr/>
          </p:nvSpPr>
          <p:spPr>
            <a:xfrm>
              <a:off x="998220" y="5725159"/>
              <a:ext cx="7108190" cy="20320"/>
            </a:xfrm>
            <a:custGeom>
              <a:avLst/>
              <a:gdLst/>
              <a:ahLst/>
              <a:cxnLst/>
              <a:rect l="l" t="t" r="r" b="b"/>
              <a:pathLst>
                <a:path w="7108190" h="20320">
                  <a:moveTo>
                    <a:pt x="710819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6350"/>
                  </a:lnTo>
                  <a:lnTo>
                    <a:pt x="1270" y="7620"/>
                  </a:lnTo>
                  <a:lnTo>
                    <a:pt x="2540" y="7620"/>
                  </a:lnTo>
                  <a:lnTo>
                    <a:pt x="2540" y="10160"/>
                  </a:lnTo>
                  <a:lnTo>
                    <a:pt x="2540" y="12700"/>
                  </a:lnTo>
                  <a:lnTo>
                    <a:pt x="3810" y="12700"/>
                  </a:lnTo>
                  <a:lnTo>
                    <a:pt x="3810" y="13970"/>
                  </a:lnTo>
                  <a:lnTo>
                    <a:pt x="3810" y="17780"/>
                  </a:lnTo>
                  <a:lnTo>
                    <a:pt x="5080" y="17780"/>
                  </a:lnTo>
                  <a:lnTo>
                    <a:pt x="5080" y="20320"/>
                  </a:lnTo>
                  <a:lnTo>
                    <a:pt x="7103110" y="20320"/>
                  </a:lnTo>
                  <a:lnTo>
                    <a:pt x="7103110" y="17780"/>
                  </a:lnTo>
                  <a:lnTo>
                    <a:pt x="7104380" y="17780"/>
                  </a:lnTo>
                  <a:lnTo>
                    <a:pt x="7104380" y="13970"/>
                  </a:lnTo>
                  <a:lnTo>
                    <a:pt x="7105650" y="13970"/>
                  </a:lnTo>
                  <a:lnTo>
                    <a:pt x="7105650" y="12700"/>
                  </a:lnTo>
                  <a:lnTo>
                    <a:pt x="7105637" y="10160"/>
                  </a:lnTo>
                  <a:lnTo>
                    <a:pt x="7106907" y="10160"/>
                  </a:lnTo>
                  <a:lnTo>
                    <a:pt x="7106907" y="7620"/>
                  </a:lnTo>
                  <a:lnTo>
                    <a:pt x="7106920" y="6350"/>
                  </a:lnTo>
                  <a:lnTo>
                    <a:pt x="7108190" y="6350"/>
                  </a:lnTo>
                  <a:lnTo>
                    <a:pt x="7108190" y="1270"/>
                  </a:lnTo>
                  <a:lnTo>
                    <a:pt x="7108190" y="0"/>
                  </a:lnTo>
                  <a:close/>
                </a:path>
              </a:pathLst>
            </a:custGeom>
            <a:solidFill>
              <a:srgbClr val="E1E1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0" name="object 870"/>
            <p:cNvSpPr/>
            <p:nvPr/>
          </p:nvSpPr>
          <p:spPr>
            <a:xfrm>
              <a:off x="1004570" y="5745479"/>
              <a:ext cx="7095490" cy="19050"/>
            </a:xfrm>
            <a:custGeom>
              <a:avLst/>
              <a:gdLst/>
              <a:ahLst/>
              <a:cxnLst/>
              <a:rect l="l" t="t" r="r" b="b"/>
              <a:pathLst>
                <a:path w="7095490" h="19050">
                  <a:moveTo>
                    <a:pt x="7086587" y="17792"/>
                  </a:moveTo>
                  <a:lnTo>
                    <a:pt x="8890" y="17792"/>
                  </a:lnTo>
                  <a:lnTo>
                    <a:pt x="8877" y="19050"/>
                  </a:lnTo>
                  <a:lnTo>
                    <a:pt x="7086587" y="19050"/>
                  </a:lnTo>
                  <a:lnTo>
                    <a:pt x="7086587" y="17792"/>
                  </a:lnTo>
                  <a:close/>
                </a:path>
                <a:path w="7095490" h="19050">
                  <a:moveTo>
                    <a:pt x="709549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70" y="2540"/>
                  </a:lnTo>
                  <a:lnTo>
                    <a:pt x="1270" y="5080"/>
                  </a:lnTo>
                  <a:lnTo>
                    <a:pt x="2540" y="5080"/>
                  </a:lnTo>
                  <a:lnTo>
                    <a:pt x="2540" y="6350"/>
                  </a:lnTo>
                  <a:lnTo>
                    <a:pt x="2540" y="7620"/>
                  </a:lnTo>
                  <a:lnTo>
                    <a:pt x="3810" y="7620"/>
                  </a:lnTo>
                  <a:lnTo>
                    <a:pt x="3810" y="8890"/>
                  </a:lnTo>
                  <a:lnTo>
                    <a:pt x="3810" y="10160"/>
                  </a:lnTo>
                  <a:lnTo>
                    <a:pt x="5080" y="10160"/>
                  </a:lnTo>
                  <a:lnTo>
                    <a:pt x="5080" y="11430"/>
                  </a:lnTo>
                  <a:lnTo>
                    <a:pt x="5080" y="12700"/>
                  </a:lnTo>
                  <a:lnTo>
                    <a:pt x="6350" y="12700"/>
                  </a:lnTo>
                  <a:lnTo>
                    <a:pt x="6350" y="13970"/>
                  </a:lnTo>
                  <a:lnTo>
                    <a:pt x="6350" y="15240"/>
                  </a:lnTo>
                  <a:lnTo>
                    <a:pt x="7620" y="15240"/>
                  </a:lnTo>
                  <a:lnTo>
                    <a:pt x="7620" y="17780"/>
                  </a:lnTo>
                  <a:lnTo>
                    <a:pt x="7087870" y="17780"/>
                  </a:lnTo>
                  <a:lnTo>
                    <a:pt x="7087870" y="15240"/>
                  </a:lnTo>
                  <a:lnTo>
                    <a:pt x="7089140" y="15240"/>
                  </a:lnTo>
                  <a:lnTo>
                    <a:pt x="7089140" y="13970"/>
                  </a:lnTo>
                  <a:lnTo>
                    <a:pt x="7090410" y="13970"/>
                  </a:lnTo>
                  <a:lnTo>
                    <a:pt x="7090410" y="12700"/>
                  </a:lnTo>
                  <a:lnTo>
                    <a:pt x="7090410" y="11430"/>
                  </a:lnTo>
                  <a:lnTo>
                    <a:pt x="7091680" y="11430"/>
                  </a:lnTo>
                  <a:lnTo>
                    <a:pt x="7091680" y="10160"/>
                  </a:lnTo>
                  <a:lnTo>
                    <a:pt x="7091680" y="8890"/>
                  </a:lnTo>
                  <a:lnTo>
                    <a:pt x="7092950" y="8890"/>
                  </a:lnTo>
                  <a:lnTo>
                    <a:pt x="7092950" y="7620"/>
                  </a:lnTo>
                  <a:lnTo>
                    <a:pt x="7092937" y="6350"/>
                  </a:lnTo>
                  <a:lnTo>
                    <a:pt x="7094207" y="6350"/>
                  </a:lnTo>
                  <a:lnTo>
                    <a:pt x="7094207" y="5080"/>
                  </a:lnTo>
                  <a:lnTo>
                    <a:pt x="7094220" y="2540"/>
                  </a:lnTo>
                  <a:lnTo>
                    <a:pt x="7095490" y="2540"/>
                  </a:lnTo>
                  <a:lnTo>
                    <a:pt x="7095490" y="0"/>
                  </a:lnTo>
                  <a:close/>
                </a:path>
              </a:pathLst>
            </a:custGeom>
            <a:solidFill>
              <a:srgbClr val="E0E0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1" name="object 871"/>
            <p:cNvSpPr/>
            <p:nvPr/>
          </p:nvSpPr>
          <p:spPr>
            <a:xfrm>
              <a:off x="1014730" y="5764529"/>
              <a:ext cx="7076440" cy="19050"/>
            </a:xfrm>
            <a:custGeom>
              <a:avLst/>
              <a:gdLst/>
              <a:ahLst/>
              <a:cxnLst/>
              <a:rect l="l" t="t" r="r" b="b"/>
              <a:pathLst>
                <a:path w="7076440" h="19050">
                  <a:moveTo>
                    <a:pt x="7062470" y="17792"/>
                  </a:moveTo>
                  <a:lnTo>
                    <a:pt x="12700" y="17792"/>
                  </a:lnTo>
                  <a:lnTo>
                    <a:pt x="12700" y="19050"/>
                  </a:lnTo>
                  <a:lnTo>
                    <a:pt x="7062470" y="19050"/>
                  </a:lnTo>
                  <a:lnTo>
                    <a:pt x="7062470" y="17792"/>
                  </a:lnTo>
                  <a:close/>
                </a:path>
                <a:path w="7076440" h="19050">
                  <a:moveTo>
                    <a:pt x="7065010" y="15252"/>
                  </a:moveTo>
                  <a:lnTo>
                    <a:pt x="10160" y="15252"/>
                  </a:lnTo>
                  <a:lnTo>
                    <a:pt x="10160" y="16510"/>
                  </a:lnTo>
                  <a:lnTo>
                    <a:pt x="11430" y="16510"/>
                  </a:lnTo>
                  <a:lnTo>
                    <a:pt x="11430" y="17780"/>
                  </a:lnTo>
                  <a:lnTo>
                    <a:pt x="7063727" y="17780"/>
                  </a:lnTo>
                  <a:lnTo>
                    <a:pt x="7063727" y="16510"/>
                  </a:lnTo>
                  <a:lnTo>
                    <a:pt x="7065010" y="16510"/>
                  </a:lnTo>
                  <a:lnTo>
                    <a:pt x="7065010" y="15252"/>
                  </a:lnTo>
                  <a:close/>
                </a:path>
                <a:path w="7076440" h="19050">
                  <a:moveTo>
                    <a:pt x="7070077" y="8902"/>
                  </a:moveTo>
                  <a:lnTo>
                    <a:pt x="5080" y="8902"/>
                  </a:lnTo>
                  <a:lnTo>
                    <a:pt x="5080" y="10160"/>
                  </a:lnTo>
                  <a:lnTo>
                    <a:pt x="6350" y="10160"/>
                  </a:lnTo>
                  <a:lnTo>
                    <a:pt x="6350" y="11430"/>
                  </a:lnTo>
                  <a:lnTo>
                    <a:pt x="7620" y="11430"/>
                  </a:lnTo>
                  <a:lnTo>
                    <a:pt x="7620" y="13970"/>
                  </a:lnTo>
                  <a:lnTo>
                    <a:pt x="8890" y="13970"/>
                  </a:lnTo>
                  <a:lnTo>
                    <a:pt x="8890" y="15240"/>
                  </a:lnTo>
                  <a:lnTo>
                    <a:pt x="7066280" y="15240"/>
                  </a:lnTo>
                  <a:lnTo>
                    <a:pt x="7066280" y="13970"/>
                  </a:lnTo>
                  <a:lnTo>
                    <a:pt x="7067550" y="13970"/>
                  </a:lnTo>
                  <a:lnTo>
                    <a:pt x="7067550" y="11430"/>
                  </a:lnTo>
                  <a:lnTo>
                    <a:pt x="7068820" y="11430"/>
                  </a:lnTo>
                  <a:lnTo>
                    <a:pt x="7068820" y="10160"/>
                  </a:lnTo>
                  <a:lnTo>
                    <a:pt x="7070077" y="10160"/>
                  </a:lnTo>
                  <a:lnTo>
                    <a:pt x="7070077" y="8902"/>
                  </a:lnTo>
                  <a:close/>
                </a:path>
                <a:path w="7076440" h="19050">
                  <a:moveTo>
                    <a:pt x="7072630" y="5092"/>
                  </a:moveTo>
                  <a:lnTo>
                    <a:pt x="2540" y="5092"/>
                  </a:lnTo>
                  <a:lnTo>
                    <a:pt x="2540" y="6350"/>
                  </a:lnTo>
                  <a:lnTo>
                    <a:pt x="3810" y="6350"/>
                  </a:lnTo>
                  <a:lnTo>
                    <a:pt x="3810" y="8890"/>
                  </a:lnTo>
                  <a:lnTo>
                    <a:pt x="7071360" y="8890"/>
                  </a:lnTo>
                  <a:lnTo>
                    <a:pt x="7071360" y="6350"/>
                  </a:lnTo>
                  <a:lnTo>
                    <a:pt x="7072630" y="6350"/>
                  </a:lnTo>
                  <a:lnTo>
                    <a:pt x="7072630" y="5092"/>
                  </a:lnTo>
                  <a:close/>
                </a:path>
                <a:path w="7076440" h="19050">
                  <a:moveTo>
                    <a:pt x="70764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1270" y="2540"/>
                  </a:lnTo>
                  <a:lnTo>
                    <a:pt x="1270" y="5080"/>
                  </a:lnTo>
                  <a:lnTo>
                    <a:pt x="7073900" y="5080"/>
                  </a:lnTo>
                  <a:lnTo>
                    <a:pt x="7073900" y="2540"/>
                  </a:lnTo>
                  <a:lnTo>
                    <a:pt x="7075170" y="2540"/>
                  </a:lnTo>
                  <a:lnTo>
                    <a:pt x="7075170" y="1270"/>
                  </a:lnTo>
                  <a:lnTo>
                    <a:pt x="7076440" y="1270"/>
                  </a:lnTo>
                  <a:lnTo>
                    <a:pt x="7076440" y="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2" name="object 872"/>
            <p:cNvSpPr/>
            <p:nvPr/>
          </p:nvSpPr>
          <p:spPr>
            <a:xfrm>
              <a:off x="1029970" y="5783579"/>
              <a:ext cx="7045959" cy="20320"/>
            </a:xfrm>
            <a:custGeom>
              <a:avLst/>
              <a:gdLst/>
              <a:ahLst/>
              <a:cxnLst/>
              <a:rect l="l" t="t" r="r" b="b"/>
              <a:pathLst>
                <a:path w="7045959" h="20320">
                  <a:moveTo>
                    <a:pt x="7025640" y="17792"/>
                  </a:moveTo>
                  <a:lnTo>
                    <a:pt x="19050" y="17792"/>
                  </a:lnTo>
                  <a:lnTo>
                    <a:pt x="19050" y="19050"/>
                  </a:lnTo>
                  <a:lnTo>
                    <a:pt x="20320" y="19050"/>
                  </a:lnTo>
                  <a:lnTo>
                    <a:pt x="20320" y="20320"/>
                  </a:lnTo>
                  <a:lnTo>
                    <a:pt x="7023100" y="20320"/>
                  </a:lnTo>
                  <a:lnTo>
                    <a:pt x="7023100" y="19050"/>
                  </a:lnTo>
                  <a:lnTo>
                    <a:pt x="7025640" y="19050"/>
                  </a:lnTo>
                  <a:lnTo>
                    <a:pt x="7025640" y="17792"/>
                  </a:lnTo>
                  <a:close/>
                </a:path>
                <a:path w="7045959" h="20320">
                  <a:moveTo>
                    <a:pt x="7028180" y="15252"/>
                  </a:moveTo>
                  <a:lnTo>
                    <a:pt x="16510" y="15252"/>
                  </a:lnTo>
                  <a:lnTo>
                    <a:pt x="16510" y="16510"/>
                  </a:lnTo>
                  <a:lnTo>
                    <a:pt x="17780" y="16510"/>
                  </a:lnTo>
                  <a:lnTo>
                    <a:pt x="17780" y="17780"/>
                  </a:lnTo>
                  <a:lnTo>
                    <a:pt x="7026910" y="17780"/>
                  </a:lnTo>
                  <a:lnTo>
                    <a:pt x="7026910" y="16510"/>
                  </a:lnTo>
                  <a:lnTo>
                    <a:pt x="7028180" y="16510"/>
                  </a:lnTo>
                  <a:lnTo>
                    <a:pt x="7028180" y="15252"/>
                  </a:lnTo>
                  <a:close/>
                </a:path>
                <a:path w="7045959" h="20320">
                  <a:moveTo>
                    <a:pt x="7033260" y="11442"/>
                  </a:moveTo>
                  <a:lnTo>
                    <a:pt x="11430" y="11442"/>
                  </a:lnTo>
                  <a:lnTo>
                    <a:pt x="11430" y="12700"/>
                  </a:lnTo>
                  <a:lnTo>
                    <a:pt x="12700" y="12700"/>
                  </a:lnTo>
                  <a:lnTo>
                    <a:pt x="12700" y="13970"/>
                  </a:lnTo>
                  <a:lnTo>
                    <a:pt x="13970" y="13970"/>
                  </a:lnTo>
                  <a:lnTo>
                    <a:pt x="13970" y="15240"/>
                  </a:lnTo>
                  <a:lnTo>
                    <a:pt x="7029450" y="15240"/>
                  </a:lnTo>
                  <a:lnTo>
                    <a:pt x="7029450" y="13970"/>
                  </a:lnTo>
                  <a:lnTo>
                    <a:pt x="7031990" y="13970"/>
                  </a:lnTo>
                  <a:lnTo>
                    <a:pt x="7031990" y="12700"/>
                  </a:lnTo>
                  <a:lnTo>
                    <a:pt x="7033260" y="12700"/>
                  </a:lnTo>
                  <a:lnTo>
                    <a:pt x="7033260" y="11442"/>
                  </a:lnTo>
                  <a:close/>
                </a:path>
                <a:path w="7045959" h="20320">
                  <a:moveTo>
                    <a:pt x="7035787" y="8902"/>
                  </a:moveTo>
                  <a:lnTo>
                    <a:pt x="8890" y="8902"/>
                  </a:lnTo>
                  <a:lnTo>
                    <a:pt x="8890" y="10160"/>
                  </a:lnTo>
                  <a:lnTo>
                    <a:pt x="10160" y="10160"/>
                  </a:lnTo>
                  <a:lnTo>
                    <a:pt x="10160" y="11430"/>
                  </a:lnTo>
                  <a:lnTo>
                    <a:pt x="7034530" y="11430"/>
                  </a:lnTo>
                  <a:lnTo>
                    <a:pt x="7034530" y="10160"/>
                  </a:lnTo>
                  <a:lnTo>
                    <a:pt x="7035787" y="10160"/>
                  </a:lnTo>
                  <a:lnTo>
                    <a:pt x="7035787" y="8902"/>
                  </a:lnTo>
                  <a:close/>
                </a:path>
                <a:path w="7045959" h="20320">
                  <a:moveTo>
                    <a:pt x="7040880" y="5092"/>
                  </a:moveTo>
                  <a:lnTo>
                    <a:pt x="5080" y="5092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20"/>
                  </a:lnTo>
                  <a:lnTo>
                    <a:pt x="7620" y="7620"/>
                  </a:lnTo>
                  <a:lnTo>
                    <a:pt x="7620" y="8890"/>
                  </a:lnTo>
                  <a:lnTo>
                    <a:pt x="7037070" y="8890"/>
                  </a:lnTo>
                  <a:lnTo>
                    <a:pt x="7037070" y="7620"/>
                  </a:lnTo>
                  <a:lnTo>
                    <a:pt x="7038340" y="7620"/>
                  </a:lnTo>
                  <a:lnTo>
                    <a:pt x="7038340" y="6350"/>
                  </a:lnTo>
                  <a:lnTo>
                    <a:pt x="7040880" y="6350"/>
                  </a:lnTo>
                  <a:lnTo>
                    <a:pt x="7040880" y="5092"/>
                  </a:lnTo>
                  <a:close/>
                </a:path>
                <a:path w="7045959" h="20320">
                  <a:moveTo>
                    <a:pt x="7043407" y="2552"/>
                  </a:moveTo>
                  <a:lnTo>
                    <a:pt x="2540" y="2552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80"/>
                  </a:lnTo>
                  <a:lnTo>
                    <a:pt x="7042150" y="5080"/>
                  </a:lnTo>
                  <a:lnTo>
                    <a:pt x="7042150" y="3810"/>
                  </a:lnTo>
                  <a:lnTo>
                    <a:pt x="7043407" y="3810"/>
                  </a:lnTo>
                  <a:lnTo>
                    <a:pt x="7043407" y="2552"/>
                  </a:lnTo>
                  <a:close/>
                </a:path>
                <a:path w="7045959" h="20320">
                  <a:moveTo>
                    <a:pt x="704596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7044690" y="2540"/>
                  </a:lnTo>
                  <a:lnTo>
                    <a:pt x="7044690" y="1270"/>
                  </a:lnTo>
                  <a:lnTo>
                    <a:pt x="7045960" y="1270"/>
                  </a:lnTo>
                  <a:lnTo>
                    <a:pt x="7045960" y="0"/>
                  </a:lnTo>
                  <a:close/>
                </a:path>
              </a:pathLst>
            </a:custGeom>
            <a:solidFill>
              <a:srgbClr val="DEDE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3" name="object 873"/>
            <p:cNvSpPr/>
            <p:nvPr/>
          </p:nvSpPr>
          <p:spPr>
            <a:xfrm>
              <a:off x="1052830" y="5803899"/>
              <a:ext cx="6998970" cy="19050"/>
            </a:xfrm>
            <a:custGeom>
              <a:avLst/>
              <a:gdLst/>
              <a:ahLst/>
              <a:cxnLst/>
              <a:rect l="l" t="t" r="r" b="b"/>
              <a:pathLst>
                <a:path w="6998970" h="19050">
                  <a:moveTo>
                    <a:pt x="6954520" y="16522"/>
                  </a:moveTo>
                  <a:lnTo>
                    <a:pt x="39370" y="16522"/>
                  </a:lnTo>
                  <a:lnTo>
                    <a:pt x="39370" y="17780"/>
                  </a:lnTo>
                  <a:lnTo>
                    <a:pt x="46990" y="17780"/>
                  </a:lnTo>
                  <a:lnTo>
                    <a:pt x="46990" y="19050"/>
                  </a:lnTo>
                  <a:lnTo>
                    <a:pt x="6951980" y="19050"/>
                  </a:lnTo>
                  <a:lnTo>
                    <a:pt x="6951980" y="17780"/>
                  </a:lnTo>
                  <a:lnTo>
                    <a:pt x="6954520" y="17780"/>
                  </a:lnTo>
                  <a:lnTo>
                    <a:pt x="6954520" y="16522"/>
                  </a:lnTo>
                  <a:close/>
                </a:path>
                <a:path w="6998970" h="19050">
                  <a:moveTo>
                    <a:pt x="6965950" y="13982"/>
                  </a:moveTo>
                  <a:lnTo>
                    <a:pt x="27940" y="13982"/>
                  </a:lnTo>
                  <a:lnTo>
                    <a:pt x="27940" y="15240"/>
                  </a:lnTo>
                  <a:lnTo>
                    <a:pt x="35560" y="15240"/>
                  </a:lnTo>
                  <a:lnTo>
                    <a:pt x="35560" y="16510"/>
                  </a:lnTo>
                  <a:lnTo>
                    <a:pt x="6962140" y="16510"/>
                  </a:lnTo>
                  <a:lnTo>
                    <a:pt x="6962140" y="15240"/>
                  </a:lnTo>
                  <a:lnTo>
                    <a:pt x="6965950" y="15240"/>
                  </a:lnTo>
                  <a:lnTo>
                    <a:pt x="6965950" y="13982"/>
                  </a:lnTo>
                  <a:close/>
                </a:path>
                <a:path w="6998970" h="19050">
                  <a:moveTo>
                    <a:pt x="6978650" y="10172"/>
                  </a:moveTo>
                  <a:lnTo>
                    <a:pt x="17780" y="10172"/>
                  </a:lnTo>
                  <a:lnTo>
                    <a:pt x="17780" y="11430"/>
                  </a:lnTo>
                  <a:lnTo>
                    <a:pt x="20320" y="11430"/>
                  </a:lnTo>
                  <a:lnTo>
                    <a:pt x="20320" y="12700"/>
                  </a:lnTo>
                  <a:lnTo>
                    <a:pt x="25400" y="12700"/>
                  </a:lnTo>
                  <a:lnTo>
                    <a:pt x="25400" y="13970"/>
                  </a:lnTo>
                  <a:lnTo>
                    <a:pt x="6973570" y="13970"/>
                  </a:lnTo>
                  <a:lnTo>
                    <a:pt x="6973570" y="12700"/>
                  </a:lnTo>
                  <a:lnTo>
                    <a:pt x="6976110" y="12700"/>
                  </a:lnTo>
                  <a:lnTo>
                    <a:pt x="6976110" y="11430"/>
                  </a:lnTo>
                  <a:lnTo>
                    <a:pt x="6978650" y="11430"/>
                  </a:lnTo>
                  <a:lnTo>
                    <a:pt x="6978650" y="10172"/>
                  </a:lnTo>
                  <a:close/>
                </a:path>
                <a:path w="6998970" h="19050">
                  <a:moveTo>
                    <a:pt x="6985000" y="7632"/>
                  </a:moveTo>
                  <a:lnTo>
                    <a:pt x="12700" y="7632"/>
                  </a:lnTo>
                  <a:lnTo>
                    <a:pt x="12700" y="8890"/>
                  </a:lnTo>
                  <a:lnTo>
                    <a:pt x="15240" y="8890"/>
                  </a:lnTo>
                  <a:lnTo>
                    <a:pt x="15240" y="10160"/>
                  </a:lnTo>
                  <a:lnTo>
                    <a:pt x="6983730" y="10160"/>
                  </a:lnTo>
                  <a:lnTo>
                    <a:pt x="6983730" y="8890"/>
                  </a:lnTo>
                  <a:lnTo>
                    <a:pt x="6985000" y="8890"/>
                  </a:lnTo>
                  <a:lnTo>
                    <a:pt x="6985000" y="7632"/>
                  </a:lnTo>
                  <a:close/>
                </a:path>
                <a:path w="6998970" h="19050">
                  <a:moveTo>
                    <a:pt x="6993890" y="3822"/>
                  </a:moveTo>
                  <a:lnTo>
                    <a:pt x="6350" y="3822"/>
                  </a:lnTo>
                  <a:lnTo>
                    <a:pt x="6350" y="5080"/>
                  </a:lnTo>
                  <a:lnTo>
                    <a:pt x="7620" y="5080"/>
                  </a:lnTo>
                  <a:lnTo>
                    <a:pt x="7620" y="6350"/>
                  </a:lnTo>
                  <a:lnTo>
                    <a:pt x="10160" y="6350"/>
                  </a:lnTo>
                  <a:lnTo>
                    <a:pt x="10160" y="7620"/>
                  </a:lnTo>
                  <a:lnTo>
                    <a:pt x="6987540" y="7620"/>
                  </a:lnTo>
                  <a:lnTo>
                    <a:pt x="6987540" y="6350"/>
                  </a:lnTo>
                  <a:lnTo>
                    <a:pt x="6990080" y="6350"/>
                  </a:lnTo>
                  <a:lnTo>
                    <a:pt x="6990080" y="5080"/>
                  </a:lnTo>
                  <a:lnTo>
                    <a:pt x="6993890" y="5080"/>
                  </a:lnTo>
                  <a:lnTo>
                    <a:pt x="6993890" y="3822"/>
                  </a:lnTo>
                  <a:close/>
                </a:path>
                <a:path w="6998970" h="19050">
                  <a:moveTo>
                    <a:pt x="6997700" y="1282"/>
                  </a:moveTo>
                  <a:lnTo>
                    <a:pt x="1270" y="1282"/>
                  </a:lnTo>
                  <a:lnTo>
                    <a:pt x="1270" y="2540"/>
                  </a:lnTo>
                  <a:lnTo>
                    <a:pt x="3810" y="2540"/>
                  </a:lnTo>
                  <a:lnTo>
                    <a:pt x="3810" y="3810"/>
                  </a:lnTo>
                  <a:lnTo>
                    <a:pt x="6995160" y="3810"/>
                  </a:lnTo>
                  <a:lnTo>
                    <a:pt x="6995160" y="2540"/>
                  </a:lnTo>
                  <a:lnTo>
                    <a:pt x="6997700" y="2540"/>
                  </a:lnTo>
                  <a:lnTo>
                    <a:pt x="6997700" y="1282"/>
                  </a:lnTo>
                  <a:close/>
                </a:path>
                <a:path w="6998970" h="19050">
                  <a:moveTo>
                    <a:pt x="69989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6998970" y="1270"/>
                  </a:lnTo>
                  <a:lnTo>
                    <a:pt x="6998970" y="0"/>
                  </a:lnTo>
                  <a:close/>
                </a:path>
              </a:pathLst>
            </a:custGeom>
            <a:solidFill>
              <a:srgbClr val="DDDD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4" name="object 874"/>
            <p:cNvSpPr/>
            <p:nvPr/>
          </p:nvSpPr>
          <p:spPr>
            <a:xfrm>
              <a:off x="996949" y="5138419"/>
              <a:ext cx="7110730" cy="683260"/>
            </a:xfrm>
            <a:custGeom>
              <a:avLst/>
              <a:gdLst/>
              <a:ahLst/>
              <a:cxnLst/>
              <a:rect l="l" t="t" r="r" b="b"/>
              <a:pathLst>
                <a:path w="7110730" h="683260">
                  <a:moveTo>
                    <a:pt x="113030" y="0"/>
                  </a:moveTo>
                  <a:lnTo>
                    <a:pt x="71258" y="9822"/>
                  </a:lnTo>
                  <a:lnTo>
                    <a:pt x="35083" y="35718"/>
                  </a:lnTo>
                  <a:lnTo>
                    <a:pt x="9624" y="72330"/>
                  </a:lnTo>
                  <a:lnTo>
                    <a:pt x="0" y="114299"/>
                  </a:lnTo>
                  <a:lnTo>
                    <a:pt x="0" y="121423"/>
                  </a:lnTo>
                  <a:lnTo>
                    <a:pt x="0" y="171291"/>
                  </a:lnTo>
                  <a:lnTo>
                    <a:pt x="0" y="306645"/>
                  </a:lnTo>
                  <a:lnTo>
                    <a:pt x="0" y="570229"/>
                  </a:lnTo>
                  <a:lnTo>
                    <a:pt x="9624" y="611465"/>
                  </a:lnTo>
                  <a:lnTo>
                    <a:pt x="35083" y="647699"/>
                  </a:lnTo>
                  <a:lnTo>
                    <a:pt x="71258" y="673457"/>
                  </a:lnTo>
                  <a:lnTo>
                    <a:pt x="113030" y="683259"/>
                  </a:lnTo>
                  <a:lnTo>
                    <a:pt x="220583" y="683259"/>
                  </a:lnTo>
                  <a:lnTo>
                    <a:pt x="973455" y="683259"/>
                  </a:lnTo>
                  <a:lnTo>
                    <a:pt x="3016964" y="683259"/>
                  </a:lnTo>
                  <a:lnTo>
                    <a:pt x="6996430" y="683259"/>
                  </a:lnTo>
                  <a:lnTo>
                    <a:pt x="7038399" y="673457"/>
                  </a:lnTo>
                  <a:lnTo>
                    <a:pt x="7075011" y="647699"/>
                  </a:lnTo>
                  <a:lnTo>
                    <a:pt x="7100907" y="611465"/>
                  </a:lnTo>
                  <a:lnTo>
                    <a:pt x="7110730" y="570229"/>
                  </a:lnTo>
                  <a:lnTo>
                    <a:pt x="7110730" y="563106"/>
                  </a:lnTo>
                  <a:lnTo>
                    <a:pt x="7110730" y="513238"/>
                  </a:lnTo>
                  <a:lnTo>
                    <a:pt x="7110730" y="377884"/>
                  </a:lnTo>
                  <a:lnTo>
                    <a:pt x="7110730" y="114299"/>
                  </a:lnTo>
                  <a:lnTo>
                    <a:pt x="7100907" y="72330"/>
                  </a:lnTo>
                  <a:lnTo>
                    <a:pt x="7075011" y="35718"/>
                  </a:lnTo>
                  <a:lnTo>
                    <a:pt x="7038399" y="9822"/>
                  </a:lnTo>
                  <a:lnTo>
                    <a:pt x="6996430" y="0"/>
                  </a:lnTo>
                  <a:lnTo>
                    <a:pt x="6888876" y="0"/>
                  </a:lnTo>
                  <a:lnTo>
                    <a:pt x="6136005" y="0"/>
                  </a:lnTo>
                  <a:lnTo>
                    <a:pt x="4092495" y="0"/>
                  </a:lnTo>
                  <a:lnTo>
                    <a:pt x="113030" y="0"/>
                  </a:lnTo>
                  <a:close/>
                </a:path>
              </a:pathLst>
            </a:custGeom>
            <a:ln w="28393">
              <a:solidFill>
                <a:srgbClr val="A9A9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75" name="object 875"/>
          <p:cNvSpPr txBox="1"/>
          <p:nvPr/>
        </p:nvSpPr>
        <p:spPr>
          <a:xfrm>
            <a:off x="1075689" y="5330190"/>
            <a:ext cx="21336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1800" b="1" dirty="0">
                <a:solidFill>
                  <a:srgbClr val="333333"/>
                </a:solidFill>
                <a:latin typeface="Arial"/>
                <a:cs typeface="Arial"/>
              </a:rPr>
              <a:t>INDUSTRY</a:t>
            </a:r>
            <a:r>
              <a:rPr sz="1800" b="1" spc="-8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b="1" spc="-10" dirty="0">
                <a:solidFill>
                  <a:srgbClr val="333333"/>
                </a:solidFill>
                <a:latin typeface="Arial"/>
                <a:cs typeface="Arial"/>
              </a:rPr>
              <a:t>FIRSTS:</a:t>
            </a:r>
            <a:endParaRPr sz="1800">
              <a:latin typeface="Arial"/>
              <a:cs typeface="Arial"/>
            </a:endParaRPr>
          </a:p>
        </p:txBody>
      </p:sp>
      <p:grpSp>
        <p:nvGrpSpPr>
          <p:cNvPr id="876" name="object 876"/>
          <p:cNvGrpSpPr/>
          <p:nvPr/>
        </p:nvGrpSpPr>
        <p:grpSpPr>
          <a:xfrm>
            <a:off x="3632200" y="5299709"/>
            <a:ext cx="119380" cy="345440"/>
            <a:chOff x="3632200" y="5299709"/>
            <a:chExt cx="119380" cy="345440"/>
          </a:xfrm>
        </p:grpSpPr>
        <p:pic>
          <p:nvPicPr>
            <p:cNvPr id="877" name="object 87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632200" y="5299709"/>
              <a:ext cx="119379" cy="102869"/>
            </a:xfrm>
            <a:prstGeom prst="rect">
              <a:avLst/>
            </a:prstGeom>
          </p:spPr>
        </p:pic>
        <p:pic>
          <p:nvPicPr>
            <p:cNvPr id="878" name="object 878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632200" y="5542279"/>
              <a:ext cx="119379" cy="102869"/>
            </a:xfrm>
            <a:prstGeom prst="rect">
              <a:avLst/>
            </a:prstGeom>
          </p:spPr>
        </p:pic>
      </p:grpSp>
      <p:sp>
        <p:nvSpPr>
          <p:cNvPr id="879" name="object 879"/>
          <p:cNvSpPr txBox="1"/>
          <p:nvPr/>
        </p:nvSpPr>
        <p:spPr>
          <a:xfrm>
            <a:off x="3806190" y="5217159"/>
            <a:ext cx="3717290" cy="511809"/>
          </a:xfrm>
          <a:prstGeom prst="rect">
            <a:avLst/>
          </a:prstGeom>
        </p:spPr>
        <p:txBody>
          <a:bodyPr vert="horz" wrap="square" lIns="0" tIns="21590" rIns="0" bIns="0" rtlCol="0">
            <a:spAutoFit/>
          </a:bodyPr>
          <a:lstStyle/>
          <a:p>
            <a:pPr marR="5080">
              <a:lnSpc>
                <a:spcPts val="1910"/>
              </a:lnSpc>
              <a:spcBef>
                <a:spcPts val="170"/>
              </a:spcBef>
            </a:pPr>
            <a:r>
              <a:rPr sz="1600" b="1" dirty="0">
                <a:solidFill>
                  <a:srgbClr val="333333"/>
                </a:solidFill>
                <a:latin typeface="Arial"/>
                <a:cs typeface="Arial"/>
              </a:rPr>
              <a:t>Logical</a:t>
            </a:r>
            <a:r>
              <a:rPr sz="1600" b="1" spc="-6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600" b="1" dirty="0">
                <a:solidFill>
                  <a:srgbClr val="333333"/>
                </a:solidFill>
                <a:latin typeface="Arial"/>
                <a:cs typeface="Arial"/>
              </a:rPr>
              <a:t>Resource</a:t>
            </a:r>
            <a:r>
              <a:rPr sz="1600" b="1" spc="-6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600" b="1" dirty="0">
                <a:solidFill>
                  <a:srgbClr val="333333"/>
                </a:solidFill>
                <a:latin typeface="Arial"/>
                <a:cs typeface="Arial"/>
              </a:rPr>
              <a:t>Pooling</a:t>
            </a:r>
            <a:r>
              <a:rPr sz="1600" b="1" spc="-6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600" b="1" spc="-20" dirty="0">
                <a:solidFill>
                  <a:srgbClr val="333333"/>
                </a:solidFill>
                <a:latin typeface="Arial"/>
                <a:cs typeface="Arial"/>
              </a:rPr>
              <a:t>(RP) </a:t>
            </a:r>
            <a:r>
              <a:rPr sz="1600" b="1" spc="-10" dirty="0">
                <a:solidFill>
                  <a:srgbClr val="333333"/>
                </a:solidFill>
                <a:latin typeface="Arial"/>
                <a:cs typeface="Arial"/>
              </a:rPr>
              <a:t>Distributed</a:t>
            </a:r>
            <a:r>
              <a:rPr sz="1600" b="1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600" b="1" dirty="0">
                <a:solidFill>
                  <a:srgbClr val="333333"/>
                </a:solidFill>
                <a:latin typeface="Arial"/>
                <a:cs typeface="Arial"/>
              </a:rPr>
              <a:t>Resource</a:t>
            </a:r>
            <a:r>
              <a:rPr sz="1600" b="1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600" b="1" dirty="0">
                <a:solidFill>
                  <a:srgbClr val="333333"/>
                </a:solidFill>
                <a:latin typeface="Arial"/>
                <a:cs typeface="Arial"/>
              </a:rPr>
              <a:t>Scheduler</a:t>
            </a:r>
            <a:r>
              <a:rPr sz="1600" b="1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600" b="1" spc="-10" dirty="0">
                <a:solidFill>
                  <a:srgbClr val="333333"/>
                </a:solidFill>
                <a:latin typeface="Arial"/>
                <a:cs typeface="Arial"/>
              </a:rPr>
              <a:t>(DRS)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880" name="object 880"/>
          <p:cNvGrpSpPr/>
          <p:nvPr/>
        </p:nvGrpSpPr>
        <p:grpSpPr>
          <a:xfrm>
            <a:off x="2870200" y="2421889"/>
            <a:ext cx="1314450" cy="476250"/>
            <a:chOff x="2870200" y="2421889"/>
            <a:chExt cx="1314450" cy="476250"/>
          </a:xfrm>
        </p:grpSpPr>
        <p:pic>
          <p:nvPicPr>
            <p:cNvPr id="881" name="object 881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870200" y="2421889"/>
              <a:ext cx="367030" cy="476250"/>
            </a:xfrm>
            <a:prstGeom prst="rect">
              <a:avLst/>
            </a:prstGeom>
          </p:spPr>
        </p:pic>
        <p:pic>
          <p:nvPicPr>
            <p:cNvPr id="882" name="object 882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448050" y="2421889"/>
              <a:ext cx="736600" cy="476250"/>
            </a:xfrm>
            <a:prstGeom prst="rect">
              <a:avLst/>
            </a:prstGeom>
          </p:spPr>
        </p:pic>
      </p:grpSp>
      <p:sp>
        <p:nvSpPr>
          <p:cNvPr id="883" name="object 883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25" dirty="0"/>
              <a:t>14</a:t>
            </a:fld>
            <a:endParaRPr spc="-25" dirty="0"/>
          </a:p>
        </p:txBody>
      </p:sp>
    </p:spTree>
  </p:cSld>
  <p:clrMapOvr>
    <a:masterClrMapping/>
  </p:clrMapOvr>
  <p:transition>
    <p:wipe dir="r"/>
  </p:transition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105332" y="1509712"/>
            <a:ext cx="1595755" cy="2162175"/>
            <a:chOff x="7105332" y="1509712"/>
            <a:chExt cx="1595755" cy="2162175"/>
          </a:xfrm>
        </p:grpSpPr>
        <p:sp>
          <p:nvSpPr>
            <p:cNvPr id="3" name="object 3"/>
            <p:cNvSpPr/>
            <p:nvPr/>
          </p:nvSpPr>
          <p:spPr>
            <a:xfrm>
              <a:off x="7119619" y="1524000"/>
              <a:ext cx="1567180" cy="2133600"/>
            </a:xfrm>
            <a:custGeom>
              <a:avLst/>
              <a:gdLst/>
              <a:ahLst/>
              <a:cxnLst/>
              <a:rect l="l" t="t" r="r" b="b"/>
              <a:pathLst>
                <a:path w="1567179" h="2133600">
                  <a:moveTo>
                    <a:pt x="1484629" y="0"/>
                  </a:moveTo>
                  <a:lnTo>
                    <a:pt x="83820" y="0"/>
                  </a:lnTo>
                  <a:lnTo>
                    <a:pt x="53042" y="7004"/>
                  </a:lnTo>
                  <a:lnTo>
                    <a:pt x="26193" y="25558"/>
                  </a:lnTo>
                  <a:lnTo>
                    <a:pt x="7203" y="51970"/>
                  </a:lnTo>
                  <a:lnTo>
                    <a:pt x="0" y="82550"/>
                  </a:lnTo>
                  <a:lnTo>
                    <a:pt x="0" y="2049779"/>
                  </a:lnTo>
                  <a:lnTo>
                    <a:pt x="7203" y="2080557"/>
                  </a:lnTo>
                  <a:lnTo>
                    <a:pt x="26193" y="2107406"/>
                  </a:lnTo>
                  <a:lnTo>
                    <a:pt x="53042" y="2126396"/>
                  </a:lnTo>
                  <a:lnTo>
                    <a:pt x="83820" y="2133600"/>
                  </a:lnTo>
                  <a:lnTo>
                    <a:pt x="1484629" y="2133600"/>
                  </a:lnTo>
                  <a:lnTo>
                    <a:pt x="1514673" y="2126396"/>
                  </a:lnTo>
                  <a:lnTo>
                    <a:pt x="1541145" y="2107406"/>
                  </a:lnTo>
                  <a:lnTo>
                    <a:pt x="1559996" y="2080557"/>
                  </a:lnTo>
                  <a:lnTo>
                    <a:pt x="1567179" y="2049779"/>
                  </a:lnTo>
                  <a:lnTo>
                    <a:pt x="1567179" y="82550"/>
                  </a:lnTo>
                  <a:lnTo>
                    <a:pt x="1559996" y="51970"/>
                  </a:lnTo>
                  <a:lnTo>
                    <a:pt x="1541145" y="25558"/>
                  </a:lnTo>
                  <a:lnTo>
                    <a:pt x="1514673" y="7004"/>
                  </a:lnTo>
                  <a:lnTo>
                    <a:pt x="1484629" y="0"/>
                  </a:lnTo>
                  <a:close/>
                </a:path>
              </a:pathLst>
            </a:custGeom>
            <a:solidFill>
              <a:srgbClr val="7EC21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7119619" y="1524000"/>
              <a:ext cx="1567180" cy="2133600"/>
            </a:xfrm>
            <a:custGeom>
              <a:avLst/>
              <a:gdLst/>
              <a:ahLst/>
              <a:cxnLst/>
              <a:rect l="l" t="t" r="r" b="b"/>
              <a:pathLst>
                <a:path w="1567179" h="2133600">
                  <a:moveTo>
                    <a:pt x="83820" y="0"/>
                  </a:moveTo>
                  <a:lnTo>
                    <a:pt x="53042" y="7004"/>
                  </a:lnTo>
                  <a:lnTo>
                    <a:pt x="26193" y="25558"/>
                  </a:lnTo>
                  <a:lnTo>
                    <a:pt x="7203" y="51970"/>
                  </a:lnTo>
                  <a:lnTo>
                    <a:pt x="0" y="82550"/>
                  </a:lnTo>
                  <a:lnTo>
                    <a:pt x="0" y="113287"/>
                  </a:lnTo>
                  <a:lnTo>
                    <a:pt x="0" y="328453"/>
                  </a:lnTo>
                  <a:lnTo>
                    <a:pt x="0" y="912475"/>
                  </a:lnTo>
                  <a:lnTo>
                    <a:pt x="0" y="2049779"/>
                  </a:lnTo>
                  <a:lnTo>
                    <a:pt x="7203" y="2080557"/>
                  </a:lnTo>
                  <a:lnTo>
                    <a:pt x="26193" y="2107406"/>
                  </a:lnTo>
                  <a:lnTo>
                    <a:pt x="53042" y="2126396"/>
                  </a:lnTo>
                  <a:lnTo>
                    <a:pt x="83820" y="2133600"/>
                  </a:lnTo>
                  <a:lnTo>
                    <a:pt x="105707" y="2133600"/>
                  </a:lnTo>
                  <a:lnTo>
                    <a:pt x="258921" y="2133600"/>
                  </a:lnTo>
                  <a:lnTo>
                    <a:pt x="674786" y="2133600"/>
                  </a:lnTo>
                  <a:lnTo>
                    <a:pt x="1484629" y="2133600"/>
                  </a:lnTo>
                  <a:lnTo>
                    <a:pt x="1514673" y="2126396"/>
                  </a:lnTo>
                  <a:lnTo>
                    <a:pt x="1541145" y="2107406"/>
                  </a:lnTo>
                  <a:lnTo>
                    <a:pt x="1559996" y="2080557"/>
                  </a:lnTo>
                  <a:lnTo>
                    <a:pt x="1567179" y="2049779"/>
                  </a:lnTo>
                  <a:lnTo>
                    <a:pt x="1567179" y="2019042"/>
                  </a:lnTo>
                  <a:lnTo>
                    <a:pt x="1567179" y="1803876"/>
                  </a:lnTo>
                  <a:lnTo>
                    <a:pt x="1567179" y="1219854"/>
                  </a:lnTo>
                  <a:lnTo>
                    <a:pt x="1567179" y="82550"/>
                  </a:lnTo>
                  <a:lnTo>
                    <a:pt x="1559996" y="51970"/>
                  </a:lnTo>
                  <a:lnTo>
                    <a:pt x="1541145" y="25558"/>
                  </a:lnTo>
                  <a:lnTo>
                    <a:pt x="1514673" y="7004"/>
                  </a:lnTo>
                  <a:lnTo>
                    <a:pt x="1484629" y="0"/>
                  </a:lnTo>
                  <a:lnTo>
                    <a:pt x="1462742" y="0"/>
                  </a:lnTo>
                  <a:lnTo>
                    <a:pt x="1309528" y="0"/>
                  </a:lnTo>
                  <a:lnTo>
                    <a:pt x="893663" y="0"/>
                  </a:lnTo>
                  <a:lnTo>
                    <a:pt x="83820" y="0"/>
                  </a:lnTo>
                  <a:close/>
                </a:path>
              </a:pathLst>
            </a:custGeom>
            <a:ln w="2839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7199630" y="1581150"/>
            <a:ext cx="1410970" cy="2387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00" b="1" spc="-10" dirty="0">
                <a:solidFill>
                  <a:srgbClr val="FFFFFF"/>
                </a:solidFill>
                <a:latin typeface="Arial"/>
                <a:cs typeface="Arial"/>
              </a:rPr>
              <a:t>Virtual</a:t>
            </a:r>
            <a:r>
              <a:rPr sz="1400" b="1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b="1" spc="-10" dirty="0">
                <a:solidFill>
                  <a:srgbClr val="FFFFFF"/>
                </a:solidFill>
                <a:latin typeface="Arial"/>
                <a:cs typeface="Arial"/>
              </a:rPr>
              <a:t>Desktops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4285932" y="1509712"/>
            <a:ext cx="1781175" cy="1400175"/>
            <a:chOff x="4285932" y="1509712"/>
            <a:chExt cx="1781175" cy="1400175"/>
          </a:xfrm>
        </p:grpSpPr>
        <p:sp>
          <p:nvSpPr>
            <p:cNvPr id="7" name="object 7"/>
            <p:cNvSpPr/>
            <p:nvPr/>
          </p:nvSpPr>
          <p:spPr>
            <a:xfrm>
              <a:off x="4300220" y="1524000"/>
              <a:ext cx="1752600" cy="1371600"/>
            </a:xfrm>
            <a:custGeom>
              <a:avLst/>
              <a:gdLst/>
              <a:ahLst/>
              <a:cxnLst/>
              <a:rect l="l" t="t" r="r" b="b"/>
              <a:pathLst>
                <a:path w="1752600" h="1371600">
                  <a:moveTo>
                    <a:pt x="1708150" y="0"/>
                  </a:moveTo>
                  <a:lnTo>
                    <a:pt x="45719" y="0"/>
                  </a:lnTo>
                  <a:lnTo>
                    <a:pt x="28932" y="3730"/>
                  </a:lnTo>
                  <a:lnTo>
                    <a:pt x="14287" y="13652"/>
                  </a:lnTo>
                  <a:lnTo>
                    <a:pt x="3929" y="27860"/>
                  </a:lnTo>
                  <a:lnTo>
                    <a:pt x="0" y="44450"/>
                  </a:lnTo>
                  <a:lnTo>
                    <a:pt x="0" y="1325879"/>
                  </a:lnTo>
                  <a:lnTo>
                    <a:pt x="3929" y="1342667"/>
                  </a:lnTo>
                  <a:lnTo>
                    <a:pt x="14287" y="1357312"/>
                  </a:lnTo>
                  <a:lnTo>
                    <a:pt x="28932" y="1367670"/>
                  </a:lnTo>
                  <a:lnTo>
                    <a:pt x="45719" y="1371600"/>
                  </a:lnTo>
                  <a:lnTo>
                    <a:pt x="1708150" y="1371600"/>
                  </a:lnTo>
                  <a:lnTo>
                    <a:pt x="1724739" y="1367670"/>
                  </a:lnTo>
                  <a:lnTo>
                    <a:pt x="1738947" y="1357312"/>
                  </a:lnTo>
                  <a:lnTo>
                    <a:pt x="1748869" y="1342667"/>
                  </a:lnTo>
                  <a:lnTo>
                    <a:pt x="1752600" y="1325879"/>
                  </a:lnTo>
                  <a:lnTo>
                    <a:pt x="1752600" y="44450"/>
                  </a:lnTo>
                  <a:lnTo>
                    <a:pt x="1748869" y="27860"/>
                  </a:lnTo>
                  <a:lnTo>
                    <a:pt x="1738947" y="13652"/>
                  </a:lnTo>
                  <a:lnTo>
                    <a:pt x="1724739" y="3730"/>
                  </a:lnTo>
                  <a:lnTo>
                    <a:pt x="1708150" y="0"/>
                  </a:lnTo>
                  <a:close/>
                </a:path>
              </a:pathLst>
            </a:custGeom>
            <a:solidFill>
              <a:srgbClr val="FF9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300220" y="1524000"/>
              <a:ext cx="1752600" cy="1371600"/>
            </a:xfrm>
            <a:custGeom>
              <a:avLst/>
              <a:gdLst/>
              <a:ahLst/>
              <a:cxnLst/>
              <a:rect l="l" t="t" r="r" b="b"/>
              <a:pathLst>
                <a:path w="1752600" h="1371600">
                  <a:moveTo>
                    <a:pt x="45719" y="0"/>
                  </a:moveTo>
                  <a:lnTo>
                    <a:pt x="28932" y="3730"/>
                  </a:lnTo>
                  <a:lnTo>
                    <a:pt x="14287" y="13652"/>
                  </a:lnTo>
                  <a:lnTo>
                    <a:pt x="3929" y="27860"/>
                  </a:lnTo>
                  <a:lnTo>
                    <a:pt x="0" y="44450"/>
                  </a:lnTo>
                  <a:lnTo>
                    <a:pt x="0" y="64472"/>
                  </a:lnTo>
                  <a:lnTo>
                    <a:pt x="0" y="204628"/>
                  </a:lnTo>
                  <a:lnTo>
                    <a:pt x="0" y="585053"/>
                  </a:lnTo>
                  <a:lnTo>
                    <a:pt x="0" y="1325879"/>
                  </a:lnTo>
                  <a:lnTo>
                    <a:pt x="3929" y="1342667"/>
                  </a:lnTo>
                  <a:lnTo>
                    <a:pt x="14287" y="1357312"/>
                  </a:lnTo>
                  <a:lnTo>
                    <a:pt x="28932" y="1367670"/>
                  </a:lnTo>
                  <a:lnTo>
                    <a:pt x="45719" y="1371600"/>
                  </a:lnTo>
                  <a:lnTo>
                    <a:pt x="71695" y="1371600"/>
                  </a:lnTo>
                  <a:lnTo>
                    <a:pt x="253523" y="1371600"/>
                  </a:lnTo>
                  <a:lnTo>
                    <a:pt x="747057" y="1371600"/>
                  </a:lnTo>
                  <a:lnTo>
                    <a:pt x="1708150" y="1371600"/>
                  </a:lnTo>
                  <a:lnTo>
                    <a:pt x="1724739" y="1367670"/>
                  </a:lnTo>
                  <a:lnTo>
                    <a:pt x="1738947" y="1357312"/>
                  </a:lnTo>
                  <a:lnTo>
                    <a:pt x="1748869" y="1342667"/>
                  </a:lnTo>
                  <a:lnTo>
                    <a:pt x="1752600" y="1325879"/>
                  </a:lnTo>
                  <a:lnTo>
                    <a:pt x="1752600" y="1305857"/>
                  </a:lnTo>
                  <a:lnTo>
                    <a:pt x="1752600" y="1165701"/>
                  </a:lnTo>
                  <a:lnTo>
                    <a:pt x="1752600" y="785276"/>
                  </a:lnTo>
                  <a:lnTo>
                    <a:pt x="1752600" y="44450"/>
                  </a:lnTo>
                  <a:lnTo>
                    <a:pt x="1748869" y="27860"/>
                  </a:lnTo>
                  <a:lnTo>
                    <a:pt x="1738947" y="13652"/>
                  </a:lnTo>
                  <a:lnTo>
                    <a:pt x="1724739" y="3730"/>
                  </a:lnTo>
                  <a:lnTo>
                    <a:pt x="1708150" y="0"/>
                  </a:lnTo>
                  <a:lnTo>
                    <a:pt x="1682174" y="0"/>
                  </a:lnTo>
                  <a:lnTo>
                    <a:pt x="1500346" y="0"/>
                  </a:lnTo>
                  <a:lnTo>
                    <a:pt x="1006812" y="0"/>
                  </a:lnTo>
                  <a:lnTo>
                    <a:pt x="45719" y="0"/>
                  </a:lnTo>
                  <a:close/>
                </a:path>
              </a:pathLst>
            </a:custGeom>
            <a:ln w="2839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" name="object 9"/>
          <p:cNvSpPr txBox="1"/>
          <p:nvPr/>
        </p:nvSpPr>
        <p:spPr>
          <a:xfrm>
            <a:off x="5076190" y="1570990"/>
            <a:ext cx="201930" cy="2387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00" b="1" spc="-25" dirty="0">
                <a:solidFill>
                  <a:srgbClr val="FFFFFF"/>
                </a:solidFill>
                <a:latin typeface="Arial"/>
                <a:cs typeface="Arial"/>
              </a:rPr>
              <a:t>BI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6190932" y="1509712"/>
            <a:ext cx="790575" cy="1400175"/>
            <a:chOff x="6190932" y="1509712"/>
            <a:chExt cx="790575" cy="1400175"/>
          </a:xfrm>
        </p:grpSpPr>
        <p:sp>
          <p:nvSpPr>
            <p:cNvPr id="11" name="object 11"/>
            <p:cNvSpPr/>
            <p:nvPr/>
          </p:nvSpPr>
          <p:spPr>
            <a:xfrm>
              <a:off x="6205220" y="1524000"/>
              <a:ext cx="762000" cy="1371600"/>
            </a:xfrm>
            <a:custGeom>
              <a:avLst/>
              <a:gdLst/>
              <a:ahLst/>
              <a:cxnLst/>
              <a:rect l="l" t="t" r="r" b="b"/>
              <a:pathLst>
                <a:path w="762000" h="1371600">
                  <a:moveTo>
                    <a:pt x="737870" y="0"/>
                  </a:moveTo>
                  <a:lnTo>
                    <a:pt x="25400" y="0"/>
                  </a:lnTo>
                  <a:lnTo>
                    <a:pt x="16073" y="2162"/>
                  </a:lnTo>
                  <a:lnTo>
                    <a:pt x="7937" y="7778"/>
                  </a:lnTo>
                  <a:lnTo>
                    <a:pt x="2182" y="15537"/>
                  </a:lnTo>
                  <a:lnTo>
                    <a:pt x="0" y="24129"/>
                  </a:lnTo>
                  <a:lnTo>
                    <a:pt x="0" y="1346200"/>
                  </a:lnTo>
                  <a:lnTo>
                    <a:pt x="2182" y="1355526"/>
                  </a:lnTo>
                  <a:lnTo>
                    <a:pt x="7937" y="1363662"/>
                  </a:lnTo>
                  <a:lnTo>
                    <a:pt x="16073" y="1369417"/>
                  </a:lnTo>
                  <a:lnTo>
                    <a:pt x="25400" y="1371600"/>
                  </a:lnTo>
                  <a:lnTo>
                    <a:pt x="737870" y="1371600"/>
                  </a:lnTo>
                  <a:lnTo>
                    <a:pt x="746998" y="1369417"/>
                  </a:lnTo>
                  <a:lnTo>
                    <a:pt x="754697" y="1363662"/>
                  </a:lnTo>
                  <a:lnTo>
                    <a:pt x="760015" y="1355526"/>
                  </a:lnTo>
                  <a:lnTo>
                    <a:pt x="762000" y="1346200"/>
                  </a:lnTo>
                  <a:lnTo>
                    <a:pt x="762000" y="24129"/>
                  </a:lnTo>
                  <a:lnTo>
                    <a:pt x="760015" y="15537"/>
                  </a:lnTo>
                  <a:lnTo>
                    <a:pt x="754697" y="7778"/>
                  </a:lnTo>
                  <a:lnTo>
                    <a:pt x="746998" y="2162"/>
                  </a:lnTo>
                  <a:lnTo>
                    <a:pt x="737870" y="0"/>
                  </a:lnTo>
                  <a:close/>
                </a:path>
              </a:pathLst>
            </a:custGeom>
            <a:solidFill>
              <a:srgbClr val="FF9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6205220" y="1524000"/>
              <a:ext cx="762000" cy="1371600"/>
            </a:xfrm>
            <a:custGeom>
              <a:avLst/>
              <a:gdLst/>
              <a:ahLst/>
              <a:cxnLst/>
              <a:rect l="l" t="t" r="r" b="b"/>
              <a:pathLst>
                <a:path w="762000" h="1371600">
                  <a:moveTo>
                    <a:pt x="25400" y="0"/>
                  </a:moveTo>
                  <a:lnTo>
                    <a:pt x="16073" y="2162"/>
                  </a:lnTo>
                  <a:lnTo>
                    <a:pt x="7937" y="7778"/>
                  </a:lnTo>
                  <a:lnTo>
                    <a:pt x="2182" y="15537"/>
                  </a:lnTo>
                  <a:lnTo>
                    <a:pt x="0" y="24129"/>
                  </a:lnTo>
                  <a:lnTo>
                    <a:pt x="0" y="44787"/>
                  </a:lnTo>
                  <a:lnTo>
                    <a:pt x="0" y="189388"/>
                  </a:lnTo>
                  <a:lnTo>
                    <a:pt x="0" y="581878"/>
                  </a:lnTo>
                  <a:lnTo>
                    <a:pt x="0" y="1346200"/>
                  </a:lnTo>
                  <a:lnTo>
                    <a:pt x="2182" y="1355526"/>
                  </a:lnTo>
                  <a:lnTo>
                    <a:pt x="7937" y="1363662"/>
                  </a:lnTo>
                  <a:lnTo>
                    <a:pt x="16073" y="1369417"/>
                  </a:lnTo>
                  <a:lnTo>
                    <a:pt x="25400" y="1371600"/>
                  </a:lnTo>
                  <a:lnTo>
                    <a:pt x="36532" y="1371600"/>
                  </a:lnTo>
                  <a:lnTo>
                    <a:pt x="114458" y="1371600"/>
                  </a:lnTo>
                  <a:lnTo>
                    <a:pt x="325973" y="1371600"/>
                  </a:lnTo>
                  <a:lnTo>
                    <a:pt x="737870" y="1371600"/>
                  </a:lnTo>
                  <a:lnTo>
                    <a:pt x="746998" y="1369417"/>
                  </a:lnTo>
                  <a:lnTo>
                    <a:pt x="754697" y="1363662"/>
                  </a:lnTo>
                  <a:lnTo>
                    <a:pt x="760015" y="1355526"/>
                  </a:lnTo>
                  <a:lnTo>
                    <a:pt x="762000" y="1346200"/>
                  </a:lnTo>
                  <a:lnTo>
                    <a:pt x="762000" y="1325542"/>
                  </a:lnTo>
                  <a:lnTo>
                    <a:pt x="762000" y="1180941"/>
                  </a:lnTo>
                  <a:lnTo>
                    <a:pt x="762000" y="788451"/>
                  </a:lnTo>
                  <a:lnTo>
                    <a:pt x="762000" y="24129"/>
                  </a:lnTo>
                  <a:lnTo>
                    <a:pt x="760015" y="15537"/>
                  </a:lnTo>
                  <a:lnTo>
                    <a:pt x="754697" y="7778"/>
                  </a:lnTo>
                  <a:lnTo>
                    <a:pt x="746998" y="2162"/>
                  </a:lnTo>
                  <a:lnTo>
                    <a:pt x="737870" y="0"/>
                  </a:lnTo>
                  <a:lnTo>
                    <a:pt x="726737" y="0"/>
                  </a:lnTo>
                  <a:lnTo>
                    <a:pt x="648811" y="0"/>
                  </a:lnTo>
                  <a:lnTo>
                    <a:pt x="437296" y="0"/>
                  </a:lnTo>
                  <a:lnTo>
                    <a:pt x="25400" y="0"/>
                  </a:lnTo>
                  <a:close/>
                </a:path>
              </a:pathLst>
            </a:custGeom>
            <a:ln w="2839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" name="object 13"/>
          <p:cNvSpPr txBox="1"/>
          <p:nvPr/>
        </p:nvSpPr>
        <p:spPr>
          <a:xfrm>
            <a:off x="6374129" y="1564640"/>
            <a:ext cx="426720" cy="2387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00" b="1" spc="-25" dirty="0">
                <a:solidFill>
                  <a:srgbClr val="FFFFFF"/>
                </a:solidFill>
                <a:latin typeface="Arial"/>
                <a:cs typeface="Arial"/>
              </a:rPr>
              <a:t>CRM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552132" y="1509712"/>
            <a:ext cx="1781175" cy="1400175"/>
            <a:chOff x="552132" y="1509712"/>
            <a:chExt cx="1781175" cy="1400175"/>
          </a:xfrm>
        </p:grpSpPr>
        <p:sp>
          <p:nvSpPr>
            <p:cNvPr id="15" name="object 15"/>
            <p:cNvSpPr/>
            <p:nvPr/>
          </p:nvSpPr>
          <p:spPr>
            <a:xfrm>
              <a:off x="566419" y="1524000"/>
              <a:ext cx="1752600" cy="1371600"/>
            </a:xfrm>
            <a:custGeom>
              <a:avLst/>
              <a:gdLst/>
              <a:ahLst/>
              <a:cxnLst/>
              <a:rect l="l" t="t" r="r" b="b"/>
              <a:pathLst>
                <a:path w="1752600" h="1371600">
                  <a:moveTo>
                    <a:pt x="1680210" y="0"/>
                  </a:moveTo>
                  <a:lnTo>
                    <a:pt x="72389" y="0"/>
                  </a:lnTo>
                  <a:lnTo>
                    <a:pt x="46077" y="6310"/>
                  </a:lnTo>
                  <a:lnTo>
                    <a:pt x="22859" y="22859"/>
                  </a:lnTo>
                  <a:lnTo>
                    <a:pt x="6310" y="46077"/>
                  </a:lnTo>
                  <a:lnTo>
                    <a:pt x="0" y="72389"/>
                  </a:lnTo>
                  <a:lnTo>
                    <a:pt x="0" y="1299210"/>
                  </a:lnTo>
                  <a:lnTo>
                    <a:pt x="6310" y="1325522"/>
                  </a:lnTo>
                  <a:lnTo>
                    <a:pt x="22860" y="1348739"/>
                  </a:lnTo>
                  <a:lnTo>
                    <a:pt x="46077" y="1365289"/>
                  </a:lnTo>
                  <a:lnTo>
                    <a:pt x="72389" y="1371600"/>
                  </a:lnTo>
                  <a:lnTo>
                    <a:pt x="1680210" y="1371600"/>
                  </a:lnTo>
                  <a:lnTo>
                    <a:pt x="1706522" y="1365289"/>
                  </a:lnTo>
                  <a:lnTo>
                    <a:pt x="1729739" y="1348740"/>
                  </a:lnTo>
                  <a:lnTo>
                    <a:pt x="1746289" y="1325522"/>
                  </a:lnTo>
                  <a:lnTo>
                    <a:pt x="1752600" y="1299210"/>
                  </a:lnTo>
                  <a:lnTo>
                    <a:pt x="1752600" y="72389"/>
                  </a:lnTo>
                  <a:lnTo>
                    <a:pt x="1746289" y="46077"/>
                  </a:lnTo>
                  <a:lnTo>
                    <a:pt x="1729740" y="22860"/>
                  </a:lnTo>
                  <a:lnTo>
                    <a:pt x="1706522" y="6310"/>
                  </a:lnTo>
                  <a:lnTo>
                    <a:pt x="1680210" y="0"/>
                  </a:lnTo>
                  <a:close/>
                </a:path>
              </a:pathLst>
            </a:custGeom>
            <a:solidFill>
              <a:srgbClr val="7C9A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566419" y="1524000"/>
              <a:ext cx="1752600" cy="1371600"/>
            </a:xfrm>
            <a:custGeom>
              <a:avLst/>
              <a:gdLst/>
              <a:ahLst/>
              <a:cxnLst/>
              <a:rect l="l" t="t" r="r" b="b"/>
              <a:pathLst>
                <a:path w="1752600" h="1371600">
                  <a:moveTo>
                    <a:pt x="72389" y="0"/>
                  </a:moveTo>
                  <a:lnTo>
                    <a:pt x="46077" y="6310"/>
                  </a:lnTo>
                  <a:lnTo>
                    <a:pt x="22859" y="22859"/>
                  </a:lnTo>
                  <a:lnTo>
                    <a:pt x="6310" y="46077"/>
                  </a:lnTo>
                  <a:lnTo>
                    <a:pt x="0" y="72389"/>
                  </a:lnTo>
                  <a:lnTo>
                    <a:pt x="0" y="91559"/>
                  </a:lnTo>
                  <a:lnTo>
                    <a:pt x="0" y="225742"/>
                  </a:lnTo>
                  <a:lnTo>
                    <a:pt x="0" y="589954"/>
                  </a:lnTo>
                  <a:lnTo>
                    <a:pt x="0" y="1299210"/>
                  </a:lnTo>
                  <a:lnTo>
                    <a:pt x="6310" y="1325522"/>
                  </a:lnTo>
                  <a:lnTo>
                    <a:pt x="22860" y="1348739"/>
                  </a:lnTo>
                  <a:lnTo>
                    <a:pt x="46077" y="1365289"/>
                  </a:lnTo>
                  <a:lnTo>
                    <a:pt x="72389" y="1371600"/>
                  </a:lnTo>
                  <a:lnTo>
                    <a:pt x="97512" y="1371600"/>
                  </a:lnTo>
                  <a:lnTo>
                    <a:pt x="273367" y="1371600"/>
                  </a:lnTo>
                  <a:lnTo>
                    <a:pt x="750689" y="1371600"/>
                  </a:lnTo>
                  <a:lnTo>
                    <a:pt x="1680210" y="1371600"/>
                  </a:lnTo>
                  <a:lnTo>
                    <a:pt x="1706522" y="1365289"/>
                  </a:lnTo>
                  <a:lnTo>
                    <a:pt x="1729739" y="1348740"/>
                  </a:lnTo>
                  <a:lnTo>
                    <a:pt x="1746289" y="1325522"/>
                  </a:lnTo>
                  <a:lnTo>
                    <a:pt x="1752600" y="1299210"/>
                  </a:lnTo>
                  <a:lnTo>
                    <a:pt x="1752600" y="1280040"/>
                  </a:lnTo>
                  <a:lnTo>
                    <a:pt x="1752600" y="1145857"/>
                  </a:lnTo>
                  <a:lnTo>
                    <a:pt x="1752600" y="781645"/>
                  </a:lnTo>
                  <a:lnTo>
                    <a:pt x="1752600" y="72389"/>
                  </a:lnTo>
                  <a:lnTo>
                    <a:pt x="1746289" y="46077"/>
                  </a:lnTo>
                  <a:lnTo>
                    <a:pt x="1729740" y="22860"/>
                  </a:lnTo>
                  <a:lnTo>
                    <a:pt x="1706522" y="6310"/>
                  </a:lnTo>
                  <a:lnTo>
                    <a:pt x="1680210" y="0"/>
                  </a:lnTo>
                  <a:lnTo>
                    <a:pt x="1655087" y="0"/>
                  </a:lnTo>
                  <a:lnTo>
                    <a:pt x="1479232" y="0"/>
                  </a:lnTo>
                  <a:lnTo>
                    <a:pt x="1001910" y="0"/>
                  </a:lnTo>
                  <a:lnTo>
                    <a:pt x="72389" y="0"/>
                  </a:lnTo>
                  <a:close/>
                </a:path>
              </a:pathLst>
            </a:custGeom>
            <a:ln w="2839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" name="object 17"/>
          <p:cNvSpPr txBox="1"/>
          <p:nvPr/>
        </p:nvSpPr>
        <p:spPr>
          <a:xfrm>
            <a:off x="880110" y="1578609"/>
            <a:ext cx="1125220" cy="2387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00" b="1" spc="-10" dirty="0">
                <a:solidFill>
                  <a:srgbClr val="FFFFFF"/>
                </a:solidFill>
                <a:latin typeface="Arial"/>
                <a:cs typeface="Arial"/>
              </a:rPr>
              <a:t>Development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18" name="object 18"/>
          <p:cNvGrpSpPr/>
          <p:nvPr/>
        </p:nvGrpSpPr>
        <p:grpSpPr>
          <a:xfrm>
            <a:off x="2380932" y="1509712"/>
            <a:ext cx="1781175" cy="1400175"/>
            <a:chOff x="2380932" y="1509712"/>
            <a:chExt cx="1781175" cy="1400175"/>
          </a:xfrm>
        </p:grpSpPr>
        <p:sp>
          <p:nvSpPr>
            <p:cNvPr id="19" name="object 19"/>
            <p:cNvSpPr/>
            <p:nvPr/>
          </p:nvSpPr>
          <p:spPr>
            <a:xfrm>
              <a:off x="2395220" y="1524000"/>
              <a:ext cx="1752600" cy="1371600"/>
            </a:xfrm>
            <a:custGeom>
              <a:avLst/>
              <a:gdLst/>
              <a:ahLst/>
              <a:cxnLst/>
              <a:rect l="l" t="t" r="r" b="b"/>
              <a:pathLst>
                <a:path w="1752600" h="1371600">
                  <a:moveTo>
                    <a:pt x="1680209" y="0"/>
                  </a:moveTo>
                  <a:lnTo>
                    <a:pt x="72390" y="0"/>
                  </a:lnTo>
                  <a:lnTo>
                    <a:pt x="46077" y="6310"/>
                  </a:lnTo>
                  <a:lnTo>
                    <a:pt x="22860" y="22859"/>
                  </a:lnTo>
                  <a:lnTo>
                    <a:pt x="6310" y="46077"/>
                  </a:lnTo>
                  <a:lnTo>
                    <a:pt x="0" y="72389"/>
                  </a:lnTo>
                  <a:lnTo>
                    <a:pt x="0" y="1299210"/>
                  </a:lnTo>
                  <a:lnTo>
                    <a:pt x="6310" y="1325522"/>
                  </a:lnTo>
                  <a:lnTo>
                    <a:pt x="22859" y="1348739"/>
                  </a:lnTo>
                  <a:lnTo>
                    <a:pt x="46077" y="1365289"/>
                  </a:lnTo>
                  <a:lnTo>
                    <a:pt x="72390" y="1371600"/>
                  </a:lnTo>
                  <a:lnTo>
                    <a:pt x="1680209" y="1371600"/>
                  </a:lnTo>
                  <a:lnTo>
                    <a:pt x="1706522" y="1365289"/>
                  </a:lnTo>
                  <a:lnTo>
                    <a:pt x="1729740" y="1348740"/>
                  </a:lnTo>
                  <a:lnTo>
                    <a:pt x="1746289" y="1325522"/>
                  </a:lnTo>
                  <a:lnTo>
                    <a:pt x="1752600" y="1299210"/>
                  </a:lnTo>
                  <a:lnTo>
                    <a:pt x="1752600" y="72389"/>
                  </a:lnTo>
                  <a:lnTo>
                    <a:pt x="1746289" y="46077"/>
                  </a:lnTo>
                  <a:lnTo>
                    <a:pt x="1729740" y="22860"/>
                  </a:lnTo>
                  <a:lnTo>
                    <a:pt x="1706522" y="6310"/>
                  </a:lnTo>
                  <a:lnTo>
                    <a:pt x="1680209" y="0"/>
                  </a:lnTo>
                  <a:close/>
                </a:path>
              </a:pathLst>
            </a:custGeom>
            <a:solidFill>
              <a:srgbClr val="7C9A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2395220" y="1524000"/>
              <a:ext cx="1752600" cy="1371600"/>
            </a:xfrm>
            <a:custGeom>
              <a:avLst/>
              <a:gdLst/>
              <a:ahLst/>
              <a:cxnLst/>
              <a:rect l="l" t="t" r="r" b="b"/>
              <a:pathLst>
                <a:path w="1752600" h="1371600">
                  <a:moveTo>
                    <a:pt x="72390" y="0"/>
                  </a:moveTo>
                  <a:lnTo>
                    <a:pt x="46077" y="6310"/>
                  </a:lnTo>
                  <a:lnTo>
                    <a:pt x="22860" y="22859"/>
                  </a:lnTo>
                  <a:lnTo>
                    <a:pt x="6310" y="46077"/>
                  </a:lnTo>
                  <a:lnTo>
                    <a:pt x="0" y="72389"/>
                  </a:lnTo>
                  <a:lnTo>
                    <a:pt x="0" y="91559"/>
                  </a:lnTo>
                  <a:lnTo>
                    <a:pt x="0" y="225742"/>
                  </a:lnTo>
                  <a:lnTo>
                    <a:pt x="0" y="589954"/>
                  </a:lnTo>
                  <a:lnTo>
                    <a:pt x="0" y="1299210"/>
                  </a:lnTo>
                  <a:lnTo>
                    <a:pt x="6310" y="1325522"/>
                  </a:lnTo>
                  <a:lnTo>
                    <a:pt x="22859" y="1348739"/>
                  </a:lnTo>
                  <a:lnTo>
                    <a:pt x="46077" y="1365289"/>
                  </a:lnTo>
                  <a:lnTo>
                    <a:pt x="72390" y="1371600"/>
                  </a:lnTo>
                  <a:lnTo>
                    <a:pt x="97512" y="1371600"/>
                  </a:lnTo>
                  <a:lnTo>
                    <a:pt x="273367" y="1371600"/>
                  </a:lnTo>
                  <a:lnTo>
                    <a:pt x="750689" y="1371600"/>
                  </a:lnTo>
                  <a:lnTo>
                    <a:pt x="1680209" y="1371600"/>
                  </a:lnTo>
                  <a:lnTo>
                    <a:pt x="1706522" y="1365289"/>
                  </a:lnTo>
                  <a:lnTo>
                    <a:pt x="1729740" y="1348740"/>
                  </a:lnTo>
                  <a:lnTo>
                    <a:pt x="1746289" y="1325522"/>
                  </a:lnTo>
                  <a:lnTo>
                    <a:pt x="1752600" y="1299210"/>
                  </a:lnTo>
                  <a:lnTo>
                    <a:pt x="1752600" y="1280040"/>
                  </a:lnTo>
                  <a:lnTo>
                    <a:pt x="1752600" y="1145857"/>
                  </a:lnTo>
                  <a:lnTo>
                    <a:pt x="1752600" y="781645"/>
                  </a:lnTo>
                  <a:lnTo>
                    <a:pt x="1752600" y="72389"/>
                  </a:lnTo>
                  <a:lnTo>
                    <a:pt x="1746289" y="46077"/>
                  </a:lnTo>
                  <a:lnTo>
                    <a:pt x="1729740" y="22860"/>
                  </a:lnTo>
                  <a:lnTo>
                    <a:pt x="1706522" y="6310"/>
                  </a:lnTo>
                  <a:lnTo>
                    <a:pt x="1680209" y="0"/>
                  </a:lnTo>
                  <a:lnTo>
                    <a:pt x="1655087" y="0"/>
                  </a:lnTo>
                  <a:lnTo>
                    <a:pt x="1479232" y="0"/>
                  </a:lnTo>
                  <a:lnTo>
                    <a:pt x="1001910" y="0"/>
                  </a:lnTo>
                  <a:lnTo>
                    <a:pt x="72390" y="0"/>
                  </a:lnTo>
                  <a:close/>
                </a:path>
              </a:pathLst>
            </a:custGeom>
            <a:ln w="2839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" name="object 21"/>
          <p:cNvSpPr txBox="1"/>
          <p:nvPr/>
        </p:nvSpPr>
        <p:spPr>
          <a:xfrm>
            <a:off x="2797810" y="1578609"/>
            <a:ext cx="953135" cy="2387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00" b="1" spc="-10" dirty="0">
                <a:solidFill>
                  <a:srgbClr val="FFFFFF"/>
                </a:solidFill>
                <a:latin typeface="Arial"/>
                <a:cs typeface="Arial"/>
              </a:rPr>
              <a:t>Production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22" name="object 22"/>
          <p:cNvGrpSpPr/>
          <p:nvPr/>
        </p:nvGrpSpPr>
        <p:grpSpPr>
          <a:xfrm>
            <a:off x="552132" y="2984182"/>
            <a:ext cx="3609975" cy="719455"/>
            <a:chOff x="552132" y="2984182"/>
            <a:chExt cx="3609975" cy="719455"/>
          </a:xfrm>
        </p:grpSpPr>
        <p:sp>
          <p:nvSpPr>
            <p:cNvPr id="23" name="object 23"/>
            <p:cNvSpPr/>
            <p:nvPr/>
          </p:nvSpPr>
          <p:spPr>
            <a:xfrm>
              <a:off x="566419" y="2998470"/>
              <a:ext cx="3581400" cy="690880"/>
            </a:xfrm>
            <a:custGeom>
              <a:avLst/>
              <a:gdLst/>
              <a:ahLst/>
              <a:cxnLst/>
              <a:rect l="l" t="t" r="r" b="b"/>
              <a:pathLst>
                <a:path w="3581400" h="690879">
                  <a:moveTo>
                    <a:pt x="3544569" y="0"/>
                  </a:moveTo>
                  <a:lnTo>
                    <a:pt x="36829" y="0"/>
                  </a:lnTo>
                  <a:lnTo>
                    <a:pt x="23038" y="3075"/>
                  </a:lnTo>
                  <a:lnTo>
                    <a:pt x="11271" y="11271"/>
                  </a:lnTo>
                  <a:lnTo>
                    <a:pt x="3075" y="23038"/>
                  </a:lnTo>
                  <a:lnTo>
                    <a:pt x="0" y="36829"/>
                  </a:lnTo>
                  <a:lnTo>
                    <a:pt x="0" y="654049"/>
                  </a:lnTo>
                  <a:lnTo>
                    <a:pt x="3075" y="667841"/>
                  </a:lnTo>
                  <a:lnTo>
                    <a:pt x="11271" y="679608"/>
                  </a:lnTo>
                  <a:lnTo>
                    <a:pt x="23038" y="687804"/>
                  </a:lnTo>
                  <a:lnTo>
                    <a:pt x="36829" y="690879"/>
                  </a:lnTo>
                  <a:lnTo>
                    <a:pt x="3544569" y="690879"/>
                  </a:lnTo>
                  <a:lnTo>
                    <a:pt x="3558361" y="687804"/>
                  </a:lnTo>
                  <a:lnTo>
                    <a:pt x="3570128" y="679608"/>
                  </a:lnTo>
                  <a:lnTo>
                    <a:pt x="3578324" y="667841"/>
                  </a:lnTo>
                  <a:lnTo>
                    <a:pt x="3581400" y="654049"/>
                  </a:lnTo>
                  <a:lnTo>
                    <a:pt x="3581400" y="36829"/>
                  </a:lnTo>
                  <a:lnTo>
                    <a:pt x="3578324" y="23038"/>
                  </a:lnTo>
                  <a:lnTo>
                    <a:pt x="3570128" y="11271"/>
                  </a:lnTo>
                  <a:lnTo>
                    <a:pt x="3558361" y="3075"/>
                  </a:lnTo>
                  <a:lnTo>
                    <a:pt x="3544569" y="0"/>
                  </a:lnTo>
                  <a:close/>
                </a:path>
              </a:pathLst>
            </a:custGeom>
            <a:solidFill>
              <a:srgbClr val="7C9A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566419" y="2998470"/>
              <a:ext cx="3581400" cy="690880"/>
            </a:xfrm>
            <a:custGeom>
              <a:avLst/>
              <a:gdLst/>
              <a:ahLst/>
              <a:cxnLst/>
              <a:rect l="l" t="t" r="r" b="b"/>
              <a:pathLst>
                <a:path w="3581400" h="690879">
                  <a:moveTo>
                    <a:pt x="36829" y="0"/>
                  </a:moveTo>
                  <a:lnTo>
                    <a:pt x="23038" y="3075"/>
                  </a:lnTo>
                  <a:lnTo>
                    <a:pt x="11271" y="11271"/>
                  </a:lnTo>
                  <a:lnTo>
                    <a:pt x="3075" y="23038"/>
                  </a:lnTo>
                  <a:lnTo>
                    <a:pt x="0" y="36829"/>
                  </a:lnTo>
                  <a:lnTo>
                    <a:pt x="0" y="46474"/>
                  </a:lnTo>
                  <a:lnTo>
                    <a:pt x="0" y="113982"/>
                  </a:lnTo>
                  <a:lnTo>
                    <a:pt x="0" y="297219"/>
                  </a:lnTo>
                  <a:lnTo>
                    <a:pt x="0" y="654049"/>
                  </a:lnTo>
                  <a:lnTo>
                    <a:pt x="3075" y="667841"/>
                  </a:lnTo>
                  <a:lnTo>
                    <a:pt x="11271" y="679608"/>
                  </a:lnTo>
                  <a:lnTo>
                    <a:pt x="23038" y="687804"/>
                  </a:lnTo>
                  <a:lnTo>
                    <a:pt x="36829" y="690879"/>
                  </a:lnTo>
                  <a:lnTo>
                    <a:pt x="91638" y="690879"/>
                  </a:lnTo>
                  <a:lnTo>
                    <a:pt x="475297" y="690879"/>
                  </a:lnTo>
                  <a:lnTo>
                    <a:pt x="1516657" y="690879"/>
                  </a:lnTo>
                  <a:lnTo>
                    <a:pt x="3544569" y="690879"/>
                  </a:lnTo>
                  <a:lnTo>
                    <a:pt x="3558361" y="687804"/>
                  </a:lnTo>
                  <a:lnTo>
                    <a:pt x="3570128" y="679608"/>
                  </a:lnTo>
                  <a:lnTo>
                    <a:pt x="3578324" y="667841"/>
                  </a:lnTo>
                  <a:lnTo>
                    <a:pt x="3581400" y="654049"/>
                  </a:lnTo>
                  <a:lnTo>
                    <a:pt x="3581400" y="644405"/>
                  </a:lnTo>
                  <a:lnTo>
                    <a:pt x="3581400" y="576897"/>
                  </a:lnTo>
                  <a:lnTo>
                    <a:pt x="3581400" y="393660"/>
                  </a:lnTo>
                  <a:lnTo>
                    <a:pt x="3581400" y="36829"/>
                  </a:lnTo>
                  <a:lnTo>
                    <a:pt x="3578324" y="23038"/>
                  </a:lnTo>
                  <a:lnTo>
                    <a:pt x="3570128" y="11271"/>
                  </a:lnTo>
                  <a:lnTo>
                    <a:pt x="3558361" y="3075"/>
                  </a:lnTo>
                  <a:lnTo>
                    <a:pt x="3544569" y="0"/>
                  </a:lnTo>
                  <a:lnTo>
                    <a:pt x="3489761" y="0"/>
                  </a:lnTo>
                  <a:lnTo>
                    <a:pt x="3106102" y="0"/>
                  </a:lnTo>
                  <a:lnTo>
                    <a:pt x="2064742" y="0"/>
                  </a:lnTo>
                  <a:lnTo>
                    <a:pt x="36829" y="0"/>
                  </a:lnTo>
                  <a:close/>
                </a:path>
              </a:pathLst>
            </a:custGeom>
            <a:ln w="2839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" name="object 25"/>
          <p:cNvSpPr txBox="1"/>
          <p:nvPr/>
        </p:nvSpPr>
        <p:spPr>
          <a:xfrm>
            <a:off x="1907012" y="3074868"/>
            <a:ext cx="124460" cy="22732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770"/>
              </a:lnSpc>
            </a:pPr>
            <a:r>
              <a:rPr sz="1600" b="1" spc="-5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160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1771820" y="3074868"/>
            <a:ext cx="135890" cy="22732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770"/>
              </a:lnSpc>
            </a:pPr>
            <a:r>
              <a:rPr sz="1600" b="1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60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2030729" y="3042920"/>
            <a:ext cx="137160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1600" b="1" spc="-5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endParaRPr sz="16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2153920" y="3074868"/>
            <a:ext cx="294005" cy="22732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770"/>
              </a:lnSpc>
            </a:pPr>
            <a:r>
              <a:rPr sz="1600" b="1" spc="-25" dirty="0">
                <a:solidFill>
                  <a:srgbClr val="FFFFFF"/>
                </a:solidFill>
                <a:latin typeface="Arial"/>
                <a:cs typeface="Arial"/>
              </a:rPr>
              <a:t>ine</a:t>
            </a:r>
            <a:endParaRPr sz="1600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2695344" y="3042920"/>
            <a:ext cx="137160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1600" b="1" spc="-5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1600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2446020" y="3074868"/>
            <a:ext cx="249554" cy="22732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770"/>
              </a:lnSpc>
            </a:pPr>
            <a:r>
              <a:rPr sz="1600" b="1" spc="-25" dirty="0">
                <a:solidFill>
                  <a:srgbClr val="FFFFFF"/>
                </a:solidFill>
                <a:latin typeface="Arial"/>
                <a:cs typeface="Arial"/>
              </a:rPr>
              <a:t>eri</a:t>
            </a:r>
            <a:endParaRPr sz="1600">
              <a:latin typeface="Arial"/>
              <a:cs typeface="Arial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2818129" y="3074868"/>
            <a:ext cx="124460" cy="22732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770"/>
              </a:lnSpc>
            </a:pPr>
            <a:r>
              <a:rPr sz="1600" b="1" spc="-5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endParaRPr sz="1600">
              <a:latin typeface="Arial"/>
              <a:cs typeface="Arial"/>
            </a:endParaRPr>
          </a:p>
        </p:txBody>
      </p:sp>
      <p:sp>
        <p:nvSpPr>
          <p:cNvPr id="32" name="object 32"/>
          <p:cNvSpPr/>
          <p:nvPr/>
        </p:nvSpPr>
        <p:spPr>
          <a:xfrm>
            <a:off x="960119" y="595630"/>
            <a:ext cx="6372860" cy="403860"/>
          </a:xfrm>
          <a:custGeom>
            <a:avLst/>
            <a:gdLst/>
            <a:ahLst/>
            <a:cxnLst/>
            <a:rect l="l" t="t" r="r" b="b"/>
            <a:pathLst>
              <a:path w="6372859" h="403859">
                <a:moveTo>
                  <a:pt x="6372859" y="0"/>
                </a:moveTo>
                <a:lnTo>
                  <a:pt x="0" y="0"/>
                </a:lnTo>
                <a:lnTo>
                  <a:pt x="0" y="403860"/>
                </a:lnTo>
                <a:lnTo>
                  <a:pt x="3186430" y="403860"/>
                </a:lnTo>
                <a:lnTo>
                  <a:pt x="6372859" y="403860"/>
                </a:lnTo>
                <a:lnTo>
                  <a:pt x="637285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3" name="object 33"/>
          <p:cNvGrpSpPr/>
          <p:nvPr/>
        </p:nvGrpSpPr>
        <p:grpSpPr>
          <a:xfrm>
            <a:off x="442912" y="2984182"/>
            <a:ext cx="8181975" cy="1335405"/>
            <a:chOff x="442912" y="2984182"/>
            <a:chExt cx="8181975" cy="1335405"/>
          </a:xfrm>
        </p:grpSpPr>
        <p:sp>
          <p:nvSpPr>
            <p:cNvPr id="34" name="object 34"/>
            <p:cNvSpPr/>
            <p:nvPr/>
          </p:nvSpPr>
          <p:spPr>
            <a:xfrm>
              <a:off x="4300220" y="2998470"/>
              <a:ext cx="2667000" cy="690880"/>
            </a:xfrm>
            <a:custGeom>
              <a:avLst/>
              <a:gdLst/>
              <a:ahLst/>
              <a:cxnLst/>
              <a:rect l="l" t="t" r="r" b="b"/>
              <a:pathLst>
                <a:path w="2667000" h="690879">
                  <a:moveTo>
                    <a:pt x="2644139" y="0"/>
                  </a:moveTo>
                  <a:lnTo>
                    <a:pt x="22859" y="0"/>
                  </a:lnTo>
                  <a:lnTo>
                    <a:pt x="14466" y="1964"/>
                  </a:lnTo>
                  <a:lnTo>
                    <a:pt x="7143" y="7143"/>
                  </a:lnTo>
                  <a:lnTo>
                    <a:pt x="1964" y="14466"/>
                  </a:lnTo>
                  <a:lnTo>
                    <a:pt x="0" y="22859"/>
                  </a:lnTo>
                  <a:lnTo>
                    <a:pt x="0" y="668019"/>
                  </a:lnTo>
                  <a:lnTo>
                    <a:pt x="1964" y="676413"/>
                  </a:lnTo>
                  <a:lnTo>
                    <a:pt x="7143" y="683736"/>
                  </a:lnTo>
                  <a:lnTo>
                    <a:pt x="14466" y="688915"/>
                  </a:lnTo>
                  <a:lnTo>
                    <a:pt x="22859" y="690879"/>
                  </a:lnTo>
                  <a:lnTo>
                    <a:pt x="2644139" y="690879"/>
                  </a:lnTo>
                  <a:lnTo>
                    <a:pt x="2652533" y="688915"/>
                  </a:lnTo>
                  <a:lnTo>
                    <a:pt x="2659856" y="683736"/>
                  </a:lnTo>
                  <a:lnTo>
                    <a:pt x="2665035" y="676413"/>
                  </a:lnTo>
                  <a:lnTo>
                    <a:pt x="2667000" y="668019"/>
                  </a:lnTo>
                  <a:lnTo>
                    <a:pt x="2667000" y="22859"/>
                  </a:lnTo>
                  <a:lnTo>
                    <a:pt x="2665035" y="14466"/>
                  </a:lnTo>
                  <a:lnTo>
                    <a:pt x="2659856" y="7143"/>
                  </a:lnTo>
                  <a:lnTo>
                    <a:pt x="2652533" y="1964"/>
                  </a:lnTo>
                  <a:lnTo>
                    <a:pt x="2644139" y="0"/>
                  </a:lnTo>
                  <a:close/>
                </a:path>
              </a:pathLst>
            </a:custGeom>
            <a:solidFill>
              <a:srgbClr val="FF9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4300220" y="2998470"/>
              <a:ext cx="2667000" cy="690880"/>
            </a:xfrm>
            <a:custGeom>
              <a:avLst/>
              <a:gdLst/>
              <a:ahLst/>
              <a:cxnLst/>
              <a:rect l="l" t="t" r="r" b="b"/>
              <a:pathLst>
                <a:path w="2667000" h="690879">
                  <a:moveTo>
                    <a:pt x="22859" y="0"/>
                  </a:moveTo>
                  <a:lnTo>
                    <a:pt x="14466" y="1964"/>
                  </a:lnTo>
                  <a:lnTo>
                    <a:pt x="7143" y="7143"/>
                  </a:lnTo>
                  <a:lnTo>
                    <a:pt x="1964" y="14466"/>
                  </a:lnTo>
                  <a:lnTo>
                    <a:pt x="0" y="22859"/>
                  </a:lnTo>
                  <a:lnTo>
                    <a:pt x="0" y="32940"/>
                  </a:lnTo>
                  <a:lnTo>
                    <a:pt x="0" y="103504"/>
                  </a:lnTo>
                  <a:lnTo>
                    <a:pt x="0" y="295036"/>
                  </a:lnTo>
                  <a:lnTo>
                    <a:pt x="0" y="668019"/>
                  </a:lnTo>
                  <a:lnTo>
                    <a:pt x="1964" y="676413"/>
                  </a:lnTo>
                  <a:lnTo>
                    <a:pt x="7143" y="683736"/>
                  </a:lnTo>
                  <a:lnTo>
                    <a:pt x="14466" y="688915"/>
                  </a:lnTo>
                  <a:lnTo>
                    <a:pt x="22859" y="690879"/>
                  </a:lnTo>
                  <a:lnTo>
                    <a:pt x="63817" y="690879"/>
                  </a:lnTo>
                  <a:lnTo>
                    <a:pt x="350519" y="690879"/>
                  </a:lnTo>
                  <a:lnTo>
                    <a:pt x="1128712" y="690879"/>
                  </a:lnTo>
                  <a:lnTo>
                    <a:pt x="2644139" y="690879"/>
                  </a:lnTo>
                  <a:lnTo>
                    <a:pt x="2652533" y="688915"/>
                  </a:lnTo>
                  <a:lnTo>
                    <a:pt x="2659856" y="683736"/>
                  </a:lnTo>
                  <a:lnTo>
                    <a:pt x="2665035" y="676413"/>
                  </a:lnTo>
                  <a:lnTo>
                    <a:pt x="2667000" y="668019"/>
                  </a:lnTo>
                  <a:lnTo>
                    <a:pt x="2667000" y="657939"/>
                  </a:lnTo>
                  <a:lnTo>
                    <a:pt x="2667000" y="587375"/>
                  </a:lnTo>
                  <a:lnTo>
                    <a:pt x="2667000" y="395843"/>
                  </a:lnTo>
                  <a:lnTo>
                    <a:pt x="2667000" y="22859"/>
                  </a:lnTo>
                  <a:lnTo>
                    <a:pt x="2665035" y="14466"/>
                  </a:lnTo>
                  <a:lnTo>
                    <a:pt x="2659856" y="7143"/>
                  </a:lnTo>
                  <a:lnTo>
                    <a:pt x="2652533" y="1964"/>
                  </a:lnTo>
                  <a:lnTo>
                    <a:pt x="2644139" y="0"/>
                  </a:lnTo>
                  <a:lnTo>
                    <a:pt x="2603182" y="0"/>
                  </a:lnTo>
                  <a:lnTo>
                    <a:pt x="2316479" y="0"/>
                  </a:lnTo>
                  <a:lnTo>
                    <a:pt x="1538287" y="0"/>
                  </a:lnTo>
                  <a:lnTo>
                    <a:pt x="22859" y="0"/>
                  </a:lnTo>
                  <a:close/>
                </a:path>
              </a:pathLst>
            </a:custGeom>
            <a:ln w="2839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57200" y="3009899"/>
              <a:ext cx="8154670" cy="73660"/>
            </a:xfrm>
            <a:custGeom>
              <a:avLst/>
              <a:gdLst/>
              <a:ahLst/>
              <a:cxnLst/>
              <a:rect l="l" t="t" r="r" b="b"/>
              <a:pathLst>
                <a:path w="8154670" h="73660">
                  <a:moveTo>
                    <a:pt x="8153400" y="52070"/>
                  </a:moveTo>
                  <a:lnTo>
                    <a:pt x="8152130" y="52070"/>
                  </a:lnTo>
                  <a:lnTo>
                    <a:pt x="8152130" y="50800"/>
                  </a:lnTo>
                  <a:lnTo>
                    <a:pt x="8152130" y="46990"/>
                  </a:lnTo>
                  <a:lnTo>
                    <a:pt x="8150860" y="46990"/>
                  </a:lnTo>
                  <a:lnTo>
                    <a:pt x="8150860" y="44450"/>
                  </a:lnTo>
                  <a:lnTo>
                    <a:pt x="8149590" y="44450"/>
                  </a:lnTo>
                  <a:lnTo>
                    <a:pt x="8149590" y="41910"/>
                  </a:lnTo>
                  <a:lnTo>
                    <a:pt x="8148320" y="41910"/>
                  </a:lnTo>
                  <a:lnTo>
                    <a:pt x="8148320" y="40640"/>
                  </a:lnTo>
                  <a:lnTo>
                    <a:pt x="8147050" y="40640"/>
                  </a:lnTo>
                  <a:lnTo>
                    <a:pt x="8147050" y="38100"/>
                  </a:lnTo>
                  <a:lnTo>
                    <a:pt x="8145780" y="38100"/>
                  </a:lnTo>
                  <a:lnTo>
                    <a:pt x="8145780" y="36830"/>
                  </a:lnTo>
                  <a:lnTo>
                    <a:pt x="8145780" y="35560"/>
                  </a:lnTo>
                  <a:lnTo>
                    <a:pt x="8144510" y="35560"/>
                  </a:lnTo>
                  <a:lnTo>
                    <a:pt x="8144510" y="34290"/>
                  </a:lnTo>
                  <a:lnTo>
                    <a:pt x="8144510" y="33020"/>
                  </a:lnTo>
                  <a:lnTo>
                    <a:pt x="8143227" y="33020"/>
                  </a:lnTo>
                  <a:lnTo>
                    <a:pt x="8143227" y="31750"/>
                  </a:lnTo>
                  <a:lnTo>
                    <a:pt x="8143240" y="30480"/>
                  </a:lnTo>
                  <a:lnTo>
                    <a:pt x="8141970" y="30480"/>
                  </a:lnTo>
                  <a:lnTo>
                    <a:pt x="8141970" y="29210"/>
                  </a:lnTo>
                  <a:lnTo>
                    <a:pt x="8140700" y="29210"/>
                  </a:lnTo>
                  <a:lnTo>
                    <a:pt x="8140700" y="27940"/>
                  </a:lnTo>
                  <a:lnTo>
                    <a:pt x="8139430" y="27940"/>
                  </a:lnTo>
                  <a:lnTo>
                    <a:pt x="8139430" y="26670"/>
                  </a:lnTo>
                  <a:lnTo>
                    <a:pt x="8138160" y="26670"/>
                  </a:lnTo>
                  <a:lnTo>
                    <a:pt x="8138160" y="25400"/>
                  </a:lnTo>
                  <a:lnTo>
                    <a:pt x="8136877" y="25400"/>
                  </a:lnTo>
                  <a:lnTo>
                    <a:pt x="8136877" y="24130"/>
                  </a:lnTo>
                  <a:lnTo>
                    <a:pt x="8135620" y="24130"/>
                  </a:lnTo>
                  <a:lnTo>
                    <a:pt x="8135620" y="22860"/>
                  </a:lnTo>
                  <a:lnTo>
                    <a:pt x="8135620" y="21590"/>
                  </a:lnTo>
                  <a:lnTo>
                    <a:pt x="8134350" y="21590"/>
                  </a:lnTo>
                  <a:lnTo>
                    <a:pt x="8134350" y="20320"/>
                  </a:lnTo>
                  <a:lnTo>
                    <a:pt x="8133080" y="20320"/>
                  </a:lnTo>
                  <a:lnTo>
                    <a:pt x="8133080" y="19050"/>
                  </a:lnTo>
                  <a:lnTo>
                    <a:pt x="8131810" y="19050"/>
                  </a:lnTo>
                  <a:lnTo>
                    <a:pt x="8131810" y="17780"/>
                  </a:lnTo>
                  <a:lnTo>
                    <a:pt x="8129270" y="17780"/>
                  </a:lnTo>
                  <a:lnTo>
                    <a:pt x="8129270" y="16510"/>
                  </a:lnTo>
                  <a:lnTo>
                    <a:pt x="8128000" y="16510"/>
                  </a:lnTo>
                  <a:lnTo>
                    <a:pt x="8128000" y="15240"/>
                  </a:lnTo>
                  <a:lnTo>
                    <a:pt x="8126730" y="15240"/>
                  </a:lnTo>
                  <a:lnTo>
                    <a:pt x="8126730" y="13970"/>
                  </a:lnTo>
                  <a:lnTo>
                    <a:pt x="8124177" y="13970"/>
                  </a:lnTo>
                  <a:lnTo>
                    <a:pt x="8124177" y="12700"/>
                  </a:lnTo>
                  <a:lnTo>
                    <a:pt x="8122920" y="12700"/>
                  </a:lnTo>
                  <a:lnTo>
                    <a:pt x="8122920" y="11430"/>
                  </a:lnTo>
                  <a:lnTo>
                    <a:pt x="8120380" y="11430"/>
                  </a:lnTo>
                  <a:lnTo>
                    <a:pt x="8120380" y="10160"/>
                  </a:lnTo>
                  <a:lnTo>
                    <a:pt x="8117827" y="10160"/>
                  </a:lnTo>
                  <a:lnTo>
                    <a:pt x="8117827" y="8890"/>
                  </a:lnTo>
                  <a:lnTo>
                    <a:pt x="8116570" y="8890"/>
                  </a:lnTo>
                  <a:lnTo>
                    <a:pt x="8116570" y="7620"/>
                  </a:lnTo>
                  <a:lnTo>
                    <a:pt x="8112760" y="7620"/>
                  </a:lnTo>
                  <a:lnTo>
                    <a:pt x="8112760" y="6350"/>
                  </a:lnTo>
                  <a:lnTo>
                    <a:pt x="8110220" y="6350"/>
                  </a:lnTo>
                  <a:lnTo>
                    <a:pt x="8110220" y="5080"/>
                  </a:lnTo>
                  <a:lnTo>
                    <a:pt x="8106410" y="5080"/>
                  </a:lnTo>
                  <a:lnTo>
                    <a:pt x="8106410" y="3810"/>
                  </a:lnTo>
                  <a:lnTo>
                    <a:pt x="8103870" y="3810"/>
                  </a:lnTo>
                  <a:lnTo>
                    <a:pt x="8103870" y="2540"/>
                  </a:lnTo>
                  <a:lnTo>
                    <a:pt x="8100060" y="2540"/>
                  </a:lnTo>
                  <a:lnTo>
                    <a:pt x="8100060" y="1270"/>
                  </a:lnTo>
                  <a:lnTo>
                    <a:pt x="8093710" y="1270"/>
                  </a:lnTo>
                  <a:lnTo>
                    <a:pt x="8093710" y="0"/>
                  </a:lnTo>
                  <a:lnTo>
                    <a:pt x="60960" y="0"/>
                  </a:lnTo>
                  <a:lnTo>
                    <a:pt x="60960" y="1270"/>
                  </a:lnTo>
                  <a:lnTo>
                    <a:pt x="54610" y="1270"/>
                  </a:lnTo>
                  <a:lnTo>
                    <a:pt x="54610" y="2540"/>
                  </a:lnTo>
                  <a:lnTo>
                    <a:pt x="52070" y="2540"/>
                  </a:lnTo>
                  <a:lnTo>
                    <a:pt x="52070" y="3810"/>
                  </a:lnTo>
                  <a:lnTo>
                    <a:pt x="48260" y="3810"/>
                  </a:lnTo>
                  <a:lnTo>
                    <a:pt x="48260" y="5080"/>
                  </a:lnTo>
                  <a:lnTo>
                    <a:pt x="45720" y="5080"/>
                  </a:lnTo>
                  <a:lnTo>
                    <a:pt x="45720" y="6350"/>
                  </a:lnTo>
                  <a:lnTo>
                    <a:pt x="41910" y="6350"/>
                  </a:lnTo>
                  <a:lnTo>
                    <a:pt x="41910" y="7620"/>
                  </a:lnTo>
                  <a:lnTo>
                    <a:pt x="40640" y="7620"/>
                  </a:lnTo>
                  <a:lnTo>
                    <a:pt x="40640" y="8890"/>
                  </a:lnTo>
                  <a:lnTo>
                    <a:pt x="36830" y="8890"/>
                  </a:lnTo>
                  <a:lnTo>
                    <a:pt x="36830" y="10160"/>
                  </a:lnTo>
                  <a:lnTo>
                    <a:pt x="35560" y="10160"/>
                  </a:lnTo>
                  <a:lnTo>
                    <a:pt x="35560" y="11430"/>
                  </a:lnTo>
                  <a:lnTo>
                    <a:pt x="33020" y="11430"/>
                  </a:lnTo>
                  <a:lnTo>
                    <a:pt x="33020" y="12700"/>
                  </a:lnTo>
                  <a:lnTo>
                    <a:pt x="30480" y="12700"/>
                  </a:lnTo>
                  <a:lnTo>
                    <a:pt x="30480" y="13970"/>
                  </a:lnTo>
                  <a:lnTo>
                    <a:pt x="29210" y="13970"/>
                  </a:lnTo>
                  <a:lnTo>
                    <a:pt x="29210" y="15240"/>
                  </a:lnTo>
                  <a:lnTo>
                    <a:pt x="27940" y="15240"/>
                  </a:lnTo>
                  <a:lnTo>
                    <a:pt x="27940" y="16510"/>
                  </a:lnTo>
                  <a:lnTo>
                    <a:pt x="25400" y="16510"/>
                  </a:lnTo>
                  <a:lnTo>
                    <a:pt x="25400" y="17780"/>
                  </a:lnTo>
                  <a:lnTo>
                    <a:pt x="24130" y="17780"/>
                  </a:lnTo>
                  <a:lnTo>
                    <a:pt x="24130" y="19050"/>
                  </a:lnTo>
                  <a:lnTo>
                    <a:pt x="22860" y="19050"/>
                  </a:lnTo>
                  <a:lnTo>
                    <a:pt x="22860" y="20320"/>
                  </a:lnTo>
                  <a:lnTo>
                    <a:pt x="20320" y="20320"/>
                  </a:lnTo>
                  <a:lnTo>
                    <a:pt x="20320" y="21590"/>
                  </a:lnTo>
                  <a:lnTo>
                    <a:pt x="19050" y="21590"/>
                  </a:lnTo>
                  <a:lnTo>
                    <a:pt x="19050" y="22860"/>
                  </a:lnTo>
                  <a:lnTo>
                    <a:pt x="17780" y="22860"/>
                  </a:lnTo>
                  <a:lnTo>
                    <a:pt x="17780" y="24130"/>
                  </a:lnTo>
                  <a:lnTo>
                    <a:pt x="17780" y="25400"/>
                  </a:lnTo>
                  <a:lnTo>
                    <a:pt x="16510" y="25400"/>
                  </a:lnTo>
                  <a:lnTo>
                    <a:pt x="16510" y="26670"/>
                  </a:lnTo>
                  <a:lnTo>
                    <a:pt x="15240" y="26670"/>
                  </a:lnTo>
                  <a:lnTo>
                    <a:pt x="15240" y="27940"/>
                  </a:lnTo>
                  <a:lnTo>
                    <a:pt x="13970" y="27940"/>
                  </a:lnTo>
                  <a:lnTo>
                    <a:pt x="13970" y="29210"/>
                  </a:lnTo>
                  <a:lnTo>
                    <a:pt x="13970" y="30480"/>
                  </a:lnTo>
                  <a:lnTo>
                    <a:pt x="12700" y="30480"/>
                  </a:lnTo>
                  <a:lnTo>
                    <a:pt x="12700" y="31750"/>
                  </a:lnTo>
                  <a:lnTo>
                    <a:pt x="11430" y="31750"/>
                  </a:lnTo>
                  <a:lnTo>
                    <a:pt x="11430" y="33020"/>
                  </a:lnTo>
                  <a:lnTo>
                    <a:pt x="11430" y="34290"/>
                  </a:lnTo>
                  <a:lnTo>
                    <a:pt x="10160" y="34290"/>
                  </a:lnTo>
                  <a:lnTo>
                    <a:pt x="10160" y="35560"/>
                  </a:lnTo>
                  <a:lnTo>
                    <a:pt x="10160" y="36830"/>
                  </a:lnTo>
                  <a:lnTo>
                    <a:pt x="8890" y="36830"/>
                  </a:lnTo>
                  <a:lnTo>
                    <a:pt x="8890" y="38100"/>
                  </a:lnTo>
                  <a:lnTo>
                    <a:pt x="7620" y="38100"/>
                  </a:lnTo>
                  <a:lnTo>
                    <a:pt x="7620" y="40640"/>
                  </a:lnTo>
                  <a:lnTo>
                    <a:pt x="6350" y="40640"/>
                  </a:lnTo>
                  <a:lnTo>
                    <a:pt x="6350" y="41910"/>
                  </a:lnTo>
                  <a:lnTo>
                    <a:pt x="6350" y="44450"/>
                  </a:lnTo>
                  <a:lnTo>
                    <a:pt x="5080" y="44450"/>
                  </a:lnTo>
                  <a:lnTo>
                    <a:pt x="5080" y="46990"/>
                  </a:lnTo>
                  <a:lnTo>
                    <a:pt x="3810" y="46990"/>
                  </a:lnTo>
                  <a:lnTo>
                    <a:pt x="3810" y="50800"/>
                  </a:lnTo>
                  <a:lnTo>
                    <a:pt x="2540" y="50800"/>
                  </a:lnTo>
                  <a:lnTo>
                    <a:pt x="2540" y="52070"/>
                  </a:lnTo>
                  <a:lnTo>
                    <a:pt x="2540" y="53340"/>
                  </a:lnTo>
                  <a:lnTo>
                    <a:pt x="8153400" y="53340"/>
                  </a:lnTo>
                  <a:lnTo>
                    <a:pt x="8153400" y="52070"/>
                  </a:lnTo>
                  <a:close/>
                </a:path>
                <a:path w="8154670" h="73660">
                  <a:moveTo>
                    <a:pt x="8154670" y="58420"/>
                  </a:moveTo>
                  <a:lnTo>
                    <a:pt x="8153400" y="58420"/>
                  </a:lnTo>
                  <a:lnTo>
                    <a:pt x="8153400" y="53352"/>
                  </a:lnTo>
                  <a:lnTo>
                    <a:pt x="1270" y="53352"/>
                  </a:lnTo>
                  <a:lnTo>
                    <a:pt x="1270" y="58420"/>
                  </a:lnTo>
                  <a:lnTo>
                    <a:pt x="0" y="58420"/>
                  </a:lnTo>
                  <a:lnTo>
                    <a:pt x="0" y="73660"/>
                  </a:lnTo>
                  <a:lnTo>
                    <a:pt x="8154670" y="73660"/>
                  </a:lnTo>
                  <a:lnTo>
                    <a:pt x="8154670" y="5842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457200" y="3083560"/>
              <a:ext cx="8154670" cy="36830"/>
            </a:xfrm>
            <a:custGeom>
              <a:avLst/>
              <a:gdLst/>
              <a:ahLst/>
              <a:cxnLst/>
              <a:rect l="l" t="t" r="r" b="b"/>
              <a:pathLst>
                <a:path w="8154670" h="36830">
                  <a:moveTo>
                    <a:pt x="0" y="36829"/>
                  </a:moveTo>
                  <a:lnTo>
                    <a:pt x="0" y="0"/>
                  </a:lnTo>
                  <a:lnTo>
                    <a:pt x="8154670" y="0"/>
                  </a:lnTo>
                  <a:lnTo>
                    <a:pt x="8154670" y="36829"/>
                  </a:lnTo>
                  <a:lnTo>
                    <a:pt x="0" y="36829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457200" y="3120390"/>
              <a:ext cx="8154670" cy="36830"/>
            </a:xfrm>
            <a:custGeom>
              <a:avLst/>
              <a:gdLst/>
              <a:ahLst/>
              <a:cxnLst/>
              <a:rect l="l" t="t" r="r" b="b"/>
              <a:pathLst>
                <a:path w="8154670" h="36830">
                  <a:moveTo>
                    <a:pt x="0" y="36830"/>
                  </a:moveTo>
                  <a:lnTo>
                    <a:pt x="0" y="0"/>
                  </a:lnTo>
                  <a:lnTo>
                    <a:pt x="8154670" y="0"/>
                  </a:lnTo>
                  <a:lnTo>
                    <a:pt x="8154670" y="36830"/>
                  </a:lnTo>
                  <a:lnTo>
                    <a:pt x="0" y="368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457200" y="3157220"/>
              <a:ext cx="8154670" cy="36830"/>
            </a:xfrm>
            <a:custGeom>
              <a:avLst/>
              <a:gdLst/>
              <a:ahLst/>
              <a:cxnLst/>
              <a:rect l="l" t="t" r="r" b="b"/>
              <a:pathLst>
                <a:path w="8154670" h="36830">
                  <a:moveTo>
                    <a:pt x="0" y="36829"/>
                  </a:moveTo>
                  <a:lnTo>
                    <a:pt x="0" y="0"/>
                  </a:lnTo>
                  <a:lnTo>
                    <a:pt x="8154670" y="0"/>
                  </a:lnTo>
                  <a:lnTo>
                    <a:pt x="8154670" y="36829"/>
                  </a:lnTo>
                  <a:lnTo>
                    <a:pt x="0" y="36829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457200" y="3194050"/>
              <a:ext cx="8154670" cy="36830"/>
            </a:xfrm>
            <a:custGeom>
              <a:avLst/>
              <a:gdLst/>
              <a:ahLst/>
              <a:cxnLst/>
              <a:rect l="l" t="t" r="r" b="b"/>
              <a:pathLst>
                <a:path w="8154670" h="36830">
                  <a:moveTo>
                    <a:pt x="0" y="36829"/>
                  </a:moveTo>
                  <a:lnTo>
                    <a:pt x="0" y="0"/>
                  </a:lnTo>
                  <a:lnTo>
                    <a:pt x="8154670" y="0"/>
                  </a:lnTo>
                  <a:lnTo>
                    <a:pt x="8154670" y="36829"/>
                  </a:lnTo>
                  <a:lnTo>
                    <a:pt x="0" y="36829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457200" y="3230880"/>
              <a:ext cx="8154670" cy="38100"/>
            </a:xfrm>
            <a:custGeom>
              <a:avLst/>
              <a:gdLst/>
              <a:ahLst/>
              <a:cxnLst/>
              <a:rect l="l" t="t" r="r" b="b"/>
              <a:pathLst>
                <a:path w="8154670" h="38100">
                  <a:moveTo>
                    <a:pt x="0" y="38100"/>
                  </a:moveTo>
                  <a:lnTo>
                    <a:pt x="0" y="0"/>
                  </a:lnTo>
                  <a:lnTo>
                    <a:pt x="8154670" y="0"/>
                  </a:lnTo>
                  <a:lnTo>
                    <a:pt x="8154670" y="38100"/>
                  </a:lnTo>
                  <a:lnTo>
                    <a:pt x="0" y="38100"/>
                  </a:lnTo>
                  <a:close/>
                </a:path>
              </a:pathLst>
            </a:custGeom>
            <a:solidFill>
              <a:srgbClr val="F9F9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457200" y="3268980"/>
              <a:ext cx="8154670" cy="36830"/>
            </a:xfrm>
            <a:custGeom>
              <a:avLst/>
              <a:gdLst/>
              <a:ahLst/>
              <a:cxnLst/>
              <a:rect l="l" t="t" r="r" b="b"/>
              <a:pathLst>
                <a:path w="8154670" h="36829">
                  <a:moveTo>
                    <a:pt x="0" y="36830"/>
                  </a:moveTo>
                  <a:lnTo>
                    <a:pt x="0" y="0"/>
                  </a:lnTo>
                  <a:lnTo>
                    <a:pt x="8154670" y="0"/>
                  </a:lnTo>
                  <a:lnTo>
                    <a:pt x="8154670" y="36830"/>
                  </a:lnTo>
                  <a:lnTo>
                    <a:pt x="0" y="3683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457200" y="3305810"/>
              <a:ext cx="8154670" cy="36830"/>
            </a:xfrm>
            <a:custGeom>
              <a:avLst/>
              <a:gdLst/>
              <a:ahLst/>
              <a:cxnLst/>
              <a:rect l="l" t="t" r="r" b="b"/>
              <a:pathLst>
                <a:path w="8154670" h="36829">
                  <a:moveTo>
                    <a:pt x="0" y="36829"/>
                  </a:moveTo>
                  <a:lnTo>
                    <a:pt x="0" y="0"/>
                  </a:lnTo>
                  <a:lnTo>
                    <a:pt x="8154670" y="0"/>
                  </a:lnTo>
                  <a:lnTo>
                    <a:pt x="8154670" y="36829"/>
                  </a:lnTo>
                  <a:lnTo>
                    <a:pt x="0" y="36829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457200" y="3342640"/>
              <a:ext cx="8154670" cy="36830"/>
            </a:xfrm>
            <a:custGeom>
              <a:avLst/>
              <a:gdLst/>
              <a:ahLst/>
              <a:cxnLst/>
              <a:rect l="l" t="t" r="r" b="b"/>
              <a:pathLst>
                <a:path w="8154670" h="36829">
                  <a:moveTo>
                    <a:pt x="0" y="36830"/>
                  </a:moveTo>
                  <a:lnTo>
                    <a:pt x="0" y="0"/>
                  </a:lnTo>
                  <a:lnTo>
                    <a:pt x="8154670" y="0"/>
                  </a:lnTo>
                  <a:lnTo>
                    <a:pt x="8154670" y="36830"/>
                  </a:lnTo>
                  <a:lnTo>
                    <a:pt x="0" y="36830"/>
                  </a:lnTo>
                  <a:close/>
                </a:path>
              </a:pathLst>
            </a:custGeom>
            <a:solidFill>
              <a:srgbClr val="F6F6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457200" y="3379470"/>
              <a:ext cx="8154670" cy="36830"/>
            </a:xfrm>
            <a:custGeom>
              <a:avLst/>
              <a:gdLst/>
              <a:ahLst/>
              <a:cxnLst/>
              <a:rect l="l" t="t" r="r" b="b"/>
              <a:pathLst>
                <a:path w="8154670" h="36829">
                  <a:moveTo>
                    <a:pt x="0" y="36829"/>
                  </a:moveTo>
                  <a:lnTo>
                    <a:pt x="0" y="0"/>
                  </a:lnTo>
                  <a:lnTo>
                    <a:pt x="8154670" y="0"/>
                  </a:lnTo>
                  <a:lnTo>
                    <a:pt x="8154670" y="36829"/>
                  </a:lnTo>
                  <a:lnTo>
                    <a:pt x="0" y="36829"/>
                  </a:lnTo>
                  <a:close/>
                </a:path>
              </a:pathLst>
            </a:custGeom>
            <a:solidFill>
              <a:srgbClr val="F5F5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457200" y="3416300"/>
              <a:ext cx="8154670" cy="38100"/>
            </a:xfrm>
            <a:custGeom>
              <a:avLst/>
              <a:gdLst/>
              <a:ahLst/>
              <a:cxnLst/>
              <a:rect l="l" t="t" r="r" b="b"/>
              <a:pathLst>
                <a:path w="8154670" h="38100">
                  <a:moveTo>
                    <a:pt x="0" y="38100"/>
                  </a:moveTo>
                  <a:lnTo>
                    <a:pt x="0" y="0"/>
                  </a:lnTo>
                  <a:lnTo>
                    <a:pt x="8154670" y="0"/>
                  </a:lnTo>
                  <a:lnTo>
                    <a:pt x="8154670" y="38100"/>
                  </a:lnTo>
                  <a:lnTo>
                    <a:pt x="0" y="3810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457200" y="3454400"/>
              <a:ext cx="8154670" cy="36830"/>
            </a:xfrm>
            <a:custGeom>
              <a:avLst/>
              <a:gdLst/>
              <a:ahLst/>
              <a:cxnLst/>
              <a:rect l="l" t="t" r="r" b="b"/>
              <a:pathLst>
                <a:path w="8154670" h="36829">
                  <a:moveTo>
                    <a:pt x="0" y="36829"/>
                  </a:moveTo>
                  <a:lnTo>
                    <a:pt x="0" y="0"/>
                  </a:lnTo>
                  <a:lnTo>
                    <a:pt x="8154670" y="0"/>
                  </a:lnTo>
                  <a:lnTo>
                    <a:pt x="8154670" y="36829"/>
                  </a:lnTo>
                  <a:lnTo>
                    <a:pt x="0" y="36829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457200" y="3491230"/>
              <a:ext cx="8154670" cy="36830"/>
            </a:xfrm>
            <a:custGeom>
              <a:avLst/>
              <a:gdLst/>
              <a:ahLst/>
              <a:cxnLst/>
              <a:rect l="l" t="t" r="r" b="b"/>
              <a:pathLst>
                <a:path w="8154670" h="36829">
                  <a:moveTo>
                    <a:pt x="0" y="36830"/>
                  </a:moveTo>
                  <a:lnTo>
                    <a:pt x="0" y="0"/>
                  </a:lnTo>
                  <a:lnTo>
                    <a:pt x="8154670" y="0"/>
                  </a:lnTo>
                  <a:lnTo>
                    <a:pt x="8154670" y="36830"/>
                  </a:lnTo>
                  <a:lnTo>
                    <a:pt x="0" y="36830"/>
                  </a:lnTo>
                  <a:close/>
                </a:path>
              </a:pathLst>
            </a:custGeom>
            <a:solidFill>
              <a:srgbClr val="F2F2F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457200" y="3528060"/>
              <a:ext cx="8154670" cy="36830"/>
            </a:xfrm>
            <a:custGeom>
              <a:avLst/>
              <a:gdLst/>
              <a:ahLst/>
              <a:cxnLst/>
              <a:rect l="l" t="t" r="r" b="b"/>
              <a:pathLst>
                <a:path w="8154670" h="36829">
                  <a:moveTo>
                    <a:pt x="0" y="36829"/>
                  </a:moveTo>
                  <a:lnTo>
                    <a:pt x="0" y="0"/>
                  </a:lnTo>
                  <a:lnTo>
                    <a:pt x="8154670" y="0"/>
                  </a:lnTo>
                  <a:lnTo>
                    <a:pt x="8154670" y="36829"/>
                  </a:lnTo>
                  <a:lnTo>
                    <a:pt x="0" y="36829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457200" y="3564890"/>
              <a:ext cx="8154670" cy="36830"/>
            </a:xfrm>
            <a:custGeom>
              <a:avLst/>
              <a:gdLst/>
              <a:ahLst/>
              <a:cxnLst/>
              <a:rect l="l" t="t" r="r" b="b"/>
              <a:pathLst>
                <a:path w="8154670" h="36829">
                  <a:moveTo>
                    <a:pt x="0" y="36830"/>
                  </a:moveTo>
                  <a:lnTo>
                    <a:pt x="0" y="0"/>
                  </a:lnTo>
                  <a:lnTo>
                    <a:pt x="8154670" y="0"/>
                  </a:lnTo>
                  <a:lnTo>
                    <a:pt x="8154670" y="36830"/>
                  </a:lnTo>
                  <a:lnTo>
                    <a:pt x="0" y="36830"/>
                  </a:lnTo>
                  <a:close/>
                </a:path>
              </a:pathLst>
            </a:custGeom>
            <a:solidFill>
              <a:srgbClr val="F0F0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457200" y="3601720"/>
              <a:ext cx="8154670" cy="38100"/>
            </a:xfrm>
            <a:custGeom>
              <a:avLst/>
              <a:gdLst/>
              <a:ahLst/>
              <a:cxnLst/>
              <a:rect l="l" t="t" r="r" b="b"/>
              <a:pathLst>
                <a:path w="8154670" h="38100">
                  <a:moveTo>
                    <a:pt x="0" y="38099"/>
                  </a:moveTo>
                  <a:lnTo>
                    <a:pt x="0" y="0"/>
                  </a:lnTo>
                  <a:lnTo>
                    <a:pt x="8154670" y="0"/>
                  </a:lnTo>
                  <a:lnTo>
                    <a:pt x="8154670" y="38099"/>
                  </a:lnTo>
                  <a:lnTo>
                    <a:pt x="0" y="38099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457200" y="3639820"/>
              <a:ext cx="8154670" cy="36830"/>
            </a:xfrm>
            <a:custGeom>
              <a:avLst/>
              <a:gdLst/>
              <a:ahLst/>
              <a:cxnLst/>
              <a:rect l="l" t="t" r="r" b="b"/>
              <a:pathLst>
                <a:path w="8154670" h="36829">
                  <a:moveTo>
                    <a:pt x="0" y="36829"/>
                  </a:moveTo>
                  <a:lnTo>
                    <a:pt x="0" y="0"/>
                  </a:lnTo>
                  <a:lnTo>
                    <a:pt x="8154670" y="0"/>
                  </a:lnTo>
                  <a:lnTo>
                    <a:pt x="8154670" y="36829"/>
                  </a:lnTo>
                  <a:lnTo>
                    <a:pt x="0" y="36829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457200" y="3676650"/>
              <a:ext cx="8154670" cy="36830"/>
            </a:xfrm>
            <a:custGeom>
              <a:avLst/>
              <a:gdLst/>
              <a:ahLst/>
              <a:cxnLst/>
              <a:rect l="l" t="t" r="r" b="b"/>
              <a:pathLst>
                <a:path w="8154670" h="36829">
                  <a:moveTo>
                    <a:pt x="0" y="36830"/>
                  </a:moveTo>
                  <a:lnTo>
                    <a:pt x="0" y="0"/>
                  </a:lnTo>
                  <a:lnTo>
                    <a:pt x="8154670" y="0"/>
                  </a:lnTo>
                  <a:lnTo>
                    <a:pt x="8154670" y="36830"/>
                  </a:lnTo>
                  <a:lnTo>
                    <a:pt x="0" y="3683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457200" y="3713480"/>
              <a:ext cx="8154670" cy="36830"/>
            </a:xfrm>
            <a:custGeom>
              <a:avLst/>
              <a:gdLst/>
              <a:ahLst/>
              <a:cxnLst/>
              <a:rect l="l" t="t" r="r" b="b"/>
              <a:pathLst>
                <a:path w="8154670" h="36829">
                  <a:moveTo>
                    <a:pt x="0" y="36830"/>
                  </a:moveTo>
                  <a:lnTo>
                    <a:pt x="0" y="0"/>
                  </a:lnTo>
                  <a:lnTo>
                    <a:pt x="8154670" y="0"/>
                  </a:lnTo>
                  <a:lnTo>
                    <a:pt x="8154670" y="36830"/>
                  </a:lnTo>
                  <a:lnTo>
                    <a:pt x="0" y="36830"/>
                  </a:lnTo>
                  <a:close/>
                </a:path>
              </a:pathLst>
            </a:custGeom>
            <a:solidFill>
              <a:srgbClr val="ECEC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457200" y="3750310"/>
              <a:ext cx="8154670" cy="36830"/>
            </a:xfrm>
            <a:custGeom>
              <a:avLst/>
              <a:gdLst/>
              <a:ahLst/>
              <a:cxnLst/>
              <a:rect l="l" t="t" r="r" b="b"/>
              <a:pathLst>
                <a:path w="8154670" h="36829">
                  <a:moveTo>
                    <a:pt x="0" y="36829"/>
                  </a:moveTo>
                  <a:lnTo>
                    <a:pt x="0" y="0"/>
                  </a:lnTo>
                  <a:lnTo>
                    <a:pt x="8154670" y="0"/>
                  </a:lnTo>
                  <a:lnTo>
                    <a:pt x="8154670" y="36829"/>
                  </a:lnTo>
                  <a:lnTo>
                    <a:pt x="0" y="36829"/>
                  </a:lnTo>
                  <a:close/>
                </a:path>
              </a:pathLst>
            </a:custGeom>
            <a:solidFill>
              <a:srgbClr val="EBEB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457200" y="3787140"/>
              <a:ext cx="8154670" cy="38100"/>
            </a:xfrm>
            <a:custGeom>
              <a:avLst/>
              <a:gdLst/>
              <a:ahLst/>
              <a:cxnLst/>
              <a:rect l="l" t="t" r="r" b="b"/>
              <a:pathLst>
                <a:path w="8154670" h="38100">
                  <a:moveTo>
                    <a:pt x="0" y="38100"/>
                  </a:moveTo>
                  <a:lnTo>
                    <a:pt x="0" y="0"/>
                  </a:lnTo>
                  <a:lnTo>
                    <a:pt x="8154670" y="0"/>
                  </a:lnTo>
                  <a:lnTo>
                    <a:pt x="8154670" y="38100"/>
                  </a:lnTo>
                  <a:lnTo>
                    <a:pt x="0" y="38100"/>
                  </a:lnTo>
                  <a:close/>
                </a:path>
              </a:pathLst>
            </a:custGeom>
            <a:solidFill>
              <a:srgbClr val="EAE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457200" y="3825240"/>
              <a:ext cx="8154670" cy="36830"/>
            </a:xfrm>
            <a:custGeom>
              <a:avLst/>
              <a:gdLst/>
              <a:ahLst/>
              <a:cxnLst/>
              <a:rect l="l" t="t" r="r" b="b"/>
              <a:pathLst>
                <a:path w="8154670" h="36829">
                  <a:moveTo>
                    <a:pt x="0" y="36830"/>
                  </a:moveTo>
                  <a:lnTo>
                    <a:pt x="0" y="0"/>
                  </a:lnTo>
                  <a:lnTo>
                    <a:pt x="8154670" y="0"/>
                  </a:lnTo>
                  <a:lnTo>
                    <a:pt x="8154670" y="36830"/>
                  </a:lnTo>
                  <a:lnTo>
                    <a:pt x="0" y="36830"/>
                  </a:lnTo>
                  <a:close/>
                </a:path>
              </a:pathLst>
            </a:custGeom>
            <a:solidFill>
              <a:srgbClr val="E9E9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457200" y="3862070"/>
              <a:ext cx="8154670" cy="36830"/>
            </a:xfrm>
            <a:custGeom>
              <a:avLst/>
              <a:gdLst/>
              <a:ahLst/>
              <a:cxnLst/>
              <a:rect l="l" t="t" r="r" b="b"/>
              <a:pathLst>
                <a:path w="8154670" h="36829">
                  <a:moveTo>
                    <a:pt x="0" y="36829"/>
                  </a:moveTo>
                  <a:lnTo>
                    <a:pt x="0" y="0"/>
                  </a:lnTo>
                  <a:lnTo>
                    <a:pt x="8154670" y="0"/>
                  </a:lnTo>
                  <a:lnTo>
                    <a:pt x="8154670" y="36829"/>
                  </a:lnTo>
                  <a:lnTo>
                    <a:pt x="0" y="36829"/>
                  </a:lnTo>
                  <a:close/>
                </a:path>
              </a:pathLst>
            </a:custGeom>
            <a:solidFill>
              <a:srgbClr val="E8E8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457200" y="3898900"/>
              <a:ext cx="8154670" cy="36830"/>
            </a:xfrm>
            <a:custGeom>
              <a:avLst/>
              <a:gdLst/>
              <a:ahLst/>
              <a:cxnLst/>
              <a:rect l="l" t="t" r="r" b="b"/>
              <a:pathLst>
                <a:path w="8154670" h="36829">
                  <a:moveTo>
                    <a:pt x="0" y="36830"/>
                  </a:moveTo>
                  <a:lnTo>
                    <a:pt x="0" y="0"/>
                  </a:lnTo>
                  <a:lnTo>
                    <a:pt x="8154670" y="0"/>
                  </a:lnTo>
                  <a:lnTo>
                    <a:pt x="8154670" y="36830"/>
                  </a:lnTo>
                  <a:lnTo>
                    <a:pt x="0" y="3683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457200" y="3935730"/>
              <a:ext cx="8154670" cy="36830"/>
            </a:xfrm>
            <a:custGeom>
              <a:avLst/>
              <a:gdLst/>
              <a:ahLst/>
              <a:cxnLst/>
              <a:rect l="l" t="t" r="r" b="b"/>
              <a:pathLst>
                <a:path w="8154670" h="36829">
                  <a:moveTo>
                    <a:pt x="0" y="36830"/>
                  </a:moveTo>
                  <a:lnTo>
                    <a:pt x="0" y="0"/>
                  </a:lnTo>
                  <a:lnTo>
                    <a:pt x="8154670" y="0"/>
                  </a:lnTo>
                  <a:lnTo>
                    <a:pt x="8154670" y="36830"/>
                  </a:lnTo>
                  <a:lnTo>
                    <a:pt x="0" y="3683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457200" y="3972560"/>
              <a:ext cx="8154670" cy="38100"/>
            </a:xfrm>
            <a:custGeom>
              <a:avLst/>
              <a:gdLst/>
              <a:ahLst/>
              <a:cxnLst/>
              <a:rect l="l" t="t" r="r" b="b"/>
              <a:pathLst>
                <a:path w="8154670" h="38100">
                  <a:moveTo>
                    <a:pt x="0" y="38100"/>
                  </a:moveTo>
                  <a:lnTo>
                    <a:pt x="0" y="0"/>
                  </a:lnTo>
                  <a:lnTo>
                    <a:pt x="8154670" y="0"/>
                  </a:lnTo>
                  <a:lnTo>
                    <a:pt x="8154670" y="38100"/>
                  </a:lnTo>
                  <a:lnTo>
                    <a:pt x="0" y="38100"/>
                  </a:lnTo>
                  <a:close/>
                </a:path>
              </a:pathLst>
            </a:custGeom>
            <a:solidFill>
              <a:srgbClr val="E5E5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457200" y="4010660"/>
              <a:ext cx="8154670" cy="36830"/>
            </a:xfrm>
            <a:custGeom>
              <a:avLst/>
              <a:gdLst/>
              <a:ahLst/>
              <a:cxnLst/>
              <a:rect l="l" t="t" r="r" b="b"/>
              <a:pathLst>
                <a:path w="8154670" h="36829">
                  <a:moveTo>
                    <a:pt x="0" y="36829"/>
                  </a:moveTo>
                  <a:lnTo>
                    <a:pt x="0" y="0"/>
                  </a:lnTo>
                  <a:lnTo>
                    <a:pt x="8154670" y="0"/>
                  </a:lnTo>
                  <a:lnTo>
                    <a:pt x="8154670" y="36829"/>
                  </a:lnTo>
                  <a:lnTo>
                    <a:pt x="0" y="36829"/>
                  </a:lnTo>
                  <a:close/>
                </a:path>
              </a:pathLst>
            </a:custGeom>
            <a:solidFill>
              <a:srgbClr val="E4E4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457200" y="4047490"/>
              <a:ext cx="8154670" cy="36830"/>
            </a:xfrm>
            <a:custGeom>
              <a:avLst/>
              <a:gdLst/>
              <a:ahLst/>
              <a:cxnLst/>
              <a:rect l="l" t="t" r="r" b="b"/>
              <a:pathLst>
                <a:path w="8154670" h="36829">
                  <a:moveTo>
                    <a:pt x="0" y="36830"/>
                  </a:moveTo>
                  <a:lnTo>
                    <a:pt x="0" y="0"/>
                  </a:lnTo>
                  <a:lnTo>
                    <a:pt x="8154670" y="0"/>
                  </a:lnTo>
                  <a:lnTo>
                    <a:pt x="8154670" y="36830"/>
                  </a:lnTo>
                  <a:lnTo>
                    <a:pt x="0" y="36830"/>
                  </a:lnTo>
                  <a:close/>
                </a:path>
              </a:pathLst>
            </a:custGeom>
            <a:solidFill>
              <a:srgbClr val="E3E3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457200" y="4084320"/>
              <a:ext cx="8154670" cy="36830"/>
            </a:xfrm>
            <a:custGeom>
              <a:avLst/>
              <a:gdLst/>
              <a:ahLst/>
              <a:cxnLst/>
              <a:rect l="l" t="t" r="r" b="b"/>
              <a:pathLst>
                <a:path w="8154670" h="36829">
                  <a:moveTo>
                    <a:pt x="0" y="36829"/>
                  </a:moveTo>
                  <a:lnTo>
                    <a:pt x="0" y="0"/>
                  </a:lnTo>
                  <a:lnTo>
                    <a:pt x="8154670" y="0"/>
                  </a:lnTo>
                  <a:lnTo>
                    <a:pt x="8154670" y="36829"/>
                  </a:lnTo>
                  <a:lnTo>
                    <a:pt x="0" y="36829"/>
                  </a:lnTo>
                  <a:close/>
                </a:path>
              </a:pathLst>
            </a:custGeom>
            <a:solidFill>
              <a:srgbClr val="E2E2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457200" y="4121150"/>
              <a:ext cx="8154670" cy="36830"/>
            </a:xfrm>
            <a:custGeom>
              <a:avLst/>
              <a:gdLst/>
              <a:ahLst/>
              <a:cxnLst/>
              <a:rect l="l" t="t" r="r" b="b"/>
              <a:pathLst>
                <a:path w="8154670" h="36829">
                  <a:moveTo>
                    <a:pt x="0" y="36830"/>
                  </a:moveTo>
                  <a:lnTo>
                    <a:pt x="0" y="0"/>
                  </a:lnTo>
                  <a:lnTo>
                    <a:pt x="8154670" y="0"/>
                  </a:lnTo>
                  <a:lnTo>
                    <a:pt x="8154670" y="36830"/>
                  </a:lnTo>
                  <a:lnTo>
                    <a:pt x="0" y="36830"/>
                  </a:lnTo>
                  <a:close/>
                </a:path>
              </a:pathLst>
            </a:custGeom>
            <a:solidFill>
              <a:srgbClr val="E1E1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457200" y="4157980"/>
              <a:ext cx="8154670" cy="36830"/>
            </a:xfrm>
            <a:custGeom>
              <a:avLst/>
              <a:gdLst/>
              <a:ahLst/>
              <a:cxnLst/>
              <a:rect l="l" t="t" r="r" b="b"/>
              <a:pathLst>
                <a:path w="8154670" h="36829">
                  <a:moveTo>
                    <a:pt x="0" y="36830"/>
                  </a:moveTo>
                  <a:lnTo>
                    <a:pt x="0" y="0"/>
                  </a:lnTo>
                  <a:lnTo>
                    <a:pt x="8154670" y="0"/>
                  </a:lnTo>
                  <a:lnTo>
                    <a:pt x="8154670" y="36830"/>
                  </a:lnTo>
                  <a:lnTo>
                    <a:pt x="0" y="36830"/>
                  </a:lnTo>
                  <a:close/>
                </a:path>
              </a:pathLst>
            </a:custGeom>
            <a:solidFill>
              <a:srgbClr val="E0E0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457200" y="4194810"/>
              <a:ext cx="8154670" cy="38100"/>
            </a:xfrm>
            <a:custGeom>
              <a:avLst/>
              <a:gdLst/>
              <a:ahLst/>
              <a:cxnLst/>
              <a:rect l="l" t="t" r="r" b="b"/>
              <a:pathLst>
                <a:path w="8154670" h="38100">
                  <a:moveTo>
                    <a:pt x="0" y="38100"/>
                  </a:moveTo>
                  <a:lnTo>
                    <a:pt x="0" y="0"/>
                  </a:lnTo>
                  <a:lnTo>
                    <a:pt x="8154670" y="0"/>
                  </a:lnTo>
                  <a:lnTo>
                    <a:pt x="8154670" y="38100"/>
                  </a:lnTo>
                  <a:lnTo>
                    <a:pt x="0" y="3810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457200" y="4232909"/>
              <a:ext cx="8154670" cy="36830"/>
            </a:xfrm>
            <a:custGeom>
              <a:avLst/>
              <a:gdLst/>
              <a:ahLst/>
              <a:cxnLst/>
              <a:rect l="l" t="t" r="r" b="b"/>
              <a:pathLst>
                <a:path w="8154670" h="36829">
                  <a:moveTo>
                    <a:pt x="8149590" y="29222"/>
                  </a:moveTo>
                  <a:lnTo>
                    <a:pt x="6350" y="29222"/>
                  </a:lnTo>
                  <a:lnTo>
                    <a:pt x="6350" y="31750"/>
                  </a:lnTo>
                  <a:lnTo>
                    <a:pt x="7620" y="31750"/>
                  </a:lnTo>
                  <a:lnTo>
                    <a:pt x="7620" y="34290"/>
                  </a:lnTo>
                  <a:lnTo>
                    <a:pt x="8890" y="34290"/>
                  </a:lnTo>
                  <a:lnTo>
                    <a:pt x="8890" y="35560"/>
                  </a:lnTo>
                  <a:lnTo>
                    <a:pt x="8890" y="36830"/>
                  </a:lnTo>
                  <a:lnTo>
                    <a:pt x="8145780" y="36830"/>
                  </a:lnTo>
                  <a:lnTo>
                    <a:pt x="8145780" y="35560"/>
                  </a:lnTo>
                  <a:lnTo>
                    <a:pt x="8147050" y="35560"/>
                  </a:lnTo>
                  <a:lnTo>
                    <a:pt x="8147050" y="34290"/>
                  </a:lnTo>
                  <a:lnTo>
                    <a:pt x="8148320" y="34290"/>
                  </a:lnTo>
                  <a:lnTo>
                    <a:pt x="8148320" y="31750"/>
                  </a:lnTo>
                  <a:lnTo>
                    <a:pt x="8149590" y="31750"/>
                  </a:lnTo>
                  <a:lnTo>
                    <a:pt x="8149590" y="29222"/>
                  </a:lnTo>
                  <a:close/>
                </a:path>
                <a:path w="8154670" h="36829">
                  <a:moveTo>
                    <a:pt x="8154670" y="0"/>
                  </a:moveTo>
                  <a:lnTo>
                    <a:pt x="0" y="0"/>
                  </a:lnTo>
                  <a:lnTo>
                    <a:pt x="0" y="15240"/>
                  </a:lnTo>
                  <a:lnTo>
                    <a:pt x="1270" y="15240"/>
                  </a:lnTo>
                  <a:lnTo>
                    <a:pt x="1270" y="20320"/>
                  </a:lnTo>
                  <a:lnTo>
                    <a:pt x="2540" y="20320"/>
                  </a:lnTo>
                  <a:lnTo>
                    <a:pt x="2540" y="21590"/>
                  </a:lnTo>
                  <a:lnTo>
                    <a:pt x="2540" y="22860"/>
                  </a:lnTo>
                  <a:lnTo>
                    <a:pt x="3810" y="22860"/>
                  </a:lnTo>
                  <a:lnTo>
                    <a:pt x="3810" y="26670"/>
                  </a:lnTo>
                  <a:lnTo>
                    <a:pt x="5080" y="26670"/>
                  </a:lnTo>
                  <a:lnTo>
                    <a:pt x="5080" y="29210"/>
                  </a:lnTo>
                  <a:lnTo>
                    <a:pt x="8150860" y="29210"/>
                  </a:lnTo>
                  <a:lnTo>
                    <a:pt x="8150860" y="26670"/>
                  </a:lnTo>
                  <a:lnTo>
                    <a:pt x="8152130" y="26670"/>
                  </a:lnTo>
                  <a:lnTo>
                    <a:pt x="8152130" y="22860"/>
                  </a:lnTo>
                  <a:lnTo>
                    <a:pt x="8152130" y="21590"/>
                  </a:lnTo>
                  <a:lnTo>
                    <a:pt x="8153400" y="21590"/>
                  </a:lnTo>
                  <a:lnTo>
                    <a:pt x="8153400" y="20320"/>
                  </a:lnTo>
                  <a:lnTo>
                    <a:pt x="8153400" y="15240"/>
                  </a:lnTo>
                  <a:lnTo>
                    <a:pt x="8154670" y="15240"/>
                  </a:lnTo>
                  <a:lnTo>
                    <a:pt x="8154670" y="0"/>
                  </a:lnTo>
                  <a:close/>
                </a:path>
              </a:pathLst>
            </a:custGeom>
            <a:solidFill>
              <a:srgbClr val="DEDE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467360" y="4269739"/>
              <a:ext cx="8135620" cy="36830"/>
            </a:xfrm>
            <a:custGeom>
              <a:avLst/>
              <a:gdLst/>
              <a:ahLst/>
              <a:cxnLst/>
              <a:rect l="l" t="t" r="r" b="b"/>
              <a:pathLst>
                <a:path w="8135620" h="36829">
                  <a:moveTo>
                    <a:pt x="8098790" y="31762"/>
                  </a:moveTo>
                  <a:lnTo>
                    <a:pt x="34290" y="31762"/>
                  </a:lnTo>
                  <a:lnTo>
                    <a:pt x="34290" y="33020"/>
                  </a:lnTo>
                  <a:lnTo>
                    <a:pt x="38100" y="33020"/>
                  </a:lnTo>
                  <a:lnTo>
                    <a:pt x="38100" y="34290"/>
                  </a:lnTo>
                  <a:lnTo>
                    <a:pt x="44450" y="34290"/>
                  </a:lnTo>
                  <a:lnTo>
                    <a:pt x="44450" y="35560"/>
                  </a:lnTo>
                  <a:lnTo>
                    <a:pt x="50800" y="35560"/>
                  </a:lnTo>
                  <a:lnTo>
                    <a:pt x="50800" y="36830"/>
                  </a:lnTo>
                  <a:lnTo>
                    <a:pt x="8083550" y="36830"/>
                  </a:lnTo>
                  <a:lnTo>
                    <a:pt x="8083550" y="35560"/>
                  </a:lnTo>
                  <a:lnTo>
                    <a:pt x="8089900" y="35560"/>
                  </a:lnTo>
                  <a:lnTo>
                    <a:pt x="8089900" y="34290"/>
                  </a:lnTo>
                  <a:lnTo>
                    <a:pt x="8096250" y="34290"/>
                  </a:lnTo>
                  <a:lnTo>
                    <a:pt x="8096250" y="33020"/>
                  </a:lnTo>
                  <a:lnTo>
                    <a:pt x="8098790" y="33020"/>
                  </a:lnTo>
                  <a:lnTo>
                    <a:pt x="8098790" y="31762"/>
                  </a:lnTo>
                  <a:close/>
                </a:path>
                <a:path w="8135620" h="36829">
                  <a:moveTo>
                    <a:pt x="8110220" y="25412"/>
                  </a:moveTo>
                  <a:lnTo>
                    <a:pt x="22860" y="25412"/>
                  </a:lnTo>
                  <a:lnTo>
                    <a:pt x="22860" y="26670"/>
                  </a:lnTo>
                  <a:lnTo>
                    <a:pt x="26670" y="26670"/>
                  </a:lnTo>
                  <a:lnTo>
                    <a:pt x="26670" y="27940"/>
                  </a:lnTo>
                  <a:lnTo>
                    <a:pt x="27940" y="27940"/>
                  </a:lnTo>
                  <a:lnTo>
                    <a:pt x="27940" y="29210"/>
                  </a:lnTo>
                  <a:lnTo>
                    <a:pt x="29210" y="29210"/>
                  </a:lnTo>
                  <a:lnTo>
                    <a:pt x="29210" y="30480"/>
                  </a:lnTo>
                  <a:lnTo>
                    <a:pt x="31750" y="30480"/>
                  </a:lnTo>
                  <a:lnTo>
                    <a:pt x="31750" y="31750"/>
                  </a:lnTo>
                  <a:lnTo>
                    <a:pt x="8102600" y="31750"/>
                  </a:lnTo>
                  <a:lnTo>
                    <a:pt x="8102600" y="30480"/>
                  </a:lnTo>
                  <a:lnTo>
                    <a:pt x="8103870" y="30480"/>
                  </a:lnTo>
                  <a:lnTo>
                    <a:pt x="8103870" y="29210"/>
                  </a:lnTo>
                  <a:lnTo>
                    <a:pt x="8105140" y="29210"/>
                  </a:lnTo>
                  <a:lnTo>
                    <a:pt x="8105140" y="27940"/>
                  </a:lnTo>
                  <a:lnTo>
                    <a:pt x="8107667" y="27940"/>
                  </a:lnTo>
                  <a:lnTo>
                    <a:pt x="8107667" y="26670"/>
                  </a:lnTo>
                  <a:lnTo>
                    <a:pt x="8110220" y="26670"/>
                  </a:lnTo>
                  <a:lnTo>
                    <a:pt x="8110220" y="25412"/>
                  </a:lnTo>
                  <a:close/>
                </a:path>
                <a:path w="8135620" h="36829">
                  <a:moveTo>
                    <a:pt x="8119110" y="19062"/>
                  </a:moveTo>
                  <a:lnTo>
                    <a:pt x="15240" y="19062"/>
                  </a:lnTo>
                  <a:lnTo>
                    <a:pt x="15240" y="20320"/>
                  </a:lnTo>
                  <a:lnTo>
                    <a:pt x="16510" y="20320"/>
                  </a:lnTo>
                  <a:lnTo>
                    <a:pt x="16510" y="21590"/>
                  </a:lnTo>
                  <a:lnTo>
                    <a:pt x="17780" y="21590"/>
                  </a:lnTo>
                  <a:lnTo>
                    <a:pt x="17780" y="22860"/>
                  </a:lnTo>
                  <a:lnTo>
                    <a:pt x="19050" y="22860"/>
                  </a:lnTo>
                  <a:lnTo>
                    <a:pt x="19050" y="24130"/>
                  </a:lnTo>
                  <a:lnTo>
                    <a:pt x="20320" y="24130"/>
                  </a:lnTo>
                  <a:lnTo>
                    <a:pt x="20320" y="25400"/>
                  </a:lnTo>
                  <a:lnTo>
                    <a:pt x="8114017" y="25400"/>
                  </a:lnTo>
                  <a:lnTo>
                    <a:pt x="8114017" y="24130"/>
                  </a:lnTo>
                  <a:lnTo>
                    <a:pt x="8115300" y="24130"/>
                  </a:lnTo>
                  <a:lnTo>
                    <a:pt x="8115300" y="22860"/>
                  </a:lnTo>
                  <a:lnTo>
                    <a:pt x="8116570" y="22860"/>
                  </a:lnTo>
                  <a:lnTo>
                    <a:pt x="8116570" y="21590"/>
                  </a:lnTo>
                  <a:lnTo>
                    <a:pt x="8117840" y="21590"/>
                  </a:lnTo>
                  <a:lnTo>
                    <a:pt x="8117840" y="20320"/>
                  </a:lnTo>
                  <a:lnTo>
                    <a:pt x="8119110" y="20320"/>
                  </a:lnTo>
                  <a:lnTo>
                    <a:pt x="8119110" y="19062"/>
                  </a:lnTo>
                  <a:close/>
                </a:path>
                <a:path w="8135620" h="36829">
                  <a:moveTo>
                    <a:pt x="8131810" y="6362"/>
                  </a:moveTo>
                  <a:lnTo>
                    <a:pt x="3810" y="6362"/>
                  </a:lnTo>
                  <a:lnTo>
                    <a:pt x="3810" y="7620"/>
                  </a:lnTo>
                  <a:lnTo>
                    <a:pt x="5080" y="7620"/>
                  </a:lnTo>
                  <a:lnTo>
                    <a:pt x="5080" y="8890"/>
                  </a:lnTo>
                  <a:lnTo>
                    <a:pt x="5080" y="10160"/>
                  </a:lnTo>
                  <a:lnTo>
                    <a:pt x="6350" y="10160"/>
                  </a:lnTo>
                  <a:lnTo>
                    <a:pt x="6350" y="11430"/>
                  </a:lnTo>
                  <a:lnTo>
                    <a:pt x="7620" y="11430"/>
                  </a:lnTo>
                  <a:lnTo>
                    <a:pt x="7620" y="12700"/>
                  </a:lnTo>
                  <a:lnTo>
                    <a:pt x="8890" y="12700"/>
                  </a:lnTo>
                  <a:lnTo>
                    <a:pt x="8890" y="13970"/>
                  </a:lnTo>
                  <a:lnTo>
                    <a:pt x="8890" y="15240"/>
                  </a:lnTo>
                  <a:lnTo>
                    <a:pt x="10160" y="15240"/>
                  </a:lnTo>
                  <a:lnTo>
                    <a:pt x="10160" y="16510"/>
                  </a:lnTo>
                  <a:lnTo>
                    <a:pt x="11430" y="16510"/>
                  </a:lnTo>
                  <a:lnTo>
                    <a:pt x="11430" y="17780"/>
                  </a:lnTo>
                  <a:lnTo>
                    <a:pt x="12700" y="17780"/>
                  </a:lnTo>
                  <a:lnTo>
                    <a:pt x="12700" y="19050"/>
                  </a:lnTo>
                  <a:lnTo>
                    <a:pt x="8120367" y="19050"/>
                  </a:lnTo>
                  <a:lnTo>
                    <a:pt x="8120367" y="17780"/>
                  </a:lnTo>
                  <a:lnTo>
                    <a:pt x="8121650" y="17780"/>
                  </a:lnTo>
                  <a:lnTo>
                    <a:pt x="8121650" y="16510"/>
                  </a:lnTo>
                  <a:lnTo>
                    <a:pt x="8124190" y="16510"/>
                  </a:lnTo>
                  <a:lnTo>
                    <a:pt x="8124190" y="15240"/>
                  </a:lnTo>
                  <a:lnTo>
                    <a:pt x="8125460" y="15240"/>
                  </a:lnTo>
                  <a:lnTo>
                    <a:pt x="8125460" y="13970"/>
                  </a:lnTo>
                  <a:lnTo>
                    <a:pt x="8126730" y="13970"/>
                  </a:lnTo>
                  <a:lnTo>
                    <a:pt x="8126730" y="12700"/>
                  </a:lnTo>
                  <a:lnTo>
                    <a:pt x="8126717" y="11430"/>
                  </a:lnTo>
                  <a:lnTo>
                    <a:pt x="8128000" y="11430"/>
                  </a:lnTo>
                  <a:lnTo>
                    <a:pt x="8128000" y="10160"/>
                  </a:lnTo>
                  <a:lnTo>
                    <a:pt x="8129270" y="10160"/>
                  </a:lnTo>
                  <a:lnTo>
                    <a:pt x="8129270" y="8890"/>
                  </a:lnTo>
                  <a:lnTo>
                    <a:pt x="8130540" y="8890"/>
                  </a:lnTo>
                  <a:lnTo>
                    <a:pt x="8130540" y="7620"/>
                  </a:lnTo>
                  <a:lnTo>
                    <a:pt x="8131810" y="7620"/>
                  </a:lnTo>
                  <a:lnTo>
                    <a:pt x="8131810" y="6362"/>
                  </a:lnTo>
                  <a:close/>
                </a:path>
                <a:path w="8135620" h="36829">
                  <a:moveTo>
                    <a:pt x="813562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1270" y="2540"/>
                  </a:lnTo>
                  <a:lnTo>
                    <a:pt x="1270" y="3810"/>
                  </a:lnTo>
                  <a:lnTo>
                    <a:pt x="1270" y="5080"/>
                  </a:lnTo>
                  <a:lnTo>
                    <a:pt x="2540" y="5080"/>
                  </a:lnTo>
                  <a:lnTo>
                    <a:pt x="2540" y="6350"/>
                  </a:lnTo>
                  <a:lnTo>
                    <a:pt x="8133080" y="6350"/>
                  </a:lnTo>
                  <a:lnTo>
                    <a:pt x="8133080" y="5080"/>
                  </a:lnTo>
                  <a:lnTo>
                    <a:pt x="8133067" y="3810"/>
                  </a:lnTo>
                  <a:lnTo>
                    <a:pt x="8134350" y="3810"/>
                  </a:lnTo>
                  <a:lnTo>
                    <a:pt x="8134350" y="2540"/>
                  </a:lnTo>
                  <a:lnTo>
                    <a:pt x="8134350" y="1270"/>
                  </a:lnTo>
                  <a:lnTo>
                    <a:pt x="8135620" y="1270"/>
                  </a:lnTo>
                  <a:lnTo>
                    <a:pt x="8135620" y="0"/>
                  </a:lnTo>
                  <a:close/>
                </a:path>
              </a:pathLst>
            </a:custGeom>
            <a:solidFill>
              <a:srgbClr val="DDDD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457200" y="3009900"/>
              <a:ext cx="8153400" cy="1295400"/>
            </a:xfrm>
            <a:custGeom>
              <a:avLst/>
              <a:gdLst/>
              <a:ahLst/>
              <a:cxnLst/>
              <a:rect l="l" t="t" r="r" b="b"/>
              <a:pathLst>
                <a:path w="8153400" h="1295400">
                  <a:moveTo>
                    <a:pt x="66040" y="0"/>
                  </a:moveTo>
                  <a:lnTo>
                    <a:pt x="41790" y="5675"/>
                  </a:lnTo>
                  <a:lnTo>
                    <a:pt x="20637" y="20637"/>
                  </a:lnTo>
                  <a:lnTo>
                    <a:pt x="5675" y="41790"/>
                  </a:lnTo>
                  <a:lnTo>
                    <a:pt x="0" y="66039"/>
                  </a:lnTo>
                  <a:lnTo>
                    <a:pt x="0" y="84216"/>
                  </a:lnTo>
                  <a:lnTo>
                    <a:pt x="0" y="211454"/>
                  </a:lnTo>
                  <a:lnTo>
                    <a:pt x="0" y="556815"/>
                  </a:lnTo>
                  <a:lnTo>
                    <a:pt x="0" y="1229360"/>
                  </a:lnTo>
                  <a:lnTo>
                    <a:pt x="5675" y="1253609"/>
                  </a:lnTo>
                  <a:lnTo>
                    <a:pt x="20637" y="1274762"/>
                  </a:lnTo>
                  <a:lnTo>
                    <a:pt x="41790" y="1289724"/>
                  </a:lnTo>
                  <a:lnTo>
                    <a:pt x="66040" y="1295400"/>
                  </a:lnTo>
                  <a:lnTo>
                    <a:pt x="191353" y="1295400"/>
                  </a:lnTo>
                  <a:lnTo>
                    <a:pt x="1068546" y="1295400"/>
                  </a:lnTo>
                  <a:lnTo>
                    <a:pt x="3449498" y="1295400"/>
                  </a:lnTo>
                  <a:lnTo>
                    <a:pt x="8086090" y="1295400"/>
                  </a:lnTo>
                  <a:lnTo>
                    <a:pt x="8111073" y="1289724"/>
                  </a:lnTo>
                  <a:lnTo>
                    <a:pt x="8132603" y="1274762"/>
                  </a:lnTo>
                  <a:lnTo>
                    <a:pt x="8147704" y="1253609"/>
                  </a:lnTo>
                  <a:lnTo>
                    <a:pt x="8153400" y="1229360"/>
                  </a:lnTo>
                  <a:lnTo>
                    <a:pt x="8153400" y="1211183"/>
                  </a:lnTo>
                  <a:lnTo>
                    <a:pt x="8153400" y="1083945"/>
                  </a:lnTo>
                  <a:lnTo>
                    <a:pt x="8153400" y="738584"/>
                  </a:lnTo>
                  <a:lnTo>
                    <a:pt x="8153400" y="66039"/>
                  </a:lnTo>
                  <a:lnTo>
                    <a:pt x="8147704" y="41790"/>
                  </a:lnTo>
                  <a:lnTo>
                    <a:pt x="8132603" y="20637"/>
                  </a:lnTo>
                  <a:lnTo>
                    <a:pt x="8111073" y="5675"/>
                  </a:lnTo>
                  <a:lnTo>
                    <a:pt x="8086090" y="0"/>
                  </a:lnTo>
                  <a:lnTo>
                    <a:pt x="7960776" y="0"/>
                  </a:lnTo>
                  <a:lnTo>
                    <a:pt x="7083583" y="0"/>
                  </a:lnTo>
                  <a:lnTo>
                    <a:pt x="4702631" y="0"/>
                  </a:lnTo>
                  <a:lnTo>
                    <a:pt x="66040" y="0"/>
                  </a:lnTo>
                  <a:close/>
                </a:path>
              </a:pathLst>
            </a:custGeom>
            <a:ln w="28393">
              <a:solidFill>
                <a:srgbClr val="A9A9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1" name="object 7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38200" y="3126740"/>
              <a:ext cx="297180" cy="388620"/>
            </a:xfrm>
            <a:prstGeom prst="rect">
              <a:avLst/>
            </a:prstGeom>
          </p:spPr>
        </p:pic>
        <p:pic>
          <p:nvPicPr>
            <p:cNvPr id="72" name="object 7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164590" y="3126740"/>
              <a:ext cx="297179" cy="388620"/>
            </a:xfrm>
            <a:prstGeom prst="rect">
              <a:avLst/>
            </a:prstGeom>
          </p:spPr>
        </p:pic>
        <p:pic>
          <p:nvPicPr>
            <p:cNvPr id="73" name="object 7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90980" y="3126740"/>
              <a:ext cx="297180" cy="388620"/>
            </a:xfrm>
            <a:prstGeom prst="rect">
              <a:avLst/>
            </a:prstGeom>
          </p:spPr>
        </p:pic>
        <p:pic>
          <p:nvPicPr>
            <p:cNvPr id="74" name="object 7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817369" y="3126740"/>
              <a:ext cx="297180" cy="388620"/>
            </a:xfrm>
            <a:prstGeom prst="rect">
              <a:avLst/>
            </a:prstGeom>
          </p:spPr>
        </p:pic>
        <p:pic>
          <p:nvPicPr>
            <p:cNvPr id="75" name="object 7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145029" y="3126740"/>
              <a:ext cx="297180" cy="388620"/>
            </a:xfrm>
            <a:prstGeom prst="rect">
              <a:avLst/>
            </a:prstGeom>
          </p:spPr>
        </p:pic>
        <p:pic>
          <p:nvPicPr>
            <p:cNvPr id="76" name="object 7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470150" y="3126740"/>
              <a:ext cx="297180" cy="388620"/>
            </a:xfrm>
            <a:prstGeom prst="rect">
              <a:avLst/>
            </a:prstGeom>
          </p:spPr>
        </p:pic>
        <p:pic>
          <p:nvPicPr>
            <p:cNvPr id="77" name="object 7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797810" y="3126740"/>
              <a:ext cx="297180" cy="388620"/>
            </a:xfrm>
            <a:prstGeom prst="rect">
              <a:avLst/>
            </a:prstGeom>
          </p:spPr>
        </p:pic>
        <p:pic>
          <p:nvPicPr>
            <p:cNvPr id="78" name="object 7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124200" y="3126740"/>
              <a:ext cx="297179" cy="388620"/>
            </a:xfrm>
            <a:prstGeom prst="rect">
              <a:avLst/>
            </a:prstGeom>
          </p:spPr>
        </p:pic>
        <p:pic>
          <p:nvPicPr>
            <p:cNvPr id="79" name="object 7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449320" y="3126740"/>
              <a:ext cx="297179" cy="388620"/>
            </a:xfrm>
            <a:prstGeom prst="rect">
              <a:avLst/>
            </a:prstGeom>
          </p:spPr>
        </p:pic>
        <p:pic>
          <p:nvPicPr>
            <p:cNvPr id="80" name="object 8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76979" y="3126740"/>
              <a:ext cx="297179" cy="388620"/>
            </a:xfrm>
            <a:prstGeom prst="rect">
              <a:avLst/>
            </a:prstGeom>
          </p:spPr>
        </p:pic>
        <p:pic>
          <p:nvPicPr>
            <p:cNvPr id="81" name="object 8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38200" y="3483610"/>
              <a:ext cx="297180" cy="387350"/>
            </a:xfrm>
            <a:prstGeom prst="rect">
              <a:avLst/>
            </a:prstGeom>
          </p:spPr>
        </p:pic>
        <p:pic>
          <p:nvPicPr>
            <p:cNvPr id="82" name="object 8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64590" y="3483610"/>
              <a:ext cx="297179" cy="387350"/>
            </a:xfrm>
            <a:prstGeom prst="rect">
              <a:avLst/>
            </a:prstGeom>
          </p:spPr>
        </p:pic>
        <p:pic>
          <p:nvPicPr>
            <p:cNvPr id="83" name="object 8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90980" y="3483610"/>
              <a:ext cx="297180" cy="387350"/>
            </a:xfrm>
            <a:prstGeom prst="rect">
              <a:avLst/>
            </a:prstGeom>
          </p:spPr>
        </p:pic>
        <p:pic>
          <p:nvPicPr>
            <p:cNvPr id="84" name="object 8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817369" y="3483610"/>
              <a:ext cx="297180" cy="387350"/>
            </a:xfrm>
            <a:prstGeom prst="rect">
              <a:avLst/>
            </a:prstGeom>
          </p:spPr>
        </p:pic>
        <p:pic>
          <p:nvPicPr>
            <p:cNvPr id="85" name="object 8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145029" y="3483610"/>
              <a:ext cx="297180" cy="387350"/>
            </a:xfrm>
            <a:prstGeom prst="rect">
              <a:avLst/>
            </a:prstGeom>
          </p:spPr>
        </p:pic>
        <p:pic>
          <p:nvPicPr>
            <p:cNvPr id="86" name="object 8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470150" y="3483610"/>
              <a:ext cx="297180" cy="387350"/>
            </a:xfrm>
            <a:prstGeom prst="rect">
              <a:avLst/>
            </a:prstGeom>
          </p:spPr>
        </p:pic>
        <p:pic>
          <p:nvPicPr>
            <p:cNvPr id="87" name="object 8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797810" y="3483610"/>
              <a:ext cx="297180" cy="387350"/>
            </a:xfrm>
            <a:prstGeom prst="rect">
              <a:avLst/>
            </a:prstGeom>
          </p:spPr>
        </p:pic>
        <p:pic>
          <p:nvPicPr>
            <p:cNvPr id="88" name="object 8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124200" y="3483610"/>
              <a:ext cx="297179" cy="387350"/>
            </a:xfrm>
            <a:prstGeom prst="rect">
              <a:avLst/>
            </a:prstGeom>
          </p:spPr>
        </p:pic>
        <p:pic>
          <p:nvPicPr>
            <p:cNvPr id="89" name="object 8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449320" y="3483610"/>
              <a:ext cx="297179" cy="387350"/>
            </a:xfrm>
            <a:prstGeom prst="rect">
              <a:avLst/>
            </a:prstGeom>
          </p:spPr>
        </p:pic>
        <p:pic>
          <p:nvPicPr>
            <p:cNvPr id="90" name="object 9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776979" y="3483610"/>
              <a:ext cx="297179" cy="387350"/>
            </a:xfrm>
            <a:prstGeom prst="rect">
              <a:avLst/>
            </a:prstGeom>
          </p:spPr>
        </p:pic>
        <p:pic>
          <p:nvPicPr>
            <p:cNvPr id="91" name="object 9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38200" y="3839210"/>
              <a:ext cx="297180" cy="388619"/>
            </a:xfrm>
            <a:prstGeom prst="rect">
              <a:avLst/>
            </a:prstGeom>
          </p:spPr>
        </p:pic>
        <p:pic>
          <p:nvPicPr>
            <p:cNvPr id="92" name="object 9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164590" y="3839210"/>
              <a:ext cx="297179" cy="388619"/>
            </a:xfrm>
            <a:prstGeom prst="rect">
              <a:avLst/>
            </a:prstGeom>
          </p:spPr>
        </p:pic>
        <p:pic>
          <p:nvPicPr>
            <p:cNvPr id="93" name="object 9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90980" y="3839210"/>
              <a:ext cx="297180" cy="388619"/>
            </a:xfrm>
            <a:prstGeom prst="rect">
              <a:avLst/>
            </a:prstGeom>
          </p:spPr>
        </p:pic>
        <p:pic>
          <p:nvPicPr>
            <p:cNvPr id="94" name="object 9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817369" y="3839210"/>
              <a:ext cx="297180" cy="388619"/>
            </a:xfrm>
            <a:prstGeom prst="rect">
              <a:avLst/>
            </a:prstGeom>
          </p:spPr>
        </p:pic>
        <p:pic>
          <p:nvPicPr>
            <p:cNvPr id="95" name="object 9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145029" y="3839210"/>
              <a:ext cx="297180" cy="388619"/>
            </a:xfrm>
            <a:prstGeom prst="rect">
              <a:avLst/>
            </a:prstGeom>
          </p:spPr>
        </p:pic>
        <p:pic>
          <p:nvPicPr>
            <p:cNvPr id="96" name="object 9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470150" y="3839210"/>
              <a:ext cx="297180" cy="388619"/>
            </a:xfrm>
            <a:prstGeom prst="rect">
              <a:avLst/>
            </a:prstGeom>
          </p:spPr>
        </p:pic>
        <p:pic>
          <p:nvPicPr>
            <p:cNvPr id="97" name="object 9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797810" y="3839210"/>
              <a:ext cx="297180" cy="388619"/>
            </a:xfrm>
            <a:prstGeom prst="rect">
              <a:avLst/>
            </a:prstGeom>
          </p:spPr>
        </p:pic>
        <p:pic>
          <p:nvPicPr>
            <p:cNvPr id="98" name="object 9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124200" y="3839210"/>
              <a:ext cx="297179" cy="388619"/>
            </a:xfrm>
            <a:prstGeom prst="rect">
              <a:avLst/>
            </a:prstGeom>
          </p:spPr>
        </p:pic>
        <p:pic>
          <p:nvPicPr>
            <p:cNvPr id="99" name="object 9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449320" y="3839210"/>
              <a:ext cx="297179" cy="388619"/>
            </a:xfrm>
            <a:prstGeom prst="rect">
              <a:avLst/>
            </a:prstGeom>
          </p:spPr>
        </p:pic>
        <p:pic>
          <p:nvPicPr>
            <p:cNvPr id="100" name="object 10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76979" y="3839210"/>
              <a:ext cx="297179" cy="388619"/>
            </a:xfrm>
            <a:prstGeom prst="rect">
              <a:avLst/>
            </a:prstGeom>
          </p:spPr>
        </p:pic>
      </p:grpSp>
      <p:sp>
        <p:nvSpPr>
          <p:cNvPr id="101" name="object 101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87045">
              <a:lnSpc>
                <a:spcPct val="100000"/>
              </a:lnSpc>
              <a:spcBef>
                <a:spcPts val="100"/>
              </a:spcBef>
            </a:pPr>
            <a:r>
              <a:rPr dirty="0"/>
              <a:t>Align</a:t>
            </a:r>
            <a:r>
              <a:rPr spc="-110" dirty="0"/>
              <a:t> </a:t>
            </a:r>
            <a:r>
              <a:rPr spc="-10" dirty="0"/>
              <a:t>and</a:t>
            </a:r>
            <a:r>
              <a:rPr spc="-50" dirty="0"/>
              <a:t> </a:t>
            </a:r>
            <a:r>
              <a:rPr spc="-25" dirty="0"/>
              <a:t>scale</a:t>
            </a:r>
            <a:r>
              <a:rPr spc="-190" dirty="0"/>
              <a:t> </a:t>
            </a:r>
            <a:r>
              <a:rPr spc="-20" dirty="0"/>
              <a:t>capacity</a:t>
            </a:r>
            <a:r>
              <a:rPr spc="-45" dirty="0"/>
              <a:t> </a:t>
            </a:r>
            <a:r>
              <a:rPr dirty="0"/>
              <a:t>to</a:t>
            </a:r>
            <a:r>
              <a:rPr spc="-45" dirty="0"/>
              <a:t> </a:t>
            </a:r>
            <a:r>
              <a:rPr spc="-40" dirty="0"/>
              <a:t>business</a:t>
            </a:r>
            <a:r>
              <a:rPr spc="-130" dirty="0"/>
              <a:t> </a:t>
            </a:r>
            <a:r>
              <a:rPr spc="-10" dirty="0"/>
              <a:t>needs</a:t>
            </a:r>
          </a:p>
        </p:txBody>
      </p:sp>
      <p:sp>
        <p:nvSpPr>
          <p:cNvPr id="102" name="object 102"/>
          <p:cNvSpPr txBox="1"/>
          <p:nvPr/>
        </p:nvSpPr>
        <p:spPr>
          <a:xfrm>
            <a:off x="4624070" y="3717290"/>
            <a:ext cx="3388360" cy="4762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35" algn="ctr">
              <a:lnSpc>
                <a:spcPts val="1775"/>
              </a:lnSpc>
              <a:spcBef>
                <a:spcPts val="100"/>
              </a:spcBef>
            </a:pPr>
            <a:r>
              <a:rPr sz="1600" b="1" dirty="0">
                <a:latin typeface="Arial"/>
                <a:cs typeface="Arial"/>
              </a:rPr>
              <a:t>Aggregate</a:t>
            </a:r>
            <a:r>
              <a:rPr sz="1600" b="1" spc="-60" dirty="0">
                <a:latin typeface="Arial"/>
                <a:cs typeface="Arial"/>
              </a:rPr>
              <a:t> </a:t>
            </a:r>
            <a:r>
              <a:rPr sz="1600" b="1" spc="-10" dirty="0">
                <a:latin typeface="Arial"/>
                <a:cs typeface="Arial"/>
              </a:rPr>
              <a:t>capacity:</a:t>
            </a:r>
            <a:endParaRPr sz="1600">
              <a:latin typeface="Arial"/>
              <a:cs typeface="Arial"/>
            </a:endParaRPr>
          </a:p>
          <a:p>
            <a:pPr algn="ctr">
              <a:lnSpc>
                <a:spcPts val="1775"/>
              </a:lnSpc>
            </a:pPr>
            <a:r>
              <a:rPr sz="1600" b="1" dirty="0">
                <a:latin typeface="Arial"/>
                <a:cs typeface="Arial"/>
              </a:rPr>
              <a:t>16</a:t>
            </a:r>
            <a:r>
              <a:rPr sz="1600" b="1" spc="-40" dirty="0">
                <a:latin typeface="Arial"/>
                <a:cs typeface="Arial"/>
              </a:rPr>
              <a:t> </a:t>
            </a:r>
            <a:r>
              <a:rPr sz="1600" b="1" dirty="0">
                <a:latin typeface="Arial"/>
                <a:cs typeface="Arial"/>
              </a:rPr>
              <a:t>x</a:t>
            </a:r>
            <a:r>
              <a:rPr sz="1600" b="1" spc="-40" dirty="0">
                <a:latin typeface="Arial"/>
                <a:cs typeface="Arial"/>
              </a:rPr>
              <a:t> </a:t>
            </a:r>
            <a:r>
              <a:rPr sz="1600" b="1" dirty="0">
                <a:latin typeface="Arial"/>
                <a:cs typeface="Arial"/>
              </a:rPr>
              <a:t>(3GHz,</a:t>
            </a:r>
            <a:r>
              <a:rPr sz="1600" b="1" spc="-30" dirty="0">
                <a:latin typeface="Arial"/>
                <a:cs typeface="Arial"/>
              </a:rPr>
              <a:t> </a:t>
            </a:r>
            <a:r>
              <a:rPr sz="1600" b="1" dirty="0">
                <a:latin typeface="Arial"/>
                <a:cs typeface="Arial"/>
              </a:rPr>
              <a:t>16GB)</a:t>
            </a:r>
            <a:r>
              <a:rPr sz="1600" b="1" spc="-40" dirty="0">
                <a:latin typeface="Arial"/>
                <a:cs typeface="Arial"/>
              </a:rPr>
              <a:t> </a:t>
            </a:r>
            <a:r>
              <a:rPr sz="1600" b="1" dirty="0">
                <a:latin typeface="Arial"/>
                <a:cs typeface="Arial"/>
              </a:rPr>
              <a:t>=</a:t>
            </a:r>
            <a:r>
              <a:rPr sz="1600" b="1" spc="-35" dirty="0">
                <a:latin typeface="Arial"/>
                <a:cs typeface="Arial"/>
              </a:rPr>
              <a:t> </a:t>
            </a:r>
            <a:r>
              <a:rPr sz="1600" b="1" dirty="0">
                <a:latin typeface="Arial"/>
                <a:cs typeface="Arial"/>
              </a:rPr>
              <a:t>48GHz,</a:t>
            </a:r>
            <a:r>
              <a:rPr sz="1600" b="1" spc="-30" dirty="0">
                <a:latin typeface="Arial"/>
                <a:cs typeface="Arial"/>
              </a:rPr>
              <a:t> </a:t>
            </a:r>
            <a:r>
              <a:rPr sz="1600" b="1" spc="-10" dirty="0">
                <a:latin typeface="Arial"/>
                <a:cs typeface="Arial"/>
              </a:rPr>
              <a:t>256GB</a:t>
            </a:r>
            <a:endParaRPr sz="1600">
              <a:latin typeface="Arial"/>
              <a:cs typeface="Arial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4951729" y="3073400"/>
            <a:ext cx="2738755" cy="589280"/>
          </a:xfrm>
          <a:prstGeom prst="rect">
            <a:avLst/>
          </a:prstGeom>
        </p:spPr>
        <p:txBody>
          <a:bodyPr vert="horz" wrap="square" lIns="0" tIns="59055" rIns="0" bIns="0" rtlCol="0">
            <a:spAutoFit/>
          </a:bodyPr>
          <a:lstStyle/>
          <a:p>
            <a:pPr marL="177800" marR="30480" indent="-139700">
              <a:lnSpc>
                <a:spcPts val="2039"/>
              </a:lnSpc>
              <a:spcBef>
                <a:spcPts val="465"/>
              </a:spcBef>
            </a:pPr>
            <a:r>
              <a:rPr sz="2000" b="1" spc="-45" dirty="0">
                <a:solidFill>
                  <a:srgbClr val="333333"/>
                </a:solidFill>
                <a:latin typeface="Arial"/>
                <a:cs typeface="Arial"/>
              </a:rPr>
              <a:t>S</a:t>
            </a:r>
            <a:r>
              <a:rPr sz="2400" b="1" spc="-1987" baseline="22569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2000" b="1" spc="-155" dirty="0">
                <a:solidFill>
                  <a:srgbClr val="333333"/>
                </a:solidFill>
                <a:latin typeface="Arial"/>
                <a:cs typeface="Arial"/>
              </a:rPr>
              <a:t>H</a:t>
            </a:r>
            <a:r>
              <a:rPr sz="2400" b="1" spc="-1125" baseline="22569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2000" b="1" spc="-720" dirty="0">
                <a:solidFill>
                  <a:srgbClr val="333333"/>
                </a:solidFill>
                <a:latin typeface="Arial"/>
                <a:cs typeface="Arial"/>
              </a:rPr>
              <a:t>A</a:t>
            </a:r>
            <a:r>
              <a:rPr sz="2400" b="1" spc="-22" baseline="22569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2400" b="1" spc="-1200" baseline="22569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2000" b="1" spc="-670" dirty="0">
                <a:solidFill>
                  <a:srgbClr val="333333"/>
                </a:solidFill>
                <a:latin typeface="Arial"/>
                <a:cs typeface="Arial"/>
              </a:rPr>
              <a:t>R</a:t>
            </a:r>
            <a:r>
              <a:rPr sz="2400" b="1" spc="-352" baseline="22569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2000" b="1" spc="-1130" dirty="0">
                <a:solidFill>
                  <a:srgbClr val="333333"/>
                </a:solidFill>
                <a:latin typeface="Arial"/>
                <a:cs typeface="Arial"/>
              </a:rPr>
              <a:t>E</a:t>
            </a:r>
            <a:r>
              <a:rPr sz="2400" b="1" spc="-22" baseline="22569" dirty="0">
                <a:solidFill>
                  <a:srgbClr val="FFFFFF"/>
                </a:solidFill>
                <a:latin typeface="Arial"/>
                <a:cs typeface="Arial"/>
              </a:rPr>
              <a:t>ti</a:t>
            </a:r>
            <a:r>
              <a:rPr sz="2400" b="1" spc="-1289" baseline="22569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2000" b="1" spc="-620" dirty="0">
                <a:solidFill>
                  <a:srgbClr val="333333"/>
                </a:solidFill>
                <a:latin typeface="Arial"/>
                <a:cs typeface="Arial"/>
              </a:rPr>
              <a:t>D</a:t>
            </a:r>
            <a:r>
              <a:rPr sz="2400" b="1" spc="-7" baseline="22569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2400" b="1" spc="-345" baseline="22569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2000" b="1" spc="-10" dirty="0">
                <a:solidFill>
                  <a:srgbClr val="333333"/>
                </a:solidFill>
                <a:latin typeface="Arial"/>
                <a:cs typeface="Arial"/>
              </a:rPr>
              <a:t>HARDWARE INFRASTRUCTURE</a:t>
            </a:r>
            <a:endParaRPr sz="2000">
              <a:latin typeface="Arial"/>
              <a:cs typeface="Arial"/>
            </a:endParaRPr>
          </a:p>
        </p:txBody>
      </p:sp>
      <p:grpSp>
        <p:nvGrpSpPr>
          <p:cNvPr id="104" name="object 104"/>
          <p:cNvGrpSpPr/>
          <p:nvPr/>
        </p:nvGrpSpPr>
        <p:grpSpPr>
          <a:xfrm>
            <a:off x="624840" y="1903729"/>
            <a:ext cx="7922259" cy="1736089"/>
            <a:chOff x="624840" y="1903729"/>
            <a:chExt cx="7922259" cy="1736089"/>
          </a:xfrm>
        </p:grpSpPr>
        <p:pic>
          <p:nvPicPr>
            <p:cNvPr id="105" name="object 10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24840" y="1903729"/>
              <a:ext cx="669290" cy="867410"/>
            </a:xfrm>
            <a:prstGeom prst="rect">
              <a:avLst/>
            </a:prstGeom>
          </p:spPr>
        </p:pic>
        <p:pic>
          <p:nvPicPr>
            <p:cNvPr id="106" name="object 10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565909" y="1903729"/>
              <a:ext cx="668020" cy="867410"/>
            </a:xfrm>
            <a:prstGeom prst="rect">
              <a:avLst/>
            </a:prstGeom>
          </p:spPr>
        </p:pic>
        <p:pic>
          <p:nvPicPr>
            <p:cNvPr id="107" name="object 10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505710" y="1903729"/>
              <a:ext cx="668019" cy="867410"/>
            </a:xfrm>
            <a:prstGeom prst="rect">
              <a:avLst/>
            </a:prstGeom>
          </p:spPr>
        </p:pic>
        <p:pic>
          <p:nvPicPr>
            <p:cNvPr id="108" name="object 10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444240" y="1903729"/>
              <a:ext cx="669289" cy="867410"/>
            </a:xfrm>
            <a:prstGeom prst="rect">
              <a:avLst/>
            </a:prstGeom>
          </p:spPr>
        </p:pic>
        <p:pic>
          <p:nvPicPr>
            <p:cNvPr id="109" name="object 10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385310" y="1915159"/>
              <a:ext cx="668020" cy="867410"/>
            </a:xfrm>
            <a:prstGeom prst="rect">
              <a:avLst/>
            </a:prstGeom>
          </p:spPr>
        </p:pic>
        <p:pic>
          <p:nvPicPr>
            <p:cNvPr id="110" name="object 11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323840" y="1915159"/>
              <a:ext cx="669289" cy="867410"/>
            </a:xfrm>
            <a:prstGeom prst="rect">
              <a:avLst/>
            </a:prstGeom>
          </p:spPr>
        </p:pic>
        <p:pic>
          <p:nvPicPr>
            <p:cNvPr id="111" name="object 11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266180" y="1915159"/>
              <a:ext cx="669290" cy="867410"/>
            </a:xfrm>
            <a:prstGeom prst="rect">
              <a:avLst/>
            </a:prstGeom>
          </p:spPr>
        </p:pic>
        <p:pic>
          <p:nvPicPr>
            <p:cNvPr id="112" name="object 11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316730" y="3393439"/>
              <a:ext cx="2616200" cy="246380"/>
            </a:xfrm>
            <a:prstGeom prst="rect">
              <a:avLst/>
            </a:prstGeom>
          </p:spPr>
        </p:pic>
        <p:pic>
          <p:nvPicPr>
            <p:cNvPr id="113" name="object 11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071880" y="3393439"/>
              <a:ext cx="2616199" cy="246380"/>
            </a:xfrm>
            <a:prstGeom prst="rect">
              <a:avLst/>
            </a:prstGeom>
          </p:spPr>
        </p:pic>
        <p:pic>
          <p:nvPicPr>
            <p:cNvPr id="114" name="object 11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238999" y="3121659"/>
              <a:ext cx="1308100" cy="474979"/>
            </a:xfrm>
            <a:prstGeom prst="rect">
              <a:avLst/>
            </a:prstGeom>
          </p:spPr>
        </p:pic>
        <p:pic>
          <p:nvPicPr>
            <p:cNvPr id="115" name="object 11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8148320" y="2350769"/>
              <a:ext cx="397509" cy="429260"/>
            </a:xfrm>
            <a:prstGeom prst="rect">
              <a:avLst/>
            </a:prstGeom>
          </p:spPr>
        </p:pic>
        <p:pic>
          <p:nvPicPr>
            <p:cNvPr id="116" name="object 11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710170" y="2350769"/>
              <a:ext cx="397509" cy="429260"/>
            </a:xfrm>
            <a:prstGeom prst="rect">
              <a:avLst/>
            </a:prstGeom>
          </p:spPr>
        </p:pic>
        <p:pic>
          <p:nvPicPr>
            <p:cNvPr id="117" name="object 11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272020" y="2350769"/>
              <a:ext cx="397509" cy="429260"/>
            </a:xfrm>
            <a:prstGeom prst="rect">
              <a:avLst/>
            </a:prstGeom>
          </p:spPr>
        </p:pic>
        <p:pic>
          <p:nvPicPr>
            <p:cNvPr id="118" name="object 11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8148320" y="1903729"/>
              <a:ext cx="397509" cy="429260"/>
            </a:xfrm>
            <a:prstGeom prst="rect">
              <a:avLst/>
            </a:prstGeom>
          </p:spPr>
        </p:pic>
        <p:pic>
          <p:nvPicPr>
            <p:cNvPr id="119" name="object 11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710170" y="1903729"/>
              <a:ext cx="397509" cy="429260"/>
            </a:xfrm>
            <a:prstGeom prst="rect">
              <a:avLst/>
            </a:prstGeom>
          </p:spPr>
        </p:pic>
        <p:pic>
          <p:nvPicPr>
            <p:cNvPr id="120" name="object 12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272020" y="1903729"/>
              <a:ext cx="397509" cy="429260"/>
            </a:xfrm>
            <a:prstGeom prst="rect">
              <a:avLst/>
            </a:prstGeom>
          </p:spPr>
        </p:pic>
      </p:grpSp>
      <p:sp>
        <p:nvSpPr>
          <p:cNvPr id="121" name="object 121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25" dirty="0"/>
              <a:t>15</a:t>
            </a:fld>
            <a:endParaRPr spc="-25" dirty="0"/>
          </a:p>
        </p:txBody>
      </p:sp>
    </p:spTree>
  </p:cSld>
  <p:clrMapOvr>
    <a:masterClrMapping/>
  </p:clrMapOvr>
  <p:transition>
    <p:wipe dir="r"/>
  </p:transition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9144000" cy="6858000"/>
          </a:xfrm>
          <a:prstGeom prst="rect">
            <a:avLst/>
          </a:prstGeom>
        </p:spPr>
      </p:pic>
      <p:sp>
        <p:nvSpPr>
          <p:cNvPr id="3" name="object 3"/>
          <p:cNvSpPr/>
          <p:nvPr/>
        </p:nvSpPr>
        <p:spPr>
          <a:xfrm>
            <a:off x="7086600" y="3763009"/>
            <a:ext cx="0" cy="427990"/>
          </a:xfrm>
          <a:custGeom>
            <a:avLst/>
            <a:gdLst/>
            <a:ahLst/>
            <a:cxnLst/>
            <a:rect l="l" t="t" r="r" b="b"/>
            <a:pathLst>
              <a:path h="427989">
                <a:moveTo>
                  <a:pt x="0" y="0"/>
                </a:moveTo>
                <a:lnTo>
                  <a:pt x="0" y="427989"/>
                </a:lnTo>
              </a:path>
            </a:pathLst>
          </a:custGeom>
          <a:ln w="57146">
            <a:solidFill>
              <a:srgbClr val="A9A98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6783070" y="1676399"/>
            <a:ext cx="607060" cy="87630"/>
          </a:xfrm>
          <a:custGeom>
            <a:avLst/>
            <a:gdLst/>
            <a:ahLst/>
            <a:cxnLst/>
            <a:rect l="l" t="t" r="r" b="b"/>
            <a:pathLst>
              <a:path w="607059" h="87630">
                <a:moveTo>
                  <a:pt x="595630" y="54610"/>
                </a:moveTo>
                <a:lnTo>
                  <a:pt x="594360" y="54610"/>
                </a:lnTo>
                <a:lnTo>
                  <a:pt x="594360" y="52070"/>
                </a:lnTo>
                <a:lnTo>
                  <a:pt x="593090" y="52070"/>
                </a:lnTo>
                <a:lnTo>
                  <a:pt x="593090" y="50800"/>
                </a:lnTo>
                <a:lnTo>
                  <a:pt x="591807" y="50800"/>
                </a:lnTo>
                <a:lnTo>
                  <a:pt x="591807" y="48260"/>
                </a:lnTo>
                <a:lnTo>
                  <a:pt x="590550" y="48260"/>
                </a:lnTo>
                <a:lnTo>
                  <a:pt x="590550" y="46990"/>
                </a:lnTo>
                <a:lnTo>
                  <a:pt x="589280" y="46990"/>
                </a:lnTo>
                <a:lnTo>
                  <a:pt x="589280" y="45720"/>
                </a:lnTo>
                <a:lnTo>
                  <a:pt x="588010" y="45720"/>
                </a:lnTo>
                <a:lnTo>
                  <a:pt x="588010" y="44450"/>
                </a:lnTo>
                <a:lnTo>
                  <a:pt x="586740" y="44450"/>
                </a:lnTo>
                <a:lnTo>
                  <a:pt x="586740" y="43180"/>
                </a:lnTo>
                <a:lnTo>
                  <a:pt x="586740" y="41910"/>
                </a:lnTo>
                <a:lnTo>
                  <a:pt x="585457" y="41910"/>
                </a:lnTo>
                <a:lnTo>
                  <a:pt x="585457" y="40640"/>
                </a:lnTo>
                <a:lnTo>
                  <a:pt x="584200" y="40640"/>
                </a:lnTo>
                <a:lnTo>
                  <a:pt x="584200" y="39370"/>
                </a:lnTo>
                <a:lnTo>
                  <a:pt x="582930" y="39370"/>
                </a:lnTo>
                <a:lnTo>
                  <a:pt x="582930" y="38100"/>
                </a:lnTo>
                <a:lnTo>
                  <a:pt x="581660" y="38100"/>
                </a:lnTo>
                <a:lnTo>
                  <a:pt x="581660" y="36830"/>
                </a:lnTo>
                <a:lnTo>
                  <a:pt x="580390" y="36830"/>
                </a:lnTo>
                <a:lnTo>
                  <a:pt x="580390" y="35560"/>
                </a:lnTo>
                <a:lnTo>
                  <a:pt x="580390" y="34290"/>
                </a:lnTo>
                <a:lnTo>
                  <a:pt x="579107" y="34290"/>
                </a:lnTo>
                <a:lnTo>
                  <a:pt x="579107" y="33020"/>
                </a:lnTo>
                <a:lnTo>
                  <a:pt x="577850" y="33020"/>
                </a:lnTo>
                <a:lnTo>
                  <a:pt x="577850" y="31750"/>
                </a:lnTo>
                <a:lnTo>
                  <a:pt x="576580" y="31750"/>
                </a:lnTo>
                <a:lnTo>
                  <a:pt x="576580" y="30480"/>
                </a:lnTo>
                <a:lnTo>
                  <a:pt x="575310" y="30480"/>
                </a:lnTo>
                <a:lnTo>
                  <a:pt x="575310" y="29210"/>
                </a:lnTo>
                <a:lnTo>
                  <a:pt x="574040" y="29210"/>
                </a:lnTo>
                <a:lnTo>
                  <a:pt x="574040" y="27940"/>
                </a:lnTo>
                <a:lnTo>
                  <a:pt x="572757" y="27940"/>
                </a:lnTo>
                <a:lnTo>
                  <a:pt x="572757" y="26670"/>
                </a:lnTo>
                <a:lnTo>
                  <a:pt x="571500" y="26670"/>
                </a:lnTo>
                <a:lnTo>
                  <a:pt x="571500" y="25400"/>
                </a:lnTo>
                <a:lnTo>
                  <a:pt x="570230" y="25400"/>
                </a:lnTo>
                <a:lnTo>
                  <a:pt x="570230" y="24130"/>
                </a:lnTo>
                <a:lnTo>
                  <a:pt x="568960" y="24130"/>
                </a:lnTo>
                <a:lnTo>
                  <a:pt x="568960" y="22860"/>
                </a:lnTo>
                <a:lnTo>
                  <a:pt x="566407" y="22860"/>
                </a:lnTo>
                <a:lnTo>
                  <a:pt x="566407" y="21590"/>
                </a:lnTo>
                <a:lnTo>
                  <a:pt x="565150" y="21590"/>
                </a:lnTo>
                <a:lnTo>
                  <a:pt x="565150" y="20320"/>
                </a:lnTo>
                <a:lnTo>
                  <a:pt x="562610" y="20320"/>
                </a:lnTo>
                <a:lnTo>
                  <a:pt x="562610" y="19050"/>
                </a:lnTo>
                <a:lnTo>
                  <a:pt x="561340" y="19050"/>
                </a:lnTo>
                <a:lnTo>
                  <a:pt x="561340" y="17780"/>
                </a:lnTo>
                <a:lnTo>
                  <a:pt x="558800" y="17780"/>
                </a:lnTo>
                <a:lnTo>
                  <a:pt x="558800" y="16510"/>
                </a:lnTo>
                <a:lnTo>
                  <a:pt x="557530" y="16510"/>
                </a:lnTo>
                <a:lnTo>
                  <a:pt x="557530" y="15240"/>
                </a:lnTo>
                <a:lnTo>
                  <a:pt x="556260" y="15240"/>
                </a:lnTo>
                <a:lnTo>
                  <a:pt x="556260" y="13970"/>
                </a:lnTo>
                <a:lnTo>
                  <a:pt x="553707" y="13970"/>
                </a:lnTo>
                <a:lnTo>
                  <a:pt x="553707" y="12700"/>
                </a:lnTo>
                <a:lnTo>
                  <a:pt x="551180" y="12700"/>
                </a:lnTo>
                <a:lnTo>
                  <a:pt x="551180" y="11430"/>
                </a:lnTo>
                <a:lnTo>
                  <a:pt x="548640" y="11430"/>
                </a:lnTo>
                <a:lnTo>
                  <a:pt x="548640" y="10160"/>
                </a:lnTo>
                <a:lnTo>
                  <a:pt x="544830" y="10160"/>
                </a:lnTo>
                <a:lnTo>
                  <a:pt x="544830" y="8890"/>
                </a:lnTo>
                <a:lnTo>
                  <a:pt x="542290" y="8890"/>
                </a:lnTo>
                <a:lnTo>
                  <a:pt x="542290" y="7620"/>
                </a:lnTo>
                <a:lnTo>
                  <a:pt x="539750" y="7620"/>
                </a:lnTo>
                <a:lnTo>
                  <a:pt x="539750" y="6350"/>
                </a:lnTo>
                <a:lnTo>
                  <a:pt x="535940" y="6350"/>
                </a:lnTo>
                <a:lnTo>
                  <a:pt x="535940" y="5080"/>
                </a:lnTo>
                <a:lnTo>
                  <a:pt x="533387" y="5080"/>
                </a:lnTo>
                <a:lnTo>
                  <a:pt x="533387" y="3810"/>
                </a:lnTo>
                <a:lnTo>
                  <a:pt x="527050" y="3810"/>
                </a:lnTo>
                <a:lnTo>
                  <a:pt x="527050" y="2540"/>
                </a:lnTo>
                <a:lnTo>
                  <a:pt x="524510" y="2540"/>
                </a:lnTo>
                <a:lnTo>
                  <a:pt x="524510" y="1270"/>
                </a:lnTo>
                <a:lnTo>
                  <a:pt x="516890" y="1270"/>
                </a:lnTo>
                <a:lnTo>
                  <a:pt x="516890" y="0"/>
                </a:lnTo>
                <a:lnTo>
                  <a:pt x="90170" y="0"/>
                </a:lnTo>
                <a:lnTo>
                  <a:pt x="90170" y="1270"/>
                </a:lnTo>
                <a:lnTo>
                  <a:pt x="87630" y="1270"/>
                </a:lnTo>
                <a:lnTo>
                  <a:pt x="87630" y="2540"/>
                </a:lnTo>
                <a:lnTo>
                  <a:pt x="81280" y="2540"/>
                </a:lnTo>
                <a:lnTo>
                  <a:pt x="81280" y="3810"/>
                </a:lnTo>
                <a:lnTo>
                  <a:pt x="78740" y="3810"/>
                </a:lnTo>
                <a:lnTo>
                  <a:pt x="78740" y="5080"/>
                </a:lnTo>
                <a:lnTo>
                  <a:pt x="71120" y="5080"/>
                </a:lnTo>
                <a:lnTo>
                  <a:pt x="71120" y="6350"/>
                </a:lnTo>
                <a:lnTo>
                  <a:pt x="68580" y="6350"/>
                </a:lnTo>
                <a:lnTo>
                  <a:pt x="68580" y="7620"/>
                </a:lnTo>
                <a:lnTo>
                  <a:pt x="66040" y="7620"/>
                </a:lnTo>
                <a:lnTo>
                  <a:pt x="66040" y="8890"/>
                </a:lnTo>
                <a:lnTo>
                  <a:pt x="62230" y="8890"/>
                </a:lnTo>
                <a:lnTo>
                  <a:pt x="62230" y="10160"/>
                </a:lnTo>
                <a:lnTo>
                  <a:pt x="59690" y="10160"/>
                </a:lnTo>
                <a:lnTo>
                  <a:pt x="59690" y="11430"/>
                </a:lnTo>
                <a:lnTo>
                  <a:pt x="57150" y="11430"/>
                </a:lnTo>
                <a:lnTo>
                  <a:pt x="57150" y="12700"/>
                </a:lnTo>
                <a:lnTo>
                  <a:pt x="53340" y="12700"/>
                </a:lnTo>
                <a:lnTo>
                  <a:pt x="53340" y="13970"/>
                </a:lnTo>
                <a:lnTo>
                  <a:pt x="52070" y="13970"/>
                </a:lnTo>
                <a:lnTo>
                  <a:pt x="52070" y="15240"/>
                </a:lnTo>
                <a:lnTo>
                  <a:pt x="50800" y="15240"/>
                </a:lnTo>
                <a:lnTo>
                  <a:pt x="50800" y="16510"/>
                </a:lnTo>
                <a:lnTo>
                  <a:pt x="49530" y="16510"/>
                </a:lnTo>
                <a:lnTo>
                  <a:pt x="49530" y="17780"/>
                </a:lnTo>
                <a:lnTo>
                  <a:pt x="46990" y="17780"/>
                </a:lnTo>
                <a:lnTo>
                  <a:pt x="46990" y="19050"/>
                </a:lnTo>
                <a:lnTo>
                  <a:pt x="45720" y="19050"/>
                </a:lnTo>
                <a:lnTo>
                  <a:pt x="45720" y="20320"/>
                </a:lnTo>
                <a:lnTo>
                  <a:pt x="44450" y="20320"/>
                </a:lnTo>
                <a:lnTo>
                  <a:pt x="44450" y="21590"/>
                </a:lnTo>
                <a:lnTo>
                  <a:pt x="41910" y="21590"/>
                </a:lnTo>
                <a:lnTo>
                  <a:pt x="41910" y="22860"/>
                </a:lnTo>
                <a:lnTo>
                  <a:pt x="40640" y="22860"/>
                </a:lnTo>
                <a:lnTo>
                  <a:pt x="40640" y="24130"/>
                </a:lnTo>
                <a:lnTo>
                  <a:pt x="38100" y="24130"/>
                </a:lnTo>
                <a:lnTo>
                  <a:pt x="38100" y="25400"/>
                </a:lnTo>
                <a:lnTo>
                  <a:pt x="36830" y="25400"/>
                </a:lnTo>
                <a:lnTo>
                  <a:pt x="36830" y="26670"/>
                </a:lnTo>
                <a:lnTo>
                  <a:pt x="35560" y="26670"/>
                </a:lnTo>
                <a:lnTo>
                  <a:pt x="35560" y="27940"/>
                </a:lnTo>
                <a:lnTo>
                  <a:pt x="34290" y="27940"/>
                </a:lnTo>
                <a:lnTo>
                  <a:pt x="34290" y="29210"/>
                </a:lnTo>
                <a:lnTo>
                  <a:pt x="33020" y="29210"/>
                </a:lnTo>
                <a:lnTo>
                  <a:pt x="33020" y="30480"/>
                </a:lnTo>
                <a:lnTo>
                  <a:pt x="31750" y="30480"/>
                </a:lnTo>
                <a:lnTo>
                  <a:pt x="31750" y="31750"/>
                </a:lnTo>
                <a:lnTo>
                  <a:pt x="30480" y="31750"/>
                </a:lnTo>
                <a:lnTo>
                  <a:pt x="30480" y="33020"/>
                </a:lnTo>
                <a:lnTo>
                  <a:pt x="29210" y="33020"/>
                </a:lnTo>
                <a:lnTo>
                  <a:pt x="29210" y="34290"/>
                </a:lnTo>
                <a:lnTo>
                  <a:pt x="27940" y="34290"/>
                </a:lnTo>
                <a:lnTo>
                  <a:pt x="27940" y="35560"/>
                </a:lnTo>
                <a:lnTo>
                  <a:pt x="26670" y="35560"/>
                </a:lnTo>
                <a:lnTo>
                  <a:pt x="26670" y="36830"/>
                </a:lnTo>
                <a:lnTo>
                  <a:pt x="25400" y="36830"/>
                </a:lnTo>
                <a:lnTo>
                  <a:pt x="25400" y="38100"/>
                </a:lnTo>
                <a:lnTo>
                  <a:pt x="24130" y="38100"/>
                </a:lnTo>
                <a:lnTo>
                  <a:pt x="24130" y="39370"/>
                </a:lnTo>
                <a:lnTo>
                  <a:pt x="22860" y="39370"/>
                </a:lnTo>
                <a:lnTo>
                  <a:pt x="22860" y="40640"/>
                </a:lnTo>
                <a:lnTo>
                  <a:pt x="21590" y="40640"/>
                </a:lnTo>
                <a:lnTo>
                  <a:pt x="21590" y="41910"/>
                </a:lnTo>
                <a:lnTo>
                  <a:pt x="20320" y="41910"/>
                </a:lnTo>
                <a:lnTo>
                  <a:pt x="20320" y="43180"/>
                </a:lnTo>
                <a:lnTo>
                  <a:pt x="19050" y="43180"/>
                </a:lnTo>
                <a:lnTo>
                  <a:pt x="19050" y="44450"/>
                </a:lnTo>
                <a:lnTo>
                  <a:pt x="19050" y="45720"/>
                </a:lnTo>
                <a:lnTo>
                  <a:pt x="17780" y="45720"/>
                </a:lnTo>
                <a:lnTo>
                  <a:pt x="17780" y="46990"/>
                </a:lnTo>
                <a:lnTo>
                  <a:pt x="16510" y="46990"/>
                </a:lnTo>
                <a:lnTo>
                  <a:pt x="16510" y="48260"/>
                </a:lnTo>
                <a:lnTo>
                  <a:pt x="15240" y="48260"/>
                </a:lnTo>
                <a:lnTo>
                  <a:pt x="15240" y="50800"/>
                </a:lnTo>
                <a:lnTo>
                  <a:pt x="13970" y="50800"/>
                </a:lnTo>
                <a:lnTo>
                  <a:pt x="13970" y="52070"/>
                </a:lnTo>
                <a:lnTo>
                  <a:pt x="12700" y="52070"/>
                </a:lnTo>
                <a:lnTo>
                  <a:pt x="12700" y="54610"/>
                </a:lnTo>
                <a:lnTo>
                  <a:pt x="11430" y="54610"/>
                </a:lnTo>
                <a:lnTo>
                  <a:pt x="11430" y="55880"/>
                </a:lnTo>
                <a:lnTo>
                  <a:pt x="595630" y="55880"/>
                </a:lnTo>
                <a:lnTo>
                  <a:pt x="595630" y="54610"/>
                </a:lnTo>
                <a:close/>
              </a:path>
              <a:path w="607059" h="87630">
                <a:moveTo>
                  <a:pt x="607060" y="81280"/>
                </a:moveTo>
                <a:lnTo>
                  <a:pt x="605790" y="81280"/>
                </a:lnTo>
                <a:lnTo>
                  <a:pt x="605790" y="78740"/>
                </a:lnTo>
                <a:lnTo>
                  <a:pt x="605790" y="76200"/>
                </a:lnTo>
                <a:lnTo>
                  <a:pt x="604507" y="76200"/>
                </a:lnTo>
                <a:lnTo>
                  <a:pt x="604507" y="72390"/>
                </a:lnTo>
                <a:lnTo>
                  <a:pt x="603250" y="72390"/>
                </a:lnTo>
                <a:lnTo>
                  <a:pt x="603250" y="71120"/>
                </a:lnTo>
                <a:lnTo>
                  <a:pt x="603250" y="69850"/>
                </a:lnTo>
                <a:lnTo>
                  <a:pt x="601980" y="69850"/>
                </a:lnTo>
                <a:lnTo>
                  <a:pt x="601980" y="66040"/>
                </a:lnTo>
                <a:lnTo>
                  <a:pt x="600710" y="66040"/>
                </a:lnTo>
                <a:lnTo>
                  <a:pt x="600710" y="63500"/>
                </a:lnTo>
                <a:lnTo>
                  <a:pt x="599440" y="63500"/>
                </a:lnTo>
                <a:lnTo>
                  <a:pt x="599440" y="60960"/>
                </a:lnTo>
                <a:lnTo>
                  <a:pt x="598157" y="60960"/>
                </a:lnTo>
                <a:lnTo>
                  <a:pt x="598157" y="59690"/>
                </a:lnTo>
                <a:lnTo>
                  <a:pt x="598157" y="58420"/>
                </a:lnTo>
                <a:lnTo>
                  <a:pt x="596900" y="58420"/>
                </a:lnTo>
                <a:lnTo>
                  <a:pt x="596900" y="55892"/>
                </a:lnTo>
                <a:lnTo>
                  <a:pt x="10160" y="55892"/>
                </a:lnTo>
                <a:lnTo>
                  <a:pt x="10160" y="58420"/>
                </a:lnTo>
                <a:lnTo>
                  <a:pt x="8890" y="58420"/>
                </a:lnTo>
                <a:lnTo>
                  <a:pt x="8890" y="59690"/>
                </a:lnTo>
                <a:lnTo>
                  <a:pt x="8890" y="60960"/>
                </a:lnTo>
                <a:lnTo>
                  <a:pt x="7620" y="60960"/>
                </a:lnTo>
                <a:lnTo>
                  <a:pt x="7620" y="63500"/>
                </a:lnTo>
                <a:lnTo>
                  <a:pt x="6350" y="63500"/>
                </a:lnTo>
                <a:lnTo>
                  <a:pt x="6350" y="66040"/>
                </a:lnTo>
                <a:lnTo>
                  <a:pt x="5080" y="66040"/>
                </a:lnTo>
                <a:lnTo>
                  <a:pt x="5080" y="69850"/>
                </a:lnTo>
                <a:lnTo>
                  <a:pt x="5080" y="71120"/>
                </a:lnTo>
                <a:lnTo>
                  <a:pt x="3810" y="71120"/>
                </a:lnTo>
                <a:lnTo>
                  <a:pt x="3810" y="72390"/>
                </a:lnTo>
                <a:lnTo>
                  <a:pt x="3810" y="76200"/>
                </a:lnTo>
                <a:lnTo>
                  <a:pt x="2540" y="76200"/>
                </a:lnTo>
                <a:lnTo>
                  <a:pt x="2540" y="78740"/>
                </a:lnTo>
                <a:lnTo>
                  <a:pt x="1270" y="78740"/>
                </a:lnTo>
                <a:lnTo>
                  <a:pt x="1270" y="81280"/>
                </a:lnTo>
                <a:lnTo>
                  <a:pt x="0" y="81280"/>
                </a:lnTo>
                <a:lnTo>
                  <a:pt x="0" y="87630"/>
                </a:lnTo>
                <a:lnTo>
                  <a:pt x="607060" y="87630"/>
                </a:lnTo>
                <a:lnTo>
                  <a:pt x="607060" y="8128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" name="object 5"/>
          <p:cNvGrpSpPr/>
          <p:nvPr/>
        </p:nvGrpSpPr>
        <p:grpSpPr>
          <a:xfrm>
            <a:off x="6753227" y="1647826"/>
            <a:ext cx="666750" cy="2160270"/>
            <a:chOff x="6753227" y="1647826"/>
            <a:chExt cx="666750" cy="2160270"/>
          </a:xfrm>
        </p:grpSpPr>
        <p:sp>
          <p:nvSpPr>
            <p:cNvPr id="6" name="object 6"/>
            <p:cNvSpPr/>
            <p:nvPr/>
          </p:nvSpPr>
          <p:spPr>
            <a:xfrm>
              <a:off x="6781800" y="1855469"/>
              <a:ext cx="609600" cy="60960"/>
            </a:xfrm>
            <a:custGeom>
              <a:avLst/>
              <a:gdLst/>
              <a:ahLst/>
              <a:cxnLst/>
              <a:rect l="l" t="t" r="r" b="b"/>
              <a:pathLst>
                <a:path w="609600" h="60960">
                  <a:moveTo>
                    <a:pt x="0" y="60959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60959"/>
                  </a:lnTo>
                  <a:lnTo>
                    <a:pt x="0" y="6095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6781800" y="1916429"/>
              <a:ext cx="609600" cy="59690"/>
            </a:xfrm>
            <a:custGeom>
              <a:avLst/>
              <a:gdLst/>
              <a:ahLst/>
              <a:cxnLst/>
              <a:rect l="l" t="t" r="r" b="b"/>
              <a:pathLst>
                <a:path w="609600" h="59689">
                  <a:moveTo>
                    <a:pt x="0" y="59690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59690"/>
                  </a:lnTo>
                  <a:lnTo>
                    <a:pt x="0" y="59690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6781800" y="1976119"/>
              <a:ext cx="609600" cy="59690"/>
            </a:xfrm>
            <a:custGeom>
              <a:avLst/>
              <a:gdLst/>
              <a:ahLst/>
              <a:cxnLst/>
              <a:rect l="l" t="t" r="r" b="b"/>
              <a:pathLst>
                <a:path w="609600" h="59689">
                  <a:moveTo>
                    <a:pt x="0" y="59689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781800" y="2035809"/>
              <a:ext cx="609600" cy="60960"/>
            </a:xfrm>
            <a:custGeom>
              <a:avLst/>
              <a:gdLst/>
              <a:ahLst/>
              <a:cxnLst/>
              <a:rect l="l" t="t" r="r" b="b"/>
              <a:pathLst>
                <a:path w="609600" h="60960">
                  <a:moveTo>
                    <a:pt x="0" y="60960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60960"/>
                  </a:lnTo>
                  <a:lnTo>
                    <a:pt x="0" y="60960"/>
                  </a:lnTo>
                  <a:close/>
                </a:path>
              </a:pathLst>
            </a:custGeom>
            <a:solidFill>
              <a:srgbClr val="F9F9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781800" y="2096769"/>
              <a:ext cx="609600" cy="59690"/>
            </a:xfrm>
            <a:custGeom>
              <a:avLst/>
              <a:gdLst/>
              <a:ahLst/>
              <a:cxnLst/>
              <a:rect l="l" t="t" r="r" b="b"/>
              <a:pathLst>
                <a:path w="609600" h="59689">
                  <a:moveTo>
                    <a:pt x="0" y="59689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6781800" y="2156459"/>
              <a:ext cx="609600" cy="60960"/>
            </a:xfrm>
            <a:custGeom>
              <a:avLst/>
              <a:gdLst/>
              <a:ahLst/>
              <a:cxnLst/>
              <a:rect l="l" t="t" r="r" b="b"/>
              <a:pathLst>
                <a:path w="609600" h="60960">
                  <a:moveTo>
                    <a:pt x="0" y="60960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60960"/>
                  </a:lnTo>
                  <a:lnTo>
                    <a:pt x="0" y="6096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6781800" y="2217419"/>
              <a:ext cx="609600" cy="59690"/>
            </a:xfrm>
            <a:custGeom>
              <a:avLst/>
              <a:gdLst/>
              <a:ahLst/>
              <a:cxnLst/>
              <a:rect l="l" t="t" r="r" b="b"/>
              <a:pathLst>
                <a:path w="609600" h="59689">
                  <a:moveTo>
                    <a:pt x="0" y="59689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F6F6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6781800" y="2277109"/>
              <a:ext cx="609600" cy="59690"/>
            </a:xfrm>
            <a:custGeom>
              <a:avLst/>
              <a:gdLst/>
              <a:ahLst/>
              <a:cxnLst/>
              <a:rect l="l" t="t" r="r" b="b"/>
              <a:pathLst>
                <a:path w="609600" h="59689">
                  <a:moveTo>
                    <a:pt x="0" y="59689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F5F5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6781800" y="2336799"/>
              <a:ext cx="609600" cy="60960"/>
            </a:xfrm>
            <a:custGeom>
              <a:avLst/>
              <a:gdLst/>
              <a:ahLst/>
              <a:cxnLst/>
              <a:rect l="l" t="t" r="r" b="b"/>
              <a:pathLst>
                <a:path w="609600" h="60960">
                  <a:moveTo>
                    <a:pt x="0" y="60960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60960"/>
                  </a:lnTo>
                  <a:lnTo>
                    <a:pt x="0" y="6096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6781800" y="2397759"/>
              <a:ext cx="609600" cy="59690"/>
            </a:xfrm>
            <a:custGeom>
              <a:avLst/>
              <a:gdLst/>
              <a:ahLst/>
              <a:cxnLst/>
              <a:rect l="l" t="t" r="r" b="b"/>
              <a:pathLst>
                <a:path w="609600" h="59689">
                  <a:moveTo>
                    <a:pt x="0" y="59689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6781800" y="2457449"/>
              <a:ext cx="609600" cy="59690"/>
            </a:xfrm>
            <a:custGeom>
              <a:avLst/>
              <a:gdLst/>
              <a:ahLst/>
              <a:cxnLst/>
              <a:rect l="l" t="t" r="r" b="b"/>
              <a:pathLst>
                <a:path w="609600" h="59689">
                  <a:moveTo>
                    <a:pt x="0" y="59689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F2F2F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6781800" y="2517139"/>
              <a:ext cx="609600" cy="60960"/>
            </a:xfrm>
            <a:custGeom>
              <a:avLst/>
              <a:gdLst/>
              <a:ahLst/>
              <a:cxnLst/>
              <a:rect l="l" t="t" r="r" b="b"/>
              <a:pathLst>
                <a:path w="609600" h="60960">
                  <a:moveTo>
                    <a:pt x="0" y="60960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60960"/>
                  </a:lnTo>
                  <a:lnTo>
                    <a:pt x="0" y="6096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6781800" y="2578100"/>
              <a:ext cx="609600" cy="59690"/>
            </a:xfrm>
            <a:custGeom>
              <a:avLst/>
              <a:gdLst/>
              <a:ahLst/>
              <a:cxnLst/>
              <a:rect l="l" t="t" r="r" b="b"/>
              <a:pathLst>
                <a:path w="609600" h="59689">
                  <a:moveTo>
                    <a:pt x="0" y="59689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F0F0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6781800" y="2637789"/>
              <a:ext cx="609600" cy="59690"/>
            </a:xfrm>
            <a:custGeom>
              <a:avLst/>
              <a:gdLst/>
              <a:ahLst/>
              <a:cxnLst/>
              <a:rect l="l" t="t" r="r" b="b"/>
              <a:pathLst>
                <a:path w="609600" h="59689">
                  <a:moveTo>
                    <a:pt x="0" y="59689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6781800" y="2697479"/>
              <a:ext cx="609600" cy="60960"/>
            </a:xfrm>
            <a:custGeom>
              <a:avLst/>
              <a:gdLst/>
              <a:ahLst/>
              <a:cxnLst/>
              <a:rect l="l" t="t" r="r" b="b"/>
              <a:pathLst>
                <a:path w="609600" h="60960">
                  <a:moveTo>
                    <a:pt x="0" y="60960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60960"/>
                  </a:lnTo>
                  <a:lnTo>
                    <a:pt x="0" y="6096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6781800" y="2758439"/>
              <a:ext cx="609600" cy="59690"/>
            </a:xfrm>
            <a:custGeom>
              <a:avLst/>
              <a:gdLst/>
              <a:ahLst/>
              <a:cxnLst/>
              <a:rect l="l" t="t" r="r" b="b"/>
              <a:pathLst>
                <a:path w="609600" h="59689">
                  <a:moveTo>
                    <a:pt x="0" y="59689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6781800" y="2818129"/>
              <a:ext cx="609600" cy="60960"/>
            </a:xfrm>
            <a:custGeom>
              <a:avLst/>
              <a:gdLst/>
              <a:ahLst/>
              <a:cxnLst/>
              <a:rect l="l" t="t" r="r" b="b"/>
              <a:pathLst>
                <a:path w="609600" h="60960">
                  <a:moveTo>
                    <a:pt x="0" y="60960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60960"/>
                  </a:lnTo>
                  <a:lnTo>
                    <a:pt x="0" y="60960"/>
                  </a:lnTo>
                  <a:close/>
                </a:path>
              </a:pathLst>
            </a:custGeom>
            <a:solidFill>
              <a:srgbClr val="ECEC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6781800" y="2879089"/>
              <a:ext cx="609600" cy="59690"/>
            </a:xfrm>
            <a:custGeom>
              <a:avLst/>
              <a:gdLst/>
              <a:ahLst/>
              <a:cxnLst/>
              <a:rect l="l" t="t" r="r" b="b"/>
              <a:pathLst>
                <a:path w="609600" h="59689">
                  <a:moveTo>
                    <a:pt x="0" y="59689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EBEB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6781800" y="2938779"/>
              <a:ext cx="609600" cy="59690"/>
            </a:xfrm>
            <a:custGeom>
              <a:avLst/>
              <a:gdLst/>
              <a:ahLst/>
              <a:cxnLst/>
              <a:rect l="l" t="t" r="r" b="b"/>
              <a:pathLst>
                <a:path w="609600" h="59689">
                  <a:moveTo>
                    <a:pt x="0" y="59690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59690"/>
                  </a:lnTo>
                  <a:lnTo>
                    <a:pt x="0" y="59690"/>
                  </a:lnTo>
                  <a:close/>
                </a:path>
              </a:pathLst>
            </a:custGeom>
            <a:solidFill>
              <a:srgbClr val="EAE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6781800" y="2998469"/>
              <a:ext cx="609600" cy="60960"/>
            </a:xfrm>
            <a:custGeom>
              <a:avLst/>
              <a:gdLst/>
              <a:ahLst/>
              <a:cxnLst/>
              <a:rect l="l" t="t" r="r" b="b"/>
              <a:pathLst>
                <a:path w="609600" h="60960">
                  <a:moveTo>
                    <a:pt x="0" y="60959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60959"/>
                  </a:lnTo>
                  <a:lnTo>
                    <a:pt x="0" y="60959"/>
                  </a:lnTo>
                  <a:close/>
                </a:path>
              </a:pathLst>
            </a:custGeom>
            <a:solidFill>
              <a:srgbClr val="E9E9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6781800" y="3059429"/>
              <a:ext cx="609600" cy="59690"/>
            </a:xfrm>
            <a:custGeom>
              <a:avLst/>
              <a:gdLst/>
              <a:ahLst/>
              <a:cxnLst/>
              <a:rect l="l" t="t" r="r" b="b"/>
              <a:pathLst>
                <a:path w="609600" h="59689">
                  <a:moveTo>
                    <a:pt x="0" y="59690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59690"/>
                  </a:lnTo>
                  <a:lnTo>
                    <a:pt x="0" y="59690"/>
                  </a:lnTo>
                  <a:close/>
                </a:path>
              </a:pathLst>
            </a:custGeom>
            <a:solidFill>
              <a:srgbClr val="E8E8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6781800" y="3119119"/>
              <a:ext cx="609600" cy="59690"/>
            </a:xfrm>
            <a:custGeom>
              <a:avLst/>
              <a:gdLst/>
              <a:ahLst/>
              <a:cxnLst/>
              <a:rect l="l" t="t" r="r" b="b"/>
              <a:pathLst>
                <a:path w="609600" h="59689">
                  <a:moveTo>
                    <a:pt x="0" y="59689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6781800" y="3178809"/>
              <a:ext cx="609600" cy="60960"/>
            </a:xfrm>
            <a:custGeom>
              <a:avLst/>
              <a:gdLst/>
              <a:ahLst/>
              <a:cxnLst/>
              <a:rect l="l" t="t" r="r" b="b"/>
              <a:pathLst>
                <a:path w="609600" h="60960">
                  <a:moveTo>
                    <a:pt x="0" y="60960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60960"/>
                  </a:lnTo>
                  <a:lnTo>
                    <a:pt x="0" y="6096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6781800" y="3239769"/>
              <a:ext cx="609600" cy="59690"/>
            </a:xfrm>
            <a:custGeom>
              <a:avLst/>
              <a:gdLst/>
              <a:ahLst/>
              <a:cxnLst/>
              <a:rect l="l" t="t" r="r" b="b"/>
              <a:pathLst>
                <a:path w="609600" h="59689">
                  <a:moveTo>
                    <a:pt x="0" y="59689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E5E5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6781800" y="3299460"/>
              <a:ext cx="609600" cy="60960"/>
            </a:xfrm>
            <a:custGeom>
              <a:avLst/>
              <a:gdLst/>
              <a:ahLst/>
              <a:cxnLst/>
              <a:rect l="l" t="t" r="r" b="b"/>
              <a:pathLst>
                <a:path w="609600" h="60960">
                  <a:moveTo>
                    <a:pt x="0" y="60960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60960"/>
                  </a:lnTo>
                  <a:lnTo>
                    <a:pt x="0" y="60960"/>
                  </a:lnTo>
                  <a:close/>
                </a:path>
              </a:pathLst>
            </a:custGeom>
            <a:solidFill>
              <a:srgbClr val="E4E4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6781800" y="3360419"/>
              <a:ext cx="609600" cy="59690"/>
            </a:xfrm>
            <a:custGeom>
              <a:avLst/>
              <a:gdLst/>
              <a:ahLst/>
              <a:cxnLst/>
              <a:rect l="l" t="t" r="r" b="b"/>
              <a:pathLst>
                <a:path w="609600" h="59689">
                  <a:moveTo>
                    <a:pt x="0" y="59689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E3E3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6781800" y="3420110"/>
              <a:ext cx="609600" cy="59690"/>
            </a:xfrm>
            <a:custGeom>
              <a:avLst/>
              <a:gdLst/>
              <a:ahLst/>
              <a:cxnLst/>
              <a:rect l="l" t="t" r="r" b="b"/>
              <a:pathLst>
                <a:path w="609600" h="59689">
                  <a:moveTo>
                    <a:pt x="0" y="59689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E2E2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6781800" y="3479800"/>
              <a:ext cx="609600" cy="60960"/>
            </a:xfrm>
            <a:custGeom>
              <a:avLst/>
              <a:gdLst/>
              <a:ahLst/>
              <a:cxnLst/>
              <a:rect l="l" t="t" r="r" b="b"/>
              <a:pathLst>
                <a:path w="609600" h="60960">
                  <a:moveTo>
                    <a:pt x="0" y="60960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60960"/>
                  </a:lnTo>
                  <a:lnTo>
                    <a:pt x="0" y="60960"/>
                  </a:lnTo>
                  <a:close/>
                </a:path>
              </a:pathLst>
            </a:custGeom>
            <a:solidFill>
              <a:srgbClr val="E1E1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6781800" y="3540760"/>
              <a:ext cx="609600" cy="59690"/>
            </a:xfrm>
            <a:custGeom>
              <a:avLst/>
              <a:gdLst/>
              <a:ahLst/>
              <a:cxnLst/>
              <a:rect l="l" t="t" r="r" b="b"/>
              <a:pathLst>
                <a:path w="609600" h="59689">
                  <a:moveTo>
                    <a:pt x="0" y="59689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E0E0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6781800" y="3600450"/>
              <a:ext cx="609600" cy="59690"/>
            </a:xfrm>
            <a:custGeom>
              <a:avLst/>
              <a:gdLst/>
              <a:ahLst/>
              <a:cxnLst/>
              <a:rect l="l" t="t" r="r" b="b"/>
              <a:pathLst>
                <a:path w="609600" h="59689">
                  <a:moveTo>
                    <a:pt x="0" y="59689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6781800" y="3660139"/>
              <a:ext cx="609600" cy="60960"/>
            </a:xfrm>
            <a:custGeom>
              <a:avLst/>
              <a:gdLst/>
              <a:ahLst/>
              <a:cxnLst/>
              <a:rect l="l" t="t" r="r" b="b"/>
              <a:pathLst>
                <a:path w="609600" h="60960">
                  <a:moveTo>
                    <a:pt x="600710" y="57162"/>
                  </a:moveTo>
                  <a:lnTo>
                    <a:pt x="8890" y="57162"/>
                  </a:lnTo>
                  <a:lnTo>
                    <a:pt x="8890" y="59690"/>
                  </a:lnTo>
                  <a:lnTo>
                    <a:pt x="10160" y="59690"/>
                  </a:lnTo>
                  <a:lnTo>
                    <a:pt x="10160" y="60960"/>
                  </a:lnTo>
                  <a:lnTo>
                    <a:pt x="599427" y="60960"/>
                  </a:lnTo>
                  <a:lnTo>
                    <a:pt x="599427" y="59690"/>
                  </a:lnTo>
                  <a:lnTo>
                    <a:pt x="600710" y="59690"/>
                  </a:lnTo>
                  <a:lnTo>
                    <a:pt x="600710" y="57162"/>
                  </a:lnTo>
                  <a:close/>
                </a:path>
                <a:path w="609600" h="60960">
                  <a:moveTo>
                    <a:pt x="609600" y="24142"/>
                  </a:moveTo>
                  <a:lnTo>
                    <a:pt x="0" y="24142"/>
                  </a:lnTo>
                  <a:lnTo>
                    <a:pt x="0" y="33020"/>
                  </a:lnTo>
                  <a:lnTo>
                    <a:pt x="1270" y="33020"/>
                  </a:lnTo>
                  <a:lnTo>
                    <a:pt x="1270" y="39370"/>
                  </a:lnTo>
                  <a:lnTo>
                    <a:pt x="2540" y="39370"/>
                  </a:lnTo>
                  <a:lnTo>
                    <a:pt x="2540" y="41910"/>
                  </a:lnTo>
                  <a:lnTo>
                    <a:pt x="3810" y="41910"/>
                  </a:lnTo>
                  <a:lnTo>
                    <a:pt x="3810" y="44450"/>
                  </a:lnTo>
                  <a:lnTo>
                    <a:pt x="5080" y="44450"/>
                  </a:lnTo>
                  <a:lnTo>
                    <a:pt x="5080" y="48260"/>
                  </a:lnTo>
                  <a:lnTo>
                    <a:pt x="6350" y="48260"/>
                  </a:lnTo>
                  <a:lnTo>
                    <a:pt x="6350" y="52070"/>
                  </a:lnTo>
                  <a:lnTo>
                    <a:pt x="6350" y="53340"/>
                  </a:lnTo>
                  <a:lnTo>
                    <a:pt x="7620" y="53340"/>
                  </a:lnTo>
                  <a:lnTo>
                    <a:pt x="7620" y="54610"/>
                  </a:lnTo>
                  <a:lnTo>
                    <a:pt x="7620" y="57150"/>
                  </a:lnTo>
                  <a:lnTo>
                    <a:pt x="601980" y="57150"/>
                  </a:lnTo>
                  <a:lnTo>
                    <a:pt x="601980" y="54610"/>
                  </a:lnTo>
                  <a:lnTo>
                    <a:pt x="603250" y="54610"/>
                  </a:lnTo>
                  <a:lnTo>
                    <a:pt x="603250" y="53340"/>
                  </a:lnTo>
                  <a:lnTo>
                    <a:pt x="603250" y="52070"/>
                  </a:lnTo>
                  <a:lnTo>
                    <a:pt x="604520" y="52070"/>
                  </a:lnTo>
                  <a:lnTo>
                    <a:pt x="604520" y="48260"/>
                  </a:lnTo>
                  <a:lnTo>
                    <a:pt x="605777" y="48260"/>
                  </a:lnTo>
                  <a:lnTo>
                    <a:pt x="605777" y="44450"/>
                  </a:lnTo>
                  <a:lnTo>
                    <a:pt x="607060" y="44450"/>
                  </a:lnTo>
                  <a:lnTo>
                    <a:pt x="607060" y="41910"/>
                  </a:lnTo>
                  <a:lnTo>
                    <a:pt x="607060" y="39370"/>
                  </a:lnTo>
                  <a:lnTo>
                    <a:pt x="608330" y="39370"/>
                  </a:lnTo>
                  <a:lnTo>
                    <a:pt x="608330" y="33020"/>
                  </a:lnTo>
                  <a:lnTo>
                    <a:pt x="609600" y="33020"/>
                  </a:lnTo>
                  <a:lnTo>
                    <a:pt x="609600" y="24142"/>
                  </a:lnTo>
                  <a:close/>
                </a:path>
                <a:path w="609600" h="60960">
                  <a:moveTo>
                    <a:pt x="609600" y="0"/>
                  </a:moveTo>
                  <a:lnTo>
                    <a:pt x="0" y="0"/>
                  </a:lnTo>
                  <a:lnTo>
                    <a:pt x="0" y="24130"/>
                  </a:lnTo>
                  <a:lnTo>
                    <a:pt x="609600" y="24130"/>
                  </a:lnTo>
                  <a:lnTo>
                    <a:pt x="609600" y="0"/>
                  </a:lnTo>
                  <a:close/>
                </a:path>
              </a:pathLst>
            </a:custGeom>
            <a:solidFill>
              <a:srgbClr val="DEDE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6793230" y="3721099"/>
              <a:ext cx="586740" cy="59690"/>
            </a:xfrm>
            <a:custGeom>
              <a:avLst/>
              <a:gdLst/>
              <a:ahLst/>
              <a:cxnLst/>
              <a:rect l="l" t="t" r="r" b="b"/>
              <a:pathLst>
                <a:path w="586740" h="59689">
                  <a:moveTo>
                    <a:pt x="525780" y="53352"/>
                  </a:moveTo>
                  <a:lnTo>
                    <a:pt x="60960" y="53352"/>
                  </a:lnTo>
                  <a:lnTo>
                    <a:pt x="60960" y="54610"/>
                  </a:lnTo>
                  <a:lnTo>
                    <a:pt x="63500" y="54610"/>
                  </a:lnTo>
                  <a:lnTo>
                    <a:pt x="63500" y="55880"/>
                  </a:lnTo>
                  <a:lnTo>
                    <a:pt x="66040" y="55880"/>
                  </a:lnTo>
                  <a:lnTo>
                    <a:pt x="66040" y="57150"/>
                  </a:lnTo>
                  <a:lnTo>
                    <a:pt x="71120" y="57150"/>
                  </a:lnTo>
                  <a:lnTo>
                    <a:pt x="71120" y="58420"/>
                  </a:lnTo>
                  <a:lnTo>
                    <a:pt x="80010" y="58420"/>
                  </a:lnTo>
                  <a:lnTo>
                    <a:pt x="80010" y="59690"/>
                  </a:lnTo>
                  <a:lnTo>
                    <a:pt x="506730" y="59690"/>
                  </a:lnTo>
                  <a:lnTo>
                    <a:pt x="506730" y="58420"/>
                  </a:lnTo>
                  <a:lnTo>
                    <a:pt x="516890" y="58420"/>
                  </a:lnTo>
                  <a:lnTo>
                    <a:pt x="516890" y="57150"/>
                  </a:lnTo>
                  <a:lnTo>
                    <a:pt x="519430" y="57150"/>
                  </a:lnTo>
                  <a:lnTo>
                    <a:pt x="519430" y="55880"/>
                  </a:lnTo>
                  <a:lnTo>
                    <a:pt x="521970" y="55880"/>
                  </a:lnTo>
                  <a:lnTo>
                    <a:pt x="521970" y="54610"/>
                  </a:lnTo>
                  <a:lnTo>
                    <a:pt x="525780" y="54610"/>
                  </a:lnTo>
                  <a:lnTo>
                    <a:pt x="525780" y="53352"/>
                  </a:lnTo>
                  <a:close/>
                </a:path>
                <a:path w="586740" h="59689">
                  <a:moveTo>
                    <a:pt x="541020" y="47002"/>
                  </a:moveTo>
                  <a:lnTo>
                    <a:pt x="44450" y="47002"/>
                  </a:lnTo>
                  <a:lnTo>
                    <a:pt x="44450" y="48260"/>
                  </a:lnTo>
                  <a:lnTo>
                    <a:pt x="46990" y="48260"/>
                  </a:lnTo>
                  <a:lnTo>
                    <a:pt x="46990" y="49530"/>
                  </a:lnTo>
                  <a:lnTo>
                    <a:pt x="49530" y="49530"/>
                  </a:lnTo>
                  <a:lnTo>
                    <a:pt x="49530" y="50800"/>
                  </a:lnTo>
                  <a:lnTo>
                    <a:pt x="52070" y="50800"/>
                  </a:lnTo>
                  <a:lnTo>
                    <a:pt x="52070" y="52070"/>
                  </a:lnTo>
                  <a:lnTo>
                    <a:pt x="54610" y="52070"/>
                  </a:lnTo>
                  <a:lnTo>
                    <a:pt x="54610" y="53340"/>
                  </a:lnTo>
                  <a:lnTo>
                    <a:pt x="528320" y="53340"/>
                  </a:lnTo>
                  <a:lnTo>
                    <a:pt x="528320" y="52070"/>
                  </a:lnTo>
                  <a:lnTo>
                    <a:pt x="534670" y="52070"/>
                  </a:lnTo>
                  <a:lnTo>
                    <a:pt x="534670" y="50800"/>
                  </a:lnTo>
                  <a:lnTo>
                    <a:pt x="535927" y="50800"/>
                  </a:lnTo>
                  <a:lnTo>
                    <a:pt x="535927" y="49530"/>
                  </a:lnTo>
                  <a:lnTo>
                    <a:pt x="538480" y="49530"/>
                  </a:lnTo>
                  <a:lnTo>
                    <a:pt x="538480" y="48260"/>
                  </a:lnTo>
                  <a:lnTo>
                    <a:pt x="541020" y="48260"/>
                  </a:lnTo>
                  <a:lnTo>
                    <a:pt x="541020" y="47002"/>
                  </a:lnTo>
                  <a:close/>
                </a:path>
                <a:path w="586740" h="59689">
                  <a:moveTo>
                    <a:pt x="552450" y="40652"/>
                  </a:moveTo>
                  <a:lnTo>
                    <a:pt x="35560" y="40652"/>
                  </a:lnTo>
                  <a:lnTo>
                    <a:pt x="35560" y="41910"/>
                  </a:lnTo>
                  <a:lnTo>
                    <a:pt x="36830" y="41910"/>
                  </a:lnTo>
                  <a:lnTo>
                    <a:pt x="36830" y="43180"/>
                  </a:lnTo>
                  <a:lnTo>
                    <a:pt x="39370" y="43180"/>
                  </a:lnTo>
                  <a:lnTo>
                    <a:pt x="39370" y="44450"/>
                  </a:lnTo>
                  <a:lnTo>
                    <a:pt x="40640" y="44450"/>
                  </a:lnTo>
                  <a:lnTo>
                    <a:pt x="40640" y="45720"/>
                  </a:lnTo>
                  <a:lnTo>
                    <a:pt x="43180" y="45720"/>
                  </a:lnTo>
                  <a:lnTo>
                    <a:pt x="43180" y="46990"/>
                  </a:lnTo>
                  <a:lnTo>
                    <a:pt x="543547" y="46990"/>
                  </a:lnTo>
                  <a:lnTo>
                    <a:pt x="543547" y="45720"/>
                  </a:lnTo>
                  <a:lnTo>
                    <a:pt x="544830" y="45720"/>
                  </a:lnTo>
                  <a:lnTo>
                    <a:pt x="544830" y="44450"/>
                  </a:lnTo>
                  <a:lnTo>
                    <a:pt x="547370" y="44450"/>
                  </a:lnTo>
                  <a:lnTo>
                    <a:pt x="547370" y="43180"/>
                  </a:lnTo>
                  <a:lnTo>
                    <a:pt x="549897" y="43180"/>
                  </a:lnTo>
                  <a:lnTo>
                    <a:pt x="549897" y="41910"/>
                  </a:lnTo>
                  <a:lnTo>
                    <a:pt x="552450" y="41910"/>
                  </a:lnTo>
                  <a:lnTo>
                    <a:pt x="552450" y="40652"/>
                  </a:lnTo>
                  <a:close/>
                </a:path>
                <a:path w="586740" h="59689">
                  <a:moveTo>
                    <a:pt x="560070" y="34302"/>
                  </a:moveTo>
                  <a:lnTo>
                    <a:pt x="27940" y="34302"/>
                  </a:lnTo>
                  <a:lnTo>
                    <a:pt x="27940" y="35560"/>
                  </a:lnTo>
                  <a:lnTo>
                    <a:pt x="29210" y="35560"/>
                  </a:lnTo>
                  <a:lnTo>
                    <a:pt x="29210" y="36830"/>
                  </a:lnTo>
                  <a:lnTo>
                    <a:pt x="30480" y="36830"/>
                  </a:lnTo>
                  <a:lnTo>
                    <a:pt x="30480" y="38100"/>
                  </a:lnTo>
                  <a:lnTo>
                    <a:pt x="31750" y="38100"/>
                  </a:lnTo>
                  <a:lnTo>
                    <a:pt x="31750" y="39370"/>
                  </a:lnTo>
                  <a:lnTo>
                    <a:pt x="34290" y="39370"/>
                  </a:lnTo>
                  <a:lnTo>
                    <a:pt x="34290" y="40640"/>
                  </a:lnTo>
                  <a:lnTo>
                    <a:pt x="553720" y="40640"/>
                  </a:lnTo>
                  <a:lnTo>
                    <a:pt x="553720" y="39370"/>
                  </a:lnTo>
                  <a:lnTo>
                    <a:pt x="554990" y="39370"/>
                  </a:lnTo>
                  <a:lnTo>
                    <a:pt x="554990" y="38100"/>
                  </a:lnTo>
                  <a:lnTo>
                    <a:pt x="556247" y="38100"/>
                  </a:lnTo>
                  <a:lnTo>
                    <a:pt x="556247" y="36830"/>
                  </a:lnTo>
                  <a:lnTo>
                    <a:pt x="558800" y="36830"/>
                  </a:lnTo>
                  <a:lnTo>
                    <a:pt x="558800" y="35560"/>
                  </a:lnTo>
                  <a:lnTo>
                    <a:pt x="560070" y="35560"/>
                  </a:lnTo>
                  <a:lnTo>
                    <a:pt x="560070" y="34302"/>
                  </a:lnTo>
                  <a:close/>
                </a:path>
                <a:path w="586740" h="59689">
                  <a:moveTo>
                    <a:pt x="566420" y="27952"/>
                  </a:moveTo>
                  <a:lnTo>
                    <a:pt x="21590" y="27952"/>
                  </a:lnTo>
                  <a:lnTo>
                    <a:pt x="21590" y="29210"/>
                  </a:lnTo>
                  <a:lnTo>
                    <a:pt x="22860" y="29210"/>
                  </a:lnTo>
                  <a:lnTo>
                    <a:pt x="22860" y="30480"/>
                  </a:lnTo>
                  <a:lnTo>
                    <a:pt x="24130" y="30480"/>
                  </a:lnTo>
                  <a:lnTo>
                    <a:pt x="24130" y="31750"/>
                  </a:lnTo>
                  <a:lnTo>
                    <a:pt x="25400" y="31750"/>
                  </a:lnTo>
                  <a:lnTo>
                    <a:pt x="25400" y="33020"/>
                  </a:lnTo>
                  <a:lnTo>
                    <a:pt x="26670" y="33020"/>
                  </a:lnTo>
                  <a:lnTo>
                    <a:pt x="26670" y="34290"/>
                  </a:lnTo>
                  <a:lnTo>
                    <a:pt x="561340" y="34290"/>
                  </a:lnTo>
                  <a:lnTo>
                    <a:pt x="561340" y="33020"/>
                  </a:lnTo>
                  <a:lnTo>
                    <a:pt x="562597" y="33020"/>
                  </a:lnTo>
                  <a:lnTo>
                    <a:pt x="562597" y="31750"/>
                  </a:lnTo>
                  <a:lnTo>
                    <a:pt x="563880" y="31750"/>
                  </a:lnTo>
                  <a:lnTo>
                    <a:pt x="563880" y="30480"/>
                  </a:lnTo>
                  <a:lnTo>
                    <a:pt x="565150" y="30480"/>
                  </a:lnTo>
                  <a:lnTo>
                    <a:pt x="565150" y="29210"/>
                  </a:lnTo>
                  <a:lnTo>
                    <a:pt x="566420" y="29210"/>
                  </a:lnTo>
                  <a:lnTo>
                    <a:pt x="566420" y="27952"/>
                  </a:lnTo>
                  <a:close/>
                </a:path>
                <a:path w="586740" h="59689">
                  <a:moveTo>
                    <a:pt x="581647" y="8902"/>
                  </a:moveTo>
                  <a:lnTo>
                    <a:pt x="5080" y="8902"/>
                  </a:lnTo>
                  <a:lnTo>
                    <a:pt x="5080" y="11430"/>
                  </a:lnTo>
                  <a:lnTo>
                    <a:pt x="6350" y="11430"/>
                  </a:lnTo>
                  <a:lnTo>
                    <a:pt x="6350" y="12700"/>
                  </a:lnTo>
                  <a:lnTo>
                    <a:pt x="7620" y="12700"/>
                  </a:lnTo>
                  <a:lnTo>
                    <a:pt x="7620" y="13970"/>
                  </a:lnTo>
                  <a:lnTo>
                    <a:pt x="8890" y="13970"/>
                  </a:lnTo>
                  <a:lnTo>
                    <a:pt x="8890" y="15240"/>
                  </a:lnTo>
                  <a:lnTo>
                    <a:pt x="10160" y="15240"/>
                  </a:lnTo>
                  <a:lnTo>
                    <a:pt x="10160" y="16510"/>
                  </a:lnTo>
                  <a:lnTo>
                    <a:pt x="10160" y="17780"/>
                  </a:lnTo>
                  <a:lnTo>
                    <a:pt x="11430" y="17780"/>
                  </a:lnTo>
                  <a:lnTo>
                    <a:pt x="11430" y="19050"/>
                  </a:lnTo>
                  <a:lnTo>
                    <a:pt x="12700" y="19050"/>
                  </a:lnTo>
                  <a:lnTo>
                    <a:pt x="12700" y="20320"/>
                  </a:lnTo>
                  <a:lnTo>
                    <a:pt x="13970" y="20320"/>
                  </a:lnTo>
                  <a:lnTo>
                    <a:pt x="13970" y="21590"/>
                  </a:lnTo>
                  <a:lnTo>
                    <a:pt x="15240" y="21590"/>
                  </a:lnTo>
                  <a:lnTo>
                    <a:pt x="15240" y="22860"/>
                  </a:lnTo>
                  <a:lnTo>
                    <a:pt x="16510" y="22860"/>
                  </a:lnTo>
                  <a:lnTo>
                    <a:pt x="16510" y="24130"/>
                  </a:lnTo>
                  <a:lnTo>
                    <a:pt x="17780" y="24130"/>
                  </a:lnTo>
                  <a:lnTo>
                    <a:pt x="17780" y="25400"/>
                  </a:lnTo>
                  <a:lnTo>
                    <a:pt x="19050" y="25400"/>
                  </a:lnTo>
                  <a:lnTo>
                    <a:pt x="19050" y="26670"/>
                  </a:lnTo>
                  <a:lnTo>
                    <a:pt x="20320" y="26670"/>
                  </a:lnTo>
                  <a:lnTo>
                    <a:pt x="20320" y="27940"/>
                  </a:lnTo>
                  <a:lnTo>
                    <a:pt x="567690" y="27940"/>
                  </a:lnTo>
                  <a:lnTo>
                    <a:pt x="567690" y="26670"/>
                  </a:lnTo>
                  <a:lnTo>
                    <a:pt x="568947" y="26670"/>
                  </a:lnTo>
                  <a:lnTo>
                    <a:pt x="568947" y="25400"/>
                  </a:lnTo>
                  <a:lnTo>
                    <a:pt x="570230" y="25400"/>
                  </a:lnTo>
                  <a:lnTo>
                    <a:pt x="570230" y="24130"/>
                  </a:lnTo>
                  <a:lnTo>
                    <a:pt x="571500" y="24130"/>
                  </a:lnTo>
                  <a:lnTo>
                    <a:pt x="571500" y="22860"/>
                  </a:lnTo>
                  <a:lnTo>
                    <a:pt x="571500" y="21590"/>
                  </a:lnTo>
                  <a:lnTo>
                    <a:pt x="572770" y="21590"/>
                  </a:lnTo>
                  <a:lnTo>
                    <a:pt x="572770" y="20320"/>
                  </a:lnTo>
                  <a:lnTo>
                    <a:pt x="574040" y="20320"/>
                  </a:lnTo>
                  <a:lnTo>
                    <a:pt x="574040" y="19050"/>
                  </a:lnTo>
                  <a:lnTo>
                    <a:pt x="575297" y="19050"/>
                  </a:lnTo>
                  <a:lnTo>
                    <a:pt x="575297" y="17780"/>
                  </a:lnTo>
                  <a:lnTo>
                    <a:pt x="576580" y="17780"/>
                  </a:lnTo>
                  <a:lnTo>
                    <a:pt x="576580" y="16510"/>
                  </a:lnTo>
                  <a:lnTo>
                    <a:pt x="577850" y="16510"/>
                  </a:lnTo>
                  <a:lnTo>
                    <a:pt x="577850" y="15240"/>
                  </a:lnTo>
                  <a:lnTo>
                    <a:pt x="577850" y="13970"/>
                  </a:lnTo>
                  <a:lnTo>
                    <a:pt x="579120" y="13970"/>
                  </a:lnTo>
                  <a:lnTo>
                    <a:pt x="579120" y="12700"/>
                  </a:lnTo>
                  <a:lnTo>
                    <a:pt x="580390" y="12700"/>
                  </a:lnTo>
                  <a:lnTo>
                    <a:pt x="580390" y="11430"/>
                  </a:lnTo>
                  <a:lnTo>
                    <a:pt x="581647" y="11430"/>
                  </a:lnTo>
                  <a:lnTo>
                    <a:pt x="581647" y="8902"/>
                  </a:lnTo>
                  <a:close/>
                </a:path>
                <a:path w="586740" h="59689">
                  <a:moveTo>
                    <a:pt x="585470" y="2552"/>
                  </a:moveTo>
                  <a:lnTo>
                    <a:pt x="1270" y="2552"/>
                  </a:lnTo>
                  <a:lnTo>
                    <a:pt x="1270" y="3810"/>
                  </a:lnTo>
                  <a:lnTo>
                    <a:pt x="2540" y="3810"/>
                  </a:lnTo>
                  <a:lnTo>
                    <a:pt x="2540" y="6350"/>
                  </a:lnTo>
                  <a:lnTo>
                    <a:pt x="3810" y="6350"/>
                  </a:lnTo>
                  <a:lnTo>
                    <a:pt x="3810" y="8890"/>
                  </a:lnTo>
                  <a:lnTo>
                    <a:pt x="582930" y="8890"/>
                  </a:lnTo>
                  <a:lnTo>
                    <a:pt x="582930" y="6350"/>
                  </a:lnTo>
                  <a:lnTo>
                    <a:pt x="584200" y="6350"/>
                  </a:lnTo>
                  <a:lnTo>
                    <a:pt x="584200" y="3810"/>
                  </a:lnTo>
                  <a:lnTo>
                    <a:pt x="585470" y="3810"/>
                  </a:lnTo>
                  <a:lnTo>
                    <a:pt x="585470" y="2552"/>
                  </a:lnTo>
                  <a:close/>
                </a:path>
                <a:path w="586740" h="59689">
                  <a:moveTo>
                    <a:pt x="58674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586740" y="2540"/>
                  </a:lnTo>
                  <a:lnTo>
                    <a:pt x="586740" y="0"/>
                  </a:lnTo>
                  <a:close/>
                </a:path>
              </a:pathLst>
            </a:custGeom>
            <a:solidFill>
              <a:srgbClr val="DDDD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6781800" y="1676399"/>
              <a:ext cx="609600" cy="2103120"/>
            </a:xfrm>
            <a:custGeom>
              <a:avLst/>
              <a:gdLst/>
              <a:ahLst/>
              <a:cxnLst/>
              <a:rect l="l" t="t" r="r" b="b"/>
              <a:pathLst>
                <a:path w="609600" h="2103120">
                  <a:moveTo>
                    <a:pt x="101600" y="0"/>
                  </a:moveTo>
                  <a:lnTo>
                    <a:pt x="64293" y="8731"/>
                  </a:lnTo>
                  <a:lnTo>
                    <a:pt x="31750" y="31750"/>
                  </a:lnTo>
                  <a:lnTo>
                    <a:pt x="8731" y="64293"/>
                  </a:lnTo>
                  <a:lnTo>
                    <a:pt x="0" y="101600"/>
                  </a:lnTo>
                  <a:lnTo>
                    <a:pt x="0" y="131286"/>
                  </a:lnTo>
                  <a:lnTo>
                    <a:pt x="0" y="339089"/>
                  </a:lnTo>
                  <a:lnTo>
                    <a:pt x="0" y="903128"/>
                  </a:lnTo>
                  <a:lnTo>
                    <a:pt x="0" y="2001520"/>
                  </a:lnTo>
                  <a:lnTo>
                    <a:pt x="8731" y="2038826"/>
                  </a:lnTo>
                  <a:lnTo>
                    <a:pt x="31750" y="2071370"/>
                  </a:lnTo>
                  <a:lnTo>
                    <a:pt x="64293" y="2094388"/>
                  </a:lnTo>
                  <a:lnTo>
                    <a:pt x="101600" y="2103120"/>
                  </a:lnTo>
                  <a:lnTo>
                    <a:pt x="107950" y="2103120"/>
                  </a:lnTo>
                  <a:lnTo>
                    <a:pt x="152400" y="2103120"/>
                  </a:lnTo>
                  <a:lnTo>
                    <a:pt x="273050" y="2103120"/>
                  </a:lnTo>
                  <a:lnTo>
                    <a:pt x="508000" y="2103120"/>
                  </a:lnTo>
                  <a:lnTo>
                    <a:pt x="545306" y="2094388"/>
                  </a:lnTo>
                  <a:lnTo>
                    <a:pt x="577850" y="2071370"/>
                  </a:lnTo>
                  <a:lnTo>
                    <a:pt x="600868" y="2038826"/>
                  </a:lnTo>
                  <a:lnTo>
                    <a:pt x="609600" y="2001520"/>
                  </a:lnTo>
                  <a:lnTo>
                    <a:pt x="609600" y="1971833"/>
                  </a:lnTo>
                  <a:lnTo>
                    <a:pt x="609600" y="1764029"/>
                  </a:lnTo>
                  <a:lnTo>
                    <a:pt x="609600" y="1199991"/>
                  </a:lnTo>
                  <a:lnTo>
                    <a:pt x="609600" y="101600"/>
                  </a:lnTo>
                  <a:lnTo>
                    <a:pt x="600868" y="64293"/>
                  </a:lnTo>
                  <a:lnTo>
                    <a:pt x="577850" y="31750"/>
                  </a:lnTo>
                  <a:lnTo>
                    <a:pt x="545306" y="8731"/>
                  </a:lnTo>
                  <a:lnTo>
                    <a:pt x="508000" y="0"/>
                  </a:lnTo>
                  <a:lnTo>
                    <a:pt x="501650" y="0"/>
                  </a:lnTo>
                  <a:lnTo>
                    <a:pt x="457200" y="0"/>
                  </a:lnTo>
                  <a:lnTo>
                    <a:pt x="336550" y="0"/>
                  </a:lnTo>
                  <a:lnTo>
                    <a:pt x="101600" y="0"/>
                  </a:lnTo>
                  <a:close/>
                </a:path>
              </a:pathLst>
            </a:custGeom>
            <a:ln w="57146">
              <a:solidFill>
                <a:srgbClr val="A9A9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9" name="object 39"/>
          <p:cNvSpPr/>
          <p:nvPr/>
        </p:nvSpPr>
        <p:spPr>
          <a:xfrm>
            <a:off x="980439" y="595630"/>
            <a:ext cx="5255260" cy="403860"/>
          </a:xfrm>
          <a:custGeom>
            <a:avLst/>
            <a:gdLst/>
            <a:ahLst/>
            <a:cxnLst/>
            <a:rect l="l" t="t" r="r" b="b"/>
            <a:pathLst>
              <a:path w="5255260" h="403859">
                <a:moveTo>
                  <a:pt x="5255260" y="0"/>
                </a:moveTo>
                <a:lnTo>
                  <a:pt x="0" y="0"/>
                </a:lnTo>
                <a:lnTo>
                  <a:pt x="0" y="403860"/>
                </a:lnTo>
                <a:lnTo>
                  <a:pt x="2627630" y="403860"/>
                </a:lnTo>
                <a:lnTo>
                  <a:pt x="5255260" y="403860"/>
                </a:lnTo>
                <a:lnTo>
                  <a:pt x="525526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08000">
              <a:lnSpc>
                <a:spcPct val="100000"/>
              </a:lnSpc>
              <a:spcBef>
                <a:spcPts val="100"/>
              </a:spcBef>
            </a:pPr>
            <a:r>
              <a:rPr spc="-10" dirty="0"/>
              <a:t>Non-</a:t>
            </a:r>
            <a:r>
              <a:rPr spc="-30" dirty="0"/>
              <a:t>disruptive</a:t>
            </a:r>
            <a:r>
              <a:rPr spc="-165" dirty="0"/>
              <a:t> </a:t>
            </a:r>
            <a:r>
              <a:rPr spc="-20" dirty="0"/>
              <a:t>capacity</a:t>
            </a:r>
            <a:r>
              <a:rPr spc="-10" dirty="0"/>
              <a:t> </a:t>
            </a:r>
            <a:r>
              <a:rPr dirty="0"/>
              <a:t>on</a:t>
            </a:r>
            <a:r>
              <a:rPr spc="-5" dirty="0"/>
              <a:t> </a:t>
            </a:r>
            <a:r>
              <a:rPr spc="-10" dirty="0"/>
              <a:t>demand</a:t>
            </a:r>
          </a:p>
        </p:txBody>
      </p:sp>
      <p:grpSp>
        <p:nvGrpSpPr>
          <p:cNvPr id="41" name="object 41"/>
          <p:cNvGrpSpPr/>
          <p:nvPr/>
        </p:nvGrpSpPr>
        <p:grpSpPr>
          <a:xfrm>
            <a:off x="1380489" y="1647826"/>
            <a:ext cx="5998210" cy="3724275"/>
            <a:chOff x="1380489" y="1647826"/>
            <a:chExt cx="5998210" cy="3724275"/>
          </a:xfrm>
        </p:grpSpPr>
        <p:sp>
          <p:nvSpPr>
            <p:cNvPr id="42" name="object 42"/>
            <p:cNvSpPr/>
            <p:nvPr/>
          </p:nvSpPr>
          <p:spPr>
            <a:xfrm>
              <a:off x="4366260" y="1677669"/>
              <a:ext cx="603250" cy="88900"/>
            </a:xfrm>
            <a:custGeom>
              <a:avLst/>
              <a:gdLst/>
              <a:ahLst/>
              <a:cxnLst/>
              <a:rect l="l" t="t" r="r" b="b"/>
              <a:pathLst>
                <a:path w="603250" h="88900">
                  <a:moveTo>
                    <a:pt x="34290" y="25400"/>
                  </a:moveTo>
                  <a:lnTo>
                    <a:pt x="33020" y="25400"/>
                  </a:lnTo>
                  <a:lnTo>
                    <a:pt x="33020" y="38100"/>
                  </a:lnTo>
                  <a:lnTo>
                    <a:pt x="34290" y="38100"/>
                  </a:lnTo>
                  <a:lnTo>
                    <a:pt x="34290" y="25400"/>
                  </a:lnTo>
                  <a:close/>
                </a:path>
                <a:path w="603250" h="88900">
                  <a:moveTo>
                    <a:pt x="50800" y="12700"/>
                  </a:moveTo>
                  <a:lnTo>
                    <a:pt x="49530" y="12700"/>
                  </a:lnTo>
                  <a:lnTo>
                    <a:pt x="49530" y="25400"/>
                  </a:lnTo>
                  <a:lnTo>
                    <a:pt x="50800" y="25400"/>
                  </a:lnTo>
                  <a:lnTo>
                    <a:pt x="50800" y="12700"/>
                  </a:lnTo>
                  <a:close/>
                </a:path>
                <a:path w="603250" h="88900">
                  <a:moveTo>
                    <a:pt x="87630" y="0"/>
                  </a:moveTo>
                  <a:lnTo>
                    <a:pt x="85090" y="0"/>
                  </a:lnTo>
                  <a:lnTo>
                    <a:pt x="85090" y="12700"/>
                  </a:lnTo>
                  <a:lnTo>
                    <a:pt x="87630" y="12700"/>
                  </a:lnTo>
                  <a:lnTo>
                    <a:pt x="87630" y="0"/>
                  </a:lnTo>
                  <a:close/>
                </a:path>
                <a:path w="603250" h="88900">
                  <a:moveTo>
                    <a:pt x="521970" y="0"/>
                  </a:moveTo>
                  <a:lnTo>
                    <a:pt x="514350" y="0"/>
                  </a:lnTo>
                  <a:lnTo>
                    <a:pt x="514350" y="12700"/>
                  </a:lnTo>
                  <a:lnTo>
                    <a:pt x="521970" y="12700"/>
                  </a:lnTo>
                  <a:lnTo>
                    <a:pt x="521970" y="0"/>
                  </a:lnTo>
                  <a:close/>
                </a:path>
                <a:path w="603250" h="88900">
                  <a:moveTo>
                    <a:pt x="553720" y="12700"/>
                  </a:moveTo>
                  <a:lnTo>
                    <a:pt x="551180" y="12700"/>
                  </a:lnTo>
                  <a:lnTo>
                    <a:pt x="551180" y="25400"/>
                  </a:lnTo>
                  <a:lnTo>
                    <a:pt x="553720" y="25400"/>
                  </a:lnTo>
                  <a:lnTo>
                    <a:pt x="553720" y="12700"/>
                  </a:lnTo>
                  <a:close/>
                </a:path>
                <a:path w="603250" h="88900">
                  <a:moveTo>
                    <a:pt x="570230" y="25400"/>
                  </a:moveTo>
                  <a:lnTo>
                    <a:pt x="568960" y="25400"/>
                  </a:lnTo>
                  <a:lnTo>
                    <a:pt x="568960" y="38100"/>
                  </a:lnTo>
                  <a:lnTo>
                    <a:pt x="570230" y="38100"/>
                  </a:lnTo>
                  <a:lnTo>
                    <a:pt x="570230" y="25400"/>
                  </a:lnTo>
                  <a:close/>
                </a:path>
                <a:path w="603250" h="88900">
                  <a:moveTo>
                    <a:pt x="603250" y="76200"/>
                  </a:moveTo>
                  <a:lnTo>
                    <a:pt x="598170" y="76200"/>
                  </a:lnTo>
                  <a:lnTo>
                    <a:pt x="598170" y="63500"/>
                  </a:lnTo>
                  <a:lnTo>
                    <a:pt x="590550" y="63500"/>
                  </a:lnTo>
                  <a:lnTo>
                    <a:pt x="590550" y="58420"/>
                  </a:lnTo>
                  <a:lnTo>
                    <a:pt x="590550" y="50800"/>
                  </a:lnTo>
                  <a:lnTo>
                    <a:pt x="581647" y="50800"/>
                  </a:lnTo>
                  <a:lnTo>
                    <a:pt x="581647" y="38100"/>
                  </a:lnTo>
                  <a:lnTo>
                    <a:pt x="580390" y="38100"/>
                  </a:lnTo>
                  <a:lnTo>
                    <a:pt x="580390" y="50800"/>
                  </a:lnTo>
                  <a:lnTo>
                    <a:pt x="21590" y="50800"/>
                  </a:lnTo>
                  <a:lnTo>
                    <a:pt x="21590" y="38100"/>
                  </a:lnTo>
                  <a:lnTo>
                    <a:pt x="20320" y="38100"/>
                  </a:lnTo>
                  <a:lnTo>
                    <a:pt x="20320" y="50800"/>
                  </a:lnTo>
                  <a:lnTo>
                    <a:pt x="11430" y="50800"/>
                  </a:lnTo>
                  <a:lnTo>
                    <a:pt x="11430" y="58420"/>
                  </a:lnTo>
                  <a:lnTo>
                    <a:pt x="11430" y="63500"/>
                  </a:lnTo>
                  <a:lnTo>
                    <a:pt x="5080" y="63500"/>
                  </a:lnTo>
                  <a:lnTo>
                    <a:pt x="5080" y="76200"/>
                  </a:lnTo>
                  <a:lnTo>
                    <a:pt x="0" y="76200"/>
                  </a:lnTo>
                  <a:lnTo>
                    <a:pt x="0" y="88900"/>
                  </a:lnTo>
                  <a:lnTo>
                    <a:pt x="603250" y="88900"/>
                  </a:lnTo>
                  <a:lnTo>
                    <a:pt x="603250" y="762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4362450" y="1855469"/>
              <a:ext cx="609600" cy="60960"/>
            </a:xfrm>
            <a:custGeom>
              <a:avLst/>
              <a:gdLst/>
              <a:ahLst/>
              <a:cxnLst/>
              <a:rect l="l" t="t" r="r" b="b"/>
              <a:pathLst>
                <a:path w="609600" h="60960">
                  <a:moveTo>
                    <a:pt x="0" y="60959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60959"/>
                  </a:lnTo>
                  <a:lnTo>
                    <a:pt x="0" y="6095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4362450" y="1916429"/>
              <a:ext cx="609600" cy="59690"/>
            </a:xfrm>
            <a:custGeom>
              <a:avLst/>
              <a:gdLst/>
              <a:ahLst/>
              <a:cxnLst/>
              <a:rect l="l" t="t" r="r" b="b"/>
              <a:pathLst>
                <a:path w="609600" h="59689">
                  <a:moveTo>
                    <a:pt x="0" y="59690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59690"/>
                  </a:lnTo>
                  <a:lnTo>
                    <a:pt x="0" y="59690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4362450" y="1976119"/>
              <a:ext cx="609600" cy="59690"/>
            </a:xfrm>
            <a:custGeom>
              <a:avLst/>
              <a:gdLst/>
              <a:ahLst/>
              <a:cxnLst/>
              <a:rect l="l" t="t" r="r" b="b"/>
              <a:pathLst>
                <a:path w="609600" h="59689">
                  <a:moveTo>
                    <a:pt x="0" y="59689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4362450" y="2035809"/>
              <a:ext cx="609600" cy="60960"/>
            </a:xfrm>
            <a:custGeom>
              <a:avLst/>
              <a:gdLst/>
              <a:ahLst/>
              <a:cxnLst/>
              <a:rect l="l" t="t" r="r" b="b"/>
              <a:pathLst>
                <a:path w="609600" h="60960">
                  <a:moveTo>
                    <a:pt x="0" y="60960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60960"/>
                  </a:lnTo>
                  <a:lnTo>
                    <a:pt x="0" y="60960"/>
                  </a:lnTo>
                  <a:close/>
                </a:path>
              </a:pathLst>
            </a:custGeom>
            <a:solidFill>
              <a:srgbClr val="F9F9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4362450" y="2096769"/>
              <a:ext cx="609600" cy="59690"/>
            </a:xfrm>
            <a:custGeom>
              <a:avLst/>
              <a:gdLst/>
              <a:ahLst/>
              <a:cxnLst/>
              <a:rect l="l" t="t" r="r" b="b"/>
              <a:pathLst>
                <a:path w="609600" h="59689">
                  <a:moveTo>
                    <a:pt x="0" y="59689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4362450" y="2156459"/>
              <a:ext cx="609600" cy="60960"/>
            </a:xfrm>
            <a:custGeom>
              <a:avLst/>
              <a:gdLst/>
              <a:ahLst/>
              <a:cxnLst/>
              <a:rect l="l" t="t" r="r" b="b"/>
              <a:pathLst>
                <a:path w="609600" h="60960">
                  <a:moveTo>
                    <a:pt x="0" y="60960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60960"/>
                  </a:lnTo>
                  <a:lnTo>
                    <a:pt x="0" y="6096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4362450" y="2217419"/>
              <a:ext cx="609600" cy="59690"/>
            </a:xfrm>
            <a:custGeom>
              <a:avLst/>
              <a:gdLst/>
              <a:ahLst/>
              <a:cxnLst/>
              <a:rect l="l" t="t" r="r" b="b"/>
              <a:pathLst>
                <a:path w="609600" h="59689">
                  <a:moveTo>
                    <a:pt x="0" y="59689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F6F6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4362450" y="2277109"/>
              <a:ext cx="609600" cy="59690"/>
            </a:xfrm>
            <a:custGeom>
              <a:avLst/>
              <a:gdLst/>
              <a:ahLst/>
              <a:cxnLst/>
              <a:rect l="l" t="t" r="r" b="b"/>
              <a:pathLst>
                <a:path w="609600" h="59689">
                  <a:moveTo>
                    <a:pt x="0" y="59689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F5F5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4362450" y="2336799"/>
              <a:ext cx="609600" cy="60960"/>
            </a:xfrm>
            <a:custGeom>
              <a:avLst/>
              <a:gdLst/>
              <a:ahLst/>
              <a:cxnLst/>
              <a:rect l="l" t="t" r="r" b="b"/>
              <a:pathLst>
                <a:path w="609600" h="60960">
                  <a:moveTo>
                    <a:pt x="0" y="60960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60960"/>
                  </a:lnTo>
                  <a:lnTo>
                    <a:pt x="0" y="6096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4362450" y="2397759"/>
              <a:ext cx="609600" cy="59690"/>
            </a:xfrm>
            <a:custGeom>
              <a:avLst/>
              <a:gdLst/>
              <a:ahLst/>
              <a:cxnLst/>
              <a:rect l="l" t="t" r="r" b="b"/>
              <a:pathLst>
                <a:path w="609600" h="59689">
                  <a:moveTo>
                    <a:pt x="0" y="59689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4362450" y="2457449"/>
              <a:ext cx="609600" cy="59690"/>
            </a:xfrm>
            <a:custGeom>
              <a:avLst/>
              <a:gdLst/>
              <a:ahLst/>
              <a:cxnLst/>
              <a:rect l="l" t="t" r="r" b="b"/>
              <a:pathLst>
                <a:path w="609600" h="59689">
                  <a:moveTo>
                    <a:pt x="0" y="59689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F2F2F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4362450" y="2517139"/>
              <a:ext cx="609600" cy="60960"/>
            </a:xfrm>
            <a:custGeom>
              <a:avLst/>
              <a:gdLst/>
              <a:ahLst/>
              <a:cxnLst/>
              <a:rect l="l" t="t" r="r" b="b"/>
              <a:pathLst>
                <a:path w="609600" h="60960">
                  <a:moveTo>
                    <a:pt x="0" y="60960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60960"/>
                  </a:lnTo>
                  <a:lnTo>
                    <a:pt x="0" y="6096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4362450" y="2578100"/>
              <a:ext cx="609600" cy="59690"/>
            </a:xfrm>
            <a:custGeom>
              <a:avLst/>
              <a:gdLst/>
              <a:ahLst/>
              <a:cxnLst/>
              <a:rect l="l" t="t" r="r" b="b"/>
              <a:pathLst>
                <a:path w="609600" h="59689">
                  <a:moveTo>
                    <a:pt x="0" y="59689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F0F0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4362450" y="2637789"/>
              <a:ext cx="609600" cy="59690"/>
            </a:xfrm>
            <a:custGeom>
              <a:avLst/>
              <a:gdLst/>
              <a:ahLst/>
              <a:cxnLst/>
              <a:rect l="l" t="t" r="r" b="b"/>
              <a:pathLst>
                <a:path w="609600" h="59689">
                  <a:moveTo>
                    <a:pt x="0" y="59689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4362450" y="2697479"/>
              <a:ext cx="609600" cy="60960"/>
            </a:xfrm>
            <a:custGeom>
              <a:avLst/>
              <a:gdLst/>
              <a:ahLst/>
              <a:cxnLst/>
              <a:rect l="l" t="t" r="r" b="b"/>
              <a:pathLst>
                <a:path w="609600" h="60960">
                  <a:moveTo>
                    <a:pt x="0" y="60960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60960"/>
                  </a:lnTo>
                  <a:lnTo>
                    <a:pt x="0" y="6096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4362450" y="2758439"/>
              <a:ext cx="609600" cy="59690"/>
            </a:xfrm>
            <a:custGeom>
              <a:avLst/>
              <a:gdLst/>
              <a:ahLst/>
              <a:cxnLst/>
              <a:rect l="l" t="t" r="r" b="b"/>
              <a:pathLst>
                <a:path w="609600" h="59689">
                  <a:moveTo>
                    <a:pt x="0" y="59689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4362450" y="2818129"/>
              <a:ext cx="609600" cy="60960"/>
            </a:xfrm>
            <a:custGeom>
              <a:avLst/>
              <a:gdLst/>
              <a:ahLst/>
              <a:cxnLst/>
              <a:rect l="l" t="t" r="r" b="b"/>
              <a:pathLst>
                <a:path w="609600" h="60960">
                  <a:moveTo>
                    <a:pt x="0" y="60960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60960"/>
                  </a:lnTo>
                  <a:lnTo>
                    <a:pt x="0" y="60960"/>
                  </a:lnTo>
                  <a:close/>
                </a:path>
              </a:pathLst>
            </a:custGeom>
            <a:solidFill>
              <a:srgbClr val="ECEC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4362450" y="2879089"/>
              <a:ext cx="609600" cy="59690"/>
            </a:xfrm>
            <a:custGeom>
              <a:avLst/>
              <a:gdLst/>
              <a:ahLst/>
              <a:cxnLst/>
              <a:rect l="l" t="t" r="r" b="b"/>
              <a:pathLst>
                <a:path w="609600" h="59689">
                  <a:moveTo>
                    <a:pt x="0" y="59689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EBEB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4362450" y="2938779"/>
              <a:ext cx="609600" cy="59690"/>
            </a:xfrm>
            <a:custGeom>
              <a:avLst/>
              <a:gdLst/>
              <a:ahLst/>
              <a:cxnLst/>
              <a:rect l="l" t="t" r="r" b="b"/>
              <a:pathLst>
                <a:path w="609600" h="59689">
                  <a:moveTo>
                    <a:pt x="0" y="59690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59690"/>
                  </a:lnTo>
                  <a:lnTo>
                    <a:pt x="0" y="59690"/>
                  </a:lnTo>
                  <a:close/>
                </a:path>
              </a:pathLst>
            </a:custGeom>
            <a:solidFill>
              <a:srgbClr val="EAE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4362450" y="2998469"/>
              <a:ext cx="609600" cy="60960"/>
            </a:xfrm>
            <a:custGeom>
              <a:avLst/>
              <a:gdLst/>
              <a:ahLst/>
              <a:cxnLst/>
              <a:rect l="l" t="t" r="r" b="b"/>
              <a:pathLst>
                <a:path w="609600" h="60960">
                  <a:moveTo>
                    <a:pt x="0" y="60959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60959"/>
                  </a:lnTo>
                  <a:lnTo>
                    <a:pt x="0" y="60959"/>
                  </a:lnTo>
                  <a:close/>
                </a:path>
              </a:pathLst>
            </a:custGeom>
            <a:solidFill>
              <a:srgbClr val="E9E9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4362450" y="3059429"/>
              <a:ext cx="609600" cy="59690"/>
            </a:xfrm>
            <a:custGeom>
              <a:avLst/>
              <a:gdLst/>
              <a:ahLst/>
              <a:cxnLst/>
              <a:rect l="l" t="t" r="r" b="b"/>
              <a:pathLst>
                <a:path w="609600" h="59689">
                  <a:moveTo>
                    <a:pt x="0" y="59690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59690"/>
                  </a:lnTo>
                  <a:lnTo>
                    <a:pt x="0" y="59690"/>
                  </a:lnTo>
                  <a:close/>
                </a:path>
              </a:pathLst>
            </a:custGeom>
            <a:solidFill>
              <a:srgbClr val="E8E8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4362450" y="3119119"/>
              <a:ext cx="609600" cy="59690"/>
            </a:xfrm>
            <a:custGeom>
              <a:avLst/>
              <a:gdLst/>
              <a:ahLst/>
              <a:cxnLst/>
              <a:rect l="l" t="t" r="r" b="b"/>
              <a:pathLst>
                <a:path w="609600" h="59689">
                  <a:moveTo>
                    <a:pt x="0" y="59689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4362450" y="3178809"/>
              <a:ext cx="609600" cy="60960"/>
            </a:xfrm>
            <a:custGeom>
              <a:avLst/>
              <a:gdLst/>
              <a:ahLst/>
              <a:cxnLst/>
              <a:rect l="l" t="t" r="r" b="b"/>
              <a:pathLst>
                <a:path w="609600" h="60960">
                  <a:moveTo>
                    <a:pt x="0" y="60960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60960"/>
                  </a:lnTo>
                  <a:lnTo>
                    <a:pt x="0" y="6096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4362450" y="3239769"/>
              <a:ext cx="609600" cy="59690"/>
            </a:xfrm>
            <a:custGeom>
              <a:avLst/>
              <a:gdLst/>
              <a:ahLst/>
              <a:cxnLst/>
              <a:rect l="l" t="t" r="r" b="b"/>
              <a:pathLst>
                <a:path w="609600" h="59689">
                  <a:moveTo>
                    <a:pt x="0" y="59689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E5E5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4362450" y="3299460"/>
              <a:ext cx="609600" cy="60960"/>
            </a:xfrm>
            <a:custGeom>
              <a:avLst/>
              <a:gdLst/>
              <a:ahLst/>
              <a:cxnLst/>
              <a:rect l="l" t="t" r="r" b="b"/>
              <a:pathLst>
                <a:path w="609600" h="60960">
                  <a:moveTo>
                    <a:pt x="0" y="60960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60960"/>
                  </a:lnTo>
                  <a:lnTo>
                    <a:pt x="0" y="60960"/>
                  </a:lnTo>
                  <a:close/>
                </a:path>
              </a:pathLst>
            </a:custGeom>
            <a:solidFill>
              <a:srgbClr val="E4E4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4362450" y="3360419"/>
              <a:ext cx="609600" cy="59690"/>
            </a:xfrm>
            <a:custGeom>
              <a:avLst/>
              <a:gdLst/>
              <a:ahLst/>
              <a:cxnLst/>
              <a:rect l="l" t="t" r="r" b="b"/>
              <a:pathLst>
                <a:path w="609600" h="59689">
                  <a:moveTo>
                    <a:pt x="0" y="59689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E3E3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4362450" y="3420110"/>
              <a:ext cx="609600" cy="59690"/>
            </a:xfrm>
            <a:custGeom>
              <a:avLst/>
              <a:gdLst/>
              <a:ahLst/>
              <a:cxnLst/>
              <a:rect l="l" t="t" r="r" b="b"/>
              <a:pathLst>
                <a:path w="609600" h="59689">
                  <a:moveTo>
                    <a:pt x="0" y="59689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E2E2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4362450" y="3479800"/>
              <a:ext cx="609600" cy="60960"/>
            </a:xfrm>
            <a:custGeom>
              <a:avLst/>
              <a:gdLst/>
              <a:ahLst/>
              <a:cxnLst/>
              <a:rect l="l" t="t" r="r" b="b"/>
              <a:pathLst>
                <a:path w="609600" h="60960">
                  <a:moveTo>
                    <a:pt x="0" y="60960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60960"/>
                  </a:lnTo>
                  <a:lnTo>
                    <a:pt x="0" y="60960"/>
                  </a:lnTo>
                  <a:close/>
                </a:path>
              </a:pathLst>
            </a:custGeom>
            <a:solidFill>
              <a:srgbClr val="E1E1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4362450" y="3540760"/>
              <a:ext cx="609600" cy="59690"/>
            </a:xfrm>
            <a:custGeom>
              <a:avLst/>
              <a:gdLst/>
              <a:ahLst/>
              <a:cxnLst/>
              <a:rect l="l" t="t" r="r" b="b"/>
              <a:pathLst>
                <a:path w="609600" h="59689">
                  <a:moveTo>
                    <a:pt x="0" y="59689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E0E0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4362450" y="3600450"/>
              <a:ext cx="609600" cy="59690"/>
            </a:xfrm>
            <a:custGeom>
              <a:avLst/>
              <a:gdLst/>
              <a:ahLst/>
              <a:cxnLst/>
              <a:rect l="l" t="t" r="r" b="b"/>
              <a:pathLst>
                <a:path w="609600" h="59689">
                  <a:moveTo>
                    <a:pt x="0" y="59689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4362450" y="3660139"/>
              <a:ext cx="609600" cy="60960"/>
            </a:xfrm>
            <a:custGeom>
              <a:avLst/>
              <a:gdLst/>
              <a:ahLst/>
              <a:cxnLst/>
              <a:rect l="l" t="t" r="r" b="b"/>
              <a:pathLst>
                <a:path w="609600" h="60960">
                  <a:moveTo>
                    <a:pt x="600710" y="57162"/>
                  </a:moveTo>
                  <a:lnTo>
                    <a:pt x="10160" y="57162"/>
                  </a:lnTo>
                  <a:lnTo>
                    <a:pt x="10160" y="59690"/>
                  </a:lnTo>
                  <a:lnTo>
                    <a:pt x="11430" y="59690"/>
                  </a:lnTo>
                  <a:lnTo>
                    <a:pt x="11430" y="60960"/>
                  </a:lnTo>
                  <a:lnTo>
                    <a:pt x="599440" y="60960"/>
                  </a:lnTo>
                  <a:lnTo>
                    <a:pt x="599440" y="59690"/>
                  </a:lnTo>
                  <a:lnTo>
                    <a:pt x="600710" y="59690"/>
                  </a:lnTo>
                  <a:lnTo>
                    <a:pt x="600710" y="57162"/>
                  </a:lnTo>
                  <a:close/>
                </a:path>
                <a:path w="609600" h="60960">
                  <a:moveTo>
                    <a:pt x="609600" y="24142"/>
                  </a:moveTo>
                  <a:lnTo>
                    <a:pt x="0" y="24142"/>
                  </a:lnTo>
                  <a:lnTo>
                    <a:pt x="0" y="33020"/>
                  </a:lnTo>
                  <a:lnTo>
                    <a:pt x="1270" y="33020"/>
                  </a:lnTo>
                  <a:lnTo>
                    <a:pt x="1270" y="39370"/>
                  </a:lnTo>
                  <a:lnTo>
                    <a:pt x="2540" y="39370"/>
                  </a:lnTo>
                  <a:lnTo>
                    <a:pt x="2540" y="41910"/>
                  </a:lnTo>
                  <a:lnTo>
                    <a:pt x="3810" y="41910"/>
                  </a:lnTo>
                  <a:lnTo>
                    <a:pt x="3810" y="44450"/>
                  </a:lnTo>
                  <a:lnTo>
                    <a:pt x="5080" y="44450"/>
                  </a:lnTo>
                  <a:lnTo>
                    <a:pt x="5080" y="48260"/>
                  </a:lnTo>
                  <a:lnTo>
                    <a:pt x="6350" y="48260"/>
                  </a:lnTo>
                  <a:lnTo>
                    <a:pt x="6350" y="50800"/>
                  </a:lnTo>
                  <a:lnTo>
                    <a:pt x="7620" y="50800"/>
                  </a:lnTo>
                  <a:lnTo>
                    <a:pt x="7620" y="52070"/>
                  </a:lnTo>
                  <a:lnTo>
                    <a:pt x="7620" y="54610"/>
                  </a:lnTo>
                  <a:lnTo>
                    <a:pt x="8890" y="54610"/>
                  </a:lnTo>
                  <a:lnTo>
                    <a:pt x="8890" y="57150"/>
                  </a:lnTo>
                  <a:lnTo>
                    <a:pt x="601980" y="57150"/>
                  </a:lnTo>
                  <a:lnTo>
                    <a:pt x="601980" y="54610"/>
                  </a:lnTo>
                  <a:lnTo>
                    <a:pt x="603250" y="54610"/>
                  </a:lnTo>
                  <a:lnTo>
                    <a:pt x="603250" y="52070"/>
                  </a:lnTo>
                  <a:lnTo>
                    <a:pt x="604520" y="52070"/>
                  </a:lnTo>
                  <a:lnTo>
                    <a:pt x="604520" y="50800"/>
                  </a:lnTo>
                  <a:lnTo>
                    <a:pt x="604520" y="48260"/>
                  </a:lnTo>
                  <a:lnTo>
                    <a:pt x="605790" y="48260"/>
                  </a:lnTo>
                  <a:lnTo>
                    <a:pt x="605790" y="44450"/>
                  </a:lnTo>
                  <a:lnTo>
                    <a:pt x="607060" y="44450"/>
                  </a:lnTo>
                  <a:lnTo>
                    <a:pt x="607060" y="41910"/>
                  </a:lnTo>
                  <a:lnTo>
                    <a:pt x="607060" y="39370"/>
                  </a:lnTo>
                  <a:lnTo>
                    <a:pt x="608330" y="39370"/>
                  </a:lnTo>
                  <a:lnTo>
                    <a:pt x="608330" y="33020"/>
                  </a:lnTo>
                  <a:lnTo>
                    <a:pt x="609600" y="33020"/>
                  </a:lnTo>
                  <a:lnTo>
                    <a:pt x="609600" y="24142"/>
                  </a:lnTo>
                  <a:close/>
                </a:path>
                <a:path w="609600" h="60960">
                  <a:moveTo>
                    <a:pt x="609600" y="0"/>
                  </a:moveTo>
                  <a:lnTo>
                    <a:pt x="0" y="0"/>
                  </a:lnTo>
                  <a:lnTo>
                    <a:pt x="0" y="24130"/>
                  </a:lnTo>
                  <a:lnTo>
                    <a:pt x="609600" y="24130"/>
                  </a:lnTo>
                  <a:lnTo>
                    <a:pt x="609600" y="0"/>
                  </a:lnTo>
                  <a:close/>
                </a:path>
              </a:pathLst>
            </a:custGeom>
            <a:solidFill>
              <a:srgbClr val="DEDE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4373880" y="3721099"/>
              <a:ext cx="586740" cy="59690"/>
            </a:xfrm>
            <a:custGeom>
              <a:avLst/>
              <a:gdLst/>
              <a:ahLst/>
              <a:cxnLst/>
              <a:rect l="l" t="t" r="r" b="b"/>
              <a:pathLst>
                <a:path w="586739" h="59689">
                  <a:moveTo>
                    <a:pt x="264795" y="53352"/>
                  </a:moveTo>
                  <a:lnTo>
                    <a:pt x="62230" y="53352"/>
                  </a:lnTo>
                  <a:lnTo>
                    <a:pt x="62230" y="54610"/>
                  </a:lnTo>
                  <a:lnTo>
                    <a:pt x="64770" y="54610"/>
                  </a:lnTo>
                  <a:lnTo>
                    <a:pt x="64770" y="55880"/>
                  </a:lnTo>
                  <a:lnTo>
                    <a:pt x="67310" y="55880"/>
                  </a:lnTo>
                  <a:lnTo>
                    <a:pt x="67310" y="57150"/>
                  </a:lnTo>
                  <a:lnTo>
                    <a:pt x="71120" y="57150"/>
                  </a:lnTo>
                  <a:lnTo>
                    <a:pt x="71120" y="58420"/>
                  </a:lnTo>
                  <a:lnTo>
                    <a:pt x="80010" y="58420"/>
                  </a:lnTo>
                  <a:lnTo>
                    <a:pt x="80010" y="59690"/>
                  </a:lnTo>
                  <a:lnTo>
                    <a:pt x="264795" y="59690"/>
                  </a:lnTo>
                  <a:lnTo>
                    <a:pt x="264795" y="58420"/>
                  </a:lnTo>
                  <a:lnTo>
                    <a:pt x="264795" y="57150"/>
                  </a:lnTo>
                  <a:lnTo>
                    <a:pt x="264795" y="55880"/>
                  </a:lnTo>
                  <a:lnTo>
                    <a:pt x="264795" y="54610"/>
                  </a:lnTo>
                  <a:lnTo>
                    <a:pt x="264795" y="53352"/>
                  </a:lnTo>
                  <a:close/>
                </a:path>
                <a:path w="586739" h="59689">
                  <a:moveTo>
                    <a:pt x="264795" y="47002"/>
                  </a:moveTo>
                  <a:lnTo>
                    <a:pt x="44450" y="47002"/>
                  </a:lnTo>
                  <a:lnTo>
                    <a:pt x="44450" y="48260"/>
                  </a:lnTo>
                  <a:lnTo>
                    <a:pt x="46990" y="48260"/>
                  </a:lnTo>
                  <a:lnTo>
                    <a:pt x="46990" y="49530"/>
                  </a:lnTo>
                  <a:lnTo>
                    <a:pt x="49530" y="49530"/>
                  </a:lnTo>
                  <a:lnTo>
                    <a:pt x="49530" y="50800"/>
                  </a:lnTo>
                  <a:lnTo>
                    <a:pt x="52070" y="50800"/>
                  </a:lnTo>
                  <a:lnTo>
                    <a:pt x="52070" y="52070"/>
                  </a:lnTo>
                  <a:lnTo>
                    <a:pt x="54610" y="52070"/>
                  </a:lnTo>
                  <a:lnTo>
                    <a:pt x="54610" y="53340"/>
                  </a:lnTo>
                  <a:lnTo>
                    <a:pt x="264795" y="53340"/>
                  </a:lnTo>
                  <a:lnTo>
                    <a:pt x="264795" y="52070"/>
                  </a:lnTo>
                  <a:lnTo>
                    <a:pt x="264795" y="50800"/>
                  </a:lnTo>
                  <a:lnTo>
                    <a:pt x="264795" y="49530"/>
                  </a:lnTo>
                  <a:lnTo>
                    <a:pt x="264795" y="48260"/>
                  </a:lnTo>
                  <a:lnTo>
                    <a:pt x="264795" y="47002"/>
                  </a:lnTo>
                  <a:close/>
                </a:path>
                <a:path w="586739" h="59689">
                  <a:moveTo>
                    <a:pt x="264795" y="40652"/>
                  </a:moveTo>
                  <a:lnTo>
                    <a:pt x="35560" y="40652"/>
                  </a:lnTo>
                  <a:lnTo>
                    <a:pt x="35560" y="41910"/>
                  </a:lnTo>
                  <a:lnTo>
                    <a:pt x="36830" y="41910"/>
                  </a:lnTo>
                  <a:lnTo>
                    <a:pt x="36830" y="43180"/>
                  </a:lnTo>
                  <a:lnTo>
                    <a:pt x="39370" y="43180"/>
                  </a:lnTo>
                  <a:lnTo>
                    <a:pt x="39370" y="44450"/>
                  </a:lnTo>
                  <a:lnTo>
                    <a:pt x="40640" y="44450"/>
                  </a:lnTo>
                  <a:lnTo>
                    <a:pt x="40640" y="45720"/>
                  </a:lnTo>
                  <a:lnTo>
                    <a:pt x="43180" y="45720"/>
                  </a:lnTo>
                  <a:lnTo>
                    <a:pt x="43180" y="46990"/>
                  </a:lnTo>
                  <a:lnTo>
                    <a:pt x="264795" y="46990"/>
                  </a:lnTo>
                  <a:lnTo>
                    <a:pt x="264795" y="45720"/>
                  </a:lnTo>
                  <a:lnTo>
                    <a:pt x="264795" y="44450"/>
                  </a:lnTo>
                  <a:lnTo>
                    <a:pt x="264795" y="43180"/>
                  </a:lnTo>
                  <a:lnTo>
                    <a:pt x="264795" y="41910"/>
                  </a:lnTo>
                  <a:lnTo>
                    <a:pt x="264795" y="40652"/>
                  </a:lnTo>
                  <a:close/>
                </a:path>
                <a:path w="586739" h="59689">
                  <a:moveTo>
                    <a:pt x="525780" y="53352"/>
                  </a:moveTo>
                  <a:lnTo>
                    <a:pt x="321932" y="53352"/>
                  </a:lnTo>
                  <a:lnTo>
                    <a:pt x="321932" y="54610"/>
                  </a:lnTo>
                  <a:lnTo>
                    <a:pt x="321932" y="55880"/>
                  </a:lnTo>
                  <a:lnTo>
                    <a:pt x="321932" y="57150"/>
                  </a:lnTo>
                  <a:lnTo>
                    <a:pt x="321932" y="58420"/>
                  </a:lnTo>
                  <a:lnTo>
                    <a:pt x="321932" y="59690"/>
                  </a:lnTo>
                  <a:lnTo>
                    <a:pt x="506730" y="59690"/>
                  </a:lnTo>
                  <a:lnTo>
                    <a:pt x="506730" y="58420"/>
                  </a:lnTo>
                  <a:lnTo>
                    <a:pt x="516890" y="58420"/>
                  </a:lnTo>
                  <a:lnTo>
                    <a:pt x="516890" y="57150"/>
                  </a:lnTo>
                  <a:lnTo>
                    <a:pt x="519430" y="57150"/>
                  </a:lnTo>
                  <a:lnTo>
                    <a:pt x="519430" y="55880"/>
                  </a:lnTo>
                  <a:lnTo>
                    <a:pt x="521970" y="55880"/>
                  </a:lnTo>
                  <a:lnTo>
                    <a:pt x="521970" y="54610"/>
                  </a:lnTo>
                  <a:lnTo>
                    <a:pt x="525780" y="54610"/>
                  </a:lnTo>
                  <a:lnTo>
                    <a:pt x="525780" y="53352"/>
                  </a:lnTo>
                  <a:close/>
                </a:path>
                <a:path w="586739" h="59689">
                  <a:moveTo>
                    <a:pt x="541020" y="47002"/>
                  </a:moveTo>
                  <a:lnTo>
                    <a:pt x="321932" y="47002"/>
                  </a:lnTo>
                  <a:lnTo>
                    <a:pt x="321932" y="48260"/>
                  </a:lnTo>
                  <a:lnTo>
                    <a:pt x="321932" y="49530"/>
                  </a:lnTo>
                  <a:lnTo>
                    <a:pt x="321932" y="50800"/>
                  </a:lnTo>
                  <a:lnTo>
                    <a:pt x="321932" y="52070"/>
                  </a:lnTo>
                  <a:lnTo>
                    <a:pt x="321932" y="53340"/>
                  </a:lnTo>
                  <a:lnTo>
                    <a:pt x="528320" y="53340"/>
                  </a:lnTo>
                  <a:lnTo>
                    <a:pt x="528320" y="52070"/>
                  </a:lnTo>
                  <a:lnTo>
                    <a:pt x="534670" y="52070"/>
                  </a:lnTo>
                  <a:lnTo>
                    <a:pt x="534670" y="50800"/>
                  </a:lnTo>
                  <a:lnTo>
                    <a:pt x="535940" y="50800"/>
                  </a:lnTo>
                  <a:lnTo>
                    <a:pt x="535940" y="49530"/>
                  </a:lnTo>
                  <a:lnTo>
                    <a:pt x="538480" y="49530"/>
                  </a:lnTo>
                  <a:lnTo>
                    <a:pt x="538480" y="48260"/>
                  </a:lnTo>
                  <a:lnTo>
                    <a:pt x="541020" y="48260"/>
                  </a:lnTo>
                  <a:lnTo>
                    <a:pt x="541020" y="47002"/>
                  </a:lnTo>
                  <a:close/>
                </a:path>
                <a:path w="586739" h="59689">
                  <a:moveTo>
                    <a:pt x="552450" y="40652"/>
                  </a:moveTo>
                  <a:lnTo>
                    <a:pt x="321932" y="40652"/>
                  </a:lnTo>
                  <a:lnTo>
                    <a:pt x="321932" y="41910"/>
                  </a:lnTo>
                  <a:lnTo>
                    <a:pt x="321932" y="43180"/>
                  </a:lnTo>
                  <a:lnTo>
                    <a:pt x="321932" y="44450"/>
                  </a:lnTo>
                  <a:lnTo>
                    <a:pt x="321932" y="45720"/>
                  </a:lnTo>
                  <a:lnTo>
                    <a:pt x="321932" y="46990"/>
                  </a:lnTo>
                  <a:lnTo>
                    <a:pt x="543560" y="46990"/>
                  </a:lnTo>
                  <a:lnTo>
                    <a:pt x="543560" y="45720"/>
                  </a:lnTo>
                  <a:lnTo>
                    <a:pt x="544830" y="45720"/>
                  </a:lnTo>
                  <a:lnTo>
                    <a:pt x="544830" y="44450"/>
                  </a:lnTo>
                  <a:lnTo>
                    <a:pt x="547370" y="44450"/>
                  </a:lnTo>
                  <a:lnTo>
                    <a:pt x="547370" y="43180"/>
                  </a:lnTo>
                  <a:lnTo>
                    <a:pt x="549910" y="43180"/>
                  </a:lnTo>
                  <a:lnTo>
                    <a:pt x="549910" y="41910"/>
                  </a:lnTo>
                  <a:lnTo>
                    <a:pt x="552450" y="41910"/>
                  </a:lnTo>
                  <a:lnTo>
                    <a:pt x="552450" y="40652"/>
                  </a:lnTo>
                  <a:close/>
                </a:path>
                <a:path w="586739" h="59689">
                  <a:moveTo>
                    <a:pt x="560070" y="34302"/>
                  </a:moveTo>
                  <a:lnTo>
                    <a:pt x="27940" y="34302"/>
                  </a:lnTo>
                  <a:lnTo>
                    <a:pt x="27940" y="35560"/>
                  </a:lnTo>
                  <a:lnTo>
                    <a:pt x="29210" y="35560"/>
                  </a:lnTo>
                  <a:lnTo>
                    <a:pt x="29210" y="36830"/>
                  </a:lnTo>
                  <a:lnTo>
                    <a:pt x="30480" y="36830"/>
                  </a:lnTo>
                  <a:lnTo>
                    <a:pt x="30480" y="38100"/>
                  </a:lnTo>
                  <a:lnTo>
                    <a:pt x="31750" y="38100"/>
                  </a:lnTo>
                  <a:lnTo>
                    <a:pt x="31750" y="39370"/>
                  </a:lnTo>
                  <a:lnTo>
                    <a:pt x="34290" y="39370"/>
                  </a:lnTo>
                  <a:lnTo>
                    <a:pt x="34290" y="40640"/>
                  </a:lnTo>
                  <a:lnTo>
                    <a:pt x="553720" y="40640"/>
                  </a:lnTo>
                  <a:lnTo>
                    <a:pt x="553720" y="39370"/>
                  </a:lnTo>
                  <a:lnTo>
                    <a:pt x="554977" y="39370"/>
                  </a:lnTo>
                  <a:lnTo>
                    <a:pt x="554977" y="38100"/>
                  </a:lnTo>
                  <a:lnTo>
                    <a:pt x="556260" y="38100"/>
                  </a:lnTo>
                  <a:lnTo>
                    <a:pt x="556260" y="36830"/>
                  </a:lnTo>
                  <a:lnTo>
                    <a:pt x="558800" y="36830"/>
                  </a:lnTo>
                  <a:lnTo>
                    <a:pt x="558800" y="35560"/>
                  </a:lnTo>
                  <a:lnTo>
                    <a:pt x="560070" y="35560"/>
                  </a:lnTo>
                  <a:lnTo>
                    <a:pt x="560070" y="34302"/>
                  </a:lnTo>
                  <a:close/>
                </a:path>
                <a:path w="586739" h="59689">
                  <a:moveTo>
                    <a:pt x="566420" y="27952"/>
                  </a:moveTo>
                  <a:lnTo>
                    <a:pt x="21590" y="27952"/>
                  </a:lnTo>
                  <a:lnTo>
                    <a:pt x="21590" y="29210"/>
                  </a:lnTo>
                  <a:lnTo>
                    <a:pt x="22860" y="29210"/>
                  </a:lnTo>
                  <a:lnTo>
                    <a:pt x="22860" y="30480"/>
                  </a:lnTo>
                  <a:lnTo>
                    <a:pt x="24130" y="30480"/>
                  </a:lnTo>
                  <a:lnTo>
                    <a:pt x="24130" y="31750"/>
                  </a:lnTo>
                  <a:lnTo>
                    <a:pt x="25400" y="31750"/>
                  </a:lnTo>
                  <a:lnTo>
                    <a:pt x="25400" y="33020"/>
                  </a:lnTo>
                  <a:lnTo>
                    <a:pt x="26670" y="33020"/>
                  </a:lnTo>
                  <a:lnTo>
                    <a:pt x="26670" y="34290"/>
                  </a:lnTo>
                  <a:lnTo>
                    <a:pt x="561340" y="34290"/>
                  </a:lnTo>
                  <a:lnTo>
                    <a:pt x="561340" y="33020"/>
                  </a:lnTo>
                  <a:lnTo>
                    <a:pt x="562610" y="33020"/>
                  </a:lnTo>
                  <a:lnTo>
                    <a:pt x="562610" y="31750"/>
                  </a:lnTo>
                  <a:lnTo>
                    <a:pt x="563880" y="31750"/>
                  </a:lnTo>
                  <a:lnTo>
                    <a:pt x="563880" y="30480"/>
                  </a:lnTo>
                  <a:lnTo>
                    <a:pt x="565150" y="30480"/>
                  </a:lnTo>
                  <a:lnTo>
                    <a:pt x="565150" y="29210"/>
                  </a:lnTo>
                  <a:lnTo>
                    <a:pt x="566420" y="29210"/>
                  </a:lnTo>
                  <a:lnTo>
                    <a:pt x="566420" y="27952"/>
                  </a:lnTo>
                  <a:close/>
                </a:path>
                <a:path w="586739" h="59689">
                  <a:moveTo>
                    <a:pt x="581660" y="8902"/>
                  </a:moveTo>
                  <a:lnTo>
                    <a:pt x="5080" y="8902"/>
                  </a:lnTo>
                  <a:lnTo>
                    <a:pt x="5080" y="11430"/>
                  </a:lnTo>
                  <a:lnTo>
                    <a:pt x="6350" y="11430"/>
                  </a:lnTo>
                  <a:lnTo>
                    <a:pt x="6350" y="12700"/>
                  </a:lnTo>
                  <a:lnTo>
                    <a:pt x="7620" y="12700"/>
                  </a:lnTo>
                  <a:lnTo>
                    <a:pt x="7620" y="13970"/>
                  </a:lnTo>
                  <a:lnTo>
                    <a:pt x="8890" y="13970"/>
                  </a:lnTo>
                  <a:lnTo>
                    <a:pt x="8890" y="15240"/>
                  </a:lnTo>
                  <a:lnTo>
                    <a:pt x="10160" y="15240"/>
                  </a:lnTo>
                  <a:lnTo>
                    <a:pt x="10160" y="16510"/>
                  </a:lnTo>
                  <a:lnTo>
                    <a:pt x="10160" y="17780"/>
                  </a:lnTo>
                  <a:lnTo>
                    <a:pt x="11430" y="17780"/>
                  </a:lnTo>
                  <a:lnTo>
                    <a:pt x="11430" y="19050"/>
                  </a:lnTo>
                  <a:lnTo>
                    <a:pt x="12700" y="19050"/>
                  </a:lnTo>
                  <a:lnTo>
                    <a:pt x="12700" y="20320"/>
                  </a:lnTo>
                  <a:lnTo>
                    <a:pt x="13970" y="20320"/>
                  </a:lnTo>
                  <a:lnTo>
                    <a:pt x="13970" y="21590"/>
                  </a:lnTo>
                  <a:lnTo>
                    <a:pt x="15240" y="21590"/>
                  </a:lnTo>
                  <a:lnTo>
                    <a:pt x="15240" y="22860"/>
                  </a:lnTo>
                  <a:lnTo>
                    <a:pt x="16510" y="22860"/>
                  </a:lnTo>
                  <a:lnTo>
                    <a:pt x="16510" y="24130"/>
                  </a:lnTo>
                  <a:lnTo>
                    <a:pt x="17780" y="24130"/>
                  </a:lnTo>
                  <a:lnTo>
                    <a:pt x="17780" y="25400"/>
                  </a:lnTo>
                  <a:lnTo>
                    <a:pt x="19050" y="25400"/>
                  </a:lnTo>
                  <a:lnTo>
                    <a:pt x="19050" y="26670"/>
                  </a:lnTo>
                  <a:lnTo>
                    <a:pt x="20320" y="26670"/>
                  </a:lnTo>
                  <a:lnTo>
                    <a:pt x="20320" y="27940"/>
                  </a:lnTo>
                  <a:lnTo>
                    <a:pt x="567690" y="27940"/>
                  </a:lnTo>
                  <a:lnTo>
                    <a:pt x="567690" y="26670"/>
                  </a:lnTo>
                  <a:lnTo>
                    <a:pt x="568960" y="26670"/>
                  </a:lnTo>
                  <a:lnTo>
                    <a:pt x="568960" y="25400"/>
                  </a:lnTo>
                  <a:lnTo>
                    <a:pt x="570230" y="25400"/>
                  </a:lnTo>
                  <a:lnTo>
                    <a:pt x="570230" y="24130"/>
                  </a:lnTo>
                  <a:lnTo>
                    <a:pt x="571500" y="24130"/>
                  </a:lnTo>
                  <a:lnTo>
                    <a:pt x="571500" y="22860"/>
                  </a:lnTo>
                  <a:lnTo>
                    <a:pt x="571500" y="21590"/>
                  </a:lnTo>
                  <a:lnTo>
                    <a:pt x="572770" y="21590"/>
                  </a:lnTo>
                  <a:lnTo>
                    <a:pt x="572770" y="20320"/>
                  </a:lnTo>
                  <a:lnTo>
                    <a:pt x="574027" y="20320"/>
                  </a:lnTo>
                  <a:lnTo>
                    <a:pt x="574027" y="19050"/>
                  </a:lnTo>
                  <a:lnTo>
                    <a:pt x="575310" y="19050"/>
                  </a:lnTo>
                  <a:lnTo>
                    <a:pt x="575310" y="17780"/>
                  </a:lnTo>
                  <a:lnTo>
                    <a:pt x="576580" y="17780"/>
                  </a:lnTo>
                  <a:lnTo>
                    <a:pt x="576580" y="16510"/>
                  </a:lnTo>
                  <a:lnTo>
                    <a:pt x="577850" y="16510"/>
                  </a:lnTo>
                  <a:lnTo>
                    <a:pt x="577850" y="15240"/>
                  </a:lnTo>
                  <a:lnTo>
                    <a:pt x="577850" y="13970"/>
                  </a:lnTo>
                  <a:lnTo>
                    <a:pt x="579120" y="13970"/>
                  </a:lnTo>
                  <a:lnTo>
                    <a:pt x="579120" y="12700"/>
                  </a:lnTo>
                  <a:lnTo>
                    <a:pt x="580377" y="12700"/>
                  </a:lnTo>
                  <a:lnTo>
                    <a:pt x="580377" y="11430"/>
                  </a:lnTo>
                  <a:lnTo>
                    <a:pt x="581660" y="11430"/>
                  </a:lnTo>
                  <a:lnTo>
                    <a:pt x="581660" y="8902"/>
                  </a:lnTo>
                  <a:close/>
                </a:path>
                <a:path w="586739" h="59689">
                  <a:moveTo>
                    <a:pt x="585470" y="2552"/>
                  </a:moveTo>
                  <a:lnTo>
                    <a:pt x="1270" y="2552"/>
                  </a:lnTo>
                  <a:lnTo>
                    <a:pt x="1270" y="3810"/>
                  </a:lnTo>
                  <a:lnTo>
                    <a:pt x="2540" y="3810"/>
                  </a:lnTo>
                  <a:lnTo>
                    <a:pt x="2540" y="6350"/>
                  </a:lnTo>
                  <a:lnTo>
                    <a:pt x="3810" y="6350"/>
                  </a:lnTo>
                  <a:lnTo>
                    <a:pt x="3810" y="8890"/>
                  </a:lnTo>
                  <a:lnTo>
                    <a:pt x="582930" y="8890"/>
                  </a:lnTo>
                  <a:lnTo>
                    <a:pt x="582930" y="6350"/>
                  </a:lnTo>
                  <a:lnTo>
                    <a:pt x="584200" y="6350"/>
                  </a:lnTo>
                  <a:lnTo>
                    <a:pt x="584200" y="3810"/>
                  </a:lnTo>
                  <a:lnTo>
                    <a:pt x="585470" y="3810"/>
                  </a:lnTo>
                  <a:lnTo>
                    <a:pt x="585470" y="2552"/>
                  </a:lnTo>
                  <a:close/>
                </a:path>
                <a:path w="586739" h="59689">
                  <a:moveTo>
                    <a:pt x="586740" y="1270"/>
                  </a:moveTo>
                  <a:lnTo>
                    <a:pt x="586727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586740" y="2540"/>
                  </a:lnTo>
                  <a:lnTo>
                    <a:pt x="586740" y="1270"/>
                  </a:lnTo>
                  <a:close/>
                </a:path>
              </a:pathLst>
            </a:custGeom>
            <a:solidFill>
              <a:srgbClr val="DDDD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4362450" y="1676399"/>
              <a:ext cx="609600" cy="2103120"/>
            </a:xfrm>
            <a:custGeom>
              <a:avLst/>
              <a:gdLst/>
              <a:ahLst/>
              <a:cxnLst/>
              <a:rect l="l" t="t" r="r" b="b"/>
              <a:pathLst>
                <a:path w="609600" h="2103120">
                  <a:moveTo>
                    <a:pt x="101600" y="0"/>
                  </a:moveTo>
                  <a:lnTo>
                    <a:pt x="64293" y="8731"/>
                  </a:lnTo>
                  <a:lnTo>
                    <a:pt x="31750" y="31750"/>
                  </a:lnTo>
                  <a:lnTo>
                    <a:pt x="8731" y="64293"/>
                  </a:lnTo>
                  <a:lnTo>
                    <a:pt x="0" y="101600"/>
                  </a:lnTo>
                  <a:lnTo>
                    <a:pt x="0" y="131286"/>
                  </a:lnTo>
                  <a:lnTo>
                    <a:pt x="0" y="339089"/>
                  </a:lnTo>
                  <a:lnTo>
                    <a:pt x="0" y="903128"/>
                  </a:lnTo>
                  <a:lnTo>
                    <a:pt x="0" y="2001520"/>
                  </a:lnTo>
                  <a:lnTo>
                    <a:pt x="8731" y="2038826"/>
                  </a:lnTo>
                  <a:lnTo>
                    <a:pt x="31750" y="2071370"/>
                  </a:lnTo>
                  <a:lnTo>
                    <a:pt x="64293" y="2094388"/>
                  </a:lnTo>
                  <a:lnTo>
                    <a:pt x="101600" y="2103120"/>
                  </a:lnTo>
                  <a:lnTo>
                    <a:pt x="107950" y="2103120"/>
                  </a:lnTo>
                  <a:lnTo>
                    <a:pt x="152400" y="2103120"/>
                  </a:lnTo>
                  <a:lnTo>
                    <a:pt x="273050" y="2103120"/>
                  </a:lnTo>
                  <a:lnTo>
                    <a:pt x="508000" y="2103120"/>
                  </a:lnTo>
                  <a:lnTo>
                    <a:pt x="545306" y="2094388"/>
                  </a:lnTo>
                  <a:lnTo>
                    <a:pt x="577850" y="2071370"/>
                  </a:lnTo>
                  <a:lnTo>
                    <a:pt x="600868" y="2038826"/>
                  </a:lnTo>
                  <a:lnTo>
                    <a:pt x="609600" y="2001520"/>
                  </a:lnTo>
                  <a:lnTo>
                    <a:pt x="609600" y="1971833"/>
                  </a:lnTo>
                  <a:lnTo>
                    <a:pt x="609600" y="1764029"/>
                  </a:lnTo>
                  <a:lnTo>
                    <a:pt x="609600" y="1199991"/>
                  </a:lnTo>
                  <a:lnTo>
                    <a:pt x="609600" y="101600"/>
                  </a:lnTo>
                  <a:lnTo>
                    <a:pt x="600868" y="64293"/>
                  </a:lnTo>
                  <a:lnTo>
                    <a:pt x="577850" y="31750"/>
                  </a:lnTo>
                  <a:lnTo>
                    <a:pt x="545306" y="8731"/>
                  </a:lnTo>
                  <a:lnTo>
                    <a:pt x="508000" y="0"/>
                  </a:lnTo>
                  <a:lnTo>
                    <a:pt x="501650" y="0"/>
                  </a:lnTo>
                  <a:lnTo>
                    <a:pt x="457200" y="0"/>
                  </a:lnTo>
                  <a:lnTo>
                    <a:pt x="336550" y="0"/>
                  </a:lnTo>
                  <a:lnTo>
                    <a:pt x="101600" y="0"/>
                  </a:lnTo>
                  <a:close/>
                </a:path>
              </a:pathLst>
            </a:custGeom>
            <a:ln w="57146">
              <a:solidFill>
                <a:srgbClr val="A9A9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5172710" y="1677669"/>
              <a:ext cx="603250" cy="88900"/>
            </a:xfrm>
            <a:custGeom>
              <a:avLst/>
              <a:gdLst/>
              <a:ahLst/>
              <a:cxnLst/>
              <a:rect l="l" t="t" r="r" b="b"/>
              <a:pathLst>
                <a:path w="603250" h="88900">
                  <a:moveTo>
                    <a:pt x="34290" y="25400"/>
                  </a:moveTo>
                  <a:lnTo>
                    <a:pt x="33020" y="25400"/>
                  </a:lnTo>
                  <a:lnTo>
                    <a:pt x="33020" y="38100"/>
                  </a:lnTo>
                  <a:lnTo>
                    <a:pt x="34290" y="38100"/>
                  </a:lnTo>
                  <a:lnTo>
                    <a:pt x="34290" y="25400"/>
                  </a:lnTo>
                  <a:close/>
                </a:path>
                <a:path w="603250" h="88900">
                  <a:moveTo>
                    <a:pt x="50800" y="12700"/>
                  </a:moveTo>
                  <a:lnTo>
                    <a:pt x="49530" y="12700"/>
                  </a:lnTo>
                  <a:lnTo>
                    <a:pt x="49530" y="25400"/>
                  </a:lnTo>
                  <a:lnTo>
                    <a:pt x="50800" y="25400"/>
                  </a:lnTo>
                  <a:lnTo>
                    <a:pt x="50800" y="12700"/>
                  </a:lnTo>
                  <a:close/>
                </a:path>
                <a:path w="603250" h="88900">
                  <a:moveTo>
                    <a:pt x="87630" y="0"/>
                  </a:moveTo>
                  <a:lnTo>
                    <a:pt x="85090" y="0"/>
                  </a:lnTo>
                  <a:lnTo>
                    <a:pt x="85090" y="12700"/>
                  </a:lnTo>
                  <a:lnTo>
                    <a:pt x="87630" y="12700"/>
                  </a:lnTo>
                  <a:lnTo>
                    <a:pt x="87630" y="0"/>
                  </a:lnTo>
                  <a:close/>
                </a:path>
                <a:path w="603250" h="88900">
                  <a:moveTo>
                    <a:pt x="521970" y="0"/>
                  </a:moveTo>
                  <a:lnTo>
                    <a:pt x="514350" y="0"/>
                  </a:lnTo>
                  <a:lnTo>
                    <a:pt x="514350" y="12700"/>
                  </a:lnTo>
                  <a:lnTo>
                    <a:pt x="521970" y="12700"/>
                  </a:lnTo>
                  <a:lnTo>
                    <a:pt x="521970" y="0"/>
                  </a:lnTo>
                  <a:close/>
                </a:path>
                <a:path w="603250" h="88900">
                  <a:moveTo>
                    <a:pt x="553720" y="12700"/>
                  </a:moveTo>
                  <a:lnTo>
                    <a:pt x="551180" y="12700"/>
                  </a:lnTo>
                  <a:lnTo>
                    <a:pt x="551180" y="25400"/>
                  </a:lnTo>
                  <a:lnTo>
                    <a:pt x="553720" y="25400"/>
                  </a:lnTo>
                  <a:lnTo>
                    <a:pt x="553720" y="12700"/>
                  </a:lnTo>
                  <a:close/>
                </a:path>
                <a:path w="603250" h="88900">
                  <a:moveTo>
                    <a:pt x="570230" y="25400"/>
                  </a:moveTo>
                  <a:lnTo>
                    <a:pt x="568960" y="25400"/>
                  </a:lnTo>
                  <a:lnTo>
                    <a:pt x="568960" y="38100"/>
                  </a:lnTo>
                  <a:lnTo>
                    <a:pt x="570230" y="38100"/>
                  </a:lnTo>
                  <a:lnTo>
                    <a:pt x="570230" y="25400"/>
                  </a:lnTo>
                  <a:close/>
                </a:path>
                <a:path w="603250" h="88900">
                  <a:moveTo>
                    <a:pt x="603250" y="76200"/>
                  </a:moveTo>
                  <a:lnTo>
                    <a:pt x="598170" y="76200"/>
                  </a:lnTo>
                  <a:lnTo>
                    <a:pt x="598170" y="63500"/>
                  </a:lnTo>
                  <a:lnTo>
                    <a:pt x="590550" y="63500"/>
                  </a:lnTo>
                  <a:lnTo>
                    <a:pt x="590550" y="58420"/>
                  </a:lnTo>
                  <a:lnTo>
                    <a:pt x="590550" y="50800"/>
                  </a:lnTo>
                  <a:lnTo>
                    <a:pt x="581647" y="50800"/>
                  </a:lnTo>
                  <a:lnTo>
                    <a:pt x="581647" y="38100"/>
                  </a:lnTo>
                  <a:lnTo>
                    <a:pt x="580390" y="38100"/>
                  </a:lnTo>
                  <a:lnTo>
                    <a:pt x="580390" y="50800"/>
                  </a:lnTo>
                  <a:lnTo>
                    <a:pt x="21590" y="50800"/>
                  </a:lnTo>
                  <a:lnTo>
                    <a:pt x="21590" y="38100"/>
                  </a:lnTo>
                  <a:lnTo>
                    <a:pt x="20320" y="38100"/>
                  </a:lnTo>
                  <a:lnTo>
                    <a:pt x="20320" y="50800"/>
                  </a:lnTo>
                  <a:lnTo>
                    <a:pt x="11430" y="50800"/>
                  </a:lnTo>
                  <a:lnTo>
                    <a:pt x="11430" y="58420"/>
                  </a:lnTo>
                  <a:lnTo>
                    <a:pt x="11430" y="63500"/>
                  </a:lnTo>
                  <a:lnTo>
                    <a:pt x="5080" y="63500"/>
                  </a:lnTo>
                  <a:lnTo>
                    <a:pt x="5080" y="76200"/>
                  </a:lnTo>
                  <a:lnTo>
                    <a:pt x="0" y="76200"/>
                  </a:lnTo>
                  <a:lnTo>
                    <a:pt x="0" y="88900"/>
                  </a:lnTo>
                  <a:lnTo>
                    <a:pt x="603250" y="88900"/>
                  </a:lnTo>
                  <a:lnTo>
                    <a:pt x="603250" y="762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5168899" y="1855469"/>
              <a:ext cx="609600" cy="60960"/>
            </a:xfrm>
            <a:custGeom>
              <a:avLst/>
              <a:gdLst/>
              <a:ahLst/>
              <a:cxnLst/>
              <a:rect l="l" t="t" r="r" b="b"/>
              <a:pathLst>
                <a:path w="609600" h="60960">
                  <a:moveTo>
                    <a:pt x="0" y="60959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60959"/>
                  </a:lnTo>
                  <a:lnTo>
                    <a:pt x="0" y="6095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5168899" y="1916429"/>
              <a:ext cx="609600" cy="59690"/>
            </a:xfrm>
            <a:custGeom>
              <a:avLst/>
              <a:gdLst/>
              <a:ahLst/>
              <a:cxnLst/>
              <a:rect l="l" t="t" r="r" b="b"/>
              <a:pathLst>
                <a:path w="609600" h="59689">
                  <a:moveTo>
                    <a:pt x="0" y="59690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59690"/>
                  </a:lnTo>
                  <a:lnTo>
                    <a:pt x="0" y="59690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5168899" y="1976119"/>
              <a:ext cx="609600" cy="59690"/>
            </a:xfrm>
            <a:custGeom>
              <a:avLst/>
              <a:gdLst/>
              <a:ahLst/>
              <a:cxnLst/>
              <a:rect l="l" t="t" r="r" b="b"/>
              <a:pathLst>
                <a:path w="609600" h="59689">
                  <a:moveTo>
                    <a:pt x="0" y="59689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5168899" y="2035809"/>
              <a:ext cx="609600" cy="60960"/>
            </a:xfrm>
            <a:custGeom>
              <a:avLst/>
              <a:gdLst/>
              <a:ahLst/>
              <a:cxnLst/>
              <a:rect l="l" t="t" r="r" b="b"/>
              <a:pathLst>
                <a:path w="609600" h="60960">
                  <a:moveTo>
                    <a:pt x="0" y="60960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60960"/>
                  </a:lnTo>
                  <a:lnTo>
                    <a:pt x="0" y="60960"/>
                  </a:lnTo>
                  <a:close/>
                </a:path>
              </a:pathLst>
            </a:custGeom>
            <a:solidFill>
              <a:srgbClr val="F9F9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5168899" y="2096769"/>
              <a:ext cx="609600" cy="59690"/>
            </a:xfrm>
            <a:custGeom>
              <a:avLst/>
              <a:gdLst/>
              <a:ahLst/>
              <a:cxnLst/>
              <a:rect l="l" t="t" r="r" b="b"/>
              <a:pathLst>
                <a:path w="609600" h="59689">
                  <a:moveTo>
                    <a:pt x="0" y="59689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5168899" y="2156459"/>
              <a:ext cx="609600" cy="60960"/>
            </a:xfrm>
            <a:custGeom>
              <a:avLst/>
              <a:gdLst/>
              <a:ahLst/>
              <a:cxnLst/>
              <a:rect l="l" t="t" r="r" b="b"/>
              <a:pathLst>
                <a:path w="609600" h="60960">
                  <a:moveTo>
                    <a:pt x="0" y="60960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60960"/>
                  </a:lnTo>
                  <a:lnTo>
                    <a:pt x="0" y="6096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5168899" y="2217419"/>
              <a:ext cx="609600" cy="59690"/>
            </a:xfrm>
            <a:custGeom>
              <a:avLst/>
              <a:gdLst/>
              <a:ahLst/>
              <a:cxnLst/>
              <a:rect l="l" t="t" r="r" b="b"/>
              <a:pathLst>
                <a:path w="609600" h="59689">
                  <a:moveTo>
                    <a:pt x="0" y="59689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F6F6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5168899" y="2277109"/>
              <a:ext cx="609600" cy="59690"/>
            </a:xfrm>
            <a:custGeom>
              <a:avLst/>
              <a:gdLst/>
              <a:ahLst/>
              <a:cxnLst/>
              <a:rect l="l" t="t" r="r" b="b"/>
              <a:pathLst>
                <a:path w="609600" h="59689">
                  <a:moveTo>
                    <a:pt x="0" y="59689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F5F5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5168899" y="2336799"/>
              <a:ext cx="609600" cy="60960"/>
            </a:xfrm>
            <a:custGeom>
              <a:avLst/>
              <a:gdLst/>
              <a:ahLst/>
              <a:cxnLst/>
              <a:rect l="l" t="t" r="r" b="b"/>
              <a:pathLst>
                <a:path w="609600" h="60960">
                  <a:moveTo>
                    <a:pt x="0" y="60960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60960"/>
                  </a:lnTo>
                  <a:lnTo>
                    <a:pt x="0" y="6096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5168899" y="2397759"/>
              <a:ext cx="609600" cy="59690"/>
            </a:xfrm>
            <a:custGeom>
              <a:avLst/>
              <a:gdLst/>
              <a:ahLst/>
              <a:cxnLst/>
              <a:rect l="l" t="t" r="r" b="b"/>
              <a:pathLst>
                <a:path w="609600" h="59689">
                  <a:moveTo>
                    <a:pt x="0" y="59689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5168899" y="2457449"/>
              <a:ext cx="609600" cy="59690"/>
            </a:xfrm>
            <a:custGeom>
              <a:avLst/>
              <a:gdLst/>
              <a:ahLst/>
              <a:cxnLst/>
              <a:rect l="l" t="t" r="r" b="b"/>
              <a:pathLst>
                <a:path w="609600" h="59689">
                  <a:moveTo>
                    <a:pt x="0" y="59689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F2F2F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5168899" y="2517139"/>
              <a:ext cx="609600" cy="60960"/>
            </a:xfrm>
            <a:custGeom>
              <a:avLst/>
              <a:gdLst/>
              <a:ahLst/>
              <a:cxnLst/>
              <a:rect l="l" t="t" r="r" b="b"/>
              <a:pathLst>
                <a:path w="609600" h="60960">
                  <a:moveTo>
                    <a:pt x="0" y="60960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60960"/>
                  </a:lnTo>
                  <a:lnTo>
                    <a:pt x="0" y="6096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5168899" y="2578100"/>
              <a:ext cx="609600" cy="59690"/>
            </a:xfrm>
            <a:custGeom>
              <a:avLst/>
              <a:gdLst/>
              <a:ahLst/>
              <a:cxnLst/>
              <a:rect l="l" t="t" r="r" b="b"/>
              <a:pathLst>
                <a:path w="609600" h="59689">
                  <a:moveTo>
                    <a:pt x="0" y="59689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F0F0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5168899" y="2637789"/>
              <a:ext cx="609600" cy="59690"/>
            </a:xfrm>
            <a:custGeom>
              <a:avLst/>
              <a:gdLst/>
              <a:ahLst/>
              <a:cxnLst/>
              <a:rect l="l" t="t" r="r" b="b"/>
              <a:pathLst>
                <a:path w="609600" h="59689">
                  <a:moveTo>
                    <a:pt x="0" y="59689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5168899" y="2697479"/>
              <a:ext cx="609600" cy="60960"/>
            </a:xfrm>
            <a:custGeom>
              <a:avLst/>
              <a:gdLst/>
              <a:ahLst/>
              <a:cxnLst/>
              <a:rect l="l" t="t" r="r" b="b"/>
              <a:pathLst>
                <a:path w="609600" h="60960">
                  <a:moveTo>
                    <a:pt x="0" y="60960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60960"/>
                  </a:lnTo>
                  <a:lnTo>
                    <a:pt x="0" y="6096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5168899" y="2758439"/>
              <a:ext cx="609600" cy="59690"/>
            </a:xfrm>
            <a:custGeom>
              <a:avLst/>
              <a:gdLst/>
              <a:ahLst/>
              <a:cxnLst/>
              <a:rect l="l" t="t" r="r" b="b"/>
              <a:pathLst>
                <a:path w="609600" h="59689">
                  <a:moveTo>
                    <a:pt x="0" y="59689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5168899" y="2818129"/>
              <a:ext cx="609600" cy="60960"/>
            </a:xfrm>
            <a:custGeom>
              <a:avLst/>
              <a:gdLst/>
              <a:ahLst/>
              <a:cxnLst/>
              <a:rect l="l" t="t" r="r" b="b"/>
              <a:pathLst>
                <a:path w="609600" h="60960">
                  <a:moveTo>
                    <a:pt x="0" y="60960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60960"/>
                  </a:lnTo>
                  <a:lnTo>
                    <a:pt x="0" y="60960"/>
                  </a:lnTo>
                  <a:close/>
                </a:path>
              </a:pathLst>
            </a:custGeom>
            <a:solidFill>
              <a:srgbClr val="ECEC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5168899" y="2879089"/>
              <a:ext cx="609600" cy="59690"/>
            </a:xfrm>
            <a:custGeom>
              <a:avLst/>
              <a:gdLst/>
              <a:ahLst/>
              <a:cxnLst/>
              <a:rect l="l" t="t" r="r" b="b"/>
              <a:pathLst>
                <a:path w="609600" h="59689">
                  <a:moveTo>
                    <a:pt x="0" y="59689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EBEB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5168899" y="2938779"/>
              <a:ext cx="609600" cy="59690"/>
            </a:xfrm>
            <a:custGeom>
              <a:avLst/>
              <a:gdLst/>
              <a:ahLst/>
              <a:cxnLst/>
              <a:rect l="l" t="t" r="r" b="b"/>
              <a:pathLst>
                <a:path w="609600" h="59689">
                  <a:moveTo>
                    <a:pt x="0" y="59690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59690"/>
                  </a:lnTo>
                  <a:lnTo>
                    <a:pt x="0" y="59690"/>
                  </a:lnTo>
                  <a:close/>
                </a:path>
              </a:pathLst>
            </a:custGeom>
            <a:solidFill>
              <a:srgbClr val="EAE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5168899" y="2998469"/>
              <a:ext cx="609600" cy="60960"/>
            </a:xfrm>
            <a:custGeom>
              <a:avLst/>
              <a:gdLst/>
              <a:ahLst/>
              <a:cxnLst/>
              <a:rect l="l" t="t" r="r" b="b"/>
              <a:pathLst>
                <a:path w="609600" h="60960">
                  <a:moveTo>
                    <a:pt x="0" y="60959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60959"/>
                  </a:lnTo>
                  <a:lnTo>
                    <a:pt x="0" y="60959"/>
                  </a:lnTo>
                  <a:close/>
                </a:path>
              </a:pathLst>
            </a:custGeom>
            <a:solidFill>
              <a:srgbClr val="E9E9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5168899" y="3059429"/>
              <a:ext cx="609600" cy="59690"/>
            </a:xfrm>
            <a:custGeom>
              <a:avLst/>
              <a:gdLst/>
              <a:ahLst/>
              <a:cxnLst/>
              <a:rect l="l" t="t" r="r" b="b"/>
              <a:pathLst>
                <a:path w="609600" h="59689">
                  <a:moveTo>
                    <a:pt x="0" y="59690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59690"/>
                  </a:lnTo>
                  <a:lnTo>
                    <a:pt x="0" y="59690"/>
                  </a:lnTo>
                  <a:close/>
                </a:path>
              </a:pathLst>
            </a:custGeom>
            <a:solidFill>
              <a:srgbClr val="E8E8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5168899" y="3119119"/>
              <a:ext cx="609600" cy="59690"/>
            </a:xfrm>
            <a:custGeom>
              <a:avLst/>
              <a:gdLst/>
              <a:ahLst/>
              <a:cxnLst/>
              <a:rect l="l" t="t" r="r" b="b"/>
              <a:pathLst>
                <a:path w="609600" h="59689">
                  <a:moveTo>
                    <a:pt x="0" y="59689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5168899" y="3178809"/>
              <a:ext cx="609600" cy="60960"/>
            </a:xfrm>
            <a:custGeom>
              <a:avLst/>
              <a:gdLst/>
              <a:ahLst/>
              <a:cxnLst/>
              <a:rect l="l" t="t" r="r" b="b"/>
              <a:pathLst>
                <a:path w="609600" h="60960">
                  <a:moveTo>
                    <a:pt x="0" y="60960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60960"/>
                  </a:lnTo>
                  <a:lnTo>
                    <a:pt x="0" y="6096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5168899" y="3239769"/>
              <a:ext cx="609600" cy="59690"/>
            </a:xfrm>
            <a:custGeom>
              <a:avLst/>
              <a:gdLst/>
              <a:ahLst/>
              <a:cxnLst/>
              <a:rect l="l" t="t" r="r" b="b"/>
              <a:pathLst>
                <a:path w="609600" h="59689">
                  <a:moveTo>
                    <a:pt x="0" y="59689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E5E5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5168899" y="3299460"/>
              <a:ext cx="609600" cy="60960"/>
            </a:xfrm>
            <a:custGeom>
              <a:avLst/>
              <a:gdLst/>
              <a:ahLst/>
              <a:cxnLst/>
              <a:rect l="l" t="t" r="r" b="b"/>
              <a:pathLst>
                <a:path w="609600" h="60960">
                  <a:moveTo>
                    <a:pt x="0" y="60960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60960"/>
                  </a:lnTo>
                  <a:lnTo>
                    <a:pt x="0" y="60960"/>
                  </a:lnTo>
                  <a:close/>
                </a:path>
              </a:pathLst>
            </a:custGeom>
            <a:solidFill>
              <a:srgbClr val="E4E4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5168899" y="3360419"/>
              <a:ext cx="609600" cy="59690"/>
            </a:xfrm>
            <a:custGeom>
              <a:avLst/>
              <a:gdLst/>
              <a:ahLst/>
              <a:cxnLst/>
              <a:rect l="l" t="t" r="r" b="b"/>
              <a:pathLst>
                <a:path w="609600" h="59689">
                  <a:moveTo>
                    <a:pt x="0" y="59689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E3E3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5168899" y="3420110"/>
              <a:ext cx="609600" cy="59690"/>
            </a:xfrm>
            <a:custGeom>
              <a:avLst/>
              <a:gdLst/>
              <a:ahLst/>
              <a:cxnLst/>
              <a:rect l="l" t="t" r="r" b="b"/>
              <a:pathLst>
                <a:path w="609600" h="59689">
                  <a:moveTo>
                    <a:pt x="0" y="59689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E2E2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5168899" y="3479800"/>
              <a:ext cx="609600" cy="60960"/>
            </a:xfrm>
            <a:custGeom>
              <a:avLst/>
              <a:gdLst/>
              <a:ahLst/>
              <a:cxnLst/>
              <a:rect l="l" t="t" r="r" b="b"/>
              <a:pathLst>
                <a:path w="609600" h="60960">
                  <a:moveTo>
                    <a:pt x="0" y="60960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60960"/>
                  </a:lnTo>
                  <a:lnTo>
                    <a:pt x="0" y="60960"/>
                  </a:lnTo>
                  <a:close/>
                </a:path>
              </a:pathLst>
            </a:custGeom>
            <a:solidFill>
              <a:srgbClr val="E1E1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5168899" y="3540760"/>
              <a:ext cx="609600" cy="59690"/>
            </a:xfrm>
            <a:custGeom>
              <a:avLst/>
              <a:gdLst/>
              <a:ahLst/>
              <a:cxnLst/>
              <a:rect l="l" t="t" r="r" b="b"/>
              <a:pathLst>
                <a:path w="609600" h="59689">
                  <a:moveTo>
                    <a:pt x="0" y="59689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E0E0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5168899" y="3600450"/>
              <a:ext cx="609600" cy="59690"/>
            </a:xfrm>
            <a:custGeom>
              <a:avLst/>
              <a:gdLst/>
              <a:ahLst/>
              <a:cxnLst/>
              <a:rect l="l" t="t" r="r" b="b"/>
              <a:pathLst>
                <a:path w="609600" h="59689">
                  <a:moveTo>
                    <a:pt x="0" y="59689"/>
                  </a:moveTo>
                  <a:lnTo>
                    <a:pt x="0" y="0"/>
                  </a:lnTo>
                  <a:lnTo>
                    <a:pt x="609600" y="0"/>
                  </a:lnTo>
                  <a:lnTo>
                    <a:pt x="60960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5168900" y="3660139"/>
              <a:ext cx="609600" cy="60960"/>
            </a:xfrm>
            <a:custGeom>
              <a:avLst/>
              <a:gdLst/>
              <a:ahLst/>
              <a:cxnLst/>
              <a:rect l="l" t="t" r="r" b="b"/>
              <a:pathLst>
                <a:path w="609600" h="60960">
                  <a:moveTo>
                    <a:pt x="600710" y="57162"/>
                  </a:moveTo>
                  <a:lnTo>
                    <a:pt x="10160" y="57162"/>
                  </a:lnTo>
                  <a:lnTo>
                    <a:pt x="10160" y="59690"/>
                  </a:lnTo>
                  <a:lnTo>
                    <a:pt x="11430" y="59690"/>
                  </a:lnTo>
                  <a:lnTo>
                    <a:pt x="11430" y="60960"/>
                  </a:lnTo>
                  <a:lnTo>
                    <a:pt x="599440" y="60960"/>
                  </a:lnTo>
                  <a:lnTo>
                    <a:pt x="599440" y="59690"/>
                  </a:lnTo>
                  <a:lnTo>
                    <a:pt x="600710" y="59690"/>
                  </a:lnTo>
                  <a:lnTo>
                    <a:pt x="600710" y="57162"/>
                  </a:lnTo>
                  <a:close/>
                </a:path>
                <a:path w="609600" h="60960">
                  <a:moveTo>
                    <a:pt x="609600" y="24142"/>
                  </a:moveTo>
                  <a:lnTo>
                    <a:pt x="0" y="24142"/>
                  </a:lnTo>
                  <a:lnTo>
                    <a:pt x="0" y="33020"/>
                  </a:lnTo>
                  <a:lnTo>
                    <a:pt x="1270" y="33020"/>
                  </a:lnTo>
                  <a:lnTo>
                    <a:pt x="1270" y="39370"/>
                  </a:lnTo>
                  <a:lnTo>
                    <a:pt x="2540" y="39370"/>
                  </a:lnTo>
                  <a:lnTo>
                    <a:pt x="2540" y="41910"/>
                  </a:lnTo>
                  <a:lnTo>
                    <a:pt x="3810" y="41910"/>
                  </a:lnTo>
                  <a:lnTo>
                    <a:pt x="3810" y="44450"/>
                  </a:lnTo>
                  <a:lnTo>
                    <a:pt x="5080" y="44450"/>
                  </a:lnTo>
                  <a:lnTo>
                    <a:pt x="5080" y="48260"/>
                  </a:lnTo>
                  <a:lnTo>
                    <a:pt x="6350" y="48260"/>
                  </a:lnTo>
                  <a:lnTo>
                    <a:pt x="6350" y="50800"/>
                  </a:lnTo>
                  <a:lnTo>
                    <a:pt x="7620" y="50800"/>
                  </a:lnTo>
                  <a:lnTo>
                    <a:pt x="7620" y="52070"/>
                  </a:lnTo>
                  <a:lnTo>
                    <a:pt x="7620" y="54610"/>
                  </a:lnTo>
                  <a:lnTo>
                    <a:pt x="8890" y="54610"/>
                  </a:lnTo>
                  <a:lnTo>
                    <a:pt x="8890" y="57150"/>
                  </a:lnTo>
                  <a:lnTo>
                    <a:pt x="601980" y="57150"/>
                  </a:lnTo>
                  <a:lnTo>
                    <a:pt x="601980" y="54610"/>
                  </a:lnTo>
                  <a:lnTo>
                    <a:pt x="603250" y="54610"/>
                  </a:lnTo>
                  <a:lnTo>
                    <a:pt x="603250" y="52070"/>
                  </a:lnTo>
                  <a:lnTo>
                    <a:pt x="604520" y="52070"/>
                  </a:lnTo>
                  <a:lnTo>
                    <a:pt x="604520" y="50800"/>
                  </a:lnTo>
                  <a:lnTo>
                    <a:pt x="604520" y="48260"/>
                  </a:lnTo>
                  <a:lnTo>
                    <a:pt x="605790" y="48260"/>
                  </a:lnTo>
                  <a:lnTo>
                    <a:pt x="605790" y="44450"/>
                  </a:lnTo>
                  <a:lnTo>
                    <a:pt x="607060" y="44450"/>
                  </a:lnTo>
                  <a:lnTo>
                    <a:pt x="607060" y="41910"/>
                  </a:lnTo>
                  <a:lnTo>
                    <a:pt x="607060" y="39370"/>
                  </a:lnTo>
                  <a:lnTo>
                    <a:pt x="608330" y="39370"/>
                  </a:lnTo>
                  <a:lnTo>
                    <a:pt x="608330" y="33020"/>
                  </a:lnTo>
                  <a:lnTo>
                    <a:pt x="609600" y="33020"/>
                  </a:lnTo>
                  <a:lnTo>
                    <a:pt x="609600" y="24142"/>
                  </a:lnTo>
                  <a:close/>
                </a:path>
                <a:path w="609600" h="60960">
                  <a:moveTo>
                    <a:pt x="609600" y="0"/>
                  </a:moveTo>
                  <a:lnTo>
                    <a:pt x="0" y="0"/>
                  </a:lnTo>
                  <a:lnTo>
                    <a:pt x="0" y="24130"/>
                  </a:lnTo>
                  <a:lnTo>
                    <a:pt x="609600" y="24130"/>
                  </a:lnTo>
                  <a:lnTo>
                    <a:pt x="609600" y="0"/>
                  </a:lnTo>
                  <a:close/>
                </a:path>
              </a:pathLst>
            </a:custGeom>
            <a:solidFill>
              <a:srgbClr val="DEDE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5180330" y="3721099"/>
              <a:ext cx="586740" cy="59690"/>
            </a:xfrm>
            <a:custGeom>
              <a:avLst/>
              <a:gdLst/>
              <a:ahLst/>
              <a:cxnLst/>
              <a:rect l="l" t="t" r="r" b="b"/>
              <a:pathLst>
                <a:path w="586739" h="59689">
                  <a:moveTo>
                    <a:pt x="264795" y="53352"/>
                  </a:moveTo>
                  <a:lnTo>
                    <a:pt x="62230" y="53352"/>
                  </a:lnTo>
                  <a:lnTo>
                    <a:pt x="62230" y="54610"/>
                  </a:lnTo>
                  <a:lnTo>
                    <a:pt x="64770" y="54610"/>
                  </a:lnTo>
                  <a:lnTo>
                    <a:pt x="64770" y="55880"/>
                  </a:lnTo>
                  <a:lnTo>
                    <a:pt x="67310" y="55880"/>
                  </a:lnTo>
                  <a:lnTo>
                    <a:pt x="67310" y="57150"/>
                  </a:lnTo>
                  <a:lnTo>
                    <a:pt x="71120" y="57150"/>
                  </a:lnTo>
                  <a:lnTo>
                    <a:pt x="71120" y="58420"/>
                  </a:lnTo>
                  <a:lnTo>
                    <a:pt x="80010" y="58420"/>
                  </a:lnTo>
                  <a:lnTo>
                    <a:pt x="80010" y="59690"/>
                  </a:lnTo>
                  <a:lnTo>
                    <a:pt x="264795" y="59690"/>
                  </a:lnTo>
                  <a:lnTo>
                    <a:pt x="264795" y="58420"/>
                  </a:lnTo>
                  <a:lnTo>
                    <a:pt x="264795" y="57150"/>
                  </a:lnTo>
                  <a:lnTo>
                    <a:pt x="264795" y="55880"/>
                  </a:lnTo>
                  <a:lnTo>
                    <a:pt x="264795" y="54610"/>
                  </a:lnTo>
                  <a:lnTo>
                    <a:pt x="264795" y="53352"/>
                  </a:lnTo>
                  <a:close/>
                </a:path>
                <a:path w="586739" h="59689">
                  <a:moveTo>
                    <a:pt x="264795" y="47002"/>
                  </a:moveTo>
                  <a:lnTo>
                    <a:pt x="44450" y="47002"/>
                  </a:lnTo>
                  <a:lnTo>
                    <a:pt x="44450" y="48260"/>
                  </a:lnTo>
                  <a:lnTo>
                    <a:pt x="46990" y="48260"/>
                  </a:lnTo>
                  <a:lnTo>
                    <a:pt x="46990" y="49530"/>
                  </a:lnTo>
                  <a:lnTo>
                    <a:pt x="49530" y="49530"/>
                  </a:lnTo>
                  <a:lnTo>
                    <a:pt x="49530" y="50800"/>
                  </a:lnTo>
                  <a:lnTo>
                    <a:pt x="52070" y="50800"/>
                  </a:lnTo>
                  <a:lnTo>
                    <a:pt x="52070" y="52070"/>
                  </a:lnTo>
                  <a:lnTo>
                    <a:pt x="54610" y="52070"/>
                  </a:lnTo>
                  <a:lnTo>
                    <a:pt x="54610" y="53340"/>
                  </a:lnTo>
                  <a:lnTo>
                    <a:pt x="264795" y="53340"/>
                  </a:lnTo>
                  <a:lnTo>
                    <a:pt x="264795" y="52070"/>
                  </a:lnTo>
                  <a:lnTo>
                    <a:pt x="264795" y="50800"/>
                  </a:lnTo>
                  <a:lnTo>
                    <a:pt x="264795" y="49530"/>
                  </a:lnTo>
                  <a:lnTo>
                    <a:pt x="264795" y="48260"/>
                  </a:lnTo>
                  <a:lnTo>
                    <a:pt x="264795" y="47002"/>
                  </a:lnTo>
                  <a:close/>
                </a:path>
                <a:path w="586739" h="59689">
                  <a:moveTo>
                    <a:pt x="264795" y="40652"/>
                  </a:moveTo>
                  <a:lnTo>
                    <a:pt x="35560" y="40652"/>
                  </a:lnTo>
                  <a:lnTo>
                    <a:pt x="35560" y="41910"/>
                  </a:lnTo>
                  <a:lnTo>
                    <a:pt x="36830" y="41910"/>
                  </a:lnTo>
                  <a:lnTo>
                    <a:pt x="36830" y="43180"/>
                  </a:lnTo>
                  <a:lnTo>
                    <a:pt x="39370" y="43180"/>
                  </a:lnTo>
                  <a:lnTo>
                    <a:pt x="39370" y="44450"/>
                  </a:lnTo>
                  <a:lnTo>
                    <a:pt x="40640" y="44450"/>
                  </a:lnTo>
                  <a:lnTo>
                    <a:pt x="40640" y="45720"/>
                  </a:lnTo>
                  <a:lnTo>
                    <a:pt x="43180" y="45720"/>
                  </a:lnTo>
                  <a:lnTo>
                    <a:pt x="43180" y="46990"/>
                  </a:lnTo>
                  <a:lnTo>
                    <a:pt x="264795" y="46990"/>
                  </a:lnTo>
                  <a:lnTo>
                    <a:pt x="264795" y="45720"/>
                  </a:lnTo>
                  <a:lnTo>
                    <a:pt x="264795" y="44450"/>
                  </a:lnTo>
                  <a:lnTo>
                    <a:pt x="264795" y="43180"/>
                  </a:lnTo>
                  <a:lnTo>
                    <a:pt x="264795" y="41910"/>
                  </a:lnTo>
                  <a:lnTo>
                    <a:pt x="264795" y="40652"/>
                  </a:lnTo>
                  <a:close/>
                </a:path>
                <a:path w="586739" h="59689">
                  <a:moveTo>
                    <a:pt x="525780" y="53352"/>
                  </a:moveTo>
                  <a:lnTo>
                    <a:pt x="321932" y="53352"/>
                  </a:lnTo>
                  <a:lnTo>
                    <a:pt x="321932" y="54610"/>
                  </a:lnTo>
                  <a:lnTo>
                    <a:pt x="321932" y="55880"/>
                  </a:lnTo>
                  <a:lnTo>
                    <a:pt x="321932" y="57150"/>
                  </a:lnTo>
                  <a:lnTo>
                    <a:pt x="321932" y="58420"/>
                  </a:lnTo>
                  <a:lnTo>
                    <a:pt x="321932" y="59690"/>
                  </a:lnTo>
                  <a:lnTo>
                    <a:pt x="506730" y="59690"/>
                  </a:lnTo>
                  <a:lnTo>
                    <a:pt x="506730" y="58420"/>
                  </a:lnTo>
                  <a:lnTo>
                    <a:pt x="516890" y="58420"/>
                  </a:lnTo>
                  <a:lnTo>
                    <a:pt x="516890" y="57150"/>
                  </a:lnTo>
                  <a:lnTo>
                    <a:pt x="519430" y="57150"/>
                  </a:lnTo>
                  <a:lnTo>
                    <a:pt x="519430" y="55880"/>
                  </a:lnTo>
                  <a:lnTo>
                    <a:pt x="521970" y="55880"/>
                  </a:lnTo>
                  <a:lnTo>
                    <a:pt x="521970" y="54610"/>
                  </a:lnTo>
                  <a:lnTo>
                    <a:pt x="525780" y="54610"/>
                  </a:lnTo>
                  <a:lnTo>
                    <a:pt x="525780" y="53352"/>
                  </a:lnTo>
                  <a:close/>
                </a:path>
                <a:path w="586739" h="59689">
                  <a:moveTo>
                    <a:pt x="541020" y="47002"/>
                  </a:moveTo>
                  <a:lnTo>
                    <a:pt x="321932" y="47002"/>
                  </a:lnTo>
                  <a:lnTo>
                    <a:pt x="321932" y="48260"/>
                  </a:lnTo>
                  <a:lnTo>
                    <a:pt x="321932" y="49530"/>
                  </a:lnTo>
                  <a:lnTo>
                    <a:pt x="321932" y="50800"/>
                  </a:lnTo>
                  <a:lnTo>
                    <a:pt x="321932" y="52070"/>
                  </a:lnTo>
                  <a:lnTo>
                    <a:pt x="321932" y="53340"/>
                  </a:lnTo>
                  <a:lnTo>
                    <a:pt x="528320" y="53340"/>
                  </a:lnTo>
                  <a:lnTo>
                    <a:pt x="528320" y="52070"/>
                  </a:lnTo>
                  <a:lnTo>
                    <a:pt x="534670" y="52070"/>
                  </a:lnTo>
                  <a:lnTo>
                    <a:pt x="534670" y="50800"/>
                  </a:lnTo>
                  <a:lnTo>
                    <a:pt x="535940" y="50800"/>
                  </a:lnTo>
                  <a:lnTo>
                    <a:pt x="535940" y="49530"/>
                  </a:lnTo>
                  <a:lnTo>
                    <a:pt x="538480" y="49530"/>
                  </a:lnTo>
                  <a:lnTo>
                    <a:pt x="538480" y="48260"/>
                  </a:lnTo>
                  <a:lnTo>
                    <a:pt x="541020" y="48260"/>
                  </a:lnTo>
                  <a:lnTo>
                    <a:pt x="541020" y="47002"/>
                  </a:lnTo>
                  <a:close/>
                </a:path>
                <a:path w="586739" h="59689">
                  <a:moveTo>
                    <a:pt x="552450" y="40652"/>
                  </a:moveTo>
                  <a:lnTo>
                    <a:pt x="321932" y="40652"/>
                  </a:lnTo>
                  <a:lnTo>
                    <a:pt x="321932" y="41910"/>
                  </a:lnTo>
                  <a:lnTo>
                    <a:pt x="321932" y="43180"/>
                  </a:lnTo>
                  <a:lnTo>
                    <a:pt x="321932" y="44450"/>
                  </a:lnTo>
                  <a:lnTo>
                    <a:pt x="321932" y="45720"/>
                  </a:lnTo>
                  <a:lnTo>
                    <a:pt x="321932" y="46990"/>
                  </a:lnTo>
                  <a:lnTo>
                    <a:pt x="543560" y="46990"/>
                  </a:lnTo>
                  <a:lnTo>
                    <a:pt x="543560" y="45720"/>
                  </a:lnTo>
                  <a:lnTo>
                    <a:pt x="544830" y="45720"/>
                  </a:lnTo>
                  <a:lnTo>
                    <a:pt x="544830" y="44450"/>
                  </a:lnTo>
                  <a:lnTo>
                    <a:pt x="547370" y="44450"/>
                  </a:lnTo>
                  <a:lnTo>
                    <a:pt x="547370" y="43180"/>
                  </a:lnTo>
                  <a:lnTo>
                    <a:pt x="549910" y="43180"/>
                  </a:lnTo>
                  <a:lnTo>
                    <a:pt x="549910" y="41910"/>
                  </a:lnTo>
                  <a:lnTo>
                    <a:pt x="552450" y="41910"/>
                  </a:lnTo>
                  <a:lnTo>
                    <a:pt x="552450" y="40652"/>
                  </a:lnTo>
                  <a:close/>
                </a:path>
                <a:path w="586739" h="59689">
                  <a:moveTo>
                    <a:pt x="560070" y="34302"/>
                  </a:moveTo>
                  <a:lnTo>
                    <a:pt x="27940" y="34302"/>
                  </a:lnTo>
                  <a:lnTo>
                    <a:pt x="27940" y="35560"/>
                  </a:lnTo>
                  <a:lnTo>
                    <a:pt x="29210" y="35560"/>
                  </a:lnTo>
                  <a:lnTo>
                    <a:pt x="29210" y="36830"/>
                  </a:lnTo>
                  <a:lnTo>
                    <a:pt x="30480" y="36830"/>
                  </a:lnTo>
                  <a:lnTo>
                    <a:pt x="30480" y="38100"/>
                  </a:lnTo>
                  <a:lnTo>
                    <a:pt x="31750" y="38100"/>
                  </a:lnTo>
                  <a:lnTo>
                    <a:pt x="31750" y="39370"/>
                  </a:lnTo>
                  <a:lnTo>
                    <a:pt x="34290" y="39370"/>
                  </a:lnTo>
                  <a:lnTo>
                    <a:pt x="34290" y="40640"/>
                  </a:lnTo>
                  <a:lnTo>
                    <a:pt x="553720" y="40640"/>
                  </a:lnTo>
                  <a:lnTo>
                    <a:pt x="553720" y="39370"/>
                  </a:lnTo>
                  <a:lnTo>
                    <a:pt x="554977" y="39370"/>
                  </a:lnTo>
                  <a:lnTo>
                    <a:pt x="554977" y="38100"/>
                  </a:lnTo>
                  <a:lnTo>
                    <a:pt x="556260" y="38100"/>
                  </a:lnTo>
                  <a:lnTo>
                    <a:pt x="556260" y="36830"/>
                  </a:lnTo>
                  <a:lnTo>
                    <a:pt x="558800" y="36830"/>
                  </a:lnTo>
                  <a:lnTo>
                    <a:pt x="558800" y="35560"/>
                  </a:lnTo>
                  <a:lnTo>
                    <a:pt x="560070" y="35560"/>
                  </a:lnTo>
                  <a:lnTo>
                    <a:pt x="560070" y="34302"/>
                  </a:lnTo>
                  <a:close/>
                </a:path>
                <a:path w="586739" h="59689">
                  <a:moveTo>
                    <a:pt x="566420" y="27952"/>
                  </a:moveTo>
                  <a:lnTo>
                    <a:pt x="21590" y="27952"/>
                  </a:lnTo>
                  <a:lnTo>
                    <a:pt x="21590" y="29210"/>
                  </a:lnTo>
                  <a:lnTo>
                    <a:pt x="22860" y="29210"/>
                  </a:lnTo>
                  <a:lnTo>
                    <a:pt x="22860" y="30480"/>
                  </a:lnTo>
                  <a:lnTo>
                    <a:pt x="24130" y="30480"/>
                  </a:lnTo>
                  <a:lnTo>
                    <a:pt x="24130" y="31750"/>
                  </a:lnTo>
                  <a:lnTo>
                    <a:pt x="25400" y="31750"/>
                  </a:lnTo>
                  <a:lnTo>
                    <a:pt x="25400" y="33020"/>
                  </a:lnTo>
                  <a:lnTo>
                    <a:pt x="26670" y="33020"/>
                  </a:lnTo>
                  <a:lnTo>
                    <a:pt x="26670" y="34290"/>
                  </a:lnTo>
                  <a:lnTo>
                    <a:pt x="561340" y="34290"/>
                  </a:lnTo>
                  <a:lnTo>
                    <a:pt x="561340" y="33020"/>
                  </a:lnTo>
                  <a:lnTo>
                    <a:pt x="562610" y="33020"/>
                  </a:lnTo>
                  <a:lnTo>
                    <a:pt x="562610" y="31750"/>
                  </a:lnTo>
                  <a:lnTo>
                    <a:pt x="563880" y="31750"/>
                  </a:lnTo>
                  <a:lnTo>
                    <a:pt x="563880" y="30480"/>
                  </a:lnTo>
                  <a:lnTo>
                    <a:pt x="565150" y="30480"/>
                  </a:lnTo>
                  <a:lnTo>
                    <a:pt x="565150" y="29210"/>
                  </a:lnTo>
                  <a:lnTo>
                    <a:pt x="566420" y="29210"/>
                  </a:lnTo>
                  <a:lnTo>
                    <a:pt x="566420" y="27952"/>
                  </a:lnTo>
                  <a:close/>
                </a:path>
                <a:path w="586739" h="59689">
                  <a:moveTo>
                    <a:pt x="581660" y="8902"/>
                  </a:moveTo>
                  <a:lnTo>
                    <a:pt x="5080" y="8902"/>
                  </a:lnTo>
                  <a:lnTo>
                    <a:pt x="5080" y="11430"/>
                  </a:lnTo>
                  <a:lnTo>
                    <a:pt x="6350" y="11430"/>
                  </a:lnTo>
                  <a:lnTo>
                    <a:pt x="6350" y="12700"/>
                  </a:lnTo>
                  <a:lnTo>
                    <a:pt x="7620" y="12700"/>
                  </a:lnTo>
                  <a:lnTo>
                    <a:pt x="7620" y="13970"/>
                  </a:lnTo>
                  <a:lnTo>
                    <a:pt x="8890" y="13970"/>
                  </a:lnTo>
                  <a:lnTo>
                    <a:pt x="8890" y="15240"/>
                  </a:lnTo>
                  <a:lnTo>
                    <a:pt x="10160" y="15240"/>
                  </a:lnTo>
                  <a:lnTo>
                    <a:pt x="10160" y="16510"/>
                  </a:lnTo>
                  <a:lnTo>
                    <a:pt x="10160" y="17780"/>
                  </a:lnTo>
                  <a:lnTo>
                    <a:pt x="11430" y="17780"/>
                  </a:lnTo>
                  <a:lnTo>
                    <a:pt x="11430" y="19050"/>
                  </a:lnTo>
                  <a:lnTo>
                    <a:pt x="12700" y="19050"/>
                  </a:lnTo>
                  <a:lnTo>
                    <a:pt x="12700" y="20320"/>
                  </a:lnTo>
                  <a:lnTo>
                    <a:pt x="13970" y="20320"/>
                  </a:lnTo>
                  <a:lnTo>
                    <a:pt x="13970" y="21590"/>
                  </a:lnTo>
                  <a:lnTo>
                    <a:pt x="15240" y="21590"/>
                  </a:lnTo>
                  <a:lnTo>
                    <a:pt x="15240" y="22860"/>
                  </a:lnTo>
                  <a:lnTo>
                    <a:pt x="16510" y="22860"/>
                  </a:lnTo>
                  <a:lnTo>
                    <a:pt x="16510" y="24130"/>
                  </a:lnTo>
                  <a:lnTo>
                    <a:pt x="17780" y="24130"/>
                  </a:lnTo>
                  <a:lnTo>
                    <a:pt x="17780" y="25400"/>
                  </a:lnTo>
                  <a:lnTo>
                    <a:pt x="19050" y="25400"/>
                  </a:lnTo>
                  <a:lnTo>
                    <a:pt x="19050" y="26670"/>
                  </a:lnTo>
                  <a:lnTo>
                    <a:pt x="20320" y="26670"/>
                  </a:lnTo>
                  <a:lnTo>
                    <a:pt x="20320" y="27940"/>
                  </a:lnTo>
                  <a:lnTo>
                    <a:pt x="567690" y="27940"/>
                  </a:lnTo>
                  <a:lnTo>
                    <a:pt x="567690" y="26670"/>
                  </a:lnTo>
                  <a:lnTo>
                    <a:pt x="568960" y="26670"/>
                  </a:lnTo>
                  <a:lnTo>
                    <a:pt x="568960" y="25400"/>
                  </a:lnTo>
                  <a:lnTo>
                    <a:pt x="570230" y="25400"/>
                  </a:lnTo>
                  <a:lnTo>
                    <a:pt x="570230" y="24130"/>
                  </a:lnTo>
                  <a:lnTo>
                    <a:pt x="571500" y="24130"/>
                  </a:lnTo>
                  <a:lnTo>
                    <a:pt x="571500" y="22860"/>
                  </a:lnTo>
                  <a:lnTo>
                    <a:pt x="571500" y="21590"/>
                  </a:lnTo>
                  <a:lnTo>
                    <a:pt x="572770" y="21590"/>
                  </a:lnTo>
                  <a:lnTo>
                    <a:pt x="572770" y="20320"/>
                  </a:lnTo>
                  <a:lnTo>
                    <a:pt x="574027" y="20320"/>
                  </a:lnTo>
                  <a:lnTo>
                    <a:pt x="574027" y="19050"/>
                  </a:lnTo>
                  <a:lnTo>
                    <a:pt x="575310" y="19050"/>
                  </a:lnTo>
                  <a:lnTo>
                    <a:pt x="575310" y="17780"/>
                  </a:lnTo>
                  <a:lnTo>
                    <a:pt x="576580" y="17780"/>
                  </a:lnTo>
                  <a:lnTo>
                    <a:pt x="576580" y="16510"/>
                  </a:lnTo>
                  <a:lnTo>
                    <a:pt x="577850" y="16510"/>
                  </a:lnTo>
                  <a:lnTo>
                    <a:pt x="577850" y="15240"/>
                  </a:lnTo>
                  <a:lnTo>
                    <a:pt x="577850" y="13970"/>
                  </a:lnTo>
                  <a:lnTo>
                    <a:pt x="579120" y="13970"/>
                  </a:lnTo>
                  <a:lnTo>
                    <a:pt x="579120" y="12700"/>
                  </a:lnTo>
                  <a:lnTo>
                    <a:pt x="580377" y="12700"/>
                  </a:lnTo>
                  <a:lnTo>
                    <a:pt x="580377" y="11430"/>
                  </a:lnTo>
                  <a:lnTo>
                    <a:pt x="581660" y="11430"/>
                  </a:lnTo>
                  <a:lnTo>
                    <a:pt x="581660" y="8902"/>
                  </a:lnTo>
                  <a:close/>
                </a:path>
                <a:path w="586739" h="59689">
                  <a:moveTo>
                    <a:pt x="585470" y="2552"/>
                  </a:moveTo>
                  <a:lnTo>
                    <a:pt x="1270" y="2552"/>
                  </a:lnTo>
                  <a:lnTo>
                    <a:pt x="1270" y="3810"/>
                  </a:lnTo>
                  <a:lnTo>
                    <a:pt x="2540" y="3810"/>
                  </a:lnTo>
                  <a:lnTo>
                    <a:pt x="2540" y="6350"/>
                  </a:lnTo>
                  <a:lnTo>
                    <a:pt x="3810" y="6350"/>
                  </a:lnTo>
                  <a:lnTo>
                    <a:pt x="3810" y="8890"/>
                  </a:lnTo>
                  <a:lnTo>
                    <a:pt x="582930" y="8890"/>
                  </a:lnTo>
                  <a:lnTo>
                    <a:pt x="582930" y="6350"/>
                  </a:lnTo>
                  <a:lnTo>
                    <a:pt x="584200" y="6350"/>
                  </a:lnTo>
                  <a:lnTo>
                    <a:pt x="584200" y="3810"/>
                  </a:lnTo>
                  <a:lnTo>
                    <a:pt x="585470" y="3810"/>
                  </a:lnTo>
                  <a:lnTo>
                    <a:pt x="585470" y="2552"/>
                  </a:lnTo>
                  <a:close/>
                </a:path>
                <a:path w="586739" h="59689">
                  <a:moveTo>
                    <a:pt x="586740" y="1270"/>
                  </a:moveTo>
                  <a:lnTo>
                    <a:pt x="586727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586740" y="2540"/>
                  </a:lnTo>
                  <a:lnTo>
                    <a:pt x="586740" y="1270"/>
                  </a:lnTo>
                  <a:close/>
                </a:path>
              </a:pathLst>
            </a:custGeom>
            <a:solidFill>
              <a:srgbClr val="DDDD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5168899" y="1676399"/>
              <a:ext cx="609600" cy="2103120"/>
            </a:xfrm>
            <a:custGeom>
              <a:avLst/>
              <a:gdLst/>
              <a:ahLst/>
              <a:cxnLst/>
              <a:rect l="l" t="t" r="r" b="b"/>
              <a:pathLst>
                <a:path w="609600" h="2103120">
                  <a:moveTo>
                    <a:pt x="101600" y="0"/>
                  </a:moveTo>
                  <a:lnTo>
                    <a:pt x="64293" y="8731"/>
                  </a:lnTo>
                  <a:lnTo>
                    <a:pt x="31750" y="31750"/>
                  </a:lnTo>
                  <a:lnTo>
                    <a:pt x="8731" y="64293"/>
                  </a:lnTo>
                  <a:lnTo>
                    <a:pt x="0" y="101600"/>
                  </a:lnTo>
                  <a:lnTo>
                    <a:pt x="0" y="131286"/>
                  </a:lnTo>
                  <a:lnTo>
                    <a:pt x="0" y="339089"/>
                  </a:lnTo>
                  <a:lnTo>
                    <a:pt x="0" y="903128"/>
                  </a:lnTo>
                  <a:lnTo>
                    <a:pt x="0" y="2001520"/>
                  </a:lnTo>
                  <a:lnTo>
                    <a:pt x="8731" y="2038826"/>
                  </a:lnTo>
                  <a:lnTo>
                    <a:pt x="31750" y="2071370"/>
                  </a:lnTo>
                  <a:lnTo>
                    <a:pt x="64293" y="2094388"/>
                  </a:lnTo>
                  <a:lnTo>
                    <a:pt x="101600" y="2103120"/>
                  </a:lnTo>
                  <a:lnTo>
                    <a:pt x="107950" y="2103120"/>
                  </a:lnTo>
                  <a:lnTo>
                    <a:pt x="152400" y="2103120"/>
                  </a:lnTo>
                  <a:lnTo>
                    <a:pt x="273050" y="2103120"/>
                  </a:lnTo>
                  <a:lnTo>
                    <a:pt x="508000" y="2103120"/>
                  </a:lnTo>
                  <a:lnTo>
                    <a:pt x="545306" y="2094388"/>
                  </a:lnTo>
                  <a:lnTo>
                    <a:pt x="577850" y="2071370"/>
                  </a:lnTo>
                  <a:lnTo>
                    <a:pt x="600868" y="2038826"/>
                  </a:lnTo>
                  <a:lnTo>
                    <a:pt x="609600" y="2001520"/>
                  </a:lnTo>
                  <a:lnTo>
                    <a:pt x="609600" y="1971833"/>
                  </a:lnTo>
                  <a:lnTo>
                    <a:pt x="609600" y="1764029"/>
                  </a:lnTo>
                  <a:lnTo>
                    <a:pt x="609600" y="1199991"/>
                  </a:lnTo>
                  <a:lnTo>
                    <a:pt x="609600" y="101600"/>
                  </a:lnTo>
                  <a:lnTo>
                    <a:pt x="600868" y="64293"/>
                  </a:lnTo>
                  <a:lnTo>
                    <a:pt x="577850" y="31750"/>
                  </a:lnTo>
                  <a:lnTo>
                    <a:pt x="545306" y="8731"/>
                  </a:lnTo>
                  <a:lnTo>
                    <a:pt x="508000" y="0"/>
                  </a:lnTo>
                  <a:lnTo>
                    <a:pt x="501650" y="0"/>
                  </a:lnTo>
                  <a:lnTo>
                    <a:pt x="457200" y="0"/>
                  </a:lnTo>
                  <a:lnTo>
                    <a:pt x="336550" y="0"/>
                  </a:lnTo>
                  <a:lnTo>
                    <a:pt x="101600" y="0"/>
                  </a:lnTo>
                  <a:close/>
                </a:path>
              </a:pathLst>
            </a:custGeom>
            <a:ln w="57146">
              <a:solidFill>
                <a:srgbClr val="A9A9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5977890" y="1676653"/>
              <a:ext cx="607060" cy="87630"/>
            </a:xfrm>
            <a:custGeom>
              <a:avLst/>
              <a:gdLst/>
              <a:ahLst/>
              <a:cxnLst/>
              <a:rect l="l" t="t" r="r" b="b"/>
              <a:pathLst>
                <a:path w="607059" h="87630">
                  <a:moveTo>
                    <a:pt x="523240" y="1016"/>
                  </a:moveTo>
                  <a:lnTo>
                    <a:pt x="516890" y="1016"/>
                  </a:lnTo>
                  <a:lnTo>
                    <a:pt x="516890" y="0"/>
                  </a:lnTo>
                  <a:lnTo>
                    <a:pt x="90170" y="0"/>
                  </a:lnTo>
                  <a:lnTo>
                    <a:pt x="90170" y="1016"/>
                  </a:lnTo>
                  <a:lnTo>
                    <a:pt x="87630" y="1016"/>
                  </a:lnTo>
                  <a:lnTo>
                    <a:pt x="87630" y="2286"/>
                  </a:lnTo>
                  <a:lnTo>
                    <a:pt x="523240" y="2286"/>
                  </a:lnTo>
                  <a:lnTo>
                    <a:pt x="523240" y="1143"/>
                  </a:lnTo>
                  <a:lnTo>
                    <a:pt x="523240" y="1016"/>
                  </a:lnTo>
                  <a:close/>
                </a:path>
                <a:path w="607059" h="87630">
                  <a:moveTo>
                    <a:pt x="542290" y="7366"/>
                  </a:moveTo>
                  <a:lnTo>
                    <a:pt x="539750" y="7366"/>
                  </a:lnTo>
                  <a:lnTo>
                    <a:pt x="539750" y="6350"/>
                  </a:lnTo>
                  <a:lnTo>
                    <a:pt x="534657" y="6350"/>
                  </a:lnTo>
                  <a:lnTo>
                    <a:pt x="534657" y="4826"/>
                  </a:lnTo>
                  <a:lnTo>
                    <a:pt x="532130" y="4826"/>
                  </a:lnTo>
                  <a:lnTo>
                    <a:pt x="532130" y="3810"/>
                  </a:lnTo>
                  <a:lnTo>
                    <a:pt x="532130" y="3556"/>
                  </a:lnTo>
                  <a:lnTo>
                    <a:pt x="525780" y="3556"/>
                  </a:lnTo>
                  <a:lnTo>
                    <a:pt x="525780" y="2413"/>
                  </a:lnTo>
                  <a:lnTo>
                    <a:pt x="80010" y="2413"/>
                  </a:lnTo>
                  <a:lnTo>
                    <a:pt x="80010" y="3556"/>
                  </a:lnTo>
                  <a:lnTo>
                    <a:pt x="77470" y="3556"/>
                  </a:lnTo>
                  <a:lnTo>
                    <a:pt x="77470" y="4826"/>
                  </a:lnTo>
                  <a:lnTo>
                    <a:pt x="71120" y="4826"/>
                  </a:lnTo>
                  <a:lnTo>
                    <a:pt x="71120" y="6350"/>
                  </a:lnTo>
                  <a:lnTo>
                    <a:pt x="68580" y="6350"/>
                  </a:lnTo>
                  <a:lnTo>
                    <a:pt x="68580" y="7366"/>
                  </a:lnTo>
                  <a:lnTo>
                    <a:pt x="66040" y="7366"/>
                  </a:lnTo>
                  <a:lnTo>
                    <a:pt x="66040" y="8636"/>
                  </a:lnTo>
                  <a:lnTo>
                    <a:pt x="542290" y="8636"/>
                  </a:lnTo>
                  <a:lnTo>
                    <a:pt x="542290" y="7493"/>
                  </a:lnTo>
                  <a:lnTo>
                    <a:pt x="542290" y="7366"/>
                  </a:lnTo>
                  <a:close/>
                </a:path>
                <a:path w="607059" h="87630">
                  <a:moveTo>
                    <a:pt x="554990" y="13716"/>
                  </a:moveTo>
                  <a:lnTo>
                    <a:pt x="552437" y="13716"/>
                  </a:lnTo>
                  <a:lnTo>
                    <a:pt x="552437" y="12700"/>
                  </a:lnTo>
                  <a:lnTo>
                    <a:pt x="551180" y="12700"/>
                  </a:lnTo>
                  <a:lnTo>
                    <a:pt x="551180" y="11176"/>
                  </a:lnTo>
                  <a:lnTo>
                    <a:pt x="548640" y="11176"/>
                  </a:lnTo>
                  <a:lnTo>
                    <a:pt x="548640" y="10160"/>
                  </a:lnTo>
                  <a:lnTo>
                    <a:pt x="548640" y="9906"/>
                  </a:lnTo>
                  <a:lnTo>
                    <a:pt x="544830" y="9906"/>
                  </a:lnTo>
                  <a:lnTo>
                    <a:pt x="544830" y="8763"/>
                  </a:lnTo>
                  <a:lnTo>
                    <a:pt x="60960" y="8763"/>
                  </a:lnTo>
                  <a:lnTo>
                    <a:pt x="60960" y="9906"/>
                  </a:lnTo>
                  <a:lnTo>
                    <a:pt x="59690" y="9906"/>
                  </a:lnTo>
                  <a:lnTo>
                    <a:pt x="59690" y="11176"/>
                  </a:lnTo>
                  <a:lnTo>
                    <a:pt x="57150" y="11176"/>
                  </a:lnTo>
                  <a:lnTo>
                    <a:pt x="57150" y="12700"/>
                  </a:lnTo>
                  <a:lnTo>
                    <a:pt x="53340" y="12700"/>
                  </a:lnTo>
                  <a:lnTo>
                    <a:pt x="53340" y="13716"/>
                  </a:lnTo>
                  <a:lnTo>
                    <a:pt x="52070" y="13716"/>
                  </a:lnTo>
                  <a:lnTo>
                    <a:pt x="52070" y="14986"/>
                  </a:lnTo>
                  <a:lnTo>
                    <a:pt x="554990" y="14986"/>
                  </a:lnTo>
                  <a:lnTo>
                    <a:pt x="554990" y="13843"/>
                  </a:lnTo>
                  <a:lnTo>
                    <a:pt x="554990" y="13716"/>
                  </a:lnTo>
                  <a:close/>
                </a:path>
                <a:path w="607059" h="87630">
                  <a:moveTo>
                    <a:pt x="563880" y="20066"/>
                  </a:moveTo>
                  <a:lnTo>
                    <a:pt x="561340" y="20066"/>
                  </a:lnTo>
                  <a:lnTo>
                    <a:pt x="561340" y="19050"/>
                  </a:lnTo>
                  <a:lnTo>
                    <a:pt x="560057" y="19050"/>
                  </a:lnTo>
                  <a:lnTo>
                    <a:pt x="560057" y="17526"/>
                  </a:lnTo>
                  <a:lnTo>
                    <a:pt x="557530" y="17526"/>
                  </a:lnTo>
                  <a:lnTo>
                    <a:pt x="557530" y="16510"/>
                  </a:lnTo>
                  <a:lnTo>
                    <a:pt x="557530" y="16256"/>
                  </a:lnTo>
                  <a:lnTo>
                    <a:pt x="556260" y="16256"/>
                  </a:lnTo>
                  <a:lnTo>
                    <a:pt x="556260" y="15113"/>
                  </a:lnTo>
                  <a:lnTo>
                    <a:pt x="49530" y="15113"/>
                  </a:lnTo>
                  <a:lnTo>
                    <a:pt x="49530" y="16256"/>
                  </a:lnTo>
                  <a:lnTo>
                    <a:pt x="48260" y="16256"/>
                  </a:lnTo>
                  <a:lnTo>
                    <a:pt x="48260" y="17526"/>
                  </a:lnTo>
                  <a:lnTo>
                    <a:pt x="46990" y="17526"/>
                  </a:lnTo>
                  <a:lnTo>
                    <a:pt x="46990" y="19050"/>
                  </a:lnTo>
                  <a:lnTo>
                    <a:pt x="44450" y="19050"/>
                  </a:lnTo>
                  <a:lnTo>
                    <a:pt x="44450" y="20066"/>
                  </a:lnTo>
                  <a:lnTo>
                    <a:pt x="43180" y="20066"/>
                  </a:lnTo>
                  <a:lnTo>
                    <a:pt x="43180" y="21336"/>
                  </a:lnTo>
                  <a:lnTo>
                    <a:pt x="563880" y="21336"/>
                  </a:lnTo>
                  <a:lnTo>
                    <a:pt x="563880" y="20193"/>
                  </a:lnTo>
                  <a:lnTo>
                    <a:pt x="563880" y="20066"/>
                  </a:lnTo>
                  <a:close/>
                </a:path>
                <a:path w="607059" h="87630">
                  <a:moveTo>
                    <a:pt x="577837" y="32766"/>
                  </a:moveTo>
                  <a:lnTo>
                    <a:pt x="576580" y="32766"/>
                  </a:lnTo>
                  <a:lnTo>
                    <a:pt x="576580" y="31750"/>
                  </a:lnTo>
                  <a:lnTo>
                    <a:pt x="575310" y="31750"/>
                  </a:lnTo>
                  <a:lnTo>
                    <a:pt x="575310" y="30226"/>
                  </a:lnTo>
                  <a:lnTo>
                    <a:pt x="574040" y="30226"/>
                  </a:lnTo>
                  <a:lnTo>
                    <a:pt x="574040" y="29210"/>
                  </a:lnTo>
                  <a:lnTo>
                    <a:pt x="574040" y="28956"/>
                  </a:lnTo>
                  <a:lnTo>
                    <a:pt x="572757" y="28956"/>
                  </a:lnTo>
                  <a:lnTo>
                    <a:pt x="572757" y="27686"/>
                  </a:lnTo>
                  <a:lnTo>
                    <a:pt x="572757" y="26543"/>
                  </a:lnTo>
                  <a:lnTo>
                    <a:pt x="572757" y="26416"/>
                  </a:lnTo>
                  <a:lnTo>
                    <a:pt x="571500" y="26416"/>
                  </a:lnTo>
                  <a:lnTo>
                    <a:pt x="571500" y="25400"/>
                  </a:lnTo>
                  <a:lnTo>
                    <a:pt x="570230" y="25400"/>
                  </a:lnTo>
                  <a:lnTo>
                    <a:pt x="570230" y="23876"/>
                  </a:lnTo>
                  <a:lnTo>
                    <a:pt x="568960" y="23876"/>
                  </a:lnTo>
                  <a:lnTo>
                    <a:pt x="568960" y="22860"/>
                  </a:lnTo>
                  <a:lnTo>
                    <a:pt x="568960" y="22606"/>
                  </a:lnTo>
                  <a:lnTo>
                    <a:pt x="566407" y="22606"/>
                  </a:lnTo>
                  <a:lnTo>
                    <a:pt x="566407" y="21463"/>
                  </a:lnTo>
                  <a:lnTo>
                    <a:pt x="40640" y="21463"/>
                  </a:lnTo>
                  <a:lnTo>
                    <a:pt x="40640" y="22606"/>
                  </a:lnTo>
                  <a:lnTo>
                    <a:pt x="39370" y="22606"/>
                  </a:lnTo>
                  <a:lnTo>
                    <a:pt x="39370" y="23876"/>
                  </a:lnTo>
                  <a:lnTo>
                    <a:pt x="36830" y="23876"/>
                  </a:lnTo>
                  <a:lnTo>
                    <a:pt x="36830" y="25400"/>
                  </a:lnTo>
                  <a:lnTo>
                    <a:pt x="35560" y="25400"/>
                  </a:lnTo>
                  <a:lnTo>
                    <a:pt x="35560" y="26416"/>
                  </a:lnTo>
                  <a:lnTo>
                    <a:pt x="34290" y="26416"/>
                  </a:lnTo>
                  <a:lnTo>
                    <a:pt x="34290" y="27686"/>
                  </a:lnTo>
                  <a:lnTo>
                    <a:pt x="33020" y="27686"/>
                  </a:lnTo>
                  <a:lnTo>
                    <a:pt x="33020" y="28956"/>
                  </a:lnTo>
                  <a:lnTo>
                    <a:pt x="31750" y="28956"/>
                  </a:lnTo>
                  <a:lnTo>
                    <a:pt x="31750" y="30226"/>
                  </a:lnTo>
                  <a:lnTo>
                    <a:pt x="30480" y="30226"/>
                  </a:lnTo>
                  <a:lnTo>
                    <a:pt x="30480" y="31750"/>
                  </a:lnTo>
                  <a:lnTo>
                    <a:pt x="29210" y="31750"/>
                  </a:lnTo>
                  <a:lnTo>
                    <a:pt x="29210" y="32766"/>
                  </a:lnTo>
                  <a:lnTo>
                    <a:pt x="27940" y="32766"/>
                  </a:lnTo>
                  <a:lnTo>
                    <a:pt x="27940" y="34036"/>
                  </a:lnTo>
                  <a:lnTo>
                    <a:pt x="577837" y="34036"/>
                  </a:lnTo>
                  <a:lnTo>
                    <a:pt x="577837" y="32893"/>
                  </a:lnTo>
                  <a:lnTo>
                    <a:pt x="577837" y="32766"/>
                  </a:lnTo>
                  <a:close/>
                </a:path>
                <a:path w="607059" h="87630">
                  <a:moveTo>
                    <a:pt x="581660" y="36576"/>
                  </a:moveTo>
                  <a:lnTo>
                    <a:pt x="580390" y="36576"/>
                  </a:lnTo>
                  <a:lnTo>
                    <a:pt x="580390" y="35560"/>
                  </a:lnTo>
                  <a:lnTo>
                    <a:pt x="580390" y="35306"/>
                  </a:lnTo>
                  <a:lnTo>
                    <a:pt x="579107" y="35306"/>
                  </a:lnTo>
                  <a:lnTo>
                    <a:pt x="579107" y="34163"/>
                  </a:lnTo>
                  <a:lnTo>
                    <a:pt x="26670" y="34163"/>
                  </a:lnTo>
                  <a:lnTo>
                    <a:pt x="26670" y="35306"/>
                  </a:lnTo>
                  <a:lnTo>
                    <a:pt x="25400" y="35306"/>
                  </a:lnTo>
                  <a:lnTo>
                    <a:pt x="25400" y="36576"/>
                  </a:lnTo>
                  <a:lnTo>
                    <a:pt x="25400" y="37846"/>
                  </a:lnTo>
                  <a:lnTo>
                    <a:pt x="581660" y="37846"/>
                  </a:lnTo>
                  <a:lnTo>
                    <a:pt x="581660" y="36576"/>
                  </a:lnTo>
                  <a:close/>
                </a:path>
                <a:path w="607059" h="87630">
                  <a:moveTo>
                    <a:pt x="584200" y="39116"/>
                  </a:moveTo>
                  <a:lnTo>
                    <a:pt x="582930" y="39116"/>
                  </a:lnTo>
                  <a:lnTo>
                    <a:pt x="582930" y="38100"/>
                  </a:lnTo>
                  <a:lnTo>
                    <a:pt x="24130" y="38100"/>
                  </a:lnTo>
                  <a:lnTo>
                    <a:pt x="24130" y="39116"/>
                  </a:lnTo>
                  <a:lnTo>
                    <a:pt x="22860" y="39116"/>
                  </a:lnTo>
                  <a:lnTo>
                    <a:pt x="22860" y="40386"/>
                  </a:lnTo>
                  <a:lnTo>
                    <a:pt x="584200" y="40386"/>
                  </a:lnTo>
                  <a:lnTo>
                    <a:pt x="584200" y="39243"/>
                  </a:lnTo>
                  <a:lnTo>
                    <a:pt x="584200" y="39116"/>
                  </a:lnTo>
                  <a:close/>
                </a:path>
                <a:path w="607059" h="87630">
                  <a:moveTo>
                    <a:pt x="589280" y="45466"/>
                  </a:moveTo>
                  <a:lnTo>
                    <a:pt x="588010" y="45466"/>
                  </a:lnTo>
                  <a:lnTo>
                    <a:pt x="588010" y="44196"/>
                  </a:lnTo>
                  <a:lnTo>
                    <a:pt x="586740" y="44196"/>
                  </a:lnTo>
                  <a:lnTo>
                    <a:pt x="586740" y="42926"/>
                  </a:lnTo>
                  <a:lnTo>
                    <a:pt x="586740" y="41910"/>
                  </a:lnTo>
                  <a:lnTo>
                    <a:pt x="586740" y="41656"/>
                  </a:lnTo>
                  <a:lnTo>
                    <a:pt x="585457" y="41656"/>
                  </a:lnTo>
                  <a:lnTo>
                    <a:pt x="585457" y="40513"/>
                  </a:lnTo>
                  <a:lnTo>
                    <a:pt x="21590" y="40513"/>
                  </a:lnTo>
                  <a:lnTo>
                    <a:pt x="21590" y="41656"/>
                  </a:lnTo>
                  <a:lnTo>
                    <a:pt x="20320" y="41656"/>
                  </a:lnTo>
                  <a:lnTo>
                    <a:pt x="20320" y="42926"/>
                  </a:lnTo>
                  <a:lnTo>
                    <a:pt x="19050" y="42926"/>
                  </a:lnTo>
                  <a:lnTo>
                    <a:pt x="19050" y="44196"/>
                  </a:lnTo>
                  <a:lnTo>
                    <a:pt x="19050" y="45466"/>
                  </a:lnTo>
                  <a:lnTo>
                    <a:pt x="17780" y="45466"/>
                  </a:lnTo>
                  <a:lnTo>
                    <a:pt x="17780" y="46736"/>
                  </a:lnTo>
                  <a:lnTo>
                    <a:pt x="589280" y="46736"/>
                  </a:lnTo>
                  <a:lnTo>
                    <a:pt x="589280" y="45593"/>
                  </a:lnTo>
                  <a:lnTo>
                    <a:pt x="589280" y="45466"/>
                  </a:lnTo>
                  <a:close/>
                </a:path>
                <a:path w="607059" h="87630">
                  <a:moveTo>
                    <a:pt x="591807" y="48006"/>
                  </a:moveTo>
                  <a:lnTo>
                    <a:pt x="590550" y="48006"/>
                  </a:lnTo>
                  <a:lnTo>
                    <a:pt x="590550" y="46863"/>
                  </a:lnTo>
                  <a:lnTo>
                    <a:pt x="16510" y="46863"/>
                  </a:lnTo>
                  <a:lnTo>
                    <a:pt x="16510" y="48006"/>
                  </a:lnTo>
                  <a:lnTo>
                    <a:pt x="15240" y="48006"/>
                  </a:lnTo>
                  <a:lnTo>
                    <a:pt x="15240" y="49276"/>
                  </a:lnTo>
                  <a:lnTo>
                    <a:pt x="13970" y="49276"/>
                  </a:lnTo>
                  <a:lnTo>
                    <a:pt x="13970" y="50546"/>
                  </a:lnTo>
                  <a:lnTo>
                    <a:pt x="591807" y="50546"/>
                  </a:lnTo>
                  <a:lnTo>
                    <a:pt x="591807" y="49276"/>
                  </a:lnTo>
                  <a:lnTo>
                    <a:pt x="591807" y="48260"/>
                  </a:lnTo>
                  <a:lnTo>
                    <a:pt x="591807" y="48006"/>
                  </a:lnTo>
                  <a:close/>
                </a:path>
                <a:path w="607059" h="87630">
                  <a:moveTo>
                    <a:pt x="598157" y="58166"/>
                  </a:moveTo>
                  <a:lnTo>
                    <a:pt x="596887" y="58166"/>
                  </a:lnTo>
                  <a:lnTo>
                    <a:pt x="596887" y="56896"/>
                  </a:lnTo>
                  <a:lnTo>
                    <a:pt x="596900" y="55626"/>
                  </a:lnTo>
                  <a:lnTo>
                    <a:pt x="595630" y="55626"/>
                  </a:lnTo>
                  <a:lnTo>
                    <a:pt x="595630" y="54610"/>
                  </a:lnTo>
                  <a:lnTo>
                    <a:pt x="595630" y="54356"/>
                  </a:lnTo>
                  <a:lnTo>
                    <a:pt x="594360" y="54356"/>
                  </a:lnTo>
                  <a:lnTo>
                    <a:pt x="594360" y="53086"/>
                  </a:lnTo>
                  <a:lnTo>
                    <a:pt x="594360" y="51816"/>
                  </a:lnTo>
                  <a:lnTo>
                    <a:pt x="593090" y="51816"/>
                  </a:lnTo>
                  <a:lnTo>
                    <a:pt x="593090" y="50800"/>
                  </a:lnTo>
                  <a:lnTo>
                    <a:pt x="12700" y="50800"/>
                  </a:lnTo>
                  <a:lnTo>
                    <a:pt x="12700" y="51816"/>
                  </a:lnTo>
                  <a:lnTo>
                    <a:pt x="12700" y="53086"/>
                  </a:lnTo>
                  <a:lnTo>
                    <a:pt x="11430" y="53086"/>
                  </a:lnTo>
                  <a:lnTo>
                    <a:pt x="11430" y="54356"/>
                  </a:lnTo>
                  <a:lnTo>
                    <a:pt x="10160" y="54356"/>
                  </a:lnTo>
                  <a:lnTo>
                    <a:pt x="10160" y="55626"/>
                  </a:lnTo>
                  <a:lnTo>
                    <a:pt x="10160" y="56896"/>
                  </a:lnTo>
                  <a:lnTo>
                    <a:pt x="8890" y="56896"/>
                  </a:lnTo>
                  <a:lnTo>
                    <a:pt x="8890" y="58166"/>
                  </a:lnTo>
                  <a:lnTo>
                    <a:pt x="8890" y="59436"/>
                  </a:lnTo>
                  <a:lnTo>
                    <a:pt x="598157" y="59436"/>
                  </a:lnTo>
                  <a:lnTo>
                    <a:pt x="598157" y="58166"/>
                  </a:lnTo>
                  <a:close/>
                </a:path>
                <a:path w="607059" h="87630">
                  <a:moveTo>
                    <a:pt x="601980" y="67056"/>
                  </a:moveTo>
                  <a:lnTo>
                    <a:pt x="600710" y="67056"/>
                  </a:lnTo>
                  <a:lnTo>
                    <a:pt x="600710" y="65786"/>
                  </a:lnTo>
                  <a:lnTo>
                    <a:pt x="5080" y="65786"/>
                  </a:lnTo>
                  <a:lnTo>
                    <a:pt x="5080" y="67056"/>
                  </a:lnTo>
                  <a:lnTo>
                    <a:pt x="5080" y="68326"/>
                  </a:lnTo>
                  <a:lnTo>
                    <a:pt x="3810" y="68326"/>
                  </a:lnTo>
                  <a:lnTo>
                    <a:pt x="3810" y="72136"/>
                  </a:lnTo>
                  <a:lnTo>
                    <a:pt x="601980" y="72136"/>
                  </a:lnTo>
                  <a:lnTo>
                    <a:pt x="601980" y="68326"/>
                  </a:lnTo>
                  <a:lnTo>
                    <a:pt x="601980" y="67056"/>
                  </a:lnTo>
                  <a:close/>
                </a:path>
                <a:path w="607059" h="87630">
                  <a:moveTo>
                    <a:pt x="607060" y="81026"/>
                  </a:moveTo>
                  <a:lnTo>
                    <a:pt x="605790" y="81026"/>
                  </a:lnTo>
                  <a:lnTo>
                    <a:pt x="605790" y="78486"/>
                  </a:lnTo>
                  <a:lnTo>
                    <a:pt x="604507" y="78486"/>
                  </a:lnTo>
                  <a:lnTo>
                    <a:pt x="604507" y="75946"/>
                  </a:lnTo>
                  <a:lnTo>
                    <a:pt x="603237" y="75946"/>
                  </a:lnTo>
                  <a:lnTo>
                    <a:pt x="603237" y="72263"/>
                  </a:lnTo>
                  <a:lnTo>
                    <a:pt x="2540" y="72263"/>
                  </a:lnTo>
                  <a:lnTo>
                    <a:pt x="2540" y="75946"/>
                  </a:lnTo>
                  <a:lnTo>
                    <a:pt x="1270" y="75946"/>
                  </a:lnTo>
                  <a:lnTo>
                    <a:pt x="1270" y="78486"/>
                  </a:lnTo>
                  <a:lnTo>
                    <a:pt x="1270" y="81026"/>
                  </a:lnTo>
                  <a:lnTo>
                    <a:pt x="0" y="81026"/>
                  </a:lnTo>
                  <a:lnTo>
                    <a:pt x="0" y="87376"/>
                  </a:lnTo>
                  <a:lnTo>
                    <a:pt x="607060" y="87376"/>
                  </a:lnTo>
                  <a:lnTo>
                    <a:pt x="607060" y="8102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5975350" y="1736089"/>
              <a:ext cx="610870" cy="59690"/>
            </a:xfrm>
            <a:custGeom>
              <a:avLst/>
              <a:gdLst/>
              <a:ahLst/>
              <a:cxnLst/>
              <a:rect l="l" t="t" r="r" b="b"/>
              <a:pathLst>
                <a:path w="610870" h="59689">
                  <a:moveTo>
                    <a:pt x="603250" y="3810"/>
                  </a:moveTo>
                  <a:lnTo>
                    <a:pt x="601980" y="3810"/>
                  </a:lnTo>
                  <a:lnTo>
                    <a:pt x="601980" y="2540"/>
                  </a:lnTo>
                  <a:lnTo>
                    <a:pt x="601980" y="1270"/>
                  </a:lnTo>
                  <a:lnTo>
                    <a:pt x="600697" y="1270"/>
                  </a:lnTo>
                  <a:lnTo>
                    <a:pt x="600697" y="0"/>
                  </a:lnTo>
                  <a:lnTo>
                    <a:pt x="10160" y="0"/>
                  </a:lnTo>
                  <a:lnTo>
                    <a:pt x="10160" y="1270"/>
                  </a:lnTo>
                  <a:lnTo>
                    <a:pt x="10160" y="2540"/>
                  </a:lnTo>
                  <a:lnTo>
                    <a:pt x="8890" y="2540"/>
                  </a:lnTo>
                  <a:lnTo>
                    <a:pt x="8890" y="3810"/>
                  </a:lnTo>
                  <a:lnTo>
                    <a:pt x="8890" y="6350"/>
                  </a:lnTo>
                  <a:lnTo>
                    <a:pt x="7620" y="6350"/>
                  </a:lnTo>
                  <a:lnTo>
                    <a:pt x="7620" y="7620"/>
                  </a:lnTo>
                  <a:lnTo>
                    <a:pt x="603250" y="7620"/>
                  </a:lnTo>
                  <a:lnTo>
                    <a:pt x="603250" y="6350"/>
                  </a:lnTo>
                  <a:lnTo>
                    <a:pt x="603250" y="3810"/>
                  </a:lnTo>
                  <a:close/>
                </a:path>
                <a:path w="610870" h="59689">
                  <a:moveTo>
                    <a:pt x="610870" y="27940"/>
                  </a:moveTo>
                  <a:lnTo>
                    <a:pt x="1270" y="27940"/>
                  </a:lnTo>
                  <a:lnTo>
                    <a:pt x="1270" y="36830"/>
                  </a:lnTo>
                  <a:lnTo>
                    <a:pt x="0" y="36830"/>
                  </a:lnTo>
                  <a:lnTo>
                    <a:pt x="0" y="59690"/>
                  </a:lnTo>
                  <a:lnTo>
                    <a:pt x="610870" y="59690"/>
                  </a:lnTo>
                  <a:lnTo>
                    <a:pt x="610870" y="36830"/>
                  </a:lnTo>
                  <a:lnTo>
                    <a:pt x="610870" y="2794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5975349" y="1855469"/>
              <a:ext cx="610870" cy="60960"/>
            </a:xfrm>
            <a:custGeom>
              <a:avLst/>
              <a:gdLst/>
              <a:ahLst/>
              <a:cxnLst/>
              <a:rect l="l" t="t" r="r" b="b"/>
              <a:pathLst>
                <a:path w="610870" h="60960">
                  <a:moveTo>
                    <a:pt x="0" y="60959"/>
                  </a:moveTo>
                  <a:lnTo>
                    <a:pt x="0" y="0"/>
                  </a:lnTo>
                  <a:lnTo>
                    <a:pt x="610870" y="0"/>
                  </a:lnTo>
                  <a:lnTo>
                    <a:pt x="610870" y="60959"/>
                  </a:lnTo>
                  <a:lnTo>
                    <a:pt x="0" y="6095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5975349" y="1916429"/>
              <a:ext cx="610870" cy="59690"/>
            </a:xfrm>
            <a:custGeom>
              <a:avLst/>
              <a:gdLst/>
              <a:ahLst/>
              <a:cxnLst/>
              <a:rect l="l" t="t" r="r" b="b"/>
              <a:pathLst>
                <a:path w="610870" h="59689">
                  <a:moveTo>
                    <a:pt x="0" y="59690"/>
                  </a:moveTo>
                  <a:lnTo>
                    <a:pt x="0" y="0"/>
                  </a:lnTo>
                  <a:lnTo>
                    <a:pt x="610870" y="0"/>
                  </a:lnTo>
                  <a:lnTo>
                    <a:pt x="610870" y="59690"/>
                  </a:lnTo>
                  <a:lnTo>
                    <a:pt x="0" y="59690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5975349" y="1976119"/>
              <a:ext cx="610870" cy="59690"/>
            </a:xfrm>
            <a:custGeom>
              <a:avLst/>
              <a:gdLst/>
              <a:ahLst/>
              <a:cxnLst/>
              <a:rect l="l" t="t" r="r" b="b"/>
              <a:pathLst>
                <a:path w="610870" h="59689">
                  <a:moveTo>
                    <a:pt x="0" y="59689"/>
                  </a:moveTo>
                  <a:lnTo>
                    <a:pt x="0" y="0"/>
                  </a:lnTo>
                  <a:lnTo>
                    <a:pt x="610870" y="0"/>
                  </a:lnTo>
                  <a:lnTo>
                    <a:pt x="61087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5975349" y="2035809"/>
              <a:ext cx="610870" cy="60960"/>
            </a:xfrm>
            <a:custGeom>
              <a:avLst/>
              <a:gdLst/>
              <a:ahLst/>
              <a:cxnLst/>
              <a:rect l="l" t="t" r="r" b="b"/>
              <a:pathLst>
                <a:path w="610870" h="60960">
                  <a:moveTo>
                    <a:pt x="0" y="60960"/>
                  </a:moveTo>
                  <a:lnTo>
                    <a:pt x="0" y="0"/>
                  </a:lnTo>
                  <a:lnTo>
                    <a:pt x="610870" y="0"/>
                  </a:lnTo>
                  <a:lnTo>
                    <a:pt x="610870" y="60960"/>
                  </a:lnTo>
                  <a:lnTo>
                    <a:pt x="0" y="60960"/>
                  </a:lnTo>
                  <a:close/>
                </a:path>
              </a:pathLst>
            </a:custGeom>
            <a:solidFill>
              <a:srgbClr val="F9F9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5975349" y="2096769"/>
              <a:ext cx="610870" cy="59690"/>
            </a:xfrm>
            <a:custGeom>
              <a:avLst/>
              <a:gdLst/>
              <a:ahLst/>
              <a:cxnLst/>
              <a:rect l="l" t="t" r="r" b="b"/>
              <a:pathLst>
                <a:path w="610870" h="59689">
                  <a:moveTo>
                    <a:pt x="0" y="59689"/>
                  </a:moveTo>
                  <a:lnTo>
                    <a:pt x="0" y="0"/>
                  </a:lnTo>
                  <a:lnTo>
                    <a:pt x="610870" y="0"/>
                  </a:lnTo>
                  <a:lnTo>
                    <a:pt x="61087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5975349" y="2156459"/>
              <a:ext cx="610870" cy="60960"/>
            </a:xfrm>
            <a:custGeom>
              <a:avLst/>
              <a:gdLst/>
              <a:ahLst/>
              <a:cxnLst/>
              <a:rect l="l" t="t" r="r" b="b"/>
              <a:pathLst>
                <a:path w="610870" h="60960">
                  <a:moveTo>
                    <a:pt x="0" y="60960"/>
                  </a:moveTo>
                  <a:lnTo>
                    <a:pt x="0" y="0"/>
                  </a:lnTo>
                  <a:lnTo>
                    <a:pt x="610870" y="0"/>
                  </a:lnTo>
                  <a:lnTo>
                    <a:pt x="610870" y="60960"/>
                  </a:lnTo>
                  <a:lnTo>
                    <a:pt x="0" y="6096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5975349" y="2217419"/>
              <a:ext cx="610870" cy="59690"/>
            </a:xfrm>
            <a:custGeom>
              <a:avLst/>
              <a:gdLst/>
              <a:ahLst/>
              <a:cxnLst/>
              <a:rect l="l" t="t" r="r" b="b"/>
              <a:pathLst>
                <a:path w="610870" h="59689">
                  <a:moveTo>
                    <a:pt x="0" y="59689"/>
                  </a:moveTo>
                  <a:lnTo>
                    <a:pt x="0" y="0"/>
                  </a:lnTo>
                  <a:lnTo>
                    <a:pt x="610870" y="0"/>
                  </a:lnTo>
                  <a:lnTo>
                    <a:pt x="61087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F6F6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5975349" y="2277109"/>
              <a:ext cx="610870" cy="59690"/>
            </a:xfrm>
            <a:custGeom>
              <a:avLst/>
              <a:gdLst/>
              <a:ahLst/>
              <a:cxnLst/>
              <a:rect l="l" t="t" r="r" b="b"/>
              <a:pathLst>
                <a:path w="610870" h="59689">
                  <a:moveTo>
                    <a:pt x="0" y="59689"/>
                  </a:moveTo>
                  <a:lnTo>
                    <a:pt x="0" y="0"/>
                  </a:lnTo>
                  <a:lnTo>
                    <a:pt x="610870" y="0"/>
                  </a:lnTo>
                  <a:lnTo>
                    <a:pt x="61087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F5F5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5975349" y="2336799"/>
              <a:ext cx="610870" cy="60960"/>
            </a:xfrm>
            <a:custGeom>
              <a:avLst/>
              <a:gdLst/>
              <a:ahLst/>
              <a:cxnLst/>
              <a:rect l="l" t="t" r="r" b="b"/>
              <a:pathLst>
                <a:path w="610870" h="60960">
                  <a:moveTo>
                    <a:pt x="0" y="60960"/>
                  </a:moveTo>
                  <a:lnTo>
                    <a:pt x="0" y="0"/>
                  </a:lnTo>
                  <a:lnTo>
                    <a:pt x="610870" y="0"/>
                  </a:lnTo>
                  <a:lnTo>
                    <a:pt x="610870" y="60960"/>
                  </a:lnTo>
                  <a:lnTo>
                    <a:pt x="0" y="6096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5975349" y="2397759"/>
              <a:ext cx="610870" cy="59690"/>
            </a:xfrm>
            <a:custGeom>
              <a:avLst/>
              <a:gdLst/>
              <a:ahLst/>
              <a:cxnLst/>
              <a:rect l="l" t="t" r="r" b="b"/>
              <a:pathLst>
                <a:path w="610870" h="59689">
                  <a:moveTo>
                    <a:pt x="0" y="59689"/>
                  </a:moveTo>
                  <a:lnTo>
                    <a:pt x="0" y="0"/>
                  </a:lnTo>
                  <a:lnTo>
                    <a:pt x="610870" y="0"/>
                  </a:lnTo>
                  <a:lnTo>
                    <a:pt x="61087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5975349" y="2457449"/>
              <a:ext cx="610870" cy="59690"/>
            </a:xfrm>
            <a:custGeom>
              <a:avLst/>
              <a:gdLst/>
              <a:ahLst/>
              <a:cxnLst/>
              <a:rect l="l" t="t" r="r" b="b"/>
              <a:pathLst>
                <a:path w="610870" h="59689">
                  <a:moveTo>
                    <a:pt x="0" y="59689"/>
                  </a:moveTo>
                  <a:lnTo>
                    <a:pt x="0" y="0"/>
                  </a:lnTo>
                  <a:lnTo>
                    <a:pt x="610870" y="0"/>
                  </a:lnTo>
                  <a:lnTo>
                    <a:pt x="61087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F2F2F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5975349" y="2517139"/>
              <a:ext cx="610870" cy="60960"/>
            </a:xfrm>
            <a:custGeom>
              <a:avLst/>
              <a:gdLst/>
              <a:ahLst/>
              <a:cxnLst/>
              <a:rect l="l" t="t" r="r" b="b"/>
              <a:pathLst>
                <a:path w="610870" h="60960">
                  <a:moveTo>
                    <a:pt x="0" y="60960"/>
                  </a:moveTo>
                  <a:lnTo>
                    <a:pt x="0" y="0"/>
                  </a:lnTo>
                  <a:lnTo>
                    <a:pt x="610870" y="0"/>
                  </a:lnTo>
                  <a:lnTo>
                    <a:pt x="610870" y="60960"/>
                  </a:lnTo>
                  <a:lnTo>
                    <a:pt x="0" y="6096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5975349" y="2578100"/>
              <a:ext cx="610870" cy="59690"/>
            </a:xfrm>
            <a:custGeom>
              <a:avLst/>
              <a:gdLst/>
              <a:ahLst/>
              <a:cxnLst/>
              <a:rect l="l" t="t" r="r" b="b"/>
              <a:pathLst>
                <a:path w="610870" h="59689">
                  <a:moveTo>
                    <a:pt x="0" y="59689"/>
                  </a:moveTo>
                  <a:lnTo>
                    <a:pt x="0" y="0"/>
                  </a:lnTo>
                  <a:lnTo>
                    <a:pt x="610870" y="0"/>
                  </a:lnTo>
                  <a:lnTo>
                    <a:pt x="61087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F0F0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5975349" y="2637789"/>
              <a:ext cx="610870" cy="59690"/>
            </a:xfrm>
            <a:custGeom>
              <a:avLst/>
              <a:gdLst/>
              <a:ahLst/>
              <a:cxnLst/>
              <a:rect l="l" t="t" r="r" b="b"/>
              <a:pathLst>
                <a:path w="610870" h="59689">
                  <a:moveTo>
                    <a:pt x="0" y="59689"/>
                  </a:moveTo>
                  <a:lnTo>
                    <a:pt x="0" y="0"/>
                  </a:lnTo>
                  <a:lnTo>
                    <a:pt x="610870" y="0"/>
                  </a:lnTo>
                  <a:lnTo>
                    <a:pt x="61087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5975349" y="2697479"/>
              <a:ext cx="610870" cy="60960"/>
            </a:xfrm>
            <a:custGeom>
              <a:avLst/>
              <a:gdLst/>
              <a:ahLst/>
              <a:cxnLst/>
              <a:rect l="l" t="t" r="r" b="b"/>
              <a:pathLst>
                <a:path w="610870" h="60960">
                  <a:moveTo>
                    <a:pt x="0" y="60960"/>
                  </a:moveTo>
                  <a:lnTo>
                    <a:pt x="0" y="0"/>
                  </a:lnTo>
                  <a:lnTo>
                    <a:pt x="610870" y="0"/>
                  </a:lnTo>
                  <a:lnTo>
                    <a:pt x="610870" y="60960"/>
                  </a:lnTo>
                  <a:lnTo>
                    <a:pt x="0" y="6096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5975349" y="2758439"/>
              <a:ext cx="610870" cy="59690"/>
            </a:xfrm>
            <a:custGeom>
              <a:avLst/>
              <a:gdLst/>
              <a:ahLst/>
              <a:cxnLst/>
              <a:rect l="l" t="t" r="r" b="b"/>
              <a:pathLst>
                <a:path w="610870" h="59689">
                  <a:moveTo>
                    <a:pt x="0" y="59689"/>
                  </a:moveTo>
                  <a:lnTo>
                    <a:pt x="0" y="0"/>
                  </a:lnTo>
                  <a:lnTo>
                    <a:pt x="610870" y="0"/>
                  </a:lnTo>
                  <a:lnTo>
                    <a:pt x="61087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5975349" y="2818129"/>
              <a:ext cx="610870" cy="60960"/>
            </a:xfrm>
            <a:custGeom>
              <a:avLst/>
              <a:gdLst/>
              <a:ahLst/>
              <a:cxnLst/>
              <a:rect l="l" t="t" r="r" b="b"/>
              <a:pathLst>
                <a:path w="610870" h="60960">
                  <a:moveTo>
                    <a:pt x="0" y="60960"/>
                  </a:moveTo>
                  <a:lnTo>
                    <a:pt x="0" y="0"/>
                  </a:lnTo>
                  <a:lnTo>
                    <a:pt x="610870" y="0"/>
                  </a:lnTo>
                  <a:lnTo>
                    <a:pt x="610870" y="60960"/>
                  </a:lnTo>
                  <a:lnTo>
                    <a:pt x="0" y="60960"/>
                  </a:lnTo>
                  <a:close/>
                </a:path>
              </a:pathLst>
            </a:custGeom>
            <a:solidFill>
              <a:srgbClr val="ECEC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5975349" y="2879089"/>
              <a:ext cx="610870" cy="59690"/>
            </a:xfrm>
            <a:custGeom>
              <a:avLst/>
              <a:gdLst/>
              <a:ahLst/>
              <a:cxnLst/>
              <a:rect l="l" t="t" r="r" b="b"/>
              <a:pathLst>
                <a:path w="610870" h="59689">
                  <a:moveTo>
                    <a:pt x="0" y="59689"/>
                  </a:moveTo>
                  <a:lnTo>
                    <a:pt x="0" y="0"/>
                  </a:lnTo>
                  <a:lnTo>
                    <a:pt x="610870" y="0"/>
                  </a:lnTo>
                  <a:lnTo>
                    <a:pt x="61087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EBEB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5975349" y="2938779"/>
              <a:ext cx="610870" cy="59690"/>
            </a:xfrm>
            <a:custGeom>
              <a:avLst/>
              <a:gdLst/>
              <a:ahLst/>
              <a:cxnLst/>
              <a:rect l="l" t="t" r="r" b="b"/>
              <a:pathLst>
                <a:path w="610870" h="59689">
                  <a:moveTo>
                    <a:pt x="0" y="59690"/>
                  </a:moveTo>
                  <a:lnTo>
                    <a:pt x="0" y="0"/>
                  </a:lnTo>
                  <a:lnTo>
                    <a:pt x="610870" y="0"/>
                  </a:lnTo>
                  <a:lnTo>
                    <a:pt x="610870" y="59690"/>
                  </a:lnTo>
                  <a:lnTo>
                    <a:pt x="0" y="59690"/>
                  </a:lnTo>
                  <a:close/>
                </a:path>
              </a:pathLst>
            </a:custGeom>
            <a:solidFill>
              <a:srgbClr val="EAE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5975349" y="2998469"/>
              <a:ext cx="610870" cy="60960"/>
            </a:xfrm>
            <a:custGeom>
              <a:avLst/>
              <a:gdLst/>
              <a:ahLst/>
              <a:cxnLst/>
              <a:rect l="l" t="t" r="r" b="b"/>
              <a:pathLst>
                <a:path w="610870" h="60960">
                  <a:moveTo>
                    <a:pt x="0" y="60959"/>
                  </a:moveTo>
                  <a:lnTo>
                    <a:pt x="0" y="0"/>
                  </a:lnTo>
                  <a:lnTo>
                    <a:pt x="610870" y="0"/>
                  </a:lnTo>
                  <a:lnTo>
                    <a:pt x="610870" y="60959"/>
                  </a:lnTo>
                  <a:lnTo>
                    <a:pt x="0" y="60959"/>
                  </a:lnTo>
                  <a:close/>
                </a:path>
              </a:pathLst>
            </a:custGeom>
            <a:solidFill>
              <a:srgbClr val="E9E9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5975349" y="3059429"/>
              <a:ext cx="610870" cy="59690"/>
            </a:xfrm>
            <a:custGeom>
              <a:avLst/>
              <a:gdLst/>
              <a:ahLst/>
              <a:cxnLst/>
              <a:rect l="l" t="t" r="r" b="b"/>
              <a:pathLst>
                <a:path w="610870" h="59689">
                  <a:moveTo>
                    <a:pt x="0" y="59690"/>
                  </a:moveTo>
                  <a:lnTo>
                    <a:pt x="0" y="0"/>
                  </a:lnTo>
                  <a:lnTo>
                    <a:pt x="610870" y="0"/>
                  </a:lnTo>
                  <a:lnTo>
                    <a:pt x="610870" y="59690"/>
                  </a:lnTo>
                  <a:lnTo>
                    <a:pt x="0" y="59690"/>
                  </a:lnTo>
                  <a:close/>
                </a:path>
              </a:pathLst>
            </a:custGeom>
            <a:solidFill>
              <a:srgbClr val="E8E8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5975349" y="3119119"/>
              <a:ext cx="610870" cy="59690"/>
            </a:xfrm>
            <a:custGeom>
              <a:avLst/>
              <a:gdLst/>
              <a:ahLst/>
              <a:cxnLst/>
              <a:rect l="l" t="t" r="r" b="b"/>
              <a:pathLst>
                <a:path w="610870" h="59689">
                  <a:moveTo>
                    <a:pt x="0" y="59689"/>
                  </a:moveTo>
                  <a:lnTo>
                    <a:pt x="0" y="0"/>
                  </a:lnTo>
                  <a:lnTo>
                    <a:pt x="610870" y="0"/>
                  </a:lnTo>
                  <a:lnTo>
                    <a:pt x="61087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5975349" y="3178809"/>
              <a:ext cx="610870" cy="60960"/>
            </a:xfrm>
            <a:custGeom>
              <a:avLst/>
              <a:gdLst/>
              <a:ahLst/>
              <a:cxnLst/>
              <a:rect l="l" t="t" r="r" b="b"/>
              <a:pathLst>
                <a:path w="610870" h="60960">
                  <a:moveTo>
                    <a:pt x="0" y="60960"/>
                  </a:moveTo>
                  <a:lnTo>
                    <a:pt x="0" y="0"/>
                  </a:lnTo>
                  <a:lnTo>
                    <a:pt x="610870" y="0"/>
                  </a:lnTo>
                  <a:lnTo>
                    <a:pt x="610870" y="60960"/>
                  </a:lnTo>
                  <a:lnTo>
                    <a:pt x="0" y="6096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5975349" y="3239769"/>
              <a:ext cx="610870" cy="59690"/>
            </a:xfrm>
            <a:custGeom>
              <a:avLst/>
              <a:gdLst/>
              <a:ahLst/>
              <a:cxnLst/>
              <a:rect l="l" t="t" r="r" b="b"/>
              <a:pathLst>
                <a:path w="610870" h="59689">
                  <a:moveTo>
                    <a:pt x="0" y="59689"/>
                  </a:moveTo>
                  <a:lnTo>
                    <a:pt x="0" y="0"/>
                  </a:lnTo>
                  <a:lnTo>
                    <a:pt x="610870" y="0"/>
                  </a:lnTo>
                  <a:lnTo>
                    <a:pt x="61087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E5E5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5975349" y="3299460"/>
              <a:ext cx="610870" cy="60960"/>
            </a:xfrm>
            <a:custGeom>
              <a:avLst/>
              <a:gdLst/>
              <a:ahLst/>
              <a:cxnLst/>
              <a:rect l="l" t="t" r="r" b="b"/>
              <a:pathLst>
                <a:path w="610870" h="60960">
                  <a:moveTo>
                    <a:pt x="0" y="60960"/>
                  </a:moveTo>
                  <a:lnTo>
                    <a:pt x="0" y="0"/>
                  </a:lnTo>
                  <a:lnTo>
                    <a:pt x="610870" y="0"/>
                  </a:lnTo>
                  <a:lnTo>
                    <a:pt x="610870" y="60960"/>
                  </a:lnTo>
                  <a:lnTo>
                    <a:pt x="0" y="60960"/>
                  </a:lnTo>
                  <a:close/>
                </a:path>
              </a:pathLst>
            </a:custGeom>
            <a:solidFill>
              <a:srgbClr val="E4E4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5975349" y="3360419"/>
              <a:ext cx="610870" cy="59690"/>
            </a:xfrm>
            <a:custGeom>
              <a:avLst/>
              <a:gdLst/>
              <a:ahLst/>
              <a:cxnLst/>
              <a:rect l="l" t="t" r="r" b="b"/>
              <a:pathLst>
                <a:path w="610870" h="59689">
                  <a:moveTo>
                    <a:pt x="0" y="59689"/>
                  </a:moveTo>
                  <a:lnTo>
                    <a:pt x="0" y="0"/>
                  </a:lnTo>
                  <a:lnTo>
                    <a:pt x="610870" y="0"/>
                  </a:lnTo>
                  <a:lnTo>
                    <a:pt x="61087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E3E3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5975349" y="3420110"/>
              <a:ext cx="610870" cy="59690"/>
            </a:xfrm>
            <a:custGeom>
              <a:avLst/>
              <a:gdLst/>
              <a:ahLst/>
              <a:cxnLst/>
              <a:rect l="l" t="t" r="r" b="b"/>
              <a:pathLst>
                <a:path w="610870" h="59689">
                  <a:moveTo>
                    <a:pt x="0" y="59689"/>
                  </a:moveTo>
                  <a:lnTo>
                    <a:pt x="0" y="0"/>
                  </a:lnTo>
                  <a:lnTo>
                    <a:pt x="610870" y="0"/>
                  </a:lnTo>
                  <a:lnTo>
                    <a:pt x="61087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E2E2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5975349" y="3479800"/>
              <a:ext cx="610870" cy="60960"/>
            </a:xfrm>
            <a:custGeom>
              <a:avLst/>
              <a:gdLst/>
              <a:ahLst/>
              <a:cxnLst/>
              <a:rect l="l" t="t" r="r" b="b"/>
              <a:pathLst>
                <a:path w="610870" h="60960">
                  <a:moveTo>
                    <a:pt x="0" y="60960"/>
                  </a:moveTo>
                  <a:lnTo>
                    <a:pt x="0" y="0"/>
                  </a:lnTo>
                  <a:lnTo>
                    <a:pt x="610870" y="0"/>
                  </a:lnTo>
                  <a:lnTo>
                    <a:pt x="610870" y="60960"/>
                  </a:lnTo>
                  <a:lnTo>
                    <a:pt x="0" y="60960"/>
                  </a:lnTo>
                  <a:close/>
                </a:path>
              </a:pathLst>
            </a:custGeom>
            <a:solidFill>
              <a:srgbClr val="E1E1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5975349" y="3540760"/>
              <a:ext cx="610870" cy="59690"/>
            </a:xfrm>
            <a:custGeom>
              <a:avLst/>
              <a:gdLst/>
              <a:ahLst/>
              <a:cxnLst/>
              <a:rect l="l" t="t" r="r" b="b"/>
              <a:pathLst>
                <a:path w="610870" h="59689">
                  <a:moveTo>
                    <a:pt x="0" y="59689"/>
                  </a:moveTo>
                  <a:lnTo>
                    <a:pt x="0" y="0"/>
                  </a:lnTo>
                  <a:lnTo>
                    <a:pt x="610870" y="0"/>
                  </a:lnTo>
                  <a:lnTo>
                    <a:pt x="61087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E0E0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5975349" y="3600450"/>
              <a:ext cx="610870" cy="59690"/>
            </a:xfrm>
            <a:custGeom>
              <a:avLst/>
              <a:gdLst/>
              <a:ahLst/>
              <a:cxnLst/>
              <a:rect l="l" t="t" r="r" b="b"/>
              <a:pathLst>
                <a:path w="610870" h="59689">
                  <a:moveTo>
                    <a:pt x="0" y="59689"/>
                  </a:moveTo>
                  <a:lnTo>
                    <a:pt x="0" y="0"/>
                  </a:lnTo>
                  <a:lnTo>
                    <a:pt x="610870" y="0"/>
                  </a:lnTo>
                  <a:lnTo>
                    <a:pt x="61087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5975350" y="3660139"/>
              <a:ext cx="610870" cy="60960"/>
            </a:xfrm>
            <a:custGeom>
              <a:avLst/>
              <a:gdLst/>
              <a:ahLst/>
              <a:cxnLst/>
              <a:rect l="l" t="t" r="r" b="b"/>
              <a:pathLst>
                <a:path w="610870" h="60960">
                  <a:moveTo>
                    <a:pt x="601980" y="57162"/>
                  </a:moveTo>
                  <a:lnTo>
                    <a:pt x="10160" y="57162"/>
                  </a:lnTo>
                  <a:lnTo>
                    <a:pt x="10160" y="59690"/>
                  </a:lnTo>
                  <a:lnTo>
                    <a:pt x="11430" y="59690"/>
                  </a:lnTo>
                  <a:lnTo>
                    <a:pt x="11430" y="60960"/>
                  </a:lnTo>
                  <a:lnTo>
                    <a:pt x="600697" y="60960"/>
                  </a:lnTo>
                  <a:lnTo>
                    <a:pt x="600697" y="59690"/>
                  </a:lnTo>
                  <a:lnTo>
                    <a:pt x="601980" y="59690"/>
                  </a:lnTo>
                  <a:lnTo>
                    <a:pt x="601980" y="57162"/>
                  </a:lnTo>
                  <a:close/>
                </a:path>
                <a:path w="610870" h="60960">
                  <a:moveTo>
                    <a:pt x="61087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270" y="22860"/>
                  </a:lnTo>
                  <a:lnTo>
                    <a:pt x="1270" y="33020"/>
                  </a:lnTo>
                  <a:lnTo>
                    <a:pt x="2540" y="33020"/>
                  </a:lnTo>
                  <a:lnTo>
                    <a:pt x="2540" y="39370"/>
                  </a:lnTo>
                  <a:lnTo>
                    <a:pt x="3810" y="39370"/>
                  </a:lnTo>
                  <a:lnTo>
                    <a:pt x="3810" y="41910"/>
                  </a:lnTo>
                  <a:lnTo>
                    <a:pt x="3810" y="44450"/>
                  </a:lnTo>
                  <a:lnTo>
                    <a:pt x="5080" y="44450"/>
                  </a:lnTo>
                  <a:lnTo>
                    <a:pt x="5080" y="48260"/>
                  </a:lnTo>
                  <a:lnTo>
                    <a:pt x="6350" y="48260"/>
                  </a:lnTo>
                  <a:lnTo>
                    <a:pt x="6350" y="49530"/>
                  </a:lnTo>
                  <a:lnTo>
                    <a:pt x="6350" y="50800"/>
                  </a:lnTo>
                  <a:lnTo>
                    <a:pt x="7620" y="50800"/>
                  </a:lnTo>
                  <a:lnTo>
                    <a:pt x="7620" y="54610"/>
                  </a:lnTo>
                  <a:lnTo>
                    <a:pt x="8890" y="54610"/>
                  </a:lnTo>
                  <a:lnTo>
                    <a:pt x="8890" y="57150"/>
                  </a:lnTo>
                  <a:lnTo>
                    <a:pt x="603250" y="57150"/>
                  </a:lnTo>
                  <a:lnTo>
                    <a:pt x="603250" y="54610"/>
                  </a:lnTo>
                  <a:lnTo>
                    <a:pt x="604520" y="54610"/>
                  </a:lnTo>
                  <a:lnTo>
                    <a:pt x="604520" y="50800"/>
                  </a:lnTo>
                  <a:lnTo>
                    <a:pt x="604520" y="49530"/>
                  </a:lnTo>
                  <a:lnTo>
                    <a:pt x="605790" y="49530"/>
                  </a:lnTo>
                  <a:lnTo>
                    <a:pt x="605790" y="48260"/>
                  </a:lnTo>
                  <a:lnTo>
                    <a:pt x="605777" y="44450"/>
                  </a:lnTo>
                  <a:lnTo>
                    <a:pt x="607047" y="44450"/>
                  </a:lnTo>
                  <a:lnTo>
                    <a:pt x="607047" y="41910"/>
                  </a:lnTo>
                  <a:lnTo>
                    <a:pt x="608330" y="41910"/>
                  </a:lnTo>
                  <a:lnTo>
                    <a:pt x="608330" y="39370"/>
                  </a:lnTo>
                  <a:lnTo>
                    <a:pt x="609600" y="39370"/>
                  </a:lnTo>
                  <a:lnTo>
                    <a:pt x="609600" y="33020"/>
                  </a:lnTo>
                  <a:lnTo>
                    <a:pt x="610870" y="33020"/>
                  </a:lnTo>
                  <a:lnTo>
                    <a:pt x="610870" y="22860"/>
                  </a:lnTo>
                  <a:lnTo>
                    <a:pt x="610870" y="0"/>
                  </a:lnTo>
                  <a:close/>
                </a:path>
              </a:pathLst>
            </a:custGeom>
            <a:solidFill>
              <a:srgbClr val="DEDE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5986780" y="3721099"/>
              <a:ext cx="588010" cy="59690"/>
            </a:xfrm>
            <a:custGeom>
              <a:avLst/>
              <a:gdLst/>
              <a:ahLst/>
              <a:cxnLst/>
              <a:rect l="l" t="t" r="r" b="b"/>
              <a:pathLst>
                <a:path w="588009" h="59689">
                  <a:moveTo>
                    <a:pt x="264795" y="53352"/>
                  </a:moveTo>
                  <a:lnTo>
                    <a:pt x="62230" y="53352"/>
                  </a:lnTo>
                  <a:lnTo>
                    <a:pt x="62230" y="54610"/>
                  </a:lnTo>
                  <a:lnTo>
                    <a:pt x="64770" y="54610"/>
                  </a:lnTo>
                  <a:lnTo>
                    <a:pt x="64770" y="55880"/>
                  </a:lnTo>
                  <a:lnTo>
                    <a:pt x="67310" y="55880"/>
                  </a:lnTo>
                  <a:lnTo>
                    <a:pt x="67310" y="57150"/>
                  </a:lnTo>
                  <a:lnTo>
                    <a:pt x="71120" y="57150"/>
                  </a:lnTo>
                  <a:lnTo>
                    <a:pt x="71120" y="58420"/>
                  </a:lnTo>
                  <a:lnTo>
                    <a:pt x="81280" y="58420"/>
                  </a:lnTo>
                  <a:lnTo>
                    <a:pt x="81280" y="59690"/>
                  </a:lnTo>
                  <a:lnTo>
                    <a:pt x="264795" y="59690"/>
                  </a:lnTo>
                  <a:lnTo>
                    <a:pt x="264795" y="58420"/>
                  </a:lnTo>
                  <a:lnTo>
                    <a:pt x="264795" y="57150"/>
                  </a:lnTo>
                  <a:lnTo>
                    <a:pt x="264795" y="55880"/>
                  </a:lnTo>
                  <a:lnTo>
                    <a:pt x="264795" y="54610"/>
                  </a:lnTo>
                  <a:lnTo>
                    <a:pt x="264795" y="53352"/>
                  </a:lnTo>
                  <a:close/>
                </a:path>
                <a:path w="588009" h="59689">
                  <a:moveTo>
                    <a:pt x="264795" y="47002"/>
                  </a:moveTo>
                  <a:lnTo>
                    <a:pt x="45720" y="47002"/>
                  </a:lnTo>
                  <a:lnTo>
                    <a:pt x="45720" y="48260"/>
                  </a:lnTo>
                  <a:lnTo>
                    <a:pt x="48260" y="48260"/>
                  </a:lnTo>
                  <a:lnTo>
                    <a:pt x="48260" y="49530"/>
                  </a:lnTo>
                  <a:lnTo>
                    <a:pt x="49530" y="49530"/>
                  </a:lnTo>
                  <a:lnTo>
                    <a:pt x="49530" y="50800"/>
                  </a:lnTo>
                  <a:lnTo>
                    <a:pt x="52070" y="50800"/>
                  </a:lnTo>
                  <a:lnTo>
                    <a:pt x="52070" y="52070"/>
                  </a:lnTo>
                  <a:lnTo>
                    <a:pt x="54610" y="52070"/>
                  </a:lnTo>
                  <a:lnTo>
                    <a:pt x="54610" y="53340"/>
                  </a:lnTo>
                  <a:lnTo>
                    <a:pt x="264795" y="53340"/>
                  </a:lnTo>
                  <a:lnTo>
                    <a:pt x="264795" y="52070"/>
                  </a:lnTo>
                  <a:lnTo>
                    <a:pt x="264795" y="50800"/>
                  </a:lnTo>
                  <a:lnTo>
                    <a:pt x="264795" y="49530"/>
                  </a:lnTo>
                  <a:lnTo>
                    <a:pt x="264795" y="48260"/>
                  </a:lnTo>
                  <a:lnTo>
                    <a:pt x="264795" y="47002"/>
                  </a:lnTo>
                  <a:close/>
                </a:path>
                <a:path w="588009" h="59689">
                  <a:moveTo>
                    <a:pt x="264795" y="40652"/>
                  </a:moveTo>
                  <a:lnTo>
                    <a:pt x="35560" y="40652"/>
                  </a:lnTo>
                  <a:lnTo>
                    <a:pt x="35560" y="41910"/>
                  </a:lnTo>
                  <a:lnTo>
                    <a:pt x="36830" y="41910"/>
                  </a:lnTo>
                  <a:lnTo>
                    <a:pt x="36830" y="43180"/>
                  </a:lnTo>
                  <a:lnTo>
                    <a:pt x="39370" y="43180"/>
                  </a:lnTo>
                  <a:lnTo>
                    <a:pt x="39370" y="44450"/>
                  </a:lnTo>
                  <a:lnTo>
                    <a:pt x="41910" y="44450"/>
                  </a:lnTo>
                  <a:lnTo>
                    <a:pt x="41910" y="45720"/>
                  </a:lnTo>
                  <a:lnTo>
                    <a:pt x="44450" y="45720"/>
                  </a:lnTo>
                  <a:lnTo>
                    <a:pt x="44450" y="46990"/>
                  </a:lnTo>
                  <a:lnTo>
                    <a:pt x="264795" y="46990"/>
                  </a:lnTo>
                  <a:lnTo>
                    <a:pt x="264795" y="45720"/>
                  </a:lnTo>
                  <a:lnTo>
                    <a:pt x="264795" y="44450"/>
                  </a:lnTo>
                  <a:lnTo>
                    <a:pt x="264795" y="43180"/>
                  </a:lnTo>
                  <a:lnTo>
                    <a:pt x="264795" y="41910"/>
                  </a:lnTo>
                  <a:lnTo>
                    <a:pt x="264795" y="40652"/>
                  </a:lnTo>
                  <a:close/>
                </a:path>
                <a:path w="588009" h="59689">
                  <a:moveTo>
                    <a:pt x="525767" y="53352"/>
                  </a:moveTo>
                  <a:lnTo>
                    <a:pt x="321932" y="53352"/>
                  </a:lnTo>
                  <a:lnTo>
                    <a:pt x="321932" y="54610"/>
                  </a:lnTo>
                  <a:lnTo>
                    <a:pt x="321932" y="55880"/>
                  </a:lnTo>
                  <a:lnTo>
                    <a:pt x="321932" y="57150"/>
                  </a:lnTo>
                  <a:lnTo>
                    <a:pt x="321932" y="58420"/>
                  </a:lnTo>
                  <a:lnTo>
                    <a:pt x="321932" y="59690"/>
                  </a:lnTo>
                  <a:lnTo>
                    <a:pt x="508000" y="59690"/>
                  </a:lnTo>
                  <a:lnTo>
                    <a:pt x="508000" y="58420"/>
                  </a:lnTo>
                  <a:lnTo>
                    <a:pt x="516890" y="58420"/>
                  </a:lnTo>
                  <a:lnTo>
                    <a:pt x="516890" y="57150"/>
                  </a:lnTo>
                  <a:lnTo>
                    <a:pt x="519417" y="57150"/>
                  </a:lnTo>
                  <a:lnTo>
                    <a:pt x="519417" y="55880"/>
                  </a:lnTo>
                  <a:lnTo>
                    <a:pt x="521970" y="55880"/>
                  </a:lnTo>
                  <a:lnTo>
                    <a:pt x="521970" y="54610"/>
                  </a:lnTo>
                  <a:lnTo>
                    <a:pt x="525767" y="54610"/>
                  </a:lnTo>
                  <a:lnTo>
                    <a:pt x="525767" y="53352"/>
                  </a:lnTo>
                  <a:close/>
                </a:path>
                <a:path w="588009" h="59689">
                  <a:moveTo>
                    <a:pt x="541020" y="47002"/>
                  </a:moveTo>
                  <a:lnTo>
                    <a:pt x="321932" y="47002"/>
                  </a:lnTo>
                  <a:lnTo>
                    <a:pt x="321932" y="48260"/>
                  </a:lnTo>
                  <a:lnTo>
                    <a:pt x="321932" y="49530"/>
                  </a:lnTo>
                  <a:lnTo>
                    <a:pt x="321932" y="50800"/>
                  </a:lnTo>
                  <a:lnTo>
                    <a:pt x="321932" y="52070"/>
                  </a:lnTo>
                  <a:lnTo>
                    <a:pt x="321932" y="53340"/>
                  </a:lnTo>
                  <a:lnTo>
                    <a:pt x="528320" y="53340"/>
                  </a:lnTo>
                  <a:lnTo>
                    <a:pt x="528320" y="52070"/>
                  </a:lnTo>
                  <a:lnTo>
                    <a:pt x="535940" y="52070"/>
                  </a:lnTo>
                  <a:lnTo>
                    <a:pt x="535940" y="50800"/>
                  </a:lnTo>
                  <a:lnTo>
                    <a:pt x="537210" y="50800"/>
                  </a:lnTo>
                  <a:lnTo>
                    <a:pt x="537210" y="49530"/>
                  </a:lnTo>
                  <a:lnTo>
                    <a:pt x="539750" y="49530"/>
                  </a:lnTo>
                  <a:lnTo>
                    <a:pt x="539750" y="48260"/>
                  </a:lnTo>
                  <a:lnTo>
                    <a:pt x="541020" y="48260"/>
                  </a:lnTo>
                  <a:lnTo>
                    <a:pt x="541020" y="47002"/>
                  </a:lnTo>
                  <a:close/>
                </a:path>
                <a:path w="588009" h="59689">
                  <a:moveTo>
                    <a:pt x="552450" y="40652"/>
                  </a:moveTo>
                  <a:lnTo>
                    <a:pt x="321932" y="40652"/>
                  </a:lnTo>
                  <a:lnTo>
                    <a:pt x="321932" y="41910"/>
                  </a:lnTo>
                  <a:lnTo>
                    <a:pt x="321932" y="43180"/>
                  </a:lnTo>
                  <a:lnTo>
                    <a:pt x="321932" y="44450"/>
                  </a:lnTo>
                  <a:lnTo>
                    <a:pt x="321932" y="45720"/>
                  </a:lnTo>
                  <a:lnTo>
                    <a:pt x="321932" y="46990"/>
                  </a:lnTo>
                  <a:lnTo>
                    <a:pt x="543547" y="46990"/>
                  </a:lnTo>
                  <a:lnTo>
                    <a:pt x="543547" y="45720"/>
                  </a:lnTo>
                  <a:lnTo>
                    <a:pt x="544817" y="45720"/>
                  </a:lnTo>
                  <a:lnTo>
                    <a:pt x="544817" y="44450"/>
                  </a:lnTo>
                  <a:lnTo>
                    <a:pt x="547370" y="44450"/>
                  </a:lnTo>
                  <a:lnTo>
                    <a:pt x="547370" y="43180"/>
                  </a:lnTo>
                  <a:lnTo>
                    <a:pt x="549910" y="43180"/>
                  </a:lnTo>
                  <a:lnTo>
                    <a:pt x="549910" y="41910"/>
                  </a:lnTo>
                  <a:lnTo>
                    <a:pt x="552450" y="41910"/>
                  </a:lnTo>
                  <a:lnTo>
                    <a:pt x="552450" y="40652"/>
                  </a:lnTo>
                  <a:close/>
                </a:path>
                <a:path w="588009" h="59689">
                  <a:moveTo>
                    <a:pt x="561340" y="34302"/>
                  </a:moveTo>
                  <a:lnTo>
                    <a:pt x="27940" y="34302"/>
                  </a:lnTo>
                  <a:lnTo>
                    <a:pt x="27940" y="35560"/>
                  </a:lnTo>
                  <a:lnTo>
                    <a:pt x="29210" y="35560"/>
                  </a:lnTo>
                  <a:lnTo>
                    <a:pt x="29210" y="36830"/>
                  </a:lnTo>
                  <a:lnTo>
                    <a:pt x="30480" y="36830"/>
                  </a:lnTo>
                  <a:lnTo>
                    <a:pt x="30480" y="38100"/>
                  </a:lnTo>
                  <a:lnTo>
                    <a:pt x="31750" y="38100"/>
                  </a:lnTo>
                  <a:lnTo>
                    <a:pt x="31750" y="39370"/>
                  </a:lnTo>
                  <a:lnTo>
                    <a:pt x="34290" y="39370"/>
                  </a:lnTo>
                  <a:lnTo>
                    <a:pt x="34290" y="40640"/>
                  </a:lnTo>
                  <a:lnTo>
                    <a:pt x="553720" y="40640"/>
                  </a:lnTo>
                  <a:lnTo>
                    <a:pt x="553720" y="39370"/>
                  </a:lnTo>
                  <a:lnTo>
                    <a:pt x="556247" y="39370"/>
                  </a:lnTo>
                  <a:lnTo>
                    <a:pt x="556247" y="38100"/>
                  </a:lnTo>
                  <a:lnTo>
                    <a:pt x="557517" y="38100"/>
                  </a:lnTo>
                  <a:lnTo>
                    <a:pt x="557517" y="36830"/>
                  </a:lnTo>
                  <a:lnTo>
                    <a:pt x="558800" y="36830"/>
                  </a:lnTo>
                  <a:lnTo>
                    <a:pt x="558800" y="35560"/>
                  </a:lnTo>
                  <a:lnTo>
                    <a:pt x="561340" y="35560"/>
                  </a:lnTo>
                  <a:lnTo>
                    <a:pt x="561340" y="34302"/>
                  </a:lnTo>
                  <a:close/>
                </a:path>
                <a:path w="588009" h="59689">
                  <a:moveTo>
                    <a:pt x="566420" y="27952"/>
                  </a:moveTo>
                  <a:lnTo>
                    <a:pt x="21590" y="27952"/>
                  </a:lnTo>
                  <a:lnTo>
                    <a:pt x="21590" y="29210"/>
                  </a:lnTo>
                  <a:lnTo>
                    <a:pt x="22860" y="29210"/>
                  </a:lnTo>
                  <a:lnTo>
                    <a:pt x="22860" y="30480"/>
                  </a:lnTo>
                  <a:lnTo>
                    <a:pt x="24130" y="30480"/>
                  </a:lnTo>
                  <a:lnTo>
                    <a:pt x="24130" y="31750"/>
                  </a:lnTo>
                  <a:lnTo>
                    <a:pt x="25400" y="31750"/>
                  </a:lnTo>
                  <a:lnTo>
                    <a:pt x="25400" y="33020"/>
                  </a:lnTo>
                  <a:lnTo>
                    <a:pt x="26670" y="33020"/>
                  </a:lnTo>
                  <a:lnTo>
                    <a:pt x="26670" y="34290"/>
                  </a:lnTo>
                  <a:lnTo>
                    <a:pt x="562610" y="34290"/>
                  </a:lnTo>
                  <a:lnTo>
                    <a:pt x="562610" y="33020"/>
                  </a:lnTo>
                  <a:lnTo>
                    <a:pt x="563867" y="33020"/>
                  </a:lnTo>
                  <a:lnTo>
                    <a:pt x="563867" y="31750"/>
                  </a:lnTo>
                  <a:lnTo>
                    <a:pt x="565150" y="31750"/>
                  </a:lnTo>
                  <a:lnTo>
                    <a:pt x="565150" y="30480"/>
                  </a:lnTo>
                  <a:lnTo>
                    <a:pt x="565150" y="29210"/>
                  </a:lnTo>
                  <a:lnTo>
                    <a:pt x="566420" y="29210"/>
                  </a:lnTo>
                  <a:lnTo>
                    <a:pt x="566420" y="27952"/>
                  </a:lnTo>
                  <a:close/>
                </a:path>
                <a:path w="588009" h="59689">
                  <a:moveTo>
                    <a:pt x="572770" y="21602"/>
                  </a:moveTo>
                  <a:lnTo>
                    <a:pt x="16510" y="21602"/>
                  </a:lnTo>
                  <a:lnTo>
                    <a:pt x="16510" y="22860"/>
                  </a:lnTo>
                  <a:lnTo>
                    <a:pt x="17780" y="22860"/>
                  </a:lnTo>
                  <a:lnTo>
                    <a:pt x="17780" y="24130"/>
                  </a:lnTo>
                  <a:lnTo>
                    <a:pt x="17780" y="25400"/>
                  </a:lnTo>
                  <a:lnTo>
                    <a:pt x="19050" y="25400"/>
                  </a:lnTo>
                  <a:lnTo>
                    <a:pt x="19050" y="26670"/>
                  </a:lnTo>
                  <a:lnTo>
                    <a:pt x="20320" y="26670"/>
                  </a:lnTo>
                  <a:lnTo>
                    <a:pt x="20320" y="27940"/>
                  </a:lnTo>
                  <a:lnTo>
                    <a:pt x="567690" y="27940"/>
                  </a:lnTo>
                  <a:lnTo>
                    <a:pt x="567690" y="26670"/>
                  </a:lnTo>
                  <a:lnTo>
                    <a:pt x="568947" y="26670"/>
                  </a:lnTo>
                  <a:lnTo>
                    <a:pt x="568947" y="25400"/>
                  </a:lnTo>
                  <a:lnTo>
                    <a:pt x="570217" y="25400"/>
                  </a:lnTo>
                  <a:lnTo>
                    <a:pt x="570217" y="24130"/>
                  </a:lnTo>
                  <a:lnTo>
                    <a:pt x="571500" y="24130"/>
                  </a:lnTo>
                  <a:lnTo>
                    <a:pt x="571500" y="22860"/>
                  </a:lnTo>
                  <a:lnTo>
                    <a:pt x="572770" y="22860"/>
                  </a:lnTo>
                  <a:lnTo>
                    <a:pt x="572770" y="21602"/>
                  </a:lnTo>
                  <a:close/>
                </a:path>
                <a:path w="588009" h="59689">
                  <a:moveTo>
                    <a:pt x="582917" y="8902"/>
                  </a:moveTo>
                  <a:lnTo>
                    <a:pt x="6350" y="8902"/>
                  </a:lnTo>
                  <a:lnTo>
                    <a:pt x="6350" y="11430"/>
                  </a:lnTo>
                  <a:lnTo>
                    <a:pt x="7620" y="11430"/>
                  </a:lnTo>
                  <a:lnTo>
                    <a:pt x="7620" y="12700"/>
                  </a:lnTo>
                  <a:lnTo>
                    <a:pt x="8890" y="12700"/>
                  </a:lnTo>
                  <a:lnTo>
                    <a:pt x="8890" y="13970"/>
                  </a:lnTo>
                  <a:lnTo>
                    <a:pt x="10160" y="13970"/>
                  </a:lnTo>
                  <a:lnTo>
                    <a:pt x="10160" y="15240"/>
                  </a:lnTo>
                  <a:lnTo>
                    <a:pt x="11430" y="15240"/>
                  </a:lnTo>
                  <a:lnTo>
                    <a:pt x="11430" y="16510"/>
                  </a:lnTo>
                  <a:lnTo>
                    <a:pt x="11430" y="17780"/>
                  </a:lnTo>
                  <a:lnTo>
                    <a:pt x="12700" y="17780"/>
                  </a:lnTo>
                  <a:lnTo>
                    <a:pt x="12700" y="19050"/>
                  </a:lnTo>
                  <a:lnTo>
                    <a:pt x="13970" y="19050"/>
                  </a:lnTo>
                  <a:lnTo>
                    <a:pt x="13970" y="20320"/>
                  </a:lnTo>
                  <a:lnTo>
                    <a:pt x="15240" y="20320"/>
                  </a:lnTo>
                  <a:lnTo>
                    <a:pt x="15240" y="21590"/>
                  </a:lnTo>
                  <a:lnTo>
                    <a:pt x="574040" y="21590"/>
                  </a:lnTo>
                  <a:lnTo>
                    <a:pt x="574040" y="20320"/>
                  </a:lnTo>
                  <a:lnTo>
                    <a:pt x="575310" y="20320"/>
                  </a:lnTo>
                  <a:lnTo>
                    <a:pt x="575310" y="19050"/>
                  </a:lnTo>
                  <a:lnTo>
                    <a:pt x="576567" y="19050"/>
                  </a:lnTo>
                  <a:lnTo>
                    <a:pt x="576567" y="17780"/>
                  </a:lnTo>
                  <a:lnTo>
                    <a:pt x="577850" y="17780"/>
                  </a:lnTo>
                  <a:lnTo>
                    <a:pt x="577850" y="16510"/>
                  </a:lnTo>
                  <a:lnTo>
                    <a:pt x="579120" y="16510"/>
                  </a:lnTo>
                  <a:lnTo>
                    <a:pt x="579120" y="15240"/>
                  </a:lnTo>
                  <a:lnTo>
                    <a:pt x="579120" y="13970"/>
                  </a:lnTo>
                  <a:lnTo>
                    <a:pt x="580390" y="13970"/>
                  </a:lnTo>
                  <a:lnTo>
                    <a:pt x="580390" y="12700"/>
                  </a:lnTo>
                  <a:lnTo>
                    <a:pt x="581660" y="12700"/>
                  </a:lnTo>
                  <a:lnTo>
                    <a:pt x="581660" y="11430"/>
                  </a:lnTo>
                  <a:lnTo>
                    <a:pt x="582917" y="11430"/>
                  </a:lnTo>
                  <a:lnTo>
                    <a:pt x="582917" y="8902"/>
                  </a:lnTo>
                  <a:close/>
                </a:path>
                <a:path w="588009" h="59689">
                  <a:moveTo>
                    <a:pt x="586740" y="2552"/>
                  </a:moveTo>
                  <a:lnTo>
                    <a:pt x="1270" y="2552"/>
                  </a:lnTo>
                  <a:lnTo>
                    <a:pt x="1270" y="3810"/>
                  </a:lnTo>
                  <a:lnTo>
                    <a:pt x="2540" y="3810"/>
                  </a:lnTo>
                  <a:lnTo>
                    <a:pt x="2540" y="6350"/>
                  </a:lnTo>
                  <a:lnTo>
                    <a:pt x="3810" y="6350"/>
                  </a:lnTo>
                  <a:lnTo>
                    <a:pt x="3810" y="7620"/>
                  </a:lnTo>
                  <a:lnTo>
                    <a:pt x="5080" y="7620"/>
                  </a:lnTo>
                  <a:lnTo>
                    <a:pt x="5080" y="8890"/>
                  </a:lnTo>
                  <a:lnTo>
                    <a:pt x="584200" y="8890"/>
                  </a:lnTo>
                  <a:lnTo>
                    <a:pt x="584200" y="7620"/>
                  </a:lnTo>
                  <a:lnTo>
                    <a:pt x="584200" y="6350"/>
                  </a:lnTo>
                  <a:lnTo>
                    <a:pt x="585470" y="6350"/>
                  </a:lnTo>
                  <a:lnTo>
                    <a:pt x="585470" y="3810"/>
                  </a:lnTo>
                  <a:lnTo>
                    <a:pt x="586740" y="3810"/>
                  </a:lnTo>
                  <a:lnTo>
                    <a:pt x="586740" y="2552"/>
                  </a:lnTo>
                  <a:close/>
                </a:path>
                <a:path w="588009" h="59689">
                  <a:moveTo>
                    <a:pt x="588010" y="1270"/>
                  </a:moveTo>
                  <a:lnTo>
                    <a:pt x="587997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588010" y="2540"/>
                  </a:lnTo>
                  <a:lnTo>
                    <a:pt x="588010" y="1270"/>
                  </a:lnTo>
                  <a:close/>
                </a:path>
              </a:pathLst>
            </a:custGeom>
            <a:solidFill>
              <a:srgbClr val="DDDD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4667249" y="1676399"/>
              <a:ext cx="1917700" cy="2514600"/>
            </a:xfrm>
            <a:custGeom>
              <a:avLst/>
              <a:gdLst/>
              <a:ahLst/>
              <a:cxnLst/>
              <a:rect l="l" t="t" r="r" b="b"/>
              <a:pathLst>
                <a:path w="1917700" h="2514600">
                  <a:moveTo>
                    <a:pt x="1409700" y="0"/>
                  </a:moveTo>
                  <a:lnTo>
                    <a:pt x="1372393" y="8731"/>
                  </a:lnTo>
                  <a:lnTo>
                    <a:pt x="1339850" y="31750"/>
                  </a:lnTo>
                  <a:lnTo>
                    <a:pt x="1316831" y="64293"/>
                  </a:lnTo>
                  <a:lnTo>
                    <a:pt x="1308100" y="101600"/>
                  </a:lnTo>
                  <a:lnTo>
                    <a:pt x="1308100" y="131286"/>
                  </a:lnTo>
                  <a:lnTo>
                    <a:pt x="1308100" y="339089"/>
                  </a:lnTo>
                  <a:lnTo>
                    <a:pt x="1308100" y="903128"/>
                  </a:lnTo>
                  <a:lnTo>
                    <a:pt x="1308100" y="2001520"/>
                  </a:lnTo>
                  <a:lnTo>
                    <a:pt x="1316831" y="2038826"/>
                  </a:lnTo>
                  <a:lnTo>
                    <a:pt x="1339850" y="2071370"/>
                  </a:lnTo>
                  <a:lnTo>
                    <a:pt x="1372393" y="2094388"/>
                  </a:lnTo>
                  <a:lnTo>
                    <a:pt x="1409700" y="2103120"/>
                  </a:lnTo>
                  <a:lnTo>
                    <a:pt x="1416050" y="2103120"/>
                  </a:lnTo>
                  <a:lnTo>
                    <a:pt x="1460500" y="2103120"/>
                  </a:lnTo>
                  <a:lnTo>
                    <a:pt x="1581150" y="2103120"/>
                  </a:lnTo>
                  <a:lnTo>
                    <a:pt x="1816100" y="2103120"/>
                  </a:lnTo>
                  <a:lnTo>
                    <a:pt x="1853406" y="2094388"/>
                  </a:lnTo>
                  <a:lnTo>
                    <a:pt x="1885950" y="2071370"/>
                  </a:lnTo>
                  <a:lnTo>
                    <a:pt x="1908968" y="2038826"/>
                  </a:lnTo>
                  <a:lnTo>
                    <a:pt x="1917700" y="2001520"/>
                  </a:lnTo>
                  <a:lnTo>
                    <a:pt x="1917700" y="1971833"/>
                  </a:lnTo>
                  <a:lnTo>
                    <a:pt x="1917700" y="1764029"/>
                  </a:lnTo>
                  <a:lnTo>
                    <a:pt x="1917700" y="1199991"/>
                  </a:lnTo>
                  <a:lnTo>
                    <a:pt x="1917700" y="101600"/>
                  </a:lnTo>
                  <a:lnTo>
                    <a:pt x="1908968" y="64293"/>
                  </a:lnTo>
                  <a:lnTo>
                    <a:pt x="1885950" y="31750"/>
                  </a:lnTo>
                  <a:lnTo>
                    <a:pt x="1853406" y="8731"/>
                  </a:lnTo>
                  <a:lnTo>
                    <a:pt x="1816100" y="0"/>
                  </a:lnTo>
                  <a:lnTo>
                    <a:pt x="1809750" y="0"/>
                  </a:lnTo>
                  <a:lnTo>
                    <a:pt x="1765300" y="0"/>
                  </a:lnTo>
                  <a:lnTo>
                    <a:pt x="1644650" y="0"/>
                  </a:lnTo>
                  <a:lnTo>
                    <a:pt x="1409700" y="0"/>
                  </a:lnTo>
                  <a:close/>
                </a:path>
                <a:path w="1917700" h="2514600">
                  <a:moveTo>
                    <a:pt x="0" y="2085339"/>
                  </a:moveTo>
                  <a:lnTo>
                    <a:pt x="0" y="2514600"/>
                  </a:lnTo>
                </a:path>
                <a:path w="1917700" h="2514600">
                  <a:moveTo>
                    <a:pt x="806450" y="2085339"/>
                  </a:moveTo>
                  <a:lnTo>
                    <a:pt x="806450" y="2514600"/>
                  </a:lnTo>
                </a:path>
                <a:path w="1917700" h="2514600">
                  <a:moveTo>
                    <a:pt x="1612900" y="2085339"/>
                  </a:moveTo>
                  <a:lnTo>
                    <a:pt x="1612900" y="2514600"/>
                  </a:lnTo>
                </a:path>
              </a:pathLst>
            </a:custGeom>
            <a:ln w="57146">
              <a:solidFill>
                <a:srgbClr val="A9A9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5" name="object 14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445000" y="1767839"/>
              <a:ext cx="443229" cy="575310"/>
            </a:xfrm>
            <a:prstGeom prst="rect">
              <a:avLst/>
            </a:prstGeom>
          </p:spPr>
        </p:pic>
        <p:pic>
          <p:nvPicPr>
            <p:cNvPr id="146" name="object 14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445000" y="2432049"/>
              <a:ext cx="443229" cy="574039"/>
            </a:xfrm>
            <a:prstGeom prst="rect">
              <a:avLst/>
            </a:prstGeom>
          </p:spPr>
        </p:pic>
        <p:pic>
          <p:nvPicPr>
            <p:cNvPr id="147" name="object 14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445000" y="3097529"/>
              <a:ext cx="443229" cy="575310"/>
            </a:xfrm>
            <a:prstGeom prst="rect">
              <a:avLst/>
            </a:prstGeom>
          </p:spPr>
        </p:pic>
        <p:pic>
          <p:nvPicPr>
            <p:cNvPr id="148" name="object 14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252719" y="1767839"/>
              <a:ext cx="443229" cy="575310"/>
            </a:xfrm>
            <a:prstGeom prst="rect">
              <a:avLst/>
            </a:prstGeom>
          </p:spPr>
        </p:pic>
        <p:pic>
          <p:nvPicPr>
            <p:cNvPr id="149" name="object 14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252719" y="2432049"/>
              <a:ext cx="443229" cy="574039"/>
            </a:xfrm>
            <a:prstGeom prst="rect">
              <a:avLst/>
            </a:prstGeom>
          </p:spPr>
        </p:pic>
        <p:pic>
          <p:nvPicPr>
            <p:cNvPr id="150" name="object 15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252719" y="3097529"/>
              <a:ext cx="443229" cy="575310"/>
            </a:xfrm>
            <a:prstGeom prst="rect">
              <a:avLst/>
            </a:prstGeom>
          </p:spPr>
        </p:pic>
        <p:pic>
          <p:nvPicPr>
            <p:cNvPr id="151" name="object 15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057899" y="1767839"/>
              <a:ext cx="443229" cy="575310"/>
            </a:xfrm>
            <a:prstGeom prst="rect">
              <a:avLst/>
            </a:prstGeom>
          </p:spPr>
        </p:pic>
        <p:pic>
          <p:nvPicPr>
            <p:cNvPr id="152" name="object 15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057899" y="2432049"/>
              <a:ext cx="443229" cy="574039"/>
            </a:xfrm>
            <a:prstGeom prst="rect">
              <a:avLst/>
            </a:prstGeom>
          </p:spPr>
        </p:pic>
        <p:pic>
          <p:nvPicPr>
            <p:cNvPr id="153" name="object 15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057899" y="3097529"/>
              <a:ext cx="443229" cy="575310"/>
            </a:xfrm>
            <a:prstGeom prst="rect">
              <a:avLst/>
            </a:prstGeom>
          </p:spPr>
        </p:pic>
        <p:sp>
          <p:nvSpPr>
            <p:cNvPr id="154" name="object 154"/>
            <p:cNvSpPr/>
            <p:nvPr/>
          </p:nvSpPr>
          <p:spPr>
            <a:xfrm>
              <a:off x="2437129" y="2350769"/>
              <a:ext cx="843280" cy="737870"/>
            </a:xfrm>
            <a:custGeom>
              <a:avLst/>
              <a:gdLst/>
              <a:ahLst/>
              <a:cxnLst/>
              <a:rect l="l" t="t" r="r" b="b"/>
              <a:pathLst>
                <a:path w="843279" h="737869">
                  <a:moveTo>
                    <a:pt x="599313" y="673100"/>
                  </a:moveTo>
                  <a:lnTo>
                    <a:pt x="321309" y="673100"/>
                  </a:lnTo>
                  <a:lnTo>
                    <a:pt x="379730" y="684529"/>
                  </a:lnTo>
                  <a:lnTo>
                    <a:pt x="397509" y="737869"/>
                  </a:lnTo>
                  <a:lnTo>
                    <a:pt x="458469" y="737869"/>
                  </a:lnTo>
                  <a:lnTo>
                    <a:pt x="477519" y="687069"/>
                  </a:lnTo>
                  <a:lnTo>
                    <a:pt x="508000" y="678179"/>
                  </a:lnTo>
                  <a:lnTo>
                    <a:pt x="598805" y="678179"/>
                  </a:lnTo>
                  <a:lnTo>
                    <a:pt x="599313" y="673100"/>
                  </a:lnTo>
                  <a:close/>
                </a:path>
                <a:path w="843279" h="737869">
                  <a:moveTo>
                    <a:pt x="598805" y="678179"/>
                  </a:moveTo>
                  <a:lnTo>
                    <a:pt x="508000" y="678179"/>
                  </a:lnTo>
                  <a:lnTo>
                    <a:pt x="552450" y="720089"/>
                  </a:lnTo>
                  <a:lnTo>
                    <a:pt x="595630" y="709929"/>
                  </a:lnTo>
                  <a:lnTo>
                    <a:pt x="598805" y="678179"/>
                  </a:lnTo>
                  <a:close/>
                </a:path>
                <a:path w="843279" h="737869">
                  <a:moveTo>
                    <a:pt x="735219" y="617219"/>
                  </a:moveTo>
                  <a:lnTo>
                    <a:pt x="201930" y="617219"/>
                  </a:lnTo>
                  <a:lnTo>
                    <a:pt x="232409" y="632459"/>
                  </a:lnTo>
                  <a:lnTo>
                    <a:pt x="229869" y="697229"/>
                  </a:lnTo>
                  <a:lnTo>
                    <a:pt x="278130" y="715009"/>
                  </a:lnTo>
                  <a:lnTo>
                    <a:pt x="321309" y="673100"/>
                  </a:lnTo>
                  <a:lnTo>
                    <a:pt x="599313" y="673100"/>
                  </a:lnTo>
                  <a:lnTo>
                    <a:pt x="601980" y="646429"/>
                  </a:lnTo>
                  <a:lnTo>
                    <a:pt x="654050" y="622300"/>
                  </a:lnTo>
                  <a:lnTo>
                    <a:pt x="728372" y="622300"/>
                  </a:lnTo>
                  <a:lnTo>
                    <a:pt x="735219" y="617219"/>
                  </a:lnTo>
                  <a:close/>
                </a:path>
                <a:path w="843279" h="737869">
                  <a:moveTo>
                    <a:pt x="741680" y="525779"/>
                  </a:moveTo>
                  <a:lnTo>
                    <a:pt x="114300" y="525779"/>
                  </a:lnTo>
                  <a:lnTo>
                    <a:pt x="132080" y="549909"/>
                  </a:lnTo>
                  <a:lnTo>
                    <a:pt x="102869" y="608329"/>
                  </a:lnTo>
                  <a:lnTo>
                    <a:pt x="132080" y="641350"/>
                  </a:lnTo>
                  <a:lnTo>
                    <a:pt x="201930" y="617219"/>
                  </a:lnTo>
                  <a:lnTo>
                    <a:pt x="735219" y="617219"/>
                  </a:lnTo>
                  <a:lnTo>
                    <a:pt x="745489" y="609600"/>
                  </a:lnTo>
                  <a:lnTo>
                    <a:pt x="717550" y="558800"/>
                  </a:lnTo>
                  <a:lnTo>
                    <a:pt x="741680" y="525779"/>
                  </a:lnTo>
                  <a:close/>
                </a:path>
                <a:path w="843279" h="737869">
                  <a:moveTo>
                    <a:pt x="728372" y="622300"/>
                  </a:moveTo>
                  <a:lnTo>
                    <a:pt x="654050" y="622300"/>
                  </a:lnTo>
                  <a:lnTo>
                    <a:pt x="706119" y="638809"/>
                  </a:lnTo>
                  <a:lnTo>
                    <a:pt x="728372" y="622300"/>
                  </a:lnTo>
                  <a:close/>
                </a:path>
                <a:path w="843279" h="737869">
                  <a:moveTo>
                    <a:pt x="44450" y="198119"/>
                  </a:moveTo>
                  <a:lnTo>
                    <a:pt x="24130" y="241300"/>
                  </a:lnTo>
                  <a:lnTo>
                    <a:pt x="82550" y="290829"/>
                  </a:lnTo>
                  <a:lnTo>
                    <a:pt x="76200" y="314959"/>
                  </a:lnTo>
                  <a:lnTo>
                    <a:pt x="2539" y="340359"/>
                  </a:lnTo>
                  <a:lnTo>
                    <a:pt x="0" y="387350"/>
                  </a:lnTo>
                  <a:lnTo>
                    <a:pt x="73659" y="412750"/>
                  </a:lnTo>
                  <a:lnTo>
                    <a:pt x="76200" y="438150"/>
                  </a:lnTo>
                  <a:lnTo>
                    <a:pt x="20319" y="483869"/>
                  </a:lnTo>
                  <a:lnTo>
                    <a:pt x="35559" y="527050"/>
                  </a:lnTo>
                  <a:lnTo>
                    <a:pt x="114300" y="525779"/>
                  </a:lnTo>
                  <a:lnTo>
                    <a:pt x="741680" y="525779"/>
                  </a:lnTo>
                  <a:lnTo>
                    <a:pt x="803909" y="521969"/>
                  </a:lnTo>
                  <a:lnTo>
                    <a:pt x="818726" y="490219"/>
                  </a:lnTo>
                  <a:lnTo>
                    <a:pt x="421639" y="490219"/>
                  </a:lnTo>
                  <a:lnTo>
                    <a:pt x="393700" y="487679"/>
                  </a:lnTo>
                  <a:lnTo>
                    <a:pt x="381000" y="485139"/>
                  </a:lnTo>
                  <a:lnTo>
                    <a:pt x="368300" y="481329"/>
                  </a:lnTo>
                  <a:lnTo>
                    <a:pt x="356869" y="474979"/>
                  </a:lnTo>
                  <a:lnTo>
                    <a:pt x="344169" y="468629"/>
                  </a:lnTo>
                  <a:lnTo>
                    <a:pt x="313689" y="444500"/>
                  </a:lnTo>
                  <a:lnTo>
                    <a:pt x="294639" y="416559"/>
                  </a:lnTo>
                  <a:lnTo>
                    <a:pt x="288289" y="405129"/>
                  </a:lnTo>
                  <a:lnTo>
                    <a:pt x="283209" y="379729"/>
                  </a:lnTo>
                  <a:lnTo>
                    <a:pt x="283209" y="355600"/>
                  </a:lnTo>
                  <a:lnTo>
                    <a:pt x="285750" y="342900"/>
                  </a:lnTo>
                  <a:lnTo>
                    <a:pt x="288289" y="332739"/>
                  </a:lnTo>
                  <a:lnTo>
                    <a:pt x="299719" y="309879"/>
                  </a:lnTo>
                  <a:lnTo>
                    <a:pt x="307339" y="299719"/>
                  </a:lnTo>
                  <a:lnTo>
                    <a:pt x="313689" y="290829"/>
                  </a:lnTo>
                  <a:lnTo>
                    <a:pt x="323850" y="281939"/>
                  </a:lnTo>
                  <a:lnTo>
                    <a:pt x="344169" y="266700"/>
                  </a:lnTo>
                  <a:lnTo>
                    <a:pt x="356869" y="261619"/>
                  </a:lnTo>
                  <a:lnTo>
                    <a:pt x="368300" y="255269"/>
                  </a:lnTo>
                  <a:lnTo>
                    <a:pt x="381000" y="251459"/>
                  </a:lnTo>
                  <a:lnTo>
                    <a:pt x="393700" y="248919"/>
                  </a:lnTo>
                  <a:lnTo>
                    <a:pt x="407669" y="246379"/>
                  </a:lnTo>
                  <a:lnTo>
                    <a:pt x="810650" y="246379"/>
                  </a:lnTo>
                  <a:lnTo>
                    <a:pt x="814069" y="243839"/>
                  </a:lnTo>
                  <a:lnTo>
                    <a:pt x="796845" y="204469"/>
                  </a:lnTo>
                  <a:lnTo>
                    <a:pt x="731519" y="204469"/>
                  </a:lnTo>
                  <a:lnTo>
                    <a:pt x="728281" y="200659"/>
                  </a:lnTo>
                  <a:lnTo>
                    <a:pt x="124459" y="200659"/>
                  </a:lnTo>
                  <a:lnTo>
                    <a:pt x="44450" y="198119"/>
                  </a:lnTo>
                  <a:close/>
                </a:path>
                <a:path w="843279" h="737869">
                  <a:moveTo>
                    <a:pt x="810650" y="246379"/>
                  </a:moveTo>
                  <a:lnTo>
                    <a:pt x="435609" y="246379"/>
                  </a:lnTo>
                  <a:lnTo>
                    <a:pt x="463550" y="251459"/>
                  </a:lnTo>
                  <a:lnTo>
                    <a:pt x="476250" y="255269"/>
                  </a:lnTo>
                  <a:lnTo>
                    <a:pt x="487680" y="261619"/>
                  </a:lnTo>
                  <a:lnTo>
                    <a:pt x="500380" y="266700"/>
                  </a:lnTo>
                  <a:lnTo>
                    <a:pt x="511809" y="274319"/>
                  </a:lnTo>
                  <a:lnTo>
                    <a:pt x="519430" y="281939"/>
                  </a:lnTo>
                  <a:lnTo>
                    <a:pt x="529589" y="290829"/>
                  </a:lnTo>
                  <a:lnTo>
                    <a:pt x="538480" y="299719"/>
                  </a:lnTo>
                  <a:lnTo>
                    <a:pt x="558800" y="342900"/>
                  </a:lnTo>
                  <a:lnTo>
                    <a:pt x="561339" y="355600"/>
                  </a:lnTo>
                  <a:lnTo>
                    <a:pt x="561339" y="379729"/>
                  </a:lnTo>
                  <a:lnTo>
                    <a:pt x="549909" y="416559"/>
                  </a:lnTo>
                  <a:lnTo>
                    <a:pt x="529589" y="444500"/>
                  </a:lnTo>
                  <a:lnTo>
                    <a:pt x="511809" y="462279"/>
                  </a:lnTo>
                  <a:lnTo>
                    <a:pt x="500380" y="468629"/>
                  </a:lnTo>
                  <a:lnTo>
                    <a:pt x="487680" y="474979"/>
                  </a:lnTo>
                  <a:lnTo>
                    <a:pt x="476250" y="481329"/>
                  </a:lnTo>
                  <a:lnTo>
                    <a:pt x="463550" y="485139"/>
                  </a:lnTo>
                  <a:lnTo>
                    <a:pt x="449580" y="487679"/>
                  </a:lnTo>
                  <a:lnTo>
                    <a:pt x="421639" y="490219"/>
                  </a:lnTo>
                  <a:lnTo>
                    <a:pt x="818726" y="490219"/>
                  </a:lnTo>
                  <a:lnTo>
                    <a:pt x="821690" y="483869"/>
                  </a:lnTo>
                  <a:lnTo>
                    <a:pt x="777239" y="447039"/>
                  </a:lnTo>
                  <a:lnTo>
                    <a:pt x="786130" y="412750"/>
                  </a:lnTo>
                  <a:lnTo>
                    <a:pt x="842009" y="393700"/>
                  </a:lnTo>
                  <a:lnTo>
                    <a:pt x="843280" y="347979"/>
                  </a:lnTo>
                  <a:lnTo>
                    <a:pt x="783589" y="328929"/>
                  </a:lnTo>
                  <a:lnTo>
                    <a:pt x="769619" y="276859"/>
                  </a:lnTo>
                  <a:lnTo>
                    <a:pt x="810650" y="246379"/>
                  </a:lnTo>
                  <a:close/>
                </a:path>
                <a:path w="843279" h="737869">
                  <a:moveTo>
                    <a:pt x="796289" y="203200"/>
                  </a:moveTo>
                  <a:lnTo>
                    <a:pt x="731519" y="204469"/>
                  </a:lnTo>
                  <a:lnTo>
                    <a:pt x="796845" y="204469"/>
                  </a:lnTo>
                  <a:lnTo>
                    <a:pt x="796289" y="203200"/>
                  </a:lnTo>
                  <a:close/>
                </a:path>
                <a:path w="843279" h="737869">
                  <a:moveTo>
                    <a:pt x="146050" y="85089"/>
                  </a:moveTo>
                  <a:lnTo>
                    <a:pt x="110489" y="116839"/>
                  </a:lnTo>
                  <a:lnTo>
                    <a:pt x="139700" y="181609"/>
                  </a:lnTo>
                  <a:lnTo>
                    <a:pt x="124459" y="200659"/>
                  </a:lnTo>
                  <a:lnTo>
                    <a:pt x="728281" y="200659"/>
                  </a:lnTo>
                  <a:lnTo>
                    <a:pt x="709930" y="179069"/>
                  </a:lnTo>
                  <a:lnTo>
                    <a:pt x="737869" y="121919"/>
                  </a:lnTo>
                  <a:lnTo>
                    <a:pt x="731096" y="116839"/>
                  </a:lnTo>
                  <a:lnTo>
                    <a:pt x="640080" y="116839"/>
                  </a:lnTo>
                  <a:lnTo>
                    <a:pt x="636111" y="114300"/>
                  </a:lnTo>
                  <a:lnTo>
                    <a:pt x="215900" y="114300"/>
                  </a:lnTo>
                  <a:lnTo>
                    <a:pt x="146050" y="85089"/>
                  </a:lnTo>
                  <a:close/>
                </a:path>
                <a:path w="843279" h="737869">
                  <a:moveTo>
                    <a:pt x="697230" y="91439"/>
                  </a:moveTo>
                  <a:lnTo>
                    <a:pt x="640080" y="116839"/>
                  </a:lnTo>
                  <a:lnTo>
                    <a:pt x="731096" y="116839"/>
                  </a:lnTo>
                  <a:lnTo>
                    <a:pt x="697230" y="91439"/>
                  </a:lnTo>
                  <a:close/>
                </a:path>
                <a:path w="843279" h="737869">
                  <a:moveTo>
                    <a:pt x="281939" y="20319"/>
                  </a:moveTo>
                  <a:lnTo>
                    <a:pt x="237489" y="40639"/>
                  </a:lnTo>
                  <a:lnTo>
                    <a:pt x="236219" y="101600"/>
                  </a:lnTo>
                  <a:lnTo>
                    <a:pt x="215900" y="114300"/>
                  </a:lnTo>
                  <a:lnTo>
                    <a:pt x="636111" y="114300"/>
                  </a:lnTo>
                  <a:lnTo>
                    <a:pt x="608330" y="96519"/>
                  </a:lnTo>
                  <a:lnTo>
                    <a:pt x="607060" y="66039"/>
                  </a:lnTo>
                  <a:lnTo>
                    <a:pt x="331469" y="66039"/>
                  </a:lnTo>
                  <a:lnTo>
                    <a:pt x="281939" y="20319"/>
                  </a:lnTo>
                  <a:close/>
                </a:path>
                <a:path w="843279" h="737869">
                  <a:moveTo>
                    <a:pt x="454659" y="0"/>
                  </a:moveTo>
                  <a:lnTo>
                    <a:pt x="401319" y="0"/>
                  </a:lnTo>
                  <a:lnTo>
                    <a:pt x="378459" y="55879"/>
                  </a:lnTo>
                  <a:lnTo>
                    <a:pt x="331469" y="66039"/>
                  </a:lnTo>
                  <a:lnTo>
                    <a:pt x="607060" y="66039"/>
                  </a:lnTo>
                  <a:lnTo>
                    <a:pt x="606954" y="63500"/>
                  </a:lnTo>
                  <a:lnTo>
                    <a:pt x="509269" y="63500"/>
                  </a:lnTo>
                  <a:lnTo>
                    <a:pt x="480059" y="57150"/>
                  </a:lnTo>
                  <a:lnTo>
                    <a:pt x="454659" y="0"/>
                  </a:lnTo>
                  <a:close/>
                </a:path>
                <a:path w="843279" h="737869">
                  <a:moveTo>
                    <a:pt x="557530" y="17779"/>
                  </a:moveTo>
                  <a:lnTo>
                    <a:pt x="509269" y="63500"/>
                  </a:lnTo>
                  <a:lnTo>
                    <a:pt x="606954" y="63500"/>
                  </a:lnTo>
                  <a:lnTo>
                    <a:pt x="605789" y="35559"/>
                  </a:lnTo>
                  <a:lnTo>
                    <a:pt x="557530" y="17779"/>
                  </a:lnTo>
                  <a:close/>
                </a:path>
              </a:pathLst>
            </a:custGeom>
            <a:solidFill>
              <a:srgbClr val="B9B9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2757170" y="2341879"/>
              <a:ext cx="533400" cy="755650"/>
            </a:xfrm>
            <a:custGeom>
              <a:avLst/>
              <a:gdLst/>
              <a:ahLst/>
              <a:cxnLst/>
              <a:rect l="l" t="t" r="r" b="b"/>
              <a:pathLst>
                <a:path w="533400" h="755650">
                  <a:moveTo>
                    <a:pt x="533400" y="350520"/>
                  </a:moveTo>
                  <a:lnTo>
                    <a:pt x="525780" y="347980"/>
                  </a:lnTo>
                  <a:lnTo>
                    <a:pt x="472440" y="330962"/>
                  </a:lnTo>
                  <a:lnTo>
                    <a:pt x="460425" y="289928"/>
                  </a:lnTo>
                  <a:lnTo>
                    <a:pt x="499097" y="260350"/>
                  </a:lnTo>
                  <a:lnTo>
                    <a:pt x="505447" y="255270"/>
                  </a:lnTo>
                  <a:lnTo>
                    <a:pt x="501650" y="248920"/>
                  </a:lnTo>
                  <a:lnTo>
                    <a:pt x="483870" y="208280"/>
                  </a:lnTo>
                  <a:lnTo>
                    <a:pt x="481330" y="201930"/>
                  </a:lnTo>
                  <a:lnTo>
                    <a:pt x="474980" y="203200"/>
                  </a:lnTo>
                  <a:lnTo>
                    <a:pt x="416712" y="204368"/>
                  </a:lnTo>
                  <a:lnTo>
                    <a:pt x="401129" y="187058"/>
                  </a:lnTo>
                  <a:lnTo>
                    <a:pt x="426720" y="135890"/>
                  </a:lnTo>
                  <a:lnTo>
                    <a:pt x="429260" y="128270"/>
                  </a:lnTo>
                  <a:lnTo>
                    <a:pt x="422910" y="123190"/>
                  </a:lnTo>
                  <a:lnTo>
                    <a:pt x="383540" y="92710"/>
                  </a:lnTo>
                  <a:lnTo>
                    <a:pt x="379730" y="88900"/>
                  </a:lnTo>
                  <a:lnTo>
                    <a:pt x="373380" y="91440"/>
                  </a:lnTo>
                  <a:lnTo>
                    <a:pt x="321500" y="115658"/>
                  </a:lnTo>
                  <a:lnTo>
                    <a:pt x="296964" y="98971"/>
                  </a:lnTo>
                  <a:lnTo>
                    <a:pt x="294640" y="43180"/>
                  </a:lnTo>
                  <a:lnTo>
                    <a:pt x="294640" y="36830"/>
                  </a:lnTo>
                  <a:lnTo>
                    <a:pt x="289560" y="34290"/>
                  </a:lnTo>
                  <a:lnTo>
                    <a:pt x="241300" y="17780"/>
                  </a:lnTo>
                  <a:lnTo>
                    <a:pt x="234950" y="15240"/>
                  </a:lnTo>
                  <a:lnTo>
                    <a:pt x="231140" y="19050"/>
                  </a:lnTo>
                  <a:lnTo>
                    <a:pt x="186486" y="61353"/>
                  </a:lnTo>
                  <a:lnTo>
                    <a:pt x="166979" y="58102"/>
                  </a:lnTo>
                  <a:lnTo>
                    <a:pt x="142240" y="5080"/>
                  </a:lnTo>
                  <a:lnTo>
                    <a:pt x="139700" y="0"/>
                  </a:lnTo>
                  <a:lnTo>
                    <a:pt x="134620" y="0"/>
                  </a:lnTo>
                  <a:lnTo>
                    <a:pt x="81280" y="0"/>
                  </a:lnTo>
                  <a:lnTo>
                    <a:pt x="74930" y="0"/>
                  </a:lnTo>
                  <a:lnTo>
                    <a:pt x="73660" y="5080"/>
                  </a:lnTo>
                  <a:lnTo>
                    <a:pt x="49530" y="60960"/>
                  </a:lnTo>
                  <a:lnTo>
                    <a:pt x="58420" y="64770"/>
                  </a:lnTo>
                  <a:lnTo>
                    <a:pt x="66040" y="68580"/>
                  </a:lnTo>
                  <a:lnTo>
                    <a:pt x="87426" y="19050"/>
                  </a:lnTo>
                  <a:lnTo>
                    <a:pt x="128549" y="19050"/>
                  </a:lnTo>
                  <a:lnTo>
                    <a:pt x="151130" y="69850"/>
                  </a:lnTo>
                  <a:lnTo>
                    <a:pt x="153670" y="74930"/>
                  </a:lnTo>
                  <a:lnTo>
                    <a:pt x="157480" y="76200"/>
                  </a:lnTo>
                  <a:lnTo>
                    <a:pt x="187960" y="81280"/>
                  </a:lnTo>
                  <a:lnTo>
                    <a:pt x="193040" y="82550"/>
                  </a:lnTo>
                  <a:lnTo>
                    <a:pt x="196850" y="78740"/>
                  </a:lnTo>
                  <a:lnTo>
                    <a:pt x="239496" y="37249"/>
                  </a:lnTo>
                  <a:lnTo>
                    <a:pt x="276987" y="51054"/>
                  </a:lnTo>
                  <a:lnTo>
                    <a:pt x="278130" y="105410"/>
                  </a:lnTo>
                  <a:lnTo>
                    <a:pt x="278130" y="110490"/>
                  </a:lnTo>
                  <a:lnTo>
                    <a:pt x="281940" y="113030"/>
                  </a:lnTo>
                  <a:lnTo>
                    <a:pt x="314960" y="134620"/>
                  </a:lnTo>
                  <a:lnTo>
                    <a:pt x="318770" y="137160"/>
                  </a:lnTo>
                  <a:lnTo>
                    <a:pt x="323850" y="134620"/>
                  </a:lnTo>
                  <a:lnTo>
                    <a:pt x="376809" y="111594"/>
                  </a:lnTo>
                  <a:lnTo>
                    <a:pt x="405523" y="133832"/>
                  </a:lnTo>
                  <a:lnTo>
                    <a:pt x="381000" y="182880"/>
                  </a:lnTo>
                  <a:lnTo>
                    <a:pt x="378460" y="189230"/>
                  </a:lnTo>
                  <a:lnTo>
                    <a:pt x="382270" y="193040"/>
                  </a:lnTo>
                  <a:lnTo>
                    <a:pt x="403860" y="219710"/>
                  </a:lnTo>
                  <a:lnTo>
                    <a:pt x="407670" y="223520"/>
                  </a:lnTo>
                  <a:lnTo>
                    <a:pt x="411480" y="223520"/>
                  </a:lnTo>
                  <a:lnTo>
                    <a:pt x="469684" y="221246"/>
                  </a:lnTo>
                  <a:lnTo>
                    <a:pt x="482015" y="249440"/>
                  </a:lnTo>
                  <a:lnTo>
                    <a:pt x="444500" y="278130"/>
                  </a:lnTo>
                  <a:lnTo>
                    <a:pt x="439420" y="281940"/>
                  </a:lnTo>
                  <a:lnTo>
                    <a:pt x="440690" y="288290"/>
                  </a:lnTo>
                  <a:lnTo>
                    <a:pt x="454660" y="340360"/>
                  </a:lnTo>
                  <a:lnTo>
                    <a:pt x="455930" y="345440"/>
                  </a:lnTo>
                  <a:lnTo>
                    <a:pt x="461010" y="346710"/>
                  </a:lnTo>
                  <a:lnTo>
                    <a:pt x="513905" y="364731"/>
                  </a:lnTo>
                  <a:lnTo>
                    <a:pt x="512178" y="395744"/>
                  </a:lnTo>
                  <a:lnTo>
                    <a:pt x="462280" y="412750"/>
                  </a:lnTo>
                  <a:lnTo>
                    <a:pt x="457200" y="415290"/>
                  </a:lnTo>
                  <a:lnTo>
                    <a:pt x="455930" y="420370"/>
                  </a:lnTo>
                  <a:lnTo>
                    <a:pt x="448310" y="453390"/>
                  </a:lnTo>
                  <a:lnTo>
                    <a:pt x="447040" y="459740"/>
                  </a:lnTo>
                  <a:lnTo>
                    <a:pt x="452120" y="462280"/>
                  </a:lnTo>
                  <a:lnTo>
                    <a:pt x="490080" y="494677"/>
                  </a:lnTo>
                  <a:lnTo>
                    <a:pt x="477189" y="522312"/>
                  </a:lnTo>
                  <a:lnTo>
                    <a:pt x="420370" y="525780"/>
                  </a:lnTo>
                  <a:lnTo>
                    <a:pt x="416560" y="525780"/>
                  </a:lnTo>
                  <a:lnTo>
                    <a:pt x="414020" y="528320"/>
                  </a:lnTo>
                  <a:lnTo>
                    <a:pt x="389890" y="561340"/>
                  </a:lnTo>
                  <a:lnTo>
                    <a:pt x="386080" y="566420"/>
                  </a:lnTo>
                  <a:lnTo>
                    <a:pt x="388620" y="572770"/>
                  </a:lnTo>
                  <a:lnTo>
                    <a:pt x="413486" y="616038"/>
                  </a:lnTo>
                  <a:lnTo>
                    <a:pt x="384746" y="637590"/>
                  </a:lnTo>
                  <a:lnTo>
                    <a:pt x="336550" y="622300"/>
                  </a:lnTo>
                  <a:lnTo>
                    <a:pt x="332740" y="621030"/>
                  </a:lnTo>
                  <a:lnTo>
                    <a:pt x="330200" y="622300"/>
                  </a:lnTo>
                  <a:lnTo>
                    <a:pt x="278130" y="646430"/>
                  </a:lnTo>
                  <a:lnTo>
                    <a:pt x="273050" y="648970"/>
                  </a:lnTo>
                  <a:lnTo>
                    <a:pt x="271780" y="655320"/>
                  </a:lnTo>
                  <a:lnTo>
                    <a:pt x="267296" y="710184"/>
                  </a:lnTo>
                  <a:lnTo>
                    <a:pt x="234797" y="718794"/>
                  </a:lnTo>
                  <a:lnTo>
                    <a:pt x="194310" y="679450"/>
                  </a:lnTo>
                  <a:lnTo>
                    <a:pt x="190500" y="675640"/>
                  </a:lnTo>
                  <a:lnTo>
                    <a:pt x="185420" y="678180"/>
                  </a:lnTo>
                  <a:lnTo>
                    <a:pt x="154940" y="687070"/>
                  </a:lnTo>
                  <a:lnTo>
                    <a:pt x="151130" y="688340"/>
                  </a:lnTo>
                  <a:lnTo>
                    <a:pt x="148590" y="692150"/>
                  </a:lnTo>
                  <a:lnTo>
                    <a:pt x="131914" y="736600"/>
                  </a:lnTo>
                  <a:lnTo>
                    <a:pt x="84188" y="736600"/>
                  </a:lnTo>
                  <a:lnTo>
                    <a:pt x="68580" y="690880"/>
                  </a:lnTo>
                  <a:lnTo>
                    <a:pt x="67310" y="685800"/>
                  </a:lnTo>
                  <a:lnTo>
                    <a:pt x="62230" y="684530"/>
                  </a:lnTo>
                  <a:lnTo>
                    <a:pt x="3810" y="671830"/>
                  </a:lnTo>
                  <a:lnTo>
                    <a:pt x="1270" y="681990"/>
                  </a:lnTo>
                  <a:lnTo>
                    <a:pt x="0" y="690880"/>
                  </a:lnTo>
                  <a:lnTo>
                    <a:pt x="52527" y="702310"/>
                  </a:lnTo>
                  <a:lnTo>
                    <a:pt x="68580" y="749300"/>
                  </a:lnTo>
                  <a:lnTo>
                    <a:pt x="71120" y="755650"/>
                  </a:lnTo>
                  <a:lnTo>
                    <a:pt x="77470" y="755650"/>
                  </a:lnTo>
                  <a:lnTo>
                    <a:pt x="138430" y="755650"/>
                  </a:lnTo>
                  <a:lnTo>
                    <a:pt x="144780" y="755650"/>
                  </a:lnTo>
                  <a:lnTo>
                    <a:pt x="147320" y="750570"/>
                  </a:lnTo>
                  <a:lnTo>
                    <a:pt x="164998" y="703402"/>
                  </a:lnTo>
                  <a:lnTo>
                    <a:pt x="185762" y="697344"/>
                  </a:lnTo>
                  <a:lnTo>
                    <a:pt x="226060" y="735330"/>
                  </a:lnTo>
                  <a:lnTo>
                    <a:pt x="228600" y="739140"/>
                  </a:lnTo>
                  <a:lnTo>
                    <a:pt x="233680" y="737870"/>
                  </a:lnTo>
                  <a:lnTo>
                    <a:pt x="278130" y="727710"/>
                  </a:lnTo>
                  <a:lnTo>
                    <a:pt x="284480" y="726440"/>
                  </a:lnTo>
                  <a:lnTo>
                    <a:pt x="285750" y="718820"/>
                  </a:lnTo>
                  <a:lnTo>
                    <a:pt x="290372" y="662063"/>
                  </a:lnTo>
                  <a:lnTo>
                    <a:pt x="335076" y="641350"/>
                  </a:lnTo>
                  <a:lnTo>
                    <a:pt x="382270" y="657860"/>
                  </a:lnTo>
                  <a:lnTo>
                    <a:pt x="387350" y="659130"/>
                  </a:lnTo>
                  <a:lnTo>
                    <a:pt x="391160" y="655320"/>
                  </a:lnTo>
                  <a:lnTo>
                    <a:pt x="431800" y="626110"/>
                  </a:lnTo>
                  <a:lnTo>
                    <a:pt x="438150" y="621030"/>
                  </a:lnTo>
                  <a:lnTo>
                    <a:pt x="434340" y="614680"/>
                  </a:lnTo>
                  <a:lnTo>
                    <a:pt x="409003" y="567474"/>
                  </a:lnTo>
                  <a:lnTo>
                    <a:pt x="426643" y="543331"/>
                  </a:lnTo>
                  <a:lnTo>
                    <a:pt x="483870" y="539750"/>
                  </a:lnTo>
                  <a:lnTo>
                    <a:pt x="490220" y="539750"/>
                  </a:lnTo>
                  <a:lnTo>
                    <a:pt x="492760" y="534670"/>
                  </a:lnTo>
                  <a:lnTo>
                    <a:pt x="510540" y="496570"/>
                  </a:lnTo>
                  <a:lnTo>
                    <a:pt x="513080" y="490220"/>
                  </a:lnTo>
                  <a:lnTo>
                    <a:pt x="508000" y="485140"/>
                  </a:lnTo>
                  <a:lnTo>
                    <a:pt x="468668" y="452564"/>
                  </a:lnTo>
                  <a:lnTo>
                    <a:pt x="473659" y="430085"/>
                  </a:lnTo>
                  <a:lnTo>
                    <a:pt x="524497" y="412750"/>
                  </a:lnTo>
                  <a:lnTo>
                    <a:pt x="530847" y="410210"/>
                  </a:lnTo>
                  <a:lnTo>
                    <a:pt x="530847" y="403860"/>
                  </a:lnTo>
                  <a:lnTo>
                    <a:pt x="533400" y="358140"/>
                  </a:lnTo>
                  <a:lnTo>
                    <a:pt x="533400" y="35052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2428240" y="2360929"/>
              <a:ext cx="525780" cy="716280"/>
            </a:xfrm>
            <a:custGeom>
              <a:avLst/>
              <a:gdLst/>
              <a:ahLst/>
              <a:cxnLst/>
              <a:rect l="l" t="t" r="r" b="b"/>
              <a:pathLst>
                <a:path w="525780" h="716280">
                  <a:moveTo>
                    <a:pt x="394970" y="49530"/>
                  </a:moveTo>
                  <a:lnTo>
                    <a:pt x="387350" y="45720"/>
                  </a:lnTo>
                  <a:lnTo>
                    <a:pt x="384810" y="36830"/>
                  </a:lnTo>
                  <a:lnTo>
                    <a:pt x="343954" y="45910"/>
                  </a:lnTo>
                  <a:lnTo>
                    <a:pt x="297180" y="3810"/>
                  </a:lnTo>
                  <a:lnTo>
                    <a:pt x="292100" y="0"/>
                  </a:lnTo>
                  <a:lnTo>
                    <a:pt x="287020" y="2540"/>
                  </a:lnTo>
                  <a:lnTo>
                    <a:pt x="242570" y="21590"/>
                  </a:lnTo>
                  <a:lnTo>
                    <a:pt x="237490" y="24130"/>
                  </a:lnTo>
                  <a:lnTo>
                    <a:pt x="237490" y="29210"/>
                  </a:lnTo>
                  <a:lnTo>
                    <a:pt x="236347" y="84848"/>
                  </a:lnTo>
                  <a:lnTo>
                    <a:pt x="223266" y="93027"/>
                  </a:lnTo>
                  <a:lnTo>
                    <a:pt x="158750" y="66040"/>
                  </a:lnTo>
                  <a:lnTo>
                    <a:pt x="153670" y="64770"/>
                  </a:lnTo>
                  <a:lnTo>
                    <a:pt x="148590" y="68580"/>
                  </a:lnTo>
                  <a:lnTo>
                    <a:pt x="113030" y="100330"/>
                  </a:lnTo>
                  <a:lnTo>
                    <a:pt x="107950" y="104140"/>
                  </a:lnTo>
                  <a:lnTo>
                    <a:pt x="110490" y="111760"/>
                  </a:lnTo>
                  <a:lnTo>
                    <a:pt x="138315" y="170903"/>
                  </a:lnTo>
                  <a:lnTo>
                    <a:pt x="129146" y="181483"/>
                  </a:lnTo>
                  <a:lnTo>
                    <a:pt x="53340" y="179070"/>
                  </a:lnTo>
                  <a:lnTo>
                    <a:pt x="46990" y="177800"/>
                  </a:lnTo>
                  <a:lnTo>
                    <a:pt x="44450" y="184150"/>
                  </a:lnTo>
                  <a:lnTo>
                    <a:pt x="24130" y="227330"/>
                  </a:lnTo>
                  <a:lnTo>
                    <a:pt x="21590" y="233680"/>
                  </a:lnTo>
                  <a:lnTo>
                    <a:pt x="26670" y="238760"/>
                  </a:lnTo>
                  <a:lnTo>
                    <a:pt x="79844" y="283857"/>
                  </a:lnTo>
                  <a:lnTo>
                    <a:pt x="76301" y="298030"/>
                  </a:lnTo>
                  <a:lnTo>
                    <a:pt x="7620" y="321310"/>
                  </a:lnTo>
                  <a:lnTo>
                    <a:pt x="1270" y="322580"/>
                  </a:lnTo>
                  <a:lnTo>
                    <a:pt x="1270" y="328930"/>
                  </a:lnTo>
                  <a:lnTo>
                    <a:pt x="0" y="375920"/>
                  </a:lnTo>
                  <a:lnTo>
                    <a:pt x="0" y="383540"/>
                  </a:lnTo>
                  <a:lnTo>
                    <a:pt x="6350" y="386080"/>
                  </a:lnTo>
                  <a:lnTo>
                    <a:pt x="74002" y="410591"/>
                  </a:lnTo>
                  <a:lnTo>
                    <a:pt x="74701" y="423684"/>
                  </a:lnTo>
                  <a:lnTo>
                    <a:pt x="22860" y="466090"/>
                  </a:lnTo>
                  <a:lnTo>
                    <a:pt x="17780" y="469900"/>
                  </a:lnTo>
                  <a:lnTo>
                    <a:pt x="20320" y="476250"/>
                  </a:lnTo>
                  <a:lnTo>
                    <a:pt x="35560" y="520700"/>
                  </a:lnTo>
                  <a:lnTo>
                    <a:pt x="38100" y="527050"/>
                  </a:lnTo>
                  <a:lnTo>
                    <a:pt x="45720" y="527050"/>
                  </a:lnTo>
                  <a:lnTo>
                    <a:pt x="118338" y="524675"/>
                  </a:lnTo>
                  <a:lnTo>
                    <a:pt x="129603" y="540766"/>
                  </a:lnTo>
                  <a:lnTo>
                    <a:pt x="102870" y="593090"/>
                  </a:lnTo>
                  <a:lnTo>
                    <a:pt x="99060" y="599440"/>
                  </a:lnTo>
                  <a:lnTo>
                    <a:pt x="104140" y="604520"/>
                  </a:lnTo>
                  <a:lnTo>
                    <a:pt x="133350" y="637540"/>
                  </a:lnTo>
                  <a:lnTo>
                    <a:pt x="138430" y="642620"/>
                  </a:lnTo>
                  <a:lnTo>
                    <a:pt x="144780" y="640080"/>
                  </a:lnTo>
                  <a:lnTo>
                    <a:pt x="211289" y="617105"/>
                  </a:lnTo>
                  <a:lnTo>
                    <a:pt x="231013" y="628256"/>
                  </a:lnTo>
                  <a:lnTo>
                    <a:pt x="229870" y="687070"/>
                  </a:lnTo>
                  <a:lnTo>
                    <a:pt x="229870" y="693420"/>
                  </a:lnTo>
                  <a:lnTo>
                    <a:pt x="236220" y="695960"/>
                  </a:lnTo>
                  <a:lnTo>
                    <a:pt x="283210" y="713740"/>
                  </a:lnTo>
                  <a:lnTo>
                    <a:pt x="289560" y="716280"/>
                  </a:lnTo>
                  <a:lnTo>
                    <a:pt x="293370" y="711200"/>
                  </a:lnTo>
                  <a:lnTo>
                    <a:pt x="333959" y="672934"/>
                  </a:lnTo>
                  <a:lnTo>
                    <a:pt x="387350" y="684530"/>
                  </a:lnTo>
                  <a:lnTo>
                    <a:pt x="388620" y="674370"/>
                  </a:lnTo>
                  <a:lnTo>
                    <a:pt x="391160" y="665480"/>
                  </a:lnTo>
                  <a:lnTo>
                    <a:pt x="332740" y="652780"/>
                  </a:lnTo>
                  <a:lnTo>
                    <a:pt x="327660" y="652780"/>
                  </a:lnTo>
                  <a:lnTo>
                    <a:pt x="323850" y="655320"/>
                  </a:lnTo>
                  <a:lnTo>
                    <a:pt x="284949" y="694220"/>
                  </a:lnTo>
                  <a:lnTo>
                    <a:pt x="249034" y="680643"/>
                  </a:lnTo>
                  <a:lnTo>
                    <a:pt x="250190" y="622300"/>
                  </a:lnTo>
                  <a:lnTo>
                    <a:pt x="250190" y="617220"/>
                  </a:lnTo>
                  <a:lnTo>
                    <a:pt x="245110" y="614680"/>
                  </a:lnTo>
                  <a:lnTo>
                    <a:pt x="214630" y="598170"/>
                  </a:lnTo>
                  <a:lnTo>
                    <a:pt x="212090" y="595630"/>
                  </a:lnTo>
                  <a:lnTo>
                    <a:pt x="208280" y="598170"/>
                  </a:lnTo>
                  <a:lnTo>
                    <a:pt x="144348" y="620255"/>
                  </a:lnTo>
                  <a:lnTo>
                    <a:pt x="122339" y="596417"/>
                  </a:lnTo>
                  <a:lnTo>
                    <a:pt x="149860" y="544830"/>
                  </a:lnTo>
                  <a:lnTo>
                    <a:pt x="152400" y="539750"/>
                  </a:lnTo>
                  <a:lnTo>
                    <a:pt x="148590" y="534670"/>
                  </a:lnTo>
                  <a:lnTo>
                    <a:pt x="130810" y="509270"/>
                  </a:lnTo>
                  <a:lnTo>
                    <a:pt x="128270" y="505460"/>
                  </a:lnTo>
                  <a:lnTo>
                    <a:pt x="123190" y="506730"/>
                  </a:lnTo>
                  <a:lnTo>
                    <a:pt x="51117" y="507898"/>
                  </a:lnTo>
                  <a:lnTo>
                    <a:pt x="40259" y="476224"/>
                  </a:lnTo>
                  <a:lnTo>
                    <a:pt x="91440" y="434340"/>
                  </a:lnTo>
                  <a:lnTo>
                    <a:pt x="95250" y="431800"/>
                  </a:lnTo>
                  <a:lnTo>
                    <a:pt x="93980" y="426720"/>
                  </a:lnTo>
                  <a:lnTo>
                    <a:pt x="92710" y="402590"/>
                  </a:lnTo>
                  <a:lnTo>
                    <a:pt x="92710" y="396240"/>
                  </a:lnTo>
                  <a:lnTo>
                    <a:pt x="86360" y="393700"/>
                  </a:lnTo>
                  <a:lnTo>
                    <a:pt x="19227" y="370560"/>
                  </a:lnTo>
                  <a:lnTo>
                    <a:pt x="20129" y="336969"/>
                  </a:lnTo>
                  <a:lnTo>
                    <a:pt x="87630" y="313690"/>
                  </a:lnTo>
                  <a:lnTo>
                    <a:pt x="92710" y="312420"/>
                  </a:lnTo>
                  <a:lnTo>
                    <a:pt x="93980" y="307340"/>
                  </a:lnTo>
                  <a:lnTo>
                    <a:pt x="100330" y="283210"/>
                  </a:lnTo>
                  <a:lnTo>
                    <a:pt x="101600" y="276860"/>
                  </a:lnTo>
                  <a:lnTo>
                    <a:pt x="97790" y="273050"/>
                  </a:lnTo>
                  <a:lnTo>
                    <a:pt x="44640" y="229146"/>
                  </a:lnTo>
                  <a:lnTo>
                    <a:pt x="59690" y="197154"/>
                  </a:lnTo>
                  <a:lnTo>
                    <a:pt x="133350" y="200660"/>
                  </a:lnTo>
                  <a:lnTo>
                    <a:pt x="137160" y="200660"/>
                  </a:lnTo>
                  <a:lnTo>
                    <a:pt x="140970" y="196850"/>
                  </a:lnTo>
                  <a:lnTo>
                    <a:pt x="156210" y="177800"/>
                  </a:lnTo>
                  <a:lnTo>
                    <a:pt x="160020" y="173990"/>
                  </a:lnTo>
                  <a:lnTo>
                    <a:pt x="157480" y="167640"/>
                  </a:lnTo>
                  <a:lnTo>
                    <a:pt x="131203" y="109410"/>
                  </a:lnTo>
                  <a:lnTo>
                    <a:pt x="156171" y="87122"/>
                  </a:lnTo>
                  <a:lnTo>
                    <a:pt x="220980" y="113030"/>
                  </a:lnTo>
                  <a:lnTo>
                    <a:pt x="226060" y="114300"/>
                  </a:lnTo>
                  <a:lnTo>
                    <a:pt x="229870" y="111760"/>
                  </a:lnTo>
                  <a:lnTo>
                    <a:pt x="250190" y="99060"/>
                  </a:lnTo>
                  <a:lnTo>
                    <a:pt x="254000" y="96520"/>
                  </a:lnTo>
                  <a:lnTo>
                    <a:pt x="254000" y="91440"/>
                  </a:lnTo>
                  <a:lnTo>
                    <a:pt x="256260" y="37109"/>
                  </a:lnTo>
                  <a:lnTo>
                    <a:pt x="288810" y="21793"/>
                  </a:lnTo>
                  <a:lnTo>
                    <a:pt x="334010" y="63500"/>
                  </a:lnTo>
                  <a:lnTo>
                    <a:pt x="337820" y="67310"/>
                  </a:lnTo>
                  <a:lnTo>
                    <a:pt x="342900" y="66040"/>
                  </a:lnTo>
                  <a:lnTo>
                    <a:pt x="388620" y="54610"/>
                  </a:lnTo>
                  <a:lnTo>
                    <a:pt x="393700" y="53340"/>
                  </a:lnTo>
                  <a:lnTo>
                    <a:pt x="394970" y="49530"/>
                  </a:lnTo>
                  <a:close/>
                </a:path>
                <a:path w="525780" h="716280">
                  <a:moveTo>
                    <a:pt x="525780" y="459740"/>
                  </a:moveTo>
                  <a:lnTo>
                    <a:pt x="520700" y="452120"/>
                  </a:lnTo>
                  <a:lnTo>
                    <a:pt x="515620" y="443230"/>
                  </a:lnTo>
                  <a:lnTo>
                    <a:pt x="504190" y="450850"/>
                  </a:lnTo>
                  <a:lnTo>
                    <a:pt x="492760" y="455930"/>
                  </a:lnTo>
                  <a:lnTo>
                    <a:pt x="492760" y="457200"/>
                  </a:lnTo>
                  <a:lnTo>
                    <a:pt x="491490" y="457200"/>
                  </a:lnTo>
                  <a:lnTo>
                    <a:pt x="481330" y="462280"/>
                  </a:lnTo>
                  <a:lnTo>
                    <a:pt x="481507" y="462711"/>
                  </a:lnTo>
                  <a:lnTo>
                    <a:pt x="469900" y="464820"/>
                  </a:lnTo>
                  <a:lnTo>
                    <a:pt x="469950" y="465048"/>
                  </a:lnTo>
                  <a:lnTo>
                    <a:pt x="457200" y="467360"/>
                  </a:lnTo>
                  <a:lnTo>
                    <a:pt x="443230" y="469900"/>
                  </a:lnTo>
                  <a:lnTo>
                    <a:pt x="430530" y="469900"/>
                  </a:lnTo>
                  <a:lnTo>
                    <a:pt x="430530" y="480060"/>
                  </a:lnTo>
                  <a:lnTo>
                    <a:pt x="431800" y="488950"/>
                  </a:lnTo>
                  <a:lnTo>
                    <a:pt x="445770" y="487680"/>
                  </a:lnTo>
                  <a:lnTo>
                    <a:pt x="459740" y="486410"/>
                  </a:lnTo>
                  <a:lnTo>
                    <a:pt x="461010" y="486410"/>
                  </a:lnTo>
                  <a:lnTo>
                    <a:pt x="474980" y="483870"/>
                  </a:lnTo>
                  <a:lnTo>
                    <a:pt x="487680" y="480060"/>
                  </a:lnTo>
                  <a:lnTo>
                    <a:pt x="490220" y="480060"/>
                  </a:lnTo>
                  <a:lnTo>
                    <a:pt x="501650" y="473710"/>
                  </a:lnTo>
                  <a:lnTo>
                    <a:pt x="513080" y="467360"/>
                  </a:lnTo>
                  <a:lnTo>
                    <a:pt x="525780" y="4597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2722880" y="2588259"/>
              <a:ext cx="285750" cy="240029"/>
            </a:xfrm>
            <a:custGeom>
              <a:avLst/>
              <a:gdLst/>
              <a:ahLst/>
              <a:cxnLst/>
              <a:rect l="l" t="t" r="r" b="b"/>
              <a:pathLst>
                <a:path w="285750" h="240030">
                  <a:moveTo>
                    <a:pt x="285750" y="116840"/>
                  </a:moveTo>
                  <a:lnTo>
                    <a:pt x="284480" y="115570"/>
                  </a:lnTo>
                  <a:lnTo>
                    <a:pt x="281940" y="104140"/>
                  </a:lnTo>
                  <a:lnTo>
                    <a:pt x="281940" y="102870"/>
                  </a:lnTo>
                  <a:lnTo>
                    <a:pt x="278130" y="91440"/>
                  </a:lnTo>
                  <a:lnTo>
                    <a:pt x="274320" y="80010"/>
                  </a:lnTo>
                  <a:lnTo>
                    <a:pt x="273050" y="78740"/>
                  </a:lnTo>
                  <a:lnTo>
                    <a:pt x="266700" y="67310"/>
                  </a:lnTo>
                  <a:lnTo>
                    <a:pt x="260350" y="57150"/>
                  </a:lnTo>
                  <a:lnTo>
                    <a:pt x="260350" y="55880"/>
                  </a:lnTo>
                  <a:lnTo>
                    <a:pt x="259080" y="54610"/>
                  </a:lnTo>
                  <a:lnTo>
                    <a:pt x="250190" y="46990"/>
                  </a:lnTo>
                  <a:lnTo>
                    <a:pt x="241300" y="36830"/>
                  </a:lnTo>
                  <a:lnTo>
                    <a:pt x="240030" y="36830"/>
                  </a:lnTo>
                  <a:lnTo>
                    <a:pt x="231140" y="29210"/>
                  </a:lnTo>
                  <a:lnTo>
                    <a:pt x="218440" y="21590"/>
                  </a:lnTo>
                  <a:lnTo>
                    <a:pt x="218440" y="20320"/>
                  </a:lnTo>
                  <a:lnTo>
                    <a:pt x="217170" y="20320"/>
                  </a:lnTo>
                  <a:lnTo>
                    <a:pt x="205740" y="15240"/>
                  </a:lnTo>
                  <a:lnTo>
                    <a:pt x="205536" y="15697"/>
                  </a:lnTo>
                  <a:lnTo>
                    <a:pt x="195580" y="10160"/>
                  </a:lnTo>
                  <a:lnTo>
                    <a:pt x="194310" y="8890"/>
                  </a:lnTo>
                  <a:lnTo>
                    <a:pt x="181610" y="5080"/>
                  </a:lnTo>
                  <a:lnTo>
                    <a:pt x="180340" y="3810"/>
                  </a:lnTo>
                  <a:lnTo>
                    <a:pt x="179070" y="3810"/>
                  </a:lnTo>
                  <a:lnTo>
                    <a:pt x="165100" y="2540"/>
                  </a:lnTo>
                  <a:lnTo>
                    <a:pt x="151130" y="0"/>
                  </a:lnTo>
                  <a:lnTo>
                    <a:pt x="149860" y="0"/>
                  </a:lnTo>
                  <a:lnTo>
                    <a:pt x="135890" y="0"/>
                  </a:lnTo>
                  <a:lnTo>
                    <a:pt x="121920" y="0"/>
                  </a:lnTo>
                  <a:lnTo>
                    <a:pt x="120650" y="0"/>
                  </a:lnTo>
                  <a:lnTo>
                    <a:pt x="105410" y="2540"/>
                  </a:lnTo>
                  <a:lnTo>
                    <a:pt x="93980" y="3810"/>
                  </a:lnTo>
                  <a:lnTo>
                    <a:pt x="92710" y="3810"/>
                  </a:lnTo>
                  <a:lnTo>
                    <a:pt x="91440" y="5080"/>
                  </a:lnTo>
                  <a:lnTo>
                    <a:pt x="78740" y="8890"/>
                  </a:lnTo>
                  <a:lnTo>
                    <a:pt x="77470" y="10160"/>
                  </a:lnTo>
                  <a:lnTo>
                    <a:pt x="67500" y="15697"/>
                  </a:lnTo>
                  <a:lnTo>
                    <a:pt x="67310" y="15240"/>
                  </a:lnTo>
                  <a:lnTo>
                    <a:pt x="54610" y="20320"/>
                  </a:lnTo>
                  <a:lnTo>
                    <a:pt x="53340" y="21590"/>
                  </a:lnTo>
                  <a:lnTo>
                    <a:pt x="43180" y="29210"/>
                  </a:lnTo>
                  <a:lnTo>
                    <a:pt x="41910" y="29210"/>
                  </a:lnTo>
                  <a:lnTo>
                    <a:pt x="31750" y="36830"/>
                  </a:lnTo>
                  <a:lnTo>
                    <a:pt x="30480" y="36830"/>
                  </a:lnTo>
                  <a:lnTo>
                    <a:pt x="21590" y="46990"/>
                  </a:lnTo>
                  <a:lnTo>
                    <a:pt x="13970" y="55880"/>
                  </a:lnTo>
                  <a:lnTo>
                    <a:pt x="12700" y="57150"/>
                  </a:lnTo>
                  <a:lnTo>
                    <a:pt x="6350" y="67310"/>
                  </a:lnTo>
                  <a:lnTo>
                    <a:pt x="0" y="78740"/>
                  </a:lnTo>
                  <a:lnTo>
                    <a:pt x="8890" y="82550"/>
                  </a:lnTo>
                  <a:lnTo>
                    <a:pt x="16510" y="87630"/>
                  </a:lnTo>
                  <a:lnTo>
                    <a:pt x="22860" y="76200"/>
                  </a:lnTo>
                  <a:lnTo>
                    <a:pt x="22618" y="76098"/>
                  </a:lnTo>
                  <a:lnTo>
                    <a:pt x="29210" y="67310"/>
                  </a:lnTo>
                  <a:lnTo>
                    <a:pt x="62115" y="37871"/>
                  </a:lnTo>
                  <a:lnTo>
                    <a:pt x="62230" y="38100"/>
                  </a:lnTo>
                  <a:lnTo>
                    <a:pt x="74930" y="33020"/>
                  </a:lnTo>
                  <a:lnTo>
                    <a:pt x="86360" y="26670"/>
                  </a:lnTo>
                  <a:lnTo>
                    <a:pt x="86207" y="26339"/>
                  </a:lnTo>
                  <a:lnTo>
                    <a:pt x="97790" y="22860"/>
                  </a:lnTo>
                  <a:lnTo>
                    <a:pt x="109220" y="21590"/>
                  </a:lnTo>
                  <a:lnTo>
                    <a:pt x="123190" y="19050"/>
                  </a:lnTo>
                  <a:lnTo>
                    <a:pt x="135890" y="19050"/>
                  </a:lnTo>
                  <a:lnTo>
                    <a:pt x="148590" y="19050"/>
                  </a:lnTo>
                  <a:lnTo>
                    <a:pt x="162560" y="21590"/>
                  </a:lnTo>
                  <a:lnTo>
                    <a:pt x="175285" y="22758"/>
                  </a:lnTo>
                  <a:lnTo>
                    <a:pt x="186829" y="26339"/>
                  </a:lnTo>
                  <a:lnTo>
                    <a:pt x="186690" y="26670"/>
                  </a:lnTo>
                  <a:lnTo>
                    <a:pt x="196850" y="33020"/>
                  </a:lnTo>
                  <a:lnTo>
                    <a:pt x="198120" y="33020"/>
                  </a:lnTo>
                  <a:lnTo>
                    <a:pt x="210820" y="38100"/>
                  </a:lnTo>
                  <a:lnTo>
                    <a:pt x="210959" y="37782"/>
                  </a:lnTo>
                  <a:lnTo>
                    <a:pt x="220980" y="44450"/>
                  </a:lnTo>
                  <a:lnTo>
                    <a:pt x="227914" y="50215"/>
                  </a:lnTo>
                  <a:lnTo>
                    <a:pt x="227330" y="50800"/>
                  </a:lnTo>
                  <a:lnTo>
                    <a:pt x="236220" y="59690"/>
                  </a:lnTo>
                  <a:lnTo>
                    <a:pt x="243840" y="67310"/>
                  </a:lnTo>
                  <a:lnTo>
                    <a:pt x="250190" y="77470"/>
                  </a:lnTo>
                  <a:lnTo>
                    <a:pt x="250723" y="77165"/>
                  </a:lnTo>
                  <a:lnTo>
                    <a:pt x="255714" y="86169"/>
                  </a:lnTo>
                  <a:lnTo>
                    <a:pt x="255270" y="86360"/>
                  </a:lnTo>
                  <a:lnTo>
                    <a:pt x="260350" y="97790"/>
                  </a:lnTo>
                  <a:lnTo>
                    <a:pt x="263664" y="107759"/>
                  </a:lnTo>
                  <a:lnTo>
                    <a:pt x="262890" y="107950"/>
                  </a:lnTo>
                  <a:lnTo>
                    <a:pt x="266700" y="120650"/>
                  </a:lnTo>
                  <a:lnTo>
                    <a:pt x="266700" y="130810"/>
                  </a:lnTo>
                  <a:lnTo>
                    <a:pt x="266700" y="140970"/>
                  </a:lnTo>
                  <a:lnTo>
                    <a:pt x="262890" y="152400"/>
                  </a:lnTo>
                  <a:lnTo>
                    <a:pt x="264058" y="152704"/>
                  </a:lnTo>
                  <a:lnTo>
                    <a:pt x="260350" y="163830"/>
                  </a:lnTo>
                  <a:lnTo>
                    <a:pt x="255270" y="175260"/>
                  </a:lnTo>
                  <a:lnTo>
                    <a:pt x="255638" y="175425"/>
                  </a:lnTo>
                  <a:lnTo>
                    <a:pt x="250190" y="184150"/>
                  </a:lnTo>
                  <a:lnTo>
                    <a:pt x="245300" y="191973"/>
                  </a:lnTo>
                  <a:lnTo>
                    <a:pt x="245110" y="191770"/>
                  </a:lnTo>
                  <a:lnTo>
                    <a:pt x="236220" y="200660"/>
                  </a:lnTo>
                  <a:lnTo>
                    <a:pt x="227330" y="209550"/>
                  </a:lnTo>
                  <a:lnTo>
                    <a:pt x="227850" y="210185"/>
                  </a:lnTo>
                  <a:lnTo>
                    <a:pt x="221043" y="216027"/>
                  </a:lnTo>
                  <a:lnTo>
                    <a:pt x="220980" y="215900"/>
                  </a:lnTo>
                  <a:lnTo>
                    <a:pt x="209550" y="223520"/>
                  </a:lnTo>
                  <a:lnTo>
                    <a:pt x="214630" y="231140"/>
                  </a:lnTo>
                  <a:lnTo>
                    <a:pt x="218440" y="240030"/>
                  </a:lnTo>
                  <a:lnTo>
                    <a:pt x="231140" y="232410"/>
                  </a:lnTo>
                  <a:lnTo>
                    <a:pt x="231140" y="231140"/>
                  </a:lnTo>
                  <a:lnTo>
                    <a:pt x="240030" y="223520"/>
                  </a:lnTo>
                  <a:lnTo>
                    <a:pt x="241300" y="223520"/>
                  </a:lnTo>
                  <a:lnTo>
                    <a:pt x="250190" y="214630"/>
                  </a:lnTo>
                  <a:lnTo>
                    <a:pt x="259080" y="205740"/>
                  </a:lnTo>
                  <a:lnTo>
                    <a:pt x="260350" y="204470"/>
                  </a:lnTo>
                  <a:lnTo>
                    <a:pt x="266700" y="194310"/>
                  </a:lnTo>
                  <a:lnTo>
                    <a:pt x="273050" y="184150"/>
                  </a:lnTo>
                  <a:lnTo>
                    <a:pt x="273050" y="182880"/>
                  </a:lnTo>
                  <a:lnTo>
                    <a:pt x="274320" y="181610"/>
                  </a:lnTo>
                  <a:lnTo>
                    <a:pt x="278130" y="170180"/>
                  </a:lnTo>
                  <a:lnTo>
                    <a:pt x="281940" y="157480"/>
                  </a:lnTo>
                  <a:lnTo>
                    <a:pt x="284480" y="144780"/>
                  </a:lnTo>
                  <a:lnTo>
                    <a:pt x="285750" y="143510"/>
                  </a:lnTo>
                  <a:lnTo>
                    <a:pt x="285750" y="142240"/>
                  </a:lnTo>
                  <a:lnTo>
                    <a:pt x="285750" y="130810"/>
                  </a:lnTo>
                  <a:lnTo>
                    <a:pt x="285750" y="118110"/>
                  </a:lnTo>
                  <a:lnTo>
                    <a:pt x="285750" y="1168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2711450" y="2655569"/>
              <a:ext cx="148590" cy="194310"/>
            </a:xfrm>
            <a:custGeom>
              <a:avLst/>
              <a:gdLst/>
              <a:ahLst/>
              <a:cxnLst/>
              <a:rect l="l" t="t" r="r" b="b"/>
              <a:pathLst>
                <a:path w="148589" h="194310">
                  <a:moveTo>
                    <a:pt x="148590" y="175260"/>
                  </a:moveTo>
                  <a:lnTo>
                    <a:pt x="134620" y="175260"/>
                  </a:lnTo>
                  <a:lnTo>
                    <a:pt x="120611" y="172935"/>
                  </a:lnTo>
                  <a:lnTo>
                    <a:pt x="120650" y="172720"/>
                  </a:lnTo>
                  <a:lnTo>
                    <a:pt x="109156" y="170434"/>
                  </a:lnTo>
                  <a:lnTo>
                    <a:pt x="109220" y="170180"/>
                  </a:lnTo>
                  <a:lnTo>
                    <a:pt x="97688" y="167881"/>
                  </a:lnTo>
                  <a:lnTo>
                    <a:pt x="97790" y="167640"/>
                  </a:lnTo>
                  <a:lnTo>
                    <a:pt x="86360" y="162560"/>
                  </a:lnTo>
                  <a:lnTo>
                    <a:pt x="86360" y="161290"/>
                  </a:lnTo>
                  <a:lnTo>
                    <a:pt x="74930" y="156210"/>
                  </a:lnTo>
                  <a:lnTo>
                    <a:pt x="64770" y="148590"/>
                  </a:lnTo>
                  <a:lnTo>
                    <a:pt x="64249" y="149491"/>
                  </a:lnTo>
                  <a:lnTo>
                    <a:pt x="55384" y="142836"/>
                  </a:lnTo>
                  <a:lnTo>
                    <a:pt x="55880" y="142240"/>
                  </a:lnTo>
                  <a:lnTo>
                    <a:pt x="46990" y="133350"/>
                  </a:lnTo>
                  <a:lnTo>
                    <a:pt x="46342" y="133883"/>
                  </a:lnTo>
                  <a:lnTo>
                    <a:pt x="39890" y="126352"/>
                  </a:lnTo>
                  <a:lnTo>
                    <a:pt x="40640" y="125730"/>
                  </a:lnTo>
                  <a:lnTo>
                    <a:pt x="34061" y="116967"/>
                  </a:lnTo>
                  <a:lnTo>
                    <a:pt x="34290" y="116840"/>
                  </a:lnTo>
                  <a:lnTo>
                    <a:pt x="27940" y="106680"/>
                  </a:lnTo>
                  <a:lnTo>
                    <a:pt x="27495" y="106972"/>
                  </a:lnTo>
                  <a:lnTo>
                    <a:pt x="23495" y="97955"/>
                  </a:lnTo>
                  <a:lnTo>
                    <a:pt x="24130" y="97790"/>
                  </a:lnTo>
                  <a:lnTo>
                    <a:pt x="20320" y="85090"/>
                  </a:lnTo>
                  <a:lnTo>
                    <a:pt x="20193" y="85128"/>
                  </a:lnTo>
                  <a:lnTo>
                    <a:pt x="19050" y="73660"/>
                  </a:lnTo>
                  <a:lnTo>
                    <a:pt x="19050" y="63500"/>
                  </a:lnTo>
                  <a:lnTo>
                    <a:pt x="19050" y="53340"/>
                  </a:lnTo>
                  <a:lnTo>
                    <a:pt x="20320" y="40640"/>
                  </a:lnTo>
                  <a:lnTo>
                    <a:pt x="24130" y="30480"/>
                  </a:lnTo>
                  <a:lnTo>
                    <a:pt x="23431" y="30314"/>
                  </a:lnTo>
                  <a:lnTo>
                    <a:pt x="27533" y="20053"/>
                  </a:lnTo>
                  <a:lnTo>
                    <a:pt x="27940" y="20320"/>
                  </a:lnTo>
                  <a:lnTo>
                    <a:pt x="34290" y="8890"/>
                  </a:lnTo>
                  <a:lnTo>
                    <a:pt x="25400" y="5080"/>
                  </a:lnTo>
                  <a:lnTo>
                    <a:pt x="17780" y="0"/>
                  </a:lnTo>
                  <a:lnTo>
                    <a:pt x="11430" y="11430"/>
                  </a:lnTo>
                  <a:lnTo>
                    <a:pt x="6350" y="24130"/>
                  </a:lnTo>
                  <a:lnTo>
                    <a:pt x="5080" y="24130"/>
                  </a:lnTo>
                  <a:lnTo>
                    <a:pt x="5080" y="25400"/>
                  </a:lnTo>
                  <a:lnTo>
                    <a:pt x="2540" y="35560"/>
                  </a:lnTo>
                  <a:lnTo>
                    <a:pt x="2540" y="36830"/>
                  </a:lnTo>
                  <a:lnTo>
                    <a:pt x="0" y="49530"/>
                  </a:lnTo>
                  <a:lnTo>
                    <a:pt x="0" y="50800"/>
                  </a:lnTo>
                  <a:lnTo>
                    <a:pt x="0" y="63500"/>
                  </a:lnTo>
                  <a:lnTo>
                    <a:pt x="0" y="74930"/>
                  </a:lnTo>
                  <a:lnTo>
                    <a:pt x="0" y="77470"/>
                  </a:lnTo>
                  <a:lnTo>
                    <a:pt x="2540" y="88900"/>
                  </a:lnTo>
                  <a:lnTo>
                    <a:pt x="2540" y="90170"/>
                  </a:lnTo>
                  <a:lnTo>
                    <a:pt x="5080" y="101600"/>
                  </a:lnTo>
                  <a:lnTo>
                    <a:pt x="5080" y="102870"/>
                  </a:lnTo>
                  <a:lnTo>
                    <a:pt x="6350" y="104140"/>
                  </a:lnTo>
                  <a:lnTo>
                    <a:pt x="11430" y="115570"/>
                  </a:lnTo>
                  <a:lnTo>
                    <a:pt x="17780" y="125730"/>
                  </a:lnTo>
                  <a:lnTo>
                    <a:pt x="17780" y="127000"/>
                  </a:lnTo>
                  <a:lnTo>
                    <a:pt x="24130" y="137160"/>
                  </a:lnTo>
                  <a:lnTo>
                    <a:pt x="25400" y="137160"/>
                  </a:lnTo>
                  <a:lnTo>
                    <a:pt x="33020" y="146050"/>
                  </a:lnTo>
                  <a:lnTo>
                    <a:pt x="33020" y="147320"/>
                  </a:lnTo>
                  <a:lnTo>
                    <a:pt x="41910" y="156210"/>
                  </a:lnTo>
                  <a:lnTo>
                    <a:pt x="43180" y="156210"/>
                  </a:lnTo>
                  <a:lnTo>
                    <a:pt x="43180" y="157480"/>
                  </a:lnTo>
                  <a:lnTo>
                    <a:pt x="53340" y="165100"/>
                  </a:lnTo>
                  <a:lnTo>
                    <a:pt x="54610" y="165100"/>
                  </a:lnTo>
                  <a:lnTo>
                    <a:pt x="64770" y="172720"/>
                  </a:lnTo>
                  <a:lnTo>
                    <a:pt x="66040" y="172720"/>
                  </a:lnTo>
                  <a:lnTo>
                    <a:pt x="77470" y="179070"/>
                  </a:lnTo>
                  <a:lnTo>
                    <a:pt x="88900" y="185420"/>
                  </a:lnTo>
                  <a:lnTo>
                    <a:pt x="91440" y="185420"/>
                  </a:lnTo>
                  <a:lnTo>
                    <a:pt x="104140" y="189230"/>
                  </a:lnTo>
                  <a:lnTo>
                    <a:pt x="116840" y="191770"/>
                  </a:lnTo>
                  <a:lnTo>
                    <a:pt x="118110" y="191770"/>
                  </a:lnTo>
                  <a:lnTo>
                    <a:pt x="132080" y="193040"/>
                  </a:lnTo>
                  <a:lnTo>
                    <a:pt x="147320" y="194310"/>
                  </a:lnTo>
                  <a:lnTo>
                    <a:pt x="148590" y="194310"/>
                  </a:lnTo>
                  <a:lnTo>
                    <a:pt x="147320" y="185420"/>
                  </a:lnTo>
                  <a:lnTo>
                    <a:pt x="148590" y="17526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1389379" y="2655569"/>
              <a:ext cx="1008380" cy="881380"/>
            </a:xfrm>
            <a:custGeom>
              <a:avLst/>
              <a:gdLst/>
              <a:ahLst/>
              <a:cxnLst/>
              <a:rect l="l" t="t" r="r" b="b"/>
              <a:pathLst>
                <a:path w="1008380" h="881379">
                  <a:moveTo>
                    <a:pt x="716914" y="803909"/>
                  </a:moveTo>
                  <a:lnTo>
                    <a:pt x="384809" y="803909"/>
                  </a:lnTo>
                  <a:lnTo>
                    <a:pt x="454659" y="819150"/>
                  </a:lnTo>
                  <a:lnTo>
                    <a:pt x="476250" y="881379"/>
                  </a:lnTo>
                  <a:lnTo>
                    <a:pt x="547369" y="881379"/>
                  </a:lnTo>
                  <a:lnTo>
                    <a:pt x="571500" y="820419"/>
                  </a:lnTo>
                  <a:lnTo>
                    <a:pt x="607059" y="810259"/>
                  </a:lnTo>
                  <a:lnTo>
                    <a:pt x="716280" y="810259"/>
                  </a:lnTo>
                  <a:lnTo>
                    <a:pt x="716914" y="803909"/>
                  </a:lnTo>
                  <a:close/>
                </a:path>
                <a:path w="1008380" h="881379">
                  <a:moveTo>
                    <a:pt x="716280" y="810259"/>
                  </a:moveTo>
                  <a:lnTo>
                    <a:pt x="607059" y="810259"/>
                  </a:lnTo>
                  <a:lnTo>
                    <a:pt x="659130" y="861059"/>
                  </a:lnTo>
                  <a:lnTo>
                    <a:pt x="712469" y="848359"/>
                  </a:lnTo>
                  <a:lnTo>
                    <a:pt x="716280" y="810259"/>
                  </a:lnTo>
                  <a:close/>
                </a:path>
                <a:path w="1008380" h="881379">
                  <a:moveTo>
                    <a:pt x="881198" y="736600"/>
                  </a:moveTo>
                  <a:lnTo>
                    <a:pt x="241300" y="736600"/>
                  </a:lnTo>
                  <a:lnTo>
                    <a:pt x="276859" y="755650"/>
                  </a:lnTo>
                  <a:lnTo>
                    <a:pt x="275589" y="833119"/>
                  </a:lnTo>
                  <a:lnTo>
                    <a:pt x="332739" y="854709"/>
                  </a:lnTo>
                  <a:lnTo>
                    <a:pt x="384809" y="803909"/>
                  </a:lnTo>
                  <a:lnTo>
                    <a:pt x="716914" y="803909"/>
                  </a:lnTo>
                  <a:lnTo>
                    <a:pt x="720089" y="772159"/>
                  </a:lnTo>
                  <a:lnTo>
                    <a:pt x="781050" y="742950"/>
                  </a:lnTo>
                  <a:lnTo>
                    <a:pt x="872580" y="742950"/>
                  </a:lnTo>
                  <a:lnTo>
                    <a:pt x="881198" y="736600"/>
                  </a:lnTo>
                  <a:close/>
                </a:path>
                <a:path w="1008380" h="881379">
                  <a:moveTo>
                    <a:pt x="886459" y="627379"/>
                  </a:moveTo>
                  <a:lnTo>
                    <a:pt x="137159" y="627379"/>
                  </a:lnTo>
                  <a:lnTo>
                    <a:pt x="157479" y="656589"/>
                  </a:lnTo>
                  <a:lnTo>
                    <a:pt x="121919" y="726439"/>
                  </a:lnTo>
                  <a:lnTo>
                    <a:pt x="157479" y="765809"/>
                  </a:lnTo>
                  <a:lnTo>
                    <a:pt x="241300" y="736600"/>
                  </a:lnTo>
                  <a:lnTo>
                    <a:pt x="881198" y="736600"/>
                  </a:lnTo>
                  <a:lnTo>
                    <a:pt x="891539" y="728979"/>
                  </a:lnTo>
                  <a:lnTo>
                    <a:pt x="858519" y="668019"/>
                  </a:lnTo>
                  <a:lnTo>
                    <a:pt x="886459" y="627379"/>
                  </a:lnTo>
                  <a:close/>
                </a:path>
                <a:path w="1008380" h="881379">
                  <a:moveTo>
                    <a:pt x="872580" y="742950"/>
                  </a:moveTo>
                  <a:lnTo>
                    <a:pt x="781050" y="742950"/>
                  </a:lnTo>
                  <a:lnTo>
                    <a:pt x="843280" y="764539"/>
                  </a:lnTo>
                  <a:lnTo>
                    <a:pt x="872580" y="742950"/>
                  </a:lnTo>
                  <a:close/>
                </a:path>
                <a:path w="1008380" h="881379">
                  <a:moveTo>
                    <a:pt x="53339" y="236219"/>
                  </a:moveTo>
                  <a:lnTo>
                    <a:pt x="29209" y="288289"/>
                  </a:lnTo>
                  <a:lnTo>
                    <a:pt x="97789" y="346709"/>
                  </a:lnTo>
                  <a:lnTo>
                    <a:pt x="91439" y="377189"/>
                  </a:lnTo>
                  <a:lnTo>
                    <a:pt x="2539" y="406400"/>
                  </a:lnTo>
                  <a:lnTo>
                    <a:pt x="0" y="462279"/>
                  </a:lnTo>
                  <a:lnTo>
                    <a:pt x="88900" y="494029"/>
                  </a:lnTo>
                  <a:lnTo>
                    <a:pt x="91439" y="523239"/>
                  </a:lnTo>
                  <a:lnTo>
                    <a:pt x="24129" y="577850"/>
                  </a:lnTo>
                  <a:lnTo>
                    <a:pt x="43179" y="629919"/>
                  </a:lnTo>
                  <a:lnTo>
                    <a:pt x="137159" y="627379"/>
                  </a:lnTo>
                  <a:lnTo>
                    <a:pt x="886459" y="627379"/>
                  </a:lnTo>
                  <a:lnTo>
                    <a:pt x="960119" y="623569"/>
                  </a:lnTo>
                  <a:lnTo>
                    <a:pt x="978111" y="585469"/>
                  </a:lnTo>
                  <a:lnTo>
                    <a:pt x="504189" y="585469"/>
                  </a:lnTo>
                  <a:lnTo>
                    <a:pt x="469900" y="582929"/>
                  </a:lnTo>
                  <a:lnTo>
                    <a:pt x="439419" y="575309"/>
                  </a:lnTo>
                  <a:lnTo>
                    <a:pt x="426719" y="567689"/>
                  </a:lnTo>
                  <a:lnTo>
                    <a:pt x="411480" y="560069"/>
                  </a:lnTo>
                  <a:lnTo>
                    <a:pt x="375919" y="532129"/>
                  </a:lnTo>
                  <a:lnTo>
                    <a:pt x="351789" y="497839"/>
                  </a:lnTo>
                  <a:lnTo>
                    <a:pt x="339089" y="454659"/>
                  </a:lnTo>
                  <a:lnTo>
                    <a:pt x="339089" y="425450"/>
                  </a:lnTo>
                  <a:lnTo>
                    <a:pt x="351789" y="382269"/>
                  </a:lnTo>
                  <a:lnTo>
                    <a:pt x="375919" y="346709"/>
                  </a:lnTo>
                  <a:lnTo>
                    <a:pt x="411480" y="318769"/>
                  </a:lnTo>
                  <a:lnTo>
                    <a:pt x="426719" y="312419"/>
                  </a:lnTo>
                  <a:lnTo>
                    <a:pt x="439419" y="304800"/>
                  </a:lnTo>
                  <a:lnTo>
                    <a:pt x="454659" y="299719"/>
                  </a:lnTo>
                  <a:lnTo>
                    <a:pt x="469900" y="297179"/>
                  </a:lnTo>
                  <a:lnTo>
                    <a:pt x="486409" y="294639"/>
                  </a:lnTo>
                  <a:lnTo>
                    <a:pt x="967658" y="294639"/>
                  </a:lnTo>
                  <a:lnTo>
                    <a:pt x="972819" y="290829"/>
                  </a:lnTo>
                  <a:lnTo>
                    <a:pt x="952366" y="245109"/>
                  </a:lnTo>
                  <a:lnTo>
                    <a:pt x="875030" y="245109"/>
                  </a:lnTo>
                  <a:lnTo>
                    <a:pt x="870762" y="240029"/>
                  </a:lnTo>
                  <a:lnTo>
                    <a:pt x="148589" y="240029"/>
                  </a:lnTo>
                  <a:lnTo>
                    <a:pt x="53339" y="236219"/>
                  </a:lnTo>
                  <a:close/>
                </a:path>
                <a:path w="1008380" h="881379">
                  <a:moveTo>
                    <a:pt x="967658" y="294639"/>
                  </a:moveTo>
                  <a:lnTo>
                    <a:pt x="520700" y="294639"/>
                  </a:lnTo>
                  <a:lnTo>
                    <a:pt x="538480" y="297179"/>
                  </a:lnTo>
                  <a:lnTo>
                    <a:pt x="554989" y="299719"/>
                  </a:lnTo>
                  <a:lnTo>
                    <a:pt x="570230" y="304800"/>
                  </a:lnTo>
                  <a:lnTo>
                    <a:pt x="582930" y="312419"/>
                  </a:lnTo>
                  <a:lnTo>
                    <a:pt x="596900" y="318769"/>
                  </a:lnTo>
                  <a:lnTo>
                    <a:pt x="632459" y="346709"/>
                  </a:lnTo>
                  <a:lnTo>
                    <a:pt x="657859" y="382269"/>
                  </a:lnTo>
                  <a:lnTo>
                    <a:pt x="670559" y="425450"/>
                  </a:lnTo>
                  <a:lnTo>
                    <a:pt x="670559" y="454659"/>
                  </a:lnTo>
                  <a:lnTo>
                    <a:pt x="657859" y="497839"/>
                  </a:lnTo>
                  <a:lnTo>
                    <a:pt x="632459" y="532129"/>
                  </a:lnTo>
                  <a:lnTo>
                    <a:pt x="621030" y="542289"/>
                  </a:lnTo>
                  <a:lnTo>
                    <a:pt x="610869" y="552450"/>
                  </a:lnTo>
                  <a:lnTo>
                    <a:pt x="582930" y="567689"/>
                  </a:lnTo>
                  <a:lnTo>
                    <a:pt x="570230" y="575309"/>
                  </a:lnTo>
                  <a:lnTo>
                    <a:pt x="554989" y="579119"/>
                  </a:lnTo>
                  <a:lnTo>
                    <a:pt x="538480" y="582929"/>
                  </a:lnTo>
                  <a:lnTo>
                    <a:pt x="504189" y="585469"/>
                  </a:lnTo>
                  <a:lnTo>
                    <a:pt x="978111" y="585469"/>
                  </a:lnTo>
                  <a:lnTo>
                    <a:pt x="981709" y="577850"/>
                  </a:lnTo>
                  <a:lnTo>
                    <a:pt x="929639" y="533400"/>
                  </a:lnTo>
                  <a:lnTo>
                    <a:pt x="938530" y="494029"/>
                  </a:lnTo>
                  <a:lnTo>
                    <a:pt x="1005839" y="471169"/>
                  </a:lnTo>
                  <a:lnTo>
                    <a:pt x="1008380" y="416559"/>
                  </a:lnTo>
                  <a:lnTo>
                    <a:pt x="937259" y="393700"/>
                  </a:lnTo>
                  <a:lnTo>
                    <a:pt x="919480" y="330200"/>
                  </a:lnTo>
                  <a:lnTo>
                    <a:pt x="967658" y="294639"/>
                  </a:lnTo>
                  <a:close/>
                </a:path>
                <a:path w="1008380" h="881379">
                  <a:moveTo>
                    <a:pt x="951230" y="242569"/>
                  </a:moveTo>
                  <a:lnTo>
                    <a:pt x="875030" y="245109"/>
                  </a:lnTo>
                  <a:lnTo>
                    <a:pt x="952366" y="245109"/>
                  </a:lnTo>
                  <a:lnTo>
                    <a:pt x="951230" y="242569"/>
                  </a:lnTo>
                  <a:close/>
                </a:path>
                <a:path w="1008380" h="881379">
                  <a:moveTo>
                    <a:pt x="175259" y="101600"/>
                  </a:moveTo>
                  <a:lnTo>
                    <a:pt x="132079" y="139700"/>
                  </a:lnTo>
                  <a:lnTo>
                    <a:pt x="167639" y="217169"/>
                  </a:lnTo>
                  <a:lnTo>
                    <a:pt x="148589" y="240029"/>
                  </a:lnTo>
                  <a:lnTo>
                    <a:pt x="870762" y="240029"/>
                  </a:lnTo>
                  <a:lnTo>
                    <a:pt x="848359" y="213359"/>
                  </a:lnTo>
                  <a:lnTo>
                    <a:pt x="881380" y="146050"/>
                  </a:lnTo>
                  <a:lnTo>
                    <a:pt x="873548" y="139700"/>
                  </a:lnTo>
                  <a:lnTo>
                    <a:pt x="764539" y="139700"/>
                  </a:lnTo>
                  <a:lnTo>
                    <a:pt x="758824" y="135889"/>
                  </a:lnTo>
                  <a:lnTo>
                    <a:pt x="257809" y="135889"/>
                  </a:lnTo>
                  <a:lnTo>
                    <a:pt x="175259" y="101600"/>
                  </a:lnTo>
                  <a:close/>
                </a:path>
                <a:path w="1008380" h="881379">
                  <a:moveTo>
                    <a:pt x="834389" y="107950"/>
                  </a:moveTo>
                  <a:lnTo>
                    <a:pt x="764539" y="139700"/>
                  </a:lnTo>
                  <a:lnTo>
                    <a:pt x="873548" y="139700"/>
                  </a:lnTo>
                  <a:lnTo>
                    <a:pt x="834389" y="107950"/>
                  </a:lnTo>
                  <a:close/>
                </a:path>
                <a:path w="1008380" h="881379">
                  <a:moveTo>
                    <a:pt x="336550" y="24129"/>
                  </a:moveTo>
                  <a:lnTo>
                    <a:pt x="284480" y="48259"/>
                  </a:lnTo>
                  <a:lnTo>
                    <a:pt x="281939" y="120650"/>
                  </a:lnTo>
                  <a:lnTo>
                    <a:pt x="257809" y="135889"/>
                  </a:lnTo>
                  <a:lnTo>
                    <a:pt x="758824" y="135889"/>
                  </a:lnTo>
                  <a:lnTo>
                    <a:pt x="726439" y="114300"/>
                  </a:lnTo>
                  <a:lnTo>
                    <a:pt x="725192" y="78739"/>
                  </a:lnTo>
                  <a:lnTo>
                    <a:pt x="397509" y="78739"/>
                  </a:lnTo>
                  <a:lnTo>
                    <a:pt x="336550" y="24129"/>
                  </a:lnTo>
                  <a:close/>
                </a:path>
                <a:path w="1008380" h="881379">
                  <a:moveTo>
                    <a:pt x="542289" y="0"/>
                  </a:moveTo>
                  <a:lnTo>
                    <a:pt x="480059" y="0"/>
                  </a:lnTo>
                  <a:lnTo>
                    <a:pt x="452119" y="66039"/>
                  </a:lnTo>
                  <a:lnTo>
                    <a:pt x="397509" y="78739"/>
                  </a:lnTo>
                  <a:lnTo>
                    <a:pt x="725192" y="78739"/>
                  </a:lnTo>
                  <a:lnTo>
                    <a:pt x="725058" y="74929"/>
                  </a:lnTo>
                  <a:lnTo>
                    <a:pt x="609600" y="74929"/>
                  </a:lnTo>
                  <a:lnTo>
                    <a:pt x="574039" y="68579"/>
                  </a:lnTo>
                  <a:lnTo>
                    <a:pt x="542289" y="0"/>
                  </a:lnTo>
                  <a:close/>
                </a:path>
                <a:path w="1008380" h="881379">
                  <a:moveTo>
                    <a:pt x="666750" y="20319"/>
                  </a:moveTo>
                  <a:lnTo>
                    <a:pt x="609600" y="74929"/>
                  </a:lnTo>
                  <a:lnTo>
                    <a:pt x="725058" y="74929"/>
                  </a:lnTo>
                  <a:lnTo>
                    <a:pt x="723900" y="41909"/>
                  </a:lnTo>
                  <a:lnTo>
                    <a:pt x="666750" y="20319"/>
                  </a:lnTo>
                  <a:close/>
                </a:path>
              </a:pathLst>
            </a:custGeom>
            <a:solidFill>
              <a:srgbClr val="667C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1771650" y="2645409"/>
              <a:ext cx="636270" cy="901700"/>
            </a:xfrm>
            <a:custGeom>
              <a:avLst/>
              <a:gdLst/>
              <a:ahLst/>
              <a:cxnLst/>
              <a:rect l="l" t="t" r="r" b="b"/>
              <a:pathLst>
                <a:path w="636269" h="901700">
                  <a:moveTo>
                    <a:pt x="636270" y="419100"/>
                  </a:moveTo>
                  <a:lnTo>
                    <a:pt x="628650" y="417830"/>
                  </a:lnTo>
                  <a:lnTo>
                    <a:pt x="562648" y="396621"/>
                  </a:lnTo>
                  <a:lnTo>
                    <a:pt x="548944" y="343916"/>
                  </a:lnTo>
                  <a:lnTo>
                    <a:pt x="595630" y="308610"/>
                  </a:lnTo>
                  <a:lnTo>
                    <a:pt x="601980" y="303530"/>
                  </a:lnTo>
                  <a:lnTo>
                    <a:pt x="599440" y="297180"/>
                  </a:lnTo>
                  <a:lnTo>
                    <a:pt x="577850" y="248920"/>
                  </a:lnTo>
                  <a:lnTo>
                    <a:pt x="575310" y="242570"/>
                  </a:lnTo>
                  <a:lnTo>
                    <a:pt x="568960" y="243840"/>
                  </a:lnTo>
                  <a:lnTo>
                    <a:pt x="495998" y="245046"/>
                  </a:lnTo>
                  <a:lnTo>
                    <a:pt x="477608" y="222059"/>
                  </a:lnTo>
                  <a:lnTo>
                    <a:pt x="508000" y="161290"/>
                  </a:lnTo>
                  <a:lnTo>
                    <a:pt x="511810" y="153670"/>
                  </a:lnTo>
                  <a:lnTo>
                    <a:pt x="505460" y="148590"/>
                  </a:lnTo>
                  <a:lnTo>
                    <a:pt x="457200" y="110490"/>
                  </a:lnTo>
                  <a:lnTo>
                    <a:pt x="453390" y="107950"/>
                  </a:lnTo>
                  <a:lnTo>
                    <a:pt x="448310" y="110490"/>
                  </a:lnTo>
                  <a:lnTo>
                    <a:pt x="383336" y="138849"/>
                  </a:lnTo>
                  <a:lnTo>
                    <a:pt x="354164" y="120027"/>
                  </a:lnTo>
                  <a:lnTo>
                    <a:pt x="351790" y="50800"/>
                  </a:lnTo>
                  <a:lnTo>
                    <a:pt x="351790" y="44450"/>
                  </a:lnTo>
                  <a:lnTo>
                    <a:pt x="345440" y="43180"/>
                  </a:lnTo>
                  <a:lnTo>
                    <a:pt x="288290" y="21590"/>
                  </a:lnTo>
                  <a:lnTo>
                    <a:pt x="281940" y="19050"/>
                  </a:lnTo>
                  <a:lnTo>
                    <a:pt x="278130" y="24130"/>
                  </a:lnTo>
                  <a:lnTo>
                    <a:pt x="224409" y="75463"/>
                  </a:lnTo>
                  <a:lnTo>
                    <a:pt x="198818" y="70891"/>
                  </a:lnTo>
                  <a:lnTo>
                    <a:pt x="168910" y="5080"/>
                  </a:lnTo>
                  <a:lnTo>
                    <a:pt x="166370" y="0"/>
                  </a:lnTo>
                  <a:lnTo>
                    <a:pt x="160020" y="0"/>
                  </a:lnTo>
                  <a:lnTo>
                    <a:pt x="97790" y="0"/>
                  </a:lnTo>
                  <a:lnTo>
                    <a:pt x="91440" y="0"/>
                  </a:lnTo>
                  <a:lnTo>
                    <a:pt x="90170" y="6350"/>
                  </a:lnTo>
                  <a:lnTo>
                    <a:pt x="60960" y="72390"/>
                  </a:lnTo>
                  <a:lnTo>
                    <a:pt x="78740" y="80010"/>
                  </a:lnTo>
                  <a:lnTo>
                    <a:pt x="104038" y="19050"/>
                  </a:lnTo>
                  <a:lnTo>
                    <a:pt x="154647" y="19050"/>
                  </a:lnTo>
                  <a:lnTo>
                    <a:pt x="182880" y="82550"/>
                  </a:lnTo>
                  <a:lnTo>
                    <a:pt x="185420" y="87630"/>
                  </a:lnTo>
                  <a:lnTo>
                    <a:pt x="189230" y="87630"/>
                  </a:lnTo>
                  <a:lnTo>
                    <a:pt x="226060" y="93980"/>
                  </a:lnTo>
                  <a:lnTo>
                    <a:pt x="231140" y="95250"/>
                  </a:lnTo>
                  <a:lnTo>
                    <a:pt x="233680" y="91440"/>
                  </a:lnTo>
                  <a:lnTo>
                    <a:pt x="286397" y="41059"/>
                  </a:lnTo>
                  <a:lnTo>
                    <a:pt x="332955" y="58648"/>
                  </a:lnTo>
                  <a:lnTo>
                    <a:pt x="335280" y="125730"/>
                  </a:lnTo>
                  <a:lnTo>
                    <a:pt x="335280" y="130810"/>
                  </a:lnTo>
                  <a:lnTo>
                    <a:pt x="339090" y="132080"/>
                  </a:lnTo>
                  <a:lnTo>
                    <a:pt x="377190" y="157480"/>
                  </a:lnTo>
                  <a:lnTo>
                    <a:pt x="382270" y="161290"/>
                  </a:lnTo>
                  <a:lnTo>
                    <a:pt x="386080" y="158750"/>
                  </a:lnTo>
                  <a:lnTo>
                    <a:pt x="450494" y="129476"/>
                  </a:lnTo>
                  <a:lnTo>
                    <a:pt x="488061" y="159131"/>
                  </a:lnTo>
                  <a:lnTo>
                    <a:pt x="457200" y="219710"/>
                  </a:lnTo>
                  <a:lnTo>
                    <a:pt x="454660" y="224790"/>
                  </a:lnTo>
                  <a:lnTo>
                    <a:pt x="458470" y="229870"/>
                  </a:lnTo>
                  <a:lnTo>
                    <a:pt x="485140" y="260350"/>
                  </a:lnTo>
                  <a:lnTo>
                    <a:pt x="487680" y="264160"/>
                  </a:lnTo>
                  <a:lnTo>
                    <a:pt x="492760" y="264160"/>
                  </a:lnTo>
                  <a:lnTo>
                    <a:pt x="562432" y="261848"/>
                  </a:lnTo>
                  <a:lnTo>
                    <a:pt x="578472" y="297700"/>
                  </a:lnTo>
                  <a:lnTo>
                    <a:pt x="532130" y="332740"/>
                  </a:lnTo>
                  <a:lnTo>
                    <a:pt x="527050" y="337820"/>
                  </a:lnTo>
                  <a:lnTo>
                    <a:pt x="528320" y="342900"/>
                  </a:lnTo>
                  <a:lnTo>
                    <a:pt x="544830" y="406400"/>
                  </a:lnTo>
                  <a:lnTo>
                    <a:pt x="547370" y="411480"/>
                  </a:lnTo>
                  <a:lnTo>
                    <a:pt x="551180" y="412750"/>
                  </a:lnTo>
                  <a:lnTo>
                    <a:pt x="616902" y="433514"/>
                  </a:lnTo>
                  <a:lnTo>
                    <a:pt x="614997" y="474497"/>
                  </a:lnTo>
                  <a:lnTo>
                    <a:pt x="553720" y="495300"/>
                  </a:lnTo>
                  <a:lnTo>
                    <a:pt x="548640" y="496570"/>
                  </a:lnTo>
                  <a:lnTo>
                    <a:pt x="547370" y="501650"/>
                  </a:lnTo>
                  <a:lnTo>
                    <a:pt x="538480" y="542290"/>
                  </a:lnTo>
                  <a:lnTo>
                    <a:pt x="537210" y="547370"/>
                  </a:lnTo>
                  <a:lnTo>
                    <a:pt x="541020" y="551180"/>
                  </a:lnTo>
                  <a:lnTo>
                    <a:pt x="589051" y="590067"/>
                  </a:lnTo>
                  <a:lnTo>
                    <a:pt x="572490" y="625119"/>
                  </a:lnTo>
                  <a:lnTo>
                    <a:pt x="502920" y="628650"/>
                  </a:lnTo>
                  <a:lnTo>
                    <a:pt x="499110" y="628650"/>
                  </a:lnTo>
                  <a:lnTo>
                    <a:pt x="496570" y="632460"/>
                  </a:lnTo>
                  <a:lnTo>
                    <a:pt x="467360" y="673100"/>
                  </a:lnTo>
                  <a:lnTo>
                    <a:pt x="464820" y="676910"/>
                  </a:lnTo>
                  <a:lnTo>
                    <a:pt x="467360" y="683260"/>
                  </a:lnTo>
                  <a:lnTo>
                    <a:pt x="497446" y="735660"/>
                  </a:lnTo>
                  <a:lnTo>
                    <a:pt x="459867" y="764095"/>
                  </a:lnTo>
                  <a:lnTo>
                    <a:pt x="402590" y="744220"/>
                  </a:lnTo>
                  <a:lnTo>
                    <a:pt x="398780" y="742950"/>
                  </a:lnTo>
                  <a:lnTo>
                    <a:pt x="394970" y="744220"/>
                  </a:lnTo>
                  <a:lnTo>
                    <a:pt x="332740" y="774700"/>
                  </a:lnTo>
                  <a:lnTo>
                    <a:pt x="327660" y="777240"/>
                  </a:lnTo>
                  <a:lnTo>
                    <a:pt x="327660" y="782320"/>
                  </a:lnTo>
                  <a:lnTo>
                    <a:pt x="320763" y="850049"/>
                  </a:lnTo>
                  <a:lnTo>
                    <a:pt x="280454" y="859878"/>
                  </a:lnTo>
                  <a:lnTo>
                    <a:pt x="231140" y="814070"/>
                  </a:lnTo>
                  <a:lnTo>
                    <a:pt x="227330" y="808990"/>
                  </a:lnTo>
                  <a:lnTo>
                    <a:pt x="222250" y="811530"/>
                  </a:lnTo>
                  <a:lnTo>
                    <a:pt x="186690" y="821690"/>
                  </a:lnTo>
                  <a:lnTo>
                    <a:pt x="181610" y="822960"/>
                  </a:lnTo>
                  <a:lnTo>
                    <a:pt x="180340" y="826770"/>
                  </a:lnTo>
                  <a:lnTo>
                    <a:pt x="158216" y="882650"/>
                  </a:lnTo>
                  <a:lnTo>
                    <a:pt x="101104" y="882650"/>
                  </a:lnTo>
                  <a:lnTo>
                    <a:pt x="81280" y="825500"/>
                  </a:lnTo>
                  <a:lnTo>
                    <a:pt x="78740" y="820420"/>
                  </a:lnTo>
                  <a:lnTo>
                    <a:pt x="73660" y="819150"/>
                  </a:lnTo>
                  <a:lnTo>
                    <a:pt x="5080" y="805180"/>
                  </a:lnTo>
                  <a:lnTo>
                    <a:pt x="0" y="822960"/>
                  </a:lnTo>
                  <a:lnTo>
                    <a:pt x="65316" y="837222"/>
                  </a:lnTo>
                  <a:lnTo>
                    <a:pt x="85090" y="895350"/>
                  </a:lnTo>
                  <a:lnTo>
                    <a:pt x="86360" y="901700"/>
                  </a:lnTo>
                  <a:lnTo>
                    <a:pt x="93980" y="901700"/>
                  </a:lnTo>
                  <a:lnTo>
                    <a:pt x="165100" y="901700"/>
                  </a:lnTo>
                  <a:lnTo>
                    <a:pt x="171450" y="901700"/>
                  </a:lnTo>
                  <a:lnTo>
                    <a:pt x="173990" y="895350"/>
                  </a:lnTo>
                  <a:lnTo>
                    <a:pt x="196659" y="838085"/>
                  </a:lnTo>
                  <a:lnTo>
                    <a:pt x="222465" y="830707"/>
                  </a:lnTo>
                  <a:lnTo>
                    <a:pt x="270510" y="877570"/>
                  </a:lnTo>
                  <a:lnTo>
                    <a:pt x="274320" y="881380"/>
                  </a:lnTo>
                  <a:lnTo>
                    <a:pt x="279400" y="880110"/>
                  </a:lnTo>
                  <a:lnTo>
                    <a:pt x="332740" y="867410"/>
                  </a:lnTo>
                  <a:lnTo>
                    <a:pt x="339090" y="866140"/>
                  </a:lnTo>
                  <a:lnTo>
                    <a:pt x="339090" y="859790"/>
                  </a:lnTo>
                  <a:lnTo>
                    <a:pt x="346163" y="789038"/>
                  </a:lnTo>
                  <a:lnTo>
                    <a:pt x="399923" y="763282"/>
                  </a:lnTo>
                  <a:lnTo>
                    <a:pt x="458470" y="783590"/>
                  </a:lnTo>
                  <a:lnTo>
                    <a:pt x="463550" y="784860"/>
                  </a:lnTo>
                  <a:lnTo>
                    <a:pt x="467360" y="782320"/>
                  </a:lnTo>
                  <a:lnTo>
                    <a:pt x="515620" y="746760"/>
                  </a:lnTo>
                  <a:lnTo>
                    <a:pt x="521970" y="741680"/>
                  </a:lnTo>
                  <a:lnTo>
                    <a:pt x="518160" y="734060"/>
                  </a:lnTo>
                  <a:lnTo>
                    <a:pt x="487057" y="678776"/>
                  </a:lnTo>
                  <a:lnTo>
                    <a:pt x="509282" y="647446"/>
                  </a:lnTo>
                  <a:lnTo>
                    <a:pt x="579120" y="642620"/>
                  </a:lnTo>
                  <a:lnTo>
                    <a:pt x="584200" y="642620"/>
                  </a:lnTo>
                  <a:lnTo>
                    <a:pt x="586740" y="637540"/>
                  </a:lnTo>
                  <a:lnTo>
                    <a:pt x="608330" y="591820"/>
                  </a:lnTo>
                  <a:lnTo>
                    <a:pt x="612140" y="585470"/>
                  </a:lnTo>
                  <a:lnTo>
                    <a:pt x="605790" y="580390"/>
                  </a:lnTo>
                  <a:lnTo>
                    <a:pt x="557695" y="540512"/>
                  </a:lnTo>
                  <a:lnTo>
                    <a:pt x="565226" y="511327"/>
                  </a:lnTo>
                  <a:lnTo>
                    <a:pt x="627380" y="490220"/>
                  </a:lnTo>
                  <a:lnTo>
                    <a:pt x="633730" y="487680"/>
                  </a:lnTo>
                  <a:lnTo>
                    <a:pt x="633730" y="481330"/>
                  </a:lnTo>
                  <a:lnTo>
                    <a:pt x="636270" y="426720"/>
                  </a:lnTo>
                  <a:lnTo>
                    <a:pt x="636270" y="419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1380490" y="2669539"/>
              <a:ext cx="624840" cy="852169"/>
            </a:xfrm>
            <a:custGeom>
              <a:avLst/>
              <a:gdLst/>
              <a:ahLst/>
              <a:cxnLst/>
              <a:rect l="l" t="t" r="r" b="b"/>
              <a:pathLst>
                <a:path w="624839" h="852170">
                  <a:moveTo>
                    <a:pt x="469900" y="55880"/>
                  </a:moveTo>
                  <a:lnTo>
                    <a:pt x="461010" y="52070"/>
                  </a:lnTo>
                  <a:lnTo>
                    <a:pt x="458470" y="43180"/>
                  </a:lnTo>
                  <a:lnTo>
                    <a:pt x="408724" y="54749"/>
                  </a:lnTo>
                  <a:lnTo>
                    <a:pt x="353060" y="3810"/>
                  </a:lnTo>
                  <a:lnTo>
                    <a:pt x="347980" y="0"/>
                  </a:lnTo>
                  <a:lnTo>
                    <a:pt x="341630" y="2540"/>
                  </a:lnTo>
                  <a:lnTo>
                    <a:pt x="289560" y="25400"/>
                  </a:lnTo>
                  <a:lnTo>
                    <a:pt x="284480" y="26670"/>
                  </a:lnTo>
                  <a:lnTo>
                    <a:pt x="284480" y="33020"/>
                  </a:lnTo>
                  <a:lnTo>
                    <a:pt x="282117" y="101168"/>
                  </a:lnTo>
                  <a:lnTo>
                    <a:pt x="265290" y="110909"/>
                  </a:lnTo>
                  <a:lnTo>
                    <a:pt x="186690" y="78740"/>
                  </a:lnTo>
                  <a:lnTo>
                    <a:pt x="181610" y="77470"/>
                  </a:lnTo>
                  <a:lnTo>
                    <a:pt x="177800" y="81280"/>
                  </a:lnTo>
                  <a:lnTo>
                    <a:pt x="134620" y="118110"/>
                  </a:lnTo>
                  <a:lnTo>
                    <a:pt x="129540" y="123190"/>
                  </a:lnTo>
                  <a:lnTo>
                    <a:pt x="132080" y="129540"/>
                  </a:lnTo>
                  <a:lnTo>
                    <a:pt x="165074" y="201447"/>
                  </a:lnTo>
                  <a:lnTo>
                    <a:pt x="152146" y="216966"/>
                  </a:lnTo>
                  <a:lnTo>
                    <a:pt x="62230" y="213360"/>
                  </a:lnTo>
                  <a:lnTo>
                    <a:pt x="55880" y="212090"/>
                  </a:lnTo>
                  <a:lnTo>
                    <a:pt x="53340" y="218440"/>
                  </a:lnTo>
                  <a:lnTo>
                    <a:pt x="29210" y="270510"/>
                  </a:lnTo>
                  <a:lnTo>
                    <a:pt x="26670" y="276860"/>
                  </a:lnTo>
                  <a:lnTo>
                    <a:pt x="31750" y="281940"/>
                  </a:lnTo>
                  <a:lnTo>
                    <a:pt x="96545" y="337146"/>
                  </a:lnTo>
                  <a:lnTo>
                    <a:pt x="92456" y="356006"/>
                  </a:lnTo>
                  <a:lnTo>
                    <a:pt x="8890" y="382270"/>
                  </a:lnTo>
                  <a:lnTo>
                    <a:pt x="2540" y="384810"/>
                  </a:lnTo>
                  <a:lnTo>
                    <a:pt x="2540" y="391160"/>
                  </a:lnTo>
                  <a:lnTo>
                    <a:pt x="0" y="448310"/>
                  </a:lnTo>
                  <a:lnTo>
                    <a:pt x="0" y="454660"/>
                  </a:lnTo>
                  <a:lnTo>
                    <a:pt x="6350" y="457200"/>
                  </a:lnTo>
                  <a:lnTo>
                    <a:pt x="89408" y="487299"/>
                  </a:lnTo>
                  <a:lnTo>
                    <a:pt x="90881" y="504164"/>
                  </a:lnTo>
                  <a:lnTo>
                    <a:pt x="26670" y="556260"/>
                  </a:lnTo>
                  <a:lnTo>
                    <a:pt x="21590" y="560070"/>
                  </a:lnTo>
                  <a:lnTo>
                    <a:pt x="24130" y="566420"/>
                  </a:lnTo>
                  <a:lnTo>
                    <a:pt x="43180" y="619760"/>
                  </a:lnTo>
                  <a:lnTo>
                    <a:pt x="45720" y="626110"/>
                  </a:lnTo>
                  <a:lnTo>
                    <a:pt x="52070" y="626110"/>
                  </a:lnTo>
                  <a:lnTo>
                    <a:pt x="141160" y="623709"/>
                  </a:lnTo>
                  <a:lnTo>
                    <a:pt x="155702" y="644601"/>
                  </a:lnTo>
                  <a:lnTo>
                    <a:pt x="121920" y="708660"/>
                  </a:lnTo>
                  <a:lnTo>
                    <a:pt x="119380" y="713740"/>
                  </a:lnTo>
                  <a:lnTo>
                    <a:pt x="124460" y="718820"/>
                  </a:lnTo>
                  <a:lnTo>
                    <a:pt x="160020" y="758190"/>
                  </a:lnTo>
                  <a:lnTo>
                    <a:pt x="163830" y="763270"/>
                  </a:lnTo>
                  <a:lnTo>
                    <a:pt x="170180" y="760730"/>
                  </a:lnTo>
                  <a:lnTo>
                    <a:pt x="249377" y="733132"/>
                  </a:lnTo>
                  <a:lnTo>
                    <a:pt x="276656" y="747750"/>
                  </a:lnTo>
                  <a:lnTo>
                    <a:pt x="274320" y="819150"/>
                  </a:lnTo>
                  <a:lnTo>
                    <a:pt x="274320" y="825500"/>
                  </a:lnTo>
                  <a:lnTo>
                    <a:pt x="280670" y="828040"/>
                  </a:lnTo>
                  <a:lnTo>
                    <a:pt x="337820" y="849630"/>
                  </a:lnTo>
                  <a:lnTo>
                    <a:pt x="344170" y="852170"/>
                  </a:lnTo>
                  <a:lnTo>
                    <a:pt x="347980" y="847090"/>
                  </a:lnTo>
                  <a:lnTo>
                    <a:pt x="396290" y="799960"/>
                  </a:lnTo>
                  <a:lnTo>
                    <a:pt x="461010" y="814070"/>
                  </a:lnTo>
                  <a:lnTo>
                    <a:pt x="463550" y="805180"/>
                  </a:lnTo>
                  <a:lnTo>
                    <a:pt x="464820" y="795020"/>
                  </a:lnTo>
                  <a:lnTo>
                    <a:pt x="396240" y="781050"/>
                  </a:lnTo>
                  <a:lnTo>
                    <a:pt x="391160" y="779780"/>
                  </a:lnTo>
                  <a:lnTo>
                    <a:pt x="387350" y="783590"/>
                  </a:lnTo>
                  <a:lnTo>
                    <a:pt x="338759" y="829818"/>
                  </a:lnTo>
                  <a:lnTo>
                    <a:pt x="293573" y="812749"/>
                  </a:lnTo>
                  <a:lnTo>
                    <a:pt x="295910" y="741680"/>
                  </a:lnTo>
                  <a:lnTo>
                    <a:pt x="295910" y="736600"/>
                  </a:lnTo>
                  <a:lnTo>
                    <a:pt x="290830" y="734060"/>
                  </a:lnTo>
                  <a:lnTo>
                    <a:pt x="255270" y="715010"/>
                  </a:lnTo>
                  <a:lnTo>
                    <a:pt x="251460" y="712470"/>
                  </a:lnTo>
                  <a:lnTo>
                    <a:pt x="247637" y="713740"/>
                  </a:lnTo>
                  <a:lnTo>
                    <a:pt x="169811" y="740867"/>
                  </a:lnTo>
                  <a:lnTo>
                    <a:pt x="142951" y="711149"/>
                  </a:lnTo>
                  <a:lnTo>
                    <a:pt x="175260" y="647700"/>
                  </a:lnTo>
                  <a:lnTo>
                    <a:pt x="177800" y="642620"/>
                  </a:lnTo>
                  <a:lnTo>
                    <a:pt x="173990" y="637540"/>
                  </a:lnTo>
                  <a:lnTo>
                    <a:pt x="153670" y="608330"/>
                  </a:lnTo>
                  <a:lnTo>
                    <a:pt x="149860" y="604520"/>
                  </a:lnTo>
                  <a:lnTo>
                    <a:pt x="144780" y="604520"/>
                  </a:lnTo>
                  <a:lnTo>
                    <a:pt x="58623" y="606882"/>
                  </a:lnTo>
                  <a:lnTo>
                    <a:pt x="44500" y="567347"/>
                  </a:lnTo>
                  <a:lnTo>
                    <a:pt x="106680" y="516890"/>
                  </a:lnTo>
                  <a:lnTo>
                    <a:pt x="110490" y="513080"/>
                  </a:lnTo>
                  <a:lnTo>
                    <a:pt x="109220" y="508000"/>
                  </a:lnTo>
                  <a:lnTo>
                    <a:pt x="106680" y="478790"/>
                  </a:lnTo>
                  <a:lnTo>
                    <a:pt x="106680" y="473710"/>
                  </a:lnTo>
                  <a:lnTo>
                    <a:pt x="100330" y="471170"/>
                  </a:lnTo>
                  <a:lnTo>
                    <a:pt x="19342" y="441833"/>
                  </a:lnTo>
                  <a:lnTo>
                    <a:pt x="21285" y="398919"/>
                  </a:lnTo>
                  <a:lnTo>
                    <a:pt x="102870" y="372110"/>
                  </a:lnTo>
                  <a:lnTo>
                    <a:pt x="107950" y="370840"/>
                  </a:lnTo>
                  <a:lnTo>
                    <a:pt x="109220" y="364490"/>
                  </a:lnTo>
                  <a:lnTo>
                    <a:pt x="116840" y="335280"/>
                  </a:lnTo>
                  <a:lnTo>
                    <a:pt x="116840" y="330200"/>
                  </a:lnTo>
                  <a:lnTo>
                    <a:pt x="113030" y="326390"/>
                  </a:lnTo>
                  <a:lnTo>
                    <a:pt x="49542" y="272313"/>
                  </a:lnTo>
                  <a:lnTo>
                    <a:pt x="67462" y="231482"/>
                  </a:lnTo>
                  <a:lnTo>
                    <a:pt x="157480" y="236220"/>
                  </a:lnTo>
                  <a:lnTo>
                    <a:pt x="161290" y="236220"/>
                  </a:lnTo>
                  <a:lnTo>
                    <a:pt x="165100" y="232410"/>
                  </a:lnTo>
                  <a:lnTo>
                    <a:pt x="184150" y="209550"/>
                  </a:lnTo>
                  <a:lnTo>
                    <a:pt x="187960" y="204470"/>
                  </a:lnTo>
                  <a:lnTo>
                    <a:pt x="185420" y="199390"/>
                  </a:lnTo>
                  <a:lnTo>
                    <a:pt x="151663" y="128397"/>
                  </a:lnTo>
                  <a:lnTo>
                    <a:pt x="185420" y="98602"/>
                  </a:lnTo>
                  <a:lnTo>
                    <a:pt x="264160" y="130810"/>
                  </a:lnTo>
                  <a:lnTo>
                    <a:pt x="267970" y="132080"/>
                  </a:lnTo>
                  <a:lnTo>
                    <a:pt x="271780" y="129540"/>
                  </a:lnTo>
                  <a:lnTo>
                    <a:pt x="295910" y="115570"/>
                  </a:lnTo>
                  <a:lnTo>
                    <a:pt x="300990" y="113030"/>
                  </a:lnTo>
                  <a:lnTo>
                    <a:pt x="300990" y="107950"/>
                  </a:lnTo>
                  <a:lnTo>
                    <a:pt x="302158" y="39776"/>
                  </a:lnTo>
                  <a:lnTo>
                    <a:pt x="343674" y="21983"/>
                  </a:lnTo>
                  <a:lnTo>
                    <a:pt x="398780" y="72390"/>
                  </a:lnTo>
                  <a:lnTo>
                    <a:pt x="402590" y="74930"/>
                  </a:lnTo>
                  <a:lnTo>
                    <a:pt x="407670" y="74930"/>
                  </a:lnTo>
                  <a:lnTo>
                    <a:pt x="463550" y="62230"/>
                  </a:lnTo>
                  <a:lnTo>
                    <a:pt x="467360" y="60960"/>
                  </a:lnTo>
                  <a:lnTo>
                    <a:pt x="469900" y="55880"/>
                  </a:lnTo>
                  <a:close/>
                </a:path>
                <a:path w="624839" h="852170">
                  <a:moveTo>
                    <a:pt x="624840" y="546100"/>
                  </a:moveTo>
                  <a:lnTo>
                    <a:pt x="619760" y="538480"/>
                  </a:lnTo>
                  <a:lnTo>
                    <a:pt x="614680" y="529590"/>
                  </a:lnTo>
                  <a:lnTo>
                    <a:pt x="600710" y="538480"/>
                  </a:lnTo>
                  <a:lnTo>
                    <a:pt x="601040" y="538988"/>
                  </a:lnTo>
                  <a:lnTo>
                    <a:pt x="588010" y="546100"/>
                  </a:lnTo>
                  <a:lnTo>
                    <a:pt x="576605" y="551294"/>
                  </a:lnTo>
                  <a:lnTo>
                    <a:pt x="561340" y="556260"/>
                  </a:lnTo>
                  <a:lnTo>
                    <a:pt x="544830" y="558800"/>
                  </a:lnTo>
                  <a:lnTo>
                    <a:pt x="544868" y="558990"/>
                  </a:lnTo>
                  <a:lnTo>
                    <a:pt x="529590" y="561340"/>
                  </a:lnTo>
                  <a:lnTo>
                    <a:pt x="513080" y="562610"/>
                  </a:lnTo>
                  <a:lnTo>
                    <a:pt x="513080" y="571500"/>
                  </a:lnTo>
                  <a:lnTo>
                    <a:pt x="514350" y="580390"/>
                  </a:lnTo>
                  <a:lnTo>
                    <a:pt x="530860" y="579120"/>
                  </a:lnTo>
                  <a:lnTo>
                    <a:pt x="547370" y="577850"/>
                  </a:lnTo>
                  <a:lnTo>
                    <a:pt x="548640" y="577850"/>
                  </a:lnTo>
                  <a:lnTo>
                    <a:pt x="565150" y="574040"/>
                  </a:lnTo>
                  <a:lnTo>
                    <a:pt x="566420" y="574040"/>
                  </a:lnTo>
                  <a:lnTo>
                    <a:pt x="581660" y="570230"/>
                  </a:lnTo>
                  <a:lnTo>
                    <a:pt x="582930" y="568960"/>
                  </a:lnTo>
                  <a:lnTo>
                    <a:pt x="596900" y="562610"/>
                  </a:lnTo>
                  <a:lnTo>
                    <a:pt x="610870" y="554990"/>
                  </a:lnTo>
                  <a:lnTo>
                    <a:pt x="624840" y="546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1732280" y="2941319"/>
              <a:ext cx="337820" cy="283210"/>
            </a:xfrm>
            <a:custGeom>
              <a:avLst/>
              <a:gdLst/>
              <a:ahLst/>
              <a:cxnLst/>
              <a:rect l="l" t="t" r="r" b="b"/>
              <a:pathLst>
                <a:path w="337819" h="283210">
                  <a:moveTo>
                    <a:pt x="337820" y="137160"/>
                  </a:moveTo>
                  <a:lnTo>
                    <a:pt x="334010" y="121920"/>
                  </a:lnTo>
                  <a:lnTo>
                    <a:pt x="334010" y="120650"/>
                  </a:lnTo>
                  <a:lnTo>
                    <a:pt x="328930" y="107950"/>
                  </a:lnTo>
                  <a:lnTo>
                    <a:pt x="323850" y="93980"/>
                  </a:lnTo>
                  <a:lnTo>
                    <a:pt x="323850" y="92710"/>
                  </a:lnTo>
                  <a:lnTo>
                    <a:pt x="316230" y="78740"/>
                  </a:lnTo>
                  <a:lnTo>
                    <a:pt x="308610" y="66040"/>
                  </a:lnTo>
                  <a:lnTo>
                    <a:pt x="307340" y="66040"/>
                  </a:lnTo>
                  <a:lnTo>
                    <a:pt x="307340" y="64770"/>
                  </a:lnTo>
                  <a:lnTo>
                    <a:pt x="297180" y="54610"/>
                  </a:lnTo>
                  <a:lnTo>
                    <a:pt x="285750" y="43180"/>
                  </a:lnTo>
                  <a:lnTo>
                    <a:pt x="284480" y="43180"/>
                  </a:lnTo>
                  <a:lnTo>
                    <a:pt x="274320" y="34290"/>
                  </a:lnTo>
                  <a:lnTo>
                    <a:pt x="274320" y="33020"/>
                  </a:lnTo>
                  <a:lnTo>
                    <a:pt x="273050" y="33020"/>
                  </a:lnTo>
                  <a:lnTo>
                    <a:pt x="259080" y="24130"/>
                  </a:lnTo>
                  <a:lnTo>
                    <a:pt x="245110" y="17780"/>
                  </a:lnTo>
                  <a:lnTo>
                    <a:pt x="231140" y="11430"/>
                  </a:lnTo>
                  <a:lnTo>
                    <a:pt x="229870" y="10160"/>
                  </a:lnTo>
                  <a:lnTo>
                    <a:pt x="214630" y="5080"/>
                  </a:lnTo>
                  <a:lnTo>
                    <a:pt x="213360" y="5080"/>
                  </a:lnTo>
                  <a:lnTo>
                    <a:pt x="196850" y="2540"/>
                  </a:lnTo>
                  <a:lnTo>
                    <a:pt x="179070" y="0"/>
                  </a:lnTo>
                  <a:lnTo>
                    <a:pt x="177800" y="0"/>
                  </a:lnTo>
                  <a:lnTo>
                    <a:pt x="161290" y="0"/>
                  </a:lnTo>
                  <a:lnTo>
                    <a:pt x="143510" y="0"/>
                  </a:lnTo>
                  <a:lnTo>
                    <a:pt x="142240" y="0"/>
                  </a:lnTo>
                  <a:lnTo>
                    <a:pt x="125730" y="2540"/>
                  </a:lnTo>
                  <a:lnTo>
                    <a:pt x="110490" y="5080"/>
                  </a:lnTo>
                  <a:lnTo>
                    <a:pt x="109220" y="5080"/>
                  </a:lnTo>
                  <a:lnTo>
                    <a:pt x="93980" y="10160"/>
                  </a:lnTo>
                  <a:lnTo>
                    <a:pt x="92710" y="11430"/>
                  </a:lnTo>
                  <a:lnTo>
                    <a:pt x="78740" y="17780"/>
                  </a:lnTo>
                  <a:lnTo>
                    <a:pt x="78981" y="18211"/>
                  </a:lnTo>
                  <a:lnTo>
                    <a:pt x="64770" y="24130"/>
                  </a:lnTo>
                  <a:lnTo>
                    <a:pt x="63500" y="24130"/>
                  </a:lnTo>
                  <a:lnTo>
                    <a:pt x="50800" y="33020"/>
                  </a:lnTo>
                  <a:lnTo>
                    <a:pt x="49530" y="33020"/>
                  </a:lnTo>
                  <a:lnTo>
                    <a:pt x="49530" y="34290"/>
                  </a:lnTo>
                  <a:lnTo>
                    <a:pt x="38100" y="43180"/>
                  </a:lnTo>
                  <a:lnTo>
                    <a:pt x="36830" y="43180"/>
                  </a:lnTo>
                  <a:lnTo>
                    <a:pt x="25400" y="54610"/>
                  </a:lnTo>
                  <a:lnTo>
                    <a:pt x="25400" y="55880"/>
                  </a:lnTo>
                  <a:lnTo>
                    <a:pt x="16510" y="66040"/>
                  </a:lnTo>
                  <a:lnTo>
                    <a:pt x="7620" y="78740"/>
                  </a:lnTo>
                  <a:lnTo>
                    <a:pt x="0" y="92710"/>
                  </a:lnTo>
                  <a:lnTo>
                    <a:pt x="8890" y="96520"/>
                  </a:lnTo>
                  <a:lnTo>
                    <a:pt x="16510" y="101600"/>
                  </a:lnTo>
                  <a:lnTo>
                    <a:pt x="24130" y="88900"/>
                  </a:lnTo>
                  <a:lnTo>
                    <a:pt x="31750" y="77470"/>
                  </a:lnTo>
                  <a:lnTo>
                    <a:pt x="30937" y="76936"/>
                  </a:lnTo>
                  <a:lnTo>
                    <a:pt x="38823" y="67932"/>
                  </a:lnTo>
                  <a:lnTo>
                    <a:pt x="39370" y="68580"/>
                  </a:lnTo>
                  <a:lnTo>
                    <a:pt x="49530" y="58420"/>
                  </a:lnTo>
                  <a:lnTo>
                    <a:pt x="60426" y="48742"/>
                  </a:lnTo>
                  <a:lnTo>
                    <a:pt x="60960" y="49530"/>
                  </a:lnTo>
                  <a:lnTo>
                    <a:pt x="73660" y="41910"/>
                  </a:lnTo>
                  <a:lnTo>
                    <a:pt x="87630" y="35560"/>
                  </a:lnTo>
                  <a:lnTo>
                    <a:pt x="100139" y="28740"/>
                  </a:lnTo>
                  <a:lnTo>
                    <a:pt x="100330" y="29210"/>
                  </a:lnTo>
                  <a:lnTo>
                    <a:pt x="115570" y="22860"/>
                  </a:lnTo>
                  <a:lnTo>
                    <a:pt x="115481" y="22682"/>
                  </a:lnTo>
                  <a:lnTo>
                    <a:pt x="129540" y="21590"/>
                  </a:lnTo>
                  <a:lnTo>
                    <a:pt x="146050" y="19050"/>
                  </a:lnTo>
                  <a:lnTo>
                    <a:pt x="161290" y="19050"/>
                  </a:lnTo>
                  <a:lnTo>
                    <a:pt x="176530" y="19050"/>
                  </a:lnTo>
                  <a:lnTo>
                    <a:pt x="194310" y="21590"/>
                  </a:lnTo>
                  <a:lnTo>
                    <a:pt x="208356" y="22682"/>
                  </a:lnTo>
                  <a:lnTo>
                    <a:pt x="208280" y="22860"/>
                  </a:lnTo>
                  <a:lnTo>
                    <a:pt x="223520" y="29210"/>
                  </a:lnTo>
                  <a:lnTo>
                    <a:pt x="223697" y="28740"/>
                  </a:lnTo>
                  <a:lnTo>
                    <a:pt x="236220" y="35560"/>
                  </a:lnTo>
                  <a:lnTo>
                    <a:pt x="249174" y="41452"/>
                  </a:lnTo>
                  <a:lnTo>
                    <a:pt x="248920" y="41910"/>
                  </a:lnTo>
                  <a:lnTo>
                    <a:pt x="262890" y="49530"/>
                  </a:lnTo>
                  <a:lnTo>
                    <a:pt x="263004" y="49352"/>
                  </a:lnTo>
                  <a:lnTo>
                    <a:pt x="272326" y="56603"/>
                  </a:lnTo>
                  <a:lnTo>
                    <a:pt x="271780" y="57150"/>
                  </a:lnTo>
                  <a:lnTo>
                    <a:pt x="283210" y="68580"/>
                  </a:lnTo>
                  <a:lnTo>
                    <a:pt x="292100" y="77470"/>
                  </a:lnTo>
                  <a:lnTo>
                    <a:pt x="299720" y="88900"/>
                  </a:lnTo>
                  <a:lnTo>
                    <a:pt x="306463" y="100164"/>
                  </a:lnTo>
                  <a:lnTo>
                    <a:pt x="306070" y="100330"/>
                  </a:lnTo>
                  <a:lnTo>
                    <a:pt x="311150" y="114300"/>
                  </a:lnTo>
                  <a:lnTo>
                    <a:pt x="315696" y="126822"/>
                  </a:lnTo>
                  <a:lnTo>
                    <a:pt x="314960" y="127000"/>
                  </a:lnTo>
                  <a:lnTo>
                    <a:pt x="318770" y="140970"/>
                  </a:lnTo>
                  <a:lnTo>
                    <a:pt x="318770" y="153670"/>
                  </a:lnTo>
                  <a:lnTo>
                    <a:pt x="318770" y="166370"/>
                  </a:lnTo>
                  <a:lnTo>
                    <a:pt x="314960" y="180340"/>
                  </a:lnTo>
                  <a:lnTo>
                    <a:pt x="316115" y="180632"/>
                  </a:lnTo>
                  <a:lnTo>
                    <a:pt x="311150" y="194310"/>
                  </a:lnTo>
                  <a:lnTo>
                    <a:pt x="306070" y="208280"/>
                  </a:lnTo>
                  <a:lnTo>
                    <a:pt x="306387" y="208432"/>
                  </a:lnTo>
                  <a:lnTo>
                    <a:pt x="299720" y="218440"/>
                  </a:lnTo>
                  <a:lnTo>
                    <a:pt x="292100" y="229870"/>
                  </a:lnTo>
                  <a:lnTo>
                    <a:pt x="283210" y="238760"/>
                  </a:lnTo>
                  <a:lnTo>
                    <a:pt x="271780" y="250190"/>
                  </a:lnTo>
                  <a:lnTo>
                    <a:pt x="262940" y="257924"/>
                  </a:lnTo>
                  <a:lnTo>
                    <a:pt x="248920" y="266700"/>
                  </a:lnTo>
                  <a:lnTo>
                    <a:pt x="254000" y="274320"/>
                  </a:lnTo>
                  <a:lnTo>
                    <a:pt x="259080" y="283210"/>
                  </a:lnTo>
                  <a:lnTo>
                    <a:pt x="273050" y="274320"/>
                  </a:lnTo>
                  <a:lnTo>
                    <a:pt x="274320" y="274320"/>
                  </a:lnTo>
                  <a:lnTo>
                    <a:pt x="274320" y="273050"/>
                  </a:lnTo>
                  <a:lnTo>
                    <a:pt x="285750" y="264160"/>
                  </a:lnTo>
                  <a:lnTo>
                    <a:pt x="297180" y="252730"/>
                  </a:lnTo>
                  <a:lnTo>
                    <a:pt x="307340" y="242570"/>
                  </a:lnTo>
                  <a:lnTo>
                    <a:pt x="307340" y="241300"/>
                  </a:lnTo>
                  <a:lnTo>
                    <a:pt x="308610" y="241300"/>
                  </a:lnTo>
                  <a:lnTo>
                    <a:pt x="316230" y="228600"/>
                  </a:lnTo>
                  <a:lnTo>
                    <a:pt x="323850" y="217170"/>
                  </a:lnTo>
                  <a:lnTo>
                    <a:pt x="323850" y="214630"/>
                  </a:lnTo>
                  <a:lnTo>
                    <a:pt x="328930" y="200660"/>
                  </a:lnTo>
                  <a:lnTo>
                    <a:pt x="334010" y="185420"/>
                  </a:lnTo>
                  <a:lnTo>
                    <a:pt x="337820" y="170180"/>
                  </a:lnTo>
                  <a:lnTo>
                    <a:pt x="337820" y="168910"/>
                  </a:lnTo>
                  <a:lnTo>
                    <a:pt x="337820" y="153670"/>
                  </a:lnTo>
                  <a:lnTo>
                    <a:pt x="337820" y="139700"/>
                  </a:lnTo>
                  <a:lnTo>
                    <a:pt x="337820" y="13716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1719580" y="3020059"/>
              <a:ext cx="175260" cy="231140"/>
            </a:xfrm>
            <a:custGeom>
              <a:avLst/>
              <a:gdLst/>
              <a:ahLst/>
              <a:cxnLst/>
              <a:rect l="l" t="t" r="r" b="b"/>
              <a:pathLst>
                <a:path w="175260" h="231139">
                  <a:moveTo>
                    <a:pt x="175260" y="212090"/>
                  </a:moveTo>
                  <a:lnTo>
                    <a:pt x="157480" y="210820"/>
                  </a:lnTo>
                  <a:lnTo>
                    <a:pt x="142189" y="208470"/>
                  </a:lnTo>
                  <a:lnTo>
                    <a:pt x="142240" y="208280"/>
                  </a:lnTo>
                  <a:lnTo>
                    <a:pt x="127000" y="205740"/>
                  </a:lnTo>
                  <a:lnTo>
                    <a:pt x="111760" y="200660"/>
                  </a:lnTo>
                  <a:lnTo>
                    <a:pt x="100330" y="195580"/>
                  </a:lnTo>
                  <a:lnTo>
                    <a:pt x="86360" y="187960"/>
                  </a:lnTo>
                  <a:lnTo>
                    <a:pt x="73660" y="179070"/>
                  </a:lnTo>
                  <a:lnTo>
                    <a:pt x="73177" y="179920"/>
                  </a:lnTo>
                  <a:lnTo>
                    <a:pt x="62230" y="170180"/>
                  </a:lnTo>
                  <a:lnTo>
                    <a:pt x="52070" y="160020"/>
                  </a:lnTo>
                  <a:lnTo>
                    <a:pt x="51549" y="160642"/>
                  </a:lnTo>
                  <a:lnTo>
                    <a:pt x="44259" y="151257"/>
                  </a:lnTo>
                  <a:lnTo>
                    <a:pt x="44450" y="151130"/>
                  </a:lnTo>
                  <a:lnTo>
                    <a:pt x="36830" y="139700"/>
                  </a:lnTo>
                  <a:lnTo>
                    <a:pt x="29552" y="128803"/>
                  </a:lnTo>
                  <a:lnTo>
                    <a:pt x="30480" y="128270"/>
                  </a:lnTo>
                  <a:lnTo>
                    <a:pt x="24130" y="114300"/>
                  </a:lnTo>
                  <a:lnTo>
                    <a:pt x="23736" y="114528"/>
                  </a:lnTo>
                  <a:lnTo>
                    <a:pt x="21590" y="101600"/>
                  </a:lnTo>
                  <a:lnTo>
                    <a:pt x="21285" y="101676"/>
                  </a:lnTo>
                  <a:lnTo>
                    <a:pt x="18415" y="90170"/>
                  </a:lnTo>
                  <a:lnTo>
                    <a:pt x="19050" y="90170"/>
                  </a:lnTo>
                  <a:lnTo>
                    <a:pt x="19050" y="74930"/>
                  </a:lnTo>
                  <a:lnTo>
                    <a:pt x="19050" y="60960"/>
                  </a:lnTo>
                  <a:lnTo>
                    <a:pt x="18084" y="60960"/>
                  </a:lnTo>
                  <a:lnTo>
                    <a:pt x="21285" y="48196"/>
                  </a:lnTo>
                  <a:lnTo>
                    <a:pt x="21590" y="48260"/>
                  </a:lnTo>
                  <a:lnTo>
                    <a:pt x="23710" y="36601"/>
                  </a:lnTo>
                  <a:lnTo>
                    <a:pt x="24130" y="36830"/>
                  </a:lnTo>
                  <a:lnTo>
                    <a:pt x="30480" y="22860"/>
                  </a:lnTo>
                  <a:lnTo>
                    <a:pt x="29527" y="22326"/>
                  </a:lnTo>
                  <a:lnTo>
                    <a:pt x="36830" y="10160"/>
                  </a:lnTo>
                  <a:lnTo>
                    <a:pt x="29210" y="5080"/>
                  </a:lnTo>
                  <a:lnTo>
                    <a:pt x="20320" y="0"/>
                  </a:lnTo>
                  <a:lnTo>
                    <a:pt x="12700" y="13970"/>
                  </a:lnTo>
                  <a:lnTo>
                    <a:pt x="6350" y="27940"/>
                  </a:lnTo>
                  <a:lnTo>
                    <a:pt x="6350" y="29210"/>
                  </a:lnTo>
                  <a:lnTo>
                    <a:pt x="5080" y="30480"/>
                  </a:lnTo>
                  <a:lnTo>
                    <a:pt x="2540" y="43180"/>
                  </a:lnTo>
                  <a:lnTo>
                    <a:pt x="2540" y="44450"/>
                  </a:lnTo>
                  <a:lnTo>
                    <a:pt x="0" y="58420"/>
                  </a:lnTo>
                  <a:lnTo>
                    <a:pt x="0" y="60960"/>
                  </a:lnTo>
                  <a:lnTo>
                    <a:pt x="0" y="74930"/>
                  </a:lnTo>
                  <a:lnTo>
                    <a:pt x="0" y="90170"/>
                  </a:lnTo>
                  <a:lnTo>
                    <a:pt x="0" y="91440"/>
                  </a:lnTo>
                  <a:lnTo>
                    <a:pt x="2540" y="106680"/>
                  </a:lnTo>
                  <a:lnTo>
                    <a:pt x="5080" y="120650"/>
                  </a:lnTo>
                  <a:lnTo>
                    <a:pt x="6350" y="121920"/>
                  </a:lnTo>
                  <a:lnTo>
                    <a:pt x="6350" y="123190"/>
                  </a:lnTo>
                  <a:lnTo>
                    <a:pt x="12700" y="137160"/>
                  </a:lnTo>
                  <a:lnTo>
                    <a:pt x="12700" y="138430"/>
                  </a:lnTo>
                  <a:lnTo>
                    <a:pt x="20320" y="149860"/>
                  </a:lnTo>
                  <a:lnTo>
                    <a:pt x="29210" y="162560"/>
                  </a:lnTo>
                  <a:lnTo>
                    <a:pt x="38100" y="172720"/>
                  </a:lnTo>
                  <a:lnTo>
                    <a:pt x="38100" y="173990"/>
                  </a:lnTo>
                  <a:lnTo>
                    <a:pt x="49530" y="185420"/>
                  </a:lnTo>
                  <a:lnTo>
                    <a:pt x="50800" y="185420"/>
                  </a:lnTo>
                  <a:lnTo>
                    <a:pt x="62230" y="195580"/>
                  </a:lnTo>
                  <a:lnTo>
                    <a:pt x="63500" y="195580"/>
                  </a:lnTo>
                  <a:lnTo>
                    <a:pt x="76200" y="204470"/>
                  </a:lnTo>
                  <a:lnTo>
                    <a:pt x="77470" y="204470"/>
                  </a:lnTo>
                  <a:lnTo>
                    <a:pt x="91440" y="212090"/>
                  </a:lnTo>
                  <a:lnTo>
                    <a:pt x="105410" y="218440"/>
                  </a:lnTo>
                  <a:lnTo>
                    <a:pt x="105410" y="219710"/>
                  </a:lnTo>
                  <a:lnTo>
                    <a:pt x="106680" y="219710"/>
                  </a:lnTo>
                  <a:lnTo>
                    <a:pt x="121920" y="223520"/>
                  </a:lnTo>
                  <a:lnTo>
                    <a:pt x="138430" y="227330"/>
                  </a:lnTo>
                  <a:lnTo>
                    <a:pt x="139700" y="227330"/>
                  </a:lnTo>
                  <a:lnTo>
                    <a:pt x="156210" y="228600"/>
                  </a:lnTo>
                  <a:lnTo>
                    <a:pt x="173990" y="229870"/>
                  </a:lnTo>
                  <a:lnTo>
                    <a:pt x="173990" y="231140"/>
                  </a:lnTo>
                  <a:lnTo>
                    <a:pt x="175260" y="229870"/>
                  </a:lnTo>
                  <a:lnTo>
                    <a:pt x="173990" y="220980"/>
                  </a:lnTo>
                  <a:lnTo>
                    <a:pt x="175260" y="21209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2042159" y="2980689"/>
              <a:ext cx="1121410" cy="980440"/>
            </a:xfrm>
            <a:custGeom>
              <a:avLst/>
              <a:gdLst/>
              <a:ahLst/>
              <a:cxnLst/>
              <a:rect l="l" t="t" r="r" b="b"/>
              <a:pathLst>
                <a:path w="1121410" h="980439">
                  <a:moveTo>
                    <a:pt x="796328" y="894080"/>
                  </a:moveTo>
                  <a:lnTo>
                    <a:pt x="427989" y="894080"/>
                  </a:lnTo>
                  <a:lnTo>
                    <a:pt x="505459" y="910590"/>
                  </a:lnTo>
                  <a:lnTo>
                    <a:pt x="528319" y="980440"/>
                  </a:lnTo>
                  <a:lnTo>
                    <a:pt x="608329" y="980440"/>
                  </a:lnTo>
                  <a:lnTo>
                    <a:pt x="635000" y="913130"/>
                  </a:lnTo>
                  <a:lnTo>
                    <a:pt x="674369" y="900430"/>
                  </a:lnTo>
                  <a:lnTo>
                    <a:pt x="795655" y="900430"/>
                  </a:lnTo>
                  <a:lnTo>
                    <a:pt x="796328" y="894080"/>
                  </a:lnTo>
                  <a:close/>
                </a:path>
                <a:path w="1121410" h="980439">
                  <a:moveTo>
                    <a:pt x="795655" y="900430"/>
                  </a:moveTo>
                  <a:lnTo>
                    <a:pt x="674369" y="900430"/>
                  </a:lnTo>
                  <a:lnTo>
                    <a:pt x="732789" y="956310"/>
                  </a:lnTo>
                  <a:lnTo>
                    <a:pt x="791209" y="942340"/>
                  </a:lnTo>
                  <a:lnTo>
                    <a:pt x="795655" y="900430"/>
                  </a:lnTo>
                  <a:close/>
                </a:path>
                <a:path w="1121410" h="980439">
                  <a:moveTo>
                    <a:pt x="978555" y="819150"/>
                  </a:moveTo>
                  <a:lnTo>
                    <a:pt x="267969" y="819150"/>
                  </a:lnTo>
                  <a:lnTo>
                    <a:pt x="308609" y="840740"/>
                  </a:lnTo>
                  <a:lnTo>
                    <a:pt x="306069" y="925830"/>
                  </a:lnTo>
                  <a:lnTo>
                    <a:pt x="369569" y="949960"/>
                  </a:lnTo>
                  <a:lnTo>
                    <a:pt x="427989" y="894080"/>
                  </a:lnTo>
                  <a:lnTo>
                    <a:pt x="796328" y="894080"/>
                  </a:lnTo>
                  <a:lnTo>
                    <a:pt x="800100" y="858520"/>
                  </a:lnTo>
                  <a:lnTo>
                    <a:pt x="868679" y="826770"/>
                  </a:lnTo>
                  <a:lnTo>
                    <a:pt x="968231" y="826770"/>
                  </a:lnTo>
                  <a:lnTo>
                    <a:pt x="978555" y="819150"/>
                  </a:lnTo>
                  <a:close/>
                </a:path>
                <a:path w="1121410" h="980439">
                  <a:moveTo>
                    <a:pt x="985519" y="698500"/>
                  </a:moveTo>
                  <a:lnTo>
                    <a:pt x="151129" y="698500"/>
                  </a:lnTo>
                  <a:lnTo>
                    <a:pt x="175259" y="731520"/>
                  </a:lnTo>
                  <a:lnTo>
                    <a:pt x="135889" y="807720"/>
                  </a:lnTo>
                  <a:lnTo>
                    <a:pt x="175259" y="852170"/>
                  </a:lnTo>
                  <a:lnTo>
                    <a:pt x="267969" y="819150"/>
                  </a:lnTo>
                  <a:lnTo>
                    <a:pt x="978555" y="819150"/>
                  </a:lnTo>
                  <a:lnTo>
                    <a:pt x="990600" y="810260"/>
                  </a:lnTo>
                  <a:lnTo>
                    <a:pt x="953769" y="742950"/>
                  </a:lnTo>
                  <a:lnTo>
                    <a:pt x="985519" y="698500"/>
                  </a:lnTo>
                  <a:close/>
                </a:path>
                <a:path w="1121410" h="980439">
                  <a:moveTo>
                    <a:pt x="968231" y="826770"/>
                  </a:moveTo>
                  <a:lnTo>
                    <a:pt x="868679" y="826770"/>
                  </a:lnTo>
                  <a:lnTo>
                    <a:pt x="937259" y="849630"/>
                  </a:lnTo>
                  <a:lnTo>
                    <a:pt x="968231" y="826770"/>
                  </a:lnTo>
                  <a:close/>
                </a:path>
                <a:path w="1121410" h="980439">
                  <a:moveTo>
                    <a:pt x="58419" y="262889"/>
                  </a:moveTo>
                  <a:lnTo>
                    <a:pt x="31750" y="321310"/>
                  </a:lnTo>
                  <a:lnTo>
                    <a:pt x="109219" y="386080"/>
                  </a:lnTo>
                  <a:lnTo>
                    <a:pt x="101600" y="419100"/>
                  </a:lnTo>
                  <a:lnTo>
                    <a:pt x="2539" y="452120"/>
                  </a:lnTo>
                  <a:lnTo>
                    <a:pt x="0" y="514350"/>
                  </a:lnTo>
                  <a:lnTo>
                    <a:pt x="97789" y="549910"/>
                  </a:lnTo>
                  <a:lnTo>
                    <a:pt x="101600" y="581660"/>
                  </a:lnTo>
                  <a:lnTo>
                    <a:pt x="26669" y="642620"/>
                  </a:lnTo>
                  <a:lnTo>
                    <a:pt x="48259" y="701040"/>
                  </a:lnTo>
                  <a:lnTo>
                    <a:pt x="151129" y="698500"/>
                  </a:lnTo>
                  <a:lnTo>
                    <a:pt x="985519" y="698500"/>
                  </a:lnTo>
                  <a:lnTo>
                    <a:pt x="1068070" y="693420"/>
                  </a:lnTo>
                  <a:lnTo>
                    <a:pt x="1087977" y="651510"/>
                  </a:lnTo>
                  <a:lnTo>
                    <a:pt x="560069" y="651510"/>
                  </a:lnTo>
                  <a:lnTo>
                    <a:pt x="541019" y="648970"/>
                  </a:lnTo>
                  <a:lnTo>
                    <a:pt x="521969" y="647700"/>
                  </a:lnTo>
                  <a:lnTo>
                    <a:pt x="488950" y="640080"/>
                  </a:lnTo>
                  <a:lnTo>
                    <a:pt x="473709" y="631190"/>
                  </a:lnTo>
                  <a:lnTo>
                    <a:pt x="458469" y="623570"/>
                  </a:lnTo>
                  <a:lnTo>
                    <a:pt x="417829" y="591820"/>
                  </a:lnTo>
                  <a:lnTo>
                    <a:pt x="391159" y="553720"/>
                  </a:lnTo>
                  <a:lnTo>
                    <a:pt x="375919" y="505460"/>
                  </a:lnTo>
                  <a:lnTo>
                    <a:pt x="375919" y="472439"/>
                  </a:lnTo>
                  <a:lnTo>
                    <a:pt x="391159" y="425450"/>
                  </a:lnTo>
                  <a:lnTo>
                    <a:pt x="417829" y="386080"/>
                  </a:lnTo>
                  <a:lnTo>
                    <a:pt x="458469" y="354330"/>
                  </a:lnTo>
                  <a:lnTo>
                    <a:pt x="473709" y="347980"/>
                  </a:lnTo>
                  <a:lnTo>
                    <a:pt x="488950" y="340360"/>
                  </a:lnTo>
                  <a:lnTo>
                    <a:pt x="505459" y="334010"/>
                  </a:lnTo>
                  <a:lnTo>
                    <a:pt x="521969" y="331470"/>
                  </a:lnTo>
                  <a:lnTo>
                    <a:pt x="541019" y="328930"/>
                  </a:lnTo>
                  <a:lnTo>
                    <a:pt x="1074093" y="328930"/>
                  </a:lnTo>
                  <a:lnTo>
                    <a:pt x="1080770" y="323850"/>
                  </a:lnTo>
                  <a:lnTo>
                    <a:pt x="1057789" y="273050"/>
                  </a:lnTo>
                  <a:lnTo>
                    <a:pt x="971550" y="273050"/>
                  </a:lnTo>
                  <a:lnTo>
                    <a:pt x="967377" y="267970"/>
                  </a:lnTo>
                  <a:lnTo>
                    <a:pt x="165100" y="267970"/>
                  </a:lnTo>
                  <a:lnTo>
                    <a:pt x="58419" y="262889"/>
                  </a:lnTo>
                  <a:close/>
                </a:path>
                <a:path w="1121410" h="980439">
                  <a:moveTo>
                    <a:pt x="1074093" y="328930"/>
                  </a:moveTo>
                  <a:lnTo>
                    <a:pt x="579119" y="328930"/>
                  </a:lnTo>
                  <a:lnTo>
                    <a:pt x="615950" y="334010"/>
                  </a:lnTo>
                  <a:lnTo>
                    <a:pt x="633729" y="340360"/>
                  </a:lnTo>
                  <a:lnTo>
                    <a:pt x="647700" y="347980"/>
                  </a:lnTo>
                  <a:lnTo>
                    <a:pt x="664209" y="354330"/>
                  </a:lnTo>
                  <a:lnTo>
                    <a:pt x="679450" y="364489"/>
                  </a:lnTo>
                  <a:lnTo>
                    <a:pt x="715009" y="398780"/>
                  </a:lnTo>
                  <a:lnTo>
                    <a:pt x="736600" y="441960"/>
                  </a:lnTo>
                  <a:lnTo>
                    <a:pt x="741679" y="455930"/>
                  </a:lnTo>
                  <a:lnTo>
                    <a:pt x="745489" y="472439"/>
                  </a:lnTo>
                  <a:lnTo>
                    <a:pt x="745489" y="505460"/>
                  </a:lnTo>
                  <a:lnTo>
                    <a:pt x="731519" y="553720"/>
                  </a:lnTo>
                  <a:lnTo>
                    <a:pt x="703579" y="591820"/>
                  </a:lnTo>
                  <a:lnTo>
                    <a:pt x="664209" y="623570"/>
                  </a:lnTo>
                  <a:lnTo>
                    <a:pt x="647700" y="631190"/>
                  </a:lnTo>
                  <a:lnTo>
                    <a:pt x="633729" y="640080"/>
                  </a:lnTo>
                  <a:lnTo>
                    <a:pt x="598169" y="647700"/>
                  </a:lnTo>
                  <a:lnTo>
                    <a:pt x="579119" y="648970"/>
                  </a:lnTo>
                  <a:lnTo>
                    <a:pt x="560069" y="651510"/>
                  </a:lnTo>
                  <a:lnTo>
                    <a:pt x="1087977" y="651510"/>
                  </a:lnTo>
                  <a:lnTo>
                    <a:pt x="1092200" y="642620"/>
                  </a:lnTo>
                  <a:lnTo>
                    <a:pt x="1033779" y="594360"/>
                  </a:lnTo>
                  <a:lnTo>
                    <a:pt x="1043939" y="549910"/>
                  </a:lnTo>
                  <a:lnTo>
                    <a:pt x="1118870" y="524510"/>
                  </a:lnTo>
                  <a:lnTo>
                    <a:pt x="1121409" y="463550"/>
                  </a:lnTo>
                  <a:lnTo>
                    <a:pt x="1041400" y="438150"/>
                  </a:lnTo>
                  <a:lnTo>
                    <a:pt x="1022350" y="368300"/>
                  </a:lnTo>
                  <a:lnTo>
                    <a:pt x="1074093" y="328930"/>
                  </a:lnTo>
                  <a:close/>
                </a:path>
                <a:path w="1121410" h="980439">
                  <a:moveTo>
                    <a:pt x="1056639" y="270510"/>
                  </a:moveTo>
                  <a:lnTo>
                    <a:pt x="971550" y="273050"/>
                  </a:lnTo>
                  <a:lnTo>
                    <a:pt x="1057789" y="273050"/>
                  </a:lnTo>
                  <a:lnTo>
                    <a:pt x="1056639" y="270510"/>
                  </a:lnTo>
                  <a:close/>
                </a:path>
                <a:path w="1121410" h="980439">
                  <a:moveTo>
                    <a:pt x="194309" y="114300"/>
                  </a:moveTo>
                  <a:lnTo>
                    <a:pt x="146050" y="156210"/>
                  </a:lnTo>
                  <a:lnTo>
                    <a:pt x="186689" y="242570"/>
                  </a:lnTo>
                  <a:lnTo>
                    <a:pt x="165100" y="267970"/>
                  </a:lnTo>
                  <a:lnTo>
                    <a:pt x="967377" y="267970"/>
                  </a:lnTo>
                  <a:lnTo>
                    <a:pt x="942339" y="237489"/>
                  </a:lnTo>
                  <a:lnTo>
                    <a:pt x="980439" y="162560"/>
                  </a:lnTo>
                  <a:lnTo>
                    <a:pt x="972358" y="156210"/>
                  </a:lnTo>
                  <a:lnTo>
                    <a:pt x="849629" y="156210"/>
                  </a:lnTo>
                  <a:lnTo>
                    <a:pt x="842010" y="151130"/>
                  </a:lnTo>
                  <a:lnTo>
                    <a:pt x="287019" y="151130"/>
                  </a:lnTo>
                  <a:lnTo>
                    <a:pt x="194309" y="114300"/>
                  </a:lnTo>
                  <a:close/>
                </a:path>
                <a:path w="1121410" h="980439">
                  <a:moveTo>
                    <a:pt x="927100" y="120650"/>
                  </a:moveTo>
                  <a:lnTo>
                    <a:pt x="849629" y="156210"/>
                  </a:lnTo>
                  <a:lnTo>
                    <a:pt x="972358" y="156210"/>
                  </a:lnTo>
                  <a:lnTo>
                    <a:pt x="927100" y="120650"/>
                  </a:lnTo>
                  <a:close/>
                </a:path>
                <a:path w="1121410" h="980439">
                  <a:moveTo>
                    <a:pt x="374650" y="27939"/>
                  </a:moveTo>
                  <a:lnTo>
                    <a:pt x="316229" y="53339"/>
                  </a:lnTo>
                  <a:lnTo>
                    <a:pt x="313689" y="134620"/>
                  </a:lnTo>
                  <a:lnTo>
                    <a:pt x="287019" y="151130"/>
                  </a:lnTo>
                  <a:lnTo>
                    <a:pt x="842010" y="151130"/>
                  </a:lnTo>
                  <a:lnTo>
                    <a:pt x="807719" y="128270"/>
                  </a:lnTo>
                  <a:lnTo>
                    <a:pt x="806489" y="88900"/>
                  </a:lnTo>
                  <a:lnTo>
                    <a:pt x="440689" y="88900"/>
                  </a:lnTo>
                  <a:lnTo>
                    <a:pt x="374650" y="27939"/>
                  </a:lnTo>
                  <a:close/>
                </a:path>
                <a:path w="1121410" h="980439">
                  <a:moveTo>
                    <a:pt x="603250" y="0"/>
                  </a:moveTo>
                  <a:lnTo>
                    <a:pt x="533400" y="0"/>
                  </a:lnTo>
                  <a:lnTo>
                    <a:pt x="502919" y="74930"/>
                  </a:lnTo>
                  <a:lnTo>
                    <a:pt x="440689" y="88900"/>
                  </a:lnTo>
                  <a:lnTo>
                    <a:pt x="806489" y="88900"/>
                  </a:lnTo>
                  <a:lnTo>
                    <a:pt x="806330" y="83820"/>
                  </a:lnTo>
                  <a:lnTo>
                    <a:pt x="676909" y="83820"/>
                  </a:lnTo>
                  <a:lnTo>
                    <a:pt x="637539" y="77470"/>
                  </a:lnTo>
                  <a:lnTo>
                    <a:pt x="603250" y="0"/>
                  </a:lnTo>
                  <a:close/>
                </a:path>
                <a:path w="1121410" h="980439">
                  <a:moveTo>
                    <a:pt x="741679" y="24130"/>
                  </a:moveTo>
                  <a:lnTo>
                    <a:pt x="676909" y="83820"/>
                  </a:lnTo>
                  <a:lnTo>
                    <a:pt x="806330" y="83820"/>
                  </a:lnTo>
                  <a:lnTo>
                    <a:pt x="805179" y="46989"/>
                  </a:lnTo>
                  <a:lnTo>
                    <a:pt x="741679" y="24130"/>
                  </a:lnTo>
                  <a:close/>
                </a:path>
              </a:pathLst>
            </a:custGeom>
            <a:solidFill>
              <a:srgbClr val="7C9A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2467610" y="2971799"/>
              <a:ext cx="704850" cy="998219"/>
            </a:xfrm>
            <a:custGeom>
              <a:avLst/>
              <a:gdLst/>
              <a:ahLst/>
              <a:cxnLst/>
              <a:rect l="l" t="t" r="r" b="b"/>
              <a:pathLst>
                <a:path w="704850" h="998220">
                  <a:moveTo>
                    <a:pt x="704850" y="466090"/>
                  </a:moveTo>
                  <a:lnTo>
                    <a:pt x="698500" y="463550"/>
                  </a:lnTo>
                  <a:lnTo>
                    <a:pt x="623633" y="439788"/>
                  </a:lnTo>
                  <a:lnTo>
                    <a:pt x="608596" y="380733"/>
                  </a:lnTo>
                  <a:lnTo>
                    <a:pt x="661670" y="340360"/>
                  </a:lnTo>
                  <a:lnTo>
                    <a:pt x="668020" y="335280"/>
                  </a:lnTo>
                  <a:lnTo>
                    <a:pt x="664210" y="328930"/>
                  </a:lnTo>
                  <a:lnTo>
                    <a:pt x="640080" y="275590"/>
                  </a:lnTo>
                  <a:lnTo>
                    <a:pt x="637540" y="269240"/>
                  </a:lnTo>
                  <a:lnTo>
                    <a:pt x="631190" y="269240"/>
                  </a:lnTo>
                  <a:lnTo>
                    <a:pt x="550468" y="271653"/>
                  </a:lnTo>
                  <a:lnTo>
                    <a:pt x="528815" y="245287"/>
                  </a:lnTo>
                  <a:lnTo>
                    <a:pt x="562610" y="176530"/>
                  </a:lnTo>
                  <a:lnTo>
                    <a:pt x="566420" y="170180"/>
                  </a:lnTo>
                  <a:lnTo>
                    <a:pt x="561340" y="165100"/>
                  </a:lnTo>
                  <a:lnTo>
                    <a:pt x="508000" y="121920"/>
                  </a:lnTo>
                  <a:lnTo>
                    <a:pt x="502920" y="119380"/>
                  </a:lnTo>
                  <a:lnTo>
                    <a:pt x="497840" y="121920"/>
                  </a:lnTo>
                  <a:lnTo>
                    <a:pt x="424561" y="154355"/>
                  </a:lnTo>
                  <a:lnTo>
                    <a:pt x="390994" y="131978"/>
                  </a:lnTo>
                  <a:lnTo>
                    <a:pt x="388620" y="54610"/>
                  </a:lnTo>
                  <a:lnTo>
                    <a:pt x="388620" y="48260"/>
                  </a:lnTo>
                  <a:lnTo>
                    <a:pt x="382270" y="46990"/>
                  </a:lnTo>
                  <a:lnTo>
                    <a:pt x="318770" y="22860"/>
                  </a:lnTo>
                  <a:lnTo>
                    <a:pt x="313690" y="21590"/>
                  </a:lnTo>
                  <a:lnTo>
                    <a:pt x="309880" y="25400"/>
                  </a:lnTo>
                  <a:lnTo>
                    <a:pt x="248856" y="82829"/>
                  </a:lnTo>
                  <a:lnTo>
                    <a:pt x="218490" y="76949"/>
                  </a:lnTo>
                  <a:lnTo>
                    <a:pt x="186690" y="5080"/>
                  </a:lnTo>
                  <a:lnTo>
                    <a:pt x="184150" y="0"/>
                  </a:lnTo>
                  <a:lnTo>
                    <a:pt x="177800" y="0"/>
                  </a:lnTo>
                  <a:lnTo>
                    <a:pt x="107950" y="0"/>
                  </a:lnTo>
                  <a:lnTo>
                    <a:pt x="101600" y="0"/>
                  </a:lnTo>
                  <a:lnTo>
                    <a:pt x="100330" y="5080"/>
                  </a:lnTo>
                  <a:lnTo>
                    <a:pt x="68580" y="80010"/>
                  </a:lnTo>
                  <a:lnTo>
                    <a:pt x="77470" y="83820"/>
                  </a:lnTo>
                  <a:lnTo>
                    <a:pt x="85090" y="87630"/>
                  </a:lnTo>
                  <a:lnTo>
                    <a:pt x="114147" y="19050"/>
                  </a:lnTo>
                  <a:lnTo>
                    <a:pt x="171716" y="19050"/>
                  </a:lnTo>
                  <a:lnTo>
                    <a:pt x="203200" y="90170"/>
                  </a:lnTo>
                  <a:lnTo>
                    <a:pt x="205740" y="95250"/>
                  </a:lnTo>
                  <a:lnTo>
                    <a:pt x="210820" y="95250"/>
                  </a:lnTo>
                  <a:lnTo>
                    <a:pt x="250190" y="102870"/>
                  </a:lnTo>
                  <a:lnTo>
                    <a:pt x="255270" y="102870"/>
                  </a:lnTo>
                  <a:lnTo>
                    <a:pt x="257810" y="100330"/>
                  </a:lnTo>
                  <a:lnTo>
                    <a:pt x="317804" y="43853"/>
                  </a:lnTo>
                  <a:lnTo>
                    <a:pt x="371055" y="63030"/>
                  </a:lnTo>
                  <a:lnTo>
                    <a:pt x="373380" y="137160"/>
                  </a:lnTo>
                  <a:lnTo>
                    <a:pt x="373380" y="142240"/>
                  </a:lnTo>
                  <a:lnTo>
                    <a:pt x="377190" y="144780"/>
                  </a:lnTo>
                  <a:lnTo>
                    <a:pt x="419100" y="172720"/>
                  </a:lnTo>
                  <a:lnTo>
                    <a:pt x="424180" y="175260"/>
                  </a:lnTo>
                  <a:lnTo>
                    <a:pt x="427990" y="173990"/>
                  </a:lnTo>
                  <a:lnTo>
                    <a:pt x="500062" y="140906"/>
                  </a:lnTo>
                  <a:lnTo>
                    <a:pt x="542747" y="174447"/>
                  </a:lnTo>
                  <a:lnTo>
                    <a:pt x="509270" y="242570"/>
                  </a:lnTo>
                  <a:lnTo>
                    <a:pt x="506730" y="247650"/>
                  </a:lnTo>
                  <a:lnTo>
                    <a:pt x="510540" y="252730"/>
                  </a:lnTo>
                  <a:lnTo>
                    <a:pt x="539750" y="287020"/>
                  </a:lnTo>
                  <a:lnTo>
                    <a:pt x="542290" y="290830"/>
                  </a:lnTo>
                  <a:lnTo>
                    <a:pt x="547370" y="290830"/>
                  </a:lnTo>
                  <a:lnTo>
                    <a:pt x="625944" y="288493"/>
                  </a:lnTo>
                  <a:lnTo>
                    <a:pt x="644499" y="329488"/>
                  </a:lnTo>
                  <a:lnTo>
                    <a:pt x="591820" y="369570"/>
                  </a:lnTo>
                  <a:lnTo>
                    <a:pt x="586740" y="373380"/>
                  </a:lnTo>
                  <a:lnTo>
                    <a:pt x="588010" y="379730"/>
                  </a:lnTo>
                  <a:lnTo>
                    <a:pt x="607060" y="449580"/>
                  </a:lnTo>
                  <a:lnTo>
                    <a:pt x="608330" y="454660"/>
                  </a:lnTo>
                  <a:lnTo>
                    <a:pt x="613410" y="455930"/>
                  </a:lnTo>
                  <a:lnTo>
                    <a:pt x="685507" y="479196"/>
                  </a:lnTo>
                  <a:lnTo>
                    <a:pt x="683539" y="525399"/>
                  </a:lnTo>
                  <a:lnTo>
                    <a:pt x="614680" y="549910"/>
                  </a:lnTo>
                  <a:lnTo>
                    <a:pt x="610870" y="551180"/>
                  </a:lnTo>
                  <a:lnTo>
                    <a:pt x="608330" y="556260"/>
                  </a:lnTo>
                  <a:lnTo>
                    <a:pt x="598170" y="600710"/>
                  </a:lnTo>
                  <a:lnTo>
                    <a:pt x="596900" y="605790"/>
                  </a:lnTo>
                  <a:lnTo>
                    <a:pt x="601980" y="609600"/>
                  </a:lnTo>
                  <a:lnTo>
                    <a:pt x="654710" y="654316"/>
                  </a:lnTo>
                  <a:lnTo>
                    <a:pt x="635977" y="693750"/>
                  </a:lnTo>
                  <a:lnTo>
                    <a:pt x="558800" y="698500"/>
                  </a:lnTo>
                  <a:lnTo>
                    <a:pt x="554990" y="698500"/>
                  </a:lnTo>
                  <a:lnTo>
                    <a:pt x="552450" y="702310"/>
                  </a:lnTo>
                  <a:lnTo>
                    <a:pt x="520700" y="746760"/>
                  </a:lnTo>
                  <a:lnTo>
                    <a:pt x="516890" y="750570"/>
                  </a:lnTo>
                  <a:lnTo>
                    <a:pt x="519430" y="756920"/>
                  </a:lnTo>
                  <a:lnTo>
                    <a:pt x="553199" y="816597"/>
                  </a:lnTo>
                  <a:lnTo>
                    <a:pt x="510679" y="847991"/>
                  </a:lnTo>
                  <a:lnTo>
                    <a:pt x="447040" y="826770"/>
                  </a:lnTo>
                  <a:lnTo>
                    <a:pt x="443230" y="824230"/>
                  </a:lnTo>
                  <a:lnTo>
                    <a:pt x="439420" y="826770"/>
                  </a:lnTo>
                  <a:lnTo>
                    <a:pt x="370840" y="859790"/>
                  </a:lnTo>
                  <a:lnTo>
                    <a:pt x="365760" y="862330"/>
                  </a:lnTo>
                  <a:lnTo>
                    <a:pt x="364490" y="867410"/>
                  </a:lnTo>
                  <a:lnTo>
                    <a:pt x="357517" y="944016"/>
                  </a:lnTo>
                  <a:lnTo>
                    <a:pt x="310032" y="955370"/>
                  </a:lnTo>
                  <a:lnTo>
                    <a:pt x="255270" y="902970"/>
                  </a:lnTo>
                  <a:lnTo>
                    <a:pt x="251460" y="899160"/>
                  </a:lnTo>
                  <a:lnTo>
                    <a:pt x="246380" y="900430"/>
                  </a:lnTo>
                  <a:lnTo>
                    <a:pt x="207010" y="913130"/>
                  </a:lnTo>
                  <a:lnTo>
                    <a:pt x="201930" y="913130"/>
                  </a:lnTo>
                  <a:lnTo>
                    <a:pt x="200660" y="918210"/>
                  </a:lnTo>
                  <a:lnTo>
                    <a:pt x="176504" y="979170"/>
                  </a:lnTo>
                  <a:lnTo>
                    <a:pt x="109677" y="979170"/>
                  </a:lnTo>
                  <a:lnTo>
                    <a:pt x="88900" y="915670"/>
                  </a:lnTo>
                  <a:lnTo>
                    <a:pt x="86360" y="910590"/>
                  </a:lnTo>
                  <a:lnTo>
                    <a:pt x="81280" y="909320"/>
                  </a:lnTo>
                  <a:lnTo>
                    <a:pt x="3810" y="894080"/>
                  </a:lnTo>
                  <a:lnTo>
                    <a:pt x="2540" y="902970"/>
                  </a:lnTo>
                  <a:lnTo>
                    <a:pt x="0" y="911860"/>
                  </a:lnTo>
                  <a:lnTo>
                    <a:pt x="71602" y="927125"/>
                  </a:lnTo>
                  <a:lnTo>
                    <a:pt x="93980" y="991870"/>
                  </a:lnTo>
                  <a:lnTo>
                    <a:pt x="96520" y="998220"/>
                  </a:lnTo>
                  <a:lnTo>
                    <a:pt x="102870" y="998220"/>
                  </a:lnTo>
                  <a:lnTo>
                    <a:pt x="182880" y="998220"/>
                  </a:lnTo>
                  <a:lnTo>
                    <a:pt x="189230" y="998220"/>
                  </a:lnTo>
                  <a:lnTo>
                    <a:pt x="191770" y="993140"/>
                  </a:lnTo>
                  <a:lnTo>
                    <a:pt x="217030" y="929373"/>
                  </a:lnTo>
                  <a:lnTo>
                    <a:pt x="246062" y="920292"/>
                  </a:lnTo>
                  <a:lnTo>
                    <a:pt x="300990" y="972820"/>
                  </a:lnTo>
                  <a:lnTo>
                    <a:pt x="304800" y="975360"/>
                  </a:lnTo>
                  <a:lnTo>
                    <a:pt x="309880" y="975360"/>
                  </a:lnTo>
                  <a:lnTo>
                    <a:pt x="368300" y="961390"/>
                  </a:lnTo>
                  <a:lnTo>
                    <a:pt x="375920" y="958850"/>
                  </a:lnTo>
                  <a:lnTo>
                    <a:pt x="375920" y="952500"/>
                  </a:lnTo>
                  <a:lnTo>
                    <a:pt x="383044" y="874102"/>
                  </a:lnTo>
                  <a:lnTo>
                    <a:pt x="442874" y="845286"/>
                  </a:lnTo>
                  <a:lnTo>
                    <a:pt x="509270" y="867410"/>
                  </a:lnTo>
                  <a:lnTo>
                    <a:pt x="514350" y="869950"/>
                  </a:lnTo>
                  <a:lnTo>
                    <a:pt x="518160" y="866140"/>
                  </a:lnTo>
                  <a:lnTo>
                    <a:pt x="571500" y="826770"/>
                  </a:lnTo>
                  <a:lnTo>
                    <a:pt x="577850" y="821690"/>
                  </a:lnTo>
                  <a:lnTo>
                    <a:pt x="574040" y="814070"/>
                  </a:lnTo>
                  <a:lnTo>
                    <a:pt x="539800" y="751509"/>
                  </a:lnTo>
                  <a:lnTo>
                    <a:pt x="565086" y="716114"/>
                  </a:lnTo>
                  <a:lnTo>
                    <a:pt x="642620" y="712470"/>
                  </a:lnTo>
                  <a:lnTo>
                    <a:pt x="648970" y="712470"/>
                  </a:lnTo>
                  <a:lnTo>
                    <a:pt x="651510" y="706120"/>
                  </a:lnTo>
                  <a:lnTo>
                    <a:pt x="674370" y="655320"/>
                  </a:lnTo>
                  <a:lnTo>
                    <a:pt x="678180" y="648970"/>
                  </a:lnTo>
                  <a:lnTo>
                    <a:pt x="671830" y="643890"/>
                  </a:lnTo>
                  <a:lnTo>
                    <a:pt x="618324" y="599694"/>
                  </a:lnTo>
                  <a:lnTo>
                    <a:pt x="626021" y="566000"/>
                  </a:lnTo>
                  <a:lnTo>
                    <a:pt x="695960" y="542290"/>
                  </a:lnTo>
                  <a:lnTo>
                    <a:pt x="702310" y="539750"/>
                  </a:lnTo>
                  <a:lnTo>
                    <a:pt x="702310" y="533400"/>
                  </a:lnTo>
                  <a:lnTo>
                    <a:pt x="704850" y="472440"/>
                  </a:lnTo>
                  <a:lnTo>
                    <a:pt x="704850" y="46609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2033270" y="2997199"/>
              <a:ext cx="693420" cy="944880"/>
            </a:xfrm>
            <a:custGeom>
              <a:avLst/>
              <a:gdLst/>
              <a:ahLst/>
              <a:cxnLst/>
              <a:rect l="l" t="t" r="r" b="b"/>
              <a:pathLst>
                <a:path w="693419" h="944879">
                  <a:moveTo>
                    <a:pt x="519430" y="62230"/>
                  </a:moveTo>
                  <a:lnTo>
                    <a:pt x="511810" y="58420"/>
                  </a:lnTo>
                  <a:lnTo>
                    <a:pt x="509270" y="48260"/>
                  </a:lnTo>
                  <a:lnTo>
                    <a:pt x="452145" y="61353"/>
                  </a:lnTo>
                  <a:lnTo>
                    <a:pt x="389890" y="5080"/>
                  </a:lnTo>
                  <a:lnTo>
                    <a:pt x="386080" y="0"/>
                  </a:lnTo>
                  <a:lnTo>
                    <a:pt x="379730" y="2540"/>
                  </a:lnTo>
                  <a:lnTo>
                    <a:pt x="321310" y="29210"/>
                  </a:lnTo>
                  <a:lnTo>
                    <a:pt x="316230" y="30480"/>
                  </a:lnTo>
                  <a:lnTo>
                    <a:pt x="316230" y="36830"/>
                  </a:lnTo>
                  <a:lnTo>
                    <a:pt x="313855" y="112750"/>
                  </a:lnTo>
                  <a:lnTo>
                    <a:pt x="295554" y="124079"/>
                  </a:lnTo>
                  <a:lnTo>
                    <a:pt x="207010" y="88900"/>
                  </a:lnTo>
                  <a:lnTo>
                    <a:pt x="200660" y="86360"/>
                  </a:lnTo>
                  <a:lnTo>
                    <a:pt x="196850" y="90170"/>
                  </a:lnTo>
                  <a:lnTo>
                    <a:pt x="148590" y="132080"/>
                  </a:lnTo>
                  <a:lnTo>
                    <a:pt x="143510" y="137160"/>
                  </a:lnTo>
                  <a:lnTo>
                    <a:pt x="146050" y="143510"/>
                  </a:lnTo>
                  <a:lnTo>
                    <a:pt x="184061" y="224294"/>
                  </a:lnTo>
                  <a:lnTo>
                    <a:pt x="168732" y="242328"/>
                  </a:lnTo>
                  <a:lnTo>
                    <a:pt x="68580" y="237490"/>
                  </a:lnTo>
                  <a:lnTo>
                    <a:pt x="60960" y="237490"/>
                  </a:lnTo>
                  <a:lnTo>
                    <a:pt x="58420" y="242570"/>
                  </a:lnTo>
                  <a:lnTo>
                    <a:pt x="33020" y="300990"/>
                  </a:lnTo>
                  <a:lnTo>
                    <a:pt x="29210" y="307340"/>
                  </a:lnTo>
                  <a:lnTo>
                    <a:pt x="35560" y="312420"/>
                  </a:lnTo>
                  <a:lnTo>
                    <a:pt x="107696" y="373748"/>
                  </a:lnTo>
                  <a:lnTo>
                    <a:pt x="101625" y="395414"/>
                  </a:lnTo>
                  <a:lnTo>
                    <a:pt x="8890" y="426720"/>
                  </a:lnTo>
                  <a:lnTo>
                    <a:pt x="2540" y="427990"/>
                  </a:lnTo>
                  <a:lnTo>
                    <a:pt x="2540" y="435610"/>
                  </a:lnTo>
                  <a:lnTo>
                    <a:pt x="0" y="497840"/>
                  </a:lnTo>
                  <a:lnTo>
                    <a:pt x="0" y="504190"/>
                  </a:lnTo>
                  <a:lnTo>
                    <a:pt x="6350" y="506730"/>
                  </a:lnTo>
                  <a:lnTo>
                    <a:pt x="98298" y="540181"/>
                  </a:lnTo>
                  <a:lnTo>
                    <a:pt x="99898" y="560971"/>
                  </a:lnTo>
                  <a:lnTo>
                    <a:pt x="29210" y="618490"/>
                  </a:lnTo>
                  <a:lnTo>
                    <a:pt x="24130" y="623570"/>
                  </a:lnTo>
                  <a:lnTo>
                    <a:pt x="26670" y="629920"/>
                  </a:lnTo>
                  <a:lnTo>
                    <a:pt x="48260" y="687070"/>
                  </a:lnTo>
                  <a:lnTo>
                    <a:pt x="50800" y="693420"/>
                  </a:lnTo>
                  <a:lnTo>
                    <a:pt x="57150" y="693420"/>
                  </a:lnTo>
                  <a:lnTo>
                    <a:pt x="154444" y="691057"/>
                  </a:lnTo>
                  <a:lnTo>
                    <a:pt x="172669" y="715022"/>
                  </a:lnTo>
                  <a:lnTo>
                    <a:pt x="135890" y="787400"/>
                  </a:lnTo>
                  <a:lnTo>
                    <a:pt x="133350" y="792480"/>
                  </a:lnTo>
                  <a:lnTo>
                    <a:pt x="137160" y="797560"/>
                  </a:lnTo>
                  <a:lnTo>
                    <a:pt x="176530" y="842010"/>
                  </a:lnTo>
                  <a:lnTo>
                    <a:pt x="181610" y="847090"/>
                  </a:lnTo>
                  <a:lnTo>
                    <a:pt x="187960" y="844550"/>
                  </a:lnTo>
                  <a:lnTo>
                    <a:pt x="276148" y="813142"/>
                  </a:lnTo>
                  <a:lnTo>
                    <a:pt x="307149" y="829144"/>
                  </a:lnTo>
                  <a:lnTo>
                    <a:pt x="304800" y="909320"/>
                  </a:lnTo>
                  <a:lnTo>
                    <a:pt x="304800" y="916940"/>
                  </a:lnTo>
                  <a:lnTo>
                    <a:pt x="311150" y="919480"/>
                  </a:lnTo>
                  <a:lnTo>
                    <a:pt x="374650" y="942340"/>
                  </a:lnTo>
                  <a:lnTo>
                    <a:pt x="381000" y="944880"/>
                  </a:lnTo>
                  <a:lnTo>
                    <a:pt x="384810" y="939800"/>
                  </a:lnTo>
                  <a:lnTo>
                    <a:pt x="439432" y="887552"/>
                  </a:lnTo>
                  <a:lnTo>
                    <a:pt x="511810" y="902970"/>
                  </a:lnTo>
                  <a:lnTo>
                    <a:pt x="514350" y="894080"/>
                  </a:lnTo>
                  <a:lnTo>
                    <a:pt x="515620" y="883920"/>
                  </a:lnTo>
                  <a:lnTo>
                    <a:pt x="438150" y="868680"/>
                  </a:lnTo>
                  <a:lnTo>
                    <a:pt x="434340" y="867410"/>
                  </a:lnTo>
                  <a:lnTo>
                    <a:pt x="430530" y="871220"/>
                  </a:lnTo>
                  <a:lnTo>
                    <a:pt x="375640" y="922528"/>
                  </a:lnTo>
                  <a:lnTo>
                    <a:pt x="324065" y="902931"/>
                  </a:lnTo>
                  <a:lnTo>
                    <a:pt x="326390" y="824230"/>
                  </a:lnTo>
                  <a:lnTo>
                    <a:pt x="326390" y="817880"/>
                  </a:lnTo>
                  <a:lnTo>
                    <a:pt x="321310" y="815340"/>
                  </a:lnTo>
                  <a:lnTo>
                    <a:pt x="281940" y="795020"/>
                  </a:lnTo>
                  <a:lnTo>
                    <a:pt x="278130" y="792480"/>
                  </a:lnTo>
                  <a:lnTo>
                    <a:pt x="274320" y="793750"/>
                  </a:lnTo>
                  <a:lnTo>
                    <a:pt x="187617" y="824636"/>
                  </a:lnTo>
                  <a:lnTo>
                    <a:pt x="156895" y="789940"/>
                  </a:lnTo>
                  <a:lnTo>
                    <a:pt x="193040" y="718820"/>
                  </a:lnTo>
                  <a:lnTo>
                    <a:pt x="195580" y="713740"/>
                  </a:lnTo>
                  <a:lnTo>
                    <a:pt x="191770" y="708660"/>
                  </a:lnTo>
                  <a:lnTo>
                    <a:pt x="167640" y="675640"/>
                  </a:lnTo>
                  <a:lnTo>
                    <a:pt x="165100" y="671830"/>
                  </a:lnTo>
                  <a:lnTo>
                    <a:pt x="160020" y="673100"/>
                  </a:lnTo>
                  <a:lnTo>
                    <a:pt x="63601" y="674293"/>
                  </a:lnTo>
                  <a:lnTo>
                    <a:pt x="46786" y="629767"/>
                  </a:lnTo>
                  <a:lnTo>
                    <a:pt x="116840" y="572782"/>
                  </a:lnTo>
                  <a:lnTo>
                    <a:pt x="110477" y="565162"/>
                  </a:lnTo>
                  <a:lnTo>
                    <a:pt x="116840" y="572782"/>
                  </a:lnTo>
                  <a:lnTo>
                    <a:pt x="120650" y="570230"/>
                  </a:lnTo>
                  <a:lnTo>
                    <a:pt x="119380" y="565150"/>
                  </a:lnTo>
                  <a:lnTo>
                    <a:pt x="116840" y="532130"/>
                  </a:lnTo>
                  <a:lnTo>
                    <a:pt x="116840" y="525780"/>
                  </a:lnTo>
                  <a:lnTo>
                    <a:pt x="110490" y="524510"/>
                  </a:lnTo>
                  <a:lnTo>
                    <a:pt x="19304" y="491363"/>
                  </a:lnTo>
                  <a:lnTo>
                    <a:pt x="21297" y="442455"/>
                  </a:lnTo>
                  <a:lnTo>
                    <a:pt x="113030" y="411480"/>
                  </a:lnTo>
                  <a:lnTo>
                    <a:pt x="118110" y="410210"/>
                  </a:lnTo>
                  <a:lnTo>
                    <a:pt x="119380" y="405130"/>
                  </a:lnTo>
                  <a:lnTo>
                    <a:pt x="127000" y="372110"/>
                  </a:lnTo>
                  <a:lnTo>
                    <a:pt x="128270" y="365760"/>
                  </a:lnTo>
                  <a:lnTo>
                    <a:pt x="124460" y="363220"/>
                  </a:lnTo>
                  <a:lnTo>
                    <a:pt x="52565" y="301942"/>
                  </a:lnTo>
                  <a:lnTo>
                    <a:pt x="73202" y="256755"/>
                  </a:lnTo>
                  <a:lnTo>
                    <a:pt x="173990" y="260350"/>
                  </a:lnTo>
                  <a:lnTo>
                    <a:pt x="177800" y="261620"/>
                  </a:lnTo>
                  <a:lnTo>
                    <a:pt x="181610" y="257810"/>
                  </a:lnTo>
                  <a:lnTo>
                    <a:pt x="201930" y="232410"/>
                  </a:lnTo>
                  <a:lnTo>
                    <a:pt x="205740" y="227330"/>
                  </a:lnTo>
                  <a:lnTo>
                    <a:pt x="203200" y="222250"/>
                  </a:lnTo>
                  <a:lnTo>
                    <a:pt x="166471" y="141693"/>
                  </a:lnTo>
                  <a:lnTo>
                    <a:pt x="205257" y="109016"/>
                  </a:lnTo>
                  <a:lnTo>
                    <a:pt x="292100" y="143510"/>
                  </a:lnTo>
                  <a:lnTo>
                    <a:pt x="297180" y="146050"/>
                  </a:lnTo>
                  <a:lnTo>
                    <a:pt x="300990" y="143510"/>
                  </a:lnTo>
                  <a:lnTo>
                    <a:pt x="327660" y="127000"/>
                  </a:lnTo>
                  <a:lnTo>
                    <a:pt x="331470" y="124460"/>
                  </a:lnTo>
                  <a:lnTo>
                    <a:pt x="331470" y="119380"/>
                  </a:lnTo>
                  <a:lnTo>
                    <a:pt x="333832" y="43586"/>
                  </a:lnTo>
                  <a:lnTo>
                    <a:pt x="381431" y="22898"/>
                  </a:lnTo>
                  <a:lnTo>
                    <a:pt x="443230" y="78740"/>
                  </a:lnTo>
                  <a:lnTo>
                    <a:pt x="447040" y="82550"/>
                  </a:lnTo>
                  <a:lnTo>
                    <a:pt x="452120" y="81280"/>
                  </a:lnTo>
                  <a:lnTo>
                    <a:pt x="513080" y="67310"/>
                  </a:lnTo>
                  <a:lnTo>
                    <a:pt x="518160" y="66040"/>
                  </a:lnTo>
                  <a:lnTo>
                    <a:pt x="519430" y="62230"/>
                  </a:lnTo>
                  <a:close/>
                </a:path>
                <a:path w="693419" h="944879">
                  <a:moveTo>
                    <a:pt x="693420" y="605790"/>
                  </a:moveTo>
                  <a:lnTo>
                    <a:pt x="688340" y="596900"/>
                  </a:lnTo>
                  <a:lnTo>
                    <a:pt x="683260" y="589280"/>
                  </a:lnTo>
                  <a:lnTo>
                    <a:pt x="669417" y="598512"/>
                  </a:lnTo>
                  <a:lnTo>
                    <a:pt x="669290" y="598182"/>
                  </a:lnTo>
                  <a:lnTo>
                    <a:pt x="652780" y="605790"/>
                  </a:lnTo>
                  <a:lnTo>
                    <a:pt x="652780" y="607060"/>
                  </a:lnTo>
                  <a:lnTo>
                    <a:pt x="640080" y="613410"/>
                  </a:lnTo>
                  <a:lnTo>
                    <a:pt x="622300" y="618490"/>
                  </a:lnTo>
                  <a:lnTo>
                    <a:pt x="622363" y="618731"/>
                  </a:lnTo>
                  <a:lnTo>
                    <a:pt x="604520" y="622300"/>
                  </a:lnTo>
                  <a:lnTo>
                    <a:pt x="586740" y="623570"/>
                  </a:lnTo>
                  <a:lnTo>
                    <a:pt x="568960" y="624840"/>
                  </a:lnTo>
                  <a:lnTo>
                    <a:pt x="568960" y="635000"/>
                  </a:lnTo>
                  <a:lnTo>
                    <a:pt x="570230" y="643890"/>
                  </a:lnTo>
                  <a:lnTo>
                    <a:pt x="588010" y="642620"/>
                  </a:lnTo>
                  <a:lnTo>
                    <a:pt x="607060" y="641350"/>
                  </a:lnTo>
                  <a:lnTo>
                    <a:pt x="608330" y="641350"/>
                  </a:lnTo>
                  <a:lnTo>
                    <a:pt x="627380" y="637540"/>
                  </a:lnTo>
                  <a:lnTo>
                    <a:pt x="645160" y="632460"/>
                  </a:lnTo>
                  <a:lnTo>
                    <a:pt x="646430" y="632460"/>
                  </a:lnTo>
                  <a:lnTo>
                    <a:pt x="646430" y="631190"/>
                  </a:lnTo>
                  <a:lnTo>
                    <a:pt x="661670" y="623570"/>
                  </a:lnTo>
                  <a:lnTo>
                    <a:pt x="676910" y="615950"/>
                  </a:lnTo>
                  <a:lnTo>
                    <a:pt x="673087" y="607060"/>
                  </a:lnTo>
                  <a:lnTo>
                    <a:pt x="676910" y="615950"/>
                  </a:lnTo>
                  <a:lnTo>
                    <a:pt x="678180" y="614680"/>
                  </a:lnTo>
                  <a:lnTo>
                    <a:pt x="693420" y="60579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2432050" y="3299459"/>
              <a:ext cx="365760" cy="312420"/>
            </a:xfrm>
            <a:custGeom>
              <a:avLst/>
              <a:gdLst/>
              <a:ahLst/>
              <a:cxnLst/>
              <a:rect l="l" t="t" r="r" b="b"/>
              <a:pathLst>
                <a:path w="365760" h="312420">
                  <a:moveTo>
                    <a:pt x="365760" y="152400"/>
                  </a:moveTo>
                  <a:lnTo>
                    <a:pt x="361950" y="135890"/>
                  </a:lnTo>
                  <a:lnTo>
                    <a:pt x="361950" y="134620"/>
                  </a:lnTo>
                  <a:lnTo>
                    <a:pt x="360680" y="134620"/>
                  </a:lnTo>
                  <a:lnTo>
                    <a:pt x="355600" y="119380"/>
                  </a:lnTo>
                  <a:lnTo>
                    <a:pt x="350520" y="104140"/>
                  </a:lnTo>
                  <a:lnTo>
                    <a:pt x="350520" y="102870"/>
                  </a:lnTo>
                  <a:lnTo>
                    <a:pt x="349250" y="102870"/>
                  </a:lnTo>
                  <a:lnTo>
                    <a:pt x="341630" y="87630"/>
                  </a:lnTo>
                  <a:lnTo>
                    <a:pt x="332740" y="73660"/>
                  </a:lnTo>
                  <a:lnTo>
                    <a:pt x="331470" y="72390"/>
                  </a:lnTo>
                  <a:lnTo>
                    <a:pt x="320040" y="60960"/>
                  </a:lnTo>
                  <a:lnTo>
                    <a:pt x="307340" y="48260"/>
                  </a:lnTo>
                  <a:lnTo>
                    <a:pt x="295910" y="38100"/>
                  </a:lnTo>
                  <a:lnTo>
                    <a:pt x="294640" y="38100"/>
                  </a:lnTo>
                  <a:lnTo>
                    <a:pt x="294640" y="36830"/>
                  </a:lnTo>
                  <a:lnTo>
                    <a:pt x="279400" y="27940"/>
                  </a:lnTo>
                  <a:lnTo>
                    <a:pt x="278130" y="26670"/>
                  </a:lnTo>
                  <a:lnTo>
                    <a:pt x="262648" y="20726"/>
                  </a:lnTo>
                  <a:lnTo>
                    <a:pt x="262890" y="20320"/>
                  </a:lnTo>
                  <a:lnTo>
                    <a:pt x="247650" y="12700"/>
                  </a:lnTo>
                  <a:lnTo>
                    <a:pt x="246380" y="12700"/>
                  </a:lnTo>
                  <a:lnTo>
                    <a:pt x="229870" y="6350"/>
                  </a:lnTo>
                  <a:lnTo>
                    <a:pt x="228600" y="5080"/>
                  </a:lnTo>
                  <a:lnTo>
                    <a:pt x="209550" y="3810"/>
                  </a:lnTo>
                  <a:lnTo>
                    <a:pt x="190500" y="0"/>
                  </a:lnTo>
                  <a:lnTo>
                    <a:pt x="189230" y="0"/>
                  </a:lnTo>
                  <a:lnTo>
                    <a:pt x="170180" y="0"/>
                  </a:lnTo>
                  <a:lnTo>
                    <a:pt x="151130" y="0"/>
                  </a:lnTo>
                  <a:lnTo>
                    <a:pt x="149860" y="0"/>
                  </a:lnTo>
                  <a:lnTo>
                    <a:pt x="130810" y="3810"/>
                  </a:lnTo>
                  <a:lnTo>
                    <a:pt x="114300" y="5080"/>
                  </a:lnTo>
                  <a:lnTo>
                    <a:pt x="113030" y="5080"/>
                  </a:lnTo>
                  <a:lnTo>
                    <a:pt x="113030" y="6350"/>
                  </a:lnTo>
                  <a:lnTo>
                    <a:pt x="95250" y="12700"/>
                  </a:lnTo>
                  <a:lnTo>
                    <a:pt x="80010" y="20320"/>
                  </a:lnTo>
                  <a:lnTo>
                    <a:pt x="64770" y="26670"/>
                  </a:lnTo>
                  <a:lnTo>
                    <a:pt x="63500" y="26670"/>
                  </a:lnTo>
                  <a:lnTo>
                    <a:pt x="63500" y="27940"/>
                  </a:lnTo>
                  <a:lnTo>
                    <a:pt x="48260" y="36830"/>
                  </a:lnTo>
                  <a:lnTo>
                    <a:pt x="46990" y="38100"/>
                  </a:lnTo>
                  <a:lnTo>
                    <a:pt x="34290" y="48260"/>
                  </a:lnTo>
                  <a:lnTo>
                    <a:pt x="33020" y="48260"/>
                  </a:lnTo>
                  <a:lnTo>
                    <a:pt x="20320" y="60960"/>
                  </a:lnTo>
                  <a:lnTo>
                    <a:pt x="10160" y="73660"/>
                  </a:lnTo>
                  <a:lnTo>
                    <a:pt x="8890" y="73660"/>
                  </a:lnTo>
                  <a:lnTo>
                    <a:pt x="1270" y="87630"/>
                  </a:lnTo>
                  <a:lnTo>
                    <a:pt x="0" y="87630"/>
                  </a:lnTo>
                  <a:lnTo>
                    <a:pt x="8890" y="92710"/>
                  </a:lnTo>
                  <a:lnTo>
                    <a:pt x="16510" y="97790"/>
                  </a:lnTo>
                  <a:lnTo>
                    <a:pt x="25400" y="85090"/>
                  </a:lnTo>
                  <a:lnTo>
                    <a:pt x="24599" y="84569"/>
                  </a:lnTo>
                  <a:lnTo>
                    <a:pt x="33731" y="74282"/>
                  </a:lnTo>
                  <a:lnTo>
                    <a:pt x="34290" y="74930"/>
                  </a:lnTo>
                  <a:lnTo>
                    <a:pt x="45720" y="63500"/>
                  </a:lnTo>
                  <a:lnTo>
                    <a:pt x="58420" y="53340"/>
                  </a:lnTo>
                  <a:lnTo>
                    <a:pt x="73660" y="44450"/>
                  </a:lnTo>
                  <a:lnTo>
                    <a:pt x="73406" y="44030"/>
                  </a:lnTo>
                  <a:lnTo>
                    <a:pt x="87630" y="38100"/>
                  </a:lnTo>
                  <a:lnTo>
                    <a:pt x="88900" y="36830"/>
                  </a:lnTo>
                  <a:lnTo>
                    <a:pt x="102425" y="29451"/>
                  </a:lnTo>
                  <a:lnTo>
                    <a:pt x="102870" y="30480"/>
                  </a:lnTo>
                  <a:lnTo>
                    <a:pt x="119380" y="24130"/>
                  </a:lnTo>
                  <a:lnTo>
                    <a:pt x="119227" y="23799"/>
                  </a:lnTo>
                  <a:lnTo>
                    <a:pt x="134620" y="21590"/>
                  </a:lnTo>
                  <a:lnTo>
                    <a:pt x="152400" y="19050"/>
                  </a:lnTo>
                  <a:lnTo>
                    <a:pt x="170180" y="19050"/>
                  </a:lnTo>
                  <a:lnTo>
                    <a:pt x="187960" y="19050"/>
                  </a:lnTo>
                  <a:lnTo>
                    <a:pt x="207010" y="21590"/>
                  </a:lnTo>
                  <a:lnTo>
                    <a:pt x="223558" y="23964"/>
                  </a:lnTo>
                  <a:lnTo>
                    <a:pt x="223520" y="24130"/>
                  </a:lnTo>
                  <a:lnTo>
                    <a:pt x="240030" y="30480"/>
                  </a:lnTo>
                  <a:lnTo>
                    <a:pt x="240245" y="29959"/>
                  </a:lnTo>
                  <a:lnTo>
                    <a:pt x="254000" y="36830"/>
                  </a:lnTo>
                  <a:lnTo>
                    <a:pt x="254000" y="38100"/>
                  </a:lnTo>
                  <a:lnTo>
                    <a:pt x="269468" y="44056"/>
                  </a:lnTo>
                  <a:lnTo>
                    <a:pt x="269240" y="44450"/>
                  </a:lnTo>
                  <a:lnTo>
                    <a:pt x="284480" y="53340"/>
                  </a:lnTo>
                  <a:lnTo>
                    <a:pt x="294640" y="62230"/>
                  </a:lnTo>
                  <a:lnTo>
                    <a:pt x="306070" y="73660"/>
                  </a:lnTo>
                  <a:lnTo>
                    <a:pt x="317500" y="86360"/>
                  </a:lnTo>
                  <a:lnTo>
                    <a:pt x="318008" y="85940"/>
                  </a:lnTo>
                  <a:lnTo>
                    <a:pt x="325120" y="97790"/>
                  </a:lnTo>
                  <a:lnTo>
                    <a:pt x="325602" y="97510"/>
                  </a:lnTo>
                  <a:lnTo>
                    <a:pt x="332740" y="111760"/>
                  </a:lnTo>
                  <a:lnTo>
                    <a:pt x="333095" y="111556"/>
                  </a:lnTo>
                  <a:lnTo>
                    <a:pt x="337820" y="125730"/>
                  </a:lnTo>
                  <a:lnTo>
                    <a:pt x="342900" y="140970"/>
                  </a:lnTo>
                  <a:lnTo>
                    <a:pt x="343166" y="140855"/>
                  </a:lnTo>
                  <a:lnTo>
                    <a:pt x="346710" y="156210"/>
                  </a:lnTo>
                  <a:lnTo>
                    <a:pt x="346710" y="170180"/>
                  </a:lnTo>
                  <a:lnTo>
                    <a:pt x="346710" y="184150"/>
                  </a:lnTo>
                  <a:lnTo>
                    <a:pt x="343166" y="199504"/>
                  </a:lnTo>
                  <a:lnTo>
                    <a:pt x="342900" y="199390"/>
                  </a:lnTo>
                  <a:lnTo>
                    <a:pt x="337820" y="215900"/>
                  </a:lnTo>
                  <a:lnTo>
                    <a:pt x="333095" y="230073"/>
                  </a:lnTo>
                  <a:lnTo>
                    <a:pt x="332740" y="229870"/>
                  </a:lnTo>
                  <a:lnTo>
                    <a:pt x="325120" y="242570"/>
                  </a:lnTo>
                  <a:lnTo>
                    <a:pt x="318008" y="254431"/>
                  </a:lnTo>
                  <a:lnTo>
                    <a:pt x="317500" y="254000"/>
                  </a:lnTo>
                  <a:lnTo>
                    <a:pt x="306070" y="265430"/>
                  </a:lnTo>
                  <a:lnTo>
                    <a:pt x="293370" y="278130"/>
                  </a:lnTo>
                  <a:lnTo>
                    <a:pt x="294017" y="278676"/>
                  </a:lnTo>
                  <a:lnTo>
                    <a:pt x="284530" y="287108"/>
                  </a:lnTo>
                  <a:lnTo>
                    <a:pt x="269240" y="297180"/>
                  </a:lnTo>
                  <a:lnTo>
                    <a:pt x="279400" y="312420"/>
                  </a:lnTo>
                  <a:lnTo>
                    <a:pt x="294640" y="303530"/>
                  </a:lnTo>
                  <a:lnTo>
                    <a:pt x="294640" y="302272"/>
                  </a:lnTo>
                  <a:lnTo>
                    <a:pt x="295910" y="302272"/>
                  </a:lnTo>
                  <a:lnTo>
                    <a:pt x="307340" y="292100"/>
                  </a:lnTo>
                  <a:lnTo>
                    <a:pt x="320040" y="279400"/>
                  </a:lnTo>
                  <a:lnTo>
                    <a:pt x="331470" y="267970"/>
                  </a:lnTo>
                  <a:lnTo>
                    <a:pt x="332740" y="266700"/>
                  </a:lnTo>
                  <a:lnTo>
                    <a:pt x="332740" y="265430"/>
                  </a:lnTo>
                  <a:lnTo>
                    <a:pt x="341630" y="252730"/>
                  </a:lnTo>
                  <a:lnTo>
                    <a:pt x="349250" y="240030"/>
                  </a:lnTo>
                  <a:lnTo>
                    <a:pt x="350520" y="238772"/>
                  </a:lnTo>
                  <a:lnTo>
                    <a:pt x="350520" y="237490"/>
                  </a:lnTo>
                  <a:lnTo>
                    <a:pt x="355600" y="222250"/>
                  </a:lnTo>
                  <a:lnTo>
                    <a:pt x="360680" y="205740"/>
                  </a:lnTo>
                  <a:lnTo>
                    <a:pt x="361950" y="205740"/>
                  </a:lnTo>
                  <a:lnTo>
                    <a:pt x="361950" y="204470"/>
                  </a:lnTo>
                  <a:lnTo>
                    <a:pt x="365760" y="187960"/>
                  </a:lnTo>
                  <a:lnTo>
                    <a:pt x="365760" y="186690"/>
                  </a:lnTo>
                  <a:lnTo>
                    <a:pt x="365760" y="170180"/>
                  </a:lnTo>
                  <a:lnTo>
                    <a:pt x="365760" y="153670"/>
                  </a:lnTo>
                  <a:lnTo>
                    <a:pt x="365760" y="152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2409190" y="3387089"/>
              <a:ext cx="194310" cy="254000"/>
            </a:xfrm>
            <a:custGeom>
              <a:avLst/>
              <a:gdLst/>
              <a:ahLst/>
              <a:cxnLst/>
              <a:rect l="l" t="t" r="r" b="b"/>
              <a:pathLst>
                <a:path w="194310" h="254000">
                  <a:moveTo>
                    <a:pt x="194310" y="234950"/>
                  </a:moveTo>
                  <a:lnTo>
                    <a:pt x="175260" y="233680"/>
                  </a:lnTo>
                  <a:lnTo>
                    <a:pt x="157454" y="232498"/>
                  </a:lnTo>
                  <a:lnTo>
                    <a:pt x="140970" y="228600"/>
                  </a:lnTo>
                  <a:lnTo>
                    <a:pt x="124460" y="223520"/>
                  </a:lnTo>
                  <a:lnTo>
                    <a:pt x="124333" y="224028"/>
                  </a:lnTo>
                  <a:lnTo>
                    <a:pt x="111760" y="217170"/>
                  </a:lnTo>
                  <a:lnTo>
                    <a:pt x="96215" y="208826"/>
                  </a:lnTo>
                  <a:lnTo>
                    <a:pt x="96520" y="208292"/>
                  </a:lnTo>
                  <a:lnTo>
                    <a:pt x="81280" y="199390"/>
                  </a:lnTo>
                  <a:lnTo>
                    <a:pt x="69265" y="190995"/>
                  </a:lnTo>
                  <a:lnTo>
                    <a:pt x="69850" y="190500"/>
                  </a:lnTo>
                  <a:lnTo>
                    <a:pt x="57150" y="177800"/>
                  </a:lnTo>
                  <a:lnTo>
                    <a:pt x="56591" y="178460"/>
                  </a:lnTo>
                  <a:lnTo>
                    <a:pt x="47459" y="168173"/>
                  </a:lnTo>
                  <a:lnTo>
                    <a:pt x="48260" y="167640"/>
                  </a:lnTo>
                  <a:lnTo>
                    <a:pt x="39370" y="154940"/>
                  </a:lnTo>
                  <a:lnTo>
                    <a:pt x="31750" y="142240"/>
                  </a:lnTo>
                  <a:lnTo>
                    <a:pt x="31356" y="142506"/>
                  </a:lnTo>
                  <a:lnTo>
                    <a:pt x="25400" y="127000"/>
                  </a:lnTo>
                  <a:lnTo>
                    <a:pt x="25031" y="127215"/>
                  </a:lnTo>
                  <a:lnTo>
                    <a:pt x="22860" y="113030"/>
                  </a:lnTo>
                  <a:lnTo>
                    <a:pt x="19050" y="96520"/>
                  </a:lnTo>
                  <a:lnTo>
                    <a:pt x="19050" y="82550"/>
                  </a:lnTo>
                  <a:lnTo>
                    <a:pt x="19050" y="68580"/>
                  </a:lnTo>
                  <a:lnTo>
                    <a:pt x="22860" y="52070"/>
                  </a:lnTo>
                  <a:lnTo>
                    <a:pt x="24993" y="39204"/>
                  </a:lnTo>
                  <a:lnTo>
                    <a:pt x="25400" y="39370"/>
                  </a:lnTo>
                  <a:lnTo>
                    <a:pt x="31750" y="24130"/>
                  </a:lnTo>
                  <a:lnTo>
                    <a:pt x="39370" y="8890"/>
                  </a:lnTo>
                  <a:lnTo>
                    <a:pt x="31750" y="5080"/>
                  </a:lnTo>
                  <a:lnTo>
                    <a:pt x="24130" y="0"/>
                  </a:lnTo>
                  <a:lnTo>
                    <a:pt x="22860" y="0"/>
                  </a:lnTo>
                  <a:lnTo>
                    <a:pt x="15240" y="15240"/>
                  </a:lnTo>
                  <a:lnTo>
                    <a:pt x="7620" y="30480"/>
                  </a:lnTo>
                  <a:lnTo>
                    <a:pt x="7620" y="33020"/>
                  </a:lnTo>
                  <a:lnTo>
                    <a:pt x="3810" y="48260"/>
                  </a:lnTo>
                  <a:lnTo>
                    <a:pt x="0" y="64770"/>
                  </a:lnTo>
                  <a:lnTo>
                    <a:pt x="0" y="66040"/>
                  </a:lnTo>
                  <a:lnTo>
                    <a:pt x="0" y="82550"/>
                  </a:lnTo>
                  <a:lnTo>
                    <a:pt x="0" y="99060"/>
                  </a:lnTo>
                  <a:lnTo>
                    <a:pt x="0" y="100330"/>
                  </a:lnTo>
                  <a:lnTo>
                    <a:pt x="3810" y="116840"/>
                  </a:lnTo>
                  <a:lnTo>
                    <a:pt x="7620" y="133350"/>
                  </a:lnTo>
                  <a:lnTo>
                    <a:pt x="7620" y="135890"/>
                  </a:lnTo>
                  <a:lnTo>
                    <a:pt x="15240" y="151142"/>
                  </a:lnTo>
                  <a:lnTo>
                    <a:pt x="15240" y="152400"/>
                  </a:lnTo>
                  <a:lnTo>
                    <a:pt x="22860" y="165100"/>
                  </a:lnTo>
                  <a:lnTo>
                    <a:pt x="24130" y="165100"/>
                  </a:lnTo>
                  <a:lnTo>
                    <a:pt x="31750" y="177800"/>
                  </a:lnTo>
                  <a:lnTo>
                    <a:pt x="33020" y="179070"/>
                  </a:lnTo>
                  <a:lnTo>
                    <a:pt x="43180" y="190500"/>
                  </a:lnTo>
                  <a:lnTo>
                    <a:pt x="43180" y="191770"/>
                  </a:lnTo>
                  <a:lnTo>
                    <a:pt x="55880" y="204470"/>
                  </a:lnTo>
                  <a:lnTo>
                    <a:pt x="57150" y="204470"/>
                  </a:lnTo>
                  <a:lnTo>
                    <a:pt x="69850" y="214642"/>
                  </a:lnTo>
                  <a:lnTo>
                    <a:pt x="71120" y="215900"/>
                  </a:lnTo>
                  <a:lnTo>
                    <a:pt x="86360" y="224790"/>
                  </a:lnTo>
                  <a:lnTo>
                    <a:pt x="102870" y="233680"/>
                  </a:lnTo>
                  <a:lnTo>
                    <a:pt x="118110" y="241300"/>
                  </a:lnTo>
                  <a:lnTo>
                    <a:pt x="118110" y="242570"/>
                  </a:lnTo>
                  <a:lnTo>
                    <a:pt x="119380" y="242570"/>
                  </a:lnTo>
                  <a:lnTo>
                    <a:pt x="135890" y="247650"/>
                  </a:lnTo>
                  <a:lnTo>
                    <a:pt x="153670" y="251460"/>
                  </a:lnTo>
                  <a:lnTo>
                    <a:pt x="154940" y="251460"/>
                  </a:lnTo>
                  <a:lnTo>
                    <a:pt x="173990" y="252730"/>
                  </a:lnTo>
                  <a:lnTo>
                    <a:pt x="193040" y="254000"/>
                  </a:lnTo>
                  <a:lnTo>
                    <a:pt x="194310" y="254000"/>
                  </a:lnTo>
                  <a:lnTo>
                    <a:pt x="193040" y="245110"/>
                  </a:lnTo>
                  <a:lnTo>
                    <a:pt x="194310" y="23495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2419350" y="3086099"/>
              <a:ext cx="4800600" cy="2286000"/>
            </a:xfrm>
            <a:custGeom>
              <a:avLst/>
              <a:gdLst/>
              <a:ahLst/>
              <a:cxnLst/>
              <a:rect l="l" t="t" r="r" b="b"/>
              <a:pathLst>
                <a:path w="4800600" h="2286000">
                  <a:moveTo>
                    <a:pt x="381000" y="1715770"/>
                  </a:moveTo>
                  <a:lnTo>
                    <a:pt x="190500" y="1333500"/>
                  </a:lnTo>
                  <a:lnTo>
                    <a:pt x="0" y="1715770"/>
                  </a:lnTo>
                  <a:lnTo>
                    <a:pt x="190500" y="1562100"/>
                  </a:lnTo>
                  <a:lnTo>
                    <a:pt x="381000" y="1715770"/>
                  </a:lnTo>
                  <a:close/>
                </a:path>
                <a:path w="4800600" h="2286000">
                  <a:moveTo>
                    <a:pt x="1638300" y="152400"/>
                  </a:moveTo>
                  <a:lnTo>
                    <a:pt x="859790" y="152400"/>
                  </a:lnTo>
                  <a:lnTo>
                    <a:pt x="859790" y="228600"/>
                  </a:lnTo>
                  <a:lnTo>
                    <a:pt x="1638300" y="228600"/>
                  </a:lnTo>
                  <a:lnTo>
                    <a:pt x="1638300" y="152400"/>
                  </a:lnTo>
                  <a:close/>
                </a:path>
                <a:path w="4800600" h="2286000">
                  <a:moveTo>
                    <a:pt x="1943100" y="190500"/>
                  </a:moveTo>
                  <a:lnTo>
                    <a:pt x="1562100" y="0"/>
                  </a:lnTo>
                  <a:lnTo>
                    <a:pt x="1714500" y="190500"/>
                  </a:lnTo>
                  <a:lnTo>
                    <a:pt x="1562100" y="381000"/>
                  </a:lnTo>
                  <a:lnTo>
                    <a:pt x="1943100" y="190500"/>
                  </a:lnTo>
                  <a:close/>
                </a:path>
                <a:path w="4800600" h="2286000">
                  <a:moveTo>
                    <a:pt x="4800600" y="1790700"/>
                  </a:moveTo>
                  <a:lnTo>
                    <a:pt x="4724400" y="1790700"/>
                  </a:lnTo>
                  <a:lnTo>
                    <a:pt x="4724400" y="2209800"/>
                  </a:lnTo>
                  <a:lnTo>
                    <a:pt x="228600" y="2209800"/>
                  </a:lnTo>
                  <a:lnTo>
                    <a:pt x="228600" y="1638300"/>
                  </a:lnTo>
                  <a:lnTo>
                    <a:pt x="152400" y="1638300"/>
                  </a:lnTo>
                  <a:lnTo>
                    <a:pt x="152400" y="2247900"/>
                  </a:lnTo>
                  <a:lnTo>
                    <a:pt x="153670" y="2254250"/>
                  </a:lnTo>
                  <a:lnTo>
                    <a:pt x="154940" y="2261870"/>
                  </a:lnTo>
                  <a:lnTo>
                    <a:pt x="184150" y="2286000"/>
                  </a:lnTo>
                  <a:lnTo>
                    <a:pt x="190500" y="2286000"/>
                  </a:lnTo>
                  <a:lnTo>
                    <a:pt x="4762500" y="2286000"/>
                  </a:lnTo>
                  <a:lnTo>
                    <a:pt x="4770120" y="2286000"/>
                  </a:lnTo>
                  <a:lnTo>
                    <a:pt x="4776470" y="2284730"/>
                  </a:lnTo>
                  <a:lnTo>
                    <a:pt x="4781550" y="2280920"/>
                  </a:lnTo>
                  <a:lnTo>
                    <a:pt x="4787900" y="2277110"/>
                  </a:lnTo>
                  <a:lnTo>
                    <a:pt x="4791710" y="2273300"/>
                  </a:lnTo>
                  <a:lnTo>
                    <a:pt x="4795520" y="2266950"/>
                  </a:lnTo>
                  <a:lnTo>
                    <a:pt x="4799330" y="2261870"/>
                  </a:lnTo>
                  <a:lnTo>
                    <a:pt x="4800600" y="2254250"/>
                  </a:lnTo>
                  <a:lnTo>
                    <a:pt x="4800600" y="2247900"/>
                  </a:lnTo>
                  <a:lnTo>
                    <a:pt x="4800600" y="1790700"/>
                  </a:lnTo>
                  <a:close/>
                </a:path>
              </a:pathLst>
            </a:custGeom>
            <a:solidFill>
              <a:srgbClr val="FF9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0" name="object 17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536689" y="4039869"/>
              <a:ext cx="842009" cy="1098550"/>
            </a:xfrm>
            <a:prstGeom prst="rect">
              <a:avLst/>
            </a:prstGeom>
          </p:spPr>
        </p:pic>
        <p:pic>
          <p:nvPicPr>
            <p:cNvPr id="171" name="object 17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826760" y="4039869"/>
              <a:ext cx="842010" cy="1098550"/>
            </a:xfrm>
            <a:prstGeom prst="rect">
              <a:avLst/>
            </a:prstGeom>
          </p:spPr>
        </p:pic>
        <p:pic>
          <p:nvPicPr>
            <p:cNvPr id="172" name="object 17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114289" y="4039869"/>
              <a:ext cx="842010" cy="1098550"/>
            </a:xfrm>
            <a:prstGeom prst="rect">
              <a:avLst/>
            </a:prstGeom>
          </p:spPr>
        </p:pic>
        <p:pic>
          <p:nvPicPr>
            <p:cNvPr id="173" name="object 17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404360" y="4039869"/>
              <a:ext cx="842010" cy="1098550"/>
            </a:xfrm>
            <a:prstGeom prst="rect">
              <a:avLst/>
            </a:prstGeom>
          </p:spPr>
        </p:pic>
        <p:pic>
          <p:nvPicPr>
            <p:cNvPr id="174" name="object 17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865619" y="1767839"/>
              <a:ext cx="443229" cy="575310"/>
            </a:xfrm>
            <a:prstGeom prst="rect">
              <a:avLst/>
            </a:prstGeom>
          </p:spPr>
        </p:pic>
        <p:pic>
          <p:nvPicPr>
            <p:cNvPr id="175" name="object 17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865619" y="3083559"/>
              <a:ext cx="443229" cy="574039"/>
            </a:xfrm>
            <a:prstGeom prst="rect">
              <a:avLst/>
            </a:prstGeom>
          </p:spPr>
        </p:pic>
      </p:grpSp>
      <p:sp>
        <p:nvSpPr>
          <p:cNvPr id="176" name="object 176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25" dirty="0"/>
              <a:t>16</a:t>
            </a:fld>
            <a:endParaRPr spc="-25" dirty="0"/>
          </a:p>
        </p:txBody>
      </p:sp>
    </p:spTree>
  </p:cSld>
  <p:clrMapOvr>
    <a:masterClrMapping/>
  </p:clrMapOvr>
  <p:transition>
    <p:wipe dir="r"/>
  </p:transition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-20" dirty="0"/>
              <a:t>VMotion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345440" y="1704340"/>
            <a:ext cx="8363584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algn="ctr">
              <a:lnSpc>
                <a:spcPct val="100000"/>
              </a:lnSpc>
              <a:spcBef>
                <a:spcPts val="100"/>
              </a:spcBef>
            </a:pPr>
            <a:r>
              <a:rPr sz="2000" b="1" dirty="0">
                <a:solidFill>
                  <a:srgbClr val="5E5E5E"/>
                </a:solidFill>
                <a:latin typeface="Arial"/>
                <a:cs typeface="Arial"/>
              </a:rPr>
              <a:t>VMotion</a:t>
            </a:r>
            <a:r>
              <a:rPr sz="2000" b="1" spc="-60" dirty="0">
                <a:solidFill>
                  <a:srgbClr val="5E5E5E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5E5E5E"/>
                </a:solidFill>
                <a:latin typeface="Arial"/>
                <a:cs typeface="Arial"/>
              </a:rPr>
              <a:t>technology</a:t>
            </a:r>
            <a:r>
              <a:rPr sz="2000" b="1" spc="-45" dirty="0">
                <a:solidFill>
                  <a:srgbClr val="5E5E5E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5E5E5E"/>
                </a:solidFill>
                <a:latin typeface="Arial"/>
                <a:cs typeface="Arial"/>
              </a:rPr>
              <a:t>lets</a:t>
            </a:r>
            <a:r>
              <a:rPr sz="2000" b="1" spc="-45" dirty="0">
                <a:solidFill>
                  <a:srgbClr val="5E5E5E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5E5E5E"/>
                </a:solidFill>
                <a:latin typeface="Arial"/>
                <a:cs typeface="Arial"/>
              </a:rPr>
              <a:t>you</a:t>
            </a:r>
            <a:r>
              <a:rPr sz="2000" b="1" spc="-50" dirty="0">
                <a:solidFill>
                  <a:srgbClr val="5E5E5E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5E5E5E"/>
                </a:solidFill>
                <a:latin typeface="Arial"/>
                <a:cs typeface="Arial"/>
              </a:rPr>
              <a:t>move</a:t>
            </a:r>
            <a:r>
              <a:rPr sz="2000" b="1" spc="-55" dirty="0">
                <a:solidFill>
                  <a:srgbClr val="5E5E5E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5E5E5E"/>
                </a:solidFill>
                <a:latin typeface="Arial"/>
                <a:cs typeface="Arial"/>
              </a:rPr>
              <a:t>running,</a:t>
            </a:r>
            <a:r>
              <a:rPr sz="2000" b="1" spc="-50" dirty="0">
                <a:solidFill>
                  <a:srgbClr val="5E5E5E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5E5E5E"/>
                </a:solidFill>
                <a:latin typeface="Arial"/>
                <a:cs typeface="Arial"/>
              </a:rPr>
              <a:t>stateful</a:t>
            </a:r>
            <a:r>
              <a:rPr sz="2000" b="1" spc="-60" dirty="0">
                <a:solidFill>
                  <a:srgbClr val="5E5E5E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5E5E5E"/>
                </a:solidFill>
                <a:latin typeface="Arial"/>
                <a:cs typeface="Arial"/>
              </a:rPr>
              <a:t>virtual</a:t>
            </a:r>
            <a:r>
              <a:rPr sz="2000" b="1" spc="-50" dirty="0">
                <a:solidFill>
                  <a:srgbClr val="5E5E5E"/>
                </a:solidFill>
                <a:latin typeface="Arial"/>
                <a:cs typeface="Arial"/>
              </a:rPr>
              <a:t> </a:t>
            </a:r>
            <a:r>
              <a:rPr sz="2000" b="1" spc="-10" dirty="0">
                <a:solidFill>
                  <a:srgbClr val="5E5E5E"/>
                </a:solidFill>
                <a:latin typeface="Arial"/>
                <a:cs typeface="Arial"/>
              </a:rPr>
              <a:t>machines </a:t>
            </a:r>
            <a:r>
              <a:rPr sz="2000" b="1" dirty="0">
                <a:solidFill>
                  <a:srgbClr val="5E5E5E"/>
                </a:solidFill>
                <a:latin typeface="Arial"/>
                <a:cs typeface="Arial"/>
              </a:rPr>
              <a:t>from</a:t>
            </a:r>
            <a:r>
              <a:rPr sz="2000" b="1" spc="-50" dirty="0">
                <a:solidFill>
                  <a:srgbClr val="5E5E5E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5E5E5E"/>
                </a:solidFill>
                <a:latin typeface="Arial"/>
                <a:cs typeface="Arial"/>
              </a:rPr>
              <a:t>one</a:t>
            </a:r>
            <a:r>
              <a:rPr sz="2000" b="1" spc="-40" dirty="0">
                <a:solidFill>
                  <a:srgbClr val="5E5E5E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5E5E5E"/>
                </a:solidFill>
                <a:latin typeface="Arial"/>
                <a:cs typeface="Arial"/>
              </a:rPr>
              <a:t>physical</a:t>
            </a:r>
            <a:r>
              <a:rPr sz="2000" b="1" spc="-60" dirty="0">
                <a:solidFill>
                  <a:srgbClr val="5E5E5E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5E5E5E"/>
                </a:solidFill>
                <a:latin typeface="Arial"/>
                <a:cs typeface="Arial"/>
              </a:rPr>
              <a:t>system</a:t>
            </a:r>
            <a:r>
              <a:rPr sz="2000" b="1" spc="-45" dirty="0">
                <a:solidFill>
                  <a:srgbClr val="5E5E5E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5E5E5E"/>
                </a:solidFill>
                <a:latin typeface="Arial"/>
                <a:cs typeface="Arial"/>
              </a:rPr>
              <a:t>to</a:t>
            </a:r>
            <a:r>
              <a:rPr sz="2000" b="1" spc="-45" dirty="0">
                <a:solidFill>
                  <a:srgbClr val="5E5E5E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5E5E5E"/>
                </a:solidFill>
                <a:latin typeface="Arial"/>
                <a:cs typeface="Arial"/>
              </a:rPr>
              <a:t>another</a:t>
            </a:r>
            <a:r>
              <a:rPr sz="2000" b="1" spc="-45" dirty="0">
                <a:solidFill>
                  <a:srgbClr val="5E5E5E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5E5E5E"/>
                </a:solidFill>
                <a:latin typeface="Arial"/>
                <a:cs typeface="Arial"/>
              </a:rPr>
              <a:t>while</a:t>
            </a:r>
            <a:r>
              <a:rPr sz="2000" b="1" spc="-45" dirty="0">
                <a:solidFill>
                  <a:srgbClr val="5E5E5E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5E5E5E"/>
                </a:solidFill>
                <a:latin typeface="Arial"/>
                <a:cs typeface="Arial"/>
              </a:rPr>
              <a:t>maintaining</a:t>
            </a:r>
            <a:r>
              <a:rPr sz="2000" b="1" spc="-40" dirty="0">
                <a:solidFill>
                  <a:srgbClr val="5E5E5E"/>
                </a:solidFill>
                <a:latin typeface="Arial"/>
                <a:cs typeface="Arial"/>
              </a:rPr>
              <a:t> </a:t>
            </a:r>
            <a:r>
              <a:rPr sz="2000" b="1" spc="-10" dirty="0">
                <a:solidFill>
                  <a:srgbClr val="5E5E5E"/>
                </a:solidFill>
                <a:latin typeface="Arial"/>
                <a:cs typeface="Arial"/>
              </a:rPr>
              <a:t>continuous </a:t>
            </a:r>
            <a:r>
              <a:rPr sz="2000" b="1" dirty="0">
                <a:solidFill>
                  <a:srgbClr val="5E5E5E"/>
                </a:solidFill>
                <a:latin typeface="Arial"/>
                <a:cs typeface="Arial"/>
              </a:rPr>
              <a:t>service</a:t>
            </a:r>
            <a:r>
              <a:rPr sz="2000" b="1" spc="-55" dirty="0">
                <a:solidFill>
                  <a:srgbClr val="5E5E5E"/>
                </a:solidFill>
                <a:latin typeface="Arial"/>
                <a:cs typeface="Arial"/>
              </a:rPr>
              <a:t> </a:t>
            </a:r>
            <a:r>
              <a:rPr sz="2000" b="1" spc="-10" dirty="0">
                <a:solidFill>
                  <a:srgbClr val="5E5E5E"/>
                </a:solidFill>
                <a:latin typeface="Arial"/>
                <a:cs typeface="Arial"/>
              </a:rPr>
              <a:t>availability</a:t>
            </a:r>
            <a:endParaRPr sz="2000">
              <a:latin typeface="Arial"/>
              <a:cs typeface="Arial"/>
            </a:endParaRP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553210" y="2929889"/>
            <a:ext cx="5410199" cy="1955800"/>
          </a:xfrm>
          <a:prstGeom prst="rect">
            <a:avLst/>
          </a:prstGeom>
        </p:spPr>
      </p:pic>
      <p:grpSp>
        <p:nvGrpSpPr>
          <p:cNvPr id="5" name="object 5"/>
          <p:cNvGrpSpPr/>
          <p:nvPr/>
        </p:nvGrpSpPr>
        <p:grpSpPr>
          <a:xfrm>
            <a:off x="4335779" y="5105400"/>
            <a:ext cx="1258570" cy="685800"/>
            <a:chOff x="4335779" y="5105400"/>
            <a:chExt cx="1258570" cy="685800"/>
          </a:xfrm>
        </p:grpSpPr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335779" y="5105400"/>
              <a:ext cx="614679" cy="685800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979669" y="5105400"/>
              <a:ext cx="614679" cy="685800"/>
            </a:xfrm>
            <a:prstGeom prst="rect">
              <a:avLst/>
            </a:prstGeom>
          </p:spPr>
        </p:pic>
      </p:grpSp>
      <p:grpSp>
        <p:nvGrpSpPr>
          <p:cNvPr id="8" name="object 8"/>
          <p:cNvGrpSpPr/>
          <p:nvPr/>
        </p:nvGrpSpPr>
        <p:grpSpPr>
          <a:xfrm>
            <a:off x="2875279" y="5105400"/>
            <a:ext cx="1258570" cy="685800"/>
            <a:chOff x="2875279" y="5105400"/>
            <a:chExt cx="1258570" cy="685800"/>
          </a:xfrm>
        </p:grpSpPr>
        <p:pic>
          <p:nvPicPr>
            <p:cNvPr id="9" name="object 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875279" y="5105400"/>
              <a:ext cx="614680" cy="685800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519169" y="5105400"/>
              <a:ext cx="614679" cy="685800"/>
            </a:xfrm>
            <a:prstGeom prst="rect">
              <a:avLst/>
            </a:prstGeom>
          </p:spPr>
        </p:pic>
      </p:grpSp>
      <p:sp>
        <p:nvSpPr>
          <p:cNvPr id="11" name="object 11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25" dirty="0"/>
              <a:t>17</a:t>
            </a:fld>
            <a:endParaRPr spc="-25" dirty="0"/>
          </a:p>
        </p:txBody>
      </p:sp>
    </p:spTree>
  </p:cSld>
  <p:clrMapOvr>
    <a:masterClrMapping/>
  </p:clrMapOvr>
  <p:transition>
    <p:wipe dir="r"/>
  </p:transition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535940" y="1979929"/>
            <a:ext cx="6261735" cy="2054860"/>
          </a:xfrm>
          <a:prstGeom prst="rect">
            <a:avLst/>
          </a:prstGeom>
        </p:spPr>
        <p:txBody>
          <a:bodyPr vert="horz" wrap="square" lIns="0" tIns="180975" rIns="0" bIns="0" rtlCol="0">
            <a:spAutoFit/>
          </a:bodyPr>
          <a:lstStyle/>
          <a:p>
            <a:pPr marL="12700" marR="5080">
              <a:lnSpc>
                <a:spcPts val="7340"/>
              </a:lnSpc>
              <a:spcBef>
                <a:spcPts val="1425"/>
              </a:spcBef>
            </a:pPr>
            <a:r>
              <a:rPr sz="7200" spc="-10" dirty="0">
                <a:solidFill>
                  <a:srgbClr val="667CCC"/>
                </a:solidFill>
              </a:rPr>
              <a:t>Increase </a:t>
            </a:r>
            <a:r>
              <a:rPr sz="7200" spc="-20" dirty="0">
                <a:solidFill>
                  <a:srgbClr val="333333"/>
                </a:solidFill>
              </a:rPr>
              <a:t>Service</a:t>
            </a:r>
            <a:r>
              <a:rPr sz="7200" spc="-445" dirty="0">
                <a:solidFill>
                  <a:srgbClr val="333333"/>
                </a:solidFill>
              </a:rPr>
              <a:t> </a:t>
            </a:r>
            <a:r>
              <a:rPr sz="7200" spc="-60" dirty="0">
                <a:solidFill>
                  <a:srgbClr val="333333"/>
                </a:solidFill>
              </a:rPr>
              <a:t>Levels</a:t>
            </a:r>
            <a:endParaRPr sz="720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16832A4-1413-1921-B601-84DB1AE40903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pPr marL="6604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lang="en-US" spc="-50" smtClean="0"/>
              <a:t>18</a:t>
            </a:fld>
            <a:endParaRPr lang="en-US" spc="-50" dirty="0"/>
          </a:p>
        </p:txBody>
      </p:sp>
    </p:spTree>
  </p:cSld>
  <p:clrMapOvr>
    <a:masterClrMapping/>
  </p:clrMapOvr>
  <p:transition>
    <p:wipe dir="r"/>
  </p:transition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80439" y="619759"/>
            <a:ext cx="6715759" cy="351790"/>
          </a:xfrm>
          <a:custGeom>
            <a:avLst/>
            <a:gdLst/>
            <a:ahLst/>
            <a:cxnLst/>
            <a:rect l="l" t="t" r="r" b="b"/>
            <a:pathLst>
              <a:path w="6715759" h="351790">
                <a:moveTo>
                  <a:pt x="6715759" y="0"/>
                </a:moveTo>
                <a:lnTo>
                  <a:pt x="0" y="0"/>
                </a:lnTo>
                <a:lnTo>
                  <a:pt x="0" y="351789"/>
                </a:lnTo>
                <a:lnTo>
                  <a:pt x="3357880" y="351789"/>
                </a:lnTo>
                <a:lnTo>
                  <a:pt x="6715759" y="351789"/>
                </a:lnTo>
                <a:lnTo>
                  <a:pt x="671575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52070" rIns="0" bIns="0" rtlCol="0">
            <a:spAutoFit/>
          </a:bodyPr>
          <a:lstStyle/>
          <a:p>
            <a:pPr marL="508000">
              <a:lnSpc>
                <a:spcPct val="100000"/>
              </a:lnSpc>
              <a:spcBef>
                <a:spcPts val="100"/>
              </a:spcBef>
            </a:pPr>
            <a:r>
              <a:rPr sz="2000" dirty="0"/>
              <a:t>Automate</a:t>
            </a:r>
            <a:r>
              <a:rPr sz="2000" spc="-55" dirty="0"/>
              <a:t> </a:t>
            </a:r>
            <a:r>
              <a:rPr sz="2000" dirty="0"/>
              <a:t>resource</a:t>
            </a:r>
            <a:r>
              <a:rPr sz="2000" spc="-50" dirty="0"/>
              <a:t> </a:t>
            </a:r>
            <a:r>
              <a:rPr sz="2000" dirty="0"/>
              <a:t>assurance</a:t>
            </a:r>
            <a:r>
              <a:rPr sz="2000" spc="-55" dirty="0"/>
              <a:t> </a:t>
            </a:r>
            <a:r>
              <a:rPr sz="2000" dirty="0"/>
              <a:t>for</a:t>
            </a:r>
            <a:r>
              <a:rPr sz="2000" spc="-55" dirty="0"/>
              <a:t> </a:t>
            </a:r>
            <a:r>
              <a:rPr sz="2000" dirty="0"/>
              <a:t>critical</a:t>
            </a:r>
            <a:r>
              <a:rPr sz="2000" spc="-60" dirty="0"/>
              <a:t> </a:t>
            </a:r>
            <a:r>
              <a:rPr sz="2000" spc="-10" dirty="0"/>
              <a:t>applications</a:t>
            </a:r>
            <a:endParaRPr sz="2000"/>
          </a:p>
        </p:txBody>
      </p:sp>
      <p:grpSp>
        <p:nvGrpSpPr>
          <p:cNvPr id="4" name="object 4"/>
          <p:cNvGrpSpPr/>
          <p:nvPr/>
        </p:nvGrpSpPr>
        <p:grpSpPr>
          <a:xfrm>
            <a:off x="942339" y="1343660"/>
            <a:ext cx="7305040" cy="892810"/>
            <a:chOff x="942339" y="1343660"/>
            <a:chExt cx="7305040" cy="892810"/>
          </a:xfrm>
        </p:grpSpPr>
        <p:sp>
          <p:nvSpPr>
            <p:cNvPr id="5" name="object 5"/>
            <p:cNvSpPr/>
            <p:nvPr/>
          </p:nvSpPr>
          <p:spPr>
            <a:xfrm>
              <a:off x="961389" y="1362710"/>
              <a:ext cx="7266940" cy="854710"/>
            </a:xfrm>
            <a:custGeom>
              <a:avLst/>
              <a:gdLst/>
              <a:ahLst/>
              <a:cxnLst/>
              <a:rect l="l" t="t" r="r" b="b"/>
              <a:pathLst>
                <a:path w="7266940" h="854710">
                  <a:moveTo>
                    <a:pt x="7080250" y="0"/>
                  </a:moveTo>
                  <a:lnTo>
                    <a:pt x="187959" y="0"/>
                  </a:lnTo>
                  <a:lnTo>
                    <a:pt x="141405" y="7396"/>
                  </a:lnTo>
                  <a:lnTo>
                    <a:pt x="97460" y="27845"/>
                  </a:lnTo>
                  <a:lnTo>
                    <a:pt x="58737" y="58737"/>
                  </a:lnTo>
                  <a:lnTo>
                    <a:pt x="27845" y="97460"/>
                  </a:lnTo>
                  <a:lnTo>
                    <a:pt x="7396" y="141405"/>
                  </a:lnTo>
                  <a:lnTo>
                    <a:pt x="0" y="187960"/>
                  </a:lnTo>
                  <a:lnTo>
                    <a:pt x="0" y="666750"/>
                  </a:lnTo>
                  <a:lnTo>
                    <a:pt x="7396" y="713304"/>
                  </a:lnTo>
                  <a:lnTo>
                    <a:pt x="27845" y="757249"/>
                  </a:lnTo>
                  <a:lnTo>
                    <a:pt x="58737" y="795972"/>
                  </a:lnTo>
                  <a:lnTo>
                    <a:pt x="97460" y="826864"/>
                  </a:lnTo>
                  <a:lnTo>
                    <a:pt x="141405" y="847313"/>
                  </a:lnTo>
                  <a:lnTo>
                    <a:pt x="187959" y="854710"/>
                  </a:lnTo>
                  <a:lnTo>
                    <a:pt x="7080250" y="854710"/>
                  </a:lnTo>
                  <a:lnTo>
                    <a:pt x="7126269" y="847313"/>
                  </a:lnTo>
                  <a:lnTo>
                    <a:pt x="7169855" y="826864"/>
                  </a:lnTo>
                  <a:lnTo>
                    <a:pt x="7208361" y="795972"/>
                  </a:lnTo>
                  <a:lnTo>
                    <a:pt x="7239141" y="757249"/>
                  </a:lnTo>
                  <a:lnTo>
                    <a:pt x="7259549" y="713304"/>
                  </a:lnTo>
                  <a:lnTo>
                    <a:pt x="7266939" y="666750"/>
                  </a:lnTo>
                  <a:lnTo>
                    <a:pt x="7266939" y="187960"/>
                  </a:lnTo>
                  <a:lnTo>
                    <a:pt x="7259549" y="141405"/>
                  </a:lnTo>
                  <a:lnTo>
                    <a:pt x="7239141" y="97460"/>
                  </a:lnTo>
                  <a:lnTo>
                    <a:pt x="7208361" y="58737"/>
                  </a:lnTo>
                  <a:lnTo>
                    <a:pt x="7169855" y="27845"/>
                  </a:lnTo>
                  <a:lnTo>
                    <a:pt x="7126269" y="7396"/>
                  </a:lnTo>
                  <a:lnTo>
                    <a:pt x="70802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961389" y="1362710"/>
              <a:ext cx="7266940" cy="854710"/>
            </a:xfrm>
            <a:custGeom>
              <a:avLst/>
              <a:gdLst/>
              <a:ahLst/>
              <a:cxnLst/>
              <a:rect l="l" t="t" r="r" b="b"/>
              <a:pathLst>
                <a:path w="7266940" h="854710">
                  <a:moveTo>
                    <a:pt x="187959" y="0"/>
                  </a:moveTo>
                  <a:lnTo>
                    <a:pt x="141405" y="7396"/>
                  </a:lnTo>
                  <a:lnTo>
                    <a:pt x="97460" y="27845"/>
                  </a:lnTo>
                  <a:lnTo>
                    <a:pt x="58737" y="58737"/>
                  </a:lnTo>
                  <a:lnTo>
                    <a:pt x="27845" y="97460"/>
                  </a:lnTo>
                  <a:lnTo>
                    <a:pt x="7396" y="141405"/>
                  </a:lnTo>
                  <a:lnTo>
                    <a:pt x="0" y="187960"/>
                  </a:lnTo>
                  <a:lnTo>
                    <a:pt x="0" y="195441"/>
                  </a:lnTo>
                  <a:lnTo>
                    <a:pt x="0" y="247808"/>
                  </a:lnTo>
                  <a:lnTo>
                    <a:pt x="0" y="389949"/>
                  </a:lnTo>
                  <a:lnTo>
                    <a:pt x="0" y="666750"/>
                  </a:lnTo>
                  <a:lnTo>
                    <a:pt x="7396" y="713304"/>
                  </a:lnTo>
                  <a:lnTo>
                    <a:pt x="27845" y="757249"/>
                  </a:lnTo>
                  <a:lnTo>
                    <a:pt x="58737" y="795972"/>
                  </a:lnTo>
                  <a:lnTo>
                    <a:pt x="97460" y="826864"/>
                  </a:lnTo>
                  <a:lnTo>
                    <a:pt x="141405" y="847313"/>
                  </a:lnTo>
                  <a:lnTo>
                    <a:pt x="187959" y="854710"/>
                  </a:lnTo>
                  <a:lnTo>
                    <a:pt x="295652" y="854710"/>
                  </a:lnTo>
                  <a:lnTo>
                    <a:pt x="1049496" y="854710"/>
                  </a:lnTo>
                  <a:lnTo>
                    <a:pt x="3095644" y="854710"/>
                  </a:lnTo>
                  <a:lnTo>
                    <a:pt x="7080250" y="854710"/>
                  </a:lnTo>
                  <a:lnTo>
                    <a:pt x="7126269" y="847313"/>
                  </a:lnTo>
                  <a:lnTo>
                    <a:pt x="7169855" y="826864"/>
                  </a:lnTo>
                  <a:lnTo>
                    <a:pt x="7208361" y="795972"/>
                  </a:lnTo>
                  <a:lnTo>
                    <a:pt x="7239141" y="757249"/>
                  </a:lnTo>
                  <a:lnTo>
                    <a:pt x="7259549" y="713304"/>
                  </a:lnTo>
                  <a:lnTo>
                    <a:pt x="7266939" y="666750"/>
                  </a:lnTo>
                  <a:lnTo>
                    <a:pt x="7266939" y="659268"/>
                  </a:lnTo>
                  <a:lnTo>
                    <a:pt x="7266939" y="606901"/>
                  </a:lnTo>
                  <a:lnTo>
                    <a:pt x="7266939" y="464760"/>
                  </a:lnTo>
                  <a:lnTo>
                    <a:pt x="7266939" y="187960"/>
                  </a:lnTo>
                  <a:lnTo>
                    <a:pt x="7259549" y="141405"/>
                  </a:lnTo>
                  <a:lnTo>
                    <a:pt x="7239141" y="97460"/>
                  </a:lnTo>
                  <a:lnTo>
                    <a:pt x="7208361" y="58737"/>
                  </a:lnTo>
                  <a:lnTo>
                    <a:pt x="7169855" y="27845"/>
                  </a:lnTo>
                  <a:lnTo>
                    <a:pt x="7126269" y="7396"/>
                  </a:lnTo>
                  <a:lnTo>
                    <a:pt x="7080250" y="0"/>
                  </a:lnTo>
                  <a:lnTo>
                    <a:pt x="6972557" y="0"/>
                  </a:lnTo>
                  <a:lnTo>
                    <a:pt x="6218713" y="0"/>
                  </a:lnTo>
                  <a:lnTo>
                    <a:pt x="4172565" y="0"/>
                  </a:lnTo>
                  <a:lnTo>
                    <a:pt x="187959" y="0"/>
                  </a:lnTo>
                  <a:close/>
                </a:path>
              </a:pathLst>
            </a:custGeom>
            <a:ln w="38097">
              <a:solidFill>
                <a:srgbClr val="7C9AC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084567" y="1455419"/>
              <a:ext cx="7023734" cy="36830"/>
            </a:xfrm>
            <a:custGeom>
              <a:avLst/>
              <a:gdLst/>
              <a:ahLst/>
              <a:cxnLst/>
              <a:rect l="l" t="t" r="r" b="b"/>
              <a:pathLst>
                <a:path w="7023734" h="36830">
                  <a:moveTo>
                    <a:pt x="6960883" y="0"/>
                  </a:moveTo>
                  <a:lnTo>
                    <a:pt x="6953263" y="0"/>
                  </a:lnTo>
                  <a:lnTo>
                    <a:pt x="6953263" y="1270"/>
                  </a:lnTo>
                  <a:lnTo>
                    <a:pt x="68592" y="1270"/>
                  </a:lnTo>
                  <a:lnTo>
                    <a:pt x="68592" y="0"/>
                  </a:lnTo>
                  <a:lnTo>
                    <a:pt x="66052" y="0"/>
                  </a:lnTo>
                  <a:lnTo>
                    <a:pt x="66052" y="1270"/>
                  </a:lnTo>
                  <a:lnTo>
                    <a:pt x="66052" y="2540"/>
                  </a:lnTo>
                  <a:lnTo>
                    <a:pt x="6960883" y="2540"/>
                  </a:lnTo>
                  <a:lnTo>
                    <a:pt x="6960883" y="1270"/>
                  </a:lnTo>
                  <a:lnTo>
                    <a:pt x="6960883" y="0"/>
                  </a:lnTo>
                  <a:close/>
                </a:path>
                <a:path w="7023734" h="36830">
                  <a:moveTo>
                    <a:pt x="6974853" y="3810"/>
                  </a:moveTo>
                  <a:lnTo>
                    <a:pt x="6972313" y="3810"/>
                  </a:lnTo>
                  <a:lnTo>
                    <a:pt x="6972313" y="2540"/>
                  </a:lnTo>
                  <a:lnTo>
                    <a:pt x="6964693" y="2540"/>
                  </a:lnTo>
                  <a:lnTo>
                    <a:pt x="6964693" y="3810"/>
                  </a:lnTo>
                  <a:lnTo>
                    <a:pt x="58432" y="3810"/>
                  </a:lnTo>
                  <a:lnTo>
                    <a:pt x="58432" y="2540"/>
                  </a:lnTo>
                  <a:lnTo>
                    <a:pt x="55892" y="2540"/>
                  </a:lnTo>
                  <a:lnTo>
                    <a:pt x="55892" y="3810"/>
                  </a:lnTo>
                  <a:lnTo>
                    <a:pt x="48272" y="3810"/>
                  </a:lnTo>
                  <a:lnTo>
                    <a:pt x="48272" y="6350"/>
                  </a:lnTo>
                  <a:lnTo>
                    <a:pt x="6974853" y="6350"/>
                  </a:lnTo>
                  <a:lnTo>
                    <a:pt x="6974853" y="3810"/>
                  </a:lnTo>
                  <a:close/>
                </a:path>
                <a:path w="7023734" h="36830">
                  <a:moveTo>
                    <a:pt x="6981203" y="6350"/>
                  </a:moveTo>
                  <a:lnTo>
                    <a:pt x="6978663" y="6350"/>
                  </a:lnTo>
                  <a:lnTo>
                    <a:pt x="6978663" y="7620"/>
                  </a:lnTo>
                  <a:lnTo>
                    <a:pt x="47002" y="7620"/>
                  </a:lnTo>
                  <a:lnTo>
                    <a:pt x="47002" y="6350"/>
                  </a:lnTo>
                  <a:lnTo>
                    <a:pt x="44462" y="6350"/>
                  </a:lnTo>
                  <a:lnTo>
                    <a:pt x="44462" y="7620"/>
                  </a:lnTo>
                  <a:lnTo>
                    <a:pt x="44462" y="8890"/>
                  </a:lnTo>
                  <a:lnTo>
                    <a:pt x="6981203" y="8890"/>
                  </a:lnTo>
                  <a:lnTo>
                    <a:pt x="6981203" y="7620"/>
                  </a:lnTo>
                  <a:lnTo>
                    <a:pt x="6981203" y="6350"/>
                  </a:lnTo>
                  <a:close/>
                </a:path>
                <a:path w="7023734" h="36830">
                  <a:moveTo>
                    <a:pt x="6987540" y="10160"/>
                  </a:moveTo>
                  <a:lnTo>
                    <a:pt x="6985013" y="10160"/>
                  </a:lnTo>
                  <a:lnTo>
                    <a:pt x="6985013" y="8890"/>
                  </a:lnTo>
                  <a:lnTo>
                    <a:pt x="6983743" y="8890"/>
                  </a:lnTo>
                  <a:lnTo>
                    <a:pt x="6983743" y="10160"/>
                  </a:lnTo>
                  <a:lnTo>
                    <a:pt x="41922" y="10160"/>
                  </a:lnTo>
                  <a:lnTo>
                    <a:pt x="41922" y="8890"/>
                  </a:lnTo>
                  <a:lnTo>
                    <a:pt x="38112" y="8890"/>
                  </a:lnTo>
                  <a:lnTo>
                    <a:pt x="38112" y="10160"/>
                  </a:lnTo>
                  <a:lnTo>
                    <a:pt x="36842" y="10160"/>
                  </a:lnTo>
                  <a:lnTo>
                    <a:pt x="36842" y="12700"/>
                  </a:lnTo>
                  <a:lnTo>
                    <a:pt x="6987540" y="12700"/>
                  </a:lnTo>
                  <a:lnTo>
                    <a:pt x="6987540" y="10160"/>
                  </a:lnTo>
                  <a:close/>
                </a:path>
                <a:path w="7023734" h="36830">
                  <a:moveTo>
                    <a:pt x="6992633" y="12700"/>
                  </a:moveTo>
                  <a:lnTo>
                    <a:pt x="6990093" y="12700"/>
                  </a:lnTo>
                  <a:lnTo>
                    <a:pt x="6990093" y="13970"/>
                  </a:lnTo>
                  <a:lnTo>
                    <a:pt x="34302" y="13970"/>
                  </a:lnTo>
                  <a:lnTo>
                    <a:pt x="34302" y="12700"/>
                  </a:lnTo>
                  <a:lnTo>
                    <a:pt x="31762" y="12700"/>
                  </a:lnTo>
                  <a:lnTo>
                    <a:pt x="31762" y="13970"/>
                  </a:lnTo>
                  <a:lnTo>
                    <a:pt x="31762" y="15240"/>
                  </a:lnTo>
                  <a:lnTo>
                    <a:pt x="6992633" y="15240"/>
                  </a:lnTo>
                  <a:lnTo>
                    <a:pt x="6992633" y="13970"/>
                  </a:lnTo>
                  <a:lnTo>
                    <a:pt x="6992633" y="12700"/>
                  </a:lnTo>
                  <a:close/>
                </a:path>
                <a:path w="7023734" h="36830">
                  <a:moveTo>
                    <a:pt x="6998983" y="16510"/>
                  </a:moveTo>
                  <a:lnTo>
                    <a:pt x="6996443" y="16510"/>
                  </a:lnTo>
                  <a:lnTo>
                    <a:pt x="6996443" y="15240"/>
                  </a:lnTo>
                  <a:lnTo>
                    <a:pt x="6993903" y="15240"/>
                  </a:lnTo>
                  <a:lnTo>
                    <a:pt x="6993903" y="16510"/>
                  </a:lnTo>
                  <a:lnTo>
                    <a:pt x="27952" y="16510"/>
                  </a:lnTo>
                  <a:lnTo>
                    <a:pt x="27952" y="15240"/>
                  </a:lnTo>
                  <a:lnTo>
                    <a:pt x="26682" y="15240"/>
                  </a:lnTo>
                  <a:lnTo>
                    <a:pt x="26682" y="16510"/>
                  </a:lnTo>
                  <a:lnTo>
                    <a:pt x="24142" y="16510"/>
                  </a:lnTo>
                  <a:lnTo>
                    <a:pt x="24142" y="19050"/>
                  </a:lnTo>
                  <a:lnTo>
                    <a:pt x="6998983" y="19050"/>
                  </a:lnTo>
                  <a:lnTo>
                    <a:pt x="6998983" y="16510"/>
                  </a:lnTo>
                  <a:close/>
                </a:path>
                <a:path w="7023734" h="36830">
                  <a:moveTo>
                    <a:pt x="7002793" y="19050"/>
                  </a:moveTo>
                  <a:lnTo>
                    <a:pt x="7001523" y="19050"/>
                  </a:lnTo>
                  <a:lnTo>
                    <a:pt x="7001523" y="20320"/>
                  </a:lnTo>
                  <a:lnTo>
                    <a:pt x="21602" y="20320"/>
                  </a:lnTo>
                  <a:lnTo>
                    <a:pt x="21602" y="19050"/>
                  </a:lnTo>
                  <a:lnTo>
                    <a:pt x="19062" y="19050"/>
                  </a:lnTo>
                  <a:lnTo>
                    <a:pt x="19062" y="20320"/>
                  </a:lnTo>
                  <a:lnTo>
                    <a:pt x="19062" y="21590"/>
                  </a:lnTo>
                  <a:lnTo>
                    <a:pt x="7002793" y="21590"/>
                  </a:lnTo>
                  <a:lnTo>
                    <a:pt x="7002793" y="20320"/>
                  </a:lnTo>
                  <a:lnTo>
                    <a:pt x="7002793" y="19050"/>
                  </a:lnTo>
                  <a:close/>
                </a:path>
                <a:path w="7023734" h="36830">
                  <a:moveTo>
                    <a:pt x="7009143" y="22860"/>
                  </a:moveTo>
                  <a:lnTo>
                    <a:pt x="7007873" y="22860"/>
                  </a:lnTo>
                  <a:lnTo>
                    <a:pt x="7007873" y="21590"/>
                  </a:lnTo>
                  <a:lnTo>
                    <a:pt x="7005333" y="21590"/>
                  </a:lnTo>
                  <a:lnTo>
                    <a:pt x="7005333" y="22860"/>
                  </a:lnTo>
                  <a:lnTo>
                    <a:pt x="17792" y="22860"/>
                  </a:lnTo>
                  <a:lnTo>
                    <a:pt x="17792" y="21590"/>
                  </a:lnTo>
                  <a:lnTo>
                    <a:pt x="15252" y="21590"/>
                  </a:lnTo>
                  <a:lnTo>
                    <a:pt x="15252" y="22860"/>
                  </a:lnTo>
                  <a:lnTo>
                    <a:pt x="13982" y="22860"/>
                  </a:lnTo>
                  <a:lnTo>
                    <a:pt x="13982" y="25400"/>
                  </a:lnTo>
                  <a:lnTo>
                    <a:pt x="7009143" y="25400"/>
                  </a:lnTo>
                  <a:lnTo>
                    <a:pt x="7009143" y="22860"/>
                  </a:lnTo>
                  <a:close/>
                </a:path>
                <a:path w="7023734" h="36830">
                  <a:moveTo>
                    <a:pt x="7012953" y="25400"/>
                  </a:moveTo>
                  <a:lnTo>
                    <a:pt x="7011683" y="25400"/>
                  </a:lnTo>
                  <a:lnTo>
                    <a:pt x="7011683" y="26670"/>
                  </a:lnTo>
                  <a:lnTo>
                    <a:pt x="12712" y="26670"/>
                  </a:lnTo>
                  <a:lnTo>
                    <a:pt x="12712" y="25400"/>
                  </a:lnTo>
                  <a:lnTo>
                    <a:pt x="10172" y="25400"/>
                  </a:lnTo>
                  <a:lnTo>
                    <a:pt x="10172" y="26670"/>
                  </a:lnTo>
                  <a:lnTo>
                    <a:pt x="10172" y="27940"/>
                  </a:lnTo>
                  <a:lnTo>
                    <a:pt x="7012953" y="27940"/>
                  </a:lnTo>
                  <a:lnTo>
                    <a:pt x="7012953" y="26670"/>
                  </a:lnTo>
                  <a:lnTo>
                    <a:pt x="7012953" y="25400"/>
                  </a:lnTo>
                  <a:close/>
                </a:path>
                <a:path w="7023734" h="36830">
                  <a:moveTo>
                    <a:pt x="7016763" y="29210"/>
                  </a:moveTo>
                  <a:lnTo>
                    <a:pt x="7015493" y="29210"/>
                  </a:lnTo>
                  <a:lnTo>
                    <a:pt x="7015493" y="27940"/>
                  </a:lnTo>
                  <a:lnTo>
                    <a:pt x="7014223" y="27940"/>
                  </a:lnTo>
                  <a:lnTo>
                    <a:pt x="7014223" y="29210"/>
                  </a:lnTo>
                  <a:lnTo>
                    <a:pt x="8902" y="29210"/>
                  </a:lnTo>
                  <a:lnTo>
                    <a:pt x="8902" y="27940"/>
                  </a:lnTo>
                  <a:lnTo>
                    <a:pt x="7632" y="27940"/>
                  </a:lnTo>
                  <a:lnTo>
                    <a:pt x="7632" y="29210"/>
                  </a:lnTo>
                  <a:lnTo>
                    <a:pt x="6362" y="29210"/>
                  </a:lnTo>
                  <a:lnTo>
                    <a:pt x="6362" y="31750"/>
                  </a:lnTo>
                  <a:lnTo>
                    <a:pt x="7016763" y="31750"/>
                  </a:lnTo>
                  <a:lnTo>
                    <a:pt x="7016763" y="29210"/>
                  </a:lnTo>
                  <a:close/>
                </a:path>
                <a:path w="7023734" h="36830">
                  <a:moveTo>
                    <a:pt x="7019303" y="31750"/>
                  </a:moveTo>
                  <a:lnTo>
                    <a:pt x="7018033" y="31750"/>
                  </a:lnTo>
                  <a:lnTo>
                    <a:pt x="7018033" y="33020"/>
                  </a:lnTo>
                  <a:lnTo>
                    <a:pt x="5092" y="33020"/>
                  </a:lnTo>
                  <a:lnTo>
                    <a:pt x="5092" y="31750"/>
                  </a:lnTo>
                  <a:lnTo>
                    <a:pt x="3822" y="31750"/>
                  </a:lnTo>
                  <a:lnTo>
                    <a:pt x="3822" y="33020"/>
                  </a:lnTo>
                  <a:lnTo>
                    <a:pt x="3822" y="34290"/>
                  </a:lnTo>
                  <a:lnTo>
                    <a:pt x="7019303" y="34290"/>
                  </a:lnTo>
                  <a:lnTo>
                    <a:pt x="7019303" y="33020"/>
                  </a:lnTo>
                  <a:lnTo>
                    <a:pt x="7019303" y="31750"/>
                  </a:lnTo>
                  <a:close/>
                </a:path>
                <a:path w="7023734" h="36830">
                  <a:moveTo>
                    <a:pt x="7023113" y="35560"/>
                  </a:moveTo>
                  <a:lnTo>
                    <a:pt x="7021843" y="35560"/>
                  </a:lnTo>
                  <a:lnTo>
                    <a:pt x="7021843" y="34290"/>
                  </a:lnTo>
                  <a:lnTo>
                    <a:pt x="7020573" y="34290"/>
                  </a:lnTo>
                  <a:lnTo>
                    <a:pt x="7020573" y="35560"/>
                  </a:lnTo>
                  <a:lnTo>
                    <a:pt x="2552" y="35560"/>
                  </a:lnTo>
                  <a:lnTo>
                    <a:pt x="2552" y="34290"/>
                  </a:lnTo>
                  <a:lnTo>
                    <a:pt x="1282" y="34290"/>
                  </a:lnTo>
                  <a:lnTo>
                    <a:pt x="1282" y="35560"/>
                  </a:lnTo>
                  <a:lnTo>
                    <a:pt x="12" y="35560"/>
                  </a:lnTo>
                  <a:lnTo>
                    <a:pt x="0" y="36830"/>
                  </a:lnTo>
                  <a:lnTo>
                    <a:pt x="7023113" y="36830"/>
                  </a:lnTo>
                  <a:lnTo>
                    <a:pt x="7023113" y="3556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069340" y="1492249"/>
              <a:ext cx="7052309" cy="19050"/>
            </a:xfrm>
            <a:custGeom>
              <a:avLst/>
              <a:gdLst/>
              <a:ahLst/>
              <a:cxnLst/>
              <a:rect l="l" t="t" r="r" b="b"/>
              <a:pathLst>
                <a:path w="7052309" h="19050">
                  <a:moveTo>
                    <a:pt x="7039610" y="1270"/>
                  </a:moveTo>
                  <a:lnTo>
                    <a:pt x="7038340" y="1270"/>
                  </a:lnTo>
                  <a:lnTo>
                    <a:pt x="7038340" y="0"/>
                  </a:lnTo>
                  <a:lnTo>
                    <a:pt x="15240" y="0"/>
                  </a:lnTo>
                  <a:lnTo>
                    <a:pt x="15240" y="1270"/>
                  </a:lnTo>
                  <a:lnTo>
                    <a:pt x="13970" y="1270"/>
                  </a:lnTo>
                  <a:lnTo>
                    <a:pt x="13970" y="3810"/>
                  </a:lnTo>
                  <a:lnTo>
                    <a:pt x="7039610" y="3810"/>
                  </a:lnTo>
                  <a:lnTo>
                    <a:pt x="7039610" y="1270"/>
                  </a:lnTo>
                  <a:close/>
                </a:path>
                <a:path w="7052309" h="19050">
                  <a:moveTo>
                    <a:pt x="7043420" y="5080"/>
                  </a:moveTo>
                  <a:lnTo>
                    <a:pt x="7042150" y="5080"/>
                  </a:lnTo>
                  <a:lnTo>
                    <a:pt x="7042150" y="3810"/>
                  </a:lnTo>
                  <a:lnTo>
                    <a:pt x="7040880" y="3810"/>
                  </a:lnTo>
                  <a:lnTo>
                    <a:pt x="7040880" y="5080"/>
                  </a:lnTo>
                  <a:lnTo>
                    <a:pt x="12700" y="5080"/>
                  </a:lnTo>
                  <a:lnTo>
                    <a:pt x="12700" y="3810"/>
                  </a:lnTo>
                  <a:lnTo>
                    <a:pt x="11430" y="3810"/>
                  </a:lnTo>
                  <a:lnTo>
                    <a:pt x="11430" y="5080"/>
                  </a:lnTo>
                  <a:lnTo>
                    <a:pt x="10160" y="5080"/>
                  </a:lnTo>
                  <a:lnTo>
                    <a:pt x="10160" y="7620"/>
                  </a:lnTo>
                  <a:lnTo>
                    <a:pt x="7043420" y="7620"/>
                  </a:lnTo>
                  <a:lnTo>
                    <a:pt x="7043420" y="5080"/>
                  </a:lnTo>
                  <a:close/>
                </a:path>
                <a:path w="7052309" h="19050">
                  <a:moveTo>
                    <a:pt x="7044690" y="8890"/>
                  </a:moveTo>
                  <a:lnTo>
                    <a:pt x="8890" y="8890"/>
                  </a:lnTo>
                  <a:lnTo>
                    <a:pt x="8890" y="7620"/>
                  </a:lnTo>
                  <a:lnTo>
                    <a:pt x="7620" y="7620"/>
                  </a:lnTo>
                  <a:lnTo>
                    <a:pt x="7620" y="8890"/>
                  </a:lnTo>
                  <a:lnTo>
                    <a:pt x="7620" y="10160"/>
                  </a:lnTo>
                  <a:lnTo>
                    <a:pt x="7044690" y="10160"/>
                  </a:lnTo>
                  <a:lnTo>
                    <a:pt x="7044690" y="8890"/>
                  </a:lnTo>
                  <a:close/>
                </a:path>
                <a:path w="7052309" h="19050">
                  <a:moveTo>
                    <a:pt x="7048500" y="11430"/>
                  </a:moveTo>
                  <a:lnTo>
                    <a:pt x="7047230" y="11430"/>
                  </a:lnTo>
                  <a:lnTo>
                    <a:pt x="7047230" y="10160"/>
                  </a:lnTo>
                  <a:lnTo>
                    <a:pt x="7045960" y="10160"/>
                  </a:lnTo>
                  <a:lnTo>
                    <a:pt x="7045960" y="11430"/>
                  </a:lnTo>
                  <a:lnTo>
                    <a:pt x="5080" y="11430"/>
                  </a:lnTo>
                  <a:lnTo>
                    <a:pt x="5080" y="13970"/>
                  </a:lnTo>
                  <a:lnTo>
                    <a:pt x="7048500" y="13970"/>
                  </a:lnTo>
                  <a:lnTo>
                    <a:pt x="7048500" y="11430"/>
                  </a:lnTo>
                  <a:close/>
                </a:path>
                <a:path w="7052309" h="19050">
                  <a:moveTo>
                    <a:pt x="7052310" y="17780"/>
                  </a:moveTo>
                  <a:lnTo>
                    <a:pt x="7051040" y="17780"/>
                  </a:lnTo>
                  <a:lnTo>
                    <a:pt x="7051040" y="16510"/>
                  </a:lnTo>
                  <a:lnTo>
                    <a:pt x="7049770" y="16510"/>
                  </a:lnTo>
                  <a:lnTo>
                    <a:pt x="7049770" y="15240"/>
                  </a:lnTo>
                  <a:lnTo>
                    <a:pt x="7049770" y="13970"/>
                  </a:lnTo>
                  <a:lnTo>
                    <a:pt x="7048500" y="13970"/>
                  </a:lnTo>
                  <a:lnTo>
                    <a:pt x="7048500" y="15240"/>
                  </a:lnTo>
                  <a:lnTo>
                    <a:pt x="3810" y="15240"/>
                  </a:lnTo>
                  <a:lnTo>
                    <a:pt x="3810" y="13970"/>
                  </a:lnTo>
                  <a:lnTo>
                    <a:pt x="2540" y="13970"/>
                  </a:lnTo>
                  <a:lnTo>
                    <a:pt x="2540" y="15240"/>
                  </a:lnTo>
                  <a:lnTo>
                    <a:pt x="2540" y="16510"/>
                  </a:lnTo>
                  <a:lnTo>
                    <a:pt x="1270" y="16510"/>
                  </a:lnTo>
                  <a:lnTo>
                    <a:pt x="1270" y="17780"/>
                  </a:lnTo>
                  <a:lnTo>
                    <a:pt x="0" y="17780"/>
                  </a:lnTo>
                  <a:lnTo>
                    <a:pt x="0" y="19050"/>
                  </a:lnTo>
                  <a:lnTo>
                    <a:pt x="7052310" y="19050"/>
                  </a:lnTo>
                  <a:lnTo>
                    <a:pt x="7052310" y="1778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060450" y="1511299"/>
              <a:ext cx="7071359" cy="19050"/>
            </a:xfrm>
            <a:custGeom>
              <a:avLst/>
              <a:gdLst/>
              <a:ahLst/>
              <a:cxnLst/>
              <a:rect l="l" t="t" r="r" b="b"/>
              <a:pathLst>
                <a:path w="7071359" h="19050">
                  <a:moveTo>
                    <a:pt x="7063740" y="2540"/>
                  </a:moveTo>
                  <a:lnTo>
                    <a:pt x="7062470" y="2540"/>
                  </a:lnTo>
                  <a:lnTo>
                    <a:pt x="7062470" y="1270"/>
                  </a:lnTo>
                  <a:lnTo>
                    <a:pt x="7061200" y="1270"/>
                  </a:lnTo>
                  <a:lnTo>
                    <a:pt x="7061200" y="0"/>
                  </a:lnTo>
                  <a:lnTo>
                    <a:pt x="8890" y="0"/>
                  </a:lnTo>
                  <a:lnTo>
                    <a:pt x="8890" y="1270"/>
                  </a:lnTo>
                  <a:lnTo>
                    <a:pt x="8890" y="2540"/>
                  </a:lnTo>
                  <a:lnTo>
                    <a:pt x="7620" y="2540"/>
                  </a:lnTo>
                  <a:lnTo>
                    <a:pt x="7620" y="3810"/>
                  </a:lnTo>
                  <a:lnTo>
                    <a:pt x="7063740" y="3810"/>
                  </a:lnTo>
                  <a:lnTo>
                    <a:pt x="7063740" y="2540"/>
                  </a:lnTo>
                  <a:close/>
                </a:path>
                <a:path w="7071359" h="19050">
                  <a:moveTo>
                    <a:pt x="7065010" y="3810"/>
                  </a:moveTo>
                  <a:lnTo>
                    <a:pt x="7063740" y="3810"/>
                  </a:lnTo>
                  <a:lnTo>
                    <a:pt x="7063740" y="5080"/>
                  </a:lnTo>
                  <a:lnTo>
                    <a:pt x="7620" y="5080"/>
                  </a:lnTo>
                  <a:lnTo>
                    <a:pt x="7620" y="3810"/>
                  </a:lnTo>
                  <a:lnTo>
                    <a:pt x="6350" y="3810"/>
                  </a:lnTo>
                  <a:lnTo>
                    <a:pt x="6350" y="5080"/>
                  </a:lnTo>
                  <a:lnTo>
                    <a:pt x="5080" y="5080"/>
                  </a:lnTo>
                  <a:lnTo>
                    <a:pt x="5080" y="7620"/>
                  </a:lnTo>
                  <a:lnTo>
                    <a:pt x="7065010" y="7620"/>
                  </a:lnTo>
                  <a:lnTo>
                    <a:pt x="7065010" y="5080"/>
                  </a:lnTo>
                  <a:lnTo>
                    <a:pt x="7065010" y="3810"/>
                  </a:lnTo>
                  <a:close/>
                </a:path>
                <a:path w="7071359" h="19050">
                  <a:moveTo>
                    <a:pt x="7066280" y="8890"/>
                  </a:moveTo>
                  <a:lnTo>
                    <a:pt x="5080" y="8890"/>
                  </a:lnTo>
                  <a:lnTo>
                    <a:pt x="5080" y="7620"/>
                  </a:lnTo>
                  <a:lnTo>
                    <a:pt x="3810" y="7620"/>
                  </a:lnTo>
                  <a:lnTo>
                    <a:pt x="3810" y="8890"/>
                  </a:lnTo>
                  <a:lnTo>
                    <a:pt x="3810" y="10160"/>
                  </a:lnTo>
                  <a:lnTo>
                    <a:pt x="7066280" y="10160"/>
                  </a:lnTo>
                  <a:lnTo>
                    <a:pt x="7066280" y="8890"/>
                  </a:lnTo>
                  <a:close/>
                </a:path>
                <a:path w="7071359" h="19050">
                  <a:moveTo>
                    <a:pt x="7071360" y="17780"/>
                  </a:moveTo>
                  <a:lnTo>
                    <a:pt x="7070090" y="17780"/>
                  </a:lnTo>
                  <a:lnTo>
                    <a:pt x="7070090" y="15240"/>
                  </a:lnTo>
                  <a:lnTo>
                    <a:pt x="7068820" y="15240"/>
                  </a:lnTo>
                  <a:lnTo>
                    <a:pt x="7068820" y="13970"/>
                  </a:lnTo>
                  <a:lnTo>
                    <a:pt x="7068820" y="11430"/>
                  </a:lnTo>
                  <a:lnTo>
                    <a:pt x="3810" y="11430"/>
                  </a:lnTo>
                  <a:lnTo>
                    <a:pt x="3810" y="10160"/>
                  </a:lnTo>
                  <a:lnTo>
                    <a:pt x="2540" y="10160"/>
                  </a:lnTo>
                  <a:lnTo>
                    <a:pt x="2540" y="11430"/>
                  </a:lnTo>
                  <a:lnTo>
                    <a:pt x="2540" y="13970"/>
                  </a:lnTo>
                  <a:lnTo>
                    <a:pt x="1270" y="13970"/>
                  </a:lnTo>
                  <a:lnTo>
                    <a:pt x="1270" y="15240"/>
                  </a:lnTo>
                  <a:lnTo>
                    <a:pt x="1270" y="17780"/>
                  </a:lnTo>
                  <a:lnTo>
                    <a:pt x="0" y="17780"/>
                  </a:lnTo>
                  <a:lnTo>
                    <a:pt x="0" y="19050"/>
                  </a:lnTo>
                  <a:lnTo>
                    <a:pt x="7071360" y="19050"/>
                  </a:lnTo>
                  <a:lnTo>
                    <a:pt x="7071360" y="1778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054100" y="1530349"/>
              <a:ext cx="7084059" cy="19050"/>
            </a:xfrm>
            <a:custGeom>
              <a:avLst/>
              <a:gdLst/>
              <a:ahLst/>
              <a:cxnLst/>
              <a:rect l="l" t="t" r="r" b="b"/>
              <a:pathLst>
                <a:path w="7084059" h="19050">
                  <a:moveTo>
                    <a:pt x="7084060" y="15240"/>
                  </a:moveTo>
                  <a:lnTo>
                    <a:pt x="7082790" y="15240"/>
                  </a:lnTo>
                  <a:lnTo>
                    <a:pt x="7082790" y="11430"/>
                  </a:lnTo>
                  <a:lnTo>
                    <a:pt x="7081520" y="11430"/>
                  </a:lnTo>
                  <a:lnTo>
                    <a:pt x="7081520" y="7620"/>
                  </a:lnTo>
                  <a:lnTo>
                    <a:pt x="7080250" y="7620"/>
                  </a:lnTo>
                  <a:lnTo>
                    <a:pt x="7080250" y="3810"/>
                  </a:lnTo>
                  <a:lnTo>
                    <a:pt x="7078980" y="3810"/>
                  </a:lnTo>
                  <a:lnTo>
                    <a:pt x="7078980" y="1270"/>
                  </a:lnTo>
                  <a:lnTo>
                    <a:pt x="7077710" y="1270"/>
                  </a:lnTo>
                  <a:lnTo>
                    <a:pt x="7077710" y="0"/>
                  </a:lnTo>
                  <a:lnTo>
                    <a:pt x="6350" y="0"/>
                  </a:lnTo>
                  <a:lnTo>
                    <a:pt x="6350" y="1270"/>
                  </a:lnTo>
                  <a:lnTo>
                    <a:pt x="5080" y="1270"/>
                  </a:lnTo>
                  <a:lnTo>
                    <a:pt x="5080" y="3810"/>
                  </a:lnTo>
                  <a:lnTo>
                    <a:pt x="3810" y="3810"/>
                  </a:lnTo>
                  <a:lnTo>
                    <a:pt x="3810" y="7620"/>
                  </a:lnTo>
                  <a:lnTo>
                    <a:pt x="2540" y="7620"/>
                  </a:lnTo>
                  <a:lnTo>
                    <a:pt x="2540" y="11430"/>
                  </a:lnTo>
                  <a:lnTo>
                    <a:pt x="1270" y="11430"/>
                  </a:lnTo>
                  <a:lnTo>
                    <a:pt x="1270" y="15240"/>
                  </a:lnTo>
                  <a:lnTo>
                    <a:pt x="0" y="15240"/>
                  </a:lnTo>
                  <a:lnTo>
                    <a:pt x="0" y="19050"/>
                  </a:lnTo>
                  <a:lnTo>
                    <a:pt x="7084060" y="19050"/>
                  </a:lnTo>
                  <a:lnTo>
                    <a:pt x="7084060" y="15240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1051547" y="1549399"/>
              <a:ext cx="7088505" cy="19050"/>
            </a:xfrm>
            <a:custGeom>
              <a:avLst/>
              <a:gdLst/>
              <a:ahLst/>
              <a:cxnLst/>
              <a:rect l="l" t="t" r="r" b="b"/>
              <a:pathLst>
                <a:path w="7088505" h="19050">
                  <a:moveTo>
                    <a:pt x="7086613" y="0"/>
                  </a:moveTo>
                  <a:lnTo>
                    <a:pt x="2552" y="0"/>
                  </a:lnTo>
                  <a:lnTo>
                    <a:pt x="2552" y="1270"/>
                  </a:lnTo>
                  <a:lnTo>
                    <a:pt x="7086613" y="1270"/>
                  </a:lnTo>
                  <a:lnTo>
                    <a:pt x="7086613" y="0"/>
                  </a:lnTo>
                  <a:close/>
                </a:path>
                <a:path w="7088505" h="19050">
                  <a:moveTo>
                    <a:pt x="7087883" y="3810"/>
                  </a:moveTo>
                  <a:lnTo>
                    <a:pt x="7086613" y="3810"/>
                  </a:lnTo>
                  <a:lnTo>
                    <a:pt x="7086613" y="2540"/>
                  </a:lnTo>
                  <a:lnTo>
                    <a:pt x="2552" y="2540"/>
                  </a:lnTo>
                  <a:lnTo>
                    <a:pt x="2552" y="1270"/>
                  </a:lnTo>
                  <a:lnTo>
                    <a:pt x="1282" y="1270"/>
                  </a:lnTo>
                  <a:lnTo>
                    <a:pt x="1282" y="2540"/>
                  </a:lnTo>
                  <a:lnTo>
                    <a:pt x="1282" y="3810"/>
                  </a:lnTo>
                  <a:lnTo>
                    <a:pt x="1282" y="11430"/>
                  </a:lnTo>
                  <a:lnTo>
                    <a:pt x="0" y="11430"/>
                  </a:lnTo>
                  <a:lnTo>
                    <a:pt x="0" y="19050"/>
                  </a:lnTo>
                  <a:lnTo>
                    <a:pt x="7087883" y="19050"/>
                  </a:lnTo>
                  <a:lnTo>
                    <a:pt x="7087883" y="11430"/>
                  </a:lnTo>
                  <a:lnTo>
                    <a:pt x="7087883" y="381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051559" y="1568450"/>
              <a:ext cx="7087870" cy="19050"/>
            </a:xfrm>
            <a:custGeom>
              <a:avLst/>
              <a:gdLst/>
              <a:ahLst/>
              <a:cxnLst/>
              <a:rect l="l" t="t" r="r" b="b"/>
              <a:pathLst>
                <a:path w="7087870" h="19050">
                  <a:moveTo>
                    <a:pt x="7087870" y="0"/>
                  </a:moveTo>
                  <a:lnTo>
                    <a:pt x="0" y="0"/>
                  </a:lnTo>
                  <a:lnTo>
                    <a:pt x="0" y="19050"/>
                  </a:lnTo>
                  <a:lnTo>
                    <a:pt x="7087870" y="19050"/>
                  </a:lnTo>
                  <a:lnTo>
                    <a:pt x="7087870" y="0"/>
                  </a:lnTo>
                  <a:close/>
                </a:path>
              </a:pathLst>
            </a:custGeom>
            <a:solidFill>
              <a:srgbClr val="F9F9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051559" y="1587500"/>
              <a:ext cx="7087870" cy="20320"/>
            </a:xfrm>
            <a:custGeom>
              <a:avLst/>
              <a:gdLst/>
              <a:ahLst/>
              <a:cxnLst/>
              <a:rect l="l" t="t" r="r" b="b"/>
              <a:pathLst>
                <a:path w="7087870" h="20319">
                  <a:moveTo>
                    <a:pt x="7087870" y="0"/>
                  </a:moveTo>
                  <a:lnTo>
                    <a:pt x="0" y="0"/>
                  </a:lnTo>
                  <a:lnTo>
                    <a:pt x="0" y="20320"/>
                  </a:lnTo>
                  <a:lnTo>
                    <a:pt x="7087870" y="20320"/>
                  </a:lnTo>
                  <a:lnTo>
                    <a:pt x="7087870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051559" y="1607820"/>
              <a:ext cx="7087870" cy="19050"/>
            </a:xfrm>
            <a:custGeom>
              <a:avLst/>
              <a:gdLst/>
              <a:ahLst/>
              <a:cxnLst/>
              <a:rect l="l" t="t" r="r" b="b"/>
              <a:pathLst>
                <a:path w="7087870" h="19050">
                  <a:moveTo>
                    <a:pt x="7087870" y="0"/>
                  </a:moveTo>
                  <a:lnTo>
                    <a:pt x="0" y="0"/>
                  </a:lnTo>
                  <a:lnTo>
                    <a:pt x="0" y="19050"/>
                  </a:lnTo>
                  <a:lnTo>
                    <a:pt x="7087870" y="19050"/>
                  </a:lnTo>
                  <a:lnTo>
                    <a:pt x="708787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1051559" y="1626870"/>
              <a:ext cx="7087870" cy="19050"/>
            </a:xfrm>
            <a:custGeom>
              <a:avLst/>
              <a:gdLst/>
              <a:ahLst/>
              <a:cxnLst/>
              <a:rect l="l" t="t" r="r" b="b"/>
              <a:pathLst>
                <a:path w="7087870" h="19050">
                  <a:moveTo>
                    <a:pt x="7087870" y="0"/>
                  </a:moveTo>
                  <a:lnTo>
                    <a:pt x="0" y="0"/>
                  </a:lnTo>
                  <a:lnTo>
                    <a:pt x="0" y="19050"/>
                  </a:lnTo>
                  <a:lnTo>
                    <a:pt x="7087870" y="19050"/>
                  </a:lnTo>
                  <a:lnTo>
                    <a:pt x="7087870" y="0"/>
                  </a:lnTo>
                  <a:close/>
                </a:path>
              </a:pathLst>
            </a:custGeom>
            <a:solidFill>
              <a:srgbClr val="F6F6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1051559" y="1645920"/>
              <a:ext cx="7087870" cy="19050"/>
            </a:xfrm>
            <a:custGeom>
              <a:avLst/>
              <a:gdLst/>
              <a:ahLst/>
              <a:cxnLst/>
              <a:rect l="l" t="t" r="r" b="b"/>
              <a:pathLst>
                <a:path w="7087870" h="19050">
                  <a:moveTo>
                    <a:pt x="7087870" y="0"/>
                  </a:moveTo>
                  <a:lnTo>
                    <a:pt x="0" y="0"/>
                  </a:lnTo>
                  <a:lnTo>
                    <a:pt x="0" y="19050"/>
                  </a:lnTo>
                  <a:lnTo>
                    <a:pt x="7087870" y="19050"/>
                  </a:lnTo>
                  <a:lnTo>
                    <a:pt x="7087870" y="0"/>
                  </a:lnTo>
                  <a:close/>
                </a:path>
              </a:pathLst>
            </a:custGeom>
            <a:solidFill>
              <a:srgbClr val="F5F5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051559" y="1664970"/>
              <a:ext cx="7087870" cy="19050"/>
            </a:xfrm>
            <a:custGeom>
              <a:avLst/>
              <a:gdLst/>
              <a:ahLst/>
              <a:cxnLst/>
              <a:rect l="l" t="t" r="r" b="b"/>
              <a:pathLst>
                <a:path w="7087870" h="19050">
                  <a:moveTo>
                    <a:pt x="7087870" y="0"/>
                  </a:moveTo>
                  <a:lnTo>
                    <a:pt x="0" y="0"/>
                  </a:lnTo>
                  <a:lnTo>
                    <a:pt x="0" y="19050"/>
                  </a:lnTo>
                  <a:lnTo>
                    <a:pt x="7087870" y="19050"/>
                  </a:lnTo>
                  <a:lnTo>
                    <a:pt x="7087870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051559" y="1684020"/>
              <a:ext cx="7087870" cy="20320"/>
            </a:xfrm>
            <a:custGeom>
              <a:avLst/>
              <a:gdLst/>
              <a:ahLst/>
              <a:cxnLst/>
              <a:rect l="l" t="t" r="r" b="b"/>
              <a:pathLst>
                <a:path w="7087870" h="20319">
                  <a:moveTo>
                    <a:pt x="7087870" y="0"/>
                  </a:moveTo>
                  <a:lnTo>
                    <a:pt x="0" y="0"/>
                  </a:lnTo>
                  <a:lnTo>
                    <a:pt x="0" y="20319"/>
                  </a:lnTo>
                  <a:lnTo>
                    <a:pt x="7087870" y="20319"/>
                  </a:lnTo>
                  <a:lnTo>
                    <a:pt x="7087870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051559" y="1704340"/>
              <a:ext cx="7087870" cy="19050"/>
            </a:xfrm>
            <a:custGeom>
              <a:avLst/>
              <a:gdLst/>
              <a:ahLst/>
              <a:cxnLst/>
              <a:rect l="l" t="t" r="r" b="b"/>
              <a:pathLst>
                <a:path w="7087870" h="19050">
                  <a:moveTo>
                    <a:pt x="7087870" y="0"/>
                  </a:moveTo>
                  <a:lnTo>
                    <a:pt x="0" y="0"/>
                  </a:lnTo>
                  <a:lnTo>
                    <a:pt x="0" y="19050"/>
                  </a:lnTo>
                  <a:lnTo>
                    <a:pt x="7087870" y="19050"/>
                  </a:lnTo>
                  <a:lnTo>
                    <a:pt x="7087870" y="0"/>
                  </a:lnTo>
                  <a:close/>
                </a:path>
              </a:pathLst>
            </a:custGeom>
            <a:solidFill>
              <a:srgbClr val="F2F2F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051559" y="1723390"/>
              <a:ext cx="7087870" cy="19050"/>
            </a:xfrm>
            <a:custGeom>
              <a:avLst/>
              <a:gdLst/>
              <a:ahLst/>
              <a:cxnLst/>
              <a:rect l="l" t="t" r="r" b="b"/>
              <a:pathLst>
                <a:path w="7087870" h="19050">
                  <a:moveTo>
                    <a:pt x="7087870" y="0"/>
                  </a:moveTo>
                  <a:lnTo>
                    <a:pt x="0" y="0"/>
                  </a:lnTo>
                  <a:lnTo>
                    <a:pt x="0" y="19050"/>
                  </a:lnTo>
                  <a:lnTo>
                    <a:pt x="7087870" y="19050"/>
                  </a:lnTo>
                  <a:lnTo>
                    <a:pt x="7087870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051559" y="1742440"/>
              <a:ext cx="7087870" cy="19050"/>
            </a:xfrm>
            <a:custGeom>
              <a:avLst/>
              <a:gdLst/>
              <a:ahLst/>
              <a:cxnLst/>
              <a:rect l="l" t="t" r="r" b="b"/>
              <a:pathLst>
                <a:path w="7087870" h="19050">
                  <a:moveTo>
                    <a:pt x="7087870" y="0"/>
                  </a:moveTo>
                  <a:lnTo>
                    <a:pt x="0" y="0"/>
                  </a:lnTo>
                  <a:lnTo>
                    <a:pt x="0" y="19050"/>
                  </a:lnTo>
                  <a:lnTo>
                    <a:pt x="7087870" y="19050"/>
                  </a:lnTo>
                  <a:lnTo>
                    <a:pt x="7087870" y="0"/>
                  </a:lnTo>
                  <a:close/>
                </a:path>
              </a:pathLst>
            </a:custGeom>
            <a:solidFill>
              <a:srgbClr val="F0F0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051559" y="1761490"/>
              <a:ext cx="7087870" cy="19050"/>
            </a:xfrm>
            <a:custGeom>
              <a:avLst/>
              <a:gdLst/>
              <a:ahLst/>
              <a:cxnLst/>
              <a:rect l="l" t="t" r="r" b="b"/>
              <a:pathLst>
                <a:path w="7087870" h="19050">
                  <a:moveTo>
                    <a:pt x="7087870" y="0"/>
                  </a:moveTo>
                  <a:lnTo>
                    <a:pt x="0" y="0"/>
                  </a:lnTo>
                  <a:lnTo>
                    <a:pt x="0" y="19050"/>
                  </a:lnTo>
                  <a:lnTo>
                    <a:pt x="7087870" y="19050"/>
                  </a:lnTo>
                  <a:lnTo>
                    <a:pt x="7087870" y="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1051559" y="1780540"/>
              <a:ext cx="7087870" cy="19050"/>
            </a:xfrm>
            <a:custGeom>
              <a:avLst/>
              <a:gdLst/>
              <a:ahLst/>
              <a:cxnLst/>
              <a:rect l="l" t="t" r="r" b="b"/>
              <a:pathLst>
                <a:path w="7087870" h="19050">
                  <a:moveTo>
                    <a:pt x="7087870" y="0"/>
                  </a:moveTo>
                  <a:lnTo>
                    <a:pt x="0" y="0"/>
                  </a:lnTo>
                  <a:lnTo>
                    <a:pt x="0" y="19050"/>
                  </a:lnTo>
                  <a:lnTo>
                    <a:pt x="7087870" y="19050"/>
                  </a:lnTo>
                  <a:lnTo>
                    <a:pt x="7087870" y="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1051559" y="1799590"/>
              <a:ext cx="7087870" cy="20320"/>
            </a:xfrm>
            <a:custGeom>
              <a:avLst/>
              <a:gdLst/>
              <a:ahLst/>
              <a:cxnLst/>
              <a:rect l="l" t="t" r="r" b="b"/>
              <a:pathLst>
                <a:path w="7087870" h="20319">
                  <a:moveTo>
                    <a:pt x="7087870" y="0"/>
                  </a:moveTo>
                  <a:lnTo>
                    <a:pt x="0" y="0"/>
                  </a:lnTo>
                  <a:lnTo>
                    <a:pt x="0" y="20320"/>
                  </a:lnTo>
                  <a:lnTo>
                    <a:pt x="7087870" y="20320"/>
                  </a:lnTo>
                  <a:lnTo>
                    <a:pt x="7087870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051559" y="1819910"/>
              <a:ext cx="7087870" cy="19050"/>
            </a:xfrm>
            <a:custGeom>
              <a:avLst/>
              <a:gdLst/>
              <a:ahLst/>
              <a:cxnLst/>
              <a:rect l="l" t="t" r="r" b="b"/>
              <a:pathLst>
                <a:path w="7087870" h="19050">
                  <a:moveTo>
                    <a:pt x="7087870" y="0"/>
                  </a:moveTo>
                  <a:lnTo>
                    <a:pt x="0" y="0"/>
                  </a:lnTo>
                  <a:lnTo>
                    <a:pt x="0" y="19050"/>
                  </a:lnTo>
                  <a:lnTo>
                    <a:pt x="7087870" y="19050"/>
                  </a:lnTo>
                  <a:lnTo>
                    <a:pt x="7087870" y="0"/>
                  </a:lnTo>
                  <a:close/>
                </a:path>
              </a:pathLst>
            </a:custGeom>
            <a:solidFill>
              <a:srgbClr val="ECEC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051559" y="1838960"/>
              <a:ext cx="7087870" cy="19050"/>
            </a:xfrm>
            <a:custGeom>
              <a:avLst/>
              <a:gdLst/>
              <a:ahLst/>
              <a:cxnLst/>
              <a:rect l="l" t="t" r="r" b="b"/>
              <a:pathLst>
                <a:path w="7087870" h="19050">
                  <a:moveTo>
                    <a:pt x="7087870" y="0"/>
                  </a:moveTo>
                  <a:lnTo>
                    <a:pt x="0" y="0"/>
                  </a:lnTo>
                  <a:lnTo>
                    <a:pt x="0" y="19050"/>
                  </a:lnTo>
                  <a:lnTo>
                    <a:pt x="7087870" y="19050"/>
                  </a:lnTo>
                  <a:lnTo>
                    <a:pt x="7087870" y="0"/>
                  </a:lnTo>
                  <a:close/>
                </a:path>
              </a:pathLst>
            </a:custGeom>
            <a:solidFill>
              <a:srgbClr val="EBEB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1051559" y="1858010"/>
              <a:ext cx="7087870" cy="19050"/>
            </a:xfrm>
            <a:custGeom>
              <a:avLst/>
              <a:gdLst/>
              <a:ahLst/>
              <a:cxnLst/>
              <a:rect l="l" t="t" r="r" b="b"/>
              <a:pathLst>
                <a:path w="7087870" h="19050">
                  <a:moveTo>
                    <a:pt x="7087870" y="0"/>
                  </a:moveTo>
                  <a:lnTo>
                    <a:pt x="0" y="0"/>
                  </a:lnTo>
                  <a:lnTo>
                    <a:pt x="0" y="19050"/>
                  </a:lnTo>
                  <a:lnTo>
                    <a:pt x="7087870" y="19050"/>
                  </a:lnTo>
                  <a:lnTo>
                    <a:pt x="7087870" y="0"/>
                  </a:lnTo>
                  <a:close/>
                </a:path>
              </a:pathLst>
            </a:custGeom>
            <a:solidFill>
              <a:srgbClr val="EAE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1051559" y="1877060"/>
              <a:ext cx="7087870" cy="19050"/>
            </a:xfrm>
            <a:custGeom>
              <a:avLst/>
              <a:gdLst/>
              <a:ahLst/>
              <a:cxnLst/>
              <a:rect l="l" t="t" r="r" b="b"/>
              <a:pathLst>
                <a:path w="7087870" h="19050">
                  <a:moveTo>
                    <a:pt x="7087870" y="0"/>
                  </a:moveTo>
                  <a:lnTo>
                    <a:pt x="0" y="0"/>
                  </a:lnTo>
                  <a:lnTo>
                    <a:pt x="0" y="19050"/>
                  </a:lnTo>
                  <a:lnTo>
                    <a:pt x="7087870" y="19050"/>
                  </a:lnTo>
                  <a:lnTo>
                    <a:pt x="7087870" y="0"/>
                  </a:lnTo>
                  <a:close/>
                </a:path>
              </a:pathLst>
            </a:custGeom>
            <a:solidFill>
              <a:srgbClr val="E9E9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1051559" y="1896110"/>
              <a:ext cx="7087870" cy="20320"/>
            </a:xfrm>
            <a:custGeom>
              <a:avLst/>
              <a:gdLst/>
              <a:ahLst/>
              <a:cxnLst/>
              <a:rect l="l" t="t" r="r" b="b"/>
              <a:pathLst>
                <a:path w="7087870" h="20319">
                  <a:moveTo>
                    <a:pt x="7087870" y="0"/>
                  </a:moveTo>
                  <a:lnTo>
                    <a:pt x="0" y="0"/>
                  </a:lnTo>
                  <a:lnTo>
                    <a:pt x="0" y="20319"/>
                  </a:lnTo>
                  <a:lnTo>
                    <a:pt x="7087870" y="20319"/>
                  </a:lnTo>
                  <a:lnTo>
                    <a:pt x="7087870" y="0"/>
                  </a:lnTo>
                  <a:close/>
                </a:path>
              </a:pathLst>
            </a:custGeom>
            <a:solidFill>
              <a:srgbClr val="E8E8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051559" y="1916430"/>
              <a:ext cx="7087870" cy="19050"/>
            </a:xfrm>
            <a:custGeom>
              <a:avLst/>
              <a:gdLst/>
              <a:ahLst/>
              <a:cxnLst/>
              <a:rect l="l" t="t" r="r" b="b"/>
              <a:pathLst>
                <a:path w="7087870" h="19050">
                  <a:moveTo>
                    <a:pt x="7087870" y="0"/>
                  </a:moveTo>
                  <a:lnTo>
                    <a:pt x="0" y="0"/>
                  </a:lnTo>
                  <a:lnTo>
                    <a:pt x="0" y="19050"/>
                  </a:lnTo>
                  <a:lnTo>
                    <a:pt x="7087870" y="19050"/>
                  </a:lnTo>
                  <a:lnTo>
                    <a:pt x="7087870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051559" y="1935480"/>
              <a:ext cx="7087870" cy="19050"/>
            </a:xfrm>
            <a:custGeom>
              <a:avLst/>
              <a:gdLst/>
              <a:ahLst/>
              <a:cxnLst/>
              <a:rect l="l" t="t" r="r" b="b"/>
              <a:pathLst>
                <a:path w="7087870" h="19050">
                  <a:moveTo>
                    <a:pt x="7087870" y="0"/>
                  </a:moveTo>
                  <a:lnTo>
                    <a:pt x="0" y="0"/>
                  </a:lnTo>
                  <a:lnTo>
                    <a:pt x="0" y="19050"/>
                  </a:lnTo>
                  <a:lnTo>
                    <a:pt x="7087870" y="19050"/>
                  </a:lnTo>
                  <a:lnTo>
                    <a:pt x="7087870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051559" y="1954530"/>
              <a:ext cx="7087870" cy="19050"/>
            </a:xfrm>
            <a:custGeom>
              <a:avLst/>
              <a:gdLst/>
              <a:ahLst/>
              <a:cxnLst/>
              <a:rect l="l" t="t" r="r" b="b"/>
              <a:pathLst>
                <a:path w="7087870" h="19050">
                  <a:moveTo>
                    <a:pt x="7087870" y="0"/>
                  </a:moveTo>
                  <a:lnTo>
                    <a:pt x="0" y="0"/>
                  </a:lnTo>
                  <a:lnTo>
                    <a:pt x="0" y="19050"/>
                  </a:lnTo>
                  <a:lnTo>
                    <a:pt x="7087870" y="19050"/>
                  </a:lnTo>
                  <a:lnTo>
                    <a:pt x="7087870" y="0"/>
                  </a:lnTo>
                  <a:close/>
                </a:path>
              </a:pathLst>
            </a:custGeom>
            <a:solidFill>
              <a:srgbClr val="E5E5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051559" y="1973580"/>
              <a:ext cx="7087870" cy="19050"/>
            </a:xfrm>
            <a:custGeom>
              <a:avLst/>
              <a:gdLst/>
              <a:ahLst/>
              <a:cxnLst/>
              <a:rect l="l" t="t" r="r" b="b"/>
              <a:pathLst>
                <a:path w="7087870" h="19050">
                  <a:moveTo>
                    <a:pt x="7087870" y="0"/>
                  </a:moveTo>
                  <a:lnTo>
                    <a:pt x="0" y="0"/>
                  </a:lnTo>
                  <a:lnTo>
                    <a:pt x="0" y="19050"/>
                  </a:lnTo>
                  <a:lnTo>
                    <a:pt x="7087870" y="19050"/>
                  </a:lnTo>
                  <a:lnTo>
                    <a:pt x="7087870" y="0"/>
                  </a:lnTo>
                  <a:close/>
                </a:path>
              </a:pathLst>
            </a:custGeom>
            <a:solidFill>
              <a:srgbClr val="E4E4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051559" y="1992630"/>
              <a:ext cx="7087870" cy="19050"/>
            </a:xfrm>
            <a:custGeom>
              <a:avLst/>
              <a:gdLst/>
              <a:ahLst/>
              <a:cxnLst/>
              <a:rect l="l" t="t" r="r" b="b"/>
              <a:pathLst>
                <a:path w="7087870" h="19050">
                  <a:moveTo>
                    <a:pt x="7087870" y="0"/>
                  </a:moveTo>
                  <a:lnTo>
                    <a:pt x="0" y="0"/>
                  </a:lnTo>
                  <a:lnTo>
                    <a:pt x="0" y="19050"/>
                  </a:lnTo>
                  <a:lnTo>
                    <a:pt x="7087870" y="19050"/>
                  </a:lnTo>
                  <a:lnTo>
                    <a:pt x="7087870" y="0"/>
                  </a:lnTo>
                  <a:close/>
                </a:path>
              </a:pathLst>
            </a:custGeom>
            <a:solidFill>
              <a:srgbClr val="E3E3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051560" y="2011679"/>
              <a:ext cx="7087870" cy="20320"/>
            </a:xfrm>
            <a:custGeom>
              <a:avLst/>
              <a:gdLst/>
              <a:ahLst/>
              <a:cxnLst/>
              <a:rect l="l" t="t" r="r" b="b"/>
              <a:pathLst>
                <a:path w="7087870" h="20319">
                  <a:moveTo>
                    <a:pt x="7087870" y="10160"/>
                  </a:moveTo>
                  <a:lnTo>
                    <a:pt x="1270" y="10160"/>
                  </a:lnTo>
                  <a:lnTo>
                    <a:pt x="1270" y="19050"/>
                  </a:lnTo>
                  <a:lnTo>
                    <a:pt x="2540" y="19050"/>
                  </a:lnTo>
                  <a:lnTo>
                    <a:pt x="2540" y="20320"/>
                  </a:lnTo>
                  <a:lnTo>
                    <a:pt x="7086600" y="20320"/>
                  </a:lnTo>
                  <a:lnTo>
                    <a:pt x="7086600" y="19050"/>
                  </a:lnTo>
                  <a:lnTo>
                    <a:pt x="7087870" y="19050"/>
                  </a:lnTo>
                  <a:lnTo>
                    <a:pt x="7087870" y="10160"/>
                  </a:lnTo>
                  <a:close/>
                </a:path>
                <a:path w="7087870" h="20319">
                  <a:moveTo>
                    <a:pt x="7087870" y="0"/>
                  </a:moveTo>
                  <a:lnTo>
                    <a:pt x="0" y="0"/>
                  </a:lnTo>
                  <a:lnTo>
                    <a:pt x="0" y="8890"/>
                  </a:lnTo>
                  <a:lnTo>
                    <a:pt x="7087870" y="8890"/>
                  </a:lnTo>
                  <a:lnTo>
                    <a:pt x="7087870" y="0"/>
                  </a:lnTo>
                  <a:close/>
                </a:path>
              </a:pathLst>
            </a:custGeom>
            <a:solidFill>
              <a:srgbClr val="E2E2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054100" y="2031999"/>
              <a:ext cx="7084059" cy="19050"/>
            </a:xfrm>
            <a:custGeom>
              <a:avLst/>
              <a:gdLst/>
              <a:ahLst/>
              <a:cxnLst/>
              <a:rect l="l" t="t" r="r" b="b"/>
              <a:pathLst>
                <a:path w="7084059" h="19050">
                  <a:moveTo>
                    <a:pt x="7084060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1270" y="7620"/>
                  </a:lnTo>
                  <a:lnTo>
                    <a:pt x="1270" y="10160"/>
                  </a:lnTo>
                  <a:lnTo>
                    <a:pt x="2540" y="10160"/>
                  </a:lnTo>
                  <a:lnTo>
                    <a:pt x="2540" y="11430"/>
                  </a:lnTo>
                  <a:lnTo>
                    <a:pt x="2540" y="13970"/>
                  </a:lnTo>
                  <a:lnTo>
                    <a:pt x="3810" y="13970"/>
                  </a:lnTo>
                  <a:lnTo>
                    <a:pt x="3810" y="17780"/>
                  </a:lnTo>
                  <a:lnTo>
                    <a:pt x="5080" y="17780"/>
                  </a:lnTo>
                  <a:lnTo>
                    <a:pt x="5067" y="19050"/>
                  </a:lnTo>
                  <a:lnTo>
                    <a:pt x="7078980" y="19050"/>
                  </a:lnTo>
                  <a:lnTo>
                    <a:pt x="7078980" y="17780"/>
                  </a:lnTo>
                  <a:lnTo>
                    <a:pt x="7080250" y="17780"/>
                  </a:lnTo>
                  <a:lnTo>
                    <a:pt x="7080250" y="13970"/>
                  </a:lnTo>
                  <a:lnTo>
                    <a:pt x="7081520" y="13970"/>
                  </a:lnTo>
                  <a:lnTo>
                    <a:pt x="7081520" y="11430"/>
                  </a:lnTo>
                  <a:lnTo>
                    <a:pt x="7082790" y="11430"/>
                  </a:lnTo>
                  <a:lnTo>
                    <a:pt x="7082790" y="10160"/>
                  </a:lnTo>
                  <a:lnTo>
                    <a:pt x="7082790" y="7620"/>
                  </a:lnTo>
                  <a:lnTo>
                    <a:pt x="7084060" y="7620"/>
                  </a:lnTo>
                  <a:lnTo>
                    <a:pt x="7084060" y="0"/>
                  </a:lnTo>
                  <a:close/>
                </a:path>
              </a:pathLst>
            </a:custGeom>
            <a:solidFill>
              <a:srgbClr val="E1E1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059180" y="2051049"/>
              <a:ext cx="7073900" cy="19050"/>
            </a:xfrm>
            <a:custGeom>
              <a:avLst/>
              <a:gdLst/>
              <a:ahLst/>
              <a:cxnLst/>
              <a:rect l="l" t="t" r="r" b="b"/>
              <a:pathLst>
                <a:path w="7073900" h="19050">
                  <a:moveTo>
                    <a:pt x="7063740" y="17792"/>
                  </a:moveTo>
                  <a:lnTo>
                    <a:pt x="10160" y="17792"/>
                  </a:lnTo>
                  <a:lnTo>
                    <a:pt x="10160" y="19050"/>
                  </a:lnTo>
                  <a:lnTo>
                    <a:pt x="7063740" y="19050"/>
                  </a:lnTo>
                  <a:lnTo>
                    <a:pt x="7063740" y="17792"/>
                  </a:lnTo>
                  <a:close/>
                </a:path>
                <a:path w="7073900" h="19050">
                  <a:moveTo>
                    <a:pt x="7067550" y="11442"/>
                  </a:moveTo>
                  <a:lnTo>
                    <a:pt x="6350" y="11442"/>
                  </a:lnTo>
                  <a:lnTo>
                    <a:pt x="6350" y="13970"/>
                  </a:lnTo>
                  <a:lnTo>
                    <a:pt x="7620" y="13970"/>
                  </a:lnTo>
                  <a:lnTo>
                    <a:pt x="7620" y="15240"/>
                  </a:lnTo>
                  <a:lnTo>
                    <a:pt x="8890" y="15240"/>
                  </a:lnTo>
                  <a:lnTo>
                    <a:pt x="8890" y="17780"/>
                  </a:lnTo>
                  <a:lnTo>
                    <a:pt x="7065010" y="17780"/>
                  </a:lnTo>
                  <a:lnTo>
                    <a:pt x="7065010" y="15240"/>
                  </a:lnTo>
                  <a:lnTo>
                    <a:pt x="7066280" y="15240"/>
                  </a:lnTo>
                  <a:lnTo>
                    <a:pt x="7066280" y="13970"/>
                  </a:lnTo>
                  <a:lnTo>
                    <a:pt x="7067550" y="13970"/>
                  </a:lnTo>
                  <a:lnTo>
                    <a:pt x="7067550" y="11442"/>
                  </a:lnTo>
                  <a:close/>
                </a:path>
                <a:path w="7073900" h="19050">
                  <a:moveTo>
                    <a:pt x="707390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1270" y="5080"/>
                  </a:lnTo>
                  <a:lnTo>
                    <a:pt x="2540" y="5080"/>
                  </a:lnTo>
                  <a:lnTo>
                    <a:pt x="2540" y="7620"/>
                  </a:lnTo>
                  <a:lnTo>
                    <a:pt x="3810" y="7620"/>
                  </a:lnTo>
                  <a:lnTo>
                    <a:pt x="3810" y="10160"/>
                  </a:lnTo>
                  <a:lnTo>
                    <a:pt x="5080" y="10160"/>
                  </a:lnTo>
                  <a:lnTo>
                    <a:pt x="5080" y="11430"/>
                  </a:lnTo>
                  <a:lnTo>
                    <a:pt x="7068820" y="11430"/>
                  </a:lnTo>
                  <a:lnTo>
                    <a:pt x="7068820" y="10160"/>
                  </a:lnTo>
                  <a:lnTo>
                    <a:pt x="7070090" y="10160"/>
                  </a:lnTo>
                  <a:lnTo>
                    <a:pt x="7070090" y="7620"/>
                  </a:lnTo>
                  <a:lnTo>
                    <a:pt x="7071360" y="7620"/>
                  </a:lnTo>
                  <a:lnTo>
                    <a:pt x="7071360" y="5080"/>
                  </a:lnTo>
                  <a:lnTo>
                    <a:pt x="7072630" y="5080"/>
                  </a:lnTo>
                  <a:lnTo>
                    <a:pt x="7072630" y="2540"/>
                  </a:lnTo>
                  <a:lnTo>
                    <a:pt x="7073900" y="2540"/>
                  </a:lnTo>
                  <a:lnTo>
                    <a:pt x="7073900" y="1270"/>
                  </a:lnTo>
                  <a:lnTo>
                    <a:pt x="7073900" y="0"/>
                  </a:lnTo>
                  <a:close/>
                </a:path>
              </a:pathLst>
            </a:custGeom>
            <a:solidFill>
              <a:srgbClr val="E0E0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069340" y="2070099"/>
              <a:ext cx="7053580" cy="19050"/>
            </a:xfrm>
            <a:custGeom>
              <a:avLst/>
              <a:gdLst/>
              <a:ahLst/>
              <a:cxnLst/>
              <a:rect l="l" t="t" r="r" b="b"/>
              <a:pathLst>
                <a:path w="7053580" h="19050">
                  <a:moveTo>
                    <a:pt x="705358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1270" y="3810"/>
                  </a:lnTo>
                  <a:lnTo>
                    <a:pt x="2540" y="3810"/>
                  </a:lnTo>
                  <a:lnTo>
                    <a:pt x="2540" y="5080"/>
                  </a:lnTo>
                  <a:lnTo>
                    <a:pt x="2540" y="6350"/>
                  </a:lnTo>
                  <a:lnTo>
                    <a:pt x="3810" y="6350"/>
                  </a:lnTo>
                  <a:lnTo>
                    <a:pt x="3810" y="7620"/>
                  </a:lnTo>
                  <a:lnTo>
                    <a:pt x="5080" y="7620"/>
                  </a:lnTo>
                  <a:lnTo>
                    <a:pt x="5080" y="8890"/>
                  </a:lnTo>
                  <a:lnTo>
                    <a:pt x="6350" y="8890"/>
                  </a:lnTo>
                  <a:lnTo>
                    <a:pt x="6350" y="10160"/>
                  </a:lnTo>
                  <a:lnTo>
                    <a:pt x="6350" y="11430"/>
                  </a:lnTo>
                  <a:lnTo>
                    <a:pt x="7620" y="11430"/>
                  </a:lnTo>
                  <a:lnTo>
                    <a:pt x="7620" y="12700"/>
                  </a:lnTo>
                  <a:lnTo>
                    <a:pt x="8890" y="12700"/>
                  </a:lnTo>
                  <a:lnTo>
                    <a:pt x="8890" y="13970"/>
                  </a:lnTo>
                  <a:lnTo>
                    <a:pt x="10160" y="13970"/>
                  </a:lnTo>
                  <a:lnTo>
                    <a:pt x="10160" y="15240"/>
                  </a:lnTo>
                  <a:lnTo>
                    <a:pt x="11430" y="15240"/>
                  </a:lnTo>
                  <a:lnTo>
                    <a:pt x="11430" y="16510"/>
                  </a:lnTo>
                  <a:lnTo>
                    <a:pt x="12700" y="16510"/>
                  </a:lnTo>
                  <a:lnTo>
                    <a:pt x="12700" y="17780"/>
                  </a:lnTo>
                  <a:lnTo>
                    <a:pt x="13970" y="17780"/>
                  </a:lnTo>
                  <a:lnTo>
                    <a:pt x="13970" y="19050"/>
                  </a:lnTo>
                  <a:lnTo>
                    <a:pt x="7039610" y="19050"/>
                  </a:lnTo>
                  <a:lnTo>
                    <a:pt x="7039610" y="17780"/>
                  </a:lnTo>
                  <a:lnTo>
                    <a:pt x="7040880" y="17780"/>
                  </a:lnTo>
                  <a:lnTo>
                    <a:pt x="7040880" y="16510"/>
                  </a:lnTo>
                  <a:lnTo>
                    <a:pt x="7042150" y="16510"/>
                  </a:lnTo>
                  <a:lnTo>
                    <a:pt x="7042150" y="15240"/>
                  </a:lnTo>
                  <a:lnTo>
                    <a:pt x="7043420" y="15240"/>
                  </a:lnTo>
                  <a:lnTo>
                    <a:pt x="7043420" y="13970"/>
                  </a:lnTo>
                  <a:lnTo>
                    <a:pt x="7044690" y="13970"/>
                  </a:lnTo>
                  <a:lnTo>
                    <a:pt x="7044690" y="12700"/>
                  </a:lnTo>
                  <a:lnTo>
                    <a:pt x="7044690" y="11430"/>
                  </a:lnTo>
                  <a:lnTo>
                    <a:pt x="7045960" y="11430"/>
                  </a:lnTo>
                  <a:lnTo>
                    <a:pt x="7045960" y="10160"/>
                  </a:lnTo>
                  <a:lnTo>
                    <a:pt x="7047230" y="10160"/>
                  </a:lnTo>
                  <a:lnTo>
                    <a:pt x="7047230" y="8890"/>
                  </a:lnTo>
                  <a:lnTo>
                    <a:pt x="7048500" y="8890"/>
                  </a:lnTo>
                  <a:lnTo>
                    <a:pt x="7048500" y="7620"/>
                  </a:lnTo>
                  <a:lnTo>
                    <a:pt x="7048500" y="6350"/>
                  </a:lnTo>
                  <a:lnTo>
                    <a:pt x="7049770" y="6350"/>
                  </a:lnTo>
                  <a:lnTo>
                    <a:pt x="7049770" y="5080"/>
                  </a:lnTo>
                  <a:lnTo>
                    <a:pt x="7051040" y="5080"/>
                  </a:lnTo>
                  <a:lnTo>
                    <a:pt x="7051040" y="3810"/>
                  </a:lnTo>
                  <a:lnTo>
                    <a:pt x="7051040" y="2540"/>
                  </a:lnTo>
                  <a:lnTo>
                    <a:pt x="7052310" y="2540"/>
                  </a:lnTo>
                  <a:lnTo>
                    <a:pt x="7052310" y="1270"/>
                  </a:lnTo>
                  <a:lnTo>
                    <a:pt x="7053580" y="1270"/>
                  </a:lnTo>
                  <a:lnTo>
                    <a:pt x="7053580" y="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084580" y="2089149"/>
              <a:ext cx="7023100" cy="19050"/>
            </a:xfrm>
            <a:custGeom>
              <a:avLst/>
              <a:gdLst/>
              <a:ahLst/>
              <a:cxnLst/>
              <a:rect l="l" t="t" r="r" b="b"/>
              <a:pathLst>
                <a:path w="7023100" h="19050">
                  <a:moveTo>
                    <a:pt x="702310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80"/>
                  </a:lnTo>
                  <a:lnTo>
                    <a:pt x="5080" y="5080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20"/>
                  </a:lnTo>
                  <a:lnTo>
                    <a:pt x="7620" y="7620"/>
                  </a:lnTo>
                  <a:lnTo>
                    <a:pt x="7620" y="8890"/>
                  </a:lnTo>
                  <a:lnTo>
                    <a:pt x="8890" y="8890"/>
                  </a:lnTo>
                  <a:lnTo>
                    <a:pt x="8890" y="10160"/>
                  </a:lnTo>
                  <a:lnTo>
                    <a:pt x="10160" y="10160"/>
                  </a:lnTo>
                  <a:lnTo>
                    <a:pt x="10160" y="11430"/>
                  </a:lnTo>
                  <a:lnTo>
                    <a:pt x="11430" y="11430"/>
                  </a:lnTo>
                  <a:lnTo>
                    <a:pt x="11430" y="12700"/>
                  </a:lnTo>
                  <a:lnTo>
                    <a:pt x="13970" y="12700"/>
                  </a:lnTo>
                  <a:lnTo>
                    <a:pt x="13970" y="13970"/>
                  </a:lnTo>
                  <a:lnTo>
                    <a:pt x="15240" y="13970"/>
                  </a:lnTo>
                  <a:lnTo>
                    <a:pt x="15240" y="15240"/>
                  </a:lnTo>
                  <a:lnTo>
                    <a:pt x="16510" y="15240"/>
                  </a:lnTo>
                  <a:lnTo>
                    <a:pt x="16510" y="16510"/>
                  </a:lnTo>
                  <a:lnTo>
                    <a:pt x="19050" y="16510"/>
                  </a:lnTo>
                  <a:lnTo>
                    <a:pt x="19050" y="17780"/>
                  </a:lnTo>
                  <a:lnTo>
                    <a:pt x="20320" y="17780"/>
                  </a:lnTo>
                  <a:lnTo>
                    <a:pt x="20320" y="19050"/>
                  </a:lnTo>
                  <a:lnTo>
                    <a:pt x="7000240" y="19050"/>
                  </a:lnTo>
                  <a:lnTo>
                    <a:pt x="7000240" y="17780"/>
                  </a:lnTo>
                  <a:lnTo>
                    <a:pt x="7002780" y="17780"/>
                  </a:lnTo>
                  <a:lnTo>
                    <a:pt x="7002780" y="16510"/>
                  </a:lnTo>
                  <a:lnTo>
                    <a:pt x="7004050" y="16510"/>
                  </a:lnTo>
                  <a:lnTo>
                    <a:pt x="7004050" y="15240"/>
                  </a:lnTo>
                  <a:lnTo>
                    <a:pt x="7006590" y="15240"/>
                  </a:lnTo>
                  <a:lnTo>
                    <a:pt x="7006590" y="13970"/>
                  </a:lnTo>
                  <a:lnTo>
                    <a:pt x="7007860" y="13970"/>
                  </a:lnTo>
                  <a:lnTo>
                    <a:pt x="7007860" y="12700"/>
                  </a:lnTo>
                  <a:lnTo>
                    <a:pt x="7010400" y="12700"/>
                  </a:lnTo>
                  <a:lnTo>
                    <a:pt x="7010400" y="11430"/>
                  </a:lnTo>
                  <a:lnTo>
                    <a:pt x="7012940" y="11430"/>
                  </a:lnTo>
                  <a:lnTo>
                    <a:pt x="7012940" y="10160"/>
                  </a:lnTo>
                  <a:lnTo>
                    <a:pt x="7014210" y="10160"/>
                  </a:lnTo>
                  <a:lnTo>
                    <a:pt x="7014210" y="8890"/>
                  </a:lnTo>
                  <a:lnTo>
                    <a:pt x="7015480" y="8890"/>
                  </a:lnTo>
                  <a:lnTo>
                    <a:pt x="7015480" y="7620"/>
                  </a:lnTo>
                  <a:lnTo>
                    <a:pt x="7016750" y="7620"/>
                  </a:lnTo>
                  <a:lnTo>
                    <a:pt x="7016750" y="6350"/>
                  </a:lnTo>
                  <a:lnTo>
                    <a:pt x="7018020" y="6350"/>
                  </a:lnTo>
                  <a:lnTo>
                    <a:pt x="7018020" y="5080"/>
                  </a:lnTo>
                  <a:lnTo>
                    <a:pt x="7019290" y="5080"/>
                  </a:lnTo>
                  <a:lnTo>
                    <a:pt x="7019290" y="3810"/>
                  </a:lnTo>
                  <a:lnTo>
                    <a:pt x="7020560" y="3810"/>
                  </a:lnTo>
                  <a:lnTo>
                    <a:pt x="7020560" y="2540"/>
                  </a:lnTo>
                  <a:lnTo>
                    <a:pt x="7021830" y="2540"/>
                  </a:lnTo>
                  <a:lnTo>
                    <a:pt x="7021830" y="1270"/>
                  </a:lnTo>
                  <a:lnTo>
                    <a:pt x="7023100" y="1270"/>
                  </a:lnTo>
                  <a:lnTo>
                    <a:pt x="7023100" y="0"/>
                  </a:lnTo>
                  <a:close/>
                </a:path>
              </a:pathLst>
            </a:custGeom>
            <a:solidFill>
              <a:srgbClr val="DEDE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107440" y="2108199"/>
              <a:ext cx="6976109" cy="20320"/>
            </a:xfrm>
            <a:custGeom>
              <a:avLst/>
              <a:gdLst/>
              <a:ahLst/>
              <a:cxnLst/>
              <a:rect l="l" t="t" r="r" b="b"/>
              <a:pathLst>
                <a:path w="6976109" h="20319">
                  <a:moveTo>
                    <a:pt x="69761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5080" y="3810"/>
                  </a:lnTo>
                  <a:lnTo>
                    <a:pt x="5080" y="5080"/>
                  </a:lnTo>
                  <a:lnTo>
                    <a:pt x="6350" y="5080"/>
                  </a:lnTo>
                  <a:lnTo>
                    <a:pt x="6350" y="6350"/>
                  </a:lnTo>
                  <a:lnTo>
                    <a:pt x="8890" y="6350"/>
                  </a:lnTo>
                  <a:lnTo>
                    <a:pt x="8890" y="7620"/>
                  </a:lnTo>
                  <a:lnTo>
                    <a:pt x="11430" y="7620"/>
                  </a:lnTo>
                  <a:lnTo>
                    <a:pt x="11430" y="8890"/>
                  </a:lnTo>
                  <a:lnTo>
                    <a:pt x="15240" y="8890"/>
                  </a:lnTo>
                  <a:lnTo>
                    <a:pt x="15240" y="10160"/>
                  </a:lnTo>
                  <a:lnTo>
                    <a:pt x="17780" y="10160"/>
                  </a:lnTo>
                  <a:lnTo>
                    <a:pt x="17780" y="11430"/>
                  </a:lnTo>
                  <a:lnTo>
                    <a:pt x="20320" y="11430"/>
                  </a:lnTo>
                  <a:lnTo>
                    <a:pt x="20320" y="12700"/>
                  </a:lnTo>
                  <a:lnTo>
                    <a:pt x="25400" y="12700"/>
                  </a:lnTo>
                  <a:lnTo>
                    <a:pt x="25400" y="13970"/>
                  </a:lnTo>
                  <a:lnTo>
                    <a:pt x="27940" y="13970"/>
                  </a:lnTo>
                  <a:lnTo>
                    <a:pt x="27940" y="15240"/>
                  </a:lnTo>
                  <a:lnTo>
                    <a:pt x="30480" y="15240"/>
                  </a:lnTo>
                  <a:lnTo>
                    <a:pt x="30480" y="16510"/>
                  </a:lnTo>
                  <a:lnTo>
                    <a:pt x="35560" y="16510"/>
                  </a:lnTo>
                  <a:lnTo>
                    <a:pt x="35560" y="17780"/>
                  </a:lnTo>
                  <a:lnTo>
                    <a:pt x="45720" y="17780"/>
                  </a:lnTo>
                  <a:lnTo>
                    <a:pt x="45720" y="19050"/>
                  </a:lnTo>
                  <a:lnTo>
                    <a:pt x="55880" y="19050"/>
                  </a:lnTo>
                  <a:lnTo>
                    <a:pt x="55880" y="20320"/>
                  </a:lnTo>
                  <a:lnTo>
                    <a:pt x="6920230" y="20320"/>
                  </a:lnTo>
                  <a:lnTo>
                    <a:pt x="6920230" y="19050"/>
                  </a:lnTo>
                  <a:lnTo>
                    <a:pt x="6930390" y="19050"/>
                  </a:lnTo>
                  <a:lnTo>
                    <a:pt x="6930390" y="17780"/>
                  </a:lnTo>
                  <a:lnTo>
                    <a:pt x="6941820" y="17780"/>
                  </a:lnTo>
                  <a:lnTo>
                    <a:pt x="6941820" y="16510"/>
                  </a:lnTo>
                  <a:lnTo>
                    <a:pt x="6944360" y="16510"/>
                  </a:lnTo>
                  <a:lnTo>
                    <a:pt x="6944360" y="15240"/>
                  </a:lnTo>
                  <a:lnTo>
                    <a:pt x="6946887" y="15240"/>
                  </a:lnTo>
                  <a:lnTo>
                    <a:pt x="6946887" y="13970"/>
                  </a:lnTo>
                  <a:lnTo>
                    <a:pt x="6951980" y="13970"/>
                  </a:lnTo>
                  <a:lnTo>
                    <a:pt x="6951980" y="12700"/>
                  </a:lnTo>
                  <a:lnTo>
                    <a:pt x="6954520" y="12700"/>
                  </a:lnTo>
                  <a:lnTo>
                    <a:pt x="6954520" y="11430"/>
                  </a:lnTo>
                  <a:lnTo>
                    <a:pt x="6957060" y="11430"/>
                  </a:lnTo>
                  <a:lnTo>
                    <a:pt x="6957060" y="10160"/>
                  </a:lnTo>
                  <a:lnTo>
                    <a:pt x="6962140" y="10160"/>
                  </a:lnTo>
                  <a:lnTo>
                    <a:pt x="6962140" y="8890"/>
                  </a:lnTo>
                  <a:lnTo>
                    <a:pt x="6963410" y="8890"/>
                  </a:lnTo>
                  <a:lnTo>
                    <a:pt x="6963410" y="7620"/>
                  </a:lnTo>
                  <a:lnTo>
                    <a:pt x="6965937" y="7620"/>
                  </a:lnTo>
                  <a:lnTo>
                    <a:pt x="6965937" y="6350"/>
                  </a:lnTo>
                  <a:lnTo>
                    <a:pt x="6968490" y="6350"/>
                  </a:lnTo>
                  <a:lnTo>
                    <a:pt x="6968490" y="5080"/>
                  </a:lnTo>
                  <a:lnTo>
                    <a:pt x="6971030" y="5080"/>
                  </a:lnTo>
                  <a:lnTo>
                    <a:pt x="6971030" y="3810"/>
                  </a:lnTo>
                  <a:lnTo>
                    <a:pt x="6972287" y="3810"/>
                  </a:lnTo>
                  <a:lnTo>
                    <a:pt x="6972287" y="2540"/>
                  </a:lnTo>
                  <a:lnTo>
                    <a:pt x="6974840" y="2540"/>
                  </a:lnTo>
                  <a:lnTo>
                    <a:pt x="6974840" y="1270"/>
                  </a:lnTo>
                  <a:lnTo>
                    <a:pt x="6976110" y="1270"/>
                  </a:lnTo>
                  <a:lnTo>
                    <a:pt x="6976110" y="0"/>
                  </a:lnTo>
                  <a:close/>
                </a:path>
              </a:pathLst>
            </a:custGeom>
            <a:solidFill>
              <a:srgbClr val="DDDD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051559" y="1454150"/>
              <a:ext cx="7087870" cy="673100"/>
            </a:xfrm>
            <a:custGeom>
              <a:avLst/>
              <a:gdLst/>
              <a:ahLst/>
              <a:cxnLst/>
              <a:rect l="l" t="t" r="r" b="b"/>
              <a:pathLst>
                <a:path w="7087870" h="673100">
                  <a:moveTo>
                    <a:pt x="111759" y="0"/>
                  </a:moveTo>
                  <a:lnTo>
                    <a:pt x="70723" y="9604"/>
                  </a:lnTo>
                  <a:lnTo>
                    <a:pt x="34925" y="34925"/>
                  </a:lnTo>
                  <a:lnTo>
                    <a:pt x="9604" y="70723"/>
                  </a:lnTo>
                  <a:lnTo>
                    <a:pt x="0" y="111760"/>
                  </a:lnTo>
                  <a:lnTo>
                    <a:pt x="0" y="118764"/>
                  </a:lnTo>
                  <a:lnTo>
                    <a:pt x="0" y="167798"/>
                  </a:lnTo>
                  <a:lnTo>
                    <a:pt x="0" y="300890"/>
                  </a:lnTo>
                  <a:lnTo>
                    <a:pt x="0" y="560070"/>
                  </a:lnTo>
                  <a:lnTo>
                    <a:pt x="9604" y="601305"/>
                  </a:lnTo>
                  <a:lnTo>
                    <a:pt x="34925" y="637539"/>
                  </a:lnTo>
                  <a:lnTo>
                    <a:pt x="70723" y="663297"/>
                  </a:lnTo>
                  <a:lnTo>
                    <a:pt x="111759" y="673100"/>
                  </a:lnTo>
                  <a:lnTo>
                    <a:pt x="218995" y="673100"/>
                  </a:lnTo>
                  <a:lnTo>
                    <a:pt x="969644" y="673100"/>
                  </a:lnTo>
                  <a:lnTo>
                    <a:pt x="3007121" y="673100"/>
                  </a:lnTo>
                  <a:lnTo>
                    <a:pt x="6974840" y="673100"/>
                  </a:lnTo>
                  <a:lnTo>
                    <a:pt x="7016075" y="663297"/>
                  </a:lnTo>
                  <a:lnTo>
                    <a:pt x="7052309" y="637539"/>
                  </a:lnTo>
                  <a:lnTo>
                    <a:pt x="7078067" y="601305"/>
                  </a:lnTo>
                  <a:lnTo>
                    <a:pt x="7087870" y="560070"/>
                  </a:lnTo>
                  <a:lnTo>
                    <a:pt x="7087870" y="553065"/>
                  </a:lnTo>
                  <a:lnTo>
                    <a:pt x="7087870" y="504031"/>
                  </a:lnTo>
                  <a:lnTo>
                    <a:pt x="7087870" y="370939"/>
                  </a:lnTo>
                  <a:lnTo>
                    <a:pt x="7087870" y="111760"/>
                  </a:lnTo>
                  <a:lnTo>
                    <a:pt x="7078067" y="70723"/>
                  </a:lnTo>
                  <a:lnTo>
                    <a:pt x="7052309" y="34925"/>
                  </a:lnTo>
                  <a:lnTo>
                    <a:pt x="7016075" y="9604"/>
                  </a:lnTo>
                  <a:lnTo>
                    <a:pt x="6974840" y="0"/>
                  </a:lnTo>
                  <a:lnTo>
                    <a:pt x="6867604" y="0"/>
                  </a:lnTo>
                  <a:lnTo>
                    <a:pt x="6116954" y="0"/>
                  </a:lnTo>
                  <a:lnTo>
                    <a:pt x="4079478" y="0"/>
                  </a:lnTo>
                  <a:lnTo>
                    <a:pt x="111759" y="0"/>
                  </a:lnTo>
                  <a:close/>
                </a:path>
              </a:pathLst>
            </a:custGeom>
            <a:ln w="28393">
              <a:solidFill>
                <a:srgbClr val="A9A9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2" name="object 42"/>
          <p:cNvSpPr txBox="1"/>
          <p:nvPr/>
        </p:nvSpPr>
        <p:spPr>
          <a:xfrm>
            <a:off x="1216660" y="1579879"/>
            <a:ext cx="1859914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2400" b="1" spc="-20" dirty="0">
                <a:solidFill>
                  <a:srgbClr val="333333"/>
                </a:solidFill>
                <a:latin typeface="Arial"/>
                <a:cs typeface="Arial"/>
              </a:rPr>
              <a:t>VMware</a:t>
            </a:r>
            <a:r>
              <a:rPr sz="2400" b="1" spc="-10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400" b="1" spc="-25" dirty="0">
                <a:solidFill>
                  <a:srgbClr val="333333"/>
                </a:solidFill>
                <a:latin typeface="Arial"/>
                <a:cs typeface="Arial"/>
              </a:rPr>
              <a:t>DRS</a:t>
            </a:r>
            <a:endParaRPr sz="2400">
              <a:latin typeface="Arial"/>
              <a:cs typeface="Arial"/>
            </a:endParaRPr>
          </a:p>
        </p:txBody>
      </p:sp>
      <p:grpSp>
        <p:nvGrpSpPr>
          <p:cNvPr id="43" name="object 43"/>
          <p:cNvGrpSpPr/>
          <p:nvPr/>
        </p:nvGrpSpPr>
        <p:grpSpPr>
          <a:xfrm>
            <a:off x="4161790" y="1606550"/>
            <a:ext cx="135890" cy="349250"/>
            <a:chOff x="4161790" y="1606550"/>
            <a:chExt cx="135890" cy="349250"/>
          </a:xfrm>
        </p:grpSpPr>
        <p:pic>
          <p:nvPicPr>
            <p:cNvPr id="44" name="object 4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161790" y="1606550"/>
              <a:ext cx="135889" cy="115570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161790" y="1840229"/>
              <a:ext cx="135889" cy="115570"/>
            </a:xfrm>
            <a:prstGeom prst="rect">
              <a:avLst/>
            </a:prstGeom>
          </p:spPr>
        </p:pic>
      </p:grpSp>
      <p:sp>
        <p:nvSpPr>
          <p:cNvPr id="46" name="object 46"/>
          <p:cNvSpPr txBox="1"/>
          <p:nvPr/>
        </p:nvSpPr>
        <p:spPr>
          <a:xfrm>
            <a:off x="4442459" y="1515109"/>
            <a:ext cx="2735580" cy="533400"/>
          </a:xfrm>
          <a:prstGeom prst="rect">
            <a:avLst/>
          </a:prstGeom>
        </p:spPr>
        <p:txBody>
          <a:bodyPr vert="horz" wrap="square" lIns="0" tIns="53975" rIns="0" bIns="0" rtlCol="0">
            <a:spAutoFit/>
          </a:bodyPr>
          <a:lstStyle/>
          <a:p>
            <a:pPr marR="5080">
              <a:lnSpc>
                <a:spcPts val="1839"/>
              </a:lnSpc>
              <a:spcBef>
                <a:spcPts val="425"/>
              </a:spcBef>
            </a:pPr>
            <a:r>
              <a:rPr sz="1800" b="1" dirty="0">
                <a:solidFill>
                  <a:srgbClr val="333333"/>
                </a:solidFill>
                <a:latin typeface="Arial"/>
                <a:cs typeface="Arial"/>
              </a:rPr>
              <a:t>Dynamic</a:t>
            </a:r>
            <a:r>
              <a:rPr sz="1800" b="1" spc="-6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b="1" spc="-10" dirty="0">
                <a:solidFill>
                  <a:srgbClr val="333333"/>
                </a:solidFill>
                <a:latin typeface="Arial"/>
                <a:cs typeface="Arial"/>
              </a:rPr>
              <a:t>Balancing </a:t>
            </a:r>
            <a:r>
              <a:rPr sz="1800" b="1" dirty="0">
                <a:solidFill>
                  <a:srgbClr val="333333"/>
                </a:solidFill>
                <a:latin typeface="Arial"/>
                <a:cs typeface="Arial"/>
              </a:rPr>
              <a:t>Continuous</a:t>
            </a:r>
            <a:r>
              <a:rPr sz="1800" b="1" spc="-6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b="1" spc="-10" dirty="0">
                <a:solidFill>
                  <a:srgbClr val="333333"/>
                </a:solidFill>
                <a:latin typeface="Arial"/>
                <a:cs typeface="Arial"/>
              </a:rPr>
              <a:t>Optimization</a:t>
            </a:r>
            <a:endParaRPr sz="1800">
              <a:latin typeface="Arial"/>
              <a:cs typeface="Arial"/>
            </a:endParaRPr>
          </a:p>
        </p:txBody>
      </p:sp>
      <p:grpSp>
        <p:nvGrpSpPr>
          <p:cNvPr id="47" name="object 47"/>
          <p:cNvGrpSpPr/>
          <p:nvPr/>
        </p:nvGrpSpPr>
        <p:grpSpPr>
          <a:xfrm>
            <a:off x="2262913" y="2417853"/>
            <a:ext cx="4501515" cy="2764155"/>
            <a:chOff x="2262913" y="2417853"/>
            <a:chExt cx="4501515" cy="2764155"/>
          </a:xfrm>
        </p:grpSpPr>
        <p:sp>
          <p:nvSpPr>
            <p:cNvPr id="48" name="object 48"/>
            <p:cNvSpPr/>
            <p:nvPr/>
          </p:nvSpPr>
          <p:spPr>
            <a:xfrm>
              <a:off x="2442197" y="2433319"/>
              <a:ext cx="4144645" cy="116839"/>
            </a:xfrm>
            <a:custGeom>
              <a:avLst/>
              <a:gdLst/>
              <a:ahLst/>
              <a:cxnLst/>
              <a:rect l="l" t="t" r="r" b="b"/>
              <a:pathLst>
                <a:path w="4144645" h="116839">
                  <a:moveTo>
                    <a:pt x="3895102" y="0"/>
                  </a:moveTo>
                  <a:lnTo>
                    <a:pt x="3864610" y="0"/>
                  </a:lnTo>
                  <a:lnTo>
                    <a:pt x="3864610" y="1270"/>
                  </a:lnTo>
                  <a:lnTo>
                    <a:pt x="278142" y="1270"/>
                  </a:lnTo>
                  <a:lnTo>
                    <a:pt x="278142" y="0"/>
                  </a:lnTo>
                  <a:lnTo>
                    <a:pt x="267982" y="0"/>
                  </a:lnTo>
                  <a:lnTo>
                    <a:pt x="267982" y="1270"/>
                  </a:lnTo>
                  <a:lnTo>
                    <a:pt x="267982" y="2540"/>
                  </a:lnTo>
                  <a:lnTo>
                    <a:pt x="3895102" y="2540"/>
                  </a:lnTo>
                  <a:lnTo>
                    <a:pt x="3895102" y="1270"/>
                  </a:lnTo>
                  <a:lnTo>
                    <a:pt x="3895102" y="0"/>
                  </a:lnTo>
                  <a:close/>
                </a:path>
                <a:path w="4144645" h="116839">
                  <a:moveTo>
                    <a:pt x="3923042" y="3810"/>
                  </a:moveTo>
                  <a:lnTo>
                    <a:pt x="3916692" y="3810"/>
                  </a:lnTo>
                  <a:lnTo>
                    <a:pt x="3916692" y="2540"/>
                  </a:lnTo>
                  <a:lnTo>
                    <a:pt x="3906532" y="2540"/>
                  </a:lnTo>
                  <a:lnTo>
                    <a:pt x="3906532" y="3810"/>
                  </a:lnTo>
                  <a:lnTo>
                    <a:pt x="237502" y="3810"/>
                  </a:lnTo>
                  <a:lnTo>
                    <a:pt x="237502" y="2540"/>
                  </a:lnTo>
                  <a:lnTo>
                    <a:pt x="233692" y="2540"/>
                  </a:lnTo>
                  <a:lnTo>
                    <a:pt x="233692" y="3810"/>
                  </a:lnTo>
                  <a:lnTo>
                    <a:pt x="226072" y="3810"/>
                  </a:lnTo>
                  <a:lnTo>
                    <a:pt x="226072" y="6350"/>
                  </a:lnTo>
                  <a:lnTo>
                    <a:pt x="3923042" y="6350"/>
                  </a:lnTo>
                  <a:lnTo>
                    <a:pt x="3923042" y="3810"/>
                  </a:lnTo>
                  <a:close/>
                </a:path>
                <a:path w="4144645" h="116839">
                  <a:moveTo>
                    <a:pt x="3937012" y="6350"/>
                  </a:moveTo>
                  <a:lnTo>
                    <a:pt x="3929392" y="6350"/>
                  </a:lnTo>
                  <a:lnTo>
                    <a:pt x="3929392" y="7620"/>
                  </a:lnTo>
                  <a:lnTo>
                    <a:pt x="219722" y="7620"/>
                  </a:lnTo>
                  <a:lnTo>
                    <a:pt x="219722" y="6350"/>
                  </a:lnTo>
                  <a:lnTo>
                    <a:pt x="212102" y="6350"/>
                  </a:lnTo>
                  <a:lnTo>
                    <a:pt x="212102" y="7620"/>
                  </a:lnTo>
                  <a:lnTo>
                    <a:pt x="212102" y="8890"/>
                  </a:lnTo>
                  <a:lnTo>
                    <a:pt x="3937012" y="8890"/>
                  </a:lnTo>
                  <a:lnTo>
                    <a:pt x="3937012" y="7620"/>
                  </a:lnTo>
                  <a:lnTo>
                    <a:pt x="3937012" y="6350"/>
                  </a:lnTo>
                  <a:close/>
                </a:path>
                <a:path w="4144645" h="116839">
                  <a:moveTo>
                    <a:pt x="3953522" y="10160"/>
                  </a:moveTo>
                  <a:lnTo>
                    <a:pt x="3947160" y="10160"/>
                  </a:lnTo>
                  <a:lnTo>
                    <a:pt x="3947160" y="8890"/>
                  </a:lnTo>
                  <a:lnTo>
                    <a:pt x="3943362" y="8890"/>
                  </a:lnTo>
                  <a:lnTo>
                    <a:pt x="3943362" y="10160"/>
                  </a:lnTo>
                  <a:lnTo>
                    <a:pt x="205752" y="10160"/>
                  </a:lnTo>
                  <a:lnTo>
                    <a:pt x="205752" y="8890"/>
                  </a:lnTo>
                  <a:lnTo>
                    <a:pt x="195592" y="8890"/>
                  </a:lnTo>
                  <a:lnTo>
                    <a:pt x="195592" y="10160"/>
                  </a:lnTo>
                  <a:lnTo>
                    <a:pt x="193052" y="10160"/>
                  </a:lnTo>
                  <a:lnTo>
                    <a:pt x="193052" y="12700"/>
                  </a:lnTo>
                  <a:lnTo>
                    <a:pt x="3953522" y="12700"/>
                  </a:lnTo>
                  <a:lnTo>
                    <a:pt x="3953522" y="10160"/>
                  </a:lnTo>
                  <a:close/>
                </a:path>
                <a:path w="4144645" h="116839">
                  <a:moveTo>
                    <a:pt x="3962412" y="12700"/>
                  </a:moveTo>
                  <a:lnTo>
                    <a:pt x="3957332" y="12700"/>
                  </a:lnTo>
                  <a:lnTo>
                    <a:pt x="3957332" y="13970"/>
                  </a:lnTo>
                  <a:lnTo>
                    <a:pt x="187972" y="13970"/>
                  </a:lnTo>
                  <a:lnTo>
                    <a:pt x="187972" y="12700"/>
                  </a:lnTo>
                  <a:lnTo>
                    <a:pt x="184162" y="12700"/>
                  </a:lnTo>
                  <a:lnTo>
                    <a:pt x="184162" y="13970"/>
                  </a:lnTo>
                  <a:lnTo>
                    <a:pt x="184162" y="15240"/>
                  </a:lnTo>
                  <a:lnTo>
                    <a:pt x="3962412" y="15240"/>
                  </a:lnTo>
                  <a:lnTo>
                    <a:pt x="3962412" y="13970"/>
                  </a:lnTo>
                  <a:lnTo>
                    <a:pt x="3962412" y="12700"/>
                  </a:lnTo>
                  <a:close/>
                </a:path>
                <a:path w="4144645" h="116839">
                  <a:moveTo>
                    <a:pt x="3976382" y="16510"/>
                  </a:moveTo>
                  <a:lnTo>
                    <a:pt x="3971302" y="16510"/>
                  </a:lnTo>
                  <a:lnTo>
                    <a:pt x="3971302" y="15240"/>
                  </a:lnTo>
                  <a:lnTo>
                    <a:pt x="3967492" y="15240"/>
                  </a:lnTo>
                  <a:lnTo>
                    <a:pt x="3967492" y="16510"/>
                  </a:lnTo>
                  <a:lnTo>
                    <a:pt x="179082" y="16510"/>
                  </a:lnTo>
                  <a:lnTo>
                    <a:pt x="179082" y="15240"/>
                  </a:lnTo>
                  <a:lnTo>
                    <a:pt x="175272" y="15240"/>
                  </a:lnTo>
                  <a:lnTo>
                    <a:pt x="175272" y="16510"/>
                  </a:lnTo>
                  <a:lnTo>
                    <a:pt x="170192" y="16510"/>
                  </a:lnTo>
                  <a:lnTo>
                    <a:pt x="170192" y="19050"/>
                  </a:lnTo>
                  <a:lnTo>
                    <a:pt x="3976382" y="19050"/>
                  </a:lnTo>
                  <a:lnTo>
                    <a:pt x="3976382" y="16510"/>
                  </a:lnTo>
                  <a:close/>
                </a:path>
                <a:path w="4144645" h="116839">
                  <a:moveTo>
                    <a:pt x="3985272" y="19050"/>
                  </a:moveTo>
                  <a:lnTo>
                    <a:pt x="3980192" y="19050"/>
                  </a:lnTo>
                  <a:lnTo>
                    <a:pt x="3980192" y="20320"/>
                  </a:lnTo>
                  <a:lnTo>
                    <a:pt x="165112" y="20320"/>
                  </a:lnTo>
                  <a:lnTo>
                    <a:pt x="165112" y="19050"/>
                  </a:lnTo>
                  <a:lnTo>
                    <a:pt x="161302" y="19050"/>
                  </a:lnTo>
                  <a:lnTo>
                    <a:pt x="161302" y="20320"/>
                  </a:lnTo>
                  <a:lnTo>
                    <a:pt x="161302" y="21590"/>
                  </a:lnTo>
                  <a:lnTo>
                    <a:pt x="3985272" y="21590"/>
                  </a:lnTo>
                  <a:lnTo>
                    <a:pt x="3985272" y="20320"/>
                  </a:lnTo>
                  <a:lnTo>
                    <a:pt x="3985272" y="19050"/>
                  </a:lnTo>
                  <a:close/>
                </a:path>
                <a:path w="4144645" h="116839">
                  <a:moveTo>
                    <a:pt x="3995432" y="22860"/>
                  </a:moveTo>
                  <a:lnTo>
                    <a:pt x="3991622" y="22860"/>
                  </a:lnTo>
                  <a:lnTo>
                    <a:pt x="3991622" y="21590"/>
                  </a:lnTo>
                  <a:lnTo>
                    <a:pt x="3987812" y="21590"/>
                  </a:lnTo>
                  <a:lnTo>
                    <a:pt x="3987812" y="22860"/>
                  </a:lnTo>
                  <a:lnTo>
                    <a:pt x="154952" y="22860"/>
                  </a:lnTo>
                  <a:lnTo>
                    <a:pt x="154952" y="21590"/>
                  </a:lnTo>
                  <a:lnTo>
                    <a:pt x="152412" y="21590"/>
                  </a:lnTo>
                  <a:lnTo>
                    <a:pt x="152412" y="22860"/>
                  </a:lnTo>
                  <a:lnTo>
                    <a:pt x="149872" y="22860"/>
                  </a:lnTo>
                  <a:lnTo>
                    <a:pt x="149872" y="25400"/>
                  </a:lnTo>
                  <a:lnTo>
                    <a:pt x="3995432" y="25400"/>
                  </a:lnTo>
                  <a:lnTo>
                    <a:pt x="3995432" y="22860"/>
                  </a:lnTo>
                  <a:close/>
                </a:path>
                <a:path w="4144645" h="116839">
                  <a:moveTo>
                    <a:pt x="4001782" y="25400"/>
                  </a:moveTo>
                  <a:lnTo>
                    <a:pt x="3997972" y="25400"/>
                  </a:lnTo>
                  <a:lnTo>
                    <a:pt x="3997972" y="26670"/>
                  </a:lnTo>
                  <a:lnTo>
                    <a:pt x="147332" y="26670"/>
                  </a:lnTo>
                  <a:lnTo>
                    <a:pt x="147332" y="25400"/>
                  </a:lnTo>
                  <a:lnTo>
                    <a:pt x="143522" y="25400"/>
                  </a:lnTo>
                  <a:lnTo>
                    <a:pt x="143522" y="26670"/>
                  </a:lnTo>
                  <a:lnTo>
                    <a:pt x="143522" y="27940"/>
                  </a:lnTo>
                  <a:lnTo>
                    <a:pt x="4001782" y="27940"/>
                  </a:lnTo>
                  <a:lnTo>
                    <a:pt x="4001782" y="26670"/>
                  </a:lnTo>
                  <a:lnTo>
                    <a:pt x="4001782" y="25400"/>
                  </a:lnTo>
                  <a:close/>
                </a:path>
                <a:path w="4144645" h="116839">
                  <a:moveTo>
                    <a:pt x="4010672" y="29210"/>
                  </a:moveTo>
                  <a:lnTo>
                    <a:pt x="4008132" y="29210"/>
                  </a:lnTo>
                  <a:lnTo>
                    <a:pt x="4008132" y="27940"/>
                  </a:lnTo>
                  <a:lnTo>
                    <a:pt x="4004322" y="27940"/>
                  </a:lnTo>
                  <a:lnTo>
                    <a:pt x="4004322" y="29210"/>
                  </a:lnTo>
                  <a:lnTo>
                    <a:pt x="140982" y="29210"/>
                  </a:lnTo>
                  <a:lnTo>
                    <a:pt x="140982" y="27940"/>
                  </a:lnTo>
                  <a:lnTo>
                    <a:pt x="137172" y="27940"/>
                  </a:lnTo>
                  <a:lnTo>
                    <a:pt x="137172" y="29210"/>
                  </a:lnTo>
                  <a:lnTo>
                    <a:pt x="134632" y="29210"/>
                  </a:lnTo>
                  <a:lnTo>
                    <a:pt x="134632" y="31750"/>
                  </a:lnTo>
                  <a:lnTo>
                    <a:pt x="4010672" y="31750"/>
                  </a:lnTo>
                  <a:lnTo>
                    <a:pt x="4010672" y="29210"/>
                  </a:lnTo>
                  <a:close/>
                </a:path>
                <a:path w="4144645" h="116839">
                  <a:moveTo>
                    <a:pt x="4017022" y="31750"/>
                  </a:moveTo>
                  <a:lnTo>
                    <a:pt x="4013212" y="31750"/>
                  </a:lnTo>
                  <a:lnTo>
                    <a:pt x="4013212" y="33020"/>
                  </a:lnTo>
                  <a:lnTo>
                    <a:pt x="132092" y="33020"/>
                  </a:lnTo>
                  <a:lnTo>
                    <a:pt x="132092" y="31750"/>
                  </a:lnTo>
                  <a:lnTo>
                    <a:pt x="128282" y="31750"/>
                  </a:lnTo>
                  <a:lnTo>
                    <a:pt x="128282" y="33020"/>
                  </a:lnTo>
                  <a:lnTo>
                    <a:pt x="128282" y="34290"/>
                  </a:lnTo>
                  <a:lnTo>
                    <a:pt x="4017022" y="34290"/>
                  </a:lnTo>
                  <a:lnTo>
                    <a:pt x="4017022" y="33020"/>
                  </a:lnTo>
                  <a:lnTo>
                    <a:pt x="4017022" y="31750"/>
                  </a:lnTo>
                  <a:close/>
                </a:path>
                <a:path w="4144645" h="116839">
                  <a:moveTo>
                    <a:pt x="4025912" y="35560"/>
                  </a:moveTo>
                  <a:lnTo>
                    <a:pt x="4023372" y="35560"/>
                  </a:lnTo>
                  <a:lnTo>
                    <a:pt x="4023372" y="34290"/>
                  </a:lnTo>
                  <a:lnTo>
                    <a:pt x="4019562" y="34290"/>
                  </a:lnTo>
                  <a:lnTo>
                    <a:pt x="4019562" y="35560"/>
                  </a:lnTo>
                  <a:lnTo>
                    <a:pt x="125742" y="35560"/>
                  </a:lnTo>
                  <a:lnTo>
                    <a:pt x="125742" y="34290"/>
                  </a:lnTo>
                  <a:lnTo>
                    <a:pt x="121932" y="34290"/>
                  </a:lnTo>
                  <a:lnTo>
                    <a:pt x="121932" y="35560"/>
                  </a:lnTo>
                  <a:lnTo>
                    <a:pt x="119392" y="35560"/>
                  </a:lnTo>
                  <a:lnTo>
                    <a:pt x="119392" y="38100"/>
                  </a:lnTo>
                  <a:lnTo>
                    <a:pt x="4025912" y="38100"/>
                  </a:lnTo>
                  <a:lnTo>
                    <a:pt x="4025912" y="35560"/>
                  </a:lnTo>
                  <a:close/>
                </a:path>
                <a:path w="4144645" h="116839">
                  <a:moveTo>
                    <a:pt x="4030992" y="38100"/>
                  </a:moveTo>
                  <a:lnTo>
                    <a:pt x="4028452" y="38100"/>
                  </a:lnTo>
                  <a:lnTo>
                    <a:pt x="4028452" y="39370"/>
                  </a:lnTo>
                  <a:lnTo>
                    <a:pt x="115582" y="39370"/>
                  </a:lnTo>
                  <a:lnTo>
                    <a:pt x="115582" y="38100"/>
                  </a:lnTo>
                  <a:lnTo>
                    <a:pt x="114312" y="38100"/>
                  </a:lnTo>
                  <a:lnTo>
                    <a:pt x="114312" y="39370"/>
                  </a:lnTo>
                  <a:lnTo>
                    <a:pt x="114312" y="40640"/>
                  </a:lnTo>
                  <a:lnTo>
                    <a:pt x="4030992" y="40640"/>
                  </a:lnTo>
                  <a:lnTo>
                    <a:pt x="4030992" y="39370"/>
                  </a:lnTo>
                  <a:lnTo>
                    <a:pt x="4030992" y="38100"/>
                  </a:lnTo>
                  <a:close/>
                </a:path>
                <a:path w="4144645" h="116839">
                  <a:moveTo>
                    <a:pt x="4038612" y="41910"/>
                  </a:moveTo>
                  <a:lnTo>
                    <a:pt x="4036072" y="41910"/>
                  </a:lnTo>
                  <a:lnTo>
                    <a:pt x="4036072" y="40640"/>
                  </a:lnTo>
                  <a:lnTo>
                    <a:pt x="4033532" y="40640"/>
                  </a:lnTo>
                  <a:lnTo>
                    <a:pt x="4033532" y="41910"/>
                  </a:lnTo>
                  <a:lnTo>
                    <a:pt x="111772" y="41910"/>
                  </a:lnTo>
                  <a:lnTo>
                    <a:pt x="111772" y="40640"/>
                  </a:lnTo>
                  <a:lnTo>
                    <a:pt x="109232" y="40640"/>
                  </a:lnTo>
                  <a:lnTo>
                    <a:pt x="109232" y="41910"/>
                  </a:lnTo>
                  <a:lnTo>
                    <a:pt x="106692" y="41910"/>
                  </a:lnTo>
                  <a:lnTo>
                    <a:pt x="106692" y="44450"/>
                  </a:lnTo>
                  <a:lnTo>
                    <a:pt x="4038612" y="44450"/>
                  </a:lnTo>
                  <a:lnTo>
                    <a:pt x="4038612" y="41910"/>
                  </a:lnTo>
                  <a:close/>
                </a:path>
                <a:path w="4144645" h="116839">
                  <a:moveTo>
                    <a:pt x="4043692" y="44450"/>
                  </a:moveTo>
                  <a:lnTo>
                    <a:pt x="4041152" y="44450"/>
                  </a:lnTo>
                  <a:lnTo>
                    <a:pt x="4041152" y="45720"/>
                  </a:lnTo>
                  <a:lnTo>
                    <a:pt x="104152" y="45720"/>
                  </a:lnTo>
                  <a:lnTo>
                    <a:pt x="104152" y="44450"/>
                  </a:lnTo>
                  <a:lnTo>
                    <a:pt x="101612" y="44450"/>
                  </a:lnTo>
                  <a:lnTo>
                    <a:pt x="101612" y="45720"/>
                  </a:lnTo>
                  <a:lnTo>
                    <a:pt x="101612" y="46990"/>
                  </a:lnTo>
                  <a:lnTo>
                    <a:pt x="4043692" y="46990"/>
                  </a:lnTo>
                  <a:lnTo>
                    <a:pt x="4043692" y="45720"/>
                  </a:lnTo>
                  <a:lnTo>
                    <a:pt x="4043692" y="44450"/>
                  </a:lnTo>
                  <a:close/>
                </a:path>
                <a:path w="4144645" h="116839">
                  <a:moveTo>
                    <a:pt x="4050042" y="48260"/>
                  </a:moveTo>
                  <a:lnTo>
                    <a:pt x="4047502" y="48260"/>
                  </a:lnTo>
                  <a:lnTo>
                    <a:pt x="4047502" y="46990"/>
                  </a:lnTo>
                  <a:lnTo>
                    <a:pt x="4046232" y="46990"/>
                  </a:lnTo>
                  <a:lnTo>
                    <a:pt x="4046232" y="48260"/>
                  </a:lnTo>
                  <a:lnTo>
                    <a:pt x="99072" y="48260"/>
                  </a:lnTo>
                  <a:lnTo>
                    <a:pt x="99072" y="46990"/>
                  </a:lnTo>
                  <a:lnTo>
                    <a:pt x="96532" y="46990"/>
                  </a:lnTo>
                  <a:lnTo>
                    <a:pt x="96532" y="48260"/>
                  </a:lnTo>
                  <a:lnTo>
                    <a:pt x="95262" y="48260"/>
                  </a:lnTo>
                  <a:lnTo>
                    <a:pt x="95262" y="50800"/>
                  </a:lnTo>
                  <a:lnTo>
                    <a:pt x="4050042" y="50800"/>
                  </a:lnTo>
                  <a:lnTo>
                    <a:pt x="4050042" y="48260"/>
                  </a:lnTo>
                  <a:close/>
                </a:path>
                <a:path w="4144645" h="116839">
                  <a:moveTo>
                    <a:pt x="4055122" y="50800"/>
                  </a:moveTo>
                  <a:lnTo>
                    <a:pt x="4052582" y="50800"/>
                  </a:lnTo>
                  <a:lnTo>
                    <a:pt x="4052582" y="52070"/>
                  </a:lnTo>
                  <a:lnTo>
                    <a:pt x="92722" y="52070"/>
                  </a:lnTo>
                  <a:lnTo>
                    <a:pt x="92722" y="50800"/>
                  </a:lnTo>
                  <a:lnTo>
                    <a:pt x="90182" y="50800"/>
                  </a:lnTo>
                  <a:lnTo>
                    <a:pt x="90182" y="52070"/>
                  </a:lnTo>
                  <a:lnTo>
                    <a:pt x="90182" y="53340"/>
                  </a:lnTo>
                  <a:lnTo>
                    <a:pt x="4055122" y="53340"/>
                  </a:lnTo>
                  <a:lnTo>
                    <a:pt x="4055122" y="52070"/>
                  </a:lnTo>
                  <a:lnTo>
                    <a:pt x="4055122" y="50800"/>
                  </a:lnTo>
                  <a:close/>
                </a:path>
                <a:path w="4144645" h="116839">
                  <a:moveTo>
                    <a:pt x="4062742" y="54610"/>
                  </a:moveTo>
                  <a:lnTo>
                    <a:pt x="4060202" y="54610"/>
                  </a:lnTo>
                  <a:lnTo>
                    <a:pt x="4060202" y="53340"/>
                  </a:lnTo>
                  <a:lnTo>
                    <a:pt x="4057662" y="53340"/>
                  </a:lnTo>
                  <a:lnTo>
                    <a:pt x="4057662" y="54610"/>
                  </a:lnTo>
                  <a:lnTo>
                    <a:pt x="87642" y="54610"/>
                  </a:lnTo>
                  <a:lnTo>
                    <a:pt x="87642" y="53340"/>
                  </a:lnTo>
                  <a:lnTo>
                    <a:pt x="85102" y="53340"/>
                  </a:lnTo>
                  <a:lnTo>
                    <a:pt x="85102" y="54610"/>
                  </a:lnTo>
                  <a:lnTo>
                    <a:pt x="82562" y="54610"/>
                  </a:lnTo>
                  <a:lnTo>
                    <a:pt x="82562" y="57150"/>
                  </a:lnTo>
                  <a:lnTo>
                    <a:pt x="4062742" y="57150"/>
                  </a:lnTo>
                  <a:lnTo>
                    <a:pt x="4062742" y="54610"/>
                  </a:lnTo>
                  <a:close/>
                </a:path>
                <a:path w="4144645" h="116839">
                  <a:moveTo>
                    <a:pt x="4126242" y="99072"/>
                  </a:moveTo>
                  <a:lnTo>
                    <a:pt x="21602" y="99072"/>
                  </a:lnTo>
                  <a:lnTo>
                    <a:pt x="21602" y="97790"/>
                  </a:lnTo>
                  <a:lnTo>
                    <a:pt x="19062" y="97790"/>
                  </a:lnTo>
                  <a:lnTo>
                    <a:pt x="19062" y="99072"/>
                  </a:lnTo>
                  <a:lnTo>
                    <a:pt x="17792" y="99072"/>
                  </a:lnTo>
                  <a:lnTo>
                    <a:pt x="17792" y="101600"/>
                  </a:lnTo>
                  <a:lnTo>
                    <a:pt x="4126242" y="101600"/>
                  </a:lnTo>
                  <a:lnTo>
                    <a:pt x="4126242" y="99072"/>
                  </a:lnTo>
                  <a:close/>
                </a:path>
                <a:path w="4144645" h="116839">
                  <a:moveTo>
                    <a:pt x="4130052" y="101600"/>
                  </a:moveTo>
                  <a:lnTo>
                    <a:pt x="4127500" y="101600"/>
                  </a:lnTo>
                  <a:lnTo>
                    <a:pt x="4127500" y="102870"/>
                  </a:lnTo>
                  <a:lnTo>
                    <a:pt x="16522" y="102870"/>
                  </a:lnTo>
                  <a:lnTo>
                    <a:pt x="16522" y="101600"/>
                  </a:lnTo>
                  <a:lnTo>
                    <a:pt x="15252" y="101600"/>
                  </a:lnTo>
                  <a:lnTo>
                    <a:pt x="15252" y="102870"/>
                  </a:lnTo>
                  <a:lnTo>
                    <a:pt x="15252" y="104140"/>
                  </a:lnTo>
                  <a:lnTo>
                    <a:pt x="4130052" y="104140"/>
                  </a:lnTo>
                  <a:lnTo>
                    <a:pt x="4130052" y="102870"/>
                  </a:lnTo>
                  <a:lnTo>
                    <a:pt x="4130052" y="101600"/>
                  </a:lnTo>
                  <a:close/>
                </a:path>
                <a:path w="4144645" h="116839">
                  <a:moveTo>
                    <a:pt x="4135132" y="105422"/>
                  </a:moveTo>
                  <a:lnTo>
                    <a:pt x="4132592" y="105422"/>
                  </a:lnTo>
                  <a:lnTo>
                    <a:pt x="4132592" y="104140"/>
                  </a:lnTo>
                  <a:lnTo>
                    <a:pt x="4131322" y="104140"/>
                  </a:lnTo>
                  <a:lnTo>
                    <a:pt x="4131322" y="105422"/>
                  </a:lnTo>
                  <a:lnTo>
                    <a:pt x="12712" y="105422"/>
                  </a:lnTo>
                  <a:lnTo>
                    <a:pt x="12712" y="104140"/>
                  </a:lnTo>
                  <a:lnTo>
                    <a:pt x="11442" y="104140"/>
                  </a:lnTo>
                  <a:lnTo>
                    <a:pt x="11442" y="105422"/>
                  </a:lnTo>
                  <a:lnTo>
                    <a:pt x="10172" y="105422"/>
                  </a:lnTo>
                  <a:lnTo>
                    <a:pt x="10172" y="107950"/>
                  </a:lnTo>
                  <a:lnTo>
                    <a:pt x="4135132" y="107950"/>
                  </a:lnTo>
                  <a:lnTo>
                    <a:pt x="4135132" y="105422"/>
                  </a:lnTo>
                  <a:close/>
                </a:path>
                <a:path w="4144645" h="116839">
                  <a:moveTo>
                    <a:pt x="4137672" y="107950"/>
                  </a:moveTo>
                  <a:lnTo>
                    <a:pt x="4136402" y="107950"/>
                  </a:lnTo>
                  <a:lnTo>
                    <a:pt x="4136402" y="109220"/>
                  </a:lnTo>
                  <a:lnTo>
                    <a:pt x="7632" y="109220"/>
                  </a:lnTo>
                  <a:lnTo>
                    <a:pt x="7632" y="107950"/>
                  </a:lnTo>
                  <a:lnTo>
                    <a:pt x="6362" y="107950"/>
                  </a:lnTo>
                  <a:lnTo>
                    <a:pt x="6362" y="109220"/>
                  </a:lnTo>
                  <a:lnTo>
                    <a:pt x="6362" y="110490"/>
                  </a:lnTo>
                  <a:lnTo>
                    <a:pt x="4137672" y="110490"/>
                  </a:lnTo>
                  <a:lnTo>
                    <a:pt x="4137672" y="109220"/>
                  </a:lnTo>
                  <a:lnTo>
                    <a:pt x="4137672" y="107950"/>
                  </a:lnTo>
                  <a:close/>
                </a:path>
                <a:path w="4144645" h="116839">
                  <a:moveTo>
                    <a:pt x="4141482" y="111772"/>
                  </a:moveTo>
                  <a:lnTo>
                    <a:pt x="4140200" y="111772"/>
                  </a:lnTo>
                  <a:lnTo>
                    <a:pt x="4140200" y="110490"/>
                  </a:lnTo>
                  <a:lnTo>
                    <a:pt x="4138942" y="110490"/>
                  </a:lnTo>
                  <a:lnTo>
                    <a:pt x="4138942" y="111772"/>
                  </a:lnTo>
                  <a:lnTo>
                    <a:pt x="5092" y="111772"/>
                  </a:lnTo>
                  <a:lnTo>
                    <a:pt x="5092" y="110490"/>
                  </a:lnTo>
                  <a:lnTo>
                    <a:pt x="3822" y="110490"/>
                  </a:lnTo>
                  <a:lnTo>
                    <a:pt x="3822" y="111772"/>
                  </a:lnTo>
                  <a:lnTo>
                    <a:pt x="2552" y="111772"/>
                  </a:lnTo>
                  <a:lnTo>
                    <a:pt x="2552" y="114300"/>
                  </a:lnTo>
                  <a:lnTo>
                    <a:pt x="4141482" y="114300"/>
                  </a:lnTo>
                  <a:lnTo>
                    <a:pt x="4141482" y="111772"/>
                  </a:lnTo>
                  <a:close/>
                </a:path>
                <a:path w="4144645" h="116839">
                  <a:moveTo>
                    <a:pt x="4144022" y="114300"/>
                  </a:moveTo>
                  <a:lnTo>
                    <a:pt x="4142752" y="114300"/>
                  </a:lnTo>
                  <a:lnTo>
                    <a:pt x="4142752" y="115570"/>
                  </a:lnTo>
                  <a:lnTo>
                    <a:pt x="1282" y="115570"/>
                  </a:lnTo>
                  <a:lnTo>
                    <a:pt x="1282" y="114300"/>
                  </a:lnTo>
                  <a:lnTo>
                    <a:pt x="12" y="114300"/>
                  </a:lnTo>
                  <a:lnTo>
                    <a:pt x="12" y="115570"/>
                  </a:lnTo>
                  <a:lnTo>
                    <a:pt x="0" y="116840"/>
                  </a:lnTo>
                  <a:lnTo>
                    <a:pt x="4144022" y="116840"/>
                  </a:lnTo>
                  <a:lnTo>
                    <a:pt x="4144022" y="115570"/>
                  </a:lnTo>
                  <a:lnTo>
                    <a:pt x="4144022" y="114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2461260" y="2490469"/>
              <a:ext cx="4105910" cy="42545"/>
            </a:xfrm>
            <a:custGeom>
              <a:avLst/>
              <a:gdLst/>
              <a:ahLst/>
              <a:cxnLst/>
              <a:rect l="l" t="t" r="r" b="b"/>
              <a:pathLst>
                <a:path w="4105909" h="42544">
                  <a:moveTo>
                    <a:pt x="2540" y="40640"/>
                  </a:moveTo>
                  <a:lnTo>
                    <a:pt x="0" y="40640"/>
                  </a:lnTo>
                  <a:lnTo>
                    <a:pt x="0" y="41922"/>
                  </a:lnTo>
                  <a:lnTo>
                    <a:pt x="2540" y="41922"/>
                  </a:lnTo>
                  <a:lnTo>
                    <a:pt x="2540" y="40640"/>
                  </a:lnTo>
                  <a:close/>
                </a:path>
                <a:path w="4105909" h="42544">
                  <a:moveTo>
                    <a:pt x="4047490" y="0"/>
                  </a:moveTo>
                  <a:lnTo>
                    <a:pt x="4046220" y="0"/>
                  </a:lnTo>
                  <a:lnTo>
                    <a:pt x="4046220" y="1270"/>
                  </a:lnTo>
                  <a:lnTo>
                    <a:pt x="60960" y="1270"/>
                  </a:lnTo>
                  <a:lnTo>
                    <a:pt x="60960" y="0"/>
                  </a:lnTo>
                  <a:lnTo>
                    <a:pt x="58420" y="0"/>
                  </a:lnTo>
                  <a:lnTo>
                    <a:pt x="58420" y="1270"/>
                  </a:lnTo>
                  <a:lnTo>
                    <a:pt x="58420" y="2540"/>
                  </a:lnTo>
                  <a:lnTo>
                    <a:pt x="4047490" y="2540"/>
                  </a:lnTo>
                  <a:lnTo>
                    <a:pt x="4047490" y="1270"/>
                  </a:lnTo>
                  <a:lnTo>
                    <a:pt x="4047490" y="0"/>
                  </a:lnTo>
                  <a:close/>
                </a:path>
                <a:path w="4105909" h="42544">
                  <a:moveTo>
                    <a:pt x="4053840" y="3822"/>
                  </a:moveTo>
                  <a:lnTo>
                    <a:pt x="4051287" y="3822"/>
                  </a:lnTo>
                  <a:lnTo>
                    <a:pt x="4051287" y="2540"/>
                  </a:lnTo>
                  <a:lnTo>
                    <a:pt x="4050030" y="2540"/>
                  </a:lnTo>
                  <a:lnTo>
                    <a:pt x="4050030" y="3822"/>
                  </a:lnTo>
                  <a:lnTo>
                    <a:pt x="57150" y="3822"/>
                  </a:lnTo>
                  <a:lnTo>
                    <a:pt x="57150" y="2540"/>
                  </a:lnTo>
                  <a:lnTo>
                    <a:pt x="54610" y="2540"/>
                  </a:lnTo>
                  <a:lnTo>
                    <a:pt x="54610" y="3822"/>
                  </a:lnTo>
                  <a:lnTo>
                    <a:pt x="53340" y="3822"/>
                  </a:lnTo>
                  <a:lnTo>
                    <a:pt x="53340" y="6350"/>
                  </a:lnTo>
                  <a:lnTo>
                    <a:pt x="4053840" y="6350"/>
                  </a:lnTo>
                  <a:lnTo>
                    <a:pt x="4053840" y="3822"/>
                  </a:lnTo>
                  <a:close/>
                </a:path>
                <a:path w="4105909" h="42544">
                  <a:moveTo>
                    <a:pt x="4057637" y="6350"/>
                  </a:moveTo>
                  <a:lnTo>
                    <a:pt x="4055110" y="6350"/>
                  </a:lnTo>
                  <a:lnTo>
                    <a:pt x="4055110" y="7620"/>
                  </a:lnTo>
                  <a:lnTo>
                    <a:pt x="50800" y="7620"/>
                  </a:lnTo>
                  <a:lnTo>
                    <a:pt x="50800" y="6350"/>
                  </a:lnTo>
                  <a:lnTo>
                    <a:pt x="49530" y="6350"/>
                  </a:lnTo>
                  <a:lnTo>
                    <a:pt x="49530" y="7620"/>
                  </a:lnTo>
                  <a:lnTo>
                    <a:pt x="49530" y="8890"/>
                  </a:lnTo>
                  <a:lnTo>
                    <a:pt x="4057637" y="8890"/>
                  </a:lnTo>
                  <a:lnTo>
                    <a:pt x="4057637" y="7620"/>
                  </a:lnTo>
                  <a:lnTo>
                    <a:pt x="4057637" y="6350"/>
                  </a:lnTo>
                  <a:close/>
                </a:path>
                <a:path w="4105909" h="42544">
                  <a:moveTo>
                    <a:pt x="4062730" y="10172"/>
                  </a:moveTo>
                  <a:lnTo>
                    <a:pt x="4061460" y="10172"/>
                  </a:lnTo>
                  <a:lnTo>
                    <a:pt x="4061460" y="8890"/>
                  </a:lnTo>
                  <a:lnTo>
                    <a:pt x="4058920" y="8890"/>
                  </a:lnTo>
                  <a:lnTo>
                    <a:pt x="4058920" y="10172"/>
                  </a:lnTo>
                  <a:lnTo>
                    <a:pt x="46990" y="10172"/>
                  </a:lnTo>
                  <a:lnTo>
                    <a:pt x="46990" y="8890"/>
                  </a:lnTo>
                  <a:lnTo>
                    <a:pt x="45720" y="8890"/>
                  </a:lnTo>
                  <a:lnTo>
                    <a:pt x="45720" y="10172"/>
                  </a:lnTo>
                  <a:lnTo>
                    <a:pt x="43180" y="10172"/>
                  </a:lnTo>
                  <a:lnTo>
                    <a:pt x="43180" y="12700"/>
                  </a:lnTo>
                  <a:lnTo>
                    <a:pt x="4062730" y="12700"/>
                  </a:lnTo>
                  <a:lnTo>
                    <a:pt x="4062730" y="10172"/>
                  </a:lnTo>
                  <a:close/>
                </a:path>
                <a:path w="4105909" h="42544">
                  <a:moveTo>
                    <a:pt x="4067810" y="12700"/>
                  </a:moveTo>
                  <a:lnTo>
                    <a:pt x="4065270" y="12700"/>
                  </a:lnTo>
                  <a:lnTo>
                    <a:pt x="4065270" y="13970"/>
                  </a:lnTo>
                  <a:lnTo>
                    <a:pt x="41910" y="13970"/>
                  </a:lnTo>
                  <a:lnTo>
                    <a:pt x="41910" y="12700"/>
                  </a:lnTo>
                  <a:lnTo>
                    <a:pt x="39370" y="12700"/>
                  </a:lnTo>
                  <a:lnTo>
                    <a:pt x="39370" y="13970"/>
                  </a:lnTo>
                  <a:lnTo>
                    <a:pt x="39370" y="15240"/>
                  </a:lnTo>
                  <a:lnTo>
                    <a:pt x="4067810" y="15240"/>
                  </a:lnTo>
                  <a:lnTo>
                    <a:pt x="4067810" y="13970"/>
                  </a:lnTo>
                  <a:lnTo>
                    <a:pt x="4067810" y="12700"/>
                  </a:lnTo>
                  <a:close/>
                </a:path>
                <a:path w="4105909" h="42544">
                  <a:moveTo>
                    <a:pt x="4072890" y="16522"/>
                  </a:moveTo>
                  <a:lnTo>
                    <a:pt x="4071620" y="16522"/>
                  </a:lnTo>
                  <a:lnTo>
                    <a:pt x="4071620" y="15240"/>
                  </a:lnTo>
                  <a:lnTo>
                    <a:pt x="4069080" y="15240"/>
                  </a:lnTo>
                  <a:lnTo>
                    <a:pt x="4069080" y="16522"/>
                  </a:lnTo>
                  <a:lnTo>
                    <a:pt x="36830" y="16522"/>
                  </a:lnTo>
                  <a:lnTo>
                    <a:pt x="36830" y="15240"/>
                  </a:lnTo>
                  <a:lnTo>
                    <a:pt x="35560" y="15240"/>
                  </a:lnTo>
                  <a:lnTo>
                    <a:pt x="35560" y="16522"/>
                  </a:lnTo>
                  <a:lnTo>
                    <a:pt x="33020" y="16522"/>
                  </a:lnTo>
                  <a:lnTo>
                    <a:pt x="33020" y="19050"/>
                  </a:lnTo>
                  <a:lnTo>
                    <a:pt x="4072890" y="19050"/>
                  </a:lnTo>
                  <a:lnTo>
                    <a:pt x="4072890" y="16522"/>
                  </a:lnTo>
                  <a:close/>
                </a:path>
                <a:path w="4105909" h="42544">
                  <a:moveTo>
                    <a:pt x="4076687" y="19050"/>
                  </a:moveTo>
                  <a:lnTo>
                    <a:pt x="4075430" y="19050"/>
                  </a:lnTo>
                  <a:lnTo>
                    <a:pt x="4075430" y="20320"/>
                  </a:lnTo>
                  <a:lnTo>
                    <a:pt x="31750" y="20320"/>
                  </a:lnTo>
                  <a:lnTo>
                    <a:pt x="31750" y="19050"/>
                  </a:lnTo>
                  <a:lnTo>
                    <a:pt x="29210" y="19050"/>
                  </a:lnTo>
                  <a:lnTo>
                    <a:pt x="29210" y="20320"/>
                  </a:lnTo>
                  <a:lnTo>
                    <a:pt x="29210" y="21590"/>
                  </a:lnTo>
                  <a:lnTo>
                    <a:pt x="4076687" y="21590"/>
                  </a:lnTo>
                  <a:lnTo>
                    <a:pt x="4076687" y="20320"/>
                  </a:lnTo>
                  <a:lnTo>
                    <a:pt x="4076687" y="19050"/>
                  </a:lnTo>
                  <a:close/>
                </a:path>
                <a:path w="4105909" h="42544">
                  <a:moveTo>
                    <a:pt x="4083037" y="22872"/>
                  </a:moveTo>
                  <a:lnTo>
                    <a:pt x="4080510" y="22872"/>
                  </a:lnTo>
                  <a:lnTo>
                    <a:pt x="4080510" y="21590"/>
                  </a:lnTo>
                  <a:lnTo>
                    <a:pt x="4079240" y="21590"/>
                  </a:lnTo>
                  <a:lnTo>
                    <a:pt x="4079240" y="22872"/>
                  </a:lnTo>
                  <a:lnTo>
                    <a:pt x="27940" y="22872"/>
                  </a:lnTo>
                  <a:lnTo>
                    <a:pt x="27940" y="21590"/>
                  </a:lnTo>
                  <a:lnTo>
                    <a:pt x="25400" y="21590"/>
                  </a:lnTo>
                  <a:lnTo>
                    <a:pt x="25400" y="22872"/>
                  </a:lnTo>
                  <a:lnTo>
                    <a:pt x="24130" y="22872"/>
                  </a:lnTo>
                  <a:lnTo>
                    <a:pt x="24130" y="25400"/>
                  </a:lnTo>
                  <a:lnTo>
                    <a:pt x="4083037" y="25400"/>
                  </a:lnTo>
                  <a:lnTo>
                    <a:pt x="4083037" y="22872"/>
                  </a:lnTo>
                  <a:close/>
                </a:path>
                <a:path w="4105909" h="42544">
                  <a:moveTo>
                    <a:pt x="4085590" y="25400"/>
                  </a:moveTo>
                  <a:lnTo>
                    <a:pt x="4084320" y="25400"/>
                  </a:lnTo>
                  <a:lnTo>
                    <a:pt x="4084320" y="26670"/>
                  </a:lnTo>
                  <a:lnTo>
                    <a:pt x="21590" y="26670"/>
                  </a:lnTo>
                  <a:lnTo>
                    <a:pt x="21590" y="25400"/>
                  </a:lnTo>
                  <a:lnTo>
                    <a:pt x="20320" y="25400"/>
                  </a:lnTo>
                  <a:lnTo>
                    <a:pt x="20320" y="26670"/>
                  </a:lnTo>
                  <a:lnTo>
                    <a:pt x="20320" y="27940"/>
                  </a:lnTo>
                  <a:lnTo>
                    <a:pt x="4085590" y="27940"/>
                  </a:lnTo>
                  <a:lnTo>
                    <a:pt x="4085590" y="26670"/>
                  </a:lnTo>
                  <a:lnTo>
                    <a:pt x="4085590" y="25400"/>
                  </a:lnTo>
                  <a:close/>
                </a:path>
                <a:path w="4105909" h="42544">
                  <a:moveTo>
                    <a:pt x="4090670" y="29222"/>
                  </a:moveTo>
                  <a:lnTo>
                    <a:pt x="4089387" y="29222"/>
                  </a:lnTo>
                  <a:lnTo>
                    <a:pt x="4089387" y="27940"/>
                  </a:lnTo>
                  <a:lnTo>
                    <a:pt x="4088130" y="27940"/>
                  </a:lnTo>
                  <a:lnTo>
                    <a:pt x="4088130" y="29222"/>
                  </a:lnTo>
                  <a:lnTo>
                    <a:pt x="19050" y="29222"/>
                  </a:lnTo>
                  <a:lnTo>
                    <a:pt x="19050" y="27940"/>
                  </a:lnTo>
                  <a:lnTo>
                    <a:pt x="16510" y="27940"/>
                  </a:lnTo>
                  <a:lnTo>
                    <a:pt x="16510" y="29222"/>
                  </a:lnTo>
                  <a:lnTo>
                    <a:pt x="15240" y="29222"/>
                  </a:lnTo>
                  <a:lnTo>
                    <a:pt x="15240" y="31750"/>
                  </a:lnTo>
                  <a:lnTo>
                    <a:pt x="4090670" y="31750"/>
                  </a:lnTo>
                  <a:lnTo>
                    <a:pt x="4090670" y="29222"/>
                  </a:lnTo>
                  <a:close/>
                </a:path>
                <a:path w="4105909" h="42544">
                  <a:moveTo>
                    <a:pt x="4094480" y="31750"/>
                  </a:moveTo>
                  <a:lnTo>
                    <a:pt x="4093210" y="31750"/>
                  </a:lnTo>
                  <a:lnTo>
                    <a:pt x="4093210" y="33020"/>
                  </a:lnTo>
                  <a:lnTo>
                    <a:pt x="13970" y="33020"/>
                  </a:lnTo>
                  <a:lnTo>
                    <a:pt x="13970" y="31750"/>
                  </a:lnTo>
                  <a:lnTo>
                    <a:pt x="11430" y="31750"/>
                  </a:lnTo>
                  <a:lnTo>
                    <a:pt x="11430" y="33020"/>
                  </a:lnTo>
                  <a:lnTo>
                    <a:pt x="11430" y="34290"/>
                  </a:lnTo>
                  <a:lnTo>
                    <a:pt x="4094480" y="34290"/>
                  </a:lnTo>
                  <a:lnTo>
                    <a:pt x="4094480" y="33020"/>
                  </a:lnTo>
                  <a:lnTo>
                    <a:pt x="4094480" y="31750"/>
                  </a:lnTo>
                  <a:close/>
                </a:path>
                <a:path w="4105909" h="42544">
                  <a:moveTo>
                    <a:pt x="4099560" y="35572"/>
                  </a:moveTo>
                  <a:lnTo>
                    <a:pt x="4097020" y="35572"/>
                  </a:lnTo>
                  <a:lnTo>
                    <a:pt x="4097020" y="34290"/>
                  </a:lnTo>
                  <a:lnTo>
                    <a:pt x="4095737" y="34290"/>
                  </a:lnTo>
                  <a:lnTo>
                    <a:pt x="4095737" y="35572"/>
                  </a:lnTo>
                  <a:lnTo>
                    <a:pt x="10160" y="35572"/>
                  </a:lnTo>
                  <a:lnTo>
                    <a:pt x="10160" y="34290"/>
                  </a:lnTo>
                  <a:lnTo>
                    <a:pt x="8890" y="34290"/>
                  </a:lnTo>
                  <a:lnTo>
                    <a:pt x="8890" y="35572"/>
                  </a:lnTo>
                  <a:lnTo>
                    <a:pt x="7620" y="35572"/>
                  </a:lnTo>
                  <a:lnTo>
                    <a:pt x="7620" y="38100"/>
                  </a:lnTo>
                  <a:lnTo>
                    <a:pt x="4099560" y="38100"/>
                  </a:lnTo>
                  <a:lnTo>
                    <a:pt x="4099560" y="35572"/>
                  </a:lnTo>
                  <a:close/>
                </a:path>
                <a:path w="4105909" h="42544">
                  <a:moveTo>
                    <a:pt x="4102087" y="38100"/>
                  </a:moveTo>
                  <a:lnTo>
                    <a:pt x="4100830" y="38100"/>
                  </a:lnTo>
                  <a:lnTo>
                    <a:pt x="4100830" y="39370"/>
                  </a:lnTo>
                  <a:lnTo>
                    <a:pt x="5080" y="39370"/>
                  </a:lnTo>
                  <a:lnTo>
                    <a:pt x="5080" y="38100"/>
                  </a:lnTo>
                  <a:lnTo>
                    <a:pt x="3810" y="38100"/>
                  </a:lnTo>
                  <a:lnTo>
                    <a:pt x="3810" y="39370"/>
                  </a:lnTo>
                  <a:lnTo>
                    <a:pt x="3810" y="40640"/>
                  </a:lnTo>
                  <a:lnTo>
                    <a:pt x="4102087" y="40640"/>
                  </a:lnTo>
                  <a:lnTo>
                    <a:pt x="4102087" y="39370"/>
                  </a:lnTo>
                  <a:lnTo>
                    <a:pt x="4102087" y="38100"/>
                  </a:lnTo>
                  <a:close/>
                </a:path>
                <a:path w="4105909" h="42544">
                  <a:moveTo>
                    <a:pt x="4105910" y="40640"/>
                  </a:moveTo>
                  <a:lnTo>
                    <a:pt x="4104640" y="40640"/>
                  </a:lnTo>
                  <a:lnTo>
                    <a:pt x="4104640" y="41922"/>
                  </a:lnTo>
                  <a:lnTo>
                    <a:pt x="4105910" y="41922"/>
                  </a:lnTo>
                  <a:lnTo>
                    <a:pt x="4105910" y="4064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2382520" y="2550159"/>
              <a:ext cx="4263390" cy="59690"/>
            </a:xfrm>
            <a:custGeom>
              <a:avLst/>
              <a:gdLst/>
              <a:ahLst/>
              <a:cxnLst/>
              <a:rect l="l" t="t" r="r" b="b"/>
              <a:pathLst>
                <a:path w="4263390" h="59689">
                  <a:moveTo>
                    <a:pt x="4208780" y="1270"/>
                  </a:moveTo>
                  <a:lnTo>
                    <a:pt x="4207510" y="1270"/>
                  </a:lnTo>
                  <a:lnTo>
                    <a:pt x="4207510" y="0"/>
                  </a:lnTo>
                  <a:lnTo>
                    <a:pt x="4206227" y="0"/>
                  </a:lnTo>
                  <a:lnTo>
                    <a:pt x="4206227" y="1270"/>
                  </a:lnTo>
                  <a:lnTo>
                    <a:pt x="58420" y="1270"/>
                  </a:lnTo>
                  <a:lnTo>
                    <a:pt x="58420" y="0"/>
                  </a:lnTo>
                  <a:lnTo>
                    <a:pt x="55880" y="0"/>
                  </a:lnTo>
                  <a:lnTo>
                    <a:pt x="55880" y="1270"/>
                  </a:lnTo>
                  <a:lnTo>
                    <a:pt x="54610" y="1270"/>
                  </a:lnTo>
                  <a:lnTo>
                    <a:pt x="54610" y="3810"/>
                  </a:lnTo>
                  <a:lnTo>
                    <a:pt x="4208780" y="3810"/>
                  </a:lnTo>
                  <a:lnTo>
                    <a:pt x="4208780" y="1270"/>
                  </a:lnTo>
                  <a:close/>
                </a:path>
                <a:path w="4263390" h="59689">
                  <a:moveTo>
                    <a:pt x="4211320" y="3810"/>
                  </a:moveTo>
                  <a:lnTo>
                    <a:pt x="4210050" y="3810"/>
                  </a:lnTo>
                  <a:lnTo>
                    <a:pt x="4210050" y="5080"/>
                  </a:lnTo>
                  <a:lnTo>
                    <a:pt x="53340" y="5080"/>
                  </a:lnTo>
                  <a:lnTo>
                    <a:pt x="53340" y="3810"/>
                  </a:lnTo>
                  <a:lnTo>
                    <a:pt x="52070" y="3810"/>
                  </a:lnTo>
                  <a:lnTo>
                    <a:pt x="52070" y="5080"/>
                  </a:lnTo>
                  <a:lnTo>
                    <a:pt x="52070" y="6350"/>
                  </a:lnTo>
                  <a:lnTo>
                    <a:pt x="4211320" y="6350"/>
                  </a:lnTo>
                  <a:lnTo>
                    <a:pt x="4211320" y="5080"/>
                  </a:lnTo>
                  <a:lnTo>
                    <a:pt x="4211320" y="3810"/>
                  </a:lnTo>
                  <a:close/>
                </a:path>
                <a:path w="4263390" h="59689">
                  <a:moveTo>
                    <a:pt x="4215130" y="7620"/>
                  </a:moveTo>
                  <a:lnTo>
                    <a:pt x="4213860" y="7620"/>
                  </a:lnTo>
                  <a:lnTo>
                    <a:pt x="4213860" y="6350"/>
                  </a:lnTo>
                  <a:lnTo>
                    <a:pt x="4212577" y="6350"/>
                  </a:lnTo>
                  <a:lnTo>
                    <a:pt x="4212577" y="7620"/>
                  </a:lnTo>
                  <a:lnTo>
                    <a:pt x="50800" y="7620"/>
                  </a:lnTo>
                  <a:lnTo>
                    <a:pt x="50800" y="6350"/>
                  </a:lnTo>
                  <a:lnTo>
                    <a:pt x="49530" y="6350"/>
                  </a:lnTo>
                  <a:lnTo>
                    <a:pt x="49530" y="7620"/>
                  </a:lnTo>
                  <a:lnTo>
                    <a:pt x="48260" y="7620"/>
                  </a:lnTo>
                  <a:lnTo>
                    <a:pt x="48260" y="10160"/>
                  </a:lnTo>
                  <a:lnTo>
                    <a:pt x="4215130" y="10160"/>
                  </a:lnTo>
                  <a:lnTo>
                    <a:pt x="4215130" y="7620"/>
                  </a:lnTo>
                  <a:close/>
                </a:path>
                <a:path w="4263390" h="59689">
                  <a:moveTo>
                    <a:pt x="4217670" y="10160"/>
                  </a:moveTo>
                  <a:lnTo>
                    <a:pt x="4216400" y="10160"/>
                  </a:lnTo>
                  <a:lnTo>
                    <a:pt x="4216400" y="11430"/>
                  </a:lnTo>
                  <a:lnTo>
                    <a:pt x="46990" y="11430"/>
                  </a:lnTo>
                  <a:lnTo>
                    <a:pt x="46990" y="10160"/>
                  </a:lnTo>
                  <a:lnTo>
                    <a:pt x="45720" y="10160"/>
                  </a:lnTo>
                  <a:lnTo>
                    <a:pt x="45720" y="11430"/>
                  </a:lnTo>
                  <a:lnTo>
                    <a:pt x="45720" y="12700"/>
                  </a:lnTo>
                  <a:lnTo>
                    <a:pt x="4217670" y="12700"/>
                  </a:lnTo>
                  <a:lnTo>
                    <a:pt x="4217670" y="11430"/>
                  </a:lnTo>
                  <a:lnTo>
                    <a:pt x="4217670" y="10160"/>
                  </a:lnTo>
                  <a:close/>
                </a:path>
                <a:path w="4263390" h="59689">
                  <a:moveTo>
                    <a:pt x="4222750" y="13970"/>
                  </a:moveTo>
                  <a:lnTo>
                    <a:pt x="4220210" y="13970"/>
                  </a:lnTo>
                  <a:lnTo>
                    <a:pt x="4220210" y="12700"/>
                  </a:lnTo>
                  <a:lnTo>
                    <a:pt x="4218927" y="12700"/>
                  </a:lnTo>
                  <a:lnTo>
                    <a:pt x="4218927" y="13970"/>
                  </a:lnTo>
                  <a:lnTo>
                    <a:pt x="44450" y="13970"/>
                  </a:lnTo>
                  <a:lnTo>
                    <a:pt x="44450" y="12700"/>
                  </a:lnTo>
                  <a:lnTo>
                    <a:pt x="43180" y="12700"/>
                  </a:lnTo>
                  <a:lnTo>
                    <a:pt x="43180" y="13970"/>
                  </a:lnTo>
                  <a:lnTo>
                    <a:pt x="41910" y="13970"/>
                  </a:lnTo>
                  <a:lnTo>
                    <a:pt x="41910" y="16510"/>
                  </a:lnTo>
                  <a:lnTo>
                    <a:pt x="4222750" y="16510"/>
                  </a:lnTo>
                  <a:lnTo>
                    <a:pt x="4222750" y="13970"/>
                  </a:lnTo>
                  <a:close/>
                </a:path>
                <a:path w="4263390" h="59689">
                  <a:moveTo>
                    <a:pt x="4225277" y="16510"/>
                  </a:moveTo>
                  <a:lnTo>
                    <a:pt x="4224020" y="16510"/>
                  </a:lnTo>
                  <a:lnTo>
                    <a:pt x="4224020" y="17780"/>
                  </a:lnTo>
                  <a:lnTo>
                    <a:pt x="39370" y="17780"/>
                  </a:lnTo>
                  <a:lnTo>
                    <a:pt x="39370" y="16510"/>
                  </a:lnTo>
                  <a:lnTo>
                    <a:pt x="38100" y="16510"/>
                  </a:lnTo>
                  <a:lnTo>
                    <a:pt x="38100" y="17780"/>
                  </a:lnTo>
                  <a:lnTo>
                    <a:pt x="38100" y="19050"/>
                  </a:lnTo>
                  <a:lnTo>
                    <a:pt x="4225277" y="19050"/>
                  </a:lnTo>
                  <a:lnTo>
                    <a:pt x="4225277" y="17780"/>
                  </a:lnTo>
                  <a:lnTo>
                    <a:pt x="4225277" y="16510"/>
                  </a:lnTo>
                  <a:close/>
                </a:path>
                <a:path w="4263390" h="59689">
                  <a:moveTo>
                    <a:pt x="4229100" y="20320"/>
                  </a:moveTo>
                  <a:lnTo>
                    <a:pt x="4227830" y="20320"/>
                  </a:lnTo>
                  <a:lnTo>
                    <a:pt x="4227830" y="19050"/>
                  </a:lnTo>
                  <a:lnTo>
                    <a:pt x="4226560" y="19050"/>
                  </a:lnTo>
                  <a:lnTo>
                    <a:pt x="4226560" y="20320"/>
                  </a:lnTo>
                  <a:lnTo>
                    <a:pt x="36830" y="20320"/>
                  </a:lnTo>
                  <a:lnTo>
                    <a:pt x="36830" y="19050"/>
                  </a:lnTo>
                  <a:lnTo>
                    <a:pt x="35560" y="19050"/>
                  </a:lnTo>
                  <a:lnTo>
                    <a:pt x="35560" y="20320"/>
                  </a:lnTo>
                  <a:lnTo>
                    <a:pt x="34290" y="20320"/>
                  </a:lnTo>
                  <a:lnTo>
                    <a:pt x="34290" y="22860"/>
                  </a:lnTo>
                  <a:lnTo>
                    <a:pt x="4229100" y="22860"/>
                  </a:lnTo>
                  <a:lnTo>
                    <a:pt x="4229100" y="20320"/>
                  </a:lnTo>
                  <a:close/>
                </a:path>
                <a:path w="4263390" h="59689">
                  <a:moveTo>
                    <a:pt x="4231627" y="22860"/>
                  </a:moveTo>
                  <a:lnTo>
                    <a:pt x="4230370" y="22860"/>
                  </a:lnTo>
                  <a:lnTo>
                    <a:pt x="4230370" y="24130"/>
                  </a:lnTo>
                  <a:lnTo>
                    <a:pt x="33020" y="24130"/>
                  </a:lnTo>
                  <a:lnTo>
                    <a:pt x="33020" y="22860"/>
                  </a:lnTo>
                  <a:lnTo>
                    <a:pt x="31750" y="22860"/>
                  </a:lnTo>
                  <a:lnTo>
                    <a:pt x="31750" y="24130"/>
                  </a:lnTo>
                  <a:lnTo>
                    <a:pt x="31750" y="25400"/>
                  </a:lnTo>
                  <a:lnTo>
                    <a:pt x="4231627" y="25400"/>
                  </a:lnTo>
                  <a:lnTo>
                    <a:pt x="4231627" y="24130"/>
                  </a:lnTo>
                  <a:lnTo>
                    <a:pt x="4231627" y="22860"/>
                  </a:lnTo>
                  <a:close/>
                </a:path>
                <a:path w="4263390" h="59689">
                  <a:moveTo>
                    <a:pt x="4237977" y="30480"/>
                  </a:moveTo>
                  <a:lnTo>
                    <a:pt x="4236720" y="30480"/>
                  </a:lnTo>
                  <a:lnTo>
                    <a:pt x="4236720" y="29210"/>
                  </a:lnTo>
                  <a:lnTo>
                    <a:pt x="4235450" y="29210"/>
                  </a:lnTo>
                  <a:lnTo>
                    <a:pt x="4235450" y="26670"/>
                  </a:lnTo>
                  <a:lnTo>
                    <a:pt x="4234180" y="26670"/>
                  </a:lnTo>
                  <a:lnTo>
                    <a:pt x="4234180" y="25400"/>
                  </a:lnTo>
                  <a:lnTo>
                    <a:pt x="4232910" y="25400"/>
                  </a:lnTo>
                  <a:lnTo>
                    <a:pt x="4232910" y="26670"/>
                  </a:lnTo>
                  <a:lnTo>
                    <a:pt x="30480" y="26670"/>
                  </a:lnTo>
                  <a:lnTo>
                    <a:pt x="30480" y="25400"/>
                  </a:lnTo>
                  <a:lnTo>
                    <a:pt x="29210" y="25400"/>
                  </a:lnTo>
                  <a:lnTo>
                    <a:pt x="29210" y="26670"/>
                  </a:lnTo>
                  <a:lnTo>
                    <a:pt x="27940" y="26670"/>
                  </a:lnTo>
                  <a:lnTo>
                    <a:pt x="27940" y="29210"/>
                  </a:lnTo>
                  <a:lnTo>
                    <a:pt x="26670" y="29210"/>
                  </a:lnTo>
                  <a:lnTo>
                    <a:pt x="26670" y="30480"/>
                  </a:lnTo>
                  <a:lnTo>
                    <a:pt x="25400" y="30480"/>
                  </a:lnTo>
                  <a:lnTo>
                    <a:pt x="25400" y="31750"/>
                  </a:lnTo>
                  <a:lnTo>
                    <a:pt x="4237977" y="31750"/>
                  </a:lnTo>
                  <a:lnTo>
                    <a:pt x="4237977" y="30480"/>
                  </a:lnTo>
                  <a:close/>
                </a:path>
                <a:path w="4263390" h="59689">
                  <a:moveTo>
                    <a:pt x="4240530" y="33020"/>
                  </a:moveTo>
                  <a:lnTo>
                    <a:pt x="4239260" y="33020"/>
                  </a:lnTo>
                  <a:lnTo>
                    <a:pt x="4239260" y="31750"/>
                  </a:lnTo>
                  <a:lnTo>
                    <a:pt x="4237977" y="31750"/>
                  </a:lnTo>
                  <a:lnTo>
                    <a:pt x="4237977" y="33020"/>
                  </a:lnTo>
                  <a:lnTo>
                    <a:pt x="25400" y="33020"/>
                  </a:lnTo>
                  <a:lnTo>
                    <a:pt x="25400" y="31750"/>
                  </a:lnTo>
                  <a:lnTo>
                    <a:pt x="24130" y="31750"/>
                  </a:lnTo>
                  <a:lnTo>
                    <a:pt x="24130" y="33020"/>
                  </a:lnTo>
                  <a:lnTo>
                    <a:pt x="22860" y="33020"/>
                  </a:lnTo>
                  <a:lnTo>
                    <a:pt x="22860" y="35560"/>
                  </a:lnTo>
                  <a:lnTo>
                    <a:pt x="4240530" y="35560"/>
                  </a:lnTo>
                  <a:lnTo>
                    <a:pt x="4240530" y="33020"/>
                  </a:lnTo>
                  <a:close/>
                </a:path>
                <a:path w="4263390" h="59689">
                  <a:moveTo>
                    <a:pt x="4243070" y="35560"/>
                  </a:moveTo>
                  <a:lnTo>
                    <a:pt x="4241800" y="35560"/>
                  </a:lnTo>
                  <a:lnTo>
                    <a:pt x="4241800" y="36830"/>
                  </a:lnTo>
                  <a:lnTo>
                    <a:pt x="21590" y="36830"/>
                  </a:lnTo>
                  <a:lnTo>
                    <a:pt x="21590" y="35560"/>
                  </a:lnTo>
                  <a:lnTo>
                    <a:pt x="20320" y="35560"/>
                  </a:lnTo>
                  <a:lnTo>
                    <a:pt x="20320" y="36830"/>
                  </a:lnTo>
                  <a:lnTo>
                    <a:pt x="20320" y="38100"/>
                  </a:lnTo>
                  <a:lnTo>
                    <a:pt x="4243070" y="38100"/>
                  </a:lnTo>
                  <a:lnTo>
                    <a:pt x="4243070" y="36830"/>
                  </a:lnTo>
                  <a:lnTo>
                    <a:pt x="4243070" y="35560"/>
                  </a:lnTo>
                  <a:close/>
                </a:path>
                <a:path w="4263390" h="59689">
                  <a:moveTo>
                    <a:pt x="4246880" y="39370"/>
                  </a:moveTo>
                  <a:lnTo>
                    <a:pt x="4245610" y="39370"/>
                  </a:lnTo>
                  <a:lnTo>
                    <a:pt x="4245610" y="38100"/>
                  </a:lnTo>
                  <a:lnTo>
                    <a:pt x="4244327" y="38100"/>
                  </a:lnTo>
                  <a:lnTo>
                    <a:pt x="4244327" y="39370"/>
                  </a:lnTo>
                  <a:lnTo>
                    <a:pt x="19050" y="39370"/>
                  </a:lnTo>
                  <a:lnTo>
                    <a:pt x="19050" y="38100"/>
                  </a:lnTo>
                  <a:lnTo>
                    <a:pt x="17780" y="38100"/>
                  </a:lnTo>
                  <a:lnTo>
                    <a:pt x="17780" y="39370"/>
                  </a:lnTo>
                  <a:lnTo>
                    <a:pt x="16510" y="39370"/>
                  </a:lnTo>
                  <a:lnTo>
                    <a:pt x="16510" y="41910"/>
                  </a:lnTo>
                  <a:lnTo>
                    <a:pt x="4246880" y="41910"/>
                  </a:lnTo>
                  <a:lnTo>
                    <a:pt x="4246880" y="39370"/>
                  </a:lnTo>
                  <a:close/>
                </a:path>
                <a:path w="4263390" h="59689">
                  <a:moveTo>
                    <a:pt x="4251960" y="45720"/>
                  </a:moveTo>
                  <a:lnTo>
                    <a:pt x="4250677" y="45720"/>
                  </a:lnTo>
                  <a:lnTo>
                    <a:pt x="4250677" y="44450"/>
                  </a:lnTo>
                  <a:lnTo>
                    <a:pt x="4249420" y="44450"/>
                  </a:lnTo>
                  <a:lnTo>
                    <a:pt x="4249420" y="43180"/>
                  </a:lnTo>
                  <a:lnTo>
                    <a:pt x="4249420" y="41910"/>
                  </a:lnTo>
                  <a:lnTo>
                    <a:pt x="4248150" y="41910"/>
                  </a:lnTo>
                  <a:lnTo>
                    <a:pt x="4248150" y="43180"/>
                  </a:lnTo>
                  <a:lnTo>
                    <a:pt x="15240" y="43180"/>
                  </a:lnTo>
                  <a:lnTo>
                    <a:pt x="15240" y="41910"/>
                  </a:lnTo>
                  <a:lnTo>
                    <a:pt x="13970" y="41910"/>
                  </a:lnTo>
                  <a:lnTo>
                    <a:pt x="13970" y="43180"/>
                  </a:lnTo>
                  <a:lnTo>
                    <a:pt x="13970" y="44450"/>
                  </a:lnTo>
                  <a:lnTo>
                    <a:pt x="12700" y="44450"/>
                  </a:lnTo>
                  <a:lnTo>
                    <a:pt x="12700" y="45720"/>
                  </a:lnTo>
                  <a:lnTo>
                    <a:pt x="11430" y="45720"/>
                  </a:lnTo>
                  <a:lnTo>
                    <a:pt x="11430" y="48260"/>
                  </a:lnTo>
                  <a:lnTo>
                    <a:pt x="4251960" y="48260"/>
                  </a:lnTo>
                  <a:lnTo>
                    <a:pt x="4251960" y="45720"/>
                  </a:lnTo>
                  <a:close/>
                </a:path>
                <a:path w="4263390" h="59689">
                  <a:moveTo>
                    <a:pt x="4254500" y="48260"/>
                  </a:moveTo>
                  <a:lnTo>
                    <a:pt x="4253230" y="48260"/>
                  </a:lnTo>
                  <a:lnTo>
                    <a:pt x="4253230" y="49530"/>
                  </a:lnTo>
                  <a:lnTo>
                    <a:pt x="10160" y="49530"/>
                  </a:lnTo>
                  <a:lnTo>
                    <a:pt x="10160" y="48260"/>
                  </a:lnTo>
                  <a:lnTo>
                    <a:pt x="8890" y="48260"/>
                  </a:lnTo>
                  <a:lnTo>
                    <a:pt x="8890" y="49530"/>
                  </a:lnTo>
                  <a:lnTo>
                    <a:pt x="8890" y="50800"/>
                  </a:lnTo>
                  <a:lnTo>
                    <a:pt x="4254500" y="50800"/>
                  </a:lnTo>
                  <a:lnTo>
                    <a:pt x="4254500" y="49530"/>
                  </a:lnTo>
                  <a:lnTo>
                    <a:pt x="4254500" y="48260"/>
                  </a:lnTo>
                  <a:close/>
                </a:path>
                <a:path w="4263390" h="59689">
                  <a:moveTo>
                    <a:pt x="4258310" y="52070"/>
                  </a:moveTo>
                  <a:lnTo>
                    <a:pt x="4257027" y="52070"/>
                  </a:lnTo>
                  <a:lnTo>
                    <a:pt x="4257027" y="50800"/>
                  </a:lnTo>
                  <a:lnTo>
                    <a:pt x="4255770" y="50800"/>
                  </a:lnTo>
                  <a:lnTo>
                    <a:pt x="4255770" y="52070"/>
                  </a:lnTo>
                  <a:lnTo>
                    <a:pt x="7620" y="52070"/>
                  </a:lnTo>
                  <a:lnTo>
                    <a:pt x="7620" y="50800"/>
                  </a:lnTo>
                  <a:lnTo>
                    <a:pt x="6350" y="50800"/>
                  </a:lnTo>
                  <a:lnTo>
                    <a:pt x="6350" y="52070"/>
                  </a:lnTo>
                  <a:lnTo>
                    <a:pt x="5080" y="52070"/>
                  </a:lnTo>
                  <a:lnTo>
                    <a:pt x="5080" y="54610"/>
                  </a:lnTo>
                  <a:lnTo>
                    <a:pt x="4258310" y="54610"/>
                  </a:lnTo>
                  <a:lnTo>
                    <a:pt x="4258310" y="52070"/>
                  </a:lnTo>
                  <a:close/>
                </a:path>
                <a:path w="4263390" h="59689">
                  <a:moveTo>
                    <a:pt x="4263377" y="58420"/>
                  </a:moveTo>
                  <a:lnTo>
                    <a:pt x="4262120" y="58420"/>
                  </a:lnTo>
                  <a:lnTo>
                    <a:pt x="4262120" y="57150"/>
                  </a:lnTo>
                  <a:lnTo>
                    <a:pt x="4260850" y="57150"/>
                  </a:lnTo>
                  <a:lnTo>
                    <a:pt x="4260850" y="55880"/>
                  </a:lnTo>
                  <a:lnTo>
                    <a:pt x="4260850" y="54610"/>
                  </a:lnTo>
                  <a:lnTo>
                    <a:pt x="4259580" y="54610"/>
                  </a:lnTo>
                  <a:lnTo>
                    <a:pt x="4259580" y="55880"/>
                  </a:lnTo>
                  <a:lnTo>
                    <a:pt x="3810" y="55880"/>
                  </a:lnTo>
                  <a:lnTo>
                    <a:pt x="3810" y="54610"/>
                  </a:lnTo>
                  <a:lnTo>
                    <a:pt x="2540" y="54610"/>
                  </a:lnTo>
                  <a:lnTo>
                    <a:pt x="2540" y="55880"/>
                  </a:lnTo>
                  <a:lnTo>
                    <a:pt x="2540" y="57150"/>
                  </a:lnTo>
                  <a:lnTo>
                    <a:pt x="1270" y="57150"/>
                  </a:lnTo>
                  <a:lnTo>
                    <a:pt x="1270" y="58420"/>
                  </a:lnTo>
                  <a:lnTo>
                    <a:pt x="0" y="58420"/>
                  </a:lnTo>
                  <a:lnTo>
                    <a:pt x="0" y="59690"/>
                  </a:lnTo>
                  <a:lnTo>
                    <a:pt x="4263377" y="59690"/>
                  </a:lnTo>
                  <a:lnTo>
                    <a:pt x="4263377" y="5842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2339340" y="2609849"/>
              <a:ext cx="4349750" cy="59690"/>
            </a:xfrm>
            <a:custGeom>
              <a:avLst/>
              <a:gdLst/>
              <a:ahLst/>
              <a:cxnLst/>
              <a:rect l="l" t="t" r="r" b="b"/>
              <a:pathLst>
                <a:path w="4349750" h="59689">
                  <a:moveTo>
                    <a:pt x="24130" y="22860"/>
                  </a:moveTo>
                  <a:lnTo>
                    <a:pt x="22860" y="22860"/>
                  </a:lnTo>
                  <a:lnTo>
                    <a:pt x="22860" y="24130"/>
                  </a:lnTo>
                  <a:lnTo>
                    <a:pt x="24130" y="24130"/>
                  </a:lnTo>
                  <a:lnTo>
                    <a:pt x="24130" y="22860"/>
                  </a:lnTo>
                  <a:close/>
                </a:path>
                <a:path w="4349750" h="59689">
                  <a:moveTo>
                    <a:pt x="4306557" y="0"/>
                  </a:moveTo>
                  <a:lnTo>
                    <a:pt x="43180" y="0"/>
                  </a:lnTo>
                  <a:lnTo>
                    <a:pt x="43180" y="1270"/>
                  </a:lnTo>
                  <a:lnTo>
                    <a:pt x="4306557" y="1270"/>
                  </a:lnTo>
                  <a:lnTo>
                    <a:pt x="4306557" y="0"/>
                  </a:lnTo>
                  <a:close/>
                </a:path>
                <a:path w="4349750" h="59689">
                  <a:moveTo>
                    <a:pt x="4311650" y="5080"/>
                  </a:moveTo>
                  <a:lnTo>
                    <a:pt x="4310380" y="5080"/>
                  </a:lnTo>
                  <a:lnTo>
                    <a:pt x="4310380" y="3810"/>
                  </a:lnTo>
                  <a:lnTo>
                    <a:pt x="4309110" y="3810"/>
                  </a:lnTo>
                  <a:lnTo>
                    <a:pt x="4309110" y="2540"/>
                  </a:lnTo>
                  <a:lnTo>
                    <a:pt x="4309110" y="1270"/>
                  </a:lnTo>
                  <a:lnTo>
                    <a:pt x="4307840" y="1270"/>
                  </a:lnTo>
                  <a:lnTo>
                    <a:pt x="4307840" y="2540"/>
                  </a:lnTo>
                  <a:lnTo>
                    <a:pt x="41910" y="2540"/>
                  </a:lnTo>
                  <a:lnTo>
                    <a:pt x="41910" y="1270"/>
                  </a:lnTo>
                  <a:lnTo>
                    <a:pt x="40640" y="1270"/>
                  </a:lnTo>
                  <a:lnTo>
                    <a:pt x="40640" y="2540"/>
                  </a:lnTo>
                  <a:lnTo>
                    <a:pt x="40640" y="3810"/>
                  </a:lnTo>
                  <a:lnTo>
                    <a:pt x="39370" y="3810"/>
                  </a:lnTo>
                  <a:lnTo>
                    <a:pt x="39370" y="5080"/>
                  </a:lnTo>
                  <a:lnTo>
                    <a:pt x="38100" y="5080"/>
                  </a:lnTo>
                  <a:lnTo>
                    <a:pt x="38100" y="7620"/>
                  </a:lnTo>
                  <a:lnTo>
                    <a:pt x="4311650" y="7620"/>
                  </a:lnTo>
                  <a:lnTo>
                    <a:pt x="4311650" y="5080"/>
                  </a:lnTo>
                  <a:close/>
                </a:path>
                <a:path w="4349750" h="59689">
                  <a:moveTo>
                    <a:pt x="4316730" y="11430"/>
                  </a:moveTo>
                  <a:lnTo>
                    <a:pt x="4315460" y="11430"/>
                  </a:lnTo>
                  <a:lnTo>
                    <a:pt x="4315460" y="10160"/>
                  </a:lnTo>
                  <a:lnTo>
                    <a:pt x="4314190" y="10160"/>
                  </a:lnTo>
                  <a:lnTo>
                    <a:pt x="4314190" y="8890"/>
                  </a:lnTo>
                  <a:lnTo>
                    <a:pt x="4314190" y="7620"/>
                  </a:lnTo>
                  <a:lnTo>
                    <a:pt x="4312907" y="7620"/>
                  </a:lnTo>
                  <a:lnTo>
                    <a:pt x="4312907" y="8890"/>
                  </a:lnTo>
                  <a:lnTo>
                    <a:pt x="36830" y="8890"/>
                  </a:lnTo>
                  <a:lnTo>
                    <a:pt x="36830" y="7620"/>
                  </a:lnTo>
                  <a:lnTo>
                    <a:pt x="35560" y="7620"/>
                  </a:lnTo>
                  <a:lnTo>
                    <a:pt x="35560" y="8890"/>
                  </a:lnTo>
                  <a:lnTo>
                    <a:pt x="35560" y="10160"/>
                  </a:lnTo>
                  <a:lnTo>
                    <a:pt x="34290" y="10160"/>
                  </a:lnTo>
                  <a:lnTo>
                    <a:pt x="34290" y="11430"/>
                  </a:lnTo>
                  <a:lnTo>
                    <a:pt x="33020" y="11430"/>
                  </a:lnTo>
                  <a:lnTo>
                    <a:pt x="33020" y="13970"/>
                  </a:lnTo>
                  <a:lnTo>
                    <a:pt x="4316730" y="13970"/>
                  </a:lnTo>
                  <a:lnTo>
                    <a:pt x="4316730" y="11430"/>
                  </a:lnTo>
                  <a:close/>
                </a:path>
                <a:path w="4349750" h="59689">
                  <a:moveTo>
                    <a:pt x="4321810" y="17780"/>
                  </a:moveTo>
                  <a:lnTo>
                    <a:pt x="4320540" y="17780"/>
                  </a:lnTo>
                  <a:lnTo>
                    <a:pt x="4320540" y="16510"/>
                  </a:lnTo>
                  <a:lnTo>
                    <a:pt x="4319270" y="16510"/>
                  </a:lnTo>
                  <a:lnTo>
                    <a:pt x="4319270" y="15240"/>
                  </a:lnTo>
                  <a:lnTo>
                    <a:pt x="4319270" y="13970"/>
                  </a:lnTo>
                  <a:lnTo>
                    <a:pt x="4318000" y="13970"/>
                  </a:lnTo>
                  <a:lnTo>
                    <a:pt x="4318000" y="15240"/>
                  </a:lnTo>
                  <a:lnTo>
                    <a:pt x="31750" y="15240"/>
                  </a:lnTo>
                  <a:lnTo>
                    <a:pt x="31750" y="13970"/>
                  </a:lnTo>
                  <a:lnTo>
                    <a:pt x="30480" y="13970"/>
                  </a:lnTo>
                  <a:lnTo>
                    <a:pt x="30480" y="15240"/>
                  </a:lnTo>
                  <a:lnTo>
                    <a:pt x="30480" y="16510"/>
                  </a:lnTo>
                  <a:lnTo>
                    <a:pt x="29210" y="16510"/>
                  </a:lnTo>
                  <a:lnTo>
                    <a:pt x="29210" y="17780"/>
                  </a:lnTo>
                  <a:lnTo>
                    <a:pt x="27940" y="17780"/>
                  </a:lnTo>
                  <a:lnTo>
                    <a:pt x="27940" y="20320"/>
                  </a:lnTo>
                  <a:lnTo>
                    <a:pt x="4321810" y="20320"/>
                  </a:lnTo>
                  <a:lnTo>
                    <a:pt x="4321810" y="17780"/>
                  </a:lnTo>
                  <a:close/>
                </a:path>
                <a:path w="4349750" h="59689">
                  <a:moveTo>
                    <a:pt x="4324350" y="20320"/>
                  </a:moveTo>
                  <a:lnTo>
                    <a:pt x="4323080" y="20320"/>
                  </a:lnTo>
                  <a:lnTo>
                    <a:pt x="4323080" y="21590"/>
                  </a:lnTo>
                  <a:lnTo>
                    <a:pt x="26670" y="21590"/>
                  </a:lnTo>
                  <a:lnTo>
                    <a:pt x="26670" y="20320"/>
                  </a:lnTo>
                  <a:lnTo>
                    <a:pt x="25400" y="20320"/>
                  </a:lnTo>
                  <a:lnTo>
                    <a:pt x="25400" y="21590"/>
                  </a:lnTo>
                  <a:lnTo>
                    <a:pt x="25400" y="22860"/>
                  </a:lnTo>
                  <a:lnTo>
                    <a:pt x="4324350" y="22860"/>
                  </a:lnTo>
                  <a:lnTo>
                    <a:pt x="4324350" y="21590"/>
                  </a:lnTo>
                  <a:lnTo>
                    <a:pt x="4324350" y="20320"/>
                  </a:lnTo>
                  <a:close/>
                </a:path>
                <a:path w="4349750" h="59689">
                  <a:moveTo>
                    <a:pt x="4326890" y="22860"/>
                  </a:moveTo>
                  <a:lnTo>
                    <a:pt x="4325620" y="22860"/>
                  </a:lnTo>
                  <a:lnTo>
                    <a:pt x="4325620" y="24130"/>
                  </a:lnTo>
                  <a:lnTo>
                    <a:pt x="4326890" y="24130"/>
                  </a:lnTo>
                  <a:lnTo>
                    <a:pt x="4326890" y="22860"/>
                  </a:lnTo>
                  <a:close/>
                </a:path>
                <a:path w="4349750" h="59689">
                  <a:moveTo>
                    <a:pt x="4343400" y="48260"/>
                  </a:moveTo>
                  <a:lnTo>
                    <a:pt x="4342130" y="48260"/>
                  </a:lnTo>
                  <a:lnTo>
                    <a:pt x="4342130" y="45720"/>
                  </a:lnTo>
                  <a:lnTo>
                    <a:pt x="4340860" y="45720"/>
                  </a:lnTo>
                  <a:lnTo>
                    <a:pt x="4340860" y="44450"/>
                  </a:lnTo>
                  <a:lnTo>
                    <a:pt x="4339590" y="44450"/>
                  </a:lnTo>
                  <a:lnTo>
                    <a:pt x="4339590" y="41910"/>
                  </a:lnTo>
                  <a:lnTo>
                    <a:pt x="4338320" y="41910"/>
                  </a:lnTo>
                  <a:lnTo>
                    <a:pt x="4338320" y="39370"/>
                  </a:lnTo>
                  <a:lnTo>
                    <a:pt x="4337050" y="39370"/>
                  </a:lnTo>
                  <a:lnTo>
                    <a:pt x="4337050" y="38100"/>
                  </a:lnTo>
                  <a:lnTo>
                    <a:pt x="4335780" y="38100"/>
                  </a:lnTo>
                  <a:lnTo>
                    <a:pt x="4335780" y="35560"/>
                  </a:lnTo>
                  <a:lnTo>
                    <a:pt x="4334510" y="35560"/>
                  </a:lnTo>
                  <a:lnTo>
                    <a:pt x="4334510" y="34290"/>
                  </a:lnTo>
                  <a:lnTo>
                    <a:pt x="4333240" y="34290"/>
                  </a:lnTo>
                  <a:lnTo>
                    <a:pt x="4333240" y="31750"/>
                  </a:lnTo>
                  <a:lnTo>
                    <a:pt x="4331970" y="31750"/>
                  </a:lnTo>
                  <a:lnTo>
                    <a:pt x="4331970" y="29210"/>
                  </a:lnTo>
                  <a:lnTo>
                    <a:pt x="4330700" y="29210"/>
                  </a:lnTo>
                  <a:lnTo>
                    <a:pt x="4330700" y="27940"/>
                  </a:lnTo>
                  <a:lnTo>
                    <a:pt x="4329430" y="27940"/>
                  </a:lnTo>
                  <a:lnTo>
                    <a:pt x="4329430" y="26670"/>
                  </a:lnTo>
                  <a:lnTo>
                    <a:pt x="4328160" y="26670"/>
                  </a:lnTo>
                  <a:lnTo>
                    <a:pt x="4328160" y="24142"/>
                  </a:lnTo>
                  <a:lnTo>
                    <a:pt x="21590" y="24142"/>
                  </a:lnTo>
                  <a:lnTo>
                    <a:pt x="21590" y="26670"/>
                  </a:lnTo>
                  <a:lnTo>
                    <a:pt x="20320" y="26670"/>
                  </a:lnTo>
                  <a:lnTo>
                    <a:pt x="20320" y="27940"/>
                  </a:lnTo>
                  <a:lnTo>
                    <a:pt x="19050" y="27940"/>
                  </a:lnTo>
                  <a:lnTo>
                    <a:pt x="19050" y="29210"/>
                  </a:lnTo>
                  <a:lnTo>
                    <a:pt x="17780" y="29210"/>
                  </a:lnTo>
                  <a:lnTo>
                    <a:pt x="17780" y="31750"/>
                  </a:lnTo>
                  <a:lnTo>
                    <a:pt x="16510" y="31750"/>
                  </a:lnTo>
                  <a:lnTo>
                    <a:pt x="16510" y="34290"/>
                  </a:lnTo>
                  <a:lnTo>
                    <a:pt x="15240" y="34290"/>
                  </a:lnTo>
                  <a:lnTo>
                    <a:pt x="15240" y="35560"/>
                  </a:lnTo>
                  <a:lnTo>
                    <a:pt x="13970" y="35560"/>
                  </a:lnTo>
                  <a:lnTo>
                    <a:pt x="13970" y="38100"/>
                  </a:lnTo>
                  <a:lnTo>
                    <a:pt x="12700" y="38100"/>
                  </a:lnTo>
                  <a:lnTo>
                    <a:pt x="12700" y="39370"/>
                  </a:lnTo>
                  <a:lnTo>
                    <a:pt x="11430" y="39370"/>
                  </a:lnTo>
                  <a:lnTo>
                    <a:pt x="11430" y="41910"/>
                  </a:lnTo>
                  <a:lnTo>
                    <a:pt x="10160" y="41910"/>
                  </a:lnTo>
                  <a:lnTo>
                    <a:pt x="10160" y="44450"/>
                  </a:lnTo>
                  <a:lnTo>
                    <a:pt x="8890" y="44450"/>
                  </a:lnTo>
                  <a:lnTo>
                    <a:pt x="8890" y="45720"/>
                  </a:lnTo>
                  <a:lnTo>
                    <a:pt x="7620" y="45720"/>
                  </a:lnTo>
                  <a:lnTo>
                    <a:pt x="7620" y="48260"/>
                  </a:lnTo>
                  <a:lnTo>
                    <a:pt x="6350" y="48260"/>
                  </a:lnTo>
                  <a:lnTo>
                    <a:pt x="6350" y="49530"/>
                  </a:lnTo>
                  <a:lnTo>
                    <a:pt x="4343400" y="49530"/>
                  </a:lnTo>
                  <a:lnTo>
                    <a:pt x="4343400" y="48260"/>
                  </a:lnTo>
                  <a:close/>
                </a:path>
                <a:path w="4349750" h="59689">
                  <a:moveTo>
                    <a:pt x="4347210" y="54610"/>
                  </a:moveTo>
                  <a:lnTo>
                    <a:pt x="4345940" y="54610"/>
                  </a:lnTo>
                  <a:lnTo>
                    <a:pt x="4345940" y="52070"/>
                  </a:lnTo>
                  <a:lnTo>
                    <a:pt x="4344670" y="52070"/>
                  </a:lnTo>
                  <a:lnTo>
                    <a:pt x="4344670" y="49542"/>
                  </a:lnTo>
                  <a:lnTo>
                    <a:pt x="5080" y="49542"/>
                  </a:lnTo>
                  <a:lnTo>
                    <a:pt x="5080" y="52070"/>
                  </a:lnTo>
                  <a:lnTo>
                    <a:pt x="3810" y="52070"/>
                  </a:lnTo>
                  <a:lnTo>
                    <a:pt x="3810" y="54610"/>
                  </a:lnTo>
                  <a:lnTo>
                    <a:pt x="2540" y="54610"/>
                  </a:lnTo>
                  <a:lnTo>
                    <a:pt x="2540" y="55880"/>
                  </a:lnTo>
                  <a:lnTo>
                    <a:pt x="4347210" y="55880"/>
                  </a:lnTo>
                  <a:lnTo>
                    <a:pt x="4347210" y="54610"/>
                  </a:lnTo>
                  <a:close/>
                </a:path>
                <a:path w="4349750" h="59689">
                  <a:moveTo>
                    <a:pt x="4349750" y="58420"/>
                  </a:moveTo>
                  <a:lnTo>
                    <a:pt x="4348480" y="58420"/>
                  </a:lnTo>
                  <a:lnTo>
                    <a:pt x="4348480" y="55892"/>
                  </a:lnTo>
                  <a:lnTo>
                    <a:pt x="1270" y="55892"/>
                  </a:lnTo>
                  <a:lnTo>
                    <a:pt x="1270" y="58420"/>
                  </a:lnTo>
                  <a:lnTo>
                    <a:pt x="0" y="58420"/>
                  </a:lnTo>
                  <a:lnTo>
                    <a:pt x="0" y="59690"/>
                  </a:lnTo>
                  <a:lnTo>
                    <a:pt x="4349750" y="59690"/>
                  </a:lnTo>
                  <a:lnTo>
                    <a:pt x="4349750" y="5842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2308847" y="2669539"/>
              <a:ext cx="4411345" cy="59690"/>
            </a:xfrm>
            <a:custGeom>
              <a:avLst/>
              <a:gdLst/>
              <a:ahLst/>
              <a:cxnLst/>
              <a:rect l="l" t="t" r="r" b="b"/>
              <a:pathLst>
                <a:path w="4411345" h="59689">
                  <a:moveTo>
                    <a:pt x="4381512" y="0"/>
                  </a:moveTo>
                  <a:lnTo>
                    <a:pt x="29222" y="0"/>
                  </a:lnTo>
                  <a:lnTo>
                    <a:pt x="29222" y="2540"/>
                  </a:lnTo>
                  <a:lnTo>
                    <a:pt x="4381512" y="2540"/>
                  </a:lnTo>
                  <a:lnTo>
                    <a:pt x="4381512" y="0"/>
                  </a:lnTo>
                  <a:close/>
                </a:path>
                <a:path w="4411345" h="59689">
                  <a:moveTo>
                    <a:pt x="4385322" y="6350"/>
                  </a:moveTo>
                  <a:lnTo>
                    <a:pt x="4384052" y="6350"/>
                  </a:lnTo>
                  <a:lnTo>
                    <a:pt x="4384052" y="5080"/>
                  </a:lnTo>
                  <a:lnTo>
                    <a:pt x="4382782" y="5080"/>
                  </a:lnTo>
                  <a:lnTo>
                    <a:pt x="4382782" y="2552"/>
                  </a:lnTo>
                  <a:lnTo>
                    <a:pt x="27952" y="2552"/>
                  </a:lnTo>
                  <a:lnTo>
                    <a:pt x="27952" y="5080"/>
                  </a:lnTo>
                  <a:lnTo>
                    <a:pt x="26682" y="5080"/>
                  </a:lnTo>
                  <a:lnTo>
                    <a:pt x="26682" y="6350"/>
                  </a:lnTo>
                  <a:lnTo>
                    <a:pt x="25412" y="6350"/>
                  </a:lnTo>
                  <a:lnTo>
                    <a:pt x="25412" y="8890"/>
                  </a:lnTo>
                  <a:lnTo>
                    <a:pt x="4385322" y="8890"/>
                  </a:lnTo>
                  <a:lnTo>
                    <a:pt x="4385322" y="6350"/>
                  </a:lnTo>
                  <a:close/>
                </a:path>
                <a:path w="4411345" h="59689">
                  <a:moveTo>
                    <a:pt x="4391672" y="19050"/>
                  </a:moveTo>
                  <a:lnTo>
                    <a:pt x="4390402" y="19050"/>
                  </a:lnTo>
                  <a:lnTo>
                    <a:pt x="4390402" y="16510"/>
                  </a:lnTo>
                  <a:lnTo>
                    <a:pt x="4389132" y="16510"/>
                  </a:lnTo>
                  <a:lnTo>
                    <a:pt x="4389132" y="13970"/>
                  </a:lnTo>
                  <a:lnTo>
                    <a:pt x="4387862" y="13970"/>
                  </a:lnTo>
                  <a:lnTo>
                    <a:pt x="4387862" y="11430"/>
                  </a:lnTo>
                  <a:lnTo>
                    <a:pt x="4386592" y="11430"/>
                  </a:lnTo>
                  <a:lnTo>
                    <a:pt x="4386592" y="8902"/>
                  </a:lnTo>
                  <a:lnTo>
                    <a:pt x="24142" y="8902"/>
                  </a:lnTo>
                  <a:lnTo>
                    <a:pt x="24142" y="11430"/>
                  </a:lnTo>
                  <a:lnTo>
                    <a:pt x="22872" y="11430"/>
                  </a:lnTo>
                  <a:lnTo>
                    <a:pt x="22872" y="13970"/>
                  </a:lnTo>
                  <a:lnTo>
                    <a:pt x="21602" y="13970"/>
                  </a:lnTo>
                  <a:lnTo>
                    <a:pt x="21602" y="16510"/>
                  </a:lnTo>
                  <a:lnTo>
                    <a:pt x="20332" y="16510"/>
                  </a:lnTo>
                  <a:lnTo>
                    <a:pt x="20332" y="19050"/>
                  </a:lnTo>
                  <a:lnTo>
                    <a:pt x="19062" y="19050"/>
                  </a:lnTo>
                  <a:lnTo>
                    <a:pt x="19062" y="21590"/>
                  </a:lnTo>
                  <a:lnTo>
                    <a:pt x="4391672" y="21590"/>
                  </a:lnTo>
                  <a:lnTo>
                    <a:pt x="4391672" y="19050"/>
                  </a:lnTo>
                  <a:close/>
                </a:path>
                <a:path w="4411345" h="59689">
                  <a:moveTo>
                    <a:pt x="4395482" y="25400"/>
                  </a:moveTo>
                  <a:lnTo>
                    <a:pt x="4394212" y="25400"/>
                  </a:lnTo>
                  <a:lnTo>
                    <a:pt x="4394212" y="24130"/>
                  </a:lnTo>
                  <a:lnTo>
                    <a:pt x="4392942" y="24130"/>
                  </a:lnTo>
                  <a:lnTo>
                    <a:pt x="4392942" y="21602"/>
                  </a:lnTo>
                  <a:lnTo>
                    <a:pt x="17792" y="21602"/>
                  </a:lnTo>
                  <a:lnTo>
                    <a:pt x="17792" y="24130"/>
                  </a:lnTo>
                  <a:lnTo>
                    <a:pt x="16522" y="24130"/>
                  </a:lnTo>
                  <a:lnTo>
                    <a:pt x="16522" y="25400"/>
                  </a:lnTo>
                  <a:lnTo>
                    <a:pt x="15252" y="25400"/>
                  </a:lnTo>
                  <a:lnTo>
                    <a:pt x="15252" y="27940"/>
                  </a:lnTo>
                  <a:lnTo>
                    <a:pt x="4395482" y="27940"/>
                  </a:lnTo>
                  <a:lnTo>
                    <a:pt x="4395482" y="25400"/>
                  </a:lnTo>
                  <a:close/>
                </a:path>
                <a:path w="4411345" h="59689">
                  <a:moveTo>
                    <a:pt x="4401832" y="38100"/>
                  </a:moveTo>
                  <a:lnTo>
                    <a:pt x="4400562" y="38100"/>
                  </a:lnTo>
                  <a:lnTo>
                    <a:pt x="4400562" y="35560"/>
                  </a:lnTo>
                  <a:lnTo>
                    <a:pt x="4399292" y="35560"/>
                  </a:lnTo>
                  <a:lnTo>
                    <a:pt x="4399292" y="33020"/>
                  </a:lnTo>
                  <a:lnTo>
                    <a:pt x="4398022" y="33020"/>
                  </a:lnTo>
                  <a:lnTo>
                    <a:pt x="4398022" y="30480"/>
                  </a:lnTo>
                  <a:lnTo>
                    <a:pt x="4396752" y="30480"/>
                  </a:lnTo>
                  <a:lnTo>
                    <a:pt x="4396752" y="27952"/>
                  </a:lnTo>
                  <a:lnTo>
                    <a:pt x="13982" y="27952"/>
                  </a:lnTo>
                  <a:lnTo>
                    <a:pt x="13982" y="30480"/>
                  </a:lnTo>
                  <a:lnTo>
                    <a:pt x="12712" y="30480"/>
                  </a:lnTo>
                  <a:lnTo>
                    <a:pt x="12712" y="33020"/>
                  </a:lnTo>
                  <a:lnTo>
                    <a:pt x="11442" y="33020"/>
                  </a:lnTo>
                  <a:lnTo>
                    <a:pt x="11442" y="35560"/>
                  </a:lnTo>
                  <a:lnTo>
                    <a:pt x="10172" y="35560"/>
                  </a:lnTo>
                  <a:lnTo>
                    <a:pt x="10172" y="38100"/>
                  </a:lnTo>
                  <a:lnTo>
                    <a:pt x="8902" y="38100"/>
                  </a:lnTo>
                  <a:lnTo>
                    <a:pt x="8902" y="40640"/>
                  </a:lnTo>
                  <a:lnTo>
                    <a:pt x="4401832" y="40640"/>
                  </a:lnTo>
                  <a:lnTo>
                    <a:pt x="4401832" y="38100"/>
                  </a:lnTo>
                  <a:close/>
                </a:path>
                <a:path w="4411345" h="59689">
                  <a:moveTo>
                    <a:pt x="4410722" y="58420"/>
                  </a:moveTo>
                  <a:lnTo>
                    <a:pt x="4409452" y="58420"/>
                  </a:lnTo>
                  <a:lnTo>
                    <a:pt x="4409452" y="54610"/>
                  </a:lnTo>
                  <a:lnTo>
                    <a:pt x="4408182" y="54610"/>
                  </a:lnTo>
                  <a:lnTo>
                    <a:pt x="4408182" y="52070"/>
                  </a:lnTo>
                  <a:lnTo>
                    <a:pt x="4406912" y="52070"/>
                  </a:lnTo>
                  <a:lnTo>
                    <a:pt x="4406912" y="48260"/>
                  </a:lnTo>
                  <a:lnTo>
                    <a:pt x="4405642" y="48260"/>
                  </a:lnTo>
                  <a:lnTo>
                    <a:pt x="4405642" y="45720"/>
                  </a:lnTo>
                  <a:lnTo>
                    <a:pt x="4404372" y="45720"/>
                  </a:lnTo>
                  <a:lnTo>
                    <a:pt x="4404372" y="43180"/>
                  </a:lnTo>
                  <a:lnTo>
                    <a:pt x="4403102" y="43180"/>
                  </a:lnTo>
                  <a:lnTo>
                    <a:pt x="4403102" y="40652"/>
                  </a:lnTo>
                  <a:lnTo>
                    <a:pt x="7632" y="40652"/>
                  </a:lnTo>
                  <a:lnTo>
                    <a:pt x="7632" y="43180"/>
                  </a:lnTo>
                  <a:lnTo>
                    <a:pt x="6362" y="43180"/>
                  </a:lnTo>
                  <a:lnTo>
                    <a:pt x="6362" y="45720"/>
                  </a:lnTo>
                  <a:lnTo>
                    <a:pt x="5092" y="45720"/>
                  </a:lnTo>
                  <a:lnTo>
                    <a:pt x="5092" y="48260"/>
                  </a:lnTo>
                  <a:lnTo>
                    <a:pt x="3822" y="48260"/>
                  </a:lnTo>
                  <a:lnTo>
                    <a:pt x="3822" y="52070"/>
                  </a:lnTo>
                  <a:lnTo>
                    <a:pt x="2552" y="52070"/>
                  </a:lnTo>
                  <a:lnTo>
                    <a:pt x="2552" y="54610"/>
                  </a:lnTo>
                  <a:lnTo>
                    <a:pt x="1282" y="54610"/>
                  </a:lnTo>
                  <a:lnTo>
                    <a:pt x="1282" y="58420"/>
                  </a:lnTo>
                  <a:lnTo>
                    <a:pt x="12" y="58420"/>
                  </a:lnTo>
                  <a:lnTo>
                    <a:pt x="0" y="59690"/>
                  </a:lnTo>
                  <a:lnTo>
                    <a:pt x="4410722" y="59690"/>
                  </a:lnTo>
                  <a:lnTo>
                    <a:pt x="4410722" y="58420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2289810" y="2729229"/>
              <a:ext cx="4448810" cy="58419"/>
            </a:xfrm>
            <a:custGeom>
              <a:avLst/>
              <a:gdLst/>
              <a:ahLst/>
              <a:cxnLst/>
              <a:rect l="l" t="t" r="r" b="b"/>
              <a:pathLst>
                <a:path w="4448809" h="58419">
                  <a:moveTo>
                    <a:pt x="4442460" y="31750"/>
                  </a:moveTo>
                  <a:lnTo>
                    <a:pt x="4441190" y="31750"/>
                  </a:lnTo>
                  <a:lnTo>
                    <a:pt x="4441190" y="26670"/>
                  </a:lnTo>
                  <a:lnTo>
                    <a:pt x="4439920" y="26670"/>
                  </a:lnTo>
                  <a:lnTo>
                    <a:pt x="4439920" y="22860"/>
                  </a:lnTo>
                  <a:lnTo>
                    <a:pt x="4438650" y="22860"/>
                  </a:lnTo>
                  <a:lnTo>
                    <a:pt x="4438650" y="20320"/>
                  </a:lnTo>
                  <a:lnTo>
                    <a:pt x="4437380" y="20320"/>
                  </a:lnTo>
                  <a:lnTo>
                    <a:pt x="4437380" y="16510"/>
                  </a:lnTo>
                  <a:lnTo>
                    <a:pt x="4436110" y="16510"/>
                  </a:lnTo>
                  <a:lnTo>
                    <a:pt x="4436110" y="13970"/>
                  </a:lnTo>
                  <a:lnTo>
                    <a:pt x="4434840" y="13970"/>
                  </a:lnTo>
                  <a:lnTo>
                    <a:pt x="4434840" y="10160"/>
                  </a:lnTo>
                  <a:lnTo>
                    <a:pt x="4433570" y="10160"/>
                  </a:lnTo>
                  <a:lnTo>
                    <a:pt x="4433570" y="7620"/>
                  </a:lnTo>
                  <a:lnTo>
                    <a:pt x="4432300" y="7620"/>
                  </a:lnTo>
                  <a:lnTo>
                    <a:pt x="4432300" y="5080"/>
                  </a:lnTo>
                  <a:lnTo>
                    <a:pt x="4431030" y="5080"/>
                  </a:lnTo>
                  <a:lnTo>
                    <a:pt x="4431030" y="3810"/>
                  </a:lnTo>
                  <a:lnTo>
                    <a:pt x="4431030" y="1270"/>
                  </a:lnTo>
                  <a:lnTo>
                    <a:pt x="4429760" y="1270"/>
                  </a:lnTo>
                  <a:lnTo>
                    <a:pt x="4429760" y="0"/>
                  </a:lnTo>
                  <a:lnTo>
                    <a:pt x="19050" y="0"/>
                  </a:lnTo>
                  <a:lnTo>
                    <a:pt x="19050" y="1270"/>
                  </a:lnTo>
                  <a:lnTo>
                    <a:pt x="17780" y="1270"/>
                  </a:lnTo>
                  <a:lnTo>
                    <a:pt x="17780" y="3810"/>
                  </a:lnTo>
                  <a:lnTo>
                    <a:pt x="16510" y="3810"/>
                  </a:lnTo>
                  <a:lnTo>
                    <a:pt x="16510" y="5080"/>
                  </a:lnTo>
                  <a:lnTo>
                    <a:pt x="16510" y="7620"/>
                  </a:lnTo>
                  <a:lnTo>
                    <a:pt x="15240" y="7620"/>
                  </a:lnTo>
                  <a:lnTo>
                    <a:pt x="15240" y="10160"/>
                  </a:lnTo>
                  <a:lnTo>
                    <a:pt x="13970" y="10160"/>
                  </a:lnTo>
                  <a:lnTo>
                    <a:pt x="13970" y="13970"/>
                  </a:lnTo>
                  <a:lnTo>
                    <a:pt x="12700" y="13970"/>
                  </a:lnTo>
                  <a:lnTo>
                    <a:pt x="12700" y="16510"/>
                  </a:lnTo>
                  <a:lnTo>
                    <a:pt x="11430" y="16510"/>
                  </a:lnTo>
                  <a:lnTo>
                    <a:pt x="11430" y="20320"/>
                  </a:lnTo>
                  <a:lnTo>
                    <a:pt x="10160" y="20320"/>
                  </a:lnTo>
                  <a:lnTo>
                    <a:pt x="10160" y="22860"/>
                  </a:lnTo>
                  <a:lnTo>
                    <a:pt x="8890" y="22860"/>
                  </a:lnTo>
                  <a:lnTo>
                    <a:pt x="8890" y="26670"/>
                  </a:lnTo>
                  <a:lnTo>
                    <a:pt x="7620" y="26670"/>
                  </a:lnTo>
                  <a:lnTo>
                    <a:pt x="7620" y="31750"/>
                  </a:lnTo>
                  <a:lnTo>
                    <a:pt x="6350" y="31750"/>
                  </a:lnTo>
                  <a:lnTo>
                    <a:pt x="6350" y="35560"/>
                  </a:lnTo>
                  <a:lnTo>
                    <a:pt x="4442460" y="35560"/>
                  </a:lnTo>
                  <a:lnTo>
                    <a:pt x="4442460" y="31750"/>
                  </a:lnTo>
                  <a:close/>
                </a:path>
                <a:path w="4448809" h="58419">
                  <a:moveTo>
                    <a:pt x="4448810" y="54610"/>
                  </a:moveTo>
                  <a:lnTo>
                    <a:pt x="4447540" y="54610"/>
                  </a:lnTo>
                  <a:lnTo>
                    <a:pt x="4447540" y="49530"/>
                  </a:lnTo>
                  <a:lnTo>
                    <a:pt x="4446270" y="49530"/>
                  </a:lnTo>
                  <a:lnTo>
                    <a:pt x="4446270" y="45720"/>
                  </a:lnTo>
                  <a:lnTo>
                    <a:pt x="4445000" y="45720"/>
                  </a:lnTo>
                  <a:lnTo>
                    <a:pt x="4445000" y="44450"/>
                  </a:lnTo>
                  <a:lnTo>
                    <a:pt x="4445000" y="40640"/>
                  </a:lnTo>
                  <a:lnTo>
                    <a:pt x="4443730" y="40640"/>
                  </a:lnTo>
                  <a:lnTo>
                    <a:pt x="4443730" y="35572"/>
                  </a:lnTo>
                  <a:lnTo>
                    <a:pt x="5080" y="35572"/>
                  </a:lnTo>
                  <a:lnTo>
                    <a:pt x="5080" y="40640"/>
                  </a:lnTo>
                  <a:lnTo>
                    <a:pt x="3810" y="40640"/>
                  </a:lnTo>
                  <a:lnTo>
                    <a:pt x="3810" y="44450"/>
                  </a:lnTo>
                  <a:lnTo>
                    <a:pt x="2540" y="44450"/>
                  </a:lnTo>
                  <a:lnTo>
                    <a:pt x="2540" y="45720"/>
                  </a:lnTo>
                  <a:lnTo>
                    <a:pt x="2540" y="49530"/>
                  </a:lnTo>
                  <a:lnTo>
                    <a:pt x="1270" y="49530"/>
                  </a:lnTo>
                  <a:lnTo>
                    <a:pt x="1270" y="54610"/>
                  </a:lnTo>
                  <a:lnTo>
                    <a:pt x="0" y="54610"/>
                  </a:lnTo>
                  <a:lnTo>
                    <a:pt x="0" y="58420"/>
                  </a:lnTo>
                  <a:lnTo>
                    <a:pt x="4448810" y="58420"/>
                  </a:lnTo>
                  <a:lnTo>
                    <a:pt x="4448810" y="5461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2278367" y="2787649"/>
              <a:ext cx="4472305" cy="59690"/>
            </a:xfrm>
            <a:custGeom>
              <a:avLst/>
              <a:gdLst/>
              <a:ahLst/>
              <a:cxnLst/>
              <a:rect l="l" t="t" r="r" b="b"/>
              <a:pathLst>
                <a:path w="4472305" h="59689">
                  <a:moveTo>
                    <a:pt x="4461522" y="0"/>
                  </a:moveTo>
                  <a:lnTo>
                    <a:pt x="10172" y="0"/>
                  </a:lnTo>
                  <a:lnTo>
                    <a:pt x="10172" y="5080"/>
                  </a:lnTo>
                  <a:lnTo>
                    <a:pt x="4461522" y="5080"/>
                  </a:lnTo>
                  <a:lnTo>
                    <a:pt x="4461522" y="0"/>
                  </a:lnTo>
                  <a:close/>
                </a:path>
                <a:path w="4472305" h="59689">
                  <a:moveTo>
                    <a:pt x="4471682" y="58420"/>
                  </a:moveTo>
                  <a:lnTo>
                    <a:pt x="4470412" y="58420"/>
                  </a:lnTo>
                  <a:lnTo>
                    <a:pt x="4470412" y="44450"/>
                  </a:lnTo>
                  <a:lnTo>
                    <a:pt x="4469142" y="44450"/>
                  </a:lnTo>
                  <a:lnTo>
                    <a:pt x="4469142" y="38100"/>
                  </a:lnTo>
                  <a:lnTo>
                    <a:pt x="4467872" y="38100"/>
                  </a:lnTo>
                  <a:lnTo>
                    <a:pt x="4467872" y="36830"/>
                  </a:lnTo>
                  <a:lnTo>
                    <a:pt x="4467872" y="30480"/>
                  </a:lnTo>
                  <a:lnTo>
                    <a:pt x="4466602" y="30480"/>
                  </a:lnTo>
                  <a:lnTo>
                    <a:pt x="4466602" y="24130"/>
                  </a:lnTo>
                  <a:lnTo>
                    <a:pt x="4465332" y="24130"/>
                  </a:lnTo>
                  <a:lnTo>
                    <a:pt x="4465332" y="17780"/>
                  </a:lnTo>
                  <a:lnTo>
                    <a:pt x="4464062" y="17780"/>
                  </a:lnTo>
                  <a:lnTo>
                    <a:pt x="4464062" y="16510"/>
                  </a:lnTo>
                  <a:lnTo>
                    <a:pt x="4464062" y="10160"/>
                  </a:lnTo>
                  <a:lnTo>
                    <a:pt x="4462792" y="10160"/>
                  </a:lnTo>
                  <a:lnTo>
                    <a:pt x="4462792" y="5092"/>
                  </a:lnTo>
                  <a:lnTo>
                    <a:pt x="8902" y="5092"/>
                  </a:lnTo>
                  <a:lnTo>
                    <a:pt x="8902" y="10160"/>
                  </a:lnTo>
                  <a:lnTo>
                    <a:pt x="7632" y="10160"/>
                  </a:lnTo>
                  <a:lnTo>
                    <a:pt x="7632" y="16510"/>
                  </a:lnTo>
                  <a:lnTo>
                    <a:pt x="6362" y="16510"/>
                  </a:lnTo>
                  <a:lnTo>
                    <a:pt x="6362" y="17780"/>
                  </a:lnTo>
                  <a:lnTo>
                    <a:pt x="6362" y="24130"/>
                  </a:lnTo>
                  <a:lnTo>
                    <a:pt x="5092" y="24130"/>
                  </a:lnTo>
                  <a:lnTo>
                    <a:pt x="5092" y="30480"/>
                  </a:lnTo>
                  <a:lnTo>
                    <a:pt x="3822" y="30480"/>
                  </a:lnTo>
                  <a:lnTo>
                    <a:pt x="3822" y="36830"/>
                  </a:lnTo>
                  <a:lnTo>
                    <a:pt x="2552" y="36830"/>
                  </a:lnTo>
                  <a:lnTo>
                    <a:pt x="2552" y="38100"/>
                  </a:lnTo>
                  <a:lnTo>
                    <a:pt x="2552" y="44450"/>
                  </a:lnTo>
                  <a:lnTo>
                    <a:pt x="1282" y="44450"/>
                  </a:lnTo>
                  <a:lnTo>
                    <a:pt x="1282" y="58420"/>
                  </a:lnTo>
                  <a:lnTo>
                    <a:pt x="12" y="58420"/>
                  </a:lnTo>
                  <a:lnTo>
                    <a:pt x="0" y="59690"/>
                  </a:lnTo>
                  <a:lnTo>
                    <a:pt x="4471682" y="59690"/>
                  </a:lnTo>
                  <a:lnTo>
                    <a:pt x="4471682" y="58420"/>
                  </a:lnTo>
                  <a:close/>
                </a:path>
              </a:pathLst>
            </a:custGeom>
            <a:solidFill>
              <a:srgbClr val="F9F9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2277110" y="2847339"/>
              <a:ext cx="4474210" cy="59690"/>
            </a:xfrm>
            <a:custGeom>
              <a:avLst/>
              <a:gdLst/>
              <a:ahLst/>
              <a:cxnLst/>
              <a:rect l="l" t="t" r="r" b="b"/>
              <a:pathLst>
                <a:path w="4474209" h="59689">
                  <a:moveTo>
                    <a:pt x="4472940" y="0"/>
                  </a:moveTo>
                  <a:lnTo>
                    <a:pt x="1270" y="0"/>
                  </a:lnTo>
                  <a:lnTo>
                    <a:pt x="1270" y="19050"/>
                  </a:lnTo>
                  <a:lnTo>
                    <a:pt x="4472940" y="19050"/>
                  </a:lnTo>
                  <a:lnTo>
                    <a:pt x="4472940" y="0"/>
                  </a:lnTo>
                  <a:close/>
                </a:path>
                <a:path w="4474209" h="59689">
                  <a:moveTo>
                    <a:pt x="4474210" y="19062"/>
                  </a:moveTo>
                  <a:lnTo>
                    <a:pt x="0" y="19062"/>
                  </a:lnTo>
                  <a:lnTo>
                    <a:pt x="0" y="59690"/>
                  </a:lnTo>
                  <a:lnTo>
                    <a:pt x="4474210" y="59690"/>
                  </a:lnTo>
                  <a:lnTo>
                    <a:pt x="4474210" y="19062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2277109" y="2907030"/>
              <a:ext cx="4474210" cy="59690"/>
            </a:xfrm>
            <a:custGeom>
              <a:avLst/>
              <a:gdLst/>
              <a:ahLst/>
              <a:cxnLst/>
              <a:rect l="l" t="t" r="r" b="b"/>
              <a:pathLst>
                <a:path w="4474209" h="59689">
                  <a:moveTo>
                    <a:pt x="0" y="59690"/>
                  </a:moveTo>
                  <a:lnTo>
                    <a:pt x="0" y="0"/>
                  </a:lnTo>
                  <a:lnTo>
                    <a:pt x="4474210" y="0"/>
                  </a:lnTo>
                  <a:lnTo>
                    <a:pt x="4474210" y="59690"/>
                  </a:lnTo>
                  <a:lnTo>
                    <a:pt x="0" y="5969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2277109" y="2966720"/>
              <a:ext cx="4474210" cy="59690"/>
            </a:xfrm>
            <a:custGeom>
              <a:avLst/>
              <a:gdLst/>
              <a:ahLst/>
              <a:cxnLst/>
              <a:rect l="l" t="t" r="r" b="b"/>
              <a:pathLst>
                <a:path w="4474209" h="59689">
                  <a:moveTo>
                    <a:pt x="0" y="59689"/>
                  </a:moveTo>
                  <a:lnTo>
                    <a:pt x="0" y="0"/>
                  </a:lnTo>
                  <a:lnTo>
                    <a:pt x="4474210" y="0"/>
                  </a:lnTo>
                  <a:lnTo>
                    <a:pt x="447421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F6F6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2277109" y="3026410"/>
              <a:ext cx="4474210" cy="59690"/>
            </a:xfrm>
            <a:custGeom>
              <a:avLst/>
              <a:gdLst/>
              <a:ahLst/>
              <a:cxnLst/>
              <a:rect l="l" t="t" r="r" b="b"/>
              <a:pathLst>
                <a:path w="4474209" h="59689">
                  <a:moveTo>
                    <a:pt x="0" y="59689"/>
                  </a:moveTo>
                  <a:lnTo>
                    <a:pt x="0" y="0"/>
                  </a:lnTo>
                  <a:lnTo>
                    <a:pt x="4474210" y="0"/>
                  </a:lnTo>
                  <a:lnTo>
                    <a:pt x="447421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F5F5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2277109" y="3086100"/>
              <a:ext cx="4474210" cy="59690"/>
            </a:xfrm>
            <a:custGeom>
              <a:avLst/>
              <a:gdLst/>
              <a:ahLst/>
              <a:cxnLst/>
              <a:rect l="l" t="t" r="r" b="b"/>
              <a:pathLst>
                <a:path w="4474209" h="59689">
                  <a:moveTo>
                    <a:pt x="0" y="59689"/>
                  </a:moveTo>
                  <a:lnTo>
                    <a:pt x="0" y="0"/>
                  </a:lnTo>
                  <a:lnTo>
                    <a:pt x="4474210" y="0"/>
                  </a:lnTo>
                  <a:lnTo>
                    <a:pt x="447421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2277109" y="3145790"/>
              <a:ext cx="4474210" cy="58419"/>
            </a:xfrm>
            <a:custGeom>
              <a:avLst/>
              <a:gdLst/>
              <a:ahLst/>
              <a:cxnLst/>
              <a:rect l="l" t="t" r="r" b="b"/>
              <a:pathLst>
                <a:path w="4474209" h="58419">
                  <a:moveTo>
                    <a:pt x="0" y="58420"/>
                  </a:moveTo>
                  <a:lnTo>
                    <a:pt x="0" y="0"/>
                  </a:lnTo>
                  <a:lnTo>
                    <a:pt x="4474210" y="0"/>
                  </a:lnTo>
                  <a:lnTo>
                    <a:pt x="4474210" y="58420"/>
                  </a:lnTo>
                  <a:lnTo>
                    <a:pt x="0" y="5842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2277109" y="3204210"/>
              <a:ext cx="4474210" cy="59690"/>
            </a:xfrm>
            <a:custGeom>
              <a:avLst/>
              <a:gdLst/>
              <a:ahLst/>
              <a:cxnLst/>
              <a:rect l="l" t="t" r="r" b="b"/>
              <a:pathLst>
                <a:path w="4474209" h="59689">
                  <a:moveTo>
                    <a:pt x="0" y="59689"/>
                  </a:moveTo>
                  <a:lnTo>
                    <a:pt x="0" y="0"/>
                  </a:lnTo>
                  <a:lnTo>
                    <a:pt x="4474210" y="0"/>
                  </a:lnTo>
                  <a:lnTo>
                    <a:pt x="447421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F2F2F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2277109" y="3263900"/>
              <a:ext cx="4474210" cy="59690"/>
            </a:xfrm>
            <a:custGeom>
              <a:avLst/>
              <a:gdLst/>
              <a:ahLst/>
              <a:cxnLst/>
              <a:rect l="l" t="t" r="r" b="b"/>
              <a:pathLst>
                <a:path w="4474209" h="59689">
                  <a:moveTo>
                    <a:pt x="0" y="59689"/>
                  </a:moveTo>
                  <a:lnTo>
                    <a:pt x="0" y="0"/>
                  </a:lnTo>
                  <a:lnTo>
                    <a:pt x="4474210" y="0"/>
                  </a:lnTo>
                  <a:lnTo>
                    <a:pt x="447421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2277109" y="3323590"/>
              <a:ext cx="4474210" cy="59690"/>
            </a:xfrm>
            <a:custGeom>
              <a:avLst/>
              <a:gdLst/>
              <a:ahLst/>
              <a:cxnLst/>
              <a:rect l="l" t="t" r="r" b="b"/>
              <a:pathLst>
                <a:path w="4474209" h="59689">
                  <a:moveTo>
                    <a:pt x="0" y="59689"/>
                  </a:moveTo>
                  <a:lnTo>
                    <a:pt x="0" y="0"/>
                  </a:lnTo>
                  <a:lnTo>
                    <a:pt x="4474210" y="0"/>
                  </a:lnTo>
                  <a:lnTo>
                    <a:pt x="447421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F0F0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2277109" y="3383280"/>
              <a:ext cx="4474210" cy="59690"/>
            </a:xfrm>
            <a:custGeom>
              <a:avLst/>
              <a:gdLst/>
              <a:ahLst/>
              <a:cxnLst/>
              <a:rect l="l" t="t" r="r" b="b"/>
              <a:pathLst>
                <a:path w="4474209" h="59689">
                  <a:moveTo>
                    <a:pt x="0" y="59690"/>
                  </a:moveTo>
                  <a:lnTo>
                    <a:pt x="0" y="0"/>
                  </a:lnTo>
                  <a:lnTo>
                    <a:pt x="4474210" y="0"/>
                  </a:lnTo>
                  <a:lnTo>
                    <a:pt x="4474210" y="59690"/>
                  </a:lnTo>
                  <a:lnTo>
                    <a:pt x="0" y="5969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2277109" y="3442970"/>
              <a:ext cx="4474210" cy="59690"/>
            </a:xfrm>
            <a:custGeom>
              <a:avLst/>
              <a:gdLst/>
              <a:ahLst/>
              <a:cxnLst/>
              <a:rect l="l" t="t" r="r" b="b"/>
              <a:pathLst>
                <a:path w="4474209" h="59689">
                  <a:moveTo>
                    <a:pt x="0" y="59689"/>
                  </a:moveTo>
                  <a:lnTo>
                    <a:pt x="0" y="0"/>
                  </a:lnTo>
                  <a:lnTo>
                    <a:pt x="4474210" y="0"/>
                  </a:lnTo>
                  <a:lnTo>
                    <a:pt x="447421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2277109" y="3502660"/>
              <a:ext cx="4474210" cy="59690"/>
            </a:xfrm>
            <a:custGeom>
              <a:avLst/>
              <a:gdLst/>
              <a:ahLst/>
              <a:cxnLst/>
              <a:rect l="l" t="t" r="r" b="b"/>
              <a:pathLst>
                <a:path w="4474209" h="59689">
                  <a:moveTo>
                    <a:pt x="0" y="59689"/>
                  </a:moveTo>
                  <a:lnTo>
                    <a:pt x="0" y="0"/>
                  </a:lnTo>
                  <a:lnTo>
                    <a:pt x="4474210" y="0"/>
                  </a:lnTo>
                  <a:lnTo>
                    <a:pt x="447421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2277109" y="3562350"/>
              <a:ext cx="4474210" cy="59690"/>
            </a:xfrm>
            <a:custGeom>
              <a:avLst/>
              <a:gdLst/>
              <a:ahLst/>
              <a:cxnLst/>
              <a:rect l="l" t="t" r="r" b="b"/>
              <a:pathLst>
                <a:path w="4474209" h="59689">
                  <a:moveTo>
                    <a:pt x="0" y="59689"/>
                  </a:moveTo>
                  <a:lnTo>
                    <a:pt x="0" y="0"/>
                  </a:lnTo>
                  <a:lnTo>
                    <a:pt x="4474210" y="0"/>
                  </a:lnTo>
                  <a:lnTo>
                    <a:pt x="447421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ECEC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2277109" y="3622040"/>
              <a:ext cx="4474210" cy="58419"/>
            </a:xfrm>
            <a:custGeom>
              <a:avLst/>
              <a:gdLst/>
              <a:ahLst/>
              <a:cxnLst/>
              <a:rect l="l" t="t" r="r" b="b"/>
              <a:pathLst>
                <a:path w="4474209" h="58420">
                  <a:moveTo>
                    <a:pt x="0" y="58420"/>
                  </a:moveTo>
                  <a:lnTo>
                    <a:pt x="0" y="0"/>
                  </a:lnTo>
                  <a:lnTo>
                    <a:pt x="4474210" y="0"/>
                  </a:lnTo>
                  <a:lnTo>
                    <a:pt x="4474210" y="58420"/>
                  </a:lnTo>
                  <a:lnTo>
                    <a:pt x="0" y="58420"/>
                  </a:lnTo>
                  <a:close/>
                </a:path>
              </a:pathLst>
            </a:custGeom>
            <a:solidFill>
              <a:srgbClr val="EBEB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2277109" y="3680460"/>
              <a:ext cx="4474210" cy="59690"/>
            </a:xfrm>
            <a:custGeom>
              <a:avLst/>
              <a:gdLst/>
              <a:ahLst/>
              <a:cxnLst/>
              <a:rect l="l" t="t" r="r" b="b"/>
              <a:pathLst>
                <a:path w="4474209" h="59689">
                  <a:moveTo>
                    <a:pt x="0" y="59689"/>
                  </a:moveTo>
                  <a:lnTo>
                    <a:pt x="0" y="0"/>
                  </a:lnTo>
                  <a:lnTo>
                    <a:pt x="4474210" y="0"/>
                  </a:lnTo>
                  <a:lnTo>
                    <a:pt x="447421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EAE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2277109" y="3740150"/>
              <a:ext cx="4474210" cy="59690"/>
            </a:xfrm>
            <a:custGeom>
              <a:avLst/>
              <a:gdLst/>
              <a:ahLst/>
              <a:cxnLst/>
              <a:rect l="l" t="t" r="r" b="b"/>
              <a:pathLst>
                <a:path w="4474209" h="59689">
                  <a:moveTo>
                    <a:pt x="0" y="59689"/>
                  </a:moveTo>
                  <a:lnTo>
                    <a:pt x="0" y="0"/>
                  </a:lnTo>
                  <a:lnTo>
                    <a:pt x="4474210" y="0"/>
                  </a:lnTo>
                  <a:lnTo>
                    <a:pt x="447421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E9E9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2277109" y="3799840"/>
              <a:ext cx="4474210" cy="59690"/>
            </a:xfrm>
            <a:custGeom>
              <a:avLst/>
              <a:gdLst/>
              <a:ahLst/>
              <a:cxnLst/>
              <a:rect l="l" t="t" r="r" b="b"/>
              <a:pathLst>
                <a:path w="4474209" h="59689">
                  <a:moveTo>
                    <a:pt x="0" y="59690"/>
                  </a:moveTo>
                  <a:lnTo>
                    <a:pt x="0" y="0"/>
                  </a:lnTo>
                  <a:lnTo>
                    <a:pt x="4474210" y="0"/>
                  </a:lnTo>
                  <a:lnTo>
                    <a:pt x="4474210" y="59690"/>
                  </a:lnTo>
                  <a:lnTo>
                    <a:pt x="0" y="59690"/>
                  </a:lnTo>
                  <a:close/>
                </a:path>
              </a:pathLst>
            </a:custGeom>
            <a:solidFill>
              <a:srgbClr val="E8E8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2277109" y="3859530"/>
              <a:ext cx="4474210" cy="59690"/>
            </a:xfrm>
            <a:custGeom>
              <a:avLst/>
              <a:gdLst/>
              <a:ahLst/>
              <a:cxnLst/>
              <a:rect l="l" t="t" r="r" b="b"/>
              <a:pathLst>
                <a:path w="4474209" h="59689">
                  <a:moveTo>
                    <a:pt x="0" y="59690"/>
                  </a:moveTo>
                  <a:lnTo>
                    <a:pt x="0" y="0"/>
                  </a:lnTo>
                  <a:lnTo>
                    <a:pt x="4474210" y="0"/>
                  </a:lnTo>
                  <a:lnTo>
                    <a:pt x="4474210" y="59690"/>
                  </a:lnTo>
                  <a:lnTo>
                    <a:pt x="0" y="5969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2277109" y="3919220"/>
              <a:ext cx="4474210" cy="59690"/>
            </a:xfrm>
            <a:custGeom>
              <a:avLst/>
              <a:gdLst/>
              <a:ahLst/>
              <a:cxnLst/>
              <a:rect l="l" t="t" r="r" b="b"/>
              <a:pathLst>
                <a:path w="4474209" h="59689">
                  <a:moveTo>
                    <a:pt x="0" y="59689"/>
                  </a:moveTo>
                  <a:lnTo>
                    <a:pt x="0" y="0"/>
                  </a:lnTo>
                  <a:lnTo>
                    <a:pt x="4474210" y="0"/>
                  </a:lnTo>
                  <a:lnTo>
                    <a:pt x="447421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2277109" y="3978910"/>
              <a:ext cx="4474210" cy="59690"/>
            </a:xfrm>
            <a:custGeom>
              <a:avLst/>
              <a:gdLst/>
              <a:ahLst/>
              <a:cxnLst/>
              <a:rect l="l" t="t" r="r" b="b"/>
              <a:pathLst>
                <a:path w="4474209" h="59689">
                  <a:moveTo>
                    <a:pt x="0" y="59689"/>
                  </a:moveTo>
                  <a:lnTo>
                    <a:pt x="0" y="0"/>
                  </a:lnTo>
                  <a:lnTo>
                    <a:pt x="4474210" y="0"/>
                  </a:lnTo>
                  <a:lnTo>
                    <a:pt x="447421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E5E5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2277109" y="4038600"/>
              <a:ext cx="4474210" cy="58419"/>
            </a:xfrm>
            <a:custGeom>
              <a:avLst/>
              <a:gdLst/>
              <a:ahLst/>
              <a:cxnLst/>
              <a:rect l="l" t="t" r="r" b="b"/>
              <a:pathLst>
                <a:path w="4474209" h="58420">
                  <a:moveTo>
                    <a:pt x="0" y="58419"/>
                  </a:moveTo>
                  <a:lnTo>
                    <a:pt x="0" y="0"/>
                  </a:lnTo>
                  <a:lnTo>
                    <a:pt x="4474210" y="0"/>
                  </a:lnTo>
                  <a:lnTo>
                    <a:pt x="4474210" y="58419"/>
                  </a:lnTo>
                  <a:lnTo>
                    <a:pt x="0" y="58419"/>
                  </a:lnTo>
                  <a:close/>
                </a:path>
              </a:pathLst>
            </a:custGeom>
            <a:solidFill>
              <a:srgbClr val="E4E4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2277109" y="4097020"/>
              <a:ext cx="4474210" cy="59690"/>
            </a:xfrm>
            <a:custGeom>
              <a:avLst/>
              <a:gdLst/>
              <a:ahLst/>
              <a:cxnLst/>
              <a:rect l="l" t="t" r="r" b="b"/>
              <a:pathLst>
                <a:path w="4474209" h="59689">
                  <a:moveTo>
                    <a:pt x="0" y="59689"/>
                  </a:moveTo>
                  <a:lnTo>
                    <a:pt x="0" y="0"/>
                  </a:lnTo>
                  <a:lnTo>
                    <a:pt x="4474210" y="0"/>
                  </a:lnTo>
                  <a:lnTo>
                    <a:pt x="447421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E3E3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2277109" y="4156710"/>
              <a:ext cx="4474210" cy="59690"/>
            </a:xfrm>
            <a:custGeom>
              <a:avLst/>
              <a:gdLst/>
              <a:ahLst/>
              <a:cxnLst/>
              <a:rect l="l" t="t" r="r" b="b"/>
              <a:pathLst>
                <a:path w="4474209" h="59689">
                  <a:moveTo>
                    <a:pt x="0" y="59689"/>
                  </a:moveTo>
                  <a:lnTo>
                    <a:pt x="0" y="0"/>
                  </a:lnTo>
                  <a:lnTo>
                    <a:pt x="4474210" y="0"/>
                  </a:lnTo>
                  <a:lnTo>
                    <a:pt x="447421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E2E2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2277109" y="4216400"/>
              <a:ext cx="4474210" cy="59690"/>
            </a:xfrm>
            <a:custGeom>
              <a:avLst/>
              <a:gdLst/>
              <a:ahLst/>
              <a:cxnLst/>
              <a:rect l="l" t="t" r="r" b="b"/>
              <a:pathLst>
                <a:path w="4474209" h="59689">
                  <a:moveTo>
                    <a:pt x="0" y="59689"/>
                  </a:moveTo>
                  <a:lnTo>
                    <a:pt x="0" y="0"/>
                  </a:lnTo>
                  <a:lnTo>
                    <a:pt x="4474210" y="0"/>
                  </a:lnTo>
                  <a:lnTo>
                    <a:pt x="447421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E1E1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2277109" y="4276090"/>
              <a:ext cx="4474210" cy="59690"/>
            </a:xfrm>
            <a:custGeom>
              <a:avLst/>
              <a:gdLst/>
              <a:ahLst/>
              <a:cxnLst/>
              <a:rect l="l" t="t" r="r" b="b"/>
              <a:pathLst>
                <a:path w="4474209" h="59689">
                  <a:moveTo>
                    <a:pt x="0" y="59690"/>
                  </a:moveTo>
                  <a:lnTo>
                    <a:pt x="0" y="0"/>
                  </a:lnTo>
                  <a:lnTo>
                    <a:pt x="4474210" y="0"/>
                  </a:lnTo>
                  <a:lnTo>
                    <a:pt x="4474210" y="59690"/>
                  </a:lnTo>
                  <a:lnTo>
                    <a:pt x="0" y="59690"/>
                  </a:lnTo>
                  <a:close/>
                </a:path>
              </a:pathLst>
            </a:custGeom>
            <a:solidFill>
              <a:srgbClr val="E0E0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2277109" y="4335780"/>
              <a:ext cx="4474210" cy="59690"/>
            </a:xfrm>
            <a:custGeom>
              <a:avLst/>
              <a:gdLst/>
              <a:ahLst/>
              <a:cxnLst/>
              <a:rect l="l" t="t" r="r" b="b"/>
              <a:pathLst>
                <a:path w="4474209" h="59689">
                  <a:moveTo>
                    <a:pt x="0" y="59690"/>
                  </a:moveTo>
                  <a:lnTo>
                    <a:pt x="0" y="0"/>
                  </a:lnTo>
                  <a:lnTo>
                    <a:pt x="4474210" y="0"/>
                  </a:lnTo>
                  <a:lnTo>
                    <a:pt x="4474210" y="59690"/>
                  </a:lnTo>
                  <a:lnTo>
                    <a:pt x="0" y="5969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2277109" y="4395470"/>
              <a:ext cx="4474210" cy="59690"/>
            </a:xfrm>
            <a:custGeom>
              <a:avLst/>
              <a:gdLst/>
              <a:ahLst/>
              <a:cxnLst/>
              <a:rect l="l" t="t" r="r" b="b"/>
              <a:pathLst>
                <a:path w="4474209" h="59689">
                  <a:moveTo>
                    <a:pt x="0" y="59689"/>
                  </a:moveTo>
                  <a:lnTo>
                    <a:pt x="0" y="0"/>
                  </a:lnTo>
                  <a:lnTo>
                    <a:pt x="4474210" y="0"/>
                  </a:lnTo>
                  <a:lnTo>
                    <a:pt x="447421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DEDE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2277109" y="4455160"/>
              <a:ext cx="4474210" cy="58419"/>
            </a:xfrm>
            <a:custGeom>
              <a:avLst/>
              <a:gdLst/>
              <a:ahLst/>
              <a:cxnLst/>
              <a:rect l="l" t="t" r="r" b="b"/>
              <a:pathLst>
                <a:path w="4474209" h="58420">
                  <a:moveTo>
                    <a:pt x="0" y="58419"/>
                  </a:moveTo>
                  <a:lnTo>
                    <a:pt x="0" y="0"/>
                  </a:lnTo>
                  <a:lnTo>
                    <a:pt x="4474210" y="0"/>
                  </a:lnTo>
                  <a:lnTo>
                    <a:pt x="4474210" y="58419"/>
                  </a:lnTo>
                  <a:lnTo>
                    <a:pt x="0" y="58419"/>
                  </a:lnTo>
                  <a:close/>
                </a:path>
              </a:pathLst>
            </a:custGeom>
            <a:solidFill>
              <a:srgbClr val="DDDD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2277109" y="4513580"/>
              <a:ext cx="4474210" cy="59690"/>
            </a:xfrm>
            <a:custGeom>
              <a:avLst/>
              <a:gdLst/>
              <a:ahLst/>
              <a:cxnLst/>
              <a:rect l="l" t="t" r="r" b="b"/>
              <a:pathLst>
                <a:path w="4474209" h="59689">
                  <a:moveTo>
                    <a:pt x="0" y="59690"/>
                  </a:moveTo>
                  <a:lnTo>
                    <a:pt x="0" y="0"/>
                  </a:lnTo>
                  <a:lnTo>
                    <a:pt x="4474210" y="0"/>
                  </a:lnTo>
                  <a:lnTo>
                    <a:pt x="4474210" y="59690"/>
                  </a:lnTo>
                  <a:lnTo>
                    <a:pt x="0" y="59690"/>
                  </a:lnTo>
                  <a:close/>
                </a:path>
              </a:pathLst>
            </a:custGeom>
            <a:solidFill>
              <a:srgbClr val="DCDC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2277109" y="4573270"/>
              <a:ext cx="4474210" cy="59690"/>
            </a:xfrm>
            <a:custGeom>
              <a:avLst/>
              <a:gdLst/>
              <a:ahLst/>
              <a:cxnLst/>
              <a:rect l="l" t="t" r="r" b="b"/>
              <a:pathLst>
                <a:path w="4474209" h="59689">
                  <a:moveTo>
                    <a:pt x="0" y="59689"/>
                  </a:moveTo>
                  <a:lnTo>
                    <a:pt x="0" y="0"/>
                  </a:lnTo>
                  <a:lnTo>
                    <a:pt x="4474210" y="0"/>
                  </a:lnTo>
                  <a:lnTo>
                    <a:pt x="447421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DBDB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2277109" y="4632960"/>
              <a:ext cx="4474210" cy="59690"/>
            </a:xfrm>
            <a:custGeom>
              <a:avLst/>
              <a:gdLst/>
              <a:ahLst/>
              <a:cxnLst/>
              <a:rect l="l" t="t" r="r" b="b"/>
              <a:pathLst>
                <a:path w="4474209" h="59689">
                  <a:moveTo>
                    <a:pt x="0" y="59689"/>
                  </a:moveTo>
                  <a:lnTo>
                    <a:pt x="0" y="0"/>
                  </a:lnTo>
                  <a:lnTo>
                    <a:pt x="4474210" y="0"/>
                  </a:lnTo>
                  <a:lnTo>
                    <a:pt x="447421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DADA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2277110" y="4692650"/>
              <a:ext cx="4474210" cy="59690"/>
            </a:xfrm>
            <a:custGeom>
              <a:avLst/>
              <a:gdLst/>
              <a:ahLst/>
              <a:cxnLst/>
              <a:rect l="l" t="t" r="r" b="b"/>
              <a:pathLst>
                <a:path w="4474209" h="59689">
                  <a:moveTo>
                    <a:pt x="4474210" y="0"/>
                  </a:moveTo>
                  <a:lnTo>
                    <a:pt x="0" y="0"/>
                  </a:lnTo>
                  <a:lnTo>
                    <a:pt x="0" y="41910"/>
                  </a:lnTo>
                  <a:lnTo>
                    <a:pt x="1270" y="41910"/>
                  </a:lnTo>
                  <a:lnTo>
                    <a:pt x="1270" y="59690"/>
                  </a:lnTo>
                  <a:lnTo>
                    <a:pt x="4472940" y="59690"/>
                  </a:lnTo>
                  <a:lnTo>
                    <a:pt x="4472940" y="41910"/>
                  </a:lnTo>
                  <a:lnTo>
                    <a:pt x="4474210" y="41910"/>
                  </a:lnTo>
                  <a:lnTo>
                    <a:pt x="4474210" y="0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2278380" y="4752339"/>
              <a:ext cx="4471670" cy="59690"/>
            </a:xfrm>
            <a:custGeom>
              <a:avLst/>
              <a:gdLst/>
              <a:ahLst/>
              <a:cxnLst/>
              <a:rect l="l" t="t" r="r" b="b"/>
              <a:pathLst>
                <a:path w="4471670" h="59689">
                  <a:moveTo>
                    <a:pt x="447167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70" y="2540"/>
                  </a:lnTo>
                  <a:lnTo>
                    <a:pt x="1270" y="16510"/>
                  </a:lnTo>
                  <a:lnTo>
                    <a:pt x="2540" y="16510"/>
                  </a:lnTo>
                  <a:lnTo>
                    <a:pt x="2540" y="22860"/>
                  </a:lnTo>
                  <a:lnTo>
                    <a:pt x="3810" y="22860"/>
                  </a:lnTo>
                  <a:lnTo>
                    <a:pt x="3810" y="24130"/>
                  </a:lnTo>
                  <a:lnTo>
                    <a:pt x="3810" y="30480"/>
                  </a:lnTo>
                  <a:lnTo>
                    <a:pt x="5080" y="30480"/>
                  </a:lnTo>
                  <a:lnTo>
                    <a:pt x="5080" y="36830"/>
                  </a:lnTo>
                  <a:lnTo>
                    <a:pt x="6350" y="36830"/>
                  </a:lnTo>
                  <a:lnTo>
                    <a:pt x="6350" y="43180"/>
                  </a:lnTo>
                  <a:lnTo>
                    <a:pt x="7620" y="43180"/>
                  </a:lnTo>
                  <a:lnTo>
                    <a:pt x="7620" y="44450"/>
                  </a:lnTo>
                  <a:lnTo>
                    <a:pt x="7620" y="50800"/>
                  </a:lnTo>
                  <a:lnTo>
                    <a:pt x="8890" y="50800"/>
                  </a:lnTo>
                  <a:lnTo>
                    <a:pt x="8890" y="55880"/>
                  </a:lnTo>
                  <a:lnTo>
                    <a:pt x="10160" y="55880"/>
                  </a:lnTo>
                  <a:lnTo>
                    <a:pt x="10160" y="59690"/>
                  </a:lnTo>
                  <a:lnTo>
                    <a:pt x="4461510" y="59690"/>
                  </a:lnTo>
                  <a:lnTo>
                    <a:pt x="4461510" y="55880"/>
                  </a:lnTo>
                  <a:lnTo>
                    <a:pt x="4462780" y="55880"/>
                  </a:lnTo>
                  <a:lnTo>
                    <a:pt x="4462780" y="50800"/>
                  </a:lnTo>
                  <a:lnTo>
                    <a:pt x="4464050" y="50800"/>
                  </a:lnTo>
                  <a:lnTo>
                    <a:pt x="4464050" y="44450"/>
                  </a:lnTo>
                  <a:lnTo>
                    <a:pt x="4465320" y="44450"/>
                  </a:lnTo>
                  <a:lnTo>
                    <a:pt x="4465320" y="43180"/>
                  </a:lnTo>
                  <a:lnTo>
                    <a:pt x="4465320" y="36830"/>
                  </a:lnTo>
                  <a:lnTo>
                    <a:pt x="4466590" y="36830"/>
                  </a:lnTo>
                  <a:lnTo>
                    <a:pt x="4466590" y="30480"/>
                  </a:lnTo>
                  <a:lnTo>
                    <a:pt x="4467860" y="30480"/>
                  </a:lnTo>
                  <a:lnTo>
                    <a:pt x="4467860" y="24130"/>
                  </a:lnTo>
                  <a:lnTo>
                    <a:pt x="4469130" y="24130"/>
                  </a:lnTo>
                  <a:lnTo>
                    <a:pt x="4469130" y="22860"/>
                  </a:lnTo>
                  <a:lnTo>
                    <a:pt x="4469130" y="16510"/>
                  </a:lnTo>
                  <a:lnTo>
                    <a:pt x="4470400" y="16510"/>
                  </a:lnTo>
                  <a:lnTo>
                    <a:pt x="4470400" y="2540"/>
                  </a:lnTo>
                  <a:lnTo>
                    <a:pt x="4471670" y="2540"/>
                  </a:lnTo>
                  <a:lnTo>
                    <a:pt x="4471670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2288540" y="4812029"/>
              <a:ext cx="4451350" cy="59690"/>
            </a:xfrm>
            <a:custGeom>
              <a:avLst/>
              <a:gdLst/>
              <a:ahLst/>
              <a:cxnLst/>
              <a:rect l="l" t="t" r="r" b="b"/>
              <a:pathLst>
                <a:path w="4451350" h="59689">
                  <a:moveTo>
                    <a:pt x="4432300" y="54622"/>
                  </a:moveTo>
                  <a:lnTo>
                    <a:pt x="19050" y="54622"/>
                  </a:lnTo>
                  <a:lnTo>
                    <a:pt x="19050" y="57150"/>
                  </a:lnTo>
                  <a:lnTo>
                    <a:pt x="20320" y="57150"/>
                  </a:lnTo>
                  <a:lnTo>
                    <a:pt x="20320" y="59690"/>
                  </a:lnTo>
                  <a:lnTo>
                    <a:pt x="4431030" y="59690"/>
                  </a:lnTo>
                  <a:lnTo>
                    <a:pt x="4431030" y="57150"/>
                  </a:lnTo>
                  <a:lnTo>
                    <a:pt x="4432300" y="57150"/>
                  </a:lnTo>
                  <a:lnTo>
                    <a:pt x="4432300" y="54622"/>
                  </a:lnTo>
                  <a:close/>
                </a:path>
                <a:path w="4451350" h="59689">
                  <a:moveTo>
                    <a:pt x="445135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5080"/>
                  </a:lnTo>
                  <a:lnTo>
                    <a:pt x="2540" y="5080"/>
                  </a:lnTo>
                  <a:lnTo>
                    <a:pt x="2540" y="10160"/>
                  </a:lnTo>
                  <a:lnTo>
                    <a:pt x="3810" y="10160"/>
                  </a:lnTo>
                  <a:lnTo>
                    <a:pt x="3810" y="13970"/>
                  </a:lnTo>
                  <a:lnTo>
                    <a:pt x="5080" y="13970"/>
                  </a:lnTo>
                  <a:lnTo>
                    <a:pt x="5080" y="15240"/>
                  </a:lnTo>
                  <a:lnTo>
                    <a:pt x="5080" y="19050"/>
                  </a:lnTo>
                  <a:lnTo>
                    <a:pt x="6350" y="19050"/>
                  </a:lnTo>
                  <a:lnTo>
                    <a:pt x="6350" y="24130"/>
                  </a:lnTo>
                  <a:lnTo>
                    <a:pt x="7620" y="24130"/>
                  </a:lnTo>
                  <a:lnTo>
                    <a:pt x="7620" y="27940"/>
                  </a:lnTo>
                  <a:lnTo>
                    <a:pt x="8890" y="27940"/>
                  </a:lnTo>
                  <a:lnTo>
                    <a:pt x="8890" y="33020"/>
                  </a:lnTo>
                  <a:lnTo>
                    <a:pt x="10160" y="33020"/>
                  </a:lnTo>
                  <a:lnTo>
                    <a:pt x="10160" y="36830"/>
                  </a:lnTo>
                  <a:lnTo>
                    <a:pt x="11430" y="36830"/>
                  </a:lnTo>
                  <a:lnTo>
                    <a:pt x="11430" y="39370"/>
                  </a:lnTo>
                  <a:lnTo>
                    <a:pt x="12700" y="39370"/>
                  </a:lnTo>
                  <a:lnTo>
                    <a:pt x="12700" y="41910"/>
                  </a:lnTo>
                  <a:lnTo>
                    <a:pt x="13970" y="41910"/>
                  </a:lnTo>
                  <a:lnTo>
                    <a:pt x="13970" y="45720"/>
                  </a:lnTo>
                  <a:lnTo>
                    <a:pt x="15240" y="45720"/>
                  </a:lnTo>
                  <a:lnTo>
                    <a:pt x="15240" y="48260"/>
                  </a:lnTo>
                  <a:lnTo>
                    <a:pt x="16510" y="48260"/>
                  </a:lnTo>
                  <a:lnTo>
                    <a:pt x="16510" y="52070"/>
                  </a:lnTo>
                  <a:lnTo>
                    <a:pt x="17780" y="52070"/>
                  </a:lnTo>
                  <a:lnTo>
                    <a:pt x="17780" y="54610"/>
                  </a:lnTo>
                  <a:lnTo>
                    <a:pt x="4433570" y="54610"/>
                  </a:lnTo>
                  <a:lnTo>
                    <a:pt x="4433570" y="52070"/>
                  </a:lnTo>
                  <a:lnTo>
                    <a:pt x="4434840" y="52070"/>
                  </a:lnTo>
                  <a:lnTo>
                    <a:pt x="4434840" y="48260"/>
                  </a:lnTo>
                  <a:lnTo>
                    <a:pt x="4436110" y="48260"/>
                  </a:lnTo>
                  <a:lnTo>
                    <a:pt x="4436110" y="45720"/>
                  </a:lnTo>
                  <a:lnTo>
                    <a:pt x="4437380" y="45720"/>
                  </a:lnTo>
                  <a:lnTo>
                    <a:pt x="4437380" y="41910"/>
                  </a:lnTo>
                  <a:lnTo>
                    <a:pt x="4438650" y="41910"/>
                  </a:lnTo>
                  <a:lnTo>
                    <a:pt x="4438650" y="39370"/>
                  </a:lnTo>
                  <a:lnTo>
                    <a:pt x="4439920" y="39370"/>
                  </a:lnTo>
                  <a:lnTo>
                    <a:pt x="4439920" y="36830"/>
                  </a:lnTo>
                  <a:lnTo>
                    <a:pt x="4441190" y="36830"/>
                  </a:lnTo>
                  <a:lnTo>
                    <a:pt x="4441190" y="33020"/>
                  </a:lnTo>
                  <a:lnTo>
                    <a:pt x="4442460" y="33020"/>
                  </a:lnTo>
                  <a:lnTo>
                    <a:pt x="4442460" y="27940"/>
                  </a:lnTo>
                  <a:lnTo>
                    <a:pt x="4443730" y="27940"/>
                  </a:lnTo>
                  <a:lnTo>
                    <a:pt x="4443730" y="24130"/>
                  </a:lnTo>
                  <a:lnTo>
                    <a:pt x="4445000" y="24130"/>
                  </a:lnTo>
                  <a:lnTo>
                    <a:pt x="4445000" y="19050"/>
                  </a:lnTo>
                  <a:lnTo>
                    <a:pt x="4446270" y="19050"/>
                  </a:lnTo>
                  <a:lnTo>
                    <a:pt x="4446270" y="15240"/>
                  </a:lnTo>
                  <a:lnTo>
                    <a:pt x="4447540" y="15240"/>
                  </a:lnTo>
                  <a:lnTo>
                    <a:pt x="4447540" y="13970"/>
                  </a:lnTo>
                  <a:lnTo>
                    <a:pt x="4447540" y="10160"/>
                  </a:lnTo>
                  <a:lnTo>
                    <a:pt x="4448810" y="10160"/>
                  </a:lnTo>
                  <a:lnTo>
                    <a:pt x="4448810" y="5080"/>
                  </a:lnTo>
                  <a:lnTo>
                    <a:pt x="4450080" y="5080"/>
                  </a:lnTo>
                  <a:lnTo>
                    <a:pt x="4450080" y="1270"/>
                  </a:lnTo>
                  <a:lnTo>
                    <a:pt x="4451350" y="1270"/>
                  </a:lnTo>
                  <a:lnTo>
                    <a:pt x="4451350" y="0"/>
                  </a:lnTo>
                  <a:close/>
                </a:path>
              </a:pathLst>
            </a:custGeom>
            <a:solidFill>
              <a:srgbClr val="D7D7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2308860" y="4871720"/>
              <a:ext cx="4410710" cy="58419"/>
            </a:xfrm>
            <a:custGeom>
              <a:avLst/>
              <a:gdLst/>
              <a:ahLst/>
              <a:cxnLst/>
              <a:rect l="l" t="t" r="r" b="b"/>
              <a:pathLst>
                <a:path w="4410709" h="58420">
                  <a:moveTo>
                    <a:pt x="4381500" y="57162"/>
                  </a:moveTo>
                  <a:lnTo>
                    <a:pt x="29210" y="57162"/>
                  </a:lnTo>
                  <a:lnTo>
                    <a:pt x="29197" y="58420"/>
                  </a:lnTo>
                  <a:lnTo>
                    <a:pt x="4381500" y="58420"/>
                  </a:lnTo>
                  <a:lnTo>
                    <a:pt x="4381500" y="57162"/>
                  </a:lnTo>
                  <a:close/>
                </a:path>
                <a:path w="4410709" h="58420">
                  <a:moveTo>
                    <a:pt x="4385310" y="50812"/>
                  </a:moveTo>
                  <a:lnTo>
                    <a:pt x="25400" y="50812"/>
                  </a:lnTo>
                  <a:lnTo>
                    <a:pt x="25400" y="53340"/>
                  </a:lnTo>
                  <a:lnTo>
                    <a:pt x="26670" y="53340"/>
                  </a:lnTo>
                  <a:lnTo>
                    <a:pt x="26670" y="54610"/>
                  </a:lnTo>
                  <a:lnTo>
                    <a:pt x="27940" y="54610"/>
                  </a:lnTo>
                  <a:lnTo>
                    <a:pt x="27940" y="57150"/>
                  </a:lnTo>
                  <a:lnTo>
                    <a:pt x="4382770" y="57150"/>
                  </a:lnTo>
                  <a:lnTo>
                    <a:pt x="4382770" y="54610"/>
                  </a:lnTo>
                  <a:lnTo>
                    <a:pt x="4384040" y="54610"/>
                  </a:lnTo>
                  <a:lnTo>
                    <a:pt x="4384040" y="53340"/>
                  </a:lnTo>
                  <a:lnTo>
                    <a:pt x="4385310" y="53340"/>
                  </a:lnTo>
                  <a:lnTo>
                    <a:pt x="4385310" y="50812"/>
                  </a:lnTo>
                  <a:close/>
                </a:path>
                <a:path w="4410709" h="58420">
                  <a:moveTo>
                    <a:pt x="4387850" y="45732"/>
                  </a:moveTo>
                  <a:lnTo>
                    <a:pt x="22860" y="45732"/>
                  </a:lnTo>
                  <a:lnTo>
                    <a:pt x="22860" y="48260"/>
                  </a:lnTo>
                  <a:lnTo>
                    <a:pt x="24130" y="48260"/>
                  </a:lnTo>
                  <a:lnTo>
                    <a:pt x="24130" y="50800"/>
                  </a:lnTo>
                  <a:lnTo>
                    <a:pt x="4386580" y="50800"/>
                  </a:lnTo>
                  <a:lnTo>
                    <a:pt x="4386580" y="48260"/>
                  </a:lnTo>
                  <a:lnTo>
                    <a:pt x="4387850" y="48260"/>
                  </a:lnTo>
                  <a:lnTo>
                    <a:pt x="4387850" y="45732"/>
                  </a:lnTo>
                  <a:close/>
                </a:path>
                <a:path w="4410709" h="58420">
                  <a:moveTo>
                    <a:pt x="4391660" y="38112"/>
                  </a:moveTo>
                  <a:lnTo>
                    <a:pt x="19050" y="38112"/>
                  </a:lnTo>
                  <a:lnTo>
                    <a:pt x="19050" y="40640"/>
                  </a:lnTo>
                  <a:lnTo>
                    <a:pt x="20320" y="40640"/>
                  </a:lnTo>
                  <a:lnTo>
                    <a:pt x="20320" y="43180"/>
                  </a:lnTo>
                  <a:lnTo>
                    <a:pt x="21590" y="43180"/>
                  </a:lnTo>
                  <a:lnTo>
                    <a:pt x="21590" y="45720"/>
                  </a:lnTo>
                  <a:lnTo>
                    <a:pt x="4389120" y="45720"/>
                  </a:lnTo>
                  <a:lnTo>
                    <a:pt x="4389120" y="43180"/>
                  </a:lnTo>
                  <a:lnTo>
                    <a:pt x="4390390" y="43180"/>
                  </a:lnTo>
                  <a:lnTo>
                    <a:pt x="4390390" y="40640"/>
                  </a:lnTo>
                  <a:lnTo>
                    <a:pt x="4391660" y="40640"/>
                  </a:lnTo>
                  <a:lnTo>
                    <a:pt x="4391660" y="38112"/>
                  </a:lnTo>
                  <a:close/>
                </a:path>
                <a:path w="4410709" h="58420">
                  <a:moveTo>
                    <a:pt x="4394200" y="33032"/>
                  </a:moveTo>
                  <a:lnTo>
                    <a:pt x="16510" y="33032"/>
                  </a:lnTo>
                  <a:lnTo>
                    <a:pt x="16510" y="35560"/>
                  </a:lnTo>
                  <a:lnTo>
                    <a:pt x="17780" y="35560"/>
                  </a:lnTo>
                  <a:lnTo>
                    <a:pt x="17780" y="38100"/>
                  </a:lnTo>
                  <a:lnTo>
                    <a:pt x="4392930" y="38100"/>
                  </a:lnTo>
                  <a:lnTo>
                    <a:pt x="4392930" y="35560"/>
                  </a:lnTo>
                  <a:lnTo>
                    <a:pt x="4394200" y="35560"/>
                  </a:lnTo>
                  <a:lnTo>
                    <a:pt x="4394200" y="33032"/>
                  </a:lnTo>
                  <a:close/>
                </a:path>
                <a:path w="4410709" h="58420">
                  <a:moveTo>
                    <a:pt x="4398010" y="25412"/>
                  </a:moveTo>
                  <a:lnTo>
                    <a:pt x="12700" y="25412"/>
                  </a:lnTo>
                  <a:lnTo>
                    <a:pt x="12700" y="27940"/>
                  </a:lnTo>
                  <a:lnTo>
                    <a:pt x="13970" y="27940"/>
                  </a:lnTo>
                  <a:lnTo>
                    <a:pt x="13970" y="30480"/>
                  </a:lnTo>
                  <a:lnTo>
                    <a:pt x="15240" y="30480"/>
                  </a:lnTo>
                  <a:lnTo>
                    <a:pt x="15240" y="33020"/>
                  </a:lnTo>
                  <a:lnTo>
                    <a:pt x="4395470" y="33020"/>
                  </a:lnTo>
                  <a:lnTo>
                    <a:pt x="4395470" y="30480"/>
                  </a:lnTo>
                  <a:lnTo>
                    <a:pt x="4396740" y="30480"/>
                  </a:lnTo>
                  <a:lnTo>
                    <a:pt x="4396740" y="27940"/>
                  </a:lnTo>
                  <a:lnTo>
                    <a:pt x="4398010" y="27940"/>
                  </a:lnTo>
                  <a:lnTo>
                    <a:pt x="4398010" y="25412"/>
                  </a:lnTo>
                  <a:close/>
                </a:path>
                <a:path w="4410709" h="58420">
                  <a:moveTo>
                    <a:pt x="4400550" y="20332"/>
                  </a:moveTo>
                  <a:lnTo>
                    <a:pt x="10160" y="20332"/>
                  </a:lnTo>
                  <a:lnTo>
                    <a:pt x="10160" y="22860"/>
                  </a:lnTo>
                  <a:lnTo>
                    <a:pt x="11430" y="22860"/>
                  </a:lnTo>
                  <a:lnTo>
                    <a:pt x="11430" y="25400"/>
                  </a:lnTo>
                  <a:lnTo>
                    <a:pt x="4399280" y="25400"/>
                  </a:lnTo>
                  <a:lnTo>
                    <a:pt x="4399280" y="22860"/>
                  </a:lnTo>
                  <a:lnTo>
                    <a:pt x="4400550" y="22860"/>
                  </a:lnTo>
                  <a:lnTo>
                    <a:pt x="4400550" y="20332"/>
                  </a:lnTo>
                  <a:close/>
                </a:path>
                <a:path w="4410709" h="58420">
                  <a:moveTo>
                    <a:pt x="4404360" y="12712"/>
                  </a:moveTo>
                  <a:lnTo>
                    <a:pt x="6350" y="12712"/>
                  </a:lnTo>
                  <a:lnTo>
                    <a:pt x="6350" y="15240"/>
                  </a:lnTo>
                  <a:lnTo>
                    <a:pt x="7620" y="15240"/>
                  </a:lnTo>
                  <a:lnTo>
                    <a:pt x="7620" y="17780"/>
                  </a:lnTo>
                  <a:lnTo>
                    <a:pt x="8890" y="17780"/>
                  </a:lnTo>
                  <a:lnTo>
                    <a:pt x="8890" y="20320"/>
                  </a:lnTo>
                  <a:lnTo>
                    <a:pt x="4401820" y="20320"/>
                  </a:lnTo>
                  <a:lnTo>
                    <a:pt x="4401820" y="17780"/>
                  </a:lnTo>
                  <a:lnTo>
                    <a:pt x="4403090" y="17780"/>
                  </a:lnTo>
                  <a:lnTo>
                    <a:pt x="4403090" y="15240"/>
                  </a:lnTo>
                  <a:lnTo>
                    <a:pt x="4404360" y="15240"/>
                  </a:lnTo>
                  <a:lnTo>
                    <a:pt x="4404360" y="12712"/>
                  </a:lnTo>
                  <a:close/>
                </a:path>
                <a:path w="4410709" h="58420">
                  <a:moveTo>
                    <a:pt x="4406900" y="7632"/>
                  </a:moveTo>
                  <a:lnTo>
                    <a:pt x="3810" y="7632"/>
                  </a:lnTo>
                  <a:lnTo>
                    <a:pt x="3810" y="10160"/>
                  </a:lnTo>
                  <a:lnTo>
                    <a:pt x="5080" y="10160"/>
                  </a:lnTo>
                  <a:lnTo>
                    <a:pt x="5080" y="12700"/>
                  </a:lnTo>
                  <a:lnTo>
                    <a:pt x="4405630" y="12700"/>
                  </a:lnTo>
                  <a:lnTo>
                    <a:pt x="4405630" y="10160"/>
                  </a:lnTo>
                  <a:lnTo>
                    <a:pt x="4406900" y="10160"/>
                  </a:lnTo>
                  <a:lnTo>
                    <a:pt x="4406900" y="7632"/>
                  </a:lnTo>
                  <a:close/>
                </a:path>
                <a:path w="4410709" h="58420">
                  <a:moveTo>
                    <a:pt x="4409440" y="1282"/>
                  </a:moveTo>
                  <a:lnTo>
                    <a:pt x="1270" y="1282"/>
                  </a:lnTo>
                  <a:lnTo>
                    <a:pt x="1270" y="3810"/>
                  </a:lnTo>
                  <a:lnTo>
                    <a:pt x="2540" y="3810"/>
                  </a:lnTo>
                  <a:lnTo>
                    <a:pt x="2540" y="7620"/>
                  </a:lnTo>
                  <a:lnTo>
                    <a:pt x="4408170" y="7620"/>
                  </a:lnTo>
                  <a:lnTo>
                    <a:pt x="4408170" y="3810"/>
                  </a:lnTo>
                  <a:lnTo>
                    <a:pt x="4409440" y="3810"/>
                  </a:lnTo>
                  <a:lnTo>
                    <a:pt x="4409440" y="1282"/>
                  </a:lnTo>
                  <a:close/>
                </a:path>
                <a:path w="4410709" h="58420">
                  <a:moveTo>
                    <a:pt x="44107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4410710" y="1270"/>
                  </a:lnTo>
                  <a:lnTo>
                    <a:pt x="4410710" y="0"/>
                  </a:lnTo>
                  <a:close/>
                </a:path>
              </a:pathLst>
            </a:custGeom>
            <a:solidFill>
              <a:srgbClr val="D6D6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2338070" y="4930139"/>
              <a:ext cx="4352290" cy="59690"/>
            </a:xfrm>
            <a:custGeom>
              <a:avLst/>
              <a:gdLst/>
              <a:ahLst/>
              <a:cxnLst/>
              <a:rect l="l" t="t" r="r" b="b"/>
              <a:pathLst>
                <a:path w="4352290" h="59689">
                  <a:moveTo>
                    <a:pt x="4311650" y="57162"/>
                  </a:moveTo>
                  <a:lnTo>
                    <a:pt x="40640" y="57162"/>
                  </a:lnTo>
                  <a:lnTo>
                    <a:pt x="40640" y="58420"/>
                  </a:lnTo>
                  <a:lnTo>
                    <a:pt x="41910" y="58420"/>
                  </a:lnTo>
                  <a:lnTo>
                    <a:pt x="41910" y="59690"/>
                  </a:lnTo>
                  <a:lnTo>
                    <a:pt x="4310380" y="59690"/>
                  </a:lnTo>
                  <a:lnTo>
                    <a:pt x="4310380" y="58420"/>
                  </a:lnTo>
                  <a:lnTo>
                    <a:pt x="4311650" y="58420"/>
                  </a:lnTo>
                  <a:lnTo>
                    <a:pt x="4311650" y="57162"/>
                  </a:lnTo>
                  <a:close/>
                </a:path>
                <a:path w="4352290" h="59689">
                  <a:moveTo>
                    <a:pt x="4316730" y="50812"/>
                  </a:moveTo>
                  <a:lnTo>
                    <a:pt x="35560" y="50812"/>
                  </a:lnTo>
                  <a:lnTo>
                    <a:pt x="35560" y="52070"/>
                  </a:lnTo>
                  <a:lnTo>
                    <a:pt x="36830" y="52070"/>
                  </a:lnTo>
                  <a:lnTo>
                    <a:pt x="36830" y="53340"/>
                  </a:lnTo>
                  <a:lnTo>
                    <a:pt x="38100" y="53340"/>
                  </a:lnTo>
                  <a:lnTo>
                    <a:pt x="38100" y="54610"/>
                  </a:lnTo>
                  <a:lnTo>
                    <a:pt x="39370" y="54610"/>
                  </a:lnTo>
                  <a:lnTo>
                    <a:pt x="39370" y="57150"/>
                  </a:lnTo>
                  <a:lnTo>
                    <a:pt x="4312920" y="57150"/>
                  </a:lnTo>
                  <a:lnTo>
                    <a:pt x="4312920" y="54610"/>
                  </a:lnTo>
                  <a:lnTo>
                    <a:pt x="4314177" y="54610"/>
                  </a:lnTo>
                  <a:lnTo>
                    <a:pt x="4314177" y="53340"/>
                  </a:lnTo>
                  <a:lnTo>
                    <a:pt x="4315460" y="53340"/>
                  </a:lnTo>
                  <a:lnTo>
                    <a:pt x="4315460" y="52070"/>
                  </a:lnTo>
                  <a:lnTo>
                    <a:pt x="4316730" y="52070"/>
                  </a:lnTo>
                  <a:lnTo>
                    <a:pt x="4316730" y="50812"/>
                  </a:lnTo>
                  <a:close/>
                </a:path>
                <a:path w="4352290" h="59689">
                  <a:moveTo>
                    <a:pt x="4321810" y="44462"/>
                  </a:moveTo>
                  <a:lnTo>
                    <a:pt x="30480" y="44462"/>
                  </a:lnTo>
                  <a:lnTo>
                    <a:pt x="30480" y="45720"/>
                  </a:lnTo>
                  <a:lnTo>
                    <a:pt x="31750" y="45720"/>
                  </a:lnTo>
                  <a:lnTo>
                    <a:pt x="31750" y="46990"/>
                  </a:lnTo>
                  <a:lnTo>
                    <a:pt x="33020" y="46990"/>
                  </a:lnTo>
                  <a:lnTo>
                    <a:pt x="33020" y="48260"/>
                  </a:lnTo>
                  <a:lnTo>
                    <a:pt x="34290" y="48260"/>
                  </a:lnTo>
                  <a:lnTo>
                    <a:pt x="34290" y="50800"/>
                  </a:lnTo>
                  <a:lnTo>
                    <a:pt x="4318000" y="50800"/>
                  </a:lnTo>
                  <a:lnTo>
                    <a:pt x="4318000" y="48260"/>
                  </a:lnTo>
                  <a:lnTo>
                    <a:pt x="4319270" y="48260"/>
                  </a:lnTo>
                  <a:lnTo>
                    <a:pt x="4319270" y="46990"/>
                  </a:lnTo>
                  <a:lnTo>
                    <a:pt x="4320540" y="46990"/>
                  </a:lnTo>
                  <a:lnTo>
                    <a:pt x="4320540" y="45720"/>
                  </a:lnTo>
                  <a:lnTo>
                    <a:pt x="4321810" y="45720"/>
                  </a:lnTo>
                  <a:lnTo>
                    <a:pt x="4321810" y="44462"/>
                  </a:lnTo>
                  <a:close/>
                </a:path>
                <a:path w="4352290" h="59689">
                  <a:moveTo>
                    <a:pt x="4326890" y="38112"/>
                  </a:moveTo>
                  <a:lnTo>
                    <a:pt x="25400" y="38112"/>
                  </a:lnTo>
                  <a:lnTo>
                    <a:pt x="25400" y="39370"/>
                  </a:lnTo>
                  <a:lnTo>
                    <a:pt x="26670" y="39370"/>
                  </a:lnTo>
                  <a:lnTo>
                    <a:pt x="26670" y="40640"/>
                  </a:lnTo>
                  <a:lnTo>
                    <a:pt x="27940" y="40640"/>
                  </a:lnTo>
                  <a:lnTo>
                    <a:pt x="27940" y="41910"/>
                  </a:lnTo>
                  <a:lnTo>
                    <a:pt x="29210" y="41910"/>
                  </a:lnTo>
                  <a:lnTo>
                    <a:pt x="29210" y="44450"/>
                  </a:lnTo>
                  <a:lnTo>
                    <a:pt x="4323080" y="44450"/>
                  </a:lnTo>
                  <a:lnTo>
                    <a:pt x="4323080" y="41910"/>
                  </a:lnTo>
                  <a:lnTo>
                    <a:pt x="4324350" y="41910"/>
                  </a:lnTo>
                  <a:lnTo>
                    <a:pt x="4324350" y="40640"/>
                  </a:lnTo>
                  <a:lnTo>
                    <a:pt x="4325620" y="40640"/>
                  </a:lnTo>
                  <a:lnTo>
                    <a:pt x="4325620" y="39370"/>
                  </a:lnTo>
                  <a:lnTo>
                    <a:pt x="4326890" y="39370"/>
                  </a:lnTo>
                  <a:lnTo>
                    <a:pt x="4326890" y="38112"/>
                  </a:lnTo>
                  <a:close/>
                </a:path>
                <a:path w="4352290" h="59689">
                  <a:moveTo>
                    <a:pt x="4331970" y="31762"/>
                  </a:moveTo>
                  <a:lnTo>
                    <a:pt x="20320" y="31762"/>
                  </a:lnTo>
                  <a:lnTo>
                    <a:pt x="20320" y="33020"/>
                  </a:lnTo>
                  <a:lnTo>
                    <a:pt x="21590" y="33020"/>
                  </a:lnTo>
                  <a:lnTo>
                    <a:pt x="21590" y="34290"/>
                  </a:lnTo>
                  <a:lnTo>
                    <a:pt x="22860" y="34290"/>
                  </a:lnTo>
                  <a:lnTo>
                    <a:pt x="22860" y="36830"/>
                  </a:lnTo>
                  <a:lnTo>
                    <a:pt x="24130" y="36830"/>
                  </a:lnTo>
                  <a:lnTo>
                    <a:pt x="24130" y="38100"/>
                  </a:lnTo>
                  <a:lnTo>
                    <a:pt x="4328160" y="38100"/>
                  </a:lnTo>
                  <a:lnTo>
                    <a:pt x="4328160" y="36830"/>
                  </a:lnTo>
                  <a:lnTo>
                    <a:pt x="4329430" y="36830"/>
                  </a:lnTo>
                  <a:lnTo>
                    <a:pt x="4329430" y="34290"/>
                  </a:lnTo>
                  <a:lnTo>
                    <a:pt x="4330700" y="34290"/>
                  </a:lnTo>
                  <a:lnTo>
                    <a:pt x="4330700" y="33020"/>
                  </a:lnTo>
                  <a:lnTo>
                    <a:pt x="4331970" y="33020"/>
                  </a:lnTo>
                  <a:lnTo>
                    <a:pt x="4331970" y="31762"/>
                  </a:lnTo>
                  <a:close/>
                </a:path>
                <a:path w="4352290" h="59689">
                  <a:moveTo>
                    <a:pt x="4335780" y="25412"/>
                  </a:moveTo>
                  <a:lnTo>
                    <a:pt x="16510" y="25412"/>
                  </a:lnTo>
                  <a:lnTo>
                    <a:pt x="16510" y="26670"/>
                  </a:lnTo>
                  <a:lnTo>
                    <a:pt x="17780" y="26670"/>
                  </a:lnTo>
                  <a:lnTo>
                    <a:pt x="17780" y="29210"/>
                  </a:lnTo>
                  <a:lnTo>
                    <a:pt x="19050" y="29210"/>
                  </a:lnTo>
                  <a:lnTo>
                    <a:pt x="19050" y="31750"/>
                  </a:lnTo>
                  <a:lnTo>
                    <a:pt x="4333240" y="31750"/>
                  </a:lnTo>
                  <a:lnTo>
                    <a:pt x="4333240" y="29210"/>
                  </a:lnTo>
                  <a:lnTo>
                    <a:pt x="4334510" y="29210"/>
                  </a:lnTo>
                  <a:lnTo>
                    <a:pt x="4334510" y="26670"/>
                  </a:lnTo>
                  <a:lnTo>
                    <a:pt x="4335780" y="26670"/>
                  </a:lnTo>
                  <a:lnTo>
                    <a:pt x="4335780" y="25412"/>
                  </a:lnTo>
                  <a:close/>
                </a:path>
                <a:path w="4352290" h="59689">
                  <a:moveTo>
                    <a:pt x="4339590" y="19062"/>
                  </a:moveTo>
                  <a:lnTo>
                    <a:pt x="12700" y="19062"/>
                  </a:lnTo>
                  <a:lnTo>
                    <a:pt x="12700" y="21590"/>
                  </a:lnTo>
                  <a:lnTo>
                    <a:pt x="13970" y="21590"/>
                  </a:lnTo>
                  <a:lnTo>
                    <a:pt x="13970" y="22860"/>
                  </a:lnTo>
                  <a:lnTo>
                    <a:pt x="15240" y="22860"/>
                  </a:lnTo>
                  <a:lnTo>
                    <a:pt x="15240" y="25400"/>
                  </a:lnTo>
                  <a:lnTo>
                    <a:pt x="4337050" y="25400"/>
                  </a:lnTo>
                  <a:lnTo>
                    <a:pt x="4337050" y="22860"/>
                  </a:lnTo>
                  <a:lnTo>
                    <a:pt x="4338320" y="22860"/>
                  </a:lnTo>
                  <a:lnTo>
                    <a:pt x="4338320" y="21590"/>
                  </a:lnTo>
                  <a:lnTo>
                    <a:pt x="4339590" y="21590"/>
                  </a:lnTo>
                  <a:lnTo>
                    <a:pt x="4339590" y="19062"/>
                  </a:lnTo>
                  <a:close/>
                </a:path>
                <a:path w="4352290" h="59689">
                  <a:moveTo>
                    <a:pt x="4343400" y="12712"/>
                  </a:moveTo>
                  <a:lnTo>
                    <a:pt x="8890" y="12712"/>
                  </a:lnTo>
                  <a:lnTo>
                    <a:pt x="8890" y="15240"/>
                  </a:lnTo>
                  <a:lnTo>
                    <a:pt x="10160" y="15240"/>
                  </a:lnTo>
                  <a:lnTo>
                    <a:pt x="10160" y="16510"/>
                  </a:lnTo>
                  <a:lnTo>
                    <a:pt x="11430" y="16510"/>
                  </a:lnTo>
                  <a:lnTo>
                    <a:pt x="11430" y="19050"/>
                  </a:lnTo>
                  <a:lnTo>
                    <a:pt x="4340860" y="19050"/>
                  </a:lnTo>
                  <a:lnTo>
                    <a:pt x="4340860" y="16510"/>
                  </a:lnTo>
                  <a:lnTo>
                    <a:pt x="4342130" y="16510"/>
                  </a:lnTo>
                  <a:lnTo>
                    <a:pt x="4342130" y="15240"/>
                  </a:lnTo>
                  <a:lnTo>
                    <a:pt x="4343400" y="15240"/>
                  </a:lnTo>
                  <a:lnTo>
                    <a:pt x="4343400" y="12712"/>
                  </a:lnTo>
                  <a:close/>
                </a:path>
                <a:path w="4352290" h="59689">
                  <a:moveTo>
                    <a:pt x="4347210" y="6362"/>
                  </a:moveTo>
                  <a:lnTo>
                    <a:pt x="5080" y="6362"/>
                  </a:lnTo>
                  <a:lnTo>
                    <a:pt x="5080" y="8890"/>
                  </a:lnTo>
                  <a:lnTo>
                    <a:pt x="6350" y="8890"/>
                  </a:lnTo>
                  <a:lnTo>
                    <a:pt x="6350" y="11430"/>
                  </a:lnTo>
                  <a:lnTo>
                    <a:pt x="7620" y="11430"/>
                  </a:lnTo>
                  <a:lnTo>
                    <a:pt x="7620" y="12700"/>
                  </a:lnTo>
                  <a:lnTo>
                    <a:pt x="4344670" y="12700"/>
                  </a:lnTo>
                  <a:lnTo>
                    <a:pt x="4344670" y="11430"/>
                  </a:lnTo>
                  <a:lnTo>
                    <a:pt x="4345940" y="11430"/>
                  </a:lnTo>
                  <a:lnTo>
                    <a:pt x="4345940" y="8890"/>
                  </a:lnTo>
                  <a:lnTo>
                    <a:pt x="4347210" y="8890"/>
                  </a:lnTo>
                  <a:lnTo>
                    <a:pt x="4347210" y="6362"/>
                  </a:lnTo>
                  <a:close/>
                </a:path>
                <a:path w="4352290" h="59689">
                  <a:moveTo>
                    <a:pt x="435229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5080"/>
                  </a:lnTo>
                  <a:lnTo>
                    <a:pt x="3810" y="5080"/>
                  </a:lnTo>
                  <a:lnTo>
                    <a:pt x="3810" y="6350"/>
                  </a:lnTo>
                  <a:lnTo>
                    <a:pt x="4348480" y="6350"/>
                  </a:lnTo>
                  <a:lnTo>
                    <a:pt x="4348480" y="5080"/>
                  </a:lnTo>
                  <a:lnTo>
                    <a:pt x="4349750" y="5080"/>
                  </a:lnTo>
                  <a:lnTo>
                    <a:pt x="4349750" y="2540"/>
                  </a:lnTo>
                  <a:lnTo>
                    <a:pt x="4351020" y="2540"/>
                  </a:lnTo>
                  <a:lnTo>
                    <a:pt x="4351020" y="1270"/>
                  </a:lnTo>
                  <a:lnTo>
                    <a:pt x="4352290" y="1270"/>
                  </a:lnTo>
                  <a:lnTo>
                    <a:pt x="4352290" y="0"/>
                  </a:lnTo>
                  <a:close/>
                </a:path>
              </a:pathLst>
            </a:custGeom>
            <a:solidFill>
              <a:srgbClr val="D5D5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2381250" y="4989829"/>
              <a:ext cx="4265930" cy="59690"/>
            </a:xfrm>
            <a:custGeom>
              <a:avLst/>
              <a:gdLst/>
              <a:ahLst/>
              <a:cxnLst/>
              <a:rect l="l" t="t" r="r" b="b"/>
              <a:pathLst>
                <a:path w="4265930" h="59689">
                  <a:moveTo>
                    <a:pt x="4213847" y="54622"/>
                  </a:moveTo>
                  <a:lnTo>
                    <a:pt x="50800" y="54622"/>
                  </a:lnTo>
                  <a:lnTo>
                    <a:pt x="50800" y="55880"/>
                  </a:lnTo>
                  <a:lnTo>
                    <a:pt x="53340" y="55880"/>
                  </a:lnTo>
                  <a:lnTo>
                    <a:pt x="53340" y="57150"/>
                  </a:lnTo>
                  <a:lnTo>
                    <a:pt x="54610" y="57150"/>
                  </a:lnTo>
                  <a:lnTo>
                    <a:pt x="54610" y="58420"/>
                  </a:lnTo>
                  <a:lnTo>
                    <a:pt x="55880" y="58420"/>
                  </a:lnTo>
                  <a:lnTo>
                    <a:pt x="55880" y="59690"/>
                  </a:lnTo>
                  <a:lnTo>
                    <a:pt x="4210050" y="59690"/>
                  </a:lnTo>
                  <a:lnTo>
                    <a:pt x="4210050" y="58420"/>
                  </a:lnTo>
                  <a:lnTo>
                    <a:pt x="4211320" y="58420"/>
                  </a:lnTo>
                  <a:lnTo>
                    <a:pt x="4211320" y="57150"/>
                  </a:lnTo>
                  <a:lnTo>
                    <a:pt x="4212590" y="57150"/>
                  </a:lnTo>
                  <a:lnTo>
                    <a:pt x="4212590" y="55880"/>
                  </a:lnTo>
                  <a:lnTo>
                    <a:pt x="4213847" y="55880"/>
                  </a:lnTo>
                  <a:lnTo>
                    <a:pt x="4213847" y="54622"/>
                  </a:lnTo>
                  <a:close/>
                </a:path>
                <a:path w="4265930" h="59689">
                  <a:moveTo>
                    <a:pt x="4221480" y="48272"/>
                  </a:moveTo>
                  <a:lnTo>
                    <a:pt x="44450" y="48272"/>
                  </a:lnTo>
                  <a:lnTo>
                    <a:pt x="44450" y="49530"/>
                  </a:lnTo>
                  <a:lnTo>
                    <a:pt x="45720" y="49530"/>
                  </a:lnTo>
                  <a:lnTo>
                    <a:pt x="45720" y="50800"/>
                  </a:lnTo>
                  <a:lnTo>
                    <a:pt x="46990" y="50800"/>
                  </a:lnTo>
                  <a:lnTo>
                    <a:pt x="46990" y="52070"/>
                  </a:lnTo>
                  <a:lnTo>
                    <a:pt x="48260" y="52070"/>
                  </a:lnTo>
                  <a:lnTo>
                    <a:pt x="48260" y="53340"/>
                  </a:lnTo>
                  <a:lnTo>
                    <a:pt x="49530" y="53340"/>
                  </a:lnTo>
                  <a:lnTo>
                    <a:pt x="49530" y="54610"/>
                  </a:lnTo>
                  <a:lnTo>
                    <a:pt x="4215130" y="54610"/>
                  </a:lnTo>
                  <a:lnTo>
                    <a:pt x="4215130" y="53340"/>
                  </a:lnTo>
                  <a:lnTo>
                    <a:pt x="4217670" y="53340"/>
                  </a:lnTo>
                  <a:lnTo>
                    <a:pt x="4217670" y="52070"/>
                  </a:lnTo>
                  <a:lnTo>
                    <a:pt x="4218940" y="52070"/>
                  </a:lnTo>
                  <a:lnTo>
                    <a:pt x="4218940" y="50800"/>
                  </a:lnTo>
                  <a:lnTo>
                    <a:pt x="4220197" y="50800"/>
                  </a:lnTo>
                  <a:lnTo>
                    <a:pt x="4220197" y="49530"/>
                  </a:lnTo>
                  <a:lnTo>
                    <a:pt x="4221480" y="49530"/>
                  </a:lnTo>
                  <a:lnTo>
                    <a:pt x="4221480" y="48272"/>
                  </a:lnTo>
                  <a:close/>
                </a:path>
                <a:path w="4265930" h="59689">
                  <a:moveTo>
                    <a:pt x="4229100" y="41922"/>
                  </a:moveTo>
                  <a:lnTo>
                    <a:pt x="36830" y="41922"/>
                  </a:lnTo>
                  <a:lnTo>
                    <a:pt x="36830" y="43180"/>
                  </a:lnTo>
                  <a:lnTo>
                    <a:pt x="38100" y="43180"/>
                  </a:lnTo>
                  <a:lnTo>
                    <a:pt x="38100" y="44450"/>
                  </a:lnTo>
                  <a:lnTo>
                    <a:pt x="39370" y="44450"/>
                  </a:lnTo>
                  <a:lnTo>
                    <a:pt x="39370" y="45720"/>
                  </a:lnTo>
                  <a:lnTo>
                    <a:pt x="41910" y="45720"/>
                  </a:lnTo>
                  <a:lnTo>
                    <a:pt x="41910" y="46990"/>
                  </a:lnTo>
                  <a:lnTo>
                    <a:pt x="43180" y="46990"/>
                  </a:lnTo>
                  <a:lnTo>
                    <a:pt x="43180" y="48260"/>
                  </a:lnTo>
                  <a:lnTo>
                    <a:pt x="4222750" y="48260"/>
                  </a:lnTo>
                  <a:lnTo>
                    <a:pt x="4222750" y="46990"/>
                  </a:lnTo>
                  <a:lnTo>
                    <a:pt x="4224020" y="46990"/>
                  </a:lnTo>
                  <a:lnTo>
                    <a:pt x="4224020" y="45720"/>
                  </a:lnTo>
                  <a:lnTo>
                    <a:pt x="4225290" y="45720"/>
                  </a:lnTo>
                  <a:lnTo>
                    <a:pt x="4225290" y="44450"/>
                  </a:lnTo>
                  <a:lnTo>
                    <a:pt x="4227830" y="44450"/>
                  </a:lnTo>
                  <a:lnTo>
                    <a:pt x="4227830" y="43180"/>
                  </a:lnTo>
                  <a:lnTo>
                    <a:pt x="4229100" y="43180"/>
                  </a:lnTo>
                  <a:lnTo>
                    <a:pt x="4229100" y="41922"/>
                  </a:lnTo>
                  <a:close/>
                </a:path>
                <a:path w="4265930" h="59689">
                  <a:moveTo>
                    <a:pt x="4235450" y="35572"/>
                  </a:moveTo>
                  <a:lnTo>
                    <a:pt x="30480" y="35572"/>
                  </a:lnTo>
                  <a:lnTo>
                    <a:pt x="30480" y="36830"/>
                  </a:lnTo>
                  <a:lnTo>
                    <a:pt x="31750" y="36830"/>
                  </a:lnTo>
                  <a:lnTo>
                    <a:pt x="31750" y="38100"/>
                  </a:lnTo>
                  <a:lnTo>
                    <a:pt x="33020" y="38100"/>
                  </a:lnTo>
                  <a:lnTo>
                    <a:pt x="33020" y="39370"/>
                  </a:lnTo>
                  <a:lnTo>
                    <a:pt x="34290" y="39370"/>
                  </a:lnTo>
                  <a:lnTo>
                    <a:pt x="34290" y="40640"/>
                  </a:lnTo>
                  <a:lnTo>
                    <a:pt x="35560" y="40640"/>
                  </a:lnTo>
                  <a:lnTo>
                    <a:pt x="35560" y="41910"/>
                  </a:lnTo>
                  <a:lnTo>
                    <a:pt x="4230370" y="41910"/>
                  </a:lnTo>
                  <a:lnTo>
                    <a:pt x="4230370" y="40640"/>
                  </a:lnTo>
                  <a:lnTo>
                    <a:pt x="4231640" y="40640"/>
                  </a:lnTo>
                  <a:lnTo>
                    <a:pt x="4231640" y="39370"/>
                  </a:lnTo>
                  <a:lnTo>
                    <a:pt x="4232897" y="39370"/>
                  </a:lnTo>
                  <a:lnTo>
                    <a:pt x="4232897" y="38100"/>
                  </a:lnTo>
                  <a:lnTo>
                    <a:pt x="4234180" y="38100"/>
                  </a:lnTo>
                  <a:lnTo>
                    <a:pt x="4234180" y="36830"/>
                  </a:lnTo>
                  <a:lnTo>
                    <a:pt x="4235450" y="36830"/>
                  </a:lnTo>
                  <a:lnTo>
                    <a:pt x="4235450" y="35572"/>
                  </a:lnTo>
                  <a:close/>
                </a:path>
                <a:path w="4265930" h="59689">
                  <a:moveTo>
                    <a:pt x="4240530" y="29222"/>
                  </a:moveTo>
                  <a:lnTo>
                    <a:pt x="25400" y="29222"/>
                  </a:lnTo>
                  <a:lnTo>
                    <a:pt x="25400" y="30480"/>
                  </a:lnTo>
                  <a:lnTo>
                    <a:pt x="26670" y="30480"/>
                  </a:lnTo>
                  <a:lnTo>
                    <a:pt x="26670" y="31750"/>
                  </a:lnTo>
                  <a:lnTo>
                    <a:pt x="27940" y="31750"/>
                  </a:lnTo>
                  <a:lnTo>
                    <a:pt x="27940" y="33020"/>
                  </a:lnTo>
                  <a:lnTo>
                    <a:pt x="29210" y="33020"/>
                  </a:lnTo>
                  <a:lnTo>
                    <a:pt x="29210" y="35560"/>
                  </a:lnTo>
                  <a:lnTo>
                    <a:pt x="4236720" y="35560"/>
                  </a:lnTo>
                  <a:lnTo>
                    <a:pt x="4236720" y="33020"/>
                  </a:lnTo>
                  <a:lnTo>
                    <a:pt x="4237990" y="33020"/>
                  </a:lnTo>
                  <a:lnTo>
                    <a:pt x="4237990" y="31750"/>
                  </a:lnTo>
                  <a:lnTo>
                    <a:pt x="4239247" y="31750"/>
                  </a:lnTo>
                  <a:lnTo>
                    <a:pt x="4239247" y="30480"/>
                  </a:lnTo>
                  <a:lnTo>
                    <a:pt x="4240530" y="30480"/>
                  </a:lnTo>
                  <a:lnTo>
                    <a:pt x="4240530" y="29222"/>
                  </a:lnTo>
                  <a:close/>
                </a:path>
                <a:path w="4265930" h="59689">
                  <a:moveTo>
                    <a:pt x="4251947" y="16522"/>
                  </a:moveTo>
                  <a:lnTo>
                    <a:pt x="13970" y="16522"/>
                  </a:lnTo>
                  <a:lnTo>
                    <a:pt x="13970" y="17780"/>
                  </a:lnTo>
                  <a:lnTo>
                    <a:pt x="15240" y="17780"/>
                  </a:lnTo>
                  <a:lnTo>
                    <a:pt x="15240" y="19050"/>
                  </a:lnTo>
                  <a:lnTo>
                    <a:pt x="16510" y="19050"/>
                  </a:lnTo>
                  <a:lnTo>
                    <a:pt x="16510" y="20320"/>
                  </a:lnTo>
                  <a:lnTo>
                    <a:pt x="17780" y="20320"/>
                  </a:lnTo>
                  <a:lnTo>
                    <a:pt x="17780" y="21590"/>
                  </a:lnTo>
                  <a:lnTo>
                    <a:pt x="19050" y="21590"/>
                  </a:lnTo>
                  <a:lnTo>
                    <a:pt x="19050" y="22860"/>
                  </a:lnTo>
                  <a:lnTo>
                    <a:pt x="20320" y="22860"/>
                  </a:lnTo>
                  <a:lnTo>
                    <a:pt x="20320" y="24130"/>
                  </a:lnTo>
                  <a:lnTo>
                    <a:pt x="20320" y="25400"/>
                  </a:lnTo>
                  <a:lnTo>
                    <a:pt x="21590" y="25400"/>
                  </a:lnTo>
                  <a:lnTo>
                    <a:pt x="21590" y="26670"/>
                  </a:lnTo>
                  <a:lnTo>
                    <a:pt x="22860" y="26670"/>
                  </a:lnTo>
                  <a:lnTo>
                    <a:pt x="22860" y="27940"/>
                  </a:lnTo>
                  <a:lnTo>
                    <a:pt x="24130" y="27940"/>
                  </a:lnTo>
                  <a:lnTo>
                    <a:pt x="24130" y="29210"/>
                  </a:lnTo>
                  <a:lnTo>
                    <a:pt x="4241800" y="29210"/>
                  </a:lnTo>
                  <a:lnTo>
                    <a:pt x="4241800" y="27940"/>
                  </a:lnTo>
                  <a:lnTo>
                    <a:pt x="4243070" y="27940"/>
                  </a:lnTo>
                  <a:lnTo>
                    <a:pt x="4243070" y="26670"/>
                  </a:lnTo>
                  <a:lnTo>
                    <a:pt x="4244340" y="26670"/>
                  </a:lnTo>
                  <a:lnTo>
                    <a:pt x="4244340" y="25400"/>
                  </a:lnTo>
                  <a:lnTo>
                    <a:pt x="4245597" y="25400"/>
                  </a:lnTo>
                  <a:lnTo>
                    <a:pt x="4245597" y="24130"/>
                  </a:lnTo>
                  <a:lnTo>
                    <a:pt x="4246880" y="24130"/>
                  </a:lnTo>
                  <a:lnTo>
                    <a:pt x="4246880" y="22860"/>
                  </a:lnTo>
                  <a:lnTo>
                    <a:pt x="4246880" y="21590"/>
                  </a:lnTo>
                  <a:lnTo>
                    <a:pt x="4248150" y="21590"/>
                  </a:lnTo>
                  <a:lnTo>
                    <a:pt x="4248150" y="20320"/>
                  </a:lnTo>
                  <a:lnTo>
                    <a:pt x="4249420" y="20320"/>
                  </a:lnTo>
                  <a:lnTo>
                    <a:pt x="4249420" y="19050"/>
                  </a:lnTo>
                  <a:lnTo>
                    <a:pt x="4250690" y="19050"/>
                  </a:lnTo>
                  <a:lnTo>
                    <a:pt x="4250690" y="17780"/>
                  </a:lnTo>
                  <a:lnTo>
                    <a:pt x="4251947" y="17780"/>
                  </a:lnTo>
                  <a:lnTo>
                    <a:pt x="4251947" y="16522"/>
                  </a:lnTo>
                  <a:close/>
                </a:path>
                <a:path w="4265930" h="59689">
                  <a:moveTo>
                    <a:pt x="4257040" y="10172"/>
                  </a:moveTo>
                  <a:lnTo>
                    <a:pt x="8890" y="10172"/>
                  </a:lnTo>
                  <a:lnTo>
                    <a:pt x="8890" y="11430"/>
                  </a:lnTo>
                  <a:lnTo>
                    <a:pt x="10160" y="11430"/>
                  </a:lnTo>
                  <a:lnTo>
                    <a:pt x="10160" y="13970"/>
                  </a:lnTo>
                  <a:lnTo>
                    <a:pt x="11430" y="13970"/>
                  </a:lnTo>
                  <a:lnTo>
                    <a:pt x="11430" y="15240"/>
                  </a:lnTo>
                  <a:lnTo>
                    <a:pt x="12700" y="15240"/>
                  </a:lnTo>
                  <a:lnTo>
                    <a:pt x="12700" y="16510"/>
                  </a:lnTo>
                  <a:lnTo>
                    <a:pt x="4253230" y="16510"/>
                  </a:lnTo>
                  <a:lnTo>
                    <a:pt x="4253230" y="15240"/>
                  </a:lnTo>
                  <a:lnTo>
                    <a:pt x="4254500" y="15240"/>
                  </a:lnTo>
                  <a:lnTo>
                    <a:pt x="4254500" y="13970"/>
                  </a:lnTo>
                  <a:lnTo>
                    <a:pt x="4255770" y="13970"/>
                  </a:lnTo>
                  <a:lnTo>
                    <a:pt x="4255770" y="11430"/>
                  </a:lnTo>
                  <a:lnTo>
                    <a:pt x="4257040" y="11430"/>
                  </a:lnTo>
                  <a:lnTo>
                    <a:pt x="4257040" y="10172"/>
                  </a:lnTo>
                  <a:close/>
                </a:path>
                <a:path w="4265930" h="59689">
                  <a:moveTo>
                    <a:pt x="4263390" y="2552"/>
                  </a:moveTo>
                  <a:lnTo>
                    <a:pt x="2540" y="2552"/>
                  </a:lnTo>
                  <a:lnTo>
                    <a:pt x="2540" y="5080"/>
                  </a:lnTo>
                  <a:lnTo>
                    <a:pt x="3810" y="5080"/>
                  </a:lnTo>
                  <a:lnTo>
                    <a:pt x="3810" y="6350"/>
                  </a:lnTo>
                  <a:lnTo>
                    <a:pt x="5080" y="6350"/>
                  </a:lnTo>
                  <a:lnTo>
                    <a:pt x="5080" y="7620"/>
                  </a:lnTo>
                  <a:lnTo>
                    <a:pt x="6350" y="7620"/>
                  </a:lnTo>
                  <a:lnTo>
                    <a:pt x="6350" y="8890"/>
                  </a:lnTo>
                  <a:lnTo>
                    <a:pt x="7620" y="8890"/>
                  </a:lnTo>
                  <a:lnTo>
                    <a:pt x="7620" y="10160"/>
                  </a:lnTo>
                  <a:lnTo>
                    <a:pt x="4258297" y="10160"/>
                  </a:lnTo>
                  <a:lnTo>
                    <a:pt x="4258297" y="8890"/>
                  </a:lnTo>
                  <a:lnTo>
                    <a:pt x="4259580" y="8890"/>
                  </a:lnTo>
                  <a:lnTo>
                    <a:pt x="4259580" y="7620"/>
                  </a:lnTo>
                  <a:lnTo>
                    <a:pt x="4260850" y="7620"/>
                  </a:lnTo>
                  <a:lnTo>
                    <a:pt x="4260850" y="6350"/>
                  </a:lnTo>
                  <a:lnTo>
                    <a:pt x="4262120" y="6350"/>
                  </a:lnTo>
                  <a:lnTo>
                    <a:pt x="4262120" y="5080"/>
                  </a:lnTo>
                  <a:lnTo>
                    <a:pt x="4263390" y="5080"/>
                  </a:lnTo>
                  <a:lnTo>
                    <a:pt x="4263390" y="2552"/>
                  </a:lnTo>
                  <a:close/>
                </a:path>
                <a:path w="4265930" h="59689">
                  <a:moveTo>
                    <a:pt x="426593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4264647" y="2540"/>
                  </a:lnTo>
                  <a:lnTo>
                    <a:pt x="4264647" y="1270"/>
                  </a:lnTo>
                  <a:lnTo>
                    <a:pt x="4265930" y="1270"/>
                  </a:lnTo>
                  <a:lnTo>
                    <a:pt x="4265930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2438400" y="5049520"/>
              <a:ext cx="4151629" cy="59690"/>
            </a:xfrm>
            <a:custGeom>
              <a:avLst/>
              <a:gdLst/>
              <a:ahLst/>
              <a:cxnLst/>
              <a:rect l="l" t="t" r="r" b="b"/>
              <a:pathLst>
                <a:path w="4151629" h="59689">
                  <a:moveTo>
                    <a:pt x="4071607" y="58432"/>
                  </a:moveTo>
                  <a:lnTo>
                    <a:pt x="78740" y="58432"/>
                  </a:lnTo>
                  <a:lnTo>
                    <a:pt x="78740" y="59690"/>
                  </a:lnTo>
                  <a:lnTo>
                    <a:pt x="4071607" y="59690"/>
                  </a:lnTo>
                  <a:lnTo>
                    <a:pt x="4071607" y="58432"/>
                  </a:lnTo>
                  <a:close/>
                </a:path>
                <a:path w="4151629" h="59689">
                  <a:moveTo>
                    <a:pt x="4081780" y="52082"/>
                  </a:moveTo>
                  <a:lnTo>
                    <a:pt x="68580" y="52082"/>
                  </a:lnTo>
                  <a:lnTo>
                    <a:pt x="68580" y="53340"/>
                  </a:lnTo>
                  <a:lnTo>
                    <a:pt x="71120" y="53340"/>
                  </a:lnTo>
                  <a:lnTo>
                    <a:pt x="71120" y="54610"/>
                  </a:lnTo>
                  <a:lnTo>
                    <a:pt x="72390" y="54610"/>
                  </a:lnTo>
                  <a:lnTo>
                    <a:pt x="72390" y="55880"/>
                  </a:lnTo>
                  <a:lnTo>
                    <a:pt x="74930" y="55880"/>
                  </a:lnTo>
                  <a:lnTo>
                    <a:pt x="74930" y="57150"/>
                  </a:lnTo>
                  <a:lnTo>
                    <a:pt x="76200" y="57150"/>
                  </a:lnTo>
                  <a:lnTo>
                    <a:pt x="76200" y="58420"/>
                  </a:lnTo>
                  <a:lnTo>
                    <a:pt x="4074147" y="58420"/>
                  </a:lnTo>
                  <a:lnTo>
                    <a:pt x="4074147" y="57150"/>
                  </a:lnTo>
                  <a:lnTo>
                    <a:pt x="4076700" y="57150"/>
                  </a:lnTo>
                  <a:lnTo>
                    <a:pt x="4076700" y="55880"/>
                  </a:lnTo>
                  <a:lnTo>
                    <a:pt x="4077957" y="55880"/>
                  </a:lnTo>
                  <a:lnTo>
                    <a:pt x="4077957" y="54610"/>
                  </a:lnTo>
                  <a:lnTo>
                    <a:pt x="4080497" y="54610"/>
                  </a:lnTo>
                  <a:lnTo>
                    <a:pt x="4080497" y="53340"/>
                  </a:lnTo>
                  <a:lnTo>
                    <a:pt x="4081780" y="53340"/>
                  </a:lnTo>
                  <a:lnTo>
                    <a:pt x="4081780" y="52082"/>
                  </a:lnTo>
                  <a:close/>
                </a:path>
                <a:path w="4151629" h="59689">
                  <a:moveTo>
                    <a:pt x="4091940" y="45732"/>
                  </a:moveTo>
                  <a:lnTo>
                    <a:pt x="58420" y="45732"/>
                  </a:lnTo>
                  <a:lnTo>
                    <a:pt x="58420" y="46990"/>
                  </a:lnTo>
                  <a:lnTo>
                    <a:pt x="60960" y="46990"/>
                  </a:lnTo>
                  <a:lnTo>
                    <a:pt x="60960" y="48260"/>
                  </a:lnTo>
                  <a:lnTo>
                    <a:pt x="62230" y="48260"/>
                  </a:lnTo>
                  <a:lnTo>
                    <a:pt x="62230" y="49530"/>
                  </a:lnTo>
                  <a:lnTo>
                    <a:pt x="64770" y="49530"/>
                  </a:lnTo>
                  <a:lnTo>
                    <a:pt x="64770" y="50800"/>
                  </a:lnTo>
                  <a:lnTo>
                    <a:pt x="66040" y="50800"/>
                  </a:lnTo>
                  <a:lnTo>
                    <a:pt x="66040" y="52070"/>
                  </a:lnTo>
                  <a:lnTo>
                    <a:pt x="4084307" y="52070"/>
                  </a:lnTo>
                  <a:lnTo>
                    <a:pt x="4084307" y="50800"/>
                  </a:lnTo>
                  <a:lnTo>
                    <a:pt x="4086847" y="50800"/>
                  </a:lnTo>
                  <a:lnTo>
                    <a:pt x="4086847" y="49530"/>
                  </a:lnTo>
                  <a:lnTo>
                    <a:pt x="4088130" y="49530"/>
                  </a:lnTo>
                  <a:lnTo>
                    <a:pt x="4088130" y="48260"/>
                  </a:lnTo>
                  <a:lnTo>
                    <a:pt x="4090670" y="48260"/>
                  </a:lnTo>
                  <a:lnTo>
                    <a:pt x="4090670" y="46990"/>
                  </a:lnTo>
                  <a:lnTo>
                    <a:pt x="4091940" y="46990"/>
                  </a:lnTo>
                  <a:lnTo>
                    <a:pt x="4091940" y="45732"/>
                  </a:lnTo>
                  <a:close/>
                </a:path>
                <a:path w="4151629" h="59689">
                  <a:moveTo>
                    <a:pt x="4102100" y="39382"/>
                  </a:moveTo>
                  <a:lnTo>
                    <a:pt x="48260" y="39382"/>
                  </a:lnTo>
                  <a:lnTo>
                    <a:pt x="48260" y="40640"/>
                  </a:lnTo>
                  <a:lnTo>
                    <a:pt x="50800" y="40640"/>
                  </a:lnTo>
                  <a:lnTo>
                    <a:pt x="50800" y="41910"/>
                  </a:lnTo>
                  <a:lnTo>
                    <a:pt x="52070" y="41910"/>
                  </a:lnTo>
                  <a:lnTo>
                    <a:pt x="52070" y="43180"/>
                  </a:lnTo>
                  <a:lnTo>
                    <a:pt x="54610" y="43180"/>
                  </a:lnTo>
                  <a:lnTo>
                    <a:pt x="54610" y="44450"/>
                  </a:lnTo>
                  <a:lnTo>
                    <a:pt x="55880" y="44450"/>
                  </a:lnTo>
                  <a:lnTo>
                    <a:pt x="55880" y="45720"/>
                  </a:lnTo>
                  <a:lnTo>
                    <a:pt x="4094480" y="45720"/>
                  </a:lnTo>
                  <a:lnTo>
                    <a:pt x="4094480" y="44450"/>
                  </a:lnTo>
                  <a:lnTo>
                    <a:pt x="4097020" y="44450"/>
                  </a:lnTo>
                  <a:lnTo>
                    <a:pt x="4097020" y="43180"/>
                  </a:lnTo>
                  <a:lnTo>
                    <a:pt x="4098290" y="43180"/>
                  </a:lnTo>
                  <a:lnTo>
                    <a:pt x="4098290" y="41910"/>
                  </a:lnTo>
                  <a:lnTo>
                    <a:pt x="4100830" y="41910"/>
                  </a:lnTo>
                  <a:lnTo>
                    <a:pt x="4100830" y="40640"/>
                  </a:lnTo>
                  <a:lnTo>
                    <a:pt x="4102100" y="40640"/>
                  </a:lnTo>
                  <a:lnTo>
                    <a:pt x="4102100" y="39382"/>
                  </a:lnTo>
                  <a:close/>
                </a:path>
                <a:path w="4151629" h="59689">
                  <a:moveTo>
                    <a:pt x="4112247" y="33032"/>
                  </a:moveTo>
                  <a:lnTo>
                    <a:pt x="39370" y="33032"/>
                  </a:lnTo>
                  <a:lnTo>
                    <a:pt x="39370" y="34290"/>
                  </a:lnTo>
                  <a:lnTo>
                    <a:pt x="40640" y="34290"/>
                  </a:lnTo>
                  <a:lnTo>
                    <a:pt x="40640" y="35560"/>
                  </a:lnTo>
                  <a:lnTo>
                    <a:pt x="43180" y="35560"/>
                  </a:lnTo>
                  <a:lnTo>
                    <a:pt x="43180" y="36830"/>
                  </a:lnTo>
                  <a:lnTo>
                    <a:pt x="44450" y="36830"/>
                  </a:lnTo>
                  <a:lnTo>
                    <a:pt x="44450" y="38100"/>
                  </a:lnTo>
                  <a:lnTo>
                    <a:pt x="45720" y="38100"/>
                  </a:lnTo>
                  <a:lnTo>
                    <a:pt x="45720" y="39370"/>
                  </a:lnTo>
                  <a:lnTo>
                    <a:pt x="4104640" y="39370"/>
                  </a:lnTo>
                  <a:lnTo>
                    <a:pt x="4104640" y="38100"/>
                  </a:lnTo>
                  <a:lnTo>
                    <a:pt x="4107180" y="38100"/>
                  </a:lnTo>
                  <a:lnTo>
                    <a:pt x="4107180" y="36830"/>
                  </a:lnTo>
                  <a:lnTo>
                    <a:pt x="4108450" y="36830"/>
                  </a:lnTo>
                  <a:lnTo>
                    <a:pt x="4108450" y="35560"/>
                  </a:lnTo>
                  <a:lnTo>
                    <a:pt x="4109707" y="35560"/>
                  </a:lnTo>
                  <a:lnTo>
                    <a:pt x="4109707" y="34290"/>
                  </a:lnTo>
                  <a:lnTo>
                    <a:pt x="4112247" y="34290"/>
                  </a:lnTo>
                  <a:lnTo>
                    <a:pt x="4112247" y="33032"/>
                  </a:lnTo>
                  <a:close/>
                </a:path>
                <a:path w="4151629" h="59689">
                  <a:moveTo>
                    <a:pt x="4119880" y="26682"/>
                  </a:moveTo>
                  <a:lnTo>
                    <a:pt x="31750" y="26682"/>
                  </a:lnTo>
                  <a:lnTo>
                    <a:pt x="31750" y="27940"/>
                  </a:lnTo>
                  <a:lnTo>
                    <a:pt x="33020" y="27940"/>
                  </a:lnTo>
                  <a:lnTo>
                    <a:pt x="33020" y="29210"/>
                  </a:lnTo>
                  <a:lnTo>
                    <a:pt x="35560" y="29210"/>
                  </a:lnTo>
                  <a:lnTo>
                    <a:pt x="35560" y="30480"/>
                  </a:lnTo>
                  <a:lnTo>
                    <a:pt x="36830" y="30480"/>
                  </a:lnTo>
                  <a:lnTo>
                    <a:pt x="36830" y="31750"/>
                  </a:lnTo>
                  <a:lnTo>
                    <a:pt x="38100" y="31750"/>
                  </a:lnTo>
                  <a:lnTo>
                    <a:pt x="38100" y="33020"/>
                  </a:lnTo>
                  <a:lnTo>
                    <a:pt x="4113530" y="33020"/>
                  </a:lnTo>
                  <a:lnTo>
                    <a:pt x="4113530" y="31750"/>
                  </a:lnTo>
                  <a:lnTo>
                    <a:pt x="4114800" y="31750"/>
                  </a:lnTo>
                  <a:lnTo>
                    <a:pt x="4114800" y="30480"/>
                  </a:lnTo>
                  <a:lnTo>
                    <a:pt x="4116070" y="30480"/>
                  </a:lnTo>
                  <a:lnTo>
                    <a:pt x="4116070" y="29210"/>
                  </a:lnTo>
                  <a:lnTo>
                    <a:pt x="4117340" y="29210"/>
                  </a:lnTo>
                  <a:lnTo>
                    <a:pt x="4117340" y="27940"/>
                  </a:lnTo>
                  <a:lnTo>
                    <a:pt x="4119880" y="27940"/>
                  </a:lnTo>
                  <a:lnTo>
                    <a:pt x="4119880" y="26682"/>
                  </a:lnTo>
                  <a:close/>
                </a:path>
                <a:path w="4151629" h="59689">
                  <a:moveTo>
                    <a:pt x="4127500" y="20332"/>
                  </a:moveTo>
                  <a:lnTo>
                    <a:pt x="24130" y="20332"/>
                  </a:lnTo>
                  <a:lnTo>
                    <a:pt x="24130" y="21590"/>
                  </a:lnTo>
                  <a:lnTo>
                    <a:pt x="25400" y="21590"/>
                  </a:lnTo>
                  <a:lnTo>
                    <a:pt x="25400" y="22860"/>
                  </a:lnTo>
                  <a:lnTo>
                    <a:pt x="26670" y="22860"/>
                  </a:lnTo>
                  <a:lnTo>
                    <a:pt x="26670" y="24130"/>
                  </a:lnTo>
                  <a:lnTo>
                    <a:pt x="29210" y="24130"/>
                  </a:lnTo>
                  <a:lnTo>
                    <a:pt x="29210" y="25400"/>
                  </a:lnTo>
                  <a:lnTo>
                    <a:pt x="30480" y="25400"/>
                  </a:lnTo>
                  <a:lnTo>
                    <a:pt x="30480" y="26670"/>
                  </a:lnTo>
                  <a:lnTo>
                    <a:pt x="4121150" y="26670"/>
                  </a:lnTo>
                  <a:lnTo>
                    <a:pt x="4121150" y="25400"/>
                  </a:lnTo>
                  <a:lnTo>
                    <a:pt x="4122420" y="25400"/>
                  </a:lnTo>
                  <a:lnTo>
                    <a:pt x="4122420" y="24130"/>
                  </a:lnTo>
                  <a:lnTo>
                    <a:pt x="4123690" y="24130"/>
                  </a:lnTo>
                  <a:lnTo>
                    <a:pt x="4123690" y="22860"/>
                  </a:lnTo>
                  <a:lnTo>
                    <a:pt x="4126230" y="22860"/>
                  </a:lnTo>
                  <a:lnTo>
                    <a:pt x="4126230" y="21590"/>
                  </a:lnTo>
                  <a:lnTo>
                    <a:pt x="4127500" y="21590"/>
                  </a:lnTo>
                  <a:lnTo>
                    <a:pt x="4127500" y="20332"/>
                  </a:lnTo>
                  <a:close/>
                </a:path>
                <a:path w="4151629" h="59689">
                  <a:moveTo>
                    <a:pt x="4135120" y="13982"/>
                  </a:moveTo>
                  <a:lnTo>
                    <a:pt x="16510" y="13982"/>
                  </a:lnTo>
                  <a:lnTo>
                    <a:pt x="16510" y="15240"/>
                  </a:lnTo>
                  <a:lnTo>
                    <a:pt x="17780" y="15240"/>
                  </a:lnTo>
                  <a:lnTo>
                    <a:pt x="17780" y="16510"/>
                  </a:lnTo>
                  <a:lnTo>
                    <a:pt x="19050" y="16510"/>
                  </a:lnTo>
                  <a:lnTo>
                    <a:pt x="19050" y="17780"/>
                  </a:lnTo>
                  <a:lnTo>
                    <a:pt x="20320" y="17780"/>
                  </a:lnTo>
                  <a:lnTo>
                    <a:pt x="20320" y="19050"/>
                  </a:lnTo>
                  <a:lnTo>
                    <a:pt x="22860" y="19050"/>
                  </a:lnTo>
                  <a:lnTo>
                    <a:pt x="22860" y="20320"/>
                  </a:lnTo>
                  <a:lnTo>
                    <a:pt x="4128770" y="20320"/>
                  </a:lnTo>
                  <a:lnTo>
                    <a:pt x="4128770" y="19050"/>
                  </a:lnTo>
                  <a:lnTo>
                    <a:pt x="4130040" y="19050"/>
                  </a:lnTo>
                  <a:lnTo>
                    <a:pt x="4130040" y="17780"/>
                  </a:lnTo>
                  <a:lnTo>
                    <a:pt x="4132580" y="17780"/>
                  </a:lnTo>
                  <a:lnTo>
                    <a:pt x="4132580" y="16510"/>
                  </a:lnTo>
                  <a:lnTo>
                    <a:pt x="4133850" y="16510"/>
                  </a:lnTo>
                  <a:lnTo>
                    <a:pt x="4133850" y="15240"/>
                  </a:lnTo>
                  <a:lnTo>
                    <a:pt x="4135120" y="15240"/>
                  </a:lnTo>
                  <a:lnTo>
                    <a:pt x="4135120" y="13982"/>
                  </a:lnTo>
                  <a:close/>
                </a:path>
                <a:path w="4151629" h="59689">
                  <a:moveTo>
                    <a:pt x="4142740" y="7632"/>
                  </a:moveTo>
                  <a:lnTo>
                    <a:pt x="8890" y="7632"/>
                  </a:lnTo>
                  <a:lnTo>
                    <a:pt x="8890" y="8890"/>
                  </a:lnTo>
                  <a:lnTo>
                    <a:pt x="10160" y="8890"/>
                  </a:lnTo>
                  <a:lnTo>
                    <a:pt x="10160" y="10160"/>
                  </a:lnTo>
                  <a:lnTo>
                    <a:pt x="11430" y="10160"/>
                  </a:lnTo>
                  <a:lnTo>
                    <a:pt x="11430" y="11430"/>
                  </a:lnTo>
                  <a:lnTo>
                    <a:pt x="12700" y="11430"/>
                  </a:lnTo>
                  <a:lnTo>
                    <a:pt x="12700" y="12700"/>
                  </a:lnTo>
                  <a:lnTo>
                    <a:pt x="15240" y="12700"/>
                  </a:lnTo>
                  <a:lnTo>
                    <a:pt x="15240" y="13970"/>
                  </a:lnTo>
                  <a:lnTo>
                    <a:pt x="4136390" y="13970"/>
                  </a:lnTo>
                  <a:lnTo>
                    <a:pt x="4136390" y="12700"/>
                  </a:lnTo>
                  <a:lnTo>
                    <a:pt x="4137647" y="12700"/>
                  </a:lnTo>
                  <a:lnTo>
                    <a:pt x="4137647" y="11430"/>
                  </a:lnTo>
                  <a:lnTo>
                    <a:pt x="4140200" y="11430"/>
                  </a:lnTo>
                  <a:lnTo>
                    <a:pt x="4140200" y="10160"/>
                  </a:lnTo>
                  <a:lnTo>
                    <a:pt x="4141470" y="10160"/>
                  </a:lnTo>
                  <a:lnTo>
                    <a:pt x="4141470" y="8890"/>
                  </a:lnTo>
                  <a:lnTo>
                    <a:pt x="4142740" y="8890"/>
                  </a:lnTo>
                  <a:lnTo>
                    <a:pt x="4142740" y="7632"/>
                  </a:lnTo>
                  <a:close/>
                </a:path>
                <a:path w="4151629" h="59689">
                  <a:moveTo>
                    <a:pt x="4150347" y="1282"/>
                  </a:move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80"/>
                  </a:lnTo>
                  <a:lnTo>
                    <a:pt x="6350" y="5080"/>
                  </a:lnTo>
                  <a:lnTo>
                    <a:pt x="6350" y="6350"/>
                  </a:lnTo>
                  <a:lnTo>
                    <a:pt x="7620" y="6350"/>
                  </a:lnTo>
                  <a:lnTo>
                    <a:pt x="7620" y="7620"/>
                  </a:lnTo>
                  <a:lnTo>
                    <a:pt x="4143997" y="7620"/>
                  </a:lnTo>
                  <a:lnTo>
                    <a:pt x="4143997" y="6350"/>
                  </a:lnTo>
                  <a:lnTo>
                    <a:pt x="4145280" y="6350"/>
                  </a:lnTo>
                  <a:lnTo>
                    <a:pt x="4145280" y="5080"/>
                  </a:lnTo>
                  <a:lnTo>
                    <a:pt x="4146550" y="5080"/>
                  </a:lnTo>
                  <a:lnTo>
                    <a:pt x="4146550" y="3810"/>
                  </a:lnTo>
                  <a:lnTo>
                    <a:pt x="4149090" y="3810"/>
                  </a:lnTo>
                  <a:lnTo>
                    <a:pt x="4149090" y="2540"/>
                  </a:lnTo>
                  <a:lnTo>
                    <a:pt x="4150347" y="2540"/>
                  </a:lnTo>
                  <a:lnTo>
                    <a:pt x="4150347" y="1282"/>
                  </a:lnTo>
                  <a:close/>
                </a:path>
                <a:path w="4151629" h="59689">
                  <a:moveTo>
                    <a:pt x="415163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4151630" y="1270"/>
                  </a:lnTo>
                  <a:lnTo>
                    <a:pt x="4151630" y="0"/>
                  </a:lnTo>
                  <a:close/>
                </a:path>
              </a:pathLst>
            </a:custGeom>
            <a:solidFill>
              <a:srgbClr val="D3D3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2519680" y="5109210"/>
              <a:ext cx="3989070" cy="59690"/>
            </a:xfrm>
            <a:custGeom>
              <a:avLst/>
              <a:gdLst/>
              <a:ahLst/>
              <a:cxnLst/>
              <a:rect l="l" t="t" r="r" b="b"/>
              <a:pathLst>
                <a:path w="3989070" h="59689">
                  <a:moveTo>
                    <a:pt x="3829050" y="55892"/>
                  </a:moveTo>
                  <a:lnTo>
                    <a:pt x="160020" y="55892"/>
                  </a:lnTo>
                  <a:lnTo>
                    <a:pt x="160020" y="57150"/>
                  </a:lnTo>
                  <a:lnTo>
                    <a:pt x="170180" y="57150"/>
                  </a:lnTo>
                  <a:lnTo>
                    <a:pt x="170180" y="58420"/>
                  </a:lnTo>
                  <a:lnTo>
                    <a:pt x="200660" y="58420"/>
                  </a:lnTo>
                  <a:lnTo>
                    <a:pt x="200660" y="59690"/>
                  </a:lnTo>
                  <a:lnTo>
                    <a:pt x="3787127" y="59690"/>
                  </a:lnTo>
                  <a:lnTo>
                    <a:pt x="3787127" y="58420"/>
                  </a:lnTo>
                  <a:lnTo>
                    <a:pt x="3798570" y="58420"/>
                  </a:lnTo>
                  <a:lnTo>
                    <a:pt x="3798570" y="57150"/>
                  </a:lnTo>
                  <a:lnTo>
                    <a:pt x="3829050" y="57150"/>
                  </a:lnTo>
                  <a:lnTo>
                    <a:pt x="3829050" y="55892"/>
                  </a:lnTo>
                  <a:close/>
                </a:path>
                <a:path w="3989070" h="59689">
                  <a:moveTo>
                    <a:pt x="3859530" y="49542"/>
                  </a:moveTo>
                  <a:lnTo>
                    <a:pt x="121920" y="49542"/>
                  </a:lnTo>
                  <a:lnTo>
                    <a:pt x="121920" y="50800"/>
                  </a:lnTo>
                  <a:lnTo>
                    <a:pt x="129540" y="50800"/>
                  </a:lnTo>
                  <a:lnTo>
                    <a:pt x="129540" y="52070"/>
                  </a:lnTo>
                  <a:lnTo>
                    <a:pt x="135890" y="52070"/>
                  </a:lnTo>
                  <a:lnTo>
                    <a:pt x="135890" y="53340"/>
                  </a:lnTo>
                  <a:lnTo>
                    <a:pt x="143510" y="53340"/>
                  </a:lnTo>
                  <a:lnTo>
                    <a:pt x="143510" y="54610"/>
                  </a:lnTo>
                  <a:lnTo>
                    <a:pt x="149860" y="54610"/>
                  </a:lnTo>
                  <a:lnTo>
                    <a:pt x="149860" y="55880"/>
                  </a:lnTo>
                  <a:lnTo>
                    <a:pt x="3832860" y="55880"/>
                  </a:lnTo>
                  <a:lnTo>
                    <a:pt x="3832860" y="54610"/>
                  </a:lnTo>
                  <a:lnTo>
                    <a:pt x="3839210" y="54610"/>
                  </a:lnTo>
                  <a:lnTo>
                    <a:pt x="3839210" y="53340"/>
                  </a:lnTo>
                  <a:lnTo>
                    <a:pt x="3846817" y="53340"/>
                  </a:lnTo>
                  <a:lnTo>
                    <a:pt x="3846817" y="52070"/>
                  </a:lnTo>
                  <a:lnTo>
                    <a:pt x="3853167" y="52070"/>
                  </a:lnTo>
                  <a:lnTo>
                    <a:pt x="3853167" y="50800"/>
                  </a:lnTo>
                  <a:lnTo>
                    <a:pt x="3859530" y="50800"/>
                  </a:lnTo>
                  <a:lnTo>
                    <a:pt x="3859530" y="49542"/>
                  </a:lnTo>
                  <a:close/>
                </a:path>
                <a:path w="3989070" h="59689">
                  <a:moveTo>
                    <a:pt x="3886200" y="43192"/>
                  </a:moveTo>
                  <a:lnTo>
                    <a:pt x="97790" y="43192"/>
                  </a:lnTo>
                  <a:lnTo>
                    <a:pt x="97790" y="44450"/>
                  </a:lnTo>
                  <a:lnTo>
                    <a:pt x="102870" y="44450"/>
                  </a:lnTo>
                  <a:lnTo>
                    <a:pt x="102870" y="45720"/>
                  </a:lnTo>
                  <a:lnTo>
                    <a:pt x="107950" y="45720"/>
                  </a:lnTo>
                  <a:lnTo>
                    <a:pt x="107950" y="46990"/>
                  </a:lnTo>
                  <a:lnTo>
                    <a:pt x="111760" y="46990"/>
                  </a:lnTo>
                  <a:lnTo>
                    <a:pt x="111760" y="48260"/>
                  </a:lnTo>
                  <a:lnTo>
                    <a:pt x="118110" y="48260"/>
                  </a:lnTo>
                  <a:lnTo>
                    <a:pt x="118110" y="49530"/>
                  </a:lnTo>
                  <a:lnTo>
                    <a:pt x="3869677" y="49530"/>
                  </a:lnTo>
                  <a:lnTo>
                    <a:pt x="3869677" y="48260"/>
                  </a:lnTo>
                  <a:lnTo>
                    <a:pt x="3872230" y="48260"/>
                  </a:lnTo>
                  <a:lnTo>
                    <a:pt x="3872230" y="46990"/>
                  </a:lnTo>
                  <a:lnTo>
                    <a:pt x="3877310" y="46990"/>
                  </a:lnTo>
                  <a:lnTo>
                    <a:pt x="3877310" y="45720"/>
                  </a:lnTo>
                  <a:lnTo>
                    <a:pt x="3881120" y="45720"/>
                  </a:lnTo>
                  <a:lnTo>
                    <a:pt x="3881120" y="44450"/>
                  </a:lnTo>
                  <a:lnTo>
                    <a:pt x="3886200" y="44450"/>
                  </a:lnTo>
                  <a:lnTo>
                    <a:pt x="3886200" y="43192"/>
                  </a:lnTo>
                  <a:close/>
                </a:path>
                <a:path w="3989070" h="59689">
                  <a:moveTo>
                    <a:pt x="3910330" y="36842"/>
                  </a:moveTo>
                  <a:lnTo>
                    <a:pt x="77470" y="36842"/>
                  </a:lnTo>
                  <a:lnTo>
                    <a:pt x="77470" y="38100"/>
                  </a:lnTo>
                  <a:lnTo>
                    <a:pt x="80010" y="38100"/>
                  </a:lnTo>
                  <a:lnTo>
                    <a:pt x="80010" y="39370"/>
                  </a:lnTo>
                  <a:lnTo>
                    <a:pt x="85090" y="39370"/>
                  </a:lnTo>
                  <a:lnTo>
                    <a:pt x="85090" y="40640"/>
                  </a:lnTo>
                  <a:lnTo>
                    <a:pt x="88900" y="40640"/>
                  </a:lnTo>
                  <a:lnTo>
                    <a:pt x="88900" y="41910"/>
                  </a:lnTo>
                  <a:lnTo>
                    <a:pt x="93980" y="41910"/>
                  </a:lnTo>
                  <a:lnTo>
                    <a:pt x="93980" y="43180"/>
                  </a:lnTo>
                  <a:lnTo>
                    <a:pt x="3890010" y="43180"/>
                  </a:lnTo>
                  <a:lnTo>
                    <a:pt x="3890010" y="41910"/>
                  </a:lnTo>
                  <a:lnTo>
                    <a:pt x="3895090" y="41910"/>
                  </a:lnTo>
                  <a:lnTo>
                    <a:pt x="3895090" y="40640"/>
                  </a:lnTo>
                  <a:lnTo>
                    <a:pt x="3900170" y="40640"/>
                  </a:lnTo>
                  <a:lnTo>
                    <a:pt x="3900170" y="39370"/>
                  </a:lnTo>
                  <a:lnTo>
                    <a:pt x="3903980" y="39370"/>
                  </a:lnTo>
                  <a:lnTo>
                    <a:pt x="3903980" y="38100"/>
                  </a:lnTo>
                  <a:lnTo>
                    <a:pt x="3910330" y="38100"/>
                  </a:lnTo>
                  <a:lnTo>
                    <a:pt x="3910330" y="36842"/>
                  </a:lnTo>
                  <a:close/>
                </a:path>
                <a:path w="3989070" h="59689">
                  <a:moveTo>
                    <a:pt x="3925570" y="30492"/>
                  </a:moveTo>
                  <a:lnTo>
                    <a:pt x="60960" y="30492"/>
                  </a:lnTo>
                  <a:lnTo>
                    <a:pt x="60960" y="31750"/>
                  </a:lnTo>
                  <a:lnTo>
                    <a:pt x="64770" y="31750"/>
                  </a:lnTo>
                  <a:lnTo>
                    <a:pt x="64770" y="33020"/>
                  </a:lnTo>
                  <a:lnTo>
                    <a:pt x="67310" y="33020"/>
                  </a:lnTo>
                  <a:lnTo>
                    <a:pt x="67310" y="34290"/>
                  </a:lnTo>
                  <a:lnTo>
                    <a:pt x="71120" y="34290"/>
                  </a:lnTo>
                  <a:lnTo>
                    <a:pt x="71120" y="35560"/>
                  </a:lnTo>
                  <a:lnTo>
                    <a:pt x="73660" y="35560"/>
                  </a:lnTo>
                  <a:lnTo>
                    <a:pt x="73660" y="36830"/>
                  </a:lnTo>
                  <a:lnTo>
                    <a:pt x="3912870" y="36830"/>
                  </a:lnTo>
                  <a:lnTo>
                    <a:pt x="3912870" y="35560"/>
                  </a:lnTo>
                  <a:lnTo>
                    <a:pt x="3915410" y="35560"/>
                  </a:lnTo>
                  <a:lnTo>
                    <a:pt x="3915410" y="34290"/>
                  </a:lnTo>
                  <a:lnTo>
                    <a:pt x="3919220" y="34290"/>
                  </a:lnTo>
                  <a:lnTo>
                    <a:pt x="3919220" y="33020"/>
                  </a:lnTo>
                  <a:lnTo>
                    <a:pt x="3921760" y="33020"/>
                  </a:lnTo>
                  <a:lnTo>
                    <a:pt x="3921760" y="31750"/>
                  </a:lnTo>
                  <a:lnTo>
                    <a:pt x="3925570" y="31750"/>
                  </a:lnTo>
                  <a:lnTo>
                    <a:pt x="3925570" y="30492"/>
                  </a:lnTo>
                  <a:close/>
                </a:path>
                <a:path w="3989070" h="59689">
                  <a:moveTo>
                    <a:pt x="3940810" y="24142"/>
                  </a:moveTo>
                  <a:lnTo>
                    <a:pt x="45720" y="24142"/>
                  </a:lnTo>
                  <a:lnTo>
                    <a:pt x="45720" y="25400"/>
                  </a:lnTo>
                  <a:lnTo>
                    <a:pt x="49530" y="25400"/>
                  </a:lnTo>
                  <a:lnTo>
                    <a:pt x="49530" y="26670"/>
                  </a:lnTo>
                  <a:lnTo>
                    <a:pt x="52070" y="26670"/>
                  </a:lnTo>
                  <a:lnTo>
                    <a:pt x="52070" y="27940"/>
                  </a:lnTo>
                  <a:lnTo>
                    <a:pt x="55880" y="27940"/>
                  </a:lnTo>
                  <a:lnTo>
                    <a:pt x="55880" y="29210"/>
                  </a:lnTo>
                  <a:lnTo>
                    <a:pt x="58420" y="29210"/>
                  </a:lnTo>
                  <a:lnTo>
                    <a:pt x="58420" y="30480"/>
                  </a:lnTo>
                  <a:lnTo>
                    <a:pt x="3928110" y="30480"/>
                  </a:lnTo>
                  <a:lnTo>
                    <a:pt x="3928110" y="29210"/>
                  </a:lnTo>
                  <a:lnTo>
                    <a:pt x="3930650" y="29210"/>
                  </a:lnTo>
                  <a:lnTo>
                    <a:pt x="3930650" y="27940"/>
                  </a:lnTo>
                  <a:lnTo>
                    <a:pt x="3934460" y="27940"/>
                  </a:lnTo>
                  <a:lnTo>
                    <a:pt x="3934460" y="26670"/>
                  </a:lnTo>
                  <a:lnTo>
                    <a:pt x="3937000" y="26670"/>
                  </a:lnTo>
                  <a:lnTo>
                    <a:pt x="3937000" y="25400"/>
                  </a:lnTo>
                  <a:lnTo>
                    <a:pt x="3940810" y="25400"/>
                  </a:lnTo>
                  <a:lnTo>
                    <a:pt x="3940810" y="24142"/>
                  </a:lnTo>
                  <a:close/>
                </a:path>
                <a:path w="3989070" h="59689">
                  <a:moveTo>
                    <a:pt x="3954780" y="17792"/>
                  </a:moveTo>
                  <a:lnTo>
                    <a:pt x="33020" y="17792"/>
                  </a:lnTo>
                  <a:lnTo>
                    <a:pt x="33020" y="19050"/>
                  </a:lnTo>
                  <a:lnTo>
                    <a:pt x="35560" y="19050"/>
                  </a:lnTo>
                  <a:lnTo>
                    <a:pt x="35560" y="20320"/>
                  </a:lnTo>
                  <a:lnTo>
                    <a:pt x="38100" y="20320"/>
                  </a:lnTo>
                  <a:lnTo>
                    <a:pt x="38100" y="21590"/>
                  </a:lnTo>
                  <a:lnTo>
                    <a:pt x="40640" y="21590"/>
                  </a:lnTo>
                  <a:lnTo>
                    <a:pt x="40640" y="22860"/>
                  </a:lnTo>
                  <a:lnTo>
                    <a:pt x="43180" y="22860"/>
                  </a:lnTo>
                  <a:lnTo>
                    <a:pt x="43180" y="24130"/>
                  </a:lnTo>
                  <a:lnTo>
                    <a:pt x="3943350" y="24130"/>
                  </a:lnTo>
                  <a:lnTo>
                    <a:pt x="3943350" y="22860"/>
                  </a:lnTo>
                  <a:lnTo>
                    <a:pt x="3947160" y="22860"/>
                  </a:lnTo>
                  <a:lnTo>
                    <a:pt x="3947160" y="21590"/>
                  </a:lnTo>
                  <a:lnTo>
                    <a:pt x="3950970" y="21590"/>
                  </a:lnTo>
                  <a:lnTo>
                    <a:pt x="3950970" y="20320"/>
                  </a:lnTo>
                  <a:lnTo>
                    <a:pt x="3952227" y="20320"/>
                  </a:lnTo>
                  <a:lnTo>
                    <a:pt x="3952227" y="19050"/>
                  </a:lnTo>
                  <a:lnTo>
                    <a:pt x="3954780" y="19050"/>
                  </a:lnTo>
                  <a:lnTo>
                    <a:pt x="3954780" y="17792"/>
                  </a:lnTo>
                  <a:close/>
                </a:path>
                <a:path w="3989070" h="59689">
                  <a:moveTo>
                    <a:pt x="3967480" y="11442"/>
                  </a:moveTo>
                  <a:lnTo>
                    <a:pt x="20320" y="11442"/>
                  </a:lnTo>
                  <a:lnTo>
                    <a:pt x="20320" y="12700"/>
                  </a:lnTo>
                  <a:lnTo>
                    <a:pt x="22860" y="12700"/>
                  </a:lnTo>
                  <a:lnTo>
                    <a:pt x="22860" y="13970"/>
                  </a:lnTo>
                  <a:lnTo>
                    <a:pt x="25400" y="13970"/>
                  </a:lnTo>
                  <a:lnTo>
                    <a:pt x="25400" y="15240"/>
                  </a:lnTo>
                  <a:lnTo>
                    <a:pt x="27940" y="15240"/>
                  </a:lnTo>
                  <a:lnTo>
                    <a:pt x="27940" y="16510"/>
                  </a:lnTo>
                  <a:lnTo>
                    <a:pt x="30480" y="16510"/>
                  </a:lnTo>
                  <a:lnTo>
                    <a:pt x="30480" y="17780"/>
                  </a:lnTo>
                  <a:lnTo>
                    <a:pt x="3957320" y="17780"/>
                  </a:lnTo>
                  <a:lnTo>
                    <a:pt x="3957320" y="16510"/>
                  </a:lnTo>
                  <a:lnTo>
                    <a:pt x="3959860" y="16510"/>
                  </a:lnTo>
                  <a:lnTo>
                    <a:pt x="3959860" y="15240"/>
                  </a:lnTo>
                  <a:lnTo>
                    <a:pt x="3962400" y="15240"/>
                  </a:lnTo>
                  <a:lnTo>
                    <a:pt x="3962400" y="13970"/>
                  </a:lnTo>
                  <a:lnTo>
                    <a:pt x="3964927" y="13970"/>
                  </a:lnTo>
                  <a:lnTo>
                    <a:pt x="3964927" y="12700"/>
                  </a:lnTo>
                  <a:lnTo>
                    <a:pt x="3967480" y="12700"/>
                  </a:lnTo>
                  <a:lnTo>
                    <a:pt x="3967480" y="11442"/>
                  </a:lnTo>
                  <a:close/>
                </a:path>
                <a:path w="3989070" h="59689">
                  <a:moveTo>
                    <a:pt x="3978910" y="5092"/>
                  </a:moveTo>
                  <a:lnTo>
                    <a:pt x="8890" y="5092"/>
                  </a:lnTo>
                  <a:lnTo>
                    <a:pt x="8890" y="6350"/>
                  </a:lnTo>
                  <a:lnTo>
                    <a:pt x="11430" y="6350"/>
                  </a:lnTo>
                  <a:lnTo>
                    <a:pt x="11430" y="7620"/>
                  </a:lnTo>
                  <a:lnTo>
                    <a:pt x="13970" y="7620"/>
                  </a:lnTo>
                  <a:lnTo>
                    <a:pt x="13970" y="8890"/>
                  </a:lnTo>
                  <a:lnTo>
                    <a:pt x="16510" y="8890"/>
                  </a:lnTo>
                  <a:lnTo>
                    <a:pt x="16510" y="10160"/>
                  </a:lnTo>
                  <a:lnTo>
                    <a:pt x="19050" y="10160"/>
                  </a:lnTo>
                  <a:lnTo>
                    <a:pt x="19050" y="11430"/>
                  </a:lnTo>
                  <a:lnTo>
                    <a:pt x="3970020" y="11430"/>
                  </a:lnTo>
                  <a:lnTo>
                    <a:pt x="3970020" y="10160"/>
                  </a:lnTo>
                  <a:lnTo>
                    <a:pt x="3971277" y="10160"/>
                  </a:lnTo>
                  <a:lnTo>
                    <a:pt x="3971277" y="8890"/>
                  </a:lnTo>
                  <a:lnTo>
                    <a:pt x="3973830" y="8890"/>
                  </a:lnTo>
                  <a:lnTo>
                    <a:pt x="3973830" y="7620"/>
                  </a:lnTo>
                  <a:lnTo>
                    <a:pt x="3976370" y="7620"/>
                  </a:lnTo>
                  <a:lnTo>
                    <a:pt x="3976370" y="6350"/>
                  </a:lnTo>
                  <a:lnTo>
                    <a:pt x="3978910" y="6350"/>
                  </a:lnTo>
                  <a:lnTo>
                    <a:pt x="3978910" y="5092"/>
                  </a:lnTo>
                  <a:close/>
                </a:path>
                <a:path w="3989070" h="59689">
                  <a:moveTo>
                    <a:pt x="39890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3810" y="2540"/>
                  </a:lnTo>
                  <a:lnTo>
                    <a:pt x="3810" y="3810"/>
                  </a:lnTo>
                  <a:lnTo>
                    <a:pt x="6350" y="3810"/>
                  </a:lnTo>
                  <a:lnTo>
                    <a:pt x="6350" y="5080"/>
                  </a:lnTo>
                  <a:lnTo>
                    <a:pt x="3981450" y="5080"/>
                  </a:lnTo>
                  <a:lnTo>
                    <a:pt x="3981450" y="3810"/>
                  </a:lnTo>
                  <a:lnTo>
                    <a:pt x="3983977" y="3810"/>
                  </a:lnTo>
                  <a:lnTo>
                    <a:pt x="3983977" y="2540"/>
                  </a:lnTo>
                  <a:lnTo>
                    <a:pt x="3986517" y="2540"/>
                  </a:lnTo>
                  <a:lnTo>
                    <a:pt x="3986517" y="1270"/>
                  </a:lnTo>
                  <a:lnTo>
                    <a:pt x="3989070" y="1270"/>
                  </a:lnTo>
                  <a:lnTo>
                    <a:pt x="3989070" y="0"/>
                  </a:lnTo>
                  <a:close/>
                </a:path>
              </a:pathLst>
            </a:custGeom>
            <a:solidFill>
              <a:srgbClr val="D2D2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2277109" y="2432050"/>
              <a:ext cx="4472940" cy="2735580"/>
            </a:xfrm>
            <a:custGeom>
              <a:avLst/>
              <a:gdLst/>
              <a:ahLst/>
              <a:cxnLst/>
              <a:rect l="l" t="t" r="r" b="b"/>
              <a:pathLst>
                <a:path w="4472940" h="2735579">
                  <a:moveTo>
                    <a:pt x="443229" y="0"/>
                  </a:moveTo>
                  <a:lnTo>
                    <a:pt x="399083" y="2897"/>
                  </a:lnTo>
                  <a:lnTo>
                    <a:pt x="355300" y="11326"/>
                  </a:lnTo>
                  <a:lnTo>
                    <a:pt x="312277" y="24892"/>
                  </a:lnTo>
                  <a:lnTo>
                    <a:pt x="270413" y="43198"/>
                  </a:lnTo>
                  <a:lnTo>
                    <a:pt x="230105" y="65851"/>
                  </a:lnTo>
                  <a:lnTo>
                    <a:pt x="191749" y="92456"/>
                  </a:lnTo>
                  <a:lnTo>
                    <a:pt x="155744" y="122616"/>
                  </a:lnTo>
                  <a:lnTo>
                    <a:pt x="122487" y="155937"/>
                  </a:lnTo>
                  <a:lnTo>
                    <a:pt x="92374" y="192024"/>
                  </a:lnTo>
                  <a:lnTo>
                    <a:pt x="65804" y="230481"/>
                  </a:lnTo>
                  <a:lnTo>
                    <a:pt x="43174" y="270914"/>
                  </a:lnTo>
                  <a:lnTo>
                    <a:pt x="24881" y="312928"/>
                  </a:lnTo>
                  <a:lnTo>
                    <a:pt x="11323" y="356126"/>
                  </a:lnTo>
                  <a:lnTo>
                    <a:pt x="2897" y="400115"/>
                  </a:lnTo>
                  <a:lnTo>
                    <a:pt x="0" y="444500"/>
                  </a:lnTo>
                  <a:lnTo>
                    <a:pt x="0" y="473352"/>
                  </a:lnTo>
                  <a:lnTo>
                    <a:pt x="0" y="675322"/>
                  </a:lnTo>
                  <a:lnTo>
                    <a:pt x="0" y="1223525"/>
                  </a:lnTo>
                  <a:lnTo>
                    <a:pt x="0" y="2291080"/>
                  </a:lnTo>
                  <a:lnTo>
                    <a:pt x="2897" y="2335464"/>
                  </a:lnTo>
                  <a:lnTo>
                    <a:pt x="11323" y="2379453"/>
                  </a:lnTo>
                  <a:lnTo>
                    <a:pt x="24881" y="2422652"/>
                  </a:lnTo>
                  <a:lnTo>
                    <a:pt x="43174" y="2464665"/>
                  </a:lnTo>
                  <a:lnTo>
                    <a:pt x="65804" y="2505098"/>
                  </a:lnTo>
                  <a:lnTo>
                    <a:pt x="92374" y="2543556"/>
                  </a:lnTo>
                  <a:lnTo>
                    <a:pt x="122487" y="2579642"/>
                  </a:lnTo>
                  <a:lnTo>
                    <a:pt x="155744" y="2612963"/>
                  </a:lnTo>
                  <a:lnTo>
                    <a:pt x="191749" y="2643124"/>
                  </a:lnTo>
                  <a:lnTo>
                    <a:pt x="230105" y="2669728"/>
                  </a:lnTo>
                  <a:lnTo>
                    <a:pt x="270413" y="2692381"/>
                  </a:lnTo>
                  <a:lnTo>
                    <a:pt x="312277" y="2710688"/>
                  </a:lnTo>
                  <a:lnTo>
                    <a:pt x="355300" y="2724253"/>
                  </a:lnTo>
                  <a:lnTo>
                    <a:pt x="399083" y="2732682"/>
                  </a:lnTo>
                  <a:lnTo>
                    <a:pt x="443229" y="2735580"/>
                  </a:lnTo>
                  <a:lnTo>
                    <a:pt x="499248" y="2735580"/>
                  </a:lnTo>
                  <a:lnTo>
                    <a:pt x="891381" y="2735580"/>
                  </a:lnTo>
                  <a:lnTo>
                    <a:pt x="1955740" y="2735580"/>
                  </a:lnTo>
                  <a:lnTo>
                    <a:pt x="4028440" y="2735580"/>
                  </a:lnTo>
                  <a:lnTo>
                    <a:pt x="4072824" y="2732682"/>
                  </a:lnTo>
                  <a:lnTo>
                    <a:pt x="4116813" y="2724253"/>
                  </a:lnTo>
                  <a:lnTo>
                    <a:pt x="4160011" y="2710688"/>
                  </a:lnTo>
                  <a:lnTo>
                    <a:pt x="4202025" y="2692381"/>
                  </a:lnTo>
                  <a:lnTo>
                    <a:pt x="4242458" y="2669728"/>
                  </a:lnTo>
                  <a:lnTo>
                    <a:pt x="4280915" y="2643124"/>
                  </a:lnTo>
                  <a:lnTo>
                    <a:pt x="4317002" y="2612963"/>
                  </a:lnTo>
                  <a:lnTo>
                    <a:pt x="4350323" y="2579642"/>
                  </a:lnTo>
                  <a:lnTo>
                    <a:pt x="4380483" y="2543556"/>
                  </a:lnTo>
                  <a:lnTo>
                    <a:pt x="4407088" y="2505098"/>
                  </a:lnTo>
                  <a:lnTo>
                    <a:pt x="4429741" y="2464665"/>
                  </a:lnTo>
                  <a:lnTo>
                    <a:pt x="4448047" y="2422652"/>
                  </a:lnTo>
                  <a:lnTo>
                    <a:pt x="4461613" y="2379453"/>
                  </a:lnTo>
                  <a:lnTo>
                    <a:pt x="4470042" y="2335464"/>
                  </a:lnTo>
                  <a:lnTo>
                    <a:pt x="4472940" y="2291080"/>
                  </a:lnTo>
                  <a:lnTo>
                    <a:pt x="4472940" y="2262227"/>
                  </a:lnTo>
                  <a:lnTo>
                    <a:pt x="4472940" y="2060257"/>
                  </a:lnTo>
                  <a:lnTo>
                    <a:pt x="4472940" y="1512054"/>
                  </a:lnTo>
                  <a:lnTo>
                    <a:pt x="4472940" y="444500"/>
                  </a:lnTo>
                  <a:lnTo>
                    <a:pt x="4470042" y="400115"/>
                  </a:lnTo>
                  <a:lnTo>
                    <a:pt x="4461613" y="356126"/>
                  </a:lnTo>
                  <a:lnTo>
                    <a:pt x="4448047" y="312928"/>
                  </a:lnTo>
                  <a:lnTo>
                    <a:pt x="4429741" y="270914"/>
                  </a:lnTo>
                  <a:lnTo>
                    <a:pt x="4407088" y="230481"/>
                  </a:lnTo>
                  <a:lnTo>
                    <a:pt x="4380483" y="192024"/>
                  </a:lnTo>
                  <a:lnTo>
                    <a:pt x="4350323" y="155937"/>
                  </a:lnTo>
                  <a:lnTo>
                    <a:pt x="4317002" y="122616"/>
                  </a:lnTo>
                  <a:lnTo>
                    <a:pt x="4280915" y="92456"/>
                  </a:lnTo>
                  <a:lnTo>
                    <a:pt x="4242458" y="65851"/>
                  </a:lnTo>
                  <a:lnTo>
                    <a:pt x="4202025" y="43198"/>
                  </a:lnTo>
                  <a:lnTo>
                    <a:pt x="4160011" y="24892"/>
                  </a:lnTo>
                  <a:lnTo>
                    <a:pt x="4116813" y="11326"/>
                  </a:lnTo>
                  <a:lnTo>
                    <a:pt x="4072824" y="2897"/>
                  </a:lnTo>
                  <a:lnTo>
                    <a:pt x="4028440" y="0"/>
                  </a:lnTo>
                  <a:lnTo>
                    <a:pt x="3972421" y="0"/>
                  </a:lnTo>
                  <a:lnTo>
                    <a:pt x="3580288" y="0"/>
                  </a:lnTo>
                  <a:lnTo>
                    <a:pt x="2515929" y="0"/>
                  </a:lnTo>
                  <a:lnTo>
                    <a:pt x="443229" y="0"/>
                  </a:lnTo>
                  <a:close/>
                </a:path>
              </a:pathLst>
            </a:custGeom>
            <a:ln w="28393">
              <a:solidFill>
                <a:srgbClr val="FF993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5" name="object 9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102859" y="3449320"/>
              <a:ext cx="1502410" cy="1508759"/>
            </a:xfrm>
            <a:prstGeom prst="rect">
              <a:avLst/>
            </a:prstGeom>
          </p:spPr>
        </p:pic>
        <p:pic>
          <p:nvPicPr>
            <p:cNvPr id="96" name="object 9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283200" y="2794000"/>
              <a:ext cx="518160" cy="698500"/>
            </a:xfrm>
            <a:prstGeom prst="rect">
              <a:avLst/>
            </a:prstGeom>
          </p:spPr>
        </p:pic>
        <p:pic>
          <p:nvPicPr>
            <p:cNvPr id="97" name="object 9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571489" y="2989580"/>
              <a:ext cx="518160" cy="698500"/>
            </a:xfrm>
            <a:prstGeom prst="rect">
              <a:avLst/>
            </a:prstGeom>
          </p:spPr>
        </p:pic>
        <p:pic>
          <p:nvPicPr>
            <p:cNvPr id="98" name="object 9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859780" y="3183890"/>
              <a:ext cx="518160" cy="698500"/>
            </a:xfrm>
            <a:prstGeom prst="rect">
              <a:avLst/>
            </a:prstGeom>
          </p:spPr>
        </p:pic>
        <p:pic>
          <p:nvPicPr>
            <p:cNvPr id="99" name="object 9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727449" y="3449320"/>
              <a:ext cx="1502410" cy="1508759"/>
            </a:xfrm>
            <a:prstGeom prst="rect">
              <a:avLst/>
            </a:prstGeom>
          </p:spPr>
        </p:pic>
        <p:pic>
          <p:nvPicPr>
            <p:cNvPr id="100" name="object 10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911600" y="2807970"/>
              <a:ext cx="518160" cy="698500"/>
            </a:xfrm>
            <a:prstGeom prst="rect">
              <a:avLst/>
            </a:prstGeom>
          </p:spPr>
        </p:pic>
        <p:pic>
          <p:nvPicPr>
            <p:cNvPr id="101" name="object 10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199889" y="3003550"/>
              <a:ext cx="518160" cy="698500"/>
            </a:xfrm>
            <a:prstGeom prst="rect">
              <a:avLst/>
            </a:prstGeom>
          </p:spPr>
        </p:pic>
        <p:pic>
          <p:nvPicPr>
            <p:cNvPr id="102" name="object 10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488179" y="3199130"/>
              <a:ext cx="518160" cy="698500"/>
            </a:xfrm>
            <a:prstGeom prst="rect">
              <a:avLst/>
            </a:prstGeom>
          </p:spPr>
        </p:pic>
        <p:pic>
          <p:nvPicPr>
            <p:cNvPr id="103" name="object 10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400299" y="3449320"/>
              <a:ext cx="1502410" cy="1508759"/>
            </a:xfrm>
            <a:prstGeom prst="rect">
              <a:avLst/>
            </a:prstGeom>
          </p:spPr>
        </p:pic>
        <p:pic>
          <p:nvPicPr>
            <p:cNvPr id="104" name="object 10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584449" y="2807970"/>
              <a:ext cx="518160" cy="698500"/>
            </a:xfrm>
            <a:prstGeom prst="rect">
              <a:avLst/>
            </a:prstGeom>
          </p:spPr>
        </p:pic>
        <p:pic>
          <p:nvPicPr>
            <p:cNvPr id="105" name="object 10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874009" y="3003550"/>
              <a:ext cx="518160" cy="698500"/>
            </a:xfrm>
            <a:prstGeom prst="rect">
              <a:avLst/>
            </a:prstGeom>
          </p:spPr>
        </p:pic>
        <p:sp>
          <p:nvSpPr>
            <p:cNvPr id="106" name="object 106"/>
            <p:cNvSpPr/>
            <p:nvPr/>
          </p:nvSpPr>
          <p:spPr>
            <a:xfrm>
              <a:off x="3081019" y="3138170"/>
              <a:ext cx="689610" cy="829310"/>
            </a:xfrm>
            <a:custGeom>
              <a:avLst/>
              <a:gdLst/>
              <a:ahLst/>
              <a:cxnLst/>
              <a:rect l="l" t="t" r="r" b="b"/>
              <a:pathLst>
                <a:path w="689610" h="829310">
                  <a:moveTo>
                    <a:pt x="608330" y="0"/>
                  </a:moveTo>
                  <a:lnTo>
                    <a:pt x="81280" y="0"/>
                  </a:lnTo>
                  <a:lnTo>
                    <a:pt x="51435" y="8493"/>
                  </a:lnTo>
                  <a:lnTo>
                    <a:pt x="25400" y="30797"/>
                  </a:lnTo>
                  <a:lnTo>
                    <a:pt x="6985" y="62150"/>
                  </a:lnTo>
                  <a:lnTo>
                    <a:pt x="0" y="97789"/>
                  </a:lnTo>
                  <a:lnTo>
                    <a:pt x="0" y="731519"/>
                  </a:lnTo>
                  <a:lnTo>
                    <a:pt x="6984" y="767695"/>
                  </a:lnTo>
                  <a:lnTo>
                    <a:pt x="25400" y="798988"/>
                  </a:lnTo>
                  <a:lnTo>
                    <a:pt x="51435" y="820995"/>
                  </a:lnTo>
                  <a:lnTo>
                    <a:pt x="81280" y="829309"/>
                  </a:lnTo>
                  <a:lnTo>
                    <a:pt x="608330" y="829309"/>
                  </a:lnTo>
                  <a:lnTo>
                    <a:pt x="638174" y="820995"/>
                  </a:lnTo>
                  <a:lnTo>
                    <a:pt x="664209" y="798988"/>
                  </a:lnTo>
                  <a:lnTo>
                    <a:pt x="682624" y="767695"/>
                  </a:lnTo>
                  <a:lnTo>
                    <a:pt x="689609" y="731519"/>
                  </a:lnTo>
                  <a:lnTo>
                    <a:pt x="689609" y="97789"/>
                  </a:lnTo>
                  <a:lnTo>
                    <a:pt x="682624" y="62150"/>
                  </a:lnTo>
                  <a:lnTo>
                    <a:pt x="664209" y="30797"/>
                  </a:lnTo>
                  <a:lnTo>
                    <a:pt x="638174" y="8493"/>
                  </a:lnTo>
                  <a:lnTo>
                    <a:pt x="608330" y="0"/>
                  </a:lnTo>
                  <a:close/>
                </a:path>
              </a:pathLst>
            </a:custGeom>
            <a:solidFill>
              <a:srgbClr val="FF3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3081019" y="3138170"/>
              <a:ext cx="689610" cy="829310"/>
            </a:xfrm>
            <a:custGeom>
              <a:avLst/>
              <a:gdLst/>
              <a:ahLst/>
              <a:cxnLst/>
              <a:rect l="l" t="t" r="r" b="b"/>
              <a:pathLst>
                <a:path w="689610" h="829310">
                  <a:moveTo>
                    <a:pt x="0" y="97789"/>
                  </a:moveTo>
                  <a:lnTo>
                    <a:pt x="6985" y="62150"/>
                  </a:lnTo>
                  <a:lnTo>
                    <a:pt x="25400" y="30797"/>
                  </a:lnTo>
                  <a:lnTo>
                    <a:pt x="51435" y="8493"/>
                  </a:lnTo>
                  <a:lnTo>
                    <a:pt x="81280" y="0"/>
                  </a:lnTo>
                  <a:lnTo>
                    <a:pt x="89515" y="0"/>
                  </a:lnTo>
                  <a:lnTo>
                    <a:pt x="147161" y="0"/>
                  </a:lnTo>
                  <a:lnTo>
                    <a:pt x="303629" y="0"/>
                  </a:lnTo>
                  <a:lnTo>
                    <a:pt x="608330" y="0"/>
                  </a:lnTo>
                  <a:lnTo>
                    <a:pt x="638174" y="8493"/>
                  </a:lnTo>
                  <a:lnTo>
                    <a:pt x="664209" y="30797"/>
                  </a:lnTo>
                  <a:lnTo>
                    <a:pt x="682624" y="62150"/>
                  </a:lnTo>
                  <a:lnTo>
                    <a:pt x="689609" y="97789"/>
                  </a:lnTo>
                  <a:lnTo>
                    <a:pt x="689609" y="107692"/>
                  </a:lnTo>
                  <a:lnTo>
                    <a:pt x="689609" y="177006"/>
                  </a:lnTo>
                  <a:lnTo>
                    <a:pt x="689609" y="365144"/>
                  </a:lnTo>
                  <a:lnTo>
                    <a:pt x="689609" y="731519"/>
                  </a:lnTo>
                  <a:lnTo>
                    <a:pt x="682624" y="767695"/>
                  </a:lnTo>
                  <a:lnTo>
                    <a:pt x="664209" y="798988"/>
                  </a:lnTo>
                  <a:lnTo>
                    <a:pt x="638174" y="820995"/>
                  </a:lnTo>
                  <a:lnTo>
                    <a:pt x="608330" y="829309"/>
                  </a:lnTo>
                  <a:lnTo>
                    <a:pt x="600094" y="829309"/>
                  </a:lnTo>
                  <a:lnTo>
                    <a:pt x="542448" y="829309"/>
                  </a:lnTo>
                  <a:lnTo>
                    <a:pt x="385980" y="829309"/>
                  </a:lnTo>
                  <a:lnTo>
                    <a:pt x="81280" y="829309"/>
                  </a:lnTo>
                  <a:lnTo>
                    <a:pt x="51435" y="820995"/>
                  </a:lnTo>
                  <a:lnTo>
                    <a:pt x="25400" y="798988"/>
                  </a:lnTo>
                  <a:lnTo>
                    <a:pt x="6984" y="767695"/>
                  </a:lnTo>
                  <a:lnTo>
                    <a:pt x="0" y="731519"/>
                  </a:lnTo>
                  <a:lnTo>
                    <a:pt x="0" y="721617"/>
                  </a:lnTo>
                  <a:lnTo>
                    <a:pt x="0" y="652303"/>
                  </a:lnTo>
                  <a:lnTo>
                    <a:pt x="0" y="464165"/>
                  </a:lnTo>
                  <a:lnTo>
                    <a:pt x="0" y="97789"/>
                  </a:lnTo>
                  <a:close/>
                </a:path>
              </a:pathLst>
            </a:custGeom>
            <a:ln w="28393">
              <a:solidFill>
                <a:srgbClr val="CC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8" name="object 10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161029" y="3199130"/>
              <a:ext cx="518159" cy="698500"/>
            </a:xfrm>
            <a:prstGeom prst="rect">
              <a:avLst/>
            </a:prstGeom>
          </p:spPr>
        </p:pic>
      </p:grpSp>
      <p:grpSp>
        <p:nvGrpSpPr>
          <p:cNvPr id="109" name="object 109"/>
          <p:cNvGrpSpPr/>
          <p:nvPr/>
        </p:nvGrpSpPr>
        <p:grpSpPr>
          <a:xfrm>
            <a:off x="4541520" y="5312409"/>
            <a:ext cx="1259840" cy="685800"/>
            <a:chOff x="4541520" y="5312409"/>
            <a:chExt cx="1259840" cy="685800"/>
          </a:xfrm>
        </p:grpSpPr>
        <p:pic>
          <p:nvPicPr>
            <p:cNvPr id="110" name="object 11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541520" y="5312409"/>
              <a:ext cx="614679" cy="685800"/>
            </a:xfrm>
            <a:prstGeom prst="rect">
              <a:avLst/>
            </a:prstGeom>
          </p:spPr>
        </p:pic>
        <p:pic>
          <p:nvPicPr>
            <p:cNvPr id="111" name="object 1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186680" y="5312409"/>
              <a:ext cx="614679" cy="685800"/>
            </a:xfrm>
            <a:prstGeom prst="rect">
              <a:avLst/>
            </a:prstGeom>
          </p:spPr>
        </p:pic>
      </p:grpSp>
      <p:grpSp>
        <p:nvGrpSpPr>
          <p:cNvPr id="112" name="object 112"/>
          <p:cNvGrpSpPr/>
          <p:nvPr/>
        </p:nvGrpSpPr>
        <p:grpSpPr>
          <a:xfrm>
            <a:off x="3081020" y="5312409"/>
            <a:ext cx="1259840" cy="685800"/>
            <a:chOff x="3081020" y="5312409"/>
            <a:chExt cx="1259840" cy="685800"/>
          </a:xfrm>
        </p:grpSpPr>
        <p:pic>
          <p:nvPicPr>
            <p:cNvPr id="113" name="object 11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081020" y="5312409"/>
              <a:ext cx="614680" cy="685800"/>
            </a:xfrm>
            <a:prstGeom prst="rect">
              <a:avLst/>
            </a:prstGeom>
          </p:spPr>
        </p:pic>
        <p:pic>
          <p:nvPicPr>
            <p:cNvPr id="114" name="object 11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726180" y="5312409"/>
              <a:ext cx="614679" cy="685800"/>
            </a:xfrm>
            <a:prstGeom prst="rect">
              <a:avLst/>
            </a:prstGeom>
          </p:spPr>
        </p:pic>
      </p:grpSp>
      <p:sp>
        <p:nvSpPr>
          <p:cNvPr id="115" name="object 115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25" dirty="0"/>
              <a:t>19</a:t>
            </a:fld>
            <a:endParaRPr spc="-25" dirty="0"/>
          </a:p>
        </p:txBody>
      </p:sp>
    </p:spTree>
  </p:cSld>
  <p:clrMapOvr>
    <a:masterClrMapping/>
  </p:clrMapOvr>
  <p:transition>
    <p:wipe dir="r"/>
  </p:transition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524760" y="2433319"/>
            <a:ext cx="3980179" cy="57150"/>
          </a:xfrm>
          <a:custGeom>
            <a:avLst/>
            <a:gdLst/>
            <a:ahLst/>
            <a:cxnLst/>
            <a:rect l="l" t="t" r="r" b="b"/>
            <a:pathLst>
              <a:path w="3980179" h="57150">
                <a:moveTo>
                  <a:pt x="3812540" y="0"/>
                </a:moveTo>
                <a:lnTo>
                  <a:pt x="3782047" y="0"/>
                </a:lnTo>
                <a:lnTo>
                  <a:pt x="3782047" y="1270"/>
                </a:lnTo>
                <a:lnTo>
                  <a:pt x="195580" y="1270"/>
                </a:lnTo>
                <a:lnTo>
                  <a:pt x="195580" y="0"/>
                </a:lnTo>
                <a:lnTo>
                  <a:pt x="185420" y="0"/>
                </a:lnTo>
                <a:lnTo>
                  <a:pt x="185420" y="1270"/>
                </a:lnTo>
                <a:lnTo>
                  <a:pt x="185420" y="2540"/>
                </a:lnTo>
                <a:lnTo>
                  <a:pt x="3812540" y="2540"/>
                </a:lnTo>
                <a:lnTo>
                  <a:pt x="3812540" y="1270"/>
                </a:lnTo>
                <a:lnTo>
                  <a:pt x="3812540" y="0"/>
                </a:lnTo>
                <a:close/>
              </a:path>
              <a:path w="3980179" h="57150">
                <a:moveTo>
                  <a:pt x="3840480" y="3810"/>
                </a:moveTo>
                <a:lnTo>
                  <a:pt x="3834130" y="3810"/>
                </a:lnTo>
                <a:lnTo>
                  <a:pt x="3834130" y="2540"/>
                </a:lnTo>
                <a:lnTo>
                  <a:pt x="3823970" y="2540"/>
                </a:lnTo>
                <a:lnTo>
                  <a:pt x="3823970" y="3810"/>
                </a:lnTo>
                <a:lnTo>
                  <a:pt x="154940" y="3810"/>
                </a:lnTo>
                <a:lnTo>
                  <a:pt x="154940" y="2540"/>
                </a:lnTo>
                <a:lnTo>
                  <a:pt x="151130" y="2540"/>
                </a:lnTo>
                <a:lnTo>
                  <a:pt x="151130" y="3810"/>
                </a:lnTo>
                <a:lnTo>
                  <a:pt x="143510" y="3810"/>
                </a:lnTo>
                <a:lnTo>
                  <a:pt x="143510" y="6350"/>
                </a:lnTo>
                <a:lnTo>
                  <a:pt x="3840480" y="6350"/>
                </a:lnTo>
                <a:lnTo>
                  <a:pt x="3840480" y="3810"/>
                </a:lnTo>
                <a:close/>
              </a:path>
              <a:path w="3980179" h="57150">
                <a:moveTo>
                  <a:pt x="3854450" y="6350"/>
                </a:moveTo>
                <a:lnTo>
                  <a:pt x="3846830" y="6350"/>
                </a:lnTo>
                <a:lnTo>
                  <a:pt x="3846830" y="7620"/>
                </a:lnTo>
                <a:lnTo>
                  <a:pt x="137160" y="7620"/>
                </a:lnTo>
                <a:lnTo>
                  <a:pt x="137160" y="6350"/>
                </a:lnTo>
                <a:lnTo>
                  <a:pt x="129540" y="6350"/>
                </a:lnTo>
                <a:lnTo>
                  <a:pt x="129540" y="7620"/>
                </a:lnTo>
                <a:lnTo>
                  <a:pt x="129540" y="8890"/>
                </a:lnTo>
                <a:lnTo>
                  <a:pt x="3854450" y="8890"/>
                </a:lnTo>
                <a:lnTo>
                  <a:pt x="3854450" y="7620"/>
                </a:lnTo>
                <a:lnTo>
                  <a:pt x="3854450" y="6350"/>
                </a:lnTo>
                <a:close/>
              </a:path>
              <a:path w="3980179" h="57150">
                <a:moveTo>
                  <a:pt x="3870960" y="10160"/>
                </a:moveTo>
                <a:lnTo>
                  <a:pt x="3864597" y="10160"/>
                </a:lnTo>
                <a:lnTo>
                  <a:pt x="3864597" y="8890"/>
                </a:lnTo>
                <a:lnTo>
                  <a:pt x="3860800" y="8890"/>
                </a:lnTo>
                <a:lnTo>
                  <a:pt x="3860800" y="10160"/>
                </a:lnTo>
                <a:lnTo>
                  <a:pt x="123190" y="10160"/>
                </a:lnTo>
                <a:lnTo>
                  <a:pt x="123190" y="8890"/>
                </a:lnTo>
                <a:lnTo>
                  <a:pt x="113030" y="8890"/>
                </a:lnTo>
                <a:lnTo>
                  <a:pt x="113030" y="10160"/>
                </a:lnTo>
                <a:lnTo>
                  <a:pt x="110490" y="10160"/>
                </a:lnTo>
                <a:lnTo>
                  <a:pt x="110490" y="12700"/>
                </a:lnTo>
                <a:lnTo>
                  <a:pt x="3870960" y="12700"/>
                </a:lnTo>
                <a:lnTo>
                  <a:pt x="3870960" y="10160"/>
                </a:lnTo>
                <a:close/>
              </a:path>
              <a:path w="3980179" h="57150">
                <a:moveTo>
                  <a:pt x="3879850" y="12700"/>
                </a:moveTo>
                <a:lnTo>
                  <a:pt x="3874770" y="12700"/>
                </a:lnTo>
                <a:lnTo>
                  <a:pt x="3874770" y="13970"/>
                </a:lnTo>
                <a:lnTo>
                  <a:pt x="105410" y="13970"/>
                </a:lnTo>
                <a:lnTo>
                  <a:pt x="105410" y="12700"/>
                </a:lnTo>
                <a:lnTo>
                  <a:pt x="101600" y="12700"/>
                </a:lnTo>
                <a:lnTo>
                  <a:pt x="101600" y="13970"/>
                </a:lnTo>
                <a:lnTo>
                  <a:pt x="101600" y="15240"/>
                </a:lnTo>
                <a:lnTo>
                  <a:pt x="3879850" y="15240"/>
                </a:lnTo>
                <a:lnTo>
                  <a:pt x="3879850" y="13970"/>
                </a:lnTo>
                <a:lnTo>
                  <a:pt x="3879850" y="12700"/>
                </a:lnTo>
                <a:close/>
              </a:path>
              <a:path w="3980179" h="57150">
                <a:moveTo>
                  <a:pt x="3893820" y="16510"/>
                </a:moveTo>
                <a:lnTo>
                  <a:pt x="3888740" y="16510"/>
                </a:lnTo>
                <a:lnTo>
                  <a:pt x="3888740" y="15240"/>
                </a:lnTo>
                <a:lnTo>
                  <a:pt x="3884930" y="15240"/>
                </a:lnTo>
                <a:lnTo>
                  <a:pt x="3884930" y="16510"/>
                </a:lnTo>
                <a:lnTo>
                  <a:pt x="96520" y="16510"/>
                </a:lnTo>
                <a:lnTo>
                  <a:pt x="96520" y="15240"/>
                </a:lnTo>
                <a:lnTo>
                  <a:pt x="92710" y="15240"/>
                </a:lnTo>
                <a:lnTo>
                  <a:pt x="92710" y="16510"/>
                </a:lnTo>
                <a:lnTo>
                  <a:pt x="87630" y="16510"/>
                </a:lnTo>
                <a:lnTo>
                  <a:pt x="87630" y="19050"/>
                </a:lnTo>
                <a:lnTo>
                  <a:pt x="3893820" y="19050"/>
                </a:lnTo>
                <a:lnTo>
                  <a:pt x="3893820" y="16510"/>
                </a:lnTo>
                <a:close/>
              </a:path>
              <a:path w="3980179" h="57150">
                <a:moveTo>
                  <a:pt x="3902710" y="19050"/>
                </a:moveTo>
                <a:lnTo>
                  <a:pt x="3897630" y="19050"/>
                </a:lnTo>
                <a:lnTo>
                  <a:pt x="3897630" y="20320"/>
                </a:lnTo>
                <a:lnTo>
                  <a:pt x="82550" y="20320"/>
                </a:lnTo>
                <a:lnTo>
                  <a:pt x="82550" y="19050"/>
                </a:lnTo>
                <a:lnTo>
                  <a:pt x="78740" y="19050"/>
                </a:lnTo>
                <a:lnTo>
                  <a:pt x="78740" y="20320"/>
                </a:lnTo>
                <a:lnTo>
                  <a:pt x="78740" y="21590"/>
                </a:lnTo>
                <a:lnTo>
                  <a:pt x="3902710" y="21590"/>
                </a:lnTo>
                <a:lnTo>
                  <a:pt x="3902710" y="20320"/>
                </a:lnTo>
                <a:lnTo>
                  <a:pt x="3902710" y="19050"/>
                </a:lnTo>
                <a:close/>
              </a:path>
              <a:path w="3980179" h="57150">
                <a:moveTo>
                  <a:pt x="3912870" y="22860"/>
                </a:moveTo>
                <a:lnTo>
                  <a:pt x="3909060" y="22860"/>
                </a:lnTo>
                <a:lnTo>
                  <a:pt x="3909060" y="21590"/>
                </a:lnTo>
                <a:lnTo>
                  <a:pt x="3905250" y="21590"/>
                </a:lnTo>
                <a:lnTo>
                  <a:pt x="3905250" y="22860"/>
                </a:lnTo>
                <a:lnTo>
                  <a:pt x="72390" y="22860"/>
                </a:lnTo>
                <a:lnTo>
                  <a:pt x="72390" y="21590"/>
                </a:lnTo>
                <a:lnTo>
                  <a:pt x="69850" y="21590"/>
                </a:lnTo>
                <a:lnTo>
                  <a:pt x="69850" y="22860"/>
                </a:lnTo>
                <a:lnTo>
                  <a:pt x="67310" y="22860"/>
                </a:lnTo>
                <a:lnTo>
                  <a:pt x="67310" y="25400"/>
                </a:lnTo>
                <a:lnTo>
                  <a:pt x="3912870" y="25400"/>
                </a:lnTo>
                <a:lnTo>
                  <a:pt x="3912870" y="22860"/>
                </a:lnTo>
                <a:close/>
              </a:path>
              <a:path w="3980179" h="57150">
                <a:moveTo>
                  <a:pt x="3919220" y="25400"/>
                </a:moveTo>
                <a:lnTo>
                  <a:pt x="3915410" y="25400"/>
                </a:lnTo>
                <a:lnTo>
                  <a:pt x="3915410" y="26670"/>
                </a:lnTo>
                <a:lnTo>
                  <a:pt x="64770" y="26670"/>
                </a:lnTo>
                <a:lnTo>
                  <a:pt x="64770" y="25400"/>
                </a:lnTo>
                <a:lnTo>
                  <a:pt x="60960" y="25400"/>
                </a:lnTo>
                <a:lnTo>
                  <a:pt x="60960" y="26670"/>
                </a:lnTo>
                <a:lnTo>
                  <a:pt x="60960" y="27940"/>
                </a:lnTo>
                <a:lnTo>
                  <a:pt x="3919220" y="27940"/>
                </a:lnTo>
                <a:lnTo>
                  <a:pt x="3919220" y="26670"/>
                </a:lnTo>
                <a:lnTo>
                  <a:pt x="3919220" y="25400"/>
                </a:lnTo>
                <a:close/>
              </a:path>
              <a:path w="3980179" h="57150">
                <a:moveTo>
                  <a:pt x="3928110" y="29210"/>
                </a:moveTo>
                <a:lnTo>
                  <a:pt x="3925570" y="29210"/>
                </a:lnTo>
                <a:lnTo>
                  <a:pt x="3925570" y="27940"/>
                </a:lnTo>
                <a:lnTo>
                  <a:pt x="3921760" y="27940"/>
                </a:lnTo>
                <a:lnTo>
                  <a:pt x="3921760" y="29210"/>
                </a:lnTo>
                <a:lnTo>
                  <a:pt x="58420" y="29210"/>
                </a:lnTo>
                <a:lnTo>
                  <a:pt x="58420" y="27940"/>
                </a:lnTo>
                <a:lnTo>
                  <a:pt x="54610" y="27940"/>
                </a:lnTo>
                <a:lnTo>
                  <a:pt x="54610" y="29210"/>
                </a:lnTo>
                <a:lnTo>
                  <a:pt x="52070" y="29210"/>
                </a:lnTo>
                <a:lnTo>
                  <a:pt x="52070" y="31750"/>
                </a:lnTo>
                <a:lnTo>
                  <a:pt x="3928110" y="31750"/>
                </a:lnTo>
                <a:lnTo>
                  <a:pt x="3928110" y="29210"/>
                </a:lnTo>
                <a:close/>
              </a:path>
              <a:path w="3980179" h="57150">
                <a:moveTo>
                  <a:pt x="3934460" y="31750"/>
                </a:moveTo>
                <a:lnTo>
                  <a:pt x="3930650" y="31750"/>
                </a:lnTo>
                <a:lnTo>
                  <a:pt x="3930650" y="33020"/>
                </a:lnTo>
                <a:lnTo>
                  <a:pt x="49530" y="33020"/>
                </a:lnTo>
                <a:lnTo>
                  <a:pt x="49530" y="31750"/>
                </a:lnTo>
                <a:lnTo>
                  <a:pt x="45720" y="31750"/>
                </a:lnTo>
                <a:lnTo>
                  <a:pt x="45720" y="33020"/>
                </a:lnTo>
                <a:lnTo>
                  <a:pt x="45720" y="34290"/>
                </a:lnTo>
                <a:lnTo>
                  <a:pt x="3934460" y="34290"/>
                </a:lnTo>
                <a:lnTo>
                  <a:pt x="3934460" y="33020"/>
                </a:lnTo>
                <a:lnTo>
                  <a:pt x="3934460" y="31750"/>
                </a:lnTo>
                <a:close/>
              </a:path>
              <a:path w="3980179" h="57150">
                <a:moveTo>
                  <a:pt x="3943350" y="35560"/>
                </a:moveTo>
                <a:lnTo>
                  <a:pt x="3940810" y="35560"/>
                </a:lnTo>
                <a:lnTo>
                  <a:pt x="3940810" y="34290"/>
                </a:lnTo>
                <a:lnTo>
                  <a:pt x="3937000" y="34290"/>
                </a:lnTo>
                <a:lnTo>
                  <a:pt x="3937000" y="35560"/>
                </a:lnTo>
                <a:lnTo>
                  <a:pt x="43180" y="35560"/>
                </a:lnTo>
                <a:lnTo>
                  <a:pt x="43180" y="34290"/>
                </a:lnTo>
                <a:lnTo>
                  <a:pt x="39370" y="34290"/>
                </a:lnTo>
                <a:lnTo>
                  <a:pt x="39370" y="35560"/>
                </a:lnTo>
                <a:lnTo>
                  <a:pt x="36830" y="35560"/>
                </a:lnTo>
                <a:lnTo>
                  <a:pt x="36830" y="38100"/>
                </a:lnTo>
                <a:lnTo>
                  <a:pt x="3943350" y="38100"/>
                </a:lnTo>
                <a:lnTo>
                  <a:pt x="3943350" y="35560"/>
                </a:lnTo>
                <a:close/>
              </a:path>
              <a:path w="3980179" h="57150">
                <a:moveTo>
                  <a:pt x="3948430" y="38100"/>
                </a:moveTo>
                <a:lnTo>
                  <a:pt x="3945890" y="38100"/>
                </a:lnTo>
                <a:lnTo>
                  <a:pt x="3945890" y="39370"/>
                </a:lnTo>
                <a:lnTo>
                  <a:pt x="33020" y="39370"/>
                </a:lnTo>
                <a:lnTo>
                  <a:pt x="33020" y="38100"/>
                </a:lnTo>
                <a:lnTo>
                  <a:pt x="31750" y="38100"/>
                </a:lnTo>
                <a:lnTo>
                  <a:pt x="31750" y="39370"/>
                </a:lnTo>
                <a:lnTo>
                  <a:pt x="31750" y="40640"/>
                </a:lnTo>
                <a:lnTo>
                  <a:pt x="3948430" y="40640"/>
                </a:lnTo>
                <a:lnTo>
                  <a:pt x="3948430" y="39370"/>
                </a:lnTo>
                <a:lnTo>
                  <a:pt x="3948430" y="38100"/>
                </a:lnTo>
                <a:close/>
              </a:path>
              <a:path w="3980179" h="57150">
                <a:moveTo>
                  <a:pt x="3956050" y="41910"/>
                </a:moveTo>
                <a:lnTo>
                  <a:pt x="3953510" y="41910"/>
                </a:lnTo>
                <a:lnTo>
                  <a:pt x="3953510" y="40640"/>
                </a:lnTo>
                <a:lnTo>
                  <a:pt x="3950970" y="40640"/>
                </a:lnTo>
                <a:lnTo>
                  <a:pt x="3950970" y="41910"/>
                </a:lnTo>
                <a:lnTo>
                  <a:pt x="29210" y="41910"/>
                </a:lnTo>
                <a:lnTo>
                  <a:pt x="29210" y="40640"/>
                </a:lnTo>
                <a:lnTo>
                  <a:pt x="26670" y="40640"/>
                </a:lnTo>
                <a:lnTo>
                  <a:pt x="26670" y="41910"/>
                </a:lnTo>
                <a:lnTo>
                  <a:pt x="24130" y="41910"/>
                </a:lnTo>
                <a:lnTo>
                  <a:pt x="24130" y="44450"/>
                </a:lnTo>
                <a:lnTo>
                  <a:pt x="3956050" y="44450"/>
                </a:lnTo>
                <a:lnTo>
                  <a:pt x="3956050" y="41910"/>
                </a:lnTo>
                <a:close/>
              </a:path>
              <a:path w="3980179" h="57150">
                <a:moveTo>
                  <a:pt x="3961130" y="44450"/>
                </a:moveTo>
                <a:lnTo>
                  <a:pt x="3958590" y="44450"/>
                </a:lnTo>
                <a:lnTo>
                  <a:pt x="3958590" y="45720"/>
                </a:lnTo>
                <a:lnTo>
                  <a:pt x="21590" y="45720"/>
                </a:lnTo>
                <a:lnTo>
                  <a:pt x="21590" y="44450"/>
                </a:lnTo>
                <a:lnTo>
                  <a:pt x="19050" y="44450"/>
                </a:lnTo>
                <a:lnTo>
                  <a:pt x="19050" y="45720"/>
                </a:lnTo>
                <a:lnTo>
                  <a:pt x="19050" y="46990"/>
                </a:lnTo>
                <a:lnTo>
                  <a:pt x="3961130" y="46990"/>
                </a:lnTo>
                <a:lnTo>
                  <a:pt x="3961130" y="45720"/>
                </a:lnTo>
                <a:lnTo>
                  <a:pt x="3961130" y="44450"/>
                </a:lnTo>
                <a:close/>
              </a:path>
              <a:path w="3980179" h="57150">
                <a:moveTo>
                  <a:pt x="3967480" y="48260"/>
                </a:moveTo>
                <a:lnTo>
                  <a:pt x="3964940" y="48260"/>
                </a:lnTo>
                <a:lnTo>
                  <a:pt x="3964940" y="46990"/>
                </a:lnTo>
                <a:lnTo>
                  <a:pt x="3963670" y="46990"/>
                </a:lnTo>
                <a:lnTo>
                  <a:pt x="3963670" y="48260"/>
                </a:lnTo>
                <a:lnTo>
                  <a:pt x="16510" y="48260"/>
                </a:lnTo>
                <a:lnTo>
                  <a:pt x="16510" y="46990"/>
                </a:lnTo>
                <a:lnTo>
                  <a:pt x="13970" y="46990"/>
                </a:lnTo>
                <a:lnTo>
                  <a:pt x="13970" y="48260"/>
                </a:lnTo>
                <a:lnTo>
                  <a:pt x="12700" y="48260"/>
                </a:lnTo>
                <a:lnTo>
                  <a:pt x="12700" y="50800"/>
                </a:lnTo>
                <a:lnTo>
                  <a:pt x="3967480" y="50800"/>
                </a:lnTo>
                <a:lnTo>
                  <a:pt x="3967480" y="48260"/>
                </a:lnTo>
                <a:close/>
              </a:path>
              <a:path w="3980179" h="57150">
                <a:moveTo>
                  <a:pt x="3972560" y="50800"/>
                </a:moveTo>
                <a:lnTo>
                  <a:pt x="3970020" y="50800"/>
                </a:lnTo>
                <a:lnTo>
                  <a:pt x="3970020" y="52070"/>
                </a:lnTo>
                <a:lnTo>
                  <a:pt x="10160" y="52070"/>
                </a:lnTo>
                <a:lnTo>
                  <a:pt x="10160" y="50800"/>
                </a:lnTo>
                <a:lnTo>
                  <a:pt x="7620" y="50800"/>
                </a:lnTo>
                <a:lnTo>
                  <a:pt x="7620" y="52070"/>
                </a:lnTo>
                <a:lnTo>
                  <a:pt x="7620" y="53340"/>
                </a:lnTo>
                <a:lnTo>
                  <a:pt x="3972560" y="53340"/>
                </a:lnTo>
                <a:lnTo>
                  <a:pt x="3972560" y="52070"/>
                </a:lnTo>
                <a:lnTo>
                  <a:pt x="3972560" y="50800"/>
                </a:lnTo>
                <a:close/>
              </a:path>
              <a:path w="3980179" h="57150">
                <a:moveTo>
                  <a:pt x="3980180" y="54610"/>
                </a:moveTo>
                <a:lnTo>
                  <a:pt x="3977640" y="54610"/>
                </a:lnTo>
                <a:lnTo>
                  <a:pt x="3977640" y="53340"/>
                </a:lnTo>
                <a:lnTo>
                  <a:pt x="3975100" y="53340"/>
                </a:lnTo>
                <a:lnTo>
                  <a:pt x="3975100" y="54610"/>
                </a:lnTo>
                <a:lnTo>
                  <a:pt x="5080" y="54610"/>
                </a:lnTo>
                <a:lnTo>
                  <a:pt x="5080" y="53340"/>
                </a:lnTo>
                <a:lnTo>
                  <a:pt x="2540" y="53340"/>
                </a:lnTo>
                <a:lnTo>
                  <a:pt x="2540" y="54610"/>
                </a:lnTo>
                <a:lnTo>
                  <a:pt x="0" y="54610"/>
                </a:lnTo>
                <a:lnTo>
                  <a:pt x="0" y="57150"/>
                </a:lnTo>
                <a:lnTo>
                  <a:pt x="3980180" y="57150"/>
                </a:lnTo>
                <a:lnTo>
                  <a:pt x="3980180" y="5461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442197" y="2490469"/>
            <a:ext cx="4144645" cy="59690"/>
          </a:xfrm>
          <a:custGeom>
            <a:avLst/>
            <a:gdLst/>
            <a:ahLst/>
            <a:cxnLst/>
            <a:rect l="l" t="t" r="r" b="b"/>
            <a:pathLst>
              <a:path w="4144645" h="59689">
                <a:moveTo>
                  <a:pt x="4066552" y="0"/>
                </a:moveTo>
                <a:lnTo>
                  <a:pt x="4065282" y="0"/>
                </a:lnTo>
                <a:lnTo>
                  <a:pt x="4065282" y="1270"/>
                </a:lnTo>
                <a:lnTo>
                  <a:pt x="80022" y="1270"/>
                </a:lnTo>
                <a:lnTo>
                  <a:pt x="80022" y="0"/>
                </a:lnTo>
                <a:lnTo>
                  <a:pt x="77482" y="0"/>
                </a:lnTo>
                <a:lnTo>
                  <a:pt x="77482" y="1270"/>
                </a:lnTo>
                <a:lnTo>
                  <a:pt x="77482" y="2540"/>
                </a:lnTo>
                <a:lnTo>
                  <a:pt x="4066552" y="2540"/>
                </a:lnTo>
                <a:lnTo>
                  <a:pt x="4066552" y="1270"/>
                </a:lnTo>
                <a:lnTo>
                  <a:pt x="4066552" y="0"/>
                </a:lnTo>
                <a:close/>
              </a:path>
              <a:path w="4144645" h="59689">
                <a:moveTo>
                  <a:pt x="4072902" y="3822"/>
                </a:moveTo>
                <a:lnTo>
                  <a:pt x="4070350" y="3822"/>
                </a:lnTo>
                <a:lnTo>
                  <a:pt x="4070350" y="2540"/>
                </a:lnTo>
                <a:lnTo>
                  <a:pt x="4069092" y="2540"/>
                </a:lnTo>
                <a:lnTo>
                  <a:pt x="4069092" y="3822"/>
                </a:lnTo>
                <a:lnTo>
                  <a:pt x="76212" y="3822"/>
                </a:lnTo>
                <a:lnTo>
                  <a:pt x="76212" y="2540"/>
                </a:lnTo>
                <a:lnTo>
                  <a:pt x="73672" y="2540"/>
                </a:lnTo>
                <a:lnTo>
                  <a:pt x="73672" y="3822"/>
                </a:lnTo>
                <a:lnTo>
                  <a:pt x="72402" y="3822"/>
                </a:lnTo>
                <a:lnTo>
                  <a:pt x="72402" y="6350"/>
                </a:lnTo>
                <a:lnTo>
                  <a:pt x="4072902" y="6350"/>
                </a:lnTo>
                <a:lnTo>
                  <a:pt x="4072902" y="3822"/>
                </a:lnTo>
                <a:close/>
              </a:path>
              <a:path w="4144645" h="59689">
                <a:moveTo>
                  <a:pt x="4076700" y="6350"/>
                </a:moveTo>
                <a:lnTo>
                  <a:pt x="4074172" y="6350"/>
                </a:lnTo>
                <a:lnTo>
                  <a:pt x="4074172" y="7620"/>
                </a:lnTo>
                <a:lnTo>
                  <a:pt x="69862" y="7620"/>
                </a:lnTo>
                <a:lnTo>
                  <a:pt x="69862" y="6350"/>
                </a:lnTo>
                <a:lnTo>
                  <a:pt x="68592" y="6350"/>
                </a:lnTo>
                <a:lnTo>
                  <a:pt x="68592" y="7620"/>
                </a:lnTo>
                <a:lnTo>
                  <a:pt x="68592" y="8890"/>
                </a:lnTo>
                <a:lnTo>
                  <a:pt x="4076700" y="8890"/>
                </a:lnTo>
                <a:lnTo>
                  <a:pt x="4076700" y="7620"/>
                </a:lnTo>
                <a:lnTo>
                  <a:pt x="4076700" y="6350"/>
                </a:lnTo>
                <a:close/>
              </a:path>
              <a:path w="4144645" h="59689">
                <a:moveTo>
                  <a:pt x="4081792" y="10172"/>
                </a:moveTo>
                <a:lnTo>
                  <a:pt x="4080522" y="10172"/>
                </a:lnTo>
                <a:lnTo>
                  <a:pt x="4080522" y="8890"/>
                </a:lnTo>
                <a:lnTo>
                  <a:pt x="4077982" y="8890"/>
                </a:lnTo>
                <a:lnTo>
                  <a:pt x="4077982" y="10172"/>
                </a:lnTo>
                <a:lnTo>
                  <a:pt x="66052" y="10172"/>
                </a:lnTo>
                <a:lnTo>
                  <a:pt x="66052" y="8890"/>
                </a:lnTo>
                <a:lnTo>
                  <a:pt x="64782" y="8890"/>
                </a:lnTo>
                <a:lnTo>
                  <a:pt x="64782" y="10172"/>
                </a:lnTo>
                <a:lnTo>
                  <a:pt x="62242" y="10172"/>
                </a:lnTo>
                <a:lnTo>
                  <a:pt x="62242" y="12700"/>
                </a:lnTo>
                <a:lnTo>
                  <a:pt x="4081792" y="12700"/>
                </a:lnTo>
                <a:lnTo>
                  <a:pt x="4081792" y="10172"/>
                </a:lnTo>
                <a:close/>
              </a:path>
              <a:path w="4144645" h="59689">
                <a:moveTo>
                  <a:pt x="4086872" y="12700"/>
                </a:moveTo>
                <a:lnTo>
                  <a:pt x="4084332" y="12700"/>
                </a:lnTo>
                <a:lnTo>
                  <a:pt x="4084332" y="13970"/>
                </a:lnTo>
                <a:lnTo>
                  <a:pt x="60972" y="13970"/>
                </a:lnTo>
                <a:lnTo>
                  <a:pt x="60972" y="12700"/>
                </a:lnTo>
                <a:lnTo>
                  <a:pt x="58432" y="12700"/>
                </a:lnTo>
                <a:lnTo>
                  <a:pt x="58432" y="13970"/>
                </a:lnTo>
                <a:lnTo>
                  <a:pt x="58432" y="15240"/>
                </a:lnTo>
                <a:lnTo>
                  <a:pt x="4086872" y="15240"/>
                </a:lnTo>
                <a:lnTo>
                  <a:pt x="4086872" y="13970"/>
                </a:lnTo>
                <a:lnTo>
                  <a:pt x="4086872" y="12700"/>
                </a:lnTo>
                <a:close/>
              </a:path>
              <a:path w="4144645" h="59689">
                <a:moveTo>
                  <a:pt x="4091952" y="16522"/>
                </a:moveTo>
                <a:lnTo>
                  <a:pt x="4090682" y="16522"/>
                </a:lnTo>
                <a:lnTo>
                  <a:pt x="4090682" y="15240"/>
                </a:lnTo>
                <a:lnTo>
                  <a:pt x="4088142" y="15240"/>
                </a:lnTo>
                <a:lnTo>
                  <a:pt x="4088142" y="16522"/>
                </a:lnTo>
                <a:lnTo>
                  <a:pt x="55892" y="16522"/>
                </a:lnTo>
                <a:lnTo>
                  <a:pt x="55892" y="15240"/>
                </a:lnTo>
                <a:lnTo>
                  <a:pt x="54622" y="15240"/>
                </a:lnTo>
                <a:lnTo>
                  <a:pt x="54622" y="16522"/>
                </a:lnTo>
                <a:lnTo>
                  <a:pt x="52082" y="16522"/>
                </a:lnTo>
                <a:lnTo>
                  <a:pt x="52082" y="19050"/>
                </a:lnTo>
                <a:lnTo>
                  <a:pt x="4091952" y="19050"/>
                </a:lnTo>
                <a:lnTo>
                  <a:pt x="4091952" y="16522"/>
                </a:lnTo>
                <a:close/>
              </a:path>
              <a:path w="4144645" h="59689">
                <a:moveTo>
                  <a:pt x="4095750" y="19050"/>
                </a:moveTo>
                <a:lnTo>
                  <a:pt x="4094492" y="19050"/>
                </a:lnTo>
                <a:lnTo>
                  <a:pt x="4094492" y="20320"/>
                </a:lnTo>
                <a:lnTo>
                  <a:pt x="50812" y="20320"/>
                </a:lnTo>
                <a:lnTo>
                  <a:pt x="50812" y="19050"/>
                </a:lnTo>
                <a:lnTo>
                  <a:pt x="48272" y="19050"/>
                </a:lnTo>
                <a:lnTo>
                  <a:pt x="48272" y="20320"/>
                </a:lnTo>
                <a:lnTo>
                  <a:pt x="48272" y="21590"/>
                </a:lnTo>
                <a:lnTo>
                  <a:pt x="4095750" y="21590"/>
                </a:lnTo>
                <a:lnTo>
                  <a:pt x="4095750" y="20320"/>
                </a:lnTo>
                <a:lnTo>
                  <a:pt x="4095750" y="19050"/>
                </a:lnTo>
                <a:close/>
              </a:path>
              <a:path w="4144645" h="59689">
                <a:moveTo>
                  <a:pt x="4102100" y="22872"/>
                </a:moveTo>
                <a:lnTo>
                  <a:pt x="4099572" y="22872"/>
                </a:lnTo>
                <a:lnTo>
                  <a:pt x="4099572" y="21590"/>
                </a:lnTo>
                <a:lnTo>
                  <a:pt x="4098302" y="21590"/>
                </a:lnTo>
                <a:lnTo>
                  <a:pt x="4098302" y="22872"/>
                </a:lnTo>
                <a:lnTo>
                  <a:pt x="47002" y="22872"/>
                </a:lnTo>
                <a:lnTo>
                  <a:pt x="47002" y="21590"/>
                </a:lnTo>
                <a:lnTo>
                  <a:pt x="44462" y="21590"/>
                </a:lnTo>
                <a:lnTo>
                  <a:pt x="44462" y="22872"/>
                </a:lnTo>
                <a:lnTo>
                  <a:pt x="43192" y="22872"/>
                </a:lnTo>
                <a:lnTo>
                  <a:pt x="43192" y="25400"/>
                </a:lnTo>
                <a:lnTo>
                  <a:pt x="4102100" y="25400"/>
                </a:lnTo>
                <a:lnTo>
                  <a:pt x="4102100" y="22872"/>
                </a:lnTo>
                <a:close/>
              </a:path>
              <a:path w="4144645" h="59689">
                <a:moveTo>
                  <a:pt x="4104652" y="25400"/>
                </a:moveTo>
                <a:lnTo>
                  <a:pt x="4103382" y="25400"/>
                </a:lnTo>
                <a:lnTo>
                  <a:pt x="4103382" y="26670"/>
                </a:lnTo>
                <a:lnTo>
                  <a:pt x="40652" y="26670"/>
                </a:lnTo>
                <a:lnTo>
                  <a:pt x="40652" y="25400"/>
                </a:lnTo>
                <a:lnTo>
                  <a:pt x="39382" y="25400"/>
                </a:lnTo>
                <a:lnTo>
                  <a:pt x="39382" y="26670"/>
                </a:lnTo>
                <a:lnTo>
                  <a:pt x="39382" y="27940"/>
                </a:lnTo>
                <a:lnTo>
                  <a:pt x="4104652" y="27940"/>
                </a:lnTo>
                <a:lnTo>
                  <a:pt x="4104652" y="26670"/>
                </a:lnTo>
                <a:lnTo>
                  <a:pt x="4104652" y="25400"/>
                </a:lnTo>
                <a:close/>
              </a:path>
              <a:path w="4144645" h="59689">
                <a:moveTo>
                  <a:pt x="4109732" y="29222"/>
                </a:moveTo>
                <a:lnTo>
                  <a:pt x="4108450" y="29222"/>
                </a:lnTo>
                <a:lnTo>
                  <a:pt x="4108450" y="27940"/>
                </a:lnTo>
                <a:lnTo>
                  <a:pt x="4107192" y="27940"/>
                </a:lnTo>
                <a:lnTo>
                  <a:pt x="4107192" y="29222"/>
                </a:lnTo>
                <a:lnTo>
                  <a:pt x="38112" y="29222"/>
                </a:lnTo>
                <a:lnTo>
                  <a:pt x="38112" y="27940"/>
                </a:lnTo>
                <a:lnTo>
                  <a:pt x="35572" y="27940"/>
                </a:lnTo>
                <a:lnTo>
                  <a:pt x="35572" y="29222"/>
                </a:lnTo>
                <a:lnTo>
                  <a:pt x="34302" y="29222"/>
                </a:lnTo>
                <a:lnTo>
                  <a:pt x="34302" y="31750"/>
                </a:lnTo>
                <a:lnTo>
                  <a:pt x="4109732" y="31750"/>
                </a:lnTo>
                <a:lnTo>
                  <a:pt x="4109732" y="29222"/>
                </a:lnTo>
                <a:close/>
              </a:path>
              <a:path w="4144645" h="59689">
                <a:moveTo>
                  <a:pt x="4113542" y="31750"/>
                </a:moveTo>
                <a:lnTo>
                  <a:pt x="4112272" y="31750"/>
                </a:lnTo>
                <a:lnTo>
                  <a:pt x="4112272" y="33020"/>
                </a:lnTo>
                <a:lnTo>
                  <a:pt x="33032" y="33020"/>
                </a:lnTo>
                <a:lnTo>
                  <a:pt x="33032" y="31750"/>
                </a:lnTo>
                <a:lnTo>
                  <a:pt x="30492" y="31750"/>
                </a:lnTo>
                <a:lnTo>
                  <a:pt x="30492" y="33020"/>
                </a:lnTo>
                <a:lnTo>
                  <a:pt x="30492" y="34290"/>
                </a:lnTo>
                <a:lnTo>
                  <a:pt x="4113542" y="34290"/>
                </a:lnTo>
                <a:lnTo>
                  <a:pt x="4113542" y="33020"/>
                </a:lnTo>
                <a:lnTo>
                  <a:pt x="4113542" y="31750"/>
                </a:lnTo>
                <a:close/>
              </a:path>
              <a:path w="4144645" h="59689">
                <a:moveTo>
                  <a:pt x="4118622" y="35572"/>
                </a:moveTo>
                <a:lnTo>
                  <a:pt x="4116082" y="35572"/>
                </a:lnTo>
                <a:lnTo>
                  <a:pt x="4116082" y="34290"/>
                </a:lnTo>
                <a:lnTo>
                  <a:pt x="4114800" y="34290"/>
                </a:lnTo>
                <a:lnTo>
                  <a:pt x="4114800" y="35572"/>
                </a:lnTo>
                <a:lnTo>
                  <a:pt x="29222" y="35572"/>
                </a:lnTo>
                <a:lnTo>
                  <a:pt x="29222" y="34290"/>
                </a:lnTo>
                <a:lnTo>
                  <a:pt x="27952" y="34290"/>
                </a:lnTo>
                <a:lnTo>
                  <a:pt x="27952" y="35572"/>
                </a:lnTo>
                <a:lnTo>
                  <a:pt x="26682" y="35572"/>
                </a:lnTo>
                <a:lnTo>
                  <a:pt x="26682" y="38100"/>
                </a:lnTo>
                <a:lnTo>
                  <a:pt x="4118622" y="38100"/>
                </a:lnTo>
                <a:lnTo>
                  <a:pt x="4118622" y="35572"/>
                </a:lnTo>
                <a:close/>
              </a:path>
              <a:path w="4144645" h="59689">
                <a:moveTo>
                  <a:pt x="4121150" y="38100"/>
                </a:moveTo>
                <a:lnTo>
                  <a:pt x="4119892" y="38100"/>
                </a:lnTo>
                <a:lnTo>
                  <a:pt x="4119892" y="39370"/>
                </a:lnTo>
                <a:lnTo>
                  <a:pt x="24142" y="39370"/>
                </a:lnTo>
                <a:lnTo>
                  <a:pt x="24142" y="38100"/>
                </a:lnTo>
                <a:lnTo>
                  <a:pt x="22872" y="38100"/>
                </a:lnTo>
                <a:lnTo>
                  <a:pt x="22872" y="39370"/>
                </a:lnTo>
                <a:lnTo>
                  <a:pt x="22872" y="40640"/>
                </a:lnTo>
                <a:lnTo>
                  <a:pt x="4121150" y="40640"/>
                </a:lnTo>
                <a:lnTo>
                  <a:pt x="4121150" y="39370"/>
                </a:lnTo>
                <a:lnTo>
                  <a:pt x="4121150" y="38100"/>
                </a:lnTo>
                <a:close/>
              </a:path>
              <a:path w="4144645" h="59689">
                <a:moveTo>
                  <a:pt x="4126242" y="41922"/>
                </a:moveTo>
                <a:lnTo>
                  <a:pt x="4124972" y="41922"/>
                </a:lnTo>
                <a:lnTo>
                  <a:pt x="4124972" y="40640"/>
                </a:lnTo>
                <a:lnTo>
                  <a:pt x="4123702" y="40640"/>
                </a:lnTo>
                <a:lnTo>
                  <a:pt x="4123702" y="41922"/>
                </a:lnTo>
                <a:lnTo>
                  <a:pt x="21602" y="41922"/>
                </a:lnTo>
                <a:lnTo>
                  <a:pt x="21602" y="40640"/>
                </a:lnTo>
                <a:lnTo>
                  <a:pt x="19062" y="40640"/>
                </a:lnTo>
                <a:lnTo>
                  <a:pt x="19062" y="41922"/>
                </a:lnTo>
                <a:lnTo>
                  <a:pt x="17792" y="41922"/>
                </a:lnTo>
                <a:lnTo>
                  <a:pt x="17792" y="44450"/>
                </a:lnTo>
                <a:lnTo>
                  <a:pt x="4126242" y="44450"/>
                </a:lnTo>
                <a:lnTo>
                  <a:pt x="4126242" y="41922"/>
                </a:lnTo>
                <a:close/>
              </a:path>
              <a:path w="4144645" h="59689">
                <a:moveTo>
                  <a:pt x="4130052" y="44450"/>
                </a:moveTo>
                <a:lnTo>
                  <a:pt x="4127500" y="44450"/>
                </a:lnTo>
                <a:lnTo>
                  <a:pt x="4127500" y="45720"/>
                </a:lnTo>
                <a:lnTo>
                  <a:pt x="16522" y="45720"/>
                </a:lnTo>
                <a:lnTo>
                  <a:pt x="16522" y="44450"/>
                </a:lnTo>
                <a:lnTo>
                  <a:pt x="15252" y="44450"/>
                </a:lnTo>
                <a:lnTo>
                  <a:pt x="15252" y="45720"/>
                </a:lnTo>
                <a:lnTo>
                  <a:pt x="15252" y="46990"/>
                </a:lnTo>
                <a:lnTo>
                  <a:pt x="4130052" y="46990"/>
                </a:lnTo>
                <a:lnTo>
                  <a:pt x="4130052" y="45720"/>
                </a:lnTo>
                <a:lnTo>
                  <a:pt x="4130052" y="44450"/>
                </a:lnTo>
                <a:close/>
              </a:path>
              <a:path w="4144645" h="59689">
                <a:moveTo>
                  <a:pt x="4135132" y="48272"/>
                </a:moveTo>
                <a:lnTo>
                  <a:pt x="4132592" y="48272"/>
                </a:lnTo>
                <a:lnTo>
                  <a:pt x="4132592" y="46990"/>
                </a:lnTo>
                <a:lnTo>
                  <a:pt x="4131322" y="46990"/>
                </a:lnTo>
                <a:lnTo>
                  <a:pt x="4131322" y="48272"/>
                </a:lnTo>
                <a:lnTo>
                  <a:pt x="12712" y="48272"/>
                </a:lnTo>
                <a:lnTo>
                  <a:pt x="12712" y="46990"/>
                </a:lnTo>
                <a:lnTo>
                  <a:pt x="11442" y="46990"/>
                </a:lnTo>
                <a:lnTo>
                  <a:pt x="11442" y="48272"/>
                </a:lnTo>
                <a:lnTo>
                  <a:pt x="10172" y="48272"/>
                </a:lnTo>
                <a:lnTo>
                  <a:pt x="10172" y="50800"/>
                </a:lnTo>
                <a:lnTo>
                  <a:pt x="4135132" y="50800"/>
                </a:lnTo>
                <a:lnTo>
                  <a:pt x="4135132" y="48272"/>
                </a:lnTo>
                <a:close/>
              </a:path>
              <a:path w="4144645" h="59689">
                <a:moveTo>
                  <a:pt x="4137672" y="50800"/>
                </a:moveTo>
                <a:lnTo>
                  <a:pt x="4136402" y="50800"/>
                </a:lnTo>
                <a:lnTo>
                  <a:pt x="4136402" y="52070"/>
                </a:lnTo>
                <a:lnTo>
                  <a:pt x="7632" y="52070"/>
                </a:lnTo>
                <a:lnTo>
                  <a:pt x="7632" y="50800"/>
                </a:lnTo>
                <a:lnTo>
                  <a:pt x="6362" y="50800"/>
                </a:lnTo>
                <a:lnTo>
                  <a:pt x="6362" y="52070"/>
                </a:lnTo>
                <a:lnTo>
                  <a:pt x="6362" y="53340"/>
                </a:lnTo>
                <a:lnTo>
                  <a:pt x="4137672" y="53340"/>
                </a:lnTo>
                <a:lnTo>
                  <a:pt x="4137672" y="52070"/>
                </a:lnTo>
                <a:lnTo>
                  <a:pt x="4137672" y="50800"/>
                </a:lnTo>
                <a:close/>
              </a:path>
              <a:path w="4144645" h="59689">
                <a:moveTo>
                  <a:pt x="4141482" y="54622"/>
                </a:moveTo>
                <a:lnTo>
                  <a:pt x="4140200" y="54622"/>
                </a:lnTo>
                <a:lnTo>
                  <a:pt x="4140200" y="53340"/>
                </a:lnTo>
                <a:lnTo>
                  <a:pt x="4138942" y="53340"/>
                </a:lnTo>
                <a:lnTo>
                  <a:pt x="4138942" y="54622"/>
                </a:lnTo>
                <a:lnTo>
                  <a:pt x="5092" y="54622"/>
                </a:lnTo>
                <a:lnTo>
                  <a:pt x="5092" y="53340"/>
                </a:lnTo>
                <a:lnTo>
                  <a:pt x="3822" y="53340"/>
                </a:lnTo>
                <a:lnTo>
                  <a:pt x="3822" y="54622"/>
                </a:lnTo>
                <a:lnTo>
                  <a:pt x="2552" y="54622"/>
                </a:lnTo>
                <a:lnTo>
                  <a:pt x="2552" y="57150"/>
                </a:lnTo>
                <a:lnTo>
                  <a:pt x="4141482" y="57150"/>
                </a:lnTo>
                <a:lnTo>
                  <a:pt x="4141482" y="54622"/>
                </a:lnTo>
                <a:close/>
              </a:path>
              <a:path w="4144645" h="59689">
                <a:moveTo>
                  <a:pt x="4144022" y="57150"/>
                </a:moveTo>
                <a:lnTo>
                  <a:pt x="4142752" y="57150"/>
                </a:lnTo>
                <a:lnTo>
                  <a:pt x="4142752" y="58420"/>
                </a:lnTo>
                <a:lnTo>
                  <a:pt x="1282" y="58420"/>
                </a:lnTo>
                <a:lnTo>
                  <a:pt x="1282" y="57150"/>
                </a:lnTo>
                <a:lnTo>
                  <a:pt x="12" y="57150"/>
                </a:lnTo>
                <a:lnTo>
                  <a:pt x="12" y="58420"/>
                </a:lnTo>
                <a:lnTo>
                  <a:pt x="0" y="59690"/>
                </a:lnTo>
                <a:lnTo>
                  <a:pt x="4144022" y="59690"/>
                </a:lnTo>
                <a:lnTo>
                  <a:pt x="4144022" y="58420"/>
                </a:lnTo>
                <a:lnTo>
                  <a:pt x="4144022" y="5715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" name="object 4"/>
          <p:cNvGrpSpPr/>
          <p:nvPr/>
        </p:nvGrpSpPr>
        <p:grpSpPr>
          <a:xfrm>
            <a:off x="2288539" y="2550160"/>
            <a:ext cx="4451350" cy="242570"/>
            <a:chOff x="2288539" y="2550160"/>
            <a:chExt cx="4451350" cy="242570"/>
          </a:xfrm>
        </p:grpSpPr>
        <p:sp>
          <p:nvSpPr>
            <p:cNvPr id="5" name="object 5"/>
            <p:cNvSpPr/>
            <p:nvPr/>
          </p:nvSpPr>
          <p:spPr>
            <a:xfrm>
              <a:off x="2382520" y="2550159"/>
              <a:ext cx="4263390" cy="59690"/>
            </a:xfrm>
            <a:custGeom>
              <a:avLst/>
              <a:gdLst/>
              <a:ahLst/>
              <a:cxnLst/>
              <a:rect l="l" t="t" r="r" b="b"/>
              <a:pathLst>
                <a:path w="4263390" h="59689">
                  <a:moveTo>
                    <a:pt x="4208780" y="1270"/>
                  </a:moveTo>
                  <a:lnTo>
                    <a:pt x="4207510" y="1270"/>
                  </a:lnTo>
                  <a:lnTo>
                    <a:pt x="4207510" y="0"/>
                  </a:lnTo>
                  <a:lnTo>
                    <a:pt x="4206227" y="0"/>
                  </a:lnTo>
                  <a:lnTo>
                    <a:pt x="4206227" y="1270"/>
                  </a:lnTo>
                  <a:lnTo>
                    <a:pt x="58420" y="1270"/>
                  </a:lnTo>
                  <a:lnTo>
                    <a:pt x="58420" y="0"/>
                  </a:lnTo>
                  <a:lnTo>
                    <a:pt x="55880" y="0"/>
                  </a:lnTo>
                  <a:lnTo>
                    <a:pt x="55880" y="1270"/>
                  </a:lnTo>
                  <a:lnTo>
                    <a:pt x="54610" y="1270"/>
                  </a:lnTo>
                  <a:lnTo>
                    <a:pt x="54610" y="3810"/>
                  </a:lnTo>
                  <a:lnTo>
                    <a:pt x="4208780" y="3810"/>
                  </a:lnTo>
                  <a:lnTo>
                    <a:pt x="4208780" y="1270"/>
                  </a:lnTo>
                  <a:close/>
                </a:path>
                <a:path w="4263390" h="59689">
                  <a:moveTo>
                    <a:pt x="4211320" y="3810"/>
                  </a:moveTo>
                  <a:lnTo>
                    <a:pt x="4210050" y="3810"/>
                  </a:lnTo>
                  <a:lnTo>
                    <a:pt x="4210050" y="5080"/>
                  </a:lnTo>
                  <a:lnTo>
                    <a:pt x="53340" y="5080"/>
                  </a:lnTo>
                  <a:lnTo>
                    <a:pt x="53340" y="3810"/>
                  </a:lnTo>
                  <a:lnTo>
                    <a:pt x="52070" y="3810"/>
                  </a:lnTo>
                  <a:lnTo>
                    <a:pt x="52070" y="5080"/>
                  </a:lnTo>
                  <a:lnTo>
                    <a:pt x="52070" y="6350"/>
                  </a:lnTo>
                  <a:lnTo>
                    <a:pt x="4211320" y="6350"/>
                  </a:lnTo>
                  <a:lnTo>
                    <a:pt x="4211320" y="5080"/>
                  </a:lnTo>
                  <a:lnTo>
                    <a:pt x="4211320" y="3810"/>
                  </a:lnTo>
                  <a:close/>
                </a:path>
                <a:path w="4263390" h="59689">
                  <a:moveTo>
                    <a:pt x="4215130" y="7620"/>
                  </a:moveTo>
                  <a:lnTo>
                    <a:pt x="4213860" y="7620"/>
                  </a:lnTo>
                  <a:lnTo>
                    <a:pt x="4213860" y="6350"/>
                  </a:lnTo>
                  <a:lnTo>
                    <a:pt x="4212577" y="6350"/>
                  </a:lnTo>
                  <a:lnTo>
                    <a:pt x="4212577" y="7620"/>
                  </a:lnTo>
                  <a:lnTo>
                    <a:pt x="50800" y="7620"/>
                  </a:lnTo>
                  <a:lnTo>
                    <a:pt x="50800" y="6350"/>
                  </a:lnTo>
                  <a:lnTo>
                    <a:pt x="49530" y="6350"/>
                  </a:lnTo>
                  <a:lnTo>
                    <a:pt x="49530" y="7620"/>
                  </a:lnTo>
                  <a:lnTo>
                    <a:pt x="48260" y="7620"/>
                  </a:lnTo>
                  <a:lnTo>
                    <a:pt x="48260" y="10160"/>
                  </a:lnTo>
                  <a:lnTo>
                    <a:pt x="4215130" y="10160"/>
                  </a:lnTo>
                  <a:lnTo>
                    <a:pt x="4215130" y="7620"/>
                  </a:lnTo>
                  <a:close/>
                </a:path>
                <a:path w="4263390" h="59689">
                  <a:moveTo>
                    <a:pt x="4217670" y="10160"/>
                  </a:moveTo>
                  <a:lnTo>
                    <a:pt x="4216400" y="10160"/>
                  </a:lnTo>
                  <a:lnTo>
                    <a:pt x="4216400" y="11430"/>
                  </a:lnTo>
                  <a:lnTo>
                    <a:pt x="46990" y="11430"/>
                  </a:lnTo>
                  <a:lnTo>
                    <a:pt x="46990" y="10160"/>
                  </a:lnTo>
                  <a:lnTo>
                    <a:pt x="45720" y="10160"/>
                  </a:lnTo>
                  <a:lnTo>
                    <a:pt x="45720" y="11430"/>
                  </a:lnTo>
                  <a:lnTo>
                    <a:pt x="45720" y="12700"/>
                  </a:lnTo>
                  <a:lnTo>
                    <a:pt x="4217670" y="12700"/>
                  </a:lnTo>
                  <a:lnTo>
                    <a:pt x="4217670" y="11430"/>
                  </a:lnTo>
                  <a:lnTo>
                    <a:pt x="4217670" y="10160"/>
                  </a:lnTo>
                  <a:close/>
                </a:path>
                <a:path w="4263390" h="59689">
                  <a:moveTo>
                    <a:pt x="4222750" y="13970"/>
                  </a:moveTo>
                  <a:lnTo>
                    <a:pt x="4220210" y="13970"/>
                  </a:lnTo>
                  <a:lnTo>
                    <a:pt x="4220210" y="12700"/>
                  </a:lnTo>
                  <a:lnTo>
                    <a:pt x="4218927" y="12700"/>
                  </a:lnTo>
                  <a:lnTo>
                    <a:pt x="4218927" y="13970"/>
                  </a:lnTo>
                  <a:lnTo>
                    <a:pt x="44450" y="13970"/>
                  </a:lnTo>
                  <a:lnTo>
                    <a:pt x="44450" y="12700"/>
                  </a:lnTo>
                  <a:lnTo>
                    <a:pt x="43180" y="12700"/>
                  </a:lnTo>
                  <a:lnTo>
                    <a:pt x="43180" y="13970"/>
                  </a:lnTo>
                  <a:lnTo>
                    <a:pt x="41910" y="13970"/>
                  </a:lnTo>
                  <a:lnTo>
                    <a:pt x="41910" y="16510"/>
                  </a:lnTo>
                  <a:lnTo>
                    <a:pt x="4222750" y="16510"/>
                  </a:lnTo>
                  <a:lnTo>
                    <a:pt x="4222750" y="13970"/>
                  </a:lnTo>
                  <a:close/>
                </a:path>
                <a:path w="4263390" h="59689">
                  <a:moveTo>
                    <a:pt x="4225277" y="16510"/>
                  </a:moveTo>
                  <a:lnTo>
                    <a:pt x="4224020" y="16510"/>
                  </a:lnTo>
                  <a:lnTo>
                    <a:pt x="4224020" y="17780"/>
                  </a:lnTo>
                  <a:lnTo>
                    <a:pt x="39370" y="17780"/>
                  </a:lnTo>
                  <a:lnTo>
                    <a:pt x="39370" y="16510"/>
                  </a:lnTo>
                  <a:lnTo>
                    <a:pt x="38100" y="16510"/>
                  </a:lnTo>
                  <a:lnTo>
                    <a:pt x="38100" y="17780"/>
                  </a:lnTo>
                  <a:lnTo>
                    <a:pt x="38100" y="19050"/>
                  </a:lnTo>
                  <a:lnTo>
                    <a:pt x="4225277" y="19050"/>
                  </a:lnTo>
                  <a:lnTo>
                    <a:pt x="4225277" y="17780"/>
                  </a:lnTo>
                  <a:lnTo>
                    <a:pt x="4225277" y="16510"/>
                  </a:lnTo>
                  <a:close/>
                </a:path>
                <a:path w="4263390" h="59689">
                  <a:moveTo>
                    <a:pt x="4229100" y="20320"/>
                  </a:moveTo>
                  <a:lnTo>
                    <a:pt x="4227830" y="20320"/>
                  </a:lnTo>
                  <a:lnTo>
                    <a:pt x="4227830" y="19050"/>
                  </a:lnTo>
                  <a:lnTo>
                    <a:pt x="4226560" y="19050"/>
                  </a:lnTo>
                  <a:lnTo>
                    <a:pt x="4226560" y="20320"/>
                  </a:lnTo>
                  <a:lnTo>
                    <a:pt x="36830" y="20320"/>
                  </a:lnTo>
                  <a:lnTo>
                    <a:pt x="36830" y="19050"/>
                  </a:lnTo>
                  <a:lnTo>
                    <a:pt x="35560" y="19050"/>
                  </a:lnTo>
                  <a:lnTo>
                    <a:pt x="35560" y="20320"/>
                  </a:lnTo>
                  <a:lnTo>
                    <a:pt x="34290" y="20320"/>
                  </a:lnTo>
                  <a:lnTo>
                    <a:pt x="34290" y="22860"/>
                  </a:lnTo>
                  <a:lnTo>
                    <a:pt x="4229100" y="22860"/>
                  </a:lnTo>
                  <a:lnTo>
                    <a:pt x="4229100" y="20320"/>
                  </a:lnTo>
                  <a:close/>
                </a:path>
                <a:path w="4263390" h="59689">
                  <a:moveTo>
                    <a:pt x="4231627" y="22860"/>
                  </a:moveTo>
                  <a:lnTo>
                    <a:pt x="4230370" y="22860"/>
                  </a:lnTo>
                  <a:lnTo>
                    <a:pt x="4230370" y="24130"/>
                  </a:lnTo>
                  <a:lnTo>
                    <a:pt x="33020" y="24130"/>
                  </a:lnTo>
                  <a:lnTo>
                    <a:pt x="33020" y="22860"/>
                  </a:lnTo>
                  <a:lnTo>
                    <a:pt x="31750" y="22860"/>
                  </a:lnTo>
                  <a:lnTo>
                    <a:pt x="31750" y="24130"/>
                  </a:lnTo>
                  <a:lnTo>
                    <a:pt x="31750" y="25400"/>
                  </a:lnTo>
                  <a:lnTo>
                    <a:pt x="4231627" y="25400"/>
                  </a:lnTo>
                  <a:lnTo>
                    <a:pt x="4231627" y="24130"/>
                  </a:lnTo>
                  <a:lnTo>
                    <a:pt x="4231627" y="22860"/>
                  </a:lnTo>
                  <a:close/>
                </a:path>
                <a:path w="4263390" h="59689">
                  <a:moveTo>
                    <a:pt x="4237977" y="30480"/>
                  </a:moveTo>
                  <a:lnTo>
                    <a:pt x="4236720" y="30480"/>
                  </a:lnTo>
                  <a:lnTo>
                    <a:pt x="4236720" y="29210"/>
                  </a:lnTo>
                  <a:lnTo>
                    <a:pt x="4235450" y="29210"/>
                  </a:lnTo>
                  <a:lnTo>
                    <a:pt x="4235450" y="26670"/>
                  </a:lnTo>
                  <a:lnTo>
                    <a:pt x="4234180" y="26670"/>
                  </a:lnTo>
                  <a:lnTo>
                    <a:pt x="4234180" y="25400"/>
                  </a:lnTo>
                  <a:lnTo>
                    <a:pt x="4232910" y="25400"/>
                  </a:lnTo>
                  <a:lnTo>
                    <a:pt x="4232910" y="26670"/>
                  </a:lnTo>
                  <a:lnTo>
                    <a:pt x="30480" y="26670"/>
                  </a:lnTo>
                  <a:lnTo>
                    <a:pt x="30480" y="25400"/>
                  </a:lnTo>
                  <a:lnTo>
                    <a:pt x="29210" y="25400"/>
                  </a:lnTo>
                  <a:lnTo>
                    <a:pt x="29210" y="26670"/>
                  </a:lnTo>
                  <a:lnTo>
                    <a:pt x="27940" y="26670"/>
                  </a:lnTo>
                  <a:lnTo>
                    <a:pt x="27940" y="29210"/>
                  </a:lnTo>
                  <a:lnTo>
                    <a:pt x="26670" y="29210"/>
                  </a:lnTo>
                  <a:lnTo>
                    <a:pt x="26670" y="30480"/>
                  </a:lnTo>
                  <a:lnTo>
                    <a:pt x="25400" y="30480"/>
                  </a:lnTo>
                  <a:lnTo>
                    <a:pt x="25400" y="31750"/>
                  </a:lnTo>
                  <a:lnTo>
                    <a:pt x="4237977" y="31750"/>
                  </a:lnTo>
                  <a:lnTo>
                    <a:pt x="4237977" y="30480"/>
                  </a:lnTo>
                  <a:close/>
                </a:path>
                <a:path w="4263390" h="59689">
                  <a:moveTo>
                    <a:pt x="4240530" y="33020"/>
                  </a:moveTo>
                  <a:lnTo>
                    <a:pt x="4239260" y="33020"/>
                  </a:lnTo>
                  <a:lnTo>
                    <a:pt x="4239260" y="31750"/>
                  </a:lnTo>
                  <a:lnTo>
                    <a:pt x="4237977" y="31750"/>
                  </a:lnTo>
                  <a:lnTo>
                    <a:pt x="4237977" y="33020"/>
                  </a:lnTo>
                  <a:lnTo>
                    <a:pt x="25400" y="33020"/>
                  </a:lnTo>
                  <a:lnTo>
                    <a:pt x="25400" y="31750"/>
                  </a:lnTo>
                  <a:lnTo>
                    <a:pt x="24130" y="31750"/>
                  </a:lnTo>
                  <a:lnTo>
                    <a:pt x="24130" y="33020"/>
                  </a:lnTo>
                  <a:lnTo>
                    <a:pt x="22860" y="33020"/>
                  </a:lnTo>
                  <a:lnTo>
                    <a:pt x="22860" y="35560"/>
                  </a:lnTo>
                  <a:lnTo>
                    <a:pt x="4240530" y="35560"/>
                  </a:lnTo>
                  <a:lnTo>
                    <a:pt x="4240530" y="33020"/>
                  </a:lnTo>
                  <a:close/>
                </a:path>
                <a:path w="4263390" h="59689">
                  <a:moveTo>
                    <a:pt x="4243070" y="35560"/>
                  </a:moveTo>
                  <a:lnTo>
                    <a:pt x="4241800" y="35560"/>
                  </a:lnTo>
                  <a:lnTo>
                    <a:pt x="4241800" y="36830"/>
                  </a:lnTo>
                  <a:lnTo>
                    <a:pt x="21590" y="36830"/>
                  </a:lnTo>
                  <a:lnTo>
                    <a:pt x="21590" y="35560"/>
                  </a:lnTo>
                  <a:lnTo>
                    <a:pt x="20320" y="35560"/>
                  </a:lnTo>
                  <a:lnTo>
                    <a:pt x="20320" y="36830"/>
                  </a:lnTo>
                  <a:lnTo>
                    <a:pt x="20320" y="38100"/>
                  </a:lnTo>
                  <a:lnTo>
                    <a:pt x="4243070" y="38100"/>
                  </a:lnTo>
                  <a:lnTo>
                    <a:pt x="4243070" y="36830"/>
                  </a:lnTo>
                  <a:lnTo>
                    <a:pt x="4243070" y="35560"/>
                  </a:lnTo>
                  <a:close/>
                </a:path>
                <a:path w="4263390" h="59689">
                  <a:moveTo>
                    <a:pt x="4246880" y="39370"/>
                  </a:moveTo>
                  <a:lnTo>
                    <a:pt x="4245610" y="39370"/>
                  </a:lnTo>
                  <a:lnTo>
                    <a:pt x="4245610" y="38100"/>
                  </a:lnTo>
                  <a:lnTo>
                    <a:pt x="4244327" y="38100"/>
                  </a:lnTo>
                  <a:lnTo>
                    <a:pt x="4244327" y="39370"/>
                  </a:lnTo>
                  <a:lnTo>
                    <a:pt x="19050" y="39370"/>
                  </a:lnTo>
                  <a:lnTo>
                    <a:pt x="19050" y="38100"/>
                  </a:lnTo>
                  <a:lnTo>
                    <a:pt x="17780" y="38100"/>
                  </a:lnTo>
                  <a:lnTo>
                    <a:pt x="17780" y="39370"/>
                  </a:lnTo>
                  <a:lnTo>
                    <a:pt x="16510" y="39370"/>
                  </a:lnTo>
                  <a:lnTo>
                    <a:pt x="16510" y="41910"/>
                  </a:lnTo>
                  <a:lnTo>
                    <a:pt x="4246880" y="41910"/>
                  </a:lnTo>
                  <a:lnTo>
                    <a:pt x="4246880" y="39370"/>
                  </a:lnTo>
                  <a:close/>
                </a:path>
                <a:path w="4263390" h="59689">
                  <a:moveTo>
                    <a:pt x="4251960" y="45720"/>
                  </a:moveTo>
                  <a:lnTo>
                    <a:pt x="4250677" y="45720"/>
                  </a:lnTo>
                  <a:lnTo>
                    <a:pt x="4250677" y="44450"/>
                  </a:lnTo>
                  <a:lnTo>
                    <a:pt x="4249420" y="44450"/>
                  </a:lnTo>
                  <a:lnTo>
                    <a:pt x="4249420" y="43180"/>
                  </a:lnTo>
                  <a:lnTo>
                    <a:pt x="4249420" y="41910"/>
                  </a:lnTo>
                  <a:lnTo>
                    <a:pt x="4248150" y="41910"/>
                  </a:lnTo>
                  <a:lnTo>
                    <a:pt x="4248150" y="43180"/>
                  </a:lnTo>
                  <a:lnTo>
                    <a:pt x="15240" y="43180"/>
                  </a:lnTo>
                  <a:lnTo>
                    <a:pt x="15240" y="41910"/>
                  </a:lnTo>
                  <a:lnTo>
                    <a:pt x="13970" y="41910"/>
                  </a:lnTo>
                  <a:lnTo>
                    <a:pt x="13970" y="43180"/>
                  </a:lnTo>
                  <a:lnTo>
                    <a:pt x="13970" y="44450"/>
                  </a:lnTo>
                  <a:lnTo>
                    <a:pt x="12700" y="44450"/>
                  </a:lnTo>
                  <a:lnTo>
                    <a:pt x="12700" y="45720"/>
                  </a:lnTo>
                  <a:lnTo>
                    <a:pt x="11430" y="45720"/>
                  </a:lnTo>
                  <a:lnTo>
                    <a:pt x="11430" y="48260"/>
                  </a:lnTo>
                  <a:lnTo>
                    <a:pt x="4251960" y="48260"/>
                  </a:lnTo>
                  <a:lnTo>
                    <a:pt x="4251960" y="45720"/>
                  </a:lnTo>
                  <a:close/>
                </a:path>
                <a:path w="4263390" h="59689">
                  <a:moveTo>
                    <a:pt x="4254500" y="48260"/>
                  </a:moveTo>
                  <a:lnTo>
                    <a:pt x="4253230" y="48260"/>
                  </a:lnTo>
                  <a:lnTo>
                    <a:pt x="4253230" y="49530"/>
                  </a:lnTo>
                  <a:lnTo>
                    <a:pt x="10160" y="49530"/>
                  </a:lnTo>
                  <a:lnTo>
                    <a:pt x="10160" y="48260"/>
                  </a:lnTo>
                  <a:lnTo>
                    <a:pt x="8890" y="48260"/>
                  </a:lnTo>
                  <a:lnTo>
                    <a:pt x="8890" y="49530"/>
                  </a:lnTo>
                  <a:lnTo>
                    <a:pt x="8890" y="50800"/>
                  </a:lnTo>
                  <a:lnTo>
                    <a:pt x="4254500" y="50800"/>
                  </a:lnTo>
                  <a:lnTo>
                    <a:pt x="4254500" y="49530"/>
                  </a:lnTo>
                  <a:lnTo>
                    <a:pt x="4254500" y="48260"/>
                  </a:lnTo>
                  <a:close/>
                </a:path>
                <a:path w="4263390" h="59689">
                  <a:moveTo>
                    <a:pt x="4258310" y="52070"/>
                  </a:moveTo>
                  <a:lnTo>
                    <a:pt x="4257027" y="52070"/>
                  </a:lnTo>
                  <a:lnTo>
                    <a:pt x="4257027" y="50800"/>
                  </a:lnTo>
                  <a:lnTo>
                    <a:pt x="4255770" y="50800"/>
                  </a:lnTo>
                  <a:lnTo>
                    <a:pt x="4255770" y="52070"/>
                  </a:lnTo>
                  <a:lnTo>
                    <a:pt x="7620" y="52070"/>
                  </a:lnTo>
                  <a:lnTo>
                    <a:pt x="7620" y="50800"/>
                  </a:lnTo>
                  <a:lnTo>
                    <a:pt x="6350" y="50800"/>
                  </a:lnTo>
                  <a:lnTo>
                    <a:pt x="6350" y="52070"/>
                  </a:lnTo>
                  <a:lnTo>
                    <a:pt x="5080" y="52070"/>
                  </a:lnTo>
                  <a:lnTo>
                    <a:pt x="5080" y="54610"/>
                  </a:lnTo>
                  <a:lnTo>
                    <a:pt x="4258310" y="54610"/>
                  </a:lnTo>
                  <a:lnTo>
                    <a:pt x="4258310" y="52070"/>
                  </a:lnTo>
                  <a:close/>
                </a:path>
                <a:path w="4263390" h="59689">
                  <a:moveTo>
                    <a:pt x="4263377" y="58420"/>
                  </a:moveTo>
                  <a:lnTo>
                    <a:pt x="4262120" y="58420"/>
                  </a:lnTo>
                  <a:lnTo>
                    <a:pt x="4262120" y="57150"/>
                  </a:lnTo>
                  <a:lnTo>
                    <a:pt x="4260850" y="57150"/>
                  </a:lnTo>
                  <a:lnTo>
                    <a:pt x="4260850" y="55880"/>
                  </a:lnTo>
                  <a:lnTo>
                    <a:pt x="4260850" y="54610"/>
                  </a:lnTo>
                  <a:lnTo>
                    <a:pt x="4259580" y="54610"/>
                  </a:lnTo>
                  <a:lnTo>
                    <a:pt x="4259580" y="55880"/>
                  </a:lnTo>
                  <a:lnTo>
                    <a:pt x="3810" y="55880"/>
                  </a:lnTo>
                  <a:lnTo>
                    <a:pt x="3810" y="54610"/>
                  </a:lnTo>
                  <a:lnTo>
                    <a:pt x="2540" y="54610"/>
                  </a:lnTo>
                  <a:lnTo>
                    <a:pt x="2540" y="55880"/>
                  </a:lnTo>
                  <a:lnTo>
                    <a:pt x="2540" y="57150"/>
                  </a:lnTo>
                  <a:lnTo>
                    <a:pt x="1270" y="57150"/>
                  </a:lnTo>
                  <a:lnTo>
                    <a:pt x="1270" y="58420"/>
                  </a:lnTo>
                  <a:lnTo>
                    <a:pt x="0" y="58420"/>
                  </a:lnTo>
                  <a:lnTo>
                    <a:pt x="0" y="59690"/>
                  </a:lnTo>
                  <a:lnTo>
                    <a:pt x="4263377" y="59690"/>
                  </a:lnTo>
                  <a:lnTo>
                    <a:pt x="4263377" y="5842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2339340" y="2609849"/>
              <a:ext cx="4349750" cy="59690"/>
            </a:xfrm>
            <a:custGeom>
              <a:avLst/>
              <a:gdLst/>
              <a:ahLst/>
              <a:cxnLst/>
              <a:rect l="l" t="t" r="r" b="b"/>
              <a:pathLst>
                <a:path w="4349750" h="59689">
                  <a:moveTo>
                    <a:pt x="24130" y="22860"/>
                  </a:moveTo>
                  <a:lnTo>
                    <a:pt x="22860" y="22860"/>
                  </a:lnTo>
                  <a:lnTo>
                    <a:pt x="22860" y="24130"/>
                  </a:lnTo>
                  <a:lnTo>
                    <a:pt x="24130" y="24130"/>
                  </a:lnTo>
                  <a:lnTo>
                    <a:pt x="24130" y="22860"/>
                  </a:lnTo>
                  <a:close/>
                </a:path>
                <a:path w="4349750" h="59689">
                  <a:moveTo>
                    <a:pt x="4306557" y="0"/>
                  </a:moveTo>
                  <a:lnTo>
                    <a:pt x="43180" y="0"/>
                  </a:lnTo>
                  <a:lnTo>
                    <a:pt x="43180" y="1270"/>
                  </a:lnTo>
                  <a:lnTo>
                    <a:pt x="4306557" y="1270"/>
                  </a:lnTo>
                  <a:lnTo>
                    <a:pt x="4306557" y="0"/>
                  </a:lnTo>
                  <a:close/>
                </a:path>
                <a:path w="4349750" h="59689">
                  <a:moveTo>
                    <a:pt x="4311650" y="5080"/>
                  </a:moveTo>
                  <a:lnTo>
                    <a:pt x="4310380" y="5080"/>
                  </a:lnTo>
                  <a:lnTo>
                    <a:pt x="4310380" y="3810"/>
                  </a:lnTo>
                  <a:lnTo>
                    <a:pt x="4309110" y="3810"/>
                  </a:lnTo>
                  <a:lnTo>
                    <a:pt x="4309110" y="2540"/>
                  </a:lnTo>
                  <a:lnTo>
                    <a:pt x="4309110" y="1270"/>
                  </a:lnTo>
                  <a:lnTo>
                    <a:pt x="4307840" y="1270"/>
                  </a:lnTo>
                  <a:lnTo>
                    <a:pt x="4307840" y="2540"/>
                  </a:lnTo>
                  <a:lnTo>
                    <a:pt x="41910" y="2540"/>
                  </a:lnTo>
                  <a:lnTo>
                    <a:pt x="41910" y="1270"/>
                  </a:lnTo>
                  <a:lnTo>
                    <a:pt x="40640" y="1270"/>
                  </a:lnTo>
                  <a:lnTo>
                    <a:pt x="40640" y="2540"/>
                  </a:lnTo>
                  <a:lnTo>
                    <a:pt x="40640" y="3810"/>
                  </a:lnTo>
                  <a:lnTo>
                    <a:pt x="39370" y="3810"/>
                  </a:lnTo>
                  <a:lnTo>
                    <a:pt x="39370" y="5080"/>
                  </a:lnTo>
                  <a:lnTo>
                    <a:pt x="38100" y="5080"/>
                  </a:lnTo>
                  <a:lnTo>
                    <a:pt x="38100" y="7620"/>
                  </a:lnTo>
                  <a:lnTo>
                    <a:pt x="4311650" y="7620"/>
                  </a:lnTo>
                  <a:lnTo>
                    <a:pt x="4311650" y="5080"/>
                  </a:lnTo>
                  <a:close/>
                </a:path>
                <a:path w="4349750" h="59689">
                  <a:moveTo>
                    <a:pt x="4316730" y="11430"/>
                  </a:moveTo>
                  <a:lnTo>
                    <a:pt x="4315460" y="11430"/>
                  </a:lnTo>
                  <a:lnTo>
                    <a:pt x="4315460" y="10160"/>
                  </a:lnTo>
                  <a:lnTo>
                    <a:pt x="4314190" y="10160"/>
                  </a:lnTo>
                  <a:lnTo>
                    <a:pt x="4314190" y="8890"/>
                  </a:lnTo>
                  <a:lnTo>
                    <a:pt x="4314190" y="7620"/>
                  </a:lnTo>
                  <a:lnTo>
                    <a:pt x="4312907" y="7620"/>
                  </a:lnTo>
                  <a:lnTo>
                    <a:pt x="4312907" y="8890"/>
                  </a:lnTo>
                  <a:lnTo>
                    <a:pt x="36830" y="8890"/>
                  </a:lnTo>
                  <a:lnTo>
                    <a:pt x="36830" y="7620"/>
                  </a:lnTo>
                  <a:lnTo>
                    <a:pt x="35560" y="7620"/>
                  </a:lnTo>
                  <a:lnTo>
                    <a:pt x="35560" y="8890"/>
                  </a:lnTo>
                  <a:lnTo>
                    <a:pt x="35560" y="10160"/>
                  </a:lnTo>
                  <a:lnTo>
                    <a:pt x="34290" y="10160"/>
                  </a:lnTo>
                  <a:lnTo>
                    <a:pt x="34290" y="11430"/>
                  </a:lnTo>
                  <a:lnTo>
                    <a:pt x="33020" y="11430"/>
                  </a:lnTo>
                  <a:lnTo>
                    <a:pt x="33020" y="13970"/>
                  </a:lnTo>
                  <a:lnTo>
                    <a:pt x="4316730" y="13970"/>
                  </a:lnTo>
                  <a:lnTo>
                    <a:pt x="4316730" y="11430"/>
                  </a:lnTo>
                  <a:close/>
                </a:path>
                <a:path w="4349750" h="59689">
                  <a:moveTo>
                    <a:pt x="4321810" y="17780"/>
                  </a:moveTo>
                  <a:lnTo>
                    <a:pt x="4320540" y="17780"/>
                  </a:lnTo>
                  <a:lnTo>
                    <a:pt x="4320540" y="16510"/>
                  </a:lnTo>
                  <a:lnTo>
                    <a:pt x="4319270" y="16510"/>
                  </a:lnTo>
                  <a:lnTo>
                    <a:pt x="4319270" y="15240"/>
                  </a:lnTo>
                  <a:lnTo>
                    <a:pt x="4319270" y="13970"/>
                  </a:lnTo>
                  <a:lnTo>
                    <a:pt x="4318000" y="13970"/>
                  </a:lnTo>
                  <a:lnTo>
                    <a:pt x="4318000" y="15240"/>
                  </a:lnTo>
                  <a:lnTo>
                    <a:pt x="31750" y="15240"/>
                  </a:lnTo>
                  <a:lnTo>
                    <a:pt x="31750" y="13970"/>
                  </a:lnTo>
                  <a:lnTo>
                    <a:pt x="30480" y="13970"/>
                  </a:lnTo>
                  <a:lnTo>
                    <a:pt x="30480" y="15240"/>
                  </a:lnTo>
                  <a:lnTo>
                    <a:pt x="30480" y="16510"/>
                  </a:lnTo>
                  <a:lnTo>
                    <a:pt x="29210" y="16510"/>
                  </a:lnTo>
                  <a:lnTo>
                    <a:pt x="29210" y="17780"/>
                  </a:lnTo>
                  <a:lnTo>
                    <a:pt x="27940" y="17780"/>
                  </a:lnTo>
                  <a:lnTo>
                    <a:pt x="27940" y="20320"/>
                  </a:lnTo>
                  <a:lnTo>
                    <a:pt x="4321810" y="20320"/>
                  </a:lnTo>
                  <a:lnTo>
                    <a:pt x="4321810" y="17780"/>
                  </a:lnTo>
                  <a:close/>
                </a:path>
                <a:path w="4349750" h="59689">
                  <a:moveTo>
                    <a:pt x="4324350" y="20320"/>
                  </a:moveTo>
                  <a:lnTo>
                    <a:pt x="4323080" y="20320"/>
                  </a:lnTo>
                  <a:lnTo>
                    <a:pt x="4323080" y="21590"/>
                  </a:lnTo>
                  <a:lnTo>
                    <a:pt x="26670" y="21590"/>
                  </a:lnTo>
                  <a:lnTo>
                    <a:pt x="26670" y="20320"/>
                  </a:lnTo>
                  <a:lnTo>
                    <a:pt x="25400" y="20320"/>
                  </a:lnTo>
                  <a:lnTo>
                    <a:pt x="25400" y="21590"/>
                  </a:lnTo>
                  <a:lnTo>
                    <a:pt x="25400" y="22860"/>
                  </a:lnTo>
                  <a:lnTo>
                    <a:pt x="4324350" y="22860"/>
                  </a:lnTo>
                  <a:lnTo>
                    <a:pt x="4324350" y="21590"/>
                  </a:lnTo>
                  <a:lnTo>
                    <a:pt x="4324350" y="20320"/>
                  </a:lnTo>
                  <a:close/>
                </a:path>
                <a:path w="4349750" h="59689">
                  <a:moveTo>
                    <a:pt x="4326890" y="22860"/>
                  </a:moveTo>
                  <a:lnTo>
                    <a:pt x="4325620" y="22860"/>
                  </a:lnTo>
                  <a:lnTo>
                    <a:pt x="4325620" y="24130"/>
                  </a:lnTo>
                  <a:lnTo>
                    <a:pt x="4326890" y="24130"/>
                  </a:lnTo>
                  <a:lnTo>
                    <a:pt x="4326890" y="22860"/>
                  </a:lnTo>
                  <a:close/>
                </a:path>
                <a:path w="4349750" h="59689">
                  <a:moveTo>
                    <a:pt x="4343400" y="48260"/>
                  </a:moveTo>
                  <a:lnTo>
                    <a:pt x="4342130" y="48260"/>
                  </a:lnTo>
                  <a:lnTo>
                    <a:pt x="4342130" y="45720"/>
                  </a:lnTo>
                  <a:lnTo>
                    <a:pt x="4340860" y="45720"/>
                  </a:lnTo>
                  <a:lnTo>
                    <a:pt x="4340860" y="44450"/>
                  </a:lnTo>
                  <a:lnTo>
                    <a:pt x="4339590" y="44450"/>
                  </a:lnTo>
                  <a:lnTo>
                    <a:pt x="4339590" y="41910"/>
                  </a:lnTo>
                  <a:lnTo>
                    <a:pt x="4338320" y="41910"/>
                  </a:lnTo>
                  <a:lnTo>
                    <a:pt x="4338320" y="39370"/>
                  </a:lnTo>
                  <a:lnTo>
                    <a:pt x="4337050" y="39370"/>
                  </a:lnTo>
                  <a:lnTo>
                    <a:pt x="4337050" y="38100"/>
                  </a:lnTo>
                  <a:lnTo>
                    <a:pt x="4335780" y="38100"/>
                  </a:lnTo>
                  <a:lnTo>
                    <a:pt x="4335780" y="35560"/>
                  </a:lnTo>
                  <a:lnTo>
                    <a:pt x="4334510" y="35560"/>
                  </a:lnTo>
                  <a:lnTo>
                    <a:pt x="4334510" y="34290"/>
                  </a:lnTo>
                  <a:lnTo>
                    <a:pt x="4333240" y="34290"/>
                  </a:lnTo>
                  <a:lnTo>
                    <a:pt x="4333240" y="31750"/>
                  </a:lnTo>
                  <a:lnTo>
                    <a:pt x="4331970" y="31750"/>
                  </a:lnTo>
                  <a:lnTo>
                    <a:pt x="4331970" y="29210"/>
                  </a:lnTo>
                  <a:lnTo>
                    <a:pt x="4330700" y="29210"/>
                  </a:lnTo>
                  <a:lnTo>
                    <a:pt x="4330700" y="27940"/>
                  </a:lnTo>
                  <a:lnTo>
                    <a:pt x="4329430" y="27940"/>
                  </a:lnTo>
                  <a:lnTo>
                    <a:pt x="4329430" y="26670"/>
                  </a:lnTo>
                  <a:lnTo>
                    <a:pt x="4328160" y="26670"/>
                  </a:lnTo>
                  <a:lnTo>
                    <a:pt x="4328160" y="24142"/>
                  </a:lnTo>
                  <a:lnTo>
                    <a:pt x="21590" y="24142"/>
                  </a:lnTo>
                  <a:lnTo>
                    <a:pt x="21590" y="26670"/>
                  </a:lnTo>
                  <a:lnTo>
                    <a:pt x="20320" y="26670"/>
                  </a:lnTo>
                  <a:lnTo>
                    <a:pt x="20320" y="27940"/>
                  </a:lnTo>
                  <a:lnTo>
                    <a:pt x="19050" y="27940"/>
                  </a:lnTo>
                  <a:lnTo>
                    <a:pt x="19050" y="29210"/>
                  </a:lnTo>
                  <a:lnTo>
                    <a:pt x="17780" y="29210"/>
                  </a:lnTo>
                  <a:lnTo>
                    <a:pt x="17780" y="31750"/>
                  </a:lnTo>
                  <a:lnTo>
                    <a:pt x="16510" y="31750"/>
                  </a:lnTo>
                  <a:lnTo>
                    <a:pt x="16510" y="34290"/>
                  </a:lnTo>
                  <a:lnTo>
                    <a:pt x="15240" y="34290"/>
                  </a:lnTo>
                  <a:lnTo>
                    <a:pt x="15240" y="35560"/>
                  </a:lnTo>
                  <a:lnTo>
                    <a:pt x="13970" y="35560"/>
                  </a:lnTo>
                  <a:lnTo>
                    <a:pt x="13970" y="38100"/>
                  </a:lnTo>
                  <a:lnTo>
                    <a:pt x="12700" y="38100"/>
                  </a:lnTo>
                  <a:lnTo>
                    <a:pt x="12700" y="39370"/>
                  </a:lnTo>
                  <a:lnTo>
                    <a:pt x="11430" y="39370"/>
                  </a:lnTo>
                  <a:lnTo>
                    <a:pt x="11430" y="41910"/>
                  </a:lnTo>
                  <a:lnTo>
                    <a:pt x="10160" y="41910"/>
                  </a:lnTo>
                  <a:lnTo>
                    <a:pt x="10160" y="44450"/>
                  </a:lnTo>
                  <a:lnTo>
                    <a:pt x="8890" y="44450"/>
                  </a:lnTo>
                  <a:lnTo>
                    <a:pt x="8890" y="45720"/>
                  </a:lnTo>
                  <a:lnTo>
                    <a:pt x="7620" y="45720"/>
                  </a:lnTo>
                  <a:lnTo>
                    <a:pt x="7620" y="48260"/>
                  </a:lnTo>
                  <a:lnTo>
                    <a:pt x="6350" y="48260"/>
                  </a:lnTo>
                  <a:lnTo>
                    <a:pt x="6350" y="49530"/>
                  </a:lnTo>
                  <a:lnTo>
                    <a:pt x="4343400" y="49530"/>
                  </a:lnTo>
                  <a:lnTo>
                    <a:pt x="4343400" y="48260"/>
                  </a:lnTo>
                  <a:close/>
                </a:path>
                <a:path w="4349750" h="59689">
                  <a:moveTo>
                    <a:pt x="4347210" y="54610"/>
                  </a:moveTo>
                  <a:lnTo>
                    <a:pt x="4345940" y="54610"/>
                  </a:lnTo>
                  <a:lnTo>
                    <a:pt x="4345940" y="52070"/>
                  </a:lnTo>
                  <a:lnTo>
                    <a:pt x="4344670" y="52070"/>
                  </a:lnTo>
                  <a:lnTo>
                    <a:pt x="4344670" y="49542"/>
                  </a:lnTo>
                  <a:lnTo>
                    <a:pt x="5080" y="49542"/>
                  </a:lnTo>
                  <a:lnTo>
                    <a:pt x="5080" y="52070"/>
                  </a:lnTo>
                  <a:lnTo>
                    <a:pt x="3810" y="52070"/>
                  </a:lnTo>
                  <a:lnTo>
                    <a:pt x="3810" y="54610"/>
                  </a:lnTo>
                  <a:lnTo>
                    <a:pt x="2540" y="54610"/>
                  </a:lnTo>
                  <a:lnTo>
                    <a:pt x="2540" y="55880"/>
                  </a:lnTo>
                  <a:lnTo>
                    <a:pt x="4347210" y="55880"/>
                  </a:lnTo>
                  <a:lnTo>
                    <a:pt x="4347210" y="54610"/>
                  </a:lnTo>
                  <a:close/>
                </a:path>
                <a:path w="4349750" h="59689">
                  <a:moveTo>
                    <a:pt x="4349750" y="58420"/>
                  </a:moveTo>
                  <a:lnTo>
                    <a:pt x="4348480" y="58420"/>
                  </a:lnTo>
                  <a:lnTo>
                    <a:pt x="4348480" y="55892"/>
                  </a:lnTo>
                  <a:lnTo>
                    <a:pt x="1270" y="55892"/>
                  </a:lnTo>
                  <a:lnTo>
                    <a:pt x="1270" y="58420"/>
                  </a:lnTo>
                  <a:lnTo>
                    <a:pt x="0" y="58420"/>
                  </a:lnTo>
                  <a:lnTo>
                    <a:pt x="0" y="59690"/>
                  </a:lnTo>
                  <a:lnTo>
                    <a:pt x="4349750" y="59690"/>
                  </a:lnTo>
                  <a:lnTo>
                    <a:pt x="4349750" y="5842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2308847" y="2669539"/>
              <a:ext cx="4411345" cy="59690"/>
            </a:xfrm>
            <a:custGeom>
              <a:avLst/>
              <a:gdLst/>
              <a:ahLst/>
              <a:cxnLst/>
              <a:rect l="l" t="t" r="r" b="b"/>
              <a:pathLst>
                <a:path w="4411345" h="59689">
                  <a:moveTo>
                    <a:pt x="4381512" y="0"/>
                  </a:moveTo>
                  <a:lnTo>
                    <a:pt x="29222" y="0"/>
                  </a:lnTo>
                  <a:lnTo>
                    <a:pt x="29222" y="2540"/>
                  </a:lnTo>
                  <a:lnTo>
                    <a:pt x="4381512" y="2540"/>
                  </a:lnTo>
                  <a:lnTo>
                    <a:pt x="4381512" y="0"/>
                  </a:lnTo>
                  <a:close/>
                </a:path>
                <a:path w="4411345" h="59689">
                  <a:moveTo>
                    <a:pt x="4385322" y="6350"/>
                  </a:moveTo>
                  <a:lnTo>
                    <a:pt x="4384052" y="6350"/>
                  </a:lnTo>
                  <a:lnTo>
                    <a:pt x="4384052" y="5080"/>
                  </a:lnTo>
                  <a:lnTo>
                    <a:pt x="4382782" y="5080"/>
                  </a:lnTo>
                  <a:lnTo>
                    <a:pt x="4382782" y="2552"/>
                  </a:lnTo>
                  <a:lnTo>
                    <a:pt x="27952" y="2552"/>
                  </a:lnTo>
                  <a:lnTo>
                    <a:pt x="27952" y="5080"/>
                  </a:lnTo>
                  <a:lnTo>
                    <a:pt x="26682" y="5080"/>
                  </a:lnTo>
                  <a:lnTo>
                    <a:pt x="26682" y="6350"/>
                  </a:lnTo>
                  <a:lnTo>
                    <a:pt x="25412" y="6350"/>
                  </a:lnTo>
                  <a:lnTo>
                    <a:pt x="25412" y="8890"/>
                  </a:lnTo>
                  <a:lnTo>
                    <a:pt x="4385322" y="8890"/>
                  </a:lnTo>
                  <a:lnTo>
                    <a:pt x="4385322" y="6350"/>
                  </a:lnTo>
                  <a:close/>
                </a:path>
                <a:path w="4411345" h="59689">
                  <a:moveTo>
                    <a:pt x="4391672" y="19050"/>
                  </a:moveTo>
                  <a:lnTo>
                    <a:pt x="4390402" y="19050"/>
                  </a:lnTo>
                  <a:lnTo>
                    <a:pt x="4390402" y="16510"/>
                  </a:lnTo>
                  <a:lnTo>
                    <a:pt x="4389132" y="16510"/>
                  </a:lnTo>
                  <a:lnTo>
                    <a:pt x="4389132" y="13970"/>
                  </a:lnTo>
                  <a:lnTo>
                    <a:pt x="4387862" y="13970"/>
                  </a:lnTo>
                  <a:lnTo>
                    <a:pt x="4387862" y="11430"/>
                  </a:lnTo>
                  <a:lnTo>
                    <a:pt x="4386592" y="11430"/>
                  </a:lnTo>
                  <a:lnTo>
                    <a:pt x="4386592" y="8902"/>
                  </a:lnTo>
                  <a:lnTo>
                    <a:pt x="24142" y="8902"/>
                  </a:lnTo>
                  <a:lnTo>
                    <a:pt x="24142" y="11430"/>
                  </a:lnTo>
                  <a:lnTo>
                    <a:pt x="22872" y="11430"/>
                  </a:lnTo>
                  <a:lnTo>
                    <a:pt x="22872" y="13970"/>
                  </a:lnTo>
                  <a:lnTo>
                    <a:pt x="21602" y="13970"/>
                  </a:lnTo>
                  <a:lnTo>
                    <a:pt x="21602" y="16510"/>
                  </a:lnTo>
                  <a:lnTo>
                    <a:pt x="20332" y="16510"/>
                  </a:lnTo>
                  <a:lnTo>
                    <a:pt x="20332" y="19050"/>
                  </a:lnTo>
                  <a:lnTo>
                    <a:pt x="19062" y="19050"/>
                  </a:lnTo>
                  <a:lnTo>
                    <a:pt x="19062" y="21590"/>
                  </a:lnTo>
                  <a:lnTo>
                    <a:pt x="4391672" y="21590"/>
                  </a:lnTo>
                  <a:lnTo>
                    <a:pt x="4391672" y="19050"/>
                  </a:lnTo>
                  <a:close/>
                </a:path>
                <a:path w="4411345" h="59689">
                  <a:moveTo>
                    <a:pt x="4395482" y="25400"/>
                  </a:moveTo>
                  <a:lnTo>
                    <a:pt x="4394212" y="25400"/>
                  </a:lnTo>
                  <a:lnTo>
                    <a:pt x="4394212" y="24130"/>
                  </a:lnTo>
                  <a:lnTo>
                    <a:pt x="4392942" y="24130"/>
                  </a:lnTo>
                  <a:lnTo>
                    <a:pt x="4392942" y="21602"/>
                  </a:lnTo>
                  <a:lnTo>
                    <a:pt x="17792" y="21602"/>
                  </a:lnTo>
                  <a:lnTo>
                    <a:pt x="17792" y="24130"/>
                  </a:lnTo>
                  <a:lnTo>
                    <a:pt x="16522" y="24130"/>
                  </a:lnTo>
                  <a:lnTo>
                    <a:pt x="16522" y="25400"/>
                  </a:lnTo>
                  <a:lnTo>
                    <a:pt x="15252" y="25400"/>
                  </a:lnTo>
                  <a:lnTo>
                    <a:pt x="15252" y="27940"/>
                  </a:lnTo>
                  <a:lnTo>
                    <a:pt x="4395482" y="27940"/>
                  </a:lnTo>
                  <a:lnTo>
                    <a:pt x="4395482" y="25400"/>
                  </a:lnTo>
                  <a:close/>
                </a:path>
                <a:path w="4411345" h="59689">
                  <a:moveTo>
                    <a:pt x="4401832" y="38100"/>
                  </a:moveTo>
                  <a:lnTo>
                    <a:pt x="4400562" y="38100"/>
                  </a:lnTo>
                  <a:lnTo>
                    <a:pt x="4400562" y="35560"/>
                  </a:lnTo>
                  <a:lnTo>
                    <a:pt x="4399292" y="35560"/>
                  </a:lnTo>
                  <a:lnTo>
                    <a:pt x="4399292" y="33020"/>
                  </a:lnTo>
                  <a:lnTo>
                    <a:pt x="4398022" y="33020"/>
                  </a:lnTo>
                  <a:lnTo>
                    <a:pt x="4398022" y="30480"/>
                  </a:lnTo>
                  <a:lnTo>
                    <a:pt x="4396752" y="30480"/>
                  </a:lnTo>
                  <a:lnTo>
                    <a:pt x="4396752" y="27952"/>
                  </a:lnTo>
                  <a:lnTo>
                    <a:pt x="13982" y="27952"/>
                  </a:lnTo>
                  <a:lnTo>
                    <a:pt x="13982" y="30480"/>
                  </a:lnTo>
                  <a:lnTo>
                    <a:pt x="12712" y="30480"/>
                  </a:lnTo>
                  <a:lnTo>
                    <a:pt x="12712" y="33020"/>
                  </a:lnTo>
                  <a:lnTo>
                    <a:pt x="11442" y="33020"/>
                  </a:lnTo>
                  <a:lnTo>
                    <a:pt x="11442" y="35560"/>
                  </a:lnTo>
                  <a:lnTo>
                    <a:pt x="10172" y="35560"/>
                  </a:lnTo>
                  <a:lnTo>
                    <a:pt x="10172" y="38100"/>
                  </a:lnTo>
                  <a:lnTo>
                    <a:pt x="8902" y="38100"/>
                  </a:lnTo>
                  <a:lnTo>
                    <a:pt x="8902" y="40640"/>
                  </a:lnTo>
                  <a:lnTo>
                    <a:pt x="4401832" y="40640"/>
                  </a:lnTo>
                  <a:lnTo>
                    <a:pt x="4401832" y="38100"/>
                  </a:lnTo>
                  <a:close/>
                </a:path>
                <a:path w="4411345" h="59689">
                  <a:moveTo>
                    <a:pt x="4410722" y="58420"/>
                  </a:moveTo>
                  <a:lnTo>
                    <a:pt x="4409452" y="58420"/>
                  </a:lnTo>
                  <a:lnTo>
                    <a:pt x="4409452" y="54610"/>
                  </a:lnTo>
                  <a:lnTo>
                    <a:pt x="4408182" y="54610"/>
                  </a:lnTo>
                  <a:lnTo>
                    <a:pt x="4408182" y="52070"/>
                  </a:lnTo>
                  <a:lnTo>
                    <a:pt x="4406912" y="52070"/>
                  </a:lnTo>
                  <a:lnTo>
                    <a:pt x="4406912" y="48260"/>
                  </a:lnTo>
                  <a:lnTo>
                    <a:pt x="4405642" y="48260"/>
                  </a:lnTo>
                  <a:lnTo>
                    <a:pt x="4405642" y="45720"/>
                  </a:lnTo>
                  <a:lnTo>
                    <a:pt x="4404372" y="45720"/>
                  </a:lnTo>
                  <a:lnTo>
                    <a:pt x="4404372" y="43180"/>
                  </a:lnTo>
                  <a:lnTo>
                    <a:pt x="4403102" y="43180"/>
                  </a:lnTo>
                  <a:lnTo>
                    <a:pt x="4403102" y="40652"/>
                  </a:lnTo>
                  <a:lnTo>
                    <a:pt x="7632" y="40652"/>
                  </a:lnTo>
                  <a:lnTo>
                    <a:pt x="7632" y="43180"/>
                  </a:lnTo>
                  <a:lnTo>
                    <a:pt x="6362" y="43180"/>
                  </a:lnTo>
                  <a:lnTo>
                    <a:pt x="6362" y="45720"/>
                  </a:lnTo>
                  <a:lnTo>
                    <a:pt x="5092" y="45720"/>
                  </a:lnTo>
                  <a:lnTo>
                    <a:pt x="5092" y="48260"/>
                  </a:lnTo>
                  <a:lnTo>
                    <a:pt x="3822" y="48260"/>
                  </a:lnTo>
                  <a:lnTo>
                    <a:pt x="3822" y="52070"/>
                  </a:lnTo>
                  <a:lnTo>
                    <a:pt x="2552" y="52070"/>
                  </a:lnTo>
                  <a:lnTo>
                    <a:pt x="2552" y="54610"/>
                  </a:lnTo>
                  <a:lnTo>
                    <a:pt x="1282" y="54610"/>
                  </a:lnTo>
                  <a:lnTo>
                    <a:pt x="1282" y="58420"/>
                  </a:lnTo>
                  <a:lnTo>
                    <a:pt x="12" y="58420"/>
                  </a:lnTo>
                  <a:lnTo>
                    <a:pt x="0" y="59690"/>
                  </a:lnTo>
                  <a:lnTo>
                    <a:pt x="4410722" y="59690"/>
                  </a:lnTo>
                  <a:lnTo>
                    <a:pt x="4410722" y="58420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2289810" y="2729229"/>
              <a:ext cx="4448810" cy="58419"/>
            </a:xfrm>
            <a:custGeom>
              <a:avLst/>
              <a:gdLst/>
              <a:ahLst/>
              <a:cxnLst/>
              <a:rect l="l" t="t" r="r" b="b"/>
              <a:pathLst>
                <a:path w="4448809" h="58419">
                  <a:moveTo>
                    <a:pt x="4442460" y="31750"/>
                  </a:moveTo>
                  <a:lnTo>
                    <a:pt x="4441190" y="31750"/>
                  </a:lnTo>
                  <a:lnTo>
                    <a:pt x="4441190" y="26670"/>
                  </a:lnTo>
                  <a:lnTo>
                    <a:pt x="4439920" y="26670"/>
                  </a:lnTo>
                  <a:lnTo>
                    <a:pt x="4439920" y="22860"/>
                  </a:lnTo>
                  <a:lnTo>
                    <a:pt x="4438650" y="22860"/>
                  </a:lnTo>
                  <a:lnTo>
                    <a:pt x="4438650" y="20320"/>
                  </a:lnTo>
                  <a:lnTo>
                    <a:pt x="4437380" y="20320"/>
                  </a:lnTo>
                  <a:lnTo>
                    <a:pt x="4437380" y="16510"/>
                  </a:lnTo>
                  <a:lnTo>
                    <a:pt x="4436110" y="16510"/>
                  </a:lnTo>
                  <a:lnTo>
                    <a:pt x="4436110" y="13970"/>
                  </a:lnTo>
                  <a:lnTo>
                    <a:pt x="4434840" y="13970"/>
                  </a:lnTo>
                  <a:lnTo>
                    <a:pt x="4434840" y="10160"/>
                  </a:lnTo>
                  <a:lnTo>
                    <a:pt x="4433570" y="10160"/>
                  </a:lnTo>
                  <a:lnTo>
                    <a:pt x="4433570" y="7620"/>
                  </a:lnTo>
                  <a:lnTo>
                    <a:pt x="4432300" y="7620"/>
                  </a:lnTo>
                  <a:lnTo>
                    <a:pt x="4432300" y="5080"/>
                  </a:lnTo>
                  <a:lnTo>
                    <a:pt x="4431030" y="5080"/>
                  </a:lnTo>
                  <a:lnTo>
                    <a:pt x="4431030" y="3810"/>
                  </a:lnTo>
                  <a:lnTo>
                    <a:pt x="4431030" y="1270"/>
                  </a:lnTo>
                  <a:lnTo>
                    <a:pt x="4429760" y="1270"/>
                  </a:lnTo>
                  <a:lnTo>
                    <a:pt x="4429760" y="0"/>
                  </a:lnTo>
                  <a:lnTo>
                    <a:pt x="19050" y="0"/>
                  </a:lnTo>
                  <a:lnTo>
                    <a:pt x="19050" y="1270"/>
                  </a:lnTo>
                  <a:lnTo>
                    <a:pt x="17780" y="1270"/>
                  </a:lnTo>
                  <a:lnTo>
                    <a:pt x="17780" y="3810"/>
                  </a:lnTo>
                  <a:lnTo>
                    <a:pt x="16510" y="3810"/>
                  </a:lnTo>
                  <a:lnTo>
                    <a:pt x="16510" y="5080"/>
                  </a:lnTo>
                  <a:lnTo>
                    <a:pt x="16510" y="7620"/>
                  </a:lnTo>
                  <a:lnTo>
                    <a:pt x="15240" y="7620"/>
                  </a:lnTo>
                  <a:lnTo>
                    <a:pt x="15240" y="10160"/>
                  </a:lnTo>
                  <a:lnTo>
                    <a:pt x="13970" y="10160"/>
                  </a:lnTo>
                  <a:lnTo>
                    <a:pt x="13970" y="13970"/>
                  </a:lnTo>
                  <a:lnTo>
                    <a:pt x="12700" y="13970"/>
                  </a:lnTo>
                  <a:lnTo>
                    <a:pt x="12700" y="16510"/>
                  </a:lnTo>
                  <a:lnTo>
                    <a:pt x="11430" y="16510"/>
                  </a:lnTo>
                  <a:lnTo>
                    <a:pt x="11430" y="20320"/>
                  </a:lnTo>
                  <a:lnTo>
                    <a:pt x="10160" y="20320"/>
                  </a:lnTo>
                  <a:lnTo>
                    <a:pt x="10160" y="22860"/>
                  </a:lnTo>
                  <a:lnTo>
                    <a:pt x="8890" y="22860"/>
                  </a:lnTo>
                  <a:lnTo>
                    <a:pt x="8890" y="26670"/>
                  </a:lnTo>
                  <a:lnTo>
                    <a:pt x="7620" y="26670"/>
                  </a:lnTo>
                  <a:lnTo>
                    <a:pt x="7620" y="31750"/>
                  </a:lnTo>
                  <a:lnTo>
                    <a:pt x="6350" y="31750"/>
                  </a:lnTo>
                  <a:lnTo>
                    <a:pt x="6350" y="35560"/>
                  </a:lnTo>
                  <a:lnTo>
                    <a:pt x="4442460" y="35560"/>
                  </a:lnTo>
                  <a:lnTo>
                    <a:pt x="4442460" y="31750"/>
                  </a:lnTo>
                  <a:close/>
                </a:path>
                <a:path w="4448809" h="58419">
                  <a:moveTo>
                    <a:pt x="4448810" y="54610"/>
                  </a:moveTo>
                  <a:lnTo>
                    <a:pt x="4447540" y="54610"/>
                  </a:lnTo>
                  <a:lnTo>
                    <a:pt x="4447540" y="49530"/>
                  </a:lnTo>
                  <a:lnTo>
                    <a:pt x="4446270" y="49530"/>
                  </a:lnTo>
                  <a:lnTo>
                    <a:pt x="4446270" y="45720"/>
                  </a:lnTo>
                  <a:lnTo>
                    <a:pt x="4445000" y="45720"/>
                  </a:lnTo>
                  <a:lnTo>
                    <a:pt x="4445000" y="44450"/>
                  </a:lnTo>
                  <a:lnTo>
                    <a:pt x="4445000" y="40640"/>
                  </a:lnTo>
                  <a:lnTo>
                    <a:pt x="4443730" y="40640"/>
                  </a:lnTo>
                  <a:lnTo>
                    <a:pt x="4443730" y="35572"/>
                  </a:lnTo>
                  <a:lnTo>
                    <a:pt x="5080" y="35572"/>
                  </a:lnTo>
                  <a:lnTo>
                    <a:pt x="5080" y="40640"/>
                  </a:lnTo>
                  <a:lnTo>
                    <a:pt x="3810" y="40640"/>
                  </a:lnTo>
                  <a:lnTo>
                    <a:pt x="3810" y="44450"/>
                  </a:lnTo>
                  <a:lnTo>
                    <a:pt x="2540" y="44450"/>
                  </a:lnTo>
                  <a:lnTo>
                    <a:pt x="2540" y="45720"/>
                  </a:lnTo>
                  <a:lnTo>
                    <a:pt x="2540" y="49530"/>
                  </a:lnTo>
                  <a:lnTo>
                    <a:pt x="1270" y="49530"/>
                  </a:lnTo>
                  <a:lnTo>
                    <a:pt x="1270" y="54610"/>
                  </a:lnTo>
                  <a:lnTo>
                    <a:pt x="0" y="54610"/>
                  </a:lnTo>
                  <a:lnTo>
                    <a:pt x="0" y="58420"/>
                  </a:lnTo>
                  <a:lnTo>
                    <a:pt x="4448810" y="58420"/>
                  </a:lnTo>
                  <a:lnTo>
                    <a:pt x="4448810" y="5461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2288539" y="2787650"/>
              <a:ext cx="4451350" cy="5080"/>
            </a:xfrm>
            <a:custGeom>
              <a:avLst/>
              <a:gdLst/>
              <a:ahLst/>
              <a:cxnLst/>
              <a:rect l="l" t="t" r="r" b="b"/>
              <a:pathLst>
                <a:path w="4451350" h="5080">
                  <a:moveTo>
                    <a:pt x="445135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4451350" y="5079"/>
                  </a:lnTo>
                  <a:lnTo>
                    <a:pt x="4451350" y="0"/>
                  </a:lnTo>
                  <a:close/>
                </a:path>
              </a:pathLst>
            </a:custGeom>
            <a:solidFill>
              <a:srgbClr val="F9F9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" name="object 10"/>
          <p:cNvGrpSpPr/>
          <p:nvPr/>
        </p:nvGrpSpPr>
        <p:grpSpPr>
          <a:xfrm>
            <a:off x="2277110" y="2792729"/>
            <a:ext cx="4474210" cy="1959610"/>
            <a:chOff x="2277110" y="2792729"/>
            <a:chExt cx="4474210" cy="1959610"/>
          </a:xfrm>
        </p:grpSpPr>
        <p:sp>
          <p:nvSpPr>
            <p:cNvPr id="11" name="object 11"/>
            <p:cNvSpPr/>
            <p:nvPr/>
          </p:nvSpPr>
          <p:spPr>
            <a:xfrm>
              <a:off x="2278367" y="2792742"/>
              <a:ext cx="4472305" cy="54610"/>
            </a:xfrm>
            <a:custGeom>
              <a:avLst/>
              <a:gdLst/>
              <a:ahLst/>
              <a:cxnLst/>
              <a:rect l="l" t="t" r="r" b="b"/>
              <a:pathLst>
                <a:path w="4472305" h="54610">
                  <a:moveTo>
                    <a:pt x="4471682" y="53327"/>
                  </a:moveTo>
                  <a:lnTo>
                    <a:pt x="4470412" y="53327"/>
                  </a:lnTo>
                  <a:lnTo>
                    <a:pt x="4470412" y="39357"/>
                  </a:lnTo>
                  <a:lnTo>
                    <a:pt x="4469142" y="39357"/>
                  </a:lnTo>
                  <a:lnTo>
                    <a:pt x="4469142" y="33007"/>
                  </a:lnTo>
                  <a:lnTo>
                    <a:pt x="4467872" y="33007"/>
                  </a:lnTo>
                  <a:lnTo>
                    <a:pt x="4467872" y="31737"/>
                  </a:lnTo>
                  <a:lnTo>
                    <a:pt x="4467872" y="25387"/>
                  </a:lnTo>
                  <a:lnTo>
                    <a:pt x="4466602" y="25387"/>
                  </a:lnTo>
                  <a:lnTo>
                    <a:pt x="4466602" y="19037"/>
                  </a:lnTo>
                  <a:lnTo>
                    <a:pt x="4465332" y="19037"/>
                  </a:lnTo>
                  <a:lnTo>
                    <a:pt x="4465332" y="12687"/>
                  </a:lnTo>
                  <a:lnTo>
                    <a:pt x="4464062" y="12687"/>
                  </a:lnTo>
                  <a:lnTo>
                    <a:pt x="4464062" y="11417"/>
                  </a:lnTo>
                  <a:lnTo>
                    <a:pt x="4464062" y="5067"/>
                  </a:lnTo>
                  <a:lnTo>
                    <a:pt x="4462792" y="5067"/>
                  </a:lnTo>
                  <a:lnTo>
                    <a:pt x="4462792" y="0"/>
                  </a:lnTo>
                  <a:lnTo>
                    <a:pt x="8902" y="0"/>
                  </a:lnTo>
                  <a:lnTo>
                    <a:pt x="8902" y="5067"/>
                  </a:lnTo>
                  <a:lnTo>
                    <a:pt x="7632" y="5067"/>
                  </a:lnTo>
                  <a:lnTo>
                    <a:pt x="7632" y="11417"/>
                  </a:lnTo>
                  <a:lnTo>
                    <a:pt x="6362" y="11417"/>
                  </a:lnTo>
                  <a:lnTo>
                    <a:pt x="6362" y="12687"/>
                  </a:lnTo>
                  <a:lnTo>
                    <a:pt x="6362" y="19037"/>
                  </a:lnTo>
                  <a:lnTo>
                    <a:pt x="5092" y="19037"/>
                  </a:lnTo>
                  <a:lnTo>
                    <a:pt x="5092" y="25387"/>
                  </a:lnTo>
                  <a:lnTo>
                    <a:pt x="3822" y="25387"/>
                  </a:lnTo>
                  <a:lnTo>
                    <a:pt x="3822" y="31737"/>
                  </a:lnTo>
                  <a:lnTo>
                    <a:pt x="2552" y="31737"/>
                  </a:lnTo>
                  <a:lnTo>
                    <a:pt x="2552" y="33007"/>
                  </a:lnTo>
                  <a:lnTo>
                    <a:pt x="2552" y="39357"/>
                  </a:lnTo>
                  <a:lnTo>
                    <a:pt x="1282" y="39357"/>
                  </a:lnTo>
                  <a:lnTo>
                    <a:pt x="1282" y="53327"/>
                  </a:lnTo>
                  <a:lnTo>
                    <a:pt x="12" y="53327"/>
                  </a:lnTo>
                  <a:lnTo>
                    <a:pt x="0" y="54597"/>
                  </a:lnTo>
                  <a:lnTo>
                    <a:pt x="4471682" y="54597"/>
                  </a:lnTo>
                  <a:lnTo>
                    <a:pt x="4471682" y="53327"/>
                  </a:lnTo>
                  <a:close/>
                </a:path>
              </a:pathLst>
            </a:custGeom>
            <a:solidFill>
              <a:srgbClr val="F9F9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2277110" y="2847339"/>
              <a:ext cx="4474210" cy="59690"/>
            </a:xfrm>
            <a:custGeom>
              <a:avLst/>
              <a:gdLst/>
              <a:ahLst/>
              <a:cxnLst/>
              <a:rect l="l" t="t" r="r" b="b"/>
              <a:pathLst>
                <a:path w="4474209" h="59689">
                  <a:moveTo>
                    <a:pt x="4472940" y="0"/>
                  </a:moveTo>
                  <a:lnTo>
                    <a:pt x="1270" y="0"/>
                  </a:lnTo>
                  <a:lnTo>
                    <a:pt x="1270" y="19050"/>
                  </a:lnTo>
                  <a:lnTo>
                    <a:pt x="4472940" y="19050"/>
                  </a:lnTo>
                  <a:lnTo>
                    <a:pt x="4472940" y="0"/>
                  </a:lnTo>
                  <a:close/>
                </a:path>
                <a:path w="4474209" h="59689">
                  <a:moveTo>
                    <a:pt x="4474210" y="19062"/>
                  </a:moveTo>
                  <a:lnTo>
                    <a:pt x="0" y="19062"/>
                  </a:lnTo>
                  <a:lnTo>
                    <a:pt x="0" y="59690"/>
                  </a:lnTo>
                  <a:lnTo>
                    <a:pt x="4474210" y="59690"/>
                  </a:lnTo>
                  <a:lnTo>
                    <a:pt x="4474210" y="19062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2277110" y="2907029"/>
              <a:ext cx="4474210" cy="59690"/>
            </a:xfrm>
            <a:custGeom>
              <a:avLst/>
              <a:gdLst/>
              <a:ahLst/>
              <a:cxnLst/>
              <a:rect l="l" t="t" r="r" b="b"/>
              <a:pathLst>
                <a:path w="4474209" h="59689">
                  <a:moveTo>
                    <a:pt x="0" y="59690"/>
                  </a:moveTo>
                  <a:lnTo>
                    <a:pt x="0" y="0"/>
                  </a:lnTo>
                  <a:lnTo>
                    <a:pt x="4474210" y="0"/>
                  </a:lnTo>
                  <a:lnTo>
                    <a:pt x="4474210" y="59690"/>
                  </a:lnTo>
                  <a:lnTo>
                    <a:pt x="0" y="5969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2277110" y="2966719"/>
              <a:ext cx="4474210" cy="59690"/>
            </a:xfrm>
            <a:custGeom>
              <a:avLst/>
              <a:gdLst/>
              <a:ahLst/>
              <a:cxnLst/>
              <a:rect l="l" t="t" r="r" b="b"/>
              <a:pathLst>
                <a:path w="4474209" h="59689">
                  <a:moveTo>
                    <a:pt x="0" y="59689"/>
                  </a:moveTo>
                  <a:lnTo>
                    <a:pt x="0" y="0"/>
                  </a:lnTo>
                  <a:lnTo>
                    <a:pt x="4474210" y="0"/>
                  </a:lnTo>
                  <a:lnTo>
                    <a:pt x="447421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F6F6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2277110" y="3026409"/>
              <a:ext cx="4474210" cy="59690"/>
            </a:xfrm>
            <a:custGeom>
              <a:avLst/>
              <a:gdLst/>
              <a:ahLst/>
              <a:cxnLst/>
              <a:rect l="l" t="t" r="r" b="b"/>
              <a:pathLst>
                <a:path w="4474209" h="59689">
                  <a:moveTo>
                    <a:pt x="0" y="59689"/>
                  </a:moveTo>
                  <a:lnTo>
                    <a:pt x="0" y="0"/>
                  </a:lnTo>
                  <a:lnTo>
                    <a:pt x="4474210" y="0"/>
                  </a:lnTo>
                  <a:lnTo>
                    <a:pt x="447421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F5F5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2277110" y="3086099"/>
              <a:ext cx="4474210" cy="59690"/>
            </a:xfrm>
            <a:custGeom>
              <a:avLst/>
              <a:gdLst/>
              <a:ahLst/>
              <a:cxnLst/>
              <a:rect l="l" t="t" r="r" b="b"/>
              <a:pathLst>
                <a:path w="4474209" h="59689">
                  <a:moveTo>
                    <a:pt x="0" y="59689"/>
                  </a:moveTo>
                  <a:lnTo>
                    <a:pt x="0" y="0"/>
                  </a:lnTo>
                  <a:lnTo>
                    <a:pt x="4474210" y="0"/>
                  </a:lnTo>
                  <a:lnTo>
                    <a:pt x="447421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2277110" y="3145789"/>
              <a:ext cx="4474210" cy="58419"/>
            </a:xfrm>
            <a:custGeom>
              <a:avLst/>
              <a:gdLst/>
              <a:ahLst/>
              <a:cxnLst/>
              <a:rect l="l" t="t" r="r" b="b"/>
              <a:pathLst>
                <a:path w="4474209" h="58419">
                  <a:moveTo>
                    <a:pt x="0" y="58420"/>
                  </a:moveTo>
                  <a:lnTo>
                    <a:pt x="0" y="0"/>
                  </a:lnTo>
                  <a:lnTo>
                    <a:pt x="4474210" y="0"/>
                  </a:lnTo>
                  <a:lnTo>
                    <a:pt x="4474210" y="58420"/>
                  </a:lnTo>
                  <a:lnTo>
                    <a:pt x="0" y="5842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2277110" y="3204209"/>
              <a:ext cx="4474210" cy="59690"/>
            </a:xfrm>
            <a:custGeom>
              <a:avLst/>
              <a:gdLst/>
              <a:ahLst/>
              <a:cxnLst/>
              <a:rect l="l" t="t" r="r" b="b"/>
              <a:pathLst>
                <a:path w="4474209" h="59689">
                  <a:moveTo>
                    <a:pt x="0" y="59689"/>
                  </a:moveTo>
                  <a:lnTo>
                    <a:pt x="0" y="0"/>
                  </a:lnTo>
                  <a:lnTo>
                    <a:pt x="4474210" y="0"/>
                  </a:lnTo>
                  <a:lnTo>
                    <a:pt x="447421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F2F2F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2277110" y="3263899"/>
              <a:ext cx="4474210" cy="59690"/>
            </a:xfrm>
            <a:custGeom>
              <a:avLst/>
              <a:gdLst/>
              <a:ahLst/>
              <a:cxnLst/>
              <a:rect l="l" t="t" r="r" b="b"/>
              <a:pathLst>
                <a:path w="4474209" h="59689">
                  <a:moveTo>
                    <a:pt x="0" y="59689"/>
                  </a:moveTo>
                  <a:lnTo>
                    <a:pt x="0" y="0"/>
                  </a:lnTo>
                  <a:lnTo>
                    <a:pt x="4474210" y="0"/>
                  </a:lnTo>
                  <a:lnTo>
                    <a:pt x="447421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2277110" y="3323589"/>
              <a:ext cx="4474210" cy="59690"/>
            </a:xfrm>
            <a:custGeom>
              <a:avLst/>
              <a:gdLst/>
              <a:ahLst/>
              <a:cxnLst/>
              <a:rect l="l" t="t" r="r" b="b"/>
              <a:pathLst>
                <a:path w="4474209" h="59689">
                  <a:moveTo>
                    <a:pt x="0" y="59689"/>
                  </a:moveTo>
                  <a:lnTo>
                    <a:pt x="0" y="0"/>
                  </a:lnTo>
                  <a:lnTo>
                    <a:pt x="4474210" y="0"/>
                  </a:lnTo>
                  <a:lnTo>
                    <a:pt x="447421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F0F0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2277110" y="3383279"/>
              <a:ext cx="4474210" cy="59690"/>
            </a:xfrm>
            <a:custGeom>
              <a:avLst/>
              <a:gdLst/>
              <a:ahLst/>
              <a:cxnLst/>
              <a:rect l="l" t="t" r="r" b="b"/>
              <a:pathLst>
                <a:path w="4474209" h="59689">
                  <a:moveTo>
                    <a:pt x="0" y="59690"/>
                  </a:moveTo>
                  <a:lnTo>
                    <a:pt x="0" y="0"/>
                  </a:lnTo>
                  <a:lnTo>
                    <a:pt x="4474210" y="0"/>
                  </a:lnTo>
                  <a:lnTo>
                    <a:pt x="4474210" y="59690"/>
                  </a:lnTo>
                  <a:lnTo>
                    <a:pt x="0" y="5969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2277110" y="3442969"/>
              <a:ext cx="4474210" cy="59690"/>
            </a:xfrm>
            <a:custGeom>
              <a:avLst/>
              <a:gdLst/>
              <a:ahLst/>
              <a:cxnLst/>
              <a:rect l="l" t="t" r="r" b="b"/>
              <a:pathLst>
                <a:path w="4474209" h="59689">
                  <a:moveTo>
                    <a:pt x="0" y="59689"/>
                  </a:moveTo>
                  <a:lnTo>
                    <a:pt x="0" y="0"/>
                  </a:lnTo>
                  <a:lnTo>
                    <a:pt x="4474210" y="0"/>
                  </a:lnTo>
                  <a:lnTo>
                    <a:pt x="447421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2277110" y="3502659"/>
              <a:ext cx="4474210" cy="59690"/>
            </a:xfrm>
            <a:custGeom>
              <a:avLst/>
              <a:gdLst/>
              <a:ahLst/>
              <a:cxnLst/>
              <a:rect l="l" t="t" r="r" b="b"/>
              <a:pathLst>
                <a:path w="4474209" h="59689">
                  <a:moveTo>
                    <a:pt x="0" y="59689"/>
                  </a:moveTo>
                  <a:lnTo>
                    <a:pt x="0" y="0"/>
                  </a:lnTo>
                  <a:lnTo>
                    <a:pt x="4474210" y="0"/>
                  </a:lnTo>
                  <a:lnTo>
                    <a:pt x="447421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2277110" y="3562349"/>
              <a:ext cx="4474210" cy="59690"/>
            </a:xfrm>
            <a:custGeom>
              <a:avLst/>
              <a:gdLst/>
              <a:ahLst/>
              <a:cxnLst/>
              <a:rect l="l" t="t" r="r" b="b"/>
              <a:pathLst>
                <a:path w="4474209" h="59689">
                  <a:moveTo>
                    <a:pt x="0" y="59689"/>
                  </a:moveTo>
                  <a:lnTo>
                    <a:pt x="0" y="0"/>
                  </a:lnTo>
                  <a:lnTo>
                    <a:pt x="4474210" y="0"/>
                  </a:lnTo>
                  <a:lnTo>
                    <a:pt x="447421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ECEC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2277110" y="3622039"/>
              <a:ext cx="4474210" cy="58419"/>
            </a:xfrm>
            <a:custGeom>
              <a:avLst/>
              <a:gdLst/>
              <a:ahLst/>
              <a:cxnLst/>
              <a:rect l="l" t="t" r="r" b="b"/>
              <a:pathLst>
                <a:path w="4474209" h="58420">
                  <a:moveTo>
                    <a:pt x="0" y="58420"/>
                  </a:moveTo>
                  <a:lnTo>
                    <a:pt x="0" y="0"/>
                  </a:lnTo>
                  <a:lnTo>
                    <a:pt x="4474210" y="0"/>
                  </a:lnTo>
                  <a:lnTo>
                    <a:pt x="4474210" y="58420"/>
                  </a:lnTo>
                  <a:lnTo>
                    <a:pt x="0" y="58420"/>
                  </a:lnTo>
                  <a:close/>
                </a:path>
              </a:pathLst>
            </a:custGeom>
            <a:solidFill>
              <a:srgbClr val="EBEB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2277110" y="3680459"/>
              <a:ext cx="4474210" cy="59690"/>
            </a:xfrm>
            <a:custGeom>
              <a:avLst/>
              <a:gdLst/>
              <a:ahLst/>
              <a:cxnLst/>
              <a:rect l="l" t="t" r="r" b="b"/>
              <a:pathLst>
                <a:path w="4474209" h="59689">
                  <a:moveTo>
                    <a:pt x="0" y="59689"/>
                  </a:moveTo>
                  <a:lnTo>
                    <a:pt x="0" y="0"/>
                  </a:lnTo>
                  <a:lnTo>
                    <a:pt x="4474210" y="0"/>
                  </a:lnTo>
                  <a:lnTo>
                    <a:pt x="447421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EAE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2277110" y="3740149"/>
              <a:ext cx="4474210" cy="59690"/>
            </a:xfrm>
            <a:custGeom>
              <a:avLst/>
              <a:gdLst/>
              <a:ahLst/>
              <a:cxnLst/>
              <a:rect l="l" t="t" r="r" b="b"/>
              <a:pathLst>
                <a:path w="4474209" h="59689">
                  <a:moveTo>
                    <a:pt x="0" y="59689"/>
                  </a:moveTo>
                  <a:lnTo>
                    <a:pt x="0" y="0"/>
                  </a:lnTo>
                  <a:lnTo>
                    <a:pt x="4474210" y="0"/>
                  </a:lnTo>
                  <a:lnTo>
                    <a:pt x="447421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E9E9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2277110" y="3799839"/>
              <a:ext cx="4474210" cy="59690"/>
            </a:xfrm>
            <a:custGeom>
              <a:avLst/>
              <a:gdLst/>
              <a:ahLst/>
              <a:cxnLst/>
              <a:rect l="l" t="t" r="r" b="b"/>
              <a:pathLst>
                <a:path w="4474209" h="59689">
                  <a:moveTo>
                    <a:pt x="0" y="59690"/>
                  </a:moveTo>
                  <a:lnTo>
                    <a:pt x="0" y="0"/>
                  </a:lnTo>
                  <a:lnTo>
                    <a:pt x="4474210" y="0"/>
                  </a:lnTo>
                  <a:lnTo>
                    <a:pt x="4474210" y="59690"/>
                  </a:lnTo>
                  <a:lnTo>
                    <a:pt x="0" y="59690"/>
                  </a:lnTo>
                  <a:close/>
                </a:path>
              </a:pathLst>
            </a:custGeom>
            <a:solidFill>
              <a:srgbClr val="E8E8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2277110" y="3859529"/>
              <a:ext cx="4474210" cy="59690"/>
            </a:xfrm>
            <a:custGeom>
              <a:avLst/>
              <a:gdLst/>
              <a:ahLst/>
              <a:cxnLst/>
              <a:rect l="l" t="t" r="r" b="b"/>
              <a:pathLst>
                <a:path w="4474209" h="59689">
                  <a:moveTo>
                    <a:pt x="0" y="59690"/>
                  </a:moveTo>
                  <a:lnTo>
                    <a:pt x="0" y="0"/>
                  </a:lnTo>
                  <a:lnTo>
                    <a:pt x="4474210" y="0"/>
                  </a:lnTo>
                  <a:lnTo>
                    <a:pt x="4474210" y="59690"/>
                  </a:lnTo>
                  <a:lnTo>
                    <a:pt x="0" y="5969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2277110" y="3919219"/>
              <a:ext cx="4474210" cy="59690"/>
            </a:xfrm>
            <a:custGeom>
              <a:avLst/>
              <a:gdLst/>
              <a:ahLst/>
              <a:cxnLst/>
              <a:rect l="l" t="t" r="r" b="b"/>
              <a:pathLst>
                <a:path w="4474209" h="59689">
                  <a:moveTo>
                    <a:pt x="0" y="59689"/>
                  </a:moveTo>
                  <a:lnTo>
                    <a:pt x="0" y="0"/>
                  </a:lnTo>
                  <a:lnTo>
                    <a:pt x="4474210" y="0"/>
                  </a:lnTo>
                  <a:lnTo>
                    <a:pt x="447421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2277110" y="3978909"/>
              <a:ext cx="4474210" cy="59690"/>
            </a:xfrm>
            <a:custGeom>
              <a:avLst/>
              <a:gdLst/>
              <a:ahLst/>
              <a:cxnLst/>
              <a:rect l="l" t="t" r="r" b="b"/>
              <a:pathLst>
                <a:path w="4474209" h="59689">
                  <a:moveTo>
                    <a:pt x="0" y="59689"/>
                  </a:moveTo>
                  <a:lnTo>
                    <a:pt x="0" y="0"/>
                  </a:lnTo>
                  <a:lnTo>
                    <a:pt x="4474210" y="0"/>
                  </a:lnTo>
                  <a:lnTo>
                    <a:pt x="447421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E5E5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2277110" y="4038599"/>
              <a:ext cx="4474210" cy="58419"/>
            </a:xfrm>
            <a:custGeom>
              <a:avLst/>
              <a:gdLst/>
              <a:ahLst/>
              <a:cxnLst/>
              <a:rect l="l" t="t" r="r" b="b"/>
              <a:pathLst>
                <a:path w="4474209" h="58420">
                  <a:moveTo>
                    <a:pt x="0" y="58419"/>
                  </a:moveTo>
                  <a:lnTo>
                    <a:pt x="0" y="0"/>
                  </a:lnTo>
                  <a:lnTo>
                    <a:pt x="4474210" y="0"/>
                  </a:lnTo>
                  <a:lnTo>
                    <a:pt x="4474210" y="58419"/>
                  </a:lnTo>
                  <a:lnTo>
                    <a:pt x="0" y="58419"/>
                  </a:lnTo>
                  <a:close/>
                </a:path>
              </a:pathLst>
            </a:custGeom>
            <a:solidFill>
              <a:srgbClr val="E4E4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2277110" y="4097019"/>
              <a:ext cx="4474210" cy="59690"/>
            </a:xfrm>
            <a:custGeom>
              <a:avLst/>
              <a:gdLst/>
              <a:ahLst/>
              <a:cxnLst/>
              <a:rect l="l" t="t" r="r" b="b"/>
              <a:pathLst>
                <a:path w="4474209" h="59689">
                  <a:moveTo>
                    <a:pt x="0" y="59689"/>
                  </a:moveTo>
                  <a:lnTo>
                    <a:pt x="0" y="0"/>
                  </a:lnTo>
                  <a:lnTo>
                    <a:pt x="4474210" y="0"/>
                  </a:lnTo>
                  <a:lnTo>
                    <a:pt x="447421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E3E3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2277110" y="4156709"/>
              <a:ext cx="4474210" cy="59690"/>
            </a:xfrm>
            <a:custGeom>
              <a:avLst/>
              <a:gdLst/>
              <a:ahLst/>
              <a:cxnLst/>
              <a:rect l="l" t="t" r="r" b="b"/>
              <a:pathLst>
                <a:path w="4474209" h="59689">
                  <a:moveTo>
                    <a:pt x="0" y="59689"/>
                  </a:moveTo>
                  <a:lnTo>
                    <a:pt x="0" y="0"/>
                  </a:lnTo>
                  <a:lnTo>
                    <a:pt x="4474210" y="0"/>
                  </a:lnTo>
                  <a:lnTo>
                    <a:pt x="447421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E2E2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2277110" y="4216399"/>
              <a:ext cx="4474210" cy="59690"/>
            </a:xfrm>
            <a:custGeom>
              <a:avLst/>
              <a:gdLst/>
              <a:ahLst/>
              <a:cxnLst/>
              <a:rect l="l" t="t" r="r" b="b"/>
              <a:pathLst>
                <a:path w="4474209" h="59689">
                  <a:moveTo>
                    <a:pt x="0" y="59689"/>
                  </a:moveTo>
                  <a:lnTo>
                    <a:pt x="0" y="0"/>
                  </a:lnTo>
                  <a:lnTo>
                    <a:pt x="4474210" y="0"/>
                  </a:lnTo>
                  <a:lnTo>
                    <a:pt x="447421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E1E1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2277110" y="4276089"/>
              <a:ext cx="4474210" cy="59690"/>
            </a:xfrm>
            <a:custGeom>
              <a:avLst/>
              <a:gdLst/>
              <a:ahLst/>
              <a:cxnLst/>
              <a:rect l="l" t="t" r="r" b="b"/>
              <a:pathLst>
                <a:path w="4474209" h="59689">
                  <a:moveTo>
                    <a:pt x="0" y="59690"/>
                  </a:moveTo>
                  <a:lnTo>
                    <a:pt x="0" y="0"/>
                  </a:lnTo>
                  <a:lnTo>
                    <a:pt x="4474210" y="0"/>
                  </a:lnTo>
                  <a:lnTo>
                    <a:pt x="4474210" y="59690"/>
                  </a:lnTo>
                  <a:lnTo>
                    <a:pt x="0" y="59690"/>
                  </a:lnTo>
                  <a:close/>
                </a:path>
              </a:pathLst>
            </a:custGeom>
            <a:solidFill>
              <a:srgbClr val="E0E0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2277110" y="4335779"/>
              <a:ext cx="4474210" cy="59690"/>
            </a:xfrm>
            <a:custGeom>
              <a:avLst/>
              <a:gdLst/>
              <a:ahLst/>
              <a:cxnLst/>
              <a:rect l="l" t="t" r="r" b="b"/>
              <a:pathLst>
                <a:path w="4474209" h="59689">
                  <a:moveTo>
                    <a:pt x="0" y="59690"/>
                  </a:moveTo>
                  <a:lnTo>
                    <a:pt x="0" y="0"/>
                  </a:lnTo>
                  <a:lnTo>
                    <a:pt x="4474210" y="0"/>
                  </a:lnTo>
                  <a:lnTo>
                    <a:pt x="4474210" y="59690"/>
                  </a:lnTo>
                  <a:lnTo>
                    <a:pt x="0" y="5969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2277110" y="4395469"/>
              <a:ext cx="4474210" cy="59690"/>
            </a:xfrm>
            <a:custGeom>
              <a:avLst/>
              <a:gdLst/>
              <a:ahLst/>
              <a:cxnLst/>
              <a:rect l="l" t="t" r="r" b="b"/>
              <a:pathLst>
                <a:path w="4474209" h="59689">
                  <a:moveTo>
                    <a:pt x="0" y="59689"/>
                  </a:moveTo>
                  <a:lnTo>
                    <a:pt x="0" y="0"/>
                  </a:lnTo>
                  <a:lnTo>
                    <a:pt x="4474210" y="0"/>
                  </a:lnTo>
                  <a:lnTo>
                    <a:pt x="447421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DEDE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2277110" y="4455159"/>
              <a:ext cx="4474210" cy="58419"/>
            </a:xfrm>
            <a:custGeom>
              <a:avLst/>
              <a:gdLst/>
              <a:ahLst/>
              <a:cxnLst/>
              <a:rect l="l" t="t" r="r" b="b"/>
              <a:pathLst>
                <a:path w="4474209" h="58420">
                  <a:moveTo>
                    <a:pt x="0" y="58419"/>
                  </a:moveTo>
                  <a:lnTo>
                    <a:pt x="0" y="0"/>
                  </a:lnTo>
                  <a:lnTo>
                    <a:pt x="4474210" y="0"/>
                  </a:lnTo>
                  <a:lnTo>
                    <a:pt x="4474210" y="58419"/>
                  </a:lnTo>
                  <a:lnTo>
                    <a:pt x="0" y="58419"/>
                  </a:lnTo>
                  <a:close/>
                </a:path>
              </a:pathLst>
            </a:custGeom>
            <a:solidFill>
              <a:srgbClr val="DDDD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2277110" y="4513579"/>
              <a:ext cx="4474210" cy="59690"/>
            </a:xfrm>
            <a:custGeom>
              <a:avLst/>
              <a:gdLst/>
              <a:ahLst/>
              <a:cxnLst/>
              <a:rect l="l" t="t" r="r" b="b"/>
              <a:pathLst>
                <a:path w="4474209" h="59689">
                  <a:moveTo>
                    <a:pt x="0" y="59690"/>
                  </a:moveTo>
                  <a:lnTo>
                    <a:pt x="0" y="0"/>
                  </a:lnTo>
                  <a:lnTo>
                    <a:pt x="4474210" y="0"/>
                  </a:lnTo>
                  <a:lnTo>
                    <a:pt x="4474210" y="59690"/>
                  </a:lnTo>
                  <a:lnTo>
                    <a:pt x="0" y="59690"/>
                  </a:lnTo>
                  <a:close/>
                </a:path>
              </a:pathLst>
            </a:custGeom>
            <a:solidFill>
              <a:srgbClr val="DCDC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2277110" y="4573269"/>
              <a:ext cx="4474210" cy="59690"/>
            </a:xfrm>
            <a:custGeom>
              <a:avLst/>
              <a:gdLst/>
              <a:ahLst/>
              <a:cxnLst/>
              <a:rect l="l" t="t" r="r" b="b"/>
              <a:pathLst>
                <a:path w="4474209" h="59689">
                  <a:moveTo>
                    <a:pt x="0" y="59689"/>
                  </a:moveTo>
                  <a:lnTo>
                    <a:pt x="0" y="0"/>
                  </a:lnTo>
                  <a:lnTo>
                    <a:pt x="4474210" y="0"/>
                  </a:lnTo>
                  <a:lnTo>
                    <a:pt x="447421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DBDB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2277110" y="4632959"/>
              <a:ext cx="4474210" cy="59690"/>
            </a:xfrm>
            <a:custGeom>
              <a:avLst/>
              <a:gdLst/>
              <a:ahLst/>
              <a:cxnLst/>
              <a:rect l="l" t="t" r="r" b="b"/>
              <a:pathLst>
                <a:path w="4474209" h="59689">
                  <a:moveTo>
                    <a:pt x="0" y="59689"/>
                  </a:moveTo>
                  <a:lnTo>
                    <a:pt x="0" y="0"/>
                  </a:lnTo>
                  <a:lnTo>
                    <a:pt x="4474210" y="0"/>
                  </a:lnTo>
                  <a:lnTo>
                    <a:pt x="4474210" y="59689"/>
                  </a:lnTo>
                  <a:lnTo>
                    <a:pt x="0" y="59689"/>
                  </a:lnTo>
                  <a:close/>
                </a:path>
              </a:pathLst>
            </a:custGeom>
            <a:solidFill>
              <a:srgbClr val="DADA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2277110" y="4692649"/>
              <a:ext cx="4474210" cy="59690"/>
            </a:xfrm>
            <a:custGeom>
              <a:avLst/>
              <a:gdLst/>
              <a:ahLst/>
              <a:cxnLst/>
              <a:rect l="l" t="t" r="r" b="b"/>
              <a:pathLst>
                <a:path w="4474209" h="59689">
                  <a:moveTo>
                    <a:pt x="4474210" y="0"/>
                  </a:moveTo>
                  <a:lnTo>
                    <a:pt x="0" y="0"/>
                  </a:lnTo>
                  <a:lnTo>
                    <a:pt x="0" y="41910"/>
                  </a:lnTo>
                  <a:lnTo>
                    <a:pt x="1270" y="41910"/>
                  </a:lnTo>
                  <a:lnTo>
                    <a:pt x="1270" y="59690"/>
                  </a:lnTo>
                  <a:lnTo>
                    <a:pt x="4472940" y="59690"/>
                  </a:lnTo>
                  <a:lnTo>
                    <a:pt x="4472940" y="41910"/>
                  </a:lnTo>
                  <a:lnTo>
                    <a:pt x="4474210" y="41910"/>
                  </a:lnTo>
                  <a:lnTo>
                    <a:pt x="4474210" y="0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4" name="object 44"/>
          <p:cNvSpPr/>
          <p:nvPr/>
        </p:nvSpPr>
        <p:spPr>
          <a:xfrm>
            <a:off x="2278380" y="4752339"/>
            <a:ext cx="4471670" cy="59690"/>
          </a:xfrm>
          <a:custGeom>
            <a:avLst/>
            <a:gdLst/>
            <a:ahLst/>
            <a:cxnLst/>
            <a:rect l="l" t="t" r="r" b="b"/>
            <a:pathLst>
              <a:path w="4471670" h="59689">
                <a:moveTo>
                  <a:pt x="4471670" y="0"/>
                </a:moveTo>
                <a:lnTo>
                  <a:pt x="0" y="0"/>
                </a:lnTo>
                <a:lnTo>
                  <a:pt x="0" y="2540"/>
                </a:lnTo>
                <a:lnTo>
                  <a:pt x="1270" y="2540"/>
                </a:lnTo>
                <a:lnTo>
                  <a:pt x="1270" y="16510"/>
                </a:lnTo>
                <a:lnTo>
                  <a:pt x="2540" y="16510"/>
                </a:lnTo>
                <a:lnTo>
                  <a:pt x="2540" y="22860"/>
                </a:lnTo>
                <a:lnTo>
                  <a:pt x="3810" y="22860"/>
                </a:lnTo>
                <a:lnTo>
                  <a:pt x="3810" y="24130"/>
                </a:lnTo>
                <a:lnTo>
                  <a:pt x="3810" y="30480"/>
                </a:lnTo>
                <a:lnTo>
                  <a:pt x="5080" y="30480"/>
                </a:lnTo>
                <a:lnTo>
                  <a:pt x="5080" y="36830"/>
                </a:lnTo>
                <a:lnTo>
                  <a:pt x="6350" y="36830"/>
                </a:lnTo>
                <a:lnTo>
                  <a:pt x="6350" y="43180"/>
                </a:lnTo>
                <a:lnTo>
                  <a:pt x="7620" y="43180"/>
                </a:lnTo>
                <a:lnTo>
                  <a:pt x="7620" y="44450"/>
                </a:lnTo>
                <a:lnTo>
                  <a:pt x="7620" y="50800"/>
                </a:lnTo>
                <a:lnTo>
                  <a:pt x="8890" y="50800"/>
                </a:lnTo>
                <a:lnTo>
                  <a:pt x="8890" y="55880"/>
                </a:lnTo>
                <a:lnTo>
                  <a:pt x="10160" y="55880"/>
                </a:lnTo>
                <a:lnTo>
                  <a:pt x="10160" y="59690"/>
                </a:lnTo>
                <a:lnTo>
                  <a:pt x="4461510" y="59690"/>
                </a:lnTo>
                <a:lnTo>
                  <a:pt x="4461510" y="55880"/>
                </a:lnTo>
                <a:lnTo>
                  <a:pt x="4462780" y="55880"/>
                </a:lnTo>
                <a:lnTo>
                  <a:pt x="4462780" y="50800"/>
                </a:lnTo>
                <a:lnTo>
                  <a:pt x="4464050" y="50800"/>
                </a:lnTo>
                <a:lnTo>
                  <a:pt x="4464050" y="44450"/>
                </a:lnTo>
                <a:lnTo>
                  <a:pt x="4465320" y="44450"/>
                </a:lnTo>
                <a:lnTo>
                  <a:pt x="4465320" y="43180"/>
                </a:lnTo>
                <a:lnTo>
                  <a:pt x="4465320" y="36830"/>
                </a:lnTo>
                <a:lnTo>
                  <a:pt x="4466590" y="36830"/>
                </a:lnTo>
                <a:lnTo>
                  <a:pt x="4466590" y="30480"/>
                </a:lnTo>
                <a:lnTo>
                  <a:pt x="4467860" y="30480"/>
                </a:lnTo>
                <a:lnTo>
                  <a:pt x="4467860" y="24130"/>
                </a:lnTo>
                <a:lnTo>
                  <a:pt x="4469130" y="24130"/>
                </a:lnTo>
                <a:lnTo>
                  <a:pt x="4469130" y="22860"/>
                </a:lnTo>
                <a:lnTo>
                  <a:pt x="4469130" y="16510"/>
                </a:lnTo>
                <a:lnTo>
                  <a:pt x="4470400" y="16510"/>
                </a:lnTo>
                <a:lnTo>
                  <a:pt x="4470400" y="2540"/>
                </a:lnTo>
                <a:lnTo>
                  <a:pt x="4471670" y="2540"/>
                </a:lnTo>
                <a:lnTo>
                  <a:pt x="4471670" y="0"/>
                </a:lnTo>
                <a:close/>
              </a:path>
            </a:pathLst>
          </a:custGeom>
          <a:solidFill>
            <a:srgbClr val="D8D8D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5" name="object 45"/>
          <p:cNvGrpSpPr/>
          <p:nvPr/>
        </p:nvGrpSpPr>
        <p:grpSpPr>
          <a:xfrm>
            <a:off x="2262913" y="2417853"/>
            <a:ext cx="4501515" cy="2764155"/>
            <a:chOff x="2262913" y="2417853"/>
            <a:chExt cx="4501515" cy="2764155"/>
          </a:xfrm>
        </p:grpSpPr>
        <p:sp>
          <p:nvSpPr>
            <p:cNvPr id="46" name="object 46"/>
            <p:cNvSpPr/>
            <p:nvPr/>
          </p:nvSpPr>
          <p:spPr>
            <a:xfrm>
              <a:off x="2288540" y="4812029"/>
              <a:ext cx="4451350" cy="59690"/>
            </a:xfrm>
            <a:custGeom>
              <a:avLst/>
              <a:gdLst/>
              <a:ahLst/>
              <a:cxnLst/>
              <a:rect l="l" t="t" r="r" b="b"/>
              <a:pathLst>
                <a:path w="4451350" h="59689">
                  <a:moveTo>
                    <a:pt x="4432300" y="54622"/>
                  </a:moveTo>
                  <a:lnTo>
                    <a:pt x="19050" y="54622"/>
                  </a:lnTo>
                  <a:lnTo>
                    <a:pt x="19050" y="57150"/>
                  </a:lnTo>
                  <a:lnTo>
                    <a:pt x="20320" y="57150"/>
                  </a:lnTo>
                  <a:lnTo>
                    <a:pt x="20320" y="59690"/>
                  </a:lnTo>
                  <a:lnTo>
                    <a:pt x="4431030" y="59690"/>
                  </a:lnTo>
                  <a:lnTo>
                    <a:pt x="4431030" y="57150"/>
                  </a:lnTo>
                  <a:lnTo>
                    <a:pt x="4432300" y="57150"/>
                  </a:lnTo>
                  <a:lnTo>
                    <a:pt x="4432300" y="54622"/>
                  </a:lnTo>
                  <a:close/>
                </a:path>
                <a:path w="4451350" h="59689">
                  <a:moveTo>
                    <a:pt x="445135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5080"/>
                  </a:lnTo>
                  <a:lnTo>
                    <a:pt x="2540" y="5080"/>
                  </a:lnTo>
                  <a:lnTo>
                    <a:pt x="2540" y="10160"/>
                  </a:lnTo>
                  <a:lnTo>
                    <a:pt x="3810" y="10160"/>
                  </a:lnTo>
                  <a:lnTo>
                    <a:pt x="3810" y="13970"/>
                  </a:lnTo>
                  <a:lnTo>
                    <a:pt x="5080" y="13970"/>
                  </a:lnTo>
                  <a:lnTo>
                    <a:pt x="5080" y="15240"/>
                  </a:lnTo>
                  <a:lnTo>
                    <a:pt x="5080" y="19050"/>
                  </a:lnTo>
                  <a:lnTo>
                    <a:pt x="6350" y="19050"/>
                  </a:lnTo>
                  <a:lnTo>
                    <a:pt x="6350" y="24130"/>
                  </a:lnTo>
                  <a:lnTo>
                    <a:pt x="7620" y="24130"/>
                  </a:lnTo>
                  <a:lnTo>
                    <a:pt x="7620" y="27940"/>
                  </a:lnTo>
                  <a:lnTo>
                    <a:pt x="8890" y="27940"/>
                  </a:lnTo>
                  <a:lnTo>
                    <a:pt x="8890" y="33020"/>
                  </a:lnTo>
                  <a:lnTo>
                    <a:pt x="10160" y="33020"/>
                  </a:lnTo>
                  <a:lnTo>
                    <a:pt x="10160" y="36830"/>
                  </a:lnTo>
                  <a:lnTo>
                    <a:pt x="11430" y="36830"/>
                  </a:lnTo>
                  <a:lnTo>
                    <a:pt x="11430" y="39370"/>
                  </a:lnTo>
                  <a:lnTo>
                    <a:pt x="12700" y="39370"/>
                  </a:lnTo>
                  <a:lnTo>
                    <a:pt x="12700" y="41910"/>
                  </a:lnTo>
                  <a:lnTo>
                    <a:pt x="13970" y="41910"/>
                  </a:lnTo>
                  <a:lnTo>
                    <a:pt x="13970" y="45720"/>
                  </a:lnTo>
                  <a:lnTo>
                    <a:pt x="15240" y="45720"/>
                  </a:lnTo>
                  <a:lnTo>
                    <a:pt x="15240" y="48260"/>
                  </a:lnTo>
                  <a:lnTo>
                    <a:pt x="16510" y="48260"/>
                  </a:lnTo>
                  <a:lnTo>
                    <a:pt x="16510" y="52070"/>
                  </a:lnTo>
                  <a:lnTo>
                    <a:pt x="17780" y="52070"/>
                  </a:lnTo>
                  <a:lnTo>
                    <a:pt x="17780" y="54610"/>
                  </a:lnTo>
                  <a:lnTo>
                    <a:pt x="4433570" y="54610"/>
                  </a:lnTo>
                  <a:lnTo>
                    <a:pt x="4433570" y="52070"/>
                  </a:lnTo>
                  <a:lnTo>
                    <a:pt x="4434840" y="52070"/>
                  </a:lnTo>
                  <a:lnTo>
                    <a:pt x="4434840" y="48260"/>
                  </a:lnTo>
                  <a:lnTo>
                    <a:pt x="4436110" y="48260"/>
                  </a:lnTo>
                  <a:lnTo>
                    <a:pt x="4436110" y="45720"/>
                  </a:lnTo>
                  <a:lnTo>
                    <a:pt x="4437380" y="45720"/>
                  </a:lnTo>
                  <a:lnTo>
                    <a:pt x="4437380" y="41910"/>
                  </a:lnTo>
                  <a:lnTo>
                    <a:pt x="4438650" y="41910"/>
                  </a:lnTo>
                  <a:lnTo>
                    <a:pt x="4438650" y="39370"/>
                  </a:lnTo>
                  <a:lnTo>
                    <a:pt x="4439920" y="39370"/>
                  </a:lnTo>
                  <a:lnTo>
                    <a:pt x="4439920" y="36830"/>
                  </a:lnTo>
                  <a:lnTo>
                    <a:pt x="4441190" y="36830"/>
                  </a:lnTo>
                  <a:lnTo>
                    <a:pt x="4441190" y="33020"/>
                  </a:lnTo>
                  <a:lnTo>
                    <a:pt x="4442460" y="33020"/>
                  </a:lnTo>
                  <a:lnTo>
                    <a:pt x="4442460" y="27940"/>
                  </a:lnTo>
                  <a:lnTo>
                    <a:pt x="4443730" y="27940"/>
                  </a:lnTo>
                  <a:lnTo>
                    <a:pt x="4443730" y="24130"/>
                  </a:lnTo>
                  <a:lnTo>
                    <a:pt x="4445000" y="24130"/>
                  </a:lnTo>
                  <a:lnTo>
                    <a:pt x="4445000" y="19050"/>
                  </a:lnTo>
                  <a:lnTo>
                    <a:pt x="4446270" y="19050"/>
                  </a:lnTo>
                  <a:lnTo>
                    <a:pt x="4446270" y="15240"/>
                  </a:lnTo>
                  <a:lnTo>
                    <a:pt x="4447540" y="15240"/>
                  </a:lnTo>
                  <a:lnTo>
                    <a:pt x="4447540" y="13970"/>
                  </a:lnTo>
                  <a:lnTo>
                    <a:pt x="4447540" y="10160"/>
                  </a:lnTo>
                  <a:lnTo>
                    <a:pt x="4448810" y="10160"/>
                  </a:lnTo>
                  <a:lnTo>
                    <a:pt x="4448810" y="5080"/>
                  </a:lnTo>
                  <a:lnTo>
                    <a:pt x="4450080" y="5080"/>
                  </a:lnTo>
                  <a:lnTo>
                    <a:pt x="4450080" y="1270"/>
                  </a:lnTo>
                  <a:lnTo>
                    <a:pt x="4451350" y="1270"/>
                  </a:lnTo>
                  <a:lnTo>
                    <a:pt x="4451350" y="0"/>
                  </a:lnTo>
                  <a:close/>
                </a:path>
              </a:pathLst>
            </a:custGeom>
            <a:solidFill>
              <a:srgbClr val="D7D7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2308860" y="4871720"/>
              <a:ext cx="4410710" cy="58419"/>
            </a:xfrm>
            <a:custGeom>
              <a:avLst/>
              <a:gdLst/>
              <a:ahLst/>
              <a:cxnLst/>
              <a:rect l="l" t="t" r="r" b="b"/>
              <a:pathLst>
                <a:path w="4410709" h="58420">
                  <a:moveTo>
                    <a:pt x="4381500" y="57162"/>
                  </a:moveTo>
                  <a:lnTo>
                    <a:pt x="29210" y="57162"/>
                  </a:lnTo>
                  <a:lnTo>
                    <a:pt x="29197" y="58420"/>
                  </a:lnTo>
                  <a:lnTo>
                    <a:pt x="4381500" y="58420"/>
                  </a:lnTo>
                  <a:lnTo>
                    <a:pt x="4381500" y="57162"/>
                  </a:lnTo>
                  <a:close/>
                </a:path>
                <a:path w="4410709" h="58420">
                  <a:moveTo>
                    <a:pt x="4385310" y="50812"/>
                  </a:moveTo>
                  <a:lnTo>
                    <a:pt x="25400" y="50812"/>
                  </a:lnTo>
                  <a:lnTo>
                    <a:pt x="25400" y="53340"/>
                  </a:lnTo>
                  <a:lnTo>
                    <a:pt x="26670" y="53340"/>
                  </a:lnTo>
                  <a:lnTo>
                    <a:pt x="26670" y="54610"/>
                  </a:lnTo>
                  <a:lnTo>
                    <a:pt x="27940" y="54610"/>
                  </a:lnTo>
                  <a:lnTo>
                    <a:pt x="27940" y="57150"/>
                  </a:lnTo>
                  <a:lnTo>
                    <a:pt x="4382770" y="57150"/>
                  </a:lnTo>
                  <a:lnTo>
                    <a:pt x="4382770" y="54610"/>
                  </a:lnTo>
                  <a:lnTo>
                    <a:pt x="4384040" y="54610"/>
                  </a:lnTo>
                  <a:lnTo>
                    <a:pt x="4384040" y="53340"/>
                  </a:lnTo>
                  <a:lnTo>
                    <a:pt x="4385310" y="53340"/>
                  </a:lnTo>
                  <a:lnTo>
                    <a:pt x="4385310" y="50812"/>
                  </a:lnTo>
                  <a:close/>
                </a:path>
                <a:path w="4410709" h="58420">
                  <a:moveTo>
                    <a:pt x="4387850" y="45732"/>
                  </a:moveTo>
                  <a:lnTo>
                    <a:pt x="22860" y="45732"/>
                  </a:lnTo>
                  <a:lnTo>
                    <a:pt x="22860" y="48260"/>
                  </a:lnTo>
                  <a:lnTo>
                    <a:pt x="24130" y="48260"/>
                  </a:lnTo>
                  <a:lnTo>
                    <a:pt x="24130" y="50800"/>
                  </a:lnTo>
                  <a:lnTo>
                    <a:pt x="4386580" y="50800"/>
                  </a:lnTo>
                  <a:lnTo>
                    <a:pt x="4386580" y="48260"/>
                  </a:lnTo>
                  <a:lnTo>
                    <a:pt x="4387850" y="48260"/>
                  </a:lnTo>
                  <a:lnTo>
                    <a:pt x="4387850" y="45732"/>
                  </a:lnTo>
                  <a:close/>
                </a:path>
                <a:path w="4410709" h="58420">
                  <a:moveTo>
                    <a:pt x="4391660" y="38112"/>
                  </a:moveTo>
                  <a:lnTo>
                    <a:pt x="19050" y="38112"/>
                  </a:lnTo>
                  <a:lnTo>
                    <a:pt x="19050" y="40640"/>
                  </a:lnTo>
                  <a:lnTo>
                    <a:pt x="20320" y="40640"/>
                  </a:lnTo>
                  <a:lnTo>
                    <a:pt x="20320" y="43180"/>
                  </a:lnTo>
                  <a:lnTo>
                    <a:pt x="21590" y="43180"/>
                  </a:lnTo>
                  <a:lnTo>
                    <a:pt x="21590" y="45720"/>
                  </a:lnTo>
                  <a:lnTo>
                    <a:pt x="4389120" y="45720"/>
                  </a:lnTo>
                  <a:lnTo>
                    <a:pt x="4389120" y="43180"/>
                  </a:lnTo>
                  <a:lnTo>
                    <a:pt x="4390390" y="43180"/>
                  </a:lnTo>
                  <a:lnTo>
                    <a:pt x="4390390" y="40640"/>
                  </a:lnTo>
                  <a:lnTo>
                    <a:pt x="4391660" y="40640"/>
                  </a:lnTo>
                  <a:lnTo>
                    <a:pt x="4391660" y="38112"/>
                  </a:lnTo>
                  <a:close/>
                </a:path>
                <a:path w="4410709" h="58420">
                  <a:moveTo>
                    <a:pt x="4394200" y="33032"/>
                  </a:moveTo>
                  <a:lnTo>
                    <a:pt x="16510" y="33032"/>
                  </a:lnTo>
                  <a:lnTo>
                    <a:pt x="16510" y="35560"/>
                  </a:lnTo>
                  <a:lnTo>
                    <a:pt x="17780" y="35560"/>
                  </a:lnTo>
                  <a:lnTo>
                    <a:pt x="17780" y="38100"/>
                  </a:lnTo>
                  <a:lnTo>
                    <a:pt x="4392930" y="38100"/>
                  </a:lnTo>
                  <a:lnTo>
                    <a:pt x="4392930" y="35560"/>
                  </a:lnTo>
                  <a:lnTo>
                    <a:pt x="4394200" y="35560"/>
                  </a:lnTo>
                  <a:lnTo>
                    <a:pt x="4394200" y="33032"/>
                  </a:lnTo>
                  <a:close/>
                </a:path>
                <a:path w="4410709" h="58420">
                  <a:moveTo>
                    <a:pt x="4398010" y="25412"/>
                  </a:moveTo>
                  <a:lnTo>
                    <a:pt x="12700" y="25412"/>
                  </a:lnTo>
                  <a:lnTo>
                    <a:pt x="12700" y="27940"/>
                  </a:lnTo>
                  <a:lnTo>
                    <a:pt x="13970" y="27940"/>
                  </a:lnTo>
                  <a:lnTo>
                    <a:pt x="13970" y="30480"/>
                  </a:lnTo>
                  <a:lnTo>
                    <a:pt x="15240" y="30480"/>
                  </a:lnTo>
                  <a:lnTo>
                    <a:pt x="15240" y="33020"/>
                  </a:lnTo>
                  <a:lnTo>
                    <a:pt x="4395470" y="33020"/>
                  </a:lnTo>
                  <a:lnTo>
                    <a:pt x="4395470" y="30480"/>
                  </a:lnTo>
                  <a:lnTo>
                    <a:pt x="4396740" y="30480"/>
                  </a:lnTo>
                  <a:lnTo>
                    <a:pt x="4396740" y="27940"/>
                  </a:lnTo>
                  <a:lnTo>
                    <a:pt x="4398010" y="27940"/>
                  </a:lnTo>
                  <a:lnTo>
                    <a:pt x="4398010" y="25412"/>
                  </a:lnTo>
                  <a:close/>
                </a:path>
                <a:path w="4410709" h="58420">
                  <a:moveTo>
                    <a:pt x="4400550" y="20332"/>
                  </a:moveTo>
                  <a:lnTo>
                    <a:pt x="10160" y="20332"/>
                  </a:lnTo>
                  <a:lnTo>
                    <a:pt x="10160" y="22860"/>
                  </a:lnTo>
                  <a:lnTo>
                    <a:pt x="11430" y="22860"/>
                  </a:lnTo>
                  <a:lnTo>
                    <a:pt x="11430" y="25400"/>
                  </a:lnTo>
                  <a:lnTo>
                    <a:pt x="4399280" y="25400"/>
                  </a:lnTo>
                  <a:lnTo>
                    <a:pt x="4399280" y="22860"/>
                  </a:lnTo>
                  <a:lnTo>
                    <a:pt x="4400550" y="22860"/>
                  </a:lnTo>
                  <a:lnTo>
                    <a:pt x="4400550" y="20332"/>
                  </a:lnTo>
                  <a:close/>
                </a:path>
                <a:path w="4410709" h="58420">
                  <a:moveTo>
                    <a:pt x="4404360" y="12712"/>
                  </a:moveTo>
                  <a:lnTo>
                    <a:pt x="6350" y="12712"/>
                  </a:lnTo>
                  <a:lnTo>
                    <a:pt x="6350" y="15240"/>
                  </a:lnTo>
                  <a:lnTo>
                    <a:pt x="7620" y="15240"/>
                  </a:lnTo>
                  <a:lnTo>
                    <a:pt x="7620" y="17780"/>
                  </a:lnTo>
                  <a:lnTo>
                    <a:pt x="8890" y="17780"/>
                  </a:lnTo>
                  <a:lnTo>
                    <a:pt x="8890" y="20320"/>
                  </a:lnTo>
                  <a:lnTo>
                    <a:pt x="4401820" y="20320"/>
                  </a:lnTo>
                  <a:lnTo>
                    <a:pt x="4401820" y="17780"/>
                  </a:lnTo>
                  <a:lnTo>
                    <a:pt x="4403090" y="17780"/>
                  </a:lnTo>
                  <a:lnTo>
                    <a:pt x="4403090" y="15240"/>
                  </a:lnTo>
                  <a:lnTo>
                    <a:pt x="4404360" y="15240"/>
                  </a:lnTo>
                  <a:lnTo>
                    <a:pt x="4404360" y="12712"/>
                  </a:lnTo>
                  <a:close/>
                </a:path>
                <a:path w="4410709" h="58420">
                  <a:moveTo>
                    <a:pt x="4406900" y="7632"/>
                  </a:moveTo>
                  <a:lnTo>
                    <a:pt x="3810" y="7632"/>
                  </a:lnTo>
                  <a:lnTo>
                    <a:pt x="3810" y="10160"/>
                  </a:lnTo>
                  <a:lnTo>
                    <a:pt x="5080" y="10160"/>
                  </a:lnTo>
                  <a:lnTo>
                    <a:pt x="5080" y="12700"/>
                  </a:lnTo>
                  <a:lnTo>
                    <a:pt x="4405630" y="12700"/>
                  </a:lnTo>
                  <a:lnTo>
                    <a:pt x="4405630" y="10160"/>
                  </a:lnTo>
                  <a:lnTo>
                    <a:pt x="4406900" y="10160"/>
                  </a:lnTo>
                  <a:lnTo>
                    <a:pt x="4406900" y="7632"/>
                  </a:lnTo>
                  <a:close/>
                </a:path>
                <a:path w="4410709" h="58420">
                  <a:moveTo>
                    <a:pt x="4409440" y="1282"/>
                  </a:moveTo>
                  <a:lnTo>
                    <a:pt x="1270" y="1282"/>
                  </a:lnTo>
                  <a:lnTo>
                    <a:pt x="1270" y="3810"/>
                  </a:lnTo>
                  <a:lnTo>
                    <a:pt x="2540" y="3810"/>
                  </a:lnTo>
                  <a:lnTo>
                    <a:pt x="2540" y="7620"/>
                  </a:lnTo>
                  <a:lnTo>
                    <a:pt x="4408170" y="7620"/>
                  </a:lnTo>
                  <a:lnTo>
                    <a:pt x="4408170" y="3810"/>
                  </a:lnTo>
                  <a:lnTo>
                    <a:pt x="4409440" y="3810"/>
                  </a:lnTo>
                  <a:lnTo>
                    <a:pt x="4409440" y="1282"/>
                  </a:lnTo>
                  <a:close/>
                </a:path>
                <a:path w="4410709" h="58420">
                  <a:moveTo>
                    <a:pt x="44107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4410710" y="1270"/>
                  </a:lnTo>
                  <a:lnTo>
                    <a:pt x="4410710" y="0"/>
                  </a:lnTo>
                  <a:close/>
                </a:path>
              </a:pathLst>
            </a:custGeom>
            <a:solidFill>
              <a:srgbClr val="D6D6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2338070" y="4930139"/>
              <a:ext cx="4352290" cy="59690"/>
            </a:xfrm>
            <a:custGeom>
              <a:avLst/>
              <a:gdLst/>
              <a:ahLst/>
              <a:cxnLst/>
              <a:rect l="l" t="t" r="r" b="b"/>
              <a:pathLst>
                <a:path w="4352290" h="59689">
                  <a:moveTo>
                    <a:pt x="4311650" y="57162"/>
                  </a:moveTo>
                  <a:lnTo>
                    <a:pt x="40640" y="57162"/>
                  </a:lnTo>
                  <a:lnTo>
                    <a:pt x="40640" y="58420"/>
                  </a:lnTo>
                  <a:lnTo>
                    <a:pt x="41910" y="58420"/>
                  </a:lnTo>
                  <a:lnTo>
                    <a:pt x="41910" y="59690"/>
                  </a:lnTo>
                  <a:lnTo>
                    <a:pt x="4310380" y="59690"/>
                  </a:lnTo>
                  <a:lnTo>
                    <a:pt x="4310380" y="58420"/>
                  </a:lnTo>
                  <a:lnTo>
                    <a:pt x="4311650" y="58420"/>
                  </a:lnTo>
                  <a:lnTo>
                    <a:pt x="4311650" y="57162"/>
                  </a:lnTo>
                  <a:close/>
                </a:path>
                <a:path w="4352290" h="59689">
                  <a:moveTo>
                    <a:pt x="4316730" y="50812"/>
                  </a:moveTo>
                  <a:lnTo>
                    <a:pt x="35560" y="50812"/>
                  </a:lnTo>
                  <a:lnTo>
                    <a:pt x="35560" y="52070"/>
                  </a:lnTo>
                  <a:lnTo>
                    <a:pt x="36830" y="52070"/>
                  </a:lnTo>
                  <a:lnTo>
                    <a:pt x="36830" y="53340"/>
                  </a:lnTo>
                  <a:lnTo>
                    <a:pt x="38100" y="53340"/>
                  </a:lnTo>
                  <a:lnTo>
                    <a:pt x="38100" y="54610"/>
                  </a:lnTo>
                  <a:lnTo>
                    <a:pt x="39370" y="54610"/>
                  </a:lnTo>
                  <a:lnTo>
                    <a:pt x="39370" y="57150"/>
                  </a:lnTo>
                  <a:lnTo>
                    <a:pt x="4312920" y="57150"/>
                  </a:lnTo>
                  <a:lnTo>
                    <a:pt x="4312920" y="54610"/>
                  </a:lnTo>
                  <a:lnTo>
                    <a:pt x="4314177" y="54610"/>
                  </a:lnTo>
                  <a:lnTo>
                    <a:pt x="4314177" y="53340"/>
                  </a:lnTo>
                  <a:lnTo>
                    <a:pt x="4315460" y="53340"/>
                  </a:lnTo>
                  <a:lnTo>
                    <a:pt x="4315460" y="52070"/>
                  </a:lnTo>
                  <a:lnTo>
                    <a:pt x="4316730" y="52070"/>
                  </a:lnTo>
                  <a:lnTo>
                    <a:pt x="4316730" y="50812"/>
                  </a:lnTo>
                  <a:close/>
                </a:path>
                <a:path w="4352290" h="59689">
                  <a:moveTo>
                    <a:pt x="4321810" y="44462"/>
                  </a:moveTo>
                  <a:lnTo>
                    <a:pt x="30480" y="44462"/>
                  </a:lnTo>
                  <a:lnTo>
                    <a:pt x="30480" y="45720"/>
                  </a:lnTo>
                  <a:lnTo>
                    <a:pt x="31750" y="45720"/>
                  </a:lnTo>
                  <a:lnTo>
                    <a:pt x="31750" y="46990"/>
                  </a:lnTo>
                  <a:lnTo>
                    <a:pt x="33020" y="46990"/>
                  </a:lnTo>
                  <a:lnTo>
                    <a:pt x="33020" y="48260"/>
                  </a:lnTo>
                  <a:lnTo>
                    <a:pt x="34290" y="48260"/>
                  </a:lnTo>
                  <a:lnTo>
                    <a:pt x="34290" y="50800"/>
                  </a:lnTo>
                  <a:lnTo>
                    <a:pt x="4318000" y="50800"/>
                  </a:lnTo>
                  <a:lnTo>
                    <a:pt x="4318000" y="48260"/>
                  </a:lnTo>
                  <a:lnTo>
                    <a:pt x="4319270" y="48260"/>
                  </a:lnTo>
                  <a:lnTo>
                    <a:pt x="4319270" y="46990"/>
                  </a:lnTo>
                  <a:lnTo>
                    <a:pt x="4320540" y="46990"/>
                  </a:lnTo>
                  <a:lnTo>
                    <a:pt x="4320540" y="45720"/>
                  </a:lnTo>
                  <a:lnTo>
                    <a:pt x="4321810" y="45720"/>
                  </a:lnTo>
                  <a:lnTo>
                    <a:pt x="4321810" y="44462"/>
                  </a:lnTo>
                  <a:close/>
                </a:path>
                <a:path w="4352290" h="59689">
                  <a:moveTo>
                    <a:pt x="4326890" y="38112"/>
                  </a:moveTo>
                  <a:lnTo>
                    <a:pt x="25400" y="38112"/>
                  </a:lnTo>
                  <a:lnTo>
                    <a:pt x="25400" y="39370"/>
                  </a:lnTo>
                  <a:lnTo>
                    <a:pt x="26670" y="39370"/>
                  </a:lnTo>
                  <a:lnTo>
                    <a:pt x="26670" y="40640"/>
                  </a:lnTo>
                  <a:lnTo>
                    <a:pt x="27940" y="40640"/>
                  </a:lnTo>
                  <a:lnTo>
                    <a:pt x="27940" y="41910"/>
                  </a:lnTo>
                  <a:lnTo>
                    <a:pt x="29210" y="41910"/>
                  </a:lnTo>
                  <a:lnTo>
                    <a:pt x="29210" y="44450"/>
                  </a:lnTo>
                  <a:lnTo>
                    <a:pt x="4323080" y="44450"/>
                  </a:lnTo>
                  <a:lnTo>
                    <a:pt x="4323080" y="41910"/>
                  </a:lnTo>
                  <a:lnTo>
                    <a:pt x="4324350" y="41910"/>
                  </a:lnTo>
                  <a:lnTo>
                    <a:pt x="4324350" y="40640"/>
                  </a:lnTo>
                  <a:lnTo>
                    <a:pt x="4325620" y="40640"/>
                  </a:lnTo>
                  <a:lnTo>
                    <a:pt x="4325620" y="39370"/>
                  </a:lnTo>
                  <a:lnTo>
                    <a:pt x="4326890" y="39370"/>
                  </a:lnTo>
                  <a:lnTo>
                    <a:pt x="4326890" y="38112"/>
                  </a:lnTo>
                  <a:close/>
                </a:path>
                <a:path w="4352290" h="59689">
                  <a:moveTo>
                    <a:pt x="4331970" y="31762"/>
                  </a:moveTo>
                  <a:lnTo>
                    <a:pt x="20320" y="31762"/>
                  </a:lnTo>
                  <a:lnTo>
                    <a:pt x="20320" y="33020"/>
                  </a:lnTo>
                  <a:lnTo>
                    <a:pt x="21590" y="33020"/>
                  </a:lnTo>
                  <a:lnTo>
                    <a:pt x="21590" y="34290"/>
                  </a:lnTo>
                  <a:lnTo>
                    <a:pt x="22860" y="34290"/>
                  </a:lnTo>
                  <a:lnTo>
                    <a:pt x="22860" y="36830"/>
                  </a:lnTo>
                  <a:lnTo>
                    <a:pt x="24130" y="36830"/>
                  </a:lnTo>
                  <a:lnTo>
                    <a:pt x="24130" y="38100"/>
                  </a:lnTo>
                  <a:lnTo>
                    <a:pt x="4328160" y="38100"/>
                  </a:lnTo>
                  <a:lnTo>
                    <a:pt x="4328160" y="36830"/>
                  </a:lnTo>
                  <a:lnTo>
                    <a:pt x="4329430" y="36830"/>
                  </a:lnTo>
                  <a:lnTo>
                    <a:pt x="4329430" y="34290"/>
                  </a:lnTo>
                  <a:lnTo>
                    <a:pt x="4330700" y="34290"/>
                  </a:lnTo>
                  <a:lnTo>
                    <a:pt x="4330700" y="33020"/>
                  </a:lnTo>
                  <a:lnTo>
                    <a:pt x="4331970" y="33020"/>
                  </a:lnTo>
                  <a:lnTo>
                    <a:pt x="4331970" y="31762"/>
                  </a:lnTo>
                  <a:close/>
                </a:path>
                <a:path w="4352290" h="59689">
                  <a:moveTo>
                    <a:pt x="4335780" y="25412"/>
                  </a:moveTo>
                  <a:lnTo>
                    <a:pt x="16510" y="25412"/>
                  </a:lnTo>
                  <a:lnTo>
                    <a:pt x="16510" y="26670"/>
                  </a:lnTo>
                  <a:lnTo>
                    <a:pt x="17780" y="26670"/>
                  </a:lnTo>
                  <a:lnTo>
                    <a:pt x="17780" y="29210"/>
                  </a:lnTo>
                  <a:lnTo>
                    <a:pt x="19050" y="29210"/>
                  </a:lnTo>
                  <a:lnTo>
                    <a:pt x="19050" y="31750"/>
                  </a:lnTo>
                  <a:lnTo>
                    <a:pt x="4333240" y="31750"/>
                  </a:lnTo>
                  <a:lnTo>
                    <a:pt x="4333240" y="29210"/>
                  </a:lnTo>
                  <a:lnTo>
                    <a:pt x="4334510" y="29210"/>
                  </a:lnTo>
                  <a:lnTo>
                    <a:pt x="4334510" y="26670"/>
                  </a:lnTo>
                  <a:lnTo>
                    <a:pt x="4335780" y="26670"/>
                  </a:lnTo>
                  <a:lnTo>
                    <a:pt x="4335780" y="25412"/>
                  </a:lnTo>
                  <a:close/>
                </a:path>
                <a:path w="4352290" h="59689">
                  <a:moveTo>
                    <a:pt x="4339590" y="19062"/>
                  </a:moveTo>
                  <a:lnTo>
                    <a:pt x="12700" y="19062"/>
                  </a:lnTo>
                  <a:lnTo>
                    <a:pt x="12700" y="21590"/>
                  </a:lnTo>
                  <a:lnTo>
                    <a:pt x="13970" y="21590"/>
                  </a:lnTo>
                  <a:lnTo>
                    <a:pt x="13970" y="22860"/>
                  </a:lnTo>
                  <a:lnTo>
                    <a:pt x="15240" y="22860"/>
                  </a:lnTo>
                  <a:lnTo>
                    <a:pt x="15240" y="25400"/>
                  </a:lnTo>
                  <a:lnTo>
                    <a:pt x="4337050" y="25400"/>
                  </a:lnTo>
                  <a:lnTo>
                    <a:pt x="4337050" y="22860"/>
                  </a:lnTo>
                  <a:lnTo>
                    <a:pt x="4338320" y="22860"/>
                  </a:lnTo>
                  <a:lnTo>
                    <a:pt x="4338320" y="21590"/>
                  </a:lnTo>
                  <a:lnTo>
                    <a:pt x="4339590" y="21590"/>
                  </a:lnTo>
                  <a:lnTo>
                    <a:pt x="4339590" y="19062"/>
                  </a:lnTo>
                  <a:close/>
                </a:path>
                <a:path w="4352290" h="59689">
                  <a:moveTo>
                    <a:pt x="4343400" y="12712"/>
                  </a:moveTo>
                  <a:lnTo>
                    <a:pt x="8890" y="12712"/>
                  </a:lnTo>
                  <a:lnTo>
                    <a:pt x="8890" y="15240"/>
                  </a:lnTo>
                  <a:lnTo>
                    <a:pt x="10160" y="15240"/>
                  </a:lnTo>
                  <a:lnTo>
                    <a:pt x="10160" y="16510"/>
                  </a:lnTo>
                  <a:lnTo>
                    <a:pt x="11430" y="16510"/>
                  </a:lnTo>
                  <a:lnTo>
                    <a:pt x="11430" y="19050"/>
                  </a:lnTo>
                  <a:lnTo>
                    <a:pt x="4340860" y="19050"/>
                  </a:lnTo>
                  <a:lnTo>
                    <a:pt x="4340860" y="16510"/>
                  </a:lnTo>
                  <a:lnTo>
                    <a:pt x="4342130" y="16510"/>
                  </a:lnTo>
                  <a:lnTo>
                    <a:pt x="4342130" y="15240"/>
                  </a:lnTo>
                  <a:lnTo>
                    <a:pt x="4343400" y="15240"/>
                  </a:lnTo>
                  <a:lnTo>
                    <a:pt x="4343400" y="12712"/>
                  </a:lnTo>
                  <a:close/>
                </a:path>
                <a:path w="4352290" h="59689">
                  <a:moveTo>
                    <a:pt x="4347210" y="6362"/>
                  </a:moveTo>
                  <a:lnTo>
                    <a:pt x="5080" y="6362"/>
                  </a:lnTo>
                  <a:lnTo>
                    <a:pt x="5080" y="8890"/>
                  </a:lnTo>
                  <a:lnTo>
                    <a:pt x="6350" y="8890"/>
                  </a:lnTo>
                  <a:lnTo>
                    <a:pt x="6350" y="11430"/>
                  </a:lnTo>
                  <a:lnTo>
                    <a:pt x="7620" y="11430"/>
                  </a:lnTo>
                  <a:lnTo>
                    <a:pt x="7620" y="12700"/>
                  </a:lnTo>
                  <a:lnTo>
                    <a:pt x="4344670" y="12700"/>
                  </a:lnTo>
                  <a:lnTo>
                    <a:pt x="4344670" y="11430"/>
                  </a:lnTo>
                  <a:lnTo>
                    <a:pt x="4345940" y="11430"/>
                  </a:lnTo>
                  <a:lnTo>
                    <a:pt x="4345940" y="8890"/>
                  </a:lnTo>
                  <a:lnTo>
                    <a:pt x="4347210" y="8890"/>
                  </a:lnTo>
                  <a:lnTo>
                    <a:pt x="4347210" y="6362"/>
                  </a:lnTo>
                  <a:close/>
                </a:path>
                <a:path w="4352290" h="59689">
                  <a:moveTo>
                    <a:pt x="435229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5080"/>
                  </a:lnTo>
                  <a:lnTo>
                    <a:pt x="3810" y="5080"/>
                  </a:lnTo>
                  <a:lnTo>
                    <a:pt x="3810" y="6350"/>
                  </a:lnTo>
                  <a:lnTo>
                    <a:pt x="4348480" y="6350"/>
                  </a:lnTo>
                  <a:lnTo>
                    <a:pt x="4348480" y="5080"/>
                  </a:lnTo>
                  <a:lnTo>
                    <a:pt x="4349750" y="5080"/>
                  </a:lnTo>
                  <a:lnTo>
                    <a:pt x="4349750" y="2540"/>
                  </a:lnTo>
                  <a:lnTo>
                    <a:pt x="4351020" y="2540"/>
                  </a:lnTo>
                  <a:lnTo>
                    <a:pt x="4351020" y="1270"/>
                  </a:lnTo>
                  <a:lnTo>
                    <a:pt x="4352290" y="1270"/>
                  </a:lnTo>
                  <a:lnTo>
                    <a:pt x="4352290" y="0"/>
                  </a:lnTo>
                  <a:close/>
                </a:path>
              </a:pathLst>
            </a:custGeom>
            <a:solidFill>
              <a:srgbClr val="D5D5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2381250" y="4989829"/>
              <a:ext cx="4265930" cy="59690"/>
            </a:xfrm>
            <a:custGeom>
              <a:avLst/>
              <a:gdLst/>
              <a:ahLst/>
              <a:cxnLst/>
              <a:rect l="l" t="t" r="r" b="b"/>
              <a:pathLst>
                <a:path w="4265930" h="59689">
                  <a:moveTo>
                    <a:pt x="4213847" y="54622"/>
                  </a:moveTo>
                  <a:lnTo>
                    <a:pt x="50800" y="54622"/>
                  </a:lnTo>
                  <a:lnTo>
                    <a:pt x="50800" y="55880"/>
                  </a:lnTo>
                  <a:lnTo>
                    <a:pt x="53340" y="55880"/>
                  </a:lnTo>
                  <a:lnTo>
                    <a:pt x="53340" y="57150"/>
                  </a:lnTo>
                  <a:lnTo>
                    <a:pt x="54610" y="57150"/>
                  </a:lnTo>
                  <a:lnTo>
                    <a:pt x="54610" y="58420"/>
                  </a:lnTo>
                  <a:lnTo>
                    <a:pt x="55880" y="58420"/>
                  </a:lnTo>
                  <a:lnTo>
                    <a:pt x="55880" y="59690"/>
                  </a:lnTo>
                  <a:lnTo>
                    <a:pt x="4210050" y="59690"/>
                  </a:lnTo>
                  <a:lnTo>
                    <a:pt x="4210050" y="58420"/>
                  </a:lnTo>
                  <a:lnTo>
                    <a:pt x="4211320" y="58420"/>
                  </a:lnTo>
                  <a:lnTo>
                    <a:pt x="4211320" y="57150"/>
                  </a:lnTo>
                  <a:lnTo>
                    <a:pt x="4212590" y="57150"/>
                  </a:lnTo>
                  <a:lnTo>
                    <a:pt x="4212590" y="55880"/>
                  </a:lnTo>
                  <a:lnTo>
                    <a:pt x="4213847" y="55880"/>
                  </a:lnTo>
                  <a:lnTo>
                    <a:pt x="4213847" y="54622"/>
                  </a:lnTo>
                  <a:close/>
                </a:path>
                <a:path w="4265930" h="59689">
                  <a:moveTo>
                    <a:pt x="4221480" y="48272"/>
                  </a:moveTo>
                  <a:lnTo>
                    <a:pt x="44450" y="48272"/>
                  </a:lnTo>
                  <a:lnTo>
                    <a:pt x="44450" y="49530"/>
                  </a:lnTo>
                  <a:lnTo>
                    <a:pt x="45720" y="49530"/>
                  </a:lnTo>
                  <a:lnTo>
                    <a:pt x="45720" y="50800"/>
                  </a:lnTo>
                  <a:lnTo>
                    <a:pt x="46990" y="50800"/>
                  </a:lnTo>
                  <a:lnTo>
                    <a:pt x="46990" y="52070"/>
                  </a:lnTo>
                  <a:lnTo>
                    <a:pt x="48260" y="52070"/>
                  </a:lnTo>
                  <a:lnTo>
                    <a:pt x="48260" y="53340"/>
                  </a:lnTo>
                  <a:lnTo>
                    <a:pt x="49530" y="53340"/>
                  </a:lnTo>
                  <a:lnTo>
                    <a:pt x="49530" y="54610"/>
                  </a:lnTo>
                  <a:lnTo>
                    <a:pt x="4215130" y="54610"/>
                  </a:lnTo>
                  <a:lnTo>
                    <a:pt x="4215130" y="53340"/>
                  </a:lnTo>
                  <a:lnTo>
                    <a:pt x="4217670" y="53340"/>
                  </a:lnTo>
                  <a:lnTo>
                    <a:pt x="4217670" y="52070"/>
                  </a:lnTo>
                  <a:lnTo>
                    <a:pt x="4218940" y="52070"/>
                  </a:lnTo>
                  <a:lnTo>
                    <a:pt x="4218940" y="50800"/>
                  </a:lnTo>
                  <a:lnTo>
                    <a:pt x="4220197" y="50800"/>
                  </a:lnTo>
                  <a:lnTo>
                    <a:pt x="4220197" y="49530"/>
                  </a:lnTo>
                  <a:lnTo>
                    <a:pt x="4221480" y="49530"/>
                  </a:lnTo>
                  <a:lnTo>
                    <a:pt x="4221480" y="48272"/>
                  </a:lnTo>
                  <a:close/>
                </a:path>
                <a:path w="4265930" h="59689">
                  <a:moveTo>
                    <a:pt x="4229100" y="41922"/>
                  </a:moveTo>
                  <a:lnTo>
                    <a:pt x="36830" y="41922"/>
                  </a:lnTo>
                  <a:lnTo>
                    <a:pt x="36830" y="43180"/>
                  </a:lnTo>
                  <a:lnTo>
                    <a:pt x="38100" y="43180"/>
                  </a:lnTo>
                  <a:lnTo>
                    <a:pt x="38100" y="44450"/>
                  </a:lnTo>
                  <a:lnTo>
                    <a:pt x="39370" y="44450"/>
                  </a:lnTo>
                  <a:lnTo>
                    <a:pt x="39370" y="45720"/>
                  </a:lnTo>
                  <a:lnTo>
                    <a:pt x="41910" y="45720"/>
                  </a:lnTo>
                  <a:lnTo>
                    <a:pt x="41910" y="46990"/>
                  </a:lnTo>
                  <a:lnTo>
                    <a:pt x="43180" y="46990"/>
                  </a:lnTo>
                  <a:lnTo>
                    <a:pt x="43180" y="48260"/>
                  </a:lnTo>
                  <a:lnTo>
                    <a:pt x="4222750" y="48260"/>
                  </a:lnTo>
                  <a:lnTo>
                    <a:pt x="4222750" y="46990"/>
                  </a:lnTo>
                  <a:lnTo>
                    <a:pt x="4224020" y="46990"/>
                  </a:lnTo>
                  <a:lnTo>
                    <a:pt x="4224020" y="45720"/>
                  </a:lnTo>
                  <a:lnTo>
                    <a:pt x="4225290" y="45720"/>
                  </a:lnTo>
                  <a:lnTo>
                    <a:pt x="4225290" y="44450"/>
                  </a:lnTo>
                  <a:lnTo>
                    <a:pt x="4227830" y="44450"/>
                  </a:lnTo>
                  <a:lnTo>
                    <a:pt x="4227830" y="43180"/>
                  </a:lnTo>
                  <a:lnTo>
                    <a:pt x="4229100" y="43180"/>
                  </a:lnTo>
                  <a:lnTo>
                    <a:pt x="4229100" y="41922"/>
                  </a:lnTo>
                  <a:close/>
                </a:path>
                <a:path w="4265930" h="59689">
                  <a:moveTo>
                    <a:pt x="4235450" y="35572"/>
                  </a:moveTo>
                  <a:lnTo>
                    <a:pt x="30480" y="35572"/>
                  </a:lnTo>
                  <a:lnTo>
                    <a:pt x="30480" y="36830"/>
                  </a:lnTo>
                  <a:lnTo>
                    <a:pt x="31750" y="36830"/>
                  </a:lnTo>
                  <a:lnTo>
                    <a:pt x="31750" y="38100"/>
                  </a:lnTo>
                  <a:lnTo>
                    <a:pt x="33020" y="38100"/>
                  </a:lnTo>
                  <a:lnTo>
                    <a:pt x="33020" y="39370"/>
                  </a:lnTo>
                  <a:lnTo>
                    <a:pt x="34290" y="39370"/>
                  </a:lnTo>
                  <a:lnTo>
                    <a:pt x="34290" y="40640"/>
                  </a:lnTo>
                  <a:lnTo>
                    <a:pt x="35560" y="40640"/>
                  </a:lnTo>
                  <a:lnTo>
                    <a:pt x="35560" y="41910"/>
                  </a:lnTo>
                  <a:lnTo>
                    <a:pt x="4230370" y="41910"/>
                  </a:lnTo>
                  <a:lnTo>
                    <a:pt x="4230370" y="40640"/>
                  </a:lnTo>
                  <a:lnTo>
                    <a:pt x="4231640" y="40640"/>
                  </a:lnTo>
                  <a:lnTo>
                    <a:pt x="4231640" y="39370"/>
                  </a:lnTo>
                  <a:lnTo>
                    <a:pt x="4232897" y="39370"/>
                  </a:lnTo>
                  <a:lnTo>
                    <a:pt x="4232897" y="38100"/>
                  </a:lnTo>
                  <a:lnTo>
                    <a:pt x="4234180" y="38100"/>
                  </a:lnTo>
                  <a:lnTo>
                    <a:pt x="4234180" y="36830"/>
                  </a:lnTo>
                  <a:lnTo>
                    <a:pt x="4235450" y="36830"/>
                  </a:lnTo>
                  <a:lnTo>
                    <a:pt x="4235450" y="35572"/>
                  </a:lnTo>
                  <a:close/>
                </a:path>
                <a:path w="4265930" h="59689">
                  <a:moveTo>
                    <a:pt x="4240530" y="29222"/>
                  </a:moveTo>
                  <a:lnTo>
                    <a:pt x="25400" y="29222"/>
                  </a:lnTo>
                  <a:lnTo>
                    <a:pt x="25400" y="30480"/>
                  </a:lnTo>
                  <a:lnTo>
                    <a:pt x="26670" y="30480"/>
                  </a:lnTo>
                  <a:lnTo>
                    <a:pt x="26670" y="31750"/>
                  </a:lnTo>
                  <a:lnTo>
                    <a:pt x="27940" y="31750"/>
                  </a:lnTo>
                  <a:lnTo>
                    <a:pt x="27940" y="33020"/>
                  </a:lnTo>
                  <a:lnTo>
                    <a:pt x="29210" y="33020"/>
                  </a:lnTo>
                  <a:lnTo>
                    <a:pt x="29210" y="35560"/>
                  </a:lnTo>
                  <a:lnTo>
                    <a:pt x="4236720" y="35560"/>
                  </a:lnTo>
                  <a:lnTo>
                    <a:pt x="4236720" y="33020"/>
                  </a:lnTo>
                  <a:lnTo>
                    <a:pt x="4237990" y="33020"/>
                  </a:lnTo>
                  <a:lnTo>
                    <a:pt x="4237990" y="31750"/>
                  </a:lnTo>
                  <a:lnTo>
                    <a:pt x="4239247" y="31750"/>
                  </a:lnTo>
                  <a:lnTo>
                    <a:pt x="4239247" y="30480"/>
                  </a:lnTo>
                  <a:lnTo>
                    <a:pt x="4240530" y="30480"/>
                  </a:lnTo>
                  <a:lnTo>
                    <a:pt x="4240530" y="29222"/>
                  </a:lnTo>
                  <a:close/>
                </a:path>
                <a:path w="4265930" h="59689">
                  <a:moveTo>
                    <a:pt x="4251947" y="16522"/>
                  </a:moveTo>
                  <a:lnTo>
                    <a:pt x="13970" y="16522"/>
                  </a:lnTo>
                  <a:lnTo>
                    <a:pt x="13970" y="17780"/>
                  </a:lnTo>
                  <a:lnTo>
                    <a:pt x="15240" y="17780"/>
                  </a:lnTo>
                  <a:lnTo>
                    <a:pt x="15240" y="19050"/>
                  </a:lnTo>
                  <a:lnTo>
                    <a:pt x="16510" y="19050"/>
                  </a:lnTo>
                  <a:lnTo>
                    <a:pt x="16510" y="20320"/>
                  </a:lnTo>
                  <a:lnTo>
                    <a:pt x="17780" y="20320"/>
                  </a:lnTo>
                  <a:lnTo>
                    <a:pt x="17780" y="21590"/>
                  </a:lnTo>
                  <a:lnTo>
                    <a:pt x="19050" y="21590"/>
                  </a:lnTo>
                  <a:lnTo>
                    <a:pt x="19050" y="22860"/>
                  </a:lnTo>
                  <a:lnTo>
                    <a:pt x="20320" y="22860"/>
                  </a:lnTo>
                  <a:lnTo>
                    <a:pt x="20320" y="24130"/>
                  </a:lnTo>
                  <a:lnTo>
                    <a:pt x="20320" y="25400"/>
                  </a:lnTo>
                  <a:lnTo>
                    <a:pt x="21590" y="25400"/>
                  </a:lnTo>
                  <a:lnTo>
                    <a:pt x="21590" y="26670"/>
                  </a:lnTo>
                  <a:lnTo>
                    <a:pt x="22860" y="26670"/>
                  </a:lnTo>
                  <a:lnTo>
                    <a:pt x="22860" y="27940"/>
                  </a:lnTo>
                  <a:lnTo>
                    <a:pt x="24130" y="27940"/>
                  </a:lnTo>
                  <a:lnTo>
                    <a:pt x="24130" y="29210"/>
                  </a:lnTo>
                  <a:lnTo>
                    <a:pt x="4241800" y="29210"/>
                  </a:lnTo>
                  <a:lnTo>
                    <a:pt x="4241800" y="27940"/>
                  </a:lnTo>
                  <a:lnTo>
                    <a:pt x="4243070" y="27940"/>
                  </a:lnTo>
                  <a:lnTo>
                    <a:pt x="4243070" y="26670"/>
                  </a:lnTo>
                  <a:lnTo>
                    <a:pt x="4244340" y="26670"/>
                  </a:lnTo>
                  <a:lnTo>
                    <a:pt x="4244340" y="25400"/>
                  </a:lnTo>
                  <a:lnTo>
                    <a:pt x="4245597" y="25400"/>
                  </a:lnTo>
                  <a:lnTo>
                    <a:pt x="4245597" y="24130"/>
                  </a:lnTo>
                  <a:lnTo>
                    <a:pt x="4246880" y="24130"/>
                  </a:lnTo>
                  <a:lnTo>
                    <a:pt x="4246880" y="22860"/>
                  </a:lnTo>
                  <a:lnTo>
                    <a:pt x="4246880" y="21590"/>
                  </a:lnTo>
                  <a:lnTo>
                    <a:pt x="4248150" y="21590"/>
                  </a:lnTo>
                  <a:lnTo>
                    <a:pt x="4248150" y="20320"/>
                  </a:lnTo>
                  <a:lnTo>
                    <a:pt x="4249420" y="20320"/>
                  </a:lnTo>
                  <a:lnTo>
                    <a:pt x="4249420" y="19050"/>
                  </a:lnTo>
                  <a:lnTo>
                    <a:pt x="4250690" y="19050"/>
                  </a:lnTo>
                  <a:lnTo>
                    <a:pt x="4250690" y="17780"/>
                  </a:lnTo>
                  <a:lnTo>
                    <a:pt x="4251947" y="17780"/>
                  </a:lnTo>
                  <a:lnTo>
                    <a:pt x="4251947" y="16522"/>
                  </a:lnTo>
                  <a:close/>
                </a:path>
                <a:path w="4265930" h="59689">
                  <a:moveTo>
                    <a:pt x="4257040" y="10172"/>
                  </a:moveTo>
                  <a:lnTo>
                    <a:pt x="8890" y="10172"/>
                  </a:lnTo>
                  <a:lnTo>
                    <a:pt x="8890" y="11430"/>
                  </a:lnTo>
                  <a:lnTo>
                    <a:pt x="10160" y="11430"/>
                  </a:lnTo>
                  <a:lnTo>
                    <a:pt x="10160" y="13970"/>
                  </a:lnTo>
                  <a:lnTo>
                    <a:pt x="11430" y="13970"/>
                  </a:lnTo>
                  <a:lnTo>
                    <a:pt x="11430" y="15240"/>
                  </a:lnTo>
                  <a:lnTo>
                    <a:pt x="12700" y="15240"/>
                  </a:lnTo>
                  <a:lnTo>
                    <a:pt x="12700" y="16510"/>
                  </a:lnTo>
                  <a:lnTo>
                    <a:pt x="4253230" y="16510"/>
                  </a:lnTo>
                  <a:lnTo>
                    <a:pt x="4253230" y="15240"/>
                  </a:lnTo>
                  <a:lnTo>
                    <a:pt x="4254500" y="15240"/>
                  </a:lnTo>
                  <a:lnTo>
                    <a:pt x="4254500" y="13970"/>
                  </a:lnTo>
                  <a:lnTo>
                    <a:pt x="4255770" y="13970"/>
                  </a:lnTo>
                  <a:lnTo>
                    <a:pt x="4255770" y="11430"/>
                  </a:lnTo>
                  <a:lnTo>
                    <a:pt x="4257040" y="11430"/>
                  </a:lnTo>
                  <a:lnTo>
                    <a:pt x="4257040" y="10172"/>
                  </a:lnTo>
                  <a:close/>
                </a:path>
                <a:path w="4265930" h="59689">
                  <a:moveTo>
                    <a:pt x="4263390" y="2552"/>
                  </a:moveTo>
                  <a:lnTo>
                    <a:pt x="2540" y="2552"/>
                  </a:lnTo>
                  <a:lnTo>
                    <a:pt x="2540" y="5080"/>
                  </a:lnTo>
                  <a:lnTo>
                    <a:pt x="3810" y="5080"/>
                  </a:lnTo>
                  <a:lnTo>
                    <a:pt x="3810" y="6350"/>
                  </a:lnTo>
                  <a:lnTo>
                    <a:pt x="5080" y="6350"/>
                  </a:lnTo>
                  <a:lnTo>
                    <a:pt x="5080" y="7620"/>
                  </a:lnTo>
                  <a:lnTo>
                    <a:pt x="6350" y="7620"/>
                  </a:lnTo>
                  <a:lnTo>
                    <a:pt x="6350" y="8890"/>
                  </a:lnTo>
                  <a:lnTo>
                    <a:pt x="7620" y="8890"/>
                  </a:lnTo>
                  <a:lnTo>
                    <a:pt x="7620" y="10160"/>
                  </a:lnTo>
                  <a:lnTo>
                    <a:pt x="4258297" y="10160"/>
                  </a:lnTo>
                  <a:lnTo>
                    <a:pt x="4258297" y="8890"/>
                  </a:lnTo>
                  <a:lnTo>
                    <a:pt x="4259580" y="8890"/>
                  </a:lnTo>
                  <a:lnTo>
                    <a:pt x="4259580" y="7620"/>
                  </a:lnTo>
                  <a:lnTo>
                    <a:pt x="4260850" y="7620"/>
                  </a:lnTo>
                  <a:lnTo>
                    <a:pt x="4260850" y="6350"/>
                  </a:lnTo>
                  <a:lnTo>
                    <a:pt x="4262120" y="6350"/>
                  </a:lnTo>
                  <a:lnTo>
                    <a:pt x="4262120" y="5080"/>
                  </a:lnTo>
                  <a:lnTo>
                    <a:pt x="4263390" y="5080"/>
                  </a:lnTo>
                  <a:lnTo>
                    <a:pt x="4263390" y="2552"/>
                  </a:lnTo>
                  <a:close/>
                </a:path>
                <a:path w="4265930" h="59689">
                  <a:moveTo>
                    <a:pt x="426593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4264647" y="2540"/>
                  </a:lnTo>
                  <a:lnTo>
                    <a:pt x="4264647" y="1270"/>
                  </a:lnTo>
                  <a:lnTo>
                    <a:pt x="4265930" y="1270"/>
                  </a:lnTo>
                  <a:lnTo>
                    <a:pt x="4265930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2438400" y="5049520"/>
              <a:ext cx="4151629" cy="59690"/>
            </a:xfrm>
            <a:custGeom>
              <a:avLst/>
              <a:gdLst/>
              <a:ahLst/>
              <a:cxnLst/>
              <a:rect l="l" t="t" r="r" b="b"/>
              <a:pathLst>
                <a:path w="4151629" h="59689">
                  <a:moveTo>
                    <a:pt x="4071607" y="58432"/>
                  </a:moveTo>
                  <a:lnTo>
                    <a:pt x="78740" y="58432"/>
                  </a:lnTo>
                  <a:lnTo>
                    <a:pt x="78740" y="59690"/>
                  </a:lnTo>
                  <a:lnTo>
                    <a:pt x="4071607" y="59690"/>
                  </a:lnTo>
                  <a:lnTo>
                    <a:pt x="4071607" y="58432"/>
                  </a:lnTo>
                  <a:close/>
                </a:path>
                <a:path w="4151629" h="59689">
                  <a:moveTo>
                    <a:pt x="4081780" y="52082"/>
                  </a:moveTo>
                  <a:lnTo>
                    <a:pt x="68580" y="52082"/>
                  </a:lnTo>
                  <a:lnTo>
                    <a:pt x="68580" y="53340"/>
                  </a:lnTo>
                  <a:lnTo>
                    <a:pt x="71120" y="53340"/>
                  </a:lnTo>
                  <a:lnTo>
                    <a:pt x="71120" y="54610"/>
                  </a:lnTo>
                  <a:lnTo>
                    <a:pt x="72390" y="54610"/>
                  </a:lnTo>
                  <a:lnTo>
                    <a:pt x="72390" y="55880"/>
                  </a:lnTo>
                  <a:lnTo>
                    <a:pt x="74930" y="55880"/>
                  </a:lnTo>
                  <a:lnTo>
                    <a:pt x="74930" y="57150"/>
                  </a:lnTo>
                  <a:lnTo>
                    <a:pt x="76200" y="57150"/>
                  </a:lnTo>
                  <a:lnTo>
                    <a:pt x="76200" y="58420"/>
                  </a:lnTo>
                  <a:lnTo>
                    <a:pt x="4074147" y="58420"/>
                  </a:lnTo>
                  <a:lnTo>
                    <a:pt x="4074147" y="57150"/>
                  </a:lnTo>
                  <a:lnTo>
                    <a:pt x="4076700" y="57150"/>
                  </a:lnTo>
                  <a:lnTo>
                    <a:pt x="4076700" y="55880"/>
                  </a:lnTo>
                  <a:lnTo>
                    <a:pt x="4077957" y="55880"/>
                  </a:lnTo>
                  <a:lnTo>
                    <a:pt x="4077957" y="54610"/>
                  </a:lnTo>
                  <a:lnTo>
                    <a:pt x="4080497" y="54610"/>
                  </a:lnTo>
                  <a:lnTo>
                    <a:pt x="4080497" y="53340"/>
                  </a:lnTo>
                  <a:lnTo>
                    <a:pt x="4081780" y="53340"/>
                  </a:lnTo>
                  <a:lnTo>
                    <a:pt x="4081780" y="52082"/>
                  </a:lnTo>
                  <a:close/>
                </a:path>
                <a:path w="4151629" h="59689">
                  <a:moveTo>
                    <a:pt x="4091940" y="45732"/>
                  </a:moveTo>
                  <a:lnTo>
                    <a:pt x="58420" y="45732"/>
                  </a:lnTo>
                  <a:lnTo>
                    <a:pt x="58420" y="46990"/>
                  </a:lnTo>
                  <a:lnTo>
                    <a:pt x="60960" y="46990"/>
                  </a:lnTo>
                  <a:lnTo>
                    <a:pt x="60960" y="48260"/>
                  </a:lnTo>
                  <a:lnTo>
                    <a:pt x="62230" y="48260"/>
                  </a:lnTo>
                  <a:lnTo>
                    <a:pt x="62230" y="49530"/>
                  </a:lnTo>
                  <a:lnTo>
                    <a:pt x="64770" y="49530"/>
                  </a:lnTo>
                  <a:lnTo>
                    <a:pt x="64770" y="50800"/>
                  </a:lnTo>
                  <a:lnTo>
                    <a:pt x="66040" y="50800"/>
                  </a:lnTo>
                  <a:lnTo>
                    <a:pt x="66040" y="52070"/>
                  </a:lnTo>
                  <a:lnTo>
                    <a:pt x="4084307" y="52070"/>
                  </a:lnTo>
                  <a:lnTo>
                    <a:pt x="4084307" y="50800"/>
                  </a:lnTo>
                  <a:lnTo>
                    <a:pt x="4086847" y="50800"/>
                  </a:lnTo>
                  <a:lnTo>
                    <a:pt x="4086847" y="49530"/>
                  </a:lnTo>
                  <a:lnTo>
                    <a:pt x="4088130" y="49530"/>
                  </a:lnTo>
                  <a:lnTo>
                    <a:pt x="4088130" y="48260"/>
                  </a:lnTo>
                  <a:lnTo>
                    <a:pt x="4090670" y="48260"/>
                  </a:lnTo>
                  <a:lnTo>
                    <a:pt x="4090670" y="46990"/>
                  </a:lnTo>
                  <a:lnTo>
                    <a:pt x="4091940" y="46990"/>
                  </a:lnTo>
                  <a:lnTo>
                    <a:pt x="4091940" y="45732"/>
                  </a:lnTo>
                  <a:close/>
                </a:path>
                <a:path w="4151629" h="59689">
                  <a:moveTo>
                    <a:pt x="4102100" y="39382"/>
                  </a:moveTo>
                  <a:lnTo>
                    <a:pt x="48260" y="39382"/>
                  </a:lnTo>
                  <a:lnTo>
                    <a:pt x="48260" y="40640"/>
                  </a:lnTo>
                  <a:lnTo>
                    <a:pt x="50800" y="40640"/>
                  </a:lnTo>
                  <a:lnTo>
                    <a:pt x="50800" y="41910"/>
                  </a:lnTo>
                  <a:lnTo>
                    <a:pt x="52070" y="41910"/>
                  </a:lnTo>
                  <a:lnTo>
                    <a:pt x="52070" y="43180"/>
                  </a:lnTo>
                  <a:lnTo>
                    <a:pt x="54610" y="43180"/>
                  </a:lnTo>
                  <a:lnTo>
                    <a:pt x="54610" y="44450"/>
                  </a:lnTo>
                  <a:lnTo>
                    <a:pt x="55880" y="44450"/>
                  </a:lnTo>
                  <a:lnTo>
                    <a:pt x="55880" y="45720"/>
                  </a:lnTo>
                  <a:lnTo>
                    <a:pt x="4094480" y="45720"/>
                  </a:lnTo>
                  <a:lnTo>
                    <a:pt x="4094480" y="44450"/>
                  </a:lnTo>
                  <a:lnTo>
                    <a:pt x="4097020" y="44450"/>
                  </a:lnTo>
                  <a:lnTo>
                    <a:pt x="4097020" y="43180"/>
                  </a:lnTo>
                  <a:lnTo>
                    <a:pt x="4098290" y="43180"/>
                  </a:lnTo>
                  <a:lnTo>
                    <a:pt x="4098290" y="41910"/>
                  </a:lnTo>
                  <a:lnTo>
                    <a:pt x="4100830" y="41910"/>
                  </a:lnTo>
                  <a:lnTo>
                    <a:pt x="4100830" y="40640"/>
                  </a:lnTo>
                  <a:lnTo>
                    <a:pt x="4102100" y="40640"/>
                  </a:lnTo>
                  <a:lnTo>
                    <a:pt x="4102100" y="39382"/>
                  </a:lnTo>
                  <a:close/>
                </a:path>
                <a:path w="4151629" h="59689">
                  <a:moveTo>
                    <a:pt x="4112247" y="33032"/>
                  </a:moveTo>
                  <a:lnTo>
                    <a:pt x="39370" y="33032"/>
                  </a:lnTo>
                  <a:lnTo>
                    <a:pt x="39370" y="34290"/>
                  </a:lnTo>
                  <a:lnTo>
                    <a:pt x="40640" y="34290"/>
                  </a:lnTo>
                  <a:lnTo>
                    <a:pt x="40640" y="35560"/>
                  </a:lnTo>
                  <a:lnTo>
                    <a:pt x="43180" y="35560"/>
                  </a:lnTo>
                  <a:lnTo>
                    <a:pt x="43180" y="36830"/>
                  </a:lnTo>
                  <a:lnTo>
                    <a:pt x="44450" y="36830"/>
                  </a:lnTo>
                  <a:lnTo>
                    <a:pt x="44450" y="38100"/>
                  </a:lnTo>
                  <a:lnTo>
                    <a:pt x="45720" y="38100"/>
                  </a:lnTo>
                  <a:lnTo>
                    <a:pt x="45720" y="39370"/>
                  </a:lnTo>
                  <a:lnTo>
                    <a:pt x="4104640" y="39370"/>
                  </a:lnTo>
                  <a:lnTo>
                    <a:pt x="4104640" y="38100"/>
                  </a:lnTo>
                  <a:lnTo>
                    <a:pt x="4107180" y="38100"/>
                  </a:lnTo>
                  <a:lnTo>
                    <a:pt x="4107180" y="36830"/>
                  </a:lnTo>
                  <a:lnTo>
                    <a:pt x="4108450" y="36830"/>
                  </a:lnTo>
                  <a:lnTo>
                    <a:pt x="4108450" y="35560"/>
                  </a:lnTo>
                  <a:lnTo>
                    <a:pt x="4109707" y="35560"/>
                  </a:lnTo>
                  <a:lnTo>
                    <a:pt x="4109707" y="34290"/>
                  </a:lnTo>
                  <a:lnTo>
                    <a:pt x="4112247" y="34290"/>
                  </a:lnTo>
                  <a:lnTo>
                    <a:pt x="4112247" y="33032"/>
                  </a:lnTo>
                  <a:close/>
                </a:path>
                <a:path w="4151629" h="59689">
                  <a:moveTo>
                    <a:pt x="4119880" y="26682"/>
                  </a:moveTo>
                  <a:lnTo>
                    <a:pt x="31750" y="26682"/>
                  </a:lnTo>
                  <a:lnTo>
                    <a:pt x="31750" y="27940"/>
                  </a:lnTo>
                  <a:lnTo>
                    <a:pt x="33020" y="27940"/>
                  </a:lnTo>
                  <a:lnTo>
                    <a:pt x="33020" y="29210"/>
                  </a:lnTo>
                  <a:lnTo>
                    <a:pt x="35560" y="29210"/>
                  </a:lnTo>
                  <a:lnTo>
                    <a:pt x="35560" y="30480"/>
                  </a:lnTo>
                  <a:lnTo>
                    <a:pt x="36830" y="30480"/>
                  </a:lnTo>
                  <a:lnTo>
                    <a:pt x="36830" y="31750"/>
                  </a:lnTo>
                  <a:lnTo>
                    <a:pt x="38100" y="31750"/>
                  </a:lnTo>
                  <a:lnTo>
                    <a:pt x="38100" y="33020"/>
                  </a:lnTo>
                  <a:lnTo>
                    <a:pt x="4113530" y="33020"/>
                  </a:lnTo>
                  <a:lnTo>
                    <a:pt x="4113530" y="31750"/>
                  </a:lnTo>
                  <a:lnTo>
                    <a:pt x="4114800" y="31750"/>
                  </a:lnTo>
                  <a:lnTo>
                    <a:pt x="4114800" y="30480"/>
                  </a:lnTo>
                  <a:lnTo>
                    <a:pt x="4116070" y="30480"/>
                  </a:lnTo>
                  <a:lnTo>
                    <a:pt x="4116070" y="29210"/>
                  </a:lnTo>
                  <a:lnTo>
                    <a:pt x="4117340" y="29210"/>
                  </a:lnTo>
                  <a:lnTo>
                    <a:pt x="4117340" y="27940"/>
                  </a:lnTo>
                  <a:lnTo>
                    <a:pt x="4119880" y="27940"/>
                  </a:lnTo>
                  <a:lnTo>
                    <a:pt x="4119880" y="26682"/>
                  </a:lnTo>
                  <a:close/>
                </a:path>
                <a:path w="4151629" h="59689">
                  <a:moveTo>
                    <a:pt x="4127500" y="20332"/>
                  </a:moveTo>
                  <a:lnTo>
                    <a:pt x="24130" y="20332"/>
                  </a:lnTo>
                  <a:lnTo>
                    <a:pt x="24130" y="21590"/>
                  </a:lnTo>
                  <a:lnTo>
                    <a:pt x="25400" y="21590"/>
                  </a:lnTo>
                  <a:lnTo>
                    <a:pt x="25400" y="22860"/>
                  </a:lnTo>
                  <a:lnTo>
                    <a:pt x="26670" y="22860"/>
                  </a:lnTo>
                  <a:lnTo>
                    <a:pt x="26670" y="24130"/>
                  </a:lnTo>
                  <a:lnTo>
                    <a:pt x="29210" y="24130"/>
                  </a:lnTo>
                  <a:lnTo>
                    <a:pt x="29210" y="25400"/>
                  </a:lnTo>
                  <a:lnTo>
                    <a:pt x="30480" y="25400"/>
                  </a:lnTo>
                  <a:lnTo>
                    <a:pt x="30480" y="26670"/>
                  </a:lnTo>
                  <a:lnTo>
                    <a:pt x="4121150" y="26670"/>
                  </a:lnTo>
                  <a:lnTo>
                    <a:pt x="4121150" y="25400"/>
                  </a:lnTo>
                  <a:lnTo>
                    <a:pt x="4122420" y="25400"/>
                  </a:lnTo>
                  <a:lnTo>
                    <a:pt x="4122420" y="24130"/>
                  </a:lnTo>
                  <a:lnTo>
                    <a:pt x="4123690" y="24130"/>
                  </a:lnTo>
                  <a:lnTo>
                    <a:pt x="4123690" y="22860"/>
                  </a:lnTo>
                  <a:lnTo>
                    <a:pt x="4126230" y="22860"/>
                  </a:lnTo>
                  <a:lnTo>
                    <a:pt x="4126230" y="21590"/>
                  </a:lnTo>
                  <a:lnTo>
                    <a:pt x="4127500" y="21590"/>
                  </a:lnTo>
                  <a:lnTo>
                    <a:pt x="4127500" y="20332"/>
                  </a:lnTo>
                  <a:close/>
                </a:path>
                <a:path w="4151629" h="59689">
                  <a:moveTo>
                    <a:pt x="4135120" y="13982"/>
                  </a:moveTo>
                  <a:lnTo>
                    <a:pt x="16510" y="13982"/>
                  </a:lnTo>
                  <a:lnTo>
                    <a:pt x="16510" y="15240"/>
                  </a:lnTo>
                  <a:lnTo>
                    <a:pt x="17780" y="15240"/>
                  </a:lnTo>
                  <a:lnTo>
                    <a:pt x="17780" y="16510"/>
                  </a:lnTo>
                  <a:lnTo>
                    <a:pt x="19050" y="16510"/>
                  </a:lnTo>
                  <a:lnTo>
                    <a:pt x="19050" y="17780"/>
                  </a:lnTo>
                  <a:lnTo>
                    <a:pt x="20320" y="17780"/>
                  </a:lnTo>
                  <a:lnTo>
                    <a:pt x="20320" y="19050"/>
                  </a:lnTo>
                  <a:lnTo>
                    <a:pt x="22860" y="19050"/>
                  </a:lnTo>
                  <a:lnTo>
                    <a:pt x="22860" y="20320"/>
                  </a:lnTo>
                  <a:lnTo>
                    <a:pt x="4128770" y="20320"/>
                  </a:lnTo>
                  <a:lnTo>
                    <a:pt x="4128770" y="19050"/>
                  </a:lnTo>
                  <a:lnTo>
                    <a:pt x="4130040" y="19050"/>
                  </a:lnTo>
                  <a:lnTo>
                    <a:pt x="4130040" y="17780"/>
                  </a:lnTo>
                  <a:lnTo>
                    <a:pt x="4132580" y="17780"/>
                  </a:lnTo>
                  <a:lnTo>
                    <a:pt x="4132580" y="16510"/>
                  </a:lnTo>
                  <a:lnTo>
                    <a:pt x="4133850" y="16510"/>
                  </a:lnTo>
                  <a:lnTo>
                    <a:pt x="4133850" y="15240"/>
                  </a:lnTo>
                  <a:lnTo>
                    <a:pt x="4135120" y="15240"/>
                  </a:lnTo>
                  <a:lnTo>
                    <a:pt x="4135120" y="13982"/>
                  </a:lnTo>
                  <a:close/>
                </a:path>
                <a:path w="4151629" h="59689">
                  <a:moveTo>
                    <a:pt x="4142740" y="7632"/>
                  </a:moveTo>
                  <a:lnTo>
                    <a:pt x="8890" y="7632"/>
                  </a:lnTo>
                  <a:lnTo>
                    <a:pt x="8890" y="8890"/>
                  </a:lnTo>
                  <a:lnTo>
                    <a:pt x="10160" y="8890"/>
                  </a:lnTo>
                  <a:lnTo>
                    <a:pt x="10160" y="10160"/>
                  </a:lnTo>
                  <a:lnTo>
                    <a:pt x="11430" y="10160"/>
                  </a:lnTo>
                  <a:lnTo>
                    <a:pt x="11430" y="11430"/>
                  </a:lnTo>
                  <a:lnTo>
                    <a:pt x="12700" y="11430"/>
                  </a:lnTo>
                  <a:lnTo>
                    <a:pt x="12700" y="12700"/>
                  </a:lnTo>
                  <a:lnTo>
                    <a:pt x="15240" y="12700"/>
                  </a:lnTo>
                  <a:lnTo>
                    <a:pt x="15240" y="13970"/>
                  </a:lnTo>
                  <a:lnTo>
                    <a:pt x="4136390" y="13970"/>
                  </a:lnTo>
                  <a:lnTo>
                    <a:pt x="4136390" y="12700"/>
                  </a:lnTo>
                  <a:lnTo>
                    <a:pt x="4137647" y="12700"/>
                  </a:lnTo>
                  <a:lnTo>
                    <a:pt x="4137647" y="11430"/>
                  </a:lnTo>
                  <a:lnTo>
                    <a:pt x="4140200" y="11430"/>
                  </a:lnTo>
                  <a:lnTo>
                    <a:pt x="4140200" y="10160"/>
                  </a:lnTo>
                  <a:lnTo>
                    <a:pt x="4141470" y="10160"/>
                  </a:lnTo>
                  <a:lnTo>
                    <a:pt x="4141470" y="8890"/>
                  </a:lnTo>
                  <a:lnTo>
                    <a:pt x="4142740" y="8890"/>
                  </a:lnTo>
                  <a:lnTo>
                    <a:pt x="4142740" y="7632"/>
                  </a:lnTo>
                  <a:close/>
                </a:path>
                <a:path w="4151629" h="59689">
                  <a:moveTo>
                    <a:pt x="4150347" y="1282"/>
                  </a:move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80"/>
                  </a:lnTo>
                  <a:lnTo>
                    <a:pt x="6350" y="5080"/>
                  </a:lnTo>
                  <a:lnTo>
                    <a:pt x="6350" y="6350"/>
                  </a:lnTo>
                  <a:lnTo>
                    <a:pt x="7620" y="6350"/>
                  </a:lnTo>
                  <a:lnTo>
                    <a:pt x="7620" y="7620"/>
                  </a:lnTo>
                  <a:lnTo>
                    <a:pt x="4143997" y="7620"/>
                  </a:lnTo>
                  <a:lnTo>
                    <a:pt x="4143997" y="6350"/>
                  </a:lnTo>
                  <a:lnTo>
                    <a:pt x="4145280" y="6350"/>
                  </a:lnTo>
                  <a:lnTo>
                    <a:pt x="4145280" y="5080"/>
                  </a:lnTo>
                  <a:lnTo>
                    <a:pt x="4146550" y="5080"/>
                  </a:lnTo>
                  <a:lnTo>
                    <a:pt x="4146550" y="3810"/>
                  </a:lnTo>
                  <a:lnTo>
                    <a:pt x="4149090" y="3810"/>
                  </a:lnTo>
                  <a:lnTo>
                    <a:pt x="4149090" y="2540"/>
                  </a:lnTo>
                  <a:lnTo>
                    <a:pt x="4150347" y="2540"/>
                  </a:lnTo>
                  <a:lnTo>
                    <a:pt x="4150347" y="1282"/>
                  </a:lnTo>
                  <a:close/>
                </a:path>
                <a:path w="4151629" h="59689">
                  <a:moveTo>
                    <a:pt x="415163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4151630" y="1270"/>
                  </a:lnTo>
                  <a:lnTo>
                    <a:pt x="4151630" y="0"/>
                  </a:lnTo>
                  <a:close/>
                </a:path>
              </a:pathLst>
            </a:custGeom>
            <a:solidFill>
              <a:srgbClr val="D3D3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2519680" y="5109210"/>
              <a:ext cx="3989070" cy="59690"/>
            </a:xfrm>
            <a:custGeom>
              <a:avLst/>
              <a:gdLst/>
              <a:ahLst/>
              <a:cxnLst/>
              <a:rect l="l" t="t" r="r" b="b"/>
              <a:pathLst>
                <a:path w="3989070" h="59689">
                  <a:moveTo>
                    <a:pt x="3829050" y="55892"/>
                  </a:moveTo>
                  <a:lnTo>
                    <a:pt x="160020" y="55892"/>
                  </a:lnTo>
                  <a:lnTo>
                    <a:pt x="160020" y="57150"/>
                  </a:lnTo>
                  <a:lnTo>
                    <a:pt x="170180" y="57150"/>
                  </a:lnTo>
                  <a:lnTo>
                    <a:pt x="170180" y="58420"/>
                  </a:lnTo>
                  <a:lnTo>
                    <a:pt x="200660" y="58420"/>
                  </a:lnTo>
                  <a:lnTo>
                    <a:pt x="200660" y="59690"/>
                  </a:lnTo>
                  <a:lnTo>
                    <a:pt x="3787127" y="59690"/>
                  </a:lnTo>
                  <a:lnTo>
                    <a:pt x="3787127" y="58420"/>
                  </a:lnTo>
                  <a:lnTo>
                    <a:pt x="3798570" y="58420"/>
                  </a:lnTo>
                  <a:lnTo>
                    <a:pt x="3798570" y="57150"/>
                  </a:lnTo>
                  <a:lnTo>
                    <a:pt x="3829050" y="57150"/>
                  </a:lnTo>
                  <a:lnTo>
                    <a:pt x="3829050" y="55892"/>
                  </a:lnTo>
                  <a:close/>
                </a:path>
                <a:path w="3989070" h="59689">
                  <a:moveTo>
                    <a:pt x="3859530" y="49542"/>
                  </a:moveTo>
                  <a:lnTo>
                    <a:pt x="121920" y="49542"/>
                  </a:lnTo>
                  <a:lnTo>
                    <a:pt x="121920" y="50800"/>
                  </a:lnTo>
                  <a:lnTo>
                    <a:pt x="129540" y="50800"/>
                  </a:lnTo>
                  <a:lnTo>
                    <a:pt x="129540" y="52070"/>
                  </a:lnTo>
                  <a:lnTo>
                    <a:pt x="135890" y="52070"/>
                  </a:lnTo>
                  <a:lnTo>
                    <a:pt x="135890" y="53340"/>
                  </a:lnTo>
                  <a:lnTo>
                    <a:pt x="143510" y="53340"/>
                  </a:lnTo>
                  <a:lnTo>
                    <a:pt x="143510" y="54610"/>
                  </a:lnTo>
                  <a:lnTo>
                    <a:pt x="149860" y="54610"/>
                  </a:lnTo>
                  <a:lnTo>
                    <a:pt x="149860" y="55880"/>
                  </a:lnTo>
                  <a:lnTo>
                    <a:pt x="3832860" y="55880"/>
                  </a:lnTo>
                  <a:lnTo>
                    <a:pt x="3832860" y="54610"/>
                  </a:lnTo>
                  <a:lnTo>
                    <a:pt x="3839210" y="54610"/>
                  </a:lnTo>
                  <a:lnTo>
                    <a:pt x="3839210" y="53340"/>
                  </a:lnTo>
                  <a:lnTo>
                    <a:pt x="3846817" y="53340"/>
                  </a:lnTo>
                  <a:lnTo>
                    <a:pt x="3846817" y="52070"/>
                  </a:lnTo>
                  <a:lnTo>
                    <a:pt x="3853167" y="52070"/>
                  </a:lnTo>
                  <a:lnTo>
                    <a:pt x="3853167" y="50800"/>
                  </a:lnTo>
                  <a:lnTo>
                    <a:pt x="3859530" y="50800"/>
                  </a:lnTo>
                  <a:lnTo>
                    <a:pt x="3859530" y="49542"/>
                  </a:lnTo>
                  <a:close/>
                </a:path>
                <a:path w="3989070" h="59689">
                  <a:moveTo>
                    <a:pt x="3886200" y="43192"/>
                  </a:moveTo>
                  <a:lnTo>
                    <a:pt x="97790" y="43192"/>
                  </a:lnTo>
                  <a:lnTo>
                    <a:pt x="97790" y="44450"/>
                  </a:lnTo>
                  <a:lnTo>
                    <a:pt x="102870" y="44450"/>
                  </a:lnTo>
                  <a:lnTo>
                    <a:pt x="102870" y="45720"/>
                  </a:lnTo>
                  <a:lnTo>
                    <a:pt x="107950" y="45720"/>
                  </a:lnTo>
                  <a:lnTo>
                    <a:pt x="107950" y="46990"/>
                  </a:lnTo>
                  <a:lnTo>
                    <a:pt x="111760" y="46990"/>
                  </a:lnTo>
                  <a:lnTo>
                    <a:pt x="111760" y="48260"/>
                  </a:lnTo>
                  <a:lnTo>
                    <a:pt x="118110" y="48260"/>
                  </a:lnTo>
                  <a:lnTo>
                    <a:pt x="118110" y="49530"/>
                  </a:lnTo>
                  <a:lnTo>
                    <a:pt x="3869677" y="49530"/>
                  </a:lnTo>
                  <a:lnTo>
                    <a:pt x="3869677" y="48260"/>
                  </a:lnTo>
                  <a:lnTo>
                    <a:pt x="3872230" y="48260"/>
                  </a:lnTo>
                  <a:lnTo>
                    <a:pt x="3872230" y="46990"/>
                  </a:lnTo>
                  <a:lnTo>
                    <a:pt x="3877310" y="46990"/>
                  </a:lnTo>
                  <a:lnTo>
                    <a:pt x="3877310" y="45720"/>
                  </a:lnTo>
                  <a:lnTo>
                    <a:pt x="3881120" y="45720"/>
                  </a:lnTo>
                  <a:lnTo>
                    <a:pt x="3881120" y="44450"/>
                  </a:lnTo>
                  <a:lnTo>
                    <a:pt x="3886200" y="44450"/>
                  </a:lnTo>
                  <a:lnTo>
                    <a:pt x="3886200" y="43192"/>
                  </a:lnTo>
                  <a:close/>
                </a:path>
                <a:path w="3989070" h="59689">
                  <a:moveTo>
                    <a:pt x="3910330" y="36842"/>
                  </a:moveTo>
                  <a:lnTo>
                    <a:pt x="77470" y="36842"/>
                  </a:lnTo>
                  <a:lnTo>
                    <a:pt x="77470" y="38100"/>
                  </a:lnTo>
                  <a:lnTo>
                    <a:pt x="80010" y="38100"/>
                  </a:lnTo>
                  <a:lnTo>
                    <a:pt x="80010" y="39370"/>
                  </a:lnTo>
                  <a:lnTo>
                    <a:pt x="85090" y="39370"/>
                  </a:lnTo>
                  <a:lnTo>
                    <a:pt x="85090" y="40640"/>
                  </a:lnTo>
                  <a:lnTo>
                    <a:pt x="88900" y="40640"/>
                  </a:lnTo>
                  <a:lnTo>
                    <a:pt x="88900" y="41910"/>
                  </a:lnTo>
                  <a:lnTo>
                    <a:pt x="93980" y="41910"/>
                  </a:lnTo>
                  <a:lnTo>
                    <a:pt x="93980" y="43180"/>
                  </a:lnTo>
                  <a:lnTo>
                    <a:pt x="3890010" y="43180"/>
                  </a:lnTo>
                  <a:lnTo>
                    <a:pt x="3890010" y="41910"/>
                  </a:lnTo>
                  <a:lnTo>
                    <a:pt x="3895090" y="41910"/>
                  </a:lnTo>
                  <a:lnTo>
                    <a:pt x="3895090" y="40640"/>
                  </a:lnTo>
                  <a:lnTo>
                    <a:pt x="3900170" y="40640"/>
                  </a:lnTo>
                  <a:lnTo>
                    <a:pt x="3900170" y="39370"/>
                  </a:lnTo>
                  <a:lnTo>
                    <a:pt x="3903980" y="39370"/>
                  </a:lnTo>
                  <a:lnTo>
                    <a:pt x="3903980" y="38100"/>
                  </a:lnTo>
                  <a:lnTo>
                    <a:pt x="3910330" y="38100"/>
                  </a:lnTo>
                  <a:lnTo>
                    <a:pt x="3910330" y="36842"/>
                  </a:lnTo>
                  <a:close/>
                </a:path>
                <a:path w="3989070" h="59689">
                  <a:moveTo>
                    <a:pt x="3925570" y="30492"/>
                  </a:moveTo>
                  <a:lnTo>
                    <a:pt x="60960" y="30492"/>
                  </a:lnTo>
                  <a:lnTo>
                    <a:pt x="60960" y="31750"/>
                  </a:lnTo>
                  <a:lnTo>
                    <a:pt x="64770" y="31750"/>
                  </a:lnTo>
                  <a:lnTo>
                    <a:pt x="64770" y="33020"/>
                  </a:lnTo>
                  <a:lnTo>
                    <a:pt x="67310" y="33020"/>
                  </a:lnTo>
                  <a:lnTo>
                    <a:pt x="67310" y="34290"/>
                  </a:lnTo>
                  <a:lnTo>
                    <a:pt x="71120" y="34290"/>
                  </a:lnTo>
                  <a:lnTo>
                    <a:pt x="71120" y="35560"/>
                  </a:lnTo>
                  <a:lnTo>
                    <a:pt x="73660" y="35560"/>
                  </a:lnTo>
                  <a:lnTo>
                    <a:pt x="73660" y="36830"/>
                  </a:lnTo>
                  <a:lnTo>
                    <a:pt x="3912870" y="36830"/>
                  </a:lnTo>
                  <a:lnTo>
                    <a:pt x="3912870" y="35560"/>
                  </a:lnTo>
                  <a:lnTo>
                    <a:pt x="3915410" y="35560"/>
                  </a:lnTo>
                  <a:lnTo>
                    <a:pt x="3915410" y="34290"/>
                  </a:lnTo>
                  <a:lnTo>
                    <a:pt x="3919220" y="34290"/>
                  </a:lnTo>
                  <a:lnTo>
                    <a:pt x="3919220" y="33020"/>
                  </a:lnTo>
                  <a:lnTo>
                    <a:pt x="3921760" y="33020"/>
                  </a:lnTo>
                  <a:lnTo>
                    <a:pt x="3921760" y="31750"/>
                  </a:lnTo>
                  <a:lnTo>
                    <a:pt x="3925570" y="31750"/>
                  </a:lnTo>
                  <a:lnTo>
                    <a:pt x="3925570" y="30492"/>
                  </a:lnTo>
                  <a:close/>
                </a:path>
                <a:path w="3989070" h="59689">
                  <a:moveTo>
                    <a:pt x="3940810" y="24142"/>
                  </a:moveTo>
                  <a:lnTo>
                    <a:pt x="45720" y="24142"/>
                  </a:lnTo>
                  <a:lnTo>
                    <a:pt x="45720" y="25400"/>
                  </a:lnTo>
                  <a:lnTo>
                    <a:pt x="49530" y="25400"/>
                  </a:lnTo>
                  <a:lnTo>
                    <a:pt x="49530" y="26670"/>
                  </a:lnTo>
                  <a:lnTo>
                    <a:pt x="52070" y="26670"/>
                  </a:lnTo>
                  <a:lnTo>
                    <a:pt x="52070" y="27940"/>
                  </a:lnTo>
                  <a:lnTo>
                    <a:pt x="55880" y="27940"/>
                  </a:lnTo>
                  <a:lnTo>
                    <a:pt x="55880" y="29210"/>
                  </a:lnTo>
                  <a:lnTo>
                    <a:pt x="58420" y="29210"/>
                  </a:lnTo>
                  <a:lnTo>
                    <a:pt x="58420" y="30480"/>
                  </a:lnTo>
                  <a:lnTo>
                    <a:pt x="3928110" y="30480"/>
                  </a:lnTo>
                  <a:lnTo>
                    <a:pt x="3928110" y="29210"/>
                  </a:lnTo>
                  <a:lnTo>
                    <a:pt x="3930650" y="29210"/>
                  </a:lnTo>
                  <a:lnTo>
                    <a:pt x="3930650" y="27940"/>
                  </a:lnTo>
                  <a:lnTo>
                    <a:pt x="3934460" y="27940"/>
                  </a:lnTo>
                  <a:lnTo>
                    <a:pt x="3934460" y="26670"/>
                  </a:lnTo>
                  <a:lnTo>
                    <a:pt x="3937000" y="26670"/>
                  </a:lnTo>
                  <a:lnTo>
                    <a:pt x="3937000" y="25400"/>
                  </a:lnTo>
                  <a:lnTo>
                    <a:pt x="3940810" y="25400"/>
                  </a:lnTo>
                  <a:lnTo>
                    <a:pt x="3940810" y="24142"/>
                  </a:lnTo>
                  <a:close/>
                </a:path>
                <a:path w="3989070" h="59689">
                  <a:moveTo>
                    <a:pt x="3954780" y="17792"/>
                  </a:moveTo>
                  <a:lnTo>
                    <a:pt x="33020" y="17792"/>
                  </a:lnTo>
                  <a:lnTo>
                    <a:pt x="33020" y="19050"/>
                  </a:lnTo>
                  <a:lnTo>
                    <a:pt x="35560" y="19050"/>
                  </a:lnTo>
                  <a:lnTo>
                    <a:pt x="35560" y="20320"/>
                  </a:lnTo>
                  <a:lnTo>
                    <a:pt x="38100" y="20320"/>
                  </a:lnTo>
                  <a:lnTo>
                    <a:pt x="38100" y="21590"/>
                  </a:lnTo>
                  <a:lnTo>
                    <a:pt x="40640" y="21590"/>
                  </a:lnTo>
                  <a:lnTo>
                    <a:pt x="40640" y="22860"/>
                  </a:lnTo>
                  <a:lnTo>
                    <a:pt x="43180" y="22860"/>
                  </a:lnTo>
                  <a:lnTo>
                    <a:pt x="43180" y="24130"/>
                  </a:lnTo>
                  <a:lnTo>
                    <a:pt x="3943350" y="24130"/>
                  </a:lnTo>
                  <a:lnTo>
                    <a:pt x="3943350" y="22860"/>
                  </a:lnTo>
                  <a:lnTo>
                    <a:pt x="3947160" y="22860"/>
                  </a:lnTo>
                  <a:lnTo>
                    <a:pt x="3947160" y="21590"/>
                  </a:lnTo>
                  <a:lnTo>
                    <a:pt x="3950970" y="21590"/>
                  </a:lnTo>
                  <a:lnTo>
                    <a:pt x="3950970" y="20320"/>
                  </a:lnTo>
                  <a:lnTo>
                    <a:pt x="3952227" y="20320"/>
                  </a:lnTo>
                  <a:lnTo>
                    <a:pt x="3952227" y="19050"/>
                  </a:lnTo>
                  <a:lnTo>
                    <a:pt x="3954780" y="19050"/>
                  </a:lnTo>
                  <a:lnTo>
                    <a:pt x="3954780" y="17792"/>
                  </a:lnTo>
                  <a:close/>
                </a:path>
                <a:path w="3989070" h="59689">
                  <a:moveTo>
                    <a:pt x="3967480" y="11442"/>
                  </a:moveTo>
                  <a:lnTo>
                    <a:pt x="20320" y="11442"/>
                  </a:lnTo>
                  <a:lnTo>
                    <a:pt x="20320" y="12700"/>
                  </a:lnTo>
                  <a:lnTo>
                    <a:pt x="22860" y="12700"/>
                  </a:lnTo>
                  <a:lnTo>
                    <a:pt x="22860" y="13970"/>
                  </a:lnTo>
                  <a:lnTo>
                    <a:pt x="25400" y="13970"/>
                  </a:lnTo>
                  <a:lnTo>
                    <a:pt x="25400" y="15240"/>
                  </a:lnTo>
                  <a:lnTo>
                    <a:pt x="27940" y="15240"/>
                  </a:lnTo>
                  <a:lnTo>
                    <a:pt x="27940" y="16510"/>
                  </a:lnTo>
                  <a:lnTo>
                    <a:pt x="30480" y="16510"/>
                  </a:lnTo>
                  <a:lnTo>
                    <a:pt x="30480" y="17780"/>
                  </a:lnTo>
                  <a:lnTo>
                    <a:pt x="3957320" y="17780"/>
                  </a:lnTo>
                  <a:lnTo>
                    <a:pt x="3957320" y="16510"/>
                  </a:lnTo>
                  <a:lnTo>
                    <a:pt x="3959860" y="16510"/>
                  </a:lnTo>
                  <a:lnTo>
                    <a:pt x="3959860" y="15240"/>
                  </a:lnTo>
                  <a:lnTo>
                    <a:pt x="3962400" y="15240"/>
                  </a:lnTo>
                  <a:lnTo>
                    <a:pt x="3962400" y="13970"/>
                  </a:lnTo>
                  <a:lnTo>
                    <a:pt x="3964927" y="13970"/>
                  </a:lnTo>
                  <a:lnTo>
                    <a:pt x="3964927" y="12700"/>
                  </a:lnTo>
                  <a:lnTo>
                    <a:pt x="3967480" y="12700"/>
                  </a:lnTo>
                  <a:lnTo>
                    <a:pt x="3967480" y="11442"/>
                  </a:lnTo>
                  <a:close/>
                </a:path>
                <a:path w="3989070" h="59689">
                  <a:moveTo>
                    <a:pt x="3978910" y="5092"/>
                  </a:moveTo>
                  <a:lnTo>
                    <a:pt x="8890" y="5092"/>
                  </a:lnTo>
                  <a:lnTo>
                    <a:pt x="8890" y="6350"/>
                  </a:lnTo>
                  <a:lnTo>
                    <a:pt x="11430" y="6350"/>
                  </a:lnTo>
                  <a:lnTo>
                    <a:pt x="11430" y="7620"/>
                  </a:lnTo>
                  <a:lnTo>
                    <a:pt x="13970" y="7620"/>
                  </a:lnTo>
                  <a:lnTo>
                    <a:pt x="13970" y="8890"/>
                  </a:lnTo>
                  <a:lnTo>
                    <a:pt x="16510" y="8890"/>
                  </a:lnTo>
                  <a:lnTo>
                    <a:pt x="16510" y="10160"/>
                  </a:lnTo>
                  <a:lnTo>
                    <a:pt x="19050" y="10160"/>
                  </a:lnTo>
                  <a:lnTo>
                    <a:pt x="19050" y="11430"/>
                  </a:lnTo>
                  <a:lnTo>
                    <a:pt x="3970020" y="11430"/>
                  </a:lnTo>
                  <a:lnTo>
                    <a:pt x="3970020" y="10160"/>
                  </a:lnTo>
                  <a:lnTo>
                    <a:pt x="3971277" y="10160"/>
                  </a:lnTo>
                  <a:lnTo>
                    <a:pt x="3971277" y="8890"/>
                  </a:lnTo>
                  <a:lnTo>
                    <a:pt x="3973830" y="8890"/>
                  </a:lnTo>
                  <a:lnTo>
                    <a:pt x="3973830" y="7620"/>
                  </a:lnTo>
                  <a:lnTo>
                    <a:pt x="3976370" y="7620"/>
                  </a:lnTo>
                  <a:lnTo>
                    <a:pt x="3976370" y="6350"/>
                  </a:lnTo>
                  <a:lnTo>
                    <a:pt x="3978910" y="6350"/>
                  </a:lnTo>
                  <a:lnTo>
                    <a:pt x="3978910" y="5092"/>
                  </a:lnTo>
                  <a:close/>
                </a:path>
                <a:path w="3989070" h="59689">
                  <a:moveTo>
                    <a:pt x="39890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3810" y="2540"/>
                  </a:lnTo>
                  <a:lnTo>
                    <a:pt x="3810" y="3810"/>
                  </a:lnTo>
                  <a:lnTo>
                    <a:pt x="6350" y="3810"/>
                  </a:lnTo>
                  <a:lnTo>
                    <a:pt x="6350" y="5080"/>
                  </a:lnTo>
                  <a:lnTo>
                    <a:pt x="3981450" y="5080"/>
                  </a:lnTo>
                  <a:lnTo>
                    <a:pt x="3981450" y="3810"/>
                  </a:lnTo>
                  <a:lnTo>
                    <a:pt x="3983977" y="3810"/>
                  </a:lnTo>
                  <a:lnTo>
                    <a:pt x="3983977" y="2540"/>
                  </a:lnTo>
                  <a:lnTo>
                    <a:pt x="3986517" y="2540"/>
                  </a:lnTo>
                  <a:lnTo>
                    <a:pt x="3986517" y="1270"/>
                  </a:lnTo>
                  <a:lnTo>
                    <a:pt x="3989070" y="1270"/>
                  </a:lnTo>
                  <a:lnTo>
                    <a:pt x="3989070" y="0"/>
                  </a:lnTo>
                  <a:close/>
                </a:path>
              </a:pathLst>
            </a:custGeom>
            <a:solidFill>
              <a:srgbClr val="D2D2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2277109" y="2432050"/>
              <a:ext cx="4472940" cy="2735580"/>
            </a:xfrm>
            <a:custGeom>
              <a:avLst/>
              <a:gdLst/>
              <a:ahLst/>
              <a:cxnLst/>
              <a:rect l="l" t="t" r="r" b="b"/>
              <a:pathLst>
                <a:path w="4472940" h="2735579">
                  <a:moveTo>
                    <a:pt x="443229" y="0"/>
                  </a:moveTo>
                  <a:lnTo>
                    <a:pt x="399083" y="2897"/>
                  </a:lnTo>
                  <a:lnTo>
                    <a:pt x="355300" y="11326"/>
                  </a:lnTo>
                  <a:lnTo>
                    <a:pt x="312277" y="24892"/>
                  </a:lnTo>
                  <a:lnTo>
                    <a:pt x="270413" y="43198"/>
                  </a:lnTo>
                  <a:lnTo>
                    <a:pt x="230105" y="65851"/>
                  </a:lnTo>
                  <a:lnTo>
                    <a:pt x="191749" y="92456"/>
                  </a:lnTo>
                  <a:lnTo>
                    <a:pt x="155744" y="122616"/>
                  </a:lnTo>
                  <a:lnTo>
                    <a:pt x="122487" y="155937"/>
                  </a:lnTo>
                  <a:lnTo>
                    <a:pt x="92374" y="192024"/>
                  </a:lnTo>
                  <a:lnTo>
                    <a:pt x="65804" y="230481"/>
                  </a:lnTo>
                  <a:lnTo>
                    <a:pt x="43174" y="270914"/>
                  </a:lnTo>
                  <a:lnTo>
                    <a:pt x="24881" y="312928"/>
                  </a:lnTo>
                  <a:lnTo>
                    <a:pt x="11323" y="356126"/>
                  </a:lnTo>
                  <a:lnTo>
                    <a:pt x="2897" y="400115"/>
                  </a:lnTo>
                  <a:lnTo>
                    <a:pt x="0" y="444500"/>
                  </a:lnTo>
                  <a:lnTo>
                    <a:pt x="0" y="473352"/>
                  </a:lnTo>
                  <a:lnTo>
                    <a:pt x="0" y="675322"/>
                  </a:lnTo>
                  <a:lnTo>
                    <a:pt x="0" y="1223525"/>
                  </a:lnTo>
                  <a:lnTo>
                    <a:pt x="0" y="2291080"/>
                  </a:lnTo>
                  <a:lnTo>
                    <a:pt x="2897" y="2335464"/>
                  </a:lnTo>
                  <a:lnTo>
                    <a:pt x="11323" y="2379453"/>
                  </a:lnTo>
                  <a:lnTo>
                    <a:pt x="24881" y="2422652"/>
                  </a:lnTo>
                  <a:lnTo>
                    <a:pt x="43174" y="2464665"/>
                  </a:lnTo>
                  <a:lnTo>
                    <a:pt x="65804" y="2505098"/>
                  </a:lnTo>
                  <a:lnTo>
                    <a:pt x="92374" y="2543556"/>
                  </a:lnTo>
                  <a:lnTo>
                    <a:pt x="122487" y="2579642"/>
                  </a:lnTo>
                  <a:lnTo>
                    <a:pt x="155744" y="2612963"/>
                  </a:lnTo>
                  <a:lnTo>
                    <a:pt x="191749" y="2643124"/>
                  </a:lnTo>
                  <a:lnTo>
                    <a:pt x="230105" y="2669728"/>
                  </a:lnTo>
                  <a:lnTo>
                    <a:pt x="270413" y="2692381"/>
                  </a:lnTo>
                  <a:lnTo>
                    <a:pt x="312277" y="2710688"/>
                  </a:lnTo>
                  <a:lnTo>
                    <a:pt x="355300" y="2724253"/>
                  </a:lnTo>
                  <a:lnTo>
                    <a:pt x="399083" y="2732682"/>
                  </a:lnTo>
                  <a:lnTo>
                    <a:pt x="443229" y="2735580"/>
                  </a:lnTo>
                  <a:lnTo>
                    <a:pt x="499248" y="2735580"/>
                  </a:lnTo>
                  <a:lnTo>
                    <a:pt x="891381" y="2735580"/>
                  </a:lnTo>
                  <a:lnTo>
                    <a:pt x="1955740" y="2735580"/>
                  </a:lnTo>
                  <a:lnTo>
                    <a:pt x="4028440" y="2735580"/>
                  </a:lnTo>
                  <a:lnTo>
                    <a:pt x="4072824" y="2732682"/>
                  </a:lnTo>
                  <a:lnTo>
                    <a:pt x="4116813" y="2724253"/>
                  </a:lnTo>
                  <a:lnTo>
                    <a:pt x="4160011" y="2710688"/>
                  </a:lnTo>
                  <a:lnTo>
                    <a:pt x="4202025" y="2692381"/>
                  </a:lnTo>
                  <a:lnTo>
                    <a:pt x="4242458" y="2669728"/>
                  </a:lnTo>
                  <a:lnTo>
                    <a:pt x="4280915" y="2643124"/>
                  </a:lnTo>
                  <a:lnTo>
                    <a:pt x="4317002" y="2612963"/>
                  </a:lnTo>
                  <a:lnTo>
                    <a:pt x="4350323" y="2579642"/>
                  </a:lnTo>
                  <a:lnTo>
                    <a:pt x="4380483" y="2543556"/>
                  </a:lnTo>
                  <a:lnTo>
                    <a:pt x="4407088" y="2505098"/>
                  </a:lnTo>
                  <a:lnTo>
                    <a:pt x="4429741" y="2464665"/>
                  </a:lnTo>
                  <a:lnTo>
                    <a:pt x="4448047" y="2422652"/>
                  </a:lnTo>
                  <a:lnTo>
                    <a:pt x="4461613" y="2379453"/>
                  </a:lnTo>
                  <a:lnTo>
                    <a:pt x="4470042" y="2335464"/>
                  </a:lnTo>
                  <a:lnTo>
                    <a:pt x="4472940" y="2291080"/>
                  </a:lnTo>
                  <a:lnTo>
                    <a:pt x="4472940" y="2262227"/>
                  </a:lnTo>
                  <a:lnTo>
                    <a:pt x="4472940" y="2060257"/>
                  </a:lnTo>
                  <a:lnTo>
                    <a:pt x="4472940" y="1512054"/>
                  </a:lnTo>
                  <a:lnTo>
                    <a:pt x="4472940" y="444500"/>
                  </a:lnTo>
                  <a:lnTo>
                    <a:pt x="4470042" y="400115"/>
                  </a:lnTo>
                  <a:lnTo>
                    <a:pt x="4461613" y="356126"/>
                  </a:lnTo>
                  <a:lnTo>
                    <a:pt x="4448047" y="312928"/>
                  </a:lnTo>
                  <a:lnTo>
                    <a:pt x="4429741" y="270914"/>
                  </a:lnTo>
                  <a:lnTo>
                    <a:pt x="4407088" y="230481"/>
                  </a:lnTo>
                  <a:lnTo>
                    <a:pt x="4380483" y="192024"/>
                  </a:lnTo>
                  <a:lnTo>
                    <a:pt x="4350323" y="155937"/>
                  </a:lnTo>
                  <a:lnTo>
                    <a:pt x="4317002" y="122616"/>
                  </a:lnTo>
                  <a:lnTo>
                    <a:pt x="4280915" y="92456"/>
                  </a:lnTo>
                  <a:lnTo>
                    <a:pt x="4242458" y="65851"/>
                  </a:lnTo>
                  <a:lnTo>
                    <a:pt x="4202025" y="43198"/>
                  </a:lnTo>
                  <a:lnTo>
                    <a:pt x="4160011" y="24892"/>
                  </a:lnTo>
                  <a:lnTo>
                    <a:pt x="4116813" y="11326"/>
                  </a:lnTo>
                  <a:lnTo>
                    <a:pt x="4072824" y="2897"/>
                  </a:lnTo>
                  <a:lnTo>
                    <a:pt x="4028440" y="0"/>
                  </a:lnTo>
                  <a:lnTo>
                    <a:pt x="3972421" y="0"/>
                  </a:lnTo>
                  <a:lnTo>
                    <a:pt x="3580288" y="0"/>
                  </a:lnTo>
                  <a:lnTo>
                    <a:pt x="2515929" y="0"/>
                  </a:lnTo>
                  <a:lnTo>
                    <a:pt x="443229" y="0"/>
                  </a:lnTo>
                  <a:close/>
                </a:path>
              </a:pathLst>
            </a:custGeom>
            <a:ln w="28393">
              <a:solidFill>
                <a:srgbClr val="FF993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3" name="object 53"/>
          <p:cNvSpPr/>
          <p:nvPr/>
        </p:nvSpPr>
        <p:spPr>
          <a:xfrm>
            <a:off x="980439" y="595630"/>
            <a:ext cx="5998210" cy="403860"/>
          </a:xfrm>
          <a:custGeom>
            <a:avLst/>
            <a:gdLst/>
            <a:ahLst/>
            <a:cxnLst/>
            <a:rect l="l" t="t" r="r" b="b"/>
            <a:pathLst>
              <a:path w="5998209" h="403859">
                <a:moveTo>
                  <a:pt x="5998210" y="0"/>
                </a:moveTo>
                <a:lnTo>
                  <a:pt x="0" y="0"/>
                </a:lnTo>
                <a:lnTo>
                  <a:pt x="0" y="403860"/>
                </a:lnTo>
                <a:lnTo>
                  <a:pt x="2999740" y="403860"/>
                </a:lnTo>
                <a:lnTo>
                  <a:pt x="5998210" y="403860"/>
                </a:lnTo>
                <a:lnTo>
                  <a:pt x="599821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08000">
              <a:lnSpc>
                <a:spcPct val="100000"/>
              </a:lnSpc>
              <a:spcBef>
                <a:spcPts val="100"/>
              </a:spcBef>
            </a:pPr>
            <a:r>
              <a:rPr spc="-25" dirty="0"/>
              <a:t>Automatic</a:t>
            </a:r>
            <a:r>
              <a:rPr spc="-260" dirty="0"/>
              <a:t> </a:t>
            </a:r>
            <a:r>
              <a:rPr spc="-20" dirty="0"/>
              <a:t>availability</a:t>
            </a:r>
            <a:r>
              <a:rPr spc="-45" dirty="0"/>
              <a:t> </a:t>
            </a:r>
            <a:r>
              <a:rPr dirty="0"/>
              <a:t>for</a:t>
            </a:r>
            <a:r>
              <a:rPr spc="-130" dirty="0"/>
              <a:t> </a:t>
            </a:r>
            <a:r>
              <a:rPr dirty="0"/>
              <a:t>all</a:t>
            </a:r>
            <a:r>
              <a:rPr spc="-105" dirty="0"/>
              <a:t> </a:t>
            </a:r>
            <a:r>
              <a:rPr spc="-10" dirty="0"/>
              <a:t>applications</a:t>
            </a:r>
          </a:p>
        </p:txBody>
      </p:sp>
      <p:grpSp>
        <p:nvGrpSpPr>
          <p:cNvPr id="55" name="object 55"/>
          <p:cNvGrpSpPr/>
          <p:nvPr/>
        </p:nvGrpSpPr>
        <p:grpSpPr>
          <a:xfrm>
            <a:off x="909321" y="1485901"/>
            <a:ext cx="7306309" cy="577850"/>
            <a:chOff x="909321" y="1485901"/>
            <a:chExt cx="7306309" cy="577850"/>
          </a:xfrm>
        </p:grpSpPr>
        <p:sp>
          <p:nvSpPr>
            <p:cNvPr id="56" name="object 56"/>
            <p:cNvSpPr/>
            <p:nvPr/>
          </p:nvSpPr>
          <p:spPr>
            <a:xfrm>
              <a:off x="928369" y="1504949"/>
              <a:ext cx="7268209" cy="539750"/>
            </a:xfrm>
            <a:custGeom>
              <a:avLst/>
              <a:gdLst/>
              <a:ahLst/>
              <a:cxnLst/>
              <a:rect l="l" t="t" r="r" b="b"/>
              <a:pathLst>
                <a:path w="7268209" h="539750">
                  <a:moveTo>
                    <a:pt x="7148830" y="0"/>
                  </a:moveTo>
                  <a:lnTo>
                    <a:pt x="119380" y="0"/>
                  </a:lnTo>
                  <a:lnTo>
                    <a:pt x="75545" y="10239"/>
                  </a:lnTo>
                  <a:lnTo>
                    <a:pt x="37306" y="37147"/>
                  </a:lnTo>
                  <a:lnTo>
                    <a:pt x="10259" y="75009"/>
                  </a:lnTo>
                  <a:lnTo>
                    <a:pt x="0" y="118110"/>
                  </a:lnTo>
                  <a:lnTo>
                    <a:pt x="0" y="421639"/>
                  </a:lnTo>
                  <a:lnTo>
                    <a:pt x="10259" y="464740"/>
                  </a:lnTo>
                  <a:lnTo>
                    <a:pt x="37306" y="502602"/>
                  </a:lnTo>
                  <a:lnTo>
                    <a:pt x="75545" y="529510"/>
                  </a:lnTo>
                  <a:lnTo>
                    <a:pt x="119380" y="539750"/>
                  </a:lnTo>
                  <a:lnTo>
                    <a:pt x="7148830" y="539750"/>
                  </a:lnTo>
                  <a:lnTo>
                    <a:pt x="7192664" y="529510"/>
                  </a:lnTo>
                  <a:lnTo>
                    <a:pt x="7230903" y="502602"/>
                  </a:lnTo>
                  <a:lnTo>
                    <a:pt x="7257950" y="464740"/>
                  </a:lnTo>
                  <a:lnTo>
                    <a:pt x="7268209" y="421639"/>
                  </a:lnTo>
                  <a:lnTo>
                    <a:pt x="7268209" y="118110"/>
                  </a:lnTo>
                  <a:lnTo>
                    <a:pt x="7257950" y="75009"/>
                  </a:lnTo>
                  <a:lnTo>
                    <a:pt x="7230903" y="37147"/>
                  </a:lnTo>
                  <a:lnTo>
                    <a:pt x="7192664" y="10239"/>
                  </a:lnTo>
                  <a:lnTo>
                    <a:pt x="714883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928369" y="1504949"/>
              <a:ext cx="7268209" cy="539750"/>
            </a:xfrm>
            <a:custGeom>
              <a:avLst/>
              <a:gdLst/>
              <a:ahLst/>
              <a:cxnLst/>
              <a:rect l="l" t="t" r="r" b="b"/>
              <a:pathLst>
                <a:path w="7268209" h="539750">
                  <a:moveTo>
                    <a:pt x="119380" y="0"/>
                  </a:moveTo>
                  <a:lnTo>
                    <a:pt x="75545" y="10239"/>
                  </a:lnTo>
                  <a:lnTo>
                    <a:pt x="37306" y="37147"/>
                  </a:lnTo>
                  <a:lnTo>
                    <a:pt x="10259" y="75009"/>
                  </a:lnTo>
                  <a:lnTo>
                    <a:pt x="0" y="118110"/>
                  </a:lnTo>
                  <a:lnTo>
                    <a:pt x="0" y="122852"/>
                  </a:lnTo>
                  <a:lnTo>
                    <a:pt x="0" y="156051"/>
                  </a:lnTo>
                  <a:lnTo>
                    <a:pt x="0" y="246161"/>
                  </a:lnTo>
                  <a:lnTo>
                    <a:pt x="0" y="421639"/>
                  </a:lnTo>
                  <a:lnTo>
                    <a:pt x="10259" y="464740"/>
                  </a:lnTo>
                  <a:lnTo>
                    <a:pt x="37306" y="502602"/>
                  </a:lnTo>
                  <a:lnTo>
                    <a:pt x="75545" y="529510"/>
                  </a:lnTo>
                  <a:lnTo>
                    <a:pt x="119380" y="539750"/>
                  </a:lnTo>
                  <a:lnTo>
                    <a:pt x="229215" y="539750"/>
                  </a:lnTo>
                  <a:lnTo>
                    <a:pt x="998061" y="539750"/>
                  </a:lnTo>
                  <a:lnTo>
                    <a:pt x="3084929" y="539750"/>
                  </a:lnTo>
                  <a:lnTo>
                    <a:pt x="7148830" y="539750"/>
                  </a:lnTo>
                  <a:lnTo>
                    <a:pt x="7192664" y="529510"/>
                  </a:lnTo>
                  <a:lnTo>
                    <a:pt x="7230903" y="502602"/>
                  </a:lnTo>
                  <a:lnTo>
                    <a:pt x="7257950" y="464740"/>
                  </a:lnTo>
                  <a:lnTo>
                    <a:pt x="7268209" y="421639"/>
                  </a:lnTo>
                  <a:lnTo>
                    <a:pt x="7268209" y="416897"/>
                  </a:lnTo>
                  <a:lnTo>
                    <a:pt x="7268209" y="383698"/>
                  </a:lnTo>
                  <a:lnTo>
                    <a:pt x="7268209" y="293588"/>
                  </a:lnTo>
                  <a:lnTo>
                    <a:pt x="7268209" y="118110"/>
                  </a:lnTo>
                  <a:lnTo>
                    <a:pt x="7257950" y="75009"/>
                  </a:lnTo>
                  <a:lnTo>
                    <a:pt x="7230903" y="37147"/>
                  </a:lnTo>
                  <a:lnTo>
                    <a:pt x="7192664" y="10239"/>
                  </a:lnTo>
                  <a:lnTo>
                    <a:pt x="7148830" y="0"/>
                  </a:lnTo>
                  <a:lnTo>
                    <a:pt x="7038994" y="0"/>
                  </a:lnTo>
                  <a:lnTo>
                    <a:pt x="6270148" y="0"/>
                  </a:lnTo>
                  <a:lnTo>
                    <a:pt x="4183280" y="0"/>
                  </a:lnTo>
                  <a:lnTo>
                    <a:pt x="119380" y="0"/>
                  </a:lnTo>
                  <a:close/>
                </a:path>
              </a:pathLst>
            </a:custGeom>
            <a:ln w="38097">
              <a:solidFill>
                <a:srgbClr val="7C9AC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1040130" y="1562099"/>
              <a:ext cx="7044690" cy="22860"/>
            </a:xfrm>
            <a:custGeom>
              <a:avLst/>
              <a:gdLst/>
              <a:ahLst/>
              <a:cxnLst/>
              <a:rect l="l" t="t" r="r" b="b"/>
              <a:pathLst>
                <a:path w="7044690" h="22859">
                  <a:moveTo>
                    <a:pt x="7044690" y="21590"/>
                  </a:moveTo>
                  <a:lnTo>
                    <a:pt x="7043420" y="21590"/>
                  </a:lnTo>
                  <a:lnTo>
                    <a:pt x="7043420" y="20320"/>
                  </a:lnTo>
                  <a:lnTo>
                    <a:pt x="7042150" y="20320"/>
                  </a:lnTo>
                  <a:lnTo>
                    <a:pt x="7042150" y="19050"/>
                  </a:lnTo>
                  <a:lnTo>
                    <a:pt x="7039597" y="19050"/>
                  </a:lnTo>
                  <a:lnTo>
                    <a:pt x="7039597" y="17780"/>
                  </a:lnTo>
                  <a:lnTo>
                    <a:pt x="7038340" y="17780"/>
                  </a:lnTo>
                  <a:lnTo>
                    <a:pt x="7038340" y="16510"/>
                  </a:lnTo>
                  <a:lnTo>
                    <a:pt x="7037070" y="16510"/>
                  </a:lnTo>
                  <a:lnTo>
                    <a:pt x="7037070" y="15240"/>
                  </a:lnTo>
                  <a:lnTo>
                    <a:pt x="7034530" y="15240"/>
                  </a:lnTo>
                  <a:lnTo>
                    <a:pt x="7034530" y="13970"/>
                  </a:lnTo>
                  <a:lnTo>
                    <a:pt x="7033247" y="13970"/>
                  </a:lnTo>
                  <a:lnTo>
                    <a:pt x="7033247" y="12700"/>
                  </a:lnTo>
                  <a:lnTo>
                    <a:pt x="7031990" y="12700"/>
                  </a:lnTo>
                  <a:lnTo>
                    <a:pt x="7031990" y="11430"/>
                  </a:lnTo>
                  <a:lnTo>
                    <a:pt x="7030720" y="11430"/>
                  </a:lnTo>
                  <a:lnTo>
                    <a:pt x="7030720" y="10160"/>
                  </a:lnTo>
                  <a:lnTo>
                    <a:pt x="7028180" y="10160"/>
                  </a:lnTo>
                  <a:lnTo>
                    <a:pt x="7028180" y="8890"/>
                  </a:lnTo>
                  <a:lnTo>
                    <a:pt x="7025640" y="8890"/>
                  </a:lnTo>
                  <a:lnTo>
                    <a:pt x="7025640" y="7620"/>
                  </a:lnTo>
                  <a:lnTo>
                    <a:pt x="7021830" y="7620"/>
                  </a:lnTo>
                  <a:lnTo>
                    <a:pt x="7021830" y="6350"/>
                  </a:lnTo>
                  <a:lnTo>
                    <a:pt x="7019290" y="6350"/>
                  </a:lnTo>
                  <a:lnTo>
                    <a:pt x="7019290" y="5080"/>
                  </a:lnTo>
                  <a:lnTo>
                    <a:pt x="7015480" y="5080"/>
                  </a:lnTo>
                  <a:lnTo>
                    <a:pt x="7015480" y="3810"/>
                  </a:lnTo>
                  <a:lnTo>
                    <a:pt x="7012940" y="3810"/>
                  </a:lnTo>
                  <a:lnTo>
                    <a:pt x="7012940" y="2540"/>
                  </a:lnTo>
                  <a:lnTo>
                    <a:pt x="7009130" y="2540"/>
                  </a:lnTo>
                  <a:lnTo>
                    <a:pt x="7009130" y="1270"/>
                  </a:lnTo>
                  <a:lnTo>
                    <a:pt x="7002780" y="1270"/>
                  </a:lnTo>
                  <a:lnTo>
                    <a:pt x="7002780" y="0"/>
                  </a:lnTo>
                  <a:lnTo>
                    <a:pt x="43180" y="0"/>
                  </a:lnTo>
                  <a:lnTo>
                    <a:pt x="43180" y="1270"/>
                  </a:lnTo>
                  <a:lnTo>
                    <a:pt x="36830" y="1270"/>
                  </a:lnTo>
                  <a:lnTo>
                    <a:pt x="36830" y="2540"/>
                  </a:lnTo>
                  <a:lnTo>
                    <a:pt x="34290" y="2540"/>
                  </a:lnTo>
                  <a:lnTo>
                    <a:pt x="34290" y="3810"/>
                  </a:lnTo>
                  <a:lnTo>
                    <a:pt x="29210" y="3810"/>
                  </a:lnTo>
                  <a:lnTo>
                    <a:pt x="29210" y="5080"/>
                  </a:lnTo>
                  <a:lnTo>
                    <a:pt x="26670" y="5080"/>
                  </a:lnTo>
                  <a:lnTo>
                    <a:pt x="26670" y="6350"/>
                  </a:lnTo>
                  <a:lnTo>
                    <a:pt x="22860" y="6350"/>
                  </a:lnTo>
                  <a:lnTo>
                    <a:pt x="22860" y="7620"/>
                  </a:lnTo>
                  <a:lnTo>
                    <a:pt x="21590" y="7620"/>
                  </a:lnTo>
                  <a:lnTo>
                    <a:pt x="21590" y="8890"/>
                  </a:lnTo>
                  <a:lnTo>
                    <a:pt x="17780" y="8890"/>
                  </a:lnTo>
                  <a:lnTo>
                    <a:pt x="17780" y="10160"/>
                  </a:lnTo>
                  <a:lnTo>
                    <a:pt x="16510" y="10160"/>
                  </a:lnTo>
                  <a:lnTo>
                    <a:pt x="16510" y="11430"/>
                  </a:lnTo>
                  <a:lnTo>
                    <a:pt x="13970" y="11430"/>
                  </a:lnTo>
                  <a:lnTo>
                    <a:pt x="13970" y="12700"/>
                  </a:lnTo>
                  <a:lnTo>
                    <a:pt x="11430" y="12700"/>
                  </a:lnTo>
                  <a:lnTo>
                    <a:pt x="11430" y="13970"/>
                  </a:lnTo>
                  <a:lnTo>
                    <a:pt x="10160" y="13970"/>
                  </a:lnTo>
                  <a:lnTo>
                    <a:pt x="10160" y="15240"/>
                  </a:lnTo>
                  <a:lnTo>
                    <a:pt x="8890" y="15240"/>
                  </a:lnTo>
                  <a:lnTo>
                    <a:pt x="8890" y="16510"/>
                  </a:lnTo>
                  <a:lnTo>
                    <a:pt x="7620" y="16510"/>
                  </a:lnTo>
                  <a:lnTo>
                    <a:pt x="7620" y="17780"/>
                  </a:lnTo>
                  <a:lnTo>
                    <a:pt x="6350" y="17780"/>
                  </a:lnTo>
                  <a:lnTo>
                    <a:pt x="6350" y="19050"/>
                  </a:lnTo>
                  <a:lnTo>
                    <a:pt x="5080" y="19050"/>
                  </a:lnTo>
                  <a:lnTo>
                    <a:pt x="5080" y="20320"/>
                  </a:lnTo>
                  <a:lnTo>
                    <a:pt x="2540" y="20320"/>
                  </a:lnTo>
                  <a:lnTo>
                    <a:pt x="2540" y="21590"/>
                  </a:lnTo>
                  <a:lnTo>
                    <a:pt x="0" y="21590"/>
                  </a:lnTo>
                  <a:lnTo>
                    <a:pt x="0" y="22860"/>
                  </a:lnTo>
                  <a:lnTo>
                    <a:pt x="7044690" y="22860"/>
                  </a:lnTo>
                  <a:lnTo>
                    <a:pt x="7044690" y="2159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1029970" y="1584959"/>
              <a:ext cx="7065009" cy="12700"/>
            </a:xfrm>
            <a:custGeom>
              <a:avLst/>
              <a:gdLst/>
              <a:ahLst/>
              <a:cxnLst/>
              <a:rect l="l" t="t" r="r" b="b"/>
              <a:pathLst>
                <a:path w="7065009" h="12700">
                  <a:moveTo>
                    <a:pt x="7065010" y="11430"/>
                  </a:moveTo>
                  <a:lnTo>
                    <a:pt x="7063740" y="11430"/>
                  </a:lnTo>
                  <a:lnTo>
                    <a:pt x="7063740" y="10160"/>
                  </a:lnTo>
                  <a:lnTo>
                    <a:pt x="7062457" y="10160"/>
                  </a:lnTo>
                  <a:lnTo>
                    <a:pt x="7062457" y="8890"/>
                  </a:lnTo>
                  <a:lnTo>
                    <a:pt x="7062457" y="7620"/>
                  </a:lnTo>
                  <a:lnTo>
                    <a:pt x="7061200" y="7620"/>
                  </a:lnTo>
                  <a:lnTo>
                    <a:pt x="7061200" y="6350"/>
                  </a:lnTo>
                  <a:lnTo>
                    <a:pt x="7061200" y="5080"/>
                  </a:lnTo>
                  <a:lnTo>
                    <a:pt x="7059930" y="5080"/>
                  </a:lnTo>
                  <a:lnTo>
                    <a:pt x="7059930" y="3810"/>
                  </a:lnTo>
                  <a:lnTo>
                    <a:pt x="7058660" y="3810"/>
                  </a:lnTo>
                  <a:lnTo>
                    <a:pt x="7058660" y="2540"/>
                  </a:lnTo>
                  <a:lnTo>
                    <a:pt x="7057390" y="2540"/>
                  </a:lnTo>
                  <a:lnTo>
                    <a:pt x="7057390" y="1270"/>
                  </a:lnTo>
                  <a:lnTo>
                    <a:pt x="7056107" y="1270"/>
                  </a:lnTo>
                  <a:lnTo>
                    <a:pt x="7056107" y="0"/>
                  </a:lnTo>
                  <a:lnTo>
                    <a:pt x="8890" y="0"/>
                  </a:lnTo>
                  <a:lnTo>
                    <a:pt x="8890" y="1270"/>
                  </a:lnTo>
                  <a:lnTo>
                    <a:pt x="7620" y="1270"/>
                  </a:lnTo>
                  <a:lnTo>
                    <a:pt x="7620" y="2540"/>
                  </a:lnTo>
                  <a:lnTo>
                    <a:pt x="7620" y="3810"/>
                  </a:lnTo>
                  <a:lnTo>
                    <a:pt x="6350" y="3810"/>
                  </a:lnTo>
                  <a:lnTo>
                    <a:pt x="6350" y="5080"/>
                  </a:lnTo>
                  <a:lnTo>
                    <a:pt x="5080" y="5080"/>
                  </a:lnTo>
                  <a:lnTo>
                    <a:pt x="5080" y="6350"/>
                  </a:lnTo>
                  <a:lnTo>
                    <a:pt x="3810" y="6350"/>
                  </a:lnTo>
                  <a:lnTo>
                    <a:pt x="3810" y="7620"/>
                  </a:lnTo>
                  <a:lnTo>
                    <a:pt x="3810" y="8890"/>
                  </a:lnTo>
                  <a:lnTo>
                    <a:pt x="2540" y="8890"/>
                  </a:lnTo>
                  <a:lnTo>
                    <a:pt x="2540" y="10160"/>
                  </a:lnTo>
                  <a:lnTo>
                    <a:pt x="1270" y="10160"/>
                  </a:lnTo>
                  <a:lnTo>
                    <a:pt x="1270" y="11430"/>
                  </a:lnTo>
                  <a:lnTo>
                    <a:pt x="0" y="11430"/>
                  </a:lnTo>
                  <a:lnTo>
                    <a:pt x="0" y="12700"/>
                  </a:lnTo>
                  <a:lnTo>
                    <a:pt x="7065010" y="12700"/>
                  </a:lnTo>
                  <a:lnTo>
                    <a:pt x="7065010" y="1143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1023620" y="1597659"/>
              <a:ext cx="7078980" cy="12700"/>
            </a:xfrm>
            <a:custGeom>
              <a:avLst/>
              <a:gdLst/>
              <a:ahLst/>
              <a:cxnLst/>
              <a:rect l="l" t="t" r="r" b="b"/>
              <a:pathLst>
                <a:path w="7078980" h="12700">
                  <a:moveTo>
                    <a:pt x="7078980" y="11430"/>
                  </a:moveTo>
                  <a:lnTo>
                    <a:pt x="7077710" y="11430"/>
                  </a:lnTo>
                  <a:lnTo>
                    <a:pt x="7077710" y="8890"/>
                  </a:lnTo>
                  <a:lnTo>
                    <a:pt x="7076440" y="8890"/>
                  </a:lnTo>
                  <a:lnTo>
                    <a:pt x="7076440" y="6350"/>
                  </a:lnTo>
                  <a:lnTo>
                    <a:pt x="7075157" y="6350"/>
                  </a:lnTo>
                  <a:lnTo>
                    <a:pt x="7075157" y="3810"/>
                  </a:lnTo>
                  <a:lnTo>
                    <a:pt x="7073900" y="3810"/>
                  </a:lnTo>
                  <a:lnTo>
                    <a:pt x="7073900" y="2540"/>
                  </a:lnTo>
                  <a:lnTo>
                    <a:pt x="7072630" y="2540"/>
                  </a:lnTo>
                  <a:lnTo>
                    <a:pt x="7072630" y="1270"/>
                  </a:lnTo>
                  <a:lnTo>
                    <a:pt x="7071360" y="1270"/>
                  </a:lnTo>
                  <a:lnTo>
                    <a:pt x="7071360" y="0"/>
                  </a:lnTo>
                  <a:lnTo>
                    <a:pt x="6350" y="0"/>
                  </a:lnTo>
                  <a:lnTo>
                    <a:pt x="6350" y="1270"/>
                  </a:lnTo>
                  <a:lnTo>
                    <a:pt x="5080" y="1270"/>
                  </a:lnTo>
                  <a:lnTo>
                    <a:pt x="5080" y="2540"/>
                  </a:lnTo>
                  <a:lnTo>
                    <a:pt x="5080" y="3810"/>
                  </a:lnTo>
                  <a:lnTo>
                    <a:pt x="3810" y="3810"/>
                  </a:lnTo>
                  <a:lnTo>
                    <a:pt x="3810" y="6350"/>
                  </a:lnTo>
                  <a:lnTo>
                    <a:pt x="2540" y="6350"/>
                  </a:lnTo>
                  <a:lnTo>
                    <a:pt x="2540" y="8890"/>
                  </a:lnTo>
                  <a:lnTo>
                    <a:pt x="1270" y="8890"/>
                  </a:lnTo>
                  <a:lnTo>
                    <a:pt x="1270" y="11430"/>
                  </a:lnTo>
                  <a:lnTo>
                    <a:pt x="0" y="11430"/>
                  </a:lnTo>
                  <a:lnTo>
                    <a:pt x="0" y="12700"/>
                  </a:lnTo>
                  <a:lnTo>
                    <a:pt x="7078980" y="12700"/>
                  </a:lnTo>
                  <a:lnTo>
                    <a:pt x="7078980" y="114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1019797" y="1610359"/>
              <a:ext cx="7085330" cy="11430"/>
            </a:xfrm>
            <a:custGeom>
              <a:avLst/>
              <a:gdLst/>
              <a:ahLst/>
              <a:cxnLst/>
              <a:rect l="l" t="t" r="r" b="b"/>
              <a:pathLst>
                <a:path w="7085330" h="11430">
                  <a:moveTo>
                    <a:pt x="7085330" y="7632"/>
                  </a:moveTo>
                  <a:lnTo>
                    <a:pt x="12" y="7632"/>
                  </a:lnTo>
                  <a:lnTo>
                    <a:pt x="0" y="11430"/>
                  </a:lnTo>
                  <a:lnTo>
                    <a:pt x="7085330" y="11430"/>
                  </a:lnTo>
                  <a:lnTo>
                    <a:pt x="7085330" y="7632"/>
                  </a:lnTo>
                  <a:close/>
                </a:path>
                <a:path w="7085330" h="11430">
                  <a:moveTo>
                    <a:pt x="7085330" y="6350"/>
                  </a:moveTo>
                  <a:lnTo>
                    <a:pt x="7084073" y="6350"/>
                  </a:lnTo>
                  <a:lnTo>
                    <a:pt x="7084073" y="5080"/>
                  </a:lnTo>
                  <a:lnTo>
                    <a:pt x="7084073" y="1270"/>
                  </a:lnTo>
                  <a:lnTo>
                    <a:pt x="7082803" y="1270"/>
                  </a:lnTo>
                  <a:lnTo>
                    <a:pt x="7082803" y="0"/>
                  </a:lnTo>
                  <a:lnTo>
                    <a:pt x="3822" y="0"/>
                  </a:lnTo>
                  <a:lnTo>
                    <a:pt x="3822" y="1270"/>
                  </a:lnTo>
                  <a:lnTo>
                    <a:pt x="2552" y="1270"/>
                  </a:lnTo>
                  <a:lnTo>
                    <a:pt x="2552" y="5080"/>
                  </a:lnTo>
                  <a:lnTo>
                    <a:pt x="1282" y="5080"/>
                  </a:lnTo>
                  <a:lnTo>
                    <a:pt x="1282" y="6350"/>
                  </a:lnTo>
                  <a:lnTo>
                    <a:pt x="1282" y="7620"/>
                  </a:lnTo>
                  <a:lnTo>
                    <a:pt x="7085330" y="7620"/>
                  </a:lnTo>
                  <a:lnTo>
                    <a:pt x="7085330" y="6350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1018540" y="1621789"/>
              <a:ext cx="7087870" cy="12700"/>
            </a:xfrm>
            <a:custGeom>
              <a:avLst/>
              <a:gdLst/>
              <a:ahLst/>
              <a:cxnLst/>
              <a:rect l="l" t="t" r="r" b="b"/>
              <a:pathLst>
                <a:path w="7087870" h="12700">
                  <a:moveTo>
                    <a:pt x="7087870" y="1270"/>
                  </a:moveTo>
                  <a:lnTo>
                    <a:pt x="7086587" y="1270"/>
                  </a:lnTo>
                  <a:lnTo>
                    <a:pt x="7086587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12700"/>
                  </a:lnTo>
                  <a:lnTo>
                    <a:pt x="7087870" y="12700"/>
                  </a:lnTo>
                  <a:lnTo>
                    <a:pt x="7087870" y="127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1018539" y="1634489"/>
              <a:ext cx="7087870" cy="12700"/>
            </a:xfrm>
            <a:custGeom>
              <a:avLst/>
              <a:gdLst/>
              <a:ahLst/>
              <a:cxnLst/>
              <a:rect l="l" t="t" r="r" b="b"/>
              <a:pathLst>
                <a:path w="7087870" h="12700">
                  <a:moveTo>
                    <a:pt x="7087869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7087869" y="12700"/>
                  </a:lnTo>
                  <a:lnTo>
                    <a:pt x="7087869" y="0"/>
                  </a:lnTo>
                  <a:close/>
                </a:path>
              </a:pathLst>
            </a:custGeom>
            <a:solidFill>
              <a:srgbClr val="F9F9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1018539" y="1647189"/>
              <a:ext cx="7087870" cy="11430"/>
            </a:xfrm>
            <a:custGeom>
              <a:avLst/>
              <a:gdLst/>
              <a:ahLst/>
              <a:cxnLst/>
              <a:rect l="l" t="t" r="r" b="b"/>
              <a:pathLst>
                <a:path w="7087870" h="11430">
                  <a:moveTo>
                    <a:pt x="7087869" y="0"/>
                  </a:moveTo>
                  <a:lnTo>
                    <a:pt x="0" y="0"/>
                  </a:lnTo>
                  <a:lnTo>
                    <a:pt x="0" y="11430"/>
                  </a:lnTo>
                  <a:lnTo>
                    <a:pt x="7087869" y="11430"/>
                  </a:lnTo>
                  <a:lnTo>
                    <a:pt x="7087869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1018539" y="1658619"/>
              <a:ext cx="7087870" cy="12700"/>
            </a:xfrm>
            <a:custGeom>
              <a:avLst/>
              <a:gdLst/>
              <a:ahLst/>
              <a:cxnLst/>
              <a:rect l="l" t="t" r="r" b="b"/>
              <a:pathLst>
                <a:path w="7087870" h="12700">
                  <a:moveTo>
                    <a:pt x="7087869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7087869" y="12700"/>
                  </a:lnTo>
                  <a:lnTo>
                    <a:pt x="708786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1018539" y="1671319"/>
              <a:ext cx="7087870" cy="11430"/>
            </a:xfrm>
            <a:custGeom>
              <a:avLst/>
              <a:gdLst/>
              <a:ahLst/>
              <a:cxnLst/>
              <a:rect l="l" t="t" r="r" b="b"/>
              <a:pathLst>
                <a:path w="7087870" h="11430">
                  <a:moveTo>
                    <a:pt x="7087869" y="0"/>
                  </a:moveTo>
                  <a:lnTo>
                    <a:pt x="0" y="0"/>
                  </a:lnTo>
                  <a:lnTo>
                    <a:pt x="0" y="11429"/>
                  </a:lnTo>
                  <a:lnTo>
                    <a:pt x="7087869" y="11429"/>
                  </a:lnTo>
                  <a:lnTo>
                    <a:pt x="7087869" y="0"/>
                  </a:lnTo>
                  <a:close/>
                </a:path>
              </a:pathLst>
            </a:custGeom>
            <a:solidFill>
              <a:srgbClr val="F6F6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1018539" y="1682749"/>
              <a:ext cx="7087870" cy="12700"/>
            </a:xfrm>
            <a:custGeom>
              <a:avLst/>
              <a:gdLst/>
              <a:ahLst/>
              <a:cxnLst/>
              <a:rect l="l" t="t" r="r" b="b"/>
              <a:pathLst>
                <a:path w="7087870" h="12700">
                  <a:moveTo>
                    <a:pt x="7087869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7087869" y="12700"/>
                  </a:lnTo>
                  <a:lnTo>
                    <a:pt x="7087869" y="0"/>
                  </a:lnTo>
                  <a:close/>
                </a:path>
              </a:pathLst>
            </a:custGeom>
            <a:solidFill>
              <a:srgbClr val="F5F5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1018539" y="1695450"/>
              <a:ext cx="7087870" cy="12700"/>
            </a:xfrm>
            <a:custGeom>
              <a:avLst/>
              <a:gdLst/>
              <a:ahLst/>
              <a:cxnLst/>
              <a:rect l="l" t="t" r="r" b="b"/>
              <a:pathLst>
                <a:path w="7087870" h="12700">
                  <a:moveTo>
                    <a:pt x="7087869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7087869" y="12700"/>
                  </a:lnTo>
                  <a:lnTo>
                    <a:pt x="7087869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1018539" y="1708150"/>
              <a:ext cx="7087870" cy="11430"/>
            </a:xfrm>
            <a:custGeom>
              <a:avLst/>
              <a:gdLst/>
              <a:ahLst/>
              <a:cxnLst/>
              <a:rect l="l" t="t" r="r" b="b"/>
              <a:pathLst>
                <a:path w="7087870" h="11430">
                  <a:moveTo>
                    <a:pt x="7087869" y="0"/>
                  </a:moveTo>
                  <a:lnTo>
                    <a:pt x="0" y="0"/>
                  </a:lnTo>
                  <a:lnTo>
                    <a:pt x="0" y="11429"/>
                  </a:lnTo>
                  <a:lnTo>
                    <a:pt x="7087869" y="11429"/>
                  </a:lnTo>
                  <a:lnTo>
                    <a:pt x="7087869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1018539" y="1719579"/>
              <a:ext cx="7087870" cy="12700"/>
            </a:xfrm>
            <a:custGeom>
              <a:avLst/>
              <a:gdLst/>
              <a:ahLst/>
              <a:cxnLst/>
              <a:rect l="l" t="t" r="r" b="b"/>
              <a:pathLst>
                <a:path w="7087870" h="12700">
                  <a:moveTo>
                    <a:pt x="7087869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7087869" y="12700"/>
                  </a:lnTo>
                  <a:lnTo>
                    <a:pt x="7087869" y="0"/>
                  </a:lnTo>
                  <a:close/>
                </a:path>
              </a:pathLst>
            </a:custGeom>
            <a:solidFill>
              <a:srgbClr val="F2F2F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1018539" y="1732279"/>
              <a:ext cx="7087870" cy="12700"/>
            </a:xfrm>
            <a:custGeom>
              <a:avLst/>
              <a:gdLst/>
              <a:ahLst/>
              <a:cxnLst/>
              <a:rect l="l" t="t" r="r" b="b"/>
              <a:pathLst>
                <a:path w="7087870" h="12700">
                  <a:moveTo>
                    <a:pt x="7087869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7087869" y="12700"/>
                  </a:lnTo>
                  <a:lnTo>
                    <a:pt x="7087869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1018539" y="1744979"/>
              <a:ext cx="7087870" cy="11430"/>
            </a:xfrm>
            <a:custGeom>
              <a:avLst/>
              <a:gdLst/>
              <a:ahLst/>
              <a:cxnLst/>
              <a:rect l="l" t="t" r="r" b="b"/>
              <a:pathLst>
                <a:path w="7087870" h="11430">
                  <a:moveTo>
                    <a:pt x="7087869" y="0"/>
                  </a:moveTo>
                  <a:lnTo>
                    <a:pt x="0" y="0"/>
                  </a:lnTo>
                  <a:lnTo>
                    <a:pt x="0" y="11430"/>
                  </a:lnTo>
                  <a:lnTo>
                    <a:pt x="7087869" y="11430"/>
                  </a:lnTo>
                  <a:lnTo>
                    <a:pt x="7087869" y="0"/>
                  </a:lnTo>
                  <a:close/>
                </a:path>
              </a:pathLst>
            </a:custGeom>
            <a:solidFill>
              <a:srgbClr val="F0F0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1018539" y="1756409"/>
              <a:ext cx="7087870" cy="12700"/>
            </a:xfrm>
            <a:custGeom>
              <a:avLst/>
              <a:gdLst/>
              <a:ahLst/>
              <a:cxnLst/>
              <a:rect l="l" t="t" r="r" b="b"/>
              <a:pathLst>
                <a:path w="7087870" h="12700">
                  <a:moveTo>
                    <a:pt x="7087869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7087869" y="12700"/>
                  </a:lnTo>
                  <a:lnTo>
                    <a:pt x="7087869" y="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1018539" y="1769109"/>
              <a:ext cx="7087870" cy="11430"/>
            </a:xfrm>
            <a:custGeom>
              <a:avLst/>
              <a:gdLst/>
              <a:ahLst/>
              <a:cxnLst/>
              <a:rect l="l" t="t" r="r" b="b"/>
              <a:pathLst>
                <a:path w="7087870" h="11430">
                  <a:moveTo>
                    <a:pt x="7087869" y="0"/>
                  </a:moveTo>
                  <a:lnTo>
                    <a:pt x="0" y="0"/>
                  </a:lnTo>
                  <a:lnTo>
                    <a:pt x="0" y="11429"/>
                  </a:lnTo>
                  <a:lnTo>
                    <a:pt x="7087869" y="11429"/>
                  </a:lnTo>
                  <a:lnTo>
                    <a:pt x="7087869" y="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1018539" y="1780539"/>
              <a:ext cx="7087870" cy="12700"/>
            </a:xfrm>
            <a:custGeom>
              <a:avLst/>
              <a:gdLst/>
              <a:ahLst/>
              <a:cxnLst/>
              <a:rect l="l" t="t" r="r" b="b"/>
              <a:pathLst>
                <a:path w="7087870" h="12700">
                  <a:moveTo>
                    <a:pt x="7087869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7087869" y="12700"/>
                  </a:lnTo>
                  <a:lnTo>
                    <a:pt x="7087869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1018539" y="1793239"/>
              <a:ext cx="7087870" cy="12700"/>
            </a:xfrm>
            <a:custGeom>
              <a:avLst/>
              <a:gdLst/>
              <a:ahLst/>
              <a:cxnLst/>
              <a:rect l="l" t="t" r="r" b="b"/>
              <a:pathLst>
                <a:path w="7087870" h="12700">
                  <a:moveTo>
                    <a:pt x="7087869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7087869" y="12700"/>
                  </a:lnTo>
                  <a:lnTo>
                    <a:pt x="7087869" y="0"/>
                  </a:lnTo>
                  <a:close/>
                </a:path>
              </a:pathLst>
            </a:custGeom>
            <a:solidFill>
              <a:srgbClr val="ECEC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1018539" y="1805939"/>
              <a:ext cx="7087870" cy="11430"/>
            </a:xfrm>
            <a:custGeom>
              <a:avLst/>
              <a:gdLst/>
              <a:ahLst/>
              <a:cxnLst/>
              <a:rect l="l" t="t" r="r" b="b"/>
              <a:pathLst>
                <a:path w="7087870" h="11430">
                  <a:moveTo>
                    <a:pt x="7087869" y="0"/>
                  </a:moveTo>
                  <a:lnTo>
                    <a:pt x="0" y="0"/>
                  </a:lnTo>
                  <a:lnTo>
                    <a:pt x="0" y="11430"/>
                  </a:lnTo>
                  <a:lnTo>
                    <a:pt x="7087869" y="11430"/>
                  </a:lnTo>
                  <a:lnTo>
                    <a:pt x="7087869" y="0"/>
                  </a:lnTo>
                  <a:close/>
                </a:path>
              </a:pathLst>
            </a:custGeom>
            <a:solidFill>
              <a:srgbClr val="EBEB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1018539" y="1817369"/>
              <a:ext cx="7087870" cy="12700"/>
            </a:xfrm>
            <a:custGeom>
              <a:avLst/>
              <a:gdLst/>
              <a:ahLst/>
              <a:cxnLst/>
              <a:rect l="l" t="t" r="r" b="b"/>
              <a:pathLst>
                <a:path w="7087870" h="12700">
                  <a:moveTo>
                    <a:pt x="7087869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7087869" y="12700"/>
                  </a:lnTo>
                  <a:lnTo>
                    <a:pt x="7087869" y="0"/>
                  </a:lnTo>
                  <a:close/>
                </a:path>
              </a:pathLst>
            </a:custGeom>
            <a:solidFill>
              <a:srgbClr val="EAE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1018539" y="1830069"/>
              <a:ext cx="7087870" cy="11430"/>
            </a:xfrm>
            <a:custGeom>
              <a:avLst/>
              <a:gdLst/>
              <a:ahLst/>
              <a:cxnLst/>
              <a:rect l="l" t="t" r="r" b="b"/>
              <a:pathLst>
                <a:path w="7087870" h="11430">
                  <a:moveTo>
                    <a:pt x="7087869" y="0"/>
                  </a:moveTo>
                  <a:lnTo>
                    <a:pt x="0" y="0"/>
                  </a:lnTo>
                  <a:lnTo>
                    <a:pt x="0" y="11429"/>
                  </a:lnTo>
                  <a:lnTo>
                    <a:pt x="7087869" y="11429"/>
                  </a:lnTo>
                  <a:lnTo>
                    <a:pt x="7087869" y="0"/>
                  </a:lnTo>
                  <a:close/>
                </a:path>
              </a:pathLst>
            </a:custGeom>
            <a:solidFill>
              <a:srgbClr val="E9E9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1018539" y="1841500"/>
              <a:ext cx="7087870" cy="12700"/>
            </a:xfrm>
            <a:custGeom>
              <a:avLst/>
              <a:gdLst/>
              <a:ahLst/>
              <a:cxnLst/>
              <a:rect l="l" t="t" r="r" b="b"/>
              <a:pathLst>
                <a:path w="7087870" h="12700">
                  <a:moveTo>
                    <a:pt x="7087869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7087869" y="12700"/>
                  </a:lnTo>
                  <a:lnTo>
                    <a:pt x="7087869" y="0"/>
                  </a:lnTo>
                  <a:close/>
                </a:path>
              </a:pathLst>
            </a:custGeom>
            <a:solidFill>
              <a:srgbClr val="E8E8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1018539" y="1854200"/>
              <a:ext cx="7087870" cy="12700"/>
            </a:xfrm>
            <a:custGeom>
              <a:avLst/>
              <a:gdLst/>
              <a:ahLst/>
              <a:cxnLst/>
              <a:rect l="l" t="t" r="r" b="b"/>
              <a:pathLst>
                <a:path w="7087870" h="12700">
                  <a:moveTo>
                    <a:pt x="7087869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7087869" y="12700"/>
                  </a:lnTo>
                  <a:lnTo>
                    <a:pt x="7087869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1018539" y="1866900"/>
              <a:ext cx="7087870" cy="11430"/>
            </a:xfrm>
            <a:custGeom>
              <a:avLst/>
              <a:gdLst/>
              <a:ahLst/>
              <a:cxnLst/>
              <a:rect l="l" t="t" r="r" b="b"/>
              <a:pathLst>
                <a:path w="7087870" h="11430">
                  <a:moveTo>
                    <a:pt x="7087869" y="0"/>
                  </a:moveTo>
                  <a:lnTo>
                    <a:pt x="0" y="0"/>
                  </a:lnTo>
                  <a:lnTo>
                    <a:pt x="0" y="11429"/>
                  </a:lnTo>
                  <a:lnTo>
                    <a:pt x="7087869" y="11429"/>
                  </a:lnTo>
                  <a:lnTo>
                    <a:pt x="7087869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1018539" y="1878329"/>
              <a:ext cx="7087870" cy="12700"/>
            </a:xfrm>
            <a:custGeom>
              <a:avLst/>
              <a:gdLst/>
              <a:ahLst/>
              <a:cxnLst/>
              <a:rect l="l" t="t" r="r" b="b"/>
              <a:pathLst>
                <a:path w="7087870" h="12700">
                  <a:moveTo>
                    <a:pt x="7087869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7087869" y="12700"/>
                  </a:lnTo>
                  <a:lnTo>
                    <a:pt x="7087869" y="0"/>
                  </a:lnTo>
                  <a:close/>
                </a:path>
              </a:pathLst>
            </a:custGeom>
            <a:solidFill>
              <a:srgbClr val="E5E5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1018539" y="1891029"/>
              <a:ext cx="7087870" cy="12700"/>
            </a:xfrm>
            <a:custGeom>
              <a:avLst/>
              <a:gdLst/>
              <a:ahLst/>
              <a:cxnLst/>
              <a:rect l="l" t="t" r="r" b="b"/>
              <a:pathLst>
                <a:path w="7087870" h="12700">
                  <a:moveTo>
                    <a:pt x="7087869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7087869" y="12700"/>
                  </a:lnTo>
                  <a:lnTo>
                    <a:pt x="7087869" y="0"/>
                  </a:lnTo>
                  <a:close/>
                </a:path>
              </a:pathLst>
            </a:custGeom>
            <a:solidFill>
              <a:srgbClr val="E4E4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1018539" y="1903729"/>
              <a:ext cx="7087870" cy="11430"/>
            </a:xfrm>
            <a:custGeom>
              <a:avLst/>
              <a:gdLst/>
              <a:ahLst/>
              <a:cxnLst/>
              <a:rect l="l" t="t" r="r" b="b"/>
              <a:pathLst>
                <a:path w="7087870" h="11430">
                  <a:moveTo>
                    <a:pt x="7087869" y="0"/>
                  </a:moveTo>
                  <a:lnTo>
                    <a:pt x="0" y="0"/>
                  </a:lnTo>
                  <a:lnTo>
                    <a:pt x="0" y="11430"/>
                  </a:lnTo>
                  <a:lnTo>
                    <a:pt x="7087869" y="11430"/>
                  </a:lnTo>
                  <a:lnTo>
                    <a:pt x="7087869" y="0"/>
                  </a:lnTo>
                  <a:close/>
                </a:path>
              </a:pathLst>
            </a:custGeom>
            <a:solidFill>
              <a:srgbClr val="E3E3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1018539" y="1915159"/>
              <a:ext cx="7087870" cy="12700"/>
            </a:xfrm>
            <a:custGeom>
              <a:avLst/>
              <a:gdLst/>
              <a:ahLst/>
              <a:cxnLst/>
              <a:rect l="l" t="t" r="r" b="b"/>
              <a:pathLst>
                <a:path w="7087870" h="12700">
                  <a:moveTo>
                    <a:pt x="7087869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7087869" y="12700"/>
                  </a:lnTo>
                  <a:lnTo>
                    <a:pt x="7087869" y="0"/>
                  </a:lnTo>
                  <a:close/>
                </a:path>
              </a:pathLst>
            </a:custGeom>
            <a:solidFill>
              <a:srgbClr val="E2E2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1019810" y="1927859"/>
              <a:ext cx="7085330" cy="12700"/>
            </a:xfrm>
            <a:custGeom>
              <a:avLst/>
              <a:gdLst/>
              <a:ahLst/>
              <a:cxnLst/>
              <a:rect l="l" t="t" r="r" b="b"/>
              <a:pathLst>
                <a:path w="7085330" h="12700">
                  <a:moveTo>
                    <a:pt x="7085317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1270" y="5080"/>
                  </a:lnTo>
                  <a:lnTo>
                    <a:pt x="1270" y="6350"/>
                  </a:lnTo>
                  <a:lnTo>
                    <a:pt x="1270" y="7620"/>
                  </a:lnTo>
                  <a:lnTo>
                    <a:pt x="2540" y="7620"/>
                  </a:lnTo>
                  <a:lnTo>
                    <a:pt x="2540" y="11430"/>
                  </a:lnTo>
                  <a:lnTo>
                    <a:pt x="3810" y="11430"/>
                  </a:lnTo>
                  <a:lnTo>
                    <a:pt x="3810" y="12700"/>
                  </a:lnTo>
                  <a:lnTo>
                    <a:pt x="7082790" y="12700"/>
                  </a:lnTo>
                  <a:lnTo>
                    <a:pt x="7082790" y="11430"/>
                  </a:lnTo>
                  <a:lnTo>
                    <a:pt x="7084060" y="11430"/>
                  </a:lnTo>
                  <a:lnTo>
                    <a:pt x="7084060" y="7620"/>
                  </a:lnTo>
                  <a:lnTo>
                    <a:pt x="7084060" y="6350"/>
                  </a:lnTo>
                  <a:lnTo>
                    <a:pt x="7085317" y="6350"/>
                  </a:lnTo>
                  <a:lnTo>
                    <a:pt x="7085317" y="5080"/>
                  </a:lnTo>
                  <a:lnTo>
                    <a:pt x="7085317" y="0"/>
                  </a:lnTo>
                  <a:close/>
                </a:path>
              </a:pathLst>
            </a:custGeom>
            <a:solidFill>
              <a:srgbClr val="E1E1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1023620" y="1940559"/>
              <a:ext cx="7078980" cy="11430"/>
            </a:xfrm>
            <a:custGeom>
              <a:avLst/>
              <a:gdLst/>
              <a:ahLst/>
              <a:cxnLst/>
              <a:rect l="l" t="t" r="r" b="b"/>
              <a:pathLst>
                <a:path w="7078980" h="11430">
                  <a:moveTo>
                    <a:pt x="7077710" y="1282"/>
                  </a:moveTo>
                  <a:lnTo>
                    <a:pt x="1270" y="1282"/>
                  </a:lnTo>
                  <a:lnTo>
                    <a:pt x="1270" y="3810"/>
                  </a:lnTo>
                  <a:lnTo>
                    <a:pt x="2540" y="3810"/>
                  </a:lnTo>
                  <a:lnTo>
                    <a:pt x="2540" y="6350"/>
                  </a:lnTo>
                  <a:lnTo>
                    <a:pt x="3810" y="6350"/>
                  </a:lnTo>
                  <a:lnTo>
                    <a:pt x="3810" y="8890"/>
                  </a:lnTo>
                  <a:lnTo>
                    <a:pt x="5080" y="8890"/>
                  </a:lnTo>
                  <a:lnTo>
                    <a:pt x="5080" y="10160"/>
                  </a:lnTo>
                  <a:lnTo>
                    <a:pt x="6350" y="10160"/>
                  </a:lnTo>
                  <a:lnTo>
                    <a:pt x="6350" y="11430"/>
                  </a:lnTo>
                  <a:lnTo>
                    <a:pt x="7072630" y="11430"/>
                  </a:lnTo>
                  <a:lnTo>
                    <a:pt x="7072630" y="10160"/>
                  </a:lnTo>
                  <a:lnTo>
                    <a:pt x="7073900" y="10160"/>
                  </a:lnTo>
                  <a:lnTo>
                    <a:pt x="7073900" y="8890"/>
                  </a:lnTo>
                  <a:lnTo>
                    <a:pt x="7075157" y="8890"/>
                  </a:lnTo>
                  <a:lnTo>
                    <a:pt x="7075157" y="6350"/>
                  </a:lnTo>
                  <a:lnTo>
                    <a:pt x="7076440" y="6350"/>
                  </a:lnTo>
                  <a:lnTo>
                    <a:pt x="7076440" y="3810"/>
                  </a:lnTo>
                  <a:lnTo>
                    <a:pt x="7077710" y="3810"/>
                  </a:lnTo>
                  <a:lnTo>
                    <a:pt x="7077710" y="1282"/>
                  </a:lnTo>
                  <a:close/>
                </a:path>
                <a:path w="7078980" h="11430">
                  <a:moveTo>
                    <a:pt x="707898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7078980" y="1270"/>
                  </a:lnTo>
                  <a:lnTo>
                    <a:pt x="7078980" y="0"/>
                  </a:lnTo>
                  <a:close/>
                </a:path>
              </a:pathLst>
            </a:custGeom>
            <a:solidFill>
              <a:srgbClr val="E0E0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1029970" y="1951989"/>
              <a:ext cx="7066280" cy="12700"/>
            </a:xfrm>
            <a:custGeom>
              <a:avLst/>
              <a:gdLst/>
              <a:ahLst/>
              <a:cxnLst/>
              <a:rect l="l" t="t" r="r" b="b"/>
              <a:pathLst>
                <a:path w="7066280" h="12700">
                  <a:moveTo>
                    <a:pt x="706628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1270" y="3810"/>
                  </a:lnTo>
                  <a:lnTo>
                    <a:pt x="2540" y="3810"/>
                  </a:lnTo>
                  <a:lnTo>
                    <a:pt x="2540" y="5080"/>
                  </a:lnTo>
                  <a:lnTo>
                    <a:pt x="3810" y="5080"/>
                  </a:lnTo>
                  <a:lnTo>
                    <a:pt x="3810" y="6350"/>
                  </a:lnTo>
                  <a:lnTo>
                    <a:pt x="3810" y="7620"/>
                  </a:lnTo>
                  <a:lnTo>
                    <a:pt x="5080" y="7620"/>
                  </a:lnTo>
                  <a:lnTo>
                    <a:pt x="5080" y="8890"/>
                  </a:lnTo>
                  <a:lnTo>
                    <a:pt x="6350" y="8890"/>
                  </a:lnTo>
                  <a:lnTo>
                    <a:pt x="6350" y="10160"/>
                  </a:lnTo>
                  <a:lnTo>
                    <a:pt x="7620" y="10160"/>
                  </a:lnTo>
                  <a:lnTo>
                    <a:pt x="7620" y="11430"/>
                  </a:lnTo>
                  <a:lnTo>
                    <a:pt x="8890" y="11430"/>
                  </a:lnTo>
                  <a:lnTo>
                    <a:pt x="8877" y="12700"/>
                  </a:lnTo>
                  <a:lnTo>
                    <a:pt x="7057390" y="12700"/>
                  </a:lnTo>
                  <a:lnTo>
                    <a:pt x="7057390" y="11430"/>
                  </a:lnTo>
                  <a:lnTo>
                    <a:pt x="7058660" y="11430"/>
                  </a:lnTo>
                  <a:lnTo>
                    <a:pt x="7058660" y="10160"/>
                  </a:lnTo>
                  <a:lnTo>
                    <a:pt x="7059930" y="10160"/>
                  </a:lnTo>
                  <a:lnTo>
                    <a:pt x="7059930" y="8890"/>
                  </a:lnTo>
                  <a:lnTo>
                    <a:pt x="7061200" y="8890"/>
                  </a:lnTo>
                  <a:lnTo>
                    <a:pt x="7061200" y="7620"/>
                  </a:lnTo>
                  <a:lnTo>
                    <a:pt x="7061200" y="6350"/>
                  </a:lnTo>
                  <a:lnTo>
                    <a:pt x="7062457" y="6350"/>
                  </a:lnTo>
                  <a:lnTo>
                    <a:pt x="7062457" y="5080"/>
                  </a:lnTo>
                  <a:lnTo>
                    <a:pt x="7062457" y="3810"/>
                  </a:lnTo>
                  <a:lnTo>
                    <a:pt x="7063740" y="3810"/>
                  </a:lnTo>
                  <a:lnTo>
                    <a:pt x="7063740" y="2540"/>
                  </a:lnTo>
                  <a:lnTo>
                    <a:pt x="7065010" y="2540"/>
                  </a:lnTo>
                  <a:lnTo>
                    <a:pt x="7065010" y="1270"/>
                  </a:lnTo>
                  <a:lnTo>
                    <a:pt x="7066280" y="1270"/>
                  </a:lnTo>
                  <a:lnTo>
                    <a:pt x="7066280" y="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1038860" y="1964689"/>
              <a:ext cx="7047230" cy="12700"/>
            </a:xfrm>
            <a:custGeom>
              <a:avLst/>
              <a:gdLst/>
              <a:ahLst/>
              <a:cxnLst/>
              <a:rect l="l" t="t" r="r" b="b"/>
              <a:pathLst>
                <a:path w="7047230" h="12700">
                  <a:moveTo>
                    <a:pt x="7047217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5080" y="3810"/>
                  </a:lnTo>
                  <a:lnTo>
                    <a:pt x="5080" y="5080"/>
                  </a:lnTo>
                  <a:lnTo>
                    <a:pt x="7620" y="5080"/>
                  </a:lnTo>
                  <a:lnTo>
                    <a:pt x="7620" y="6350"/>
                  </a:lnTo>
                  <a:lnTo>
                    <a:pt x="8890" y="6350"/>
                  </a:lnTo>
                  <a:lnTo>
                    <a:pt x="8890" y="7620"/>
                  </a:lnTo>
                  <a:lnTo>
                    <a:pt x="10160" y="7620"/>
                  </a:lnTo>
                  <a:lnTo>
                    <a:pt x="10160" y="8890"/>
                  </a:lnTo>
                  <a:lnTo>
                    <a:pt x="11430" y="8890"/>
                  </a:lnTo>
                  <a:lnTo>
                    <a:pt x="11430" y="10160"/>
                  </a:lnTo>
                  <a:lnTo>
                    <a:pt x="12700" y="10160"/>
                  </a:lnTo>
                  <a:lnTo>
                    <a:pt x="12700" y="11430"/>
                  </a:lnTo>
                  <a:lnTo>
                    <a:pt x="13970" y="11430"/>
                  </a:lnTo>
                  <a:lnTo>
                    <a:pt x="13970" y="12700"/>
                  </a:lnTo>
                  <a:lnTo>
                    <a:pt x="7031990" y="12700"/>
                  </a:lnTo>
                  <a:lnTo>
                    <a:pt x="7031990" y="11430"/>
                  </a:lnTo>
                  <a:lnTo>
                    <a:pt x="7034517" y="11430"/>
                  </a:lnTo>
                  <a:lnTo>
                    <a:pt x="7034517" y="10160"/>
                  </a:lnTo>
                  <a:lnTo>
                    <a:pt x="7035800" y="10160"/>
                  </a:lnTo>
                  <a:lnTo>
                    <a:pt x="7035800" y="8890"/>
                  </a:lnTo>
                  <a:lnTo>
                    <a:pt x="7037070" y="8890"/>
                  </a:lnTo>
                  <a:lnTo>
                    <a:pt x="7037070" y="7620"/>
                  </a:lnTo>
                  <a:lnTo>
                    <a:pt x="7039610" y="7620"/>
                  </a:lnTo>
                  <a:lnTo>
                    <a:pt x="7039610" y="6350"/>
                  </a:lnTo>
                  <a:lnTo>
                    <a:pt x="7040867" y="6350"/>
                  </a:lnTo>
                  <a:lnTo>
                    <a:pt x="7040867" y="5080"/>
                  </a:lnTo>
                  <a:lnTo>
                    <a:pt x="7042150" y="5080"/>
                  </a:lnTo>
                  <a:lnTo>
                    <a:pt x="7042150" y="3810"/>
                  </a:lnTo>
                  <a:lnTo>
                    <a:pt x="7043420" y="3810"/>
                  </a:lnTo>
                  <a:lnTo>
                    <a:pt x="7043420" y="2540"/>
                  </a:lnTo>
                  <a:lnTo>
                    <a:pt x="7045960" y="2540"/>
                  </a:lnTo>
                  <a:lnTo>
                    <a:pt x="7045960" y="1270"/>
                  </a:lnTo>
                  <a:lnTo>
                    <a:pt x="7047217" y="1270"/>
                  </a:lnTo>
                  <a:lnTo>
                    <a:pt x="7047217" y="0"/>
                  </a:lnTo>
                  <a:close/>
                </a:path>
              </a:pathLst>
            </a:custGeom>
            <a:solidFill>
              <a:srgbClr val="DEDE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1055370" y="1977389"/>
              <a:ext cx="7014209" cy="11430"/>
            </a:xfrm>
            <a:custGeom>
              <a:avLst/>
              <a:gdLst/>
              <a:ahLst/>
              <a:cxnLst/>
              <a:rect l="l" t="t" r="r" b="b"/>
              <a:pathLst>
                <a:path w="7014209" h="11430">
                  <a:moveTo>
                    <a:pt x="70142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2540"/>
                  </a:lnTo>
                  <a:lnTo>
                    <a:pt x="3810" y="2540"/>
                  </a:lnTo>
                  <a:lnTo>
                    <a:pt x="3810" y="3810"/>
                  </a:lnTo>
                  <a:lnTo>
                    <a:pt x="7620" y="3810"/>
                  </a:lnTo>
                  <a:lnTo>
                    <a:pt x="7620" y="5080"/>
                  </a:lnTo>
                  <a:lnTo>
                    <a:pt x="10160" y="5080"/>
                  </a:lnTo>
                  <a:lnTo>
                    <a:pt x="10160" y="6350"/>
                  </a:lnTo>
                  <a:lnTo>
                    <a:pt x="13970" y="6350"/>
                  </a:lnTo>
                  <a:lnTo>
                    <a:pt x="13970" y="7620"/>
                  </a:lnTo>
                  <a:lnTo>
                    <a:pt x="16510" y="7620"/>
                  </a:lnTo>
                  <a:lnTo>
                    <a:pt x="16510" y="8890"/>
                  </a:lnTo>
                  <a:lnTo>
                    <a:pt x="21590" y="8890"/>
                  </a:lnTo>
                  <a:lnTo>
                    <a:pt x="21590" y="10160"/>
                  </a:lnTo>
                  <a:lnTo>
                    <a:pt x="27940" y="10160"/>
                  </a:lnTo>
                  <a:lnTo>
                    <a:pt x="27940" y="11430"/>
                  </a:lnTo>
                  <a:lnTo>
                    <a:pt x="6987540" y="11430"/>
                  </a:lnTo>
                  <a:lnTo>
                    <a:pt x="6987540" y="10160"/>
                  </a:lnTo>
                  <a:lnTo>
                    <a:pt x="6993890" y="10160"/>
                  </a:lnTo>
                  <a:lnTo>
                    <a:pt x="6993890" y="8890"/>
                  </a:lnTo>
                  <a:lnTo>
                    <a:pt x="6996430" y="8890"/>
                  </a:lnTo>
                  <a:lnTo>
                    <a:pt x="6996430" y="7620"/>
                  </a:lnTo>
                  <a:lnTo>
                    <a:pt x="7000240" y="7620"/>
                  </a:lnTo>
                  <a:lnTo>
                    <a:pt x="7000240" y="6350"/>
                  </a:lnTo>
                  <a:lnTo>
                    <a:pt x="7002780" y="6350"/>
                  </a:lnTo>
                  <a:lnTo>
                    <a:pt x="7002780" y="5080"/>
                  </a:lnTo>
                  <a:lnTo>
                    <a:pt x="7006590" y="5080"/>
                  </a:lnTo>
                  <a:lnTo>
                    <a:pt x="7006590" y="3810"/>
                  </a:lnTo>
                  <a:lnTo>
                    <a:pt x="7009130" y="3810"/>
                  </a:lnTo>
                  <a:lnTo>
                    <a:pt x="7009130" y="2540"/>
                  </a:lnTo>
                  <a:lnTo>
                    <a:pt x="7012940" y="2540"/>
                  </a:lnTo>
                  <a:lnTo>
                    <a:pt x="7012940" y="1270"/>
                  </a:lnTo>
                  <a:lnTo>
                    <a:pt x="7014210" y="1270"/>
                  </a:lnTo>
                  <a:lnTo>
                    <a:pt x="7014210" y="0"/>
                  </a:lnTo>
                  <a:close/>
                </a:path>
              </a:pathLst>
            </a:custGeom>
            <a:solidFill>
              <a:srgbClr val="DDDD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1018539" y="1562099"/>
              <a:ext cx="7086600" cy="425450"/>
            </a:xfrm>
            <a:custGeom>
              <a:avLst/>
              <a:gdLst/>
              <a:ahLst/>
              <a:cxnLst/>
              <a:rect l="l" t="t" r="r" b="b"/>
              <a:pathLst>
                <a:path w="7086600" h="425450">
                  <a:moveTo>
                    <a:pt x="71119" y="0"/>
                  </a:moveTo>
                  <a:lnTo>
                    <a:pt x="45005" y="6111"/>
                  </a:lnTo>
                  <a:lnTo>
                    <a:pt x="22225" y="22225"/>
                  </a:lnTo>
                  <a:lnTo>
                    <a:pt x="6111" y="45005"/>
                  </a:lnTo>
                  <a:lnTo>
                    <a:pt x="0" y="71120"/>
                  </a:lnTo>
                  <a:lnTo>
                    <a:pt x="0" y="75545"/>
                  </a:lnTo>
                  <a:lnTo>
                    <a:pt x="0" y="106521"/>
                  </a:lnTo>
                  <a:lnTo>
                    <a:pt x="0" y="190599"/>
                  </a:lnTo>
                  <a:lnTo>
                    <a:pt x="0" y="354329"/>
                  </a:lnTo>
                  <a:lnTo>
                    <a:pt x="6111" y="380444"/>
                  </a:lnTo>
                  <a:lnTo>
                    <a:pt x="22225" y="403225"/>
                  </a:lnTo>
                  <a:lnTo>
                    <a:pt x="45005" y="419338"/>
                  </a:lnTo>
                  <a:lnTo>
                    <a:pt x="71119" y="425450"/>
                  </a:lnTo>
                  <a:lnTo>
                    <a:pt x="179625" y="425450"/>
                  </a:lnTo>
                  <a:lnTo>
                    <a:pt x="939165" y="425450"/>
                  </a:lnTo>
                  <a:lnTo>
                    <a:pt x="3000771" y="425450"/>
                  </a:lnTo>
                  <a:lnTo>
                    <a:pt x="7015480" y="425450"/>
                  </a:lnTo>
                  <a:lnTo>
                    <a:pt x="7041594" y="419338"/>
                  </a:lnTo>
                  <a:lnTo>
                    <a:pt x="7064375" y="403225"/>
                  </a:lnTo>
                  <a:lnTo>
                    <a:pt x="7080488" y="380444"/>
                  </a:lnTo>
                  <a:lnTo>
                    <a:pt x="7086600" y="354329"/>
                  </a:lnTo>
                  <a:lnTo>
                    <a:pt x="7086600" y="349904"/>
                  </a:lnTo>
                  <a:lnTo>
                    <a:pt x="7086600" y="318928"/>
                  </a:lnTo>
                  <a:lnTo>
                    <a:pt x="7086600" y="234850"/>
                  </a:lnTo>
                  <a:lnTo>
                    <a:pt x="7086600" y="71120"/>
                  </a:lnTo>
                  <a:lnTo>
                    <a:pt x="7080488" y="45005"/>
                  </a:lnTo>
                  <a:lnTo>
                    <a:pt x="7064374" y="22225"/>
                  </a:lnTo>
                  <a:lnTo>
                    <a:pt x="7041594" y="6111"/>
                  </a:lnTo>
                  <a:lnTo>
                    <a:pt x="7015480" y="0"/>
                  </a:lnTo>
                  <a:lnTo>
                    <a:pt x="6906974" y="0"/>
                  </a:lnTo>
                  <a:lnTo>
                    <a:pt x="6147435" y="0"/>
                  </a:lnTo>
                  <a:lnTo>
                    <a:pt x="4085828" y="0"/>
                  </a:lnTo>
                  <a:lnTo>
                    <a:pt x="71119" y="0"/>
                  </a:lnTo>
                  <a:close/>
                </a:path>
              </a:pathLst>
            </a:custGeom>
            <a:ln w="28393">
              <a:solidFill>
                <a:srgbClr val="A9A9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3" name="object 93"/>
          <p:cNvSpPr txBox="1"/>
          <p:nvPr/>
        </p:nvSpPr>
        <p:spPr>
          <a:xfrm>
            <a:off x="1018539" y="1624329"/>
            <a:ext cx="708787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sz="1800" b="1" dirty="0">
                <a:solidFill>
                  <a:srgbClr val="333333"/>
                </a:solidFill>
                <a:latin typeface="Arial"/>
                <a:cs typeface="Arial"/>
              </a:rPr>
              <a:t>VMware</a:t>
            </a:r>
            <a:r>
              <a:rPr sz="1800" b="1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b="1" spc="-25" dirty="0">
                <a:solidFill>
                  <a:srgbClr val="333333"/>
                </a:solidFill>
                <a:latin typeface="Arial"/>
                <a:cs typeface="Arial"/>
              </a:rPr>
              <a:t>HA</a:t>
            </a:r>
            <a:endParaRPr sz="1800">
              <a:latin typeface="Arial"/>
              <a:cs typeface="Arial"/>
            </a:endParaRPr>
          </a:p>
        </p:txBody>
      </p:sp>
      <p:grpSp>
        <p:nvGrpSpPr>
          <p:cNvPr id="94" name="object 94"/>
          <p:cNvGrpSpPr/>
          <p:nvPr/>
        </p:nvGrpSpPr>
        <p:grpSpPr>
          <a:xfrm>
            <a:off x="2472689" y="2769870"/>
            <a:ext cx="4204970" cy="2188210"/>
            <a:chOff x="2472689" y="2769870"/>
            <a:chExt cx="4204970" cy="2188210"/>
          </a:xfrm>
        </p:grpSpPr>
        <p:pic>
          <p:nvPicPr>
            <p:cNvPr id="95" name="object 9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801109" y="3449320"/>
              <a:ext cx="1502410" cy="1508759"/>
            </a:xfrm>
            <a:prstGeom prst="rect">
              <a:avLst/>
            </a:prstGeom>
          </p:spPr>
        </p:pic>
        <p:pic>
          <p:nvPicPr>
            <p:cNvPr id="96" name="object 9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983989" y="2807970"/>
              <a:ext cx="518160" cy="698500"/>
            </a:xfrm>
            <a:prstGeom prst="rect">
              <a:avLst/>
            </a:prstGeom>
          </p:spPr>
        </p:pic>
        <p:pic>
          <p:nvPicPr>
            <p:cNvPr id="97" name="object 9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273550" y="3003550"/>
              <a:ext cx="518160" cy="698500"/>
            </a:xfrm>
            <a:prstGeom prst="rect">
              <a:avLst/>
            </a:prstGeom>
          </p:spPr>
        </p:pic>
        <p:pic>
          <p:nvPicPr>
            <p:cNvPr id="98" name="object 9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560569" y="3199130"/>
              <a:ext cx="518160" cy="698500"/>
            </a:xfrm>
            <a:prstGeom prst="rect">
              <a:avLst/>
            </a:prstGeom>
          </p:spPr>
        </p:pic>
        <p:pic>
          <p:nvPicPr>
            <p:cNvPr id="99" name="object 9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472689" y="3449320"/>
              <a:ext cx="1502410" cy="1508759"/>
            </a:xfrm>
            <a:prstGeom prst="rect">
              <a:avLst/>
            </a:prstGeom>
          </p:spPr>
        </p:pic>
        <p:sp>
          <p:nvSpPr>
            <p:cNvPr id="100" name="object 100"/>
            <p:cNvSpPr/>
            <p:nvPr/>
          </p:nvSpPr>
          <p:spPr>
            <a:xfrm>
              <a:off x="2639059" y="2788920"/>
              <a:ext cx="554990" cy="736600"/>
            </a:xfrm>
            <a:custGeom>
              <a:avLst/>
              <a:gdLst/>
              <a:ahLst/>
              <a:cxnLst/>
              <a:rect l="l" t="t" r="r" b="b"/>
              <a:pathLst>
                <a:path w="554989" h="736600">
                  <a:moveTo>
                    <a:pt x="276859" y="736600"/>
                  </a:moveTo>
                  <a:lnTo>
                    <a:pt x="0" y="736600"/>
                  </a:lnTo>
                  <a:lnTo>
                    <a:pt x="0" y="0"/>
                  </a:lnTo>
                  <a:lnTo>
                    <a:pt x="554989" y="0"/>
                  </a:lnTo>
                  <a:lnTo>
                    <a:pt x="554989" y="736600"/>
                  </a:lnTo>
                  <a:lnTo>
                    <a:pt x="276859" y="736600"/>
                  </a:lnTo>
                  <a:close/>
                </a:path>
              </a:pathLst>
            </a:custGeom>
            <a:ln w="38097">
              <a:solidFill>
                <a:srgbClr val="0066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1" name="object 10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658109" y="2807970"/>
              <a:ext cx="518160" cy="698500"/>
            </a:xfrm>
            <a:prstGeom prst="rect">
              <a:avLst/>
            </a:prstGeom>
          </p:spPr>
        </p:pic>
        <p:sp>
          <p:nvSpPr>
            <p:cNvPr id="102" name="object 102"/>
            <p:cNvSpPr/>
            <p:nvPr/>
          </p:nvSpPr>
          <p:spPr>
            <a:xfrm>
              <a:off x="2927349" y="2984500"/>
              <a:ext cx="556260" cy="736600"/>
            </a:xfrm>
            <a:custGeom>
              <a:avLst/>
              <a:gdLst/>
              <a:ahLst/>
              <a:cxnLst/>
              <a:rect l="l" t="t" r="r" b="b"/>
              <a:pathLst>
                <a:path w="556260" h="736600">
                  <a:moveTo>
                    <a:pt x="278130" y="736600"/>
                  </a:moveTo>
                  <a:lnTo>
                    <a:pt x="0" y="736600"/>
                  </a:lnTo>
                  <a:lnTo>
                    <a:pt x="0" y="0"/>
                  </a:lnTo>
                  <a:lnTo>
                    <a:pt x="556260" y="0"/>
                  </a:lnTo>
                  <a:lnTo>
                    <a:pt x="556260" y="736600"/>
                  </a:lnTo>
                  <a:lnTo>
                    <a:pt x="278130" y="736600"/>
                  </a:lnTo>
                  <a:close/>
                </a:path>
              </a:pathLst>
            </a:custGeom>
            <a:ln w="38097">
              <a:solidFill>
                <a:srgbClr val="7EC21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3" name="object 10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946399" y="3003550"/>
              <a:ext cx="518160" cy="698500"/>
            </a:xfrm>
            <a:prstGeom prst="rect">
              <a:avLst/>
            </a:prstGeom>
          </p:spPr>
        </p:pic>
        <p:sp>
          <p:nvSpPr>
            <p:cNvPr id="104" name="object 104"/>
            <p:cNvSpPr/>
            <p:nvPr/>
          </p:nvSpPr>
          <p:spPr>
            <a:xfrm>
              <a:off x="3214369" y="3180080"/>
              <a:ext cx="556260" cy="736600"/>
            </a:xfrm>
            <a:custGeom>
              <a:avLst/>
              <a:gdLst/>
              <a:ahLst/>
              <a:cxnLst/>
              <a:rect l="l" t="t" r="r" b="b"/>
              <a:pathLst>
                <a:path w="556260" h="736600">
                  <a:moveTo>
                    <a:pt x="278130" y="736600"/>
                  </a:moveTo>
                  <a:lnTo>
                    <a:pt x="0" y="736600"/>
                  </a:lnTo>
                  <a:lnTo>
                    <a:pt x="0" y="0"/>
                  </a:lnTo>
                  <a:lnTo>
                    <a:pt x="556259" y="0"/>
                  </a:lnTo>
                  <a:lnTo>
                    <a:pt x="556259" y="736600"/>
                  </a:lnTo>
                  <a:lnTo>
                    <a:pt x="278130" y="736600"/>
                  </a:lnTo>
                  <a:close/>
                </a:path>
              </a:pathLst>
            </a:custGeom>
            <a:ln w="38097">
              <a:solidFill>
                <a:srgbClr val="FF33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5" name="object 10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233419" y="3199130"/>
              <a:ext cx="518159" cy="698500"/>
            </a:xfrm>
            <a:prstGeom prst="rect">
              <a:avLst/>
            </a:prstGeom>
          </p:spPr>
        </p:pic>
        <p:pic>
          <p:nvPicPr>
            <p:cNvPr id="106" name="object 10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175250" y="3449320"/>
              <a:ext cx="1502409" cy="1508759"/>
            </a:xfrm>
            <a:prstGeom prst="rect">
              <a:avLst/>
            </a:prstGeom>
          </p:spPr>
        </p:pic>
        <p:pic>
          <p:nvPicPr>
            <p:cNvPr id="107" name="object 10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359400" y="2807970"/>
              <a:ext cx="518160" cy="698500"/>
            </a:xfrm>
            <a:prstGeom prst="rect">
              <a:avLst/>
            </a:prstGeom>
          </p:spPr>
        </p:pic>
        <p:pic>
          <p:nvPicPr>
            <p:cNvPr id="108" name="object 10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648960" y="3003550"/>
              <a:ext cx="518160" cy="698500"/>
            </a:xfrm>
            <a:prstGeom prst="rect">
              <a:avLst/>
            </a:prstGeom>
          </p:spPr>
        </p:pic>
        <p:pic>
          <p:nvPicPr>
            <p:cNvPr id="109" name="object 10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935980" y="3199130"/>
              <a:ext cx="518160" cy="698500"/>
            </a:xfrm>
            <a:prstGeom prst="rect">
              <a:avLst/>
            </a:prstGeom>
          </p:spPr>
        </p:pic>
      </p:grpSp>
      <p:sp>
        <p:nvSpPr>
          <p:cNvPr id="110" name="object 110"/>
          <p:cNvSpPr txBox="1"/>
          <p:nvPr/>
        </p:nvSpPr>
        <p:spPr>
          <a:xfrm>
            <a:off x="2608579" y="3232150"/>
            <a:ext cx="923925" cy="1640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600" b="1" spc="-50" dirty="0">
                <a:solidFill>
                  <a:srgbClr val="FF0000"/>
                </a:solidFill>
                <a:latin typeface="Arial"/>
                <a:cs typeface="Arial"/>
              </a:rPr>
              <a:t>X</a:t>
            </a:r>
            <a:endParaRPr sz="10600">
              <a:latin typeface="Arial"/>
              <a:cs typeface="Arial"/>
            </a:endParaRPr>
          </a:p>
        </p:txBody>
      </p:sp>
      <p:grpSp>
        <p:nvGrpSpPr>
          <p:cNvPr id="111" name="object 111"/>
          <p:cNvGrpSpPr/>
          <p:nvPr/>
        </p:nvGrpSpPr>
        <p:grpSpPr>
          <a:xfrm>
            <a:off x="4665981" y="3112771"/>
            <a:ext cx="2014220" cy="885190"/>
            <a:chOff x="4665981" y="3112771"/>
            <a:chExt cx="2014220" cy="885190"/>
          </a:xfrm>
        </p:grpSpPr>
        <p:sp>
          <p:nvSpPr>
            <p:cNvPr id="112" name="object 112"/>
            <p:cNvSpPr/>
            <p:nvPr/>
          </p:nvSpPr>
          <p:spPr>
            <a:xfrm>
              <a:off x="5906769" y="3131819"/>
              <a:ext cx="556260" cy="736600"/>
            </a:xfrm>
            <a:custGeom>
              <a:avLst/>
              <a:gdLst/>
              <a:ahLst/>
              <a:cxnLst/>
              <a:rect l="l" t="t" r="r" b="b"/>
              <a:pathLst>
                <a:path w="556260" h="736600">
                  <a:moveTo>
                    <a:pt x="278129" y="736599"/>
                  </a:moveTo>
                  <a:lnTo>
                    <a:pt x="0" y="736599"/>
                  </a:lnTo>
                  <a:lnTo>
                    <a:pt x="0" y="0"/>
                  </a:lnTo>
                  <a:lnTo>
                    <a:pt x="556259" y="0"/>
                  </a:lnTo>
                  <a:lnTo>
                    <a:pt x="556259" y="736599"/>
                  </a:lnTo>
                  <a:lnTo>
                    <a:pt x="278129" y="736599"/>
                  </a:lnTo>
                  <a:close/>
                </a:path>
              </a:pathLst>
            </a:custGeom>
            <a:ln w="38097">
              <a:solidFill>
                <a:srgbClr val="0066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3" name="object 11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925819" y="3150869"/>
              <a:ext cx="518160" cy="698499"/>
            </a:xfrm>
            <a:prstGeom prst="rect">
              <a:avLst/>
            </a:prstGeom>
          </p:spPr>
        </p:pic>
        <p:sp>
          <p:nvSpPr>
            <p:cNvPr id="114" name="object 114"/>
            <p:cNvSpPr/>
            <p:nvPr/>
          </p:nvSpPr>
          <p:spPr>
            <a:xfrm>
              <a:off x="6106159" y="3238499"/>
              <a:ext cx="554990" cy="736600"/>
            </a:xfrm>
            <a:custGeom>
              <a:avLst/>
              <a:gdLst/>
              <a:ahLst/>
              <a:cxnLst/>
              <a:rect l="l" t="t" r="r" b="b"/>
              <a:pathLst>
                <a:path w="554990" h="736600">
                  <a:moveTo>
                    <a:pt x="276860" y="736600"/>
                  </a:moveTo>
                  <a:lnTo>
                    <a:pt x="0" y="736600"/>
                  </a:lnTo>
                  <a:lnTo>
                    <a:pt x="0" y="0"/>
                  </a:lnTo>
                  <a:lnTo>
                    <a:pt x="554989" y="0"/>
                  </a:lnTo>
                  <a:lnTo>
                    <a:pt x="554989" y="736600"/>
                  </a:lnTo>
                  <a:lnTo>
                    <a:pt x="276860" y="736600"/>
                  </a:lnTo>
                  <a:close/>
                </a:path>
              </a:pathLst>
            </a:custGeom>
            <a:ln w="38097">
              <a:solidFill>
                <a:srgbClr val="7EC21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5" name="object 11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125209" y="3257549"/>
              <a:ext cx="518160" cy="698500"/>
            </a:xfrm>
            <a:prstGeom prst="rect">
              <a:avLst/>
            </a:prstGeom>
          </p:spPr>
        </p:pic>
        <p:sp>
          <p:nvSpPr>
            <p:cNvPr id="116" name="object 116"/>
            <p:cNvSpPr/>
            <p:nvPr/>
          </p:nvSpPr>
          <p:spPr>
            <a:xfrm>
              <a:off x="4685029" y="3242309"/>
              <a:ext cx="554990" cy="736600"/>
            </a:xfrm>
            <a:custGeom>
              <a:avLst/>
              <a:gdLst/>
              <a:ahLst/>
              <a:cxnLst/>
              <a:rect l="l" t="t" r="r" b="b"/>
              <a:pathLst>
                <a:path w="554989" h="736600">
                  <a:moveTo>
                    <a:pt x="278130" y="736600"/>
                  </a:moveTo>
                  <a:lnTo>
                    <a:pt x="0" y="736600"/>
                  </a:lnTo>
                  <a:lnTo>
                    <a:pt x="0" y="0"/>
                  </a:lnTo>
                  <a:lnTo>
                    <a:pt x="554990" y="0"/>
                  </a:lnTo>
                  <a:lnTo>
                    <a:pt x="554990" y="736600"/>
                  </a:lnTo>
                  <a:lnTo>
                    <a:pt x="278130" y="736600"/>
                  </a:lnTo>
                  <a:close/>
                </a:path>
              </a:pathLst>
            </a:custGeom>
            <a:ln w="38097">
              <a:solidFill>
                <a:srgbClr val="FF33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7" name="object 11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704079" y="3261359"/>
              <a:ext cx="518160" cy="698500"/>
            </a:xfrm>
            <a:prstGeom prst="rect">
              <a:avLst/>
            </a:prstGeom>
          </p:spPr>
        </p:pic>
      </p:grpSp>
      <p:grpSp>
        <p:nvGrpSpPr>
          <p:cNvPr id="118" name="object 118"/>
          <p:cNvGrpSpPr/>
          <p:nvPr/>
        </p:nvGrpSpPr>
        <p:grpSpPr>
          <a:xfrm>
            <a:off x="4541520" y="5312409"/>
            <a:ext cx="1259840" cy="685800"/>
            <a:chOff x="4541520" y="5312409"/>
            <a:chExt cx="1259840" cy="685800"/>
          </a:xfrm>
        </p:grpSpPr>
        <p:pic>
          <p:nvPicPr>
            <p:cNvPr id="119" name="object 11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541520" y="5312409"/>
              <a:ext cx="614679" cy="685800"/>
            </a:xfrm>
            <a:prstGeom prst="rect">
              <a:avLst/>
            </a:prstGeom>
          </p:spPr>
        </p:pic>
        <p:pic>
          <p:nvPicPr>
            <p:cNvPr id="120" name="object 12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186680" y="5312409"/>
              <a:ext cx="614679" cy="685800"/>
            </a:xfrm>
            <a:prstGeom prst="rect">
              <a:avLst/>
            </a:prstGeom>
          </p:spPr>
        </p:pic>
      </p:grpSp>
      <p:grpSp>
        <p:nvGrpSpPr>
          <p:cNvPr id="121" name="object 121"/>
          <p:cNvGrpSpPr/>
          <p:nvPr/>
        </p:nvGrpSpPr>
        <p:grpSpPr>
          <a:xfrm>
            <a:off x="3081020" y="5312409"/>
            <a:ext cx="1259840" cy="685800"/>
            <a:chOff x="3081020" y="5312409"/>
            <a:chExt cx="1259840" cy="685800"/>
          </a:xfrm>
        </p:grpSpPr>
        <p:pic>
          <p:nvPicPr>
            <p:cNvPr id="122" name="object 12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081020" y="5312409"/>
              <a:ext cx="614680" cy="685800"/>
            </a:xfrm>
            <a:prstGeom prst="rect">
              <a:avLst/>
            </a:prstGeom>
          </p:spPr>
        </p:pic>
        <p:pic>
          <p:nvPicPr>
            <p:cNvPr id="123" name="object 12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726180" y="5312409"/>
              <a:ext cx="614679" cy="685800"/>
            </a:xfrm>
            <a:prstGeom prst="rect">
              <a:avLst/>
            </a:prstGeom>
          </p:spPr>
        </p:pic>
      </p:grpSp>
      <p:sp>
        <p:nvSpPr>
          <p:cNvPr id="124" name="object 124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25" dirty="0"/>
              <a:t>20</a:t>
            </a:fld>
            <a:endParaRPr spc="-25" dirty="0"/>
          </a:p>
        </p:txBody>
      </p:sp>
    </p:spTree>
  </p:cSld>
  <p:clrMapOvr>
    <a:masterClrMapping/>
  </p:clrMapOvr>
  <p:transition>
    <p:wipe dir="r"/>
  </p:transition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80439" y="595630"/>
            <a:ext cx="5765800" cy="403860"/>
          </a:xfrm>
          <a:custGeom>
            <a:avLst/>
            <a:gdLst/>
            <a:ahLst/>
            <a:cxnLst/>
            <a:rect l="l" t="t" r="r" b="b"/>
            <a:pathLst>
              <a:path w="5765800" h="403859">
                <a:moveTo>
                  <a:pt x="5765800" y="0"/>
                </a:moveTo>
                <a:lnTo>
                  <a:pt x="0" y="0"/>
                </a:lnTo>
                <a:lnTo>
                  <a:pt x="0" y="403860"/>
                </a:lnTo>
                <a:lnTo>
                  <a:pt x="2882900" y="403860"/>
                </a:lnTo>
                <a:lnTo>
                  <a:pt x="5765800" y="403860"/>
                </a:lnTo>
                <a:lnTo>
                  <a:pt x="57658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08000">
              <a:lnSpc>
                <a:spcPct val="100000"/>
              </a:lnSpc>
              <a:spcBef>
                <a:spcPts val="100"/>
              </a:spcBef>
            </a:pPr>
            <a:r>
              <a:rPr spc="-25" dirty="0"/>
              <a:t>Transforming</a:t>
            </a:r>
            <a:r>
              <a:rPr spc="-145" dirty="0"/>
              <a:t> </a:t>
            </a:r>
            <a:r>
              <a:rPr spc="-20" dirty="0"/>
              <a:t>availability</a:t>
            </a:r>
            <a:r>
              <a:rPr spc="-95" dirty="0"/>
              <a:t> </a:t>
            </a:r>
            <a:r>
              <a:rPr spc="-30" dirty="0"/>
              <a:t>service</a:t>
            </a:r>
            <a:r>
              <a:rPr spc="-60" dirty="0"/>
              <a:t> </a:t>
            </a:r>
            <a:r>
              <a:rPr spc="-10" dirty="0"/>
              <a:t>levels</a:t>
            </a:r>
          </a:p>
        </p:txBody>
      </p:sp>
      <p:grpSp>
        <p:nvGrpSpPr>
          <p:cNvPr id="4" name="object 4"/>
          <p:cNvGrpSpPr/>
          <p:nvPr/>
        </p:nvGrpSpPr>
        <p:grpSpPr>
          <a:xfrm>
            <a:off x="3109912" y="1752600"/>
            <a:ext cx="5272405" cy="2822575"/>
            <a:chOff x="3109912" y="1752600"/>
            <a:chExt cx="5272405" cy="2822575"/>
          </a:xfrm>
        </p:grpSpPr>
        <p:sp>
          <p:nvSpPr>
            <p:cNvPr id="5" name="object 5"/>
            <p:cNvSpPr/>
            <p:nvPr/>
          </p:nvSpPr>
          <p:spPr>
            <a:xfrm>
              <a:off x="3266440" y="1752599"/>
              <a:ext cx="5115560" cy="2665730"/>
            </a:xfrm>
            <a:custGeom>
              <a:avLst/>
              <a:gdLst/>
              <a:ahLst/>
              <a:cxnLst/>
              <a:rect l="l" t="t" r="r" b="b"/>
              <a:pathLst>
                <a:path w="5115559" h="2665729">
                  <a:moveTo>
                    <a:pt x="5115560" y="2579370"/>
                  </a:moveTo>
                  <a:lnTo>
                    <a:pt x="4944110" y="2494280"/>
                  </a:lnTo>
                  <a:lnTo>
                    <a:pt x="4944110" y="2551430"/>
                  </a:lnTo>
                  <a:lnTo>
                    <a:pt x="115570" y="2551430"/>
                  </a:lnTo>
                  <a:lnTo>
                    <a:pt x="115570" y="171450"/>
                  </a:lnTo>
                  <a:lnTo>
                    <a:pt x="172720" y="171450"/>
                  </a:lnTo>
                  <a:lnTo>
                    <a:pt x="86360" y="0"/>
                  </a:lnTo>
                  <a:lnTo>
                    <a:pt x="0" y="171450"/>
                  </a:lnTo>
                  <a:lnTo>
                    <a:pt x="58420" y="171450"/>
                  </a:lnTo>
                  <a:lnTo>
                    <a:pt x="58420" y="2604770"/>
                  </a:lnTo>
                  <a:lnTo>
                    <a:pt x="86360" y="2604770"/>
                  </a:lnTo>
                  <a:lnTo>
                    <a:pt x="86360" y="2608580"/>
                  </a:lnTo>
                  <a:lnTo>
                    <a:pt x="4944110" y="2608580"/>
                  </a:lnTo>
                  <a:lnTo>
                    <a:pt x="4944110" y="2665730"/>
                  </a:lnTo>
                  <a:lnTo>
                    <a:pt x="5115560" y="2579370"/>
                  </a:lnTo>
                  <a:close/>
                </a:path>
              </a:pathLst>
            </a:custGeom>
            <a:solidFill>
              <a:srgbClr val="A9A9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124200" y="2503169"/>
              <a:ext cx="4191000" cy="2057400"/>
            </a:xfrm>
            <a:custGeom>
              <a:avLst/>
              <a:gdLst/>
              <a:ahLst/>
              <a:cxnLst/>
              <a:rect l="l" t="t" r="r" b="b"/>
              <a:pathLst>
                <a:path w="4191000" h="2057400">
                  <a:moveTo>
                    <a:pt x="0" y="1295399"/>
                  </a:moveTo>
                  <a:lnTo>
                    <a:pt x="228600" y="1295399"/>
                  </a:lnTo>
                </a:path>
                <a:path w="4191000" h="2057400">
                  <a:moveTo>
                    <a:pt x="838200" y="1828799"/>
                  </a:moveTo>
                  <a:lnTo>
                    <a:pt x="838200" y="2057399"/>
                  </a:lnTo>
                </a:path>
                <a:path w="4191000" h="2057400">
                  <a:moveTo>
                    <a:pt x="0" y="609600"/>
                  </a:moveTo>
                  <a:lnTo>
                    <a:pt x="228600" y="609600"/>
                  </a:lnTo>
                </a:path>
                <a:path w="4191000" h="2057400">
                  <a:moveTo>
                    <a:pt x="0" y="0"/>
                  </a:moveTo>
                  <a:lnTo>
                    <a:pt x="228600" y="0"/>
                  </a:lnTo>
                </a:path>
                <a:path w="4191000" h="2057400">
                  <a:moveTo>
                    <a:pt x="4191000" y="1828799"/>
                  </a:moveTo>
                  <a:lnTo>
                    <a:pt x="4191000" y="2057399"/>
                  </a:lnTo>
                </a:path>
              </a:pathLst>
            </a:custGeom>
            <a:ln w="28393">
              <a:solidFill>
                <a:srgbClr val="A9A9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440430" y="3779519"/>
              <a:ext cx="3876040" cy="6350"/>
            </a:xfrm>
            <a:custGeom>
              <a:avLst/>
              <a:gdLst/>
              <a:ahLst/>
              <a:cxnLst/>
              <a:rect l="l" t="t" r="r" b="b"/>
              <a:pathLst>
                <a:path w="3876040" h="6350">
                  <a:moveTo>
                    <a:pt x="3876040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3876040" y="635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FFCC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440429" y="3785870"/>
              <a:ext cx="3876040" cy="7620"/>
            </a:xfrm>
            <a:custGeom>
              <a:avLst/>
              <a:gdLst/>
              <a:ahLst/>
              <a:cxnLst/>
              <a:rect l="l" t="t" r="r" b="b"/>
              <a:pathLst>
                <a:path w="3876040" h="7620">
                  <a:moveTo>
                    <a:pt x="3876040" y="0"/>
                  </a:moveTo>
                  <a:lnTo>
                    <a:pt x="0" y="0"/>
                  </a:lnTo>
                  <a:lnTo>
                    <a:pt x="0" y="7619"/>
                  </a:lnTo>
                  <a:lnTo>
                    <a:pt x="3876040" y="761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FDCA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440429" y="3793489"/>
              <a:ext cx="3876040" cy="7620"/>
            </a:xfrm>
            <a:custGeom>
              <a:avLst/>
              <a:gdLst/>
              <a:ahLst/>
              <a:cxnLst/>
              <a:rect l="l" t="t" r="r" b="b"/>
              <a:pathLst>
                <a:path w="3876040" h="7620">
                  <a:moveTo>
                    <a:pt x="3876040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3876040" y="762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FBC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440429" y="3801110"/>
              <a:ext cx="3876040" cy="6350"/>
            </a:xfrm>
            <a:custGeom>
              <a:avLst/>
              <a:gdLst/>
              <a:ahLst/>
              <a:cxnLst/>
              <a:rect l="l" t="t" r="r" b="b"/>
              <a:pathLst>
                <a:path w="3876040" h="6350">
                  <a:moveTo>
                    <a:pt x="3876040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3876040" y="635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F9C7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440429" y="3807460"/>
              <a:ext cx="3876040" cy="7620"/>
            </a:xfrm>
            <a:custGeom>
              <a:avLst/>
              <a:gdLst/>
              <a:ahLst/>
              <a:cxnLst/>
              <a:rect l="l" t="t" r="r" b="b"/>
              <a:pathLst>
                <a:path w="3876040" h="7620">
                  <a:moveTo>
                    <a:pt x="3876040" y="0"/>
                  </a:moveTo>
                  <a:lnTo>
                    <a:pt x="0" y="0"/>
                  </a:lnTo>
                  <a:lnTo>
                    <a:pt x="0" y="7619"/>
                  </a:lnTo>
                  <a:lnTo>
                    <a:pt x="3876040" y="761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F7C6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440429" y="3815079"/>
              <a:ext cx="3876040" cy="7620"/>
            </a:xfrm>
            <a:custGeom>
              <a:avLst/>
              <a:gdLst/>
              <a:ahLst/>
              <a:cxnLst/>
              <a:rect l="l" t="t" r="r" b="b"/>
              <a:pathLst>
                <a:path w="3876040" h="7620">
                  <a:moveTo>
                    <a:pt x="3876040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3876040" y="762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F5C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440429" y="3822700"/>
              <a:ext cx="3876040" cy="6350"/>
            </a:xfrm>
            <a:custGeom>
              <a:avLst/>
              <a:gdLst/>
              <a:ahLst/>
              <a:cxnLst/>
              <a:rect l="l" t="t" r="r" b="b"/>
              <a:pathLst>
                <a:path w="3876040" h="6350">
                  <a:moveTo>
                    <a:pt x="3876040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3876040" y="635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F4C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3440429" y="3829050"/>
              <a:ext cx="3876040" cy="7620"/>
            </a:xfrm>
            <a:custGeom>
              <a:avLst/>
              <a:gdLst/>
              <a:ahLst/>
              <a:cxnLst/>
              <a:rect l="l" t="t" r="r" b="b"/>
              <a:pathLst>
                <a:path w="3876040" h="7620">
                  <a:moveTo>
                    <a:pt x="3876040" y="0"/>
                  </a:moveTo>
                  <a:lnTo>
                    <a:pt x="0" y="0"/>
                  </a:lnTo>
                  <a:lnTo>
                    <a:pt x="0" y="7619"/>
                  </a:lnTo>
                  <a:lnTo>
                    <a:pt x="3876040" y="761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F2C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3440429" y="3836670"/>
              <a:ext cx="3876040" cy="7620"/>
            </a:xfrm>
            <a:custGeom>
              <a:avLst/>
              <a:gdLst/>
              <a:ahLst/>
              <a:cxnLst/>
              <a:rect l="l" t="t" r="r" b="b"/>
              <a:pathLst>
                <a:path w="3876040" h="7620">
                  <a:moveTo>
                    <a:pt x="3876040" y="0"/>
                  </a:moveTo>
                  <a:lnTo>
                    <a:pt x="0" y="0"/>
                  </a:lnTo>
                  <a:lnTo>
                    <a:pt x="0" y="7619"/>
                  </a:lnTo>
                  <a:lnTo>
                    <a:pt x="3876040" y="761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F0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3440429" y="3844289"/>
              <a:ext cx="3876040" cy="6350"/>
            </a:xfrm>
            <a:custGeom>
              <a:avLst/>
              <a:gdLst/>
              <a:ahLst/>
              <a:cxnLst/>
              <a:rect l="l" t="t" r="r" b="b"/>
              <a:pathLst>
                <a:path w="3876040" h="6350">
                  <a:moveTo>
                    <a:pt x="3876040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3876040" y="635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EEBE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3440429" y="3850639"/>
              <a:ext cx="3876040" cy="7620"/>
            </a:xfrm>
            <a:custGeom>
              <a:avLst/>
              <a:gdLst/>
              <a:ahLst/>
              <a:cxnLst/>
              <a:rect l="l" t="t" r="r" b="b"/>
              <a:pathLst>
                <a:path w="3876040" h="7620">
                  <a:moveTo>
                    <a:pt x="3876040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3876040" y="762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ECBD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440429" y="3858260"/>
              <a:ext cx="3876040" cy="7620"/>
            </a:xfrm>
            <a:custGeom>
              <a:avLst/>
              <a:gdLst/>
              <a:ahLst/>
              <a:cxnLst/>
              <a:rect l="l" t="t" r="r" b="b"/>
              <a:pathLst>
                <a:path w="3876040" h="7620">
                  <a:moveTo>
                    <a:pt x="3876040" y="0"/>
                  </a:moveTo>
                  <a:lnTo>
                    <a:pt x="0" y="0"/>
                  </a:lnTo>
                  <a:lnTo>
                    <a:pt x="0" y="7619"/>
                  </a:lnTo>
                  <a:lnTo>
                    <a:pt x="3876040" y="761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EABB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3440429" y="3865879"/>
              <a:ext cx="3876040" cy="7620"/>
            </a:xfrm>
            <a:custGeom>
              <a:avLst/>
              <a:gdLst/>
              <a:ahLst/>
              <a:cxnLst/>
              <a:rect l="l" t="t" r="r" b="b"/>
              <a:pathLst>
                <a:path w="3876040" h="7620">
                  <a:moveTo>
                    <a:pt x="3876040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3876040" y="762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E9BA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3440429" y="3873500"/>
              <a:ext cx="3876040" cy="6350"/>
            </a:xfrm>
            <a:custGeom>
              <a:avLst/>
              <a:gdLst/>
              <a:ahLst/>
              <a:cxnLst/>
              <a:rect l="l" t="t" r="r" b="b"/>
              <a:pathLst>
                <a:path w="3876040" h="6350">
                  <a:moveTo>
                    <a:pt x="3876040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3876040" y="635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E7B8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3440429" y="3879850"/>
              <a:ext cx="3876040" cy="7620"/>
            </a:xfrm>
            <a:custGeom>
              <a:avLst/>
              <a:gdLst/>
              <a:ahLst/>
              <a:cxnLst/>
              <a:rect l="l" t="t" r="r" b="b"/>
              <a:pathLst>
                <a:path w="3876040" h="7620">
                  <a:moveTo>
                    <a:pt x="3876040" y="0"/>
                  </a:moveTo>
                  <a:lnTo>
                    <a:pt x="0" y="0"/>
                  </a:lnTo>
                  <a:lnTo>
                    <a:pt x="0" y="7619"/>
                  </a:lnTo>
                  <a:lnTo>
                    <a:pt x="3876040" y="761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E5B7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3440429" y="3887470"/>
              <a:ext cx="3876040" cy="7620"/>
            </a:xfrm>
            <a:custGeom>
              <a:avLst/>
              <a:gdLst/>
              <a:ahLst/>
              <a:cxnLst/>
              <a:rect l="l" t="t" r="r" b="b"/>
              <a:pathLst>
                <a:path w="3876040" h="7620">
                  <a:moveTo>
                    <a:pt x="3876040" y="0"/>
                  </a:moveTo>
                  <a:lnTo>
                    <a:pt x="0" y="0"/>
                  </a:lnTo>
                  <a:lnTo>
                    <a:pt x="0" y="7619"/>
                  </a:lnTo>
                  <a:lnTo>
                    <a:pt x="3876040" y="761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E3B5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440429" y="3895089"/>
              <a:ext cx="3876040" cy="6350"/>
            </a:xfrm>
            <a:custGeom>
              <a:avLst/>
              <a:gdLst/>
              <a:ahLst/>
              <a:cxnLst/>
              <a:rect l="l" t="t" r="r" b="b"/>
              <a:pathLst>
                <a:path w="3876040" h="6350">
                  <a:moveTo>
                    <a:pt x="3876040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3876040" y="635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E1B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440429" y="3901439"/>
              <a:ext cx="3876040" cy="7620"/>
            </a:xfrm>
            <a:custGeom>
              <a:avLst/>
              <a:gdLst/>
              <a:ahLst/>
              <a:cxnLst/>
              <a:rect l="l" t="t" r="r" b="b"/>
              <a:pathLst>
                <a:path w="3876040" h="7620">
                  <a:moveTo>
                    <a:pt x="3876040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3876040" y="762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DFB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3440429" y="3909060"/>
              <a:ext cx="3876040" cy="7620"/>
            </a:xfrm>
            <a:custGeom>
              <a:avLst/>
              <a:gdLst/>
              <a:ahLst/>
              <a:cxnLst/>
              <a:rect l="l" t="t" r="r" b="b"/>
              <a:pathLst>
                <a:path w="3876040" h="7620">
                  <a:moveTo>
                    <a:pt x="3876040" y="0"/>
                  </a:moveTo>
                  <a:lnTo>
                    <a:pt x="0" y="0"/>
                  </a:lnTo>
                  <a:lnTo>
                    <a:pt x="0" y="7619"/>
                  </a:lnTo>
                  <a:lnTo>
                    <a:pt x="3876040" y="761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DEB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3440429" y="3916679"/>
              <a:ext cx="3876040" cy="6350"/>
            </a:xfrm>
            <a:custGeom>
              <a:avLst/>
              <a:gdLst/>
              <a:ahLst/>
              <a:cxnLst/>
              <a:rect l="l" t="t" r="r" b="b"/>
              <a:pathLst>
                <a:path w="3876040" h="6350">
                  <a:moveTo>
                    <a:pt x="3876040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3876040" y="635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DCB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440429" y="3923029"/>
              <a:ext cx="3876040" cy="7620"/>
            </a:xfrm>
            <a:custGeom>
              <a:avLst/>
              <a:gdLst/>
              <a:ahLst/>
              <a:cxnLst/>
              <a:rect l="l" t="t" r="r" b="b"/>
              <a:pathLst>
                <a:path w="3876040" h="7620">
                  <a:moveTo>
                    <a:pt x="3876040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3876040" y="762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DAAE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440429" y="3930650"/>
              <a:ext cx="3876040" cy="7620"/>
            </a:xfrm>
            <a:custGeom>
              <a:avLst/>
              <a:gdLst/>
              <a:ahLst/>
              <a:cxnLst/>
              <a:rect l="l" t="t" r="r" b="b"/>
              <a:pathLst>
                <a:path w="3876040" h="7620">
                  <a:moveTo>
                    <a:pt x="3876040" y="0"/>
                  </a:moveTo>
                  <a:lnTo>
                    <a:pt x="0" y="0"/>
                  </a:lnTo>
                  <a:lnTo>
                    <a:pt x="0" y="7619"/>
                  </a:lnTo>
                  <a:lnTo>
                    <a:pt x="3876040" y="761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D8AD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440429" y="3938270"/>
              <a:ext cx="3876040" cy="6350"/>
            </a:xfrm>
            <a:custGeom>
              <a:avLst/>
              <a:gdLst/>
              <a:ahLst/>
              <a:cxnLst/>
              <a:rect l="l" t="t" r="r" b="b"/>
              <a:pathLst>
                <a:path w="3876040" h="6350">
                  <a:moveTo>
                    <a:pt x="387604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76040" y="634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D6AB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3440429" y="3944620"/>
              <a:ext cx="3876040" cy="7620"/>
            </a:xfrm>
            <a:custGeom>
              <a:avLst/>
              <a:gdLst/>
              <a:ahLst/>
              <a:cxnLst/>
              <a:rect l="l" t="t" r="r" b="b"/>
              <a:pathLst>
                <a:path w="3876040" h="7620">
                  <a:moveTo>
                    <a:pt x="3876040" y="0"/>
                  </a:moveTo>
                  <a:lnTo>
                    <a:pt x="0" y="0"/>
                  </a:lnTo>
                  <a:lnTo>
                    <a:pt x="0" y="7619"/>
                  </a:lnTo>
                  <a:lnTo>
                    <a:pt x="3876040" y="761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D4AA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3440429" y="3952239"/>
              <a:ext cx="3876040" cy="7620"/>
            </a:xfrm>
            <a:custGeom>
              <a:avLst/>
              <a:gdLst/>
              <a:ahLst/>
              <a:cxnLst/>
              <a:rect l="l" t="t" r="r" b="b"/>
              <a:pathLst>
                <a:path w="3876040" h="7620">
                  <a:moveTo>
                    <a:pt x="3876040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3876040" y="762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D3A8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3440429" y="3959860"/>
              <a:ext cx="3876040" cy="6350"/>
            </a:xfrm>
            <a:custGeom>
              <a:avLst/>
              <a:gdLst/>
              <a:ahLst/>
              <a:cxnLst/>
              <a:rect l="l" t="t" r="r" b="b"/>
              <a:pathLst>
                <a:path w="3876040" h="6350">
                  <a:moveTo>
                    <a:pt x="3876040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3876040" y="635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D1A7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3440429" y="3966210"/>
              <a:ext cx="3876040" cy="7620"/>
            </a:xfrm>
            <a:custGeom>
              <a:avLst/>
              <a:gdLst/>
              <a:ahLst/>
              <a:cxnLst/>
              <a:rect l="l" t="t" r="r" b="b"/>
              <a:pathLst>
                <a:path w="3876040" h="7620">
                  <a:moveTo>
                    <a:pt x="3876040" y="0"/>
                  </a:moveTo>
                  <a:lnTo>
                    <a:pt x="0" y="0"/>
                  </a:lnTo>
                  <a:lnTo>
                    <a:pt x="0" y="7619"/>
                  </a:lnTo>
                  <a:lnTo>
                    <a:pt x="3876040" y="761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CFA5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3440429" y="3973829"/>
              <a:ext cx="3876040" cy="7620"/>
            </a:xfrm>
            <a:custGeom>
              <a:avLst/>
              <a:gdLst/>
              <a:ahLst/>
              <a:cxnLst/>
              <a:rect l="l" t="t" r="r" b="b"/>
              <a:pathLst>
                <a:path w="3876040" h="7620">
                  <a:moveTo>
                    <a:pt x="3876040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3876040" y="762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CDA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3440429" y="3981450"/>
              <a:ext cx="3876040" cy="7620"/>
            </a:xfrm>
            <a:custGeom>
              <a:avLst/>
              <a:gdLst/>
              <a:ahLst/>
              <a:cxnLst/>
              <a:rect l="l" t="t" r="r" b="b"/>
              <a:pathLst>
                <a:path w="3876040" h="7620">
                  <a:moveTo>
                    <a:pt x="3876040" y="0"/>
                  </a:moveTo>
                  <a:lnTo>
                    <a:pt x="0" y="0"/>
                  </a:lnTo>
                  <a:lnTo>
                    <a:pt x="0" y="7619"/>
                  </a:lnTo>
                  <a:lnTo>
                    <a:pt x="3876040" y="761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CCA2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3440429" y="3989070"/>
              <a:ext cx="3876040" cy="6350"/>
            </a:xfrm>
            <a:custGeom>
              <a:avLst/>
              <a:gdLst/>
              <a:ahLst/>
              <a:cxnLst/>
              <a:rect l="l" t="t" r="r" b="b"/>
              <a:pathLst>
                <a:path w="3876040" h="6350">
                  <a:moveTo>
                    <a:pt x="387604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76040" y="634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CAA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3440429" y="3995420"/>
              <a:ext cx="3876040" cy="7620"/>
            </a:xfrm>
            <a:custGeom>
              <a:avLst/>
              <a:gdLst/>
              <a:ahLst/>
              <a:cxnLst/>
              <a:rect l="l" t="t" r="r" b="b"/>
              <a:pathLst>
                <a:path w="3876040" h="7620">
                  <a:moveTo>
                    <a:pt x="3876040" y="0"/>
                  </a:moveTo>
                  <a:lnTo>
                    <a:pt x="0" y="0"/>
                  </a:lnTo>
                  <a:lnTo>
                    <a:pt x="0" y="7619"/>
                  </a:lnTo>
                  <a:lnTo>
                    <a:pt x="3876040" y="761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C89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3440429" y="4003039"/>
              <a:ext cx="3876040" cy="7620"/>
            </a:xfrm>
            <a:custGeom>
              <a:avLst/>
              <a:gdLst/>
              <a:ahLst/>
              <a:cxnLst/>
              <a:rect l="l" t="t" r="r" b="b"/>
              <a:pathLst>
                <a:path w="3876040" h="7620">
                  <a:moveTo>
                    <a:pt x="3876040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3876040" y="762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C69E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3440429" y="4010660"/>
              <a:ext cx="3876040" cy="6350"/>
            </a:xfrm>
            <a:custGeom>
              <a:avLst/>
              <a:gdLst/>
              <a:ahLst/>
              <a:cxnLst/>
              <a:rect l="l" t="t" r="r" b="b"/>
              <a:pathLst>
                <a:path w="3876040" h="6350">
                  <a:moveTo>
                    <a:pt x="3876040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3876040" y="635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C49D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3440429" y="4017010"/>
              <a:ext cx="3876040" cy="7620"/>
            </a:xfrm>
            <a:custGeom>
              <a:avLst/>
              <a:gdLst/>
              <a:ahLst/>
              <a:cxnLst/>
              <a:rect l="l" t="t" r="r" b="b"/>
              <a:pathLst>
                <a:path w="3876040" h="7620">
                  <a:moveTo>
                    <a:pt x="3876040" y="0"/>
                  </a:moveTo>
                  <a:lnTo>
                    <a:pt x="0" y="0"/>
                  </a:lnTo>
                  <a:lnTo>
                    <a:pt x="0" y="7619"/>
                  </a:lnTo>
                  <a:lnTo>
                    <a:pt x="3876040" y="761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C29B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3440429" y="4024629"/>
              <a:ext cx="3876040" cy="7620"/>
            </a:xfrm>
            <a:custGeom>
              <a:avLst/>
              <a:gdLst/>
              <a:ahLst/>
              <a:cxnLst/>
              <a:rect l="l" t="t" r="r" b="b"/>
              <a:pathLst>
                <a:path w="3876040" h="7620">
                  <a:moveTo>
                    <a:pt x="3876040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3876040" y="762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C09A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440429" y="4032250"/>
              <a:ext cx="3876040" cy="6350"/>
            </a:xfrm>
            <a:custGeom>
              <a:avLst/>
              <a:gdLst/>
              <a:ahLst/>
              <a:cxnLst/>
              <a:rect l="l" t="t" r="r" b="b"/>
              <a:pathLst>
                <a:path w="3876040" h="6350">
                  <a:moveTo>
                    <a:pt x="3876040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3876040" y="635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BF9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440429" y="4038600"/>
              <a:ext cx="3876040" cy="7620"/>
            </a:xfrm>
            <a:custGeom>
              <a:avLst/>
              <a:gdLst/>
              <a:ahLst/>
              <a:cxnLst/>
              <a:rect l="l" t="t" r="r" b="b"/>
              <a:pathLst>
                <a:path w="3876040" h="7620">
                  <a:moveTo>
                    <a:pt x="3876040" y="0"/>
                  </a:moveTo>
                  <a:lnTo>
                    <a:pt x="0" y="0"/>
                  </a:lnTo>
                  <a:lnTo>
                    <a:pt x="0" y="7619"/>
                  </a:lnTo>
                  <a:lnTo>
                    <a:pt x="3876040" y="761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BD97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3440429" y="4046220"/>
              <a:ext cx="3876040" cy="7620"/>
            </a:xfrm>
            <a:custGeom>
              <a:avLst/>
              <a:gdLst/>
              <a:ahLst/>
              <a:cxnLst/>
              <a:rect l="l" t="t" r="r" b="b"/>
              <a:pathLst>
                <a:path w="3876040" h="7620">
                  <a:moveTo>
                    <a:pt x="3876040" y="0"/>
                  </a:moveTo>
                  <a:lnTo>
                    <a:pt x="0" y="0"/>
                  </a:lnTo>
                  <a:lnTo>
                    <a:pt x="0" y="7619"/>
                  </a:lnTo>
                  <a:lnTo>
                    <a:pt x="3876040" y="761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BB95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440429" y="4053839"/>
              <a:ext cx="3876040" cy="6350"/>
            </a:xfrm>
            <a:custGeom>
              <a:avLst/>
              <a:gdLst/>
              <a:ahLst/>
              <a:cxnLst/>
              <a:rect l="l" t="t" r="r" b="b"/>
              <a:pathLst>
                <a:path w="3876040" h="6350">
                  <a:moveTo>
                    <a:pt x="3876040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3876040" y="635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B99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3440429" y="4060189"/>
              <a:ext cx="3876040" cy="7620"/>
            </a:xfrm>
            <a:custGeom>
              <a:avLst/>
              <a:gdLst/>
              <a:ahLst/>
              <a:cxnLst/>
              <a:rect l="l" t="t" r="r" b="b"/>
              <a:pathLst>
                <a:path w="3876040" h="7620">
                  <a:moveTo>
                    <a:pt x="3876040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3876040" y="762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B792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440429" y="4067810"/>
              <a:ext cx="3876040" cy="7620"/>
            </a:xfrm>
            <a:custGeom>
              <a:avLst/>
              <a:gdLst/>
              <a:ahLst/>
              <a:cxnLst/>
              <a:rect l="l" t="t" r="r" b="b"/>
              <a:pathLst>
                <a:path w="3876040" h="7620">
                  <a:moveTo>
                    <a:pt x="3876040" y="0"/>
                  </a:moveTo>
                  <a:lnTo>
                    <a:pt x="0" y="0"/>
                  </a:lnTo>
                  <a:lnTo>
                    <a:pt x="0" y="7619"/>
                  </a:lnTo>
                  <a:lnTo>
                    <a:pt x="3876040" y="761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B59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3440429" y="4075429"/>
              <a:ext cx="3876040" cy="6350"/>
            </a:xfrm>
            <a:custGeom>
              <a:avLst/>
              <a:gdLst/>
              <a:ahLst/>
              <a:cxnLst/>
              <a:rect l="l" t="t" r="r" b="b"/>
              <a:pathLst>
                <a:path w="3876040" h="6350">
                  <a:moveTo>
                    <a:pt x="3876040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3876040" y="635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B48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3440429" y="4081779"/>
              <a:ext cx="3876040" cy="7620"/>
            </a:xfrm>
            <a:custGeom>
              <a:avLst/>
              <a:gdLst/>
              <a:ahLst/>
              <a:cxnLst/>
              <a:rect l="l" t="t" r="r" b="b"/>
              <a:pathLst>
                <a:path w="3876040" h="7620">
                  <a:moveTo>
                    <a:pt x="3876040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3876040" y="762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B28E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3440429" y="4089400"/>
              <a:ext cx="3876040" cy="7620"/>
            </a:xfrm>
            <a:custGeom>
              <a:avLst/>
              <a:gdLst/>
              <a:ahLst/>
              <a:cxnLst/>
              <a:rect l="l" t="t" r="r" b="b"/>
              <a:pathLst>
                <a:path w="3876040" h="7620">
                  <a:moveTo>
                    <a:pt x="3876040" y="0"/>
                  </a:moveTo>
                  <a:lnTo>
                    <a:pt x="0" y="0"/>
                  </a:lnTo>
                  <a:lnTo>
                    <a:pt x="0" y="7619"/>
                  </a:lnTo>
                  <a:lnTo>
                    <a:pt x="3876040" y="761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B08C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3440429" y="4097020"/>
              <a:ext cx="3876040" cy="6350"/>
            </a:xfrm>
            <a:custGeom>
              <a:avLst/>
              <a:gdLst/>
              <a:ahLst/>
              <a:cxnLst/>
              <a:rect l="l" t="t" r="r" b="b"/>
              <a:pathLst>
                <a:path w="3876040" h="6350">
                  <a:moveTo>
                    <a:pt x="387604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76040" y="634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AE8B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3440429" y="4103370"/>
              <a:ext cx="3876040" cy="7620"/>
            </a:xfrm>
            <a:custGeom>
              <a:avLst/>
              <a:gdLst/>
              <a:ahLst/>
              <a:cxnLst/>
              <a:rect l="l" t="t" r="r" b="b"/>
              <a:pathLst>
                <a:path w="3876040" h="7620">
                  <a:moveTo>
                    <a:pt x="3876040" y="0"/>
                  </a:moveTo>
                  <a:lnTo>
                    <a:pt x="0" y="0"/>
                  </a:lnTo>
                  <a:lnTo>
                    <a:pt x="0" y="7619"/>
                  </a:lnTo>
                  <a:lnTo>
                    <a:pt x="3876040" y="761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AC8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3440429" y="4110989"/>
              <a:ext cx="3876040" cy="7620"/>
            </a:xfrm>
            <a:custGeom>
              <a:avLst/>
              <a:gdLst/>
              <a:ahLst/>
              <a:cxnLst/>
              <a:rect l="l" t="t" r="r" b="b"/>
              <a:pathLst>
                <a:path w="3876040" h="7620">
                  <a:moveTo>
                    <a:pt x="3876040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3876040" y="762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AA88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3440429" y="4118610"/>
              <a:ext cx="3876040" cy="7620"/>
            </a:xfrm>
            <a:custGeom>
              <a:avLst/>
              <a:gdLst/>
              <a:ahLst/>
              <a:cxnLst/>
              <a:rect l="l" t="t" r="r" b="b"/>
              <a:pathLst>
                <a:path w="3876040" h="7620">
                  <a:moveTo>
                    <a:pt x="3876040" y="0"/>
                  </a:moveTo>
                  <a:lnTo>
                    <a:pt x="0" y="0"/>
                  </a:lnTo>
                  <a:lnTo>
                    <a:pt x="0" y="7619"/>
                  </a:lnTo>
                  <a:lnTo>
                    <a:pt x="3876040" y="761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A987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3440429" y="4126229"/>
              <a:ext cx="3876040" cy="6350"/>
            </a:xfrm>
            <a:custGeom>
              <a:avLst/>
              <a:gdLst/>
              <a:ahLst/>
              <a:cxnLst/>
              <a:rect l="l" t="t" r="r" b="b"/>
              <a:pathLst>
                <a:path w="3876040" h="6350">
                  <a:moveTo>
                    <a:pt x="3876040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3876040" y="635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A785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3440429" y="4132579"/>
              <a:ext cx="3876040" cy="7620"/>
            </a:xfrm>
            <a:custGeom>
              <a:avLst/>
              <a:gdLst/>
              <a:ahLst/>
              <a:cxnLst/>
              <a:rect l="l" t="t" r="r" b="b"/>
              <a:pathLst>
                <a:path w="3876040" h="7620">
                  <a:moveTo>
                    <a:pt x="3876040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3876040" y="762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A58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3440429" y="4140200"/>
              <a:ext cx="3876040" cy="7620"/>
            </a:xfrm>
            <a:custGeom>
              <a:avLst/>
              <a:gdLst/>
              <a:ahLst/>
              <a:cxnLst/>
              <a:rect l="l" t="t" r="r" b="b"/>
              <a:pathLst>
                <a:path w="3876040" h="7620">
                  <a:moveTo>
                    <a:pt x="3876040" y="0"/>
                  </a:moveTo>
                  <a:lnTo>
                    <a:pt x="0" y="0"/>
                  </a:lnTo>
                  <a:lnTo>
                    <a:pt x="0" y="7619"/>
                  </a:lnTo>
                  <a:lnTo>
                    <a:pt x="3876040" y="761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A382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3440429" y="4147820"/>
              <a:ext cx="3876040" cy="6350"/>
            </a:xfrm>
            <a:custGeom>
              <a:avLst/>
              <a:gdLst/>
              <a:ahLst/>
              <a:cxnLst/>
              <a:rect l="l" t="t" r="r" b="b"/>
              <a:pathLst>
                <a:path w="3876040" h="6350">
                  <a:moveTo>
                    <a:pt x="387604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76040" y="634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A18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3440429" y="4154170"/>
              <a:ext cx="3876040" cy="7620"/>
            </a:xfrm>
            <a:custGeom>
              <a:avLst/>
              <a:gdLst/>
              <a:ahLst/>
              <a:cxnLst/>
              <a:rect l="l" t="t" r="r" b="b"/>
              <a:pathLst>
                <a:path w="3876040" h="7620">
                  <a:moveTo>
                    <a:pt x="3876040" y="0"/>
                  </a:moveTo>
                  <a:lnTo>
                    <a:pt x="0" y="0"/>
                  </a:lnTo>
                  <a:lnTo>
                    <a:pt x="0" y="7619"/>
                  </a:lnTo>
                  <a:lnTo>
                    <a:pt x="3876040" y="761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A07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3440429" y="4161789"/>
              <a:ext cx="3876040" cy="7620"/>
            </a:xfrm>
            <a:custGeom>
              <a:avLst/>
              <a:gdLst/>
              <a:ahLst/>
              <a:cxnLst/>
              <a:rect l="l" t="t" r="r" b="b"/>
              <a:pathLst>
                <a:path w="3876040" h="7620">
                  <a:moveTo>
                    <a:pt x="3876040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3876040" y="762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9E7E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3440429" y="4169410"/>
              <a:ext cx="3876040" cy="6350"/>
            </a:xfrm>
            <a:custGeom>
              <a:avLst/>
              <a:gdLst/>
              <a:ahLst/>
              <a:cxnLst/>
              <a:rect l="l" t="t" r="r" b="b"/>
              <a:pathLst>
                <a:path w="3876040" h="6350">
                  <a:moveTo>
                    <a:pt x="3876040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3876040" y="635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9C7C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3440429" y="4175760"/>
              <a:ext cx="3876040" cy="7620"/>
            </a:xfrm>
            <a:custGeom>
              <a:avLst/>
              <a:gdLst/>
              <a:ahLst/>
              <a:cxnLst/>
              <a:rect l="l" t="t" r="r" b="b"/>
              <a:pathLst>
                <a:path w="3876040" h="7620">
                  <a:moveTo>
                    <a:pt x="3876040" y="0"/>
                  </a:moveTo>
                  <a:lnTo>
                    <a:pt x="0" y="0"/>
                  </a:lnTo>
                  <a:lnTo>
                    <a:pt x="0" y="7619"/>
                  </a:lnTo>
                  <a:lnTo>
                    <a:pt x="3876040" y="761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9A7B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3440429" y="4183379"/>
              <a:ext cx="3876040" cy="7620"/>
            </a:xfrm>
            <a:custGeom>
              <a:avLst/>
              <a:gdLst/>
              <a:ahLst/>
              <a:cxnLst/>
              <a:rect l="l" t="t" r="r" b="b"/>
              <a:pathLst>
                <a:path w="3876040" h="7620">
                  <a:moveTo>
                    <a:pt x="3876040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3876040" y="762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997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3440429" y="4191000"/>
              <a:ext cx="3876040" cy="6350"/>
            </a:xfrm>
            <a:custGeom>
              <a:avLst/>
              <a:gdLst/>
              <a:ahLst/>
              <a:cxnLst/>
              <a:rect l="l" t="t" r="r" b="b"/>
              <a:pathLst>
                <a:path w="3876040" h="6350">
                  <a:moveTo>
                    <a:pt x="3876040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3876040" y="635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9678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3440429" y="4197350"/>
              <a:ext cx="3876040" cy="7620"/>
            </a:xfrm>
            <a:custGeom>
              <a:avLst/>
              <a:gdLst/>
              <a:ahLst/>
              <a:cxnLst/>
              <a:rect l="l" t="t" r="r" b="b"/>
              <a:pathLst>
                <a:path w="3876040" h="7620">
                  <a:moveTo>
                    <a:pt x="3876040" y="0"/>
                  </a:moveTo>
                  <a:lnTo>
                    <a:pt x="0" y="0"/>
                  </a:lnTo>
                  <a:lnTo>
                    <a:pt x="0" y="7619"/>
                  </a:lnTo>
                  <a:lnTo>
                    <a:pt x="3876040" y="761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9576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3440429" y="4204970"/>
              <a:ext cx="3876040" cy="7620"/>
            </a:xfrm>
            <a:custGeom>
              <a:avLst/>
              <a:gdLst/>
              <a:ahLst/>
              <a:cxnLst/>
              <a:rect l="l" t="t" r="r" b="b"/>
              <a:pathLst>
                <a:path w="3876040" h="7620">
                  <a:moveTo>
                    <a:pt x="3876040" y="0"/>
                  </a:moveTo>
                  <a:lnTo>
                    <a:pt x="0" y="0"/>
                  </a:lnTo>
                  <a:lnTo>
                    <a:pt x="0" y="7619"/>
                  </a:lnTo>
                  <a:lnTo>
                    <a:pt x="3876040" y="761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9375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3440429" y="4212589"/>
              <a:ext cx="3876040" cy="6350"/>
            </a:xfrm>
            <a:custGeom>
              <a:avLst/>
              <a:gdLst/>
              <a:ahLst/>
              <a:cxnLst/>
              <a:rect l="l" t="t" r="r" b="b"/>
              <a:pathLst>
                <a:path w="3876040" h="6350">
                  <a:moveTo>
                    <a:pt x="3876040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3876040" y="635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917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3440429" y="4218939"/>
              <a:ext cx="3876040" cy="7620"/>
            </a:xfrm>
            <a:custGeom>
              <a:avLst/>
              <a:gdLst/>
              <a:ahLst/>
              <a:cxnLst/>
              <a:rect l="l" t="t" r="r" b="b"/>
              <a:pathLst>
                <a:path w="3876040" h="7620">
                  <a:moveTo>
                    <a:pt x="3876040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3876040" y="762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8F72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3440429" y="4226560"/>
              <a:ext cx="3876040" cy="7620"/>
            </a:xfrm>
            <a:custGeom>
              <a:avLst/>
              <a:gdLst/>
              <a:ahLst/>
              <a:cxnLst/>
              <a:rect l="l" t="t" r="r" b="b"/>
              <a:pathLst>
                <a:path w="3876040" h="7620">
                  <a:moveTo>
                    <a:pt x="3876040" y="0"/>
                  </a:moveTo>
                  <a:lnTo>
                    <a:pt x="0" y="0"/>
                  </a:lnTo>
                  <a:lnTo>
                    <a:pt x="0" y="7619"/>
                  </a:lnTo>
                  <a:lnTo>
                    <a:pt x="3876040" y="761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8D7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3440429" y="4234179"/>
              <a:ext cx="3876040" cy="7620"/>
            </a:xfrm>
            <a:custGeom>
              <a:avLst/>
              <a:gdLst/>
              <a:ahLst/>
              <a:cxnLst/>
              <a:rect l="l" t="t" r="r" b="b"/>
              <a:pathLst>
                <a:path w="3876040" h="7620">
                  <a:moveTo>
                    <a:pt x="3876040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3876040" y="762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8B6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3440429" y="4241800"/>
              <a:ext cx="3876040" cy="6350"/>
            </a:xfrm>
            <a:custGeom>
              <a:avLst/>
              <a:gdLst/>
              <a:ahLst/>
              <a:cxnLst/>
              <a:rect l="l" t="t" r="r" b="b"/>
              <a:pathLst>
                <a:path w="3876040" h="6350">
                  <a:moveTo>
                    <a:pt x="3876040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3876040" y="635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8A6E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3440429" y="4248150"/>
              <a:ext cx="3876040" cy="7620"/>
            </a:xfrm>
            <a:custGeom>
              <a:avLst/>
              <a:gdLst/>
              <a:ahLst/>
              <a:cxnLst/>
              <a:rect l="l" t="t" r="r" b="b"/>
              <a:pathLst>
                <a:path w="3876040" h="7620">
                  <a:moveTo>
                    <a:pt x="3876040" y="0"/>
                  </a:moveTo>
                  <a:lnTo>
                    <a:pt x="0" y="0"/>
                  </a:lnTo>
                  <a:lnTo>
                    <a:pt x="0" y="7619"/>
                  </a:lnTo>
                  <a:lnTo>
                    <a:pt x="3876040" y="761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886C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3440429" y="4255770"/>
              <a:ext cx="3876040" cy="7620"/>
            </a:xfrm>
            <a:custGeom>
              <a:avLst/>
              <a:gdLst/>
              <a:ahLst/>
              <a:cxnLst/>
              <a:rect l="l" t="t" r="r" b="b"/>
              <a:pathLst>
                <a:path w="3876040" h="7620">
                  <a:moveTo>
                    <a:pt x="3876040" y="0"/>
                  </a:moveTo>
                  <a:lnTo>
                    <a:pt x="0" y="0"/>
                  </a:lnTo>
                  <a:lnTo>
                    <a:pt x="0" y="7619"/>
                  </a:lnTo>
                  <a:lnTo>
                    <a:pt x="3876040" y="761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866B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3440429" y="4263389"/>
              <a:ext cx="3876040" cy="6350"/>
            </a:xfrm>
            <a:custGeom>
              <a:avLst/>
              <a:gdLst/>
              <a:ahLst/>
              <a:cxnLst/>
              <a:rect l="l" t="t" r="r" b="b"/>
              <a:pathLst>
                <a:path w="3876040" h="6350">
                  <a:moveTo>
                    <a:pt x="3876040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3876040" y="635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846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3440429" y="4269739"/>
              <a:ext cx="3876040" cy="7620"/>
            </a:xfrm>
            <a:custGeom>
              <a:avLst/>
              <a:gdLst/>
              <a:ahLst/>
              <a:cxnLst/>
              <a:rect l="l" t="t" r="r" b="b"/>
              <a:pathLst>
                <a:path w="3876040" h="7620">
                  <a:moveTo>
                    <a:pt x="3876040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3876040" y="762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8268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3440429" y="4277360"/>
              <a:ext cx="3876040" cy="7620"/>
            </a:xfrm>
            <a:custGeom>
              <a:avLst/>
              <a:gdLst/>
              <a:ahLst/>
              <a:cxnLst/>
              <a:rect l="l" t="t" r="r" b="b"/>
              <a:pathLst>
                <a:path w="3876040" h="7620">
                  <a:moveTo>
                    <a:pt x="3876040" y="0"/>
                  </a:moveTo>
                  <a:lnTo>
                    <a:pt x="0" y="0"/>
                  </a:lnTo>
                  <a:lnTo>
                    <a:pt x="0" y="7619"/>
                  </a:lnTo>
                  <a:lnTo>
                    <a:pt x="3876040" y="761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8066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3440429" y="4284979"/>
              <a:ext cx="3876040" cy="6350"/>
            </a:xfrm>
            <a:custGeom>
              <a:avLst/>
              <a:gdLst/>
              <a:ahLst/>
              <a:cxnLst/>
              <a:rect l="l" t="t" r="r" b="b"/>
              <a:pathLst>
                <a:path w="3876040" h="6350">
                  <a:moveTo>
                    <a:pt x="3876040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3876040" y="635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7F66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3440429" y="4291329"/>
              <a:ext cx="3876040" cy="7620"/>
            </a:xfrm>
            <a:custGeom>
              <a:avLst/>
              <a:gdLst/>
              <a:ahLst/>
              <a:cxnLst/>
              <a:rect l="l" t="t" r="r" b="b"/>
              <a:pathLst>
                <a:path w="3876040" h="7620">
                  <a:moveTo>
                    <a:pt x="3876040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3876040" y="762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7D6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3440429" y="4298950"/>
              <a:ext cx="3876040" cy="7620"/>
            </a:xfrm>
            <a:custGeom>
              <a:avLst/>
              <a:gdLst/>
              <a:ahLst/>
              <a:cxnLst/>
              <a:rect l="l" t="t" r="r" b="b"/>
              <a:pathLst>
                <a:path w="3876040" h="7620">
                  <a:moveTo>
                    <a:pt x="3876040" y="0"/>
                  </a:moveTo>
                  <a:lnTo>
                    <a:pt x="0" y="0"/>
                  </a:lnTo>
                  <a:lnTo>
                    <a:pt x="0" y="7619"/>
                  </a:lnTo>
                  <a:lnTo>
                    <a:pt x="3876040" y="761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7B62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3440429" y="4306570"/>
              <a:ext cx="3876040" cy="7620"/>
            </a:xfrm>
            <a:custGeom>
              <a:avLst/>
              <a:gdLst/>
              <a:ahLst/>
              <a:cxnLst/>
              <a:rect l="l" t="t" r="r" b="b"/>
              <a:pathLst>
                <a:path w="3876040" h="7620">
                  <a:moveTo>
                    <a:pt x="3876040" y="0"/>
                  </a:moveTo>
                  <a:lnTo>
                    <a:pt x="0" y="0"/>
                  </a:lnTo>
                  <a:lnTo>
                    <a:pt x="0" y="7619"/>
                  </a:lnTo>
                  <a:lnTo>
                    <a:pt x="3876040" y="761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796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1" name="object 81"/>
          <p:cNvSpPr txBox="1"/>
          <p:nvPr/>
        </p:nvSpPr>
        <p:spPr>
          <a:xfrm>
            <a:off x="905440" y="1829777"/>
            <a:ext cx="309245" cy="27806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2310"/>
              </a:lnSpc>
            </a:pP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Application</a:t>
            </a:r>
            <a:r>
              <a:rPr sz="2000" b="1" spc="-9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spc="-10" dirty="0">
                <a:solidFill>
                  <a:srgbClr val="333333"/>
                </a:solidFill>
                <a:latin typeface="Arial"/>
                <a:cs typeface="Arial"/>
              </a:rPr>
              <a:t>availability</a:t>
            </a:r>
            <a:endParaRPr sz="2000">
              <a:latin typeface="Arial"/>
              <a:cs typeface="Arial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1570989" y="4213859"/>
            <a:ext cx="1356995" cy="2387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00" b="1" spc="-20" dirty="0">
                <a:solidFill>
                  <a:srgbClr val="333333"/>
                </a:solidFill>
                <a:latin typeface="Arial"/>
                <a:cs typeface="Arial"/>
              </a:rPr>
              <a:t>UNPROTECTED</a:t>
            </a:r>
            <a:endParaRPr sz="1400">
              <a:latin typeface="Arial"/>
              <a:cs typeface="Arial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4337050" y="5039359"/>
            <a:ext cx="259905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Application</a:t>
            </a:r>
            <a:r>
              <a:rPr sz="2000" b="1" spc="-9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spc="-10" dirty="0">
                <a:solidFill>
                  <a:srgbClr val="333333"/>
                </a:solidFill>
                <a:latin typeface="Arial"/>
                <a:cs typeface="Arial"/>
              </a:rPr>
              <a:t>coverage</a:t>
            </a:r>
            <a:endParaRPr sz="2000">
              <a:latin typeface="Arial"/>
              <a:cs typeface="Arial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1652270" y="2353309"/>
            <a:ext cx="1207770" cy="1640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sz="1400" b="1" spc="-10" dirty="0">
                <a:solidFill>
                  <a:srgbClr val="333333"/>
                </a:solidFill>
                <a:latin typeface="Arial"/>
                <a:cs typeface="Arial"/>
              </a:rPr>
              <a:t>CONTINUOUS</a:t>
            </a:r>
            <a:endParaRPr sz="14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10"/>
              </a:spcBef>
            </a:pPr>
            <a:endParaRPr sz="1400">
              <a:latin typeface="Arial"/>
              <a:cs typeface="Arial"/>
            </a:endParaRPr>
          </a:p>
          <a:p>
            <a:pPr marR="6985" algn="ctr">
              <a:lnSpc>
                <a:spcPct val="100000"/>
              </a:lnSpc>
            </a:pPr>
            <a:r>
              <a:rPr sz="1400" b="1" spc="-10" dirty="0">
                <a:solidFill>
                  <a:srgbClr val="333333"/>
                </a:solidFill>
                <a:latin typeface="Arial"/>
                <a:cs typeface="Arial"/>
              </a:rPr>
              <a:t>CLUSTERED</a:t>
            </a:r>
            <a:endParaRPr sz="14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4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80"/>
              </a:spcBef>
            </a:pPr>
            <a:endParaRPr sz="1400">
              <a:latin typeface="Arial"/>
              <a:cs typeface="Arial"/>
            </a:endParaRPr>
          </a:p>
          <a:p>
            <a:pPr marL="36195" marR="43815" algn="ctr">
              <a:lnSpc>
                <a:spcPts val="1420"/>
              </a:lnSpc>
              <a:spcBef>
                <a:spcPts val="5"/>
              </a:spcBef>
            </a:pPr>
            <a:r>
              <a:rPr sz="1400" b="1" spc="-25" dirty="0">
                <a:solidFill>
                  <a:srgbClr val="333333"/>
                </a:solidFill>
                <a:latin typeface="Arial"/>
                <a:cs typeface="Arial"/>
              </a:rPr>
              <a:t>AUTOMATED </a:t>
            </a:r>
            <a:r>
              <a:rPr sz="1400" b="1" spc="-10" dirty="0">
                <a:solidFill>
                  <a:srgbClr val="333333"/>
                </a:solidFill>
                <a:latin typeface="Arial"/>
                <a:cs typeface="Arial"/>
              </a:rPr>
              <a:t>RESTART</a:t>
            </a:r>
            <a:endParaRPr sz="1400">
              <a:latin typeface="Arial"/>
              <a:cs typeface="Arial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3266440" y="4682490"/>
            <a:ext cx="281305" cy="2387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00" b="1" spc="-25" dirty="0">
                <a:solidFill>
                  <a:srgbClr val="333333"/>
                </a:solidFill>
                <a:latin typeface="Arial"/>
                <a:cs typeface="Arial"/>
              </a:rPr>
              <a:t>0%</a:t>
            </a:r>
            <a:endParaRPr sz="1400">
              <a:latin typeface="Arial"/>
              <a:cs typeface="Arial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3845559" y="4671059"/>
            <a:ext cx="379095" cy="2387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00" b="1" spc="-25" dirty="0">
                <a:solidFill>
                  <a:srgbClr val="333333"/>
                </a:solidFill>
                <a:latin typeface="Arial"/>
                <a:cs typeface="Arial"/>
              </a:rPr>
              <a:t>10%</a:t>
            </a:r>
            <a:endParaRPr sz="1400">
              <a:latin typeface="Arial"/>
              <a:cs typeface="Arial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7148830" y="4639309"/>
            <a:ext cx="476884" cy="2387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00" b="1" spc="-20" dirty="0">
                <a:solidFill>
                  <a:srgbClr val="333333"/>
                </a:solidFill>
                <a:latin typeface="Arial"/>
                <a:cs typeface="Arial"/>
              </a:rPr>
              <a:t>100%</a:t>
            </a:r>
            <a:endParaRPr sz="1400">
              <a:latin typeface="Arial"/>
              <a:cs typeface="Arial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4243070" y="3911600"/>
            <a:ext cx="2273300" cy="2387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00" b="1" dirty="0">
                <a:solidFill>
                  <a:srgbClr val="333333"/>
                </a:solidFill>
                <a:latin typeface="Arial"/>
                <a:cs typeface="Arial"/>
              </a:rPr>
              <a:t>with</a:t>
            </a:r>
            <a:r>
              <a:rPr sz="1400" b="1" spc="-6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400" b="1" spc="-10" dirty="0">
                <a:solidFill>
                  <a:srgbClr val="333333"/>
                </a:solidFill>
                <a:latin typeface="Arial"/>
                <a:cs typeface="Arial"/>
              </a:rPr>
              <a:t>VMware</a:t>
            </a:r>
            <a:r>
              <a:rPr sz="1400" b="1" spc="-5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400" b="1" spc="-10" dirty="0">
                <a:solidFill>
                  <a:srgbClr val="333333"/>
                </a:solidFill>
                <a:latin typeface="Arial"/>
                <a:cs typeface="Arial"/>
              </a:rPr>
              <a:t>Infrastructure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89" name="object 89"/>
          <p:cNvGrpSpPr/>
          <p:nvPr/>
        </p:nvGrpSpPr>
        <p:grpSpPr>
          <a:xfrm>
            <a:off x="3376929" y="3093720"/>
            <a:ext cx="383540" cy="1220470"/>
            <a:chOff x="3376929" y="3093720"/>
            <a:chExt cx="383540" cy="1220470"/>
          </a:xfrm>
        </p:grpSpPr>
        <p:sp>
          <p:nvSpPr>
            <p:cNvPr id="90" name="object 90"/>
            <p:cNvSpPr/>
            <p:nvPr/>
          </p:nvSpPr>
          <p:spPr>
            <a:xfrm>
              <a:off x="3376930" y="3093719"/>
              <a:ext cx="383540" cy="17780"/>
            </a:xfrm>
            <a:custGeom>
              <a:avLst/>
              <a:gdLst/>
              <a:ahLst/>
              <a:cxnLst/>
              <a:rect l="l" t="t" r="r" b="b"/>
              <a:pathLst>
                <a:path w="383539" h="17780">
                  <a:moveTo>
                    <a:pt x="383540" y="0"/>
                  </a:moveTo>
                  <a:lnTo>
                    <a:pt x="0" y="0"/>
                  </a:lnTo>
                  <a:lnTo>
                    <a:pt x="0" y="8890"/>
                  </a:lnTo>
                  <a:lnTo>
                    <a:pt x="0" y="17780"/>
                  </a:lnTo>
                  <a:lnTo>
                    <a:pt x="383540" y="17780"/>
                  </a:lnTo>
                  <a:lnTo>
                    <a:pt x="383540" y="8890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FF66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3376929" y="311150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FD66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3376929" y="312039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FC6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3376929" y="312928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90"/>
                  </a:lnTo>
                  <a:lnTo>
                    <a:pt x="383540" y="8890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FB6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3376929" y="313817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FA6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3376929" y="314706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F96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3376929" y="315595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F86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3376929" y="316484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F762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3376929" y="317373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90"/>
                  </a:lnTo>
                  <a:lnTo>
                    <a:pt x="383540" y="8890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F662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3376929" y="318262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F562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3376929" y="319151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F46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3376929" y="320040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F36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3376929" y="320929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F26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3376929" y="321818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90"/>
                  </a:lnTo>
                  <a:lnTo>
                    <a:pt x="383540" y="8890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F16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3376929" y="322707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F06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3376929" y="323596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EF5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3376929" y="324485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EE5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3376929" y="325374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ED5E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3376929" y="326263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90"/>
                  </a:lnTo>
                  <a:lnTo>
                    <a:pt x="383540" y="8890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EC5E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3376929" y="327152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EB5E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3376929" y="328041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EA5D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3376929" y="328930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E95D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3376929" y="329819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E85C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3376929" y="330708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90"/>
                  </a:lnTo>
                  <a:lnTo>
                    <a:pt x="383540" y="8890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E75C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3376929" y="331597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E65C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3376929" y="332486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E55B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3376929" y="333375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E45B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3376929" y="334264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E35A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3376929" y="335153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90"/>
                  </a:lnTo>
                  <a:lnTo>
                    <a:pt x="383540" y="8890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E25A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3376929" y="336042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E15A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3376929" y="336931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E05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3376929" y="337820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DF5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3376929" y="338709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DE58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3376929" y="339598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90"/>
                  </a:lnTo>
                  <a:lnTo>
                    <a:pt x="383540" y="8890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DD58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3376929" y="340487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DC58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3376929" y="341376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DB57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3376929" y="342265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DA57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3376929" y="343154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D956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3376929" y="344043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90"/>
                  </a:lnTo>
                  <a:lnTo>
                    <a:pt x="383540" y="8890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D856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3376929" y="344932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D756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3376929" y="345821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D655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3376929" y="346710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D555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3376929" y="3475990"/>
              <a:ext cx="383540" cy="10160"/>
            </a:xfrm>
            <a:custGeom>
              <a:avLst/>
              <a:gdLst/>
              <a:ahLst/>
              <a:cxnLst/>
              <a:rect l="l" t="t" r="r" b="b"/>
              <a:pathLst>
                <a:path w="383539" h="10160">
                  <a:moveTo>
                    <a:pt x="383540" y="0"/>
                  </a:moveTo>
                  <a:lnTo>
                    <a:pt x="0" y="0"/>
                  </a:lnTo>
                  <a:lnTo>
                    <a:pt x="0" y="10160"/>
                  </a:lnTo>
                  <a:lnTo>
                    <a:pt x="383540" y="10160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D45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3376929" y="3486150"/>
              <a:ext cx="383540" cy="7620"/>
            </a:xfrm>
            <a:custGeom>
              <a:avLst/>
              <a:gdLst/>
              <a:ahLst/>
              <a:cxnLst/>
              <a:rect l="l" t="t" r="r" b="b"/>
              <a:pathLst>
                <a:path w="383539" h="7620">
                  <a:moveTo>
                    <a:pt x="383540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383540" y="7620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D35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3376929" y="349377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D25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3376929" y="350266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D15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3376929" y="3511550"/>
              <a:ext cx="383540" cy="10160"/>
            </a:xfrm>
            <a:custGeom>
              <a:avLst/>
              <a:gdLst/>
              <a:ahLst/>
              <a:cxnLst/>
              <a:rect l="l" t="t" r="r" b="b"/>
              <a:pathLst>
                <a:path w="383539" h="10160">
                  <a:moveTo>
                    <a:pt x="383540" y="0"/>
                  </a:moveTo>
                  <a:lnTo>
                    <a:pt x="0" y="0"/>
                  </a:lnTo>
                  <a:lnTo>
                    <a:pt x="0" y="10160"/>
                  </a:lnTo>
                  <a:lnTo>
                    <a:pt x="383540" y="10160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D05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3376929" y="3521710"/>
              <a:ext cx="383540" cy="7620"/>
            </a:xfrm>
            <a:custGeom>
              <a:avLst/>
              <a:gdLst/>
              <a:ahLst/>
              <a:cxnLst/>
              <a:rect l="l" t="t" r="r" b="b"/>
              <a:pathLst>
                <a:path w="383539" h="7620">
                  <a:moveTo>
                    <a:pt x="383540" y="0"/>
                  </a:moveTo>
                  <a:lnTo>
                    <a:pt x="0" y="0"/>
                  </a:lnTo>
                  <a:lnTo>
                    <a:pt x="0" y="7619"/>
                  </a:lnTo>
                  <a:lnTo>
                    <a:pt x="383540" y="761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CF52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3376929" y="352933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90"/>
                  </a:lnTo>
                  <a:lnTo>
                    <a:pt x="383540" y="8890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CE52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3376929" y="3538220"/>
              <a:ext cx="383540" cy="10160"/>
            </a:xfrm>
            <a:custGeom>
              <a:avLst/>
              <a:gdLst/>
              <a:ahLst/>
              <a:cxnLst/>
              <a:rect l="l" t="t" r="r" b="b"/>
              <a:pathLst>
                <a:path w="383539" h="10160">
                  <a:moveTo>
                    <a:pt x="383540" y="0"/>
                  </a:moveTo>
                  <a:lnTo>
                    <a:pt x="0" y="0"/>
                  </a:lnTo>
                  <a:lnTo>
                    <a:pt x="0" y="10159"/>
                  </a:lnTo>
                  <a:lnTo>
                    <a:pt x="383540" y="1015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CD52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3376930" y="3548379"/>
              <a:ext cx="383540" cy="16510"/>
            </a:xfrm>
            <a:custGeom>
              <a:avLst/>
              <a:gdLst/>
              <a:ahLst/>
              <a:cxnLst/>
              <a:rect l="l" t="t" r="r" b="b"/>
              <a:pathLst>
                <a:path w="383539" h="16510">
                  <a:moveTo>
                    <a:pt x="383540" y="0"/>
                  </a:moveTo>
                  <a:lnTo>
                    <a:pt x="0" y="0"/>
                  </a:lnTo>
                  <a:lnTo>
                    <a:pt x="0" y="8902"/>
                  </a:lnTo>
                  <a:lnTo>
                    <a:pt x="0" y="16510"/>
                  </a:lnTo>
                  <a:lnTo>
                    <a:pt x="383540" y="16510"/>
                  </a:lnTo>
                  <a:lnTo>
                    <a:pt x="383540" y="8902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CC5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3376929" y="3564890"/>
              <a:ext cx="383540" cy="10160"/>
            </a:xfrm>
            <a:custGeom>
              <a:avLst/>
              <a:gdLst/>
              <a:ahLst/>
              <a:cxnLst/>
              <a:rect l="l" t="t" r="r" b="b"/>
              <a:pathLst>
                <a:path w="383539" h="10160">
                  <a:moveTo>
                    <a:pt x="383540" y="0"/>
                  </a:moveTo>
                  <a:lnTo>
                    <a:pt x="0" y="0"/>
                  </a:lnTo>
                  <a:lnTo>
                    <a:pt x="0" y="10160"/>
                  </a:lnTo>
                  <a:lnTo>
                    <a:pt x="383540" y="10160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CA5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3376929" y="357505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C95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3376929" y="358394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C85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3376929" y="3592830"/>
              <a:ext cx="383540" cy="7620"/>
            </a:xfrm>
            <a:custGeom>
              <a:avLst/>
              <a:gdLst/>
              <a:ahLst/>
              <a:cxnLst/>
              <a:rect l="l" t="t" r="r" b="b"/>
              <a:pathLst>
                <a:path w="383539" h="7620">
                  <a:moveTo>
                    <a:pt x="383540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383540" y="7620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C74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3376929" y="3600450"/>
              <a:ext cx="383540" cy="10160"/>
            </a:xfrm>
            <a:custGeom>
              <a:avLst/>
              <a:gdLst/>
              <a:ahLst/>
              <a:cxnLst/>
              <a:rect l="l" t="t" r="r" b="b"/>
              <a:pathLst>
                <a:path w="383539" h="10160">
                  <a:moveTo>
                    <a:pt x="383540" y="0"/>
                  </a:moveTo>
                  <a:lnTo>
                    <a:pt x="0" y="0"/>
                  </a:lnTo>
                  <a:lnTo>
                    <a:pt x="0" y="10160"/>
                  </a:lnTo>
                  <a:lnTo>
                    <a:pt x="383540" y="10160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C64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3376929" y="361061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C54E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3376929" y="361950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C44E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3376929" y="362839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90"/>
                  </a:lnTo>
                  <a:lnTo>
                    <a:pt x="383540" y="8890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C34E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3376929" y="363728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90"/>
                  </a:lnTo>
                  <a:lnTo>
                    <a:pt x="383540" y="8890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C24D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3376929" y="364617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C14D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3376929" y="365506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C04C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3376929" y="366395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BF4C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3376929" y="367284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90"/>
                  </a:lnTo>
                  <a:lnTo>
                    <a:pt x="383540" y="8890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BE4C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3376929" y="368173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90"/>
                  </a:lnTo>
                  <a:lnTo>
                    <a:pt x="383540" y="8890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BD4B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3376929" y="369062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BC4B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3376929" y="369951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BB4A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3376929" y="370840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BA4A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3376929" y="371729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90"/>
                  </a:lnTo>
                  <a:lnTo>
                    <a:pt x="383540" y="8890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B94A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3376929" y="372618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90"/>
                  </a:lnTo>
                  <a:lnTo>
                    <a:pt x="383540" y="8890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B84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3376929" y="373507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B74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3376929" y="374396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B648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3376929" y="375285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B548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3376929" y="376174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90"/>
                  </a:lnTo>
                  <a:lnTo>
                    <a:pt x="383540" y="8890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B448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3376929" y="377063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90"/>
                  </a:lnTo>
                  <a:lnTo>
                    <a:pt x="383540" y="8890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B347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3376929" y="377952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B247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3376929" y="378841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B146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3376929" y="379730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B046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3376929" y="380619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90"/>
                  </a:lnTo>
                  <a:lnTo>
                    <a:pt x="383540" y="8890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AF46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3376929" y="381508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90"/>
                  </a:lnTo>
                  <a:lnTo>
                    <a:pt x="383540" y="8890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AE45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3376929" y="382397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AD45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3376929" y="383286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AC4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3376929" y="384175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AB4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3376929" y="385064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90"/>
                  </a:lnTo>
                  <a:lnTo>
                    <a:pt x="383540" y="8890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AA4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3376929" y="385953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90"/>
                  </a:lnTo>
                  <a:lnTo>
                    <a:pt x="383540" y="8890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A94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3376929" y="386842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A84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3376929" y="387731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A742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3376929" y="388620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A642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3376929" y="389509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90"/>
                  </a:lnTo>
                  <a:lnTo>
                    <a:pt x="383540" y="8890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A542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3376929" y="390398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90"/>
                  </a:lnTo>
                  <a:lnTo>
                    <a:pt x="383540" y="8890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A44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3376929" y="391287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A34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3376929" y="392176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A24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3376929" y="393065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A14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3376929" y="393954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90"/>
                  </a:lnTo>
                  <a:lnTo>
                    <a:pt x="383540" y="8890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A04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3376929" y="394843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90"/>
                  </a:lnTo>
                  <a:lnTo>
                    <a:pt x="383540" y="8890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9F3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3376929" y="395732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9E3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3376929" y="396621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9D3E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3376929" y="397510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9C3E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3376929" y="398399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90"/>
                  </a:lnTo>
                  <a:lnTo>
                    <a:pt x="383540" y="8890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9B3E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3376929" y="399288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90"/>
                  </a:lnTo>
                  <a:lnTo>
                    <a:pt x="383540" y="8890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9A3D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3376929" y="400177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993D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3376929" y="401066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993C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3376929" y="401955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973C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3376929" y="402844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90"/>
                  </a:lnTo>
                  <a:lnTo>
                    <a:pt x="383540" y="8890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963C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3376929" y="403733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90"/>
                  </a:lnTo>
                  <a:lnTo>
                    <a:pt x="383540" y="8890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953B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3376929" y="4046220"/>
              <a:ext cx="383540" cy="10160"/>
            </a:xfrm>
            <a:custGeom>
              <a:avLst/>
              <a:gdLst/>
              <a:ahLst/>
              <a:cxnLst/>
              <a:rect l="l" t="t" r="r" b="b"/>
              <a:pathLst>
                <a:path w="383539" h="10160">
                  <a:moveTo>
                    <a:pt x="383540" y="0"/>
                  </a:moveTo>
                  <a:lnTo>
                    <a:pt x="0" y="0"/>
                  </a:lnTo>
                  <a:lnTo>
                    <a:pt x="0" y="10159"/>
                  </a:lnTo>
                  <a:lnTo>
                    <a:pt x="383540" y="1015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943B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3376929" y="4056380"/>
              <a:ext cx="383540" cy="7620"/>
            </a:xfrm>
            <a:custGeom>
              <a:avLst/>
              <a:gdLst/>
              <a:ahLst/>
              <a:cxnLst/>
              <a:rect l="l" t="t" r="r" b="b"/>
              <a:pathLst>
                <a:path w="383539" h="7620">
                  <a:moveTo>
                    <a:pt x="383540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383540" y="7620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933A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3376929" y="406400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923A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3376929" y="407289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90"/>
                  </a:lnTo>
                  <a:lnTo>
                    <a:pt x="383540" y="8890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913A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3376929" y="4081780"/>
              <a:ext cx="383540" cy="10160"/>
            </a:xfrm>
            <a:custGeom>
              <a:avLst/>
              <a:gdLst/>
              <a:ahLst/>
              <a:cxnLst/>
              <a:rect l="l" t="t" r="r" b="b"/>
              <a:pathLst>
                <a:path w="383539" h="10160">
                  <a:moveTo>
                    <a:pt x="383540" y="0"/>
                  </a:moveTo>
                  <a:lnTo>
                    <a:pt x="0" y="0"/>
                  </a:lnTo>
                  <a:lnTo>
                    <a:pt x="0" y="10160"/>
                  </a:lnTo>
                  <a:lnTo>
                    <a:pt x="383540" y="10160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903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3376929" y="4091940"/>
              <a:ext cx="383540" cy="7620"/>
            </a:xfrm>
            <a:custGeom>
              <a:avLst/>
              <a:gdLst/>
              <a:ahLst/>
              <a:cxnLst/>
              <a:rect l="l" t="t" r="r" b="b"/>
              <a:pathLst>
                <a:path w="383539" h="7620">
                  <a:moveTo>
                    <a:pt x="383540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383540" y="7620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8F3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3376929" y="409956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8E38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3376929" y="4108450"/>
              <a:ext cx="383540" cy="10160"/>
            </a:xfrm>
            <a:custGeom>
              <a:avLst/>
              <a:gdLst/>
              <a:ahLst/>
              <a:cxnLst/>
              <a:rect l="l" t="t" r="r" b="b"/>
              <a:pathLst>
                <a:path w="383539" h="10160">
                  <a:moveTo>
                    <a:pt x="383540" y="0"/>
                  </a:moveTo>
                  <a:lnTo>
                    <a:pt x="0" y="0"/>
                  </a:lnTo>
                  <a:lnTo>
                    <a:pt x="0" y="10160"/>
                  </a:lnTo>
                  <a:lnTo>
                    <a:pt x="383540" y="10160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8D38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3376929" y="411861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8C38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3376929" y="4127500"/>
              <a:ext cx="383540" cy="7620"/>
            </a:xfrm>
            <a:custGeom>
              <a:avLst/>
              <a:gdLst/>
              <a:ahLst/>
              <a:cxnLst/>
              <a:rect l="l" t="t" r="r" b="b"/>
              <a:pathLst>
                <a:path w="383539" h="7620">
                  <a:moveTo>
                    <a:pt x="383540" y="0"/>
                  </a:moveTo>
                  <a:lnTo>
                    <a:pt x="0" y="0"/>
                  </a:lnTo>
                  <a:lnTo>
                    <a:pt x="0" y="7619"/>
                  </a:lnTo>
                  <a:lnTo>
                    <a:pt x="383540" y="761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8B37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3376929" y="4135120"/>
              <a:ext cx="383540" cy="10160"/>
            </a:xfrm>
            <a:custGeom>
              <a:avLst/>
              <a:gdLst/>
              <a:ahLst/>
              <a:cxnLst/>
              <a:rect l="l" t="t" r="r" b="b"/>
              <a:pathLst>
                <a:path w="383539" h="10160">
                  <a:moveTo>
                    <a:pt x="383540" y="0"/>
                  </a:moveTo>
                  <a:lnTo>
                    <a:pt x="0" y="0"/>
                  </a:lnTo>
                  <a:lnTo>
                    <a:pt x="0" y="10159"/>
                  </a:lnTo>
                  <a:lnTo>
                    <a:pt x="383540" y="1015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8A37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3376929" y="414528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90"/>
                  </a:lnTo>
                  <a:lnTo>
                    <a:pt x="383540" y="8890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8936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3376929" y="415417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8836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3376929" y="416306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8736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3376929" y="417195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8635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3376929" y="418084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90"/>
                  </a:lnTo>
                  <a:lnTo>
                    <a:pt x="383540" y="8890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8535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3376929" y="418973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90"/>
                  </a:lnTo>
                  <a:lnTo>
                    <a:pt x="383540" y="8890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843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3376929" y="419862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833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3376929" y="420751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823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3376929" y="421640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813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3376929" y="422529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90"/>
                  </a:lnTo>
                  <a:lnTo>
                    <a:pt x="383540" y="8890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803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3376929" y="423418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90"/>
                  </a:lnTo>
                  <a:lnTo>
                    <a:pt x="383540" y="8890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7F3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3376929" y="424307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7E3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3376929" y="425196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7D3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3376929" y="426085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7C3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3376929" y="426974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90"/>
                  </a:lnTo>
                  <a:lnTo>
                    <a:pt x="383540" y="8890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7B3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3376929" y="427863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90"/>
                  </a:lnTo>
                  <a:lnTo>
                    <a:pt x="383540" y="8890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7A3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3376929" y="428752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793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3376929" y="429641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783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3376929" y="4305300"/>
              <a:ext cx="383540" cy="8890"/>
            </a:xfrm>
            <a:custGeom>
              <a:avLst/>
              <a:gdLst/>
              <a:ahLst/>
              <a:cxnLst/>
              <a:rect l="l" t="t" r="r" b="b"/>
              <a:pathLst>
                <a:path w="383539" h="8889">
                  <a:moveTo>
                    <a:pt x="38354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383540" y="8889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772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5" name="object 225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25" dirty="0"/>
              <a:t>21</a:t>
            </a:fld>
            <a:endParaRPr spc="-25" dirty="0"/>
          </a:p>
        </p:txBody>
      </p:sp>
    </p:spTree>
  </p:cSld>
  <p:clrMapOvr>
    <a:masterClrMapping/>
  </p:clrMapOvr>
  <p:transition>
    <p:wipe dir="r"/>
  </p:transition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65480" y="2693670"/>
            <a:ext cx="3390900" cy="336550"/>
            <a:chOff x="665480" y="2693670"/>
            <a:chExt cx="3390900" cy="33655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8020" y="2693670"/>
              <a:ext cx="3388360" cy="336550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665480" y="2833369"/>
              <a:ext cx="3385820" cy="55880"/>
            </a:xfrm>
            <a:custGeom>
              <a:avLst/>
              <a:gdLst/>
              <a:ahLst/>
              <a:cxnLst/>
              <a:rect l="l" t="t" r="r" b="b"/>
              <a:pathLst>
                <a:path w="3385820" h="55880">
                  <a:moveTo>
                    <a:pt x="54610" y="27940"/>
                  </a:moveTo>
                  <a:lnTo>
                    <a:pt x="52578" y="17157"/>
                  </a:lnTo>
                  <a:lnTo>
                    <a:pt x="46990" y="8267"/>
                  </a:lnTo>
                  <a:lnTo>
                    <a:pt x="38531" y="2235"/>
                  </a:lnTo>
                  <a:lnTo>
                    <a:pt x="27940" y="0"/>
                  </a:lnTo>
                  <a:lnTo>
                    <a:pt x="17145" y="2235"/>
                  </a:lnTo>
                  <a:lnTo>
                    <a:pt x="8255" y="8267"/>
                  </a:lnTo>
                  <a:lnTo>
                    <a:pt x="2209" y="17157"/>
                  </a:lnTo>
                  <a:lnTo>
                    <a:pt x="0" y="27940"/>
                  </a:lnTo>
                  <a:lnTo>
                    <a:pt x="2209" y="38011"/>
                  </a:lnTo>
                  <a:lnTo>
                    <a:pt x="8255" y="46520"/>
                  </a:lnTo>
                  <a:lnTo>
                    <a:pt x="17145" y="52412"/>
                  </a:lnTo>
                  <a:lnTo>
                    <a:pt x="27940" y="54610"/>
                  </a:lnTo>
                  <a:lnTo>
                    <a:pt x="38531" y="52412"/>
                  </a:lnTo>
                  <a:lnTo>
                    <a:pt x="46977" y="46520"/>
                  </a:lnTo>
                  <a:lnTo>
                    <a:pt x="52578" y="38011"/>
                  </a:lnTo>
                  <a:lnTo>
                    <a:pt x="54610" y="27940"/>
                  </a:lnTo>
                  <a:close/>
                </a:path>
                <a:path w="3385820" h="55880">
                  <a:moveTo>
                    <a:pt x="149860" y="27940"/>
                  </a:moveTo>
                  <a:lnTo>
                    <a:pt x="147650" y="17157"/>
                  </a:lnTo>
                  <a:lnTo>
                    <a:pt x="141757" y="8267"/>
                  </a:lnTo>
                  <a:lnTo>
                    <a:pt x="133248" y="2235"/>
                  </a:lnTo>
                  <a:lnTo>
                    <a:pt x="123190" y="0"/>
                  </a:lnTo>
                  <a:lnTo>
                    <a:pt x="112585" y="2235"/>
                  </a:lnTo>
                  <a:lnTo>
                    <a:pt x="104127" y="8267"/>
                  </a:lnTo>
                  <a:lnTo>
                    <a:pt x="98539" y="17157"/>
                  </a:lnTo>
                  <a:lnTo>
                    <a:pt x="96520" y="27940"/>
                  </a:lnTo>
                  <a:lnTo>
                    <a:pt x="98539" y="38011"/>
                  </a:lnTo>
                  <a:lnTo>
                    <a:pt x="104140" y="46520"/>
                  </a:lnTo>
                  <a:lnTo>
                    <a:pt x="112585" y="52412"/>
                  </a:lnTo>
                  <a:lnTo>
                    <a:pt x="123190" y="54610"/>
                  </a:lnTo>
                  <a:lnTo>
                    <a:pt x="133248" y="52412"/>
                  </a:lnTo>
                  <a:lnTo>
                    <a:pt x="141757" y="46520"/>
                  </a:lnTo>
                  <a:lnTo>
                    <a:pt x="147650" y="38011"/>
                  </a:lnTo>
                  <a:lnTo>
                    <a:pt x="149860" y="27940"/>
                  </a:lnTo>
                  <a:close/>
                </a:path>
                <a:path w="3385820" h="55880">
                  <a:moveTo>
                    <a:pt x="245110" y="27940"/>
                  </a:moveTo>
                  <a:lnTo>
                    <a:pt x="242900" y="17157"/>
                  </a:lnTo>
                  <a:lnTo>
                    <a:pt x="237007" y="8267"/>
                  </a:lnTo>
                  <a:lnTo>
                    <a:pt x="228498" y="2235"/>
                  </a:lnTo>
                  <a:lnTo>
                    <a:pt x="218440" y="0"/>
                  </a:lnTo>
                  <a:lnTo>
                    <a:pt x="207645" y="2235"/>
                  </a:lnTo>
                  <a:lnTo>
                    <a:pt x="198755" y="8267"/>
                  </a:lnTo>
                  <a:lnTo>
                    <a:pt x="192722" y="17157"/>
                  </a:lnTo>
                  <a:lnTo>
                    <a:pt x="190500" y="27940"/>
                  </a:lnTo>
                  <a:lnTo>
                    <a:pt x="192722" y="38011"/>
                  </a:lnTo>
                  <a:lnTo>
                    <a:pt x="198755" y="46520"/>
                  </a:lnTo>
                  <a:lnTo>
                    <a:pt x="207645" y="52412"/>
                  </a:lnTo>
                  <a:lnTo>
                    <a:pt x="218440" y="54610"/>
                  </a:lnTo>
                  <a:lnTo>
                    <a:pt x="228498" y="52412"/>
                  </a:lnTo>
                  <a:lnTo>
                    <a:pt x="237007" y="46520"/>
                  </a:lnTo>
                  <a:lnTo>
                    <a:pt x="242900" y="38011"/>
                  </a:lnTo>
                  <a:lnTo>
                    <a:pt x="245110" y="27940"/>
                  </a:lnTo>
                  <a:close/>
                </a:path>
                <a:path w="3385820" h="55880">
                  <a:moveTo>
                    <a:pt x="3196590" y="29210"/>
                  </a:moveTo>
                  <a:lnTo>
                    <a:pt x="3194367" y="18415"/>
                  </a:lnTo>
                  <a:lnTo>
                    <a:pt x="3188335" y="9525"/>
                  </a:lnTo>
                  <a:lnTo>
                    <a:pt x="3179445" y="3492"/>
                  </a:lnTo>
                  <a:lnTo>
                    <a:pt x="3168650" y="1270"/>
                  </a:lnTo>
                  <a:lnTo>
                    <a:pt x="3158579" y="3492"/>
                  </a:lnTo>
                  <a:lnTo>
                    <a:pt x="3150070" y="9525"/>
                  </a:lnTo>
                  <a:lnTo>
                    <a:pt x="3144177" y="18415"/>
                  </a:lnTo>
                  <a:lnTo>
                    <a:pt x="3141980" y="29210"/>
                  </a:lnTo>
                  <a:lnTo>
                    <a:pt x="3144177" y="39281"/>
                  </a:lnTo>
                  <a:lnTo>
                    <a:pt x="3150070" y="47790"/>
                  </a:lnTo>
                  <a:lnTo>
                    <a:pt x="3158579" y="53682"/>
                  </a:lnTo>
                  <a:lnTo>
                    <a:pt x="3168650" y="55880"/>
                  </a:lnTo>
                  <a:lnTo>
                    <a:pt x="3179445" y="53682"/>
                  </a:lnTo>
                  <a:lnTo>
                    <a:pt x="3188335" y="47790"/>
                  </a:lnTo>
                  <a:lnTo>
                    <a:pt x="3194367" y="39281"/>
                  </a:lnTo>
                  <a:lnTo>
                    <a:pt x="3196590" y="29210"/>
                  </a:lnTo>
                  <a:close/>
                </a:path>
                <a:path w="3385820" h="55880">
                  <a:moveTo>
                    <a:pt x="3291840" y="29210"/>
                  </a:moveTo>
                  <a:lnTo>
                    <a:pt x="3289617" y="18415"/>
                  </a:lnTo>
                  <a:lnTo>
                    <a:pt x="3283585" y="9525"/>
                  </a:lnTo>
                  <a:lnTo>
                    <a:pt x="3274695" y="3492"/>
                  </a:lnTo>
                  <a:lnTo>
                    <a:pt x="3263900" y="1270"/>
                  </a:lnTo>
                  <a:lnTo>
                    <a:pt x="3253829" y="3492"/>
                  </a:lnTo>
                  <a:lnTo>
                    <a:pt x="3245320" y="9525"/>
                  </a:lnTo>
                  <a:lnTo>
                    <a:pt x="3239427" y="18415"/>
                  </a:lnTo>
                  <a:lnTo>
                    <a:pt x="3237230" y="29210"/>
                  </a:lnTo>
                  <a:lnTo>
                    <a:pt x="3239427" y="39281"/>
                  </a:lnTo>
                  <a:lnTo>
                    <a:pt x="3245320" y="47790"/>
                  </a:lnTo>
                  <a:lnTo>
                    <a:pt x="3253829" y="53682"/>
                  </a:lnTo>
                  <a:lnTo>
                    <a:pt x="3263900" y="55880"/>
                  </a:lnTo>
                  <a:lnTo>
                    <a:pt x="3274695" y="53682"/>
                  </a:lnTo>
                  <a:lnTo>
                    <a:pt x="3283585" y="47790"/>
                  </a:lnTo>
                  <a:lnTo>
                    <a:pt x="3289617" y="39281"/>
                  </a:lnTo>
                  <a:lnTo>
                    <a:pt x="3291840" y="29210"/>
                  </a:lnTo>
                  <a:close/>
                </a:path>
                <a:path w="3385820" h="55880">
                  <a:moveTo>
                    <a:pt x="3385820" y="29210"/>
                  </a:moveTo>
                  <a:lnTo>
                    <a:pt x="3383788" y="18415"/>
                  </a:lnTo>
                  <a:lnTo>
                    <a:pt x="3378200" y="9525"/>
                  </a:lnTo>
                  <a:lnTo>
                    <a:pt x="3369741" y="3492"/>
                  </a:lnTo>
                  <a:lnTo>
                    <a:pt x="3359150" y="1270"/>
                  </a:lnTo>
                  <a:lnTo>
                    <a:pt x="3349079" y="3492"/>
                  </a:lnTo>
                  <a:lnTo>
                    <a:pt x="3340570" y="9525"/>
                  </a:lnTo>
                  <a:lnTo>
                    <a:pt x="3334677" y="18415"/>
                  </a:lnTo>
                  <a:lnTo>
                    <a:pt x="3332480" y="29210"/>
                  </a:lnTo>
                  <a:lnTo>
                    <a:pt x="3334677" y="39281"/>
                  </a:lnTo>
                  <a:lnTo>
                    <a:pt x="3340570" y="47790"/>
                  </a:lnTo>
                  <a:lnTo>
                    <a:pt x="3349079" y="53682"/>
                  </a:lnTo>
                  <a:lnTo>
                    <a:pt x="3359150" y="55880"/>
                  </a:lnTo>
                  <a:lnTo>
                    <a:pt x="3369741" y="53682"/>
                  </a:lnTo>
                  <a:lnTo>
                    <a:pt x="3378200" y="47790"/>
                  </a:lnTo>
                  <a:lnTo>
                    <a:pt x="3383788" y="39281"/>
                  </a:lnTo>
                  <a:lnTo>
                    <a:pt x="3385820" y="29210"/>
                  </a:lnTo>
                  <a:close/>
                </a:path>
              </a:pathLst>
            </a:custGeom>
            <a:solidFill>
              <a:srgbClr val="7C9A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5" name="object 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087119" y="1371600"/>
            <a:ext cx="702309" cy="914400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889760" y="1371600"/>
            <a:ext cx="702310" cy="914400"/>
          </a:xfrm>
          <a:prstGeom prst="rect">
            <a:avLst/>
          </a:prstGeom>
        </p:spPr>
      </p:pic>
      <p:pic>
        <p:nvPicPr>
          <p:cNvPr id="7" name="object 7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691129" y="1371600"/>
            <a:ext cx="702309" cy="914400"/>
          </a:xfrm>
          <a:prstGeom prst="rect">
            <a:avLst/>
          </a:prstGeom>
        </p:spPr>
      </p:pic>
      <p:pic>
        <p:nvPicPr>
          <p:cNvPr id="8" name="object 8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492500" y="1371600"/>
            <a:ext cx="702310" cy="914400"/>
          </a:xfrm>
          <a:prstGeom prst="rect">
            <a:avLst/>
          </a:prstGeom>
        </p:spPr>
      </p:pic>
      <p:pic>
        <p:nvPicPr>
          <p:cNvPr id="9" name="object 9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34719" y="1524000"/>
            <a:ext cx="702309" cy="914400"/>
          </a:xfrm>
          <a:prstGeom prst="rect">
            <a:avLst/>
          </a:prstGeom>
        </p:spPr>
      </p:pic>
      <p:pic>
        <p:nvPicPr>
          <p:cNvPr id="10" name="object 10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736089" y="1524000"/>
            <a:ext cx="702310" cy="914400"/>
          </a:xfrm>
          <a:prstGeom prst="rect">
            <a:avLst/>
          </a:prstGeom>
        </p:spPr>
      </p:pic>
      <p:pic>
        <p:nvPicPr>
          <p:cNvPr id="11" name="object 11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538729" y="1524000"/>
            <a:ext cx="702309" cy="914400"/>
          </a:xfrm>
          <a:prstGeom prst="rect">
            <a:avLst/>
          </a:prstGeom>
        </p:spPr>
      </p:pic>
      <p:pic>
        <p:nvPicPr>
          <p:cNvPr id="12" name="object 12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340100" y="1524000"/>
            <a:ext cx="702310" cy="914400"/>
          </a:xfrm>
          <a:prstGeom prst="rect">
            <a:avLst/>
          </a:prstGeom>
        </p:spPr>
      </p:pic>
      <p:sp>
        <p:nvSpPr>
          <p:cNvPr id="13" name="object 13"/>
          <p:cNvSpPr/>
          <p:nvPr/>
        </p:nvSpPr>
        <p:spPr>
          <a:xfrm>
            <a:off x="980439" y="595630"/>
            <a:ext cx="2430780" cy="403860"/>
          </a:xfrm>
          <a:custGeom>
            <a:avLst/>
            <a:gdLst/>
            <a:ahLst/>
            <a:cxnLst/>
            <a:rect l="l" t="t" r="r" b="b"/>
            <a:pathLst>
              <a:path w="2430779" h="403859">
                <a:moveTo>
                  <a:pt x="2430780" y="0"/>
                </a:moveTo>
                <a:lnTo>
                  <a:pt x="0" y="0"/>
                </a:lnTo>
                <a:lnTo>
                  <a:pt x="0" y="403860"/>
                </a:lnTo>
                <a:lnTo>
                  <a:pt x="1215390" y="403860"/>
                </a:lnTo>
                <a:lnTo>
                  <a:pt x="2430780" y="403860"/>
                </a:lnTo>
                <a:lnTo>
                  <a:pt x="24307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08000">
              <a:lnSpc>
                <a:spcPct val="100000"/>
              </a:lnSpc>
              <a:spcBef>
                <a:spcPts val="100"/>
              </a:spcBef>
            </a:pPr>
            <a:r>
              <a:rPr spc="-25" dirty="0"/>
              <a:t>Backup</a:t>
            </a:r>
            <a:r>
              <a:rPr spc="-145" dirty="0"/>
              <a:t> </a:t>
            </a:r>
            <a:r>
              <a:rPr spc="-10" dirty="0"/>
              <a:t>anytime</a:t>
            </a:r>
          </a:p>
        </p:txBody>
      </p:sp>
      <p:grpSp>
        <p:nvGrpSpPr>
          <p:cNvPr id="15" name="object 15"/>
          <p:cNvGrpSpPr/>
          <p:nvPr/>
        </p:nvGrpSpPr>
        <p:grpSpPr>
          <a:xfrm>
            <a:off x="897889" y="4857750"/>
            <a:ext cx="7306309" cy="1003300"/>
            <a:chOff x="897889" y="4857750"/>
            <a:chExt cx="7306309" cy="1003300"/>
          </a:xfrm>
        </p:grpSpPr>
        <p:sp>
          <p:nvSpPr>
            <p:cNvPr id="16" name="object 16"/>
            <p:cNvSpPr/>
            <p:nvPr/>
          </p:nvSpPr>
          <p:spPr>
            <a:xfrm>
              <a:off x="916939" y="4876800"/>
              <a:ext cx="7268209" cy="965200"/>
            </a:xfrm>
            <a:custGeom>
              <a:avLst/>
              <a:gdLst/>
              <a:ahLst/>
              <a:cxnLst/>
              <a:rect l="l" t="t" r="r" b="b"/>
              <a:pathLst>
                <a:path w="7268209" h="965200">
                  <a:moveTo>
                    <a:pt x="7056119" y="0"/>
                  </a:moveTo>
                  <a:lnTo>
                    <a:pt x="212090" y="0"/>
                  </a:lnTo>
                  <a:lnTo>
                    <a:pt x="167151" y="6150"/>
                  </a:lnTo>
                  <a:lnTo>
                    <a:pt x="123945" y="23385"/>
                  </a:lnTo>
                  <a:lnTo>
                    <a:pt x="84360" y="49885"/>
                  </a:lnTo>
                  <a:lnTo>
                    <a:pt x="50285" y="83827"/>
                  </a:lnTo>
                  <a:lnTo>
                    <a:pt x="23607" y="123389"/>
                  </a:lnTo>
                  <a:lnTo>
                    <a:pt x="6216" y="166751"/>
                  </a:lnTo>
                  <a:lnTo>
                    <a:pt x="0" y="212089"/>
                  </a:lnTo>
                  <a:lnTo>
                    <a:pt x="0" y="753110"/>
                  </a:lnTo>
                  <a:lnTo>
                    <a:pt x="6216" y="798048"/>
                  </a:lnTo>
                  <a:lnTo>
                    <a:pt x="23607" y="841254"/>
                  </a:lnTo>
                  <a:lnTo>
                    <a:pt x="50285" y="880839"/>
                  </a:lnTo>
                  <a:lnTo>
                    <a:pt x="84360" y="914914"/>
                  </a:lnTo>
                  <a:lnTo>
                    <a:pt x="123945" y="941592"/>
                  </a:lnTo>
                  <a:lnTo>
                    <a:pt x="167151" y="958983"/>
                  </a:lnTo>
                  <a:lnTo>
                    <a:pt x="212090" y="965200"/>
                  </a:lnTo>
                  <a:lnTo>
                    <a:pt x="7056119" y="965200"/>
                  </a:lnTo>
                  <a:lnTo>
                    <a:pt x="7101058" y="958983"/>
                  </a:lnTo>
                  <a:lnTo>
                    <a:pt x="7144264" y="941592"/>
                  </a:lnTo>
                  <a:lnTo>
                    <a:pt x="7183849" y="914914"/>
                  </a:lnTo>
                  <a:lnTo>
                    <a:pt x="7217924" y="880839"/>
                  </a:lnTo>
                  <a:lnTo>
                    <a:pt x="7244602" y="841254"/>
                  </a:lnTo>
                  <a:lnTo>
                    <a:pt x="7261993" y="798048"/>
                  </a:lnTo>
                  <a:lnTo>
                    <a:pt x="7268209" y="753110"/>
                  </a:lnTo>
                  <a:lnTo>
                    <a:pt x="7268209" y="212089"/>
                  </a:lnTo>
                  <a:lnTo>
                    <a:pt x="7261993" y="166751"/>
                  </a:lnTo>
                  <a:lnTo>
                    <a:pt x="7244602" y="123389"/>
                  </a:lnTo>
                  <a:lnTo>
                    <a:pt x="7217924" y="83827"/>
                  </a:lnTo>
                  <a:lnTo>
                    <a:pt x="7183849" y="49885"/>
                  </a:lnTo>
                  <a:lnTo>
                    <a:pt x="7144264" y="23385"/>
                  </a:lnTo>
                  <a:lnTo>
                    <a:pt x="7101058" y="6150"/>
                  </a:lnTo>
                  <a:lnTo>
                    <a:pt x="70561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916939" y="4876800"/>
              <a:ext cx="7268209" cy="965200"/>
            </a:xfrm>
            <a:custGeom>
              <a:avLst/>
              <a:gdLst/>
              <a:ahLst/>
              <a:cxnLst/>
              <a:rect l="l" t="t" r="r" b="b"/>
              <a:pathLst>
                <a:path w="7268209" h="965200">
                  <a:moveTo>
                    <a:pt x="212090" y="0"/>
                  </a:moveTo>
                  <a:lnTo>
                    <a:pt x="167151" y="6150"/>
                  </a:lnTo>
                  <a:lnTo>
                    <a:pt x="123945" y="23385"/>
                  </a:lnTo>
                  <a:lnTo>
                    <a:pt x="84360" y="49885"/>
                  </a:lnTo>
                  <a:lnTo>
                    <a:pt x="50285" y="83827"/>
                  </a:lnTo>
                  <a:lnTo>
                    <a:pt x="23607" y="123389"/>
                  </a:lnTo>
                  <a:lnTo>
                    <a:pt x="6216" y="166751"/>
                  </a:lnTo>
                  <a:lnTo>
                    <a:pt x="0" y="212089"/>
                  </a:lnTo>
                  <a:lnTo>
                    <a:pt x="0" y="220543"/>
                  </a:lnTo>
                  <a:lnTo>
                    <a:pt x="0" y="279717"/>
                  </a:lnTo>
                  <a:lnTo>
                    <a:pt x="0" y="440332"/>
                  </a:lnTo>
                  <a:lnTo>
                    <a:pt x="0" y="753110"/>
                  </a:lnTo>
                  <a:lnTo>
                    <a:pt x="6216" y="798048"/>
                  </a:lnTo>
                  <a:lnTo>
                    <a:pt x="23607" y="841254"/>
                  </a:lnTo>
                  <a:lnTo>
                    <a:pt x="50285" y="880839"/>
                  </a:lnTo>
                  <a:lnTo>
                    <a:pt x="84360" y="914914"/>
                  </a:lnTo>
                  <a:lnTo>
                    <a:pt x="123945" y="941592"/>
                  </a:lnTo>
                  <a:lnTo>
                    <a:pt x="167151" y="958983"/>
                  </a:lnTo>
                  <a:lnTo>
                    <a:pt x="212090" y="965200"/>
                  </a:lnTo>
                  <a:lnTo>
                    <a:pt x="319027" y="965200"/>
                  </a:lnTo>
                  <a:lnTo>
                    <a:pt x="1067593" y="965200"/>
                  </a:lnTo>
                  <a:lnTo>
                    <a:pt x="3099415" y="965200"/>
                  </a:lnTo>
                  <a:lnTo>
                    <a:pt x="7056119" y="965200"/>
                  </a:lnTo>
                  <a:lnTo>
                    <a:pt x="7101058" y="958983"/>
                  </a:lnTo>
                  <a:lnTo>
                    <a:pt x="7144264" y="941592"/>
                  </a:lnTo>
                  <a:lnTo>
                    <a:pt x="7183849" y="914914"/>
                  </a:lnTo>
                  <a:lnTo>
                    <a:pt x="7217924" y="880839"/>
                  </a:lnTo>
                  <a:lnTo>
                    <a:pt x="7244602" y="841254"/>
                  </a:lnTo>
                  <a:lnTo>
                    <a:pt x="7261993" y="798048"/>
                  </a:lnTo>
                  <a:lnTo>
                    <a:pt x="7268209" y="753110"/>
                  </a:lnTo>
                  <a:lnTo>
                    <a:pt x="7268209" y="744656"/>
                  </a:lnTo>
                  <a:lnTo>
                    <a:pt x="7268209" y="685482"/>
                  </a:lnTo>
                  <a:lnTo>
                    <a:pt x="7268209" y="524867"/>
                  </a:lnTo>
                  <a:lnTo>
                    <a:pt x="7268209" y="212089"/>
                  </a:lnTo>
                  <a:lnTo>
                    <a:pt x="7261993" y="166751"/>
                  </a:lnTo>
                  <a:lnTo>
                    <a:pt x="7244602" y="123389"/>
                  </a:lnTo>
                  <a:lnTo>
                    <a:pt x="7217924" y="83827"/>
                  </a:lnTo>
                  <a:lnTo>
                    <a:pt x="7183849" y="49885"/>
                  </a:lnTo>
                  <a:lnTo>
                    <a:pt x="7144264" y="23385"/>
                  </a:lnTo>
                  <a:lnTo>
                    <a:pt x="7101058" y="6150"/>
                  </a:lnTo>
                  <a:lnTo>
                    <a:pt x="7056119" y="0"/>
                  </a:lnTo>
                  <a:lnTo>
                    <a:pt x="6949182" y="0"/>
                  </a:lnTo>
                  <a:lnTo>
                    <a:pt x="6200616" y="0"/>
                  </a:lnTo>
                  <a:lnTo>
                    <a:pt x="4168794" y="0"/>
                  </a:lnTo>
                  <a:lnTo>
                    <a:pt x="212090" y="0"/>
                  </a:lnTo>
                  <a:close/>
                </a:path>
              </a:pathLst>
            </a:custGeom>
            <a:ln w="38097">
              <a:solidFill>
                <a:srgbClr val="7C9AC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037590" y="4935219"/>
              <a:ext cx="7028180" cy="48260"/>
            </a:xfrm>
            <a:custGeom>
              <a:avLst/>
              <a:gdLst/>
              <a:ahLst/>
              <a:cxnLst/>
              <a:rect l="l" t="t" r="r" b="b"/>
              <a:pathLst>
                <a:path w="7028180" h="48260">
                  <a:moveTo>
                    <a:pt x="6929120" y="0"/>
                  </a:moveTo>
                  <a:lnTo>
                    <a:pt x="100330" y="0"/>
                  </a:lnTo>
                  <a:lnTo>
                    <a:pt x="100330" y="1270"/>
                  </a:lnTo>
                  <a:lnTo>
                    <a:pt x="6929120" y="1270"/>
                  </a:lnTo>
                  <a:lnTo>
                    <a:pt x="6929120" y="0"/>
                  </a:lnTo>
                  <a:close/>
                </a:path>
                <a:path w="7028180" h="48260">
                  <a:moveTo>
                    <a:pt x="6965950" y="6350"/>
                  </a:moveTo>
                  <a:lnTo>
                    <a:pt x="6962140" y="6350"/>
                  </a:lnTo>
                  <a:lnTo>
                    <a:pt x="6962140" y="5080"/>
                  </a:lnTo>
                  <a:lnTo>
                    <a:pt x="6955790" y="5080"/>
                  </a:lnTo>
                  <a:lnTo>
                    <a:pt x="6955790" y="3810"/>
                  </a:lnTo>
                  <a:lnTo>
                    <a:pt x="6951967" y="3810"/>
                  </a:lnTo>
                  <a:lnTo>
                    <a:pt x="6951967" y="2540"/>
                  </a:lnTo>
                  <a:lnTo>
                    <a:pt x="6941820" y="2540"/>
                  </a:lnTo>
                  <a:lnTo>
                    <a:pt x="6941820" y="1282"/>
                  </a:lnTo>
                  <a:lnTo>
                    <a:pt x="87630" y="1282"/>
                  </a:lnTo>
                  <a:lnTo>
                    <a:pt x="87630" y="2540"/>
                  </a:lnTo>
                  <a:lnTo>
                    <a:pt x="83820" y="2540"/>
                  </a:lnTo>
                  <a:lnTo>
                    <a:pt x="83820" y="3810"/>
                  </a:lnTo>
                  <a:lnTo>
                    <a:pt x="74930" y="3810"/>
                  </a:lnTo>
                  <a:lnTo>
                    <a:pt x="74930" y="5080"/>
                  </a:lnTo>
                  <a:lnTo>
                    <a:pt x="72390" y="5080"/>
                  </a:lnTo>
                  <a:lnTo>
                    <a:pt x="72390" y="6350"/>
                  </a:lnTo>
                  <a:lnTo>
                    <a:pt x="67310" y="6350"/>
                  </a:lnTo>
                  <a:lnTo>
                    <a:pt x="67310" y="7620"/>
                  </a:lnTo>
                  <a:lnTo>
                    <a:pt x="6965950" y="7620"/>
                  </a:lnTo>
                  <a:lnTo>
                    <a:pt x="6965950" y="6350"/>
                  </a:lnTo>
                  <a:close/>
                </a:path>
                <a:path w="7028180" h="48260">
                  <a:moveTo>
                    <a:pt x="6981190" y="12700"/>
                  </a:moveTo>
                  <a:lnTo>
                    <a:pt x="6978637" y="12700"/>
                  </a:lnTo>
                  <a:lnTo>
                    <a:pt x="6978637" y="11430"/>
                  </a:lnTo>
                  <a:lnTo>
                    <a:pt x="6976110" y="11430"/>
                  </a:lnTo>
                  <a:lnTo>
                    <a:pt x="6976110" y="10160"/>
                  </a:lnTo>
                  <a:lnTo>
                    <a:pt x="6972287" y="10160"/>
                  </a:lnTo>
                  <a:lnTo>
                    <a:pt x="6972287" y="8890"/>
                  </a:lnTo>
                  <a:lnTo>
                    <a:pt x="6968490" y="8890"/>
                  </a:lnTo>
                  <a:lnTo>
                    <a:pt x="6968490" y="7632"/>
                  </a:lnTo>
                  <a:lnTo>
                    <a:pt x="60960" y="7632"/>
                  </a:lnTo>
                  <a:lnTo>
                    <a:pt x="60960" y="8890"/>
                  </a:lnTo>
                  <a:lnTo>
                    <a:pt x="58420" y="8890"/>
                  </a:lnTo>
                  <a:lnTo>
                    <a:pt x="58420" y="10160"/>
                  </a:lnTo>
                  <a:lnTo>
                    <a:pt x="55880" y="10160"/>
                  </a:lnTo>
                  <a:lnTo>
                    <a:pt x="55880" y="11430"/>
                  </a:lnTo>
                  <a:lnTo>
                    <a:pt x="52070" y="11430"/>
                  </a:lnTo>
                  <a:lnTo>
                    <a:pt x="52070" y="12700"/>
                  </a:lnTo>
                  <a:lnTo>
                    <a:pt x="48260" y="12700"/>
                  </a:lnTo>
                  <a:lnTo>
                    <a:pt x="48260" y="13970"/>
                  </a:lnTo>
                  <a:lnTo>
                    <a:pt x="6981190" y="13970"/>
                  </a:lnTo>
                  <a:lnTo>
                    <a:pt x="6981190" y="12700"/>
                  </a:lnTo>
                  <a:close/>
                </a:path>
                <a:path w="7028180" h="48260">
                  <a:moveTo>
                    <a:pt x="6992620" y="19050"/>
                  </a:moveTo>
                  <a:lnTo>
                    <a:pt x="6991337" y="19050"/>
                  </a:lnTo>
                  <a:lnTo>
                    <a:pt x="6991337" y="17780"/>
                  </a:lnTo>
                  <a:lnTo>
                    <a:pt x="6988810" y="17780"/>
                  </a:lnTo>
                  <a:lnTo>
                    <a:pt x="6988810" y="16510"/>
                  </a:lnTo>
                  <a:lnTo>
                    <a:pt x="6986270" y="16510"/>
                  </a:lnTo>
                  <a:lnTo>
                    <a:pt x="6986270" y="15240"/>
                  </a:lnTo>
                  <a:lnTo>
                    <a:pt x="6983730" y="15240"/>
                  </a:lnTo>
                  <a:lnTo>
                    <a:pt x="6983730" y="13982"/>
                  </a:lnTo>
                  <a:lnTo>
                    <a:pt x="46990" y="13982"/>
                  </a:lnTo>
                  <a:lnTo>
                    <a:pt x="46990" y="15240"/>
                  </a:lnTo>
                  <a:lnTo>
                    <a:pt x="44450" y="15240"/>
                  </a:lnTo>
                  <a:lnTo>
                    <a:pt x="44450" y="16510"/>
                  </a:lnTo>
                  <a:lnTo>
                    <a:pt x="41910" y="16510"/>
                  </a:lnTo>
                  <a:lnTo>
                    <a:pt x="41910" y="17780"/>
                  </a:lnTo>
                  <a:lnTo>
                    <a:pt x="39370" y="17780"/>
                  </a:lnTo>
                  <a:lnTo>
                    <a:pt x="39370" y="19050"/>
                  </a:lnTo>
                  <a:lnTo>
                    <a:pt x="36830" y="19050"/>
                  </a:lnTo>
                  <a:lnTo>
                    <a:pt x="36830" y="20320"/>
                  </a:lnTo>
                  <a:lnTo>
                    <a:pt x="6992620" y="20320"/>
                  </a:lnTo>
                  <a:lnTo>
                    <a:pt x="6992620" y="19050"/>
                  </a:lnTo>
                  <a:close/>
                </a:path>
                <a:path w="7028180" h="48260">
                  <a:moveTo>
                    <a:pt x="7004037" y="25400"/>
                  </a:moveTo>
                  <a:lnTo>
                    <a:pt x="7001510" y="25400"/>
                  </a:lnTo>
                  <a:lnTo>
                    <a:pt x="7001510" y="24130"/>
                  </a:lnTo>
                  <a:lnTo>
                    <a:pt x="6998970" y="24130"/>
                  </a:lnTo>
                  <a:lnTo>
                    <a:pt x="6998970" y="22860"/>
                  </a:lnTo>
                  <a:lnTo>
                    <a:pt x="6997687" y="22860"/>
                  </a:lnTo>
                  <a:lnTo>
                    <a:pt x="6997687" y="21590"/>
                  </a:lnTo>
                  <a:lnTo>
                    <a:pt x="6995160" y="21590"/>
                  </a:lnTo>
                  <a:lnTo>
                    <a:pt x="6995160" y="20332"/>
                  </a:lnTo>
                  <a:lnTo>
                    <a:pt x="35560" y="20332"/>
                  </a:lnTo>
                  <a:lnTo>
                    <a:pt x="35560" y="21590"/>
                  </a:lnTo>
                  <a:lnTo>
                    <a:pt x="33020" y="21590"/>
                  </a:lnTo>
                  <a:lnTo>
                    <a:pt x="33020" y="22860"/>
                  </a:lnTo>
                  <a:lnTo>
                    <a:pt x="31750" y="22860"/>
                  </a:lnTo>
                  <a:lnTo>
                    <a:pt x="31750" y="24130"/>
                  </a:lnTo>
                  <a:lnTo>
                    <a:pt x="29210" y="24130"/>
                  </a:lnTo>
                  <a:lnTo>
                    <a:pt x="29210" y="25400"/>
                  </a:lnTo>
                  <a:lnTo>
                    <a:pt x="27940" y="25400"/>
                  </a:lnTo>
                  <a:lnTo>
                    <a:pt x="27940" y="26670"/>
                  </a:lnTo>
                  <a:lnTo>
                    <a:pt x="7004037" y="26670"/>
                  </a:lnTo>
                  <a:lnTo>
                    <a:pt x="7004037" y="25400"/>
                  </a:lnTo>
                  <a:close/>
                </a:path>
                <a:path w="7028180" h="48260">
                  <a:moveTo>
                    <a:pt x="7011670" y="31750"/>
                  </a:moveTo>
                  <a:lnTo>
                    <a:pt x="7010387" y="31750"/>
                  </a:lnTo>
                  <a:lnTo>
                    <a:pt x="7010387" y="30480"/>
                  </a:lnTo>
                  <a:lnTo>
                    <a:pt x="7007860" y="30480"/>
                  </a:lnTo>
                  <a:lnTo>
                    <a:pt x="7007860" y="29210"/>
                  </a:lnTo>
                  <a:lnTo>
                    <a:pt x="7006590" y="29210"/>
                  </a:lnTo>
                  <a:lnTo>
                    <a:pt x="7006590" y="27940"/>
                  </a:lnTo>
                  <a:lnTo>
                    <a:pt x="7005320" y="27940"/>
                  </a:lnTo>
                  <a:lnTo>
                    <a:pt x="7005320" y="26682"/>
                  </a:lnTo>
                  <a:lnTo>
                    <a:pt x="25400" y="26682"/>
                  </a:lnTo>
                  <a:lnTo>
                    <a:pt x="25400" y="27940"/>
                  </a:lnTo>
                  <a:lnTo>
                    <a:pt x="24130" y="27940"/>
                  </a:lnTo>
                  <a:lnTo>
                    <a:pt x="24130" y="29210"/>
                  </a:lnTo>
                  <a:lnTo>
                    <a:pt x="22860" y="29210"/>
                  </a:lnTo>
                  <a:lnTo>
                    <a:pt x="22860" y="30480"/>
                  </a:lnTo>
                  <a:lnTo>
                    <a:pt x="20320" y="30480"/>
                  </a:lnTo>
                  <a:lnTo>
                    <a:pt x="20320" y="31750"/>
                  </a:lnTo>
                  <a:lnTo>
                    <a:pt x="19050" y="31750"/>
                  </a:lnTo>
                  <a:lnTo>
                    <a:pt x="19050" y="33020"/>
                  </a:lnTo>
                  <a:lnTo>
                    <a:pt x="7011670" y="33020"/>
                  </a:lnTo>
                  <a:lnTo>
                    <a:pt x="7011670" y="31750"/>
                  </a:lnTo>
                  <a:close/>
                </a:path>
                <a:path w="7028180" h="48260">
                  <a:moveTo>
                    <a:pt x="7018020" y="38100"/>
                  </a:moveTo>
                  <a:lnTo>
                    <a:pt x="7016750" y="38100"/>
                  </a:lnTo>
                  <a:lnTo>
                    <a:pt x="7016750" y="36830"/>
                  </a:lnTo>
                  <a:lnTo>
                    <a:pt x="7015467" y="36830"/>
                  </a:lnTo>
                  <a:lnTo>
                    <a:pt x="7015467" y="35560"/>
                  </a:lnTo>
                  <a:lnTo>
                    <a:pt x="7014210" y="35560"/>
                  </a:lnTo>
                  <a:lnTo>
                    <a:pt x="7014210" y="34290"/>
                  </a:lnTo>
                  <a:lnTo>
                    <a:pt x="7012940" y="34290"/>
                  </a:lnTo>
                  <a:lnTo>
                    <a:pt x="7012940" y="33032"/>
                  </a:lnTo>
                  <a:lnTo>
                    <a:pt x="17780" y="33032"/>
                  </a:lnTo>
                  <a:lnTo>
                    <a:pt x="17780" y="34290"/>
                  </a:lnTo>
                  <a:lnTo>
                    <a:pt x="15240" y="34290"/>
                  </a:lnTo>
                  <a:lnTo>
                    <a:pt x="15240" y="35560"/>
                  </a:lnTo>
                  <a:lnTo>
                    <a:pt x="13970" y="35560"/>
                  </a:lnTo>
                  <a:lnTo>
                    <a:pt x="13970" y="36830"/>
                  </a:lnTo>
                  <a:lnTo>
                    <a:pt x="12700" y="36830"/>
                  </a:lnTo>
                  <a:lnTo>
                    <a:pt x="12700" y="38100"/>
                  </a:lnTo>
                  <a:lnTo>
                    <a:pt x="11430" y="38100"/>
                  </a:lnTo>
                  <a:lnTo>
                    <a:pt x="11430" y="39370"/>
                  </a:lnTo>
                  <a:lnTo>
                    <a:pt x="7018020" y="39370"/>
                  </a:lnTo>
                  <a:lnTo>
                    <a:pt x="7018020" y="38100"/>
                  </a:lnTo>
                  <a:close/>
                </a:path>
                <a:path w="7028180" h="48260">
                  <a:moveTo>
                    <a:pt x="7025640" y="44450"/>
                  </a:moveTo>
                  <a:lnTo>
                    <a:pt x="7024370" y="44450"/>
                  </a:lnTo>
                  <a:lnTo>
                    <a:pt x="7024370" y="43180"/>
                  </a:lnTo>
                  <a:lnTo>
                    <a:pt x="7023100" y="43180"/>
                  </a:lnTo>
                  <a:lnTo>
                    <a:pt x="7023100" y="41910"/>
                  </a:lnTo>
                  <a:lnTo>
                    <a:pt x="7021817" y="41910"/>
                  </a:lnTo>
                  <a:lnTo>
                    <a:pt x="7021817" y="40640"/>
                  </a:lnTo>
                  <a:lnTo>
                    <a:pt x="7020560" y="40640"/>
                  </a:lnTo>
                  <a:lnTo>
                    <a:pt x="7020560" y="39382"/>
                  </a:lnTo>
                  <a:lnTo>
                    <a:pt x="8890" y="39382"/>
                  </a:lnTo>
                  <a:lnTo>
                    <a:pt x="8890" y="40640"/>
                  </a:lnTo>
                  <a:lnTo>
                    <a:pt x="7620" y="40640"/>
                  </a:lnTo>
                  <a:lnTo>
                    <a:pt x="7620" y="41910"/>
                  </a:lnTo>
                  <a:lnTo>
                    <a:pt x="6350" y="41910"/>
                  </a:lnTo>
                  <a:lnTo>
                    <a:pt x="6350" y="43180"/>
                  </a:lnTo>
                  <a:lnTo>
                    <a:pt x="3810" y="43180"/>
                  </a:lnTo>
                  <a:lnTo>
                    <a:pt x="3810" y="44450"/>
                  </a:lnTo>
                  <a:lnTo>
                    <a:pt x="2540" y="44450"/>
                  </a:lnTo>
                  <a:lnTo>
                    <a:pt x="2540" y="45720"/>
                  </a:lnTo>
                  <a:lnTo>
                    <a:pt x="7025640" y="45720"/>
                  </a:lnTo>
                  <a:lnTo>
                    <a:pt x="7025640" y="44450"/>
                  </a:lnTo>
                  <a:close/>
                </a:path>
                <a:path w="7028180" h="48260">
                  <a:moveTo>
                    <a:pt x="7028180" y="46990"/>
                  </a:moveTo>
                  <a:lnTo>
                    <a:pt x="7026910" y="46990"/>
                  </a:lnTo>
                  <a:lnTo>
                    <a:pt x="7026910" y="45732"/>
                  </a:lnTo>
                  <a:lnTo>
                    <a:pt x="1270" y="45732"/>
                  </a:lnTo>
                  <a:lnTo>
                    <a:pt x="1270" y="46990"/>
                  </a:lnTo>
                  <a:lnTo>
                    <a:pt x="0" y="46990"/>
                  </a:lnTo>
                  <a:lnTo>
                    <a:pt x="0" y="48260"/>
                  </a:lnTo>
                  <a:lnTo>
                    <a:pt x="7028180" y="48260"/>
                  </a:lnTo>
                  <a:lnTo>
                    <a:pt x="7028180" y="4699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018540" y="4983479"/>
              <a:ext cx="7067550" cy="24130"/>
            </a:xfrm>
            <a:custGeom>
              <a:avLst/>
              <a:gdLst/>
              <a:ahLst/>
              <a:cxnLst/>
              <a:rect l="l" t="t" r="r" b="b"/>
              <a:pathLst>
                <a:path w="7067550" h="24129">
                  <a:moveTo>
                    <a:pt x="7051040" y="2540"/>
                  </a:moveTo>
                  <a:lnTo>
                    <a:pt x="7049770" y="2540"/>
                  </a:lnTo>
                  <a:lnTo>
                    <a:pt x="7049770" y="1270"/>
                  </a:lnTo>
                  <a:lnTo>
                    <a:pt x="7048500" y="1270"/>
                  </a:lnTo>
                  <a:lnTo>
                    <a:pt x="7048500" y="0"/>
                  </a:lnTo>
                  <a:lnTo>
                    <a:pt x="17780" y="0"/>
                  </a:lnTo>
                  <a:lnTo>
                    <a:pt x="17780" y="1270"/>
                  </a:lnTo>
                  <a:lnTo>
                    <a:pt x="16510" y="1270"/>
                  </a:lnTo>
                  <a:lnTo>
                    <a:pt x="16510" y="2540"/>
                  </a:lnTo>
                  <a:lnTo>
                    <a:pt x="16510" y="3810"/>
                  </a:lnTo>
                  <a:lnTo>
                    <a:pt x="7051040" y="3810"/>
                  </a:lnTo>
                  <a:lnTo>
                    <a:pt x="7051040" y="2540"/>
                  </a:lnTo>
                  <a:close/>
                </a:path>
                <a:path w="7067550" h="24129">
                  <a:moveTo>
                    <a:pt x="7056120" y="7620"/>
                  </a:moveTo>
                  <a:lnTo>
                    <a:pt x="7054850" y="7620"/>
                  </a:lnTo>
                  <a:lnTo>
                    <a:pt x="7054850" y="6350"/>
                  </a:lnTo>
                  <a:lnTo>
                    <a:pt x="7053567" y="6350"/>
                  </a:lnTo>
                  <a:lnTo>
                    <a:pt x="7053567" y="5080"/>
                  </a:lnTo>
                  <a:lnTo>
                    <a:pt x="7052310" y="5080"/>
                  </a:lnTo>
                  <a:lnTo>
                    <a:pt x="7052310" y="3822"/>
                  </a:lnTo>
                  <a:lnTo>
                    <a:pt x="15240" y="3822"/>
                  </a:lnTo>
                  <a:lnTo>
                    <a:pt x="15240" y="5080"/>
                  </a:lnTo>
                  <a:lnTo>
                    <a:pt x="13970" y="5080"/>
                  </a:lnTo>
                  <a:lnTo>
                    <a:pt x="13970" y="6350"/>
                  </a:lnTo>
                  <a:lnTo>
                    <a:pt x="12700" y="6350"/>
                  </a:lnTo>
                  <a:lnTo>
                    <a:pt x="12700" y="7620"/>
                  </a:lnTo>
                  <a:lnTo>
                    <a:pt x="11430" y="7620"/>
                  </a:lnTo>
                  <a:lnTo>
                    <a:pt x="11430" y="8890"/>
                  </a:lnTo>
                  <a:lnTo>
                    <a:pt x="7056120" y="8890"/>
                  </a:lnTo>
                  <a:lnTo>
                    <a:pt x="7056120" y="7620"/>
                  </a:lnTo>
                  <a:close/>
                </a:path>
                <a:path w="7067550" h="24129">
                  <a:moveTo>
                    <a:pt x="7061200" y="13970"/>
                  </a:moveTo>
                  <a:lnTo>
                    <a:pt x="7059917" y="13970"/>
                  </a:lnTo>
                  <a:lnTo>
                    <a:pt x="7059917" y="12700"/>
                  </a:lnTo>
                  <a:lnTo>
                    <a:pt x="7058660" y="12700"/>
                  </a:lnTo>
                  <a:lnTo>
                    <a:pt x="7058660" y="11430"/>
                  </a:lnTo>
                  <a:lnTo>
                    <a:pt x="7057390" y="11430"/>
                  </a:lnTo>
                  <a:lnTo>
                    <a:pt x="7057390" y="8902"/>
                  </a:lnTo>
                  <a:lnTo>
                    <a:pt x="10160" y="8902"/>
                  </a:lnTo>
                  <a:lnTo>
                    <a:pt x="10160" y="11430"/>
                  </a:lnTo>
                  <a:lnTo>
                    <a:pt x="8890" y="11430"/>
                  </a:lnTo>
                  <a:lnTo>
                    <a:pt x="8890" y="12700"/>
                  </a:lnTo>
                  <a:lnTo>
                    <a:pt x="7620" y="12700"/>
                  </a:lnTo>
                  <a:lnTo>
                    <a:pt x="7620" y="13970"/>
                  </a:lnTo>
                  <a:lnTo>
                    <a:pt x="6350" y="13970"/>
                  </a:lnTo>
                  <a:lnTo>
                    <a:pt x="6350" y="16510"/>
                  </a:lnTo>
                  <a:lnTo>
                    <a:pt x="7061200" y="16510"/>
                  </a:lnTo>
                  <a:lnTo>
                    <a:pt x="7061200" y="13970"/>
                  </a:lnTo>
                  <a:close/>
                </a:path>
                <a:path w="7067550" h="24129">
                  <a:moveTo>
                    <a:pt x="7066267" y="21590"/>
                  </a:moveTo>
                  <a:lnTo>
                    <a:pt x="7065010" y="21590"/>
                  </a:lnTo>
                  <a:lnTo>
                    <a:pt x="7065010" y="19050"/>
                  </a:lnTo>
                  <a:lnTo>
                    <a:pt x="7063740" y="19050"/>
                  </a:lnTo>
                  <a:lnTo>
                    <a:pt x="7063740" y="17780"/>
                  </a:lnTo>
                  <a:lnTo>
                    <a:pt x="7062470" y="17780"/>
                  </a:lnTo>
                  <a:lnTo>
                    <a:pt x="7062470" y="16522"/>
                  </a:lnTo>
                  <a:lnTo>
                    <a:pt x="5080" y="16522"/>
                  </a:lnTo>
                  <a:lnTo>
                    <a:pt x="5080" y="17780"/>
                  </a:lnTo>
                  <a:lnTo>
                    <a:pt x="3810" y="17780"/>
                  </a:lnTo>
                  <a:lnTo>
                    <a:pt x="3810" y="19050"/>
                  </a:lnTo>
                  <a:lnTo>
                    <a:pt x="2540" y="19050"/>
                  </a:lnTo>
                  <a:lnTo>
                    <a:pt x="2540" y="21590"/>
                  </a:lnTo>
                  <a:lnTo>
                    <a:pt x="1270" y="21590"/>
                  </a:lnTo>
                  <a:lnTo>
                    <a:pt x="1270" y="22860"/>
                  </a:lnTo>
                  <a:lnTo>
                    <a:pt x="7066267" y="22860"/>
                  </a:lnTo>
                  <a:lnTo>
                    <a:pt x="7066267" y="21590"/>
                  </a:lnTo>
                  <a:close/>
                </a:path>
                <a:path w="7067550" h="24129">
                  <a:moveTo>
                    <a:pt x="7067550" y="22872"/>
                  </a:moveTo>
                  <a:lnTo>
                    <a:pt x="0" y="22872"/>
                  </a:lnTo>
                  <a:lnTo>
                    <a:pt x="0" y="24130"/>
                  </a:lnTo>
                  <a:lnTo>
                    <a:pt x="7067550" y="24130"/>
                  </a:lnTo>
                  <a:lnTo>
                    <a:pt x="7067550" y="22872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005840" y="5007609"/>
              <a:ext cx="7092950" cy="24130"/>
            </a:xfrm>
            <a:custGeom>
              <a:avLst/>
              <a:gdLst/>
              <a:ahLst/>
              <a:cxnLst/>
              <a:rect l="l" t="t" r="r" b="b"/>
              <a:pathLst>
                <a:path w="7092950" h="24129">
                  <a:moveTo>
                    <a:pt x="7089140" y="15240"/>
                  </a:moveTo>
                  <a:lnTo>
                    <a:pt x="7087870" y="15240"/>
                  </a:lnTo>
                  <a:lnTo>
                    <a:pt x="7087870" y="13970"/>
                  </a:lnTo>
                  <a:lnTo>
                    <a:pt x="7087870" y="12700"/>
                  </a:lnTo>
                  <a:lnTo>
                    <a:pt x="7086600" y="12700"/>
                  </a:lnTo>
                  <a:lnTo>
                    <a:pt x="7086600" y="11430"/>
                  </a:lnTo>
                  <a:lnTo>
                    <a:pt x="7086600" y="10160"/>
                  </a:lnTo>
                  <a:lnTo>
                    <a:pt x="7085330" y="10160"/>
                  </a:lnTo>
                  <a:lnTo>
                    <a:pt x="7085330" y="8890"/>
                  </a:lnTo>
                  <a:lnTo>
                    <a:pt x="7085317" y="7620"/>
                  </a:lnTo>
                  <a:lnTo>
                    <a:pt x="7084060" y="7620"/>
                  </a:lnTo>
                  <a:lnTo>
                    <a:pt x="7084060" y="6350"/>
                  </a:lnTo>
                  <a:lnTo>
                    <a:pt x="7084060" y="5080"/>
                  </a:lnTo>
                  <a:lnTo>
                    <a:pt x="7082790" y="5080"/>
                  </a:lnTo>
                  <a:lnTo>
                    <a:pt x="7082790" y="2540"/>
                  </a:lnTo>
                  <a:lnTo>
                    <a:pt x="7081520" y="2540"/>
                  </a:lnTo>
                  <a:lnTo>
                    <a:pt x="7081520" y="1270"/>
                  </a:lnTo>
                  <a:lnTo>
                    <a:pt x="7080250" y="1270"/>
                  </a:lnTo>
                  <a:lnTo>
                    <a:pt x="7080250" y="0"/>
                  </a:lnTo>
                  <a:lnTo>
                    <a:pt x="12700" y="0"/>
                  </a:lnTo>
                  <a:lnTo>
                    <a:pt x="12700" y="1270"/>
                  </a:lnTo>
                  <a:lnTo>
                    <a:pt x="11430" y="1270"/>
                  </a:lnTo>
                  <a:lnTo>
                    <a:pt x="11430" y="2540"/>
                  </a:lnTo>
                  <a:lnTo>
                    <a:pt x="10160" y="2540"/>
                  </a:lnTo>
                  <a:lnTo>
                    <a:pt x="10160" y="5080"/>
                  </a:lnTo>
                  <a:lnTo>
                    <a:pt x="8890" y="5080"/>
                  </a:lnTo>
                  <a:lnTo>
                    <a:pt x="8890" y="6350"/>
                  </a:lnTo>
                  <a:lnTo>
                    <a:pt x="7620" y="6350"/>
                  </a:lnTo>
                  <a:lnTo>
                    <a:pt x="7620" y="7620"/>
                  </a:lnTo>
                  <a:lnTo>
                    <a:pt x="7620" y="8890"/>
                  </a:lnTo>
                  <a:lnTo>
                    <a:pt x="6350" y="8890"/>
                  </a:lnTo>
                  <a:lnTo>
                    <a:pt x="6350" y="10160"/>
                  </a:lnTo>
                  <a:lnTo>
                    <a:pt x="6350" y="11430"/>
                  </a:lnTo>
                  <a:lnTo>
                    <a:pt x="5080" y="11430"/>
                  </a:lnTo>
                  <a:lnTo>
                    <a:pt x="5080" y="12700"/>
                  </a:lnTo>
                  <a:lnTo>
                    <a:pt x="5080" y="13970"/>
                  </a:lnTo>
                  <a:lnTo>
                    <a:pt x="3810" y="13970"/>
                  </a:lnTo>
                  <a:lnTo>
                    <a:pt x="3810" y="15240"/>
                  </a:lnTo>
                  <a:lnTo>
                    <a:pt x="3810" y="16510"/>
                  </a:lnTo>
                  <a:lnTo>
                    <a:pt x="2540" y="16510"/>
                  </a:lnTo>
                  <a:lnTo>
                    <a:pt x="2540" y="17780"/>
                  </a:lnTo>
                  <a:lnTo>
                    <a:pt x="7089140" y="17780"/>
                  </a:lnTo>
                  <a:lnTo>
                    <a:pt x="7089140" y="16510"/>
                  </a:lnTo>
                  <a:lnTo>
                    <a:pt x="7089140" y="15240"/>
                  </a:lnTo>
                  <a:close/>
                </a:path>
                <a:path w="7092950" h="24129">
                  <a:moveTo>
                    <a:pt x="7092950" y="22860"/>
                  </a:moveTo>
                  <a:lnTo>
                    <a:pt x="7091667" y="22860"/>
                  </a:lnTo>
                  <a:lnTo>
                    <a:pt x="7091667" y="20320"/>
                  </a:lnTo>
                  <a:lnTo>
                    <a:pt x="7090410" y="20320"/>
                  </a:lnTo>
                  <a:lnTo>
                    <a:pt x="7090410" y="17792"/>
                  </a:lnTo>
                  <a:lnTo>
                    <a:pt x="2540" y="17792"/>
                  </a:lnTo>
                  <a:lnTo>
                    <a:pt x="2540" y="20320"/>
                  </a:lnTo>
                  <a:lnTo>
                    <a:pt x="1270" y="20320"/>
                  </a:lnTo>
                  <a:lnTo>
                    <a:pt x="1270" y="22860"/>
                  </a:lnTo>
                  <a:lnTo>
                    <a:pt x="0" y="22860"/>
                  </a:lnTo>
                  <a:lnTo>
                    <a:pt x="0" y="24130"/>
                  </a:lnTo>
                  <a:lnTo>
                    <a:pt x="7092950" y="24130"/>
                  </a:lnTo>
                  <a:lnTo>
                    <a:pt x="7092950" y="2286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998220" y="5031739"/>
              <a:ext cx="7108190" cy="25400"/>
            </a:xfrm>
            <a:custGeom>
              <a:avLst/>
              <a:gdLst/>
              <a:ahLst/>
              <a:cxnLst/>
              <a:rect l="l" t="t" r="r" b="b"/>
              <a:pathLst>
                <a:path w="7108190" h="25400">
                  <a:moveTo>
                    <a:pt x="7108190" y="22860"/>
                  </a:moveTo>
                  <a:lnTo>
                    <a:pt x="7106920" y="22860"/>
                  </a:lnTo>
                  <a:lnTo>
                    <a:pt x="7106920" y="17780"/>
                  </a:lnTo>
                  <a:lnTo>
                    <a:pt x="7105637" y="17780"/>
                  </a:lnTo>
                  <a:lnTo>
                    <a:pt x="7105637" y="13970"/>
                  </a:lnTo>
                  <a:lnTo>
                    <a:pt x="7104380" y="13970"/>
                  </a:lnTo>
                  <a:lnTo>
                    <a:pt x="7104380" y="12700"/>
                  </a:lnTo>
                  <a:lnTo>
                    <a:pt x="7104380" y="8890"/>
                  </a:lnTo>
                  <a:lnTo>
                    <a:pt x="7103110" y="8890"/>
                  </a:lnTo>
                  <a:lnTo>
                    <a:pt x="7103110" y="5080"/>
                  </a:lnTo>
                  <a:lnTo>
                    <a:pt x="7101840" y="5080"/>
                  </a:lnTo>
                  <a:lnTo>
                    <a:pt x="7101840" y="2540"/>
                  </a:lnTo>
                  <a:lnTo>
                    <a:pt x="7100570" y="2540"/>
                  </a:lnTo>
                  <a:lnTo>
                    <a:pt x="7100570" y="0"/>
                  </a:lnTo>
                  <a:lnTo>
                    <a:pt x="7620" y="0"/>
                  </a:lnTo>
                  <a:lnTo>
                    <a:pt x="7620" y="2540"/>
                  </a:lnTo>
                  <a:lnTo>
                    <a:pt x="6350" y="2540"/>
                  </a:lnTo>
                  <a:lnTo>
                    <a:pt x="6350" y="5080"/>
                  </a:lnTo>
                  <a:lnTo>
                    <a:pt x="5080" y="5080"/>
                  </a:lnTo>
                  <a:lnTo>
                    <a:pt x="5080" y="8890"/>
                  </a:lnTo>
                  <a:lnTo>
                    <a:pt x="3810" y="8890"/>
                  </a:lnTo>
                  <a:lnTo>
                    <a:pt x="3810" y="12700"/>
                  </a:lnTo>
                  <a:lnTo>
                    <a:pt x="2540" y="12700"/>
                  </a:lnTo>
                  <a:lnTo>
                    <a:pt x="2540" y="13970"/>
                  </a:lnTo>
                  <a:lnTo>
                    <a:pt x="2540" y="17780"/>
                  </a:lnTo>
                  <a:lnTo>
                    <a:pt x="1270" y="17780"/>
                  </a:lnTo>
                  <a:lnTo>
                    <a:pt x="1270" y="22860"/>
                  </a:lnTo>
                  <a:lnTo>
                    <a:pt x="0" y="22860"/>
                  </a:lnTo>
                  <a:lnTo>
                    <a:pt x="0" y="25400"/>
                  </a:lnTo>
                  <a:lnTo>
                    <a:pt x="7108190" y="25400"/>
                  </a:lnTo>
                  <a:lnTo>
                    <a:pt x="7108190" y="22860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996950" y="5057139"/>
              <a:ext cx="7110730" cy="24130"/>
            </a:xfrm>
            <a:custGeom>
              <a:avLst/>
              <a:gdLst/>
              <a:ahLst/>
              <a:cxnLst/>
              <a:rect l="l" t="t" r="r" b="b"/>
              <a:pathLst>
                <a:path w="7110730" h="24129">
                  <a:moveTo>
                    <a:pt x="7110730" y="3810"/>
                  </a:moveTo>
                  <a:lnTo>
                    <a:pt x="7109460" y="3810"/>
                  </a:lnTo>
                  <a:lnTo>
                    <a:pt x="7109460" y="0"/>
                  </a:lnTo>
                  <a:lnTo>
                    <a:pt x="1270" y="0"/>
                  </a:lnTo>
                  <a:lnTo>
                    <a:pt x="1270" y="3810"/>
                  </a:lnTo>
                  <a:lnTo>
                    <a:pt x="0" y="3810"/>
                  </a:lnTo>
                  <a:lnTo>
                    <a:pt x="0" y="24130"/>
                  </a:lnTo>
                  <a:lnTo>
                    <a:pt x="7110730" y="24130"/>
                  </a:lnTo>
                  <a:lnTo>
                    <a:pt x="7110730" y="381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996949" y="5081270"/>
              <a:ext cx="7110730" cy="24130"/>
            </a:xfrm>
            <a:custGeom>
              <a:avLst/>
              <a:gdLst/>
              <a:ahLst/>
              <a:cxnLst/>
              <a:rect l="l" t="t" r="r" b="b"/>
              <a:pathLst>
                <a:path w="7110730" h="24129">
                  <a:moveTo>
                    <a:pt x="0" y="24129"/>
                  </a:moveTo>
                  <a:lnTo>
                    <a:pt x="0" y="0"/>
                  </a:lnTo>
                  <a:lnTo>
                    <a:pt x="7110730" y="0"/>
                  </a:lnTo>
                  <a:lnTo>
                    <a:pt x="7110730" y="24129"/>
                  </a:lnTo>
                  <a:lnTo>
                    <a:pt x="0" y="24129"/>
                  </a:lnTo>
                  <a:close/>
                </a:path>
              </a:pathLst>
            </a:custGeom>
            <a:solidFill>
              <a:srgbClr val="F9F9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996949" y="5105400"/>
              <a:ext cx="7110730" cy="24130"/>
            </a:xfrm>
            <a:custGeom>
              <a:avLst/>
              <a:gdLst/>
              <a:ahLst/>
              <a:cxnLst/>
              <a:rect l="l" t="t" r="r" b="b"/>
              <a:pathLst>
                <a:path w="7110730" h="24129">
                  <a:moveTo>
                    <a:pt x="0" y="24130"/>
                  </a:moveTo>
                  <a:lnTo>
                    <a:pt x="0" y="0"/>
                  </a:lnTo>
                  <a:lnTo>
                    <a:pt x="7110730" y="0"/>
                  </a:lnTo>
                  <a:lnTo>
                    <a:pt x="7110730" y="24130"/>
                  </a:lnTo>
                  <a:lnTo>
                    <a:pt x="0" y="2413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996949" y="5129529"/>
              <a:ext cx="7110730" cy="24130"/>
            </a:xfrm>
            <a:custGeom>
              <a:avLst/>
              <a:gdLst/>
              <a:ahLst/>
              <a:cxnLst/>
              <a:rect l="l" t="t" r="r" b="b"/>
              <a:pathLst>
                <a:path w="7110730" h="24129">
                  <a:moveTo>
                    <a:pt x="0" y="24130"/>
                  </a:moveTo>
                  <a:lnTo>
                    <a:pt x="0" y="0"/>
                  </a:lnTo>
                  <a:lnTo>
                    <a:pt x="7110730" y="0"/>
                  </a:lnTo>
                  <a:lnTo>
                    <a:pt x="7110730" y="24130"/>
                  </a:lnTo>
                  <a:lnTo>
                    <a:pt x="0" y="2413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996949" y="5153659"/>
              <a:ext cx="7110730" cy="25400"/>
            </a:xfrm>
            <a:custGeom>
              <a:avLst/>
              <a:gdLst/>
              <a:ahLst/>
              <a:cxnLst/>
              <a:rect l="l" t="t" r="r" b="b"/>
              <a:pathLst>
                <a:path w="7110730" h="25400">
                  <a:moveTo>
                    <a:pt x="0" y="25400"/>
                  </a:moveTo>
                  <a:lnTo>
                    <a:pt x="0" y="0"/>
                  </a:lnTo>
                  <a:lnTo>
                    <a:pt x="7110730" y="0"/>
                  </a:lnTo>
                  <a:lnTo>
                    <a:pt x="7110730" y="25400"/>
                  </a:lnTo>
                  <a:lnTo>
                    <a:pt x="0" y="25400"/>
                  </a:lnTo>
                  <a:close/>
                </a:path>
              </a:pathLst>
            </a:custGeom>
            <a:solidFill>
              <a:srgbClr val="F6F6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996949" y="5179059"/>
              <a:ext cx="7110730" cy="24130"/>
            </a:xfrm>
            <a:custGeom>
              <a:avLst/>
              <a:gdLst/>
              <a:ahLst/>
              <a:cxnLst/>
              <a:rect l="l" t="t" r="r" b="b"/>
              <a:pathLst>
                <a:path w="7110730" h="24129">
                  <a:moveTo>
                    <a:pt x="0" y="24129"/>
                  </a:moveTo>
                  <a:lnTo>
                    <a:pt x="0" y="0"/>
                  </a:lnTo>
                  <a:lnTo>
                    <a:pt x="7110730" y="0"/>
                  </a:lnTo>
                  <a:lnTo>
                    <a:pt x="7110730" y="24129"/>
                  </a:lnTo>
                  <a:lnTo>
                    <a:pt x="0" y="24129"/>
                  </a:lnTo>
                  <a:close/>
                </a:path>
              </a:pathLst>
            </a:custGeom>
            <a:solidFill>
              <a:srgbClr val="F5F5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996949" y="5203190"/>
              <a:ext cx="7110730" cy="24130"/>
            </a:xfrm>
            <a:custGeom>
              <a:avLst/>
              <a:gdLst/>
              <a:ahLst/>
              <a:cxnLst/>
              <a:rect l="l" t="t" r="r" b="b"/>
              <a:pathLst>
                <a:path w="7110730" h="24129">
                  <a:moveTo>
                    <a:pt x="0" y="24130"/>
                  </a:moveTo>
                  <a:lnTo>
                    <a:pt x="0" y="0"/>
                  </a:lnTo>
                  <a:lnTo>
                    <a:pt x="7110730" y="0"/>
                  </a:lnTo>
                  <a:lnTo>
                    <a:pt x="7110730" y="24130"/>
                  </a:lnTo>
                  <a:lnTo>
                    <a:pt x="0" y="2413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996949" y="5227320"/>
              <a:ext cx="7110730" cy="24130"/>
            </a:xfrm>
            <a:custGeom>
              <a:avLst/>
              <a:gdLst/>
              <a:ahLst/>
              <a:cxnLst/>
              <a:rect l="l" t="t" r="r" b="b"/>
              <a:pathLst>
                <a:path w="7110730" h="24129">
                  <a:moveTo>
                    <a:pt x="0" y="24129"/>
                  </a:moveTo>
                  <a:lnTo>
                    <a:pt x="0" y="0"/>
                  </a:lnTo>
                  <a:lnTo>
                    <a:pt x="7110730" y="0"/>
                  </a:lnTo>
                  <a:lnTo>
                    <a:pt x="7110730" y="24129"/>
                  </a:lnTo>
                  <a:lnTo>
                    <a:pt x="0" y="24129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996949" y="5251450"/>
              <a:ext cx="7110730" cy="24130"/>
            </a:xfrm>
            <a:custGeom>
              <a:avLst/>
              <a:gdLst/>
              <a:ahLst/>
              <a:cxnLst/>
              <a:rect l="l" t="t" r="r" b="b"/>
              <a:pathLst>
                <a:path w="7110730" h="24129">
                  <a:moveTo>
                    <a:pt x="0" y="24130"/>
                  </a:moveTo>
                  <a:lnTo>
                    <a:pt x="0" y="0"/>
                  </a:lnTo>
                  <a:lnTo>
                    <a:pt x="7110730" y="0"/>
                  </a:lnTo>
                  <a:lnTo>
                    <a:pt x="7110730" y="24130"/>
                  </a:lnTo>
                  <a:lnTo>
                    <a:pt x="0" y="24130"/>
                  </a:lnTo>
                  <a:close/>
                </a:path>
              </a:pathLst>
            </a:custGeom>
            <a:solidFill>
              <a:srgbClr val="F2F2F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996949" y="5275580"/>
              <a:ext cx="7110730" cy="24130"/>
            </a:xfrm>
            <a:custGeom>
              <a:avLst/>
              <a:gdLst/>
              <a:ahLst/>
              <a:cxnLst/>
              <a:rect l="l" t="t" r="r" b="b"/>
              <a:pathLst>
                <a:path w="7110730" h="24129">
                  <a:moveTo>
                    <a:pt x="0" y="24130"/>
                  </a:moveTo>
                  <a:lnTo>
                    <a:pt x="0" y="0"/>
                  </a:lnTo>
                  <a:lnTo>
                    <a:pt x="7110730" y="0"/>
                  </a:lnTo>
                  <a:lnTo>
                    <a:pt x="7110730" y="24130"/>
                  </a:lnTo>
                  <a:lnTo>
                    <a:pt x="0" y="2413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996949" y="5299709"/>
              <a:ext cx="7110730" cy="25400"/>
            </a:xfrm>
            <a:custGeom>
              <a:avLst/>
              <a:gdLst/>
              <a:ahLst/>
              <a:cxnLst/>
              <a:rect l="l" t="t" r="r" b="b"/>
              <a:pathLst>
                <a:path w="7110730" h="25400">
                  <a:moveTo>
                    <a:pt x="0" y="25399"/>
                  </a:moveTo>
                  <a:lnTo>
                    <a:pt x="0" y="0"/>
                  </a:lnTo>
                  <a:lnTo>
                    <a:pt x="7110730" y="0"/>
                  </a:lnTo>
                  <a:lnTo>
                    <a:pt x="7110730" y="25399"/>
                  </a:lnTo>
                  <a:lnTo>
                    <a:pt x="0" y="25399"/>
                  </a:lnTo>
                  <a:close/>
                </a:path>
              </a:pathLst>
            </a:custGeom>
            <a:solidFill>
              <a:srgbClr val="F0F0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996949" y="5325109"/>
              <a:ext cx="7110730" cy="24130"/>
            </a:xfrm>
            <a:custGeom>
              <a:avLst/>
              <a:gdLst/>
              <a:ahLst/>
              <a:cxnLst/>
              <a:rect l="l" t="t" r="r" b="b"/>
              <a:pathLst>
                <a:path w="7110730" h="24129">
                  <a:moveTo>
                    <a:pt x="0" y="24129"/>
                  </a:moveTo>
                  <a:lnTo>
                    <a:pt x="0" y="0"/>
                  </a:lnTo>
                  <a:lnTo>
                    <a:pt x="7110730" y="0"/>
                  </a:lnTo>
                  <a:lnTo>
                    <a:pt x="7110730" y="24129"/>
                  </a:lnTo>
                  <a:lnTo>
                    <a:pt x="0" y="24129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996949" y="5349240"/>
              <a:ext cx="7110730" cy="24130"/>
            </a:xfrm>
            <a:custGeom>
              <a:avLst/>
              <a:gdLst/>
              <a:ahLst/>
              <a:cxnLst/>
              <a:rect l="l" t="t" r="r" b="b"/>
              <a:pathLst>
                <a:path w="7110730" h="24129">
                  <a:moveTo>
                    <a:pt x="0" y="24130"/>
                  </a:moveTo>
                  <a:lnTo>
                    <a:pt x="0" y="0"/>
                  </a:lnTo>
                  <a:lnTo>
                    <a:pt x="7110730" y="0"/>
                  </a:lnTo>
                  <a:lnTo>
                    <a:pt x="7110730" y="24130"/>
                  </a:lnTo>
                  <a:lnTo>
                    <a:pt x="0" y="241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996949" y="5373369"/>
              <a:ext cx="7110730" cy="24130"/>
            </a:xfrm>
            <a:custGeom>
              <a:avLst/>
              <a:gdLst/>
              <a:ahLst/>
              <a:cxnLst/>
              <a:rect l="l" t="t" r="r" b="b"/>
              <a:pathLst>
                <a:path w="7110730" h="24129">
                  <a:moveTo>
                    <a:pt x="0" y="24129"/>
                  </a:moveTo>
                  <a:lnTo>
                    <a:pt x="0" y="0"/>
                  </a:lnTo>
                  <a:lnTo>
                    <a:pt x="7110730" y="0"/>
                  </a:lnTo>
                  <a:lnTo>
                    <a:pt x="7110730" y="24129"/>
                  </a:lnTo>
                  <a:lnTo>
                    <a:pt x="0" y="24129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996949" y="5397500"/>
              <a:ext cx="7110730" cy="25400"/>
            </a:xfrm>
            <a:custGeom>
              <a:avLst/>
              <a:gdLst/>
              <a:ahLst/>
              <a:cxnLst/>
              <a:rect l="l" t="t" r="r" b="b"/>
              <a:pathLst>
                <a:path w="7110730" h="25400">
                  <a:moveTo>
                    <a:pt x="0" y="25400"/>
                  </a:moveTo>
                  <a:lnTo>
                    <a:pt x="0" y="0"/>
                  </a:lnTo>
                  <a:lnTo>
                    <a:pt x="7110730" y="0"/>
                  </a:lnTo>
                  <a:lnTo>
                    <a:pt x="7110730" y="25400"/>
                  </a:lnTo>
                  <a:lnTo>
                    <a:pt x="0" y="25400"/>
                  </a:lnTo>
                  <a:close/>
                </a:path>
              </a:pathLst>
            </a:custGeom>
            <a:solidFill>
              <a:srgbClr val="ECEC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996949" y="5422900"/>
              <a:ext cx="7110730" cy="24130"/>
            </a:xfrm>
            <a:custGeom>
              <a:avLst/>
              <a:gdLst/>
              <a:ahLst/>
              <a:cxnLst/>
              <a:rect l="l" t="t" r="r" b="b"/>
              <a:pathLst>
                <a:path w="7110730" h="24129">
                  <a:moveTo>
                    <a:pt x="0" y="24130"/>
                  </a:moveTo>
                  <a:lnTo>
                    <a:pt x="0" y="0"/>
                  </a:lnTo>
                  <a:lnTo>
                    <a:pt x="7110730" y="0"/>
                  </a:lnTo>
                  <a:lnTo>
                    <a:pt x="7110730" y="24130"/>
                  </a:lnTo>
                  <a:lnTo>
                    <a:pt x="0" y="24130"/>
                  </a:lnTo>
                  <a:close/>
                </a:path>
              </a:pathLst>
            </a:custGeom>
            <a:solidFill>
              <a:srgbClr val="EBEB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996949" y="5447030"/>
              <a:ext cx="7110730" cy="24130"/>
            </a:xfrm>
            <a:custGeom>
              <a:avLst/>
              <a:gdLst/>
              <a:ahLst/>
              <a:cxnLst/>
              <a:rect l="l" t="t" r="r" b="b"/>
              <a:pathLst>
                <a:path w="7110730" h="24129">
                  <a:moveTo>
                    <a:pt x="0" y="24130"/>
                  </a:moveTo>
                  <a:lnTo>
                    <a:pt x="0" y="0"/>
                  </a:lnTo>
                  <a:lnTo>
                    <a:pt x="7110730" y="0"/>
                  </a:lnTo>
                  <a:lnTo>
                    <a:pt x="7110730" y="24130"/>
                  </a:lnTo>
                  <a:lnTo>
                    <a:pt x="0" y="24130"/>
                  </a:lnTo>
                  <a:close/>
                </a:path>
              </a:pathLst>
            </a:custGeom>
            <a:solidFill>
              <a:srgbClr val="EAE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996949" y="5471159"/>
              <a:ext cx="7110730" cy="24130"/>
            </a:xfrm>
            <a:custGeom>
              <a:avLst/>
              <a:gdLst/>
              <a:ahLst/>
              <a:cxnLst/>
              <a:rect l="l" t="t" r="r" b="b"/>
              <a:pathLst>
                <a:path w="7110730" h="24129">
                  <a:moveTo>
                    <a:pt x="0" y="24129"/>
                  </a:moveTo>
                  <a:lnTo>
                    <a:pt x="0" y="0"/>
                  </a:lnTo>
                  <a:lnTo>
                    <a:pt x="7110730" y="0"/>
                  </a:lnTo>
                  <a:lnTo>
                    <a:pt x="7110730" y="24129"/>
                  </a:lnTo>
                  <a:lnTo>
                    <a:pt x="0" y="24129"/>
                  </a:lnTo>
                  <a:close/>
                </a:path>
              </a:pathLst>
            </a:custGeom>
            <a:solidFill>
              <a:srgbClr val="E9E9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996949" y="5495290"/>
              <a:ext cx="7110730" cy="24130"/>
            </a:xfrm>
            <a:custGeom>
              <a:avLst/>
              <a:gdLst/>
              <a:ahLst/>
              <a:cxnLst/>
              <a:rect l="l" t="t" r="r" b="b"/>
              <a:pathLst>
                <a:path w="7110730" h="24129">
                  <a:moveTo>
                    <a:pt x="0" y="24130"/>
                  </a:moveTo>
                  <a:lnTo>
                    <a:pt x="0" y="0"/>
                  </a:lnTo>
                  <a:lnTo>
                    <a:pt x="7110730" y="0"/>
                  </a:lnTo>
                  <a:lnTo>
                    <a:pt x="7110730" y="24130"/>
                  </a:lnTo>
                  <a:lnTo>
                    <a:pt x="0" y="24130"/>
                  </a:lnTo>
                  <a:close/>
                </a:path>
              </a:pathLst>
            </a:custGeom>
            <a:solidFill>
              <a:srgbClr val="E8E8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996949" y="5519419"/>
              <a:ext cx="7110730" cy="24130"/>
            </a:xfrm>
            <a:custGeom>
              <a:avLst/>
              <a:gdLst/>
              <a:ahLst/>
              <a:cxnLst/>
              <a:rect l="l" t="t" r="r" b="b"/>
              <a:pathLst>
                <a:path w="7110730" h="24129">
                  <a:moveTo>
                    <a:pt x="0" y="24129"/>
                  </a:moveTo>
                  <a:lnTo>
                    <a:pt x="0" y="0"/>
                  </a:lnTo>
                  <a:lnTo>
                    <a:pt x="7110730" y="0"/>
                  </a:lnTo>
                  <a:lnTo>
                    <a:pt x="7110730" y="24129"/>
                  </a:lnTo>
                  <a:lnTo>
                    <a:pt x="0" y="24129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996949" y="5543550"/>
              <a:ext cx="7110730" cy="25400"/>
            </a:xfrm>
            <a:custGeom>
              <a:avLst/>
              <a:gdLst/>
              <a:ahLst/>
              <a:cxnLst/>
              <a:rect l="l" t="t" r="r" b="b"/>
              <a:pathLst>
                <a:path w="7110730" h="25400">
                  <a:moveTo>
                    <a:pt x="0" y="25400"/>
                  </a:moveTo>
                  <a:lnTo>
                    <a:pt x="0" y="0"/>
                  </a:lnTo>
                  <a:lnTo>
                    <a:pt x="7110730" y="0"/>
                  </a:lnTo>
                  <a:lnTo>
                    <a:pt x="7110730" y="25400"/>
                  </a:lnTo>
                  <a:lnTo>
                    <a:pt x="0" y="2540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996949" y="5568950"/>
              <a:ext cx="7110730" cy="24130"/>
            </a:xfrm>
            <a:custGeom>
              <a:avLst/>
              <a:gdLst/>
              <a:ahLst/>
              <a:cxnLst/>
              <a:rect l="l" t="t" r="r" b="b"/>
              <a:pathLst>
                <a:path w="7110730" h="24129">
                  <a:moveTo>
                    <a:pt x="0" y="24130"/>
                  </a:moveTo>
                  <a:lnTo>
                    <a:pt x="0" y="0"/>
                  </a:lnTo>
                  <a:lnTo>
                    <a:pt x="7110730" y="0"/>
                  </a:lnTo>
                  <a:lnTo>
                    <a:pt x="7110730" y="24130"/>
                  </a:lnTo>
                  <a:lnTo>
                    <a:pt x="0" y="24130"/>
                  </a:lnTo>
                  <a:close/>
                </a:path>
              </a:pathLst>
            </a:custGeom>
            <a:solidFill>
              <a:srgbClr val="E5E5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996949" y="5593080"/>
              <a:ext cx="7110730" cy="24130"/>
            </a:xfrm>
            <a:custGeom>
              <a:avLst/>
              <a:gdLst/>
              <a:ahLst/>
              <a:cxnLst/>
              <a:rect l="l" t="t" r="r" b="b"/>
              <a:pathLst>
                <a:path w="7110730" h="24129">
                  <a:moveTo>
                    <a:pt x="0" y="24130"/>
                  </a:moveTo>
                  <a:lnTo>
                    <a:pt x="0" y="0"/>
                  </a:lnTo>
                  <a:lnTo>
                    <a:pt x="7110730" y="0"/>
                  </a:lnTo>
                  <a:lnTo>
                    <a:pt x="7110730" y="24130"/>
                  </a:lnTo>
                  <a:lnTo>
                    <a:pt x="0" y="24130"/>
                  </a:lnTo>
                  <a:close/>
                </a:path>
              </a:pathLst>
            </a:custGeom>
            <a:solidFill>
              <a:srgbClr val="E4E4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996949" y="5617209"/>
              <a:ext cx="7110730" cy="24130"/>
            </a:xfrm>
            <a:custGeom>
              <a:avLst/>
              <a:gdLst/>
              <a:ahLst/>
              <a:cxnLst/>
              <a:rect l="l" t="t" r="r" b="b"/>
              <a:pathLst>
                <a:path w="7110730" h="24129">
                  <a:moveTo>
                    <a:pt x="0" y="24129"/>
                  </a:moveTo>
                  <a:lnTo>
                    <a:pt x="0" y="0"/>
                  </a:lnTo>
                  <a:lnTo>
                    <a:pt x="7110730" y="0"/>
                  </a:lnTo>
                  <a:lnTo>
                    <a:pt x="7110730" y="24129"/>
                  </a:lnTo>
                  <a:lnTo>
                    <a:pt x="0" y="24129"/>
                  </a:lnTo>
                  <a:close/>
                </a:path>
              </a:pathLst>
            </a:custGeom>
            <a:solidFill>
              <a:srgbClr val="E3E3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996950" y="5641339"/>
              <a:ext cx="7110730" cy="24130"/>
            </a:xfrm>
            <a:custGeom>
              <a:avLst/>
              <a:gdLst/>
              <a:ahLst/>
              <a:cxnLst/>
              <a:rect l="l" t="t" r="r" b="b"/>
              <a:pathLst>
                <a:path w="7110730" h="24129">
                  <a:moveTo>
                    <a:pt x="7109460" y="20332"/>
                  </a:moveTo>
                  <a:lnTo>
                    <a:pt x="1270" y="20332"/>
                  </a:lnTo>
                  <a:lnTo>
                    <a:pt x="1257" y="24130"/>
                  </a:lnTo>
                  <a:lnTo>
                    <a:pt x="7109460" y="24130"/>
                  </a:lnTo>
                  <a:lnTo>
                    <a:pt x="7109460" y="20332"/>
                  </a:lnTo>
                  <a:close/>
                </a:path>
                <a:path w="7110730" h="24129">
                  <a:moveTo>
                    <a:pt x="7110730" y="0"/>
                  </a:moveTo>
                  <a:lnTo>
                    <a:pt x="0" y="0"/>
                  </a:lnTo>
                  <a:lnTo>
                    <a:pt x="0" y="20320"/>
                  </a:lnTo>
                  <a:lnTo>
                    <a:pt x="7110730" y="20320"/>
                  </a:lnTo>
                  <a:lnTo>
                    <a:pt x="7110730" y="0"/>
                  </a:lnTo>
                  <a:close/>
                </a:path>
              </a:pathLst>
            </a:custGeom>
            <a:solidFill>
              <a:srgbClr val="E2E2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998220" y="5665469"/>
              <a:ext cx="7108190" cy="25400"/>
            </a:xfrm>
            <a:custGeom>
              <a:avLst/>
              <a:gdLst/>
              <a:ahLst/>
              <a:cxnLst/>
              <a:rect l="l" t="t" r="r" b="b"/>
              <a:pathLst>
                <a:path w="7108190" h="25400">
                  <a:moveTo>
                    <a:pt x="710819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70" y="3810"/>
                  </a:lnTo>
                  <a:lnTo>
                    <a:pt x="1270" y="8890"/>
                  </a:lnTo>
                  <a:lnTo>
                    <a:pt x="2540" y="8890"/>
                  </a:lnTo>
                  <a:lnTo>
                    <a:pt x="2540" y="12700"/>
                  </a:lnTo>
                  <a:lnTo>
                    <a:pt x="3810" y="12700"/>
                  </a:lnTo>
                  <a:lnTo>
                    <a:pt x="3810" y="13970"/>
                  </a:lnTo>
                  <a:lnTo>
                    <a:pt x="3810" y="17780"/>
                  </a:lnTo>
                  <a:lnTo>
                    <a:pt x="5080" y="17780"/>
                  </a:lnTo>
                  <a:lnTo>
                    <a:pt x="5080" y="21590"/>
                  </a:lnTo>
                  <a:lnTo>
                    <a:pt x="6350" y="21590"/>
                  </a:lnTo>
                  <a:lnTo>
                    <a:pt x="6350" y="24130"/>
                  </a:lnTo>
                  <a:lnTo>
                    <a:pt x="7620" y="24130"/>
                  </a:lnTo>
                  <a:lnTo>
                    <a:pt x="7607" y="25400"/>
                  </a:lnTo>
                  <a:lnTo>
                    <a:pt x="7100570" y="25400"/>
                  </a:lnTo>
                  <a:lnTo>
                    <a:pt x="7100570" y="24130"/>
                  </a:lnTo>
                  <a:lnTo>
                    <a:pt x="7101840" y="24130"/>
                  </a:lnTo>
                  <a:lnTo>
                    <a:pt x="7101840" y="21590"/>
                  </a:lnTo>
                  <a:lnTo>
                    <a:pt x="7103110" y="21590"/>
                  </a:lnTo>
                  <a:lnTo>
                    <a:pt x="7103110" y="17780"/>
                  </a:lnTo>
                  <a:lnTo>
                    <a:pt x="7104380" y="17780"/>
                  </a:lnTo>
                  <a:lnTo>
                    <a:pt x="7104380" y="13970"/>
                  </a:lnTo>
                  <a:lnTo>
                    <a:pt x="7105650" y="13970"/>
                  </a:lnTo>
                  <a:lnTo>
                    <a:pt x="7105650" y="12700"/>
                  </a:lnTo>
                  <a:lnTo>
                    <a:pt x="7105637" y="8890"/>
                  </a:lnTo>
                  <a:lnTo>
                    <a:pt x="7106920" y="8890"/>
                  </a:lnTo>
                  <a:lnTo>
                    <a:pt x="7106920" y="3810"/>
                  </a:lnTo>
                  <a:lnTo>
                    <a:pt x="7108190" y="3810"/>
                  </a:lnTo>
                  <a:lnTo>
                    <a:pt x="7108190" y="0"/>
                  </a:lnTo>
                  <a:close/>
                </a:path>
              </a:pathLst>
            </a:custGeom>
            <a:solidFill>
              <a:srgbClr val="E1E1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1005840" y="5690869"/>
              <a:ext cx="7092950" cy="24130"/>
            </a:xfrm>
            <a:custGeom>
              <a:avLst/>
              <a:gdLst/>
              <a:ahLst/>
              <a:cxnLst/>
              <a:rect l="l" t="t" r="r" b="b"/>
              <a:pathLst>
                <a:path w="7092950" h="24129">
                  <a:moveTo>
                    <a:pt x="709295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70" y="2540"/>
                  </a:lnTo>
                  <a:lnTo>
                    <a:pt x="1270" y="5080"/>
                  </a:lnTo>
                  <a:lnTo>
                    <a:pt x="2540" y="5080"/>
                  </a:lnTo>
                  <a:lnTo>
                    <a:pt x="2540" y="7620"/>
                  </a:lnTo>
                  <a:lnTo>
                    <a:pt x="3810" y="7620"/>
                  </a:lnTo>
                  <a:lnTo>
                    <a:pt x="3810" y="10160"/>
                  </a:lnTo>
                  <a:lnTo>
                    <a:pt x="5080" y="10160"/>
                  </a:lnTo>
                  <a:lnTo>
                    <a:pt x="5080" y="12700"/>
                  </a:lnTo>
                  <a:lnTo>
                    <a:pt x="6350" y="12700"/>
                  </a:lnTo>
                  <a:lnTo>
                    <a:pt x="6350" y="15240"/>
                  </a:lnTo>
                  <a:lnTo>
                    <a:pt x="7620" y="15240"/>
                  </a:lnTo>
                  <a:lnTo>
                    <a:pt x="7620" y="17780"/>
                  </a:lnTo>
                  <a:lnTo>
                    <a:pt x="8890" y="17780"/>
                  </a:lnTo>
                  <a:lnTo>
                    <a:pt x="8890" y="19050"/>
                  </a:lnTo>
                  <a:lnTo>
                    <a:pt x="10160" y="19050"/>
                  </a:lnTo>
                  <a:lnTo>
                    <a:pt x="10160" y="21590"/>
                  </a:lnTo>
                  <a:lnTo>
                    <a:pt x="11430" y="21590"/>
                  </a:lnTo>
                  <a:lnTo>
                    <a:pt x="11430" y="24130"/>
                  </a:lnTo>
                  <a:lnTo>
                    <a:pt x="7081520" y="24130"/>
                  </a:lnTo>
                  <a:lnTo>
                    <a:pt x="7081520" y="21590"/>
                  </a:lnTo>
                  <a:lnTo>
                    <a:pt x="7082790" y="21590"/>
                  </a:lnTo>
                  <a:lnTo>
                    <a:pt x="7082790" y="19050"/>
                  </a:lnTo>
                  <a:lnTo>
                    <a:pt x="7084060" y="19050"/>
                  </a:lnTo>
                  <a:lnTo>
                    <a:pt x="7084060" y="17780"/>
                  </a:lnTo>
                  <a:lnTo>
                    <a:pt x="7085317" y="17780"/>
                  </a:lnTo>
                  <a:lnTo>
                    <a:pt x="7085317" y="15240"/>
                  </a:lnTo>
                  <a:lnTo>
                    <a:pt x="7086600" y="15240"/>
                  </a:lnTo>
                  <a:lnTo>
                    <a:pt x="7086600" y="12700"/>
                  </a:lnTo>
                  <a:lnTo>
                    <a:pt x="7087870" y="12700"/>
                  </a:lnTo>
                  <a:lnTo>
                    <a:pt x="7087870" y="10160"/>
                  </a:lnTo>
                  <a:lnTo>
                    <a:pt x="7089140" y="10160"/>
                  </a:lnTo>
                  <a:lnTo>
                    <a:pt x="7089140" y="7620"/>
                  </a:lnTo>
                  <a:lnTo>
                    <a:pt x="7090410" y="7620"/>
                  </a:lnTo>
                  <a:lnTo>
                    <a:pt x="7090410" y="5080"/>
                  </a:lnTo>
                  <a:lnTo>
                    <a:pt x="7091667" y="5080"/>
                  </a:lnTo>
                  <a:lnTo>
                    <a:pt x="7091667" y="2540"/>
                  </a:lnTo>
                  <a:lnTo>
                    <a:pt x="7092950" y="2540"/>
                  </a:lnTo>
                  <a:lnTo>
                    <a:pt x="7092950" y="0"/>
                  </a:lnTo>
                  <a:close/>
                </a:path>
              </a:pathLst>
            </a:custGeom>
            <a:solidFill>
              <a:srgbClr val="E0E0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1018540" y="5714999"/>
              <a:ext cx="7067550" cy="24130"/>
            </a:xfrm>
            <a:custGeom>
              <a:avLst/>
              <a:gdLst/>
              <a:ahLst/>
              <a:cxnLst/>
              <a:rect l="l" t="t" r="r" b="b"/>
              <a:pathLst>
                <a:path w="7067550" h="24129">
                  <a:moveTo>
                    <a:pt x="7049770" y="22872"/>
                  </a:moveTo>
                  <a:lnTo>
                    <a:pt x="17780" y="22872"/>
                  </a:lnTo>
                  <a:lnTo>
                    <a:pt x="17780" y="24130"/>
                  </a:lnTo>
                  <a:lnTo>
                    <a:pt x="7049770" y="24130"/>
                  </a:lnTo>
                  <a:lnTo>
                    <a:pt x="7049770" y="22872"/>
                  </a:lnTo>
                  <a:close/>
                </a:path>
                <a:path w="7067550" h="24129">
                  <a:moveTo>
                    <a:pt x="7051040" y="20332"/>
                  </a:moveTo>
                  <a:lnTo>
                    <a:pt x="15240" y="20332"/>
                  </a:lnTo>
                  <a:lnTo>
                    <a:pt x="15240" y="21590"/>
                  </a:lnTo>
                  <a:lnTo>
                    <a:pt x="16510" y="21590"/>
                  </a:lnTo>
                  <a:lnTo>
                    <a:pt x="16510" y="22860"/>
                  </a:lnTo>
                  <a:lnTo>
                    <a:pt x="7049770" y="22860"/>
                  </a:lnTo>
                  <a:lnTo>
                    <a:pt x="7049770" y="21590"/>
                  </a:lnTo>
                  <a:lnTo>
                    <a:pt x="7051040" y="21590"/>
                  </a:lnTo>
                  <a:lnTo>
                    <a:pt x="7051040" y="20332"/>
                  </a:lnTo>
                  <a:close/>
                </a:path>
                <a:path w="7067550" h="24129">
                  <a:moveTo>
                    <a:pt x="7054850" y="16522"/>
                  </a:moveTo>
                  <a:lnTo>
                    <a:pt x="12700" y="16522"/>
                  </a:lnTo>
                  <a:lnTo>
                    <a:pt x="12700" y="17780"/>
                  </a:lnTo>
                  <a:lnTo>
                    <a:pt x="13970" y="17780"/>
                  </a:lnTo>
                  <a:lnTo>
                    <a:pt x="13970" y="19050"/>
                  </a:lnTo>
                  <a:lnTo>
                    <a:pt x="15240" y="19050"/>
                  </a:lnTo>
                  <a:lnTo>
                    <a:pt x="15240" y="20320"/>
                  </a:lnTo>
                  <a:lnTo>
                    <a:pt x="7052310" y="20320"/>
                  </a:lnTo>
                  <a:lnTo>
                    <a:pt x="7052310" y="19050"/>
                  </a:lnTo>
                  <a:lnTo>
                    <a:pt x="7053567" y="19050"/>
                  </a:lnTo>
                  <a:lnTo>
                    <a:pt x="7053567" y="17780"/>
                  </a:lnTo>
                  <a:lnTo>
                    <a:pt x="7054850" y="17780"/>
                  </a:lnTo>
                  <a:lnTo>
                    <a:pt x="7054850" y="16522"/>
                  </a:lnTo>
                  <a:close/>
                </a:path>
                <a:path w="7067550" h="24129">
                  <a:moveTo>
                    <a:pt x="7057390" y="13982"/>
                  </a:moveTo>
                  <a:lnTo>
                    <a:pt x="10160" y="13982"/>
                  </a:lnTo>
                  <a:lnTo>
                    <a:pt x="10160" y="15240"/>
                  </a:lnTo>
                  <a:lnTo>
                    <a:pt x="11430" y="15240"/>
                  </a:lnTo>
                  <a:lnTo>
                    <a:pt x="11430" y="16510"/>
                  </a:lnTo>
                  <a:lnTo>
                    <a:pt x="7056120" y="16510"/>
                  </a:lnTo>
                  <a:lnTo>
                    <a:pt x="7056120" y="15240"/>
                  </a:lnTo>
                  <a:lnTo>
                    <a:pt x="7057390" y="15240"/>
                  </a:lnTo>
                  <a:lnTo>
                    <a:pt x="7057390" y="13982"/>
                  </a:lnTo>
                  <a:close/>
                </a:path>
                <a:path w="7067550" h="24129">
                  <a:moveTo>
                    <a:pt x="7062470" y="7632"/>
                  </a:moveTo>
                  <a:lnTo>
                    <a:pt x="5080" y="7632"/>
                  </a:lnTo>
                  <a:lnTo>
                    <a:pt x="5080" y="8890"/>
                  </a:lnTo>
                  <a:lnTo>
                    <a:pt x="6350" y="8890"/>
                  </a:lnTo>
                  <a:lnTo>
                    <a:pt x="6350" y="10160"/>
                  </a:lnTo>
                  <a:lnTo>
                    <a:pt x="7620" y="10160"/>
                  </a:lnTo>
                  <a:lnTo>
                    <a:pt x="7620" y="11430"/>
                  </a:lnTo>
                  <a:lnTo>
                    <a:pt x="8890" y="11430"/>
                  </a:lnTo>
                  <a:lnTo>
                    <a:pt x="8890" y="12700"/>
                  </a:lnTo>
                  <a:lnTo>
                    <a:pt x="8890" y="13970"/>
                  </a:lnTo>
                  <a:lnTo>
                    <a:pt x="7058660" y="13970"/>
                  </a:lnTo>
                  <a:lnTo>
                    <a:pt x="7058660" y="12700"/>
                  </a:lnTo>
                  <a:lnTo>
                    <a:pt x="7059930" y="12700"/>
                  </a:lnTo>
                  <a:lnTo>
                    <a:pt x="7059930" y="11430"/>
                  </a:lnTo>
                  <a:lnTo>
                    <a:pt x="7059917" y="10160"/>
                  </a:lnTo>
                  <a:lnTo>
                    <a:pt x="7061200" y="10160"/>
                  </a:lnTo>
                  <a:lnTo>
                    <a:pt x="7061200" y="8890"/>
                  </a:lnTo>
                  <a:lnTo>
                    <a:pt x="7062470" y="8890"/>
                  </a:lnTo>
                  <a:lnTo>
                    <a:pt x="7062470" y="7632"/>
                  </a:lnTo>
                  <a:close/>
                </a:path>
                <a:path w="7067550" h="24129">
                  <a:moveTo>
                    <a:pt x="706755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3810"/>
                  </a:lnTo>
                  <a:lnTo>
                    <a:pt x="2540" y="3810"/>
                  </a:lnTo>
                  <a:lnTo>
                    <a:pt x="2540" y="6350"/>
                  </a:lnTo>
                  <a:lnTo>
                    <a:pt x="3810" y="6350"/>
                  </a:lnTo>
                  <a:lnTo>
                    <a:pt x="3810" y="7620"/>
                  </a:lnTo>
                  <a:lnTo>
                    <a:pt x="7063740" y="7620"/>
                  </a:lnTo>
                  <a:lnTo>
                    <a:pt x="7063740" y="6350"/>
                  </a:lnTo>
                  <a:lnTo>
                    <a:pt x="7065010" y="6350"/>
                  </a:lnTo>
                  <a:lnTo>
                    <a:pt x="7065010" y="3810"/>
                  </a:lnTo>
                  <a:lnTo>
                    <a:pt x="7066267" y="3810"/>
                  </a:lnTo>
                  <a:lnTo>
                    <a:pt x="7066267" y="1270"/>
                  </a:lnTo>
                  <a:lnTo>
                    <a:pt x="7067550" y="1270"/>
                  </a:lnTo>
                  <a:lnTo>
                    <a:pt x="7067550" y="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1037590" y="5739129"/>
              <a:ext cx="7029450" cy="24130"/>
            </a:xfrm>
            <a:custGeom>
              <a:avLst/>
              <a:gdLst/>
              <a:ahLst/>
              <a:cxnLst/>
              <a:rect l="l" t="t" r="r" b="b"/>
              <a:pathLst>
                <a:path w="7029450" h="24129">
                  <a:moveTo>
                    <a:pt x="7005320" y="21602"/>
                  </a:moveTo>
                  <a:lnTo>
                    <a:pt x="25400" y="21602"/>
                  </a:lnTo>
                  <a:lnTo>
                    <a:pt x="25400" y="22860"/>
                  </a:lnTo>
                  <a:lnTo>
                    <a:pt x="26670" y="22860"/>
                  </a:lnTo>
                  <a:lnTo>
                    <a:pt x="26670" y="24130"/>
                  </a:lnTo>
                  <a:lnTo>
                    <a:pt x="7002767" y="24130"/>
                  </a:lnTo>
                  <a:lnTo>
                    <a:pt x="7002767" y="22860"/>
                  </a:lnTo>
                  <a:lnTo>
                    <a:pt x="7005320" y="22860"/>
                  </a:lnTo>
                  <a:lnTo>
                    <a:pt x="7005320" y="21602"/>
                  </a:lnTo>
                  <a:close/>
                </a:path>
                <a:path w="7029450" h="24129">
                  <a:moveTo>
                    <a:pt x="7009117" y="17792"/>
                  </a:moveTo>
                  <a:lnTo>
                    <a:pt x="20320" y="17792"/>
                  </a:lnTo>
                  <a:lnTo>
                    <a:pt x="20320" y="19050"/>
                  </a:lnTo>
                  <a:lnTo>
                    <a:pt x="21590" y="19050"/>
                  </a:lnTo>
                  <a:lnTo>
                    <a:pt x="21590" y="20320"/>
                  </a:lnTo>
                  <a:lnTo>
                    <a:pt x="24130" y="20320"/>
                  </a:lnTo>
                  <a:lnTo>
                    <a:pt x="24130" y="21590"/>
                  </a:lnTo>
                  <a:lnTo>
                    <a:pt x="7006590" y="21590"/>
                  </a:lnTo>
                  <a:lnTo>
                    <a:pt x="7006590" y="20320"/>
                  </a:lnTo>
                  <a:lnTo>
                    <a:pt x="7007860" y="20320"/>
                  </a:lnTo>
                  <a:lnTo>
                    <a:pt x="7007860" y="19050"/>
                  </a:lnTo>
                  <a:lnTo>
                    <a:pt x="7009117" y="19050"/>
                  </a:lnTo>
                  <a:lnTo>
                    <a:pt x="7009117" y="17792"/>
                  </a:lnTo>
                  <a:close/>
                </a:path>
                <a:path w="7029450" h="24129">
                  <a:moveTo>
                    <a:pt x="7012940" y="15252"/>
                  </a:moveTo>
                  <a:lnTo>
                    <a:pt x="16510" y="15252"/>
                  </a:lnTo>
                  <a:lnTo>
                    <a:pt x="16510" y="16510"/>
                  </a:lnTo>
                  <a:lnTo>
                    <a:pt x="19050" y="16510"/>
                  </a:lnTo>
                  <a:lnTo>
                    <a:pt x="19050" y="17780"/>
                  </a:lnTo>
                  <a:lnTo>
                    <a:pt x="7010400" y="17780"/>
                  </a:lnTo>
                  <a:lnTo>
                    <a:pt x="7010400" y="16510"/>
                  </a:lnTo>
                  <a:lnTo>
                    <a:pt x="7012940" y="16510"/>
                  </a:lnTo>
                  <a:lnTo>
                    <a:pt x="7012940" y="15252"/>
                  </a:lnTo>
                  <a:close/>
                </a:path>
                <a:path w="7029450" h="24129">
                  <a:moveTo>
                    <a:pt x="7016750" y="11442"/>
                  </a:moveTo>
                  <a:lnTo>
                    <a:pt x="12700" y="11442"/>
                  </a:lnTo>
                  <a:lnTo>
                    <a:pt x="12700" y="12700"/>
                  </a:lnTo>
                  <a:lnTo>
                    <a:pt x="13970" y="12700"/>
                  </a:lnTo>
                  <a:lnTo>
                    <a:pt x="13970" y="13970"/>
                  </a:lnTo>
                  <a:lnTo>
                    <a:pt x="15240" y="13970"/>
                  </a:lnTo>
                  <a:lnTo>
                    <a:pt x="15240" y="15240"/>
                  </a:lnTo>
                  <a:lnTo>
                    <a:pt x="7014210" y="15240"/>
                  </a:lnTo>
                  <a:lnTo>
                    <a:pt x="7014210" y="13970"/>
                  </a:lnTo>
                  <a:lnTo>
                    <a:pt x="7015467" y="13970"/>
                  </a:lnTo>
                  <a:lnTo>
                    <a:pt x="7015467" y="12700"/>
                  </a:lnTo>
                  <a:lnTo>
                    <a:pt x="7016750" y="12700"/>
                  </a:lnTo>
                  <a:lnTo>
                    <a:pt x="7016750" y="11442"/>
                  </a:lnTo>
                  <a:close/>
                </a:path>
                <a:path w="7029450" h="24129">
                  <a:moveTo>
                    <a:pt x="7019290" y="8902"/>
                  </a:moveTo>
                  <a:lnTo>
                    <a:pt x="8890" y="8902"/>
                  </a:lnTo>
                  <a:lnTo>
                    <a:pt x="8890" y="10160"/>
                  </a:lnTo>
                  <a:lnTo>
                    <a:pt x="10160" y="10160"/>
                  </a:lnTo>
                  <a:lnTo>
                    <a:pt x="10160" y="11430"/>
                  </a:lnTo>
                  <a:lnTo>
                    <a:pt x="7018020" y="11430"/>
                  </a:lnTo>
                  <a:lnTo>
                    <a:pt x="7018020" y="10160"/>
                  </a:lnTo>
                  <a:lnTo>
                    <a:pt x="7019290" y="10160"/>
                  </a:lnTo>
                  <a:lnTo>
                    <a:pt x="7019290" y="8902"/>
                  </a:lnTo>
                  <a:close/>
                </a:path>
                <a:path w="7029450" h="24129">
                  <a:moveTo>
                    <a:pt x="7024370" y="5092"/>
                  </a:moveTo>
                  <a:lnTo>
                    <a:pt x="3810" y="5092"/>
                  </a:lnTo>
                  <a:lnTo>
                    <a:pt x="3810" y="6350"/>
                  </a:lnTo>
                  <a:lnTo>
                    <a:pt x="5080" y="6350"/>
                  </a:lnTo>
                  <a:lnTo>
                    <a:pt x="5080" y="7620"/>
                  </a:lnTo>
                  <a:lnTo>
                    <a:pt x="7620" y="7620"/>
                  </a:lnTo>
                  <a:lnTo>
                    <a:pt x="7620" y="8890"/>
                  </a:lnTo>
                  <a:lnTo>
                    <a:pt x="7020560" y="8890"/>
                  </a:lnTo>
                  <a:lnTo>
                    <a:pt x="7020560" y="7620"/>
                  </a:lnTo>
                  <a:lnTo>
                    <a:pt x="7023100" y="7620"/>
                  </a:lnTo>
                  <a:lnTo>
                    <a:pt x="7023100" y="6350"/>
                  </a:lnTo>
                  <a:lnTo>
                    <a:pt x="7024370" y="6350"/>
                  </a:lnTo>
                  <a:lnTo>
                    <a:pt x="7024370" y="5092"/>
                  </a:lnTo>
                  <a:close/>
                </a:path>
                <a:path w="7029450" h="24129">
                  <a:moveTo>
                    <a:pt x="7026910" y="2552"/>
                  </a:moveTo>
                  <a:lnTo>
                    <a:pt x="1270" y="2552"/>
                  </a:lnTo>
                  <a:lnTo>
                    <a:pt x="1270" y="3810"/>
                  </a:lnTo>
                  <a:lnTo>
                    <a:pt x="2540" y="3810"/>
                  </a:lnTo>
                  <a:lnTo>
                    <a:pt x="2540" y="5080"/>
                  </a:lnTo>
                  <a:lnTo>
                    <a:pt x="7025640" y="5080"/>
                  </a:lnTo>
                  <a:lnTo>
                    <a:pt x="7025640" y="3810"/>
                  </a:lnTo>
                  <a:lnTo>
                    <a:pt x="7026910" y="3810"/>
                  </a:lnTo>
                  <a:lnTo>
                    <a:pt x="7026910" y="2552"/>
                  </a:lnTo>
                  <a:close/>
                </a:path>
                <a:path w="7029450" h="24129">
                  <a:moveTo>
                    <a:pt x="702945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7028180" y="2540"/>
                  </a:lnTo>
                  <a:lnTo>
                    <a:pt x="7028180" y="1270"/>
                  </a:lnTo>
                  <a:lnTo>
                    <a:pt x="7029450" y="1270"/>
                  </a:lnTo>
                  <a:lnTo>
                    <a:pt x="7029450" y="0"/>
                  </a:lnTo>
                  <a:close/>
                </a:path>
              </a:pathLst>
            </a:custGeom>
            <a:solidFill>
              <a:srgbClr val="DEDE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1066800" y="5763272"/>
              <a:ext cx="6971030" cy="25400"/>
            </a:xfrm>
            <a:custGeom>
              <a:avLst/>
              <a:gdLst/>
              <a:ahLst/>
              <a:cxnLst/>
              <a:rect l="l" t="t" r="r" b="b"/>
              <a:pathLst>
                <a:path w="6971030" h="25400">
                  <a:moveTo>
                    <a:pt x="6912610" y="22860"/>
                  </a:moveTo>
                  <a:lnTo>
                    <a:pt x="58420" y="22860"/>
                  </a:lnTo>
                  <a:lnTo>
                    <a:pt x="58420" y="24117"/>
                  </a:lnTo>
                  <a:lnTo>
                    <a:pt x="71120" y="24117"/>
                  </a:lnTo>
                  <a:lnTo>
                    <a:pt x="71120" y="25387"/>
                  </a:lnTo>
                  <a:lnTo>
                    <a:pt x="6899910" y="25387"/>
                  </a:lnTo>
                  <a:lnTo>
                    <a:pt x="6899910" y="24117"/>
                  </a:lnTo>
                  <a:lnTo>
                    <a:pt x="6912610" y="24117"/>
                  </a:lnTo>
                  <a:lnTo>
                    <a:pt x="6912610" y="22860"/>
                  </a:lnTo>
                  <a:close/>
                </a:path>
                <a:path w="6971030" h="25400">
                  <a:moveTo>
                    <a:pt x="6929120" y="19050"/>
                  </a:moveTo>
                  <a:lnTo>
                    <a:pt x="39370" y="19050"/>
                  </a:lnTo>
                  <a:lnTo>
                    <a:pt x="39370" y="20307"/>
                  </a:lnTo>
                  <a:lnTo>
                    <a:pt x="45720" y="20307"/>
                  </a:lnTo>
                  <a:lnTo>
                    <a:pt x="45720" y="21577"/>
                  </a:lnTo>
                  <a:lnTo>
                    <a:pt x="49530" y="21577"/>
                  </a:lnTo>
                  <a:lnTo>
                    <a:pt x="49530" y="22847"/>
                  </a:lnTo>
                  <a:lnTo>
                    <a:pt x="6916420" y="22847"/>
                  </a:lnTo>
                  <a:lnTo>
                    <a:pt x="6916420" y="21577"/>
                  </a:lnTo>
                  <a:lnTo>
                    <a:pt x="6926580" y="21577"/>
                  </a:lnTo>
                  <a:lnTo>
                    <a:pt x="6926580" y="20307"/>
                  </a:lnTo>
                  <a:lnTo>
                    <a:pt x="6929120" y="20307"/>
                  </a:lnTo>
                  <a:lnTo>
                    <a:pt x="6929120" y="19050"/>
                  </a:lnTo>
                  <a:close/>
                </a:path>
                <a:path w="6971030" h="25400">
                  <a:moveTo>
                    <a:pt x="6939280" y="16510"/>
                  </a:moveTo>
                  <a:lnTo>
                    <a:pt x="31750" y="16510"/>
                  </a:lnTo>
                  <a:lnTo>
                    <a:pt x="31750" y="17767"/>
                  </a:lnTo>
                  <a:lnTo>
                    <a:pt x="34290" y="17767"/>
                  </a:lnTo>
                  <a:lnTo>
                    <a:pt x="34290" y="19037"/>
                  </a:lnTo>
                  <a:lnTo>
                    <a:pt x="6932930" y="19037"/>
                  </a:lnTo>
                  <a:lnTo>
                    <a:pt x="6932930" y="17767"/>
                  </a:lnTo>
                  <a:lnTo>
                    <a:pt x="6939280" y="17767"/>
                  </a:lnTo>
                  <a:lnTo>
                    <a:pt x="6939280" y="16510"/>
                  </a:lnTo>
                  <a:close/>
                </a:path>
                <a:path w="6971030" h="25400">
                  <a:moveTo>
                    <a:pt x="6948170" y="12700"/>
                  </a:moveTo>
                  <a:lnTo>
                    <a:pt x="21590" y="12700"/>
                  </a:lnTo>
                  <a:lnTo>
                    <a:pt x="21590" y="13957"/>
                  </a:lnTo>
                  <a:lnTo>
                    <a:pt x="24130" y="13957"/>
                  </a:lnTo>
                  <a:lnTo>
                    <a:pt x="24130" y="15227"/>
                  </a:lnTo>
                  <a:lnTo>
                    <a:pt x="27940" y="15227"/>
                  </a:lnTo>
                  <a:lnTo>
                    <a:pt x="27940" y="16497"/>
                  </a:lnTo>
                  <a:lnTo>
                    <a:pt x="6941820" y="16497"/>
                  </a:lnTo>
                  <a:lnTo>
                    <a:pt x="6941820" y="15227"/>
                  </a:lnTo>
                  <a:lnTo>
                    <a:pt x="6944360" y="15227"/>
                  </a:lnTo>
                  <a:lnTo>
                    <a:pt x="6944360" y="13957"/>
                  </a:lnTo>
                  <a:lnTo>
                    <a:pt x="6948170" y="13957"/>
                  </a:lnTo>
                  <a:lnTo>
                    <a:pt x="6948170" y="12700"/>
                  </a:lnTo>
                  <a:close/>
                </a:path>
                <a:path w="6971030" h="25400">
                  <a:moveTo>
                    <a:pt x="6953250" y="10160"/>
                  </a:moveTo>
                  <a:lnTo>
                    <a:pt x="16510" y="10160"/>
                  </a:lnTo>
                  <a:lnTo>
                    <a:pt x="16510" y="11417"/>
                  </a:lnTo>
                  <a:lnTo>
                    <a:pt x="19050" y="11417"/>
                  </a:lnTo>
                  <a:lnTo>
                    <a:pt x="19050" y="12687"/>
                  </a:lnTo>
                  <a:lnTo>
                    <a:pt x="6951980" y="12687"/>
                  </a:lnTo>
                  <a:lnTo>
                    <a:pt x="6951980" y="11417"/>
                  </a:lnTo>
                  <a:lnTo>
                    <a:pt x="6953250" y="11417"/>
                  </a:lnTo>
                  <a:lnTo>
                    <a:pt x="6953250" y="10160"/>
                  </a:lnTo>
                  <a:close/>
                </a:path>
                <a:path w="6971030" h="25400">
                  <a:moveTo>
                    <a:pt x="6960870" y="6350"/>
                  </a:moveTo>
                  <a:lnTo>
                    <a:pt x="8890" y="6350"/>
                  </a:lnTo>
                  <a:lnTo>
                    <a:pt x="8890" y="7607"/>
                  </a:lnTo>
                  <a:lnTo>
                    <a:pt x="11430" y="7607"/>
                  </a:lnTo>
                  <a:lnTo>
                    <a:pt x="11430" y="8877"/>
                  </a:lnTo>
                  <a:lnTo>
                    <a:pt x="13970" y="8877"/>
                  </a:lnTo>
                  <a:lnTo>
                    <a:pt x="13970" y="10147"/>
                  </a:lnTo>
                  <a:lnTo>
                    <a:pt x="6955790" y="10147"/>
                  </a:lnTo>
                  <a:lnTo>
                    <a:pt x="6955790" y="8877"/>
                  </a:lnTo>
                  <a:lnTo>
                    <a:pt x="6958330" y="8877"/>
                  </a:lnTo>
                  <a:lnTo>
                    <a:pt x="6958330" y="7607"/>
                  </a:lnTo>
                  <a:lnTo>
                    <a:pt x="6960870" y="7607"/>
                  </a:lnTo>
                  <a:lnTo>
                    <a:pt x="6960870" y="6350"/>
                  </a:lnTo>
                  <a:close/>
                </a:path>
                <a:path w="6971030" h="25400">
                  <a:moveTo>
                    <a:pt x="6964680" y="3810"/>
                  </a:moveTo>
                  <a:lnTo>
                    <a:pt x="5080" y="3810"/>
                  </a:lnTo>
                  <a:lnTo>
                    <a:pt x="5080" y="5067"/>
                  </a:lnTo>
                  <a:lnTo>
                    <a:pt x="7620" y="5067"/>
                  </a:lnTo>
                  <a:lnTo>
                    <a:pt x="7620" y="6337"/>
                  </a:lnTo>
                  <a:lnTo>
                    <a:pt x="6963410" y="6337"/>
                  </a:lnTo>
                  <a:lnTo>
                    <a:pt x="6963410" y="5067"/>
                  </a:lnTo>
                  <a:lnTo>
                    <a:pt x="6964680" y="5067"/>
                  </a:lnTo>
                  <a:lnTo>
                    <a:pt x="6964680" y="3810"/>
                  </a:lnTo>
                  <a:close/>
                </a:path>
                <a:path w="6971030" h="25400">
                  <a:moveTo>
                    <a:pt x="697103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3810" y="2527"/>
                  </a:lnTo>
                  <a:lnTo>
                    <a:pt x="3810" y="3797"/>
                  </a:lnTo>
                  <a:lnTo>
                    <a:pt x="6967207" y="3797"/>
                  </a:lnTo>
                  <a:lnTo>
                    <a:pt x="6967207" y="2527"/>
                  </a:lnTo>
                  <a:lnTo>
                    <a:pt x="6969760" y="2527"/>
                  </a:lnTo>
                  <a:lnTo>
                    <a:pt x="6969760" y="1257"/>
                  </a:lnTo>
                  <a:lnTo>
                    <a:pt x="6971030" y="1257"/>
                  </a:lnTo>
                  <a:lnTo>
                    <a:pt x="6971030" y="0"/>
                  </a:lnTo>
                  <a:close/>
                </a:path>
              </a:pathLst>
            </a:custGeom>
            <a:solidFill>
              <a:srgbClr val="DDDD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996949" y="4935219"/>
              <a:ext cx="7110730" cy="852169"/>
            </a:xfrm>
            <a:custGeom>
              <a:avLst/>
              <a:gdLst/>
              <a:ahLst/>
              <a:cxnLst/>
              <a:rect l="l" t="t" r="r" b="b"/>
              <a:pathLst>
                <a:path w="7110730" h="852170">
                  <a:moveTo>
                    <a:pt x="140969" y="0"/>
                  </a:moveTo>
                  <a:lnTo>
                    <a:pt x="98999" y="7965"/>
                  </a:lnTo>
                  <a:lnTo>
                    <a:pt x="60624" y="29585"/>
                  </a:lnTo>
                  <a:lnTo>
                    <a:pt x="29138" y="61447"/>
                  </a:lnTo>
                  <a:lnTo>
                    <a:pt x="7833" y="100136"/>
                  </a:lnTo>
                  <a:lnTo>
                    <a:pt x="0" y="142239"/>
                  </a:lnTo>
                  <a:lnTo>
                    <a:pt x="0" y="151110"/>
                  </a:lnTo>
                  <a:lnTo>
                    <a:pt x="0" y="213201"/>
                  </a:lnTo>
                  <a:lnTo>
                    <a:pt x="0" y="381734"/>
                  </a:lnTo>
                  <a:lnTo>
                    <a:pt x="0" y="709929"/>
                  </a:lnTo>
                  <a:lnTo>
                    <a:pt x="7833" y="752033"/>
                  </a:lnTo>
                  <a:lnTo>
                    <a:pt x="29138" y="790722"/>
                  </a:lnTo>
                  <a:lnTo>
                    <a:pt x="60624" y="822584"/>
                  </a:lnTo>
                  <a:lnTo>
                    <a:pt x="98999" y="844204"/>
                  </a:lnTo>
                  <a:lnTo>
                    <a:pt x="140969" y="852169"/>
                  </a:lnTo>
                  <a:lnTo>
                    <a:pt x="247650" y="852169"/>
                  </a:lnTo>
                  <a:lnTo>
                    <a:pt x="994410" y="852169"/>
                  </a:lnTo>
                  <a:lnTo>
                    <a:pt x="3021330" y="852169"/>
                  </a:lnTo>
                  <a:lnTo>
                    <a:pt x="6968490" y="852169"/>
                  </a:lnTo>
                  <a:lnTo>
                    <a:pt x="7010105" y="844204"/>
                  </a:lnTo>
                  <a:lnTo>
                    <a:pt x="7048733" y="822584"/>
                  </a:lnTo>
                  <a:lnTo>
                    <a:pt x="7080778" y="790722"/>
                  </a:lnTo>
                  <a:lnTo>
                    <a:pt x="7102642" y="752033"/>
                  </a:lnTo>
                  <a:lnTo>
                    <a:pt x="7110730" y="709929"/>
                  </a:lnTo>
                  <a:lnTo>
                    <a:pt x="7110730" y="701059"/>
                  </a:lnTo>
                  <a:lnTo>
                    <a:pt x="7110730" y="638968"/>
                  </a:lnTo>
                  <a:lnTo>
                    <a:pt x="7110730" y="470435"/>
                  </a:lnTo>
                  <a:lnTo>
                    <a:pt x="7110730" y="142239"/>
                  </a:lnTo>
                  <a:lnTo>
                    <a:pt x="7102642" y="100136"/>
                  </a:lnTo>
                  <a:lnTo>
                    <a:pt x="7080778" y="61447"/>
                  </a:lnTo>
                  <a:lnTo>
                    <a:pt x="7048733" y="29585"/>
                  </a:lnTo>
                  <a:lnTo>
                    <a:pt x="7010105" y="7965"/>
                  </a:lnTo>
                  <a:lnTo>
                    <a:pt x="6968490" y="0"/>
                  </a:lnTo>
                  <a:lnTo>
                    <a:pt x="6861810" y="0"/>
                  </a:lnTo>
                  <a:lnTo>
                    <a:pt x="6115050" y="0"/>
                  </a:lnTo>
                  <a:lnTo>
                    <a:pt x="4088130" y="0"/>
                  </a:lnTo>
                  <a:lnTo>
                    <a:pt x="140969" y="0"/>
                  </a:lnTo>
                  <a:close/>
                </a:path>
              </a:pathLst>
            </a:custGeom>
            <a:ln w="28393">
              <a:solidFill>
                <a:srgbClr val="A9A9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3" name="object 53"/>
          <p:cNvSpPr txBox="1"/>
          <p:nvPr/>
        </p:nvSpPr>
        <p:spPr>
          <a:xfrm>
            <a:off x="1070610" y="4958079"/>
            <a:ext cx="1854200" cy="764540"/>
          </a:xfrm>
          <a:prstGeom prst="rect">
            <a:avLst/>
          </a:prstGeom>
        </p:spPr>
        <p:txBody>
          <a:bodyPr vert="horz" wrap="square" lIns="0" tIns="55244" rIns="0" bIns="0" rtlCol="0">
            <a:spAutoFit/>
          </a:bodyPr>
          <a:lstStyle/>
          <a:p>
            <a:pPr marL="12700" marR="5080">
              <a:lnSpc>
                <a:spcPts val="1830"/>
              </a:lnSpc>
              <a:spcBef>
                <a:spcPts val="434"/>
              </a:spcBef>
            </a:pPr>
            <a:r>
              <a:rPr sz="1800" b="1" spc="-10" dirty="0">
                <a:solidFill>
                  <a:srgbClr val="333333"/>
                </a:solidFill>
                <a:latin typeface="Arial"/>
                <a:cs typeface="Arial"/>
              </a:rPr>
              <a:t>VMWARE CONSOLIDATED BACKUP</a:t>
            </a:r>
            <a:endParaRPr sz="1800">
              <a:latin typeface="Arial"/>
              <a:cs typeface="Arial"/>
            </a:endParaRPr>
          </a:p>
        </p:txBody>
      </p:sp>
      <p:grpSp>
        <p:nvGrpSpPr>
          <p:cNvPr id="54" name="object 54"/>
          <p:cNvGrpSpPr/>
          <p:nvPr/>
        </p:nvGrpSpPr>
        <p:grpSpPr>
          <a:xfrm>
            <a:off x="3474720" y="5055870"/>
            <a:ext cx="119380" cy="589280"/>
            <a:chOff x="3474720" y="5055870"/>
            <a:chExt cx="119380" cy="589280"/>
          </a:xfrm>
        </p:grpSpPr>
        <p:pic>
          <p:nvPicPr>
            <p:cNvPr id="55" name="object 5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474720" y="5055870"/>
              <a:ext cx="119379" cy="102869"/>
            </a:xfrm>
            <a:prstGeom prst="rect">
              <a:avLst/>
            </a:prstGeom>
          </p:spPr>
        </p:pic>
        <p:pic>
          <p:nvPicPr>
            <p:cNvPr id="56" name="object 5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474720" y="5298440"/>
              <a:ext cx="119379" cy="102869"/>
            </a:xfrm>
            <a:prstGeom prst="rect">
              <a:avLst/>
            </a:prstGeom>
          </p:spPr>
        </p:pic>
        <p:pic>
          <p:nvPicPr>
            <p:cNvPr id="57" name="object 5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474720" y="5542280"/>
              <a:ext cx="119379" cy="102869"/>
            </a:xfrm>
            <a:prstGeom prst="rect">
              <a:avLst/>
            </a:prstGeom>
          </p:spPr>
        </p:pic>
      </p:grpSp>
      <p:sp>
        <p:nvSpPr>
          <p:cNvPr id="58" name="object 58"/>
          <p:cNvSpPr txBox="1"/>
          <p:nvPr/>
        </p:nvSpPr>
        <p:spPr>
          <a:xfrm>
            <a:off x="3610609" y="4973320"/>
            <a:ext cx="4436745" cy="755650"/>
          </a:xfrm>
          <a:prstGeom prst="rect">
            <a:avLst/>
          </a:prstGeom>
        </p:spPr>
        <p:txBody>
          <a:bodyPr vert="horz" wrap="square" lIns="0" tIns="21590" rIns="0" bIns="0" rtlCol="0">
            <a:spAutoFit/>
          </a:bodyPr>
          <a:lstStyle/>
          <a:p>
            <a:pPr marL="38100" marR="620395">
              <a:lnSpc>
                <a:spcPts val="1910"/>
              </a:lnSpc>
              <a:spcBef>
                <a:spcPts val="170"/>
              </a:spcBef>
            </a:pPr>
            <a:r>
              <a:rPr sz="1600" b="1" dirty="0">
                <a:solidFill>
                  <a:srgbClr val="333333"/>
                </a:solidFill>
                <a:latin typeface="Arial"/>
                <a:cs typeface="Arial"/>
              </a:rPr>
              <a:t>Decouple</a:t>
            </a:r>
            <a:r>
              <a:rPr sz="1600" b="1" spc="-6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600" b="1" dirty="0">
                <a:solidFill>
                  <a:srgbClr val="333333"/>
                </a:solidFill>
                <a:latin typeface="Arial"/>
                <a:cs typeface="Arial"/>
              </a:rPr>
              <a:t>backup</a:t>
            </a:r>
            <a:r>
              <a:rPr sz="1600" b="1" spc="-6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600" b="1" dirty="0">
                <a:solidFill>
                  <a:srgbClr val="333333"/>
                </a:solidFill>
                <a:latin typeface="Arial"/>
                <a:cs typeface="Arial"/>
              </a:rPr>
              <a:t>from</a:t>
            </a:r>
            <a:r>
              <a:rPr sz="1600" b="1" spc="-6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600" b="1" dirty="0">
                <a:solidFill>
                  <a:srgbClr val="333333"/>
                </a:solidFill>
                <a:latin typeface="Arial"/>
                <a:cs typeface="Arial"/>
              </a:rPr>
              <a:t>production</a:t>
            </a:r>
            <a:r>
              <a:rPr sz="1600" b="1" spc="-6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600" b="1" spc="-25" dirty="0">
                <a:solidFill>
                  <a:srgbClr val="333333"/>
                </a:solidFill>
                <a:latin typeface="Arial"/>
                <a:cs typeface="Arial"/>
              </a:rPr>
              <a:t>VMs </a:t>
            </a:r>
            <a:r>
              <a:rPr sz="1600" b="1" spc="-10" dirty="0">
                <a:solidFill>
                  <a:srgbClr val="333333"/>
                </a:solidFill>
                <a:latin typeface="Arial"/>
                <a:cs typeface="Arial"/>
              </a:rPr>
              <a:t>20-</a:t>
            </a:r>
            <a:r>
              <a:rPr sz="1600" b="1" dirty="0">
                <a:solidFill>
                  <a:srgbClr val="333333"/>
                </a:solidFill>
                <a:latin typeface="Arial"/>
                <a:cs typeface="Arial"/>
              </a:rPr>
              <a:t>40%</a:t>
            </a:r>
            <a:r>
              <a:rPr sz="1600" b="1" spc="-5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600" b="1" dirty="0">
                <a:solidFill>
                  <a:srgbClr val="333333"/>
                </a:solidFill>
                <a:latin typeface="Arial"/>
                <a:cs typeface="Arial"/>
              </a:rPr>
              <a:t>better</a:t>
            </a:r>
            <a:r>
              <a:rPr sz="1600" b="1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600" b="1" dirty="0">
                <a:solidFill>
                  <a:srgbClr val="333333"/>
                </a:solidFill>
                <a:latin typeface="Arial"/>
                <a:cs typeface="Arial"/>
              </a:rPr>
              <a:t>resource</a:t>
            </a:r>
            <a:r>
              <a:rPr sz="1600" b="1" spc="-5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600" b="1" spc="-10" dirty="0">
                <a:solidFill>
                  <a:srgbClr val="333333"/>
                </a:solidFill>
                <a:latin typeface="Arial"/>
                <a:cs typeface="Arial"/>
              </a:rPr>
              <a:t>utilization</a:t>
            </a:r>
            <a:endParaRPr sz="1600">
              <a:latin typeface="Arial"/>
              <a:cs typeface="Arial"/>
            </a:endParaRPr>
          </a:p>
          <a:p>
            <a:pPr marL="38100">
              <a:lnSpc>
                <a:spcPts val="1860"/>
              </a:lnSpc>
            </a:pPr>
            <a:r>
              <a:rPr sz="1600" b="1" spc="-10" dirty="0">
                <a:solidFill>
                  <a:srgbClr val="333333"/>
                </a:solidFill>
                <a:latin typeface="Arial"/>
                <a:cs typeface="Arial"/>
              </a:rPr>
              <a:t>Pre-</a:t>
            </a:r>
            <a:r>
              <a:rPr sz="1600" b="1" dirty="0">
                <a:solidFill>
                  <a:srgbClr val="333333"/>
                </a:solidFill>
                <a:latin typeface="Arial"/>
                <a:cs typeface="Arial"/>
              </a:rPr>
              <a:t>integrated</a:t>
            </a:r>
            <a:r>
              <a:rPr sz="1600" b="1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600" b="1" dirty="0">
                <a:solidFill>
                  <a:srgbClr val="333333"/>
                </a:solidFill>
                <a:latin typeface="Arial"/>
                <a:cs typeface="Arial"/>
              </a:rPr>
              <a:t>with</a:t>
            </a:r>
            <a:r>
              <a:rPr sz="1600" b="1" spc="-6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600" b="1" dirty="0">
                <a:solidFill>
                  <a:srgbClr val="333333"/>
                </a:solidFill>
                <a:latin typeface="Arial"/>
                <a:cs typeface="Arial"/>
              </a:rPr>
              <a:t>3</a:t>
            </a:r>
            <a:r>
              <a:rPr sz="1350" b="1" baseline="30864" dirty="0">
                <a:solidFill>
                  <a:srgbClr val="333333"/>
                </a:solidFill>
                <a:latin typeface="Arial"/>
                <a:cs typeface="Arial"/>
              </a:rPr>
              <a:t>rd</a:t>
            </a:r>
            <a:r>
              <a:rPr sz="1350" b="1" spc="240" baseline="30864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600" b="1" dirty="0">
                <a:solidFill>
                  <a:srgbClr val="333333"/>
                </a:solidFill>
                <a:latin typeface="Arial"/>
                <a:cs typeface="Arial"/>
              </a:rPr>
              <a:t>party</a:t>
            </a:r>
            <a:r>
              <a:rPr sz="1600" b="1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600" b="1" dirty="0">
                <a:solidFill>
                  <a:srgbClr val="333333"/>
                </a:solidFill>
                <a:latin typeface="Arial"/>
                <a:cs typeface="Arial"/>
              </a:rPr>
              <a:t>backup</a:t>
            </a:r>
            <a:r>
              <a:rPr sz="1600" b="1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600" b="1" spc="-10" dirty="0">
                <a:solidFill>
                  <a:srgbClr val="333333"/>
                </a:solidFill>
                <a:latin typeface="Arial"/>
                <a:cs typeface="Arial"/>
              </a:rPr>
              <a:t>products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59" name="object 59"/>
          <p:cNvGrpSpPr/>
          <p:nvPr/>
        </p:nvGrpSpPr>
        <p:grpSpPr>
          <a:xfrm>
            <a:off x="1257300" y="3124200"/>
            <a:ext cx="2286000" cy="1689100"/>
            <a:chOff x="1257300" y="3124200"/>
            <a:chExt cx="2286000" cy="1689100"/>
          </a:xfrm>
        </p:grpSpPr>
        <p:pic>
          <p:nvPicPr>
            <p:cNvPr id="60" name="object 6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702560" y="3124200"/>
              <a:ext cx="840739" cy="1098550"/>
            </a:xfrm>
            <a:prstGeom prst="rect">
              <a:avLst/>
            </a:prstGeom>
          </p:spPr>
        </p:pic>
        <p:pic>
          <p:nvPicPr>
            <p:cNvPr id="61" name="object 6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979930" y="3124200"/>
              <a:ext cx="840740" cy="1098550"/>
            </a:xfrm>
            <a:prstGeom prst="rect">
              <a:avLst/>
            </a:prstGeom>
          </p:spPr>
        </p:pic>
        <p:pic>
          <p:nvPicPr>
            <p:cNvPr id="62" name="object 6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257300" y="3124200"/>
              <a:ext cx="840739" cy="1098550"/>
            </a:xfrm>
            <a:prstGeom prst="rect">
              <a:avLst/>
            </a:prstGeom>
          </p:spPr>
        </p:pic>
        <p:pic>
          <p:nvPicPr>
            <p:cNvPr id="63" name="object 6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941830" y="4127500"/>
              <a:ext cx="614680" cy="685800"/>
            </a:xfrm>
            <a:prstGeom prst="rect">
              <a:avLst/>
            </a:prstGeom>
          </p:spPr>
        </p:pic>
        <p:pic>
          <p:nvPicPr>
            <p:cNvPr id="64" name="object 6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585719" y="4127500"/>
              <a:ext cx="614680" cy="685800"/>
            </a:xfrm>
            <a:prstGeom prst="rect">
              <a:avLst/>
            </a:prstGeom>
          </p:spPr>
        </p:pic>
      </p:grpSp>
      <p:grpSp>
        <p:nvGrpSpPr>
          <p:cNvPr id="65" name="object 65"/>
          <p:cNvGrpSpPr/>
          <p:nvPr/>
        </p:nvGrpSpPr>
        <p:grpSpPr>
          <a:xfrm>
            <a:off x="4572000" y="3124200"/>
            <a:ext cx="919480" cy="1689100"/>
            <a:chOff x="4572000" y="3124200"/>
            <a:chExt cx="919480" cy="1689100"/>
          </a:xfrm>
        </p:grpSpPr>
        <p:pic>
          <p:nvPicPr>
            <p:cNvPr id="66" name="object 6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572000" y="3124200"/>
              <a:ext cx="883920" cy="1066800"/>
            </a:xfrm>
            <a:prstGeom prst="rect">
              <a:avLst/>
            </a:prstGeom>
          </p:spPr>
        </p:pic>
        <p:pic>
          <p:nvPicPr>
            <p:cNvPr id="67" name="object 6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876800" y="4127500"/>
              <a:ext cx="614679" cy="685800"/>
            </a:xfrm>
            <a:prstGeom prst="rect">
              <a:avLst/>
            </a:prstGeom>
          </p:spPr>
        </p:pic>
        <p:sp>
          <p:nvSpPr>
            <p:cNvPr id="68" name="object 68"/>
            <p:cNvSpPr/>
            <p:nvPr/>
          </p:nvSpPr>
          <p:spPr>
            <a:xfrm>
              <a:off x="4572000" y="3276600"/>
              <a:ext cx="915669" cy="334010"/>
            </a:xfrm>
            <a:custGeom>
              <a:avLst/>
              <a:gdLst/>
              <a:ahLst/>
              <a:cxnLst/>
              <a:rect l="l" t="t" r="r" b="b"/>
              <a:pathLst>
                <a:path w="915670" h="334010">
                  <a:moveTo>
                    <a:pt x="859789" y="0"/>
                  </a:moveTo>
                  <a:lnTo>
                    <a:pt x="55879" y="0"/>
                  </a:lnTo>
                  <a:lnTo>
                    <a:pt x="35361" y="4802"/>
                  </a:lnTo>
                  <a:lnTo>
                    <a:pt x="17462" y="17462"/>
                  </a:lnTo>
                  <a:lnTo>
                    <a:pt x="4802" y="35361"/>
                  </a:lnTo>
                  <a:lnTo>
                    <a:pt x="0" y="55879"/>
                  </a:lnTo>
                  <a:lnTo>
                    <a:pt x="0" y="278129"/>
                  </a:lnTo>
                  <a:lnTo>
                    <a:pt x="4802" y="298648"/>
                  </a:lnTo>
                  <a:lnTo>
                    <a:pt x="17462" y="316547"/>
                  </a:lnTo>
                  <a:lnTo>
                    <a:pt x="35361" y="329207"/>
                  </a:lnTo>
                  <a:lnTo>
                    <a:pt x="55879" y="334010"/>
                  </a:lnTo>
                  <a:lnTo>
                    <a:pt x="859789" y="334010"/>
                  </a:lnTo>
                  <a:lnTo>
                    <a:pt x="880308" y="329207"/>
                  </a:lnTo>
                  <a:lnTo>
                    <a:pt x="898207" y="316547"/>
                  </a:lnTo>
                  <a:lnTo>
                    <a:pt x="910867" y="298648"/>
                  </a:lnTo>
                  <a:lnTo>
                    <a:pt x="915670" y="278129"/>
                  </a:lnTo>
                  <a:lnTo>
                    <a:pt x="915670" y="55879"/>
                  </a:lnTo>
                  <a:lnTo>
                    <a:pt x="910867" y="35361"/>
                  </a:lnTo>
                  <a:lnTo>
                    <a:pt x="898207" y="17462"/>
                  </a:lnTo>
                  <a:lnTo>
                    <a:pt x="880308" y="4802"/>
                  </a:lnTo>
                  <a:lnTo>
                    <a:pt x="859789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9" name="object 69"/>
          <p:cNvGrpSpPr/>
          <p:nvPr/>
        </p:nvGrpSpPr>
        <p:grpSpPr>
          <a:xfrm>
            <a:off x="782319" y="1676400"/>
            <a:ext cx="702310" cy="914400"/>
            <a:chOff x="782319" y="1676400"/>
            <a:chExt cx="702310" cy="914400"/>
          </a:xfrm>
        </p:grpSpPr>
        <p:pic>
          <p:nvPicPr>
            <p:cNvPr id="70" name="object 7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82319" y="1676400"/>
              <a:ext cx="702310" cy="914400"/>
            </a:xfrm>
            <a:prstGeom prst="rect">
              <a:avLst/>
            </a:prstGeom>
          </p:spPr>
        </p:pic>
        <p:sp>
          <p:nvSpPr>
            <p:cNvPr id="71" name="object 71"/>
            <p:cNvSpPr/>
            <p:nvPr/>
          </p:nvSpPr>
          <p:spPr>
            <a:xfrm>
              <a:off x="1193800" y="1704340"/>
              <a:ext cx="264160" cy="723900"/>
            </a:xfrm>
            <a:custGeom>
              <a:avLst/>
              <a:gdLst/>
              <a:ahLst/>
              <a:cxnLst/>
              <a:rect l="l" t="t" r="r" b="b"/>
              <a:pathLst>
                <a:path w="264159" h="723900">
                  <a:moveTo>
                    <a:pt x="219709" y="0"/>
                  </a:moveTo>
                  <a:lnTo>
                    <a:pt x="44450" y="0"/>
                  </a:lnTo>
                  <a:lnTo>
                    <a:pt x="27860" y="3730"/>
                  </a:lnTo>
                  <a:lnTo>
                    <a:pt x="13652" y="13652"/>
                  </a:lnTo>
                  <a:lnTo>
                    <a:pt x="3730" y="27860"/>
                  </a:lnTo>
                  <a:lnTo>
                    <a:pt x="0" y="44450"/>
                  </a:lnTo>
                  <a:lnTo>
                    <a:pt x="0" y="680720"/>
                  </a:lnTo>
                  <a:lnTo>
                    <a:pt x="3730" y="696575"/>
                  </a:lnTo>
                  <a:lnTo>
                    <a:pt x="13652" y="710406"/>
                  </a:lnTo>
                  <a:lnTo>
                    <a:pt x="27860" y="720189"/>
                  </a:lnTo>
                  <a:lnTo>
                    <a:pt x="44450" y="723900"/>
                  </a:lnTo>
                  <a:lnTo>
                    <a:pt x="219709" y="723900"/>
                  </a:lnTo>
                  <a:lnTo>
                    <a:pt x="235763" y="720189"/>
                  </a:lnTo>
                  <a:lnTo>
                    <a:pt x="250031" y="710406"/>
                  </a:lnTo>
                  <a:lnTo>
                    <a:pt x="260250" y="696575"/>
                  </a:lnTo>
                  <a:lnTo>
                    <a:pt x="264159" y="680720"/>
                  </a:lnTo>
                  <a:lnTo>
                    <a:pt x="264159" y="44450"/>
                  </a:lnTo>
                  <a:lnTo>
                    <a:pt x="260250" y="27860"/>
                  </a:lnTo>
                  <a:lnTo>
                    <a:pt x="250031" y="13652"/>
                  </a:lnTo>
                  <a:lnTo>
                    <a:pt x="235763" y="3730"/>
                  </a:lnTo>
                  <a:lnTo>
                    <a:pt x="219709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2" name="object 72"/>
          <p:cNvGrpSpPr/>
          <p:nvPr/>
        </p:nvGrpSpPr>
        <p:grpSpPr>
          <a:xfrm>
            <a:off x="1584960" y="1676400"/>
            <a:ext cx="702310" cy="914400"/>
            <a:chOff x="1584960" y="1676400"/>
            <a:chExt cx="702310" cy="914400"/>
          </a:xfrm>
        </p:grpSpPr>
        <p:pic>
          <p:nvPicPr>
            <p:cNvPr id="73" name="object 7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584960" y="1676400"/>
              <a:ext cx="702310" cy="914400"/>
            </a:xfrm>
            <a:prstGeom prst="rect">
              <a:avLst/>
            </a:prstGeom>
          </p:spPr>
        </p:pic>
        <p:sp>
          <p:nvSpPr>
            <p:cNvPr id="74" name="object 74"/>
            <p:cNvSpPr/>
            <p:nvPr/>
          </p:nvSpPr>
          <p:spPr>
            <a:xfrm>
              <a:off x="1995170" y="1704340"/>
              <a:ext cx="264160" cy="723900"/>
            </a:xfrm>
            <a:custGeom>
              <a:avLst/>
              <a:gdLst/>
              <a:ahLst/>
              <a:cxnLst/>
              <a:rect l="l" t="t" r="r" b="b"/>
              <a:pathLst>
                <a:path w="264160" h="723900">
                  <a:moveTo>
                    <a:pt x="219710" y="0"/>
                  </a:moveTo>
                  <a:lnTo>
                    <a:pt x="44450" y="0"/>
                  </a:lnTo>
                  <a:lnTo>
                    <a:pt x="28396" y="3730"/>
                  </a:lnTo>
                  <a:lnTo>
                    <a:pt x="14128" y="13652"/>
                  </a:lnTo>
                  <a:lnTo>
                    <a:pt x="3909" y="27860"/>
                  </a:lnTo>
                  <a:lnTo>
                    <a:pt x="0" y="44450"/>
                  </a:lnTo>
                  <a:lnTo>
                    <a:pt x="0" y="680720"/>
                  </a:lnTo>
                  <a:lnTo>
                    <a:pt x="3909" y="696575"/>
                  </a:lnTo>
                  <a:lnTo>
                    <a:pt x="14128" y="710406"/>
                  </a:lnTo>
                  <a:lnTo>
                    <a:pt x="28396" y="720189"/>
                  </a:lnTo>
                  <a:lnTo>
                    <a:pt x="44450" y="723900"/>
                  </a:lnTo>
                  <a:lnTo>
                    <a:pt x="219710" y="723900"/>
                  </a:lnTo>
                  <a:lnTo>
                    <a:pt x="235763" y="720189"/>
                  </a:lnTo>
                  <a:lnTo>
                    <a:pt x="250031" y="710406"/>
                  </a:lnTo>
                  <a:lnTo>
                    <a:pt x="260250" y="696575"/>
                  </a:lnTo>
                  <a:lnTo>
                    <a:pt x="264160" y="680720"/>
                  </a:lnTo>
                  <a:lnTo>
                    <a:pt x="264160" y="44450"/>
                  </a:lnTo>
                  <a:lnTo>
                    <a:pt x="260250" y="27860"/>
                  </a:lnTo>
                  <a:lnTo>
                    <a:pt x="250031" y="13652"/>
                  </a:lnTo>
                  <a:lnTo>
                    <a:pt x="235763" y="3730"/>
                  </a:lnTo>
                  <a:lnTo>
                    <a:pt x="219710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5" name="object 75"/>
          <p:cNvGrpSpPr/>
          <p:nvPr/>
        </p:nvGrpSpPr>
        <p:grpSpPr>
          <a:xfrm>
            <a:off x="2386329" y="1676400"/>
            <a:ext cx="702310" cy="914400"/>
            <a:chOff x="2386329" y="1676400"/>
            <a:chExt cx="702310" cy="914400"/>
          </a:xfrm>
        </p:grpSpPr>
        <p:pic>
          <p:nvPicPr>
            <p:cNvPr id="76" name="object 7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386329" y="1676400"/>
              <a:ext cx="702309" cy="914400"/>
            </a:xfrm>
            <a:prstGeom prst="rect">
              <a:avLst/>
            </a:prstGeom>
          </p:spPr>
        </p:pic>
        <p:sp>
          <p:nvSpPr>
            <p:cNvPr id="77" name="object 77"/>
            <p:cNvSpPr/>
            <p:nvPr/>
          </p:nvSpPr>
          <p:spPr>
            <a:xfrm>
              <a:off x="2797809" y="1704340"/>
              <a:ext cx="262890" cy="723900"/>
            </a:xfrm>
            <a:custGeom>
              <a:avLst/>
              <a:gdLst/>
              <a:ahLst/>
              <a:cxnLst/>
              <a:rect l="l" t="t" r="r" b="b"/>
              <a:pathLst>
                <a:path w="262889" h="723900">
                  <a:moveTo>
                    <a:pt x="218439" y="0"/>
                  </a:moveTo>
                  <a:lnTo>
                    <a:pt x="43179" y="0"/>
                  </a:lnTo>
                  <a:lnTo>
                    <a:pt x="27324" y="3730"/>
                  </a:lnTo>
                  <a:lnTo>
                    <a:pt x="13493" y="13652"/>
                  </a:lnTo>
                  <a:lnTo>
                    <a:pt x="3710" y="27860"/>
                  </a:lnTo>
                  <a:lnTo>
                    <a:pt x="0" y="44450"/>
                  </a:lnTo>
                  <a:lnTo>
                    <a:pt x="0" y="680720"/>
                  </a:lnTo>
                  <a:lnTo>
                    <a:pt x="3710" y="696575"/>
                  </a:lnTo>
                  <a:lnTo>
                    <a:pt x="13493" y="710406"/>
                  </a:lnTo>
                  <a:lnTo>
                    <a:pt x="27324" y="720189"/>
                  </a:lnTo>
                  <a:lnTo>
                    <a:pt x="43179" y="723900"/>
                  </a:lnTo>
                  <a:lnTo>
                    <a:pt x="218439" y="723900"/>
                  </a:lnTo>
                  <a:lnTo>
                    <a:pt x="235029" y="720189"/>
                  </a:lnTo>
                  <a:lnTo>
                    <a:pt x="249237" y="710406"/>
                  </a:lnTo>
                  <a:lnTo>
                    <a:pt x="259159" y="696575"/>
                  </a:lnTo>
                  <a:lnTo>
                    <a:pt x="262889" y="680720"/>
                  </a:lnTo>
                  <a:lnTo>
                    <a:pt x="262889" y="44450"/>
                  </a:lnTo>
                  <a:lnTo>
                    <a:pt x="259159" y="27860"/>
                  </a:lnTo>
                  <a:lnTo>
                    <a:pt x="249237" y="13652"/>
                  </a:lnTo>
                  <a:lnTo>
                    <a:pt x="235029" y="3730"/>
                  </a:lnTo>
                  <a:lnTo>
                    <a:pt x="218439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8" name="object 78"/>
          <p:cNvGrpSpPr/>
          <p:nvPr/>
        </p:nvGrpSpPr>
        <p:grpSpPr>
          <a:xfrm>
            <a:off x="3187700" y="1676400"/>
            <a:ext cx="702310" cy="914400"/>
            <a:chOff x="3187700" y="1676400"/>
            <a:chExt cx="702310" cy="914400"/>
          </a:xfrm>
        </p:grpSpPr>
        <p:pic>
          <p:nvPicPr>
            <p:cNvPr id="79" name="object 7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187700" y="1676400"/>
              <a:ext cx="702310" cy="914400"/>
            </a:xfrm>
            <a:prstGeom prst="rect">
              <a:avLst/>
            </a:prstGeom>
          </p:spPr>
        </p:pic>
        <p:sp>
          <p:nvSpPr>
            <p:cNvPr id="80" name="object 80"/>
            <p:cNvSpPr/>
            <p:nvPr/>
          </p:nvSpPr>
          <p:spPr>
            <a:xfrm>
              <a:off x="3599180" y="1704340"/>
              <a:ext cx="264160" cy="723900"/>
            </a:xfrm>
            <a:custGeom>
              <a:avLst/>
              <a:gdLst/>
              <a:ahLst/>
              <a:cxnLst/>
              <a:rect l="l" t="t" r="r" b="b"/>
              <a:pathLst>
                <a:path w="264160" h="723900">
                  <a:moveTo>
                    <a:pt x="219710" y="0"/>
                  </a:moveTo>
                  <a:lnTo>
                    <a:pt x="43180" y="0"/>
                  </a:lnTo>
                  <a:lnTo>
                    <a:pt x="27324" y="3730"/>
                  </a:lnTo>
                  <a:lnTo>
                    <a:pt x="13493" y="13652"/>
                  </a:lnTo>
                  <a:lnTo>
                    <a:pt x="3710" y="27860"/>
                  </a:lnTo>
                  <a:lnTo>
                    <a:pt x="0" y="44450"/>
                  </a:lnTo>
                  <a:lnTo>
                    <a:pt x="0" y="680720"/>
                  </a:lnTo>
                  <a:lnTo>
                    <a:pt x="3710" y="696575"/>
                  </a:lnTo>
                  <a:lnTo>
                    <a:pt x="13493" y="710406"/>
                  </a:lnTo>
                  <a:lnTo>
                    <a:pt x="27324" y="720189"/>
                  </a:lnTo>
                  <a:lnTo>
                    <a:pt x="43180" y="723900"/>
                  </a:lnTo>
                  <a:lnTo>
                    <a:pt x="219710" y="723900"/>
                  </a:lnTo>
                  <a:lnTo>
                    <a:pt x="235763" y="720189"/>
                  </a:lnTo>
                  <a:lnTo>
                    <a:pt x="250031" y="710406"/>
                  </a:lnTo>
                  <a:lnTo>
                    <a:pt x="260250" y="696575"/>
                  </a:lnTo>
                  <a:lnTo>
                    <a:pt x="264160" y="680720"/>
                  </a:lnTo>
                  <a:lnTo>
                    <a:pt x="264160" y="44450"/>
                  </a:lnTo>
                  <a:lnTo>
                    <a:pt x="260250" y="27860"/>
                  </a:lnTo>
                  <a:lnTo>
                    <a:pt x="250031" y="13652"/>
                  </a:lnTo>
                  <a:lnTo>
                    <a:pt x="235763" y="3730"/>
                  </a:lnTo>
                  <a:lnTo>
                    <a:pt x="219710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1" name="object 81"/>
          <p:cNvSpPr txBox="1"/>
          <p:nvPr/>
        </p:nvSpPr>
        <p:spPr>
          <a:xfrm>
            <a:off x="4643120" y="3308350"/>
            <a:ext cx="779145" cy="2387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00" b="1" spc="-10" dirty="0">
                <a:solidFill>
                  <a:srgbClr val="FFFFFF"/>
                </a:solidFill>
                <a:latin typeface="Arial"/>
                <a:cs typeface="Arial"/>
              </a:rPr>
              <a:t>BACKUP</a:t>
            </a:r>
            <a:endParaRPr sz="1400">
              <a:latin typeface="Arial"/>
              <a:cs typeface="Arial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1237580" y="1783289"/>
            <a:ext cx="167640" cy="562610"/>
          </a:xfrm>
          <a:prstGeom prst="rect">
            <a:avLst/>
          </a:prstGeom>
        </p:spPr>
        <p:txBody>
          <a:bodyPr vert="vert270" wrap="square" lIns="0" tIns="6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1000" b="1" spc="-10" dirty="0">
                <a:solidFill>
                  <a:srgbClr val="FFFFFF"/>
                </a:solidFill>
                <a:latin typeface="Arial"/>
                <a:cs typeface="Arial"/>
              </a:rPr>
              <a:t>BACKUP</a:t>
            </a:r>
            <a:endParaRPr sz="1000">
              <a:latin typeface="Arial"/>
              <a:cs typeface="Arial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2038950" y="1783289"/>
            <a:ext cx="167640" cy="562610"/>
          </a:xfrm>
          <a:prstGeom prst="rect">
            <a:avLst/>
          </a:prstGeom>
        </p:spPr>
        <p:txBody>
          <a:bodyPr vert="vert270" wrap="square" lIns="0" tIns="6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1000" b="1" spc="-10" dirty="0">
                <a:solidFill>
                  <a:srgbClr val="FFFFFF"/>
                </a:solidFill>
                <a:latin typeface="Arial"/>
                <a:cs typeface="Arial"/>
              </a:rPr>
              <a:t>BACKUP</a:t>
            </a:r>
            <a:endParaRPr sz="1000">
              <a:latin typeface="Arial"/>
              <a:cs typeface="Arial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2840320" y="1786002"/>
            <a:ext cx="167640" cy="560070"/>
          </a:xfrm>
          <a:prstGeom prst="rect">
            <a:avLst/>
          </a:prstGeom>
        </p:spPr>
        <p:txBody>
          <a:bodyPr vert="vert270" wrap="square" lIns="0" tIns="6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1000" b="1" spc="-10" dirty="0">
                <a:solidFill>
                  <a:srgbClr val="FFFFFF"/>
                </a:solidFill>
                <a:latin typeface="Arial"/>
                <a:cs typeface="Arial"/>
              </a:rPr>
              <a:t>BACKUP</a:t>
            </a:r>
            <a:endParaRPr sz="1000">
              <a:latin typeface="Arial"/>
              <a:cs typeface="Arial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3642960" y="1781869"/>
            <a:ext cx="167640" cy="563880"/>
          </a:xfrm>
          <a:prstGeom prst="rect">
            <a:avLst/>
          </a:prstGeom>
        </p:spPr>
        <p:txBody>
          <a:bodyPr vert="vert270" wrap="square" lIns="0" tIns="6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1000" b="1" spc="-10" dirty="0">
                <a:solidFill>
                  <a:srgbClr val="FFFFFF"/>
                </a:solidFill>
                <a:latin typeface="Arial"/>
                <a:cs typeface="Arial"/>
              </a:rPr>
              <a:t>BACKUP</a:t>
            </a:r>
            <a:endParaRPr sz="1000">
              <a:latin typeface="Arial"/>
              <a:cs typeface="Arial"/>
            </a:endParaRPr>
          </a:p>
        </p:txBody>
      </p:sp>
      <p:pic>
        <p:nvPicPr>
          <p:cNvPr id="86" name="object 86">
            <a:hlinkClick r:id="rId8"/>
          </p:cNvPr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6478270" y="2995929"/>
            <a:ext cx="1381759" cy="307339"/>
          </a:xfrm>
          <a:prstGeom prst="rect">
            <a:avLst/>
          </a:prstGeom>
        </p:spPr>
      </p:pic>
      <p:pic>
        <p:nvPicPr>
          <p:cNvPr id="87" name="object 87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6455409" y="3632200"/>
            <a:ext cx="1428749" cy="527050"/>
          </a:xfrm>
          <a:prstGeom prst="rect">
            <a:avLst/>
          </a:prstGeom>
        </p:spPr>
      </p:pic>
      <p:pic>
        <p:nvPicPr>
          <p:cNvPr id="88" name="object 88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6587490" y="2213610"/>
            <a:ext cx="1162050" cy="454660"/>
          </a:xfrm>
          <a:prstGeom prst="rect">
            <a:avLst/>
          </a:prstGeom>
        </p:spPr>
      </p:pic>
      <p:pic>
        <p:nvPicPr>
          <p:cNvPr id="89" name="object 89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6446520" y="1294130"/>
            <a:ext cx="1447800" cy="593089"/>
          </a:xfrm>
          <a:prstGeom prst="rect">
            <a:avLst/>
          </a:prstGeom>
        </p:spPr>
      </p:pic>
      <p:sp>
        <p:nvSpPr>
          <p:cNvPr id="90" name="object 9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25" dirty="0"/>
              <a:t>22</a:t>
            </a:fld>
            <a:endParaRPr spc="-25" dirty="0"/>
          </a:p>
        </p:txBody>
      </p:sp>
    </p:spTree>
  </p:cSld>
  <p:clrMapOvr>
    <a:masterClrMapping/>
  </p:clrMapOvr>
  <p:transition>
    <p:wipe dir="r"/>
  </p:transition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80439" y="595630"/>
            <a:ext cx="6409690" cy="403860"/>
          </a:xfrm>
          <a:custGeom>
            <a:avLst/>
            <a:gdLst/>
            <a:ahLst/>
            <a:cxnLst/>
            <a:rect l="l" t="t" r="r" b="b"/>
            <a:pathLst>
              <a:path w="6409690" h="403859">
                <a:moveTo>
                  <a:pt x="6409690" y="0"/>
                </a:moveTo>
                <a:lnTo>
                  <a:pt x="0" y="0"/>
                </a:lnTo>
                <a:lnTo>
                  <a:pt x="0" y="403860"/>
                </a:lnTo>
                <a:lnTo>
                  <a:pt x="3205480" y="403860"/>
                </a:lnTo>
                <a:lnTo>
                  <a:pt x="6409690" y="403860"/>
                </a:lnTo>
                <a:lnTo>
                  <a:pt x="640969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08000">
              <a:lnSpc>
                <a:spcPct val="100000"/>
              </a:lnSpc>
              <a:spcBef>
                <a:spcPts val="100"/>
              </a:spcBef>
            </a:pPr>
            <a:r>
              <a:rPr spc="-25" dirty="0"/>
              <a:t>Transforming</a:t>
            </a:r>
            <a:r>
              <a:rPr spc="-145" dirty="0"/>
              <a:t> </a:t>
            </a:r>
            <a:r>
              <a:rPr dirty="0"/>
              <a:t>data</a:t>
            </a:r>
            <a:r>
              <a:rPr spc="-105" dirty="0"/>
              <a:t> </a:t>
            </a:r>
            <a:r>
              <a:rPr spc="-30" dirty="0"/>
              <a:t>protection</a:t>
            </a:r>
            <a:r>
              <a:rPr spc="-60" dirty="0"/>
              <a:t> </a:t>
            </a:r>
            <a:r>
              <a:rPr spc="-30" dirty="0"/>
              <a:t>service</a:t>
            </a:r>
            <a:r>
              <a:rPr spc="-65" dirty="0"/>
              <a:t> </a:t>
            </a:r>
            <a:r>
              <a:rPr spc="-10" dirty="0"/>
              <a:t>levels</a:t>
            </a:r>
          </a:p>
        </p:txBody>
      </p:sp>
      <p:grpSp>
        <p:nvGrpSpPr>
          <p:cNvPr id="4" name="object 4"/>
          <p:cNvGrpSpPr/>
          <p:nvPr/>
        </p:nvGrpSpPr>
        <p:grpSpPr>
          <a:xfrm>
            <a:off x="3109912" y="1447800"/>
            <a:ext cx="5272405" cy="3343275"/>
            <a:chOff x="3109912" y="1447800"/>
            <a:chExt cx="5272405" cy="3343275"/>
          </a:xfrm>
        </p:grpSpPr>
        <p:sp>
          <p:nvSpPr>
            <p:cNvPr id="5" name="object 5"/>
            <p:cNvSpPr/>
            <p:nvPr/>
          </p:nvSpPr>
          <p:spPr>
            <a:xfrm>
              <a:off x="3279140" y="1447799"/>
              <a:ext cx="5102860" cy="3186430"/>
            </a:xfrm>
            <a:custGeom>
              <a:avLst/>
              <a:gdLst/>
              <a:ahLst/>
              <a:cxnLst/>
              <a:rect l="l" t="t" r="r" b="b"/>
              <a:pathLst>
                <a:path w="5102859" h="3186429">
                  <a:moveTo>
                    <a:pt x="5102860" y="3100070"/>
                  </a:moveTo>
                  <a:lnTo>
                    <a:pt x="4931410" y="3014980"/>
                  </a:lnTo>
                  <a:lnTo>
                    <a:pt x="4931410" y="3072130"/>
                  </a:lnTo>
                  <a:lnTo>
                    <a:pt x="101815" y="3072130"/>
                  </a:lnTo>
                  <a:lnTo>
                    <a:pt x="114147" y="172300"/>
                  </a:lnTo>
                  <a:lnTo>
                    <a:pt x="171450" y="172720"/>
                  </a:lnTo>
                  <a:lnTo>
                    <a:pt x="86360" y="0"/>
                  </a:lnTo>
                  <a:lnTo>
                    <a:pt x="0" y="171450"/>
                  </a:lnTo>
                  <a:lnTo>
                    <a:pt x="57010" y="171881"/>
                  </a:lnTo>
                  <a:lnTo>
                    <a:pt x="45720" y="3125470"/>
                  </a:lnTo>
                  <a:lnTo>
                    <a:pt x="73660" y="3125470"/>
                  </a:lnTo>
                  <a:lnTo>
                    <a:pt x="73660" y="3129280"/>
                  </a:lnTo>
                  <a:lnTo>
                    <a:pt x="4931410" y="3129280"/>
                  </a:lnTo>
                  <a:lnTo>
                    <a:pt x="4931410" y="3186430"/>
                  </a:lnTo>
                  <a:lnTo>
                    <a:pt x="5102860" y="3100070"/>
                  </a:lnTo>
                  <a:close/>
                </a:path>
              </a:pathLst>
            </a:custGeom>
            <a:solidFill>
              <a:srgbClr val="A9A9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124200" y="2719069"/>
              <a:ext cx="4191000" cy="2057400"/>
            </a:xfrm>
            <a:custGeom>
              <a:avLst/>
              <a:gdLst/>
              <a:ahLst/>
              <a:cxnLst/>
              <a:rect l="l" t="t" r="r" b="b"/>
              <a:pathLst>
                <a:path w="4191000" h="2057400">
                  <a:moveTo>
                    <a:pt x="0" y="1295399"/>
                  </a:moveTo>
                  <a:lnTo>
                    <a:pt x="228600" y="1295399"/>
                  </a:lnTo>
                </a:path>
                <a:path w="4191000" h="2057400">
                  <a:moveTo>
                    <a:pt x="838200" y="1828799"/>
                  </a:moveTo>
                  <a:lnTo>
                    <a:pt x="838200" y="2057399"/>
                  </a:lnTo>
                </a:path>
                <a:path w="4191000" h="2057400">
                  <a:moveTo>
                    <a:pt x="0" y="609600"/>
                  </a:moveTo>
                  <a:lnTo>
                    <a:pt x="228600" y="609600"/>
                  </a:lnTo>
                </a:path>
                <a:path w="4191000" h="2057400">
                  <a:moveTo>
                    <a:pt x="0" y="0"/>
                  </a:moveTo>
                  <a:lnTo>
                    <a:pt x="228600" y="0"/>
                  </a:lnTo>
                </a:path>
                <a:path w="4191000" h="2057400">
                  <a:moveTo>
                    <a:pt x="4191000" y="1828799"/>
                  </a:moveTo>
                  <a:lnTo>
                    <a:pt x="4191000" y="2057399"/>
                  </a:lnTo>
                </a:path>
              </a:pathLst>
            </a:custGeom>
            <a:ln w="28393">
              <a:solidFill>
                <a:srgbClr val="A9A9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440430" y="2725419"/>
              <a:ext cx="3876040" cy="25400"/>
            </a:xfrm>
            <a:custGeom>
              <a:avLst/>
              <a:gdLst/>
              <a:ahLst/>
              <a:cxnLst/>
              <a:rect l="l" t="t" r="r" b="b"/>
              <a:pathLst>
                <a:path w="3876040" h="254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0" y="25400"/>
                  </a:lnTo>
                  <a:lnTo>
                    <a:pt x="3876040" y="254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FFCC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440429" y="2750819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FDCA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440429" y="2763519"/>
              <a:ext cx="3876040" cy="13970"/>
            </a:xfrm>
            <a:custGeom>
              <a:avLst/>
              <a:gdLst/>
              <a:ahLst/>
              <a:cxnLst/>
              <a:rect l="l" t="t" r="r" b="b"/>
              <a:pathLst>
                <a:path w="3876040" h="13969">
                  <a:moveTo>
                    <a:pt x="387604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3876040" y="1396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FCC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440429" y="2777489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FBC8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440429" y="2790189"/>
              <a:ext cx="3876040" cy="13970"/>
            </a:xfrm>
            <a:custGeom>
              <a:avLst/>
              <a:gdLst/>
              <a:ahLst/>
              <a:cxnLst/>
              <a:rect l="l" t="t" r="r" b="b"/>
              <a:pathLst>
                <a:path w="3876040" h="13969">
                  <a:moveTo>
                    <a:pt x="387604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3876040" y="1397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FAC8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440429" y="2804160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F9C7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440429" y="2816860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F8C6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3440429" y="2829560"/>
              <a:ext cx="3876040" cy="13970"/>
            </a:xfrm>
            <a:custGeom>
              <a:avLst/>
              <a:gdLst/>
              <a:ahLst/>
              <a:cxnLst/>
              <a:rect l="l" t="t" r="r" b="b"/>
              <a:pathLst>
                <a:path w="3876040" h="13969">
                  <a:moveTo>
                    <a:pt x="387604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3876040" y="1396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F7C5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3440429" y="2843530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F6C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3440429" y="2856230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F5C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3440429" y="2868930"/>
              <a:ext cx="3876040" cy="13970"/>
            </a:xfrm>
            <a:custGeom>
              <a:avLst/>
              <a:gdLst/>
              <a:ahLst/>
              <a:cxnLst/>
              <a:rect l="l" t="t" r="r" b="b"/>
              <a:pathLst>
                <a:path w="3876040" h="13969">
                  <a:moveTo>
                    <a:pt x="387604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3876040" y="1397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F4C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440429" y="2882900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F3C2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3440429" y="2895600"/>
              <a:ext cx="3876040" cy="13970"/>
            </a:xfrm>
            <a:custGeom>
              <a:avLst/>
              <a:gdLst/>
              <a:ahLst/>
              <a:cxnLst/>
              <a:rect l="l" t="t" r="r" b="b"/>
              <a:pathLst>
                <a:path w="3876040" h="13969">
                  <a:moveTo>
                    <a:pt x="387604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3876040" y="1397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F2C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3440429" y="2909569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F1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3440429" y="2922269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F0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3440429" y="2934969"/>
              <a:ext cx="3876040" cy="13970"/>
            </a:xfrm>
            <a:custGeom>
              <a:avLst/>
              <a:gdLst/>
              <a:ahLst/>
              <a:cxnLst/>
              <a:rect l="l" t="t" r="r" b="b"/>
              <a:pathLst>
                <a:path w="3876040" h="13969">
                  <a:moveTo>
                    <a:pt x="387604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3876040" y="1396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EFB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440429" y="2948939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EEBE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440429" y="2961639"/>
              <a:ext cx="3876040" cy="13970"/>
            </a:xfrm>
            <a:custGeom>
              <a:avLst/>
              <a:gdLst/>
              <a:ahLst/>
              <a:cxnLst/>
              <a:rect l="l" t="t" r="r" b="b"/>
              <a:pathLst>
                <a:path w="3876040" h="13969">
                  <a:moveTo>
                    <a:pt x="387604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3876040" y="1397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EDBD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3440429" y="2975610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ECBC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3440429" y="2988310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EBBC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440429" y="3001010"/>
              <a:ext cx="3876040" cy="13970"/>
            </a:xfrm>
            <a:custGeom>
              <a:avLst/>
              <a:gdLst/>
              <a:ahLst/>
              <a:cxnLst/>
              <a:rect l="l" t="t" r="r" b="b"/>
              <a:pathLst>
                <a:path w="3876040" h="13969">
                  <a:moveTo>
                    <a:pt x="387604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3876040" y="1396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EABB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440429" y="3014980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E9BA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440429" y="3027680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E8B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3440429" y="3040380"/>
              <a:ext cx="3876040" cy="13970"/>
            </a:xfrm>
            <a:custGeom>
              <a:avLst/>
              <a:gdLst/>
              <a:ahLst/>
              <a:cxnLst/>
              <a:rect l="l" t="t" r="r" b="b"/>
              <a:pathLst>
                <a:path w="3876040" h="13969">
                  <a:moveTo>
                    <a:pt x="387604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3876040" y="1397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E7B8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3440429" y="3054350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E6B8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3440429" y="3067050"/>
              <a:ext cx="3876040" cy="13970"/>
            </a:xfrm>
            <a:custGeom>
              <a:avLst/>
              <a:gdLst/>
              <a:ahLst/>
              <a:cxnLst/>
              <a:rect l="l" t="t" r="r" b="b"/>
              <a:pathLst>
                <a:path w="3876040" h="13969">
                  <a:moveTo>
                    <a:pt x="387604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3876040" y="1397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E5B7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3440429" y="3081020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E4B6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3440429" y="3093720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E3B5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3440429" y="3106420"/>
              <a:ext cx="3876040" cy="13970"/>
            </a:xfrm>
            <a:custGeom>
              <a:avLst/>
              <a:gdLst/>
              <a:ahLst/>
              <a:cxnLst/>
              <a:rect l="l" t="t" r="r" b="b"/>
              <a:pathLst>
                <a:path w="3876040" h="13969">
                  <a:moveTo>
                    <a:pt x="387604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3876040" y="1396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E2B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3440429" y="3120389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E1B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3440429" y="3133089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E0B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3440429" y="3145789"/>
              <a:ext cx="3876040" cy="13970"/>
            </a:xfrm>
            <a:custGeom>
              <a:avLst/>
              <a:gdLst/>
              <a:ahLst/>
              <a:cxnLst/>
              <a:rect l="l" t="t" r="r" b="b"/>
              <a:pathLst>
                <a:path w="3876040" h="13969">
                  <a:moveTo>
                    <a:pt x="387604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3876040" y="1397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DFB2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3440429" y="3159760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DEB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3440429" y="3172460"/>
              <a:ext cx="3876040" cy="13970"/>
            </a:xfrm>
            <a:custGeom>
              <a:avLst/>
              <a:gdLst/>
              <a:ahLst/>
              <a:cxnLst/>
              <a:rect l="l" t="t" r="r" b="b"/>
              <a:pathLst>
                <a:path w="3876040" h="13969">
                  <a:moveTo>
                    <a:pt x="387604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3876040" y="1396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DDB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3440429" y="3186429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DCB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440429" y="3199129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DBA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440429" y="3211829"/>
              <a:ext cx="3876040" cy="13970"/>
            </a:xfrm>
            <a:custGeom>
              <a:avLst/>
              <a:gdLst/>
              <a:ahLst/>
              <a:cxnLst/>
              <a:rect l="l" t="t" r="r" b="b"/>
              <a:pathLst>
                <a:path w="3876040" h="13969">
                  <a:moveTo>
                    <a:pt x="387604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3876040" y="1397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DAAE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3440429" y="3225800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D9AD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440429" y="3238500"/>
              <a:ext cx="3876040" cy="13970"/>
            </a:xfrm>
            <a:custGeom>
              <a:avLst/>
              <a:gdLst/>
              <a:ahLst/>
              <a:cxnLst/>
              <a:rect l="l" t="t" r="r" b="b"/>
              <a:pathLst>
                <a:path w="3876040" h="13970">
                  <a:moveTo>
                    <a:pt x="387604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3876040" y="1397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D8AC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3440429" y="3252470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D7AC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440429" y="3265170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D6AB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3440429" y="3277870"/>
              <a:ext cx="3876040" cy="13970"/>
            </a:xfrm>
            <a:custGeom>
              <a:avLst/>
              <a:gdLst/>
              <a:ahLst/>
              <a:cxnLst/>
              <a:rect l="l" t="t" r="r" b="b"/>
              <a:pathLst>
                <a:path w="3876040" h="13970">
                  <a:moveTo>
                    <a:pt x="387604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3876040" y="1396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D5AA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3440429" y="3291839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D4A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3440429" y="3304539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D3A8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3440429" y="3317239"/>
              <a:ext cx="3876040" cy="13970"/>
            </a:xfrm>
            <a:custGeom>
              <a:avLst/>
              <a:gdLst/>
              <a:ahLst/>
              <a:cxnLst/>
              <a:rect l="l" t="t" r="r" b="b"/>
              <a:pathLst>
                <a:path w="3876040" h="13970">
                  <a:moveTo>
                    <a:pt x="387604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3876040" y="1397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D2A8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3440429" y="3331210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D1A7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3440429" y="3343910"/>
              <a:ext cx="3876040" cy="13970"/>
            </a:xfrm>
            <a:custGeom>
              <a:avLst/>
              <a:gdLst/>
              <a:ahLst/>
              <a:cxnLst/>
              <a:rect l="l" t="t" r="r" b="b"/>
              <a:pathLst>
                <a:path w="3876040" h="13970">
                  <a:moveTo>
                    <a:pt x="387604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3876040" y="1396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D0A6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3440429" y="3357879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CFA5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3440429" y="3370579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CEA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3440429" y="3383279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CDA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3440429" y="3395979"/>
              <a:ext cx="3876040" cy="13970"/>
            </a:xfrm>
            <a:custGeom>
              <a:avLst/>
              <a:gdLst/>
              <a:ahLst/>
              <a:cxnLst/>
              <a:rect l="l" t="t" r="r" b="b"/>
              <a:pathLst>
                <a:path w="3876040" h="13970">
                  <a:moveTo>
                    <a:pt x="387604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3876040" y="1397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CCA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3440429" y="3409950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CCA2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3440429" y="3422650"/>
              <a:ext cx="3876040" cy="13970"/>
            </a:xfrm>
            <a:custGeom>
              <a:avLst/>
              <a:gdLst/>
              <a:ahLst/>
              <a:cxnLst/>
              <a:rect l="l" t="t" r="r" b="b"/>
              <a:pathLst>
                <a:path w="3876040" h="13970">
                  <a:moveTo>
                    <a:pt x="387604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3876040" y="1397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CAA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3440429" y="3436620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C9A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3440429" y="3449320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C8A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3440429" y="3462020"/>
              <a:ext cx="3876040" cy="13970"/>
            </a:xfrm>
            <a:custGeom>
              <a:avLst/>
              <a:gdLst/>
              <a:ahLst/>
              <a:cxnLst/>
              <a:rect l="l" t="t" r="r" b="b"/>
              <a:pathLst>
                <a:path w="3876040" h="13970">
                  <a:moveTo>
                    <a:pt x="387604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3876040" y="1396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C79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3440429" y="3475989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C69E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3440429" y="3488689"/>
              <a:ext cx="3876040" cy="13970"/>
            </a:xfrm>
            <a:custGeom>
              <a:avLst/>
              <a:gdLst/>
              <a:ahLst/>
              <a:cxnLst/>
              <a:rect l="l" t="t" r="r" b="b"/>
              <a:pathLst>
                <a:path w="3876040" h="13970">
                  <a:moveTo>
                    <a:pt x="387604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3876040" y="1397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C59D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3440429" y="3502660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C49C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3440429" y="3515360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C39C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3440429" y="3528060"/>
              <a:ext cx="3876040" cy="13970"/>
            </a:xfrm>
            <a:custGeom>
              <a:avLst/>
              <a:gdLst/>
              <a:ahLst/>
              <a:cxnLst/>
              <a:rect l="l" t="t" r="r" b="b"/>
              <a:pathLst>
                <a:path w="3876040" h="13970">
                  <a:moveTo>
                    <a:pt x="387604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3876040" y="1396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C29B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3440429" y="3542029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C19A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3440429" y="3554729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C09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3440429" y="3567429"/>
              <a:ext cx="3876040" cy="13970"/>
            </a:xfrm>
            <a:custGeom>
              <a:avLst/>
              <a:gdLst/>
              <a:ahLst/>
              <a:cxnLst/>
              <a:rect l="l" t="t" r="r" b="b"/>
              <a:pathLst>
                <a:path w="3876040" h="13970">
                  <a:moveTo>
                    <a:pt x="387604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3876040" y="1397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BF9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3440429" y="3581400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BE9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3440429" y="3594100"/>
              <a:ext cx="3876040" cy="13970"/>
            </a:xfrm>
            <a:custGeom>
              <a:avLst/>
              <a:gdLst/>
              <a:ahLst/>
              <a:cxnLst/>
              <a:rect l="l" t="t" r="r" b="b"/>
              <a:pathLst>
                <a:path w="3876040" h="13970">
                  <a:moveTo>
                    <a:pt x="387604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3876040" y="1396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BD97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3440429" y="3608070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699"/>
                  </a:lnTo>
                  <a:lnTo>
                    <a:pt x="3876040" y="1269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BC96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3440429" y="3620770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699"/>
                  </a:lnTo>
                  <a:lnTo>
                    <a:pt x="3876040" y="1269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BB95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3440429" y="3633470"/>
              <a:ext cx="3876040" cy="13970"/>
            </a:xfrm>
            <a:custGeom>
              <a:avLst/>
              <a:gdLst/>
              <a:ahLst/>
              <a:cxnLst/>
              <a:rect l="l" t="t" r="r" b="b"/>
              <a:pathLst>
                <a:path w="3876040" h="13970">
                  <a:moveTo>
                    <a:pt x="387604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3876040" y="1396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BA9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3440429" y="3647439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B99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3440429" y="3660139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B89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3440429" y="3672839"/>
              <a:ext cx="3876040" cy="13970"/>
            </a:xfrm>
            <a:custGeom>
              <a:avLst/>
              <a:gdLst/>
              <a:ahLst/>
              <a:cxnLst/>
              <a:rect l="l" t="t" r="r" b="b"/>
              <a:pathLst>
                <a:path w="3876040" h="13970">
                  <a:moveTo>
                    <a:pt x="387604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3876040" y="1397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B792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3440429" y="3686810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B69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3440429" y="3699510"/>
              <a:ext cx="3876040" cy="13970"/>
            </a:xfrm>
            <a:custGeom>
              <a:avLst/>
              <a:gdLst/>
              <a:ahLst/>
              <a:cxnLst/>
              <a:rect l="l" t="t" r="r" b="b"/>
              <a:pathLst>
                <a:path w="3876040" h="13970">
                  <a:moveTo>
                    <a:pt x="387604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3876040" y="1396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B59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3440429" y="3713479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B49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3440429" y="3726179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B38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3440429" y="3738879"/>
              <a:ext cx="3876040" cy="13970"/>
            </a:xfrm>
            <a:custGeom>
              <a:avLst/>
              <a:gdLst/>
              <a:ahLst/>
              <a:cxnLst/>
              <a:rect l="l" t="t" r="r" b="b"/>
              <a:pathLst>
                <a:path w="3876040" h="13970">
                  <a:moveTo>
                    <a:pt x="387604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3876040" y="1397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B28E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3440429" y="3752850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B18D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3440429" y="3765550"/>
              <a:ext cx="3876040" cy="13970"/>
            </a:xfrm>
            <a:custGeom>
              <a:avLst/>
              <a:gdLst/>
              <a:ahLst/>
              <a:cxnLst/>
              <a:rect l="l" t="t" r="r" b="b"/>
              <a:pathLst>
                <a:path w="3876040" h="13970">
                  <a:moveTo>
                    <a:pt x="387604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3876040" y="1396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B08D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3440429" y="3779520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699"/>
                  </a:lnTo>
                  <a:lnTo>
                    <a:pt x="3876040" y="1269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AF8C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3440429" y="3792220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699"/>
                  </a:lnTo>
                  <a:lnTo>
                    <a:pt x="3876040" y="1269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AE8B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3440429" y="3804920"/>
              <a:ext cx="3876040" cy="13970"/>
            </a:xfrm>
            <a:custGeom>
              <a:avLst/>
              <a:gdLst/>
              <a:ahLst/>
              <a:cxnLst/>
              <a:rect l="l" t="t" r="r" b="b"/>
              <a:pathLst>
                <a:path w="3876040" h="13970">
                  <a:moveTo>
                    <a:pt x="387604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3876040" y="1396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AD8A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3440429" y="3818889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AC8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3440429" y="3831589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AB8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3440429" y="3844289"/>
              <a:ext cx="3876040" cy="13970"/>
            </a:xfrm>
            <a:custGeom>
              <a:avLst/>
              <a:gdLst/>
              <a:ahLst/>
              <a:cxnLst/>
              <a:rect l="l" t="t" r="r" b="b"/>
              <a:pathLst>
                <a:path w="3876040" h="13970">
                  <a:moveTo>
                    <a:pt x="387604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3876040" y="1397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AA88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3440429" y="3858260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A987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3440429" y="3870960"/>
              <a:ext cx="3876040" cy="13970"/>
            </a:xfrm>
            <a:custGeom>
              <a:avLst/>
              <a:gdLst/>
              <a:ahLst/>
              <a:cxnLst/>
              <a:rect l="l" t="t" r="r" b="b"/>
              <a:pathLst>
                <a:path w="3876040" h="13970">
                  <a:moveTo>
                    <a:pt x="387604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3876040" y="1396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A886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3440429" y="3884929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A785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3440429" y="3897629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A685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3440429" y="3910329"/>
              <a:ext cx="3876040" cy="13970"/>
            </a:xfrm>
            <a:custGeom>
              <a:avLst/>
              <a:gdLst/>
              <a:ahLst/>
              <a:cxnLst/>
              <a:rect l="l" t="t" r="r" b="b"/>
              <a:pathLst>
                <a:path w="3876040" h="13970">
                  <a:moveTo>
                    <a:pt x="387604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3876040" y="1397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A58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3440429" y="3924300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A48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3440429" y="3937000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A382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3440429" y="3949700"/>
              <a:ext cx="3876040" cy="13970"/>
            </a:xfrm>
            <a:custGeom>
              <a:avLst/>
              <a:gdLst/>
              <a:ahLst/>
              <a:cxnLst/>
              <a:rect l="l" t="t" r="r" b="b"/>
              <a:pathLst>
                <a:path w="3876040" h="13970">
                  <a:moveTo>
                    <a:pt x="387604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3876040" y="1396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A28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3440429" y="3963670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699"/>
                  </a:lnTo>
                  <a:lnTo>
                    <a:pt x="3876040" y="1269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A18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3440429" y="3976370"/>
              <a:ext cx="3876040" cy="13970"/>
            </a:xfrm>
            <a:custGeom>
              <a:avLst/>
              <a:gdLst/>
              <a:ahLst/>
              <a:cxnLst/>
              <a:rect l="l" t="t" r="r" b="b"/>
              <a:pathLst>
                <a:path w="3876040" h="13970">
                  <a:moveTo>
                    <a:pt x="387604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3876040" y="1396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A08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3440429" y="3990339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9F7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3440429" y="4003039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9E7E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3440429" y="4015739"/>
              <a:ext cx="3876040" cy="13970"/>
            </a:xfrm>
            <a:custGeom>
              <a:avLst/>
              <a:gdLst/>
              <a:ahLst/>
              <a:cxnLst/>
              <a:rect l="l" t="t" r="r" b="b"/>
              <a:pathLst>
                <a:path w="3876040" h="13970">
                  <a:moveTo>
                    <a:pt x="387604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3876040" y="1397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9D7D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3440429" y="4029710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9C7D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3440429" y="4042410"/>
              <a:ext cx="3876040" cy="13970"/>
            </a:xfrm>
            <a:custGeom>
              <a:avLst/>
              <a:gdLst/>
              <a:ahLst/>
              <a:cxnLst/>
              <a:rect l="l" t="t" r="r" b="b"/>
              <a:pathLst>
                <a:path w="3876040" h="13970">
                  <a:moveTo>
                    <a:pt x="387604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3876040" y="1396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9B7C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3440429" y="4056379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9A7B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3440429" y="4069079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997A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3440429" y="4081779"/>
              <a:ext cx="3876040" cy="13970"/>
            </a:xfrm>
            <a:custGeom>
              <a:avLst/>
              <a:gdLst/>
              <a:ahLst/>
              <a:cxnLst/>
              <a:rect l="l" t="t" r="r" b="b"/>
              <a:pathLst>
                <a:path w="3876040" h="13970">
                  <a:moveTo>
                    <a:pt x="387604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3876040" y="1397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997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3440429" y="4095750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977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3440429" y="4108450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9678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3440429" y="4121150"/>
              <a:ext cx="3876040" cy="13970"/>
            </a:xfrm>
            <a:custGeom>
              <a:avLst/>
              <a:gdLst/>
              <a:ahLst/>
              <a:cxnLst/>
              <a:rect l="l" t="t" r="r" b="b"/>
              <a:pathLst>
                <a:path w="3876040" h="13970">
                  <a:moveTo>
                    <a:pt x="387604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3876040" y="1396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9577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3440429" y="4135120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699"/>
                  </a:lnTo>
                  <a:lnTo>
                    <a:pt x="3876040" y="1269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9476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3440429" y="4147820"/>
              <a:ext cx="3876040" cy="13970"/>
            </a:xfrm>
            <a:custGeom>
              <a:avLst/>
              <a:gdLst/>
              <a:ahLst/>
              <a:cxnLst/>
              <a:rect l="l" t="t" r="r" b="b"/>
              <a:pathLst>
                <a:path w="3876040" h="13970">
                  <a:moveTo>
                    <a:pt x="387604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3876040" y="1396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9375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3440429" y="4161789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9275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3440429" y="4174489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917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3440429" y="4187189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907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3440429" y="4199889"/>
              <a:ext cx="3876040" cy="13970"/>
            </a:xfrm>
            <a:custGeom>
              <a:avLst/>
              <a:gdLst/>
              <a:ahLst/>
              <a:cxnLst/>
              <a:rect l="l" t="t" r="r" b="b"/>
              <a:pathLst>
                <a:path w="3876040" h="13970">
                  <a:moveTo>
                    <a:pt x="387604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3876040" y="1397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8F72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3440429" y="4213860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8E7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3440429" y="4226560"/>
              <a:ext cx="3876040" cy="13970"/>
            </a:xfrm>
            <a:custGeom>
              <a:avLst/>
              <a:gdLst/>
              <a:ahLst/>
              <a:cxnLst/>
              <a:rect l="l" t="t" r="r" b="b"/>
              <a:pathLst>
                <a:path w="3876040" h="13970">
                  <a:moveTo>
                    <a:pt x="387604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3876040" y="1396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8D7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3440429" y="4240529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8C7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3440429" y="4253229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8B6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3440429" y="4265929"/>
              <a:ext cx="3876040" cy="13970"/>
            </a:xfrm>
            <a:custGeom>
              <a:avLst/>
              <a:gdLst/>
              <a:ahLst/>
              <a:cxnLst/>
              <a:rect l="l" t="t" r="r" b="b"/>
              <a:pathLst>
                <a:path w="3876040" h="13970">
                  <a:moveTo>
                    <a:pt x="387604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3876040" y="1397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8A6E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3440429" y="4279900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896D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3440429" y="4292600"/>
              <a:ext cx="3876040" cy="13970"/>
            </a:xfrm>
            <a:custGeom>
              <a:avLst/>
              <a:gdLst/>
              <a:ahLst/>
              <a:cxnLst/>
              <a:rect l="l" t="t" r="r" b="b"/>
              <a:pathLst>
                <a:path w="3876040" h="13970">
                  <a:moveTo>
                    <a:pt x="387604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3876040" y="1396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886D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3440429" y="4306570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699"/>
                  </a:lnTo>
                  <a:lnTo>
                    <a:pt x="3876040" y="1269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876C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3440429" y="4319270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699"/>
                  </a:lnTo>
                  <a:lnTo>
                    <a:pt x="3876040" y="1269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866B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3440429" y="4331970"/>
              <a:ext cx="3876040" cy="13970"/>
            </a:xfrm>
            <a:custGeom>
              <a:avLst/>
              <a:gdLst/>
              <a:ahLst/>
              <a:cxnLst/>
              <a:rect l="l" t="t" r="r" b="b"/>
              <a:pathLst>
                <a:path w="3876040" h="13970">
                  <a:moveTo>
                    <a:pt x="387604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3876040" y="1396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856A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3440429" y="4345939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846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3440429" y="4358639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836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3440429" y="4371339"/>
              <a:ext cx="3876040" cy="13970"/>
            </a:xfrm>
            <a:custGeom>
              <a:avLst/>
              <a:gdLst/>
              <a:ahLst/>
              <a:cxnLst/>
              <a:rect l="l" t="t" r="r" b="b"/>
              <a:pathLst>
                <a:path w="3876040" h="13970">
                  <a:moveTo>
                    <a:pt x="387604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3876040" y="1397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8268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3440429" y="4385310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8167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3440429" y="4398010"/>
              <a:ext cx="3876040" cy="13970"/>
            </a:xfrm>
            <a:custGeom>
              <a:avLst/>
              <a:gdLst/>
              <a:ahLst/>
              <a:cxnLst/>
              <a:rect l="l" t="t" r="r" b="b"/>
              <a:pathLst>
                <a:path w="3876040" h="13970">
                  <a:moveTo>
                    <a:pt x="387604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3876040" y="1396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8066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3440429" y="4411979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7F66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3440429" y="4424679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7E66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3440429" y="4437379"/>
              <a:ext cx="3876040" cy="13970"/>
            </a:xfrm>
            <a:custGeom>
              <a:avLst/>
              <a:gdLst/>
              <a:ahLst/>
              <a:cxnLst/>
              <a:rect l="l" t="t" r="r" b="b"/>
              <a:pathLst>
                <a:path w="3876040" h="13970">
                  <a:moveTo>
                    <a:pt x="387604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3876040" y="1397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7D6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3440429" y="4451350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7C6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3440429" y="4464050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7B62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3440429" y="4476750"/>
              <a:ext cx="3876040" cy="13970"/>
            </a:xfrm>
            <a:custGeom>
              <a:avLst/>
              <a:gdLst/>
              <a:ahLst/>
              <a:cxnLst/>
              <a:rect l="l" t="t" r="r" b="b"/>
              <a:pathLst>
                <a:path w="3876040" h="13970">
                  <a:moveTo>
                    <a:pt x="387604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3876040" y="1396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7A6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3440429" y="4490720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699"/>
                  </a:lnTo>
                  <a:lnTo>
                    <a:pt x="3876040" y="1269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796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3440429" y="4503420"/>
              <a:ext cx="3876040" cy="13970"/>
            </a:xfrm>
            <a:custGeom>
              <a:avLst/>
              <a:gdLst/>
              <a:ahLst/>
              <a:cxnLst/>
              <a:rect l="l" t="t" r="r" b="b"/>
              <a:pathLst>
                <a:path w="3876040" h="13970">
                  <a:moveTo>
                    <a:pt x="387604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3876040" y="13969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786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3440429" y="4517389"/>
              <a:ext cx="3876040" cy="12700"/>
            </a:xfrm>
            <a:custGeom>
              <a:avLst/>
              <a:gdLst/>
              <a:ahLst/>
              <a:cxnLst/>
              <a:rect l="l" t="t" r="r" b="b"/>
              <a:pathLst>
                <a:path w="3876040" h="12700">
                  <a:moveTo>
                    <a:pt x="387604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876040" y="12700"/>
                  </a:lnTo>
                  <a:lnTo>
                    <a:pt x="3876040" y="0"/>
                  </a:lnTo>
                  <a:close/>
                </a:path>
              </a:pathLst>
            </a:custGeom>
            <a:solidFill>
              <a:srgbClr val="775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3" name="object 143"/>
          <p:cNvSpPr txBox="1"/>
          <p:nvPr/>
        </p:nvSpPr>
        <p:spPr>
          <a:xfrm>
            <a:off x="765740" y="2097747"/>
            <a:ext cx="309245" cy="193484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2310"/>
              </a:lnSpc>
            </a:pP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Backup</a:t>
            </a:r>
            <a:r>
              <a:rPr sz="2000" b="1" spc="-7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spc="-10" dirty="0">
                <a:solidFill>
                  <a:srgbClr val="333333"/>
                </a:solidFill>
                <a:latin typeface="Arial"/>
                <a:cs typeface="Arial"/>
              </a:rPr>
              <a:t>options</a:t>
            </a:r>
            <a:endParaRPr sz="2000">
              <a:latin typeface="Arial"/>
              <a:cs typeface="Arial"/>
            </a:endParaRPr>
          </a:p>
        </p:txBody>
      </p:sp>
      <p:sp>
        <p:nvSpPr>
          <p:cNvPr id="144" name="object 144"/>
          <p:cNvSpPr txBox="1"/>
          <p:nvPr/>
        </p:nvSpPr>
        <p:spPr>
          <a:xfrm>
            <a:off x="4337050" y="5255259"/>
            <a:ext cx="259905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Application</a:t>
            </a:r>
            <a:r>
              <a:rPr sz="2000" b="1" spc="-9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spc="-10" dirty="0">
                <a:solidFill>
                  <a:srgbClr val="333333"/>
                </a:solidFill>
                <a:latin typeface="Arial"/>
                <a:cs typeface="Arial"/>
              </a:rPr>
              <a:t>coverage</a:t>
            </a:r>
            <a:endParaRPr sz="2000">
              <a:latin typeface="Arial"/>
              <a:cs typeface="Arial"/>
            </a:endParaRPr>
          </a:p>
        </p:txBody>
      </p:sp>
      <p:sp>
        <p:nvSpPr>
          <p:cNvPr id="145" name="object 145"/>
          <p:cNvSpPr txBox="1"/>
          <p:nvPr/>
        </p:nvSpPr>
        <p:spPr>
          <a:xfrm>
            <a:off x="3266440" y="4898390"/>
            <a:ext cx="281305" cy="2387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00" b="1" spc="-25" dirty="0">
                <a:solidFill>
                  <a:srgbClr val="333333"/>
                </a:solidFill>
                <a:latin typeface="Arial"/>
                <a:cs typeface="Arial"/>
              </a:rPr>
              <a:t>0%</a:t>
            </a:r>
            <a:endParaRPr sz="1400">
              <a:latin typeface="Arial"/>
              <a:cs typeface="Arial"/>
            </a:endParaRPr>
          </a:p>
        </p:txBody>
      </p:sp>
      <p:sp>
        <p:nvSpPr>
          <p:cNvPr id="146" name="object 146"/>
          <p:cNvSpPr txBox="1"/>
          <p:nvPr/>
        </p:nvSpPr>
        <p:spPr>
          <a:xfrm>
            <a:off x="3845559" y="4886959"/>
            <a:ext cx="379095" cy="2387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00" b="1" spc="-25" dirty="0">
                <a:solidFill>
                  <a:srgbClr val="333333"/>
                </a:solidFill>
                <a:latin typeface="Arial"/>
                <a:cs typeface="Arial"/>
              </a:rPr>
              <a:t>10%</a:t>
            </a:r>
            <a:endParaRPr sz="1400">
              <a:latin typeface="Arial"/>
              <a:cs typeface="Arial"/>
            </a:endParaRPr>
          </a:p>
        </p:txBody>
      </p:sp>
      <p:sp>
        <p:nvSpPr>
          <p:cNvPr id="147" name="object 147"/>
          <p:cNvSpPr txBox="1"/>
          <p:nvPr/>
        </p:nvSpPr>
        <p:spPr>
          <a:xfrm>
            <a:off x="7148830" y="4855209"/>
            <a:ext cx="476884" cy="2387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00" b="1" spc="-20" dirty="0">
                <a:solidFill>
                  <a:srgbClr val="333333"/>
                </a:solidFill>
                <a:latin typeface="Arial"/>
                <a:cs typeface="Arial"/>
              </a:rPr>
              <a:t>100%</a:t>
            </a:r>
            <a:endParaRPr sz="1400">
              <a:latin typeface="Arial"/>
              <a:cs typeface="Arial"/>
            </a:endParaRPr>
          </a:p>
        </p:txBody>
      </p:sp>
      <p:sp>
        <p:nvSpPr>
          <p:cNvPr id="148" name="object 148"/>
          <p:cNvSpPr txBox="1"/>
          <p:nvPr/>
        </p:nvSpPr>
        <p:spPr>
          <a:xfrm>
            <a:off x="3393440" y="3492500"/>
            <a:ext cx="3921760" cy="2387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862330">
              <a:lnSpc>
                <a:spcPct val="100000"/>
              </a:lnSpc>
              <a:spcBef>
                <a:spcPts val="100"/>
              </a:spcBef>
            </a:pPr>
            <a:r>
              <a:rPr sz="1400" b="1" dirty="0">
                <a:solidFill>
                  <a:srgbClr val="333333"/>
                </a:solidFill>
                <a:latin typeface="Arial"/>
                <a:cs typeface="Arial"/>
              </a:rPr>
              <a:t>with</a:t>
            </a:r>
            <a:r>
              <a:rPr sz="1400" b="1" spc="-6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400" b="1" spc="-10" dirty="0">
                <a:solidFill>
                  <a:srgbClr val="333333"/>
                </a:solidFill>
                <a:latin typeface="Arial"/>
                <a:cs typeface="Arial"/>
              </a:rPr>
              <a:t>VMware</a:t>
            </a:r>
            <a:r>
              <a:rPr sz="1400" b="1" spc="-5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400" b="1" spc="-10" dirty="0">
                <a:solidFill>
                  <a:srgbClr val="333333"/>
                </a:solidFill>
                <a:latin typeface="Arial"/>
                <a:cs typeface="Arial"/>
              </a:rPr>
              <a:t>Infrastructure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149" name="object 149"/>
          <p:cNvGrpSpPr/>
          <p:nvPr/>
        </p:nvGrpSpPr>
        <p:grpSpPr>
          <a:xfrm>
            <a:off x="3098800" y="2171473"/>
            <a:ext cx="411480" cy="2390775"/>
            <a:chOff x="3098800" y="2171473"/>
            <a:chExt cx="411480" cy="2390775"/>
          </a:xfrm>
        </p:grpSpPr>
        <p:sp>
          <p:nvSpPr>
            <p:cNvPr id="150" name="object 150"/>
            <p:cNvSpPr/>
            <p:nvPr/>
          </p:nvSpPr>
          <p:spPr>
            <a:xfrm>
              <a:off x="3376930" y="2725419"/>
              <a:ext cx="133350" cy="25400"/>
            </a:xfrm>
            <a:custGeom>
              <a:avLst/>
              <a:gdLst/>
              <a:ahLst/>
              <a:cxnLst/>
              <a:rect l="l" t="t" r="r" b="b"/>
              <a:pathLst>
                <a:path w="133350" h="254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0" y="25400"/>
                  </a:lnTo>
                  <a:lnTo>
                    <a:pt x="133350" y="254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FF66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3376929" y="275081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FD66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3376929" y="2763519"/>
              <a:ext cx="133350" cy="13970"/>
            </a:xfrm>
            <a:custGeom>
              <a:avLst/>
              <a:gdLst/>
              <a:ahLst/>
              <a:cxnLst/>
              <a:rect l="l" t="t" r="r" b="b"/>
              <a:pathLst>
                <a:path w="133350" h="13969">
                  <a:moveTo>
                    <a:pt x="13335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33350" y="13969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FC6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3376929" y="277748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FB6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3376929" y="2790189"/>
              <a:ext cx="133350" cy="13970"/>
            </a:xfrm>
            <a:custGeom>
              <a:avLst/>
              <a:gdLst/>
              <a:ahLst/>
              <a:cxnLst/>
              <a:rect l="l" t="t" r="r" b="b"/>
              <a:pathLst>
                <a:path w="133350" h="13969">
                  <a:moveTo>
                    <a:pt x="13335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133350" y="1397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FA6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3376929" y="280415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F96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3376929" y="281685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F86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3376929" y="2829559"/>
              <a:ext cx="133350" cy="13970"/>
            </a:xfrm>
            <a:custGeom>
              <a:avLst/>
              <a:gdLst/>
              <a:ahLst/>
              <a:cxnLst/>
              <a:rect l="l" t="t" r="r" b="b"/>
              <a:pathLst>
                <a:path w="133350" h="13969">
                  <a:moveTo>
                    <a:pt x="13335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33350" y="13969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F762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3376929" y="284352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F662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3376929" y="285622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F562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3376929" y="2868929"/>
              <a:ext cx="133350" cy="13970"/>
            </a:xfrm>
            <a:custGeom>
              <a:avLst/>
              <a:gdLst/>
              <a:ahLst/>
              <a:cxnLst/>
              <a:rect l="l" t="t" r="r" b="b"/>
              <a:pathLst>
                <a:path w="133350" h="13969">
                  <a:moveTo>
                    <a:pt x="13335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133350" y="1397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F46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3376929" y="288289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F36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3376929" y="2895599"/>
              <a:ext cx="133350" cy="13970"/>
            </a:xfrm>
            <a:custGeom>
              <a:avLst/>
              <a:gdLst/>
              <a:ahLst/>
              <a:cxnLst/>
              <a:rect l="l" t="t" r="r" b="b"/>
              <a:pathLst>
                <a:path w="133350" h="13969">
                  <a:moveTo>
                    <a:pt x="13335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133350" y="1397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F26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3376929" y="290956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F16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3376929" y="292226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F06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3376929" y="2934969"/>
              <a:ext cx="133350" cy="13970"/>
            </a:xfrm>
            <a:custGeom>
              <a:avLst/>
              <a:gdLst/>
              <a:ahLst/>
              <a:cxnLst/>
              <a:rect l="l" t="t" r="r" b="b"/>
              <a:pathLst>
                <a:path w="133350" h="13969">
                  <a:moveTo>
                    <a:pt x="13335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33350" y="13969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EF5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3376929" y="294893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EE5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3376929" y="2961639"/>
              <a:ext cx="133350" cy="13970"/>
            </a:xfrm>
            <a:custGeom>
              <a:avLst/>
              <a:gdLst/>
              <a:ahLst/>
              <a:cxnLst/>
              <a:rect l="l" t="t" r="r" b="b"/>
              <a:pathLst>
                <a:path w="133350" h="13969">
                  <a:moveTo>
                    <a:pt x="13335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133350" y="1397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ED5E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3376929" y="297560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EC5E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3376929" y="298830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EB5E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3376929" y="3001009"/>
              <a:ext cx="133350" cy="13970"/>
            </a:xfrm>
            <a:custGeom>
              <a:avLst/>
              <a:gdLst/>
              <a:ahLst/>
              <a:cxnLst/>
              <a:rect l="l" t="t" r="r" b="b"/>
              <a:pathLst>
                <a:path w="133350" h="13969">
                  <a:moveTo>
                    <a:pt x="13335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33350" y="13969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EA5D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3376929" y="301497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E95D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3376929" y="302767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E85C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3376929" y="3040379"/>
              <a:ext cx="133350" cy="13970"/>
            </a:xfrm>
            <a:custGeom>
              <a:avLst/>
              <a:gdLst/>
              <a:ahLst/>
              <a:cxnLst/>
              <a:rect l="l" t="t" r="r" b="b"/>
              <a:pathLst>
                <a:path w="133350" h="13969">
                  <a:moveTo>
                    <a:pt x="13335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133350" y="1397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E75C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3376929" y="3054350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E65C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3376929" y="3067050"/>
              <a:ext cx="133350" cy="13970"/>
            </a:xfrm>
            <a:custGeom>
              <a:avLst/>
              <a:gdLst/>
              <a:ahLst/>
              <a:cxnLst/>
              <a:rect l="l" t="t" r="r" b="b"/>
              <a:pathLst>
                <a:path w="133350" h="13969">
                  <a:moveTo>
                    <a:pt x="13335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133350" y="1397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E55B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3376929" y="308101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E45B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3376929" y="309371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E35A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3376929" y="3106419"/>
              <a:ext cx="133350" cy="13970"/>
            </a:xfrm>
            <a:custGeom>
              <a:avLst/>
              <a:gdLst/>
              <a:ahLst/>
              <a:cxnLst/>
              <a:rect l="l" t="t" r="r" b="b"/>
              <a:pathLst>
                <a:path w="133350" h="13969">
                  <a:moveTo>
                    <a:pt x="13335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33350" y="13969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E25A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3376929" y="312038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E15A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3376929" y="313308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E05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3376929" y="3145789"/>
              <a:ext cx="133350" cy="13970"/>
            </a:xfrm>
            <a:custGeom>
              <a:avLst/>
              <a:gdLst/>
              <a:ahLst/>
              <a:cxnLst/>
              <a:rect l="l" t="t" r="r" b="b"/>
              <a:pathLst>
                <a:path w="133350" h="13969">
                  <a:moveTo>
                    <a:pt x="13335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133350" y="1397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DF5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3376929" y="315975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DE58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3376929" y="3172459"/>
              <a:ext cx="133350" cy="13970"/>
            </a:xfrm>
            <a:custGeom>
              <a:avLst/>
              <a:gdLst/>
              <a:ahLst/>
              <a:cxnLst/>
              <a:rect l="l" t="t" r="r" b="b"/>
              <a:pathLst>
                <a:path w="133350" h="13969">
                  <a:moveTo>
                    <a:pt x="13335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33350" y="13969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DD58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3376929" y="318642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DC58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3376929" y="319912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DB57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3376929" y="3211829"/>
              <a:ext cx="133350" cy="13970"/>
            </a:xfrm>
            <a:custGeom>
              <a:avLst/>
              <a:gdLst/>
              <a:ahLst/>
              <a:cxnLst/>
              <a:rect l="l" t="t" r="r" b="b"/>
              <a:pathLst>
                <a:path w="133350" h="13969">
                  <a:moveTo>
                    <a:pt x="13335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133350" y="1397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DA57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3376929" y="3225800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D956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3376929" y="3238500"/>
              <a:ext cx="133350" cy="13970"/>
            </a:xfrm>
            <a:custGeom>
              <a:avLst/>
              <a:gdLst/>
              <a:ahLst/>
              <a:cxnLst/>
              <a:rect l="l" t="t" r="r" b="b"/>
              <a:pathLst>
                <a:path w="133350" h="13970">
                  <a:moveTo>
                    <a:pt x="13335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133350" y="1397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D856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3376929" y="325246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D756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3376929" y="326516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D655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3376929" y="3277869"/>
              <a:ext cx="133350" cy="13970"/>
            </a:xfrm>
            <a:custGeom>
              <a:avLst/>
              <a:gdLst/>
              <a:ahLst/>
              <a:cxnLst/>
              <a:rect l="l" t="t" r="r" b="b"/>
              <a:pathLst>
                <a:path w="133350" h="13970">
                  <a:moveTo>
                    <a:pt x="13335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33350" y="13969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D555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3376929" y="329183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D45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3376929" y="330453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D35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3376929" y="3317239"/>
              <a:ext cx="133350" cy="13970"/>
            </a:xfrm>
            <a:custGeom>
              <a:avLst/>
              <a:gdLst/>
              <a:ahLst/>
              <a:cxnLst/>
              <a:rect l="l" t="t" r="r" b="b"/>
              <a:pathLst>
                <a:path w="133350" h="13970">
                  <a:moveTo>
                    <a:pt x="13335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133350" y="1397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D25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3376929" y="333120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D15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3376929" y="3343909"/>
              <a:ext cx="133350" cy="13970"/>
            </a:xfrm>
            <a:custGeom>
              <a:avLst/>
              <a:gdLst/>
              <a:ahLst/>
              <a:cxnLst/>
              <a:rect l="l" t="t" r="r" b="b"/>
              <a:pathLst>
                <a:path w="133350" h="13970">
                  <a:moveTo>
                    <a:pt x="13335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33350" y="13969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D05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3376929" y="335787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CF52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3376929" y="337057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CE52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3376929" y="338327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CD52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3376930" y="3395979"/>
              <a:ext cx="133350" cy="26670"/>
            </a:xfrm>
            <a:custGeom>
              <a:avLst/>
              <a:gdLst/>
              <a:ahLst/>
              <a:cxnLst/>
              <a:rect l="l" t="t" r="r" b="b"/>
              <a:pathLst>
                <a:path w="133350" h="26670">
                  <a:moveTo>
                    <a:pt x="13335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0" y="26670"/>
                  </a:lnTo>
                  <a:lnTo>
                    <a:pt x="133350" y="26670"/>
                  </a:lnTo>
                  <a:lnTo>
                    <a:pt x="133350" y="1397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CC5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3376929" y="3422650"/>
              <a:ext cx="133350" cy="13970"/>
            </a:xfrm>
            <a:custGeom>
              <a:avLst/>
              <a:gdLst/>
              <a:ahLst/>
              <a:cxnLst/>
              <a:rect l="l" t="t" r="r" b="b"/>
              <a:pathLst>
                <a:path w="133350" h="13970">
                  <a:moveTo>
                    <a:pt x="13335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133350" y="1397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CA5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3376929" y="343661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C95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3376929" y="344931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C85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3376929" y="3462019"/>
              <a:ext cx="133350" cy="13970"/>
            </a:xfrm>
            <a:custGeom>
              <a:avLst/>
              <a:gdLst/>
              <a:ahLst/>
              <a:cxnLst/>
              <a:rect l="l" t="t" r="r" b="b"/>
              <a:pathLst>
                <a:path w="133350" h="13970">
                  <a:moveTo>
                    <a:pt x="13335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33350" y="13969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C74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3376929" y="347598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C64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3376929" y="3488689"/>
              <a:ext cx="133350" cy="13970"/>
            </a:xfrm>
            <a:custGeom>
              <a:avLst/>
              <a:gdLst/>
              <a:ahLst/>
              <a:cxnLst/>
              <a:rect l="l" t="t" r="r" b="b"/>
              <a:pathLst>
                <a:path w="133350" h="13970">
                  <a:moveTo>
                    <a:pt x="13335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133350" y="1397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C54E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3376929" y="350265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C44E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3376929" y="351535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C34E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3376929" y="3528059"/>
              <a:ext cx="133350" cy="13970"/>
            </a:xfrm>
            <a:custGeom>
              <a:avLst/>
              <a:gdLst/>
              <a:ahLst/>
              <a:cxnLst/>
              <a:rect l="l" t="t" r="r" b="b"/>
              <a:pathLst>
                <a:path w="133350" h="13970">
                  <a:moveTo>
                    <a:pt x="13335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33350" y="13969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C24D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3376929" y="354202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C14D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3376929" y="355472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C04C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3376929" y="3567429"/>
              <a:ext cx="133350" cy="13970"/>
            </a:xfrm>
            <a:custGeom>
              <a:avLst/>
              <a:gdLst/>
              <a:ahLst/>
              <a:cxnLst/>
              <a:rect l="l" t="t" r="r" b="b"/>
              <a:pathLst>
                <a:path w="133350" h="13970">
                  <a:moveTo>
                    <a:pt x="13335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133350" y="1397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BF4C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3376929" y="3581400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BE4C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3376929" y="3594100"/>
              <a:ext cx="133350" cy="13970"/>
            </a:xfrm>
            <a:custGeom>
              <a:avLst/>
              <a:gdLst/>
              <a:ahLst/>
              <a:cxnLst/>
              <a:rect l="l" t="t" r="r" b="b"/>
              <a:pathLst>
                <a:path w="133350" h="13970">
                  <a:moveTo>
                    <a:pt x="13335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33350" y="13969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BD4B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3376929" y="360806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699"/>
                  </a:lnTo>
                  <a:lnTo>
                    <a:pt x="133350" y="12699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BC4B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3376929" y="362076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699"/>
                  </a:lnTo>
                  <a:lnTo>
                    <a:pt x="133350" y="12699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BB4A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3376929" y="3633469"/>
              <a:ext cx="133350" cy="13970"/>
            </a:xfrm>
            <a:custGeom>
              <a:avLst/>
              <a:gdLst/>
              <a:ahLst/>
              <a:cxnLst/>
              <a:rect l="l" t="t" r="r" b="b"/>
              <a:pathLst>
                <a:path w="133350" h="13970">
                  <a:moveTo>
                    <a:pt x="13335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33350" y="13969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BA4A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3376929" y="364743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B94A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3376929" y="366013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B84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3376929" y="3672839"/>
              <a:ext cx="133350" cy="13970"/>
            </a:xfrm>
            <a:custGeom>
              <a:avLst/>
              <a:gdLst/>
              <a:ahLst/>
              <a:cxnLst/>
              <a:rect l="l" t="t" r="r" b="b"/>
              <a:pathLst>
                <a:path w="133350" h="13970">
                  <a:moveTo>
                    <a:pt x="13335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133350" y="1397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B74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3376929" y="368680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B648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3376929" y="3699509"/>
              <a:ext cx="133350" cy="13970"/>
            </a:xfrm>
            <a:custGeom>
              <a:avLst/>
              <a:gdLst/>
              <a:ahLst/>
              <a:cxnLst/>
              <a:rect l="l" t="t" r="r" b="b"/>
              <a:pathLst>
                <a:path w="133350" h="13970">
                  <a:moveTo>
                    <a:pt x="13335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33350" y="13969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B548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3376929" y="371347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B448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3376929" y="372617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B347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3376929" y="3738879"/>
              <a:ext cx="133350" cy="13970"/>
            </a:xfrm>
            <a:custGeom>
              <a:avLst/>
              <a:gdLst/>
              <a:ahLst/>
              <a:cxnLst/>
              <a:rect l="l" t="t" r="r" b="b"/>
              <a:pathLst>
                <a:path w="133350" h="13970">
                  <a:moveTo>
                    <a:pt x="13335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133350" y="1397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B247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3376929" y="3752850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B146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3376929" y="3765550"/>
              <a:ext cx="133350" cy="13970"/>
            </a:xfrm>
            <a:custGeom>
              <a:avLst/>
              <a:gdLst/>
              <a:ahLst/>
              <a:cxnLst/>
              <a:rect l="l" t="t" r="r" b="b"/>
              <a:pathLst>
                <a:path w="133350" h="13970">
                  <a:moveTo>
                    <a:pt x="13335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33350" y="13969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B046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3376929" y="377951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699"/>
                  </a:lnTo>
                  <a:lnTo>
                    <a:pt x="133350" y="12699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AF46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3376929" y="379221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699"/>
                  </a:lnTo>
                  <a:lnTo>
                    <a:pt x="133350" y="12699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AE45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3376929" y="3804919"/>
              <a:ext cx="133350" cy="13970"/>
            </a:xfrm>
            <a:custGeom>
              <a:avLst/>
              <a:gdLst/>
              <a:ahLst/>
              <a:cxnLst/>
              <a:rect l="l" t="t" r="r" b="b"/>
              <a:pathLst>
                <a:path w="133350" h="13970">
                  <a:moveTo>
                    <a:pt x="13335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33350" y="13969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AD45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3376929" y="381888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AC4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3376929" y="383158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AB4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3376929" y="3844289"/>
              <a:ext cx="133350" cy="13970"/>
            </a:xfrm>
            <a:custGeom>
              <a:avLst/>
              <a:gdLst/>
              <a:ahLst/>
              <a:cxnLst/>
              <a:rect l="l" t="t" r="r" b="b"/>
              <a:pathLst>
                <a:path w="133350" h="13970">
                  <a:moveTo>
                    <a:pt x="13335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133350" y="1397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AA4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3376929" y="3858260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A94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3376929" y="3870960"/>
              <a:ext cx="133350" cy="13970"/>
            </a:xfrm>
            <a:custGeom>
              <a:avLst/>
              <a:gdLst/>
              <a:ahLst/>
              <a:cxnLst/>
              <a:rect l="l" t="t" r="r" b="b"/>
              <a:pathLst>
                <a:path w="133350" h="13970">
                  <a:moveTo>
                    <a:pt x="13335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33350" y="13969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A84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3376929" y="388492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A742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3376929" y="389762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A642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3376929" y="3910329"/>
              <a:ext cx="133350" cy="13970"/>
            </a:xfrm>
            <a:custGeom>
              <a:avLst/>
              <a:gdLst/>
              <a:ahLst/>
              <a:cxnLst/>
              <a:rect l="l" t="t" r="r" b="b"/>
              <a:pathLst>
                <a:path w="133350" h="13970">
                  <a:moveTo>
                    <a:pt x="13335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133350" y="1397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A542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3376929" y="3924300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A44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3376929" y="3937000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A34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3376929" y="3949700"/>
              <a:ext cx="133350" cy="13970"/>
            </a:xfrm>
            <a:custGeom>
              <a:avLst/>
              <a:gdLst/>
              <a:ahLst/>
              <a:cxnLst/>
              <a:rect l="l" t="t" r="r" b="b"/>
              <a:pathLst>
                <a:path w="133350" h="13970">
                  <a:moveTo>
                    <a:pt x="13335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33350" y="13969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A24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3376929" y="396366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699"/>
                  </a:lnTo>
                  <a:lnTo>
                    <a:pt x="133350" y="12699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A14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3376929" y="3976369"/>
              <a:ext cx="133350" cy="13970"/>
            </a:xfrm>
            <a:custGeom>
              <a:avLst/>
              <a:gdLst/>
              <a:ahLst/>
              <a:cxnLst/>
              <a:rect l="l" t="t" r="r" b="b"/>
              <a:pathLst>
                <a:path w="133350" h="13970">
                  <a:moveTo>
                    <a:pt x="13335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33350" y="13969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A04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3376929" y="399033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9F3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3376929" y="400303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9E3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3376929" y="4015739"/>
              <a:ext cx="133350" cy="13970"/>
            </a:xfrm>
            <a:custGeom>
              <a:avLst/>
              <a:gdLst/>
              <a:ahLst/>
              <a:cxnLst/>
              <a:rect l="l" t="t" r="r" b="b"/>
              <a:pathLst>
                <a:path w="133350" h="13970">
                  <a:moveTo>
                    <a:pt x="13335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133350" y="1397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9D3E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3376929" y="4029710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9C3E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3376929" y="4042410"/>
              <a:ext cx="133350" cy="13970"/>
            </a:xfrm>
            <a:custGeom>
              <a:avLst/>
              <a:gdLst/>
              <a:ahLst/>
              <a:cxnLst/>
              <a:rect l="l" t="t" r="r" b="b"/>
              <a:pathLst>
                <a:path w="133350" h="13970">
                  <a:moveTo>
                    <a:pt x="13335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33350" y="13969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9B3E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3376929" y="405637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9A3D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3376929" y="406907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993D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3376929" y="4081779"/>
              <a:ext cx="133350" cy="13970"/>
            </a:xfrm>
            <a:custGeom>
              <a:avLst/>
              <a:gdLst/>
              <a:ahLst/>
              <a:cxnLst/>
              <a:rect l="l" t="t" r="r" b="b"/>
              <a:pathLst>
                <a:path w="133350" h="13970">
                  <a:moveTo>
                    <a:pt x="13335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133350" y="1397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993C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3376929" y="4095750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973C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3376929" y="4108450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963C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3376929" y="4121150"/>
              <a:ext cx="133350" cy="13970"/>
            </a:xfrm>
            <a:custGeom>
              <a:avLst/>
              <a:gdLst/>
              <a:ahLst/>
              <a:cxnLst/>
              <a:rect l="l" t="t" r="r" b="b"/>
              <a:pathLst>
                <a:path w="133350" h="13970">
                  <a:moveTo>
                    <a:pt x="13335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33350" y="13969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953B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3376929" y="413511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699"/>
                  </a:lnTo>
                  <a:lnTo>
                    <a:pt x="133350" y="12699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943B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3376929" y="4147819"/>
              <a:ext cx="133350" cy="13970"/>
            </a:xfrm>
            <a:custGeom>
              <a:avLst/>
              <a:gdLst/>
              <a:ahLst/>
              <a:cxnLst/>
              <a:rect l="l" t="t" r="r" b="b"/>
              <a:pathLst>
                <a:path w="133350" h="13970">
                  <a:moveTo>
                    <a:pt x="13335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33350" y="13969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933A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3376929" y="416178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923A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3376929" y="417448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913A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3376929" y="418718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903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3376929" y="4199889"/>
              <a:ext cx="133350" cy="13970"/>
            </a:xfrm>
            <a:custGeom>
              <a:avLst/>
              <a:gdLst/>
              <a:ahLst/>
              <a:cxnLst/>
              <a:rect l="l" t="t" r="r" b="b"/>
              <a:pathLst>
                <a:path w="133350" h="13970">
                  <a:moveTo>
                    <a:pt x="13335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133350" y="1397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8F3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3376929" y="4213860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8E38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3376929" y="4226560"/>
              <a:ext cx="133350" cy="13970"/>
            </a:xfrm>
            <a:custGeom>
              <a:avLst/>
              <a:gdLst/>
              <a:ahLst/>
              <a:cxnLst/>
              <a:rect l="l" t="t" r="r" b="b"/>
              <a:pathLst>
                <a:path w="133350" h="13970">
                  <a:moveTo>
                    <a:pt x="13335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33350" y="13969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8D38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3376929" y="424052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8C38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3376929" y="425322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8B37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3376929" y="4265929"/>
              <a:ext cx="133350" cy="13970"/>
            </a:xfrm>
            <a:custGeom>
              <a:avLst/>
              <a:gdLst/>
              <a:ahLst/>
              <a:cxnLst/>
              <a:rect l="l" t="t" r="r" b="b"/>
              <a:pathLst>
                <a:path w="133350" h="13970">
                  <a:moveTo>
                    <a:pt x="13335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133350" y="1397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8A37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3376929" y="4279900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8936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3376929" y="4292600"/>
              <a:ext cx="133350" cy="13970"/>
            </a:xfrm>
            <a:custGeom>
              <a:avLst/>
              <a:gdLst/>
              <a:ahLst/>
              <a:cxnLst/>
              <a:rect l="l" t="t" r="r" b="b"/>
              <a:pathLst>
                <a:path w="133350" h="13970">
                  <a:moveTo>
                    <a:pt x="13335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33350" y="13969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8836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3376929" y="430656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699"/>
                  </a:lnTo>
                  <a:lnTo>
                    <a:pt x="133350" y="12699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8736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3376929" y="431926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699"/>
                  </a:lnTo>
                  <a:lnTo>
                    <a:pt x="133350" y="12699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8635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3376929" y="4331969"/>
              <a:ext cx="133350" cy="13970"/>
            </a:xfrm>
            <a:custGeom>
              <a:avLst/>
              <a:gdLst/>
              <a:ahLst/>
              <a:cxnLst/>
              <a:rect l="l" t="t" r="r" b="b"/>
              <a:pathLst>
                <a:path w="133350" h="13970">
                  <a:moveTo>
                    <a:pt x="13335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33350" y="13969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8535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3376929" y="434593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843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3376929" y="435863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833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3376929" y="4371339"/>
              <a:ext cx="133350" cy="13970"/>
            </a:xfrm>
            <a:custGeom>
              <a:avLst/>
              <a:gdLst/>
              <a:ahLst/>
              <a:cxnLst/>
              <a:rect l="l" t="t" r="r" b="b"/>
              <a:pathLst>
                <a:path w="133350" h="13970">
                  <a:moveTo>
                    <a:pt x="13335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133350" y="1397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823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3376929" y="4385310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813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3376929" y="4398010"/>
              <a:ext cx="133350" cy="13970"/>
            </a:xfrm>
            <a:custGeom>
              <a:avLst/>
              <a:gdLst/>
              <a:ahLst/>
              <a:cxnLst/>
              <a:rect l="l" t="t" r="r" b="b"/>
              <a:pathLst>
                <a:path w="133350" h="13970">
                  <a:moveTo>
                    <a:pt x="13335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33350" y="13969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803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3376929" y="441197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7F3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3376929" y="442467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7E3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3376929" y="4437379"/>
              <a:ext cx="133350" cy="13970"/>
            </a:xfrm>
            <a:custGeom>
              <a:avLst/>
              <a:gdLst/>
              <a:ahLst/>
              <a:cxnLst/>
              <a:rect l="l" t="t" r="r" b="b"/>
              <a:pathLst>
                <a:path w="133350" h="13970">
                  <a:moveTo>
                    <a:pt x="13335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133350" y="1397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7D3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3376929" y="4451350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7C3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3376929" y="4464050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7B3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3376929" y="4476750"/>
              <a:ext cx="133350" cy="13970"/>
            </a:xfrm>
            <a:custGeom>
              <a:avLst/>
              <a:gdLst/>
              <a:ahLst/>
              <a:cxnLst/>
              <a:rect l="l" t="t" r="r" b="b"/>
              <a:pathLst>
                <a:path w="133350" h="13970">
                  <a:moveTo>
                    <a:pt x="13335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33350" y="13969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7A3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3376929" y="449071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699"/>
                  </a:lnTo>
                  <a:lnTo>
                    <a:pt x="133350" y="12699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793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3376929" y="4503419"/>
              <a:ext cx="133350" cy="13970"/>
            </a:xfrm>
            <a:custGeom>
              <a:avLst/>
              <a:gdLst/>
              <a:ahLst/>
              <a:cxnLst/>
              <a:rect l="l" t="t" r="r" b="b"/>
              <a:pathLst>
                <a:path w="133350" h="13970">
                  <a:moveTo>
                    <a:pt x="13335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33350" y="13969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783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3376929" y="4517389"/>
              <a:ext cx="133350" cy="12700"/>
            </a:xfrm>
            <a:custGeom>
              <a:avLst/>
              <a:gdLst/>
              <a:ahLst/>
              <a:cxnLst/>
              <a:rect l="l" t="t" r="r" b="b"/>
              <a:pathLst>
                <a:path w="133350" h="12700">
                  <a:moveTo>
                    <a:pt x="1333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3350" y="1270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772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3098800" y="2185669"/>
              <a:ext cx="241300" cy="2362200"/>
            </a:xfrm>
            <a:custGeom>
              <a:avLst/>
              <a:gdLst/>
              <a:ahLst/>
              <a:cxnLst/>
              <a:rect l="l" t="t" r="r" b="b"/>
              <a:pathLst>
                <a:path w="241300" h="2362200">
                  <a:moveTo>
                    <a:pt x="0" y="2362199"/>
                  </a:moveTo>
                  <a:lnTo>
                    <a:pt x="228600" y="2362199"/>
                  </a:lnTo>
                </a:path>
                <a:path w="241300" h="2362200">
                  <a:moveTo>
                    <a:pt x="12700" y="0"/>
                  </a:moveTo>
                  <a:lnTo>
                    <a:pt x="241300" y="0"/>
                  </a:lnTo>
                </a:path>
              </a:pathLst>
            </a:custGeom>
            <a:ln w="28393">
              <a:solidFill>
                <a:srgbClr val="A9A9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6" name="object 286"/>
          <p:cNvSpPr txBox="1"/>
          <p:nvPr/>
        </p:nvSpPr>
        <p:spPr>
          <a:xfrm>
            <a:off x="1332230" y="1883409"/>
            <a:ext cx="1701800" cy="1690370"/>
          </a:xfrm>
          <a:prstGeom prst="rect">
            <a:avLst/>
          </a:prstGeom>
        </p:spPr>
        <p:txBody>
          <a:bodyPr vert="horz" wrap="square" lIns="0" tIns="45720" rIns="0" bIns="0" rtlCol="0">
            <a:spAutoFit/>
          </a:bodyPr>
          <a:lstStyle/>
          <a:p>
            <a:pPr marL="35560" marR="5080" algn="ctr">
              <a:lnSpc>
                <a:spcPts val="1420"/>
              </a:lnSpc>
              <a:spcBef>
                <a:spcPts val="360"/>
              </a:spcBef>
            </a:pPr>
            <a:r>
              <a:rPr sz="1400" b="1" spc="-10" dirty="0">
                <a:solidFill>
                  <a:srgbClr val="333333"/>
                </a:solidFill>
                <a:latin typeface="Arial"/>
                <a:cs typeface="Arial"/>
              </a:rPr>
              <a:t>ONLINE,</a:t>
            </a:r>
            <a:r>
              <a:rPr sz="1400" b="1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400" b="1" spc="-20" dirty="0">
                <a:solidFill>
                  <a:srgbClr val="333333"/>
                </a:solidFill>
                <a:latin typeface="Arial"/>
                <a:cs typeface="Arial"/>
              </a:rPr>
              <a:t>OFF-HOST </a:t>
            </a:r>
            <a:r>
              <a:rPr sz="1400" b="1" spc="-10" dirty="0">
                <a:solidFill>
                  <a:srgbClr val="333333"/>
                </a:solidFill>
                <a:latin typeface="Arial"/>
                <a:cs typeface="Arial"/>
              </a:rPr>
              <a:t>CONTINUOUS</a:t>
            </a:r>
            <a:endParaRPr sz="14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600"/>
              </a:spcBef>
            </a:pPr>
            <a:endParaRPr sz="1400">
              <a:latin typeface="Arial"/>
              <a:cs typeface="Arial"/>
            </a:endParaRPr>
          </a:p>
          <a:p>
            <a:pPr marL="12700" marR="27940" algn="ctr">
              <a:lnSpc>
                <a:spcPts val="1420"/>
              </a:lnSpc>
              <a:spcBef>
                <a:spcPts val="5"/>
              </a:spcBef>
            </a:pPr>
            <a:r>
              <a:rPr sz="1400" b="1" spc="-10" dirty="0">
                <a:solidFill>
                  <a:srgbClr val="333333"/>
                </a:solidFill>
                <a:latin typeface="Arial"/>
                <a:cs typeface="Arial"/>
              </a:rPr>
              <a:t>ONLINE,</a:t>
            </a:r>
            <a:r>
              <a:rPr sz="1400" b="1" spc="-5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400" b="1" spc="-15" dirty="0">
                <a:solidFill>
                  <a:srgbClr val="333333"/>
                </a:solidFill>
                <a:latin typeface="Arial"/>
                <a:cs typeface="Arial"/>
              </a:rPr>
              <a:t>OFF-</a:t>
            </a:r>
            <a:r>
              <a:rPr sz="1400" b="1" spc="-20" dirty="0">
                <a:solidFill>
                  <a:srgbClr val="333333"/>
                </a:solidFill>
                <a:latin typeface="Arial"/>
                <a:cs typeface="Arial"/>
              </a:rPr>
              <a:t>HOST </a:t>
            </a:r>
            <a:r>
              <a:rPr sz="1400" b="1" spc="-10" dirty="0">
                <a:solidFill>
                  <a:srgbClr val="333333"/>
                </a:solidFill>
                <a:latin typeface="Arial"/>
                <a:cs typeface="Arial"/>
              </a:rPr>
              <a:t>IMAGE</a:t>
            </a:r>
            <a:endParaRPr sz="14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5"/>
              </a:spcBef>
            </a:pPr>
            <a:endParaRPr sz="1400">
              <a:latin typeface="Arial"/>
              <a:cs typeface="Arial"/>
            </a:endParaRPr>
          </a:p>
          <a:p>
            <a:pPr marL="510540" marR="518159" algn="ctr">
              <a:lnSpc>
                <a:spcPts val="1420"/>
              </a:lnSpc>
              <a:spcBef>
                <a:spcPts val="5"/>
              </a:spcBef>
            </a:pPr>
            <a:r>
              <a:rPr sz="1400" b="1" spc="-20" dirty="0">
                <a:solidFill>
                  <a:srgbClr val="333333"/>
                </a:solidFill>
                <a:latin typeface="Arial"/>
                <a:cs typeface="Arial"/>
              </a:rPr>
              <a:t>ONLINE </a:t>
            </a:r>
            <a:r>
              <a:rPr sz="1400" b="1" spc="-10" dirty="0">
                <a:solidFill>
                  <a:srgbClr val="333333"/>
                </a:solidFill>
                <a:latin typeface="Arial"/>
                <a:cs typeface="Arial"/>
              </a:rPr>
              <a:t>IMAGE</a:t>
            </a:r>
            <a:endParaRPr sz="1400">
              <a:latin typeface="Arial"/>
              <a:cs typeface="Arial"/>
            </a:endParaRPr>
          </a:p>
        </p:txBody>
      </p:sp>
      <p:sp>
        <p:nvSpPr>
          <p:cNvPr id="288" name="object 288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25" dirty="0"/>
              <a:t>23</a:t>
            </a:fld>
            <a:endParaRPr spc="-25" dirty="0"/>
          </a:p>
        </p:txBody>
      </p:sp>
      <p:sp>
        <p:nvSpPr>
          <p:cNvPr id="287" name="object 287"/>
          <p:cNvSpPr txBox="1"/>
          <p:nvPr/>
        </p:nvSpPr>
        <p:spPr>
          <a:xfrm>
            <a:off x="1330960" y="3782059"/>
            <a:ext cx="1727835" cy="894080"/>
          </a:xfrm>
          <a:prstGeom prst="rect">
            <a:avLst/>
          </a:prstGeom>
        </p:spPr>
        <p:txBody>
          <a:bodyPr vert="horz" wrap="square" lIns="0" tIns="45720" rIns="0" bIns="0" rtlCol="0">
            <a:spAutoFit/>
          </a:bodyPr>
          <a:lstStyle/>
          <a:p>
            <a:pPr marL="12700" marR="5080" indent="359410">
              <a:lnSpc>
                <a:spcPts val="1420"/>
              </a:lnSpc>
              <a:spcBef>
                <a:spcPts val="360"/>
              </a:spcBef>
            </a:pPr>
            <a:r>
              <a:rPr sz="1400" b="1" spc="-10" dirty="0">
                <a:solidFill>
                  <a:srgbClr val="333333"/>
                </a:solidFill>
                <a:latin typeface="Arial"/>
                <a:cs typeface="Arial"/>
              </a:rPr>
              <a:t>STANDARD </a:t>
            </a:r>
            <a:r>
              <a:rPr sz="1400" b="1" spc="-20" dirty="0">
                <a:solidFill>
                  <a:srgbClr val="333333"/>
                </a:solidFill>
                <a:latin typeface="Arial"/>
                <a:cs typeface="Arial"/>
              </a:rPr>
              <a:t>NETWORK</a:t>
            </a:r>
            <a:r>
              <a:rPr sz="1400" b="1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400" b="1" spc="-20" dirty="0">
                <a:solidFill>
                  <a:srgbClr val="333333"/>
                </a:solidFill>
                <a:latin typeface="Arial"/>
                <a:cs typeface="Arial"/>
              </a:rPr>
              <a:t>BACKUP</a:t>
            </a:r>
            <a:endParaRPr sz="14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0"/>
              </a:spcBef>
            </a:pPr>
            <a:endParaRPr sz="1400">
              <a:latin typeface="Arial"/>
              <a:cs typeface="Arial"/>
            </a:endParaRPr>
          </a:p>
          <a:p>
            <a:pPr marL="114300">
              <a:lnSpc>
                <a:spcPct val="100000"/>
              </a:lnSpc>
            </a:pPr>
            <a:r>
              <a:rPr sz="1400" b="1" spc="-10" dirty="0">
                <a:solidFill>
                  <a:srgbClr val="333333"/>
                </a:solidFill>
                <a:latin typeface="Arial"/>
                <a:cs typeface="Arial"/>
              </a:rPr>
              <a:t>UNPROTECTED</a:t>
            </a:r>
            <a:endParaRPr sz="1400">
              <a:latin typeface="Arial"/>
              <a:cs typeface="Arial"/>
            </a:endParaRPr>
          </a:p>
        </p:txBody>
      </p:sp>
    </p:spTree>
  </p:cSld>
  <p:clrMapOvr>
    <a:masterClrMapping/>
  </p:clrMapOvr>
  <p:transition>
    <p:wipe dir="r"/>
  </p:transition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535940" y="1758950"/>
            <a:ext cx="4967605" cy="2054860"/>
          </a:xfrm>
          <a:prstGeom prst="rect">
            <a:avLst/>
          </a:prstGeom>
        </p:spPr>
        <p:txBody>
          <a:bodyPr vert="horz" wrap="square" lIns="0" tIns="180975" rIns="0" bIns="0" rtlCol="0">
            <a:spAutoFit/>
          </a:bodyPr>
          <a:lstStyle/>
          <a:p>
            <a:pPr marL="12700" marR="5080">
              <a:lnSpc>
                <a:spcPts val="7340"/>
              </a:lnSpc>
              <a:spcBef>
                <a:spcPts val="1425"/>
              </a:spcBef>
            </a:pPr>
            <a:r>
              <a:rPr sz="7200" spc="-10" dirty="0">
                <a:solidFill>
                  <a:srgbClr val="333333"/>
                </a:solidFill>
              </a:rPr>
              <a:t>Deploy </a:t>
            </a:r>
            <a:r>
              <a:rPr sz="7200" spc="-75" dirty="0">
                <a:solidFill>
                  <a:srgbClr val="667CCC"/>
                </a:solidFill>
              </a:rPr>
              <a:t>Pervasively</a:t>
            </a:r>
            <a:endParaRPr sz="720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6E12827-B35E-EA24-5981-F0B46175FE8E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pPr marL="6604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lang="en-US" spc="-50" smtClean="0"/>
              <a:t>24</a:t>
            </a:fld>
            <a:endParaRPr lang="en-US" spc="-50" dirty="0"/>
          </a:p>
        </p:txBody>
      </p:sp>
    </p:spTree>
  </p:cSld>
  <p:clrMapOvr>
    <a:masterClrMapping/>
  </p:clrMapOvr>
  <p:transition>
    <p:wipe dir="r"/>
  </p:transition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77887" y="2586037"/>
            <a:ext cx="3424554" cy="3207385"/>
            <a:chOff x="877887" y="2586037"/>
            <a:chExt cx="3424554" cy="3207385"/>
          </a:xfrm>
        </p:grpSpPr>
        <p:sp>
          <p:nvSpPr>
            <p:cNvPr id="3" name="object 3"/>
            <p:cNvSpPr/>
            <p:nvPr/>
          </p:nvSpPr>
          <p:spPr>
            <a:xfrm>
              <a:off x="882650" y="2590800"/>
              <a:ext cx="3415029" cy="3197860"/>
            </a:xfrm>
            <a:custGeom>
              <a:avLst/>
              <a:gdLst/>
              <a:ahLst/>
              <a:cxnLst/>
              <a:rect l="l" t="t" r="r" b="b"/>
              <a:pathLst>
                <a:path w="3415029" h="3197860">
                  <a:moveTo>
                    <a:pt x="3290570" y="0"/>
                  </a:moveTo>
                  <a:lnTo>
                    <a:pt x="135890" y="0"/>
                  </a:lnTo>
                  <a:lnTo>
                    <a:pt x="123190" y="0"/>
                  </a:lnTo>
                  <a:lnTo>
                    <a:pt x="110490" y="2539"/>
                  </a:lnTo>
                  <a:lnTo>
                    <a:pt x="97790" y="6350"/>
                  </a:lnTo>
                  <a:lnTo>
                    <a:pt x="86359" y="11429"/>
                  </a:lnTo>
                  <a:lnTo>
                    <a:pt x="73659" y="17779"/>
                  </a:lnTo>
                  <a:lnTo>
                    <a:pt x="63500" y="25400"/>
                  </a:lnTo>
                  <a:lnTo>
                    <a:pt x="52069" y="33020"/>
                  </a:lnTo>
                  <a:lnTo>
                    <a:pt x="41909" y="41910"/>
                  </a:lnTo>
                  <a:lnTo>
                    <a:pt x="33019" y="52070"/>
                  </a:lnTo>
                  <a:lnTo>
                    <a:pt x="25400" y="63500"/>
                  </a:lnTo>
                  <a:lnTo>
                    <a:pt x="17780" y="73660"/>
                  </a:lnTo>
                  <a:lnTo>
                    <a:pt x="11430" y="86360"/>
                  </a:lnTo>
                  <a:lnTo>
                    <a:pt x="6350" y="97789"/>
                  </a:lnTo>
                  <a:lnTo>
                    <a:pt x="2540" y="110489"/>
                  </a:lnTo>
                  <a:lnTo>
                    <a:pt x="0" y="123189"/>
                  </a:lnTo>
                  <a:lnTo>
                    <a:pt x="0" y="3073400"/>
                  </a:lnTo>
                  <a:lnTo>
                    <a:pt x="11430" y="3111500"/>
                  </a:lnTo>
                  <a:lnTo>
                    <a:pt x="33019" y="3144520"/>
                  </a:lnTo>
                  <a:lnTo>
                    <a:pt x="63500" y="3172460"/>
                  </a:lnTo>
                  <a:lnTo>
                    <a:pt x="97790" y="3190240"/>
                  </a:lnTo>
                  <a:lnTo>
                    <a:pt x="135890" y="3197860"/>
                  </a:lnTo>
                  <a:lnTo>
                    <a:pt x="3277870" y="3197860"/>
                  </a:lnTo>
                  <a:lnTo>
                    <a:pt x="3315970" y="3190240"/>
                  </a:lnTo>
                  <a:lnTo>
                    <a:pt x="3351529" y="3172460"/>
                  </a:lnTo>
                  <a:lnTo>
                    <a:pt x="3389629" y="3134360"/>
                  </a:lnTo>
                  <a:lnTo>
                    <a:pt x="3407410" y="3098800"/>
                  </a:lnTo>
                  <a:lnTo>
                    <a:pt x="3415029" y="3060700"/>
                  </a:lnTo>
                  <a:lnTo>
                    <a:pt x="3415029" y="135889"/>
                  </a:lnTo>
                  <a:lnTo>
                    <a:pt x="3413760" y="123189"/>
                  </a:lnTo>
                  <a:lnTo>
                    <a:pt x="3411220" y="110489"/>
                  </a:lnTo>
                  <a:lnTo>
                    <a:pt x="3407410" y="97789"/>
                  </a:lnTo>
                  <a:lnTo>
                    <a:pt x="3402329" y="86360"/>
                  </a:lnTo>
                  <a:lnTo>
                    <a:pt x="3397250" y="73660"/>
                  </a:lnTo>
                  <a:lnTo>
                    <a:pt x="3371850" y="41910"/>
                  </a:lnTo>
                  <a:lnTo>
                    <a:pt x="3340100" y="17779"/>
                  </a:lnTo>
                  <a:lnTo>
                    <a:pt x="3303270" y="2539"/>
                  </a:lnTo>
                  <a:lnTo>
                    <a:pt x="3290570" y="0"/>
                  </a:lnTo>
                  <a:close/>
                </a:path>
              </a:pathLst>
            </a:custGeom>
            <a:solidFill>
              <a:srgbClr val="D0D0D0">
                <a:alpha val="48999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82650" y="2590800"/>
              <a:ext cx="3415029" cy="3197860"/>
            </a:xfrm>
            <a:custGeom>
              <a:avLst/>
              <a:gdLst/>
              <a:ahLst/>
              <a:cxnLst/>
              <a:rect l="l" t="t" r="r" b="b"/>
              <a:pathLst>
                <a:path w="3415029" h="3197860">
                  <a:moveTo>
                    <a:pt x="135890" y="0"/>
                  </a:moveTo>
                  <a:lnTo>
                    <a:pt x="95422" y="7548"/>
                  </a:lnTo>
                  <a:lnTo>
                    <a:pt x="58430" y="28082"/>
                  </a:lnTo>
                  <a:lnTo>
                    <a:pt x="28082" y="58430"/>
                  </a:lnTo>
                  <a:lnTo>
                    <a:pt x="7548" y="95422"/>
                  </a:lnTo>
                  <a:lnTo>
                    <a:pt x="0" y="135889"/>
                  </a:lnTo>
                  <a:lnTo>
                    <a:pt x="0" y="181590"/>
                  </a:lnTo>
                  <a:lnTo>
                    <a:pt x="0" y="501491"/>
                  </a:lnTo>
                  <a:lnTo>
                    <a:pt x="0" y="1369794"/>
                  </a:lnTo>
                  <a:lnTo>
                    <a:pt x="0" y="3060700"/>
                  </a:lnTo>
                  <a:lnTo>
                    <a:pt x="7548" y="3101299"/>
                  </a:lnTo>
                  <a:lnTo>
                    <a:pt x="28082" y="3138606"/>
                  </a:lnTo>
                  <a:lnTo>
                    <a:pt x="58430" y="3169330"/>
                  </a:lnTo>
                  <a:lnTo>
                    <a:pt x="95422" y="3190179"/>
                  </a:lnTo>
                  <a:lnTo>
                    <a:pt x="135890" y="3197860"/>
                  </a:lnTo>
                  <a:lnTo>
                    <a:pt x="184983" y="3197860"/>
                  </a:lnTo>
                  <a:lnTo>
                    <a:pt x="528637" y="3197860"/>
                  </a:lnTo>
                  <a:lnTo>
                    <a:pt x="1461412" y="3197860"/>
                  </a:lnTo>
                  <a:lnTo>
                    <a:pt x="3277870" y="3197860"/>
                  </a:lnTo>
                  <a:lnTo>
                    <a:pt x="3318469" y="3190179"/>
                  </a:lnTo>
                  <a:lnTo>
                    <a:pt x="3355776" y="3169330"/>
                  </a:lnTo>
                  <a:lnTo>
                    <a:pt x="3386500" y="3138606"/>
                  </a:lnTo>
                  <a:lnTo>
                    <a:pt x="3407349" y="3101299"/>
                  </a:lnTo>
                  <a:lnTo>
                    <a:pt x="3415029" y="3060700"/>
                  </a:lnTo>
                  <a:lnTo>
                    <a:pt x="3415029" y="3014999"/>
                  </a:lnTo>
                  <a:lnTo>
                    <a:pt x="3415029" y="2695098"/>
                  </a:lnTo>
                  <a:lnTo>
                    <a:pt x="3415029" y="1826795"/>
                  </a:lnTo>
                  <a:lnTo>
                    <a:pt x="3415029" y="135889"/>
                  </a:lnTo>
                  <a:lnTo>
                    <a:pt x="3407349" y="95422"/>
                  </a:lnTo>
                  <a:lnTo>
                    <a:pt x="3386500" y="58430"/>
                  </a:lnTo>
                  <a:lnTo>
                    <a:pt x="3355776" y="28082"/>
                  </a:lnTo>
                  <a:lnTo>
                    <a:pt x="3318469" y="7548"/>
                  </a:lnTo>
                  <a:lnTo>
                    <a:pt x="3277870" y="0"/>
                  </a:lnTo>
                  <a:lnTo>
                    <a:pt x="3228776" y="0"/>
                  </a:lnTo>
                  <a:lnTo>
                    <a:pt x="2885122" y="0"/>
                  </a:lnTo>
                  <a:lnTo>
                    <a:pt x="1952347" y="0"/>
                  </a:lnTo>
                  <a:lnTo>
                    <a:pt x="135890" y="0"/>
                  </a:lnTo>
                  <a:close/>
                </a:path>
              </a:pathLst>
            </a:custGeom>
            <a:ln w="9344">
              <a:solidFill>
                <a:srgbClr val="B9B9B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910589" y="5215890"/>
            <a:ext cx="151955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841375" algn="l"/>
              </a:tabLst>
            </a:pPr>
            <a:r>
              <a:rPr sz="2000" b="1" spc="-10" dirty="0">
                <a:latin typeface="Arial"/>
                <a:cs typeface="Arial"/>
              </a:rPr>
              <a:t>64-</a:t>
            </a:r>
            <a:r>
              <a:rPr sz="2000" b="1" spc="-25" dirty="0">
                <a:latin typeface="Arial"/>
                <a:cs typeface="Arial"/>
              </a:rPr>
              <a:t>bit</a:t>
            </a:r>
            <a:r>
              <a:rPr sz="2000" b="1" dirty="0">
                <a:latin typeface="Arial"/>
                <a:cs typeface="Arial"/>
              </a:rPr>
              <a:t>	</a:t>
            </a:r>
            <a:r>
              <a:rPr sz="2000" b="1" spc="-20" dirty="0">
                <a:latin typeface="Arial"/>
                <a:cs typeface="Arial"/>
              </a:rPr>
              <a:t>16GB</a:t>
            </a:r>
            <a:endParaRPr sz="20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580639" y="5215890"/>
            <a:ext cx="160972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000" b="1" spc="-10" dirty="0">
                <a:latin typeface="Arial"/>
                <a:cs typeface="Arial"/>
              </a:rPr>
              <a:t>4-</a:t>
            </a:r>
            <a:r>
              <a:rPr sz="2000" b="1" dirty="0">
                <a:latin typeface="Arial"/>
                <a:cs typeface="Arial"/>
              </a:rPr>
              <a:t>way</a:t>
            </a:r>
            <a:r>
              <a:rPr sz="2000" b="1" spc="-5" dirty="0">
                <a:latin typeface="Arial"/>
                <a:cs typeface="Arial"/>
              </a:rPr>
              <a:t> </a:t>
            </a:r>
            <a:r>
              <a:rPr sz="2000" b="1" spc="-10" dirty="0">
                <a:latin typeface="Arial"/>
                <a:cs typeface="Arial"/>
              </a:rPr>
              <a:t>V-</a:t>
            </a:r>
            <a:r>
              <a:rPr sz="2000" b="1" spc="-25" dirty="0">
                <a:latin typeface="Arial"/>
                <a:cs typeface="Arial"/>
              </a:rPr>
              <a:t>SMP</a:t>
            </a:r>
            <a:endParaRPr sz="20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980439" y="595630"/>
            <a:ext cx="6183630" cy="403860"/>
          </a:xfrm>
          <a:custGeom>
            <a:avLst/>
            <a:gdLst/>
            <a:ahLst/>
            <a:cxnLst/>
            <a:rect l="l" t="t" r="r" b="b"/>
            <a:pathLst>
              <a:path w="6183630" h="403859">
                <a:moveTo>
                  <a:pt x="6183630" y="0"/>
                </a:moveTo>
                <a:lnTo>
                  <a:pt x="0" y="0"/>
                </a:lnTo>
                <a:lnTo>
                  <a:pt x="0" y="403860"/>
                </a:lnTo>
                <a:lnTo>
                  <a:pt x="3092450" y="403860"/>
                </a:lnTo>
                <a:lnTo>
                  <a:pt x="6183630" y="403860"/>
                </a:lnTo>
                <a:lnTo>
                  <a:pt x="618363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" name="object 8"/>
          <p:cNvGrpSpPr/>
          <p:nvPr/>
        </p:nvGrpSpPr>
        <p:grpSpPr>
          <a:xfrm>
            <a:off x="1085850" y="2895600"/>
            <a:ext cx="2649220" cy="2683510"/>
            <a:chOff x="1085850" y="2895600"/>
            <a:chExt cx="2649220" cy="2683510"/>
          </a:xfrm>
        </p:grpSpPr>
        <p:sp>
          <p:nvSpPr>
            <p:cNvPr id="9" name="object 9"/>
            <p:cNvSpPr/>
            <p:nvPr/>
          </p:nvSpPr>
          <p:spPr>
            <a:xfrm>
              <a:off x="1671319" y="5196839"/>
              <a:ext cx="0" cy="382270"/>
            </a:xfrm>
            <a:custGeom>
              <a:avLst/>
              <a:gdLst/>
              <a:ahLst/>
              <a:cxnLst/>
              <a:rect l="l" t="t" r="r" b="b"/>
              <a:pathLst>
                <a:path h="382270">
                  <a:moveTo>
                    <a:pt x="0" y="0"/>
                  </a:moveTo>
                  <a:lnTo>
                    <a:pt x="0" y="382270"/>
                  </a:lnTo>
                </a:path>
              </a:pathLst>
            </a:custGeom>
            <a:ln w="93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" name="object 1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429510" y="3406140"/>
              <a:ext cx="1143000" cy="142239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809239" y="4038600"/>
              <a:ext cx="925830" cy="360680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85850" y="3681730"/>
              <a:ext cx="2334260" cy="232410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134109" y="4254500"/>
              <a:ext cx="1372869" cy="19431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666240" y="4648200"/>
              <a:ext cx="1450339" cy="172719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203960" y="2895600"/>
              <a:ext cx="539750" cy="539750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123439" y="2898140"/>
              <a:ext cx="1066800" cy="302260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2509519" y="5196839"/>
              <a:ext cx="0" cy="382270"/>
            </a:xfrm>
            <a:custGeom>
              <a:avLst/>
              <a:gdLst/>
              <a:ahLst/>
              <a:cxnLst/>
              <a:rect l="l" t="t" r="r" b="b"/>
              <a:pathLst>
                <a:path h="382270">
                  <a:moveTo>
                    <a:pt x="0" y="0"/>
                  </a:moveTo>
                  <a:lnTo>
                    <a:pt x="0" y="382270"/>
                  </a:lnTo>
                </a:path>
              </a:pathLst>
            </a:custGeom>
            <a:ln w="93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08000">
              <a:lnSpc>
                <a:spcPct val="100000"/>
              </a:lnSpc>
              <a:spcBef>
                <a:spcPts val="100"/>
              </a:spcBef>
            </a:pPr>
            <a:r>
              <a:rPr spc="-30" dirty="0"/>
              <a:t>Freedom</a:t>
            </a:r>
            <a:r>
              <a:rPr spc="-160" dirty="0"/>
              <a:t> </a:t>
            </a:r>
            <a:r>
              <a:rPr dirty="0"/>
              <a:t>of</a:t>
            </a:r>
            <a:r>
              <a:rPr spc="-65" dirty="0"/>
              <a:t> </a:t>
            </a:r>
            <a:r>
              <a:rPr spc="-20" dirty="0"/>
              <a:t>Choice:</a:t>
            </a:r>
            <a:r>
              <a:rPr spc="-35" dirty="0"/>
              <a:t> </a:t>
            </a:r>
            <a:r>
              <a:rPr dirty="0"/>
              <a:t>Any</a:t>
            </a:r>
            <a:r>
              <a:rPr spc="-40" dirty="0"/>
              <a:t> </a:t>
            </a:r>
            <a:r>
              <a:rPr spc="-75" dirty="0"/>
              <a:t>OS</a:t>
            </a:r>
            <a:r>
              <a:rPr spc="-35" dirty="0"/>
              <a:t> </a:t>
            </a:r>
            <a:r>
              <a:rPr dirty="0"/>
              <a:t>and</a:t>
            </a:r>
            <a:r>
              <a:rPr spc="-35" dirty="0"/>
              <a:t> </a:t>
            </a:r>
            <a:r>
              <a:rPr spc="-10" dirty="0"/>
              <a:t>workload</a:t>
            </a:r>
          </a:p>
        </p:txBody>
      </p:sp>
      <p:pic>
        <p:nvPicPr>
          <p:cNvPr id="19" name="object 19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7086600" y="2830829"/>
            <a:ext cx="685800" cy="674370"/>
          </a:xfrm>
          <a:prstGeom prst="rect">
            <a:avLst/>
          </a:prstGeom>
        </p:spPr>
      </p:pic>
      <p:grpSp>
        <p:nvGrpSpPr>
          <p:cNvPr id="20" name="object 20"/>
          <p:cNvGrpSpPr/>
          <p:nvPr/>
        </p:nvGrpSpPr>
        <p:grpSpPr>
          <a:xfrm>
            <a:off x="4984750" y="3962400"/>
            <a:ext cx="1295400" cy="1981200"/>
            <a:chOff x="4984750" y="3962400"/>
            <a:chExt cx="1295400" cy="1981200"/>
          </a:xfrm>
        </p:grpSpPr>
        <p:pic>
          <p:nvPicPr>
            <p:cNvPr id="21" name="object 2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984750" y="4648200"/>
              <a:ext cx="1295400" cy="1295400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175250" y="3962400"/>
              <a:ext cx="914400" cy="642619"/>
            </a:xfrm>
            <a:prstGeom prst="rect">
              <a:avLst/>
            </a:prstGeom>
          </p:spPr>
        </p:pic>
      </p:grpSp>
      <p:pic>
        <p:nvPicPr>
          <p:cNvPr id="23" name="object 23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4904740" y="2885439"/>
            <a:ext cx="1456689" cy="563879"/>
          </a:xfrm>
          <a:prstGeom prst="rect">
            <a:avLst/>
          </a:prstGeom>
        </p:spPr>
      </p:pic>
      <p:pic>
        <p:nvPicPr>
          <p:cNvPr id="24" name="object 24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7112000" y="3733800"/>
            <a:ext cx="633729" cy="838200"/>
          </a:xfrm>
          <a:prstGeom prst="rect">
            <a:avLst/>
          </a:prstGeom>
        </p:spPr>
      </p:pic>
      <p:grpSp>
        <p:nvGrpSpPr>
          <p:cNvPr id="25" name="object 25"/>
          <p:cNvGrpSpPr/>
          <p:nvPr/>
        </p:nvGrpSpPr>
        <p:grpSpPr>
          <a:xfrm>
            <a:off x="904241" y="1084581"/>
            <a:ext cx="7306309" cy="1003300"/>
            <a:chOff x="904241" y="1084581"/>
            <a:chExt cx="7306309" cy="1003300"/>
          </a:xfrm>
        </p:grpSpPr>
        <p:sp>
          <p:nvSpPr>
            <p:cNvPr id="26" name="object 26"/>
            <p:cNvSpPr/>
            <p:nvPr/>
          </p:nvSpPr>
          <p:spPr>
            <a:xfrm>
              <a:off x="923290" y="1103630"/>
              <a:ext cx="7268209" cy="965200"/>
            </a:xfrm>
            <a:custGeom>
              <a:avLst/>
              <a:gdLst/>
              <a:ahLst/>
              <a:cxnLst/>
              <a:rect l="l" t="t" r="r" b="b"/>
              <a:pathLst>
                <a:path w="7268209" h="965200">
                  <a:moveTo>
                    <a:pt x="7054850" y="0"/>
                  </a:moveTo>
                  <a:lnTo>
                    <a:pt x="212090" y="0"/>
                  </a:lnTo>
                  <a:lnTo>
                    <a:pt x="166751" y="6146"/>
                  </a:lnTo>
                  <a:lnTo>
                    <a:pt x="123389" y="23356"/>
                  </a:lnTo>
                  <a:lnTo>
                    <a:pt x="83827" y="49785"/>
                  </a:lnTo>
                  <a:lnTo>
                    <a:pt x="49885" y="83590"/>
                  </a:lnTo>
                  <a:lnTo>
                    <a:pt x="23385" y="122927"/>
                  </a:lnTo>
                  <a:lnTo>
                    <a:pt x="6150" y="165951"/>
                  </a:lnTo>
                  <a:lnTo>
                    <a:pt x="0" y="210820"/>
                  </a:lnTo>
                  <a:lnTo>
                    <a:pt x="0" y="753110"/>
                  </a:lnTo>
                  <a:lnTo>
                    <a:pt x="6150" y="798048"/>
                  </a:lnTo>
                  <a:lnTo>
                    <a:pt x="23385" y="841254"/>
                  </a:lnTo>
                  <a:lnTo>
                    <a:pt x="49885" y="880839"/>
                  </a:lnTo>
                  <a:lnTo>
                    <a:pt x="83827" y="914914"/>
                  </a:lnTo>
                  <a:lnTo>
                    <a:pt x="123389" y="941592"/>
                  </a:lnTo>
                  <a:lnTo>
                    <a:pt x="166751" y="958983"/>
                  </a:lnTo>
                  <a:lnTo>
                    <a:pt x="212090" y="965200"/>
                  </a:lnTo>
                  <a:lnTo>
                    <a:pt x="7054850" y="965200"/>
                  </a:lnTo>
                  <a:lnTo>
                    <a:pt x="7100258" y="958983"/>
                  </a:lnTo>
                  <a:lnTo>
                    <a:pt x="7143801" y="941592"/>
                  </a:lnTo>
                  <a:lnTo>
                    <a:pt x="7183612" y="914914"/>
                  </a:lnTo>
                  <a:lnTo>
                    <a:pt x="7217824" y="880839"/>
                  </a:lnTo>
                  <a:lnTo>
                    <a:pt x="7244572" y="841254"/>
                  </a:lnTo>
                  <a:lnTo>
                    <a:pt x="7261989" y="798048"/>
                  </a:lnTo>
                  <a:lnTo>
                    <a:pt x="7268209" y="753110"/>
                  </a:lnTo>
                  <a:lnTo>
                    <a:pt x="7268209" y="210820"/>
                  </a:lnTo>
                  <a:lnTo>
                    <a:pt x="7261989" y="165951"/>
                  </a:lnTo>
                  <a:lnTo>
                    <a:pt x="7244572" y="122927"/>
                  </a:lnTo>
                  <a:lnTo>
                    <a:pt x="7217824" y="83590"/>
                  </a:lnTo>
                  <a:lnTo>
                    <a:pt x="7183612" y="49785"/>
                  </a:lnTo>
                  <a:lnTo>
                    <a:pt x="7143801" y="23356"/>
                  </a:lnTo>
                  <a:lnTo>
                    <a:pt x="7100258" y="6146"/>
                  </a:lnTo>
                  <a:lnTo>
                    <a:pt x="70548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923290" y="1103630"/>
              <a:ext cx="7268209" cy="965200"/>
            </a:xfrm>
            <a:custGeom>
              <a:avLst/>
              <a:gdLst/>
              <a:ahLst/>
              <a:cxnLst/>
              <a:rect l="l" t="t" r="r" b="b"/>
              <a:pathLst>
                <a:path w="7268209" h="965200">
                  <a:moveTo>
                    <a:pt x="212090" y="0"/>
                  </a:moveTo>
                  <a:lnTo>
                    <a:pt x="166751" y="6146"/>
                  </a:lnTo>
                  <a:lnTo>
                    <a:pt x="123389" y="23356"/>
                  </a:lnTo>
                  <a:lnTo>
                    <a:pt x="83827" y="49785"/>
                  </a:lnTo>
                  <a:lnTo>
                    <a:pt x="49885" y="83590"/>
                  </a:lnTo>
                  <a:lnTo>
                    <a:pt x="23385" y="122927"/>
                  </a:lnTo>
                  <a:lnTo>
                    <a:pt x="6150" y="165951"/>
                  </a:lnTo>
                  <a:lnTo>
                    <a:pt x="0" y="210820"/>
                  </a:lnTo>
                  <a:lnTo>
                    <a:pt x="0" y="219293"/>
                  </a:lnTo>
                  <a:lnTo>
                    <a:pt x="0" y="278606"/>
                  </a:lnTo>
                  <a:lnTo>
                    <a:pt x="0" y="439598"/>
                  </a:lnTo>
                  <a:lnTo>
                    <a:pt x="0" y="753110"/>
                  </a:lnTo>
                  <a:lnTo>
                    <a:pt x="6150" y="798048"/>
                  </a:lnTo>
                  <a:lnTo>
                    <a:pt x="23385" y="841254"/>
                  </a:lnTo>
                  <a:lnTo>
                    <a:pt x="49885" y="880839"/>
                  </a:lnTo>
                  <a:lnTo>
                    <a:pt x="83827" y="914914"/>
                  </a:lnTo>
                  <a:lnTo>
                    <a:pt x="123389" y="941592"/>
                  </a:lnTo>
                  <a:lnTo>
                    <a:pt x="166751" y="958983"/>
                  </a:lnTo>
                  <a:lnTo>
                    <a:pt x="212090" y="965200"/>
                  </a:lnTo>
                  <a:lnTo>
                    <a:pt x="319008" y="965200"/>
                  </a:lnTo>
                  <a:lnTo>
                    <a:pt x="1067435" y="965200"/>
                  </a:lnTo>
                  <a:lnTo>
                    <a:pt x="3098879" y="965200"/>
                  </a:lnTo>
                  <a:lnTo>
                    <a:pt x="7054850" y="965200"/>
                  </a:lnTo>
                  <a:lnTo>
                    <a:pt x="7100258" y="958983"/>
                  </a:lnTo>
                  <a:lnTo>
                    <a:pt x="7143801" y="941592"/>
                  </a:lnTo>
                  <a:lnTo>
                    <a:pt x="7183612" y="914914"/>
                  </a:lnTo>
                  <a:lnTo>
                    <a:pt x="7217824" y="880839"/>
                  </a:lnTo>
                  <a:lnTo>
                    <a:pt x="7244572" y="841254"/>
                  </a:lnTo>
                  <a:lnTo>
                    <a:pt x="7261989" y="798048"/>
                  </a:lnTo>
                  <a:lnTo>
                    <a:pt x="7268209" y="753110"/>
                  </a:lnTo>
                  <a:lnTo>
                    <a:pt x="7268209" y="744636"/>
                  </a:lnTo>
                  <a:lnTo>
                    <a:pt x="7268209" y="685323"/>
                  </a:lnTo>
                  <a:lnTo>
                    <a:pt x="7268209" y="524331"/>
                  </a:lnTo>
                  <a:lnTo>
                    <a:pt x="7268209" y="210820"/>
                  </a:lnTo>
                  <a:lnTo>
                    <a:pt x="7261989" y="165951"/>
                  </a:lnTo>
                  <a:lnTo>
                    <a:pt x="7244572" y="122927"/>
                  </a:lnTo>
                  <a:lnTo>
                    <a:pt x="7217824" y="83590"/>
                  </a:lnTo>
                  <a:lnTo>
                    <a:pt x="7183612" y="49785"/>
                  </a:lnTo>
                  <a:lnTo>
                    <a:pt x="7143801" y="23356"/>
                  </a:lnTo>
                  <a:lnTo>
                    <a:pt x="7100258" y="6146"/>
                  </a:lnTo>
                  <a:lnTo>
                    <a:pt x="7054850" y="0"/>
                  </a:lnTo>
                  <a:lnTo>
                    <a:pt x="6947931" y="0"/>
                  </a:lnTo>
                  <a:lnTo>
                    <a:pt x="6199505" y="0"/>
                  </a:lnTo>
                  <a:lnTo>
                    <a:pt x="4168060" y="0"/>
                  </a:lnTo>
                  <a:lnTo>
                    <a:pt x="212090" y="0"/>
                  </a:lnTo>
                  <a:close/>
                </a:path>
              </a:pathLst>
            </a:custGeom>
            <a:ln w="38097">
              <a:solidFill>
                <a:srgbClr val="7C9AC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1043940" y="1162049"/>
              <a:ext cx="7028180" cy="48260"/>
            </a:xfrm>
            <a:custGeom>
              <a:avLst/>
              <a:gdLst/>
              <a:ahLst/>
              <a:cxnLst/>
              <a:rect l="l" t="t" r="r" b="b"/>
              <a:pathLst>
                <a:path w="7028180" h="48259">
                  <a:moveTo>
                    <a:pt x="7028180" y="46990"/>
                  </a:moveTo>
                  <a:lnTo>
                    <a:pt x="7026910" y="46990"/>
                  </a:lnTo>
                  <a:lnTo>
                    <a:pt x="7026910" y="45720"/>
                  </a:lnTo>
                  <a:lnTo>
                    <a:pt x="7025640" y="45720"/>
                  </a:lnTo>
                  <a:lnTo>
                    <a:pt x="7025640" y="44450"/>
                  </a:lnTo>
                  <a:lnTo>
                    <a:pt x="7024370" y="44450"/>
                  </a:lnTo>
                  <a:lnTo>
                    <a:pt x="7024370" y="43180"/>
                  </a:lnTo>
                  <a:lnTo>
                    <a:pt x="7023100" y="43180"/>
                  </a:lnTo>
                  <a:lnTo>
                    <a:pt x="7023100" y="41910"/>
                  </a:lnTo>
                  <a:lnTo>
                    <a:pt x="7021817" y="41910"/>
                  </a:lnTo>
                  <a:lnTo>
                    <a:pt x="7021817" y="40640"/>
                  </a:lnTo>
                  <a:lnTo>
                    <a:pt x="7020560" y="40640"/>
                  </a:lnTo>
                  <a:lnTo>
                    <a:pt x="7020560" y="39370"/>
                  </a:lnTo>
                  <a:lnTo>
                    <a:pt x="7018020" y="39370"/>
                  </a:lnTo>
                  <a:lnTo>
                    <a:pt x="7018020" y="38100"/>
                  </a:lnTo>
                  <a:lnTo>
                    <a:pt x="7016750" y="38100"/>
                  </a:lnTo>
                  <a:lnTo>
                    <a:pt x="7016750" y="36830"/>
                  </a:lnTo>
                  <a:lnTo>
                    <a:pt x="7015467" y="36830"/>
                  </a:lnTo>
                  <a:lnTo>
                    <a:pt x="7015467" y="35560"/>
                  </a:lnTo>
                  <a:lnTo>
                    <a:pt x="7014210" y="35560"/>
                  </a:lnTo>
                  <a:lnTo>
                    <a:pt x="7014210" y="34290"/>
                  </a:lnTo>
                  <a:lnTo>
                    <a:pt x="7012940" y="34290"/>
                  </a:lnTo>
                  <a:lnTo>
                    <a:pt x="7012940" y="33020"/>
                  </a:lnTo>
                  <a:lnTo>
                    <a:pt x="7011670" y="33020"/>
                  </a:lnTo>
                  <a:lnTo>
                    <a:pt x="7011670" y="31750"/>
                  </a:lnTo>
                  <a:lnTo>
                    <a:pt x="7010387" y="31750"/>
                  </a:lnTo>
                  <a:lnTo>
                    <a:pt x="7010387" y="30480"/>
                  </a:lnTo>
                  <a:lnTo>
                    <a:pt x="7007860" y="30480"/>
                  </a:lnTo>
                  <a:lnTo>
                    <a:pt x="7007860" y="29210"/>
                  </a:lnTo>
                  <a:lnTo>
                    <a:pt x="7006590" y="29210"/>
                  </a:lnTo>
                  <a:lnTo>
                    <a:pt x="7006590" y="27940"/>
                  </a:lnTo>
                  <a:lnTo>
                    <a:pt x="7005320" y="27940"/>
                  </a:lnTo>
                  <a:lnTo>
                    <a:pt x="7005320" y="26670"/>
                  </a:lnTo>
                  <a:lnTo>
                    <a:pt x="7004037" y="26670"/>
                  </a:lnTo>
                  <a:lnTo>
                    <a:pt x="7004037" y="25400"/>
                  </a:lnTo>
                  <a:lnTo>
                    <a:pt x="7001510" y="25400"/>
                  </a:lnTo>
                  <a:lnTo>
                    <a:pt x="7001510" y="24130"/>
                  </a:lnTo>
                  <a:lnTo>
                    <a:pt x="6998970" y="24130"/>
                  </a:lnTo>
                  <a:lnTo>
                    <a:pt x="6998970" y="22860"/>
                  </a:lnTo>
                  <a:lnTo>
                    <a:pt x="6997700" y="22860"/>
                  </a:lnTo>
                  <a:lnTo>
                    <a:pt x="6997700" y="21590"/>
                  </a:lnTo>
                  <a:lnTo>
                    <a:pt x="6995160" y="21590"/>
                  </a:lnTo>
                  <a:lnTo>
                    <a:pt x="6995160" y="20320"/>
                  </a:lnTo>
                  <a:lnTo>
                    <a:pt x="6992620" y="20320"/>
                  </a:lnTo>
                  <a:lnTo>
                    <a:pt x="6992620" y="19050"/>
                  </a:lnTo>
                  <a:lnTo>
                    <a:pt x="6991337" y="19050"/>
                  </a:lnTo>
                  <a:lnTo>
                    <a:pt x="6991337" y="17780"/>
                  </a:lnTo>
                  <a:lnTo>
                    <a:pt x="6988810" y="17780"/>
                  </a:lnTo>
                  <a:lnTo>
                    <a:pt x="6988810" y="16510"/>
                  </a:lnTo>
                  <a:lnTo>
                    <a:pt x="6986270" y="16510"/>
                  </a:lnTo>
                  <a:lnTo>
                    <a:pt x="6986270" y="15240"/>
                  </a:lnTo>
                  <a:lnTo>
                    <a:pt x="6983730" y="15240"/>
                  </a:lnTo>
                  <a:lnTo>
                    <a:pt x="6983730" y="13970"/>
                  </a:lnTo>
                  <a:lnTo>
                    <a:pt x="6981190" y="13970"/>
                  </a:lnTo>
                  <a:lnTo>
                    <a:pt x="6981190" y="12700"/>
                  </a:lnTo>
                  <a:lnTo>
                    <a:pt x="6979920" y="12700"/>
                  </a:lnTo>
                  <a:lnTo>
                    <a:pt x="6979920" y="11430"/>
                  </a:lnTo>
                  <a:lnTo>
                    <a:pt x="6977380" y="11430"/>
                  </a:lnTo>
                  <a:lnTo>
                    <a:pt x="6977380" y="10160"/>
                  </a:lnTo>
                  <a:lnTo>
                    <a:pt x="6974840" y="10160"/>
                  </a:lnTo>
                  <a:lnTo>
                    <a:pt x="6974840" y="8890"/>
                  </a:lnTo>
                  <a:lnTo>
                    <a:pt x="6972287" y="8890"/>
                  </a:lnTo>
                  <a:lnTo>
                    <a:pt x="6972287" y="7620"/>
                  </a:lnTo>
                  <a:lnTo>
                    <a:pt x="6968490" y="7620"/>
                  </a:lnTo>
                  <a:lnTo>
                    <a:pt x="6968490" y="6350"/>
                  </a:lnTo>
                  <a:lnTo>
                    <a:pt x="6964680" y="6350"/>
                  </a:lnTo>
                  <a:lnTo>
                    <a:pt x="6964680" y="5080"/>
                  </a:lnTo>
                  <a:lnTo>
                    <a:pt x="6954520" y="5080"/>
                  </a:lnTo>
                  <a:lnTo>
                    <a:pt x="6954520" y="3810"/>
                  </a:lnTo>
                  <a:lnTo>
                    <a:pt x="6950710" y="3810"/>
                  </a:lnTo>
                  <a:lnTo>
                    <a:pt x="6950710" y="2540"/>
                  </a:lnTo>
                  <a:lnTo>
                    <a:pt x="6941820" y="2540"/>
                  </a:lnTo>
                  <a:lnTo>
                    <a:pt x="6941820" y="1270"/>
                  </a:lnTo>
                  <a:lnTo>
                    <a:pt x="6927850" y="1270"/>
                  </a:lnTo>
                  <a:lnTo>
                    <a:pt x="6927850" y="0"/>
                  </a:lnTo>
                  <a:lnTo>
                    <a:pt x="100330" y="0"/>
                  </a:lnTo>
                  <a:lnTo>
                    <a:pt x="100330" y="1270"/>
                  </a:lnTo>
                  <a:lnTo>
                    <a:pt x="87630" y="1270"/>
                  </a:lnTo>
                  <a:lnTo>
                    <a:pt x="87630" y="2540"/>
                  </a:lnTo>
                  <a:lnTo>
                    <a:pt x="83820" y="2540"/>
                  </a:lnTo>
                  <a:lnTo>
                    <a:pt x="83820" y="3810"/>
                  </a:lnTo>
                  <a:lnTo>
                    <a:pt x="73660" y="3810"/>
                  </a:lnTo>
                  <a:lnTo>
                    <a:pt x="73660" y="5080"/>
                  </a:lnTo>
                  <a:lnTo>
                    <a:pt x="69850" y="5080"/>
                  </a:lnTo>
                  <a:lnTo>
                    <a:pt x="69850" y="6350"/>
                  </a:lnTo>
                  <a:lnTo>
                    <a:pt x="60960" y="6350"/>
                  </a:lnTo>
                  <a:lnTo>
                    <a:pt x="60960" y="7620"/>
                  </a:lnTo>
                  <a:lnTo>
                    <a:pt x="59690" y="7620"/>
                  </a:lnTo>
                  <a:lnTo>
                    <a:pt x="59690" y="8890"/>
                  </a:lnTo>
                  <a:lnTo>
                    <a:pt x="57150" y="8890"/>
                  </a:lnTo>
                  <a:lnTo>
                    <a:pt x="57150" y="10160"/>
                  </a:lnTo>
                  <a:lnTo>
                    <a:pt x="54610" y="10160"/>
                  </a:lnTo>
                  <a:lnTo>
                    <a:pt x="54610" y="11430"/>
                  </a:lnTo>
                  <a:lnTo>
                    <a:pt x="52070" y="11430"/>
                  </a:lnTo>
                  <a:lnTo>
                    <a:pt x="52070" y="12700"/>
                  </a:lnTo>
                  <a:lnTo>
                    <a:pt x="48260" y="12700"/>
                  </a:lnTo>
                  <a:lnTo>
                    <a:pt x="48260" y="13970"/>
                  </a:lnTo>
                  <a:lnTo>
                    <a:pt x="46990" y="13970"/>
                  </a:lnTo>
                  <a:lnTo>
                    <a:pt x="46990" y="15240"/>
                  </a:lnTo>
                  <a:lnTo>
                    <a:pt x="44450" y="15240"/>
                  </a:lnTo>
                  <a:lnTo>
                    <a:pt x="44450" y="16510"/>
                  </a:lnTo>
                  <a:lnTo>
                    <a:pt x="41910" y="16510"/>
                  </a:lnTo>
                  <a:lnTo>
                    <a:pt x="41910" y="17780"/>
                  </a:lnTo>
                  <a:lnTo>
                    <a:pt x="39370" y="17780"/>
                  </a:lnTo>
                  <a:lnTo>
                    <a:pt x="39370" y="19050"/>
                  </a:lnTo>
                  <a:lnTo>
                    <a:pt x="35560" y="19050"/>
                  </a:lnTo>
                  <a:lnTo>
                    <a:pt x="35560" y="20320"/>
                  </a:lnTo>
                  <a:lnTo>
                    <a:pt x="34290" y="20320"/>
                  </a:lnTo>
                  <a:lnTo>
                    <a:pt x="34290" y="21590"/>
                  </a:lnTo>
                  <a:lnTo>
                    <a:pt x="31750" y="21590"/>
                  </a:lnTo>
                  <a:lnTo>
                    <a:pt x="31750" y="22860"/>
                  </a:lnTo>
                  <a:lnTo>
                    <a:pt x="30480" y="22860"/>
                  </a:lnTo>
                  <a:lnTo>
                    <a:pt x="30480" y="24130"/>
                  </a:lnTo>
                  <a:lnTo>
                    <a:pt x="27940" y="24130"/>
                  </a:lnTo>
                  <a:lnTo>
                    <a:pt x="27940" y="25400"/>
                  </a:lnTo>
                  <a:lnTo>
                    <a:pt x="26670" y="25400"/>
                  </a:lnTo>
                  <a:lnTo>
                    <a:pt x="26670" y="26670"/>
                  </a:lnTo>
                  <a:lnTo>
                    <a:pt x="24130" y="26670"/>
                  </a:lnTo>
                  <a:lnTo>
                    <a:pt x="24130" y="27940"/>
                  </a:lnTo>
                  <a:lnTo>
                    <a:pt x="22860" y="27940"/>
                  </a:lnTo>
                  <a:lnTo>
                    <a:pt x="22860" y="29210"/>
                  </a:lnTo>
                  <a:lnTo>
                    <a:pt x="21590" y="29210"/>
                  </a:lnTo>
                  <a:lnTo>
                    <a:pt x="21590" y="30480"/>
                  </a:lnTo>
                  <a:lnTo>
                    <a:pt x="20320" y="30480"/>
                  </a:lnTo>
                  <a:lnTo>
                    <a:pt x="20320" y="31750"/>
                  </a:lnTo>
                  <a:lnTo>
                    <a:pt x="19050" y="31750"/>
                  </a:lnTo>
                  <a:lnTo>
                    <a:pt x="19050" y="33020"/>
                  </a:lnTo>
                  <a:lnTo>
                    <a:pt x="16510" y="33020"/>
                  </a:lnTo>
                  <a:lnTo>
                    <a:pt x="16510" y="34290"/>
                  </a:lnTo>
                  <a:lnTo>
                    <a:pt x="15240" y="34290"/>
                  </a:lnTo>
                  <a:lnTo>
                    <a:pt x="15240" y="35560"/>
                  </a:lnTo>
                  <a:lnTo>
                    <a:pt x="13970" y="35560"/>
                  </a:lnTo>
                  <a:lnTo>
                    <a:pt x="13970" y="36830"/>
                  </a:lnTo>
                  <a:lnTo>
                    <a:pt x="12700" y="36830"/>
                  </a:lnTo>
                  <a:lnTo>
                    <a:pt x="12700" y="38100"/>
                  </a:lnTo>
                  <a:lnTo>
                    <a:pt x="11430" y="38100"/>
                  </a:lnTo>
                  <a:lnTo>
                    <a:pt x="11430" y="39370"/>
                  </a:lnTo>
                  <a:lnTo>
                    <a:pt x="8890" y="39370"/>
                  </a:lnTo>
                  <a:lnTo>
                    <a:pt x="8890" y="40640"/>
                  </a:lnTo>
                  <a:lnTo>
                    <a:pt x="7620" y="40640"/>
                  </a:lnTo>
                  <a:lnTo>
                    <a:pt x="7620" y="41910"/>
                  </a:lnTo>
                  <a:lnTo>
                    <a:pt x="6350" y="41910"/>
                  </a:lnTo>
                  <a:lnTo>
                    <a:pt x="6350" y="43180"/>
                  </a:lnTo>
                  <a:lnTo>
                    <a:pt x="3810" y="43180"/>
                  </a:lnTo>
                  <a:lnTo>
                    <a:pt x="3810" y="44450"/>
                  </a:lnTo>
                  <a:lnTo>
                    <a:pt x="2540" y="44450"/>
                  </a:lnTo>
                  <a:lnTo>
                    <a:pt x="2540" y="45720"/>
                  </a:lnTo>
                  <a:lnTo>
                    <a:pt x="1270" y="45720"/>
                  </a:lnTo>
                  <a:lnTo>
                    <a:pt x="1270" y="46990"/>
                  </a:lnTo>
                  <a:lnTo>
                    <a:pt x="0" y="46990"/>
                  </a:lnTo>
                  <a:lnTo>
                    <a:pt x="0" y="48260"/>
                  </a:lnTo>
                  <a:lnTo>
                    <a:pt x="7028180" y="48260"/>
                  </a:lnTo>
                  <a:lnTo>
                    <a:pt x="7028180" y="4699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1024890" y="1210309"/>
              <a:ext cx="7067550" cy="24130"/>
            </a:xfrm>
            <a:custGeom>
              <a:avLst/>
              <a:gdLst/>
              <a:ahLst/>
              <a:cxnLst/>
              <a:rect l="l" t="t" r="r" b="b"/>
              <a:pathLst>
                <a:path w="7067550" h="24130">
                  <a:moveTo>
                    <a:pt x="7059917" y="12700"/>
                  </a:moveTo>
                  <a:lnTo>
                    <a:pt x="7058660" y="12700"/>
                  </a:lnTo>
                  <a:lnTo>
                    <a:pt x="7058660" y="11430"/>
                  </a:lnTo>
                  <a:lnTo>
                    <a:pt x="7057390" y="11430"/>
                  </a:lnTo>
                  <a:lnTo>
                    <a:pt x="7057390" y="8890"/>
                  </a:lnTo>
                  <a:lnTo>
                    <a:pt x="7056120" y="8890"/>
                  </a:lnTo>
                  <a:lnTo>
                    <a:pt x="7056120" y="7620"/>
                  </a:lnTo>
                  <a:lnTo>
                    <a:pt x="7054850" y="7620"/>
                  </a:lnTo>
                  <a:lnTo>
                    <a:pt x="7054850" y="6350"/>
                  </a:lnTo>
                  <a:lnTo>
                    <a:pt x="7053567" y="6350"/>
                  </a:lnTo>
                  <a:lnTo>
                    <a:pt x="7053567" y="5080"/>
                  </a:lnTo>
                  <a:lnTo>
                    <a:pt x="7052310" y="5080"/>
                  </a:lnTo>
                  <a:lnTo>
                    <a:pt x="7052310" y="3810"/>
                  </a:lnTo>
                  <a:lnTo>
                    <a:pt x="7051040" y="3810"/>
                  </a:lnTo>
                  <a:lnTo>
                    <a:pt x="7051040" y="2540"/>
                  </a:lnTo>
                  <a:lnTo>
                    <a:pt x="7049770" y="2540"/>
                  </a:lnTo>
                  <a:lnTo>
                    <a:pt x="7049770" y="1270"/>
                  </a:lnTo>
                  <a:lnTo>
                    <a:pt x="7048500" y="1270"/>
                  </a:lnTo>
                  <a:lnTo>
                    <a:pt x="7048500" y="0"/>
                  </a:lnTo>
                  <a:lnTo>
                    <a:pt x="17780" y="0"/>
                  </a:lnTo>
                  <a:lnTo>
                    <a:pt x="17780" y="1270"/>
                  </a:lnTo>
                  <a:lnTo>
                    <a:pt x="16510" y="1270"/>
                  </a:lnTo>
                  <a:lnTo>
                    <a:pt x="16510" y="2540"/>
                  </a:lnTo>
                  <a:lnTo>
                    <a:pt x="16510" y="3810"/>
                  </a:lnTo>
                  <a:lnTo>
                    <a:pt x="15240" y="3810"/>
                  </a:lnTo>
                  <a:lnTo>
                    <a:pt x="15240" y="5080"/>
                  </a:lnTo>
                  <a:lnTo>
                    <a:pt x="13970" y="5080"/>
                  </a:lnTo>
                  <a:lnTo>
                    <a:pt x="13970" y="6350"/>
                  </a:lnTo>
                  <a:lnTo>
                    <a:pt x="12700" y="6350"/>
                  </a:lnTo>
                  <a:lnTo>
                    <a:pt x="12700" y="7620"/>
                  </a:lnTo>
                  <a:lnTo>
                    <a:pt x="11430" y="7620"/>
                  </a:lnTo>
                  <a:lnTo>
                    <a:pt x="11430" y="8890"/>
                  </a:lnTo>
                  <a:lnTo>
                    <a:pt x="10160" y="8890"/>
                  </a:lnTo>
                  <a:lnTo>
                    <a:pt x="10160" y="11430"/>
                  </a:lnTo>
                  <a:lnTo>
                    <a:pt x="8890" y="11430"/>
                  </a:lnTo>
                  <a:lnTo>
                    <a:pt x="8890" y="12700"/>
                  </a:lnTo>
                  <a:lnTo>
                    <a:pt x="7620" y="12700"/>
                  </a:lnTo>
                  <a:lnTo>
                    <a:pt x="7620" y="13970"/>
                  </a:lnTo>
                  <a:lnTo>
                    <a:pt x="7059917" y="13970"/>
                  </a:lnTo>
                  <a:lnTo>
                    <a:pt x="7059917" y="12700"/>
                  </a:lnTo>
                  <a:close/>
                </a:path>
                <a:path w="7067550" h="24130">
                  <a:moveTo>
                    <a:pt x="7067550" y="22860"/>
                  </a:moveTo>
                  <a:lnTo>
                    <a:pt x="7066267" y="22860"/>
                  </a:lnTo>
                  <a:lnTo>
                    <a:pt x="7066267" y="21590"/>
                  </a:lnTo>
                  <a:lnTo>
                    <a:pt x="7065010" y="21590"/>
                  </a:lnTo>
                  <a:lnTo>
                    <a:pt x="7065010" y="19050"/>
                  </a:lnTo>
                  <a:lnTo>
                    <a:pt x="7063740" y="19050"/>
                  </a:lnTo>
                  <a:lnTo>
                    <a:pt x="7063740" y="17780"/>
                  </a:lnTo>
                  <a:lnTo>
                    <a:pt x="7062470" y="17780"/>
                  </a:lnTo>
                  <a:lnTo>
                    <a:pt x="7062470" y="16510"/>
                  </a:lnTo>
                  <a:lnTo>
                    <a:pt x="7061200" y="16510"/>
                  </a:lnTo>
                  <a:lnTo>
                    <a:pt x="7061200" y="13982"/>
                  </a:lnTo>
                  <a:lnTo>
                    <a:pt x="6350" y="13982"/>
                  </a:lnTo>
                  <a:lnTo>
                    <a:pt x="6350" y="16510"/>
                  </a:lnTo>
                  <a:lnTo>
                    <a:pt x="5080" y="16510"/>
                  </a:lnTo>
                  <a:lnTo>
                    <a:pt x="5080" y="17780"/>
                  </a:lnTo>
                  <a:lnTo>
                    <a:pt x="3810" y="17780"/>
                  </a:lnTo>
                  <a:lnTo>
                    <a:pt x="3810" y="19050"/>
                  </a:lnTo>
                  <a:lnTo>
                    <a:pt x="2540" y="19050"/>
                  </a:lnTo>
                  <a:lnTo>
                    <a:pt x="2540" y="21590"/>
                  </a:lnTo>
                  <a:lnTo>
                    <a:pt x="1270" y="21590"/>
                  </a:lnTo>
                  <a:lnTo>
                    <a:pt x="1270" y="22860"/>
                  </a:lnTo>
                  <a:lnTo>
                    <a:pt x="0" y="22860"/>
                  </a:lnTo>
                  <a:lnTo>
                    <a:pt x="0" y="24130"/>
                  </a:lnTo>
                  <a:lnTo>
                    <a:pt x="7067550" y="24130"/>
                  </a:lnTo>
                  <a:lnTo>
                    <a:pt x="7067550" y="2286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012190" y="1234439"/>
              <a:ext cx="7092950" cy="24130"/>
            </a:xfrm>
            <a:custGeom>
              <a:avLst/>
              <a:gdLst/>
              <a:ahLst/>
              <a:cxnLst/>
              <a:rect l="l" t="t" r="r" b="b"/>
              <a:pathLst>
                <a:path w="7092950" h="24130">
                  <a:moveTo>
                    <a:pt x="7081520" y="1270"/>
                  </a:moveTo>
                  <a:lnTo>
                    <a:pt x="7080250" y="1270"/>
                  </a:lnTo>
                  <a:lnTo>
                    <a:pt x="7080250" y="0"/>
                  </a:lnTo>
                  <a:lnTo>
                    <a:pt x="12700" y="0"/>
                  </a:lnTo>
                  <a:lnTo>
                    <a:pt x="12700" y="1270"/>
                  </a:lnTo>
                  <a:lnTo>
                    <a:pt x="11430" y="1270"/>
                  </a:lnTo>
                  <a:lnTo>
                    <a:pt x="11430" y="2540"/>
                  </a:lnTo>
                  <a:lnTo>
                    <a:pt x="7081520" y="2540"/>
                  </a:lnTo>
                  <a:lnTo>
                    <a:pt x="7081520" y="1270"/>
                  </a:lnTo>
                  <a:close/>
                </a:path>
                <a:path w="7092950" h="24130">
                  <a:moveTo>
                    <a:pt x="7092950" y="22860"/>
                  </a:moveTo>
                  <a:lnTo>
                    <a:pt x="7091667" y="22860"/>
                  </a:lnTo>
                  <a:lnTo>
                    <a:pt x="7091667" y="20320"/>
                  </a:lnTo>
                  <a:lnTo>
                    <a:pt x="7090410" y="20320"/>
                  </a:lnTo>
                  <a:lnTo>
                    <a:pt x="7090410" y="17780"/>
                  </a:lnTo>
                  <a:lnTo>
                    <a:pt x="7089140" y="17780"/>
                  </a:lnTo>
                  <a:lnTo>
                    <a:pt x="7089140" y="16510"/>
                  </a:lnTo>
                  <a:lnTo>
                    <a:pt x="7089140" y="15240"/>
                  </a:lnTo>
                  <a:lnTo>
                    <a:pt x="7087870" y="15240"/>
                  </a:lnTo>
                  <a:lnTo>
                    <a:pt x="7087870" y="13970"/>
                  </a:lnTo>
                  <a:lnTo>
                    <a:pt x="7087870" y="12700"/>
                  </a:lnTo>
                  <a:lnTo>
                    <a:pt x="7086600" y="12700"/>
                  </a:lnTo>
                  <a:lnTo>
                    <a:pt x="7086600" y="11430"/>
                  </a:lnTo>
                  <a:lnTo>
                    <a:pt x="7086600" y="10160"/>
                  </a:lnTo>
                  <a:lnTo>
                    <a:pt x="7085330" y="10160"/>
                  </a:lnTo>
                  <a:lnTo>
                    <a:pt x="7085330" y="8890"/>
                  </a:lnTo>
                  <a:lnTo>
                    <a:pt x="7085317" y="7620"/>
                  </a:lnTo>
                  <a:lnTo>
                    <a:pt x="7084060" y="7620"/>
                  </a:lnTo>
                  <a:lnTo>
                    <a:pt x="7084060" y="6350"/>
                  </a:lnTo>
                  <a:lnTo>
                    <a:pt x="7084060" y="5080"/>
                  </a:lnTo>
                  <a:lnTo>
                    <a:pt x="7082790" y="5080"/>
                  </a:lnTo>
                  <a:lnTo>
                    <a:pt x="7082790" y="2552"/>
                  </a:lnTo>
                  <a:lnTo>
                    <a:pt x="10160" y="2552"/>
                  </a:lnTo>
                  <a:lnTo>
                    <a:pt x="10160" y="5080"/>
                  </a:lnTo>
                  <a:lnTo>
                    <a:pt x="8890" y="5080"/>
                  </a:lnTo>
                  <a:lnTo>
                    <a:pt x="8890" y="6350"/>
                  </a:lnTo>
                  <a:lnTo>
                    <a:pt x="7620" y="6350"/>
                  </a:lnTo>
                  <a:lnTo>
                    <a:pt x="7620" y="7620"/>
                  </a:lnTo>
                  <a:lnTo>
                    <a:pt x="7620" y="8890"/>
                  </a:lnTo>
                  <a:lnTo>
                    <a:pt x="6350" y="8890"/>
                  </a:lnTo>
                  <a:lnTo>
                    <a:pt x="6350" y="10160"/>
                  </a:lnTo>
                  <a:lnTo>
                    <a:pt x="6350" y="11430"/>
                  </a:lnTo>
                  <a:lnTo>
                    <a:pt x="5080" y="11430"/>
                  </a:lnTo>
                  <a:lnTo>
                    <a:pt x="5080" y="12700"/>
                  </a:lnTo>
                  <a:lnTo>
                    <a:pt x="5080" y="13970"/>
                  </a:lnTo>
                  <a:lnTo>
                    <a:pt x="3810" y="13970"/>
                  </a:lnTo>
                  <a:lnTo>
                    <a:pt x="3810" y="15240"/>
                  </a:lnTo>
                  <a:lnTo>
                    <a:pt x="3810" y="16510"/>
                  </a:lnTo>
                  <a:lnTo>
                    <a:pt x="2540" y="16510"/>
                  </a:lnTo>
                  <a:lnTo>
                    <a:pt x="2540" y="17780"/>
                  </a:lnTo>
                  <a:lnTo>
                    <a:pt x="2540" y="20320"/>
                  </a:lnTo>
                  <a:lnTo>
                    <a:pt x="1270" y="20320"/>
                  </a:lnTo>
                  <a:lnTo>
                    <a:pt x="1270" y="22860"/>
                  </a:lnTo>
                  <a:lnTo>
                    <a:pt x="0" y="22860"/>
                  </a:lnTo>
                  <a:lnTo>
                    <a:pt x="0" y="24130"/>
                  </a:lnTo>
                  <a:lnTo>
                    <a:pt x="7092950" y="24130"/>
                  </a:lnTo>
                  <a:lnTo>
                    <a:pt x="7092950" y="2286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004570" y="1258569"/>
              <a:ext cx="7108190" cy="24130"/>
            </a:xfrm>
            <a:custGeom>
              <a:avLst/>
              <a:gdLst/>
              <a:ahLst/>
              <a:cxnLst/>
              <a:rect l="l" t="t" r="r" b="b"/>
              <a:pathLst>
                <a:path w="7108190" h="24130">
                  <a:moveTo>
                    <a:pt x="7108190" y="22860"/>
                  </a:moveTo>
                  <a:lnTo>
                    <a:pt x="7106920" y="22860"/>
                  </a:lnTo>
                  <a:lnTo>
                    <a:pt x="7106920" y="17780"/>
                  </a:lnTo>
                  <a:lnTo>
                    <a:pt x="7105637" y="17780"/>
                  </a:lnTo>
                  <a:lnTo>
                    <a:pt x="7105637" y="13970"/>
                  </a:lnTo>
                  <a:lnTo>
                    <a:pt x="7104380" y="13970"/>
                  </a:lnTo>
                  <a:lnTo>
                    <a:pt x="7104380" y="12700"/>
                  </a:lnTo>
                  <a:lnTo>
                    <a:pt x="7104380" y="8890"/>
                  </a:lnTo>
                  <a:lnTo>
                    <a:pt x="7103110" y="8890"/>
                  </a:lnTo>
                  <a:lnTo>
                    <a:pt x="7103110" y="5080"/>
                  </a:lnTo>
                  <a:lnTo>
                    <a:pt x="7101840" y="5080"/>
                  </a:lnTo>
                  <a:lnTo>
                    <a:pt x="7101840" y="2540"/>
                  </a:lnTo>
                  <a:lnTo>
                    <a:pt x="7100570" y="2540"/>
                  </a:lnTo>
                  <a:lnTo>
                    <a:pt x="7100570" y="0"/>
                  </a:lnTo>
                  <a:lnTo>
                    <a:pt x="7620" y="0"/>
                  </a:lnTo>
                  <a:lnTo>
                    <a:pt x="7620" y="2540"/>
                  </a:lnTo>
                  <a:lnTo>
                    <a:pt x="6350" y="2540"/>
                  </a:lnTo>
                  <a:lnTo>
                    <a:pt x="6350" y="5080"/>
                  </a:lnTo>
                  <a:lnTo>
                    <a:pt x="5080" y="5080"/>
                  </a:lnTo>
                  <a:lnTo>
                    <a:pt x="5080" y="8890"/>
                  </a:lnTo>
                  <a:lnTo>
                    <a:pt x="3810" y="8890"/>
                  </a:lnTo>
                  <a:lnTo>
                    <a:pt x="3810" y="12700"/>
                  </a:lnTo>
                  <a:lnTo>
                    <a:pt x="2540" y="12700"/>
                  </a:lnTo>
                  <a:lnTo>
                    <a:pt x="2540" y="13970"/>
                  </a:lnTo>
                  <a:lnTo>
                    <a:pt x="2540" y="17780"/>
                  </a:lnTo>
                  <a:lnTo>
                    <a:pt x="1270" y="17780"/>
                  </a:lnTo>
                  <a:lnTo>
                    <a:pt x="1270" y="22860"/>
                  </a:lnTo>
                  <a:lnTo>
                    <a:pt x="0" y="22860"/>
                  </a:lnTo>
                  <a:lnTo>
                    <a:pt x="0" y="24130"/>
                  </a:lnTo>
                  <a:lnTo>
                    <a:pt x="7108190" y="24130"/>
                  </a:lnTo>
                  <a:lnTo>
                    <a:pt x="7108190" y="22860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002017" y="1282699"/>
              <a:ext cx="7112634" cy="25400"/>
            </a:xfrm>
            <a:custGeom>
              <a:avLst/>
              <a:gdLst/>
              <a:ahLst/>
              <a:cxnLst/>
              <a:rect l="l" t="t" r="r" b="b"/>
              <a:pathLst>
                <a:path w="7112634" h="25400">
                  <a:moveTo>
                    <a:pt x="7112013" y="5080"/>
                  </a:moveTo>
                  <a:lnTo>
                    <a:pt x="7110743" y="5080"/>
                  </a:lnTo>
                  <a:lnTo>
                    <a:pt x="7110743" y="0"/>
                  </a:lnTo>
                  <a:lnTo>
                    <a:pt x="2552" y="0"/>
                  </a:lnTo>
                  <a:lnTo>
                    <a:pt x="2552" y="5080"/>
                  </a:lnTo>
                  <a:lnTo>
                    <a:pt x="1282" y="5080"/>
                  </a:lnTo>
                  <a:lnTo>
                    <a:pt x="1282" y="15240"/>
                  </a:lnTo>
                  <a:lnTo>
                    <a:pt x="0" y="15240"/>
                  </a:lnTo>
                  <a:lnTo>
                    <a:pt x="0" y="25400"/>
                  </a:lnTo>
                  <a:lnTo>
                    <a:pt x="7112013" y="25400"/>
                  </a:lnTo>
                  <a:lnTo>
                    <a:pt x="7112013" y="15240"/>
                  </a:lnTo>
                  <a:lnTo>
                    <a:pt x="7112013" y="508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002030" y="1308100"/>
              <a:ext cx="7112000" cy="24130"/>
            </a:xfrm>
            <a:custGeom>
              <a:avLst/>
              <a:gdLst/>
              <a:ahLst/>
              <a:cxnLst/>
              <a:rect l="l" t="t" r="r" b="b"/>
              <a:pathLst>
                <a:path w="7112000" h="24130">
                  <a:moveTo>
                    <a:pt x="7112000" y="0"/>
                  </a:moveTo>
                  <a:lnTo>
                    <a:pt x="0" y="0"/>
                  </a:lnTo>
                  <a:lnTo>
                    <a:pt x="0" y="24129"/>
                  </a:lnTo>
                  <a:lnTo>
                    <a:pt x="7112000" y="24129"/>
                  </a:lnTo>
                  <a:lnTo>
                    <a:pt x="7112000" y="0"/>
                  </a:lnTo>
                  <a:close/>
                </a:path>
              </a:pathLst>
            </a:custGeom>
            <a:solidFill>
              <a:srgbClr val="F9F9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002030" y="1332230"/>
              <a:ext cx="7112000" cy="24130"/>
            </a:xfrm>
            <a:custGeom>
              <a:avLst/>
              <a:gdLst/>
              <a:ahLst/>
              <a:cxnLst/>
              <a:rect l="l" t="t" r="r" b="b"/>
              <a:pathLst>
                <a:path w="7112000" h="24130">
                  <a:moveTo>
                    <a:pt x="7112000" y="0"/>
                  </a:moveTo>
                  <a:lnTo>
                    <a:pt x="0" y="0"/>
                  </a:lnTo>
                  <a:lnTo>
                    <a:pt x="0" y="24130"/>
                  </a:lnTo>
                  <a:lnTo>
                    <a:pt x="7112000" y="24130"/>
                  </a:lnTo>
                  <a:lnTo>
                    <a:pt x="7112000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002030" y="1356360"/>
              <a:ext cx="7112000" cy="24130"/>
            </a:xfrm>
            <a:custGeom>
              <a:avLst/>
              <a:gdLst/>
              <a:ahLst/>
              <a:cxnLst/>
              <a:rect l="l" t="t" r="r" b="b"/>
              <a:pathLst>
                <a:path w="7112000" h="24130">
                  <a:moveTo>
                    <a:pt x="7112000" y="0"/>
                  </a:moveTo>
                  <a:lnTo>
                    <a:pt x="0" y="0"/>
                  </a:lnTo>
                  <a:lnTo>
                    <a:pt x="0" y="24129"/>
                  </a:lnTo>
                  <a:lnTo>
                    <a:pt x="7112000" y="24129"/>
                  </a:lnTo>
                  <a:lnTo>
                    <a:pt x="711200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002030" y="1380490"/>
              <a:ext cx="7112000" cy="24130"/>
            </a:xfrm>
            <a:custGeom>
              <a:avLst/>
              <a:gdLst/>
              <a:ahLst/>
              <a:cxnLst/>
              <a:rect l="l" t="t" r="r" b="b"/>
              <a:pathLst>
                <a:path w="7112000" h="24130">
                  <a:moveTo>
                    <a:pt x="7112000" y="0"/>
                  </a:moveTo>
                  <a:lnTo>
                    <a:pt x="0" y="0"/>
                  </a:lnTo>
                  <a:lnTo>
                    <a:pt x="0" y="24130"/>
                  </a:lnTo>
                  <a:lnTo>
                    <a:pt x="7112000" y="24130"/>
                  </a:lnTo>
                  <a:lnTo>
                    <a:pt x="7112000" y="0"/>
                  </a:lnTo>
                  <a:close/>
                </a:path>
              </a:pathLst>
            </a:custGeom>
            <a:solidFill>
              <a:srgbClr val="F6F6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002030" y="1404620"/>
              <a:ext cx="7112000" cy="24130"/>
            </a:xfrm>
            <a:custGeom>
              <a:avLst/>
              <a:gdLst/>
              <a:ahLst/>
              <a:cxnLst/>
              <a:rect l="l" t="t" r="r" b="b"/>
              <a:pathLst>
                <a:path w="7112000" h="24130">
                  <a:moveTo>
                    <a:pt x="7112000" y="0"/>
                  </a:moveTo>
                  <a:lnTo>
                    <a:pt x="0" y="0"/>
                  </a:lnTo>
                  <a:lnTo>
                    <a:pt x="0" y="24129"/>
                  </a:lnTo>
                  <a:lnTo>
                    <a:pt x="7112000" y="24129"/>
                  </a:lnTo>
                  <a:lnTo>
                    <a:pt x="7112000" y="0"/>
                  </a:lnTo>
                  <a:close/>
                </a:path>
              </a:pathLst>
            </a:custGeom>
            <a:solidFill>
              <a:srgbClr val="F5F5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002030" y="1428750"/>
              <a:ext cx="7112000" cy="25400"/>
            </a:xfrm>
            <a:custGeom>
              <a:avLst/>
              <a:gdLst/>
              <a:ahLst/>
              <a:cxnLst/>
              <a:rect l="l" t="t" r="r" b="b"/>
              <a:pathLst>
                <a:path w="7112000" h="25400">
                  <a:moveTo>
                    <a:pt x="7112000" y="0"/>
                  </a:moveTo>
                  <a:lnTo>
                    <a:pt x="0" y="0"/>
                  </a:lnTo>
                  <a:lnTo>
                    <a:pt x="0" y="25400"/>
                  </a:lnTo>
                  <a:lnTo>
                    <a:pt x="7112000" y="25400"/>
                  </a:lnTo>
                  <a:lnTo>
                    <a:pt x="7112000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002030" y="1454150"/>
              <a:ext cx="7112000" cy="24130"/>
            </a:xfrm>
            <a:custGeom>
              <a:avLst/>
              <a:gdLst/>
              <a:ahLst/>
              <a:cxnLst/>
              <a:rect l="l" t="t" r="r" b="b"/>
              <a:pathLst>
                <a:path w="7112000" h="24130">
                  <a:moveTo>
                    <a:pt x="7112000" y="0"/>
                  </a:moveTo>
                  <a:lnTo>
                    <a:pt x="0" y="0"/>
                  </a:lnTo>
                  <a:lnTo>
                    <a:pt x="0" y="24129"/>
                  </a:lnTo>
                  <a:lnTo>
                    <a:pt x="7112000" y="24129"/>
                  </a:lnTo>
                  <a:lnTo>
                    <a:pt x="7112000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002030" y="1478280"/>
              <a:ext cx="7112000" cy="24130"/>
            </a:xfrm>
            <a:custGeom>
              <a:avLst/>
              <a:gdLst/>
              <a:ahLst/>
              <a:cxnLst/>
              <a:rect l="l" t="t" r="r" b="b"/>
              <a:pathLst>
                <a:path w="7112000" h="24130">
                  <a:moveTo>
                    <a:pt x="7112000" y="0"/>
                  </a:moveTo>
                  <a:lnTo>
                    <a:pt x="0" y="0"/>
                  </a:lnTo>
                  <a:lnTo>
                    <a:pt x="0" y="24130"/>
                  </a:lnTo>
                  <a:lnTo>
                    <a:pt x="7112000" y="24130"/>
                  </a:lnTo>
                  <a:lnTo>
                    <a:pt x="7112000" y="0"/>
                  </a:lnTo>
                  <a:close/>
                </a:path>
              </a:pathLst>
            </a:custGeom>
            <a:solidFill>
              <a:srgbClr val="F2F2F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002030" y="1502409"/>
              <a:ext cx="7112000" cy="24130"/>
            </a:xfrm>
            <a:custGeom>
              <a:avLst/>
              <a:gdLst/>
              <a:ahLst/>
              <a:cxnLst/>
              <a:rect l="l" t="t" r="r" b="b"/>
              <a:pathLst>
                <a:path w="7112000" h="24130">
                  <a:moveTo>
                    <a:pt x="7112000" y="0"/>
                  </a:moveTo>
                  <a:lnTo>
                    <a:pt x="0" y="0"/>
                  </a:lnTo>
                  <a:lnTo>
                    <a:pt x="0" y="24129"/>
                  </a:lnTo>
                  <a:lnTo>
                    <a:pt x="7112000" y="24129"/>
                  </a:lnTo>
                  <a:lnTo>
                    <a:pt x="7112000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1002030" y="1526540"/>
              <a:ext cx="7112000" cy="24130"/>
            </a:xfrm>
            <a:custGeom>
              <a:avLst/>
              <a:gdLst/>
              <a:ahLst/>
              <a:cxnLst/>
              <a:rect l="l" t="t" r="r" b="b"/>
              <a:pathLst>
                <a:path w="7112000" h="24130">
                  <a:moveTo>
                    <a:pt x="7112000" y="0"/>
                  </a:moveTo>
                  <a:lnTo>
                    <a:pt x="0" y="0"/>
                  </a:lnTo>
                  <a:lnTo>
                    <a:pt x="0" y="24130"/>
                  </a:lnTo>
                  <a:lnTo>
                    <a:pt x="7112000" y="24130"/>
                  </a:lnTo>
                  <a:lnTo>
                    <a:pt x="7112000" y="0"/>
                  </a:lnTo>
                  <a:close/>
                </a:path>
              </a:pathLst>
            </a:custGeom>
            <a:solidFill>
              <a:srgbClr val="F0F0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1002030" y="1550670"/>
              <a:ext cx="7112000" cy="25400"/>
            </a:xfrm>
            <a:custGeom>
              <a:avLst/>
              <a:gdLst/>
              <a:ahLst/>
              <a:cxnLst/>
              <a:rect l="l" t="t" r="r" b="b"/>
              <a:pathLst>
                <a:path w="7112000" h="25400">
                  <a:moveTo>
                    <a:pt x="7112000" y="0"/>
                  </a:moveTo>
                  <a:lnTo>
                    <a:pt x="0" y="0"/>
                  </a:lnTo>
                  <a:lnTo>
                    <a:pt x="0" y="25400"/>
                  </a:lnTo>
                  <a:lnTo>
                    <a:pt x="7112000" y="25400"/>
                  </a:lnTo>
                  <a:lnTo>
                    <a:pt x="7112000" y="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1002030" y="1576070"/>
              <a:ext cx="7112000" cy="24130"/>
            </a:xfrm>
            <a:custGeom>
              <a:avLst/>
              <a:gdLst/>
              <a:ahLst/>
              <a:cxnLst/>
              <a:rect l="l" t="t" r="r" b="b"/>
              <a:pathLst>
                <a:path w="7112000" h="24130">
                  <a:moveTo>
                    <a:pt x="7112000" y="0"/>
                  </a:moveTo>
                  <a:lnTo>
                    <a:pt x="0" y="0"/>
                  </a:lnTo>
                  <a:lnTo>
                    <a:pt x="0" y="24129"/>
                  </a:lnTo>
                  <a:lnTo>
                    <a:pt x="7112000" y="24129"/>
                  </a:lnTo>
                  <a:lnTo>
                    <a:pt x="7112000" y="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1002030" y="1600200"/>
              <a:ext cx="7112000" cy="24130"/>
            </a:xfrm>
            <a:custGeom>
              <a:avLst/>
              <a:gdLst/>
              <a:ahLst/>
              <a:cxnLst/>
              <a:rect l="l" t="t" r="r" b="b"/>
              <a:pathLst>
                <a:path w="7112000" h="24130">
                  <a:moveTo>
                    <a:pt x="7112000" y="0"/>
                  </a:moveTo>
                  <a:lnTo>
                    <a:pt x="0" y="0"/>
                  </a:lnTo>
                  <a:lnTo>
                    <a:pt x="0" y="24129"/>
                  </a:lnTo>
                  <a:lnTo>
                    <a:pt x="7112000" y="24129"/>
                  </a:lnTo>
                  <a:lnTo>
                    <a:pt x="7112000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1002030" y="1624330"/>
              <a:ext cx="7112000" cy="24130"/>
            </a:xfrm>
            <a:custGeom>
              <a:avLst/>
              <a:gdLst/>
              <a:ahLst/>
              <a:cxnLst/>
              <a:rect l="l" t="t" r="r" b="b"/>
              <a:pathLst>
                <a:path w="7112000" h="24130">
                  <a:moveTo>
                    <a:pt x="7112000" y="0"/>
                  </a:moveTo>
                  <a:lnTo>
                    <a:pt x="0" y="0"/>
                  </a:lnTo>
                  <a:lnTo>
                    <a:pt x="0" y="24130"/>
                  </a:lnTo>
                  <a:lnTo>
                    <a:pt x="7112000" y="24130"/>
                  </a:lnTo>
                  <a:lnTo>
                    <a:pt x="7112000" y="0"/>
                  </a:lnTo>
                  <a:close/>
                </a:path>
              </a:pathLst>
            </a:custGeom>
            <a:solidFill>
              <a:srgbClr val="ECEC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1002030" y="1648459"/>
              <a:ext cx="7112000" cy="24130"/>
            </a:xfrm>
            <a:custGeom>
              <a:avLst/>
              <a:gdLst/>
              <a:ahLst/>
              <a:cxnLst/>
              <a:rect l="l" t="t" r="r" b="b"/>
              <a:pathLst>
                <a:path w="7112000" h="24130">
                  <a:moveTo>
                    <a:pt x="7112000" y="0"/>
                  </a:moveTo>
                  <a:lnTo>
                    <a:pt x="0" y="0"/>
                  </a:lnTo>
                  <a:lnTo>
                    <a:pt x="0" y="24129"/>
                  </a:lnTo>
                  <a:lnTo>
                    <a:pt x="7112000" y="24129"/>
                  </a:lnTo>
                  <a:lnTo>
                    <a:pt x="7112000" y="0"/>
                  </a:lnTo>
                  <a:close/>
                </a:path>
              </a:pathLst>
            </a:custGeom>
            <a:solidFill>
              <a:srgbClr val="EBEB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1002030" y="1672590"/>
              <a:ext cx="7112000" cy="25400"/>
            </a:xfrm>
            <a:custGeom>
              <a:avLst/>
              <a:gdLst/>
              <a:ahLst/>
              <a:cxnLst/>
              <a:rect l="l" t="t" r="r" b="b"/>
              <a:pathLst>
                <a:path w="7112000" h="25400">
                  <a:moveTo>
                    <a:pt x="7112000" y="0"/>
                  </a:moveTo>
                  <a:lnTo>
                    <a:pt x="0" y="0"/>
                  </a:lnTo>
                  <a:lnTo>
                    <a:pt x="0" y="25400"/>
                  </a:lnTo>
                  <a:lnTo>
                    <a:pt x="7112000" y="25400"/>
                  </a:lnTo>
                  <a:lnTo>
                    <a:pt x="7112000" y="0"/>
                  </a:lnTo>
                  <a:close/>
                </a:path>
              </a:pathLst>
            </a:custGeom>
            <a:solidFill>
              <a:srgbClr val="EAE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1002030" y="1697990"/>
              <a:ext cx="7112000" cy="24130"/>
            </a:xfrm>
            <a:custGeom>
              <a:avLst/>
              <a:gdLst/>
              <a:ahLst/>
              <a:cxnLst/>
              <a:rect l="l" t="t" r="r" b="b"/>
              <a:pathLst>
                <a:path w="7112000" h="24130">
                  <a:moveTo>
                    <a:pt x="7112000" y="0"/>
                  </a:moveTo>
                  <a:lnTo>
                    <a:pt x="0" y="0"/>
                  </a:lnTo>
                  <a:lnTo>
                    <a:pt x="0" y="24130"/>
                  </a:lnTo>
                  <a:lnTo>
                    <a:pt x="7112000" y="24130"/>
                  </a:lnTo>
                  <a:lnTo>
                    <a:pt x="7112000" y="0"/>
                  </a:lnTo>
                  <a:close/>
                </a:path>
              </a:pathLst>
            </a:custGeom>
            <a:solidFill>
              <a:srgbClr val="E9E9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1002030" y="1722120"/>
              <a:ext cx="7112000" cy="24130"/>
            </a:xfrm>
            <a:custGeom>
              <a:avLst/>
              <a:gdLst/>
              <a:ahLst/>
              <a:cxnLst/>
              <a:rect l="l" t="t" r="r" b="b"/>
              <a:pathLst>
                <a:path w="7112000" h="24130">
                  <a:moveTo>
                    <a:pt x="7112000" y="0"/>
                  </a:moveTo>
                  <a:lnTo>
                    <a:pt x="0" y="0"/>
                  </a:lnTo>
                  <a:lnTo>
                    <a:pt x="0" y="24129"/>
                  </a:lnTo>
                  <a:lnTo>
                    <a:pt x="7112000" y="24129"/>
                  </a:lnTo>
                  <a:lnTo>
                    <a:pt x="7112000" y="0"/>
                  </a:lnTo>
                  <a:close/>
                </a:path>
              </a:pathLst>
            </a:custGeom>
            <a:solidFill>
              <a:srgbClr val="E8E8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1002030" y="1746250"/>
              <a:ext cx="7112000" cy="24130"/>
            </a:xfrm>
            <a:custGeom>
              <a:avLst/>
              <a:gdLst/>
              <a:ahLst/>
              <a:cxnLst/>
              <a:rect l="l" t="t" r="r" b="b"/>
              <a:pathLst>
                <a:path w="7112000" h="24130">
                  <a:moveTo>
                    <a:pt x="7112000" y="0"/>
                  </a:moveTo>
                  <a:lnTo>
                    <a:pt x="0" y="0"/>
                  </a:lnTo>
                  <a:lnTo>
                    <a:pt x="0" y="24129"/>
                  </a:lnTo>
                  <a:lnTo>
                    <a:pt x="7112000" y="24129"/>
                  </a:lnTo>
                  <a:lnTo>
                    <a:pt x="7112000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1002030" y="1770380"/>
              <a:ext cx="7112000" cy="24130"/>
            </a:xfrm>
            <a:custGeom>
              <a:avLst/>
              <a:gdLst/>
              <a:ahLst/>
              <a:cxnLst/>
              <a:rect l="l" t="t" r="r" b="b"/>
              <a:pathLst>
                <a:path w="7112000" h="24130">
                  <a:moveTo>
                    <a:pt x="7112000" y="0"/>
                  </a:moveTo>
                  <a:lnTo>
                    <a:pt x="0" y="0"/>
                  </a:lnTo>
                  <a:lnTo>
                    <a:pt x="0" y="24130"/>
                  </a:lnTo>
                  <a:lnTo>
                    <a:pt x="7112000" y="24130"/>
                  </a:lnTo>
                  <a:lnTo>
                    <a:pt x="7112000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1002030" y="1794509"/>
              <a:ext cx="7112000" cy="25400"/>
            </a:xfrm>
            <a:custGeom>
              <a:avLst/>
              <a:gdLst/>
              <a:ahLst/>
              <a:cxnLst/>
              <a:rect l="l" t="t" r="r" b="b"/>
              <a:pathLst>
                <a:path w="7112000" h="25400">
                  <a:moveTo>
                    <a:pt x="7112000" y="0"/>
                  </a:moveTo>
                  <a:lnTo>
                    <a:pt x="0" y="0"/>
                  </a:lnTo>
                  <a:lnTo>
                    <a:pt x="0" y="25400"/>
                  </a:lnTo>
                  <a:lnTo>
                    <a:pt x="7112000" y="25400"/>
                  </a:lnTo>
                  <a:lnTo>
                    <a:pt x="7112000" y="0"/>
                  </a:lnTo>
                  <a:close/>
                </a:path>
              </a:pathLst>
            </a:custGeom>
            <a:solidFill>
              <a:srgbClr val="E5E5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1002030" y="1819909"/>
              <a:ext cx="7112000" cy="24130"/>
            </a:xfrm>
            <a:custGeom>
              <a:avLst/>
              <a:gdLst/>
              <a:ahLst/>
              <a:cxnLst/>
              <a:rect l="l" t="t" r="r" b="b"/>
              <a:pathLst>
                <a:path w="7112000" h="24130">
                  <a:moveTo>
                    <a:pt x="7112000" y="0"/>
                  </a:moveTo>
                  <a:lnTo>
                    <a:pt x="0" y="0"/>
                  </a:lnTo>
                  <a:lnTo>
                    <a:pt x="0" y="24129"/>
                  </a:lnTo>
                  <a:lnTo>
                    <a:pt x="7112000" y="24129"/>
                  </a:lnTo>
                  <a:lnTo>
                    <a:pt x="7112000" y="0"/>
                  </a:lnTo>
                  <a:close/>
                </a:path>
              </a:pathLst>
            </a:custGeom>
            <a:solidFill>
              <a:srgbClr val="E4E4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1002030" y="1844040"/>
              <a:ext cx="7112000" cy="24130"/>
            </a:xfrm>
            <a:custGeom>
              <a:avLst/>
              <a:gdLst/>
              <a:ahLst/>
              <a:cxnLst/>
              <a:rect l="l" t="t" r="r" b="b"/>
              <a:pathLst>
                <a:path w="7112000" h="24130">
                  <a:moveTo>
                    <a:pt x="7112000" y="0"/>
                  </a:moveTo>
                  <a:lnTo>
                    <a:pt x="0" y="0"/>
                  </a:lnTo>
                  <a:lnTo>
                    <a:pt x="0" y="24130"/>
                  </a:lnTo>
                  <a:lnTo>
                    <a:pt x="7112000" y="24130"/>
                  </a:lnTo>
                  <a:lnTo>
                    <a:pt x="7112000" y="0"/>
                  </a:lnTo>
                  <a:close/>
                </a:path>
              </a:pathLst>
            </a:custGeom>
            <a:solidFill>
              <a:srgbClr val="E3E3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1002030" y="1868169"/>
              <a:ext cx="7112000" cy="24130"/>
            </a:xfrm>
            <a:custGeom>
              <a:avLst/>
              <a:gdLst/>
              <a:ahLst/>
              <a:cxnLst/>
              <a:rect l="l" t="t" r="r" b="b"/>
              <a:pathLst>
                <a:path w="7112000" h="24130">
                  <a:moveTo>
                    <a:pt x="7112000" y="0"/>
                  </a:moveTo>
                  <a:lnTo>
                    <a:pt x="0" y="0"/>
                  </a:lnTo>
                  <a:lnTo>
                    <a:pt x="0" y="10160"/>
                  </a:lnTo>
                  <a:lnTo>
                    <a:pt x="1270" y="10160"/>
                  </a:lnTo>
                  <a:lnTo>
                    <a:pt x="1270" y="20320"/>
                  </a:lnTo>
                  <a:lnTo>
                    <a:pt x="2540" y="20320"/>
                  </a:lnTo>
                  <a:lnTo>
                    <a:pt x="2540" y="24130"/>
                  </a:lnTo>
                  <a:lnTo>
                    <a:pt x="7110730" y="24130"/>
                  </a:lnTo>
                  <a:lnTo>
                    <a:pt x="7110730" y="20320"/>
                  </a:lnTo>
                  <a:lnTo>
                    <a:pt x="7112000" y="20320"/>
                  </a:lnTo>
                  <a:lnTo>
                    <a:pt x="7112000" y="10160"/>
                  </a:lnTo>
                  <a:lnTo>
                    <a:pt x="7112000" y="0"/>
                  </a:lnTo>
                  <a:close/>
                </a:path>
              </a:pathLst>
            </a:custGeom>
            <a:solidFill>
              <a:srgbClr val="E2E2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1004570" y="1892299"/>
              <a:ext cx="7108190" cy="24130"/>
            </a:xfrm>
            <a:custGeom>
              <a:avLst/>
              <a:gdLst/>
              <a:ahLst/>
              <a:cxnLst/>
              <a:rect l="l" t="t" r="r" b="b"/>
              <a:pathLst>
                <a:path w="7108190" h="24130">
                  <a:moveTo>
                    <a:pt x="7106920" y="2552"/>
                  </a:moveTo>
                  <a:lnTo>
                    <a:pt x="1270" y="2552"/>
                  </a:lnTo>
                  <a:lnTo>
                    <a:pt x="1270" y="7620"/>
                  </a:lnTo>
                  <a:lnTo>
                    <a:pt x="2540" y="7620"/>
                  </a:lnTo>
                  <a:lnTo>
                    <a:pt x="2540" y="12700"/>
                  </a:lnTo>
                  <a:lnTo>
                    <a:pt x="3810" y="12700"/>
                  </a:lnTo>
                  <a:lnTo>
                    <a:pt x="3810" y="17780"/>
                  </a:lnTo>
                  <a:lnTo>
                    <a:pt x="5080" y="17780"/>
                  </a:lnTo>
                  <a:lnTo>
                    <a:pt x="5080" y="21590"/>
                  </a:lnTo>
                  <a:lnTo>
                    <a:pt x="6350" y="21590"/>
                  </a:lnTo>
                  <a:lnTo>
                    <a:pt x="6350" y="24130"/>
                  </a:lnTo>
                  <a:lnTo>
                    <a:pt x="7101840" y="24130"/>
                  </a:lnTo>
                  <a:lnTo>
                    <a:pt x="7101840" y="21590"/>
                  </a:lnTo>
                  <a:lnTo>
                    <a:pt x="7103110" y="21590"/>
                  </a:lnTo>
                  <a:lnTo>
                    <a:pt x="7103110" y="17780"/>
                  </a:lnTo>
                  <a:lnTo>
                    <a:pt x="7104380" y="17780"/>
                  </a:lnTo>
                  <a:lnTo>
                    <a:pt x="7104380" y="12700"/>
                  </a:lnTo>
                  <a:lnTo>
                    <a:pt x="7105637" y="12700"/>
                  </a:lnTo>
                  <a:lnTo>
                    <a:pt x="7105637" y="7620"/>
                  </a:lnTo>
                  <a:lnTo>
                    <a:pt x="7106920" y="7620"/>
                  </a:lnTo>
                  <a:lnTo>
                    <a:pt x="7106920" y="2552"/>
                  </a:lnTo>
                  <a:close/>
                </a:path>
                <a:path w="7108190" h="24130">
                  <a:moveTo>
                    <a:pt x="710819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7108190" y="2540"/>
                  </a:lnTo>
                  <a:lnTo>
                    <a:pt x="7108190" y="0"/>
                  </a:lnTo>
                  <a:close/>
                </a:path>
              </a:pathLst>
            </a:custGeom>
            <a:solidFill>
              <a:srgbClr val="E1E1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1012190" y="1916429"/>
              <a:ext cx="7092950" cy="24130"/>
            </a:xfrm>
            <a:custGeom>
              <a:avLst/>
              <a:gdLst/>
              <a:ahLst/>
              <a:cxnLst/>
              <a:rect l="l" t="t" r="r" b="b"/>
              <a:pathLst>
                <a:path w="7092950" h="24130">
                  <a:moveTo>
                    <a:pt x="7090410" y="6477"/>
                  </a:moveTo>
                  <a:lnTo>
                    <a:pt x="2540" y="6477"/>
                  </a:lnTo>
                  <a:lnTo>
                    <a:pt x="2540" y="8890"/>
                  </a:lnTo>
                  <a:lnTo>
                    <a:pt x="3810" y="8890"/>
                  </a:lnTo>
                  <a:lnTo>
                    <a:pt x="3810" y="11430"/>
                  </a:lnTo>
                  <a:lnTo>
                    <a:pt x="5080" y="11430"/>
                  </a:lnTo>
                  <a:lnTo>
                    <a:pt x="5080" y="13970"/>
                  </a:lnTo>
                  <a:lnTo>
                    <a:pt x="6350" y="13970"/>
                  </a:lnTo>
                  <a:lnTo>
                    <a:pt x="6350" y="16522"/>
                  </a:lnTo>
                  <a:lnTo>
                    <a:pt x="7620" y="16522"/>
                  </a:lnTo>
                  <a:lnTo>
                    <a:pt x="7620" y="19062"/>
                  </a:lnTo>
                  <a:lnTo>
                    <a:pt x="8890" y="19062"/>
                  </a:lnTo>
                  <a:lnTo>
                    <a:pt x="8890" y="20320"/>
                  </a:lnTo>
                  <a:lnTo>
                    <a:pt x="10160" y="20320"/>
                  </a:lnTo>
                  <a:lnTo>
                    <a:pt x="10160" y="22872"/>
                  </a:lnTo>
                  <a:lnTo>
                    <a:pt x="11430" y="22872"/>
                  </a:lnTo>
                  <a:lnTo>
                    <a:pt x="11430" y="24130"/>
                  </a:lnTo>
                  <a:lnTo>
                    <a:pt x="7081520" y="24130"/>
                  </a:lnTo>
                  <a:lnTo>
                    <a:pt x="7081520" y="22872"/>
                  </a:lnTo>
                  <a:lnTo>
                    <a:pt x="7082790" y="22872"/>
                  </a:lnTo>
                  <a:lnTo>
                    <a:pt x="7082790" y="20320"/>
                  </a:lnTo>
                  <a:lnTo>
                    <a:pt x="7084060" y="20320"/>
                  </a:lnTo>
                  <a:lnTo>
                    <a:pt x="7084060" y="19062"/>
                  </a:lnTo>
                  <a:lnTo>
                    <a:pt x="7085317" y="19062"/>
                  </a:lnTo>
                  <a:lnTo>
                    <a:pt x="7085317" y="16522"/>
                  </a:lnTo>
                  <a:lnTo>
                    <a:pt x="7086600" y="16522"/>
                  </a:lnTo>
                  <a:lnTo>
                    <a:pt x="7086600" y="13970"/>
                  </a:lnTo>
                  <a:lnTo>
                    <a:pt x="7087870" y="13970"/>
                  </a:lnTo>
                  <a:lnTo>
                    <a:pt x="7087870" y="11430"/>
                  </a:lnTo>
                  <a:lnTo>
                    <a:pt x="7089140" y="11430"/>
                  </a:lnTo>
                  <a:lnTo>
                    <a:pt x="7089140" y="8890"/>
                  </a:lnTo>
                  <a:lnTo>
                    <a:pt x="7090410" y="8890"/>
                  </a:lnTo>
                  <a:lnTo>
                    <a:pt x="7090410" y="6477"/>
                  </a:lnTo>
                  <a:close/>
                </a:path>
                <a:path w="7092950" h="24130">
                  <a:moveTo>
                    <a:pt x="709295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70" y="3810"/>
                  </a:lnTo>
                  <a:lnTo>
                    <a:pt x="1270" y="6350"/>
                  </a:lnTo>
                  <a:lnTo>
                    <a:pt x="7091667" y="6350"/>
                  </a:lnTo>
                  <a:lnTo>
                    <a:pt x="7091667" y="3810"/>
                  </a:lnTo>
                  <a:lnTo>
                    <a:pt x="7092950" y="3810"/>
                  </a:lnTo>
                  <a:lnTo>
                    <a:pt x="7092950" y="0"/>
                  </a:lnTo>
                  <a:close/>
                </a:path>
              </a:pathLst>
            </a:custGeom>
            <a:solidFill>
              <a:srgbClr val="E0E0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1023620" y="1940559"/>
              <a:ext cx="7070090" cy="25400"/>
            </a:xfrm>
            <a:custGeom>
              <a:avLst/>
              <a:gdLst/>
              <a:ahLst/>
              <a:cxnLst/>
              <a:rect l="l" t="t" r="r" b="b"/>
              <a:pathLst>
                <a:path w="7070090" h="25400">
                  <a:moveTo>
                    <a:pt x="707009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5092"/>
                  </a:lnTo>
                  <a:lnTo>
                    <a:pt x="3810" y="5092"/>
                  </a:lnTo>
                  <a:lnTo>
                    <a:pt x="3810" y="7632"/>
                  </a:lnTo>
                  <a:lnTo>
                    <a:pt x="5080" y="7632"/>
                  </a:lnTo>
                  <a:lnTo>
                    <a:pt x="5080" y="8890"/>
                  </a:lnTo>
                  <a:lnTo>
                    <a:pt x="6350" y="8890"/>
                  </a:lnTo>
                  <a:lnTo>
                    <a:pt x="6350" y="10160"/>
                  </a:lnTo>
                  <a:lnTo>
                    <a:pt x="7620" y="10160"/>
                  </a:lnTo>
                  <a:lnTo>
                    <a:pt x="7620" y="11442"/>
                  </a:lnTo>
                  <a:lnTo>
                    <a:pt x="8890" y="11442"/>
                  </a:lnTo>
                  <a:lnTo>
                    <a:pt x="8890" y="12700"/>
                  </a:lnTo>
                  <a:lnTo>
                    <a:pt x="10160" y="12700"/>
                  </a:lnTo>
                  <a:lnTo>
                    <a:pt x="10160" y="13970"/>
                  </a:lnTo>
                  <a:lnTo>
                    <a:pt x="10160" y="15240"/>
                  </a:lnTo>
                  <a:lnTo>
                    <a:pt x="11430" y="15240"/>
                  </a:lnTo>
                  <a:lnTo>
                    <a:pt x="11430" y="16510"/>
                  </a:lnTo>
                  <a:lnTo>
                    <a:pt x="12700" y="16510"/>
                  </a:lnTo>
                  <a:lnTo>
                    <a:pt x="12700" y="17792"/>
                  </a:lnTo>
                  <a:lnTo>
                    <a:pt x="13970" y="17792"/>
                  </a:lnTo>
                  <a:lnTo>
                    <a:pt x="13970" y="19050"/>
                  </a:lnTo>
                  <a:lnTo>
                    <a:pt x="15240" y="19050"/>
                  </a:lnTo>
                  <a:lnTo>
                    <a:pt x="15240" y="20332"/>
                  </a:lnTo>
                  <a:lnTo>
                    <a:pt x="16510" y="20332"/>
                  </a:lnTo>
                  <a:lnTo>
                    <a:pt x="16510" y="21590"/>
                  </a:lnTo>
                  <a:lnTo>
                    <a:pt x="17780" y="21590"/>
                  </a:lnTo>
                  <a:lnTo>
                    <a:pt x="17780" y="22860"/>
                  </a:lnTo>
                  <a:lnTo>
                    <a:pt x="19050" y="22860"/>
                  </a:lnTo>
                  <a:lnTo>
                    <a:pt x="19050" y="24130"/>
                  </a:lnTo>
                  <a:lnTo>
                    <a:pt x="19050" y="25400"/>
                  </a:lnTo>
                  <a:lnTo>
                    <a:pt x="7049770" y="25400"/>
                  </a:lnTo>
                  <a:lnTo>
                    <a:pt x="7049770" y="24130"/>
                  </a:lnTo>
                  <a:lnTo>
                    <a:pt x="7051040" y="24130"/>
                  </a:lnTo>
                  <a:lnTo>
                    <a:pt x="7051040" y="22860"/>
                  </a:lnTo>
                  <a:lnTo>
                    <a:pt x="7052310" y="22860"/>
                  </a:lnTo>
                  <a:lnTo>
                    <a:pt x="7052310" y="21590"/>
                  </a:lnTo>
                  <a:lnTo>
                    <a:pt x="7053580" y="21590"/>
                  </a:lnTo>
                  <a:lnTo>
                    <a:pt x="7053580" y="20332"/>
                  </a:lnTo>
                  <a:lnTo>
                    <a:pt x="7054837" y="20332"/>
                  </a:lnTo>
                  <a:lnTo>
                    <a:pt x="7054837" y="19050"/>
                  </a:lnTo>
                  <a:lnTo>
                    <a:pt x="7056120" y="19050"/>
                  </a:lnTo>
                  <a:lnTo>
                    <a:pt x="7056120" y="17792"/>
                  </a:lnTo>
                  <a:lnTo>
                    <a:pt x="7057390" y="17792"/>
                  </a:lnTo>
                  <a:lnTo>
                    <a:pt x="7057390" y="16510"/>
                  </a:lnTo>
                  <a:lnTo>
                    <a:pt x="7058660" y="16510"/>
                  </a:lnTo>
                  <a:lnTo>
                    <a:pt x="7058660" y="15240"/>
                  </a:lnTo>
                  <a:lnTo>
                    <a:pt x="7059930" y="15240"/>
                  </a:lnTo>
                  <a:lnTo>
                    <a:pt x="7059930" y="13970"/>
                  </a:lnTo>
                  <a:lnTo>
                    <a:pt x="7061200" y="13970"/>
                  </a:lnTo>
                  <a:lnTo>
                    <a:pt x="7061200" y="12700"/>
                  </a:lnTo>
                  <a:lnTo>
                    <a:pt x="7061187" y="11442"/>
                  </a:lnTo>
                  <a:lnTo>
                    <a:pt x="7062470" y="11442"/>
                  </a:lnTo>
                  <a:lnTo>
                    <a:pt x="7062470" y="10160"/>
                  </a:lnTo>
                  <a:lnTo>
                    <a:pt x="7063740" y="10160"/>
                  </a:lnTo>
                  <a:lnTo>
                    <a:pt x="7063740" y="8890"/>
                  </a:lnTo>
                  <a:lnTo>
                    <a:pt x="7065010" y="8890"/>
                  </a:lnTo>
                  <a:lnTo>
                    <a:pt x="7065010" y="7632"/>
                  </a:lnTo>
                  <a:lnTo>
                    <a:pt x="7066280" y="7632"/>
                  </a:lnTo>
                  <a:lnTo>
                    <a:pt x="7066280" y="5092"/>
                  </a:lnTo>
                  <a:lnTo>
                    <a:pt x="7067537" y="5092"/>
                  </a:lnTo>
                  <a:lnTo>
                    <a:pt x="7067537" y="2540"/>
                  </a:lnTo>
                  <a:lnTo>
                    <a:pt x="7068820" y="2540"/>
                  </a:lnTo>
                  <a:lnTo>
                    <a:pt x="7068820" y="1282"/>
                  </a:lnTo>
                  <a:lnTo>
                    <a:pt x="7070090" y="1282"/>
                  </a:lnTo>
                  <a:lnTo>
                    <a:pt x="7070090" y="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1043940" y="1965959"/>
              <a:ext cx="7028180" cy="24765"/>
            </a:xfrm>
            <a:custGeom>
              <a:avLst/>
              <a:gdLst/>
              <a:ahLst/>
              <a:cxnLst/>
              <a:rect l="l" t="t" r="r" b="b"/>
              <a:pathLst>
                <a:path w="7028180" h="24764">
                  <a:moveTo>
                    <a:pt x="702818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32"/>
                  </a:lnTo>
                  <a:lnTo>
                    <a:pt x="7620" y="7632"/>
                  </a:lnTo>
                  <a:lnTo>
                    <a:pt x="7620" y="8890"/>
                  </a:lnTo>
                  <a:lnTo>
                    <a:pt x="10160" y="8890"/>
                  </a:lnTo>
                  <a:lnTo>
                    <a:pt x="10160" y="10160"/>
                  </a:lnTo>
                  <a:lnTo>
                    <a:pt x="11430" y="10160"/>
                  </a:lnTo>
                  <a:lnTo>
                    <a:pt x="11430" y="11442"/>
                  </a:lnTo>
                  <a:lnTo>
                    <a:pt x="12700" y="11442"/>
                  </a:lnTo>
                  <a:lnTo>
                    <a:pt x="12700" y="12700"/>
                  </a:lnTo>
                  <a:lnTo>
                    <a:pt x="13970" y="12700"/>
                  </a:lnTo>
                  <a:lnTo>
                    <a:pt x="13970" y="13982"/>
                  </a:lnTo>
                  <a:lnTo>
                    <a:pt x="15240" y="13982"/>
                  </a:lnTo>
                  <a:lnTo>
                    <a:pt x="15240" y="15240"/>
                  </a:lnTo>
                  <a:lnTo>
                    <a:pt x="16510" y="15240"/>
                  </a:lnTo>
                  <a:lnTo>
                    <a:pt x="16510" y="16510"/>
                  </a:lnTo>
                  <a:lnTo>
                    <a:pt x="17780" y="16510"/>
                  </a:lnTo>
                  <a:lnTo>
                    <a:pt x="17780" y="17792"/>
                  </a:lnTo>
                  <a:lnTo>
                    <a:pt x="19050" y="17792"/>
                  </a:lnTo>
                  <a:lnTo>
                    <a:pt x="19050" y="19050"/>
                  </a:lnTo>
                  <a:lnTo>
                    <a:pt x="21590" y="19050"/>
                  </a:lnTo>
                  <a:lnTo>
                    <a:pt x="21590" y="20332"/>
                  </a:lnTo>
                  <a:lnTo>
                    <a:pt x="22860" y="20332"/>
                  </a:lnTo>
                  <a:lnTo>
                    <a:pt x="22860" y="21590"/>
                  </a:lnTo>
                  <a:lnTo>
                    <a:pt x="24130" y="21590"/>
                  </a:lnTo>
                  <a:lnTo>
                    <a:pt x="24130" y="22860"/>
                  </a:lnTo>
                  <a:lnTo>
                    <a:pt x="25400" y="22860"/>
                  </a:lnTo>
                  <a:lnTo>
                    <a:pt x="25400" y="24142"/>
                  </a:lnTo>
                  <a:lnTo>
                    <a:pt x="7002780" y="24142"/>
                  </a:lnTo>
                  <a:lnTo>
                    <a:pt x="7002780" y="22860"/>
                  </a:lnTo>
                  <a:lnTo>
                    <a:pt x="7005320" y="22860"/>
                  </a:lnTo>
                  <a:lnTo>
                    <a:pt x="7005320" y="21590"/>
                  </a:lnTo>
                  <a:lnTo>
                    <a:pt x="7006590" y="21590"/>
                  </a:lnTo>
                  <a:lnTo>
                    <a:pt x="7006590" y="20332"/>
                  </a:lnTo>
                  <a:lnTo>
                    <a:pt x="7007860" y="20332"/>
                  </a:lnTo>
                  <a:lnTo>
                    <a:pt x="7007860" y="19050"/>
                  </a:lnTo>
                  <a:lnTo>
                    <a:pt x="7009130" y="19050"/>
                  </a:lnTo>
                  <a:lnTo>
                    <a:pt x="7009130" y="17792"/>
                  </a:lnTo>
                  <a:lnTo>
                    <a:pt x="7010400" y="17792"/>
                  </a:lnTo>
                  <a:lnTo>
                    <a:pt x="7010400" y="16510"/>
                  </a:lnTo>
                  <a:lnTo>
                    <a:pt x="7012940" y="16510"/>
                  </a:lnTo>
                  <a:lnTo>
                    <a:pt x="7012940" y="15240"/>
                  </a:lnTo>
                  <a:lnTo>
                    <a:pt x="7014210" y="15240"/>
                  </a:lnTo>
                  <a:lnTo>
                    <a:pt x="7014210" y="13982"/>
                  </a:lnTo>
                  <a:lnTo>
                    <a:pt x="7015467" y="13982"/>
                  </a:lnTo>
                  <a:lnTo>
                    <a:pt x="7015467" y="12700"/>
                  </a:lnTo>
                  <a:lnTo>
                    <a:pt x="7016750" y="12700"/>
                  </a:lnTo>
                  <a:lnTo>
                    <a:pt x="7016750" y="11442"/>
                  </a:lnTo>
                  <a:lnTo>
                    <a:pt x="7018020" y="11442"/>
                  </a:lnTo>
                  <a:lnTo>
                    <a:pt x="7018020" y="10160"/>
                  </a:lnTo>
                  <a:lnTo>
                    <a:pt x="7019290" y="10160"/>
                  </a:lnTo>
                  <a:lnTo>
                    <a:pt x="7019290" y="8890"/>
                  </a:lnTo>
                  <a:lnTo>
                    <a:pt x="7020560" y="8890"/>
                  </a:lnTo>
                  <a:lnTo>
                    <a:pt x="7020560" y="7632"/>
                  </a:lnTo>
                  <a:lnTo>
                    <a:pt x="7021830" y="7632"/>
                  </a:lnTo>
                  <a:lnTo>
                    <a:pt x="7021830" y="6350"/>
                  </a:lnTo>
                  <a:lnTo>
                    <a:pt x="7023100" y="6350"/>
                  </a:lnTo>
                  <a:lnTo>
                    <a:pt x="7023100" y="5092"/>
                  </a:lnTo>
                  <a:lnTo>
                    <a:pt x="7024370" y="5092"/>
                  </a:lnTo>
                  <a:lnTo>
                    <a:pt x="7024370" y="3810"/>
                  </a:lnTo>
                  <a:lnTo>
                    <a:pt x="7025640" y="3810"/>
                  </a:lnTo>
                  <a:lnTo>
                    <a:pt x="7025640" y="2540"/>
                  </a:lnTo>
                  <a:lnTo>
                    <a:pt x="7026910" y="2540"/>
                  </a:lnTo>
                  <a:lnTo>
                    <a:pt x="7026910" y="1282"/>
                  </a:lnTo>
                  <a:lnTo>
                    <a:pt x="7028180" y="1282"/>
                  </a:lnTo>
                  <a:lnTo>
                    <a:pt x="7028180" y="0"/>
                  </a:lnTo>
                  <a:close/>
                </a:path>
              </a:pathLst>
            </a:custGeom>
            <a:solidFill>
              <a:srgbClr val="DEDE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1071880" y="1990102"/>
              <a:ext cx="6972300" cy="24130"/>
            </a:xfrm>
            <a:custGeom>
              <a:avLst/>
              <a:gdLst/>
              <a:ahLst/>
              <a:cxnLst/>
              <a:rect l="l" t="t" r="r" b="b"/>
              <a:pathLst>
                <a:path w="6972300" h="24130">
                  <a:moveTo>
                    <a:pt x="697230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3810" y="2540"/>
                  </a:lnTo>
                  <a:lnTo>
                    <a:pt x="3810" y="3797"/>
                  </a:lnTo>
                  <a:lnTo>
                    <a:pt x="5080" y="3797"/>
                  </a:lnTo>
                  <a:lnTo>
                    <a:pt x="5080" y="5067"/>
                  </a:lnTo>
                  <a:lnTo>
                    <a:pt x="7620" y="5067"/>
                  </a:lnTo>
                  <a:lnTo>
                    <a:pt x="7620" y="6350"/>
                  </a:lnTo>
                  <a:lnTo>
                    <a:pt x="8890" y="6350"/>
                  </a:lnTo>
                  <a:lnTo>
                    <a:pt x="8890" y="7607"/>
                  </a:lnTo>
                  <a:lnTo>
                    <a:pt x="11430" y="7607"/>
                  </a:lnTo>
                  <a:lnTo>
                    <a:pt x="11430" y="8890"/>
                  </a:lnTo>
                  <a:lnTo>
                    <a:pt x="13970" y="8890"/>
                  </a:lnTo>
                  <a:lnTo>
                    <a:pt x="13970" y="10147"/>
                  </a:lnTo>
                  <a:lnTo>
                    <a:pt x="16510" y="10147"/>
                  </a:lnTo>
                  <a:lnTo>
                    <a:pt x="16510" y="11417"/>
                  </a:lnTo>
                  <a:lnTo>
                    <a:pt x="20320" y="11417"/>
                  </a:lnTo>
                  <a:lnTo>
                    <a:pt x="20320" y="12700"/>
                  </a:lnTo>
                  <a:lnTo>
                    <a:pt x="22860" y="12700"/>
                  </a:lnTo>
                  <a:lnTo>
                    <a:pt x="22860" y="13957"/>
                  </a:lnTo>
                  <a:lnTo>
                    <a:pt x="25400" y="13957"/>
                  </a:lnTo>
                  <a:lnTo>
                    <a:pt x="25400" y="15240"/>
                  </a:lnTo>
                  <a:lnTo>
                    <a:pt x="29210" y="15240"/>
                  </a:lnTo>
                  <a:lnTo>
                    <a:pt x="29210" y="16497"/>
                  </a:lnTo>
                  <a:lnTo>
                    <a:pt x="33020" y="16497"/>
                  </a:lnTo>
                  <a:lnTo>
                    <a:pt x="33020" y="17767"/>
                  </a:lnTo>
                  <a:lnTo>
                    <a:pt x="35560" y="17767"/>
                  </a:lnTo>
                  <a:lnTo>
                    <a:pt x="35560" y="19050"/>
                  </a:lnTo>
                  <a:lnTo>
                    <a:pt x="39370" y="19050"/>
                  </a:lnTo>
                  <a:lnTo>
                    <a:pt x="39370" y="20307"/>
                  </a:lnTo>
                  <a:lnTo>
                    <a:pt x="45720" y="20307"/>
                  </a:lnTo>
                  <a:lnTo>
                    <a:pt x="45720" y="21590"/>
                  </a:lnTo>
                  <a:lnTo>
                    <a:pt x="49530" y="21590"/>
                  </a:lnTo>
                  <a:lnTo>
                    <a:pt x="49530" y="22847"/>
                  </a:lnTo>
                  <a:lnTo>
                    <a:pt x="59690" y="22847"/>
                  </a:lnTo>
                  <a:lnTo>
                    <a:pt x="59690" y="24117"/>
                  </a:lnTo>
                  <a:lnTo>
                    <a:pt x="6913880" y="24117"/>
                  </a:lnTo>
                  <a:lnTo>
                    <a:pt x="6913880" y="22847"/>
                  </a:lnTo>
                  <a:lnTo>
                    <a:pt x="6917677" y="22847"/>
                  </a:lnTo>
                  <a:lnTo>
                    <a:pt x="6917677" y="21590"/>
                  </a:lnTo>
                  <a:lnTo>
                    <a:pt x="6926580" y="21590"/>
                  </a:lnTo>
                  <a:lnTo>
                    <a:pt x="6926580" y="20307"/>
                  </a:lnTo>
                  <a:lnTo>
                    <a:pt x="6929120" y="20307"/>
                  </a:lnTo>
                  <a:lnTo>
                    <a:pt x="6929120" y="19050"/>
                  </a:lnTo>
                  <a:lnTo>
                    <a:pt x="6934200" y="19050"/>
                  </a:lnTo>
                  <a:lnTo>
                    <a:pt x="6934200" y="17767"/>
                  </a:lnTo>
                  <a:lnTo>
                    <a:pt x="6940550" y="17767"/>
                  </a:lnTo>
                  <a:lnTo>
                    <a:pt x="6940550" y="16497"/>
                  </a:lnTo>
                  <a:lnTo>
                    <a:pt x="6943090" y="16497"/>
                  </a:lnTo>
                  <a:lnTo>
                    <a:pt x="6943090" y="15240"/>
                  </a:lnTo>
                  <a:lnTo>
                    <a:pt x="6945630" y="15240"/>
                  </a:lnTo>
                  <a:lnTo>
                    <a:pt x="6945630" y="13957"/>
                  </a:lnTo>
                  <a:lnTo>
                    <a:pt x="6949440" y="13957"/>
                  </a:lnTo>
                  <a:lnTo>
                    <a:pt x="6949440" y="12700"/>
                  </a:lnTo>
                  <a:lnTo>
                    <a:pt x="6953250" y="12700"/>
                  </a:lnTo>
                  <a:lnTo>
                    <a:pt x="6953250" y="11417"/>
                  </a:lnTo>
                  <a:lnTo>
                    <a:pt x="6954520" y="11417"/>
                  </a:lnTo>
                  <a:lnTo>
                    <a:pt x="6954520" y="10147"/>
                  </a:lnTo>
                  <a:lnTo>
                    <a:pt x="6957060" y="10147"/>
                  </a:lnTo>
                  <a:lnTo>
                    <a:pt x="6957060" y="8890"/>
                  </a:lnTo>
                  <a:lnTo>
                    <a:pt x="6959600" y="8890"/>
                  </a:lnTo>
                  <a:lnTo>
                    <a:pt x="6959600" y="7607"/>
                  </a:lnTo>
                  <a:lnTo>
                    <a:pt x="6962140" y="7607"/>
                  </a:lnTo>
                  <a:lnTo>
                    <a:pt x="6962140" y="6350"/>
                  </a:lnTo>
                  <a:lnTo>
                    <a:pt x="6964680" y="6350"/>
                  </a:lnTo>
                  <a:lnTo>
                    <a:pt x="6964680" y="5067"/>
                  </a:lnTo>
                  <a:lnTo>
                    <a:pt x="6965950" y="5067"/>
                  </a:lnTo>
                  <a:lnTo>
                    <a:pt x="6965950" y="3797"/>
                  </a:lnTo>
                  <a:lnTo>
                    <a:pt x="6968490" y="3797"/>
                  </a:lnTo>
                  <a:lnTo>
                    <a:pt x="6968490" y="2540"/>
                  </a:lnTo>
                  <a:lnTo>
                    <a:pt x="6971030" y="2540"/>
                  </a:lnTo>
                  <a:lnTo>
                    <a:pt x="6971030" y="1257"/>
                  </a:lnTo>
                  <a:lnTo>
                    <a:pt x="6972300" y="1257"/>
                  </a:lnTo>
                  <a:lnTo>
                    <a:pt x="6972300" y="0"/>
                  </a:lnTo>
                  <a:close/>
                </a:path>
              </a:pathLst>
            </a:custGeom>
            <a:solidFill>
              <a:srgbClr val="DDDD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1002030" y="1162050"/>
              <a:ext cx="7110730" cy="850900"/>
            </a:xfrm>
            <a:custGeom>
              <a:avLst/>
              <a:gdLst/>
              <a:ahLst/>
              <a:cxnLst/>
              <a:rect l="l" t="t" r="r" b="b"/>
              <a:pathLst>
                <a:path w="7110730" h="850900">
                  <a:moveTo>
                    <a:pt x="142239" y="0"/>
                  </a:moveTo>
                  <a:lnTo>
                    <a:pt x="100136" y="7965"/>
                  </a:lnTo>
                  <a:lnTo>
                    <a:pt x="61447" y="29585"/>
                  </a:lnTo>
                  <a:lnTo>
                    <a:pt x="29585" y="61447"/>
                  </a:lnTo>
                  <a:lnTo>
                    <a:pt x="7965" y="100136"/>
                  </a:lnTo>
                  <a:lnTo>
                    <a:pt x="0" y="142239"/>
                  </a:lnTo>
                  <a:lnTo>
                    <a:pt x="0" y="151090"/>
                  </a:lnTo>
                  <a:lnTo>
                    <a:pt x="0" y="213042"/>
                  </a:lnTo>
                  <a:lnTo>
                    <a:pt x="0" y="381198"/>
                  </a:lnTo>
                  <a:lnTo>
                    <a:pt x="0" y="708660"/>
                  </a:lnTo>
                  <a:lnTo>
                    <a:pt x="7965" y="750763"/>
                  </a:lnTo>
                  <a:lnTo>
                    <a:pt x="29585" y="789452"/>
                  </a:lnTo>
                  <a:lnTo>
                    <a:pt x="61447" y="821314"/>
                  </a:lnTo>
                  <a:lnTo>
                    <a:pt x="100136" y="842934"/>
                  </a:lnTo>
                  <a:lnTo>
                    <a:pt x="142239" y="850900"/>
                  </a:lnTo>
                  <a:lnTo>
                    <a:pt x="248900" y="850900"/>
                  </a:lnTo>
                  <a:lnTo>
                    <a:pt x="995521" y="850900"/>
                  </a:lnTo>
                  <a:lnTo>
                    <a:pt x="3022064" y="850900"/>
                  </a:lnTo>
                  <a:lnTo>
                    <a:pt x="6968490" y="850900"/>
                  </a:lnTo>
                  <a:lnTo>
                    <a:pt x="7010593" y="842934"/>
                  </a:lnTo>
                  <a:lnTo>
                    <a:pt x="7049282" y="821314"/>
                  </a:lnTo>
                  <a:lnTo>
                    <a:pt x="7081144" y="789452"/>
                  </a:lnTo>
                  <a:lnTo>
                    <a:pt x="7102764" y="750763"/>
                  </a:lnTo>
                  <a:lnTo>
                    <a:pt x="7110730" y="708660"/>
                  </a:lnTo>
                  <a:lnTo>
                    <a:pt x="7110730" y="699809"/>
                  </a:lnTo>
                  <a:lnTo>
                    <a:pt x="7110730" y="637857"/>
                  </a:lnTo>
                  <a:lnTo>
                    <a:pt x="7110730" y="469701"/>
                  </a:lnTo>
                  <a:lnTo>
                    <a:pt x="7110730" y="142239"/>
                  </a:lnTo>
                  <a:lnTo>
                    <a:pt x="7102764" y="100136"/>
                  </a:lnTo>
                  <a:lnTo>
                    <a:pt x="7081144" y="61447"/>
                  </a:lnTo>
                  <a:lnTo>
                    <a:pt x="7049282" y="29585"/>
                  </a:lnTo>
                  <a:lnTo>
                    <a:pt x="7010593" y="7965"/>
                  </a:lnTo>
                  <a:lnTo>
                    <a:pt x="6968490" y="0"/>
                  </a:lnTo>
                  <a:lnTo>
                    <a:pt x="6861829" y="0"/>
                  </a:lnTo>
                  <a:lnTo>
                    <a:pt x="6115208" y="0"/>
                  </a:lnTo>
                  <a:lnTo>
                    <a:pt x="4088665" y="0"/>
                  </a:lnTo>
                  <a:lnTo>
                    <a:pt x="142239" y="0"/>
                  </a:lnTo>
                  <a:close/>
                </a:path>
              </a:pathLst>
            </a:custGeom>
            <a:ln w="28393">
              <a:solidFill>
                <a:srgbClr val="A9A9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3" name="object 6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847850" y="1276350"/>
              <a:ext cx="135889" cy="115570"/>
            </a:xfrm>
            <a:prstGeom prst="rect">
              <a:avLst/>
            </a:prstGeom>
          </p:spPr>
        </p:pic>
        <p:pic>
          <p:nvPicPr>
            <p:cNvPr id="64" name="object 64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847850" y="1508759"/>
              <a:ext cx="135889" cy="115570"/>
            </a:xfrm>
            <a:prstGeom prst="rect">
              <a:avLst/>
            </a:prstGeom>
          </p:spPr>
        </p:pic>
        <p:pic>
          <p:nvPicPr>
            <p:cNvPr id="65" name="object 65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847850" y="1741170"/>
              <a:ext cx="135889" cy="115570"/>
            </a:xfrm>
            <a:prstGeom prst="rect">
              <a:avLst/>
            </a:prstGeom>
          </p:spPr>
        </p:pic>
      </p:grpSp>
      <p:sp>
        <p:nvSpPr>
          <p:cNvPr id="66" name="object 66"/>
          <p:cNvSpPr txBox="1"/>
          <p:nvPr/>
        </p:nvSpPr>
        <p:spPr>
          <a:xfrm>
            <a:off x="1013460" y="1184909"/>
            <a:ext cx="7090409" cy="1357630"/>
          </a:xfrm>
          <a:prstGeom prst="rect">
            <a:avLst/>
          </a:prstGeom>
        </p:spPr>
        <p:txBody>
          <a:bodyPr vert="horz" wrap="square" lIns="0" tIns="55244" rIns="0" bIns="0" rtlCol="0">
            <a:spAutoFit/>
          </a:bodyPr>
          <a:lstStyle/>
          <a:p>
            <a:pPr marL="1115060" marR="827405">
              <a:lnSpc>
                <a:spcPts val="1830"/>
              </a:lnSpc>
              <a:spcBef>
                <a:spcPts val="434"/>
              </a:spcBef>
            </a:pPr>
            <a:r>
              <a:rPr sz="1800" b="1" dirty="0">
                <a:solidFill>
                  <a:srgbClr val="333333"/>
                </a:solidFill>
                <a:latin typeface="Arial"/>
                <a:cs typeface="Arial"/>
              </a:rPr>
              <a:t>Larger,</a:t>
            </a:r>
            <a:r>
              <a:rPr sz="1800" b="1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3333"/>
                </a:solidFill>
                <a:latin typeface="Arial"/>
                <a:cs typeface="Arial"/>
              </a:rPr>
              <a:t>faster</a:t>
            </a:r>
            <a:r>
              <a:rPr sz="1800" b="1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b="1" spc="-10" dirty="0">
                <a:solidFill>
                  <a:srgbClr val="333333"/>
                </a:solidFill>
                <a:latin typeface="Arial"/>
                <a:cs typeface="Arial"/>
              </a:rPr>
              <a:t>enterprise-</a:t>
            </a:r>
            <a:r>
              <a:rPr sz="1800" b="1" dirty="0">
                <a:solidFill>
                  <a:srgbClr val="333333"/>
                </a:solidFill>
                <a:latin typeface="Arial"/>
                <a:cs typeface="Arial"/>
              </a:rPr>
              <a:t>class</a:t>
            </a:r>
            <a:r>
              <a:rPr sz="1800" b="1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3333"/>
                </a:solidFill>
                <a:latin typeface="Arial"/>
                <a:cs typeface="Arial"/>
              </a:rPr>
              <a:t>virtual</a:t>
            </a:r>
            <a:r>
              <a:rPr sz="1800" b="1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b="1" spc="-10" dirty="0">
                <a:solidFill>
                  <a:srgbClr val="333333"/>
                </a:solidFill>
                <a:latin typeface="Arial"/>
                <a:cs typeface="Arial"/>
              </a:rPr>
              <a:t>machines </a:t>
            </a:r>
            <a:r>
              <a:rPr sz="1800" b="1" dirty="0">
                <a:solidFill>
                  <a:srgbClr val="333333"/>
                </a:solidFill>
                <a:latin typeface="Arial"/>
                <a:cs typeface="Arial"/>
              </a:rPr>
              <a:t>30</a:t>
            </a:r>
            <a:r>
              <a:rPr sz="1800" b="1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3333"/>
                </a:solidFill>
                <a:latin typeface="Arial"/>
                <a:cs typeface="Arial"/>
              </a:rPr>
              <a:t>+</a:t>
            </a:r>
            <a:r>
              <a:rPr sz="1800" b="1" spc="-2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3333"/>
                </a:solidFill>
                <a:latin typeface="Arial"/>
                <a:cs typeface="Arial"/>
              </a:rPr>
              <a:t>operating</a:t>
            </a:r>
            <a:r>
              <a:rPr sz="1800" b="1" spc="-1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b="1" spc="-10" dirty="0">
                <a:solidFill>
                  <a:srgbClr val="333333"/>
                </a:solidFill>
                <a:latin typeface="Arial"/>
                <a:cs typeface="Arial"/>
              </a:rPr>
              <a:t>systems</a:t>
            </a:r>
            <a:endParaRPr sz="1800">
              <a:latin typeface="Arial"/>
              <a:cs typeface="Arial"/>
            </a:endParaRPr>
          </a:p>
          <a:p>
            <a:pPr marL="1115060">
              <a:lnSpc>
                <a:spcPts val="1825"/>
              </a:lnSpc>
            </a:pPr>
            <a:r>
              <a:rPr sz="1800" b="1" dirty="0">
                <a:solidFill>
                  <a:srgbClr val="333333"/>
                </a:solidFill>
                <a:latin typeface="Arial"/>
                <a:cs typeface="Arial"/>
              </a:rPr>
              <a:t>200</a:t>
            </a:r>
            <a:r>
              <a:rPr sz="1800" b="1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3333"/>
                </a:solidFill>
                <a:latin typeface="Arial"/>
                <a:cs typeface="Arial"/>
              </a:rPr>
              <a:t>+</a:t>
            </a:r>
            <a:r>
              <a:rPr sz="1800" b="1" spc="-1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3333"/>
                </a:solidFill>
                <a:latin typeface="Arial"/>
                <a:cs typeface="Arial"/>
              </a:rPr>
              <a:t>hardware</a:t>
            </a:r>
            <a:r>
              <a:rPr sz="1800" b="1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b="1" spc="-10" dirty="0">
                <a:solidFill>
                  <a:srgbClr val="333333"/>
                </a:solidFill>
                <a:latin typeface="Arial"/>
                <a:cs typeface="Arial"/>
              </a:rPr>
              <a:t>configurations</a:t>
            </a: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1800">
              <a:latin typeface="Arial"/>
              <a:cs typeface="Arial"/>
            </a:endParaRPr>
          </a:p>
          <a:p>
            <a:pPr marL="815340">
              <a:lnSpc>
                <a:spcPct val="100000"/>
              </a:lnSpc>
              <a:tabLst>
                <a:tab pos="4166235" algn="l"/>
              </a:tabLst>
            </a:pPr>
            <a:r>
              <a:rPr sz="1800" b="1" spc="-10" dirty="0">
                <a:solidFill>
                  <a:srgbClr val="667CCC"/>
                </a:solidFill>
                <a:latin typeface="Arial"/>
                <a:cs typeface="Arial"/>
              </a:rPr>
              <a:t>WORKLOADS</a:t>
            </a:r>
            <a:r>
              <a:rPr sz="1800" b="1" dirty="0">
                <a:solidFill>
                  <a:srgbClr val="667CCC"/>
                </a:solidFill>
                <a:latin typeface="Arial"/>
                <a:cs typeface="Arial"/>
              </a:rPr>
              <a:t>	OPERATING</a:t>
            </a:r>
            <a:r>
              <a:rPr sz="1800" b="1" spc="-75" dirty="0">
                <a:solidFill>
                  <a:srgbClr val="667CCC"/>
                </a:solidFill>
                <a:latin typeface="Arial"/>
                <a:cs typeface="Arial"/>
              </a:rPr>
              <a:t> </a:t>
            </a:r>
            <a:r>
              <a:rPr sz="1800" b="1" spc="-10" dirty="0">
                <a:solidFill>
                  <a:srgbClr val="667CCC"/>
                </a:solidFill>
                <a:latin typeface="Arial"/>
                <a:cs typeface="Arial"/>
              </a:rPr>
              <a:t>SYSTEMS</a:t>
            </a:r>
            <a:endParaRPr sz="1800">
              <a:latin typeface="Arial"/>
              <a:cs typeface="Arial"/>
            </a:endParaRPr>
          </a:p>
        </p:txBody>
      </p:sp>
      <p:sp>
        <p:nvSpPr>
          <p:cNvPr id="67" name="object 67"/>
          <p:cNvSpPr/>
          <p:nvPr/>
        </p:nvSpPr>
        <p:spPr>
          <a:xfrm>
            <a:off x="4554220" y="2362200"/>
            <a:ext cx="0" cy="3270250"/>
          </a:xfrm>
          <a:custGeom>
            <a:avLst/>
            <a:gdLst/>
            <a:ahLst/>
            <a:cxnLst/>
            <a:rect l="l" t="t" r="r" b="b"/>
            <a:pathLst>
              <a:path h="3270250">
                <a:moveTo>
                  <a:pt x="0" y="0"/>
                </a:moveTo>
                <a:lnTo>
                  <a:pt x="0" y="3270250"/>
                </a:lnTo>
              </a:path>
            </a:pathLst>
          </a:custGeom>
          <a:ln w="27939">
            <a:solidFill>
              <a:srgbClr val="7C9AC5"/>
            </a:solidFill>
            <a:prstDash val="sysDot"/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68" name="object 68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6629400" y="5300979"/>
            <a:ext cx="1524000" cy="406400"/>
          </a:xfrm>
          <a:prstGeom prst="rect">
            <a:avLst/>
          </a:prstGeom>
        </p:spPr>
      </p:pic>
      <p:sp>
        <p:nvSpPr>
          <p:cNvPr id="69" name="object 69"/>
          <p:cNvSpPr txBox="1"/>
          <p:nvPr/>
        </p:nvSpPr>
        <p:spPr>
          <a:xfrm>
            <a:off x="398779" y="6227544"/>
            <a:ext cx="139065" cy="139065"/>
          </a:xfrm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sz="800" spc="-25" dirty="0">
                <a:solidFill>
                  <a:srgbClr val="FFFFFF"/>
                </a:solidFill>
                <a:latin typeface="Arial"/>
                <a:cs typeface="Arial"/>
              </a:rPr>
              <a:t>25</a:t>
            </a:r>
            <a:endParaRPr sz="800">
              <a:latin typeface="Arial"/>
              <a:cs typeface="Arial"/>
            </a:endParaRPr>
          </a:p>
        </p:txBody>
      </p:sp>
      <p:sp>
        <p:nvSpPr>
          <p:cNvPr id="71" name="Slide Number Placeholder 70">
            <a:extLst>
              <a:ext uri="{FF2B5EF4-FFF2-40B4-BE49-F238E27FC236}">
                <a16:creationId xmlns:a16="http://schemas.microsoft.com/office/drawing/2014/main" id="{55990036-D674-B1BF-1E0C-A103C2441D24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pPr marL="6604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lang="en-US" spc="-50" smtClean="0"/>
              <a:t>25</a:t>
            </a:fld>
            <a:endParaRPr lang="en-US" spc="-50" dirty="0"/>
          </a:p>
        </p:txBody>
      </p:sp>
    </p:spTree>
  </p:cSld>
  <p:clrMapOvr>
    <a:masterClrMapping/>
  </p:clrMapOvr>
  <p:transition>
    <p:wipe dir="r"/>
  </p:transition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534669" y="2225040"/>
            <a:ext cx="7359015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200" dirty="0">
                <a:solidFill>
                  <a:srgbClr val="333333"/>
                </a:solidFill>
              </a:rPr>
              <a:t>Key</a:t>
            </a:r>
            <a:r>
              <a:rPr sz="7200" spc="-420" dirty="0">
                <a:solidFill>
                  <a:srgbClr val="333333"/>
                </a:solidFill>
              </a:rPr>
              <a:t> </a:t>
            </a:r>
            <a:r>
              <a:rPr sz="7200" spc="-10" dirty="0">
                <a:solidFill>
                  <a:srgbClr val="333333"/>
                </a:solidFill>
              </a:rPr>
              <a:t>Usage</a:t>
            </a:r>
            <a:r>
              <a:rPr sz="7200" spc="-415" dirty="0">
                <a:solidFill>
                  <a:srgbClr val="333333"/>
                </a:solidFill>
              </a:rPr>
              <a:t> </a:t>
            </a:r>
            <a:r>
              <a:rPr sz="7200" spc="-30" dirty="0">
                <a:solidFill>
                  <a:srgbClr val="333333"/>
                </a:solidFill>
              </a:rPr>
              <a:t>Areas</a:t>
            </a:r>
            <a:endParaRPr sz="720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11D8C70-BD39-2181-D243-C90F27D00D98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pPr marL="6604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lang="en-US" spc="-50" smtClean="0"/>
              <a:t>26</a:t>
            </a:fld>
            <a:endParaRPr lang="en-US" spc="-50" dirty="0"/>
          </a:p>
        </p:txBody>
      </p:sp>
    </p:spTree>
  </p:cSld>
  <p:clrMapOvr>
    <a:masterClrMapping/>
  </p:clrMapOvr>
  <p:transition>
    <p:wipe dir="r"/>
  </p:transition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20750" y="579119"/>
            <a:ext cx="4624070" cy="403860"/>
          </a:xfrm>
          <a:custGeom>
            <a:avLst/>
            <a:gdLst/>
            <a:ahLst/>
            <a:cxnLst/>
            <a:rect l="l" t="t" r="r" b="b"/>
            <a:pathLst>
              <a:path w="4624070" h="403859">
                <a:moveTo>
                  <a:pt x="4624070" y="0"/>
                </a:moveTo>
                <a:lnTo>
                  <a:pt x="0" y="0"/>
                </a:lnTo>
                <a:lnTo>
                  <a:pt x="0" y="403859"/>
                </a:lnTo>
                <a:lnTo>
                  <a:pt x="2311400" y="403859"/>
                </a:lnTo>
                <a:lnTo>
                  <a:pt x="4624070" y="403859"/>
                </a:lnTo>
                <a:lnTo>
                  <a:pt x="462407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48309">
              <a:lnSpc>
                <a:spcPct val="100000"/>
              </a:lnSpc>
              <a:spcBef>
                <a:spcPts val="100"/>
              </a:spcBef>
            </a:pPr>
            <a:r>
              <a:rPr dirty="0"/>
              <a:t>Meeting</a:t>
            </a:r>
            <a:r>
              <a:rPr spc="-125" dirty="0"/>
              <a:t> </a:t>
            </a:r>
            <a:r>
              <a:rPr spc="-10" dirty="0"/>
              <a:t>the</a:t>
            </a:r>
            <a:r>
              <a:rPr spc="-215" dirty="0"/>
              <a:t> </a:t>
            </a:r>
            <a:r>
              <a:rPr dirty="0"/>
              <a:t>Needs</a:t>
            </a:r>
            <a:r>
              <a:rPr spc="-70" dirty="0"/>
              <a:t> </a:t>
            </a:r>
            <a:r>
              <a:rPr dirty="0"/>
              <a:t>of</a:t>
            </a:r>
            <a:r>
              <a:rPr spc="-75" dirty="0"/>
              <a:t> </a:t>
            </a:r>
            <a:r>
              <a:rPr spc="-25" dirty="0"/>
              <a:t>Business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4606290" y="3154679"/>
            <a:ext cx="1871980" cy="11201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1200" spc="-10" dirty="0">
                <a:latin typeface="Arial"/>
                <a:cs typeface="Arial"/>
              </a:rPr>
              <a:t>Leverage</a:t>
            </a:r>
            <a:r>
              <a:rPr sz="1200" spc="-35" dirty="0">
                <a:latin typeface="Arial"/>
                <a:cs typeface="Arial"/>
              </a:rPr>
              <a:t> </a:t>
            </a:r>
            <a:r>
              <a:rPr sz="1200" dirty="0">
                <a:latin typeface="Arial"/>
                <a:cs typeface="Arial"/>
              </a:rPr>
              <a:t>assets</a:t>
            </a:r>
            <a:r>
              <a:rPr sz="1200" spc="-50" dirty="0">
                <a:latin typeface="Arial"/>
                <a:cs typeface="Arial"/>
              </a:rPr>
              <a:t> </a:t>
            </a:r>
            <a:r>
              <a:rPr sz="1200" dirty="0">
                <a:latin typeface="Arial"/>
                <a:cs typeface="Arial"/>
              </a:rPr>
              <a:t>and</a:t>
            </a:r>
            <a:r>
              <a:rPr sz="1200" spc="-30" dirty="0">
                <a:latin typeface="Arial"/>
                <a:cs typeface="Arial"/>
              </a:rPr>
              <a:t> </a:t>
            </a:r>
            <a:r>
              <a:rPr sz="1200" spc="-10" dirty="0">
                <a:latin typeface="Arial"/>
                <a:cs typeface="Arial"/>
              </a:rPr>
              <a:t>speed software</a:t>
            </a:r>
            <a:r>
              <a:rPr sz="1200" spc="-30" dirty="0">
                <a:latin typeface="Arial"/>
                <a:cs typeface="Arial"/>
              </a:rPr>
              <a:t> </a:t>
            </a:r>
            <a:r>
              <a:rPr sz="1200" spc="-10" dirty="0">
                <a:latin typeface="Arial"/>
                <a:cs typeface="Arial"/>
              </a:rPr>
              <a:t>development</a:t>
            </a:r>
            <a:r>
              <a:rPr sz="1200" spc="-35" dirty="0">
                <a:latin typeface="Arial"/>
                <a:cs typeface="Arial"/>
              </a:rPr>
              <a:t> </a:t>
            </a:r>
            <a:r>
              <a:rPr sz="1200" spc="-25" dirty="0">
                <a:latin typeface="Arial"/>
                <a:cs typeface="Arial"/>
              </a:rPr>
              <a:t>by </a:t>
            </a:r>
            <a:r>
              <a:rPr sz="1200" spc="-10" dirty="0">
                <a:latin typeface="Arial"/>
                <a:cs typeface="Arial"/>
              </a:rPr>
              <a:t>automating</a:t>
            </a:r>
            <a:r>
              <a:rPr sz="1200" spc="-50" dirty="0">
                <a:latin typeface="Arial"/>
                <a:cs typeface="Arial"/>
              </a:rPr>
              <a:t> </a:t>
            </a:r>
            <a:r>
              <a:rPr sz="1200" dirty="0">
                <a:latin typeface="Arial"/>
                <a:cs typeface="Arial"/>
              </a:rPr>
              <a:t>the</a:t>
            </a:r>
            <a:r>
              <a:rPr sz="1200" spc="-30" dirty="0">
                <a:latin typeface="Arial"/>
                <a:cs typeface="Arial"/>
              </a:rPr>
              <a:t> </a:t>
            </a:r>
            <a:r>
              <a:rPr sz="1200" spc="-10" dirty="0">
                <a:latin typeface="Arial"/>
                <a:cs typeface="Arial"/>
              </a:rPr>
              <a:t>setup, </a:t>
            </a:r>
            <a:r>
              <a:rPr sz="1200" dirty="0">
                <a:latin typeface="Arial"/>
                <a:cs typeface="Arial"/>
              </a:rPr>
              <a:t>sharing</a:t>
            </a:r>
            <a:r>
              <a:rPr sz="1200" spc="-50" dirty="0">
                <a:latin typeface="Arial"/>
                <a:cs typeface="Arial"/>
              </a:rPr>
              <a:t> </a:t>
            </a:r>
            <a:r>
              <a:rPr sz="1200" dirty="0">
                <a:latin typeface="Arial"/>
                <a:cs typeface="Arial"/>
              </a:rPr>
              <a:t>and</a:t>
            </a:r>
            <a:r>
              <a:rPr sz="1200" spc="-40" dirty="0">
                <a:latin typeface="Arial"/>
                <a:cs typeface="Arial"/>
              </a:rPr>
              <a:t> </a:t>
            </a:r>
            <a:r>
              <a:rPr sz="1200" spc="-10" dirty="0">
                <a:latin typeface="Arial"/>
                <a:cs typeface="Arial"/>
              </a:rPr>
              <a:t>storage</a:t>
            </a:r>
            <a:r>
              <a:rPr sz="1200" spc="-40" dirty="0">
                <a:latin typeface="Arial"/>
                <a:cs typeface="Arial"/>
              </a:rPr>
              <a:t> </a:t>
            </a:r>
            <a:r>
              <a:rPr sz="1200" spc="-25" dirty="0">
                <a:latin typeface="Arial"/>
                <a:cs typeface="Arial"/>
              </a:rPr>
              <a:t>of </a:t>
            </a:r>
            <a:r>
              <a:rPr sz="1200" spc="-20" dirty="0">
                <a:latin typeface="Arial"/>
                <a:cs typeface="Arial"/>
              </a:rPr>
              <a:t>multi-</a:t>
            </a:r>
            <a:r>
              <a:rPr sz="1200" spc="-10" dirty="0">
                <a:latin typeface="Arial"/>
                <a:cs typeface="Arial"/>
              </a:rPr>
              <a:t>machine configurations.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4552255" y="1247715"/>
            <a:ext cx="1972310" cy="4575175"/>
            <a:chOff x="4552255" y="1247715"/>
            <a:chExt cx="1972310" cy="4575175"/>
          </a:xfrm>
        </p:grpSpPr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560570" y="1452879"/>
              <a:ext cx="1963420" cy="1049020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4555490" y="1250950"/>
              <a:ext cx="1963420" cy="4568190"/>
            </a:xfrm>
            <a:custGeom>
              <a:avLst/>
              <a:gdLst/>
              <a:ahLst/>
              <a:cxnLst/>
              <a:rect l="l" t="t" r="r" b="b"/>
              <a:pathLst>
                <a:path w="1963420" h="4568190">
                  <a:moveTo>
                    <a:pt x="135889" y="0"/>
                  </a:moveTo>
                  <a:lnTo>
                    <a:pt x="95422" y="7538"/>
                  </a:lnTo>
                  <a:lnTo>
                    <a:pt x="58430" y="28000"/>
                  </a:lnTo>
                  <a:lnTo>
                    <a:pt x="28082" y="58155"/>
                  </a:lnTo>
                  <a:lnTo>
                    <a:pt x="7548" y="94772"/>
                  </a:lnTo>
                  <a:lnTo>
                    <a:pt x="0" y="134620"/>
                  </a:lnTo>
                  <a:lnTo>
                    <a:pt x="0" y="201791"/>
                  </a:lnTo>
                  <a:lnTo>
                    <a:pt x="0" y="671988"/>
                  </a:lnTo>
                  <a:lnTo>
                    <a:pt x="0" y="1948239"/>
                  </a:lnTo>
                  <a:lnTo>
                    <a:pt x="0" y="4433570"/>
                  </a:lnTo>
                  <a:lnTo>
                    <a:pt x="7548" y="4473417"/>
                  </a:lnTo>
                  <a:lnTo>
                    <a:pt x="28082" y="4510034"/>
                  </a:lnTo>
                  <a:lnTo>
                    <a:pt x="58430" y="4540189"/>
                  </a:lnTo>
                  <a:lnTo>
                    <a:pt x="95422" y="4560651"/>
                  </a:lnTo>
                  <a:lnTo>
                    <a:pt x="135889" y="4568190"/>
                  </a:lnTo>
                  <a:lnTo>
                    <a:pt x="162341" y="4568190"/>
                  </a:lnTo>
                  <a:lnTo>
                    <a:pt x="347503" y="4568190"/>
                  </a:lnTo>
                  <a:lnTo>
                    <a:pt x="850086" y="4568190"/>
                  </a:lnTo>
                  <a:lnTo>
                    <a:pt x="1828800" y="4568190"/>
                  </a:lnTo>
                  <a:lnTo>
                    <a:pt x="1868647" y="4560651"/>
                  </a:lnTo>
                  <a:lnTo>
                    <a:pt x="1905264" y="4540189"/>
                  </a:lnTo>
                  <a:lnTo>
                    <a:pt x="1935419" y="4510034"/>
                  </a:lnTo>
                  <a:lnTo>
                    <a:pt x="1955881" y="4473417"/>
                  </a:lnTo>
                  <a:lnTo>
                    <a:pt x="1963419" y="4433570"/>
                  </a:lnTo>
                  <a:lnTo>
                    <a:pt x="1963419" y="4366398"/>
                  </a:lnTo>
                  <a:lnTo>
                    <a:pt x="1963419" y="3896201"/>
                  </a:lnTo>
                  <a:lnTo>
                    <a:pt x="1963419" y="2619950"/>
                  </a:lnTo>
                  <a:lnTo>
                    <a:pt x="1963419" y="134620"/>
                  </a:lnTo>
                  <a:lnTo>
                    <a:pt x="1955881" y="94772"/>
                  </a:lnTo>
                  <a:lnTo>
                    <a:pt x="1935419" y="58155"/>
                  </a:lnTo>
                  <a:lnTo>
                    <a:pt x="1905264" y="28000"/>
                  </a:lnTo>
                  <a:lnTo>
                    <a:pt x="1868647" y="7538"/>
                  </a:lnTo>
                  <a:lnTo>
                    <a:pt x="1828800" y="0"/>
                  </a:lnTo>
                  <a:lnTo>
                    <a:pt x="1802348" y="0"/>
                  </a:lnTo>
                  <a:lnTo>
                    <a:pt x="1617186" y="0"/>
                  </a:lnTo>
                  <a:lnTo>
                    <a:pt x="1114603" y="0"/>
                  </a:lnTo>
                  <a:lnTo>
                    <a:pt x="135889" y="0"/>
                  </a:lnTo>
                  <a:close/>
                </a:path>
              </a:pathLst>
            </a:custGeom>
            <a:ln w="6469">
              <a:solidFill>
                <a:srgbClr val="A9A9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" name="object 8"/>
          <p:cNvSpPr txBox="1"/>
          <p:nvPr/>
        </p:nvSpPr>
        <p:spPr>
          <a:xfrm>
            <a:off x="4757420" y="2566670"/>
            <a:ext cx="1563370" cy="419100"/>
          </a:xfrm>
          <a:prstGeom prst="rect">
            <a:avLst/>
          </a:prstGeom>
        </p:spPr>
        <p:txBody>
          <a:bodyPr vert="horz" wrap="square" lIns="0" tIns="45720" rIns="0" bIns="0" rtlCol="0">
            <a:spAutoFit/>
          </a:bodyPr>
          <a:lstStyle/>
          <a:p>
            <a:pPr marL="269875" marR="5080" indent="-257810">
              <a:lnSpc>
                <a:spcPts val="1420"/>
              </a:lnSpc>
              <a:spcBef>
                <a:spcPts val="360"/>
              </a:spcBef>
            </a:pPr>
            <a:r>
              <a:rPr sz="1400" b="1" spc="-10" dirty="0">
                <a:solidFill>
                  <a:srgbClr val="7C9AC5"/>
                </a:solidFill>
                <a:latin typeface="Arial"/>
                <a:cs typeface="Arial"/>
              </a:rPr>
              <a:t>Software</a:t>
            </a:r>
            <a:r>
              <a:rPr sz="1400" b="1" spc="-65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400" b="1" spc="-10" dirty="0">
                <a:solidFill>
                  <a:srgbClr val="7C9AC5"/>
                </a:solidFill>
                <a:latin typeface="Arial"/>
                <a:cs typeface="Arial"/>
              </a:rPr>
              <a:t>Lifecycle Automation</a:t>
            </a:r>
            <a:endParaRPr sz="14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580890" y="4466590"/>
            <a:ext cx="1341120" cy="8509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49860" marR="36195" indent="-111760">
              <a:lnSpc>
                <a:spcPct val="100000"/>
              </a:lnSpc>
              <a:spcBef>
                <a:spcPts val="100"/>
              </a:spcBef>
              <a:buClr>
                <a:srgbClr val="7C9AC5"/>
              </a:buClr>
              <a:buSzPct val="54166"/>
              <a:buFont typeface="Arial Black"/>
              <a:buChar char="&gt;"/>
              <a:tabLst>
                <a:tab pos="151130" algn="l"/>
              </a:tabLst>
            </a:pPr>
            <a:r>
              <a:rPr sz="1200" dirty="0">
                <a:latin typeface="Arial"/>
                <a:cs typeface="Arial"/>
              </a:rPr>
              <a:t>Rapidly</a:t>
            </a:r>
            <a:r>
              <a:rPr sz="1200" spc="-80" dirty="0">
                <a:latin typeface="Arial"/>
                <a:cs typeface="Arial"/>
              </a:rPr>
              <a:t> </a:t>
            </a:r>
            <a:r>
              <a:rPr sz="1200" spc="-10" dirty="0">
                <a:latin typeface="Arial"/>
                <a:cs typeface="Arial"/>
              </a:rPr>
              <a:t>provision 	machines</a:t>
            </a:r>
            <a:endParaRPr sz="1200">
              <a:latin typeface="Arial"/>
              <a:cs typeface="Arial"/>
            </a:endParaRPr>
          </a:p>
          <a:p>
            <a:pPr marL="149860" marR="30480" indent="-111760">
              <a:lnSpc>
                <a:spcPct val="100000"/>
              </a:lnSpc>
              <a:spcBef>
                <a:spcPts val="740"/>
              </a:spcBef>
              <a:buClr>
                <a:srgbClr val="7C9AC5"/>
              </a:buClr>
              <a:buSzPct val="54166"/>
              <a:buFont typeface="Arial Black"/>
              <a:buChar char="&gt;"/>
              <a:tabLst>
                <a:tab pos="151130" algn="l"/>
              </a:tabLst>
            </a:pPr>
            <a:r>
              <a:rPr sz="1200" spc="-10" dirty="0">
                <a:latin typeface="Arial"/>
                <a:cs typeface="Arial"/>
              </a:rPr>
              <a:t>Improve</a:t>
            </a:r>
            <a:r>
              <a:rPr sz="1200" spc="-45" dirty="0">
                <a:latin typeface="Arial"/>
                <a:cs typeface="Arial"/>
              </a:rPr>
              <a:t> </a:t>
            </a:r>
            <a:r>
              <a:rPr sz="1200" spc="-10" dirty="0">
                <a:latin typeface="Arial"/>
                <a:cs typeface="Arial"/>
              </a:rPr>
              <a:t>software 	quality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6649025" y="1247715"/>
            <a:ext cx="1971675" cy="4575175"/>
            <a:chOff x="6649025" y="1247715"/>
            <a:chExt cx="1971675" cy="4575175"/>
          </a:xfrm>
        </p:grpSpPr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649719" y="1452879"/>
              <a:ext cx="1964689" cy="1049020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6652259" y="1250950"/>
              <a:ext cx="1964689" cy="4568190"/>
            </a:xfrm>
            <a:custGeom>
              <a:avLst/>
              <a:gdLst/>
              <a:ahLst/>
              <a:cxnLst/>
              <a:rect l="l" t="t" r="r" b="b"/>
              <a:pathLst>
                <a:path w="1964690" h="4568190">
                  <a:moveTo>
                    <a:pt x="134620" y="0"/>
                  </a:moveTo>
                  <a:lnTo>
                    <a:pt x="94772" y="7538"/>
                  </a:lnTo>
                  <a:lnTo>
                    <a:pt x="58155" y="28000"/>
                  </a:lnTo>
                  <a:lnTo>
                    <a:pt x="28000" y="58155"/>
                  </a:lnTo>
                  <a:lnTo>
                    <a:pt x="7538" y="94772"/>
                  </a:lnTo>
                  <a:lnTo>
                    <a:pt x="0" y="134620"/>
                  </a:lnTo>
                  <a:lnTo>
                    <a:pt x="0" y="201791"/>
                  </a:lnTo>
                  <a:lnTo>
                    <a:pt x="0" y="671988"/>
                  </a:lnTo>
                  <a:lnTo>
                    <a:pt x="0" y="1948239"/>
                  </a:lnTo>
                  <a:lnTo>
                    <a:pt x="0" y="4433570"/>
                  </a:lnTo>
                  <a:lnTo>
                    <a:pt x="7538" y="4473417"/>
                  </a:lnTo>
                  <a:lnTo>
                    <a:pt x="28000" y="4510034"/>
                  </a:lnTo>
                  <a:lnTo>
                    <a:pt x="58155" y="4540189"/>
                  </a:lnTo>
                  <a:lnTo>
                    <a:pt x="94772" y="4560651"/>
                  </a:lnTo>
                  <a:lnTo>
                    <a:pt x="134620" y="4568190"/>
                  </a:lnTo>
                  <a:lnTo>
                    <a:pt x="161091" y="4568190"/>
                  </a:lnTo>
                  <a:lnTo>
                    <a:pt x="346392" y="4568190"/>
                  </a:lnTo>
                  <a:lnTo>
                    <a:pt x="849352" y="4568190"/>
                  </a:lnTo>
                  <a:lnTo>
                    <a:pt x="1828800" y="4568190"/>
                  </a:lnTo>
                  <a:lnTo>
                    <a:pt x="1868779" y="4560651"/>
                  </a:lnTo>
                  <a:lnTo>
                    <a:pt x="1905711" y="4540189"/>
                  </a:lnTo>
                  <a:lnTo>
                    <a:pt x="1936242" y="4510034"/>
                  </a:lnTo>
                  <a:lnTo>
                    <a:pt x="1957019" y="4473417"/>
                  </a:lnTo>
                  <a:lnTo>
                    <a:pt x="1964690" y="4433570"/>
                  </a:lnTo>
                  <a:lnTo>
                    <a:pt x="1964690" y="4366398"/>
                  </a:lnTo>
                  <a:lnTo>
                    <a:pt x="1964690" y="3896201"/>
                  </a:lnTo>
                  <a:lnTo>
                    <a:pt x="1964690" y="2619950"/>
                  </a:lnTo>
                  <a:lnTo>
                    <a:pt x="1964690" y="134620"/>
                  </a:lnTo>
                  <a:lnTo>
                    <a:pt x="1957019" y="94772"/>
                  </a:lnTo>
                  <a:lnTo>
                    <a:pt x="1936242" y="58155"/>
                  </a:lnTo>
                  <a:lnTo>
                    <a:pt x="1905711" y="28000"/>
                  </a:lnTo>
                  <a:lnTo>
                    <a:pt x="1868779" y="7538"/>
                  </a:lnTo>
                  <a:lnTo>
                    <a:pt x="1828800" y="0"/>
                  </a:lnTo>
                  <a:lnTo>
                    <a:pt x="1802328" y="0"/>
                  </a:lnTo>
                  <a:lnTo>
                    <a:pt x="1617027" y="0"/>
                  </a:lnTo>
                  <a:lnTo>
                    <a:pt x="1114067" y="0"/>
                  </a:lnTo>
                  <a:lnTo>
                    <a:pt x="134620" y="0"/>
                  </a:lnTo>
                  <a:close/>
                </a:path>
              </a:pathLst>
            </a:custGeom>
            <a:ln w="6469">
              <a:solidFill>
                <a:srgbClr val="A9A9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" name="object 13"/>
          <p:cNvSpPr txBox="1"/>
          <p:nvPr/>
        </p:nvSpPr>
        <p:spPr>
          <a:xfrm>
            <a:off x="6855459" y="2566670"/>
            <a:ext cx="1567180" cy="419100"/>
          </a:xfrm>
          <a:prstGeom prst="rect">
            <a:avLst/>
          </a:prstGeom>
        </p:spPr>
        <p:txBody>
          <a:bodyPr vert="horz" wrap="square" lIns="0" tIns="45720" rIns="0" bIns="0" rtlCol="0">
            <a:spAutoFit/>
          </a:bodyPr>
          <a:lstStyle/>
          <a:p>
            <a:pPr marL="386080" marR="5080" indent="-373380">
              <a:lnSpc>
                <a:spcPts val="1420"/>
              </a:lnSpc>
              <a:spcBef>
                <a:spcPts val="360"/>
              </a:spcBef>
            </a:pPr>
            <a:r>
              <a:rPr sz="1400" b="1" spc="-10" dirty="0">
                <a:solidFill>
                  <a:srgbClr val="7C9AC5"/>
                </a:solidFill>
                <a:latin typeface="Arial"/>
                <a:cs typeface="Arial"/>
              </a:rPr>
              <a:t>Virtual</a:t>
            </a:r>
            <a:r>
              <a:rPr sz="1400" b="1" spc="-70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400" b="1" dirty="0">
                <a:solidFill>
                  <a:srgbClr val="7C9AC5"/>
                </a:solidFill>
                <a:latin typeface="Arial"/>
                <a:cs typeface="Arial"/>
              </a:rPr>
              <a:t>Clients</a:t>
            </a:r>
            <a:r>
              <a:rPr sz="1400" b="1" spc="-70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400" b="1" spc="-25" dirty="0">
                <a:solidFill>
                  <a:srgbClr val="7C9AC5"/>
                </a:solidFill>
                <a:latin typeface="Arial"/>
                <a:cs typeface="Arial"/>
              </a:rPr>
              <a:t>and </a:t>
            </a:r>
            <a:r>
              <a:rPr sz="1400" b="1" spc="-10" dirty="0">
                <a:solidFill>
                  <a:srgbClr val="7C9AC5"/>
                </a:solidFill>
                <a:latin typeface="Arial"/>
                <a:cs typeface="Arial"/>
              </a:rPr>
              <a:t>Desktops</a:t>
            </a:r>
            <a:endParaRPr sz="14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6700519" y="3154679"/>
            <a:ext cx="1755139" cy="20624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71120" marR="38735" algn="just"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latin typeface="Arial"/>
                <a:cs typeface="Arial"/>
              </a:rPr>
              <a:t>Secure</a:t>
            </a:r>
            <a:r>
              <a:rPr sz="1200" spc="-50" dirty="0">
                <a:latin typeface="Arial"/>
                <a:cs typeface="Arial"/>
              </a:rPr>
              <a:t> </a:t>
            </a:r>
            <a:r>
              <a:rPr sz="1200" spc="-10" dirty="0">
                <a:latin typeface="Arial"/>
                <a:cs typeface="Arial"/>
              </a:rPr>
              <a:t>unmanaged</a:t>
            </a:r>
            <a:r>
              <a:rPr sz="1200" spc="-50" dirty="0">
                <a:latin typeface="Arial"/>
                <a:cs typeface="Arial"/>
              </a:rPr>
              <a:t> </a:t>
            </a:r>
            <a:r>
              <a:rPr sz="1200" spc="-25" dirty="0">
                <a:latin typeface="Arial"/>
                <a:cs typeface="Arial"/>
              </a:rPr>
              <a:t>PCs </a:t>
            </a:r>
            <a:r>
              <a:rPr sz="1200" dirty="0">
                <a:latin typeface="Arial"/>
                <a:cs typeface="Arial"/>
              </a:rPr>
              <a:t>while</a:t>
            </a:r>
            <a:r>
              <a:rPr sz="1200" spc="-65" dirty="0">
                <a:latin typeface="Arial"/>
                <a:cs typeface="Arial"/>
              </a:rPr>
              <a:t> </a:t>
            </a:r>
            <a:r>
              <a:rPr sz="1200" dirty="0">
                <a:latin typeface="Arial"/>
                <a:cs typeface="Arial"/>
              </a:rPr>
              <a:t>retaining</a:t>
            </a:r>
            <a:r>
              <a:rPr sz="1200" spc="-45" dirty="0">
                <a:latin typeface="Arial"/>
                <a:cs typeface="Arial"/>
              </a:rPr>
              <a:t> </a:t>
            </a:r>
            <a:r>
              <a:rPr sz="1200" spc="-20" dirty="0">
                <a:latin typeface="Arial"/>
                <a:cs typeface="Arial"/>
              </a:rPr>
              <a:t>end-user </a:t>
            </a:r>
            <a:r>
              <a:rPr sz="1200" spc="-10" dirty="0">
                <a:latin typeface="Arial"/>
                <a:cs typeface="Arial"/>
              </a:rPr>
              <a:t>autonomy</a:t>
            </a:r>
            <a:r>
              <a:rPr sz="1200" spc="-40" dirty="0">
                <a:latin typeface="Arial"/>
                <a:cs typeface="Arial"/>
              </a:rPr>
              <a:t> </a:t>
            </a:r>
            <a:r>
              <a:rPr sz="1200" dirty="0">
                <a:latin typeface="Arial"/>
                <a:cs typeface="Arial"/>
              </a:rPr>
              <a:t>by</a:t>
            </a:r>
            <a:r>
              <a:rPr sz="1200" spc="-35" dirty="0">
                <a:latin typeface="Arial"/>
                <a:cs typeface="Arial"/>
              </a:rPr>
              <a:t> </a:t>
            </a:r>
            <a:r>
              <a:rPr sz="1200" spc="-10" dirty="0">
                <a:latin typeface="Arial"/>
                <a:cs typeface="Arial"/>
              </a:rPr>
              <a:t>layering</a:t>
            </a:r>
            <a:endParaRPr sz="1200">
              <a:latin typeface="Arial"/>
              <a:cs typeface="Arial"/>
            </a:endParaRPr>
          </a:p>
          <a:p>
            <a:pPr marL="71120" algn="just">
              <a:lnSpc>
                <a:spcPts val="1430"/>
              </a:lnSpc>
            </a:pPr>
            <a:r>
              <a:rPr sz="1200" dirty="0">
                <a:latin typeface="Arial"/>
                <a:cs typeface="Arial"/>
              </a:rPr>
              <a:t>a</a:t>
            </a:r>
            <a:r>
              <a:rPr sz="1200" spc="-65" dirty="0">
                <a:latin typeface="Arial"/>
                <a:cs typeface="Arial"/>
              </a:rPr>
              <a:t> </a:t>
            </a:r>
            <a:r>
              <a:rPr sz="1200" dirty="0">
                <a:latin typeface="Arial"/>
                <a:cs typeface="Arial"/>
              </a:rPr>
              <a:t>security</a:t>
            </a:r>
            <a:r>
              <a:rPr sz="1200" spc="-55" dirty="0">
                <a:latin typeface="Arial"/>
                <a:cs typeface="Arial"/>
              </a:rPr>
              <a:t> </a:t>
            </a:r>
            <a:r>
              <a:rPr sz="1200" dirty="0">
                <a:latin typeface="Arial"/>
                <a:cs typeface="Arial"/>
              </a:rPr>
              <a:t>policy</a:t>
            </a:r>
            <a:r>
              <a:rPr sz="1200" spc="-65" dirty="0">
                <a:latin typeface="Arial"/>
                <a:cs typeface="Arial"/>
              </a:rPr>
              <a:t> </a:t>
            </a:r>
            <a:r>
              <a:rPr sz="1200" spc="-25" dirty="0">
                <a:latin typeface="Arial"/>
                <a:cs typeface="Arial"/>
              </a:rPr>
              <a:t>in</a:t>
            </a:r>
            <a:endParaRPr sz="1200">
              <a:latin typeface="Arial"/>
              <a:cs typeface="Arial"/>
            </a:endParaRPr>
          </a:p>
          <a:p>
            <a:pPr marL="71120" marR="30480" algn="just">
              <a:lnSpc>
                <a:spcPct val="100000"/>
              </a:lnSpc>
            </a:pPr>
            <a:r>
              <a:rPr sz="1200" spc="-10" dirty="0">
                <a:latin typeface="Arial"/>
                <a:cs typeface="Arial"/>
              </a:rPr>
              <a:t>software</a:t>
            </a:r>
            <a:r>
              <a:rPr sz="1200" spc="-45" dirty="0">
                <a:latin typeface="Arial"/>
                <a:cs typeface="Arial"/>
              </a:rPr>
              <a:t> </a:t>
            </a:r>
            <a:r>
              <a:rPr sz="1200" dirty="0">
                <a:latin typeface="Arial"/>
                <a:cs typeface="Arial"/>
              </a:rPr>
              <a:t>around</a:t>
            </a:r>
            <a:r>
              <a:rPr sz="1200" spc="-40" dirty="0">
                <a:latin typeface="Arial"/>
                <a:cs typeface="Arial"/>
              </a:rPr>
              <a:t> </a:t>
            </a:r>
            <a:r>
              <a:rPr sz="1200" spc="-10" dirty="0">
                <a:latin typeface="Arial"/>
                <a:cs typeface="Arial"/>
              </a:rPr>
              <a:t>desktop </a:t>
            </a:r>
            <a:r>
              <a:rPr sz="1200" dirty="0">
                <a:latin typeface="Arial"/>
                <a:cs typeface="Arial"/>
              </a:rPr>
              <a:t>virtual</a:t>
            </a:r>
            <a:r>
              <a:rPr sz="1200" spc="-75" dirty="0">
                <a:latin typeface="Arial"/>
                <a:cs typeface="Arial"/>
              </a:rPr>
              <a:t> </a:t>
            </a:r>
            <a:r>
              <a:rPr sz="1200" spc="-10" dirty="0">
                <a:latin typeface="Arial"/>
                <a:cs typeface="Arial"/>
              </a:rPr>
              <a:t>machines.</a:t>
            </a:r>
            <a:endParaRPr sz="1200">
              <a:latin typeface="Arial"/>
              <a:cs typeface="Arial"/>
            </a:endParaRPr>
          </a:p>
          <a:p>
            <a:pPr marL="149225" marR="584835" indent="-111760">
              <a:lnSpc>
                <a:spcPct val="100000"/>
              </a:lnSpc>
              <a:spcBef>
                <a:spcPts val="910"/>
              </a:spcBef>
              <a:buClr>
                <a:srgbClr val="7C9AC5"/>
              </a:buClr>
              <a:buSzPct val="54166"/>
              <a:buFont typeface="Arial Black"/>
              <a:buChar char="&gt;"/>
              <a:tabLst>
                <a:tab pos="150495" algn="l"/>
              </a:tabLst>
            </a:pPr>
            <a:r>
              <a:rPr sz="1200" dirty="0">
                <a:latin typeface="Arial"/>
                <a:cs typeface="Arial"/>
              </a:rPr>
              <a:t>For</a:t>
            </a:r>
            <a:r>
              <a:rPr sz="1200" spc="-55" dirty="0">
                <a:latin typeface="Arial"/>
                <a:cs typeface="Arial"/>
              </a:rPr>
              <a:t> </a:t>
            </a:r>
            <a:r>
              <a:rPr sz="1200" spc="-10" dirty="0">
                <a:latin typeface="Arial"/>
                <a:cs typeface="Arial"/>
              </a:rPr>
              <a:t>enterprises 	</a:t>
            </a:r>
            <a:r>
              <a:rPr sz="1200" dirty="0">
                <a:latin typeface="Arial"/>
                <a:cs typeface="Arial"/>
              </a:rPr>
              <a:t>and</a:t>
            </a:r>
            <a:r>
              <a:rPr sz="1200" spc="-45" dirty="0">
                <a:latin typeface="Arial"/>
                <a:cs typeface="Arial"/>
              </a:rPr>
              <a:t> </a:t>
            </a:r>
            <a:r>
              <a:rPr sz="1200" dirty="0">
                <a:latin typeface="Arial"/>
                <a:cs typeface="Arial"/>
              </a:rPr>
              <a:t>end</a:t>
            </a:r>
            <a:r>
              <a:rPr sz="1200" spc="-30" dirty="0">
                <a:latin typeface="Arial"/>
                <a:cs typeface="Arial"/>
              </a:rPr>
              <a:t> </a:t>
            </a:r>
            <a:r>
              <a:rPr sz="1200" spc="-10" dirty="0">
                <a:latin typeface="Arial"/>
                <a:cs typeface="Arial"/>
              </a:rPr>
              <a:t>users</a:t>
            </a:r>
            <a:endParaRPr sz="1200">
              <a:latin typeface="Arial"/>
              <a:cs typeface="Arial"/>
            </a:endParaRPr>
          </a:p>
          <a:p>
            <a:pPr marL="149225" marR="494665" indent="-111760">
              <a:lnSpc>
                <a:spcPct val="100000"/>
              </a:lnSpc>
              <a:spcBef>
                <a:spcPts val="740"/>
              </a:spcBef>
              <a:buClr>
                <a:srgbClr val="7C9AC5"/>
              </a:buClr>
              <a:buSzPct val="54166"/>
              <a:buFont typeface="Arial Black"/>
              <a:buChar char="&gt;"/>
              <a:tabLst>
                <a:tab pos="150495" algn="l"/>
              </a:tabLst>
            </a:pPr>
            <a:r>
              <a:rPr sz="1200" spc="-10" dirty="0">
                <a:latin typeface="Arial"/>
                <a:cs typeface="Arial"/>
              </a:rPr>
              <a:t>Improve</a:t>
            </a:r>
            <a:r>
              <a:rPr sz="1200" spc="-45" dirty="0">
                <a:latin typeface="Arial"/>
                <a:cs typeface="Arial"/>
              </a:rPr>
              <a:t> </a:t>
            </a:r>
            <a:r>
              <a:rPr sz="1200" spc="-10" dirty="0">
                <a:latin typeface="Arial"/>
                <a:cs typeface="Arial"/>
              </a:rPr>
              <a:t>security 	</a:t>
            </a:r>
            <a:r>
              <a:rPr sz="1200" dirty="0">
                <a:latin typeface="Arial"/>
                <a:cs typeface="Arial"/>
              </a:rPr>
              <a:t>and</a:t>
            </a:r>
            <a:r>
              <a:rPr sz="1200" spc="-55" dirty="0">
                <a:latin typeface="Arial"/>
                <a:cs typeface="Arial"/>
              </a:rPr>
              <a:t> </a:t>
            </a:r>
            <a:r>
              <a:rPr sz="1200" spc="-10" dirty="0">
                <a:latin typeface="Arial"/>
                <a:cs typeface="Arial"/>
              </a:rPr>
              <a:t>mobility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2476500" y="1247715"/>
            <a:ext cx="1972310" cy="4575175"/>
            <a:chOff x="2476500" y="1247715"/>
            <a:chExt cx="1972310" cy="4575175"/>
          </a:xfrm>
        </p:grpSpPr>
        <p:pic>
          <p:nvPicPr>
            <p:cNvPr id="16" name="object 1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476500" y="1452879"/>
              <a:ext cx="1964689" cy="1049020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2480310" y="1250950"/>
              <a:ext cx="1964689" cy="4568190"/>
            </a:xfrm>
            <a:custGeom>
              <a:avLst/>
              <a:gdLst/>
              <a:ahLst/>
              <a:cxnLst/>
              <a:rect l="l" t="t" r="r" b="b"/>
              <a:pathLst>
                <a:path w="1964689" h="4568190">
                  <a:moveTo>
                    <a:pt x="135889" y="0"/>
                  </a:moveTo>
                  <a:lnTo>
                    <a:pt x="95422" y="7538"/>
                  </a:lnTo>
                  <a:lnTo>
                    <a:pt x="58430" y="28000"/>
                  </a:lnTo>
                  <a:lnTo>
                    <a:pt x="28082" y="58155"/>
                  </a:lnTo>
                  <a:lnTo>
                    <a:pt x="7548" y="94772"/>
                  </a:lnTo>
                  <a:lnTo>
                    <a:pt x="0" y="134620"/>
                  </a:lnTo>
                  <a:lnTo>
                    <a:pt x="0" y="201791"/>
                  </a:lnTo>
                  <a:lnTo>
                    <a:pt x="0" y="671988"/>
                  </a:lnTo>
                  <a:lnTo>
                    <a:pt x="0" y="1948239"/>
                  </a:lnTo>
                  <a:lnTo>
                    <a:pt x="0" y="4433570"/>
                  </a:lnTo>
                  <a:lnTo>
                    <a:pt x="7548" y="4473417"/>
                  </a:lnTo>
                  <a:lnTo>
                    <a:pt x="28082" y="4510034"/>
                  </a:lnTo>
                  <a:lnTo>
                    <a:pt x="58430" y="4540189"/>
                  </a:lnTo>
                  <a:lnTo>
                    <a:pt x="95422" y="4560651"/>
                  </a:lnTo>
                  <a:lnTo>
                    <a:pt x="135889" y="4568190"/>
                  </a:lnTo>
                  <a:lnTo>
                    <a:pt x="162361" y="4568190"/>
                  </a:lnTo>
                  <a:lnTo>
                    <a:pt x="347662" y="4568190"/>
                  </a:lnTo>
                  <a:lnTo>
                    <a:pt x="850622" y="4568190"/>
                  </a:lnTo>
                  <a:lnTo>
                    <a:pt x="1830069" y="4568190"/>
                  </a:lnTo>
                  <a:lnTo>
                    <a:pt x="1869917" y="4560651"/>
                  </a:lnTo>
                  <a:lnTo>
                    <a:pt x="1906534" y="4540189"/>
                  </a:lnTo>
                  <a:lnTo>
                    <a:pt x="1936689" y="4510034"/>
                  </a:lnTo>
                  <a:lnTo>
                    <a:pt x="1957151" y="4473417"/>
                  </a:lnTo>
                  <a:lnTo>
                    <a:pt x="1964689" y="4433570"/>
                  </a:lnTo>
                  <a:lnTo>
                    <a:pt x="1964689" y="4366398"/>
                  </a:lnTo>
                  <a:lnTo>
                    <a:pt x="1964689" y="3896201"/>
                  </a:lnTo>
                  <a:lnTo>
                    <a:pt x="1964689" y="2619950"/>
                  </a:lnTo>
                  <a:lnTo>
                    <a:pt x="1964689" y="134620"/>
                  </a:lnTo>
                  <a:lnTo>
                    <a:pt x="1957151" y="94772"/>
                  </a:lnTo>
                  <a:lnTo>
                    <a:pt x="1936689" y="58155"/>
                  </a:lnTo>
                  <a:lnTo>
                    <a:pt x="1906534" y="28000"/>
                  </a:lnTo>
                  <a:lnTo>
                    <a:pt x="1869917" y="7538"/>
                  </a:lnTo>
                  <a:lnTo>
                    <a:pt x="1830069" y="0"/>
                  </a:lnTo>
                  <a:lnTo>
                    <a:pt x="1803598" y="0"/>
                  </a:lnTo>
                  <a:lnTo>
                    <a:pt x="1618297" y="0"/>
                  </a:lnTo>
                  <a:lnTo>
                    <a:pt x="1115337" y="0"/>
                  </a:lnTo>
                  <a:lnTo>
                    <a:pt x="135889" y="0"/>
                  </a:lnTo>
                  <a:close/>
                </a:path>
              </a:pathLst>
            </a:custGeom>
            <a:ln w="6469">
              <a:solidFill>
                <a:srgbClr val="A9A9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2994660" y="2566670"/>
            <a:ext cx="897255" cy="419100"/>
          </a:xfrm>
          <a:prstGeom prst="rect">
            <a:avLst/>
          </a:prstGeom>
        </p:spPr>
        <p:txBody>
          <a:bodyPr vert="horz" wrap="square" lIns="0" tIns="45720" rIns="0" bIns="0" rtlCol="0">
            <a:spAutoFit/>
          </a:bodyPr>
          <a:lstStyle/>
          <a:p>
            <a:pPr marL="12700" marR="5080" indent="67310">
              <a:lnSpc>
                <a:spcPts val="1420"/>
              </a:lnSpc>
              <a:spcBef>
                <a:spcPts val="360"/>
              </a:spcBef>
            </a:pPr>
            <a:r>
              <a:rPr sz="1400" b="1" spc="-10" dirty="0">
                <a:solidFill>
                  <a:srgbClr val="7C9AC5"/>
                </a:solidFill>
                <a:latin typeface="Arial"/>
                <a:cs typeface="Arial"/>
              </a:rPr>
              <a:t>Business Continuity</a:t>
            </a:r>
            <a:endParaRPr sz="14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559050" y="3154679"/>
            <a:ext cx="1651635" cy="25057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0005" marR="30480"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latin typeface="Arial"/>
                <a:cs typeface="Arial"/>
              </a:rPr>
              <a:t>Keep</a:t>
            </a:r>
            <a:r>
              <a:rPr sz="1200" spc="-50" dirty="0">
                <a:latin typeface="Arial"/>
                <a:cs typeface="Arial"/>
              </a:rPr>
              <a:t> </a:t>
            </a:r>
            <a:r>
              <a:rPr sz="1200" spc="-10" dirty="0">
                <a:latin typeface="Arial"/>
                <a:cs typeface="Arial"/>
              </a:rPr>
              <a:t>systems</a:t>
            </a:r>
            <a:r>
              <a:rPr sz="1200" spc="-45" dirty="0">
                <a:latin typeface="Arial"/>
                <a:cs typeface="Arial"/>
              </a:rPr>
              <a:t> </a:t>
            </a:r>
            <a:r>
              <a:rPr sz="1200" dirty="0">
                <a:latin typeface="Arial"/>
                <a:cs typeface="Arial"/>
              </a:rPr>
              <a:t>up</a:t>
            </a:r>
            <a:r>
              <a:rPr sz="1200" spc="-50" dirty="0">
                <a:latin typeface="Arial"/>
                <a:cs typeface="Arial"/>
              </a:rPr>
              <a:t> </a:t>
            </a:r>
            <a:r>
              <a:rPr sz="1200" spc="-25" dirty="0">
                <a:latin typeface="Arial"/>
                <a:cs typeface="Arial"/>
              </a:rPr>
              <a:t>and </a:t>
            </a:r>
            <a:r>
              <a:rPr sz="1200" dirty="0">
                <a:latin typeface="Arial"/>
                <a:cs typeface="Arial"/>
              </a:rPr>
              <a:t>running</a:t>
            </a:r>
            <a:r>
              <a:rPr sz="1200" spc="-85" dirty="0">
                <a:latin typeface="Arial"/>
                <a:cs typeface="Arial"/>
              </a:rPr>
              <a:t> </a:t>
            </a:r>
            <a:r>
              <a:rPr sz="1200" dirty="0">
                <a:latin typeface="Arial"/>
                <a:cs typeface="Arial"/>
              </a:rPr>
              <a:t>through</a:t>
            </a:r>
            <a:r>
              <a:rPr sz="1200" spc="-70" dirty="0">
                <a:latin typeface="Arial"/>
                <a:cs typeface="Arial"/>
              </a:rPr>
              <a:t> </a:t>
            </a:r>
            <a:r>
              <a:rPr sz="1200" spc="-10" dirty="0">
                <a:latin typeface="Arial"/>
                <a:cs typeface="Arial"/>
              </a:rPr>
              <a:t>simple, </a:t>
            </a:r>
            <a:r>
              <a:rPr sz="1200" dirty="0">
                <a:latin typeface="Arial"/>
                <a:cs typeface="Arial"/>
              </a:rPr>
              <a:t>reliable</a:t>
            </a:r>
            <a:r>
              <a:rPr sz="1200" spc="-65" dirty="0">
                <a:latin typeface="Arial"/>
                <a:cs typeface="Arial"/>
              </a:rPr>
              <a:t> </a:t>
            </a:r>
            <a:r>
              <a:rPr sz="1200" dirty="0">
                <a:latin typeface="Arial"/>
                <a:cs typeface="Arial"/>
              </a:rPr>
              <a:t>data</a:t>
            </a:r>
            <a:r>
              <a:rPr sz="1200" spc="-60" dirty="0">
                <a:latin typeface="Arial"/>
                <a:cs typeface="Arial"/>
              </a:rPr>
              <a:t> </a:t>
            </a:r>
            <a:r>
              <a:rPr sz="1200" spc="-10" dirty="0">
                <a:latin typeface="Arial"/>
                <a:cs typeface="Arial"/>
              </a:rPr>
              <a:t>protection </a:t>
            </a:r>
            <a:r>
              <a:rPr sz="1200" dirty="0">
                <a:latin typeface="Arial"/>
                <a:cs typeface="Arial"/>
              </a:rPr>
              <a:t>and</a:t>
            </a:r>
            <a:r>
              <a:rPr sz="1200" spc="-30" dirty="0">
                <a:latin typeface="Arial"/>
                <a:cs typeface="Arial"/>
              </a:rPr>
              <a:t> </a:t>
            </a:r>
            <a:r>
              <a:rPr sz="1200" spc="-10" dirty="0">
                <a:latin typeface="Arial"/>
                <a:cs typeface="Arial"/>
              </a:rPr>
              <a:t>pervasive</a:t>
            </a:r>
            <a:r>
              <a:rPr sz="1200" spc="-30" dirty="0">
                <a:latin typeface="Arial"/>
                <a:cs typeface="Arial"/>
              </a:rPr>
              <a:t> </a:t>
            </a:r>
            <a:r>
              <a:rPr sz="1200" spc="-10" dirty="0">
                <a:latin typeface="Arial"/>
                <a:cs typeface="Arial"/>
              </a:rPr>
              <a:t>failover protection.</a:t>
            </a:r>
            <a:endParaRPr sz="1200">
              <a:latin typeface="Arial"/>
              <a:cs typeface="Arial"/>
            </a:endParaRPr>
          </a:p>
          <a:p>
            <a:pPr marL="149860" marR="103505" indent="-111760">
              <a:lnSpc>
                <a:spcPct val="100000"/>
              </a:lnSpc>
              <a:spcBef>
                <a:spcPts val="770"/>
              </a:spcBef>
              <a:buClr>
                <a:srgbClr val="7C9AC5"/>
              </a:buClr>
              <a:buSzPct val="54166"/>
              <a:buFont typeface="Arial Black"/>
              <a:buChar char="&gt;"/>
              <a:tabLst>
                <a:tab pos="151130" algn="l"/>
              </a:tabLst>
            </a:pPr>
            <a:r>
              <a:rPr sz="1200" spc="-10" dirty="0">
                <a:latin typeface="Arial"/>
                <a:cs typeface="Arial"/>
              </a:rPr>
              <a:t>Reduce</a:t>
            </a:r>
            <a:r>
              <a:rPr sz="1200" spc="-55" dirty="0">
                <a:latin typeface="Arial"/>
                <a:cs typeface="Arial"/>
              </a:rPr>
              <a:t> </a:t>
            </a:r>
            <a:r>
              <a:rPr sz="1200" dirty="0">
                <a:latin typeface="Arial"/>
                <a:cs typeface="Arial"/>
              </a:rPr>
              <a:t>planned</a:t>
            </a:r>
            <a:r>
              <a:rPr sz="1200" spc="-45" dirty="0">
                <a:latin typeface="Arial"/>
                <a:cs typeface="Arial"/>
              </a:rPr>
              <a:t> </a:t>
            </a:r>
            <a:r>
              <a:rPr sz="1200" spc="-25" dirty="0">
                <a:latin typeface="Arial"/>
                <a:cs typeface="Arial"/>
              </a:rPr>
              <a:t>and 	</a:t>
            </a:r>
            <a:r>
              <a:rPr sz="1200" spc="-10" dirty="0">
                <a:latin typeface="Arial"/>
                <a:cs typeface="Arial"/>
              </a:rPr>
              <a:t>unplanned</a:t>
            </a:r>
            <a:r>
              <a:rPr sz="1200" spc="-15" dirty="0">
                <a:latin typeface="Arial"/>
                <a:cs typeface="Arial"/>
              </a:rPr>
              <a:t> </a:t>
            </a:r>
            <a:r>
              <a:rPr sz="1200" spc="-10" dirty="0">
                <a:latin typeface="Arial"/>
                <a:cs typeface="Arial"/>
              </a:rPr>
              <a:t>downtime</a:t>
            </a:r>
            <a:endParaRPr sz="1200">
              <a:latin typeface="Arial"/>
              <a:cs typeface="Arial"/>
            </a:endParaRPr>
          </a:p>
          <a:p>
            <a:pPr marL="149860" marR="291465" indent="-111760">
              <a:lnSpc>
                <a:spcPct val="100000"/>
              </a:lnSpc>
              <a:spcBef>
                <a:spcPts val="740"/>
              </a:spcBef>
              <a:buClr>
                <a:srgbClr val="7C9AC5"/>
              </a:buClr>
              <a:buSzPct val="54166"/>
              <a:buFont typeface="Arial Black"/>
              <a:buChar char="&gt;"/>
              <a:tabLst>
                <a:tab pos="151130" algn="l"/>
              </a:tabLst>
            </a:pPr>
            <a:r>
              <a:rPr sz="1200" spc="-10" dirty="0">
                <a:latin typeface="Arial"/>
                <a:cs typeface="Arial"/>
              </a:rPr>
              <a:t>Reduce</a:t>
            </a:r>
            <a:r>
              <a:rPr sz="1200" spc="-45" dirty="0">
                <a:latin typeface="Arial"/>
                <a:cs typeface="Arial"/>
              </a:rPr>
              <a:t> </a:t>
            </a:r>
            <a:r>
              <a:rPr sz="1200" dirty="0">
                <a:latin typeface="Arial"/>
                <a:cs typeface="Arial"/>
              </a:rPr>
              <a:t>cost</a:t>
            </a:r>
            <a:r>
              <a:rPr sz="1200" spc="-50" dirty="0">
                <a:latin typeface="Arial"/>
                <a:cs typeface="Arial"/>
              </a:rPr>
              <a:t> </a:t>
            </a:r>
            <a:r>
              <a:rPr sz="1200" spc="-25" dirty="0">
                <a:latin typeface="Arial"/>
                <a:cs typeface="Arial"/>
              </a:rPr>
              <a:t>and 	</a:t>
            </a:r>
            <a:r>
              <a:rPr sz="1200" spc="-10" dirty="0">
                <a:latin typeface="Arial"/>
                <a:cs typeface="Arial"/>
              </a:rPr>
              <a:t>complexity</a:t>
            </a:r>
            <a:r>
              <a:rPr sz="1200" spc="-35" dirty="0">
                <a:latin typeface="Arial"/>
                <a:cs typeface="Arial"/>
              </a:rPr>
              <a:t> </a:t>
            </a:r>
            <a:r>
              <a:rPr sz="1200" dirty="0">
                <a:latin typeface="Arial"/>
                <a:cs typeface="Arial"/>
              </a:rPr>
              <a:t>of</a:t>
            </a:r>
            <a:r>
              <a:rPr sz="1200" spc="-25" dirty="0">
                <a:latin typeface="Arial"/>
                <a:cs typeface="Arial"/>
              </a:rPr>
              <a:t> </a:t>
            </a:r>
            <a:r>
              <a:rPr sz="1200" spc="-20" dirty="0">
                <a:latin typeface="Arial"/>
                <a:cs typeface="Arial"/>
              </a:rPr>
              <a:t>high 	</a:t>
            </a:r>
            <a:r>
              <a:rPr sz="1200" spc="-10" dirty="0">
                <a:latin typeface="Arial"/>
                <a:cs typeface="Arial"/>
              </a:rPr>
              <a:t>availability</a:t>
            </a:r>
            <a:endParaRPr sz="1200">
              <a:latin typeface="Arial"/>
              <a:cs typeface="Arial"/>
            </a:endParaRPr>
          </a:p>
          <a:p>
            <a:pPr marL="149860" marR="401320" indent="-111760">
              <a:lnSpc>
                <a:spcPct val="100000"/>
              </a:lnSpc>
              <a:spcBef>
                <a:spcPts val="740"/>
              </a:spcBef>
              <a:buClr>
                <a:srgbClr val="7C9AC5"/>
              </a:buClr>
              <a:buSzPct val="54166"/>
              <a:buFont typeface="Arial Black"/>
              <a:buChar char="&gt;"/>
              <a:tabLst>
                <a:tab pos="151130" algn="l"/>
              </a:tabLst>
            </a:pPr>
            <a:r>
              <a:rPr sz="1200" spc="-10" dirty="0">
                <a:latin typeface="Arial"/>
                <a:cs typeface="Arial"/>
              </a:rPr>
              <a:t>Simplify</a:t>
            </a:r>
            <a:r>
              <a:rPr sz="1200" spc="-35" dirty="0">
                <a:latin typeface="Arial"/>
                <a:cs typeface="Arial"/>
              </a:rPr>
              <a:t> </a:t>
            </a:r>
            <a:r>
              <a:rPr sz="1200" spc="-10" dirty="0">
                <a:latin typeface="Arial"/>
                <a:cs typeface="Arial"/>
              </a:rPr>
              <a:t>disaster 	recovery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20" name="object 20"/>
          <p:cNvGrpSpPr/>
          <p:nvPr/>
        </p:nvGrpSpPr>
        <p:grpSpPr>
          <a:xfrm>
            <a:off x="403165" y="1247715"/>
            <a:ext cx="1970405" cy="4575175"/>
            <a:chOff x="403165" y="1247715"/>
            <a:chExt cx="1970405" cy="4575175"/>
          </a:xfrm>
        </p:grpSpPr>
        <p:pic>
          <p:nvPicPr>
            <p:cNvPr id="21" name="object 2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08940" y="1450340"/>
              <a:ext cx="1962150" cy="1051560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406400" y="1250950"/>
              <a:ext cx="1963420" cy="4568190"/>
            </a:xfrm>
            <a:custGeom>
              <a:avLst/>
              <a:gdLst/>
              <a:ahLst/>
              <a:cxnLst/>
              <a:rect l="l" t="t" r="r" b="b"/>
              <a:pathLst>
                <a:path w="1963420" h="4568190">
                  <a:moveTo>
                    <a:pt x="134620" y="0"/>
                  </a:moveTo>
                  <a:lnTo>
                    <a:pt x="94772" y="7538"/>
                  </a:lnTo>
                  <a:lnTo>
                    <a:pt x="58155" y="28000"/>
                  </a:lnTo>
                  <a:lnTo>
                    <a:pt x="28000" y="58155"/>
                  </a:lnTo>
                  <a:lnTo>
                    <a:pt x="7538" y="94772"/>
                  </a:lnTo>
                  <a:lnTo>
                    <a:pt x="0" y="134620"/>
                  </a:lnTo>
                  <a:lnTo>
                    <a:pt x="0" y="201791"/>
                  </a:lnTo>
                  <a:lnTo>
                    <a:pt x="0" y="671988"/>
                  </a:lnTo>
                  <a:lnTo>
                    <a:pt x="0" y="1948239"/>
                  </a:lnTo>
                  <a:lnTo>
                    <a:pt x="0" y="4433570"/>
                  </a:lnTo>
                  <a:lnTo>
                    <a:pt x="7538" y="4473417"/>
                  </a:lnTo>
                  <a:lnTo>
                    <a:pt x="28000" y="4510034"/>
                  </a:lnTo>
                  <a:lnTo>
                    <a:pt x="58155" y="4540189"/>
                  </a:lnTo>
                  <a:lnTo>
                    <a:pt x="94772" y="4560651"/>
                  </a:lnTo>
                  <a:lnTo>
                    <a:pt x="134620" y="4568190"/>
                  </a:lnTo>
                  <a:lnTo>
                    <a:pt x="161071" y="4568190"/>
                  </a:lnTo>
                  <a:lnTo>
                    <a:pt x="346233" y="4568190"/>
                  </a:lnTo>
                  <a:lnTo>
                    <a:pt x="848816" y="4568190"/>
                  </a:lnTo>
                  <a:lnTo>
                    <a:pt x="1827530" y="4568190"/>
                  </a:lnTo>
                  <a:lnTo>
                    <a:pt x="1867509" y="4560651"/>
                  </a:lnTo>
                  <a:lnTo>
                    <a:pt x="1904441" y="4540189"/>
                  </a:lnTo>
                  <a:lnTo>
                    <a:pt x="1934971" y="4510034"/>
                  </a:lnTo>
                  <a:lnTo>
                    <a:pt x="1955749" y="4473417"/>
                  </a:lnTo>
                  <a:lnTo>
                    <a:pt x="1963420" y="4433570"/>
                  </a:lnTo>
                  <a:lnTo>
                    <a:pt x="1963420" y="4366398"/>
                  </a:lnTo>
                  <a:lnTo>
                    <a:pt x="1963420" y="3896201"/>
                  </a:lnTo>
                  <a:lnTo>
                    <a:pt x="1963420" y="2619950"/>
                  </a:lnTo>
                  <a:lnTo>
                    <a:pt x="1963420" y="134620"/>
                  </a:lnTo>
                  <a:lnTo>
                    <a:pt x="1955749" y="94772"/>
                  </a:lnTo>
                  <a:lnTo>
                    <a:pt x="1934971" y="58155"/>
                  </a:lnTo>
                  <a:lnTo>
                    <a:pt x="1904441" y="28000"/>
                  </a:lnTo>
                  <a:lnTo>
                    <a:pt x="1867509" y="7538"/>
                  </a:lnTo>
                  <a:lnTo>
                    <a:pt x="1827530" y="0"/>
                  </a:lnTo>
                  <a:lnTo>
                    <a:pt x="1801078" y="0"/>
                  </a:lnTo>
                  <a:lnTo>
                    <a:pt x="1615916" y="0"/>
                  </a:lnTo>
                  <a:lnTo>
                    <a:pt x="1113333" y="0"/>
                  </a:lnTo>
                  <a:lnTo>
                    <a:pt x="134620" y="0"/>
                  </a:lnTo>
                  <a:close/>
                </a:path>
              </a:pathLst>
            </a:custGeom>
            <a:ln w="6469">
              <a:solidFill>
                <a:srgbClr val="A9A9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" name="object 23"/>
          <p:cNvSpPr txBox="1"/>
          <p:nvPr/>
        </p:nvSpPr>
        <p:spPr>
          <a:xfrm>
            <a:off x="468630" y="2598420"/>
            <a:ext cx="1670050" cy="13119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9255" marR="172085" indent="-40640">
              <a:lnSpc>
                <a:spcPct val="100000"/>
              </a:lnSpc>
              <a:spcBef>
                <a:spcPts val="100"/>
              </a:spcBef>
            </a:pPr>
            <a:r>
              <a:rPr sz="1400" b="1" spc="-10" dirty="0">
                <a:solidFill>
                  <a:srgbClr val="7C9AC5"/>
                </a:solidFill>
                <a:latin typeface="Arial"/>
                <a:cs typeface="Arial"/>
              </a:rPr>
              <a:t>Infrastructure Optimization</a:t>
            </a:r>
            <a:endParaRPr sz="1400">
              <a:latin typeface="Arial"/>
              <a:cs typeface="Arial"/>
            </a:endParaRPr>
          </a:p>
          <a:p>
            <a:pPr marL="12700" marR="5080">
              <a:lnSpc>
                <a:spcPct val="100000"/>
              </a:lnSpc>
              <a:spcBef>
                <a:spcPts val="1020"/>
              </a:spcBef>
            </a:pPr>
            <a:r>
              <a:rPr sz="1200" dirty="0">
                <a:latin typeface="Arial"/>
                <a:cs typeface="Arial"/>
              </a:rPr>
              <a:t>Deploy</a:t>
            </a:r>
            <a:r>
              <a:rPr sz="1200" spc="-80" dirty="0">
                <a:latin typeface="Arial"/>
                <a:cs typeface="Arial"/>
              </a:rPr>
              <a:t> </a:t>
            </a:r>
            <a:r>
              <a:rPr sz="1200" dirty="0">
                <a:latin typeface="Arial"/>
                <a:cs typeface="Arial"/>
              </a:rPr>
              <a:t>virtual</a:t>
            </a:r>
            <a:r>
              <a:rPr sz="1200" spc="-70" dirty="0">
                <a:latin typeface="Arial"/>
                <a:cs typeface="Arial"/>
              </a:rPr>
              <a:t> </a:t>
            </a:r>
            <a:r>
              <a:rPr sz="1200" spc="-10" dirty="0">
                <a:latin typeface="Arial"/>
                <a:cs typeface="Arial"/>
              </a:rPr>
              <a:t>machines </a:t>
            </a:r>
            <a:r>
              <a:rPr sz="1200" dirty="0">
                <a:latin typeface="Arial"/>
                <a:cs typeface="Arial"/>
              </a:rPr>
              <a:t>that</a:t>
            </a:r>
            <a:r>
              <a:rPr sz="1200" spc="-55" dirty="0">
                <a:latin typeface="Arial"/>
                <a:cs typeface="Arial"/>
              </a:rPr>
              <a:t> </a:t>
            </a:r>
            <a:r>
              <a:rPr sz="1200" dirty="0">
                <a:latin typeface="Arial"/>
                <a:cs typeface="Arial"/>
              </a:rPr>
              <a:t>run</a:t>
            </a:r>
            <a:r>
              <a:rPr sz="1200" spc="-60" dirty="0">
                <a:latin typeface="Arial"/>
                <a:cs typeface="Arial"/>
              </a:rPr>
              <a:t> </a:t>
            </a:r>
            <a:r>
              <a:rPr sz="1200" dirty="0">
                <a:latin typeface="Arial"/>
                <a:cs typeface="Arial"/>
              </a:rPr>
              <a:t>safely</a:t>
            </a:r>
            <a:r>
              <a:rPr sz="1200" spc="-55" dirty="0">
                <a:latin typeface="Arial"/>
                <a:cs typeface="Arial"/>
              </a:rPr>
              <a:t> </a:t>
            </a:r>
            <a:r>
              <a:rPr sz="1200" dirty="0">
                <a:latin typeface="Arial"/>
                <a:cs typeface="Arial"/>
              </a:rPr>
              <a:t>and</a:t>
            </a:r>
            <a:r>
              <a:rPr sz="1200" spc="-60" dirty="0">
                <a:latin typeface="Arial"/>
                <a:cs typeface="Arial"/>
              </a:rPr>
              <a:t> </a:t>
            </a:r>
            <a:r>
              <a:rPr sz="1200" spc="-20" dirty="0">
                <a:latin typeface="Arial"/>
                <a:cs typeface="Arial"/>
              </a:rPr>
              <a:t>move </a:t>
            </a:r>
            <a:r>
              <a:rPr sz="1200" spc="-10" dirty="0">
                <a:latin typeface="Arial"/>
                <a:cs typeface="Arial"/>
              </a:rPr>
              <a:t>transparently</a:t>
            </a:r>
            <a:r>
              <a:rPr sz="1200" spc="-25" dirty="0">
                <a:latin typeface="Arial"/>
                <a:cs typeface="Arial"/>
              </a:rPr>
              <a:t> </a:t>
            </a:r>
            <a:r>
              <a:rPr sz="1200" spc="-10" dirty="0">
                <a:latin typeface="Arial"/>
                <a:cs typeface="Arial"/>
              </a:rPr>
              <a:t>across </a:t>
            </a:r>
            <a:r>
              <a:rPr sz="1200" dirty="0">
                <a:latin typeface="Arial"/>
                <a:cs typeface="Arial"/>
              </a:rPr>
              <a:t>shared</a:t>
            </a:r>
            <a:r>
              <a:rPr sz="1200" spc="-65" dirty="0">
                <a:latin typeface="Arial"/>
                <a:cs typeface="Arial"/>
              </a:rPr>
              <a:t> </a:t>
            </a:r>
            <a:r>
              <a:rPr sz="1200" spc="-10" dirty="0">
                <a:latin typeface="Arial"/>
                <a:cs typeface="Arial"/>
              </a:rPr>
              <a:t>hardware.</a:t>
            </a:r>
            <a:endParaRPr sz="1200">
              <a:latin typeface="Arial"/>
              <a:cs typeface="Arial"/>
            </a:endParaRPr>
          </a:p>
        </p:txBody>
      </p:sp>
      <p:sp>
        <p:nvSpPr>
          <p:cNvPr id="28" name="object 28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25" dirty="0"/>
              <a:t>27</a:t>
            </a:fld>
            <a:endParaRPr spc="-25" dirty="0"/>
          </a:p>
        </p:txBody>
      </p:sp>
      <p:sp>
        <p:nvSpPr>
          <p:cNvPr id="24" name="object 24"/>
          <p:cNvSpPr txBox="1"/>
          <p:nvPr/>
        </p:nvSpPr>
        <p:spPr>
          <a:xfrm>
            <a:off x="476250" y="4079240"/>
            <a:ext cx="81280" cy="126364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650" spc="-50" dirty="0">
                <a:solidFill>
                  <a:srgbClr val="7C9AC5"/>
                </a:solidFill>
                <a:latin typeface="Arial Black"/>
                <a:cs typeface="Arial Black"/>
              </a:rPr>
              <a:t>&gt;</a:t>
            </a:r>
            <a:endParaRPr sz="650">
              <a:latin typeface="Arial Black"/>
              <a:cs typeface="Arial Black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476250" y="4357370"/>
            <a:ext cx="81280" cy="126364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650" spc="-50" dirty="0">
                <a:solidFill>
                  <a:srgbClr val="7C9AC5"/>
                </a:solidFill>
                <a:latin typeface="Arial Black"/>
                <a:cs typeface="Arial Black"/>
              </a:rPr>
              <a:t>&gt;</a:t>
            </a:r>
            <a:endParaRPr sz="650">
              <a:latin typeface="Arial Black"/>
              <a:cs typeface="Arial Black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476250" y="4999990"/>
            <a:ext cx="81280" cy="126364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650" spc="-50" dirty="0">
                <a:solidFill>
                  <a:srgbClr val="7C9AC5"/>
                </a:solidFill>
                <a:latin typeface="Arial Black"/>
                <a:cs typeface="Arial Black"/>
              </a:rPr>
              <a:t>&gt;</a:t>
            </a:r>
            <a:endParaRPr sz="650">
              <a:latin typeface="Arial Black"/>
              <a:cs typeface="Arial Black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645159" y="3943350"/>
            <a:ext cx="1512570" cy="1771650"/>
          </a:xfrm>
          <a:prstGeom prst="rect">
            <a:avLst/>
          </a:prstGeom>
        </p:spPr>
        <p:txBody>
          <a:bodyPr vert="horz" wrap="square" lIns="0" tIns="10795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850"/>
              </a:spcBef>
            </a:pPr>
            <a:r>
              <a:rPr sz="1200" spc="-10" dirty="0">
                <a:latin typeface="Arial"/>
                <a:cs typeface="Arial"/>
              </a:rPr>
              <a:t>Consolidate</a:t>
            </a:r>
            <a:r>
              <a:rPr sz="1200" spc="-5" dirty="0">
                <a:latin typeface="Arial"/>
                <a:cs typeface="Arial"/>
              </a:rPr>
              <a:t> </a:t>
            </a:r>
            <a:r>
              <a:rPr sz="1200" spc="-10" dirty="0">
                <a:latin typeface="Arial"/>
                <a:cs typeface="Arial"/>
              </a:rPr>
              <a:t>servers</a:t>
            </a:r>
            <a:endParaRPr sz="1200">
              <a:latin typeface="Arial"/>
              <a:cs typeface="Arial"/>
            </a:endParaRPr>
          </a:p>
          <a:p>
            <a:pPr marL="12700" marR="29845">
              <a:lnSpc>
                <a:spcPct val="100000"/>
              </a:lnSpc>
              <a:spcBef>
                <a:spcPts val="750"/>
              </a:spcBef>
            </a:pPr>
            <a:r>
              <a:rPr sz="1200" dirty="0">
                <a:latin typeface="Arial"/>
                <a:cs typeface="Arial"/>
              </a:rPr>
              <a:t>Reduce</a:t>
            </a:r>
            <a:r>
              <a:rPr sz="1200" spc="-70" dirty="0">
                <a:latin typeface="Arial"/>
                <a:cs typeface="Arial"/>
              </a:rPr>
              <a:t> </a:t>
            </a:r>
            <a:r>
              <a:rPr sz="1200" dirty="0">
                <a:latin typeface="Arial"/>
                <a:cs typeface="Arial"/>
              </a:rPr>
              <a:t>data</a:t>
            </a:r>
            <a:r>
              <a:rPr sz="1200" spc="-55" dirty="0">
                <a:latin typeface="Arial"/>
                <a:cs typeface="Arial"/>
              </a:rPr>
              <a:t> </a:t>
            </a:r>
            <a:r>
              <a:rPr sz="1200" spc="-10" dirty="0">
                <a:latin typeface="Arial"/>
                <a:cs typeface="Arial"/>
              </a:rPr>
              <a:t>center operating</a:t>
            </a:r>
            <a:r>
              <a:rPr sz="1200" spc="-45" dirty="0">
                <a:latin typeface="Arial"/>
                <a:cs typeface="Arial"/>
              </a:rPr>
              <a:t> </a:t>
            </a:r>
            <a:r>
              <a:rPr sz="1200" dirty="0">
                <a:latin typeface="Arial"/>
                <a:cs typeface="Arial"/>
              </a:rPr>
              <a:t>costs:</a:t>
            </a:r>
            <a:r>
              <a:rPr sz="1200" spc="265" dirty="0">
                <a:latin typeface="Arial"/>
                <a:cs typeface="Arial"/>
              </a:rPr>
              <a:t> </a:t>
            </a:r>
            <a:r>
              <a:rPr sz="1200" spc="-20" dirty="0">
                <a:latin typeface="Arial"/>
                <a:cs typeface="Arial"/>
              </a:rPr>
              <a:t>real </a:t>
            </a:r>
            <a:r>
              <a:rPr sz="1200" spc="-10" dirty="0">
                <a:latin typeface="Arial"/>
                <a:cs typeface="Arial"/>
              </a:rPr>
              <a:t>estate,</a:t>
            </a:r>
            <a:r>
              <a:rPr sz="1200" spc="-60" dirty="0">
                <a:latin typeface="Arial"/>
                <a:cs typeface="Arial"/>
              </a:rPr>
              <a:t> </a:t>
            </a:r>
            <a:r>
              <a:rPr sz="1200" dirty="0">
                <a:latin typeface="Arial"/>
                <a:cs typeface="Arial"/>
              </a:rPr>
              <a:t>power,</a:t>
            </a:r>
            <a:r>
              <a:rPr sz="1200" spc="-50" dirty="0">
                <a:latin typeface="Arial"/>
                <a:cs typeface="Arial"/>
              </a:rPr>
              <a:t> </a:t>
            </a:r>
            <a:r>
              <a:rPr sz="1200" spc="-10" dirty="0">
                <a:latin typeface="Arial"/>
                <a:cs typeface="Arial"/>
              </a:rPr>
              <a:t>cooling</a:t>
            </a:r>
            <a:endParaRPr sz="1200">
              <a:latin typeface="Arial"/>
              <a:cs typeface="Arial"/>
            </a:endParaRPr>
          </a:p>
          <a:p>
            <a:pPr marL="12700" marR="5080">
              <a:lnSpc>
                <a:spcPct val="100000"/>
              </a:lnSpc>
              <a:spcBef>
                <a:spcPts val="740"/>
              </a:spcBef>
            </a:pPr>
            <a:r>
              <a:rPr sz="1200" spc="-10" dirty="0">
                <a:latin typeface="Arial"/>
                <a:cs typeface="Arial"/>
              </a:rPr>
              <a:t>Includes</a:t>
            </a:r>
            <a:r>
              <a:rPr sz="1200" spc="-30" dirty="0">
                <a:latin typeface="Arial"/>
                <a:cs typeface="Arial"/>
              </a:rPr>
              <a:t> </a:t>
            </a:r>
            <a:r>
              <a:rPr sz="1200" dirty="0">
                <a:latin typeface="Arial"/>
                <a:cs typeface="Arial"/>
              </a:rPr>
              <a:t>the</a:t>
            </a:r>
            <a:r>
              <a:rPr sz="1200" spc="-30" dirty="0">
                <a:latin typeface="Arial"/>
                <a:cs typeface="Arial"/>
              </a:rPr>
              <a:t> </a:t>
            </a:r>
            <a:r>
              <a:rPr sz="1200" spc="-10" dirty="0">
                <a:latin typeface="Arial"/>
                <a:cs typeface="Arial"/>
              </a:rPr>
              <a:t>industry’s </a:t>
            </a:r>
            <a:r>
              <a:rPr sz="1200" dirty="0">
                <a:latin typeface="Arial"/>
                <a:cs typeface="Arial"/>
              </a:rPr>
              <a:t>most</a:t>
            </a:r>
            <a:r>
              <a:rPr sz="1200" spc="-75" dirty="0">
                <a:latin typeface="Arial"/>
                <a:cs typeface="Arial"/>
              </a:rPr>
              <a:t> </a:t>
            </a:r>
            <a:r>
              <a:rPr sz="1200" dirty="0">
                <a:latin typeface="Arial"/>
                <a:cs typeface="Arial"/>
              </a:rPr>
              <a:t>widely</a:t>
            </a:r>
            <a:r>
              <a:rPr sz="1200" spc="-60" dirty="0">
                <a:latin typeface="Arial"/>
                <a:cs typeface="Arial"/>
              </a:rPr>
              <a:t> </a:t>
            </a:r>
            <a:r>
              <a:rPr sz="1200" spc="-10" dirty="0">
                <a:latin typeface="Arial"/>
                <a:cs typeface="Arial"/>
              </a:rPr>
              <a:t>deployed Virtualization Infrastructure</a:t>
            </a:r>
            <a:r>
              <a:rPr sz="1200" spc="-35" dirty="0">
                <a:latin typeface="Arial"/>
                <a:cs typeface="Arial"/>
              </a:rPr>
              <a:t> </a:t>
            </a:r>
            <a:r>
              <a:rPr sz="1200" spc="-20" dirty="0">
                <a:latin typeface="Arial"/>
                <a:cs typeface="Arial"/>
              </a:rPr>
              <a:t>suite</a:t>
            </a:r>
            <a:endParaRPr sz="1200">
              <a:latin typeface="Arial"/>
              <a:cs typeface="Arial"/>
            </a:endParaRPr>
          </a:p>
        </p:txBody>
      </p:sp>
    </p:spTree>
  </p:cSld>
  <p:clrMapOvr>
    <a:masterClrMapping/>
  </p:clrMapOvr>
  <p:transition>
    <p:wipe dir="r"/>
  </p:transition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572000" y="3329940"/>
            <a:ext cx="4419600" cy="2689860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47369" y="3429000"/>
            <a:ext cx="180339" cy="182880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47369" y="3907790"/>
            <a:ext cx="180339" cy="182880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47369" y="4386579"/>
            <a:ext cx="180339" cy="182880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47369" y="4864100"/>
            <a:ext cx="180339" cy="182880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534669" y="2608071"/>
            <a:ext cx="4644390" cy="2513965"/>
          </a:xfrm>
          <a:prstGeom prst="rect">
            <a:avLst/>
          </a:prstGeom>
        </p:spPr>
        <p:txBody>
          <a:bodyPr vert="horz" wrap="square" lIns="0" tIns="22161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745"/>
              </a:spcBef>
            </a:pPr>
            <a:r>
              <a:rPr sz="2400" spc="-10" dirty="0">
                <a:solidFill>
                  <a:srgbClr val="33669A"/>
                </a:solidFill>
                <a:latin typeface="Arial"/>
                <a:cs typeface="Arial"/>
              </a:rPr>
              <a:t>Benefits:</a:t>
            </a:r>
            <a:endParaRPr sz="2400">
              <a:latin typeface="Arial"/>
              <a:cs typeface="Arial"/>
            </a:endParaRPr>
          </a:p>
          <a:p>
            <a:pPr marL="242570" marR="5080">
              <a:lnSpc>
                <a:spcPct val="156900"/>
              </a:lnSpc>
            </a:pPr>
            <a:r>
              <a:rPr sz="2000" dirty="0">
                <a:solidFill>
                  <a:srgbClr val="333333"/>
                </a:solidFill>
                <a:latin typeface="Arial"/>
                <a:cs typeface="Arial"/>
              </a:rPr>
              <a:t>Reduce</a:t>
            </a:r>
            <a:r>
              <a:rPr sz="2000" spc="-2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dirty="0">
                <a:solidFill>
                  <a:srgbClr val="333333"/>
                </a:solidFill>
                <a:latin typeface="Arial"/>
                <a:cs typeface="Arial"/>
              </a:rPr>
              <a:t>hardware</a:t>
            </a:r>
            <a:r>
              <a:rPr sz="20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dirty="0">
                <a:solidFill>
                  <a:srgbClr val="333333"/>
                </a:solidFill>
                <a:latin typeface="Arial"/>
                <a:cs typeface="Arial"/>
              </a:rPr>
              <a:t>costs</a:t>
            </a:r>
            <a:r>
              <a:rPr sz="2000" spc="-2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dirty="0">
                <a:solidFill>
                  <a:srgbClr val="333333"/>
                </a:solidFill>
                <a:latin typeface="Arial"/>
                <a:cs typeface="Arial"/>
              </a:rPr>
              <a:t>up</a:t>
            </a:r>
            <a:r>
              <a:rPr sz="20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dirty="0">
                <a:solidFill>
                  <a:srgbClr val="333333"/>
                </a:solidFill>
                <a:latin typeface="Arial"/>
                <a:cs typeface="Arial"/>
              </a:rPr>
              <a:t>to</a:t>
            </a:r>
            <a:r>
              <a:rPr sz="2000" spc="-2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spc="-10" dirty="0">
                <a:solidFill>
                  <a:srgbClr val="333333"/>
                </a:solidFill>
                <a:latin typeface="Arial"/>
                <a:cs typeface="Arial"/>
              </a:rPr>
              <a:t>30-</a:t>
            </a:r>
            <a:r>
              <a:rPr sz="2000" spc="-25" dirty="0">
                <a:solidFill>
                  <a:srgbClr val="333333"/>
                </a:solidFill>
                <a:latin typeface="Arial"/>
                <a:cs typeface="Arial"/>
              </a:rPr>
              <a:t>50% </a:t>
            </a:r>
            <a:r>
              <a:rPr sz="2000" dirty="0">
                <a:solidFill>
                  <a:srgbClr val="333333"/>
                </a:solidFill>
                <a:latin typeface="Arial"/>
                <a:cs typeface="Arial"/>
              </a:rPr>
              <a:t>Reduce</a:t>
            </a:r>
            <a:r>
              <a:rPr sz="2000" spc="-2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dirty="0">
                <a:solidFill>
                  <a:srgbClr val="333333"/>
                </a:solidFill>
                <a:latin typeface="Arial"/>
                <a:cs typeface="Arial"/>
              </a:rPr>
              <a:t>operations</a:t>
            </a:r>
            <a:r>
              <a:rPr sz="20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dirty="0">
                <a:solidFill>
                  <a:srgbClr val="333333"/>
                </a:solidFill>
                <a:latin typeface="Arial"/>
                <a:cs typeface="Arial"/>
              </a:rPr>
              <a:t>costs</a:t>
            </a:r>
            <a:r>
              <a:rPr sz="20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dirty="0">
                <a:solidFill>
                  <a:srgbClr val="333333"/>
                </a:solidFill>
                <a:latin typeface="Arial"/>
                <a:cs typeface="Arial"/>
              </a:rPr>
              <a:t>up</a:t>
            </a:r>
            <a:r>
              <a:rPr sz="20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dirty="0">
                <a:solidFill>
                  <a:srgbClr val="333333"/>
                </a:solidFill>
                <a:latin typeface="Arial"/>
                <a:cs typeface="Arial"/>
              </a:rPr>
              <a:t>to</a:t>
            </a:r>
            <a:r>
              <a:rPr sz="2000" spc="-2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spc="-10" dirty="0">
                <a:solidFill>
                  <a:srgbClr val="333333"/>
                </a:solidFill>
                <a:latin typeface="Arial"/>
                <a:cs typeface="Arial"/>
              </a:rPr>
              <a:t>70-</a:t>
            </a:r>
            <a:r>
              <a:rPr sz="2000" spc="-25" dirty="0">
                <a:solidFill>
                  <a:srgbClr val="333333"/>
                </a:solidFill>
                <a:latin typeface="Arial"/>
                <a:cs typeface="Arial"/>
              </a:rPr>
              <a:t>80% </a:t>
            </a:r>
            <a:r>
              <a:rPr sz="2000" dirty="0">
                <a:solidFill>
                  <a:srgbClr val="333333"/>
                </a:solidFill>
                <a:latin typeface="Arial"/>
                <a:cs typeface="Arial"/>
              </a:rPr>
              <a:t>Reduce</a:t>
            </a:r>
            <a:r>
              <a:rPr sz="20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spc="-10" dirty="0">
                <a:solidFill>
                  <a:srgbClr val="333333"/>
                </a:solidFill>
                <a:latin typeface="Arial"/>
                <a:cs typeface="Arial"/>
              </a:rPr>
              <a:t>complexity</a:t>
            </a:r>
            <a:endParaRPr sz="2000">
              <a:latin typeface="Arial"/>
              <a:cs typeface="Arial"/>
            </a:endParaRPr>
          </a:p>
          <a:p>
            <a:pPr marL="242570">
              <a:lnSpc>
                <a:spcPct val="100000"/>
              </a:lnSpc>
              <a:spcBef>
                <a:spcPts val="1370"/>
              </a:spcBef>
            </a:pPr>
            <a:r>
              <a:rPr sz="2000" dirty="0">
                <a:solidFill>
                  <a:srgbClr val="333333"/>
                </a:solidFill>
                <a:latin typeface="Arial"/>
                <a:cs typeface="Arial"/>
              </a:rPr>
              <a:t>Deploy</a:t>
            </a:r>
            <a:r>
              <a:rPr sz="20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dirty="0">
                <a:solidFill>
                  <a:srgbClr val="333333"/>
                </a:solidFill>
                <a:latin typeface="Arial"/>
                <a:cs typeface="Arial"/>
              </a:rPr>
              <a:t>new</a:t>
            </a:r>
            <a:r>
              <a:rPr sz="20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dirty="0">
                <a:solidFill>
                  <a:srgbClr val="333333"/>
                </a:solidFill>
                <a:latin typeface="Arial"/>
                <a:cs typeface="Arial"/>
              </a:rPr>
              <a:t>services</a:t>
            </a:r>
            <a:r>
              <a:rPr sz="20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spc="-10" dirty="0">
                <a:solidFill>
                  <a:srgbClr val="333333"/>
                </a:solidFill>
                <a:latin typeface="Arial"/>
                <a:cs typeface="Arial"/>
              </a:rPr>
              <a:t>efficiently</a:t>
            </a:r>
            <a:endParaRPr sz="2000">
              <a:latin typeface="Arial"/>
              <a:cs typeface="Arial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980439" y="595630"/>
            <a:ext cx="3036570" cy="403860"/>
          </a:xfrm>
          <a:custGeom>
            <a:avLst/>
            <a:gdLst/>
            <a:ahLst/>
            <a:cxnLst/>
            <a:rect l="l" t="t" r="r" b="b"/>
            <a:pathLst>
              <a:path w="3036570" h="403859">
                <a:moveTo>
                  <a:pt x="3036570" y="0"/>
                </a:moveTo>
                <a:lnTo>
                  <a:pt x="0" y="0"/>
                </a:lnTo>
                <a:lnTo>
                  <a:pt x="0" y="403860"/>
                </a:lnTo>
                <a:lnTo>
                  <a:pt x="1518920" y="403860"/>
                </a:lnTo>
                <a:lnTo>
                  <a:pt x="3036570" y="403860"/>
                </a:lnTo>
                <a:lnTo>
                  <a:pt x="303657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08000">
              <a:lnSpc>
                <a:spcPct val="100000"/>
              </a:lnSpc>
              <a:spcBef>
                <a:spcPts val="100"/>
              </a:spcBef>
            </a:pPr>
            <a:r>
              <a:rPr dirty="0"/>
              <a:t>Solving</a:t>
            </a:r>
            <a:r>
              <a:rPr spc="-85" dirty="0"/>
              <a:t> </a:t>
            </a:r>
            <a:r>
              <a:rPr dirty="0"/>
              <a:t>the</a:t>
            </a:r>
            <a:r>
              <a:rPr spc="-80" dirty="0"/>
              <a:t> </a:t>
            </a:r>
            <a:r>
              <a:rPr spc="-20" dirty="0"/>
              <a:t>Problem</a:t>
            </a:r>
          </a:p>
        </p:txBody>
      </p:sp>
      <p:sp>
        <p:nvSpPr>
          <p:cNvPr id="10" name="object 10"/>
          <p:cNvSpPr/>
          <p:nvPr/>
        </p:nvSpPr>
        <p:spPr>
          <a:xfrm>
            <a:off x="294640" y="1215389"/>
            <a:ext cx="8426450" cy="1008380"/>
          </a:xfrm>
          <a:custGeom>
            <a:avLst/>
            <a:gdLst/>
            <a:ahLst/>
            <a:cxnLst/>
            <a:rect l="l" t="t" r="r" b="b"/>
            <a:pathLst>
              <a:path w="8426450" h="1008380">
                <a:moveTo>
                  <a:pt x="8426450" y="0"/>
                </a:moveTo>
                <a:lnTo>
                  <a:pt x="0" y="0"/>
                </a:lnTo>
                <a:lnTo>
                  <a:pt x="0" y="1008380"/>
                </a:lnTo>
                <a:lnTo>
                  <a:pt x="4213860" y="1008380"/>
                </a:lnTo>
                <a:lnTo>
                  <a:pt x="8426450" y="1008380"/>
                </a:lnTo>
                <a:lnTo>
                  <a:pt x="8426450" y="0"/>
                </a:lnTo>
                <a:close/>
              </a:path>
            </a:pathLst>
          </a:custGeom>
          <a:solidFill>
            <a:srgbClr val="C9D4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 txBox="1"/>
          <p:nvPr/>
        </p:nvSpPr>
        <p:spPr>
          <a:xfrm>
            <a:off x="294640" y="1215389"/>
            <a:ext cx="8426450" cy="1008380"/>
          </a:xfrm>
          <a:prstGeom prst="rect">
            <a:avLst/>
          </a:prstGeom>
          <a:ln w="38097">
            <a:solidFill>
              <a:srgbClr val="B0BFD6"/>
            </a:solidFill>
          </a:ln>
        </p:spPr>
        <p:txBody>
          <a:bodyPr vert="horz" wrap="square" lIns="0" tIns="46990" rIns="0" bIns="0" rtlCol="0">
            <a:spAutoFit/>
          </a:bodyPr>
          <a:lstStyle/>
          <a:p>
            <a:pPr marL="204470" marR="634365" indent="-114300">
              <a:lnSpc>
                <a:spcPct val="100000"/>
              </a:lnSpc>
              <a:spcBef>
                <a:spcPts val="370"/>
              </a:spcBef>
              <a:buFont typeface="Arial"/>
              <a:buChar char="•"/>
              <a:tabLst>
                <a:tab pos="205740" algn="l"/>
              </a:tabLst>
            </a:pPr>
            <a:r>
              <a:rPr sz="2000" b="1" i="1" dirty="0">
                <a:solidFill>
                  <a:srgbClr val="333333"/>
                </a:solidFill>
                <a:latin typeface="Arial"/>
                <a:cs typeface="Arial"/>
              </a:rPr>
              <a:t>VMware</a:t>
            </a:r>
            <a:r>
              <a:rPr sz="2000" b="1" i="1" spc="-6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i="1" dirty="0">
                <a:solidFill>
                  <a:srgbClr val="333333"/>
                </a:solidFill>
                <a:latin typeface="Arial"/>
                <a:cs typeface="Arial"/>
              </a:rPr>
              <a:t>Infrastructure</a:t>
            </a:r>
            <a:r>
              <a:rPr sz="2000" b="1" i="1" spc="-5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i="1" dirty="0">
                <a:solidFill>
                  <a:srgbClr val="333333"/>
                </a:solidFill>
                <a:latin typeface="Arial"/>
                <a:cs typeface="Arial"/>
              </a:rPr>
              <a:t>provides</a:t>
            </a:r>
            <a:r>
              <a:rPr sz="2000" b="1" i="1" spc="-6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i="1" dirty="0">
                <a:solidFill>
                  <a:srgbClr val="333333"/>
                </a:solidFill>
                <a:latin typeface="Arial"/>
                <a:cs typeface="Arial"/>
              </a:rPr>
              <a:t>a</a:t>
            </a:r>
            <a:r>
              <a:rPr sz="2000" b="1" i="1" spc="-5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i="1" dirty="0">
                <a:solidFill>
                  <a:srgbClr val="333333"/>
                </a:solidFill>
                <a:latin typeface="Arial"/>
                <a:cs typeface="Arial"/>
              </a:rPr>
              <a:t>managed</a:t>
            </a:r>
            <a:r>
              <a:rPr sz="2000" b="1" i="1" spc="-5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i="1" dirty="0">
                <a:solidFill>
                  <a:srgbClr val="333333"/>
                </a:solidFill>
                <a:latin typeface="Arial"/>
                <a:cs typeface="Arial"/>
              </a:rPr>
              <a:t>approach</a:t>
            </a:r>
            <a:r>
              <a:rPr sz="2000" b="1" i="1" spc="-5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i="1" dirty="0">
                <a:solidFill>
                  <a:srgbClr val="333333"/>
                </a:solidFill>
                <a:latin typeface="Arial"/>
                <a:cs typeface="Arial"/>
              </a:rPr>
              <a:t>to</a:t>
            </a:r>
            <a:r>
              <a:rPr sz="2000" b="1" i="1" spc="-6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i="1" spc="-10" dirty="0">
                <a:solidFill>
                  <a:srgbClr val="333333"/>
                </a:solidFill>
                <a:latin typeface="Arial"/>
                <a:cs typeface="Arial"/>
              </a:rPr>
              <a:t>regain 	</a:t>
            </a:r>
            <a:r>
              <a:rPr sz="2000" b="1" i="1" dirty="0">
                <a:solidFill>
                  <a:srgbClr val="333333"/>
                </a:solidFill>
                <a:latin typeface="Arial"/>
                <a:cs typeface="Arial"/>
              </a:rPr>
              <a:t>control</a:t>
            </a:r>
            <a:r>
              <a:rPr sz="2000" b="1" i="1" spc="-5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i="1" dirty="0">
                <a:solidFill>
                  <a:srgbClr val="333333"/>
                </a:solidFill>
                <a:latin typeface="Arial"/>
                <a:cs typeface="Arial"/>
              </a:rPr>
              <a:t>over</a:t>
            </a:r>
            <a:r>
              <a:rPr sz="2000" b="1" i="1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i="1" dirty="0">
                <a:solidFill>
                  <a:srgbClr val="333333"/>
                </a:solidFill>
                <a:latin typeface="Arial"/>
                <a:cs typeface="Arial"/>
              </a:rPr>
              <a:t>server</a:t>
            </a:r>
            <a:r>
              <a:rPr sz="2000" b="1" i="1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i="1" spc="-10" dirty="0">
                <a:solidFill>
                  <a:srgbClr val="333333"/>
                </a:solidFill>
                <a:latin typeface="Arial"/>
                <a:cs typeface="Arial"/>
              </a:rPr>
              <a:t>sprawl</a:t>
            </a:r>
            <a:endParaRPr sz="2000">
              <a:latin typeface="Arial"/>
              <a:cs typeface="Arial"/>
            </a:endParaRPr>
          </a:p>
          <a:p>
            <a:pPr marL="204470" indent="-114300">
              <a:lnSpc>
                <a:spcPct val="100000"/>
              </a:lnSpc>
              <a:buFont typeface="Arial"/>
              <a:buChar char="•"/>
              <a:tabLst>
                <a:tab pos="204470" algn="l"/>
              </a:tabLst>
            </a:pPr>
            <a:r>
              <a:rPr sz="2000" b="1" i="1" dirty="0">
                <a:solidFill>
                  <a:srgbClr val="333333"/>
                </a:solidFill>
                <a:latin typeface="Arial"/>
                <a:cs typeface="Arial"/>
              </a:rPr>
              <a:t>VMware</a:t>
            </a:r>
            <a:r>
              <a:rPr sz="2000" b="1" i="1" spc="-5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i="1" dirty="0">
                <a:solidFill>
                  <a:srgbClr val="333333"/>
                </a:solidFill>
                <a:latin typeface="Arial"/>
                <a:cs typeface="Arial"/>
              </a:rPr>
              <a:t>customers</a:t>
            </a:r>
            <a:r>
              <a:rPr sz="2000" b="1" i="1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i="1" dirty="0">
                <a:solidFill>
                  <a:srgbClr val="333333"/>
                </a:solidFill>
                <a:latin typeface="Arial"/>
                <a:cs typeface="Arial"/>
              </a:rPr>
              <a:t>have</a:t>
            </a:r>
            <a:r>
              <a:rPr sz="2000" b="1" i="1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i="1" dirty="0">
                <a:solidFill>
                  <a:srgbClr val="333333"/>
                </a:solidFill>
                <a:latin typeface="Arial"/>
                <a:cs typeface="Arial"/>
              </a:rPr>
              <a:t>consolidated</a:t>
            </a:r>
            <a:r>
              <a:rPr sz="2000" b="1" i="1" spc="-5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i="1" dirty="0">
                <a:solidFill>
                  <a:srgbClr val="333333"/>
                </a:solidFill>
                <a:latin typeface="Arial"/>
                <a:cs typeface="Arial"/>
              </a:rPr>
              <a:t>~1</a:t>
            </a:r>
            <a:r>
              <a:rPr sz="2000" b="1" i="1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i="1" dirty="0">
                <a:solidFill>
                  <a:srgbClr val="333333"/>
                </a:solidFill>
                <a:latin typeface="Arial"/>
                <a:cs typeface="Arial"/>
              </a:rPr>
              <a:t>mln</a:t>
            </a:r>
            <a:r>
              <a:rPr sz="2000" b="1" i="1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i="1" dirty="0">
                <a:solidFill>
                  <a:srgbClr val="333333"/>
                </a:solidFill>
                <a:latin typeface="Arial"/>
                <a:cs typeface="Arial"/>
              </a:rPr>
              <a:t>servers</a:t>
            </a:r>
            <a:r>
              <a:rPr sz="2000" b="1" i="1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i="1" dirty="0">
                <a:solidFill>
                  <a:srgbClr val="333333"/>
                </a:solidFill>
                <a:latin typeface="Arial"/>
                <a:cs typeface="Arial"/>
              </a:rPr>
              <a:t>to</a:t>
            </a:r>
            <a:r>
              <a:rPr sz="2000" b="1" i="1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i="1" spc="-20" dirty="0">
                <a:solidFill>
                  <a:srgbClr val="333333"/>
                </a:solidFill>
                <a:latin typeface="Arial"/>
                <a:cs typeface="Arial"/>
              </a:rPr>
              <a:t>date</a:t>
            </a:r>
            <a:endParaRPr sz="2000">
              <a:latin typeface="Arial"/>
              <a:cs typeface="Arial"/>
            </a:endParaRPr>
          </a:p>
        </p:txBody>
      </p:sp>
      <p:sp>
        <p:nvSpPr>
          <p:cNvPr id="12" name="object 12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25" dirty="0"/>
              <a:t>28</a:t>
            </a:fld>
            <a:endParaRPr spc="-25" dirty="0"/>
          </a:p>
        </p:txBody>
      </p:sp>
    </p:spTree>
  </p:cSld>
  <p:clrMapOvr>
    <a:masterClrMapping/>
  </p:clrMapOvr>
  <p:transition>
    <p:wipe dir="r"/>
  </p:transition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60119" y="492759"/>
            <a:ext cx="6240780" cy="609600"/>
          </a:xfrm>
          <a:custGeom>
            <a:avLst/>
            <a:gdLst/>
            <a:ahLst/>
            <a:cxnLst/>
            <a:rect l="l" t="t" r="r" b="b"/>
            <a:pathLst>
              <a:path w="6240780" h="609600">
                <a:moveTo>
                  <a:pt x="6240780" y="0"/>
                </a:moveTo>
                <a:lnTo>
                  <a:pt x="0" y="0"/>
                </a:lnTo>
                <a:lnTo>
                  <a:pt x="0" y="609600"/>
                </a:lnTo>
                <a:lnTo>
                  <a:pt x="3120390" y="609600"/>
                </a:lnTo>
                <a:lnTo>
                  <a:pt x="6240780" y="609600"/>
                </a:lnTo>
                <a:lnTo>
                  <a:pt x="62407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993139" y="481329"/>
            <a:ext cx="5370195" cy="589280"/>
          </a:xfrm>
          <a:prstGeom prst="rect">
            <a:avLst/>
          </a:prstGeom>
        </p:spPr>
        <p:txBody>
          <a:bodyPr vert="horz" wrap="square" lIns="0" tIns="59055" rIns="0" bIns="0" rtlCol="0">
            <a:spAutoFit/>
          </a:bodyPr>
          <a:lstStyle/>
          <a:p>
            <a:pPr marL="12700" marR="5080">
              <a:lnSpc>
                <a:spcPts val="2039"/>
              </a:lnSpc>
              <a:spcBef>
                <a:spcPts val="465"/>
              </a:spcBef>
            </a:pPr>
            <a:r>
              <a:rPr sz="2000" dirty="0"/>
              <a:t>VMware</a:t>
            </a:r>
            <a:r>
              <a:rPr sz="2000" spc="-50" dirty="0"/>
              <a:t> </a:t>
            </a:r>
            <a:r>
              <a:rPr sz="2000" dirty="0"/>
              <a:t>Infrastructure</a:t>
            </a:r>
            <a:r>
              <a:rPr sz="2000" spc="-35" dirty="0"/>
              <a:t> </a:t>
            </a:r>
            <a:r>
              <a:rPr sz="2000" dirty="0"/>
              <a:t>–</a:t>
            </a:r>
            <a:r>
              <a:rPr sz="2000" spc="-40" dirty="0"/>
              <a:t> </a:t>
            </a:r>
            <a:r>
              <a:rPr sz="2000" dirty="0"/>
              <a:t>Key</a:t>
            </a:r>
            <a:r>
              <a:rPr sz="2000" spc="-45" dirty="0"/>
              <a:t> </a:t>
            </a:r>
            <a:r>
              <a:rPr sz="2000" dirty="0"/>
              <a:t>Solutions</a:t>
            </a:r>
            <a:r>
              <a:rPr sz="2000" spc="-35" dirty="0"/>
              <a:t> </a:t>
            </a:r>
            <a:r>
              <a:rPr sz="2000" dirty="0"/>
              <a:t>/</a:t>
            </a:r>
            <a:r>
              <a:rPr sz="2000" spc="-55" dirty="0"/>
              <a:t> </a:t>
            </a:r>
            <a:r>
              <a:rPr sz="2000" spc="-25" dirty="0"/>
              <a:t>Use </a:t>
            </a:r>
            <a:r>
              <a:rPr sz="2000" spc="-10" dirty="0"/>
              <a:t>Cases</a:t>
            </a:r>
            <a:endParaRPr sz="2000"/>
          </a:p>
        </p:txBody>
      </p:sp>
      <p:grpSp>
        <p:nvGrpSpPr>
          <p:cNvPr id="4" name="object 4"/>
          <p:cNvGrpSpPr/>
          <p:nvPr/>
        </p:nvGrpSpPr>
        <p:grpSpPr>
          <a:xfrm>
            <a:off x="705484" y="4290695"/>
            <a:ext cx="722630" cy="723900"/>
            <a:chOff x="705484" y="4290695"/>
            <a:chExt cx="722630" cy="723900"/>
          </a:xfrm>
        </p:grpSpPr>
        <p:sp>
          <p:nvSpPr>
            <p:cNvPr id="5" name="object 5"/>
            <p:cNvSpPr/>
            <p:nvPr/>
          </p:nvSpPr>
          <p:spPr>
            <a:xfrm>
              <a:off x="734059" y="4319270"/>
              <a:ext cx="665480" cy="666750"/>
            </a:xfrm>
            <a:custGeom>
              <a:avLst/>
              <a:gdLst/>
              <a:ahLst/>
              <a:cxnLst/>
              <a:rect l="l" t="t" r="r" b="b"/>
              <a:pathLst>
                <a:path w="665480" h="666750">
                  <a:moveTo>
                    <a:pt x="332740" y="666749"/>
                  </a:moveTo>
                  <a:lnTo>
                    <a:pt x="0" y="666749"/>
                  </a:lnTo>
                  <a:lnTo>
                    <a:pt x="0" y="0"/>
                  </a:lnTo>
                  <a:lnTo>
                    <a:pt x="665480" y="0"/>
                  </a:lnTo>
                  <a:lnTo>
                    <a:pt x="665480" y="666749"/>
                  </a:lnTo>
                  <a:lnTo>
                    <a:pt x="332740" y="666749"/>
                  </a:lnTo>
                  <a:close/>
                </a:path>
              </a:pathLst>
            </a:custGeom>
            <a:ln w="5714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61999" y="4348480"/>
              <a:ext cx="609600" cy="609600"/>
            </a:xfrm>
            <a:prstGeom prst="rect">
              <a:avLst/>
            </a:prstGeom>
          </p:spPr>
        </p:pic>
      </p:grpSp>
      <p:grpSp>
        <p:nvGrpSpPr>
          <p:cNvPr id="7" name="object 7"/>
          <p:cNvGrpSpPr/>
          <p:nvPr/>
        </p:nvGrpSpPr>
        <p:grpSpPr>
          <a:xfrm>
            <a:off x="705484" y="2639695"/>
            <a:ext cx="725170" cy="1543050"/>
            <a:chOff x="705484" y="2639695"/>
            <a:chExt cx="725170" cy="1543050"/>
          </a:xfrm>
        </p:grpSpPr>
        <p:sp>
          <p:nvSpPr>
            <p:cNvPr id="8" name="object 8"/>
            <p:cNvSpPr/>
            <p:nvPr/>
          </p:nvSpPr>
          <p:spPr>
            <a:xfrm>
              <a:off x="734059" y="3478530"/>
              <a:ext cx="668020" cy="675640"/>
            </a:xfrm>
            <a:custGeom>
              <a:avLst/>
              <a:gdLst/>
              <a:ahLst/>
              <a:cxnLst/>
              <a:rect l="l" t="t" r="r" b="b"/>
              <a:pathLst>
                <a:path w="668019" h="675639">
                  <a:moveTo>
                    <a:pt x="332740" y="675640"/>
                  </a:moveTo>
                  <a:lnTo>
                    <a:pt x="0" y="675640"/>
                  </a:lnTo>
                  <a:lnTo>
                    <a:pt x="0" y="0"/>
                  </a:lnTo>
                  <a:lnTo>
                    <a:pt x="668020" y="0"/>
                  </a:lnTo>
                  <a:lnTo>
                    <a:pt x="668020" y="675640"/>
                  </a:lnTo>
                  <a:lnTo>
                    <a:pt x="332740" y="675640"/>
                  </a:lnTo>
                  <a:close/>
                </a:path>
              </a:pathLst>
            </a:custGeom>
            <a:ln w="5714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" name="object 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61999" y="3506470"/>
              <a:ext cx="610869" cy="619759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734059" y="2668270"/>
              <a:ext cx="668020" cy="673100"/>
            </a:xfrm>
            <a:custGeom>
              <a:avLst/>
              <a:gdLst/>
              <a:ahLst/>
              <a:cxnLst/>
              <a:rect l="l" t="t" r="r" b="b"/>
              <a:pathLst>
                <a:path w="668019" h="673100">
                  <a:moveTo>
                    <a:pt x="332740" y="673100"/>
                  </a:moveTo>
                  <a:lnTo>
                    <a:pt x="0" y="673100"/>
                  </a:lnTo>
                  <a:lnTo>
                    <a:pt x="0" y="0"/>
                  </a:lnTo>
                  <a:lnTo>
                    <a:pt x="668020" y="0"/>
                  </a:lnTo>
                  <a:lnTo>
                    <a:pt x="668020" y="673100"/>
                  </a:lnTo>
                  <a:lnTo>
                    <a:pt x="332740" y="673100"/>
                  </a:lnTo>
                  <a:close/>
                </a:path>
              </a:pathLst>
            </a:custGeom>
            <a:ln w="5714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61999" y="2697480"/>
              <a:ext cx="610869" cy="615950"/>
            </a:xfrm>
            <a:prstGeom prst="rect">
              <a:avLst/>
            </a:prstGeom>
          </p:spPr>
        </p:pic>
      </p:grpSp>
      <p:grpSp>
        <p:nvGrpSpPr>
          <p:cNvPr id="12" name="object 12"/>
          <p:cNvGrpSpPr/>
          <p:nvPr/>
        </p:nvGrpSpPr>
        <p:grpSpPr>
          <a:xfrm>
            <a:off x="600075" y="1069975"/>
            <a:ext cx="8096250" cy="1428750"/>
            <a:chOff x="600075" y="1069975"/>
            <a:chExt cx="8096250" cy="1428750"/>
          </a:xfrm>
        </p:grpSpPr>
        <p:sp>
          <p:nvSpPr>
            <p:cNvPr id="13" name="object 13"/>
            <p:cNvSpPr/>
            <p:nvPr/>
          </p:nvSpPr>
          <p:spPr>
            <a:xfrm>
              <a:off x="609600" y="1720850"/>
              <a:ext cx="8077200" cy="0"/>
            </a:xfrm>
            <a:custGeom>
              <a:avLst/>
              <a:gdLst/>
              <a:ahLst/>
              <a:cxnLst/>
              <a:rect l="l" t="t" r="r" b="b"/>
              <a:pathLst>
                <a:path w="8077200">
                  <a:moveTo>
                    <a:pt x="0" y="0"/>
                  </a:moveTo>
                  <a:lnTo>
                    <a:pt x="8077200" y="0"/>
                  </a:lnTo>
                </a:path>
              </a:pathLst>
            </a:custGeom>
            <a:ln w="19048">
              <a:solidFill>
                <a:srgbClr val="33669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734060" y="1098550"/>
              <a:ext cx="662940" cy="646430"/>
            </a:xfrm>
            <a:custGeom>
              <a:avLst/>
              <a:gdLst/>
              <a:ahLst/>
              <a:cxnLst/>
              <a:rect l="l" t="t" r="r" b="b"/>
              <a:pathLst>
                <a:path w="662940" h="646430">
                  <a:moveTo>
                    <a:pt x="331470" y="646429"/>
                  </a:moveTo>
                  <a:lnTo>
                    <a:pt x="0" y="646429"/>
                  </a:lnTo>
                  <a:lnTo>
                    <a:pt x="0" y="0"/>
                  </a:lnTo>
                  <a:lnTo>
                    <a:pt x="662940" y="0"/>
                  </a:lnTo>
                  <a:lnTo>
                    <a:pt x="662940" y="646429"/>
                  </a:lnTo>
                  <a:lnTo>
                    <a:pt x="331470" y="646429"/>
                  </a:lnTo>
                  <a:close/>
                </a:path>
              </a:pathLst>
            </a:custGeom>
            <a:ln w="5714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62000" y="1126489"/>
              <a:ext cx="607060" cy="589279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718820" y="1803400"/>
              <a:ext cx="666750" cy="666750"/>
            </a:xfrm>
            <a:custGeom>
              <a:avLst/>
              <a:gdLst/>
              <a:ahLst/>
              <a:cxnLst/>
              <a:rect l="l" t="t" r="r" b="b"/>
              <a:pathLst>
                <a:path w="666750" h="666750">
                  <a:moveTo>
                    <a:pt x="334010" y="666750"/>
                  </a:moveTo>
                  <a:lnTo>
                    <a:pt x="0" y="666750"/>
                  </a:lnTo>
                  <a:lnTo>
                    <a:pt x="0" y="0"/>
                  </a:lnTo>
                  <a:lnTo>
                    <a:pt x="666749" y="0"/>
                  </a:lnTo>
                  <a:lnTo>
                    <a:pt x="666749" y="666750"/>
                  </a:lnTo>
                  <a:lnTo>
                    <a:pt x="334010" y="666750"/>
                  </a:lnTo>
                  <a:close/>
                </a:path>
              </a:pathLst>
            </a:custGeom>
            <a:ln w="5714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" name="object 1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48029" y="1831340"/>
              <a:ext cx="609600" cy="609600"/>
            </a:xfrm>
            <a:prstGeom prst="rect">
              <a:avLst/>
            </a:prstGeom>
          </p:spPr>
        </p:pic>
      </p:grpSp>
      <p:sp>
        <p:nvSpPr>
          <p:cNvPr id="18" name="object 18"/>
          <p:cNvSpPr txBox="1"/>
          <p:nvPr/>
        </p:nvSpPr>
        <p:spPr>
          <a:xfrm>
            <a:off x="1419858" y="1136650"/>
            <a:ext cx="7274559" cy="4739640"/>
          </a:xfrm>
          <a:prstGeom prst="rect">
            <a:avLst/>
          </a:prstGeom>
        </p:spPr>
        <p:txBody>
          <a:bodyPr vert="horz" wrap="square" lIns="0" tIns="55244" rIns="0" bIns="0" rtlCol="0">
            <a:spAutoFit/>
          </a:bodyPr>
          <a:lstStyle/>
          <a:p>
            <a:pPr marL="553720" marR="591185">
              <a:lnSpc>
                <a:spcPts val="1830"/>
              </a:lnSpc>
              <a:spcBef>
                <a:spcPts val="434"/>
              </a:spcBef>
            </a:pP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Server</a:t>
            </a:r>
            <a:r>
              <a:rPr sz="1800" b="1" spc="-55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Consolidation</a:t>
            </a:r>
            <a:r>
              <a:rPr sz="1800" b="1" spc="-45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and</a:t>
            </a:r>
            <a:r>
              <a:rPr sz="1800" b="1" spc="-40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Containment</a:t>
            </a:r>
            <a:r>
              <a:rPr sz="1800" b="1" spc="-40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B9B9B9"/>
                </a:solidFill>
                <a:latin typeface="Arial"/>
                <a:cs typeface="Arial"/>
              </a:rPr>
              <a:t>–</a:t>
            </a:r>
            <a:r>
              <a:rPr sz="1800" spc="-55" dirty="0">
                <a:solidFill>
                  <a:srgbClr val="B9B9B9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Eliminate</a:t>
            </a:r>
            <a:r>
              <a:rPr sz="1800" spc="-5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server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sprawl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by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deploying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systems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into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virtual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machines</a:t>
            </a:r>
            <a:endParaRPr sz="1800">
              <a:latin typeface="Arial"/>
              <a:cs typeface="Arial"/>
            </a:endParaRPr>
          </a:p>
          <a:p>
            <a:pPr marL="539750" marR="266065">
              <a:lnSpc>
                <a:spcPts val="1830"/>
              </a:lnSpc>
              <a:spcBef>
                <a:spcPts val="1210"/>
              </a:spcBef>
            </a:pP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Infrastructure</a:t>
            </a:r>
            <a:r>
              <a:rPr sz="1800" b="1" spc="-50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Provisioning</a:t>
            </a:r>
            <a:r>
              <a:rPr sz="1800" b="1" spc="-35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–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Reduce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the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time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for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provisioning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new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infrastructure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to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minutes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with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sophisticated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automation capabilities.</a:t>
            </a:r>
            <a:endParaRPr sz="1800">
              <a:latin typeface="Arial"/>
              <a:cs typeface="Arial"/>
            </a:endParaRPr>
          </a:p>
          <a:p>
            <a:pPr marL="553720" marR="130175">
              <a:lnSpc>
                <a:spcPct val="85000"/>
              </a:lnSpc>
              <a:spcBef>
                <a:spcPts val="1090"/>
              </a:spcBef>
            </a:pP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Business</a:t>
            </a:r>
            <a:r>
              <a:rPr sz="1800" b="1" spc="-45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Continuity</a:t>
            </a:r>
            <a:r>
              <a:rPr sz="1800" b="1" spc="-30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–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Reduce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the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cost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and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complexity</a:t>
            </a:r>
            <a:r>
              <a:rPr sz="1800" spc="-2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25" dirty="0">
                <a:solidFill>
                  <a:srgbClr val="333333"/>
                </a:solidFill>
                <a:latin typeface="Arial"/>
                <a:cs typeface="Arial"/>
              </a:rPr>
              <a:t>of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business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continuity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by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encapsulating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entire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systems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files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that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25" dirty="0">
                <a:solidFill>
                  <a:srgbClr val="333333"/>
                </a:solidFill>
                <a:latin typeface="Arial"/>
                <a:cs typeface="Arial"/>
              </a:rPr>
              <a:t>can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be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replicated</a:t>
            </a:r>
            <a:r>
              <a:rPr sz="1800" spc="-2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and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restored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onto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any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target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server</a:t>
            </a:r>
            <a:endParaRPr sz="1800">
              <a:latin typeface="Arial"/>
              <a:cs typeface="Arial"/>
            </a:endParaRPr>
          </a:p>
          <a:p>
            <a:pPr marL="553720" marR="155575">
              <a:lnSpc>
                <a:spcPct val="85000"/>
              </a:lnSpc>
              <a:spcBef>
                <a:spcPts val="1110"/>
              </a:spcBef>
            </a:pP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Test</a:t>
            </a:r>
            <a:r>
              <a:rPr sz="1800" b="1" spc="-30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and</a:t>
            </a:r>
            <a:r>
              <a:rPr sz="1800" b="1" spc="-25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Development</a:t>
            </a:r>
            <a:r>
              <a:rPr sz="1800" b="1" spc="-40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–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Rapidly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provision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and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re-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provision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20" dirty="0">
                <a:solidFill>
                  <a:srgbClr val="333333"/>
                </a:solidFill>
                <a:latin typeface="Arial"/>
                <a:cs typeface="Arial"/>
              </a:rPr>
              <a:t>test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and</a:t>
            </a:r>
            <a:r>
              <a:rPr sz="1800" spc="-5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development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servers;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store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libraries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of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pre-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configured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20" dirty="0">
                <a:solidFill>
                  <a:srgbClr val="333333"/>
                </a:solidFill>
                <a:latin typeface="Arial"/>
                <a:cs typeface="Arial"/>
              </a:rPr>
              <a:t>test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machines</a:t>
            </a:r>
            <a:endParaRPr sz="1800">
              <a:latin typeface="Arial"/>
              <a:cs typeface="Arial"/>
            </a:endParaRPr>
          </a:p>
          <a:p>
            <a:pPr marL="554990" marR="158115">
              <a:lnSpc>
                <a:spcPts val="1830"/>
              </a:lnSpc>
              <a:spcBef>
                <a:spcPts val="1120"/>
              </a:spcBef>
              <a:tabLst>
                <a:tab pos="5579745" algn="l"/>
              </a:tabLst>
            </a:pP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Enterprise</a:t>
            </a:r>
            <a:r>
              <a:rPr sz="1800" b="1" spc="-50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Desktop</a:t>
            </a:r>
            <a:r>
              <a:rPr sz="1800" b="1" spc="-35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–</a:t>
            </a:r>
            <a:r>
              <a:rPr sz="1800" spc="-5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Secure</a:t>
            </a:r>
            <a:r>
              <a:rPr sz="1800" spc="-5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unmanaged</a:t>
            </a:r>
            <a:r>
              <a:rPr sz="1800" spc="-5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20" dirty="0">
                <a:solidFill>
                  <a:srgbClr val="333333"/>
                </a:solidFill>
                <a:latin typeface="Arial"/>
                <a:cs typeface="Arial"/>
              </a:rPr>
              <a:t>PCs.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	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Alternatively,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provide</a:t>
            </a:r>
            <a:r>
              <a:rPr sz="1800" spc="-6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standardized</a:t>
            </a:r>
            <a:r>
              <a:rPr sz="1800" spc="-6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enterprise</a:t>
            </a:r>
            <a:r>
              <a:rPr sz="1800" spc="-5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desktop</a:t>
            </a:r>
            <a:r>
              <a:rPr sz="1800" spc="-6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environments</a:t>
            </a:r>
            <a:r>
              <a:rPr sz="1800" spc="-5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hosted</a:t>
            </a:r>
            <a:r>
              <a:rPr sz="1800" spc="-6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on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servers.</a:t>
            </a:r>
            <a:endParaRPr sz="1800">
              <a:latin typeface="Arial"/>
              <a:cs typeface="Arial"/>
            </a:endParaRPr>
          </a:p>
          <a:p>
            <a:pPr marL="554990" marR="130175">
              <a:lnSpc>
                <a:spcPct val="85000"/>
              </a:lnSpc>
              <a:spcBef>
                <a:spcPts val="1095"/>
              </a:spcBef>
            </a:pP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Legacy</a:t>
            </a:r>
            <a:r>
              <a:rPr sz="1800" b="1" spc="-45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Application</a:t>
            </a:r>
            <a:r>
              <a:rPr sz="1800" b="1" spc="-25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b="1" spc="-10" dirty="0">
                <a:solidFill>
                  <a:srgbClr val="33669A"/>
                </a:solidFill>
                <a:latin typeface="Arial"/>
                <a:cs typeface="Arial"/>
              </a:rPr>
              <a:t>Re-</a:t>
            </a: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hosting</a:t>
            </a:r>
            <a:r>
              <a:rPr sz="1800" b="1" spc="-30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–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Migrate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legacy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operating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systems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and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software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applications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to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virtual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machines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running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25" dirty="0">
                <a:solidFill>
                  <a:srgbClr val="333333"/>
                </a:solidFill>
                <a:latin typeface="Arial"/>
                <a:cs typeface="Arial"/>
              </a:rPr>
              <a:t>on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new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hardware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for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better</a:t>
            </a:r>
            <a:r>
              <a:rPr sz="1800" spc="-2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reliability</a:t>
            </a:r>
            <a:endParaRPr sz="1800">
              <a:latin typeface="Arial"/>
              <a:cs typeface="Arial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609600" y="2553970"/>
            <a:ext cx="8077200" cy="0"/>
          </a:xfrm>
          <a:custGeom>
            <a:avLst/>
            <a:gdLst/>
            <a:ahLst/>
            <a:cxnLst/>
            <a:rect l="l" t="t" r="r" b="b"/>
            <a:pathLst>
              <a:path w="8077200">
                <a:moveTo>
                  <a:pt x="0" y="0"/>
                </a:moveTo>
                <a:lnTo>
                  <a:pt x="8077200" y="0"/>
                </a:lnTo>
              </a:path>
            </a:pathLst>
          </a:custGeom>
          <a:ln w="19048">
            <a:solidFill>
              <a:srgbClr val="33669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609600" y="3404870"/>
            <a:ext cx="8077200" cy="0"/>
          </a:xfrm>
          <a:custGeom>
            <a:avLst/>
            <a:gdLst/>
            <a:ahLst/>
            <a:cxnLst/>
            <a:rect l="l" t="t" r="r" b="b"/>
            <a:pathLst>
              <a:path w="8077200">
                <a:moveTo>
                  <a:pt x="0" y="0"/>
                </a:moveTo>
                <a:lnTo>
                  <a:pt x="8077200" y="0"/>
                </a:lnTo>
              </a:path>
            </a:pathLst>
          </a:custGeom>
          <a:ln w="19048">
            <a:solidFill>
              <a:srgbClr val="33669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609600" y="4240529"/>
            <a:ext cx="8077200" cy="0"/>
          </a:xfrm>
          <a:custGeom>
            <a:avLst/>
            <a:gdLst/>
            <a:ahLst/>
            <a:cxnLst/>
            <a:rect l="l" t="t" r="r" b="b"/>
            <a:pathLst>
              <a:path w="8077200">
                <a:moveTo>
                  <a:pt x="0" y="0"/>
                </a:moveTo>
                <a:lnTo>
                  <a:pt x="8077200" y="0"/>
                </a:lnTo>
              </a:path>
            </a:pathLst>
          </a:custGeom>
          <a:ln w="19048">
            <a:solidFill>
              <a:srgbClr val="33669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609600" y="5074920"/>
            <a:ext cx="8077200" cy="0"/>
          </a:xfrm>
          <a:custGeom>
            <a:avLst/>
            <a:gdLst/>
            <a:ahLst/>
            <a:cxnLst/>
            <a:rect l="l" t="t" r="r" b="b"/>
            <a:pathLst>
              <a:path w="8077200">
                <a:moveTo>
                  <a:pt x="0" y="0"/>
                </a:moveTo>
                <a:lnTo>
                  <a:pt x="8077200" y="0"/>
                </a:lnTo>
              </a:path>
            </a:pathLst>
          </a:custGeom>
          <a:ln w="19048">
            <a:solidFill>
              <a:srgbClr val="33669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3" name="object 23"/>
          <p:cNvGrpSpPr/>
          <p:nvPr/>
        </p:nvGrpSpPr>
        <p:grpSpPr>
          <a:xfrm>
            <a:off x="609600" y="5153026"/>
            <a:ext cx="8077200" cy="784860"/>
            <a:chOff x="609600" y="5153026"/>
            <a:chExt cx="8077200" cy="784860"/>
          </a:xfrm>
        </p:grpSpPr>
        <p:sp>
          <p:nvSpPr>
            <p:cNvPr id="24" name="object 24"/>
            <p:cNvSpPr/>
            <p:nvPr/>
          </p:nvSpPr>
          <p:spPr>
            <a:xfrm>
              <a:off x="734060" y="5181599"/>
              <a:ext cx="668020" cy="665480"/>
            </a:xfrm>
            <a:custGeom>
              <a:avLst/>
              <a:gdLst/>
              <a:ahLst/>
              <a:cxnLst/>
              <a:rect l="l" t="t" r="r" b="b"/>
              <a:pathLst>
                <a:path w="668019" h="665479">
                  <a:moveTo>
                    <a:pt x="332740" y="665480"/>
                  </a:moveTo>
                  <a:lnTo>
                    <a:pt x="0" y="665480"/>
                  </a:lnTo>
                  <a:lnTo>
                    <a:pt x="0" y="0"/>
                  </a:lnTo>
                  <a:lnTo>
                    <a:pt x="668020" y="0"/>
                  </a:lnTo>
                  <a:lnTo>
                    <a:pt x="668020" y="665480"/>
                  </a:lnTo>
                  <a:lnTo>
                    <a:pt x="332740" y="665480"/>
                  </a:lnTo>
                  <a:close/>
                </a:path>
              </a:pathLst>
            </a:custGeom>
            <a:ln w="5714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62000" y="5210809"/>
              <a:ext cx="612140" cy="608329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609600" y="5928359"/>
              <a:ext cx="8077200" cy="0"/>
            </a:xfrm>
            <a:custGeom>
              <a:avLst/>
              <a:gdLst/>
              <a:ahLst/>
              <a:cxnLst/>
              <a:rect l="l" t="t" r="r" b="b"/>
              <a:pathLst>
                <a:path w="8077200">
                  <a:moveTo>
                    <a:pt x="0" y="0"/>
                  </a:moveTo>
                  <a:lnTo>
                    <a:pt x="8077200" y="0"/>
                  </a:lnTo>
                </a:path>
              </a:pathLst>
            </a:custGeom>
            <a:ln w="19048">
              <a:solidFill>
                <a:srgbClr val="33669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" name="object 27"/>
          <p:cNvSpPr/>
          <p:nvPr/>
        </p:nvSpPr>
        <p:spPr>
          <a:xfrm>
            <a:off x="600709" y="1038860"/>
            <a:ext cx="8107680" cy="713740"/>
          </a:xfrm>
          <a:custGeom>
            <a:avLst/>
            <a:gdLst/>
            <a:ahLst/>
            <a:cxnLst/>
            <a:rect l="l" t="t" r="r" b="b"/>
            <a:pathLst>
              <a:path w="8107680" h="713739">
                <a:moveTo>
                  <a:pt x="4053840" y="713739"/>
                </a:moveTo>
                <a:lnTo>
                  <a:pt x="0" y="713739"/>
                </a:lnTo>
                <a:lnTo>
                  <a:pt x="0" y="0"/>
                </a:lnTo>
                <a:lnTo>
                  <a:pt x="8107680" y="0"/>
                </a:lnTo>
                <a:lnTo>
                  <a:pt x="8107680" y="713739"/>
                </a:lnTo>
                <a:lnTo>
                  <a:pt x="4053840" y="713739"/>
                </a:lnTo>
                <a:close/>
              </a:path>
            </a:pathLst>
          </a:custGeom>
          <a:ln w="28393">
            <a:solidFill>
              <a:srgbClr val="FF66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25" dirty="0"/>
              <a:t>29</a:t>
            </a:fld>
            <a:endParaRPr spc="-25" dirty="0"/>
          </a:p>
        </p:txBody>
      </p:sp>
    </p:spTree>
  </p:cSld>
  <p:clrMapOvr>
    <a:masterClrMapping/>
  </p:clrMapOvr>
  <p:transition>
    <p:wipe dir="r"/>
  </p:transition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533400" y="4876800"/>
            <a:ext cx="8153400" cy="914400"/>
          </a:xfrm>
          <a:custGeom>
            <a:avLst/>
            <a:gdLst/>
            <a:ahLst/>
            <a:cxnLst/>
            <a:rect l="l" t="t" r="r" b="b"/>
            <a:pathLst>
              <a:path w="8153400" h="914400">
                <a:moveTo>
                  <a:pt x="8001000" y="0"/>
                </a:moveTo>
                <a:lnTo>
                  <a:pt x="152400" y="0"/>
                </a:lnTo>
                <a:lnTo>
                  <a:pt x="107289" y="8534"/>
                </a:lnTo>
                <a:lnTo>
                  <a:pt x="65836" y="31699"/>
                </a:lnTo>
                <a:lnTo>
                  <a:pt x="31699" y="65836"/>
                </a:lnTo>
                <a:lnTo>
                  <a:pt x="8534" y="107289"/>
                </a:lnTo>
                <a:lnTo>
                  <a:pt x="0" y="152400"/>
                </a:lnTo>
                <a:lnTo>
                  <a:pt x="0" y="762000"/>
                </a:lnTo>
                <a:lnTo>
                  <a:pt x="8534" y="807110"/>
                </a:lnTo>
                <a:lnTo>
                  <a:pt x="31699" y="848563"/>
                </a:lnTo>
                <a:lnTo>
                  <a:pt x="65836" y="882700"/>
                </a:lnTo>
                <a:lnTo>
                  <a:pt x="107289" y="905865"/>
                </a:lnTo>
                <a:lnTo>
                  <a:pt x="152400" y="914400"/>
                </a:lnTo>
                <a:lnTo>
                  <a:pt x="8001000" y="914400"/>
                </a:lnTo>
                <a:lnTo>
                  <a:pt x="8046110" y="905865"/>
                </a:lnTo>
                <a:lnTo>
                  <a:pt x="8087563" y="882700"/>
                </a:lnTo>
                <a:lnTo>
                  <a:pt x="8121700" y="848563"/>
                </a:lnTo>
                <a:lnTo>
                  <a:pt x="8144865" y="807110"/>
                </a:lnTo>
                <a:lnTo>
                  <a:pt x="8153400" y="762000"/>
                </a:lnTo>
                <a:lnTo>
                  <a:pt x="8153400" y="152400"/>
                </a:lnTo>
                <a:lnTo>
                  <a:pt x="8144865" y="107289"/>
                </a:lnTo>
                <a:lnTo>
                  <a:pt x="8121700" y="65836"/>
                </a:lnTo>
                <a:lnTo>
                  <a:pt x="8087563" y="31699"/>
                </a:lnTo>
                <a:lnTo>
                  <a:pt x="8046110" y="8534"/>
                </a:lnTo>
                <a:lnTo>
                  <a:pt x="8001000" y="0"/>
                </a:lnTo>
                <a:close/>
              </a:path>
            </a:pathLst>
          </a:custGeom>
          <a:solidFill>
            <a:srgbClr val="33333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676909" y="5080000"/>
            <a:ext cx="7769225" cy="4521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800" b="1" dirty="0">
                <a:solidFill>
                  <a:srgbClr val="FFFFFF"/>
                </a:solidFill>
                <a:latin typeface="Arial"/>
                <a:cs typeface="Arial"/>
              </a:rPr>
              <a:t>Average</a:t>
            </a:r>
            <a:r>
              <a:rPr sz="2800" b="1" spc="-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2800" b="1" spc="-10" dirty="0">
                <a:solidFill>
                  <a:srgbClr val="FFFFFF"/>
                </a:solidFill>
                <a:latin typeface="Arial"/>
                <a:cs typeface="Arial"/>
              </a:rPr>
              <a:t>consolidation</a:t>
            </a:r>
            <a:r>
              <a:rPr sz="2800" b="1" spc="-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2800" b="1" dirty="0">
                <a:solidFill>
                  <a:srgbClr val="FFFFFF"/>
                </a:solidFill>
                <a:latin typeface="Arial"/>
                <a:cs typeface="Arial"/>
              </a:rPr>
              <a:t>ratio:</a:t>
            </a:r>
            <a:r>
              <a:rPr sz="2800" b="1" spc="-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2800" b="1" spc="-15" dirty="0">
                <a:solidFill>
                  <a:srgbClr val="FFFFFF"/>
                </a:solidFill>
                <a:latin typeface="Arial"/>
                <a:cs typeface="Arial"/>
              </a:rPr>
              <a:t>5-</a:t>
            </a:r>
            <a:r>
              <a:rPr sz="2800" b="1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2800" b="1" spc="-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2800" b="1" dirty="0">
                <a:solidFill>
                  <a:srgbClr val="FFFFFF"/>
                </a:solidFill>
                <a:latin typeface="Arial"/>
                <a:cs typeface="Arial"/>
              </a:rPr>
              <a:t>VMs</a:t>
            </a:r>
            <a:r>
              <a:rPr sz="2800" b="1" spc="-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2800" b="1" dirty="0">
                <a:solidFill>
                  <a:srgbClr val="FFFFFF"/>
                </a:solidFill>
                <a:latin typeface="Arial"/>
                <a:cs typeface="Arial"/>
              </a:rPr>
              <a:t>per</a:t>
            </a:r>
            <a:r>
              <a:rPr sz="2800" b="1" spc="-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2800" b="1" spc="-25" dirty="0">
                <a:solidFill>
                  <a:srgbClr val="FFFFFF"/>
                </a:solidFill>
                <a:latin typeface="Arial"/>
                <a:cs typeface="Arial"/>
              </a:rPr>
              <a:t>CPU</a:t>
            </a:r>
            <a:endParaRPr sz="2800">
              <a:latin typeface="Arial"/>
              <a:cs typeface="Arial"/>
            </a:endParaRP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52400" y="2011679"/>
            <a:ext cx="4267200" cy="2603500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648200" y="1991360"/>
            <a:ext cx="4331970" cy="2651760"/>
          </a:xfrm>
          <a:prstGeom prst="rect">
            <a:avLst/>
          </a:prstGeom>
        </p:spPr>
      </p:pic>
      <p:sp>
        <p:nvSpPr>
          <p:cNvPr id="6" name="object 6"/>
          <p:cNvSpPr/>
          <p:nvPr/>
        </p:nvSpPr>
        <p:spPr>
          <a:xfrm>
            <a:off x="1027430" y="594359"/>
            <a:ext cx="6375400" cy="405130"/>
          </a:xfrm>
          <a:custGeom>
            <a:avLst/>
            <a:gdLst/>
            <a:ahLst/>
            <a:cxnLst/>
            <a:rect l="l" t="t" r="r" b="b"/>
            <a:pathLst>
              <a:path w="6375400" h="405130">
                <a:moveTo>
                  <a:pt x="6375400" y="0"/>
                </a:moveTo>
                <a:lnTo>
                  <a:pt x="0" y="0"/>
                </a:lnTo>
                <a:lnTo>
                  <a:pt x="0" y="405129"/>
                </a:lnTo>
                <a:lnTo>
                  <a:pt x="3187699" y="405129"/>
                </a:lnTo>
                <a:lnTo>
                  <a:pt x="6375400" y="405129"/>
                </a:lnTo>
                <a:lnTo>
                  <a:pt x="63754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xfrm>
            <a:off x="1060450" y="574040"/>
            <a:ext cx="6666865" cy="12065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-10" dirty="0"/>
              <a:t>Virtualization</a:t>
            </a:r>
            <a:r>
              <a:rPr spc="-100" dirty="0"/>
              <a:t> </a:t>
            </a:r>
            <a:r>
              <a:rPr spc="-45" dirty="0"/>
              <a:t>Increases</a:t>
            </a:r>
            <a:r>
              <a:rPr spc="-135" dirty="0"/>
              <a:t> </a:t>
            </a:r>
            <a:r>
              <a:rPr spc="-25" dirty="0"/>
              <a:t>Hardware</a:t>
            </a:r>
            <a:r>
              <a:rPr spc="-55" dirty="0"/>
              <a:t> </a:t>
            </a:r>
            <a:r>
              <a:rPr spc="-10" dirty="0"/>
              <a:t>Utilization</a:t>
            </a:r>
          </a:p>
          <a:p>
            <a:pPr>
              <a:lnSpc>
                <a:spcPct val="100000"/>
              </a:lnSpc>
              <a:spcBef>
                <a:spcPts val="780"/>
              </a:spcBef>
            </a:pPr>
            <a:endParaRPr spc="-10" dirty="0"/>
          </a:p>
          <a:p>
            <a:pPr marL="324485">
              <a:lnSpc>
                <a:spcPct val="100000"/>
              </a:lnSpc>
              <a:tabLst>
                <a:tab pos="4744085" algn="l"/>
              </a:tabLst>
            </a:pPr>
            <a:r>
              <a:rPr spc="-20" dirty="0"/>
              <a:t>Before</a:t>
            </a:r>
            <a:r>
              <a:rPr spc="-114" dirty="0"/>
              <a:t> </a:t>
            </a:r>
            <a:r>
              <a:rPr spc="-10" dirty="0"/>
              <a:t>VMware</a:t>
            </a:r>
            <a:r>
              <a:rPr dirty="0"/>
              <a:t>	</a:t>
            </a:r>
            <a:r>
              <a:rPr spc="-10" dirty="0"/>
              <a:t>After</a:t>
            </a:r>
            <a:r>
              <a:rPr spc="-155" dirty="0"/>
              <a:t> </a:t>
            </a:r>
            <a:r>
              <a:rPr spc="-10" dirty="0"/>
              <a:t>VMware</a:t>
            </a:r>
          </a:p>
        </p:txBody>
      </p:sp>
      <p:sp>
        <p:nvSpPr>
          <p:cNvPr id="8" name="object 8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25" dirty="0"/>
              <a:t>30</a:t>
            </a:fld>
            <a:endParaRPr spc="-25" dirty="0"/>
          </a:p>
        </p:txBody>
      </p:sp>
    </p:spTree>
  </p:cSld>
  <p:clrMapOvr>
    <a:masterClrMapping/>
  </p:clrMapOvr>
  <p:transition>
    <p:wipe dir="r"/>
  </p:transition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60119" y="492759"/>
            <a:ext cx="6240780" cy="609600"/>
          </a:xfrm>
          <a:custGeom>
            <a:avLst/>
            <a:gdLst/>
            <a:ahLst/>
            <a:cxnLst/>
            <a:rect l="l" t="t" r="r" b="b"/>
            <a:pathLst>
              <a:path w="6240780" h="609600">
                <a:moveTo>
                  <a:pt x="6240780" y="0"/>
                </a:moveTo>
                <a:lnTo>
                  <a:pt x="0" y="0"/>
                </a:lnTo>
                <a:lnTo>
                  <a:pt x="0" y="609600"/>
                </a:lnTo>
                <a:lnTo>
                  <a:pt x="3120390" y="609600"/>
                </a:lnTo>
                <a:lnTo>
                  <a:pt x="6240780" y="609600"/>
                </a:lnTo>
                <a:lnTo>
                  <a:pt x="62407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993139" y="481329"/>
            <a:ext cx="5370195" cy="589280"/>
          </a:xfrm>
          <a:prstGeom prst="rect">
            <a:avLst/>
          </a:prstGeom>
        </p:spPr>
        <p:txBody>
          <a:bodyPr vert="horz" wrap="square" lIns="0" tIns="59055" rIns="0" bIns="0" rtlCol="0">
            <a:spAutoFit/>
          </a:bodyPr>
          <a:lstStyle/>
          <a:p>
            <a:pPr marL="12700" marR="5080">
              <a:lnSpc>
                <a:spcPts val="2039"/>
              </a:lnSpc>
              <a:spcBef>
                <a:spcPts val="465"/>
              </a:spcBef>
            </a:pPr>
            <a:r>
              <a:rPr sz="2000" dirty="0"/>
              <a:t>VMware</a:t>
            </a:r>
            <a:r>
              <a:rPr sz="2000" spc="-50" dirty="0"/>
              <a:t> </a:t>
            </a:r>
            <a:r>
              <a:rPr sz="2000" dirty="0"/>
              <a:t>Infrastructure</a:t>
            </a:r>
            <a:r>
              <a:rPr sz="2000" spc="-35" dirty="0"/>
              <a:t> </a:t>
            </a:r>
            <a:r>
              <a:rPr sz="2000" dirty="0"/>
              <a:t>–</a:t>
            </a:r>
            <a:r>
              <a:rPr sz="2000" spc="-40" dirty="0"/>
              <a:t> </a:t>
            </a:r>
            <a:r>
              <a:rPr sz="2000" dirty="0"/>
              <a:t>Key</a:t>
            </a:r>
            <a:r>
              <a:rPr sz="2000" spc="-45" dirty="0"/>
              <a:t> </a:t>
            </a:r>
            <a:r>
              <a:rPr sz="2000" dirty="0"/>
              <a:t>Solutions</a:t>
            </a:r>
            <a:r>
              <a:rPr sz="2000" spc="-35" dirty="0"/>
              <a:t> </a:t>
            </a:r>
            <a:r>
              <a:rPr sz="2000" dirty="0"/>
              <a:t>/</a:t>
            </a:r>
            <a:r>
              <a:rPr sz="2000" spc="-55" dirty="0"/>
              <a:t> </a:t>
            </a:r>
            <a:r>
              <a:rPr sz="2000" spc="-25" dirty="0"/>
              <a:t>Use </a:t>
            </a:r>
            <a:r>
              <a:rPr sz="2000" spc="-10" dirty="0"/>
              <a:t>Cases</a:t>
            </a:r>
            <a:endParaRPr sz="2000"/>
          </a:p>
        </p:txBody>
      </p:sp>
      <p:grpSp>
        <p:nvGrpSpPr>
          <p:cNvPr id="4" name="object 4"/>
          <p:cNvGrpSpPr/>
          <p:nvPr/>
        </p:nvGrpSpPr>
        <p:grpSpPr>
          <a:xfrm>
            <a:off x="705484" y="4290695"/>
            <a:ext cx="722630" cy="723900"/>
            <a:chOff x="705484" y="4290695"/>
            <a:chExt cx="722630" cy="723900"/>
          </a:xfrm>
        </p:grpSpPr>
        <p:sp>
          <p:nvSpPr>
            <p:cNvPr id="5" name="object 5"/>
            <p:cNvSpPr/>
            <p:nvPr/>
          </p:nvSpPr>
          <p:spPr>
            <a:xfrm>
              <a:off x="734059" y="4319270"/>
              <a:ext cx="665480" cy="666750"/>
            </a:xfrm>
            <a:custGeom>
              <a:avLst/>
              <a:gdLst/>
              <a:ahLst/>
              <a:cxnLst/>
              <a:rect l="l" t="t" r="r" b="b"/>
              <a:pathLst>
                <a:path w="665480" h="666750">
                  <a:moveTo>
                    <a:pt x="332740" y="666749"/>
                  </a:moveTo>
                  <a:lnTo>
                    <a:pt x="0" y="666749"/>
                  </a:lnTo>
                  <a:lnTo>
                    <a:pt x="0" y="0"/>
                  </a:lnTo>
                  <a:lnTo>
                    <a:pt x="665480" y="0"/>
                  </a:lnTo>
                  <a:lnTo>
                    <a:pt x="665480" y="666749"/>
                  </a:lnTo>
                  <a:lnTo>
                    <a:pt x="332740" y="666749"/>
                  </a:lnTo>
                  <a:close/>
                </a:path>
              </a:pathLst>
            </a:custGeom>
            <a:ln w="5714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61999" y="4348480"/>
              <a:ext cx="609600" cy="609600"/>
            </a:xfrm>
            <a:prstGeom prst="rect">
              <a:avLst/>
            </a:prstGeom>
          </p:spPr>
        </p:pic>
      </p:grpSp>
      <p:grpSp>
        <p:nvGrpSpPr>
          <p:cNvPr id="7" name="object 7"/>
          <p:cNvGrpSpPr/>
          <p:nvPr/>
        </p:nvGrpSpPr>
        <p:grpSpPr>
          <a:xfrm>
            <a:off x="705484" y="2639695"/>
            <a:ext cx="725170" cy="1543050"/>
            <a:chOff x="705484" y="2639695"/>
            <a:chExt cx="725170" cy="1543050"/>
          </a:xfrm>
        </p:grpSpPr>
        <p:sp>
          <p:nvSpPr>
            <p:cNvPr id="8" name="object 8"/>
            <p:cNvSpPr/>
            <p:nvPr/>
          </p:nvSpPr>
          <p:spPr>
            <a:xfrm>
              <a:off x="734059" y="3478530"/>
              <a:ext cx="668020" cy="675640"/>
            </a:xfrm>
            <a:custGeom>
              <a:avLst/>
              <a:gdLst/>
              <a:ahLst/>
              <a:cxnLst/>
              <a:rect l="l" t="t" r="r" b="b"/>
              <a:pathLst>
                <a:path w="668019" h="675639">
                  <a:moveTo>
                    <a:pt x="332740" y="675640"/>
                  </a:moveTo>
                  <a:lnTo>
                    <a:pt x="0" y="675640"/>
                  </a:lnTo>
                  <a:lnTo>
                    <a:pt x="0" y="0"/>
                  </a:lnTo>
                  <a:lnTo>
                    <a:pt x="668020" y="0"/>
                  </a:lnTo>
                  <a:lnTo>
                    <a:pt x="668020" y="675640"/>
                  </a:lnTo>
                  <a:lnTo>
                    <a:pt x="332740" y="675640"/>
                  </a:lnTo>
                  <a:close/>
                </a:path>
              </a:pathLst>
            </a:custGeom>
            <a:ln w="5714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" name="object 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61999" y="3506470"/>
              <a:ext cx="610869" cy="619759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734059" y="2668270"/>
              <a:ext cx="668020" cy="673100"/>
            </a:xfrm>
            <a:custGeom>
              <a:avLst/>
              <a:gdLst/>
              <a:ahLst/>
              <a:cxnLst/>
              <a:rect l="l" t="t" r="r" b="b"/>
              <a:pathLst>
                <a:path w="668019" h="673100">
                  <a:moveTo>
                    <a:pt x="332740" y="673100"/>
                  </a:moveTo>
                  <a:lnTo>
                    <a:pt x="0" y="673100"/>
                  </a:lnTo>
                  <a:lnTo>
                    <a:pt x="0" y="0"/>
                  </a:lnTo>
                  <a:lnTo>
                    <a:pt x="668020" y="0"/>
                  </a:lnTo>
                  <a:lnTo>
                    <a:pt x="668020" y="673100"/>
                  </a:lnTo>
                  <a:lnTo>
                    <a:pt x="332740" y="673100"/>
                  </a:lnTo>
                  <a:close/>
                </a:path>
              </a:pathLst>
            </a:custGeom>
            <a:ln w="5714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61999" y="2697480"/>
              <a:ext cx="610869" cy="615950"/>
            </a:xfrm>
            <a:prstGeom prst="rect">
              <a:avLst/>
            </a:prstGeom>
          </p:spPr>
        </p:pic>
      </p:grpSp>
      <p:grpSp>
        <p:nvGrpSpPr>
          <p:cNvPr id="12" name="object 12"/>
          <p:cNvGrpSpPr/>
          <p:nvPr/>
        </p:nvGrpSpPr>
        <p:grpSpPr>
          <a:xfrm>
            <a:off x="600075" y="1069975"/>
            <a:ext cx="8096250" cy="1428750"/>
            <a:chOff x="600075" y="1069975"/>
            <a:chExt cx="8096250" cy="1428750"/>
          </a:xfrm>
        </p:grpSpPr>
        <p:sp>
          <p:nvSpPr>
            <p:cNvPr id="13" name="object 13"/>
            <p:cNvSpPr/>
            <p:nvPr/>
          </p:nvSpPr>
          <p:spPr>
            <a:xfrm>
              <a:off x="609600" y="1720850"/>
              <a:ext cx="8077200" cy="0"/>
            </a:xfrm>
            <a:custGeom>
              <a:avLst/>
              <a:gdLst/>
              <a:ahLst/>
              <a:cxnLst/>
              <a:rect l="l" t="t" r="r" b="b"/>
              <a:pathLst>
                <a:path w="8077200">
                  <a:moveTo>
                    <a:pt x="0" y="0"/>
                  </a:moveTo>
                  <a:lnTo>
                    <a:pt x="8077200" y="0"/>
                  </a:lnTo>
                </a:path>
              </a:pathLst>
            </a:custGeom>
            <a:ln w="19048">
              <a:solidFill>
                <a:srgbClr val="33669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734060" y="1098550"/>
              <a:ext cx="662940" cy="646430"/>
            </a:xfrm>
            <a:custGeom>
              <a:avLst/>
              <a:gdLst/>
              <a:ahLst/>
              <a:cxnLst/>
              <a:rect l="l" t="t" r="r" b="b"/>
              <a:pathLst>
                <a:path w="662940" h="646430">
                  <a:moveTo>
                    <a:pt x="331470" y="646429"/>
                  </a:moveTo>
                  <a:lnTo>
                    <a:pt x="0" y="646429"/>
                  </a:lnTo>
                  <a:lnTo>
                    <a:pt x="0" y="0"/>
                  </a:lnTo>
                  <a:lnTo>
                    <a:pt x="662940" y="0"/>
                  </a:lnTo>
                  <a:lnTo>
                    <a:pt x="662940" y="646429"/>
                  </a:lnTo>
                  <a:lnTo>
                    <a:pt x="331470" y="646429"/>
                  </a:lnTo>
                  <a:close/>
                </a:path>
              </a:pathLst>
            </a:custGeom>
            <a:ln w="5714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62000" y="1126489"/>
              <a:ext cx="607060" cy="589279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718820" y="1803400"/>
              <a:ext cx="666750" cy="666750"/>
            </a:xfrm>
            <a:custGeom>
              <a:avLst/>
              <a:gdLst/>
              <a:ahLst/>
              <a:cxnLst/>
              <a:rect l="l" t="t" r="r" b="b"/>
              <a:pathLst>
                <a:path w="666750" h="666750">
                  <a:moveTo>
                    <a:pt x="334010" y="666750"/>
                  </a:moveTo>
                  <a:lnTo>
                    <a:pt x="0" y="666750"/>
                  </a:lnTo>
                  <a:lnTo>
                    <a:pt x="0" y="0"/>
                  </a:lnTo>
                  <a:lnTo>
                    <a:pt x="666749" y="0"/>
                  </a:lnTo>
                  <a:lnTo>
                    <a:pt x="666749" y="666750"/>
                  </a:lnTo>
                  <a:lnTo>
                    <a:pt x="334010" y="666750"/>
                  </a:lnTo>
                  <a:close/>
                </a:path>
              </a:pathLst>
            </a:custGeom>
            <a:ln w="5714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" name="object 1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48029" y="1831340"/>
              <a:ext cx="609600" cy="609600"/>
            </a:xfrm>
            <a:prstGeom prst="rect">
              <a:avLst/>
            </a:prstGeom>
          </p:spPr>
        </p:pic>
      </p:grpSp>
      <p:sp>
        <p:nvSpPr>
          <p:cNvPr id="18" name="object 18"/>
          <p:cNvSpPr txBox="1"/>
          <p:nvPr/>
        </p:nvSpPr>
        <p:spPr>
          <a:xfrm>
            <a:off x="1946910" y="1136650"/>
            <a:ext cx="6622415" cy="4739640"/>
          </a:xfrm>
          <a:prstGeom prst="rect">
            <a:avLst/>
          </a:prstGeom>
        </p:spPr>
        <p:txBody>
          <a:bodyPr vert="horz" wrap="square" lIns="0" tIns="55244" rIns="0" bIns="0" rtlCol="0">
            <a:spAutoFit/>
          </a:bodyPr>
          <a:lstStyle/>
          <a:p>
            <a:pPr marL="26034" marR="466090">
              <a:lnSpc>
                <a:spcPts val="1830"/>
              </a:lnSpc>
              <a:spcBef>
                <a:spcPts val="434"/>
              </a:spcBef>
            </a:pP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Server</a:t>
            </a:r>
            <a:r>
              <a:rPr sz="1800" b="1" spc="-55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Consolidation</a:t>
            </a:r>
            <a:r>
              <a:rPr sz="1800" b="1" spc="-45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and</a:t>
            </a:r>
            <a:r>
              <a:rPr sz="1800" b="1" spc="-40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Containment</a:t>
            </a:r>
            <a:r>
              <a:rPr sz="1800" b="1" spc="-40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B9B9B9"/>
                </a:solidFill>
                <a:latin typeface="Arial"/>
                <a:cs typeface="Arial"/>
              </a:rPr>
              <a:t>–</a:t>
            </a:r>
            <a:r>
              <a:rPr sz="1800" spc="-55" dirty="0">
                <a:solidFill>
                  <a:srgbClr val="B9B9B9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Eliminate</a:t>
            </a:r>
            <a:r>
              <a:rPr sz="1800" spc="-5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server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sprawl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by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deploying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systems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into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virtual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machines</a:t>
            </a:r>
            <a:endParaRPr sz="1800">
              <a:latin typeface="Arial"/>
              <a:cs typeface="Arial"/>
            </a:endParaRPr>
          </a:p>
          <a:p>
            <a:pPr marL="12700" marR="140970">
              <a:lnSpc>
                <a:spcPts val="1830"/>
              </a:lnSpc>
              <a:spcBef>
                <a:spcPts val="1210"/>
              </a:spcBef>
            </a:pP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Infrastructure</a:t>
            </a:r>
            <a:r>
              <a:rPr sz="1800" b="1" spc="-50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Provisioning</a:t>
            </a:r>
            <a:r>
              <a:rPr sz="1800" b="1" spc="-35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–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Reduce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the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time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for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provisioning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new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infrastructure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to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minutes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with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sophisticated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automation capabilities.</a:t>
            </a:r>
            <a:endParaRPr sz="1800">
              <a:latin typeface="Arial"/>
              <a:cs typeface="Arial"/>
            </a:endParaRPr>
          </a:p>
          <a:p>
            <a:pPr marL="26034" marR="5080">
              <a:lnSpc>
                <a:spcPct val="85000"/>
              </a:lnSpc>
              <a:spcBef>
                <a:spcPts val="1090"/>
              </a:spcBef>
            </a:pP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Business</a:t>
            </a:r>
            <a:r>
              <a:rPr sz="1800" b="1" spc="-45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Continuity</a:t>
            </a:r>
            <a:r>
              <a:rPr sz="1800" b="1" spc="-30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–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Reduce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the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cost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and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complexity</a:t>
            </a:r>
            <a:r>
              <a:rPr sz="1800" spc="-2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25" dirty="0">
                <a:solidFill>
                  <a:srgbClr val="333333"/>
                </a:solidFill>
                <a:latin typeface="Arial"/>
                <a:cs typeface="Arial"/>
              </a:rPr>
              <a:t>of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business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continuity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by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encapsulating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entire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systems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files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that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25" dirty="0">
                <a:solidFill>
                  <a:srgbClr val="333333"/>
                </a:solidFill>
                <a:latin typeface="Arial"/>
                <a:cs typeface="Arial"/>
              </a:rPr>
              <a:t>can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be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replicated</a:t>
            </a:r>
            <a:r>
              <a:rPr sz="1800" spc="-2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and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restored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onto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any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target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server</a:t>
            </a:r>
            <a:endParaRPr sz="1800">
              <a:latin typeface="Arial"/>
              <a:cs typeface="Arial"/>
            </a:endParaRPr>
          </a:p>
          <a:p>
            <a:pPr marL="26034" marR="30480">
              <a:lnSpc>
                <a:spcPct val="85000"/>
              </a:lnSpc>
              <a:spcBef>
                <a:spcPts val="1110"/>
              </a:spcBef>
            </a:pP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Test</a:t>
            </a:r>
            <a:r>
              <a:rPr sz="1800" b="1" spc="-30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and</a:t>
            </a:r>
            <a:r>
              <a:rPr sz="1800" b="1" spc="-25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Development</a:t>
            </a:r>
            <a:r>
              <a:rPr sz="1800" b="1" spc="-40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–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Rapidly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provision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and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re-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provision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20" dirty="0">
                <a:solidFill>
                  <a:srgbClr val="333333"/>
                </a:solidFill>
                <a:latin typeface="Arial"/>
                <a:cs typeface="Arial"/>
              </a:rPr>
              <a:t>test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and</a:t>
            </a:r>
            <a:r>
              <a:rPr sz="1800" spc="-5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development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servers;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store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libraries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of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pre-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configured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20" dirty="0">
                <a:solidFill>
                  <a:srgbClr val="333333"/>
                </a:solidFill>
                <a:latin typeface="Arial"/>
                <a:cs typeface="Arial"/>
              </a:rPr>
              <a:t>test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machines</a:t>
            </a:r>
            <a:endParaRPr sz="1800">
              <a:latin typeface="Arial"/>
              <a:cs typeface="Arial"/>
            </a:endParaRPr>
          </a:p>
          <a:p>
            <a:pPr marL="27305" marR="33020">
              <a:lnSpc>
                <a:spcPts val="1830"/>
              </a:lnSpc>
              <a:spcBef>
                <a:spcPts val="1120"/>
              </a:spcBef>
              <a:tabLst>
                <a:tab pos="5052695" algn="l"/>
              </a:tabLst>
            </a:pP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Enterprise</a:t>
            </a:r>
            <a:r>
              <a:rPr sz="1800" b="1" spc="-50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Desktop</a:t>
            </a:r>
            <a:r>
              <a:rPr sz="1800" b="1" spc="-35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–</a:t>
            </a:r>
            <a:r>
              <a:rPr sz="1800" spc="-5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Secure</a:t>
            </a:r>
            <a:r>
              <a:rPr sz="1800" spc="-5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unmanaged</a:t>
            </a:r>
            <a:r>
              <a:rPr sz="1800" spc="-5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20" dirty="0">
                <a:solidFill>
                  <a:srgbClr val="333333"/>
                </a:solidFill>
                <a:latin typeface="Arial"/>
                <a:cs typeface="Arial"/>
              </a:rPr>
              <a:t>PCs.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	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Alternatively,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provide</a:t>
            </a:r>
            <a:r>
              <a:rPr sz="1800" spc="-6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standardized</a:t>
            </a:r>
            <a:r>
              <a:rPr sz="1800" spc="-6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enterprise</a:t>
            </a:r>
            <a:r>
              <a:rPr sz="1800" spc="-5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desktop</a:t>
            </a:r>
            <a:r>
              <a:rPr sz="1800" spc="-6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environments</a:t>
            </a:r>
            <a:r>
              <a:rPr sz="1800" spc="-5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hosted</a:t>
            </a:r>
            <a:r>
              <a:rPr sz="1800" spc="-6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on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servers.</a:t>
            </a:r>
            <a:endParaRPr sz="1800">
              <a:latin typeface="Arial"/>
              <a:cs typeface="Arial"/>
            </a:endParaRPr>
          </a:p>
          <a:p>
            <a:pPr marL="27305" marR="5080">
              <a:lnSpc>
                <a:spcPct val="85000"/>
              </a:lnSpc>
              <a:spcBef>
                <a:spcPts val="1095"/>
              </a:spcBef>
            </a:pP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Legacy</a:t>
            </a:r>
            <a:r>
              <a:rPr sz="1800" b="1" spc="-45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Application</a:t>
            </a:r>
            <a:r>
              <a:rPr sz="1800" b="1" spc="-25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b="1" spc="-10" dirty="0">
                <a:solidFill>
                  <a:srgbClr val="33669A"/>
                </a:solidFill>
                <a:latin typeface="Arial"/>
                <a:cs typeface="Arial"/>
              </a:rPr>
              <a:t>Re-</a:t>
            </a: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hosting</a:t>
            </a:r>
            <a:r>
              <a:rPr sz="1800" b="1" spc="-30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–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Migrate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legacy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operating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systems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and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software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applications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to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virtual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machines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running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25" dirty="0">
                <a:solidFill>
                  <a:srgbClr val="333333"/>
                </a:solidFill>
                <a:latin typeface="Arial"/>
                <a:cs typeface="Arial"/>
              </a:rPr>
              <a:t>on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new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hardware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for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better</a:t>
            </a:r>
            <a:r>
              <a:rPr sz="1800" spc="-2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reliability</a:t>
            </a:r>
            <a:endParaRPr sz="1800">
              <a:latin typeface="Arial"/>
              <a:cs typeface="Arial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609600" y="3404870"/>
            <a:ext cx="8077200" cy="0"/>
          </a:xfrm>
          <a:custGeom>
            <a:avLst/>
            <a:gdLst/>
            <a:ahLst/>
            <a:cxnLst/>
            <a:rect l="l" t="t" r="r" b="b"/>
            <a:pathLst>
              <a:path w="8077200">
                <a:moveTo>
                  <a:pt x="0" y="0"/>
                </a:moveTo>
                <a:lnTo>
                  <a:pt x="8077200" y="0"/>
                </a:lnTo>
              </a:path>
            </a:pathLst>
          </a:custGeom>
          <a:ln w="19048">
            <a:solidFill>
              <a:srgbClr val="33669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609600" y="4240529"/>
            <a:ext cx="8077200" cy="0"/>
          </a:xfrm>
          <a:custGeom>
            <a:avLst/>
            <a:gdLst/>
            <a:ahLst/>
            <a:cxnLst/>
            <a:rect l="l" t="t" r="r" b="b"/>
            <a:pathLst>
              <a:path w="8077200">
                <a:moveTo>
                  <a:pt x="0" y="0"/>
                </a:moveTo>
                <a:lnTo>
                  <a:pt x="8077200" y="0"/>
                </a:lnTo>
              </a:path>
            </a:pathLst>
          </a:custGeom>
          <a:ln w="19048">
            <a:solidFill>
              <a:srgbClr val="33669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609600" y="5074920"/>
            <a:ext cx="8077200" cy="0"/>
          </a:xfrm>
          <a:custGeom>
            <a:avLst/>
            <a:gdLst/>
            <a:ahLst/>
            <a:cxnLst/>
            <a:rect l="l" t="t" r="r" b="b"/>
            <a:pathLst>
              <a:path w="8077200">
                <a:moveTo>
                  <a:pt x="0" y="0"/>
                </a:moveTo>
                <a:lnTo>
                  <a:pt x="8077200" y="0"/>
                </a:lnTo>
              </a:path>
            </a:pathLst>
          </a:custGeom>
          <a:ln w="19048">
            <a:solidFill>
              <a:srgbClr val="33669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" name="object 22"/>
          <p:cNvGrpSpPr/>
          <p:nvPr/>
        </p:nvGrpSpPr>
        <p:grpSpPr>
          <a:xfrm>
            <a:off x="609600" y="5153026"/>
            <a:ext cx="8077200" cy="784860"/>
            <a:chOff x="609600" y="5153026"/>
            <a:chExt cx="8077200" cy="784860"/>
          </a:xfrm>
        </p:grpSpPr>
        <p:sp>
          <p:nvSpPr>
            <p:cNvPr id="23" name="object 23"/>
            <p:cNvSpPr/>
            <p:nvPr/>
          </p:nvSpPr>
          <p:spPr>
            <a:xfrm>
              <a:off x="734060" y="5181599"/>
              <a:ext cx="668020" cy="665480"/>
            </a:xfrm>
            <a:custGeom>
              <a:avLst/>
              <a:gdLst/>
              <a:ahLst/>
              <a:cxnLst/>
              <a:rect l="l" t="t" r="r" b="b"/>
              <a:pathLst>
                <a:path w="668019" h="665479">
                  <a:moveTo>
                    <a:pt x="332740" y="665480"/>
                  </a:moveTo>
                  <a:lnTo>
                    <a:pt x="0" y="665480"/>
                  </a:lnTo>
                  <a:lnTo>
                    <a:pt x="0" y="0"/>
                  </a:lnTo>
                  <a:lnTo>
                    <a:pt x="668020" y="0"/>
                  </a:lnTo>
                  <a:lnTo>
                    <a:pt x="668020" y="665480"/>
                  </a:lnTo>
                  <a:lnTo>
                    <a:pt x="332740" y="665480"/>
                  </a:lnTo>
                  <a:close/>
                </a:path>
              </a:pathLst>
            </a:custGeom>
            <a:ln w="5714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" name="object 2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62000" y="5210809"/>
              <a:ext cx="612140" cy="608329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609600" y="5928359"/>
              <a:ext cx="8077200" cy="0"/>
            </a:xfrm>
            <a:custGeom>
              <a:avLst/>
              <a:gdLst/>
              <a:ahLst/>
              <a:cxnLst/>
              <a:rect l="l" t="t" r="r" b="b"/>
              <a:pathLst>
                <a:path w="8077200">
                  <a:moveTo>
                    <a:pt x="0" y="0"/>
                  </a:moveTo>
                  <a:lnTo>
                    <a:pt x="8077200" y="0"/>
                  </a:lnTo>
                </a:path>
              </a:pathLst>
            </a:custGeom>
            <a:ln w="19048">
              <a:solidFill>
                <a:srgbClr val="33669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" name="object 26"/>
          <p:cNvGrpSpPr/>
          <p:nvPr/>
        </p:nvGrpSpPr>
        <p:grpSpPr>
          <a:xfrm>
            <a:off x="595403" y="1662203"/>
            <a:ext cx="8136255" cy="901700"/>
            <a:chOff x="595403" y="1662203"/>
            <a:chExt cx="8136255" cy="901700"/>
          </a:xfrm>
        </p:grpSpPr>
        <p:sp>
          <p:nvSpPr>
            <p:cNvPr id="27" name="object 27"/>
            <p:cNvSpPr/>
            <p:nvPr/>
          </p:nvSpPr>
          <p:spPr>
            <a:xfrm>
              <a:off x="609599" y="2553970"/>
              <a:ext cx="8077200" cy="0"/>
            </a:xfrm>
            <a:custGeom>
              <a:avLst/>
              <a:gdLst/>
              <a:ahLst/>
              <a:cxnLst/>
              <a:rect l="l" t="t" r="r" b="b"/>
              <a:pathLst>
                <a:path w="8077200">
                  <a:moveTo>
                    <a:pt x="0" y="0"/>
                  </a:moveTo>
                  <a:lnTo>
                    <a:pt x="8077200" y="0"/>
                  </a:lnTo>
                </a:path>
              </a:pathLst>
            </a:custGeom>
            <a:ln w="19048">
              <a:solidFill>
                <a:srgbClr val="33669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609599" y="1676400"/>
              <a:ext cx="8107680" cy="866140"/>
            </a:xfrm>
            <a:custGeom>
              <a:avLst/>
              <a:gdLst/>
              <a:ahLst/>
              <a:cxnLst/>
              <a:rect l="l" t="t" r="r" b="b"/>
              <a:pathLst>
                <a:path w="8107680" h="866139">
                  <a:moveTo>
                    <a:pt x="4052570" y="866139"/>
                  </a:moveTo>
                  <a:lnTo>
                    <a:pt x="0" y="866139"/>
                  </a:lnTo>
                  <a:lnTo>
                    <a:pt x="0" y="0"/>
                  </a:lnTo>
                  <a:lnTo>
                    <a:pt x="8107680" y="0"/>
                  </a:lnTo>
                  <a:lnTo>
                    <a:pt x="8107680" y="866139"/>
                  </a:lnTo>
                  <a:lnTo>
                    <a:pt x="4052570" y="866139"/>
                  </a:lnTo>
                  <a:close/>
                </a:path>
              </a:pathLst>
            </a:custGeom>
            <a:ln w="28393">
              <a:solidFill>
                <a:srgbClr val="FF66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9" name="object 2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25" dirty="0"/>
              <a:t>31</a:t>
            </a:fld>
            <a:endParaRPr spc="-25" dirty="0"/>
          </a:p>
        </p:txBody>
      </p:sp>
    </p:spTree>
  </p:cSld>
  <p:clrMapOvr>
    <a:masterClrMapping/>
  </p:clrMapOvr>
  <p:transition>
    <p:wipe dir="r"/>
  </p:transition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80439" y="595630"/>
            <a:ext cx="3017520" cy="403860"/>
          </a:xfrm>
          <a:custGeom>
            <a:avLst/>
            <a:gdLst/>
            <a:ahLst/>
            <a:cxnLst/>
            <a:rect l="l" t="t" r="r" b="b"/>
            <a:pathLst>
              <a:path w="3017520" h="403859">
                <a:moveTo>
                  <a:pt x="3017520" y="0"/>
                </a:moveTo>
                <a:lnTo>
                  <a:pt x="0" y="0"/>
                </a:lnTo>
                <a:lnTo>
                  <a:pt x="0" y="403860"/>
                </a:lnTo>
                <a:lnTo>
                  <a:pt x="1508760" y="403860"/>
                </a:lnTo>
                <a:lnTo>
                  <a:pt x="3017520" y="403860"/>
                </a:lnTo>
                <a:lnTo>
                  <a:pt x="301752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08000">
              <a:lnSpc>
                <a:spcPct val="100000"/>
              </a:lnSpc>
              <a:spcBef>
                <a:spcPts val="100"/>
              </a:spcBef>
            </a:pPr>
            <a:r>
              <a:rPr dirty="0"/>
              <a:t>Instant</a:t>
            </a:r>
            <a:r>
              <a:rPr spc="-140" dirty="0"/>
              <a:t> </a:t>
            </a:r>
            <a:r>
              <a:rPr spc="-25" dirty="0"/>
              <a:t>Provisioning</a:t>
            </a: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93370" y="2694939"/>
            <a:ext cx="8392160" cy="391160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28600" y="3590290"/>
            <a:ext cx="8394700" cy="1314450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215900" y="4206240"/>
            <a:ext cx="3249295" cy="51180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1914"/>
              </a:lnSpc>
              <a:spcBef>
                <a:spcPts val="100"/>
              </a:spcBef>
              <a:tabLst>
                <a:tab pos="1840864" algn="l"/>
                <a:tab pos="2818765" algn="l"/>
              </a:tabLst>
            </a:pPr>
            <a:r>
              <a:rPr sz="1600" dirty="0">
                <a:latin typeface="Arial"/>
                <a:cs typeface="Arial"/>
              </a:rPr>
              <a:t>Determine</a:t>
            </a:r>
            <a:r>
              <a:rPr sz="1600" spc="-50" dirty="0">
                <a:latin typeface="Arial"/>
                <a:cs typeface="Arial"/>
              </a:rPr>
              <a:t> </a:t>
            </a:r>
            <a:r>
              <a:rPr sz="1600" spc="-10" dirty="0">
                <a:latin typeface="Arial"/>
                <a:cs typeface="Arial"/>
              </a:rPr>
              <a:t>Choose</a:t>
            </a:r>
            <a:r>
              <a:rPr sz="1600" dirty="0">
                <a:latin typeface="Arial"/>
                <a:cs typeface="Arial"/>
              </a:rPr>
              <a:t>	</a:t>
            </a:r>
            <a:r>
              <a:rPr sz="1600" spc="-10" dirty="0">
                <a:latin typeface="Arial"/>
                <a:cs typeface="Arial"/>
              </a:rPr>
              <a:t>Choose</a:t>
            </a:r>
            <a:r>
              <a:rPr sz="1600" dirty="0">
                <a:latin typeface="Arial"/>
                <a:cs typeface="Arial"/>
              </a:rPr>
              <a:t>	</a:t>
            </a:r>
            <a:r>
              <a:rPr sz="1600" spc="-20" dirty="0">
                <a:latin typeface="Arial"/>
                <a:cs typeface="Arial"/>
              </a:rPr>
              <a:t>Boot</a:t>
            </a:r>
            <a:endParaRPr sz="1600">
              <a:latin typeface="Arial"/>
              <a:cs typeface="Arial"/>
            </a:endParaRPr>
          </a:p>
          <a:p>
            <a:pPr marR="116839" algn="r">
              <a:lnSpc>
                <a:spcPts val="1914"/>
              </a:lnSpc>
            </a:pPr>
            <a:r>
              <a:rPr sz="1600" spc="-25" dirty="0">
                <a:latin typeface="Arial"/>
                <a:cs typeface="Arial"/>
              </a:rPr>
              <a:t>VM</a:t>
            </a:r>
            <a:endParaRPr sz="1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15900" y="4448809"/>
            <a:ext cx="624205" cy="5130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1600" spc="-10" dirty="0">
                <a:latin typeface="Arial"/>
                <a:cs typeface="Arial"/>
              </a:rPr>
              <a:t>Server </a:t>
            </a:r>
            <a:r>
              <a:rPr sz="1600" spc="-20" dirty="0">
                <a:latin typeface="Arial"/>
                <a:cs typeface="Arial"/>
              </a:rPr>
              <a:t>spec</a:t>
            </a:r>
            <a:endParaRPr sz="1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193800" y="4448809"/>
            <a:ext cx="1655445" cy="5130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  <a:tabLst>
                <a:tab pos="862965" algn="l"/>
              </a:tabLst>
            </a:pPr>
            <a:r>
              <a:rPr sz="1600" spc="-20" dirty="0">
                <a:latin typeface="Arial"/>
                <a:cs typeface="Arial"/>
              </a:rPr>
              <a:t>host</a:t>
            </a:r>
            <a:r>
              <a:rPr sz="1600" dirty="0">
                <a:latin typeface="Arial"/>
                <a:cs typeface="Arial"/>
              </a:rPr>
              <a:t>	</a:t>
            </a:r>
            <a:r>
              <a:rPr sz="1600" spc="-10" dirty="0">
                <a:latin typeface="Arial"/>
                <a:cs typeface="Arial"/>
              </a:rPr>
              <a:t>template system</a:t>
            </a:r>
            <a:endParaRPr sz="1600">
              <a:latin typeface="Arial"/>
              <a:cs typeface="Arial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251459" y="3401059"/>
            <a:ext cx="8691880" cy="0"/>
          </a:xfrm>
          <a:custGeom>
            <a:avLst/>
            <a:gdLst/>
            <a:ahLst/>
            <a:cxnLst/>
            <a:rect l="l" t="t" r="r" b="b"/>
            <a:pathLst>
              <a:path w="8691880">
                <a:moveTo>
                  <a:pt x="0" y="0"/>
                </a:moveTo>
                <a:lnTo>
                  <a:pt x="8691880" y="0"/>
                </a:lnTo>
              </a:path>
            </a:pathLst>
          </a:custGeom>
          <a:ln w="4241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330200" y="1238250"/>
            <a:ext cx="3484245" cy="3149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900" b="1" dirty="0">
                <a:solidFill>
                  <a:srgbClr val="5E5E5E"/>
                </a:solidFill>
                <a:latin typeface="Arial"/>
                <a:cs typeface="Arial"/>
              </a:rPr>
              <a:t>Without</a:t>
            </a:r>
            <a:r>
              <a:rPr sz="1900" b="1" spc="-65" dirty="0">
                <a:solidFill>
                  <a:srgbClr val="5E5E5E"/>
                </a:solidFill>
                <a:latin typeface="Arial"/>
                <a:cs typeface="Arial"/>
              </a:rPr>
              <a:t> </a:t>
            </a:r>
            <a:r>
              <a:rPr sz="1900" b="1" dirty="0">
                <a:solidFill>
                  <a:srgbClr val="5E5E5E"/>
                </a:solidFill>
                <a:latin typeface="Arial"/>
                <a:cs typeface="Arial"/>
              </a:rPr>
              <a:t>VMware</a:t>
            </a:r>
            <a:r>
              <a:rPr sz="1900" b="1" spc="-70" dirty="0">
                <a:solidFill>
                  <a:srgbClr val="5E5E5E"/>
                </a:solidFill>
                <a:latin typeface="Arial"/>
                <a:cs typeface="Arial"/>
              </a:rPr>
              <a:t> </a:t>
            </a:r>
            <a:r>
              <a:rPr sz="1900" b="1" spc="-10" dirty="0">
                <a:solidFill>
                  <a:srgbClr val="5E5E5E"/>
                </a:solidFill>
                <a:latin typeface="Arial"/>
                <a:cs typeface="Arial"/>
              </a:rPr>
              <a:t>Virtualization</a:t>
            </a:r>
            <a:endParaRPr sz="1900">
              <a:latin typeface="Arial"/>
              <a:cs typeface="Arial"/>
            </a:endParaRPr>
          </a:p>
        </p:txBody>
      </p:sp>
      <p:sp>
        <p:nvSpPr>
          <p:cNvPr id="15" name="object 15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25" dirty="0"/>
              <a:t>32</a:t>
            </a:fld>
            <a:endParaRPr spc="-25" dirty="0"/>
          </a:p>
        </p:txBody>
      </p:sp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311150" y="1559758"/>
          <a:ext cx="8594724" cy="7118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315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7289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8556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8811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7545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620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4315">
                <a:tc>
                  <a:txBody>
                    <a:bodyPr/>
                    <a:lstStyle/>
                    <a:p>
                      <a:pPr marL="31750">
                        <a:lnSpc>
                          <a:spcPts val="1750"/>
                        </a:lnSpc>
                      </a:pPr>
                      <a:r>
                        <a:rPr sz="1600" spc="-10" dirty="0">
                          <a:latin typeface="Arial"/>
                          <a:cs typeface="Arial"/>
                        </a:rPr>
                        <a:t>Determine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1750"/>
                        </a:lnSpc>
                      </a:pPr>
                      <a:r>
                        <a:rPr sz="1600" dirty="0">
                          <a:latin typeface="Arial"/>
                          <a:cs typeface="Arial"/>
                        </a:rPr>
                        <a:t>Locate</a:t>
                      </a:r>
                      <a:r>
                        <a:rPr sz="1600" spc="-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600" spc="-25" dirty="0">
                          <a:latin typeface="Arial"/>
                          <a:cs typeface="Arial"/>
                        </a:rPr>
                        <a:t>or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27025">
                        <a:lnSpc>
                          <a:spcPts val="1750"/>
                        </a:lnSpc>
                      </a:pPr>
                      <a:r>
                        <a:rPr sz="1600" dirty="0">
                          <a:latin typeface="Arial"/>
                          <a:cs typeface="Arial"/>
                        </a:rPr>
                        <a:t>Rack</a:t>
                      </a:r>
                      <a:r>
                        <a:rPr sz="1600" spc="-1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600" spc="-25" dirty="0">
                          <a:latin typeface="Arial"/>
                          <a:cs typeface="Arial"/>
                        </a:rPr>
                        <a:t>and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97180">
                        <a:lnSpc>
                          <a:spcPts val="1750"/>
                        </a:lnSpc>
                      </a:pPr>
                      <a:r>
                        <a:rPr sz="1600" spc="-10" dirty="0">
                          <a:latin typeface="Arial"/>
                          <a:cs typeface="Arial"/>
                        </a:rPr>
                        <a:t>Install/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2570">
                <a:tc>
                  <a:txBody>
                    <a:bodyPr/>
                    <a:lstStyle/>
                    <a:p>
                      <a:pPr marL="31750">
                        <a:lnSpc>
                          <a:spcPts val="1814"/>
                        </a:lnSpc>
                      </a:pPr>
                      <a:r>
                        <a:rPr sz="1600" spc="-10" dirty="0">
                          <a:latin typeface="Arial"/>
                          <a:cs typeface="Arial"/>
                        </a:rPr>
                        <a:t>server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ts val="1814"/>
                        </a:lnSpc>
                      </a:pPr>
                      <a:r>
                        <a:rPr sz="1600" spc="-10" dirty="0">
                          <a:latin typeface="Arial"/>
                          <a:cs typeface="Arial"/>
                        </a:rPr>
                        <a:t>purchase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27025">
                        <a:lnSpc>
                          <a:spcPts val="1814"/>
                        </a:lnSpc>
                      </a:pPr>
                      <a:r>
                        <a:rPr sz="1600" spc="-10" dirty="0">
                          <a:latin typeface="Arial"/>
                          <a:cs typeface="Arial"/>
                        </a:rPr>
                        <a:t>cable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755">
                        <a:lnSpc>
                          <a:spcPts val="1814"/>
                        </a:lnSpc>
                      </a:pPr>
                      <a:r>
                        <a:rPr sz="1600" spc="-10" dirty="0">
                          <a:latin typeface="Arial"/>
                          <a:cs typeface="Arial"/>
                        </a:rPr>
                        <a:t>Install/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97180">
                        <a:lnSpc>
                          <a:spcPts val="1814"/>
                        </a:lnSpc>
                      </a:pPr>
                      <a:r>
                        <a:rPr sz="1600" spc="-10" dirty="0">
                          <a:latin typeface="Arial"/>
                          <a:cs typeface="Arial"/>
                        </a:rPr>
                        <a:t>config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85775">
                        <a:lnSpc>
                          <a:spcPts val="1814"/>
                        </a:lnSpc>
                      </a:pPr>
                      <a:r>
                        <a:rPr sz="1600" spc="-20" dirty="0">
                          <a:latin typeface="Arial"/>
                          <a:cs typeface="Arial"/>
                        </a:rPr>
                        <a:t>Boot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950">
                <a:tc>
                  <a:txBody>
                    <a:bodyPr/>
                    <a:lstStyle/>
                    <a:p>
                      <a:pPr marL="31750">
                        <a:lnSpc>
                          <a:spcPts val="1755"/>
                        </a:lnSpc>
                      </a:pPr>
                      <a:r>
                        <a:rPr sz="1600" spc="-20" dirty="0">
                          <a:latin typeface="Arial"/>
                          <a:cs typeface="Arial"/>
                        </a:rPr>
                        <a:t>spec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5560" algn="ctr">
                        <a:lnSpc>
                          <a:spcPts val="1755"/>
                        </a:lnSpc>
                      </a:pPr>
                      <a:r>
                        <a:rPr sz="1600" spc="-10" dirty="0">
                          <a:latin typeface="Arial"/>
                          <a:cs typeface="Arial"/>
                        </a:rPr>
                        <a:t>system(s)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27025">
                        <a:lnSpc>
                          <a:spcPts val="1755"/>
                        </a:lnSpc>
                      </a:pPr>
                      <a:r>
                        <a:rPr sz="1600" spc="-10" dirty="0">
                          <a:latin typeface="Arial"/>
                          <a:cs typeface="Arial"/>
                        </a:rPr>
                        <a:t>system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755">
                        <a:lnSpc>
                          <a:spcPts val="1755"/>
                        </a:lnSpc>
                      </a:pPr>
                      <a:r>
                        <a:rPr sz="1600" dirty="0">
                          <a:latin typeface="Arial"/>
                          <a:cs typeface="Arial"/>
                        </a:rPr>
                        <a:t>config</a:t>
                      </a:r>
                      <a:r>
                        <a:rPr sz="1600" spc="-2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600" spc="-35" dirty="0">
                          <a:latin typeface="Arial"/>
                          <a:cs typeface="Arial"/>
                        </a:rPr>
                        <a:t>OS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97180">
                        <a:lnSpc>
                          <a:spcPts val="1755"/>
                        </a:lnSpc>
                      </a:pPr>
                      <a:r>
                        <a:rPr sz="1600" spc="-10" dirty="0">
                          <a:latin typeface="Arial"/>
                          <a:cs typeface="Arial"/>
                        </a:rPr>
                        <a:t>application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85775">
                        <a:lnSpc>
                          <a:spcPts val="1755"/>
                        </a:lnSpc>
                      </a:pPr>
                      <a:r>
                        <a:rPr sz="1600" spc="-10" dirty="0">
                          <a:latin typeface="Arial"/>
                          <a:cs typeface="Arial"/>
                        </a:rPr>
                        <a:t>system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2" name="object 12"/>
          <p:cNvSpPr txBox="1"/>
          <p:nvPr/>
        </p:nvSpPr>
        <p:spPr>
          <a:xfrm>
            <a:off x="238759" y="5078729"/>
            <a:ext cx="3105785" cy="3149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900" b="1" dirty="0">
                <a:solidFill>
                  <a:srgbClr val="282828"/>
                </a:solidFill>
                <a:latin typeface="Arial"/>
                <a:cs typeface="Arial"/>
              </a:rPr>
              <a:t>With</a:t>
            </a:r>
            <a:r>
              <a:rPr sz="1900" b="1" spc="-40" dirty="0">
                <a:solidFill>
                  <a:srgbClr val="282828"/>
                </a:solidFill>
                <a:latin typeface="Arial"/>
                <a:cs typeface="Arial"/>
              </a:rPr>
              <a:t> </a:t>
            </a:r>
            <a:r>
              <a:rPr sz="1900" b="1" dirty="0">
                <a:solidFill>
                  <a:srgbClr val="282828"/>
                </a:solidFill>
                <a:latin typeface="Arial"/>
                <a:cs typeface="Arial"/>
              </a:rPr>
              <a:t>VMware</a:t>
            </a:r>
            <a:r>
              <a:rPr sz="1900" b="1" spc="-40" dirty="0">
                <a:solidFill>
                  <a:srgbClr val="282828"/>
                </a:solidFill>
                <a:latin typeface="Arial"/>
                <a:cs typeface="Arial"/>
              </a:rPr>
              <a:t> </a:t>
            </a:r>
            <a:r>
              <a:rPr sz="1900" b="1" spc="-10" dirty="0">
                <a:solidFill>
                  <a:srgbClr val="282828"/>
                </a:solidFill>
                <a:latin typeface="Arial"/>
                <a:cs typeface="Arial"/>
              </a:rPr>
              <a:t>Virtualization</a:t>
            </a:r>
            <a:endParaRPr sz="19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495800" y="4649470"/>
            <a:ext cx="2188210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2400" i="1" spc="-10" dirty="0">
                <a:solidFill>
                  <a:srgbClr val="003399"/>
                </a:solidFill>
                <a:latin typeface="Arial"/>
                <a:cs typeface="Arial"/>
              </a:rPr>
              <a:t>Time</a:t>
            </a:r>
            <a:r>
              <a:rPr sz="2400" i="1" spc="-120" dirty="0">
                <a:solidFill>
                  <a:srgbClr val="003399"/>
                </a:solidFill>
                <a:latin typeface="Arial"/>
                <a:cs typeface="Arial"/>
              </a:rPr>
              <a:t> </a:t>
            </a:r>
            <a:r>
              <a:rPr sz="2400" i="1" dirty="0">
                <a:solidFill>
                  <a:srgbClr val="003399"/>
                </a:solidFill>
                <a:latin typeface="Arial"/>
                <a:cs typeface="Arial"/>
              </a:rPr>
              <a:t>for</a:t>
            </a:r>
            <a:r>
              <a:rPr sz="2400" i="1" spc="-35" dirty="0">
                <a:solidFill>
                  <a:srgbClr val="003399"/>
                </a:solidFill>
                <a:latin typeface="Arial"/>
                <a:cs typeface="Arial"/>
              </a:rPr>
              <a:t> </a:t>
            </a:r>
            <a:r>
              <a:rPr sz="2400" i="1" spc="-10" dirty="0">
                <a:solidFill>
                  <a:srgbClr val="003399"/>
                </a:solidFill>
                <a:latin typeface="Arial"/>
                <a:cs typeface="Arial"/>
              </a:rPr>
              <a:t>other </a:t>
            </a:r>
            <a:r>
              <a:rPr sz="2400" i="1" spc="-25" dirty="0">
                <a:solidFill>
                  <a:srgbClr val="003399"/>
                </a:solidFill>
                <a:latin typeface="Arial"/>
                <a:cs typeface="Arial"/>
              </a:rPr>
              <a:t>productive</a:t>
            </a:r>
            <a:r>
              <a:rPr sz="2400" i="1" spc="-80" dirty="0">
                <a:solidFill>
                  <a:srgbClr val="003399"/>
                </a:solidFill>
                <a:latin typeface="Arial"/>
                <a:cs typeface="Arial"/>
              </a:rPr>
              <a:t> </a:t>
            </a:r>
            <a:r>
              <a:rPr sz="2400" i="1" spc="-10" dirty="0">
                <a:solidFill>
                  <a:srgbClr val="003399"/>
                </a:solidFill>
                <a:latin typeface="Arial"/>
                <a:cs typeface="Arial"/>
              </a:rPr>
              <a:t>tasks</a:t>
            </a:r>
            <a:endParaRPr sz="24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293620" y="5715000"/>
            <a:ext cx="4557395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b="1" i="1" dirty="0">
                <a:latin typeface="Arial"/>
                <a:cs typeface="Arial"/>
              </a:rPr>
              <a:t>Increases</a:t>
            </a:r>
            <a:r>
              <a:rPr sz="1800" b="1" i="1" spc="-50" dirty="0">
                <a:latin typeface="Arial"/>
                <a:cs typeface="Arial"/>
              </a:rPr>
              <a:t> </a:t>
            </a:r>
            <a:r>
              <a:rPr sz="1800" b="1" i="1" dirty="0">
                <a:latin typeface="Arial"/>
                <a:cs typeface="Arial"/>
              </a:rPr>
              <a:t>Efficiency</a:t>
            </a:r>
            <a:r>
              <a:rPr sz="1800" b="1" i="1" spc="-50" dirty="0">
                <a:latin typeface="Arial"/>
                <a:cs typeface="Arial"/>
              </a:rPr>
              <a:t> </a:t>
            </a:r>
            <a:r>
              <a:rPr sz="1800" b="1" i="1" dirty="0">
                <a:latin typeface="Arial"/>
                <a:cs typeface="Arial"/>
              </a:rPr>
              <a:t>and</a:t>
            </a:r>
            <a:r>
              <a:rPr sz="1800" b="1" i="1" spc="-50" dirty="0">
                <a:latin typeface="Arial"/>
                <a:cs typeface="Arial"/>
              </a:rPr>
              <a:t> </a:t>
            </a:r>
            <a:r>
              <a:rPr sz="1800" b="1" i="1" spc="-10" dirty="0">
                <a:latin typeface="Arial"/>
                <a:cs typeface="Arial"/>
              </a:rPr>
              <a:t>Responsiveness</a:t>
            </a:r>
            <a:endParaRPr sz="1800">
              <a:latin typeface="Arial"/>
              <a:cs typeface="Arial"/>
            </a:endParaRPr>
          </a:p>
        </p:txBody>
      </p:sp>
    </p:spTree>
  </p:cSld>
  <p:clrMapOvr>
    <a:masterClrMapping/>
  </p:clrMapOvr>
  <p:transition>
    <p:wipe dir="r"/>
  </p:transition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60119" y="492759"/>
            <a:ext cx="6240780" cy="609600"/>
          </a:xfrm>
          <a:custGeom>
            <a:avLst/>
            <a:gdLst/>
            <a:ahLst/>
            <a:cxnLst/>
            <a:rect l="l" t="t" r="r" b="b"/>
            <a:pathLst>
              <a:path w="6240780" h="609600">
                <a:moveTo>
                  <a:pt x="6240780" y="0"/>
                </a:moveTo>
                <a:lnTo>
                  <a:pt x="0" y="0"/>
                </a:lnTo>
                <a:lnTo>
                  <a:pt x="0" y="609600"/>
                </a:lnTo>
                <a:lnTo>
                  <a:pt x="3120390" y="609600"/>
                </a:lnTo>
                <a:lnTo>
                  <a:pt x="6240780" y="609600"/>
                </a:lnTo>
                <a:lnTo>
                  <a:pt x="62407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993139" y="481329"/>
            <a:ext cx="5370195" cy="589280"/>
          </a:xfrm>
          <a:prstGeom prst="rect">
            <a:avLst/>
          </a:prstGeom>
        </p:spPr>
        <p:txBody>
          <a:bodyPr vert="horz" wrap="square" lIns="0" tIns="59055" rIns="0" bIns="0" rtlCol="0">
            <a:spAutoFit/>
          </a:bodyPr>
          <a:lstStyle/>
          <a:p>
            <a:pPr marL="12700" marR="5080">
              <a:lnSpc>
                <a:spcPts val="2039"/>
              </a:lnSpc>
              <a:spcBef>
                <a:spcPts val="465"/>
              </a:spcBef>
            </a:pPr>
            <a:r>
              <a:rPr sz="2000" dirty="0"/>
              <a:t>VMware</a:t>
            </a:r>
            <a:r>
              <a:rPr sz="2000" spc="-50" dirty="0"/>
              <a:t> </a:t>
            </a:r>
            <a:r>
              <a:rPr sz="2000" dirty="0"/>
              <a:t>Infrastructure</a:t>
            </a:r>
            <a:r>
              <a:rPr sz="2000" spc="-35" dirty="0"/>
              <a:t> </a:t>
            </a:r>
            <a:r>
              <a:rPr sz="2000" dirty="0"/>
              <a:t>–</a:t>
            </a:r>
            <a:r>
              <a:rPr sz="2000" spc="-40" dirty="0"/>
              <a:t> </a:t>
            </a:r>
            <a:r>
              <a:rPr sz="2000" dirty="0"/>
              <a:t>Key</a:t>
            </a:r>
            <a:r>
              <a:rPr sz="2000" spc="-45" dirty="0"/>
              <a:t> </a:t>
            </a:r>
            <a:r>
              <a:rPr sz="2000" dirty="0"/>
              <a:t>Solutions</a:t>
            </a:r>
            <a:r>
              <a:rPr sz="2000" spc="-35" dirty="0"/>
              <a:t> </a:t>
            </a:r>
            <a:r>
              <a:rPr sz="2000" dirty="0"/>
              <a:t>/</a:t>
            </a:r>
            <a:r>
              <a:rPr sz="2000" spc="-55" dirty="0"/>
              <a:t> </a:t>
            </a:r>
            <a:r>
              <a:rPr sz="2000" spc="-25" dirty="0"/>
              <a:t>Use </a:t>
            </a:r>
            <a:r>
              <a:rPr sz="2000" spc="-10" dirty="0"/>
              <a:t>Cases</a:t>
            </a:r>
            <a:endParaRPr sz="2000"/>
          </a:p>
        </p:txBody>
      </p:sp>
      <p:grpSp>
        <p:nvGrpSpPr>
          <p:cNvPr id="4" name="object 4"/>
          <p:cNvGrpSpPr/>
          <p:nvPr/>
        </p:nvGrpSpPr>
        <p:grpSpPr>
          <a:xfrm>
            <a:off x="705484" y="4290695"/>
            <a:ext cx="722630" cy="723900"/>
            <a:chOff x="705484" y="4290695"/>
            <a:chExt cx="722630" cy="723900"/>
          </a:xfrm>
        </p:grpSpPr>
        <p:sp>
          <p:nvSpPr>
            <p:cNvPr id="5" name="object 5"/>
            <p:cNvSpPr/>
            <p:nvPr/>
          </p:nvSpPr>
          <p:spPr>
            <a:xfrm>
              <a:off x="734059" y="4319270"/>
              <a:ext cx="665480" cy="666750"/>
            </a:xfrm>
            <a:custGeom>
              <a:avLst/>
              <a:gdLst/>
              <a:ahLst/>
              <a:cxnLst/>
              <a:rect l="l" t="t" r="r" b="b"/>
              <a:pathLst>
                <a:path w="665480" h="666750">
                  <a:moveTo>
                    <a:pt x="332740" y="666749"/>
                  </a:moveTo>
                  <a:lnTo>
                    <a:pt x="0" y="666749"/>
                  </a:lnTo>
                  <a:lnTo>
                    <a:pt x="0" y="0"/>
                  </a:lnTo>
                  <a:lnTo>
                    <a:pt x="665480" y="0"/>
                  </a:lnTo>
                  <a:lnTo>
                    <a:pt x="665480" y="666749"/>
                  </a:lnTo>
                  <a:lnTo>
                    <a:pt x="332740" y="666749"/>
                  </a:lnTo>
                  <a:close/>
                </a:path>
              </a:pathLst>
            </a:custGeom>
            <a:ln w="5714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61999" y="4348480"/>
              <a:ext cx="609600" cy="609600"/>
            </a:xfrm>
            <a:prstGeom prst="rect">
              <a:avLst/>
            </a:prstGeom>
          </p:spPr>
        </p:pic>
      </p:grpSp>
      <p:grpSp>
        <p:nvGrpSpPr>
          <p:cNvPr id="7" name="object 7"/>
          <p:cNvGrpSpPr/>
          <p:nvPr/>
        </p:nvGrpSpPr>
        <p:grpSpPr>
          <a:xfrm>
            <a:off x="600075" y="1069975"/>
            <a:ext cx="8096250" cy="3112770"/>
            <a:chOff x="600075" y="1069975"/>
            <a:chExt cx="8096250" cy="3112770"/>
          </a:xfrm>
        </p:grpSpPr>
        <p:sp>
          <p:nvSpPr>
            <p:cNvPr id="8" name="object 8"/>
            <p:cNvSpPr/>
            <p:nvPr/>
          </p:nvSpPr>
          <p:spPr>
            <a:xfrm>
              <a:off x="609600" y="1720850"/>
              <a:ext cx="8077200" cy="0"/>
            </a:xfrm>
            <a:custGeom>
              <a:avLst/>
              <a:gdLst/>
              <a:ahLst/>
              <a:cxnLst/>
              <a:rect l="l" t="t" r="r" b="b"/>
              <a:pathLst>
                <a:path w="8077200">
                  <a:moveTo>
                    <a:pt x="0" y="0"/>
                  </a:moveTo>
                  <a:lnTo>
                    <a:pt x="8077200" y="0"/>
                  </a:lnTo>
                </a:path>
              </a:pathLst>
            </a:custGeom>
            <a:ln w="19048">
              <a:solidFill>
                <a:srgbClr val="33669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734060" y="1098550"/>
              <a:ext cx="662940" cy="646430"/>
            </a:xfrm>
            <a:custGeom>
              <a:avLst/>
              <a:gdLst/>
              <a:ahLst/>
              <a:cxnLst/>
              <a:rect l="l" t="t" r="r" b="b"/>
              <a:pathLst>
                <a:path w="662940" h="646430">
                  <a:moveTo>
                    <a:pt x="331470" y="646429"/>
                  </a:moveTo>
                  <a:lnTo>
                    <a:pt x="0" y="646429"/>
                  </a:lnTo>
                  <a:lnTo>
                    <a:pt x="0" y="0"/>
                  </a:lnTo>
                  <a:lnTo>
                    <a:pt x="662940" y="0"/>
                  </a:lnTo>
                  <a:lnTo>
                    <a:pt x="662940" y="646429"/>
                  </a:lnTo>
                  <a:lnTo>
                    <a:pt x="331470" y="646429"/>
                  </a:lnTo>
                  <a:close/>
                </a:path>
              </a:pathLst>
            </a:custGeom>
            <a:ln w="5714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62000" y="1126489"/>
              <a:ext cx="607060" cy="589279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734060" y="3478529"/>
              <a:ext cx="668020" cy="675640"/>
            </a:xfrm>
            <a:custGeom>
              <a:avLst/>
              <a:gdLst/>
              <a:ahLst/>
              <a:cxnLst/>
              <a:rect l="l" t="t" r="r" b="b"/>
              <a:pathLst>
                <a:path w="668019" h="675639">
                  <a:moveTo>
                    <a:pt x="332740" y="675640"/>
                  </a:moveTo>
                  <a:lnTo>
                    <a:pt x="0" y="675640"/>
                  </a:lnTo>
                  <a:lnTo>
                    <a:pt x="0" y="0"/>
                  </a:lnTo>
                  <a:lnTo>
                    <a:pt x="668020" y="0"/>
                  </a:lnTo>
                  <a:lnTo>
                    <a:pt x="668020" y="675640"/>
                  </a:lnTo>
                  <a:lnTo>
                    <a:pt x="332740" y="675640"/>
                  </a:lnTo>
                  <a:close/>
                </a:path>
              </a:pathLst>
            </a:custGeom>
            <a:ln w="5714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62000" y="3506470"/>
              <a:ext cx="610869" cy="619759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734060" y="2668269"/>
              <a:ext cx="668020" cy="673100"/>
            </a:xfrm>
            <a:custGeom>
              <a:avLst/>
              <a:gdLst/>
              <a:ahLst/>
              <a:cxnLst/>
              <a:rect l="l" t="t" r="r" b="b"/>
              <a:pathLst>
                <a:path w="668019" h="673100">
                  <a:moveTo>
                    <a:pt x="332740" y="673100"/>
                  </a:moveTo>
                  <a:lnTo>
                    <a:pt x="0" y="673100"/>
                  </a:lnTo>
                  <a:lnTo>
                    <a:pt x="0" y="0"/>
                  </a:lnTo>
                  <a:lnTo>
                    <a:pt x="668020" y="0"/>
                  </a:lnTo>
                  <a:lnTo>
                    <a:pt x="668020" y="673100"/>
                  </a:lnTo>
                  <a:lnTo>
                    <a:pt x="332740" y="673100"/>
                  </a:lnTo>
                  <a:close/>
                </a:path>
              </a:pathLst>
            </a:custGeom>
            <a:ln w="5714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" name="object 1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62000" y="2697479"/>
              <a:ext cx="610869" cy="615950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718820" y="1803400"/>
              <a:ext cx="666750" cy="666750"/>
            </a:xfrm>
            <a:custGeom>
              <a:avLst/>
              <a:gdLst/>
              <a:ahLst/>
              <a:cxnLst/>
              <a:rect l="l" t="t" r="r" b="b"/>
              <a:pathLst>
                <a:path w="666750" h="666750">
                  <a:moveTo>
                    <a:pt x="334010" y="666750"/>
                  </a:moveTo>
                  <a:lnTo>
                    <a:pt x="0" y="666750"/>
                  </a:lnTo>
                  <a:lnTo>
                    <a:pt x="0" y="0"/>
                  </a:lnTo>
                  <a:lnTo>
                    <a:pt x="666749" y="0"/>
                  </a:lnTo>
                  <a:lnTo>
                    <a:pt x="666749" y="666750"/>
                  </a:lnTo>
                  <a:lnTo>
                    <a:pt x="334010" y="666750"/>
                  </a:lnTo>
                  <a:close/>
                </a:path>
              </a:pathLst>
            </a:custGeom>
            <a:ln w="5714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48029" y="1831340"/>
              <a:ext cx="609600" cy="609600"/>
            </a:xfrm>
            <a:prstGeom prst="rect">
              <a:avLst/>
            </a:prstGeom>
          </p:spPr>
        </p:pic>
      </p:grpSp>
      <p:sp>
        <p:nvSpPr>
          <p:cNvPr id="17" name="object 17"/>
          <p:cNvSpPr txBox="1"/>
          <p:nvPr/>
        </p:nvSpPr>
        <p:spPr>
          <a:xfrm>
            <a:off x="646656" y="1136650"/>
            <a:ext cx="8079740" cy="4739640"/>
          </a:xfrm>
          <a:prstGeom prst="rect">
            <a:avLst/>
          </a:prstGeom>
        </p:spPr>
        <p:txBody>
          <a:bodyPr vert="horz" wrap="square" lIns="0" tIns="55244" rIns="0" bIns="0" rtlCol="0">
            <a:spAutoFit/>
          </a:bodyPr>
          <a:lstStyle/>
          <a:p>
            <a:pPr marL="1326515" marR="622935">
              <a:lnSpc>
                <a:spcPts val="1830"/>
              </a:lnSpc>
              <a:spcBef>
                <a:spcPts val="434"/>
              </a:spcBef>
            </a:pP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Server</a:t>
            </a:r>
            <a:r>
              <a:rPr sz="1800" b="1" spc="-55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Consolidation</a:t>
            </a:r>
            <a:r>
              <a:rPr sz="1800" b="1" spc="-45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and</a:t>
            </a:r>
            <a:r>
              <a:rPr sz="1800" b="1" spc="-40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Containment</a:t>
            </a:r>
            <a:r>
              <a:rPr sz="1800" b="1" spc="-40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B9B9B9"/>
                </a:solidFill>
                <a:latin typeface="Arial"/>
                <a:cs typeface="Arial"/>
              </a:rPr>
              <a:t>–</a:t>
            </a:r>
            <a:r>
              <a:rPr sz="1800" spc="-55" dirty="0">
                <a:solidFill>
                  <a:srgbClr val="B9B9B9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Eliminate</a:t>
            </a:r>
            <a:r>
              <a:rPr sz="1800" spc="-5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server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sprawl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by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deploying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systems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into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virtual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machines</a:t>
            </a:r>
            <a:endParaRPr sz="1800">
              <a:latin typeface="Arial"/>
              <a:cs typeface="Arial"/>
            </a:endParaRPr>
          </a:p>
          <a:p>
            <a:pPr marL="1312545" marR="297815">
              <a:lnSpc>
                <a:spcPts val="1830"/>
              </a:lnSpc>
              <a:spcBef>
                <a:spcPts val="1210"/>
              </a:spcBef>
            </a:pP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Infrastructure</a:t>
            </a:r>
            <a:r>
              <a:rPr sz="1800" b="1" spc="-50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Provisioning</a:t>
            </a:r>
            <a:r>
              <a:rPr sz="1800" b="1" spc="-35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–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Reduce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the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time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for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provisioning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new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infrastructure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to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minutes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with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sophisticated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automation capabilities.</a:t>
            </a:r>
            <a:endParaRPr sz="1800">
              <a:latin typeface="Arial"/>
              <a:cs typeface="Arial"/>
            </a:endParaRPr>
          </a:p>
          <a:p>
            <a:pPr marL="1326515" marR="161925">
              <a:lnSpc>
                <a:spcPct val="85000"/>
              </a:lnSpc>
              <a:spcBef>
                <a:spcPts val="1090"/>
              </a:spcBef>
            </a:pP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Business</a:t>
            </a:r>
            <a:r>
              <a:rPr sz="1800" b="1" spc="-45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Continuity</a:t>
            </a:r>
            <a:r>
              <a:rPr sz="1800" b="1" spc="-30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–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Reduce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the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cost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and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complexity</a:t>
            </a:r>
            <a:r>
              <a:rPr sz="1800" spc="-2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25" dirty="0">
                <a:solidFill>
                  <a:srgbClr val="333333"/>
                </a:solidFill>
                <a:latin typeface="Arial"/>
                <a:cs typeface="Arial"/>
              </a:rPr>
              <a:t>of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business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continuity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by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encapsulating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entire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systems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files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that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25" dirty="0">
                <a:solidFill>
                  <a:srgbClr val="333333"/>
                </a:solidFill>
                <a:latin typeface="Arial"/>
                <a:cs typeface="Arial"/>
              </a:rPr>
              <a:t>can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be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replicated</a:t>
            </a:r>
            <a:r>
              <a:rPr sz="1800" spc="-2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and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restored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onto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any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target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server</a:t>
            </a:r>
            <a:endParaRPr sz="1800">
              <a:latin typeface="Arial"/>
              <a:cs typeface="Arial"/>
            </a:endParaRPr>
          </a:p>
          <a:p>
            <a:pPr marL="1326515" marR="187325">
              <a:lnSpc>
                <a:spcPct val="85000"/>
              </a:lnSpc>
              <a:spcBef>
                <a:spcPts val="1110"/>
              </a:spcBef>
            </a:pP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Test</a:t>
            </a:r>
            <a:r>
              <a:rPr sz="1800" b="1" spc="-30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and</a:t>
            </a:r>
            <a:r>
              <a:rPr sz="1800" b="1" spc="-25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Development</a:t>
            </a:r>
            <a:r>
              <a:rPr sz="1800" b="1" spc="-40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–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Rapidly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provision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and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re-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provision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20" dirty="0">
                <a:solidFill>
                  <a:srgbClr val="333333"/>
                </a:solidFill>
                <a:latin typeface="Arial"/>
                <a:cs typeface="Arial"/>
              </a:rPr>
              <a:t>test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and</a:t>
            </a:r>
            <a:r>
              <a:rPr sz="1800" spc="-5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development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servers;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store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libraries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of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pre-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configured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20" dirty="0">
                <a:solidFill>
                  <a:srgbClr val="333333"/>
                </a:solidFill>
                <a:latin typeface="Arial"/>
                <a:cs typeface="Arial"/>
              </a:rPr>
              <a:t>test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machines</a:t>
            </a:r>
            <a:endParaRPr sz="1800">
              <a:latin typeface="Arial"/>
              <a:cs typeface="Arial"/>
            </a:endParaRPr>
          </a:p>
          <a:p>
            <a:pPr marL="1327785" marR="189865">
              <a:lnSpc>
                <a:spcPts val="1830"/>
              </a:lnSpc>
              <a:spcBef>
                <a:spcPts val="1120"/>
              </a:spcBef>
              <a:tabLst>
                <a:tab pos="6353175" algn="l"/>
              </a:tabLst>
            </a:pP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Enterprise</a:t>
            </a:r>
            <a:r>
              <a:rPr sz="1800" b="1" spc="-50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Desktop</a:t>
            </a:r>
            <a:r>
              <a:rPr sz="1800" b="1" spc="-35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–</a:t>
            </a:r>
            <a:r>
              <a:rPr sz="1800" spc="-5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Secure</a:t>
            </a:r>
            <a:r>
              <a:rPr sz="1800" spc="-5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unmanaged</a:t>
            </a:r>
            <a:r>
              <a:rPr sz="1800" spc="-5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20" dirty="0">
                <a:solidFill>
                  <a:srgbClr val="333333"/>
                </a:solidFill>
                <a:latin typeface="Arial"/>
                <a:cs typeface="Arial"/>
              </a:rPr>
              <a:t>PCs.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	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Alternatively,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provide</a:t>
            </a:r>
            <a:r>
              <a:rPr sz="1800" spc="-6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standardized</a:t>
            </a:r>
            <a:r>
              <a:rPr sz="1800" spc="-6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enterprise</a:t>
            </a:r>
            <a:r>
              <a:rPr sz="1800" spc="-5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desktop</a:t>
            </a:r>
            <a:r>
              <a:rPr sz="1800" spc="-6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environments</a:t>
            </a:r>
            <a:r>
              <a:rPr sz="1800" spc="-5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hosted</a:t>
            </a:r>
            <a:r>
              <a:rPr sz="1800" spc="-6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on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servers.</a:t>
            </a:r>
            <a:endParaRPr sz="1800">
              <a:latin typeface="Arial"/>
              <a:cs typeface="Arial"/>
            </a:endParaRPr>
          </a:p>
          <a:p>
            <a:pPr marL="1327785" marR="161925">
              <a:lnSpc>
                <a:spcPct val="85000"/>
              </a:lnSpc>
              <a:spcBef>
                <a:spcPts val="1095"/>
              </a:spcBef>
            </a:pP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Legacy</a:t>
            </a:r>
            <a:r>
              <a:rPr sz="1800" b="1" spc="-45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Application</a:t>
            </a:r>
            <a:r>
              <a:rPr sz="1800" b="1" spc="-25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b="1" spc="-10" dirty="0">
                <a:solidFill>
                  <a:srgbClr val="33669A"/>
                </a:solidFill>
                <a:latin typeface="Arial"/>
                <a:cs typeface="Arial"/>
              </a:rPr>
              <a:t>Re-</a:t>
            </a: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hosting</a:t>
            </a:r>
            <a:r>
              <a:rPr sz="1800" b="1" spc="-30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–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Migrate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legacy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operating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systems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and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software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applications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to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virtual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machines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running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25" dirty="0">
                <a:solidFill>
                  <a:srgbClr val="333333"/>
                </a:solidFill>
                <a:latin typeface="Arial"/>
                <a:cs typeface="Arial"/>
              </a:rPr>
              <a:t>on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new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hardware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for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better</a:t>
            </a:r>
            <a:r>
              <a:rPr sz="1800" spc="-2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reliability</a:t>
            </a:r>
            <a:endParaRPr sz="1800">
              <a:latin typeface="Arial"/>
              <a:cs typeface="Arial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609600" y="4240529"/>
            <a:ext cx="8077200" cy="0"/>
          </a:xfrm>
          <a:custGeom>
            <a:avLst/>
            <a:gdLst/>
            <a:ahLst/>
            <a:cxnLst/>
            <a:rect l="l" t="t" r="r" b="b"/>
            <a:pathLst>
              <a:path w="8077200">
                <a:moveTo>
                  <a:pt x="0" y="0"/>
                </a:moveTo>
                <a:lnTo>
                  <a:pt x="8077200" y="0"/>
                </a:lnTo>
              </a:path>
            </a:pathLst>
          </a:custGeom>
          <a:ln w="19048">
            <a:solidFill>
              <a:srgbClr val="33669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609600" y="5074920"/>
            <a:ext cx="8077200" cy="0"/>
          </a:xfrm>
          <a:custGeom>
            <a:avLst/>
            <a:gdLst/>
            <a:ahLst/>
            <a:cxnLst/>
            <a:rect l="l" t="t" r="r" b="b"/>
            <a:pathLst>
              <a:path w="8077200">
                <a:moveTo>
                  <a:pt x="0" y="0"/>
                </a:moveTo>
                <a:lnTo>
                  <a:pt x="8077200" y="0"/>
                </a:lnTo>
              </a:path>
            </a:pathLst>
          </a:custGeom>
          <a:ln w="19048">
            <a:solidFill>
              <a:srgbClr val="33669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" name="object 20"/>
          <p:cNvGrpSpPr/>
          <p:nvPr/>
        </p:nvGrpSpPr>
        <p:grpSpPr>
          <a:xfrm>
            <a:off x="609600" y="5153026"/>
            <a:ext cx="8077200" cy="784860"/>
            <a:chOff x="609600" y="5153026"/>
            <a:chExt cx="8077200" cy="784860"/>
          </a:xfrm>
        </p:grpSpPr>
        <p:sp>
          <p:nvSpPr>
            <p:cNvPr id="21" name="object 21"/>
            <p:cNvSpPr/>
            <p:nvPr/>
          </p:nvSpPr>
          <p:spPr>
            <a:xfrm>
              <a:off x="734060" y="5181599"/>
              <a:ext cx="668020" cy="665480"/>
            </a:xfrm>
            <a:custGeom>
              <a:avLst/>
              <a:gdLst/>
              <a:ahLst/>
              <a:cxnLst/>
              <a:rect l="l" t="t" r="r" b="b"/>
              <a:pathLst>
                <a:path w="668019" h="665479">
                  <a:moveTo>
                    <a:pt x="332740" y="665480"/>
                  </a:moveTo>
                  <a:lnTo>
                    <a:pt x="0" y="665480"/>
                  </a:lnTo>
                  <a:lnTo>
                    <a:pt x="0" y="0"/>
                  </a:lnTo>
                  <a:lnTo>
                    <a:pt x="668020" y="0"/>
                  </a:lnTo>
                  <a:lnTo>
                    <a:pt x="668020" y="665480"/>
                  </a:lnTo>
                  <a:lnTo>
                    <a:pt x="332740" y="665480"/>
                  </a:lnTo>
                  <a:close/>
                </a:path>
              </a:pathLst>
            </a:custGeom>
            <a:ln w="5714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" name="object 2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62000" y="5210809"/>
              <a:ext cx="612140" cy="608329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609600" y="5928359"/>
              <a:ext cx="8077200" cy="0"/>
            </a:xfrm>
            <a:custGeom>
              <a:avLst/>
              <a:gdLst/>
              <a:ahLst/>
              <a:cxnLst/>
              <a:rect l="l" t="t" r="r" b="b"/>
              <a:pathLst>
                <a:path w="8077200">
                  <a:moveTo>
                    <a:pt x="0" y="0"/>
                  </a:moveTo>
                  <a:lnTo>
                    <a:pt x="8077200" y="0"/>
                  </a:lnTo>
                </a:path>
              </a:pathLst>
            </a:custGeom>
            <a:ln w="19048">
              <a:solidFill>
                <a:srgbClr val="33669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" name="object 24"/>
          <p:cNvGrpSpPr/>
          <p:nvPr/>
        </p:nvGrpSpPr>
        <p:grpSpPr>
          <a:xfrm>
            <a:off x="609600" y="2500403"/>
            <a:ext cx="8145145" cy="942975"/>
            <a:chOff x="609600" y="2500403"/>
            <a:chExt cx="8145145" cy="942975"/>
          </a:xfrm>
        </p:grpSpPr>
        <p:sp>
          <p:nvSpPr>
            <p:cNvPr id="25" name="object 25"/>
            <p:cNvSpPr/>
            <p:nvPr/>
          </p:nvSpPr>
          <p:spPr>
            <a:xfrm>
              <a:off x="609600" y="2553970"/>
              <a:ext cx="8077200" cy="850900"/>
            </a:xfrm>
            <a:custGeom>
              <a:avLst/>
              <a:gdLst/>
              <a:ahLst/>
              <a:cxnLst/>
              <a:rect l="l" t="t" r="r" b="b"/>
              <a:pathLst>
                <a:path w="8077200" h="850900">
                  <a:moveTo>
                    <a:pt x="0" y="0"/>
                  </a:moveTo>
                  <a:lnTo>
                    <a:pt x="8077200" y="0"/>
                  </a:lnTo>
                </a:path>
                <a:path w="8077200" h="850900">
                  <a:moveTo>
                    <a:pt x="0" y="850900"/>
                  </a:moveTo>
                  <a:lnTo>
                    <a:pt x="8077200" y="850900"/>
                  </a:lnTo>
                </a:path>
              </a:pathLst>
            </a:custGeom>
            <a:ln w="19048">
              <a:solidFill>
                <a:srgbClr val="33669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632459" y="2514600"/>
              <a:ext cx="8107680" cy="914400"/>
            </a:xfrm>
            <a:custGeom>
              <a:avLst/>
              <a:gdLst/>
              <a:ahLst/>
              <a:cxnLst/>
              <a:rect l="l" t="t" r="r" b="b"/>
              <a:pathLst>
                <a:path w="8107680" h="914400">
                  <a:moveTo>
                    <a:pt x="4053840" y="914400"/>
                  </a:moveTo>
                  <a:lnTo>
                    <a:pt x="0" y="914400"/>
                  </a:lnTo>
                  <a:lnTo>
                    <a:pt x="0" y="0"/>
                  </a:lnTo>
                  <a:lnTo>
                    <a:pt x="8107680" y="0"/>
                  </a:lnTo>
                  <a:lnTo>
                    <a:pt x="8107680" y="914400"/>
                  </a:lnTo>
                  <a:lnTo>
                    <a:pt x="4053840" y="914400"/>
                  </a:lnTo>
                  <a:close/>
                </a:path>
              </a:pathLst>
            </a:custGeom>
            <a:ln w="28393">
              <a:solidFill>
                <a:srgbClr val="FF66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" name="object 27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25" dirty="0"/>
              <a:t>33</a:t>
            </a:fld>
            <a:endParaRPr spc="-25" dirty="0"/>
          </a:p>
        </p:txBody>
      </p:sp>
    </p:spTree>
  </p:cSld>
  <p:clrMapOvr>
    <a:masterClrMapping/>
  </p:clrMapOvr>
  <p:transition>
    <p:wipe dir="r"/>
  </p:transition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80439" y="595630"/>
            <a:ext cx="3121660" cy="403860"/>
          </a:xfrm>
          <a:custGeom>
            <a:avLst/>
            <a:gdLst/>
            <a:ahLst/>
            <a:cxnLst/>
            <a:rect l="l" t="t" r="r" b="b"/>
            <a:pathLst>
              <a:path w="3121660" h="403859">
                <a:moveTo>
                  <a:pt x="3121660" y="0"/>
                </a:moveTo>
                <a:lnTo>
                  <a:pt x="0" y="0"/>
                </a:lnTo>
                <a:lnTo>
                  <a:pt x="0" y="403860"/>
                </a:lnTo>
                <a:lnTo>
                  <a:pt x="1560830" y="403860"/>
                </a:lnTo>
                <a:lnTo>
                  <a:pt x="3121660" y="403860"/>
                </a:lnTo>
                <a:lnTo>
                  <a:pt x="312166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013460" y="574040"/>
            <a:ext cx="29476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b="1" spc="-20" dirty="0">
                <a:solidFill>
                  <a:srgbClr val="7C9AC5"/>
                </a:solidFill>
                <a:latin typeface="Arial"/>
                <a:cs typeface="Arial"/>
              </a:rPr>
              <a:t>Business</a:t>
            </a:r>
            <a:r>
              <a:rPr sz="2400" b="1" spc="-90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2400" b="1" spc="-10" dirty="0">
                <a:solidFill>
                  <a:srgbClr val="7C9AC5"/>
                </a:solidFill>
                <a:latin typeface="Arial"/>
                <a:cs typeface="Arial"/>
              </a:rPr>
              <a:t>Continuity</a:t>
            </a:r>
            <a:endParaRPr sz="2400">
              <a:latin typeface="Arial"/>
              <a:cs typeface="Arial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411480" y="1717040"/>
            <a:ext cx="8086090" cy="938530"/>
          </a:xfrm>
          <a:prstGeom prst="rect">
            <a:avLst/>
          </a:prstGeom>
        </p:spPr>
        <p:txBody>
          <a:bodyPr vert="horz" wrap="square" lIns="0" tIns="26669" rIns="0" bIns="0" rtlCol="0">
            <a:spAutoFit/>
          </a:bodyPr>
          <a:lstStyle/>
          <a:p>
            <a:pPr marL="12700" marR="5080">
              <a:lnSpc>
                <a:spcPts val="3590"/>
              </a:lnSpc>
              <a:spcBef>
                <a:spcPts val="209"/>
              </a:spcBef>
            </a:pPr>
            <a:r>
              <a:rPr sz="4500" b="0" baseline="2777" dirty="0">
                <a:solidFill>
                  <a:srgbClr val="333333"/>
                </a:solidFill>
                <a:latin typeface="Noto Sans Symbols2"/>
                <a:cs typeface="Noto Sans Symbols2"/>
              </a:rPr>
              <a:t>⯈</a:t>
            </a:r>
            <a:r>
              <a:rPr sz="3000" dirty="0">
                <a:solidFill>
                  <a:srgbClr val="333333"/>
                </a:solidFill>
              </a:rPr>
              <a:t>63%</a:t>
            </a:r>
            <a:r>
              <a:rPr sz="3000" spc="-45" dirty="0">
                <a:solidFill>
                  <a:srgbClr val="333333"/>
                </a:solidFill>
              </a:rPr>
              <a:t> </a:t>
            </a:r>
            <a:r>
              <a:rPr sz="3000" dirty="0">
                <a:solidFill>
                  <a:srgbClr val="333333"/>
                </a:solidFill>
              </a:rPr>
              <a:t>of</a:t>
            </a:r>
            <a:r>
              <a:rPr sz="3000" spc="-30" dirty="0">
                <a:solidFill>
                  <a:srgbClr val="333333"/>
                </a:solidFill>
              </a:rPr>
              <a:t> </a:t>
            </a:r>
            <a:r>
              <a:rPr sz="3000" dirty="0">
                <a:solidFill>
                  <a:srgbClr val="333333"/>
                </a:solidFill>
              </a:rPr>
              <a:t>VMware</a:t>
            </a:r>
            <a:r>
              <a:rPr sz="3000" spc="-35" dirty="0">
                <a:solidFill>
                  <a:srgbClr val="333333"/>
                </a:solidFill>
              </a:rPr>
              <a:t> </a:t>
            </a:r>
            <a:r>
              <a:rPr sz="3000" dirty="0">
                <a:solidFill>
                  <a:srgbClr val="333333"/>
                </a:solidFill>
              </a:rPr>
              <a:t>customers</a:t>
            </a:r>
            <a:r>
              <a:rPr sz="3000" spc="-40" dirty="0">
                <a:solidFill>
                  <a:srgbClr val="333333"/>
                </a:solidFill>
              </a:rPr>
              <a:t> </a:t>
            </a:r>
            <a:r>
              <a:rPr sz="3000" dirty="0">
                <a:solidFill>
                  <a:srgbClr val="333333"/>
                </a:solidFill>
              </a:rPr>
              <a:t>use</a:t>
            </a:r>
            <a:r>
              <a:rPr sz="3000" spc="-35" dirty="0">
                <a:solidFill>
                  <a:srgbClr val="333333"/>
                </a:solidFill>
              </a:rPr>
              <a:t> </a:t>
            </a:r>
            <a:r>
              <a:rPr sz="3000" dirty="0">
                <a:solidFill>
                  <a:srgbClr val="333333"/>
                </a:solidFill>
              </a:rPr>
              <a:t>VMware</a:t>
            </a:r>
            <a:r>
              <a:rPr sz="3000" spc="-30" dirty="0">
                <a:solidFill>
                  <a:srgbClr val="333333"/>
                </a:solidFill>
              </a:rPr>
              <a:t> </a:t>
            </a:r>
            <a:r>
              <a:rPr sz="3000" spc="-25" dirty="0">
                <a:solidFill>
                  <a:srgbClr val="333333"/>
                </a:solidFill>
              </a:rPr>
              <a:t>for </a:t>
            </a:r>
            <a:r>
              <a:rPr sz="3000" dirty="0">
                <a:solidFill>
                  <a:srgbClr val="333333"/>
                </a:solidFill>
              </a:rPr>
              <a:t>Business</a:t>
            </a:r>
            <a:r>
              <a:rPr sz="3000" spc="-70" dirty="0">
                <a:solidFill>
                  <a:srgbClr val="333333"/>
                </a:solidFill>
              </a:rPr>
              <a:t> </a:t>
            </a:r>
            <a:r>
              <a:rPr sz="3000" dirty="0">
                <a:solidFill>
                  <a:srgbClr val="333333"/>
                </a:solidFill>
              </a:rPr>
              <a:t>Continuity</a:t>
            </a:r>
            <a:r>
              <a:rPr sz="3000" spc="-70" dirty="0">
                <a:solidFill>
                  <a:srgbClr val="333333"/>
                </a:solidFill>
              </a:rPr>
              <a:t> </a:t>
            </a:r>
            <a:r>
              <a:rPr sz="3000" dirty="0">
                <a:solidFill>
                  <a:srgbClr val="333333"/>
                </a:solidFill>
              </a:rPr>
              <a:t>or</a:t>
            </a:r>
            <a:r>
              <a:rPr sz="3000" spc="-70" dirty="0">
                <a:solidFill>
                  <a:srgbClr val="333333"/>
                </a:solidFill>
              </a:rPr>
              <a:t> </a:t>
            </a:r>
            <a:r>
              <a:rPr sz="3000" dirty="0">
                <a:solidFill>
                  <a:srgbClr val="333333"/>
                </a:solidFill>
              </a:rPr>
              <a:t>Disaster</a:t>
            </a:r>
            <a:r>
              <a:rPr sz="3000" spc="-70" dirty="0">
                <a:solidFill>
                  <a:srgbClr val="333333"/>
                </a:solidFill>
              </a:rPr>
              <a:t> </a:t>
            </a:r>
            <a:r>
              <a:rPr sz="3000" spc="-10" dirty="0">
                <a:solidFill>
                  <a:srgbClr val="333333"/>
                </a:solidFill>
              </a:rPr>
              <a:t>Recovery.</a:t>
            </a:r>
            <a:endParaRPr sz="3000">
              <a:latin typeface="Noto Sans Symbols2"/>
              <a:cs typeface="Noto Sans Symbols2"/>
            </a:endParaRPr>
          </a:p>
        </p:txBody>
      </p:sp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25169" y="4166870"/>
            <a:ext cx="175260" cy="175260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25169" y="4771390"/>
            <a:ext cx="175260" cy="175260"/>
          </a:xfrm>
          <a:prstGeom prst="rect">
            <a:avLst/>
          </a:prstGeom>
        </p:spPr>
      </p:pic>
      <p:pic>
        <p:nvPicPr>
          <p:cNvPr id="7" name="object 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25169" y="5374640"/>
            <a:ext cx="175260" cy="175259"/>
          </a:xfrm>
          <a:prstGeom prst="rect">
            <a:avLst/>
          </a:prstGeom>
        </p:spPr>
      </p:pic>
      <p:sp>
        <p:nvSpPr>
          <p:cNvPr id="8" name="object 8"/>
          <p:cNvSpPr txBox="1"/>
          <p:nvPr/>
        </p:nvSpPr>
        <p:spPr>
          <a:xfrm>
            <a:off x="411480" y="3177902"/>
            <a:ext cx="4213860" cy="2512060"/>
          </a:xfrm>
          <a:prstGeom prst="rect">
            <a:avLst/>
          </a:prstGeom>
        </p:spPr>
        <p:txBody>
          <a:bodyPr vert="horz" wrap="square" lIns="0" tIns="2165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705"/>
              </a:spcBef>
            </a:pPr>
            <a:r>
              <a:rPr sz="4500" spc="-15" baseline="2777" dirty="0">
                <a:solidFill>
                  <a:srgbClr val="333333"/>
                </a:solidFill>
                <a:latin typeface="Noto Sans Symbols2"/>
                <a:cs typeface="Noto Sans Symbols2"/>
              </a:rPr>
              <a:t>⯈</a:t>
            </a:r>
            <a:r>
              <a:rPr sz="3000" b="1" spc="-10" dirty="0">
                <a:solidFill>
                  <a:srgbClr val="333333"/>
                </a:solidFill>
                <a:latin typeface="Arial"/>
                <a:cs typeface="Arial"/>
              </a:rPr>
              <a:t>Why?</a:t>
            </a:r>
            <a:endParaRPr sz="3000">
              <a:latin typeface="Arial"/>
              <a:cs typeface="Arial"/>
            </a:endParaRPr>
          </a:p>
          <a:p>
            <a:pPr marL="582930" marR="5080">
              <a:lnSpc>
                <a:spcPct val="141500"/>
              </a:lnSpc>
              <a:spcBef>
                <a:spcPts val="105"/>
              </a:spcBef>
            </a:pPr>
            <a:r>
              <a:rPr sz="2800" dirty="0">
                <a:latin typeface="Arial"/>
                <a:cs typeface="Arial"/>
              </a:rPr>
              <a:t>Higher</a:t>
            </a:r>
            <a:r>
              <a:rPr sz="2800" spc="-100" dirty="0">
                <a:latin typeface="Arial"/>
                <a:cs typeface="Arial"/>
              </a:rPr>
              <a:t> </a:t>
            </a:r>
            <a:r>
              <a:rPr sz="2800" spc="-10" dirty="0">
                <a:latin typeface="Arial"/>
                <a:cs typeface="Arial"/>
              </a:rPr>
              <a:t>Availability </a:t>
            </a:r>
            <a:r>
              <a:rPr sz="2800" dirty="0">
                <a:latin typeface="Arial"/>
                <a:cs typeface="Arial"/>
              </a:rPr>
              <a:t>Faster</a:t>
            </a:r>
            <a:r>
              <a:rPr sz="2800" spc="-70" dirty="0">
                <a:latin typeface="Arial"/>
                <a:cs typeface="Arial"/>
              </a:rPr>
              <a:t> </a:t>
            </a:r>
            <a:r>
              <a:rPr sz="2800" spc="-10" dirty="0">
                <a:latin typeface="Arial"/>
                <a:cs typeface="Arial"/>
              </a:rPr>
              <a:t>Recovery </a:t>
            </a:r>
            <a:r>
              <a:rPr sz="2800" dirty="0">
                <a:latin typeface="Arial"/>
                <a:cs typeface="Arial"/>
              </a:rPr>
              <a:t>Lower</a:t>
            </a:r>
            <a:r>
              <a:rPr sz="2800" spc="-114" dirty="0">
                <a:latin typeface="Arial"/>
                <a:cs typeface="Arial"/>
              </a:rPr>
              <a:t> </a:t>
            </a:r>
            <a:r>
              <a:rPr sz="2800" dirty="0">
                <a:latin typeface="Arial"/>
                <a:cs typeface="Arial"/>
              </a:rPr>
              <a:t>Hardware</a:t>
            </a:r>
            <a:r>
              <a:rPr sz="2800" spc="-114" dirty="0">
                <a:latin typeface="Arial"/>
                <a:cs typeface="Arial"/>
              </a:rPr>
              <a:t> </a:t>
            </a:r>
            <a:r>
              <a:rPr sz="2800" spc="-10" dirty="0">
                <a:latin typeface="Arial"/>
                <a:cs typeface="Arial"/>
              </a:rPr>
              <a:t>Costs</a:t>
            </a:r>
            <a:endParaRPr sz="2800">
              <a:latin typeface="Arial"/>
              <a:cs typeface="Arial"/>
            </a:endParaRPr>
          </a:p>
        </p:txBody>
      </p:sp>
      <p:sp>
        <p:nvSpPr>
          <p:cNvPr id="9" name="object 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25" dirty="0"/>
              <a:t>34</a:t>
            </a:fld>
            <a:endParaRPr spc="-25" dirty="0"/>
          </a:p>
        </p:txBody>
      </p:sp>
    </p:spTree>
  </p:cSld>
  <p:clrMapOvr>
    <a:masterClrMapping/>
  </p:clrMapOvr>
  <p:transition>
    <p:wipe dir="r"/>
  </p:transition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60119" y="492759"/>
            <a:ext cx="6240780" cy="609600"/>
          </a:xfrm>
          <a:custGeom>
            <a:avLst/>
            <a:gdLst/>
            <a:ahLst/>
            <a:cxnLst/>
            <a:rect l="l" t="t" r="r" b="b"/>
            <a:pathLst>
              <a:path w="6240780" h="609600">
                <a:moveTo>
                  <a:pt x="6240780" y="0"/>
                </a:moveTo>
                <a:lnTo>
                  <a:pt x="0" y="0"/>
                </a:lnTo>
                <a:lnTo>
                  <a:pt x="0" y="609600"/>
                </a:lnTo>
                <a:lnTo>
                  <a:pt x="3120390" y="609600"/>
                </a:lnTo>
                <a:lnTo>
                  <a:pt x="6240780" y="609600"/>
                </a:lnTo>
                <a:lnTo>
                  <a:pt x="62407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993139" y="481329"/>
            <a:ext cx="5370195" cy="589280"/>
          </a:xfrm>
          <a:prstGeom prst="rect">
            <a:avLst/>
          </a:prstGeom>
        </p:spPr>
        <p:txBody>
          <a:bodyPr vert="horz" wrap="square" lIns="0" tIns="59055" rIns="0" bIns="0" rtlCol="0">
            <a:spAutoFit/>
          </a:bodyPr>
          <a:lstStyle/>
          <a:p>
            <a:pPr marL="12700" marR="5080">
              <a:lnSpc>
                <a:spcPts val="2039"/>
              </a:lnSpc>
              <a:spcBef>
                <a:spcPts val="465"/>
              </a:spcBef>
            </a:pPr>
            <a:r>
              <a:rPr sz="2000" dirty="0"/>
              <a:t>VMware</a:t>
            </a:r>
            <a:r>
              <a:rPr sz="2000" spc="-50" dirty="0"/>
              <a:t> </a:t>
            </a:r>
            <a:r>
              <a:rPr sz="2000" dirty="0"/>
              <a:t>Infrastructure</a:t>
            </a:r>
            <a:r>
              <a:rPr sz="2000" spc="-35" dirty="0"/>
              <a:t> </a:t>
            </a:r>
            <a:r>
              <a:rPr sz="2000" dirty="0"/>
              <a:t>–</a:t>
            </a:r>
            <a:r>
              <a:rPr sz="2000" spc="-40" dirty="0"/>
              <a:t> </a:t>
            </a:r>
            <a:r>
              <a:rPr sz="2000" dirty="0"/>
              <a:t>Key</a:t>
            </a:r>
            <a:r>
              <a:rPr sz="2000" spc="-45" dirty="0"/>
              <a:t> </a:t>
            </a:r>
            <a:r>
              <a:rPr sz="2000" dirty="0"/>
              <a:t>Solutions</a:t>
            </a:r>
            <a:r>
              <a:rPr sz="2000" spc="-35" dirty="0"/>
              <a:t> </a:t>
            </a:r>
            <a:r>
              <a:rPr sz="2000" dirty="0"/>
              <a:t>/</a:t>
            </a:r>
            <a:r>
              <a:rPr sz="2000" spc="-55" dirty="0"/>
              <a:t> </a:t>
            </a:r>
            <a:r>
              <a:rPr sz="2000" spc="-25" dirty="0"/>
              <a:t>Use </a:t>
            </a:r>
            <a:r>
              <a:rPr sz="2000" spc="-10" dirty="0"/>
              <a:t>Cases</a:t>
            </a:r>
            <a:endParaRPr sz="2000"/>
          </a:p>
        </p:txBody>
      </p:sp>
      <p:grpSp>
        <p:nvGrpSpPr>
          <p:cNvPr id="4" name="object 4"/>
          <p:cNvGrpSpPr/>
          <p:nvPr/>
        </p:nvGrpSpPr>
        <p:grpSpPr>
          <a:xfrm>
            <a:off x="600075" y="1069975"/>
            <a:ext cx="8096250" cy="703580"/>
            <a:chOff x="600075" y="1069975"/>
            <a:chExt cx="8096250" cy="703580"/>
          </a:xfrm>
        </p:grpSpPr>
        <p:sp>
          <p:nvSpPr>
            <p:cNvPr id="5" name="object 5"/>
            <p:cNvSpPr/>
            <p:nvPr/>
          </p:nvSpPr>
          <p:spPr>
            <a:xfrm>
              <a:off x="609600" y="1720850"/>
              <a:ext cx="8077200" cy="0"/>
            </a:xfrm>
            <a:custGeom>
              <a:avLst/>
              <a:gdLst/>
              <a:ahLst/>
              <a:cxnLst/>
              <a:rect l="l" t="t" r="r" b="b"/>
              <a:pathLst>
                <a:path w="8077200">
                  <a:moveTo>
                    <a:pt x="0" y="0"/>
                  </a:moveTo>
                  <a:lnTo>
                    <a:pt x="8077200" y="0"/>
                  </a:lnTo>
                </a:path>
              </a:pathLst>
            </a:custGeom>
            <a:ln w="19048">
              <a:solidFill>
                <a:srgbClr val="33669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734060" y="1098550"/>
              <a:ext cx="662940" cy="646430"/>
            </a:xfrm>
            <a:custGeom>
              <a:avLst/>
              <a:gdLst/>
              <a:ahLst/>
              <a:cxnLst/>
              <a:rect l="l" t="t" r="r" b="b"/>
              <a:pathLst>
                <a:path w="662940" h="646430">
                  <a:moveTo>
                    <a:pt x="331470" y="646429"/>
                  </a:moveTo>
                  <a:lnTo>
                    <a:pt x="0" y="646429"/>
                  </a:lnTo>
                  <a:lnTo>
                    <a:pt x="0" y="0"/>
                  </a:lnTo>
                  <a:lnTo>
                    <a:pt x="662940" y="0"/>
                  </a:lnTo>
                  <a:lnTo>
                    <a:pt x="662940" y="646429"/>
                  </a:lnTo>
                  <a:lnTo>
                    <a:pt x="331470" y="646429"/>
                  </a:lnTo>
                  <a:close/>
                </a:path>
              </a:pathLst>
            </a:custGeom>
            <a:ln w="5714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62000" y="1126489"/>
              <a:ext cx="607060" cy="589279"/>
            </a:xfrm>
            <a:prstGeom prst="rect">
              <a:avLst/>
            </a:prstGeom>
          </p:spPr>
        </p:pic>
      </p:grpSp>
      <p:sp>
        <p:nvSpPr>
          <p:cNvPr id="8" name="object 8"/>
          <p:cNvSpPr txBox="1"/>
          <p:nvPr/>
        </p:nvSpPr>
        <p:spPr>
          <a:xfrm>
            <a:off x="655319" y="3398088"/>
            <a:ext cx="8107680" cy="835660"/>
          </a:xfrm>
          <a:prstGeom prst="rect">
            <a:avLst/>
          </a:prstGeom>
          <a:ln w="28393">
            <a:solidFill>
              <a:srgbClr val="FF6600"/>
            </a:solidFill>
          </a:ln>
        </p:spPr>
        <p:txBody>
          <a:bodyPr vert="horz" wrap="square" lIns="0" tIns="88265" rIns="0" bIns="0" rtlCol="0">
            <a:spAutoFit/>
          </a:bodyPr>
          <a:lstStyle/>
          <a:p>
            <a:pPr marL="1318260" marR="224154">
              <a:lnSpc>
                <a:spcPct val="85000"/>
              </a:lnSpc>
              <a:spcBef>
                <a:spcPts val="695"/>
              </a:spcBef>
            </a:pP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Test</a:t>
            </a:r>
            <a:r>
              <a:rPr sz="1800" b="1" spc="-30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and</a:t>
            </a:r>
            <a:r>
              <a:rPr sz="1800" b="1" spc="-25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Development</a:t>
            </a:r>
            <a:r>
              <a:rPr sz="1800" b="1" spc="-40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–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Rapidly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provision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and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re-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provision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20" dirty="0">
                <a:solidFill>
                  <a:srgbClr val="333333"/>
                </a:solidFill>
                <a:latin typeface="Arial"/>
                <a:cs typeface="Arial"/>
              </a:rPr>
              <a:t>test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and</a:t>
            </a:r>
            <a:r>
              <a:rPr sz="1800" spc="-5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development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servers;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store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libraries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of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pre-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configured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20" dirty="0">
                <a:solidFill>
                  <a:srgbClr val="333333"/>
                </a:solidFill>
                <a:latin typeface="Arial"/>
                <a:cs typeface="Arial"/>
              </a:rPr>
              <a:t>test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machines</a:t>
            </a:r>
            <a:endParaRPr sz="1800">
              <a:latin typeface="Arial"/>
              <a:cs typeface="Arial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705486" y="3449956"/>
            <a:ext cx="725170" cy="732790"/>
            <a:chOff x="705486" y="3449956"/>
            <a:chExt cx="725170" cy="732790"/>
          </a:xfrm>
        </p:grpSpPr>
        <p:sp>
          <p:nvSpPr>
            <p:cNvPr id="10" name="object 10"/>
            <p:cNvSpPr/>
            <p:nvPr/>
          </p:nvSpPr>
          <p:spPr>
            <a:xfrm>
              <a:off x="734060" y="3478529"/>
              <a:ext cx="668020" cy="675640"/>
            </a:xfrm>
            <a:custGeom>
              <a:avLst/>
              <a:gdLst/>
              <a:ahLst/>
              <a:cxnLst/>
              <a:rect l="l" t="t" r="r" b="b"/>
              <a:pathLst>
                <a:path w="668019" h="675639">
                  <a:moveTo>
                    <a:pt x="332740" y="675640"/>
                  </a:moveTo>
                  <a:lnTo>
                    <a:pt x="0" y="675640"/>
                  </a:lnTo>
                  <a:lnTo>
                    <a:pt x="0" y="0"/>
                  </a:lnTo>
                  <a:lnTo>
                    <a:pt x="668020" y="0"/>
                  </a:lnTo>
                  <a:lnTo>
                    <a:pt x="668020" y="675640"/>
                  </a:lnTo>
                  <a:lnTo>
                    <a:pt x="332740" y="675640"/>
                  </a:lnTo>
                  <a:close/>
                </a:path>
              </a:pathLst>
            </a:custGeom>
            <a:ln w="5714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62000" y="3506469"/>
              <a:ext cx="610869" cy="619759"/>
            </a:xfrm>
            <a:prstGeom prst="rect">
              <a:avLst/>
            </a:prstGeom>
          </p:spPr>
        </p:pic>
      </p:grpSp>
      <p:grpSp>
        <p:nvGrpSpPr>
          <p:cNvPr id="12" name="object 12"/>
          <p:cNvGrpSpPr/>
          <p:nvPr/>
        </p:nvGrpSpPr>
        <p:grpSpPr>
          <a:xfrm>
            <a:off x="705486" y="4290697"/>
            <a:ext cx="722630" cy="723900"/>
            <a:chOff x="705486" y="4290697"/>
            <a:chExt cx="722630" cy="723900"/>
          </a:xfrm>
        </p:grpSpPr>
        <p:sp>
          <p:nvSpPr>
            <p:cNvPr id="13" name="object 13"/>
            <p:cNvSpPr/>
            <p:nvPr/>
          </p:nvSpPr>
          <p:spPr>
            <a:xfrm>
              <a:off x="734060" y="4319270"/>
              <a:ext cx="665480" cy="666750"/>
            </a:xfrm>
            <a:custGeom>
              <a:avLst/>
              <a:gdLst/>
              <a:ahLst/>
              <a:cxnLst/>
              <a:rect l="l" t="t" r="r" b="b"/>
              <a:pathLst>
                <a:path w="665480" h="666750">
                  <a:moveTo>
                    <a:pt x="332740" y="666749"/>
                  </a:moveTo>
                  <a:lnTo>
                    <a:pt x="0" y="666749"/>
                  </a:lnTo>
                  <a:lnTo>
                    <a:pt x="0" y="0"/>
                  </a:lnTo>
                  <a:lnTo>
                    <a:pt x="665480" y="0"/>
                  </a:lnTo>
                  <a:lnTo>
                    <a:pt x="665480" y="666749"/>
                  </a:lnTo>
                  <a:lnTo>
                    <a:pt x="332740" y="666749"/>
                  </a:lnTo>
                  <a:close/>
                </a:path>
              </a:pathLst>
            </a:custGeom>
            <a:ln w="5714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" name="object 1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62000" y="4348480"/>
              <a:ext cx="609600" cy="609600"/>
            </a:xfrm>
            <a:prstGeom prst="rect">
              <a:avLst/>
            </a:prstGeom>
          </p:spPr>
        </p:pic>
      </p:grpSp>
      <p:grpSp>
        <p:nvGrpSpPr>
          <p:cNvPr id="15" name="object 15"/>
          <p:cNvGrpSpPr/>
          <p:nvPr/>
        </p:nvGrpSpPr>
        <p:grpSpPr>
          <a:xfrm>
            <a:off x="705486" y="2639697"/>
            <a:ext cx="725170" cy="730250"/>
            <a:chOff x="705486" y="2639697"/>
            <a:chExt cx="725170" cy="730250"/>
          </a:xfrm>
        </p:grpSpPr>
        <p:sp>
          <p:nvSpPr>
            <p:cNvPr id="16" name="object 16"/>
            <p:cNvSpPr/>
            <p:nvPr/>
          </p:nvSpPr>
          <p:spPr>
            <a:xfrm>
              <a:off x="734060" y="2668270"/>
              <a:ext cx="668020" cy="673100"/>
            </a:xfrm>
            <a:custGeom>
              <a:avLst/>
              <a:gdLst/>
              <a:ahLst/>
              <a:cxnLst/>
              <a:rect l="l" t="t" r="r" b="b"/>
              <a:pathLst>
                <a:path w="668019" h="673100">
                  <a:moveTo>
                    <a:pt x="332740" y="673100"/>
                  </a:moveTo>
                  <a:lnTo>
                    <a:pt x="0" y="673100"/>
                  </a:lnTo>
                  <a:lnTo>
                    <a:pt x="0" y="0"/>
                  </a:lnTo>
                  <a:lnTo>
                    <a:pt x="668020" y="0"/>
                  </a:lnTo>
                  <a:lnTo>
                    <a:pt x="668020" y="673100"/>
                  </a:lnTo>
                  <a:lnTo>
                    <a:pt x="332740" y="673100"/>
                  </a:lnTo>
                  <a:close/>
                </a:path>
              </a:pathLst>
            </a:custGeom>
            <a:ln w="5714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" name="object 1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62000" y="2697480"/>
              <a:ext cx="610869" cy="615950"/>
            </a:xfrm>
            <a:prstGeom prst="rect">
              <a:avLst/>
            </a:prstGeom>
          </p:spPr>
        </p:pic>
      </p:grpSp>
      <p:sp>
        <p:nvSpPr>
          <p:cNvPr id="18" name="object 18"/>
          <p:cNvSpPr txBox="1"/>
          <p:nvPr/>
        </p:nvSpPr>
        <p:spPr>
          <a:xfrm>
            <a:off x="1946910" y="1136650"/>
            <a:ext cx="6622415" cy="2221230"/>
          </a:xfrm>
          <a:prstGeom prst="rect">
            <a:avLst/>
          </a:prstGeom>
        </p:spPr>
        <p:txBody>
          <a:bodyPr vert="horz" wrap="square" lIns="0" tIns="55244" rIns="0" bIns="0" rtlCol="0">
            <a:spAutoFit/>
          </a:bodyPr>
          <a:lstStyle/>
          <a:p>
            <a:pPr marL="26034" marR="466090">
              <a:lnSpc>
                <a:spcPts val="1830"/>
              </a:lnSpc>
              <a:spcBef>
                <a:spcPts val="434"/>
              </a:spcBef>
            </a:pP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Server</a:t>
            </a:r>
            <a:r>
              <a:rPr sz="1800" b="1" spc="-55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Consolidation</a:t>
            </a:r>
            <a:r>
              <a:rPr sz="1800" b="1" spc="-45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and</a:t>
            </a:r>
            <a:r>
              <a:rPr sz="1800" b="1" spc="-40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Containment</a:t>
            </a:r>
            <a:r>
              <a:rPr sz="1800" b="1" spc="-40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B9B9B9"/>
                </a:solidFill>
                <a:latin typeface="Arial"/>
                <a:cs typeface="Arial"/>
              </a:rPr>
              <a:t>–</a:t>
            </a:r>
            <a:r>
              <a:rPr sz="1800" spc="-55" dirty="0">
                <a:solidFill>
                  <a:srgbClr val="B9B9B9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Eliminate</a:t>
            </a:r>
            <a:r>
              <a:rPr sz="1800" spc="-5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server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sprawl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by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deploying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systems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into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virtual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machines</a:t>
            </a:r>
            <a:endParaRPr sz="1800">
              <a:latin typeface="Arial"/>
              <a:cs typeface="Arial"/>
            </a:endParaRPr>
          </a:p>
          <a:p>
            <a:pPr marL="12700" marR="140970">
              <a:lnSpc>
                <a:spcPts val="1830"/>
              </a:lnSpc>
              <a:spcBef>
                <a:spcPts val="1210"/>
              </a:spcBef>
            </a:pP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Infrastructure</a:t>
            </a:r>
            <a:r>
              <a:rPr sz="1800" b="1" spc="-50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Provisioning</a:t>
            </a:r>
            <a:r>
              <a:rPr sz="1800" b="1" spc="-35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–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Reduce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the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time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for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provisioning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new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infrastructure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to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minutes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with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sophisticated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automation capabilities.</a:t>
            </a:r>
            <a:endParaRPr sz="1800">
              <a:latin typeface="Arial"/>
              <a:cs typeface="Arial"/>
            </a:endParaRPr>
          </a:p>
          <a:p>
            <a:pPr marL="26034" marR="5080">
              <a:lnSpc>
                <a:spcPct val="85000"/>
              </a:lnSpc>
              <a:spcBef>
                <a:spcPts val="1090"/>
              </a:spcBef>
            </a:pP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Business</a:t>
            </a:r>
            <a:r>
              <a:rPr sz="1800" b="1" spc="-45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Continuity</a:t>
            </a:r>
            <a:r>
              <a:rPr sz="1800" b="1" spc="-30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–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Reduce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the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cost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and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complexity</a:t>
            </a:r>
            <a:r>
              <a:rPr sz="1800" spc="-2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25" dirty="0">
                <a:solidFill>
                  <a:srgbClr val="333333"/>
                </a:solidFill>
                <a:latin typeface="Arial"/>
                <a:cs typeface="Arial"/>
              </a:rPr>
              <a:t>of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business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continuity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by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encapsulating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entire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systems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files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that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25" dirty="0">
                <a:solidFill>
                  <a:srgbClr val="333333"/>
                </a:solidFill>
                <a:latin typeface="Arial"/>
                <a:cs typeface="Arial"/>
              </a:rPr>
              <a:t>can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be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replicated</a:t>
            </a:r>
            <a:r>
              <a:rPr sz="1800" spc="-2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and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restored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onto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any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target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server</a:t>
            </a:r>
            <a:endParaRPr sz="1800">
              <a:latin typeface="Arial"/>
              <a:cs typeface="Arial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690246" y="1774826"/>
            <a:ext cx="723900" cy="723900"/>
            <a:chOff x="690246" y="1774826"/>
            <a:chExt cx="723900" cy="723900"/>
          </a:xfrm>
        </p:grpSpPr>
        <p:sp>
          <p:nvSpPr>
            <p:cNvPr id="20" name="object 20"/>
            <p:cNvSpPr/>
            <p:nvPr/>
          </p:nvSpPr>
          <p:spPr>
            <a:xfrm>
              <a:off x="718819" y="1803399"/>
              <a:ext cx="666750" cy="666750"/>
            </a:xfrm>
            <a:custGeom>
              <a:avLst/>
              <a:gdLst/>
              <a:ahLst/>
              <a:cxnLst/>
              <a:rect l="l" t="t" r="r" b="b"/>
              <a:pathLst>
                <a:path w="666750" h="666750">
                  <a:moveTo>
                    <a:pt x="334010" y="666750"/>
                  </a:moveTo>
                  <a:lnTo>
                    <a:pt x="0" y="666750"/>
                  </a:lnTo>
                  <a:lnTo>
                    <a:pt x="0" y="0"/>
                  </a:lnTo>
                  <a:lnTo>
                    <a:pt x="666749" y="0"/>
                  </a:lnTo>
                  <a:lnTo>
                    <a:pt x="666749" y="666750"/>
                  </a:lnTo>
                  <a:lnTo>
                    <a:pt x="334010" y="666750"/>
                  </a:lnTo>
                  <a:close/>
                </a:path>
              </a:pathLst>
            </a:custGeom>
            <a:ln w="5714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48030" y="1831339"/>
              <a:ext cx="609600" cy="609600"/>
            </a:xfrm>
            <a:prstGeom prst="rect">
              <a:avLst/>
            </a:prstGeom>
          </p:spPr>
        </p:pic>
      </p:grpSp>
      <p:sp>
        <p:nvSpPr>
          <p:cNvPr id="22" name="object 22"/>
          <p:cNvSpPr txBox="1"/>
          <p:nvPr/>
        </p:nvSpPr>
        <p:spPr>
          <a:xfrm>
            <a:off x="1962150" y="4272279"/>
            <a:ext cx="6607175" cy="1604010"/>
          </a:xfrm>
          <a:prstGeom prst="rect">
            <a:avLst/>
          </a:prstGeom>
        </p:spPr>
        <p:txBody>
          <a:bodyPr vert="horz" wrap="square" lIns="0" tIns="55244" rIns="0" bIns="0" rtlCol="0">
            <a:spAutoFit/>
          </a:bodyPr>
          <a:lstStyle/>
          <a:p>
            <a:pPr marL="12700" marR="33655">
              <a:lnSpc>
                <a:spcPts val="1830"/>
              </a:lnSpc>
              <a:spcBef>
                <a:spcPts val="434"/>
              </a:spcBef>
              <a:tabLst>
                <a:tab pos="5037455" algn="l"/>
              </a:tabLst>
            </a:pP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Enterprise</a:t>
            </a:r>
            <a:r>
              <a:rPr sz="1800" b="1" spc="-50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Desktop</a:t>
            </a:r>
            <a:r>
              <a:rPr sz="1800" b="1" spc="-35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–</a:t>
            </a:r>
            <a:r>
              <a:rPr sz="1800" spc="-5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Secure</a:t>
            </a:r>
            <a:r>
              <a:rPr sz="1800" spc="-5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unmanaged</a:t>
            </a:r>
            <a:r>
              <a:rPr sz="1800" spc="-5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20" dirty="0">
                <a:solidFill>
                  <a:srgbClr val="333333"/>
                </a:solidFill>
                <a:latin typeface="Arial"/>
                <a:cs typeface="Arial"/>
              </a:rPr>
              <a:t>PCs.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	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Alternatively,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provide</a:t>
            </a:r>
            <a:r>
              <a:rPr sz="1800" spc="-6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standardized</a:t>
            </a:r>
            <a:r>
              <a:rPr sz="1800" spc="-6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enterprise</a:t>
            </a:r>
            <a:r>
              <a:rPr sz="1800" spc="-5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desktop</a:t>
            </a:r>
            <a:r>
              <a:rPr sz="1800" spc="-6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environments</a:t>
            </a:r>
            <a:r>
              <a:rPr sz="1800" spc="-5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hosted</a:t>
            </a:r>
            <a:r>
              <a:rPr sz="1800" spc="-6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on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servers.</a:t>
            </a:r>
            <a:endParaRPr sz="1800">
              <a:latin typeface="Arial"/>
              <a:cs typeface="Arial"/>
            </a:endParaRPr>
          </a:p>
          <a:p>
            <a:pPr marL="12700" marR="5080">
              <a:lnSpc>
                <a:spcPct val="85000"/>
              </a:lnSpc>
              <a:spcBef>
                <a:spcPts val="1100"/>
              </a:spcBef>
            </a:pP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Legacy</a:t>
            </a:r>
            <a:r>
              <a:rPr sz="1800" b="1" spc="-45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Application</a:t>
            </a:r>
            <a:r>
              <a:rPr sz="1800" b="1" spc="-25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b="1" spc="-10" dirty="0">
                <a:solidFill>
                  <a:srgbClr val="33669A"/>
                </a:solidFill>
                <a:latin typeface="Arial"/>
                <a:cs typeface="Arial"/>
              </a:rPr>
              <a:t>Re-</a:t>
            </a: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hosting</a:t>
            </a:r>
            <a:r>
              <a:rPr sz="1800" b="1" spc="-30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–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Migrate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legacy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operating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systems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and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software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applications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to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virtual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machines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running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25" dirty="0">
                <a:solidFill>
                  <a:srgbClr val="333333"/>
                </a:solidFill>
                <a:latin typeface="Arial"/>
                <a:cs typeface="Arial"/>
              </a:rPr>
              <a:t>on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new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hardware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for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better</a:t>
            </a:r>
            <a:r>
              <a:rPr sz="1800" spc="-2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reliability</a:t>
            </a:r>
            <a:endParaRPr sz="1800">
              <a:latin typeface="Arial"/>
              <a:cs typeface="Arial"/>
            </a:endParaRPr>
          </a:p>
        </p:txBody>
      </p:sp>
      <p:sp>
        <p:nvSpPr>
          <p:cNvPr id="23" name="object 23"/>
          <p:cNvSpPr/>
          <p:nvPr/>
        </p:nvSpPr>
        <p:spPr>
          <a:xfrm>
            <a:off x="609600" y="2553970"/>
            <a:ext cx="8077200" cy="0"/>
          </a:xfrm>
          <a:custGeom>
            <a:avLst/>
            <a:gdLst/>
            <a:ahLst/>
            <a:cxnLst/>
            <a:rect l="l" t="t" r="r" b="b"/>
            <a:pathLst>
              <a:path w="8077200">
                <a:moveTo>
                  <a:pt x="0" y="0"/>
                </a:moveTo>
                <a:lnTo>
                  <a:pt x="8077200" y="0"/>
                </a:lnTo>
              </a:path>
            </a:pathLst>
          </a:custGeom>
          <a:ln w="19048">
            <a:solidFill>
              <a:srgbClr val="33669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609600" y="5074920"/>
            <a:ext cx="8077200" cy="0"/>
          </a:xfrm>
          <a:custGeom>
            <a:avLst/>
            <a:gdLst/>
            <a:ahLst/>
            <a:cxnLst/>
            <a:rect l="l" t="t" r="r" b="b"/>
            <a:pathLst>
              <a:path w="8077200">
                <a:moveTo>
                  <a:pt x="0" y="0"/>
                </a:moveTo>
                <a:lnTo>
                  <a:pt x="8077200" y="0"/>
                </a:lnTo>
              </a:path>
            </a:pathLst>
          </a:custGeom>
          <a:ln w="19048">
            <a:solidFill>
              <a:srgbClr val="33669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5" name="object 25"/>
          <p:cNvGrpSpPr/>
          <p:nvPr/>
        </p:nvGrpSpPr>
        <p:grpSpPr>
          <a:xfrm>
            <a:off x="609600" y="5153026"/>
            <a:ext cx="8077200" cy="784860"/>
            <a:chOff x="609600" y="5153026"/>
            <a:chExt cx="8077200" cy="784860"/>
          </a:xfrm>
        </p:grpSpPr>
        <p:sp>
          <p:nvSpPr>
            <p:cNvPr id="26" name="object 26"/>
            <p:cNvSpPr/>
            <p:nvPr/>
          </p:nvSpPr>
          <p:spPr>
            <a:xfrm>
              <a:off x="734060" y="5181599"/>
              <a:ext cx="668020" cy="665480"/>
            </a:xfrm>
            <a:custGeom>
              <a:avLst/>
              <a:gdLst/>
              <a:ahLst/>
              <a:cxnLst/>
              <a:rect l="l" t="t" r="r" b="b"/>
              <a:pathLst>
                <a:path w="668019" h="665479">
                  <a:moveTo>
                    <a:pt x="332740" y="665480"/>
                  </a:moveTo>
                  <a:lnTo>
                    <a:pt x="0" y="665480"/>
                  </a:lnTo>
                  <a:lnTo>
                    <a:pt x="0" y="0"/>
                  </a:lnTo>
                  <a:lnTo>
                    <a:pt x="668020" y="0"/>
                  </a:lnTo>
                  <a:lnTo>
                    <a:pt x="668020" y="665480"/>
                  </a:lnTo>
                  <a:lnTo>
                    <a:pt x="332740" y="665480"/>
                  </a:lnTo>
                  <a:close/>
                </a:path>
              </a:pathLst>
            </a:custGeom>
            <a:ln w="5714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62000" y="5210809"/>
              <a:ext cx="612140" cy="608329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609600" y="5928359"/>
              <a:ext cx="8077200" cy="0"/>
            </a:xfrm>
            <a:custGeom>
              <a:avLst/>
              <a:gdLst/>
              <a:ahLst/>
              <a:cxnLst/>
              <a:rect l="l" t="t" r="r" b="b"/>
              <a:pathLst>
                <a:path w="8077200">
                  <a:moveTo>
                    <a:pt x="0" y="0"/>
                  </a:moveTo>
                  <a:lnTo>
                    <a:pt x="8077200" y="0"/>
                  </a:lnTo>
                </a:path>
              </a:pathLst>
            </a:custGeom>
            <a:ln w="19048">
              <a:solidFill>
                <a:srgbClr val="33669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9" name="object 2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25" dirty="0"/>
              <a:t>35</a:t>
            </a:fld>
            <a:endParaRPr spc="-25" dirty="0"/>
          </a:p>
        </p:txBody>
      </p:sp>
    </p:spTree>
  </p:cSld>
  <p:clrMapOvr>
    <a:masterClrMapping/>
  </p:clrMapOvr>
  <p:transition>
    <p:wipe dir="r"/>
  </p:transition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819140" y="2998470"/>
            <a:ext cx="356870" cy="368300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059170" y="2397760"/>
            <a:ext cx="356870" cy="369570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535929" y="2397760"/>
            <a:ext cx="356870" cy="369570"/>
          </a:xfrm>
          <a:prstGeom prst="rect">
            <a:avLst/>
          </a:prstGeom>
        </p:spPr>
      </p:pic>
      <p:grpSp>
        <p:nvGrpSpPr>
          <p:cNvPr id="5" name="object 5"/>
          <p:cNvGrpSpPr/>
          <p:nvPr/>
        </p:nvGrpSpPr>
        <p:grpSpPr>
          <a:xfrm>
            <a:off x="5419090" y="1753870"/>
            <a:ext cx="1107440" cy="461009"/>
            <a:chOff x="5419090" y="1753870"/>
            <a:chExt cx="1107440" cy="461009"/>
          </a:xfrm>
        </p:grpSpPr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419090" y="1753870"/>
              <a:ext cx="539750" cy="461010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985510" y="1753870"/>
              <a:ext cx="541019" cy="461010"/>
            </a:xfrm>
            <a:prstGeom prst="rect">
              <a:avLst/>
            </a:prstGeom>
          </p:spPr>
        </p:pic>
      </p:grpSp>
      <p:sp>
        <p:nvSpPr>
          <p:cNvPr id="8" name="object 8"/>
          <p:cNvSpPr/>
          <p:nvPr/>
        </p:nvSpPr>
        <p:spPr>
          <a:xfrm>
            <a:off x="5713729" y="2768600"/>
            <a:ext cx="524510" cy="229870"/>
          </a:xfrm>
          <a:custGeom>
            <a:avLst/>
            <a:gdLst/>
            <a:ahLst/>
            <a:cxnLst/>
            <a:rect l="l" t="t" r="r" b="b"/>
            <a:pathLst>
              <a:path w="524510" h="229869">
                <a:moveTo>
                  <a:pt x="0" y="0"/>
                </a:moveTo>
                <a:lnTo>
                  <a:pt x="142240" y="0"/>
                </a:lnTo>
                <a:lnTo>
                  <a:pt x="142240" y="229870"/>
                </a:lnTo>
                <a:lnTo>
                  <a:pt x="284480" y="229870"/>
                </a:lnTo>
              </a:path>
              <a:path w="524510" h="229869">
                <a:moveTo>
                  <a:pt x="524510" y="0"/>
                </a:moveTo>
                <a:lnTo>
                  <a:pt x="403860" y="0"/>
                </a:lnTo>
                <a:lnTo>
                  <a:pt x="403860" y="229870"/>
                </a:lnTo>
                <a:lnTo>
                  <a:pt x="284480" y="229870"/>
                </a:lnTo>
              </a:path>
            </a:pathLst>
          </a:custGeom>
          <a:ln w="1904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709920" y="2122170"/>
            <a:ext cx="524510" cy="231140"/>
          </a:xfrm>
          <a:custGeom>
            <a:avLst/>
            <a:gdLst/>
            <a:ahLst/>
            <a:cxnLst/>
            <a:rect l="l" t="t" r="r" b="b"/>
            <a:pathLst>
              <a:path w="524510" h="231139">
                <a:moveTo>
                  <a:pt x="0" y="138429"/>
                </a:moveTo>
                <a:lnTo>
                  <a:pt x="524509" y="138429"/>
                </a:lnTo>
              </a:path>
              <a:path w="524510" h="231139">
                <a:moveTo>
                  <a:pt x="0" y="138429"/>
                </a:moveTo>
                <a:lnTo>
                  <a:pt x="0" y="231139"/>
                </a:lnTo>
              </a:path>
              <a:path w="524510" h="231139">
                <a:moveTo>
                  <a:pt x="524509" y="138429"/>
                </a:moveTo>
                <a:lnTo>
                  <a:pt x="524509" y="231139"/>
                </a:lnTo>
              </a:path>
              <a:path w="524510" h="231139">
                <a:moveTo>
                  <a:pt x="116839" y="0"/>
                </a:moveTo>
                <a:lnTo>
                  <a:pt x="116839" y="138429"/>
                </a:lnTo>
              </a:path>
              <a:path w="524510" h="231139">
                <a:moveTo>
                  <a:pt x="407669" y="0"/>
                </a:moveTo>
                <a:lnTo>
                  <a:pt x="407669" y="138429"/>
                </a:lnTo>
              </a:path>
            </a:pathLst>
          </a:custGeom>
          <a:ln w="1904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0" name="object 10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7172959" y="2122170"/>
            <a:ext cx="751840" cy="599439"/>
          </a:xfrm>
          <a:prstGeom prst="rect">
            <a:avLst/>
          </a:prstGeom>
        </p:spPr>
      </p:pic>
      <p:sp>
        <p:nvSpPr>
          <p:cNvPr id="11" name="object 11"/>
          <p:cNvSpPr/>
          <p:nvPr/>
        </p:nvSpPr>
        <p:spPr>
          <a:xfrm>
            <a:off x="5126990" y="1569719"/>
            <a:ext cx="1748789" cy="1842770"/>
          </a:xfrm>
          <a:custGeom>
            <a:avLst/>
            <a:gdLst/>
            <a:ahLst/>
            <a:cxnLst/>
            <a:rect l="l" t="t" r="r" b="b"/>
            <a:pathLst>
              <a:path w="1748790" h="1842770">
                <a:moveTo>
                  <a:pt x="875030" y="1842769"/>
                </a:moveTo>
                <a:lnTo>
                  <a:pt x="828618" y="1841492"/>
                </a:lnTo>
                <a:lnTo>
                  <a:pt x="782830" y="1837701"/>
                </a:lnTo>
                <a:lnTo>
                  <a:pt x="737727" y="1831461"/>
                </a:lnTo>
                <a:lnTo>
                  <a:pt x="693370" y="1822836"/>
                </a:lnTo>
                <a:lnTo>
                  <a:pt x="649819" y="1811889"/>
                </a:lnTo>
                <a:lnTo>
                  <a:pt x="607135" y="1798685"/>
                </a:lnTo>
                <a:lnTo>
                  <a:pt x="565380" y="1783288"/>
                </a:lnTo>
                <a:lnTo>
                  <a:pt x="524614" y="1765762"/>
                </a:lnTo>
                <a:lnTo>
                  <a:pt x="484897" y="1746170"/>
                </a:lnTo>
                <a:lnTo>
                  <a:pt x="446292" y="1724577"/>
                </a:lnTo>
                <a:lnTo>
                  <a:pt x="408858" y="1701046"/>
                </a:lnTo>
                <a:lnTo>
                  <a:pt x="372657" y="1675642"/>
                </a:lnTo>
                <a:lnTo>
                  <a:pt x="337750" y="1648427"/>
                </a:lnTo>
                <a:lnTo>
                  <a:pt x="304197" y="1619468"/>
                </a:lnTo>
                <a:lnTo>
                  <a:pt x="272059" y="1588826"/>
                </a:lnTo>
                <a:lnTo>
                  <a:pt x="241397" y="1556567"/>
                </a:lnTo>
                <a:lnTo>
                  <a:pt x="212272" y="1522753"/>
                </a:lnTo>
                <a:lnTo>
                  <a:pt x="184745" y="1487450"/>
                </a:lnTo>
                <a:lnTo>
                  <a:pt x="158877" y="1450721"/>
                </a:lnTo>
                <a:lnTo>
                  <a:pt x="134728" y="1412630"/>
                </a:lnTo>
                <a:lnTo>
                  <a:pt x="112360" y="1373240"/>
                </a:lnTo>
                <a:lnTo>
                  <a:pt x="91834" y="1332617"/>
                </a:lnTo>
                <a:lnTo>
                  <a:pt x="73209" y="1290823"/>
                </a:lnTo>
                <a:lnTo>
                  <a:pt x="56548" y="1247923"/>
                </a:lnTo>
                <a:lnTo>
                  <a:pt x="41910" y="1203981"/>
                </a:lnTo>
                <a:lnTo>
                  <a:pt x="29358" y="1159060"/>
                </a:lnTo>
                <a:lnTo>
                  <a:pt x="18951" y="1113225"/>
                </a:lnTo>
                <a:lnTo>
                  <a:pt x="10751" y="1066539"/>
                </a:lnTo>
                <a:lnTo>
                  <a:pt x="4819" y="1019067"/>
                </a:lnTo>
                <a:lnTo>
                  <a:pt x="1214" y="970873"/>
                </a:lnTo>
                <a:lnTo>
                  <a:pt x="0" y="922019"/>
                </a:lnTo>
                <a:lnTo>
                  <a:pt x="1214" y="873047"/>
                </a:lnTo>
                <a:lnTo>
                  <a:pt x="4819" y="824741"/>
                </a:lnTo>
                <a:lnTo>
                  <a:pt x="10751" y="777165"/>
                </a:lnTo>
                <a:lnTo>
                  <a:pt x="18951" y="730383"/>
                </a:lnTo>
                <a:lnTo>
                  <a:pt x="29358" y="684458"/>
                </a:lnTo>
                <a:lnTo>
                  <a:pt x="41910" y="639454"/>
                </a:lnTo>
                <a:lnTo>
                  <a:pt x="56548" y="595435"/>
                </a:lnTo>
                <a:lnTo>
                  <a:pt x="73209" y="552465"/>
                </a:lnTo>
                <a:lnTo>
                  <a:pt x="91834" y="510606"/>
                </a:lnTo>
                <a:lnTo>
                  <a:pt x="112360" y="469924"/>
                </a:lnTo>
                <a:lnTo>
                  <a:pt x="134728" y="430481"/>
                </a:lnTo>
                <a:lnTo>
                  <a:pt x="158877" y="392341"/>
                </a:lnTo>
                <a:lnTo>
                  <a:pt x="184745" y="355568"/>
                </a:lnTo>
                <a:lnTo>
                  <a:pt x="212272" y="320225"/>
                </a:lnTo>
                <a:lnTo>
                  <a:pt x="241397" y="286377"/>
                </a:lnTo>
                <a:lnTo>
                  <a:pt x="272059" y="254087"/>
                </a:lnTo>
                <a:lnTo>
                  <a:pt x="304197" y="223418"/>
                </a:lnTo>
                <a:lnTo>
                  <a:pt x="337750" y="194435"/>
                </a:lnTo>
                <a:lnTo>
                  <a:pt x="372657" y="167201"/>
                </a:lnTo>
                <a:lnTo>
                  <a:pt x="408858" y="141780"/>
                </a:lnTo>
                <a:lnTo>
                  <a:pt x="446292" y="118235"/>
                </a:lnTo>
                <a:lnTo>
                  <a:pt x="484897" y="96630"/>
                </a:lnTo>
                <a:lnTo>
                  <a:pt x="524614" y="77029"/>
                </a:lnTo>
                <a:lnTo>
                  <a:pt x="565380" y="59495"/>
                </a:lnTo>
                <a:lnTo>
                  <a:pt x="607135" y="44093"/>
                </a:lnTo>
                <a:lnTo>
                  <a:pt x="649819" y="30885"/>
                </a:lnTo>
                <a:lnTo>
                  <a:pt x="693370" y="19936"/>
                </a:lnTo>
                <a:lnTo>
                  <a:pt x="737727" y="11309"/>
                </a:lnTo>
                <a:lnTo>
                  <a:pt x="782830" y="5069"/>
                </a:lnTo>
                <a:lnTo>
                  <a:pt x="828618" y="1277"/>
                </a:lnTo>
                <a:lnTo>
                  <a:pt x="875030" y="0"/>
                </a:lnTo>
                <a:lnTo>
                  <a:pt x="921322" y="1277"/>
                </a:lnTo>
                <a:lnTo>
                  <a:pt x="966999" y="5069"/>
                </a:lnTo>
                <a:lnTo>
                  <a:pt x="1011998" y="11309"/>
                </a:lnTo>
                <a:lnTo>
                  <a:pt x="1056258" y="19936"/>
                </a:lnTo>
                <a:lnTo>
                  <a:pt x="1099719" y="30885"/>
                </a:lnTo>
                <a:lnTo>
                  <a:pt x="1142320" y="44093"/>
                </a:lnTo>
                <a:lnTo>
                  <a:pt x="1183998" y="59495"/>
                </a:lnTo>
                <a:lnTo>
                  <a:pt x="1224694" y="77029"/>
                </a:lnTo>
                <a:lnTo>
                  <a:pt x="1264345" y="96630"/>
                </a:lnTo>
                <a:lnTo>
                  <a:pt x="1302892" y="118235"/>
                </a:lnTo>
                <a:lnTo>
                  <a:pt x="1340272" y="141780"/>
                </a:lnTo>
                <a:lnTo>
                  <a:pt x="1376424" y="167201"/>
                </a:lnTo>
                <a:lnTo>
                  <a:pt x="1411288" y="194435"/>
                </a:lnTo>
                <a:lnTo>
                  <a:pt x="1444802" y="223418"/>
                </a:lnTo>
                <a:lnTo>
                  <a:pt x="1476905" y="254087"/>
                </a:lnTo>
                <a:lnTo>
                  <a:pt x="1507536" y="286377"/>
                </a:lnTo>
                <a:lnTo>
                  <a:pt x="1536634" y="320225"/>
                </a:lnTo>
                <a:lnTo>
                  <a:pt x="1564138" y="355568"/>
                </a:lnTo>
                <a:lnTo>
                  <a:pt x="1589986" y="392341"/>
                </a:lnTo>
                <a:lnTo>
                  <a:pt x="1614117" y="430481"/>
                </a:lnTo>
                <a:lnTo>
                  <a:pt x="1636471" y="469924"/>
                </a:lnTo>
                <a:lnTo>
                  <a:pt x="1656987" y="510606"/>
                </a:lnTo>
                <a:lnTo>
                  <a:pt x="1675602" y="552465"/>
                </a:lnTo>
                <a:lnTo>
                  <a:pt x="1692256" y="595435"/>
                </a:lnTo>
                <a:lnTo>
                  <a:pt x="1706888" y="639454"/>
                </a:lnTo>
                <a:lnTo>
                  <a:pt x="1719436" y="684458"/>
                </a:lnTo>
                <a:lnTo>
                  <a:pt x="1729840" y="730383"/>
                </a:lnTo>
                <a:lnTo>
                  <a:pt x="1738039" y="777165"/>
                </a:lnTo>
                <a:lnTo>
                  <a:pt x="1743971" y="824741"/>
                </a:lnTo>
                <a:lnTo>
                  <a:pt x="1747575" y="873047"/>
                </a:lnTo>
                <a:lnTo>
                  <a:pt x="1748789" y="922019"/>
                </a:lnTo>
                <a:lnTo>
                  <a:pt x="1747575" y="970873"/>
                </a:lnTo>
                <a:lnTo>
                  <a:pt x="1743971" y="1019067"/>
                </a:lnTo>
                <a:lnTo>
                  <a:pt x="1738039" y="1066539"/>
                </a:lnTo>
                <a:lnTo>
                  <a:pt x="1729840" y="1113225"/>
                </a:lnTo>
                <a:lnTo>
                  <a:pt x="1719436" y="1159060"/>
                </a:lnTo>
                <a:lnTo>
                  <a:pt x="1706888" y="1203981"/>
                </a:lnTo>
                <a:lnTo>
                  <a:pt x="1692256" y="1247923"/>
                </a:lnTo>
                <a:lnTo>
                  <a:pt x="1675602" y="1290823"/>
                </a:lnTo>
                <a:lnTo>
                  <a:pt x="1656987" y="1332617"/>
                </a:lnTo>
                <a:lnTo>
                  <a:pt x="1636471" y="1373240"/>
                </a:lnTo>
                <a:lnTo>
                  <a:pt x="1614117" y="1412630"/>
                </a:lnTo>
                <a:lnTo>
                  <a:pt x="1589986" y="1450721"/>
                </a:lnTo>
                <a:lnTo>
                  <a:pt x="1564138" y="1487450"/>
                </a:lnTo>
                <a:lnTo>
                  <a:pt x="1536634" y="1522753"/>
                </a:lnTo>
                <a:lnTo>
                  <a:pt x="1507536" y="1556567"/>
                </a:lnTo>
                <a:lnTo>
                  <a:pt x="1476905" y="1588826"/>
                </a:lnTo>
                <a:lnTo>
                  <a:pt x="1444802" y="1619468"/>
                </a:lnTo>
                <a:lnTo>
                  <a:pt x="1411288" y="1648427"/>
                </a:lnTo>
                <a:lnTo>
                  <a:pt x="1376424" y="1675642"/>
                </a:lnTo>
                <a:lnTo>
                  <a:pt x="1340272" y="1701046"/>
                </a:lnTo>
                <a:lnTo>
                  <a:pt x="1302892" y="1724577"/>
                </a:lnTo>
                <a:lnTo>
                  <a:pt x="1264345" y="1746170"/>
                </a:lnTo>
                <a:lnTo>
                  <a:pt x="1224694" y="1765762"/>
                </a:lnTo>
                <a:lnTo>
                  <a:pt x="1183998" y="1783288"/>
                </a:lnTo>
                <a:lnTo>
                  <a:pt x="1142320" y="1798685"/>
                </a:lnTo>
                <a:lnTo>
                  <a:pt x="1099719" y="1811889"/>
                </a:lnTo>
                <a:lnTo>
                  <a:pt x="1056258" y="1822836"/>
                </a:lnTo>
                <a:lnTo>
                  <a:pt x="1011998" y="1831461"/>
                </a:lnTo>
                <a:lnTo>
                  <a:pt x="966999" y="1837701"/>
                </a:lnTo>
                <a:lnTo>
                  <a:pt x="921322" y="1841492"/>
                </a:lnTo>
                <a:lnTo>
                  <a:pt x="875030" y="1842769"/>
                </a:lnTo>
                <a:close/>
              </a:path>
            </a:pathLst>
          </a:custGeom>
          <a:ln w="93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" name="object 12"/>
          <p:cNvGrpSpPr/>
          <p:nvPr/>
        </p:nvGrpSpPr>
        <p:grpSpPr>
          <a:xfrm>
            <a:off x="4948327" y="1519327"/>
            <a:ext cx="2981325" cy="1990725"/>
            <a:chOff x="4948327" y="1519327"/>
            <a:chExt cx="2981325" cy="1990725"/>
          </a:xfrm>
        </p:grpSpPr>
        <p:sp>
          <p:nvSpPr>
            <p:cNvPr id="13" name="object 13"/>
            <p:cNvSpPr/>
            <p:nvPr/>
          </p:nvSpPr>
          <p:spPr>
            <a:xfrm>
              <a:off x="6875780" y="2407919"/>
              <a:ext cx="349250" cy="74930"/>
            </a:xfrm>
            <a:custGeom>
              <a:avLst/>
              <a:gdLst/>
              <a:ahLst/>
              <a:cxnLst/>
              <a:rect l="l" t="t" r="r" b="b"/>
              <a:pathLst>
                <a:path w="349250" h="74930">
                  <a:moveTo>
                    <a:pt x="349250" y="38100"/>
                  </a:moveTo>
                  <a:lnTo>
                    <a:pt x="274320" y="0"/>
                  </a:lnTo>
                  <a:lnTo>
                    <a:pt x="274320" y="27940"/>
                  </a:lnTo>
                  <a:lnTo>
                    <a:pt x="0" y="27940"/>
                  </a:lnTo>
                  <a:lnTo>
                    <a:pt x="0" y="46990"/>
                  </a:lnTo>
                  <a:lnTo>
                    <a:pt x="274320" y="46990"/>
                  </a:lnTo>
                  <a:lnTo>
                    <a:pt x="274320" y="74930"/>
                  </a:lnTo>
                  <a:lnTo>
                    <a:pt x="349250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953000" y="1524000"/>
              <a:ext cx="2971800" cy="1981200"/>
            </a:xfrm>
            <a:custGeom>
              <a:avLst/>
              <a:gdLst/>
              <a:ahLst/>
              <a:cxnLst/>
              <a:rect l="l" t="t" r="r" b="b"/>
              <a:pathLst>
                <a:path w="2971800" h="1981200">
                  <a:moveTo>
                    <a:pt x="330200" y="0"/>
                  </a:moveTo>
                  <a:lnTo>
                    <a:pt x="285010" y="3969"/>
                  </a:lnTo>
                  <a:lnTo>
                    <a:pt x="240674" y="15381"/>
                  </a:lnTo>
                  <a:lnTo>
                    <a:pt x="197917" y="33491"/>
                  </a:lnTo>
                  <a:lnTo>
                    <a:pt x="157468" y="57555"/>
                  </a:lnTo>
                  <a:lnTo>
                    <a:pt x="120053" y="86829"/>
                  </a:lnTo>
                  <a:lnTo>
                    <a:pt x="86400" y="120568"/>
                  </a:lnTo>
                  <a:lnTo>
                    <a:pt x="57234" y="158029"/>
                  </a:lnTo>
                  <a:lnTo>
                    <a:pt x="33285" y="198467"/>
                  </a:lnTo>
                  <a:lnTo>
                    <a:pt x="15278" y="241137"/>
                  </a:lnTo>
                  <a:lnTo>
                    <a:pt x="3940" y="285296"/>
                  </a:lnTo>
                  <a:lnTo>
                    <a:pt x="0" y="330200"/>
                  </a:lnTo>
                  <a:lnTo>
                    <a:pt x="0" y="350837"/>
                  </a:lnTo>
                  <a:lnTo>
                    <a:pt x="0" y="495300"/>
                  </a:lnTo>
                  <a:lnTo>
                    <a:pt x="0" y="887412"/>
                  </a:lnTo>
                  <a:lnTo>
                    <a:pt x="0" y="1651000"/>
                  </a:lnTo>
                  <a:lnTo>
                    <a:pt x="3940" y="1695903"/>
                  </a:lnTo>
                  <a:lnTo>
                    <a:pt x="15278" y="1740062"/>
                  </a:lnTo>
                  <a:lnTo>
                    <a:pt x="33285" y="1782732"/>
                  </a:lnTo>
                  <a:lnTo>
                    <a:pt x="57234" y="1823170"/>
                  </a:lnTo>
                  <a:lnTo>
                    <a:pt x="86400" y="1860631"/>
                  </a:lnTo>
                  <a:lnTo>
                    <a:pt x="120053" y="1894370"/>
                  </a:lnTo>
                  <a:lnTo>
                    <a:pt x="157468" y="1923644"/>
                  </a:lnTo>
                  <a:lnTo>
                    <a:pt x="197917" y="1947708"/>
                  </a:lnTo>
                  <a:lnTo>
                    <a:pt x="240674" y="1965818"/>
                  </a:lnTo>
                  <a:lnTo>
                    <a:pt x="285010" y="1977230"/>
                  </a:lnTo>
                  <a:lnTo>
                    <a:pt x="330200" y="1981200"/>
                  </a:lnTo>
                  <a:lnTo>
                    <a:pt x="366315" y="1981200"/>
                  </a:lnTo>
                  <a:lnTo>
                    <a:pt x="619125" y="1981200"/>
                  </a:lnTo>
                  <a:lnTo>
                    <a:pt x="1305321" y="1981200"/>
                  </a:lnTo>
                  <a:lnTo>
                    <a:pt x="2641600" y="1981200"/>
                  </a:lnTo>
                  <a:lnTo>
                    <a:pt x="2686503" y="1977230"/>
                  </a:lnTo>
                  <a:lnTo>
                    <a:pt x="2730662" y="1965818"/>
                  </a:lnTo>
                  <a:lnTo>
                    <a:pt x="2773332" y="1947708"/>
                  </a:lnTo>
                  <a:lnTo>
                    <a:pt x="2813770" y="1923644"/>
                  </a:lnTo>
                  <a:lnTo>
                    <a:pt x="2851231" y="1894370"/>
                  </a:lnTo>
                  <a:lnTo>
                    <a:pt x="2884970" y="1860631"/>
                  </a:lnTo>
                  <a:lnTo>
                    <a:pt x="2914244" y="1823170"/>
                  </a:lnTo>
                  <a:lnTo>
                    <a:pt x="2938308" y="1782732"/>
                  </a:lnTo>
                  <a:lnTo>
                    <a:pt x="2956418" y="1740062"/>
                  </a:lnTo>
                  <a:lnTo>
                    <a:pt x="2967830" y="1695903"/>
                  </a:lnTo>
                  <a:lnTo>
                    <a:pt x="2971800" y="1651000"/>
                  </a:lnTo>
                  <a:lnTo>
                    <a:pt x="2971800" y="1630362"/>
                  </a:lnTo>
                  <a:lnTo>
                    <a:pt x="2971800" y="1485900"/>
                  </a:lnTo>
                  <a:lnTo>
                    <a:pt x="2971800" y="1093787"/>
                  </a:lnTo>
                  <a:lnTo>
                    <a:pt x="2971800" y="330200"/>
                  </a:lnTo>
                  <a:lnTo>
                    <a:pt x="2967830" y="285296"/>
                  </a:lnTo>
                  <a:lnTo>
                    <a:pt x="2956418" y="241137"/>
                  </a:lnTo>
                  <a:lnTo>
                    <a:pt x="2938308" y="198467"/>
                  </a:lnTo>
                  <a:lnTo>
                    <a:pt x="2914244" y="158029"/>
                  </a:lnTo>
                  <a:lnTo>
                    <a:pt x="2884970" y="120568"/>
                  </a:lnTo>
                  <a:lnTo>
                    <a:pt x="2851231" y="86829"/>
                  </a:lnTo>
                  <a:lnTo>
                    <a:pt x="2813770" y="57555"/>
                  </a:lnTo>
                  <a:lnTo>
                    <a:pt x="2773332" y="33491"/>
                  </a:lnTo>
                  <a:lnTo>
                    <a:pt x="2730662" y="15381"/>
                  </a:lnTo>
                  <a:lnTo>
                    <a:pt x="2686503" y="3969"/>
                  </a:lnTo>
                  <a:lnTo>
                    <a:pt x="2641600" y="0"/>
                  </a:lnTo>
                  <a:lnTo>
                    <a:pt x="2605484" y="0"/>
                  </a:lnTo>
                  <a:lnTo>
                    <a:pt x="2352675" y="0"/>
                  </a:lnTo>
                  <a:lnTo>
                    <a:pt x="1666478" y="0"/>
                  </a:lnTo>
                  <a:lnTo>
                    <a:pt x="330200" y="0"/>
                  </a:lnTo>
                  <a:close/>
                </a:path>
              </a:pathLst>
            </a:custGeom>
            <a:ln w="93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" name="object 15"/>
          <p:cNvGrpSpPr/>
          <p:nvPr/>
        </p:nvGrpSpPr>
        <p:grpSpPr>
          <a:xfrm>
            <a:off x="1062127" y="1519327"/>
            <a:ext cx="2981325" cy="1990725"/>
            <a:chOff x="1062127" y="1519327"/>
            <a:chExt cx="2981325" cy="1990725"/>
          </a:xfrm>
        </p:grpSpPr>
        <p:pic>
          <p:nvPicPr>
            <p:cNvPr id="16" name="object 1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379220" y="1524000"/>
              <a:ext cx="2018030" cy="1944370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1066800" y="1524000"/>
              <a:ext cx="2971800" cy="1981200"/>
            </a:xfrm>
            <a:custGeom>
              <a:avLst/>
              <a:gdLst/>
              <a:ahLst/>
              <a:cxnLst/>
              <a:rect l="l" t="t" r="r" b="b"/>
              <a:pathLst>
                <a:path w="2971800" h="1981200">
                  <a:moveTo>
                    <a:pt x="330200" y="0"/>
                  </a:moveTo>
                  <a:lnTo>
                    <a:pt x="285010" y="3969"/>
                  </a:lnTo>
                  <a:lnTo>
                    <a:pt x="240674" y="15381"/>
                  </a:lnTo>
                  <a:lnTo>
                    <a:pt x="197917" y="33491"/>
                  </a:lnTo>
                  <a:lnTo>
                    <a:pt x="157468" y="57555"/>
                  </a:lnTo>
                  <a:lnTo>
                    <a:pt x="120053" y="86829"/>
                  </a:lnTo>
                  <a:lnTo>
                    <a:pt x="86400" y="120568"/>
                  </a:lnTo>
                  <a:lnTo>
                    <a:pt x="57234" y="158029"/>
                  </a:lnTo>
                  <a:lnTo>
                    <a:pt x="33285" y="198467"/>
                  </a:lnTo>
                  <a:lnTo>
                    <a:pt x="15278" y="241137"/>
                  </a:lnTo>
                  <a:lnTo>
                    <a:pt x="3940" y="285296"/>
                  </a:lnTo>
                  <a:lnTo>
                    <a:pt x="0" y="330200"/>
                  </a:lnTo>
                  <a:lnTo>
                    <a:pt x="0" y="350837"/>
                  </a:lnTo>
                  <a:lnTo>
                    <a:pt x="0" y="495300"/>
                  </a:lnTo>
                  <a:lnTo>
                    <a:pt x="0" y="887412"/>
                  </a:lnTo>
                  <a:lnTo>
                    <a:pt x="0" y="1651000"/>
                  </a:lnTo>
                  <a:lnTo>
                    <a:pt x="3940" y="1695903"/>
                  </a:lnTo>
                  <a:lnTo>
                    <a:pt x="15278" y="1740062"/>
                  </a:lnTo>
                  <a:lnTo>
                    <a:pt x="33285" y="1782732"/>
                  </a:lnTo>
                  <a:lnTo>
                    <a:pt x="57234" y="1823170"/>
                  </a:lnTo>
                  <a:lnTo>
                    <a:pt x="86400" y="1860631"/>
                  </a:lnTo>
                  <a:lnTo>
                    <a:pt x="120053" y="1894370"/>
                  </a:lnTo>
                  <a:lnTo>
                    <a:pt x="157468" y="1923644"/>
                  </a:lnTo>
                  <a:lnTo>
                    <a:pt x="197917" y="1947708"/>
                  </a:lnTo>
                  <a:lnTo>
                    <a:pt x="240674" y="1965818"/>
                  </a:lnTo>
                  <a:lnTo>
                    <a:pt x="285010" y="1977230"/>
                  </a:lnTo>
                  <a:lnTo>
                    <a:pt x="330200" y="1981200"/>
                  </a:lnTo>
                  <a:lnTo>
                    <a:pt x="366315" y="1981200"/>
                  </a:lnTo>
                  <a:lnTo>
                    <a:pt x="619125" y="1981200"/>
                  </a:lnTo>
                  <a:lnTo>
                    <a:pt x="1305321" y="1981200"/>
                  </a:lnTo>
                  <a:lnTo>
                    <a:pt x="2641600" y="1981200"/>
                  </a:lnTo>
                  <a:lnTo>
                    <a:pt x="2686503" y="1977230"/>
                  </a:lnTo>
                  <a:lnTo>
                    <a:pt x="2730662" y="1965818"/>
                  </a:lnTo>
                  <a:lnTo>
                    <a:pt x="2773332" y="1947708"/>
                  </a:lnTo>
                  <a:lnTo>
                    <a:pt x="2813770" y="1923644"/>
                  </a:lnTo>
                  <a:lnTo>
                    <a:pt x="2851231" y="1894370"/>
                  </a:lnTo>
                  <a:lnTo>
                    <a:pt x="2884970" y="1860631"/>
                  </a:lnTo>
                  <a:lnTo>
                    <a:pt x="2914244" y="1823170"/>
                  </a:lnTo>
                  <a:lnTo>
                    <a:pt x="2938308" y="1782732"/>
                  </a:lnTo>
                  <a:lnTo>
                    <a:pt x="2956418" y="1740062"/>
                  </a:lnTo>
                  <a:lnTo>
                    <a:pt x="2967830" y="1695903"/>
                  </a:lnTo>
                  <a:lnTo>
                    <a:pt x="2971800" y="1651000"/>
                  </a:lnTo>
                  <a:lnTo>
                    <a:pt x="2971800" y="1630362"/>
                  </a:lnTo>
                  <a:lnTo>
                    <a:pt x="2971800" y="1485900"/>
                  </a:lnTo>
                  <a:lnTo>
                    <a:pt x="2971800" y="1093787"/>
                  </a:lnTo>
                  <a:lnTo>
                    <a:pt x="2971800" y="330200"/>
                  </a:lnTo>
                  <a:lnTo>
                    <a:pt x="2967830" y="285296"/>
                  </a:lnTo>
                  <a:lnTo>
                    <a:pt x="2956418" y="241137"/>
                  </a:lnTo>
                  <a:lnTo>
                    <a:pt x="2938308" y="198467"/>
                  </a:lnTo>
                  <a:lnTo>
                    <a:pt x="2914244" y="158029"/>
                  </a:lnTo>
                  <a:lnTo>
                    <a:pt x="2884970" y="120568"/>
                  </a:lnTo>
                  <a:lnTo>
                    <a:pt x="2851231" y="86829"/>
                  </a:lnTo>
                  <a:lnTo>
                    <a:pt x="2813770" y="57555"/>
                  </a:lnTo>
                  <a:lnTo>
                    <a:pt x="2773332" y="33491"/>
                  </a:lnTo>
                  <a:lnTo>
                    <a:pt x="2730662" y="15381"/>
                  </a:lnTo>
                  <a:lnTo>
                    <a:pt x="2686503" y="3969"/>
                  </a:lnTo>
                  <a:lnTo>
                    <a:pt x="2641600" y="0"/>
                  </a:lnTo>
                  <a:lnTo>
                    <a:pt x="2605484" y="0"/>
                  </a:lnTo>
                  <a:lnTo>
                    <a:pt x="2352675" y="0"/>
                  </a:lnTo>
                  <a:lnTo>
                    <a:pt x="1666478" y="0"/>
                  </a:lnTo>
                  <a:lnTo>
                    <a:pt x="330200" y="0"/>
                  </a:lnTo>
                  <a:close/>
                </a:path>
              </a:pathLst>
            </a:custGeom>
            <a:ln w="93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977900" y="1163320"/>
            <a:ext cx="7221855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637915" algn="l"/>
              </a:tabLst>
            </a:pPr>
            <a:r>
              <a:rPr sz="1800" b="1" dirty="0">
                <a:solidFill>
                  <a:srgbClr val="333333"/>
                </a:solidFill>
                <a:latin typeface="Arial"/>
                <a:cs typeface="Arial"/>
              </a:rPr>
              <a:t>Libraries</a:t>
            </a:r>
            <a:r>
              <a:rPr sz="1800" b="1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3333"/>
                </a:solidFill>
                <a:latin typeface="Arial"/>
                <a:cs typeface="Arial"/>
              </a:rPr>
              <a:t>of</a:t>
            </a:r>
            <a:r>
              <a:rPr sz="1800" b="1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3333"/>
                </a:solidFill>
                <a:latin typeface="Arial"/>
                <a:cs typeface="Arial"/>
              </a:rPr>
              <a:t>Virtual</a:t>
            </a:r>
            <a:r>
              <a:rPr sz="1800" b="1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b="1" spc="-10" dirty="0">
                <a:solidFill>
                  <a:srgbClr val="333333"/>
                </a:solidFill>
                <a:latin typeface="Arial"/>
                <a:cs typeface="Arial"/>
              </a:rPr>
              <a:t>Machines</a:t>
            </a:r>
            <a:r>
              <a:rPr sz="1800" b="1" dirty="0">
                <a:solidFill>
                  <a:srgbClr val="333333"/>
                </a:solidFill>
                <a:latin typeface="Arial"/>
                <a:cs typeface="Arial"/>
              </a:rPr>
              <a:t>	Simulate</a:t>
            </a:r>
            <a:r>
              <a:rPr sz="1800" b="1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3333"/>
                </a:solidFill>
                <a:latin typeface="Arial"/>
                <a:cs typeface="Arial"/>
              </a:rPr>
              <a:t>Complex</a:t>
            </a:r>
            <a:r>
              <a:rPr sz="1800" b="1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b="1" spc="-10" dirty="0">
                <a:solidFill>
                  <a:srgbClr val="333333"/>
                </a:solidFill>
                <a:latin typeface="Arial"/>
                <a:cs typeface="Arial"/>
              </a:rPr>
              <a:t>Environments</a:t>
            </a:r>
            <a:endParaRPr sz="1800">
              <a:latin typeface="Arial"/>
              <a:cs typeface="Arial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062127" y="3881527"/>
            <a:ext cx="2981325" cy="1967864"/>
            <a:chOff x="1062127" y="3881527"/>
            <a:chExt cx="2981325" cy="1967864"/>
          </a:xfrm>
        </p:grpSpPr>
        <p:sp>
          <p:nvSpPr>
            <p:cNvPr id="20" name="object 20"/>
            <p:cNvSpPr/>
            <p:nvPr/>
          </p:nvSpPr>
          <p:spPr>
            <a:xfrm>
              <a:off x="1066800" y="3886200"/>
              <a:ext cx="2971800" cy="1958339"/>
            </a:xfrm>
            <a:custGeom>
              <a:avLst/>
              <a:gdLst/>
              <a:ahLst/>
              <a:cxnLst/>
              <a:rect l="l" t="t" r="r" b="b"/>
              <a:pathLst>
                <a:path w="2971800" h="1958339">
                  <a:moveTo>
                    <a:pt x="2645410" y="0"/>
                  </a:moveTo>
                  <a:lnTo>
                    <a:pt x="325119" y="0"/>
                  </a:lnTo>
                  <a:lnTo>
                    <a:pt x="294640" y="1269"/>
                  </a:lnTo>
                  <a:lnTo>
                    <a:pt x="234950" y="16510"/>
                  </a:lnTo>
                  <a:lnTo>
                    <a:pt x="177800" y="43180"/>
                  </a:lnTo>
                  <a:lnTo>
                    <a:pt x="125730" y="80010"/>
                  </a:lnTo>
                  <a:lnTo>
                    <a:pt x="80009" y="125730"/>
                  </a:lnTo>
                  <a:lnTo>
                    <a:pt x="41909" y="177800"/>
                  </a:lnTo>
                  <a:lnTo>
                    <a:pt x="15240" y="234950"/>
                  </a:lnTo>
                  <a:lnTo>
                    <a:pt x="1269" y="295910"/>
                  </a:lnTo>
                  <a:lnTo>
                    <a:pt x="0" y="326389"/>
                  </a:lnTo>
                  <a:lnTo>
                    <a:pt x="0" y="1631950"/>
                  </a:lnTo>
                  <a:lnTo>
                    <a:pt x="6350" y="1692910"/>
                  </a:lnTo>
                  <a:lnTo>
                    <a:pt x="27940" y="1752600"/>
                  </a:lnTo>
                  <a:lnTo>
                    <a:pt x="59690" y="1807210"/>
                  </a:lnTo>
                  <a:lnTo>
                    <a:pt x="101600" y="1856739"/>
                  </a:lnTo>
                  <a:lnTo>
                    <a:pt x="151130" y="1898650"/>
                  </a:lnTo>
                  <a:lnTo>
                    <a:pt x="205740" y="1930400"/>
                  </a:lnTo>
                  <a:lnTo>
                    <a:pt x="265430" y="1951989"/>
                  </a:lnTo>
                  <a:lnTo>
                    <a:pt x="325119" y="1958339"/>
                  </a:lnTo>
                  <a:lnTo>
                    <a:pt x="2645410" y="1958339"/>
                  </a:lnTo>
                  <a:lnTo>
                    <a:pt x="2706370" y="1951989"/>
                  </a:lnTo>
                  <a:lnTo>
                    <a:pt x="2764790" y="1930400"/>
                  </a:lnTo>
                  <a:lnTo>
                    <a:pt x="2820670" y="1898650"/>
                  </a:lnTo>
                  <a:lnTo>
                    <a:pt x="2868929" y="1856739"/>
                  </a:lnTo>
                  <a:lnTo>
                    <a:pt x="2910840" y="1807210"/>
                  </a:lnTo>
                  <a:lnTo>
                    <a:pt x="2943860" y="1752600"/>
                  </a:lnTo>
                  <a:lnTo>
                    <a:pt x="2964179" y="1692910"/>
                  </a:lnTo>
                  <a:lnTo>
                    <a:pt x="2971800" y="1631950"/>
                  </a:lnTo>
                  <a:lnTo>
                    <a:pt x="2971800" y="326389"/>
                  </a:lnTo>
                  <a:lnTo>
                    <a:pt x="2964179" y="265430"/>
                  </a:lnTo>
                  <a:lnTo>
                    <a:pt x="2943860" y="205739"/>
                  </a:lnTo>
                  <a:lnTo>
                    <a:pt x="2910840" y="151130"/>
                  </a:lnTo>
                  <a:lnTo>
                    <a:pt x="2868929" y="101600"/>
                  </a:lnTo>
                  <a:lnTo>
                    <a:pt x="2820670" y="59689"/>
                  </a:lnTo>
                  <a:lnTo>
                    <a:pt x="2764790" y="27939"/>
                  </a:lnTo>
                  <a:lnTo>
                    <a:pt x="2706370" y="7619"/>
                  </a:lnTo>
                  <a:lnTo>
                    <a:pt x="2645410" y="0"/>
                  </a:lnTo>
                  <a:close/>
                </a:path>
              </a:pathLst>
            </a:custGeom>
            <a:solidFill>
              <a:srgbClr val="FFFFFF">
                <a:alpha val="50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066800" y="3886200"/>
              <a:ext cx="2971800" cy="1958339"/>
            </a:xfrm>
            <a:custGeom>
              <a:avLst/>
              <a:gdLst/>
              <a:ahLst/>
              <a:cxnLst/>
              <a:rect l="l" t="t" r="r" b="b"/>
              <a:pathLst>
                <a:path w="2971800" h="1958339">
                  <a:moveTo>
                    <a:pt x="325119" y="0"/>
                  </a:moveTo>
                  <a:lnTo>
                    <a:pt x="280907" y="3909"/>
                  </a:lnTo>
                  <a:lnTo>
                    <a:pt x="237427" y="15152"/>
                  </a:lnTo>
                  <a:lnTo>
                    <a:pt x="195413" y="33001"/>
                  </a:lnTo>
                  <a:lnTo>
                    <a:pt x="155598" y="56731"/>
                  </a:lnTo>
                  <a:lnTo>
                    <a:pt x="118713" y="85612"/>
                  </a:lnTo>
                  <a:lnTo>
                    <a:pt x="85493" y="118920"/>
                  </a:lnTo>
                  <a:lnTo>
                    <a:pt x="56670" y="155925"/>
                  </a:lnTo>
                  <a:lnTo>
                    <a:pt x="32976" y="195902"/>
                  </a:lnTo>
                  <a:lnTo>
                    <a:pt x="15144" y="238123"/>
                  </a:lnTo>
                  <a:lnTo>
                    <a:pt x="3908" y="281861"/>
                  </a:lnTo>
                  <a:lnTo>
                    <a:pt x="0" y="326389"/>
                  </a:lnTo>
                  <a:lnTo>
                    <a:pt x="0" y="346789"/>
                  </a:lnTo>
                  <a:lnTo>
                    <a:pt x="0" y="489584"/>
                  </a:lnTo>
                  <a:lnTo>
                    <a:pt x="0" y="877173"/>
                  </a:lnTo>
                  <a:lnTo>
                    <a:pt x="0" y="1631950"/>
                  </a:lnTo>
                  <a:lnTo>
                    <a:pt x="3908" y="1676478"/>
                  </a:lnTo>
                  <a:lnTo>
                    <a:pt x="15144" y="1720216"/>
                  </a:lnTo>
                  <a:lnTo>
                    <a:pt x="32976" y="1762437"/>
                  </a:lnTo>
                  <a:lnTo>
                    <a:pt x="56670" y="1802414"/>
                  </a:lnTo>
                  <a:lnTo>
                    <a:pt x="85493" y="1839419"/>
                  </a:lnTo>
                  <a:lnTo>
                    <a:pt x="118713" y="1872727"/>
                  </a:lnTo>
                  <a:lnTo>
                    <a:pt x="155598" y="1901608"/>
                  </a:lnTo>
                  <a:lnTo>
                    <a:pt x="195413" y="1925338"/>
                  </a:lnTo>
                  <a:lnTo>
                    <a:pt x="237427" y="1943187"/>
                  </a:lnTo>
                  <a:lnTo>
                    <a:pt x="280907" y="1954430"/>
                  </a:lnTo>
                  <a:lnTo>
                    <a:pt x="325119" y="1958339"/>
                  </a:lnTo>
                  <a:lnTo>
                    <a:pt x="361374" y="1958339"/>
                  </a:lnTo>
                  <a:lnTo>
                    <a:pt x="615156" y="1958339"/>
                  </a:lnTo>
                  <a:lnTo>
                    <a:pt x="1303992" y="1958339"/>
                  </a:lnTo>
                  <a:lnTo>
                    <a:pt x="2645410" y="1958339"/>
                  </a:lnTo>
                  <a:lnTo>
                    <a:pt x="2689651" y="1954430"/>
                  </a:lnTo>
                  <a:lnTo>
                    <a:pt x="2733212" y="1943187"/>
                  </a:lnTo>
                  <a:lnTo>
                    <a:pt x="2775347" y="1925338"/>
                  </a:lnTo>
                  <a:lnTo>
                    <a:pt x="2815313" y="1901608"/>
                  </a:lnTo>
                  <a:lnTo>
                    <a:pt x="2852364" y="1872727"/>
                  </a:lnTo>
                  <a:lnTo>
                    <a:pt x="2885757" y="1839419"/>
                  </a:lnTo>
                  <a:lnTo>
                    <a:pt x="2914748" y="1802414"/>
                  </a:lnTo>
                  <a:lnTo>
                    <a:pt x="2938592" y="1762437"/>
                  </a:lnTo>
                  <a:lnTo>
                    <a:pt x="2956544" y="1720216"/>
                  </a:lnTo>
                  <a:lnTo>
                    <a:pt x="2967862" y="1676478"/>
                  </a:lnTo>
                  <a:lnTo>
                    <a:pt x="2971800" y="1631950"/>
                  </a:lnTo>
                  <a:lnTo>
                    <a:pt x="2971800" y="1611550"/>
                  </a:lnTo>
                  <a:lnTo>
                    <a:pt x="2971800" y="1468755"/>
                  </a:lnTo>
                  <a:lnTo>
                    <a:pt x="2971800" y="1081166"/>
                  </a:lnTo>
                  <a:lnTo>
                    <a:pt x="2971800" y="326389"/>
                  </a:lnTo>
                  <a:lnTo>
                    <a:pt x="2967862" y="281861"/>
                  </a:lnTo>
                  <a:lnTo>
                    <a:pt x="2956544" y="238123"/>
                  </a:lnTo>
                  <a:lnTo>
                    <a:pt x="2938592" y="195902"/>
                  </a:lnTo>
                  <a:lnTo>
                    <a:pt x="2914748" y="155925"/>
                  </a:lnTo>
                  <a:lnTo>
                    <a:pt x="2885757" y="118920"/>
                  </a:lnTo>
                  <a:lnTo>
                    <a:pt x="2852364" y="85612"/>
                  </a:lnTo>
                  <a:lnTo>
                    <a:pt x="2815313" y="56731"/>
                  </a:lnTo>
                  <a:lnTo>
                    <a:pt x="2775347" y="33001"/>
                  </a:lnTo>
                  <a:lnTo>
                    <a:pt x="2733212" y="15152"/>
                  </a:lnTo>
                  <a:lnTo>
                    <a:pt x="2689651" y="3909"/>
                  </a:lnTo>
                  <a:lnTo>
                    <a:pt x="2645410" y="0"/>
                  </a:lnTo>
                  <a:lnTo>
                    <a:pt x="2609155" y="0"/>
                  </a:lnTo>
                  <a:lnTo>
                    <a:pt x="2355373" y="0"/>
                  </a:lnTo>
                  <a:lnTo>
                    <a:pt x="1666537" y="0"/>
                  </a:lnTo>
                  <a:lnTo>
                    <a:pt x="325119" y="0"/>
                  </a:lnTo>
                  <a:close/>
                </a:path>
              </a:pathLst>
            </a:custGeom>
            <a:ln w="93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" name="object 2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417320" y="5269230"/>
              <a:ext cx="153669" cy="143509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568450" y="5223510"/>
              <a:ext cx="153669" cy="143510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34820" y="5284470"/>
              <a:ext cx="153669" cy="143509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573530" y="5384800"/>
              <a:ext cx="153669" cy="143509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399540" y="5440680"/>
              <a:ext cx="153669" cy="143509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69110" y="5445760"/>
              <a:ext cx="153669" cy="143509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263900" y="5256530"/>
              <a:ext cx="153670" cy="143509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416300" y="5210810"/>
              <a:ext cx="153670" cy="143510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582669" y="5271770"/>
              <a:ext cx="153670" cy="143509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420109" y="5372100"/>
              <a:ext cx="153670" cy="143509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246119" y="5427980"/>
              <a:ext cx="153669" cy="143509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615690" y="5433060"/>
              <a:ext cx="153670" cy="143509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325370" y="3982720"/>
              <a:ext cx="153669" cy="143510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477770" y="3937000"/>
              <a:ext cx="153669" cy="143510"/>
            </a:xfrm>
            <a:prstGeom prst="rect">
              <a:avLst/>
            </a:prstGeom>
          </p:spPr>
        </p:pic>
        <p:pic>
          <p:nvPicPr>
            <p:cNvPr id="36" name="object 3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644140" y="3997960"/>
              <a:ext cx="153669" cy="143510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481580" y="4097020"/>
              <a:ext cx="153669" cy="143510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307590" y="4154170"/>
              <a:ext cx="153669" cy="143510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677160" y="4157980"/>
              <a:ext cx="153669" cy="143510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369820" y="4865370"/>
              <a:ext cx="375919" cy="312419"/>
            </a:xfrm>
            <a:prstGeom prst="rect">
              <a:avLst/>
            </a:prstGeom>
          </p:spPr>
        </p:pic>
        <p:sp>
          <p:nvSpPr>
            <p:cNvPr id="41" name="object 41"/>
            <p:cNvSpPr/>
            <p:nvPr/>
          </p:nvSpPr>
          <p:spPr>
            <a:xfrm>
              <a:off x="1935480" y="4375150"/>
              <a:ext cx="1184910" cy="1068070"/>
            </a:xfrm>
            <a:custGeom>
              <a:avLst/>
              <a:gdLst/>
              <a:ahLst/>
              <a:cxnLst/>
              <a:rect l="l" t="t" r="r" b="b"/>
              <a:pathLst>
                <a:path w="1184910" h="1068070">
                  <a:moveTo>
                    <a:pt x="368300" y="770890"/>
                  </a:moveTo>
                  <a:lnTo>
                    <a:pt x="240030" y="727710"/>
                  </a:lnTo>
                  <a:lnTo>
                    <a:pt x="267970" y="772160"/>
                  </a:lnTo>
                  <a:lnTo>
                    <a:pt x="45720" y="910590"/>
                  </a:lnTo>
                  <a:lnTo>
                    <a:pt x="17780" y="866140"/>
                  </a:lnTo>
                  <a:lnTo>
                    <a:pt x="0" y="999490"/>
                  </a:lnTo>
                  <a:lnTo>
                    <a:pt x="127000" y="1041400"/>
                  </a:lnTo>
                  <a:lnTo>
                    <a:pt x="100330" y="998220"/>
                  </a:lnTo>
                  <a:lnTo>
                    <a:pt x="321310" y="859790"/>
                  </a:lnTo>
                  <a:lnTo>
                    <a:pt x="349250" y="904240"/>
                  </a:lnTo>
                  <a:lnTo>
                    <a:pt x="368300" y="770890"/>
                  </a:lnTo>
                  <a:close/>
                </a:path>
                <a:path w="1184910" h="1068070">
                  <a:moveTo>
                    <a:pt x="725170" y="73660"/>
                  </a:moveTo>
                  <a:lnTo>
                    <a:pt x="610870" y="0"/>
                  </a:lnTo>
                  <a:lnTo>
                    <a:pt x="496570" y="73660"/>
                  </a:lnTo>
                  <a:lnTo>
                    <a:pt x="553720" y="73660"/>
                  </a:lnTo>
                  <a:lnTo>
                    <a:pt x="553720" y="294640"/>
                  </a:lnTo>
                  <a:lnTo>
                    <a:pt x="496570" y="294640"/>
                  </a:lnTo>
                  <a:lnTo>
                    <a:pt x="610870" y="367030"/>
                  </a:lnTo>
                  <a:lnTo>
                    <a:pt x="725170" y="294640"/>
                  </a:lnTo>
                  <a:lnTo>
                    <a:pt x="668020" y="294640"/>
                  </a:lnTo>
                  <a:lnTo>
                    <a:pt x="668020" y="73660"/>
                  </a:lnTo>
                  <a:lnTo>
                    <a:pt x="725170" y="73660"/>
                  </a:lnTo>
                  <a:close/>
                </a:path>
                <a:path w="1184910" h="1068070">
                  <a:moveTo>
                    <a:pt x="1184910" y="895350"/>
                  </a:moveTo>
                  <a:lnTo>
                    <a:pt x="1140460" y="938530"/>
                  </a:lnTo>
                  <a:lnTo>
                    <a:pt x="988060" y="782320"/>
                  </a:lnTo>
                  <a:lnTo>
                    <a:pt x="1032510" y="739140"/>
                  </a:lnTo>
                  <a:lnTo>
                    <a:pt x="894080" y="774700"/>
                  </a:lnTo>
                  <a:lnTo>
                    <a:pt x="854710" y="911860"/>
                  </a:lnTo>
                  <a:lnTo>
                    <a:pt x="899160" y="868680"/>
                  </a:lnTo>
                  <a:lnTo>
                    <a:pt x="1051560" y="1024890"/>
                  </a:lnTo>
                  <a:lnTo>
                    <a:pt x="1007110" y="1068070"/>
                  </a:lnTo>
                  <a:lnTo>
                    <a:pt x="1145540" y="1032510"/>
                  </a:lnTo>
                  <a:lnTo>
                    <a:pt x="1184910" y="895350"/>
                  </a:lnTo>
                  <a:close/>
                </a:path>
              </a:pathLst>
            </a:custGeom>
            <a:solidFill>
              <a:srgbClr val="7EC21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2" name="object 42"/>
          <p:cNvSpPr txBox="1"/>
          <p:nvPr/>
        </p:nvSpPr>
        <p:spPr>
          <a:xfrm>
            <a:off x="2885439" y="5628640"/>
            <a:ext cx="953135" cy="2387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00" b="1" spc="-10" dirty="0">
                <a:solidFill>
                  <a:srgbClr val="333333"/>
                </a:solidFill>
                <a:latin typeface="Arial"/>
                <a:cs typeface="Arial"/>
              </a:rPr>
              <a:t>Production</a:t>
            </a:r>
            <a:endParaRPr sz="1400">
              <a:latin typeface="Arial"/>
              <a:cs typeface="Arial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262380" y="5628640"/>
            <a:ext cx="1128395" cy="2387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00" b="1" spc="-10" dirty="0">
                <a:solidFill>
                  <a:srgbClr val="333333"/>
                </a:solidFill>
                <a:latin typeface="Arial"/>
                <a:cs typeface="Arial"/>
              </a:rPr>
              <a:t>Development</a:t>
            </a:r>
            <a:endParaRPr sz="1400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679450" y="3553459"/>
            <a:ext cx="3975100" cy="6997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b="1" dirty="0">
                <a:solidFill>
                  <a:srgbClr val="333333"/>
                </a:solidFill>
                <a:latin typeface="Arial"/>
                <a:cs typeface="Arial"/>
              </a:rPr>
              <a:t>Collaborative</a:t>
            </a:r>
            <a:r>
              <a:rPr sz="1800" b="1" spc="-5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3333"/>
                </a:solidFill>
                <a:latin typeface="Arial"/>
                <a:cs typeface="Arial"/>
              </a:rPr>
              <a:t>Test</a:t>
            </a:r>
            <a:r>
              <a:rPr sz="1800" b="1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3333"/>
                </a:solidFill>
                <a:latin typeface="Arial"/>
                <a:cs typeface="Arial"/>
              </a:rPr>
              <a:t>and</a:t>
            </a:r>
            <a:r>
              <a:rPr sz="1800" b="1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b="1" spc="-10" dirty="0">
                <a:solidFill>
                  <a:srgbClr val="333333"/>
                </a:solidFill>
                <a:latin typeface="Arial"/>
                <a:cs typeface="Arial"/>
              </a:rPr>
              <a:t>Development</a:t>
            </a:r>
            <a:endParaRPr sz="1800">
              <a:latin typeface="Arial"/>
              <a:cs typeface="Arial"/>
            </a:endParaRPr>
          </a:p>
          <a:p>
            <a:pPr marL="1008380" algn="ctr">
              <a:lnSpc>
                <a:spcPct val="100000"/>
              </a:lnSpc>
              <a:spcBef>
                <a:spcPts val="1470"/>
              </a:spcBef>
            </a:pPr>
            <a:r>
              <a:rPr sz="1400" b="1" spc="-25" dirty="0">
                <a:solidFill>
                  <a:srgbClr val="333333"/>
                </a:solidFill>
                <a:latin typeface="Arial"/>
                <a:cs typeface="Arial"/>
              </a:rPr>
              <a:t>QA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45" name="object 45"/>
          <p:cNvGrpSpPr/>
          <p:nvPr/>
        </p:nvGrpSpPr>
        <p:grpSpPr>
          <a:xfrm>
            <a:off x="5148579" y="4150359"/>
            <a:ext cx="2132330" cy="1477010"/>
            <a:chOff x="5148579" y="4150359"/>
            <a:chExt cx="2132330" cy="1477010"/>
          </a:xfrm>
        </p:grpSpPr>
        <p:sp>
          <p:nvSpPr>
            <p:cNvPr id="46" name="object 46"/>
            <p:cNvSpPr/>
            <p:nvPr/>
          </p:nvSpPr>
          <p:spPr>
            <a:xfrm>
              <a:off x="5543550" y="4401819"/>
              <a:ext cx="1055370" cy="779780"/>
            </a:xfrm>
            <a:custGeom>
              <a:avLst/>
              <a:gdLst/>
              <a:ahLst/>
              <a:cxnLst/>
              <a:rect l="l" t="t" r="r" b="b"/>
              <a:pathLst>
                <a:path w="1055370" h="779779">
                  <a:moveTo>
                    <a:pt x="1055370" y="638810"/>
                  </a:moveTo>
                  <a:lnTo>
                    <a:pt x="1005967" y="654253"/>
                  </a:lnTo>
                  <a:lnTo>
                    <a:pt x="803910" y="7620"/>
                  </a:lnTo>
                  <a:lnTo>
                    <a:pt x="792378" y="11264"/>
                  </a:lnTo>
                  <a:lnTo>
                    <a:pt x="786130" y="0"/>
                  </a:lnTo>
                  <a:lnTo>
                    <a:pt x="107416" y="358381"/>
                  </a:lnTo>
                  <a:lnTo>
                    <a:pt x="83820" y="313690"/>
                  </a:lnTo>
                  <a:lnTo>
                    <a:pt x="0" y="430530"/>
                  </a:lnTo>
                  <a:lnTo>
                    <a:pt x="143510" y="426720"/>
                  </a:lnTo>
                  <a:lnTo>
                    <a:pt x="119621" y="381508"/>
                  </a:lnTo>
                  <a:lnTo>
                    <a:pt x="764768" y="40855"/>
                  </a:lnTo>
                  <a:lnTo>
                    <a:pt x="503910" y="593585"/>
                  </a:lnTo>
                  <a:lnTo>
                    <a:pt x="457200" y="571500"/>
                  </a:lnTo>
                  <a:lnTo>
                    <a:pt x="461010" y="715010"/>
                  </a:lnTo>
                  <a:lnTo>
                    <a:pt x="572770" y="626110"/>
                  </a:lnTo>
                  <a:lnTo>
                    <a:pt x="526529" y="604266"/>
                  </a:lnTo>
                  <a:lnTo>
                    <a:pt x="789622" y="46774"/>
                  </a:lnTo>
                  <a:lnTo>
                    <a:pt x="981824" y="661797"/>
                  </a:lnTo>
                  <a:lnTo>
                    <a:pt x="933450" y="676910"/>
                  </a:lnTo>
                  <a:lnTo>
                    <a:pt x="1031240" y="779780"/>
                  </a:lnTo>
                  <a:lnTo>
                    <a:pt x="1055370" y="638810"/>
                  </a:lnTo>
                  <a:close/>
                </a:path>
              </a:pathLst>
            </a:custGeom>
            <a:solidFill>
              <a:srgbClr val="33333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7" name="object 4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248909" y="4832349"/>
              <a:ext cx="591820" cy="419100"/>
            </a:xfrm>
            <a:prstGeom prst="rect">
              <a:avLst/>
            </a:prstGeom>
          </p:spPr>
        </p:pic>
        <p:pic>
          <p:nvPicPr>
            <p:cNvPr id="48" name="object 48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707379" y="5115559"/>
              <a:ext cx="594360" cy="417829"/>
            </a:xfrm>
            <a:prstGeom prst="rect">
              <a:avLst/>
            </a:prstGeom>
          </p:spPr>
        </p:pic>
        <p:pic>
          <p:nvPicPr>
            <p:cNvPr id="49" name="object 4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278879" y="5181599"/>
              <a:ext cx="594359" cy="417830"/>
            </a:xfrm>
            <a:prstGeom prst="rect">
              <a:avLst/>
            </a:prstGeom>
          </p:spPr>
        </p:pic>
        <p:pic>
          <p:nvPicPr>
            <p:cNvPr id="50" name="object 50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983729" y="4443729"/>
              <a:ext cx="297179" cy="252730"/>
            </a:xfrm>
            <a:prstGeom prst="rect">
              <a:avLst/>
            </a:prstGeom>
          </p:spPr>
        </p:pic>
        <p:pic>
          <p:nvPicPr>
            <p:cNvPr id="51" name="object 51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129019" y="4150359"/>
              <a:ext cx="415290" cy="262889"/>
            </a:xfrm>
            <a:prstGeom prst="rect">
              <a:avLst/>
            </a:prstGeom>
          </p:spPr>
        </p:pic>
        <p:sp>
          <p:nvSpPr>
            <p:cNvPr id="52" name="object 52"/>
            <p:cNvSpPr/>
            <p:nvPr/>
          </p:nvSpPr>
          <p:spPr>
            <a:xfrm>
              <a:off x="6570979" y="4325619"/>
              <a:ext cx="422909" cy="156210"/>
            </a:xfrm>
            <a:custGeom>
              <a:avLst/>
              <a:gdLst/>
              <a:ahLst/>
              <a:cxnLst/>
              <a:rect l="l" t="t" r="r" b="b"/>
              <a:pathLst>
                <a:path w="422909" h="156210">
                  <a:moveTo>
                    <a:pt x="422910" y="156209"/>
                  </a:moveTo>
                  <a:lnTo>
                    <a:pt x="0" y="0"/>
                  </a:lnTo>
                </a:path>
              </a:pathLst>
            </a:custGeom>
            <a:ln w="93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3" name="object 53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148579" y="5259069"/>
              <a:ext cx="434339" cy="368300"/>
            </a:xfrm>
            <a:prstGeom prst="rect">
              <a:avLst/>
            </a:prstGeom>
          </p:spPr>
        </p:pic>
        <p:sp>
          <p:nvSpPr>
            <p:cNvPr id="54" name="object 54"/>
            <p:cNvSpPr/>
            <p:nvPr/>
          </p:nvSpPr>
          <p:spPr>
            <a:xfrm>
              <a:off x="5388609" y="5212079"/>
              <a:ext cx="388620" cy="238760"/>
            </a:xfrm>
            <a:custGeom>
              <a:avLst/>
              <a:gdLst/>
              <a:ahLst/>
              <a:cxnLst/>
              <a:rect l="l" t="t" r="r" b="b"/>
              <a:pathLst>
                <a:path w="388620" h="238760">
                  <a:moveTo>
                    <a:pt x="0" y="91440"/>
                  </a:moveTo>
                  <a:lnTo>
                    <a:pt x="5079" y="0"/>
                  </a:lnTo>
                </a:path>
                <a:path w="388620" h="238760">
                  <a:moveTo>
                    <a:pt x="175260" y="238760"/>
                  </a:moveTo>
                  <a:lnTo>
                    <a:pt x="388619" y="173990"/>
                  </a:lnTo>
                </a:path>
              </a:pathLst>
            </a:custGeom>
            <a:ln w="93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5" name="object 5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6891019" y="4825999"/>
              <a:ext cx="179070" cy="127000"/>
            </a:xfrm>
            <a:prstGeom prst="rect">
              <a:avLst/>
            </a:prstGeom>
          </p:spPr>
        </p:pic>
      </p:grpSp>
      <p:sp>
        <p:nvSpPr>
          <p:cNvPr id="56" name="object 56"/>
          <p:cNvSpPr txBox="1"/>
          <p:nvPr/>
        </p:nvSpPr>
        <p:spPr>
          <a:xfrm>
            <a:off x="7086600" y="4635500"/>
            <a:ext cx="810260" cy="367030"/>
          </a:xfrm>
          <a:prstGeom prst="rect">
            <a:avLst/>
          </a:prstGeom>
        </p:spPr>
        <p:txBody>
          <a:bodyPr vert="horz" wrap="square" lIns="0" tIns="38100" rIns="0" bIns="0" rtlCol="0">
            <a:spAutoFit/>
          </a:bodyPr>
          <a:lstStyle/>
          <a:p>
            <a:pPr marL="12700" marR="5080" indent="175260">
              <a:lnSpc>
                <a:spcPts val="1250"/>
              </a:lnSpc>
              <a:spcBef>
                <a:spcPts val="300"/>
              </a:spcBef>
            </a:pPr>
            <a:r>
              <a:rPr sz="1200" b="1" spc="-10" dirty="0">
                <a:solidFill>
                  <a:srgbClr val="333333"/>
                </a:solidFill>
                <a:latin typeface="Arial"/>
                <a:cs typeface="Arial"/>
              </a:rPr>
              <a:t>Image </a:t>
            </a:r>
            <a:r>
              <a:rPr sz="1200" b="1" spc="-20" dirty="0">
                <a:solidFill>
                  <a:srgbClr val="333333"/>
                </a:solidFill>
                <a:latin typeface="Arial"/>
                <a:cs typeface="Arial"/>
              </a:rPr>
              <a:t>Repository</a:t>
            </a:r>
            <a:endParaRPr sz="1200">
              <a:latin typeface="Arial"/>
              <a:cs typeface="Arial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5278120" y="3553459"/>
            <a:ext cx="2222500" cy="8305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b="1" dirty="0">
                <a:solidFill>
                  <a:srgbClr val="333333"/>
                </a:solidFill>
                <a:latin typeface="Arial"/>
                <a:cs typeface="Arial"/>
              </a:rPr>
              <a:t>Rapid</a:t>
            </a:r>
            <a:r>
              <a:rPr sz="1800" b="1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b="1" spc="-10" dirty="0">
                <a:solidFill>
                  <a:srgbClr val="333333"/>
                </a:solidFill>
                <a:latin typeface="Arial"/>
                <a:cs typeface="Arial"/>
              </a:rPr>
              <a:t>Provisioning</a:t>
            </a:r>
            <a:endParaRPr sz="1800">
              <a:latin typeface="Arial"/>
              <a:cs typeface="Arial"/>
            </a:endParaRPr>
          </a:p>
          <a:p>
            <a:pPr marL="1475105" marR="5080" indent="-182880">
              <a:lnSpc>
                <a:spcPts val="1250"/>
              </a:lnSpc>
              <a:spcBef>
                <a:spcPts val="1689"/>
              </a:spcBef>
            </a:pPr>
            <a:r>
              <a:rPr sz="1200" b="1" spc="-20" dirty="0">
                <a:solidFill>
                  <a:srgbClr val="333333"/>
                </a:solidFill>
                <a:latin typeface="Arial"/>
                <a:cs typeface="Arial"/>
              </a:rPr>
              <a:t>Management </a:t>
            </a:r>
            <a:r>
              <a:rPr sz="1200" b="1" spc="-10" dirty="0">
                <a:solidFill>
                  <a:srgbClr val="333333"/>
                </a:solidFill>
                <a:latin typeface="Arial"/>
                <a:cs typeface="Arial"/>
              </a:rPr>
              <a:t>Console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58" name="object 58"/>
          <p:cNvGrpSpPr/>
          <p:nvPr/>
        </p:nvGrpSpPr>
        <p:grpSpPr>
          <a:xfrm>
            <a:off x="4948327" y="3881527"/>
            <a:ext cx="2985135" cy="1990725"/>
            <a:chOff x="4948327" y="3881527"/>
            <a:chExt cx="2985135" cy="1990725"/>
          </a:xfrm>
        </p:grpSpPr>
        <p:pic>
          <p:nvPicPr>
            <p:cNvPr id="59" name="object 5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711950" y="4977130"/>
              <a:ext cx="185420" cy="222250"/>
            </a:xfrm>
            <a:prstGeom prst="rect">
              <a:avLst/>
            </a:prstGeom>
          </p:spPr>
        </p:pic>
        <p:pic>
          <p:nvPicPr>
            <p:cNvPr id="60" name="object 6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7054850" y="4690110"/>
              <a:ext cx="72390" cy="86359"/>
            </a:xfrm>
            <a:prstGeom prst="rect">
              <a:avLst/>
            </a:prstGeom>
          </p:spPr>
        </p:pic>
        <p:sp>
          <p:nvSpPr>
            <p:cNvPr id="61" name="object 61"/>
            <p:cNvSpPr/>
            <p:nvPr/>
          </p:nvSpPr>
          <p:spPr>
            <a:xfrm>
              <a:off x="4953000" y="3886200"/>
              <a:ext cx="2975610" cy="1981200"/>
            </a:xfrm>
            <a:custGeom>
              <a:avLst/>
              <a:gdLst/>
              <a:ahLst/>
              <a:cxnLst/>
              <a:rect l="l" t="t" r="r" b="b"/>
              <a:pathLst>
                <a:path w="2975609" h="1981200">
                  <a:moveTo>
                    <a:pt x="330200" y="0"/>
                  </a:moveTo>
                  <a:lnTo>
                    <a:pt x="285296" y="3969"/>
                  </a:lnTo>
                  <a:lnTo>
                    <a:pt x="241137" y="15381"/>
                  </a:lnTo>
                  <a:lnTo>
                    <a:pt x="198467" y="33491"/>
                  </a:lnTo>
                  <a:lnTo>
                    <a:pt x="158029" y="57555"/>
                  </a:lnTo>
                  <a:lnTo>
                    <a:pt x="120568" y="86829"/>
                  </a:lnTo>
                  <a:lnTo>
                    <a:pt x="86829" y="120568"/>
                  </a:lnTo>
                  <a:lnTo>
                    <a:pt x="57555" y="158029"/>
                  </a:lnTo>
                  <a:lnTo>
                    <a:pt x="33491" y="198467"/>
                  </a:lnTo>
                  <a:lnTo>
                    <a:pt x="15381" y="241137"/>
                  </a:lnTo>
                  <a:lnTo>
                    <a:pt x="3969" y="285296"/>
                  </a:lnTo>
                  <a:lnTo>
                    <a:pt x="0" y="330200"/>
                  </a:lnTo>
                  <a:lnTo>
                    <a:pt x="0" y="350837"/>
                  </a:lnTo>
                  <a:lnTo>
                    <a:pt x="0" y="495300"/>
                  </a:lnTo>
                  <a:lnTo>
                    <a:pt x="0" y="887412"/>
                  </a:lnTo>
                  <a:lnTo>
                    <a:pt x="0" y="1651000"/>
                  </a:lnTo>
                  <a:lnTo>
                    <a:pt x="3969" y="1695903"/>
                  </a:lnTo>
                  <a:lnTo>
                    <a:pt x="15381" y="1740062"/>
                  </a:lnTo>
                  <a:lnTo>
                    <a:pt x="33491" y="1782732"/>
                  </a:lnTo>
                  <a:lnTo>
                    <a:pt x="57555" y="1823170"/>
                  </a:lnTo>
                  <a:lnTo>
                    <a:pt x="86829" y="1860631"/>
                  </a:lnTo>
                  <a:lnTo>
                    <a:pt x="120568" y="1894370"/>
                  </a:lnTo>
                  <a:lnTo>
                    <a:pt x="158029" y="1923644"/>
                  </a:lnTo>
                  <a:lnTo>
                    <a:pt x="198467" y="1947708"/>
                  </a:lnTo>
                  <a:lnTo>
                    <a:pt x="241137" y="1965818"/>
                  </a:lnTo>
                  <a:lnTo>
                    <a:pt x="285296" y="1977230"/>
                  </a:lnTo>
                  <a:lnTo>
                    <a:pt x="330200" y="1981200"/>
                  </a:lnTo>
                  <a:lnTo>
                    <a:pt x="366375" y="1981200"/>
                  </a:lnTo>
                  <a:lnTo>
                    <a:pt x="619601" y="1981200"/>
                  </a:lnTo>
                  <a:lnTo>
                    <a:pt x="1306929" y="1981200"/>
                  </a:lnTo>
                  <a:lnTo>
                    <a:pt x="2645409" y="1981200"/>
                  </a:lnTo>
                  <a:lnTo>
                    <a:pt x="2690313" y="1977230"/>
                  </a:lnTo>
                  <a:lnTo>
                    <a:pt x="2734472" y="1965818"/>
                  </a:lnTo>
                  <a:lnTo>
                    <a:pt x="2777142" y="1947708"/>
                  </a:lnTo>
                  <a:lnTo>
                    <a:pt x="2817580" y="1923644"/>
                  </a:lnTo>
                  <a:lnTo>
                    <a:pt x="2855041" y="1894370"/>
                  </a:lnTo>
                  <a:lnTo>
                    <a:pt x="2888780" y="1860631"/>
                  </a:lnTo>
                  <a:lnTo>
                    <a:pt x="2918054" y="1823170"/>
                  </a:lnTo>
                  <a:lnTo>
                    <a:pt x="2942118" y="1782732"/>
                  </a:lnTo>
                  <a:lnTo>
                    <a:pt x="2960228" y="1740062"/>
                  </a:lnTo>
                  <a:lnTo>
                    <a:pt x="2971640" y="1695903"/>
                  </a:lnTo>
                  <a:lnTo>
                    <a:pt x="2975609" y="1651000"/>
                  </a:lnTo>
                  <a:lnTo>
                    <a:pt x="2975609" y="1630362"/>
                  </a:lnTo>
                  <a:lnTo>
                    <a:pt x="2975609" y="1485900"/>
                  </a:lnTo>
                  <a:lnTo>
                    <a:pt x="2975609" y="1093787"/>
                  </a:lnTo>
                  <a:lnTo>
                    <a:pt x="2975609" y="330200"/>
                  </a:lnTo>
                  <a:lnTo>
                    <a:pt x="2971640" y="285296"/>
                  </a:lnTo>
                  <a:lnTo>
                    <a:pt x="2960228" y="241137"/>
                  </a:lnTo>
                  <a:lnTo>
                    <a:pt x="2942118" y="198467"/>
                  </a:lnTo>
                  <a:lnTo>
                    <a:pt x="2918054" y="158029"/>
                  </a:lnTo>
                  <a:lnTo>
                    <a:pt x="2888780" y="120568"/>
                  </a:lnTo>
                  <a:lnTo>
                    <a:pt x="2855041" y="86829"/>
                  </a:lnTo>
                  <a:lnTo>
                    <a:pt x="2817580" y="57555"/>
                  </a:lnTo>
                  <a:lnTo>
                    <a:pt x="2777142" y="33491"/>
                  </a:lnTo>
                  <a:lnTo>
                    <a:pt x="2734472" y="15381"/>
                  </a:lnTo>
                  <a:lnTo>
                    <a:pt x="2690313" y="3969"/>
                  </a:lnTo>
                  <a:lnTo>
                    <a:pt x="2645409" y="0"/>
                  </a:lnTo>
                  <a:lnTo>
                    <a:pt x="2609234" y="0"/>
                  </a:lnTo>
                  <a:lnTo>
                    <a:pt x="2356008" y="0"/>
                  </a:lnTo>
                  <a:lnTo>
                    <a:pt x="1668680" y="0"/>
                  </a:lnTo>
                  <a:lnTo>
                    <a:pt x="330200" y="0"/>
                  </a:lnTo>
                  <a:close/>
                </a:path>
              </a:pathLst>
            </a:custGeom>
            <a:ln w="93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2" name="object 62"/>
          <p:cNvSpPr/>
          <p:nvPr/>
        </p:nvSpPr>
        <p:spPr>
          <a:xfrm>
            <a:off x="1036319" y="594359"/>
            <a:ext cx="5617210" cy="405130"/>
          </a:xfrm>
          <a:custGeom>
            <a:avLst/>
            <a:gdLst/>
            <a:ahLst/>
            <a:cxnLst/>
            <a:rect l="l" t="t" r="r" b="b"/>
            <a:pathLst>
              <a:path w="5617209" h="405130">
                <a:moveTo>
                  <a:pt x="5617209" y="0"/>
                </a:moveTo>
                <a:lnTo>
                  <a:pt x="0" y="0"/>
                </a:lnTo>
                <a:lnTo>
                  <a:pt x="0" y="405129"/>
                </a:lnTo>
                <a:lnTo>
                  <a:pt x="2807970" y="405129"/>
                </a:lnTo>
                <a:lnTo>
                  <a:pt x="5617209" y="405129"/>
                </a:lnTo>
                <a:lnTo>
                  <a:pt x="561720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63245">
              <a:lnSpc>
                <a:spcPct val="100000"/>
              </a:lnSpc>
              <a:spcBef>
                <a:spcPts val="100"/>
              </a:spcBef>
            </a:pPr>
            <a:r>
              <a:rPr dirty="0"/>
              <a:t>Managing</a:t>
            </a:r>
            <a:r>
              <a:rPr spc="-90" dirty="0"/>
              <a:t> </a:t>
            </a:r>
            <a:r>
              <a:rPr spc="-30" dirty="0"/>
              <a:t>Complexity</a:t>
            </a:r>
            <a:r>
              <a:rPr spc="-85" dirty="0"/>
              <a:t> </a:t>
            </a:r>
            <a:r>
              <a:rPr dirty="0"/>
              <a:t>of</a:t>
            </a:r>
            <a:r>
              <a:rPr spc="-90" dirty="0"/>
              <a:t> </a:t>
            </a:r>
            <a:r>
              <a:rPr spc="-25" dirty="0"/>
              <a:t>Environments</a:t>
            </a:r>
          </a:p>
        </p:txBody>
      </p:sp>
      <p:sp>
        <p:nvSpPr>
          <p:cNvPr id="64" name="object 64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25" dirty="0"/>
              <a:t>36</a:t>
            </a:fld>
            <a:endParaRPr spc="-25" dirty="0"/>
          </a:p>
        </p:txBody>
      </p:sp>
    </p:spTree>
  </p:cSld>
  <p:clrMapOvr>
    <a:masterClrMapping/>
  </p:clrMapOvr>
  <p:transition>
    <p:wipe dir="r"/>
  </p:transition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60119" y="492759"/>
            <a:ext cx="6240780" cy="609600"/>
          </a:xfrm>
          <a:custGeom>
            <a:avLst/>
            <a:gdLst/>
            <a:ahLst/>
            <a:cxnLst/>
            <a:rect l="l" t="t" r="r" b="b"/>
            <a:pathLst>
              <a:path w="6240780" h="609600">
                <a:moveTo>
                  <a:pt x="6240780" y="0"/>
                </a:moveTo>
                <a:lnTo>
                  <a:pt x="0" y="0"/>
                </a:lnTo>
                <a:lnTo>
                  <a:pt x="0" y="609600"/>
                </a:lnTo>
                <a:lnTo>
                  <a:pt x="3120390" y="609600"/>
                </a:lnTo>
                <a:lnTo>
                  <a:pt x="6240780" y="609600"/>
                </a:lnTo>
                <a:lnTo>
                  <a:pt x="62407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993139" y="481329"/>
            <a:ext cx="5370195" cy="589280"/>
          </a:xfrm>
          <a:prstGeom prst="rect">
            <a:avLst/>
          </a:prstGeom>
        </p:spPr>
        <p:txBody>
          <a:bodyPr vert="horz" wrap="square" lIns="0" tIns="59055" rIns="0" bIns="0" rtlCol="0">
            <a:spAutoFit/>
          </a:bodyPr>
          <a:lstStyle/>
          <a:p>
            <a:pPr marL="12700" marR="5080">
              <a:lnSpc>
                <a:spcPts val="2039"/>
              </a:lnSpc>
              <a:spcBef>
                <a:spcPts val="465"/>
              </a:spcBef>
            </a:pPr>
            <a:r>
              <a:rPr sz="2000" dirty="0"/>
              <a:t>VMware</a:t>
            </a:r>
            <a:r>
              <a:rPr sz="2000" spc="-50" dirty="0"/>
              <a:t> </a:t>
            </a:r>
            <a:r>
              <a:rPr sz="2000" dirty="0"/>
              <a:t>Infrastructure</a:t>
            </a:r>
            <a:r>
              <a:rPr sz="2000" spc="-35" dirty="0"/>
              <a:t> </a:t>
            </a:r>
            <a:r>
              <a:rPr sz="2000" dirty="0"/>
              <a:t>–</a:t>
            </a:r>
            <a:r>
              <a:rPr sz="2000" spc="-40" dirty="0"/>
              <a:t> </a:t>
            </a:r>
            <a:r>
              <a:rPr sz="2000" dirty="0"/>
              <a:t>Key</a:t>
            </a:r>
            <a:r>
              <a:rPr sz="2000" spc="-45" dirty="0"/>
              <a:t> </a:t>
            </a:r>
            <a:r>
              <a:rPr sz="2000" dirty="0"/>
              <a:t>Solutions</a:t>
            </a:r>
            <a:r>
              <a:rPr sz="2000" spc="-35" dirty="0"/>
              <a:t> </a:t>
            </a:r>
            <a:r>
              <a:rPr sz="2000" dirty="0"/>
              <a:t>/</a:t>
            </a:r>
            <a:r>
              <a:rPr sz="2000" spc="-55" dirty="0"/>
              <a:t> </a:t>
            </a:r>
            <a:r>
              <a:rPr sz="2000" spc="-25" dirty="0"/>
              <a:t>Use </a:t>
            </a:r>
            <a:r>
              <a:rPr sz="2000" spc="-10" dirty="0"/>
              <a:t>Cases</a:t>
            </a:r>
            <a:endParaRPr sz="2000"/>
          </a:p>
        </p:txBody>
      </p:sp>
      <p:grpSp>
        <p:nvGrpSpPr>
          <p:cNvPr id="4" name="object 4"/>
          <p:cNvGrpSpPr/>
          <p:nvPr/>
        </p:nvGrpSpPr>
        <p:grpSpPr>
          <a:xfrm>
            <a:off x="600075" y="1069975"/>
            <a:ext cx="8096250" cy="703580"/>
            <a:chOff x="600075" y="1069975"/>
            <a:chExt cx="8096250" cy="703580"/>
          </a:xfrm>
        </p:grpSpPr>
        <p:sp>
          <p:nvSpPr>
            <p:cNvPr id="5" name="object 5"/>
            <p:cNvSpPr/>
            <p:nvPr/>
          </p:nvSpPr>
          <p:spPr>
            <a:xfrm>
              <a:off x="609600" y="1720850"/>
              <a:ext cx="8077200" cy="0"/>
            </a:xfrm>
            <a:custGeom>
              <a:avLst/>
              <a:gdLst/>
              <a:ahLst/>
              <a:cxnLst/>
              <a:rect l="l" t="t" r="r" b="b"/>
              <a:pathLst>
                <a:path w="8077200">
                  <a:moveTo>
                    <a:pt x="0" y="0"/>
                  </a:moveTo>
                  <a:lnTo>
                    <a:pt x="8077200" y="0"/>
                  </a:lnTo>
                </a:path>
              </a:pathLst>
            </a:custGeom>
            <a:ln w="19048">
              <a:solidFill>
                <a:srgbClr val="33669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734060" y="1098550"/>
              <a:ext cx="662940" cy="646430"/>
            </a:xfrm>
            <a:custGeom>
              <a:avLst/>
              <a:gdLst/>
              <a:ahLst/>
              <a:cxnLst/>
              <a:rect l="l" t="t" r="r" b="b"/>
              <a:pathLst>
                <a:path w="662940" h="646430">
                  <a:moveTo>
                    <a:pt x="331470" y="646429"/>
                  </a:moveTo>
                  <a:lnTo>
                    <a:pt x="0" y="646429"/>
                  </a:lnTo>
                  <a:lnTo>
                    <a:pt x="0" y="0"/>
                  </a:lnTo>
                  <a:lnTo>
                    <a:pt x="662940" y="0"/>
                  </a:lnTo>
                  <a:lnTo>
                    <a:pt x="662940" y="646429"/>
                  </a:lnTo>
                  <a:lnTo>
                    <a:pt x="331470" y="646429"/>
                  </a:lnTo>
                  <a:close/>
                </a:path>
              </a:pathLst>
            </a:custGeom>
            <a:ln w="5714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62000" y="1126489"/>
              <a:ext cx="607060" cy="589279"/>
            </a:xfrm>
            <a:prstGeom prst="rect">
              <a:avLst/>
            </a:prstGeom>
          </p:spPr>
        </p:pic>
      </p:grpSp>
      <p:grpSp>
        <p:nvGrpSpPr>
          <p:cNvPr id="8" name="object 8"/>
          <p:cNvGrpSpPr/>
          <p:nvPr/>
        </p:nvGrpSpPr>
        <p:grpSpPr>
          <a:xfrm>
            <a:off x="705486" y="4290697"/>
            <a:ext cx="722630" cy="723900"/>
            <a:chOff x="705486" y="4290697"/>
            <a:chExt cx="722630" cy="723900"/>
          </a:xfrm>
        </p:grpSpPr>
        <p:sp>
          <p:nvSpPr>
            <p:cNvPr id="9" name="object 9"/>
            <p:cNvSpPr/>
            <p:nvPr/>
          </p:nvSpPr>
          <p:spPr>
            <a:xfrm>
              <a:off x="734060" y="4319270"/>
              <a:ext cx="665480" cy="666750"/>
            </a:xfrm>
            <a:custGeom>
              <a:avLst/>
              <a:gdLst/>
              <a:ahLst/>
              <a:cxnLst/>
              <a:rect l="l" t="t" r="r" b="b"/>
              <a:pathLst>
                <a:path w="665480" h="666750">
                  <a:moveTo>
                    <a:pt x="332740" y="666749"/>
                  </a:moveTo>
                  <a:lnTo>
                    <a:pt x="0" y="666749"/>
                  </a:lnTo>
                  <a:lnTo>
                    <a:pt x="0" y="0"/>
                  </a:lnTo>
                  <a:lnTo>
                    <a:pt x="665480" y="0"/>
                  </a:lnTo>
                  <a:lnTo>
                    <a:pt x="665480" y="666749"/>
                  </a:lnTo>
                  <a:lnTo>
                    <a:pt x="332740" y="666749"/>
                  </a:lnTo>
                  <a:close/>
                </a:path>
              </a:pathLst>
            </a:custGeom>
            <a:ln w="5714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62000" y="4348480"/>
              <a:ext cx="609600" cy="609600"/>
            </a:xfrm>
            <a:prstGeom prst="rect">
              <a:avLst/>
            </a:prstGeom>
          </p:spPr>
        </p:pic>
      </p:grpSp>
      <p:grpSp>
        <p:nvGrpSpPr>
          <p:cNvPr id="11" name="object 11"/>
          <p:cNvGrpSpPr/>
          <p:nvPr/>
        </p:nvGrpSpPr>
        <p:grpSpPr>
          <a:xfrm>
            <a:off x="705484" y="2639695"/>
            <a:ext cx="725170" cy="1543050"/>
            <a:chOff x="705484" y="2639695"/>
            <a:chExt cx="725170" cy="1543050"/>
          </a:xfrm>
        </p:grpSpPr>
        <p:sp>
          <p:nvSpPr>
            <p:cNvPr id="12" name="object 12"/>
            <p:cNvSpPr/>
            <p:nvPr/>
          </p:nvSpPr>
          <p:spPr>
            <a:xfrm>
              <a:off x="734059" y="3478530"/>
              <a:ext cx="668020" cy="675640"/>
            </a:xfrm>
            <a:custGeom>
              <a:avLst/>
              <a:gdLst/>
              <a:ahLst/>
              <a:cxnLst/>
              <a:rect l="l" t="t" r="r" b="b"/>
              <a:pathLst>
                <a:path w="668019" h="675639">
                  <a:moveTo>
                    <a:pt x="332740" y="675640"/>
                  </a:moveTo>
                  <a:lnTo>
                    <a:pt x="0" y="675640"/>
                  </a:lnTo>
                  <a:lnTo>
                    <a:pt x="0" y="0"/>
                  </a:lnTo>
                  <a:lnTo>
                    <a:pt x="668020" y="0"/>
                  </a:lnTo>
                  <a:lnTo>
                    <a:pt x="668020" y="675640"/>
                  </a:lnTo>
                  <a:lnTo>
                    <a:pt x="332740" y="675640"/>
                  </a:lnTo>
                  <a:close/>
                </a:path>
              </a:pathLst>
            </a:custGeom>
            <a:ln w="5714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61999" y="3506470"/>
              <a:ext cx="610869" cy="619759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734059" y="2668270"/>
              <a:ext cx="668020" cy="673100"/>
            </a:xfrm>
            <a:custGeom>
              <a:avLst/>
              <a:gdLst/>
              <a:ahLst/>
              <a:cxnLst/>
              <a:rect l="l" t="t" r="r" b="b"/>
              <a:pathLst>
                <a:path w="668019" h="673100">
                  <a:moveTo>
                    <a:pt x="332740" y="673100"/>
                  </a:moveTo>
                  <a:lnTo>
                    <a:pt x="0" y="673100"/>
                  </a:lnTo>
                  <a:lnTo>
                    <a:pt x="0" y="0"/>
                  </a:lnTo>
                  <a:lnTo>
                    <a:pt x="668020" y="0"/>
                  </a:lnTo>
                  <a:lnTo>
                    <a:pt x="668020" y="673100"/>
                  </a:lnTo>
                  <a:lnTo>
                    <a:pt x="332740" y="673100"/>
                  </a:lnTo>
                  <a:close/>
                </a:path>
              </a:pathLst>
            </a:custGeom>
            <a:ln w="5714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61999" y="2697480"/>
              <a:ext cx="610869" cy="615950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600709" y="4239259"/>
            <a:ext cx="8107680" cy="835660"/>
          </a:xfrm>
          <a:prstGeom prst="rect">
            <a:avLst/>
          </a:prstGeom>
          <a:ln w="28393">
            <a:solidFill>
              <a:srgbClr val="FF6600"/>
            </a:solidFill>
          </a:ln>
        </p:spPr>
        <p:txBody>
          <a:bodyPr vert="horz" wrap="square" lIns="0" tIns="88265" rIns="0" bIns="0" rtlCol="0">
            <a:spAutoFit/>
          </a:bodyPr>
          <a:lstStyle/>
          <a:p>
            <a:pPr marL="1374140" marR="172085">
              <a:lnSpc>
                <a:spcPts val="1830"/>
              </a:lnSpc>
              <a:spcBef>
                <a:spcPts val="695"/>
              </a:spcBef>
              <a:tabLst>
                <a:tab pos="6398895" algn="l"/>
              </a:tabLst>
            </a:pP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Enterprise</a:t>
            </a:r>
            <a:r>
              <a:rPr sz="1800" b="1" spc="-50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Desktop</a:t>
            </a:r>
            <a:r>
              <a:rPr sz="1800" b="1" spc="-35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–</a:t>
            </a:r>
            <a:r>
              <a:rPr sz="1800" spc="-5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Secure</a:t>
            </a:r>
            <a:r>
              <a:rPr sz="1800" spc="-5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unmanaged</a:t>
            </a:r>
            <a:r>
              <a:rPr sz="1800" spc="-5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20" dirty="0">
                <a:solidFill>
                  <a:srgbClr val="333333"/>
                </a:solidFill>
                <a:latin typeface="Arial"/>
                <a:cs typeface="Arial"/>
              </a:rPr>
              <a:t>PCs.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	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Alternatively,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provide</a:t>
            </a:r>
            <a:r>
              <a:rPr sz="1800" spc="-6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standardized</a:t>
            </a:r>
            <a:r>
              <a:rPr sz="1800" spc="-6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enterprise</a:t>
            </a:r>
            <a:r>
              <a:rPr sz="1800" spc="-5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desktop</a:t>
            </a:r>
            <a:r>
              <a:rPr sz="1800" spc="-6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environments</a:t>
            </a:r>
            <a:r>
              <a:rPr sz="1800" spc="-5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hosted</a:t>
            </a:r>
            <a:r>
              <a:rPr sz="1800" spc="-6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on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servers.</a:t>
            </a:r>
            <a:endParaRPr sz="18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946910" y="1136650"/>
            <a:ext cx="6622415" cy="3061970"/>
          </a:xfrm>
          <a:prstGeom prst="rect">
            <a:avLst/>
          </a:prstGeom>
        </p:spPr>
        <p:txBody>
          <a:bodyPr vert="horz" wrap="square" lIns="0" tIns="55244" rIns="0" bIns="0" rtlCol="0">
            <a:spAutoFit/>
          </a:bodyPr>
          <a:lstStyle/>
          <a:p>
            <a:pPr marL="26034" marR="466090">
              <a:lnSpc>
                <a:spcPts val="1830"/>
              </a:lnSpc>
              <a:spcBef>
                <a:spcPts val="434"/>
              </a:spcBef>
            </a:pP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Server</a:t>
            </a:r>
            <a:r>
              <a:rPr sz="1800" b="1" spc="-55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Consolidation</a:t>
            </a:r>
            <a:r>
              <a:rPr sz="1800" b="1" spc="-45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and</a:t>
            </a:r>
            <a:r>
              <a:rPr sz="1800" b="1" spc="-40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Containment</a:t>
            </a:r>
            <a:r>
              <a:rPr sz="1800" b="1" spc="-40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B9B9B9"/>
                </a:solidFill>
                <a:latin typeface="Arial"/>
                <a:cs typeface="Arial"/>
              </a:rPr>
              <a:t>–</a:t>
            </a:r>
            <a:r>
              <a:rPr sz="1800" spc="-55" dirty="0">
                <a:solidFill>
                  <a:srgbClr val="B9B9B9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Eliminate</a:t>
            </a:r>
            <a:r>
              <a:rPr sz="1800" spc="-5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server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sprawl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by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deploying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systems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into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virtual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machines</a:t>
            </a:r>
            <a:endParaRPr sz="1800">
              <a:latin typeface="Arial"/>
              <a:cs typeface="Arial"/>
            </a:endParaRPr>
          </a:p>
          <a:p>
            <a:pPr marL="12700" marR="140970">
              <a:lnSpc>
                <a:spcPts val="1830"/>
              </a:lnSpc>
              <a:spcBef>
                <a:spcPts val="1210"/>
              </a:spcBef>
            </a:pP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Infrastructure</a:t>
            </a:r>
            <a:r>
              <a:rPr sz="1800" b="1" spc="-50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Provisioning</a:t>
            </a:r>
            <a:r>
              <a:rPr sz="1800" b="1" spc="-35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–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Reduce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the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time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for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provisioning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new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infrastructure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to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minutes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with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sophisticated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automation capabilities.</a:t>
            </a:r>
            <a:endParaRPr sz="1800">
              <a:latin typeface="Arial"/>
              <a:cs typeface="Arial"/>
            </a:endParaRPr>
          </a:p>
          <a:p>
            <a:pPr marL="26034" marR="5080">
              <a:lnSpc>
                <a:spcPct val="85000"/>
              </a:lnSpc>
              <a:spcBef>
                <a:spcPts val="1090"/>
              </a:spcBef>
            </a:pP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Business</a:t>
            </a:r>
            <a:r>
              <a:rPr sz="1800" b="1" spc="-45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Continuity</a:t>
            </a:r>
            <a:r>
              <a:rPr sz="1800" b="1" spc="-30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–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Reduce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the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cost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and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complexity</a:t>
            </a:r>
            <a:r>
              <a:rPr sz="1800" spc="-2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25" dirty="0">
                <a:solidFill>
                  <a:srgbClr val="333333"/>
                </a:solidFill>
                <a:latin typeface="Arial"/>
                <a:cs typeface="Arial"/>
              </a:rPr>
              <a:t>of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business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continuity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by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encapsulating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entire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systems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files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that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25" dirty="0">
                <a:solidFill>
                  <a:srgbClr val="333333"/>
                </a:solidFill>
                <a:latin typeface="Arial"/>
                <a:cs typeface="Arial"/>
              </a:rPr>
              <a:t>can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be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replicated</a:t>
            </a:r>
            <a:r>
              <a:rPr sz="1800" spc="-2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and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restored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onto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any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target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server</a:t>
            </a:r>
            <a:endParaRPr sz="1800">
              <a:latin typeface="Arial"/>
              <a:cs typeface="Arial"/>
            </a:endParaRPr>
          </a:p>
          <a:p>
            <a:pPr marL="26034" marR="30480">
              <a:lnSpc>
                <a:spcPct val="85000"/>
              </a:lnSpc>
              <a:spcBef>
                <a:spcPts val="1110"/>
              </a:spcBef>
            </a:pP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Test</a:t>
            </a:r>
            <a:r>
              <a:rPr sz="1800" b="1" spc="-30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and</a:t>
            </a:r>
            <a:r>
              <a:rPr sz="1800" b="1" spc="-25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Development</a:t>
            </a:r>
            <a:r>
              <a:rPr sz="1800" b="1" spc="-40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–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Rapidly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provision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and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re-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provision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20" dirty="0">
                <a:solidFill>
                  <a:srgbClr val="333333"/>
                </a:solidFill>
                <a:latin typeface="Arial"/>
                <a:cs typeface="Arial"/>
              </a:rPr>
              <a:t>test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and</a:t>
            </a:r>
            <a:r>
              <a:rPr sz="1800" spc="-5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development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servers;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store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libraries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of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pre-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configured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20" dirty="0">
                <a:solidFill>
                  <a:srgbClr val="333333"/>
                </a:solidFill>
                <a:latin typeface="Arial"/>
                <a:cs typeface="Arial"/>
              </a:rPr>
              <a:t>test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machines</a:t>
            </a:r>
            <a:endParaRPr sz="1800">
              <a:latin typeface="Arial"/>
              <a:cs typeface="Arial"/>
            </a:endParaRPr>
          </a:p>
        </p:txBody>
      </p:sp>
      <p:grpSp>
        <p:nvGrpSpPr>
          <p:cNvPr id="18" name="object 18"/>
          <p:cNvGrpSpPr/>
          <p:nvPr/>
        </p:nvGrpSpPr>
        <p:grpSpPr>
          <a:xfrm>
            <a:off x="690246" y="1774826"/>
            <a:ext cx="723900" cy="723900"/>
            <a:chOff x="690246" y="1774826"/>
            <a:chExt cx="723900" cy="723900"/>
          </a:xfrm>
        </p:grpSpPr>
        <p:sp>
          <p:nvSpPr>
            <p:cNvPr id="19" name="object 19"/>
            <p:cNvSpPr/>
            <p:nvPr/>
          </p:nvSpPr>
          <p:spPr>
            <a:xfrm>
              <a:off x="718819" y="1803399"/>
              <a:ext cx="666750" cy="666750"/>
            </a:xfrm>
            <a:custGeom>
              <a:avLst/>
              <a:gdLst/>
              <a:ahLst/>
              <a:cxnLst/>
              <a:rect l="l" t="t" r="r" b="b"/>
              <a:pathLst>
                <a:path w="666750" h="666750">
                  <a:moveTo>
                    <a:pt x="334010" y="666750"/>
                  </a:moveTo>
                  <a:lnTo>
                    <a:pt x="0" y="666750"/>
                  </a:lnTo>
                  <a:lnTo>
                    <a:pt x="0" y="0"/>
                  </a:lnTo>
                  <a:lnTo>
                    <a:pt x="666749" y="0"/>
                  </a:lnTo>
                  <a:lnTo>
                    <a:pt x="666749" y="666750"/>
                  </a:lnTo>
                  <a:lnTo>
                    <a:pt x="334010" y="666750"/>
                  </a:lnTo>
                  <a:close/>
                </a:path>
              </a:pathLst>
            </a:custGeom>
            <a:ln w="5714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" name="object 2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48030" y="1831339"/>
              <a:ext cx="609600" cy="609600"/>
            </a:xfrm>
            <a:prstGeom prst="rect">
              <a:avLst/>
            </a:prstGeom>
          </p:spPr>
        </p:pic>
      </p:grpSp>
      <p:sp>
        <p:nvSpPr>
          <p:cNvPr id="21" name="object 21"/>
          <p:cNvSpPr txBox="1"/>
          <p:nvPr/>
        </p:nvSpPr>
        <p:spPr>
          <a:xfrm>
            <a:off x="1962150" y="5110479"/>
            <a:ext cx="6607175" cy="765810"/>
          </a:xfrm>
          <a:prstGeom prst="rect">
            <a:avLst/>
          </a:prstGeom>
        </p:spPr>
        <p:txBody>
          <a:bodyPr vert="horz" wrap="square" lIns="0" tIns="53975" rIns="0" bIns="0" rtlCol="0">
            <a:spAutoFit/>
          </a:bodyPr>
          <a:lstStyle/>
          <a:p>
            <a:pPr marL="12700" marR="5080">
              <a:lnSpc>
                <a:spcPct val="85000"/>
              </a:lnSpc>
              <a:spcBef>
                <a:spcPts val="425"/>
              </a:spcBef>
            </a:pP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Legacy</a:t>
            </a:r>
            <a:r>
              <a:rPr sz="1800" b="1" spc="-45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Application</a:t>
            </a:r>
            <a:r>
              <a:rPr sz="1800" b="1" spc="-25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b="1" spc="-10" dirty="0">
                <a:solidFill>
                  <a:srgbClr val="33669A"/>
                </a:solidFill>
                <a:latin typeface="Arial"/>
                <a:cs typeface="Arial"/>
              </a:rPr>
              <a:t>Re-</a:t>
            </a: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hosting</a:t>
            </a:r>
            <a:r>
              <a:rPr sz="1800" b="1" spc="-30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–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Migrate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legacy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operating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systems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and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software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applications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to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virtual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machines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running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25" dirty="0">
                <a:solidFill>
                  <a:srgbClr val="333333"/>
                </a:solidFill>
                <a:latin typeface="Arial"/>
                <a:cs typeface="Arial"/>
              </a:rPr>
              <a:t>on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new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hardware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for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better</a:t>
            </a:r>
            <a:r>
              <a:rPr sz="1800" spc="-2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reliability</a:t>
            </a:r>
            <a:endParaRPr sz="1800">
              <a:latin typeface="Arial"/>
              <a:cs typeface="Arial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609600" y="2553970"/>
            <a:ext cx="8077200" cy="0"/>
          </a:xfrm>
          <a:custGeom>
            <a:avLst/>
            <a:gdLst/>
            <a:ahLst/>
            <a:cxnLst/>
            <a:rect l="l" t="t" r="r" b="b"/>
            <a:pathLst>
              <a:path w="8077200">
                <a:moveTo>
                  <a:pt x="0" y="0"/>
                </a:moveTo>
                <a:lnTo>
                  <a:pt x="8077200" y="0"/>
                </a:lnTo>
              </a:path>
            </a:pathLst>
          </a:custGeom>
          <a:ln w="19048">
            <a:solidFill>
              <a:srgbClr val="33669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609600" y="3404870"/>
            <a:ext cx="8077200" cy="0"/>
          </a:xfrm>
          <a:custGeom>
            <a:avLst/>
            <a:gdLst/>
            <a:ahLst/>
            <a:cxnLst/>
            <a:rect l="l" t="t" r="r" b="b"/>
            <a:pathLst>
              <a:path w="8077200">
                <a:moveTo>
                  <a:pt x="0" y="0"/>
                </a:moveTo>
                <a:lnTo>
                  <a:pt x="8077200" y="0"/>
                </a:lnTo>
              </a:path>
            </a:pathLst>
          </a:custGeom>
          <a:ln w="19048">
            <a:solidFill>
              <a:srgbClr val="33669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4" name="object 24"/>
          <p:cNvGrpSpPr/>
          <p:nvPr/>
        </p:nvGrpSpPr>
        <p:grpSpPr>
          <a:xfrm>
            <a:off x="609600" y="5153026"/>
            <a:ext cx="8077200" cy="784860"/>
            <a:chOff x="609600" y="5153026"/>
            <a:chExt cx="8077200" cy="784860"/>
          </a:xfrm>
        </p:grpSpPr>
        <p:sp>
          <p:nvSpPr>
            <p:cNvPr id="25" name="object 25"/>
            <p:cNvSpPr/>
            <p:nvPr/>
          </p:nvSpPr>
          <p:spPr>
            <a:xfrm>
              <a:off x="734060" y="5181599"/>
              <a:ext cx="668020" cy="665480"/>
            </a:xfrm>
            <a:custGeom>
              <a:avLst/>
              <a:gdLst/>
              <a:ahLst/>
              <a:cxnLst/>
              <a:rect l="l" t="t" r="r" b="b"/>
              <a:pathLst>
                <a:path w="668019" h="665479">
                  <a:moveTo>
                    <a:pt x="332740" y="665480"/>
                  </a:moveTo>
                  <a:lnTo>
                    <a:pt x="0" y="665480"/>
                  </a:lnTo>
                  <a:lnTo>
                    <a:pt x="0" y="0"/>
                  </a:lnTo>
                  <a:lnTo>
                    <a:pt x="668020" y="0"/>
                  </a:lnTo>
                  <a:lnTo>
                    <a:pt x="668020" y="665480"/>
                  </a:lnTo>
                  <a:lnTo>
                    <a:pt x="332740" y="665480"/>
                  </a:lnTo>
                  <a:close/>
                </a:path>
              </a:pathLst>
            </a:custGeom>
            <a:ln w="5714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" name="object 2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62000" y="5210809"/>
              <a:ext cx="612140" cy="608329"/>
            </a:xfrm>
            <a:prstGeom prst="rect">
              <a:avLst/>
            </a:prstGeom>
          </p:spPr>
        </p:pic>
        <p:sp>
          <p:nvSpPr>
            <p:cNvPr id="27" name="object 27"/>
            <p:cNvSpPr/>
            <p:nvPr/>
          </p:nvSpPr>
          <p:spPr>
            <a:xfrm>
              <a:off x="609600" y="5928359"/>
              <a:ext cx="8077200" cy="0"/>
            </a:xfrm>
            <a:custGeom>
              <a:avLst/>
              <a:gdLst/>
              <a:ahLst/>
              <a:cxnLst/>
              <a:rect l="l" t="t" r="r" b="b"/>
              <a:pathLst>
                <a:path w="8077200">
                  <a:moveTo>
                    <a:pt x="0" y="0"/>
                  </a:moveTo>
                  <a:lnTo>
                    <a:pt x="8077200" y="0"/>
                  </a:lnTo>
                </a:path>
              </a:pathLst>
            </a:custGeom>
            <a:ln w="19048">
              <a:solidFill>
                <a:srgbClr val="33669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" name="object 28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25" dirty="0"/>
              <a:t>37</a:t>
            </a:fld>
            <a:endParaRPr spc="-25" dirty="0"/>
          </a:p>
        </p:txBody>
      </p:sp>
    </p:spTree>
  </p:cSld>
  <p:clrMapOvr>
    <a:masterClrMapping/>
  </p:clrMapOvr>
  <p:transition>
    <p:wipe dir="r"/>
  </p:transition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62000" y="454659"/>
            <a:ext cx="1981200" cy="713740"/>
          </a:xfrm>
          <a:custGeom>
            <a:avLst/>
            <a:gdLst/>
            <a:ahLst/>
            <a:cxnLst/>
            <a:rect l="l" t="t" r="r" b="b"/>
            <a:pathLst>
              <a:path w="1981200" h="713740">
                <a:moveTo>
                  <a:pt x="1981200" y="0"/>
                </a:moveTo>
                <a:lnTo>
                  <a:pt x="0" y="0"/>
                </a:lnTo>
                <a:lnTo>
                  <a:pt x="0" y="713739"/>
                </a:lnTo>
                <a:lnTo>
                  <a:pt x="990600" y="713739"/>
                </a:lnTo>
                <a:lnTo>
                  <a:pt x="1981200" y="713739"/>
                </a:lnTo>
                <a:lnTo>
                  <a:pt x="19812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795019" y="433070"/>
            <a:ext cx="185293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/>
              <a:t>What </a:t>
            </a:r>
            <a:r>
              <a:rPr spc="-10" dirty="0"/>
              <a:t>is</a:t>
            </a:r>
            <a:r>
              <a:rPr spc="-175" dirty="0"/>
              <a:t> </a:t>
            </a:r>
            <a:r>
              <a:rPr spc="-20" dirty="0"/>
              <a:t>VDI?</a:t>
            </a:r>
          </a:p>
        </p:txBody>
      </p:sp>
      <p:grpSp>
        <p:nvGrpSpPr>
          <p:cNvPr id="4" name="object 4"/>
          <p:cNvGrpSpPr/>
          <p:nvPr/>
        </p:nvGrpSpPr>
        <p:grpSpPr>
          <a:xfrm>
            <a:off x="1828800" y="1219200"/>
            <a:ext cx="1753870" cy="2134870"/>
            <a:chOff x="1828800" y="1219200"/>
            <a:chExt cx="1753870" cy="2134870"/>
          </a:xfrm>
        </p:grpSpPr>
        <p:sp>
          <p:nvSpPr>
            <p:cNvPr id="5" name="object 5"/>
            <p:cNvSpPr/>
            <p:nvPr/>
          </p:nvSpPr>
          <p:spPr>
            <a:xfrm>
              <a:off x="1828800" y="2514599"/>
              <a:ext cx="1753870" cy="6350"/>
            </a:xfrm>
            <a:custGeom>
              <a:avLst/>
              <a:gdLst/>
              <a:ahLst/>
              <a:cxnLst/>
              <a:rect l="l" t="t" r="r" b="b"/>
              <a:pathLst>
                <a:path w="1753870" h="6350">
                  <a:moveTo>
                    <a:pt x="17538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52"/>
                  </a:lnTo>
                  <a:lnTo>
                    <a:pt x="2540" y="2552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1748790" y="6350"/>
                  </a:lnTo>
                  <a:lnTo>
                    <a:pt x="1748790" y="5092"/>
                  </a:lnTo>
                  <a:lnTo>
                    <a:pt x="1750060" y="5092"/>
                  </a:lnTo>
                  <a:lnTo>
                    <a:pt x="1750060" y="3810"/>
                  </a:lnTo>
                  <a:lnTo>
                    <a:pt x="1751330" y="3810"/>
                  </a:lnTo>
                  <a:lnTo>
                    <a:pt x="1751330" y="2552"/>
                  </a:lnTo>
                  <a:lnTo>
                    <a:pt x="1752600" y="2552"/>
                  </a:lnTo>
                  <a:lnTo>
                    <a:pt x="1752600" y="1270"/>
                  </a:lnTo>
                  <a:lnTo>
                    <a:pt x="1753870" y="1270"/>
                  </a:lnTo>
                  <a:lnTo>
                    <a:pt x="1753870" y="0"/>
                  </a:lnTo>
                  <a:close/>
                </a:path>
              </a:pathLst>
            </a:custGeom>
            <a:solidFill>
              <a:srgbClr val="5377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1835150" y="2520949"/>
              <a:ext cx="1741170" cy="7620"/>
            </a:xfrm>
            <a:custGeom>
              <a:avLst/>
              <a:gdLst/>
              <a:ahLst/>
              <a:cxnLst/>
              <a:rect l="l" t="t" r="r" b="b"/>
              <a:pathLst>
                <a:path w="1741170" h="7619">
                  <a:moveTo>
                    <a:pt x="17411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52"/>
                  </a:lnTo>
                  <a:lnTo>
                    <a:pt x="2540" y="2552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20"/>
                  </a:lnTo>
                  <a:lnTo>
                    <a:pt x="1734820" y="7620"/>
                  </a:lnTo>
                  <a:lnTo>
                    <a:pt x="1734820" y="6350"/>
                  </a:lnTo>
                  <a:lnTo>
                    <a:pt x="1736090" y="6350"/>
                  </a:lnTo>
                  <a:lnTo>
                    <a:pt x="1736090" y="5092"/>
                  </a:lnTo>
                  <a:lnTo>
                    <a:pt x="1737360" y="5092"/>
                  </a:lnTo>
                  <a:lnTo>
                    <a:pt x="1737360" y="3810"/>
                  </a:lnTo>
                  <a:lnTo>
                    <a:pt x="1738630" y="3810"/>
                  </a:lnTo>
                  <a:lnTo>
                    <a:pt x="1738630" y="2552"/>
                  </a:lnTo>
                  <a:lnTo>
                    <a:pt x="1739900" y="2552"/>
                  </a:lnTo>
                  <a:lnTo>
                    <a:pt x="1739900" y="1270"/>
                  </a:lnTo>
                  <a:lnTo>
                    <a:pt x="1741170" y="1270"/>
                  </a:lnTo>
                  <a:lnTo>
                    <a:pt x="1741170" y="0"/>
                  </a:lnTo>
                  <a:close/>
                </a:path>
              </a:pathLst>
            </a:custGeom>
            <a:solidFill>
              <a:srgbClr val="5478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842770" y="2528569"/>
              <a:ext cx="1725930" cy="6350"/>
            </a:xfrm>
            <a:custGeom>
              <a:avLst/>
              <a:gdLst/>
              <a:ahLst/>
              <a:cxnLst/>
              <a:rect l="l" t="t" r="r" b="b"/>
              <a:pathLst>
                <a:path w="1725929" h="6350">
                  <a:moveTo>
                    <a:pt x="172593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22"/>
                  </a:lnTo>
                  <a:lnTo>
                    <a:pt x="3810" y="3822"/>
                  </a:lnTo>
                  <a:lnTo>
                    <a:pt x="3810" y="5080"/>
                  </a:lnTo>
                  <a:lnTo>
                    <a:pt x="5080" y="5080"/>
                  </a:lnTo>
                  <a:lnTo>
                    <a:pt x="5080" y="6350"/>
                  </a:lnTo>
                  <a:lnTo>
                    <a:pt x="1722120" y="6350"/>
                  </a:lnTo>
                  <a:lnTo>
                    <a:pt x="1722120" y="5080"/>
                  </a:lnTo>
                  <a:lnTo>
                    <a:pt x="1722120" y="3822"/>
                  </a:lnTo>
                  <a:lnTo>
                    <a:pt x="1723390" y="3822"/>
                  </a:lnTo>
                  <a:lnTo>
                    <a:pt x="1723390" y="2540"/>
                  </a:lnTo>
                  <a:lnTo>
                    <a:pt x="1724660" y="2540"/>
                  </a:lnTo>
                  <a:lnTo>
                    <a:pt x="1724660" y="1282"/>
                  </a:lnTo>
                  <a:lnTo>
                    <a:pt x="1725930" y="1282"/>
                  </a:lnTo>
                  <a:lnTo>
                    <a:pt x="1725930" y="0"/>
                  </a:lnTo>
                  <a:close/>
                </a:path>
              </a:pathLst>
            </a:custGeom>
            <a:solidFill>
              <a:srgbClr val="5579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847850" y="2534919"/>
              <a:ext cx="1715770" cy="8255"/>
            </a:xfrm>
            <a:custGeom>
              <a:avLst/>
              <a:gdLst/>
              <a:ahLst/>
              <a:cxnLst/>
              <a:rect l="l" t="t" r="r" b="b"/>
              <a:pathLst>
                <a:path w="1715770" h="8255">
                  <a:moveTo>
                    <a:pt x="171577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22"/>
                  </a:lnTo>
                  <a:lnTo>
                    <a:pt x="3810" y="3822"/>
                  </a:lnTo>
                  <a:lnTo>
                    <a:pt x="3810" y="5080"/>
                  </a:lnTo>
                  <a:lnTo>
                    <a:pt x="5080" y="5080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32"/>
                  </a:lnTo>
                  <a:lnTo>
                    <a:pt x="1709420" y="7632"/>
                  </a:lnTo>
                  <a:lnTo>
                    <a:pt x="1709420" y="6350"/>
                  </a:lnTo>
                  <a:lnTo>
                    <a:pt x="1710690" y="6350"/>
                  </a:lnTo>
                  <a:lnTo>
                    <a:pt x="1710690" y="5080"/>
                  </a:lnTo>
                  <a:lnTo>
                    <a:pt x="1711960" y="5080"/>
                  </a:lnTo>
                  <a:lnTo>
                    <a:pt x="1711960" y="3822"/>
                  </a:lnTo>
                  <a:lnTo>
                    <a:pt x="1713230" y="3822"/>
                  </a:lnTo>
                  <a:lnTo>
                    <a:pt x="1713230" y="2540"/>
                  </a:lnTo>
                  <a:lnTo>
                    <a:pt x="1714500" y="2540"/>
                  </a:lnTo>
                  <a:lnTo>
                    <a:pt x="1714500" y="1282"/>
                  </a:lnTo>
                  <a:lnTo>
                    <a:pt x="1715770" y="1282"/>
                  </a:lnTo>
                  <a:lnTo>
                    <a:pt x="1715770" y="0"/>
                  </a:lnTo>
                  <a:close/>
                </a:path>
              </a:pathLst>
            </a:custGeom>
            <a:solidFill>
              <a:srgbClr val="577A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855470" y="2542552"/>
              <a:ext cx="1700530" cy="7620"/>
            </a:xfrm>
            <a:custGeom>
              <a:avLst/>
              <a:gdLst/>
              <a:ahLst/>
              <a:cxnLst/>
              <a:rect l="l" t="t" r="r" b="b"/>
              <a:pathLst>
                <a:path w="1700529" h="7619">
                  <a:moveTo>
                    <a:pt x="170053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797"/>
                  </a:lnTo>
                  <a:lnTo>
                    <a:pt x="3810" y="3797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07"/>
                  </a:lnTo>
                  <a:lnTo>
                    <a:pt x="1694180" y="7607"/>
                  </a:lnTo>
                  <a:lnTo>
                    <a:pt x="1694180" y="6350"/>
                  </a:lnTo>
                  <a:lnTo>
                    <a:pt x="1695450" y="6350"/>
                  </a:lnTo>
                  <a:lnTo>
                    <a:pt x="1695450" y="5067"/>
                  </a:lnTo>
                  <a:lnTo>
                    <a:pt x="1696720" y="5067"/>
                  </a:lnTo>
                  <a:lnTo>
                    <a:pt x="1696720" y="3797"/>
                  </a:lnTo>
                  <a:lnTo>
                    <a:pt x="1697990" y="3797"/>
                  </a:lnTo>
                  <a:lnTo>
                    <a:pt x="1697990" y="2540"/>
                  </a:lnTo>
                  <a:lnTo>
                    <a:pt x="1699260" y="2540"/>
                  </a:lnTo>
                  <a:lnTo>
                    <a:pt x="1699260" y="1257"/>
                  </a:lnTo>
                  <a:lnTo>
                    <a:pt x="1700530" y="1257"/>
                  </a:lnTo>
                  <a:lnTo>
                    <a:pt x="1700530" y="0"/>
                  </a:lnTo>
                  <a:close/>
                </a:path>
              </a:pathLst>
            </a:custGeom>
            <a:solidFill>
              <a:srgbClr val="587B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863090" y="2550159"/>
              <a:ext cx="1685289" cy="6350"/>
            </a:xfrm>
            <a:custGeom>
              <a:avLst/>
              <a:gdLst/>
              <a:ahLst/>
              <a:cxnLst/>
              <a:rect l="l" t="t" r="r" b="b"/>
              <a:pathLst>
                <a:path w="1685289" h="6350">
                  <a:moveTo>
                    <a:pt x="168529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1680210" y="6350"/>
                  </a:lnTo>
                  <a:lnTo>
                    <a:pt x="1680210" y="5092"/>
                  </a:lnTo>
                  <a:lnTo>
                    <a:pt x="1681480" y="5092"/>
                  </a:lnTo>
                  <a:lnTo>
                    <a:pt x="1681480" y="3810"/>
                  </a:lnTo>
                  <a:lnTo>
                    <a:pt x="1682750" y="3810"/>
                  </a:lnTo>
                  <a:lnTo>
                    <a:pt x="1682750" y="2540"/>
                  </a:lnTo>
                  <a:lnTo>
                    <a:pt x="1684020" y="2540"/>
                  </a:lnTo>
                  <a:lnTo>
                    <a:pt x="1684020" y="1282"/>
                  </a:lnTo>
                  <a:lnTo>
                    <a:pt x="1685290" y="1282"/>
                  </a:lnTo>
                  <a:lnTo>
                    <a:pt x="1685290" y="0"/>
                  </a:lnTo>
                  <a:close/>
                </a:path>
              </a:pathLst>
            </a:custGeom>
            <a:solidFill>
              <a:srgbClr val="5A7C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1869440" y="2556509"/>
              <a:ext cx="1672589" cy="8255"/>
            </a:xfrm>
            <a:custGeom>
              <a:avLst/>
              <a:gdLst/>
              <a:ahLst/>
              <a:cxnLst/>
              <a:rect l="l" t="t" r="r" b="b"/>
              <a:pathLst>
                <a:path w="1672589" h="8255">
                  <a:moveTo>
                    <a:pt x="167259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32"/>
                  </a:lnTo>
                  <a:lnTo>
                    <a:pt x="1666240" y="7632"/>
                  </a:lnTo>
                  <a:lnTo>
                    <a:pt x="1666240" y="6350"/>
                  </a:lnTo>
                  <a:lnTo>
                    <a:pt x="1667510" y="6350"/>
                  </a:lnTo>
                  <a:lnTo>
                    <a:pt x="1667510" y="5092"/>
                  </a:lnTo>
                  <a:lnTo>
                    <a:pt x="1668780" y="5092"/>
                  </a:lnTo>
                  <a:lnTo>
                    <a:pt x="1668780" y="3810"/>
                  </a:lnTo>
                  <a:lnTo>
                    <a:pt x="1670050" y="3810"/>
                  </a:lnTo>
                  <a:lnTo>
                    <a:pt x="1670050" y="2540"/>
                  </a:lnTo>
                  <a:lnTo>
                    <a:pt x="1671320" y="2540"/>
                  </a:lnTo>
                  <a:lnTo>
                    <a:pt x="1671320" y="1282"/>
                  </a:lnTo>
                  <a:lnTo>
                    <a:pt x="1672590" y="1282"/>
                  </a:lnTo>
                  <a:lnTo>
                    <a:pt x="1672590" y="0"/>
                  </a:lnTo>
                  <a:close/>
                </a:path>
              </a:pathLst>
            </a:custGeom>
            <a:solidFill>
              <a:srgbClr val="5B7D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877060" y="2564142"/>
              <a:ext cx="1657350" cy="7620"/>
            </a:xfrm>
            <a:custGeom>
              <a:avLst/>
              <a:gdLst/>
              <a:ahLst/>
              <a:cxnLst/>
              <a:rect l="l" t="t" r="r" b="b"/>
              <a:pathLst>
                <a:path w="1657350" h="7619">
                  <a:moveTo>
                    <a:pt x="165735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2540" y="2527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07"/>
                  </a:lnTo>
                  <a:lnTo>
                    <a:pt x="1651000" y="7607"/>
                  </a:lnTo>
                  <a:lnTo>
                    <a:pt x="1651000" y="6350"/>
                  </a:lnTo>
                  <a:lnTo>
                    <a:pt x="1652270" y="6350"/>
                  </a:lnTo>
                  <a:lnTo>
                    <a:pt x="1652270" y="5067"/>
                  </a:lnTo>
                  <a:lnTo>
                    <a:pt x="1653540" y="5067"/>
                  </a:lnTo>
                  <a:lnTo>
                    <a:pt x="1653540" y="3810"/>
                  </a:lnTo>
                  <a:lnTo>
                    <a:pt x="1654810" y="3810"/>
                  </a:lnTo>
                  <a:lnTo>
                    <a:pt x="1654810" y="2527"/>
                  </a:lnTo>
                  <a:lnTo>
                    <a:pt x="1656080" y="2527"/>
                  </a:lnTo>
                  <a:lnTo>
                    <a:pt x="1656080" y="1257"/>
                  </a:lnTo>
                  <a:lnTo>
                    <a:pt x="1657350" y="1257"/>
                  </a:lnTo>
                  <a:lnTo>
                    <a:pt x="1657350" y="0"/>
                  </a:lnTo>
                  <a:close/>
                </a:path>
              </a:pathLst>
            </a:custGeom>
            <a:solidFill>
              <a:srgbClr val="5D7F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884680" y="2571749"/>
              <a:ext cx="1643380" cy="7620"/>
            </a:xfrm>
            <a:custGeom>
              <a:avLst/>
              <a:gdLst/>
              <a:ahLst/>
              <a:cxnLst/>
              <a:rect l="l" t="t" r="r" b="b"/>
              <a:pathLst>
                <a:path w="1643379" h="7619">
                  <a:moveTo>
                    <a:pt x="1640840" y="2552"/>
                  </a:moveTo>
                  <a:lnTo>
                    <a:pt x="1270" y="2552"/>
                  </a:lnTo>
                  <a:lnTo>
                    <a:pt x="1270" y="3810"/>
                  </a:lnTo>
                  <a:lnTo>
                    <a:pt x="2540" y="3810"/>
                  </a:lnTo>
                  <a:lnTo>
                    <a:pt x="2540" y="5092"/>
                  </a:lnTo>
                  <a:lnTo>
                    <a:pt x="3810" y="5092"/>
                  </a:lnTo>
                  <a:lnTo>
                    <a:pt x="3810" y="6350"/>
                  </a:lnTo>
                  <a:lnTo>
                    <a:pt x="5080" y="6350"/>
                  </a:lnTo>
                  <a:lnTo>
                    <a:pt x="5080" y="7620"/>
                  </a:lnTo>
                  <a:lnTo>
                    <a:pt x="1637030" y="7620"/>
                  </a:lnTo>
                  <a:lnTo>
                    <a:pt x="1637030" y="6350"/>
                  </a:lnTo>
                  <a:lnTo>
                    <a:pt x="1638300" y="6350"/>
                  </a:lnTo>
                  <a:lnTo>
                    <a:pt x="1638300" y="5092"/>
                  </a:lnTo>
                  <a:lnTo>
                    <a:pt x="1639570" y="5092"/>
                  </a:lnTo>
                  <a:lnTo>
                    <a:pt x="1639570" y="3810"/>
                  </a:lnTo>
                  <a:lnTo>
                    <a:pt x="1640840" y="3810"/>
                  </a:lnTo>
                  <a:lnTo>
                    <a:pt x="1640840" y="2552"/>
                  </a:lnTo>
                  <a:close/>
                </a:path>
                <a:path w="1643379" h="7619">
                  <a:moveTo>
                    <a:pt x="164338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1642110" y="2540"/>
                  </a:lnTo>
                  <a:lnTo>
                    <a:pt x="1642110" y="1270"/>
                  </a:lnTo>
                  <a:lnTo>
                    <a:pt x="1643380" y="1270"/>
                  </a:lnTo>
                  <a:lnTo>
                    <a:pt x="1643380" y="0"/>
                  </a:lnTo>
                  <a:close/>
                </a:path>
              </a:pathLst>
            </a:custGeom>
            <a:solidFill>
              <a:srgbClr val="5E80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891030" y="2579369"/>
              <a:ext cx="1629410" cy="6350"/>
            </a:xfrm>
            <a:custGeom>
              <a:avLst/>
              <a:gdLst/>
              <a:ahLst/>
              <a:cxnLst/>
              <a:rect l="l" t="t" r="r" b="b"/>
              <a:pathLst>
                <a:path w="1629410" h="6350">
                  <a:moveTo>
                    <a:pt x="162941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22"/>
                  </a:lnTo>
                  <a:lnTo>
                    <a:pt x="3810" y="3822"/>
                  </a:lnTo>
                  <a:lnTo>
                    <a:pt x="3810" y="5080"/>
                  </a:lnTo>
                  <a:lnTo>
                    <a:pt x="5080" y="5080"/>
                  </a:lnTo>
                  <a:lnTo>
                    <a:pt x="5080" y="6350"/>
                  </a:lnTo>
                  <a:lnTo>
                    <a:pt x="1624330" y="6350"/>
                  </a:lnTo>
                  <a:lnTo>
                    <a:pt x="1624330" y="5080"/>
                  </a:lnTo>
                  <a:lnTo>
                    <a:pt x="1625600" y="5080"/>
                  </a:lnTo>
                  <a:lnTo>
                    <a:pt x="1625600" y="3822"/>
                  </a:lnTo>
                  <a:lnTo>
                    <a:pt x="1626870" y="3822"/>
                  </a:lnTo>
                  <a:lnTo>
                    <a:pt x="1626870" y="2540"/>
                  </a:lnTo>
                  <a:lnTo>
                    <a:pt x="1628140" y="2540"/>
                  </a:lnTo>
                  <a:lnTo>
                    <a:pt x="1628140" y="1282"/>
                  </a:lnTo>
                  <a:lnTo>
                    <a:pt x="1629410" y="1282"/>
                  </a:lnTo>
                  <a:lnTo>
                    <a:pt x="1629410" y="0"/>
                  </a:lnTo>
                  <a:close/>
                </a:path>
              </a:pathLst>
            </a:custGeom>
            <a:solidFill>
              <a:srgbClr val="608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1897380" y="2585719"/>
              <a:ext cx="1616710" cy="8255"/>
            </a:xfrm>
            <a:custGeom>
              <a:avLst/>
              <a:gdLst/>
              <a:ahLst/>
              <a:cxnLst/>
              <a:rect l="l" t="t" r="r" b="b"/>
              <a:pathLst>
                <a:path w="1616710" h="8255">
                  <a:moveTo>
                    <a:pt x="161671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22"/>
                  </a:lnTo>
                  <a:lnTo>
                    <a:pt x="3810" y="3822"/>
                  </a:lnTo>
                  <a:lnTo>
                    <a:pt x="3810" y="5080"/>
                  </a:lnTo>
                  <a:lnTo>
                    <a:pt x="5080" y="5080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32"/>
                  </a:lnTo>
                  <a:lnTo>
                    <a:pt x="1610360" y="7632"/>
                  </a:lnTo>
                  <a:lnTo>
                    <a:pt x="1610360" y="6350"/>
                  </a:lnTo>
                  <a:lnTo>
                    <a:pt x="1611630" y="6350"/>
                  </a:lnTo>
                  <a:lnTo>
                    <a:pt x="1611630" y="5080"/>
                  </a:lnTo>
                  <a:lnTo>
                    <a:pt x="1612900" y="5080"/>
                  </a:lnTo>
                  <a:lnTo>
                    <a:pt x="1612900" y="3822"/>
                  </a:lnTo>
                  <a:lnTo>
                    <a:pt x="1614170" y="3822"/>
                  </a:lnTo>
                  <a:lnTo>
                    <a:pt x="1614170" y="2540"/>
                  </a:lnTo>
                  <a:lnTo>
                    <a:pt x="1615440" y="2540"/>
                  </a:lnTo>
                  <a:lnTo>
                    <a:pt x="1615440" y="1282"/>
                  </a:lnTo>
                  <a:lnTo>
                    <a:pt x="1616710" y="1282"/>
                  </a:lnTo>
                  <a:lnTo>
                    <a:pt x="1616710" y="0"/>
                  </a:lnTo>
                  <a:close/>
                </a:path>
              </a:pathLst>
            </a:custGeom>
            <a:solidFill>
              <a:srgbClr val="6182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1905000" y="2593352"/>
              <a:ext cx="1601470" cy="7620"/>
            </a:xfrm>
            <a:custGeom>
              <a:avLst/>
              <a:gdLst/>
              <a:ahLst/>
              <a:cxnLst/>
              <a:rect l="l" t="t" r="r" b="b"/>
              <a:pathLst>
                <a:path w="1601470" h="7619">
                  <a:moveTo>
                    <a:pt x="160147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797"/>
                  </a:lnTo>
                  <a:lnTo>
                    <a:pt x="3810" y="3797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07"/>
                  </a:lnTo>
                  <a:lnTo>
                    <a:pt x="1595120" y="7607"/>
                  </a:lnTo>
                  <a:lnTo>
                    <a:pt x="1595120" y="6350"/>
                  </a:lnTo>
                  <a:lnTo>
                    <a:pt x="1596390" y="6350"/>
                  </a:lnTo>
                  <a:lnTo>
                    <a:pt x="1596390" y="5067"/>
                  </a:lnTo>
                  <a:lnTo>
                    <a:pt x="1597660" y="5067"/>
                  </a:lnTo>
                  <a:lnTo>
                    <a:pt x="1597660" y="3797"/>
                  </a:lnTo>
                  <a:lnTo>
                    <a:pt x="1598930" y="3797"/>
                  </a:lnTo>
                  <a:lnTo>
                    <a:pt x="1598930" y="2540"/>
                  </a:lnTo>
                  <a:lnTo>
                    <a:pt x="1600200" y="2540"/>
                  </a:lnTo>
                  <a:lnTo>
                    <a:pt x="1600200" y="1257"/>
                  </a:lnTo>
                  <a:lnTo>
                    <a:pt x="1601470" y="1257"/>
                  </a:lnTo>
                  <a:lnTo>
                    <a:pt x="1601470" y="0"/>
                  </a:lnTo>
                  <a:close/>
                </a:path>
              </a:pathLst>
            </a:custGeom>
            <a:solidFill>
              <a:srgbClr val="6383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912620" y="2600959"/>
              <a:ext cx="1586230" cy="6350"/>
            </a:xfrm>
            <a:custGeom>
              <a:avLst/>
              <a:gdLst/>
              <a:ahLst/>
              <a:cxnLst/>
              <a:rect l="l" t="t" r="r" b="b"/>
              <a:pathLst>
                <a:path w="1586229" h="6350">
                  <a:moveTo>
                    <a:pt x="158623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1581150" y="6350"/>
                  </a:lnTo>
                  <a:lnTo>
                    <a:pt x="1581150" y="5092"/>
                  </a:lnTo>
                  <a:lnTo>
                    <a:pt x="1582420" y="5092"/>
                  </a:lnTo>
                  <a:lnTo>
                    <a:pt x="1582420" y="3810"/>
                  </a:lnTo>
                  <a:lnTo>
                    <a:pt x="1583690" y="3810"/>
                  </a:lnTo>
                  <a:lnTo>
                    <a:pt x="1583690" y="2540"/>
                  </a:lnTo>
                  <a:lnTo>
                    <a:pt x="1584960" y="2540"/>
                  </a:lnTo>
                  <a:lnTo>
                    <a:pt x="1584960" y="1282"/>
                  </a:lnTo>
                  <a:lnTo>
                    <a:pt x="1586230" y="1282"/>
                  </a:lnTo>
                  <a:lnTo>
                    <a:pt x="1586230" y="0"/>
                  </a:lnTo>
                  <a:close/>
                </a:path>
              </a:pathLst>
            </a:custGeom>
            <a:solidFill>
              <a:srgbClr val="6484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918970" y="2607309"/>
              <a:ext cx="1573530" cy="8255"/>
            </a:xfrm>
            <a:custGeom>
              <a:avLst/>
              <a:gdLst/>
              <a:ahLst/>
              <a:cxnLst/>
              <a:rect l="l" t="t" r="r" b="b"/>
              <a:pathLst>
                <a:path w="1573529" h="8255">
                  <a:moveTo>
                    <a:pt x="1569720" y="5092"/>
                  </a:moveTo>
                  <a:lnTo>
                    <a:pt x="3810" y="5092"/>
                  </a:lnTo>
                  <a:lnTo>
                    <a:pt x="3810" y="6350"/>
                  </a:lnTo>
                  <a:lnTo>
                    <a:pt x="5080" y="6350"/>
                  </a:lnTo>
                  <a:lnTo>
                    <a:pt x="5080" y="7632"/>
                  </a:lnTo>
                  <a:lnTo>
                    <a:pt x="1568450" y="7632"/>
                  </a:lnTo>
                  <a:lnTo>
                    <a:pt x="1568450" y="6350"/>
                  </a:lnTo>
                  <a:lnTo>
                    <a:pt x="1569720" y="6350"/>
                  </a:lnTo>
                  <a:lnTo>
                    <a:pt x="1569720" y="5092"/>
                  </a:lnTo>
                  <a:close/>
                </a:path>
                <a:path w="1573529" h="8255">
                  <a:moveTo>
                    <a:pt x="157353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2540" y="5080"/>
                  </a:lnTo>
                  <a:lnTo>
                    <a:pt x="1570990" y="5080"/>
                  </a:lnTo>
                  <a:lnTo>
                    <a:pt x="1570990" y="3810"/>
                  </a:lnTo>
                  <a:lnTo>
                    <a:pt x="1572260" y="3810"/>
                  </a:lnTo>
                  <a:lnTo>
                    <a:pt x="1572260" y="2540"/>
                  </a:lnTo>
                  <a:lnTo>
                    <a:pt x="1572260" y="1282"/>
                  </a:lnTo>
                  <a:lnTo>
                    <a:pt x="1573530" y="1282"/>
                  </a:lnTo>
                  <a:lnTo>
                    <a:pt x="1573530" y="0"/>
                  </a:lnTo>
                  <a:close/>
                </a:path>
              </a:pathLst>
            </a:custGeom>
            <a:solidFill>
              <a:srgbClr val="6686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925320" y="2614942"/>
              <a:ext cx="1560830" cy="7620"/>
            </a:xfrm>
            <a:custGeom>
              <a:avLst/>
              <a:gdLst/>
              <a:ahLst/>
              <a:cxnLst/>
              <a:rect l="l" t="t" r="r" b="b"/>
              <a:pathLst>
                <a:path w="1560829" h="7619">
                  <a:moveTo>
                    <a:pt x="156083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2540" y="2527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07"/>
                  </a:lnTo>
                  <a:lnTo>
                    <a:pt x="1554480" y="7607"/>
                  </a:lnTo>
                  <a:lnTo>
                    <a:pt x="1554480" y="6350"/>
                  </a:lnTo>
                  <a:lnTo>
                    <a:pt x="1555750" y="6350"/>
                  </a:lnTo>
                  <a:lnTo>
                    <a:pt x="1555750" y="5067"/>
                  </a:lnTo>
                  <a:lnTo>
                    <a:pt x="1557020" y="5067"/>
                  </a:lnTo>
                  <a:lnTo>
                    <a:pt x="1557020" y="3810"/>
                  </a:lnTo>
                  <a:lnTo>
                    <a:pt x="1558290" y="3810"/>
                  </a:lnTo>
                  <a:lnTo>
                    <a:pt x="1558290" y="2527"/>
                  </a:lnTo>
                  <a:lnTo>
                    <a:pt x="1559560" y="2527"/>
                  </a:lnTo>
                  <a:lnTo>
                    <a:pt x="1559560" y="1257"/>
                  </a:lnTo>
                  <a:lnTo>
                    <a:pt x="1560830" y="1257"/>
                  </a:lnTo>
                  <a:lnTo>
                    <a:pt x="1560830" y="0"/>
                  </a:lnTo>
                  <a:close/>
                </a:path>
              </a:pathLst>
            </a:custGeom>
            <a:solidFill>
              <a:srgbClr val="6787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932940" y="2622549"/>
              <a:ext cx="1545590" cy="6350"/>
            </a:xfrm>
            <a:custGeom>
              <a:avLst/>
              <a:gdLst/>
              <a:ahLst/>
              <a:cxnLst/>
              <a:rect l="l" t="t" r="r" b="b"/>
              <a:pathLst>
                <a:path w="1545589" h="6350">
                  <a:moveTo>
                    <a:pt x="154559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52"/>
                  </a:lnTo>
                  <a:lnTo>
                    <a:pt x="2540" y="2552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1540510" y="6350"/>
                  </a:lnTo>
                  <a:lnTo>
                    <a:pt x="1540510" y="5092"/>
                  </a:lnTo>
                  <a:lnTo>
                    <a:pt x="1541780" y="5092"/>
                  </a:lnTo>
                  <a:lnTo>
                    <a:pt x="1541780" y="3810"/>
                  </a:lnTo>
                  <a:lnTo>
                    <a:pt x="1543050" y="3810"/>
                  </a:lnTo>
                  <a:lnTo>
                    <a:pt x="1543050" y="2552"/>
                  </a:lnTo>
                  <a:lnTo>
                    <a:pt x="1544320" y="2552"/>
                  </a:lnTo>
                  <a:lnTo>
                    <a:pt x="1544320" y="1270"/>
                  </a:lnTo>
                  <a:lnTo>
                    <a:pt x="1545590" y="1270"/>
                  </a:lnTo>
                  <a:lnTo>
                    <a:pt x="1545590" y="0"/>
                  </a:lnTo>
                  <a:close/>
                </a:path>
              </a:pathLst>
            </a:custGeom>
            <a:solidFill>
              <a:srgbClr val="6888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939290" y="2628899"/>
              <a:ext cx="1532890" cy="7620"/>
            </a:xfrm>
            <a:custGeom>
              <a:avLst/>
              <a:gdLst/>
              <a:ahLst/>
              <a:cxnLst/>
              <a:rect l="l" t="t" r="r" b="b"/>
              <a:pathLst>
                <a:path w="1532889" h="7619">
                  <a:moveTo>
                    <a:pt x="153289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52"/>
                  </a:lnTo>
                  <a:lnTo>
                    <a:pt x="2540" y="2552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20"/>
                  </a:lnTo>
                  <a:lnTo>
                    <a:pt x="1526540" y="7620"/>
                  </a:lnTo>
                  <a:lnTo>
                    <a:pt x="1526540" y="6350"/>
                  </a:lnTo>
                  <a:lnTo>
                    <a:pt x="1527810" y="6350"/>
                  </a:lnTo>
                  <a:lnTo>
                    <a:pt x="1527810" y="5092"/>
                  </a:lnTo>
                  <a:lnTo>
                    <a:pt x="1529080" y="5092"/>
                  </a:lnTo>
                  <a:lnTo>
                    <a:pt x="1529080" y="3810"/>
                  </a:lnTo>
                  <a:lnTo>
                    <a:pt x="1530350" y="3810"/>
                  </a:lnTo>
                  <a:lnTo>
                    <a:pt x="1530350" y="2552"/>
                  </a:lnTo>
                  <a:lnTo>
                    <a:pt x="1531620" y="2552"/>
                  </a:lnTo>
                  <a:lnTo>
                    <a:pt x="1531620" y="1270"/>
                  </a:lnTo>
                  <a:lnTo>
                    <a:pt x="1532890" y="1270"/>
                  </a:lnTo>
                  <a:lnTo>
                    <a:pt x="1532890" y="0"/>
                  </a:lnTo>
                  <a:close/>
                </a:path>
              </a:pathLst>
            </a:custGeom>
            <a:solidFill>
              <a:srgbClr val="6A89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946910" y="2636519"/>
              <a:ext cx="1517650" cy="8255"/>
            </a:xfrm>
            <a:custGeom>
              <a:avLst/>
              <a:gdLst/>
              <a:ahLst/>
              <a:cxnLst/>
              <a:rect l="l" t="t" r="r" b="b"/>
              <a:pathLst>
                <a:path w="1517650" h="8255">
                  <a:moveTo>
                    <a:pt x="151765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22"/>
                  </a:lnTo>
                  <a:lnTo>
                    <a:pt x="3810" y="3822"/>
                  </a:lnTo>
                  <a:lnTo>
                    <a:pt x="3810" y="5080"/>
                  </a:lnTo>
                  <a:lnTo>
                    <a:pt x="5080" y="5080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32"/>
                  </a:lnTo>
                  <a:lnTo>
                    <a:pt x="1511300" y="7632"/>
                  </a:lnTo>
                  <a:lnTo>
                    <a:pt x="1511300" y="6350"/>
                  </a:lnTo>
                  <a:lnTo>
                    <a:pt x="1512570" y="6350"/>
                  </a:lnTo>
                  <a:lnTo>
                    <a:pt x="1512570" y="5080"/>
                  </a:lnTo>
                  <a:lnTo>
                    <a:pt x="1513840" y="5080"/>
                  </a:lnTo>
                  <a:lnTo>
                    <a:pt x="1513840" y="3822"/>
                  </a:lnTo>
                  <a:lnTo>
                    <a:pt x="1515110" y="3822"/>
                  </a:lnTo>
                  <a:lnTo>
                    <a:pt x="1515110" y="2540"/>
                  </a:lnTo>
                  <a:lnTo>
                    <a:pt x="1516380" y="2540"/>
                  </a:lnTo>
                  <a:lnTo>
                    <a:pt x="1516380" y="1282"/>
                  </a:lnTo>
                  <a:lnTo>
                    <a:pt x="1517650" y="1282"/>
                  </a:lnTo>
                  <a:lnTo>
                    <a:pt x="1517650" y="0"/>
                  </a:lnTo>
                  <a:close/>
                </a:path>
              </a:pathLst>
            </a:custGeom>
            <a:solidFill>
              <a:srgbClr val="6B8A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1954530" y="2644152"/>
              <a:ext cx="1502410" cy="7620"/>
            </a:xfrm>
            <a:custGeom>
              <a:avLst/>
              <a:gdLst/>
              <a:ahLst/>
              <a:cxnLst/>
              <a:rect l="l" t="t" r="r" b="b"/>
              <a:pathLst>
                <a:path w="1502410" h="7619">
                  <a:moveTo>
                    <a:pt x="1497330" y="6350"/>
                  </a:moveTo>
                  <a:lnTo>
                    <a:pt x="5080" y="6350"/>
                  </a:lnTo>
                  <a:lnTo>
                    <a:pt x="5080" y="7607"/>
                  </a:lnTo>
                  <a:lnTo>
                    <a:pt x="1497330" y="7607"/>
                  </a:lnTo>
                  <a:lnTo>
                    <a:pt x="1497330" y="6350"/>
                  </a:lnTo>
                  <a:close/>
                </a:path>
                <a:path w="1502410" h="7619">
                  <a:moveTo>
                    <a:pt x="150241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797"/>
                  </a:lnTo>
                  <a:lnTo>
                    <a:pt x="3810" y="3797"/>
                  </a:lnTo>
                  <a:lnTo>
                    <a:pt x="3810" y="5067"/>
                  </a:lnTo>
                  <a:lnTo>
                    <a:pt x="3810" y="6337"/>
                  </a:lnTo>
                  <a:lnTo>
                    <a:pt x="1498600" y="6337"/>
                  </a:lnTo>
                  <a:lnTo>
                    <a:pt x="1498600" y="5067"/>
                  </a:lnTo>
                  <a:lnTo>
                    <a:pt x="1499870" y="5067"/>
                  </a:lnTo>
                  <a:lnTo>
                    <a:pt x="1499870" y="3797"/>
                  </a:lnTo>
                  <a:lnTo>
                    <a:pt x="1499870" y="2540"/>
                  </a:lnTo>
                  <a:lnTo>
                    <a:pt x="1501140" y="2540"/>
                  </a:lnTo>
                  <a:lnTo>
                    <a:pt x="1501140" y="1257"/>
                  </a:lnTo>
                  <a:lnTo>
                    <a:pt x="1502410" y="1257"/>
                  </a:lnTo>
                  <a:lnTo>
                    <a:pt x="1502410" y="0"/>
                  </a:lnTo>
                  <a:close/>
                </a:path>
              </a:pathLst>
            </a:custGeom>
            <a:solidFill>
              <a:srgbClr val="6D8B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1960880" y="2651759"/>
              <a:ext cx="1489710" cy="6350"/>
            </a:xfrm>
            <a:custGeom>
              <a:avLst/>
              <a:gdLst/>
              <a:ahLst/>
              <a:cxnLst/>
              <a:rect l="l" t="t" r="r" b="b"/>
              <a:pathLst>
                <a:path w="1489710" h="6350">
                  <a:moveTo>
                    <a:pt x="148971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1484630" y="6350"/>
                  </a:lnTo>
                  <a:lnTo>
                    <a:pt x="1484630" y="5092"/>
                  </a:lnTo>
                  <a:lnTo>
                    <a:pt x="1485900" y="5092"/>
                  </a:lnTo>
                  <a:lnTo>
                    <a:pt x="1485900" y="3810"/>
                  </a:lnTo>
                  <a:lnTo>
                    <a:pt x="1487170" y="3810"/>
                  </a:lnTo>
                  <a:lnTo>
                    <a:pt x="1487170" y="2540"/>
                  </a:lnTo>
                  <a:lnTo>
                    <a:pt x="1488440" y="2540"/>
                  </a:lnTo>
                  <a:lnTo>
                    <a:pt x="1488440" y="1282"/>
                  </a:lnTo>
                  <a:lnTo>
                    <a:pt x="1489710" y="1282"/>
                  </a:lnTo>
                  <a:lnTo>
                    <a:pt x="1489710" y="0"/>
                  </a:lnTo>
                  <a:close/>
                </a:path>
              </a:pathLst>
            </a:custGeom>
            <a:solidFill>
              <a:srgbClr val="6E8C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967230" y="2658109"/>
              <a:ext cx="1477010" cy="8255"/>
            </a:xfrm>
            <a:custGeom>
              <a:avLst/>
              <a:gdLst/>
              <a:ahLst/>
              <a:cxnLst/>
              <a:rect l="l" t="t" r="r" b="b"/>
              <a:pathLst>
                <a:path w="1477010" h="8255">
                  <a:moveTo>
                    <a:pt x="147701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32"/>
                  </a:lnTo>
                  <a:lnTo>
                    <a:pt x="1470660" y="7632"/>
                  </a:lnTo>
                  <a:lnTo>
                    <a:pt x="1470660" y="6350"/>
                  </a:lnTo>
                  <a:lnTo>
                    <a:pt x="1471930" y="6350"/>
                  </a:lnTo>
                  <a:lnTo>
                    <a:pt x="1471930" y="5092"/>
                  </a:lnTo>
                  <a:lnTo>
                    <a:pt x="1473200" y="5092"/>
                  </a:lnTo>
                  <a:lnTo>
                    <a:pt x="1473200" y="3810"/>
                  </a:lnTo>
                  <a:lnTo>
                    <a:pt x="1474470" y="3810"/>
                  </a:lnTo>
                  <a:lnTo>
                    <a:pt x="1474470" y="2540"/>
                  </a:lnTo>
                  <a:lnTo>
                    <a:pt x="1475740" y="2540"/>
                  </a:lnTo>
                  <a:lnTo>
                    <a:pt x="1475740" y="1282"/>
                  </a:lnTo>
                  <a:lnTo>
                    <a:pt x="1477010" y="1282"/>
                  </a:lnTo>
                  <a:lnTo>
                    <a:pt x="1477010" y="0"/>
                  </a:lnTo>
                  <a:close/>
                </a:path>
              </a:pathLst>
            </a:custGeom>
            <a:solidFill>
              <a:srgbClr val="708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974850" y="2665742"/>
              <a:ext cx="1461770" cy="7620"/>
            </a:xfrm>
            <a:custGeom>
              <a:avLst/>
              <a:gdLst/>
              <a:ahLst/>
              <a:cxnLst/>
              <a:rect l="l" t="t" r="r" b="b"/>
              <a:pathLst>
                <a:path w="1461770" h="7619">
                  <a:moveTo>
                    <a:pt x="146177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2540" y="2527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07"/>
                  </a:lnTo>
                  <a:lnTo>
                    <a:pt x="1455420" y="7607"/>
                  </a:lnTo>
                  <a:lnTo>
                    <a:pt x="1455420" y="6350"/>
                  </a:lnTo>
                  <a:lnTo>
                    <a:pt x="1456690" y="6350"/>
                  </a:lnTo>
                  <a:lnTo>
                    <a:pt x="1456690" y="5067"/>
                  </a:lnTo>
                  <a:lnTo>
                    <a:pt x="1457960" y="5067"/>
                  </a:lnTo>
                  <a:lnTo>
                    <a:pt x="1457960" y="3810"/>
                  </a:lnTo>
                  <a:lnTo>
                    <a:pt x="1459230" y="3810"/>
                  </a:lnTo>
                  <a:lnTo>
                    <a:pt x="1459230" y="2527"/>
                  </a:lnTo>
                  <a:lnTo>
                    <a:pt x="1460500" y="2527"/>
                  </a:lnTo>
                  <a:lnTo>
                    <a:pt x="1460500" y="1257"/>
                  </a:lnTo>
                  <a:lnTo>
                    <a:pt x="1461770" y="1257"/>
                  </a:lnTo>
                  <a:lnTo>
                    <a:pt x="1461770" y="0"/>
                  </a:lnTo>
                  <a:close/>
                </a:path>
              </a:pathLst>
            </a:custGeom>
            <a:solidFill>
              <a:srgbClr val="718F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1982470" y="2673349"/>
              <a:ext cx="1446530" cy="6350"/>
            </a:xfrm>
            <a:custGeom>
              <a:avLst/>
              <a:gdLst/>
              <a:ahLst/>
              <a:cxnLst/>
              <a:rect l="l" t="t" r="r" b="b"/>
              <a:pathLst>
                <a:path w="1446529" h="6350">
                  <a:moveTo>
                    <a:pt x="144653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52"/>
                  </a:lnTo>
                  <a:lnTo>
                    <a:pt x="2540" y="2552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1441450" y="6350"/>
                  </a:lnTo>
                  <a:lnTo>
                    <a:pt x="1441450" y="5092"/>
                  </a:lnTo>
                  <a:lnTo>
                    <a:pt x="1442720" y="5092"/>
                  </a:lnTo>
                  <a:lnTo>
                    <a:pt x="1442720" y="3810"/>
                  </a:lnTo>
                  <a:lnTo>
                    <a:pt x="1443990" y="3810"/>
                  </a:lnTo>
                  <a:lnTo>
                    <a:pt x="1443990" y="2552"/>
                  </a:lnTo>
                  <a:lnTo>
                    <a:pt x="1445260" y="2552"/>
                  </a:lnTo>
                  <a:lnTo>
                    <a:pt x="1445260" y="1270"/>
                  </a:lnTo>
                  <a:lnTo>
                    <a:pt x="1446530" y="1270"/>
                  </a:lnTo>
                  <a:lnTo>
                    <a:pt x="1446530" y="0"/>
                  </a:lnTo>
                  <a:close/>
                </a:path>
              </a:pathLst>
            </a:custGeom>
            <a:solidFill>
              <a:srgbClr val="7390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1988820" y="2679699"/>
              <a:ext cx="1433830" cy="7620"/>
            </a:xfrm>
            <a:custGeom>
              <a:avLst/>
              <a:gdLst/>
              <a:ahLst/>
              <a:cxnLst/>
              <a:rect l="l" t="t" r="r" b="b"/>
              <a:pathLst>
                <a:path w="1433829" h="7619">
                  <a:moveTo>
                    <a:pt x="143383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52"/>
                  </a:lnTo>
                  <a:lnTo>
                    <a:pt x="2540" y="2552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20"/>
                  </a:lnTo>
                  <a:lnTo>
                    <a:pt x="1428750" y="7620"/>
                  </a:lnTo>
                  <a:lnTo>
                    <a:pt x="1428750" y="6350"/>
                  </a:lnTo>
                  <a:lnTo>
                    <a:pt x="1428750" y="5092"/>
                  </a:lnTo>
                  <a:lnTo>
                    <a:pt x="1430020" y="5092"/>
                  </a:lnTo>
                  <a:lnTo>
                    <a:pt x="1430020" y="3810"/>
                  </a:lnTo>
                  <a:lnTo>
                    <a:pt x="1431290" y="3810"/>
                  </a:lnTo>
                  <a:lnTo>
                    <a:pt x="1431290" y="2552"/>
                  </a:lnTo>
                  <a:lnTo>
                    <a:pt x="1432560" y="2552"/>
                  </a:lnTo>
                  <a:lnTo>
                    <a:pt x="1432560" y="1270"/>
                  </a:lnTo>
                  <a:lnTo>
                    <a:pt x="1433830" y="1270"/>
                  </a:lnTo>
                  <a:lnTo>
                    <a:pt x="1433830" y="0"/>
                  </a:lnTo>
                  <a:close/>
                </a:path>
              </a:pathLst>
            </a:custGeom>
            <a:solidFill>
              <a:srgbClr val="7491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1995170" y="2687319"/>
              <a:ext cx="1421130" cy="8255"/>
            </a:xfrm>
            <a:custGeom>
              <a:avLst/>
              <a:gdLst/>
              <a:ahLst/>
              <a:cxnLst/>
              <a:rect l="l" t="t" r="r" b="b"/>
              <a:pathLst>
                <a:path w="1421129" h="8255">
                  <a:moveTo>
                    <a:pt x="142113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22"/>
                  </a:lnTo>
                  <a:lnTo>
                    <a:pt x="3810" y="3822"/>
                  </a:lnTo>
                  <a:lnTo>
                    <a:pt x="3810" y="5080"/>
                  </a:lnTo>
                  <a:lnTo>
                    <a:pt x="5080" y="5080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32"/>
                  </a:lnTo>
                  <a:lnTo>
                    <a:pt x="1414780" y="7632"/>
                  </a:lnTo>
                  <a:lnTo>
                    <a:pt x="1414780" y="6350"/>
                  </a:lnTo>
                  <a:lnTo>
                    <a:pt x="1416050" y="6350"/>
                  </a:lnTo>
                  <a:lnTo>
                    <a:pt x="1416050" y="5080"/>
                  </a:lnTo>
                  <a:lnTo>
                    <a:pt x="1417320" y="5080"/>
                  </a:lnTo>
                  <a:lnTo>
                    <a:pt x="1417320" y="3822"/>
                  </a:lnTo>
                  <a:lnTo>
                    <a:pt x="1418590" y="3822"/>
                  </a:lnTo>
                  <a:lnTo>
                    <a:pt x="1418590" y="2540"/>
                  </a:lnTo>
                  <a:lnTo>
                    <a:pt x="1419860" y="2540"/>
                  </a:lnTo>
                  <a:lnTo>
                    <a:pt x="1419860" y="1282"/>
                  </a:lnTo>
                  <a:lnTo>
                    <a:pt x="1421130" y="1282"/>
                  </a:lnTo>
                  <a:lnTo>
                    <a:pt x="1421130" y="0"/>
                  </a:lnTo>
                  <a:close/>
                </a:path>
              </a:pathLst>
            </a:custGeom>
            <a:solidFill>
              <a:srgbClr val="7692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2002790" y="2694952"/>
              <a:ext cx="1405890" cy="7620"/>
            </a:xfrm>
            <a:custGeom>
              <a:avLst/>
              <a:gdLst/>
              <a:ahLst/>
              <a:cxnLst/>
              <a:rect l="l" t="t" r="r" b="b"/>
              <a:pathLst>
                <a:path w="1405889" h="7619">
                  <a:moveTo>
                    <a:pt x="140589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797"/>
                  </a:lnTo>
                  <a:lnTo>
                    <a:pt x="3810" y="3797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07"/>
                  </a:lnTo>
                  <a:lnTo>
                    <a:pt x="1399540" y="7607"/>
                  </a:lnTo>
                  <a:lnTo>
                    <a:pt x="1399540" y="6350"/>
                  </a:lnTo>
                  <a:lnTo>
                    <a:pt x="1400810" y="6350"/>
                  </a:lnTo>
                  <a:lnTo>
                    <a:pt x="1400810" y="5067"/>
                  </a:lnTo>
                  <a:lnTo>
                    <a:pt x="1402080" y="5067"/>
                  </a:lnTo>
                  <a:lnTo>
                    <a:pt x="1402080" y="3797"/>
                  </a:lnTo>
                  <a:lnTo>
                    <a:pt x="1403350" y="3797"/>
                  </a:lnTo>
                  <a:lnTo>
                    <a:pt x="1403350" y="2540"/>
                  </a:lnTo>
                  <a:lnTo>
                    <a:pt x="1404620" y="2540"/>
                  </a:lnTo>
                  <a:lnTo>
                    <a:pt x="1404620" y="1257"/>
                  </a:lnTo>
                  <a:lnTo>
                    <a:pt x="1405890" y="1257"/>
                  </a:lnTo>
                  <a:lnTo>
                    <a:pt x="1405890" y="0"/>
                  </a:lnTo>
                  <a:close/>
                </a:path>
              </a:pathLst>
            </a:custGeom>
            <a:solidFill>
              <a:srgbClr val="7793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2010410" y="2702559"/>
              <a:ext cx="1390650" cy="6350"/>
            </a:xfrm>
            <a:custGeom>
              <a:avLst/>
              <a:gdLst/>
              <a:ahLst/>
              <a:cxnLst/>
              <a:rect l="l" t="t" r="r" b="b"/>
              <a:pathLst>
                <a:path w="1390650" h="6350">
                  <a:moveTo>
                    <a:pt x="139065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1385570" y="6350"/>
                  </a:lnTo>
                  <a:lnTo>
                    <a:pt x="1385570" y="5092"/>
                  </a:lnTo>
                  <a:lnTo>
                    <a:pt x="1386840" y="5092"/>
                  </a:lnTo>
                  <a:lnTo>
                    <a:pt x="1386840" y="3810"/>
                  </a:lnTo>
                  <a:lnTo>
                    <a:pt x="1388110" y="3810"/>
                  </a:lnTo>
                  <a:lnTo>
                    <a:pt x="1388110" y="2540"/>
                  </a:lnTo>
                  <a:lnTo>
                    <a:pt x="1389380" y="2540"/>
                  </a:lnTo>
                  <a:lnTo>
                    <a:pt x="1389380" y="1282"/>
                  </a:lnTo>
                  <a:lnTo>
                    <a:pt x="1390650" y="1282"/>
                  </a:lnTo>
                  <a:lnTo>
                    <a:pt x="1390650" y="0"/>
                  </a:lnTo>
                  <a:close/>
                </a:path>
              </a:pathLst>
            </a:custGeom>
            <a:solidFill>
              <a:srgbClr val="7995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2016760" y="2708909"/>
              <a:ext cx="1377950" cy="8255"/>
            </a:xfrm>
            <a:custGeom>
              <a:avLst/>
              <a:gdLst/>
              <a:ahLst/>
              <a:cxnLst/>
              <a:rect l="l" t="t" r="r" b="b"/>
              <a:pathLst>
                <a:path w="1377950" h="8255">
                  <a:moveTo>
                    <a:pt x="137795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32"/>
                  </a:lnTo>
                  <a:lnTo>
                    <a:pt x="1371600" y="7632"/>
                  </a:lnTo>
                  <a:lnTo>
                    <a:pt x="1371600" y="6350"/>
                  </a:lnTo>
                  <a:lnTo>
                    <a:pt x="1372870" y="6350"/>
                  </a:lnTo>
                  <a:lnTo>
                    <a:pt x="1372870" y="5092"/>
                  </a:lnTo>
                  <a:lnTo>
                    <a:pt x="1374140" y="5092"/>
                  </a:lnTo>
                  <a:lnTo>
                    <a:pt x="1374140" y="3810"/>
                  </a:lnTo>
                  <a:lnTo>
                    <a:pt x="1375410" y="3810"/>
                  </a:lnTo>
                  <a:lnTo>
                    <a:pt x="1375410" y="2540"/>
                  </a:lnTo>
                  <a:lnTo>
                    <a:pt x="1376680" y="2540"/>
                  </a:lnTo>
                  <a:lnTo>
                    <a:pt x="1376680" y="1282"/>
                  </a:lnTo>
                  <a:lnTo>
                    <a:pt x="1377950" y="1282"/>
                  </a:lnTo>
                  <a:lnTo>
                    <a:pt x="1377950" y="0"/>
                  </a:lnTo>
                  <a:close/>
                </a:path>
              </a:pathLst>
            </a:custGeom>
            <a:solidFill>
              <a:srgbClr val="7A96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2024380" y="2716542"/>
              <a:ext cx="1362710" cy="7620"/>
            </a:xfrm>
            <a:custGeom>
              <a:avLst/>
              <a:gdLst/>
              <a:ahLst/>
              <a:cxnLst/>
              <a:rect l="l" t="t" r="r" b="b"/>
              <a:pathLst>
                <a:path w="1362710" h="7619">
                  <a:moveTo>
                    <a:pt x="136271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2540" y="2527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07"/>
                  </a:lnTo>
                  <a:lnTo>
                    <a:pt x="1356360" y="7607"/>
                  </a:lnTo>
                  <a:lnTo>
                    <a:pt x="1356360" y="6350"/>
                  </a:lnTo>
                  <a:lnTo>
                    <a:pt x="1357630" y="6350"/>
                  </a:lnTo>
                  <a:lnTo>
                    <a:pt x="1357630" y="5067"/>
                  </a:lnTo>
                  <a:lnTo>
                    <a:pt x="1358900" y="5067"/>
                  </a:lnTo>
                  <a:lnTo>
                    <a:pt x="1358900" y="3810"/>
                  </a:lnTo>
                  <a:lnTo>
                    <a:pt x="1360170" y="3810"/>
                  </a:lnTo>
                  <a:lnTo>
                    <a:pt x="1360170" y="2527"/>
                  </a:lnTo>
                  <a:lnTo>
                    <a:pt x="1361440" y="2527"/>
                  </a:lnTo>
                  <a:lnTo>
                    <a:pt x="1361440" y="1257"/>
                  </a:lnTo>
                  <a:lnTo>
                    <a:pt x="1362710" y="1257"/>
                  </a:lnTo>
                  <a:lnTo>
                    <a:pt x="1362710" y="0"/>
                  </a:lnTo>
                  <a:close/>
                </a:path>
              </a:pathLst>
            </a:custGeom>
            <a:solidFill>
              <a:srgbClr val="7B97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2032000" y="2724149"/>
              <a:ext cx="1348740" cy="6350"/>
            </a:xfrm>
            <a:custGeom>
              <a:avLst/>
              <a:gdLst/>
              <a:ahLst/>
              <a:cxnLst/>
              <a:rect l="l" t="t" r="r" b="b"/>
              <a:pathLst>
                <a:path w="1348739" h="6350">
                  <a:moveTo>
                    <a:pt x="1346200" y="2552"/>
                  </a:moveTo>
                  <a:lnTo>
                    <a:pt x="1270" y="2552"/>
                  </a:lnTo>
                  <a:lnTo>
                    <a:pt x="1270" y="3810"/>
                  </a:lnTo>
                  <a:lnTo>
                    <a:pt x="2540" y="3810"/>
                  </a:lnTo>
                  <a:lnTo>
                    <a:pt x="2540" y="5092"/>
                  </a:lnTo>
                  <a:lnTo>
                    <a:pt x="3810" y="5092"/>
                  </a:lnTo>
                  <a:lnTo>
                    <a:pt x="3810" y="6350"/>
                  </a:lnTo>
                  <a:lnTo>
                    <a:pt x="1343660" y="6350"/>
                  </a:lnTo>
                  <a:lnTo>
                    <a:pt x="1343660" y="5092"/>
                  </a:lnTo>
                  <a:lnTo>
                    <a:pt x="1344930" y="5092"/>
                  </a:lnTo>
                  <a:lnTo>
                    <a:pt x="1344930" y="3810"/>
                  </a:lnTo>
                  <a:lnTo>
                    <a:pt x="1346200" y="3810"/>
                  </a:lnTo>
                  <a:lnTo>
                    <a:pt x="1346200" y="2552"/>
                  </a:lnTo>
                  <a:close/>
                </a:path>
                <a:path w="1348739" h="6350">
                  <a:moveTo>
                    <a:pt x="13487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1347470" y="2540"/>
                  </a:lnTo>
                  <a:lnTo>
                    <a:pt x="1347470" y="1270"/>
                  </a:lnTo>
                  <a:lnTo>
                    <a:pt x="1348740" y="1270"/>
                  </a:lnTo>
                  <a:lnTo>
                    <a:pt x="1348740" y="0"/>
                  </a:lnTo>
                  <a:close/>
                </a:path>
              </a:pathLst>
            </a:custGeom>
            <a:solidFill>
              <a:srgbClr val="7D99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2037080" y="2730499"/>
              <a:ext cx="1337310" cy="7620"/>
            </a:xfrm>
            <a:custGeom>
              <a:avLst/>
              <a:gdLst/>
              <a:ahLst/>
              <a:cxnLst/>
              <a:rect l="l" t="t" r="r" b="b"/>
              <a:pathLst>
                <a:path w="1337310" h="7619">
                  <a:moveTo>
                    <a:pt x="13373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52"/>
                  </a:lnTo>
                  <a:lnTo>
                    <a:pt x="2540" y="2552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20"/>
                  </a:lnTo>
                  <a:lnTo>
                    <a:pt x="1330960" y="7620"/>
                  </a:lnTo>
                  <a:lnTo>
                    <a:pt x="1330960" y="6350"/>
                  </a:lnTo>
                  <a:lnTo>
                    <a:pt x="1332230" y="6350"/>
                  </a:lnTo>
                  <a:lnTo>
                    <a:pt x="1332230" y="5092"/>
                  </a:lnTo>
                  <a:lnTo>
                    <a:pt x="1333500" y="5092"/>
                  </a:lnTo>
                  <a:lnTo>
                    <a:pt x="1333500" y="3810"/>
                  </a:lnTo>
                  <a:lnTo>
                    <a:pt x="1334770" y="3810"/>
                  </a:lnTo>
                  <a:lnTo>
                    <a:pt x="1334770" y="2552"/>
                  </a:lnTo>
                  <a:lnTo>
                    <a:pt x="1336040" y="2552"/>
                  </a:lnTo>
                  <a:lnTo>
                    <a:pt x="1336040" y="1270"/>
                  </a:lnTo>
                  <a:lnTo>
                    <a:pt x="1337310" y="1270"/>
                  </a:lnTo>
                  <a:lnTo>
                    <a:pt x="1337310" y="0"/>
                  </a:lnTo>
                  <a:close/>
                </a:path>
              </a:pathLst>
            </a:custGeom>
            <a:solidFill>
              <a:srgbClr val="7E99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2044700" y="2738119"/>
              <a:ext cx="1322070" cy="8255"/>
            </a:xfrm>
            <a:custGeom>
              <a:avLst/>
              <a:gdLst/>
              <a:ahLst/>
              <a:cxnLst/>
              <a:rect l="l" t="t" r="r" b="b"/>
              <a:pathLst>
                <a:path w="1322070" h="8255">
                  <a:moveTo>
                    <a:pt x="132207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22"/>
                  </a:lnTo>
                  <a:lnTo>
                    <a:pt x="3810" y="3822"/>
                  </a:lnTo>
                  <a:lnTo>
                    <a:pt x="3810" y="5080"/>
                  </a:lnTo>
                  <a:lnTo>
                    <a:pt x="5080" y="5080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32"/>
                  </a:lnTo>
                  <a:lnTo>
                    <a:pt x="1315720" y="7632"/>
                  </a:lnTo>
                  <a:lnTo>
                    <a:pt x="1315720" y="6350"/>
                  </a:lnTo>
                  <a:lnTo>
                    <a:pt x="1316990" y="6350"/>
                  </a:lnTo>
                  <a:lnTo>
                    <a:pt x="1316990" y="5080"/>
                  </a:lnTo>
                  <a:lnTo>
                    <a:pt x="1318260" y="5080"/>
                  </a:lnTo>
                  <a:lnTo>
                    <a:pt x="1318260" y="3822"/>
                  </a:lnTo>
                  <a:lnTo>
                    <a:pt x="1319530" y="3822"/>
                  </a:lnTo>
                  <a:lnTo>
                    <a:pt x="1319530" y="2540"/>
                  </a:lnTo>
                  <a:lnTo>
                    <a:pt x="1320800" y="2540"/>
                  </a:lnTo>
                  <a:lnTo>
                    <a:pt x="1320800" y="1282"/>
                  </a:lnTo>
                  <a:lnTo>
                    <a:pt x="1322070" y="1282"/>
                  </a:lnTo>
                  <a:lnTo>
                    <a:pt x="1322070" y="0"/>
                  </a:lnTo>
                  <a:close/>
                </a:path>
              </a:pathLst>
            </a:custGeom>
            <a:solidFill>
              <a:srgbClr val="809A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2052320" y="2745752"/>
              <a:ext cx="1306830" cy="6350"/>
            </a:xfrm>
            <a:custGeom>
              <a:avLst/>
              <a:gdLst/>
              <a:ahLst/>
              <a:cxnLst/>
              <a:rect l="l" t="t" r="r" b="b"/>
              <a:pathLst>
                <a:path w="1306829" h="6350">
                  <a:moveTo>
                    <a:pt x="130683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797"/>
                  </a:lnTo>
                  <a:lnTo>
                    <a:pt x="3810" y="3797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1301750" y="6350"/>
                  </a:lnTo>
                  <a:lnTo>
                    <a:pt x="1301750" y="5067"/>
                  </a:lnTo>
                  <a:lnTo>
                    <a:pt x="1303020" y="5067"/>
                  </a:lnTo>
                  <a:lnTo>
                    <a:pt x="1303020" y="3797"/>
                  </a:lnTo>
                  <a:lnTo>
                    <a:pt x="1304290" y="3797"/>
                  </a:lnTo>
                  <a:lnTo>
                    <a:pt x="1304290" y="2540"/>
                  </a:lnTo>
                  <a:lnTo>
                    <a:pt x="1305560" y="2540"/>
                  </a:lnTo>
                  <a:lnTo>
                    <a:pt x="1305560" y="1257"/>
                  </a:lnTo>
                  <a:lnTo>
                    <a:pt x="1306830" y="1257"/>
                  </a:lnTo>
                  <a:lnTo>
                    <a:pt x="1306830" y="0"/>
                  </a:lnTo>
                  <a:close/>
                </a:path>
              </a:pathLst>
            </a:custGeom>
            <a:solidFill>
              <a:srgbClr val="819B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2058670" y="2752102"/>
              <a:ext cx="1294130" cy="7620"/>
            </a:xfrm>
            <a:custGeom>
              <a:avLst/>
              <a:gdLst/>
              <a:ahLst/>
              <a:cxnLst/>
              <a:rect l="l" t="t" r="r" b="b"/>
              <a:pathLst>
                <a:path w="1294129" h="7619">
                  <a:moveTo>
                    <a:pt x="129413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797"/>
                  </a:lnTo>
                  <a:lnTo>
                    <a:pt x="3810" y="3797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07"/>
                  </a:lnTo>
                  <a:lnTo>
                    <a:pt x="1287780" y="7607"/>
                  </a:lnTo>
                  <a:lnTo>
                    <a:pt x="1287780" y="6350"/>
                  </a:lnTo>
                  <a:lnTo>
                    <a:pt x="1289050" y="6350"/>
                  </a:lnTo>
                  <a:lnTo>
                    <a:pt x="1289050" y="5067"/>
                  </a:lnTo>
                  <a:lnTo>
                    <a:pt x="1290320" y="5067"/>
                  </a:lnTo>
                  <a:lnTo>
                    <a:pt x="1290320" y="3797"/>
                  </a:lnTo>
                  <a:lnTo>
                    <a:pt x="1291590" y="3797"/>
                  </a:lnTo>
                  <a:lnTo>
                    <a:pt x="1291590" y="2540"/>
                  </a:lnTo>
                  <a:lnTo>
                    <a:pt x="1292860" y="2540"/>
                  </a:lnTo>
                  <a:lnTo>
                    <a:pt x="1292860" y="1257"/>
                  </a:lnTo>
                  <a:lnTo>
                    <a:pt x="1294130" y="1257"/>
                  </a:lnTo>
                  <a:lnTo>
                    <a:pt x="1294130" y="0"/>
                  </a:lnTo>
                  <a:close/>
                </a:path>
              </a:pathLst>
            </a:custGeom>
            <a:solidFill>
              <a:srgbClr val="839D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2066290" y="2759709"/>
              <a:ext cx="1278890" cy="8255"/>
            </a:xfrm>
            <a:custGeom>
              <a:avLst/>
              <a:gdLst/>
              <a:ahLst/>
              <a:cxnLst/>
              <a:rect l="l" t="t" r="r" b="b"/>
              <a:pathLst>
                <a:path w="1278889" h="8255">
                  <a:moveTo>
                    <a:pt x="1275080" y="5092"/>
                  </a:moveTo>
                  <a:lnTo>
                    <a:pt x="3810" y="5092"/>
                  </a:lnTo>
                  <a:lnTo>
                    <a:pt x="3810" y="6350"/>
                  </a:lnTo>
                  <a:lnTo>
                    <a:pt x="5080" y="6350"/>
                  </a:lnTo>
                  <a:lnTo>
                    <a:pt x="5080" y="7632"/>
                  </a:lnTo>
                  <a:lnTo>
                    <a:pt x="1273810" y="7632"/>
                  </a:lnTo>
                  <a:lnTo>
                    <a:pt x="1273810" y="6350"/>
                  </a:lnTo>
                  <a:lnTo>
                    <a:pt x="1275080" y="6350"/>
                  </a:lnTo>
                  <a:lnTo>
                    <a:pt x="1275080" y="5092"/>
                  </a:lnTo>
                  <a:close/>
                </a:path>
                <a:path w="1278889" h="8255">
                  <a:moveTo>
                    <a:pt x="127889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2540" y="5080"/>
                  </a:lnTo>
                  <a:lnTo>
                    <a:pt x="1276350" y="5080"/>
                  </a:lnTo>
                  <a:lnTo>
                    <a:pt x="1276350" y="3810"/>
                  </a:lnTo>
                  <a:lnTo>
                    <a:pt x="1277620" y="3810"/>
                  </a:lnTo>
                  <a:lnTo>
                    <a:pt x="1277620" y="2540"/>
                  </a:lnTo>
                  <a:lnTo>
                    <a:pt x="1277620" y="1282"/>
                  </a:lnTo>
                  <a:lnTo>
                    <a:pt x="1278890" y="1282"/>
                  </a:lnTo>
                  <a:lnTo>
                    <a:pt x="1278890" y="0"/>
                  </a:lnTo>
                  <a:close/>
                </a:path>
              </a:pathLst>
            </a:custGeom>
            <a:solidFill>
              <a:srgbClr val="849E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2072640" y="2767342"/>
              <a:ext cx="1266190" cy="7620"/>
            </a:xfrm>
            <a:custGeom>
              <a:avLst/>
              <a:gdLst/>
              <a:ahLst/>
              <a:cxnLst/>
              <a:rect l="l" t="t" r="r" b="b"/>
              <a:pathLst>
                <a:path w="1266189" h="7619">
                  <a:moveTo>
                    <a:pt x="126619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2540" y="2527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07"/>
                  </a:lnTo>
                  <a:lnTo>
                    <a:pt x="1259840" y="7607"/>
                  </a:lnTo>
                  <a:lnTo>
                    <a:pt x="1259840" y="6350"/>
                  </a:lnTo>
                  <a:lnTo>
                    <a:pt x="1261110" y="6350"/>
                  </a:lnTo>
                  <a:lnTo>
                    <a:pt x="1261110" y="5067"/>
                  </a:lnTo>
                  <a:lnTo>
                    <a:pt x="1262380" y="5067"/>
                  </a:lnTo>
                  <a:lnTo>
                    <a:pt x="1262380" y="3810"/>
                  </a:lnTo>
                  <a:lnTo>
                    <a:pt x="1263650" y="3810"/>
                  </a:lnTo>
                  <a:lnTo>
                    <a:pt x="1263650" y="2527"/>
                  </a:lnTo>
                  <a:lnTo>
                    <a:pt x="1264920" y="2527"/>
                  </a:lnTo>
                  <a:lnTo>
                    <a:pt x="1264920" y="1257"/>
                  </a:lnTo>
                  <a:lnTo>
                    <a:pt x="1266190" y="1257"/>
                  </a:lnTo>
                  <a:lnTo>
                    <a:pt x="1266190" y="0"/>
                  </a:lnTo>
                  <a:close/>
                </a:path>
              </a:pathLst>
            </a:custGeom>
            <a:solidFill>
              <a:srgbClr val="869F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2080260" y="2774949"/>
              <a:ext cx="1250950" cy="6350"/>
            </a:xfrm>
            <a:custGeom>
              <a:avLst/>
              <a:gdLst/>
              <a:ahLst/>
              <a:cxnLst/>
              <a:rect l="l" t="t" r="r" b="b"/>
              <a:pathLst>
                <a:path w="1250950" h="6350">
                  <a:moveTo>
                    <a:pt x="125095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52"/>
                  </a:lnTo>
                  <a:lnTo>
                    <a:pt x="2540" y="2552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1245857" y="6350"/>
                  </a:lnTo>
                  <a:lnTo>
                    <a:pt x="1245857" y="5092"/>
                  </a:lnTo>
                  <a:lnTo>
                    <a:pt x="1247140" y="5092"/>
                  </a:lnTo>
                  <a:lnTo>
                    <a:pt x="1247140" y="3810"/>
                  </a:lnTo>
                  <a:lnTo>
                    <a:pt x="1248410" y="3810"/>
                  </a:lnTo>
                  <a:lnTo>
                    <a:pt x="1248410" y="2552"/>
                  </a:lnTo>
                  <a:lnTo>
                    <a:pt x="1249680" y="2552"/>
                  </a:lnTo>
                  <a:lnTo>
                    <a:pt x="1249680" y="1270"/>
                  </a:lnTo>
                  <a:lnTo>
                    <a:pt x="1250950" y="1270"/>
                  </a:lnTo>
                  <a:lnTo>
                    <a:pt x="1250950" y="0"/>
                  </a:lnTo>
                  <a:close/>
                </a:path>
              </a:pathLst>
            </a:custGeom>
            <a:solidFill>
              <a:srgbClr val="87A0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2086610" y="2781299"/>
              <a:ext cx="1238250" cy="7620"/>
            </a:xfrm>
            <a:custGeom>
              <a:avLst/>
              <a:gdLst/>
              <a:ahLst/>
              <a:cxnLst/>
              <a:rect l="l" t="t" r="r" b="b"/>
              <a:pathLst>
                <a:path w="1238250" h="7619">
                  <a:moveTo>
                    <a:pt x="123825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52"/>
                  </a:lnTo>
                  <a:lnTo>
                    <a:pt x="2540" y="2552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20"/>
                  </a:lnTo>
                  <a:lnTo>
                    <a:pt x="1231900" y="7620"/>
                  </a:lnTo>
                  <a:lnTo>
                    <a:pt x="1231900" y="6350"/>
                  </a:lnTo>
                  <a:lnTo>
                    <a:pt x="1233157" y="6350"/>
                  </a:lnTo>
                  <a:lnTo>
                    <a:pt x="1233157" y="5092"/>
                  </a:lnTo>
                  <a:lnTo>
                    <a:pt x="1234440" y="5092"/>
                  </a:lnTo>
                  <a:lnTo>
                    <a:pt x="1234440" y="3810"/>
                  </a:lnTo>
                  <a:lnTo>
                    <a:pt x="1235710" y="3810"/>
                  </a:lnTo>
                  <a:lnTo>
                    <a:pt x="1235710" y="2552"/>
                  </a:lnTo>
                  <a:lnTo>
                    <a:pt x="1236980" y="2552"/>
                  </a:lnTo>
                  <a:lnTo>
                    <a:pt x="1236980" y="1270"/>
                  </a:lnTo>
                  <a:lnTo>
                    <a:pt x="1238250" y="1270"/>
                  </a:lnTo>
                  <a:lnTo>
                    <a:pt x="1238250" y="0"/>
                  </a:lnTo>
                  <a:close/>
                </a:path>
              </a:pathLst>
            </a:custGeom>
            <a:solidFill>
              <a:srgbClr val="89A1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2094230" y="2788919"/>
              <a:ext cx="1223010" cy="8255"/>
            </a:xfrm>
            <a:custGeom>
              <a:avLst/>
              <a:gdLst/>
              <a:ahLst/>
              <a:cxnLst/>
              <a:rect l="l" t="t" r="r" b="b"/>
              <a:pathLst>
                <a:path w="1223010" h="8255">
                  <a:moveTo>
                    <a:pt x="122301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22"/>
                  </a:lnTo>
                  <a:lnTo>
                    <a:pt x="3810" y="3822"/>
                  </a:lnTo>
                  <a:lnTo>
                    <a:pt x="3810" y="5080"/>
                  </a:lnTo>
                  <a:lnTo>
                    <a:pt x="5080" y="5080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32"/>
                  </a:lnTo>
                  <a:lnTo>
                    <a:pt x="1216660" y="7632"/>
                  </a:lnTo>
                  <a:lnTo>
                    <a:pt x="1216660" y="6350"/>
                  </a:lnTo>
                  <a:lnTo>
                    <a:pt x="1217930" y="6350"/>
                  </a:lnTo>
                  <a:lnTo>
                    <a:pt x="1217930" y="5080"/>
                  </a:lnTo>
                  <a:lnTo>
                    <a:pt x="1219187" y="5080"/>
                  </a:lnTo>
                  <a:lnTo>
                    <a:pt x="1219187" y="3822"/>
                  </a:lnTo>
                  <a:lnTo>
                    <a:pt x="1220470" y="3822"/>
                  </a:lnTo>
                  <a:lnTo>
                    <a:pt x="1220470" y="2540"/>
                  </a:lnTo>
                  <a:lnTo>
                    <a:pt x="1221740" y="2540"/>
                  </a:lnTo>
                  <a:lnTo>
                    <a:pt x="1221740" y="1282"/>
                  </a:lnTo>
                  <a:lnTo>
                    <a:pt x="1223010" y="1282"/>
                  </a:lnTo>
                  <a:lnTo>
                    <a:pt x="1223010" y="0"/>
                  </a:lnTo>
                  <a:close/>
                </a:path>
              </a:pathLst>
            </a:custGeom>
            <a:solidFill>
              <a:srgbClr val="8AA2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2101850" y="2796552"/>
              <a:ext cx="1207770" cy="6350"/>
            </a:xfrm>
            <a:custGeom>
              <a:avLst/>
              <a:gdLst/>
              <a:ahLst/>
              <a:cxnLst/>
              <a:rect l="l" t="t" r="r" b="b"/>
              <a:pathLst>
                <a:path w="1207770" h="6350">
                  <a:moveTo>
                    <a:pt x="120777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797"/>
                  </a:lnTo>
                  <a:lnTo>
                    <a:pt x="3810" y="3797"/>
                  </a:lnTo>
                  <a:lnTo>
                    <a:pt x="3810" y="5067"/>
                  </a:lnTo>
                  <a:lnTo>
                    <a:pt x="3810" y="6337"/>
                  </a:lnTo>
                  <a:lnTo>
                    <a:pt x="1203960" y="6337"/>
                  </a:lnTo>
                  <a:lnTo>
                    <a:pt x="1203960" y="5067"/>
                  </a:lnTo>
                  <a:lnTo>
                    <a:pt x="1205217" y="5067"/>
                  </a:lnTo>
                  <a:lnTo>
                    <a:pt x="1205217" y="3797"/>
                  </a:lnTo>
                  <a:lnTo>
                    <a:pt x="1205217" y="2540"/>
                  </a:lnTo>
                  <a:lnTo>
                    <a:pt x="1206500" y="2540"/>
                  </a:lnTo>
                  <a:lnTo>
                    <a:pt x="1206500" y="1257"/>
                  </a:lnTo>
                  <a:lnTo>
                    <a:pt x="1207770" y="1257"/>
                  </a:lnTo>
                  <a:lnTo>
                    <a:pt x="1207770" y="0"/>
                  </a:lnTo>
                  <a:close/>
                </a:path>
              </a:pathLst>
            </a:custGeom>
            <a:solidFill>
              <a:srgbClr val="8CA4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2106930" y="2802902"/>
              <a:ext cx="1197610" cy="7620"/>
            </a:xfrm>
            <a:custGeom>
              <a:avLst/>
              <a:gdLst/>
              <a:ahLst/>
              <a:cxnLst/>
              <a:rect l="l" t="t" r="r" b="b"/>
              <a:pathLst>
                <a:path w="1197610" h="7619">
                  <a:moveTo>
                    <a:pt x="119761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797"/>
                  </a:lnTo>
                  <a:lnTo>
                    <a:pt x="3810" y="3797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07"/>
                  </a:lnTo>
                  <a:lnTo>
                    <a:pt x="1191260" y="7607"/>
                  </a:lnTo>
                  <a:lnTo>
                    <a:pt x="1191260" y="6350"/>
                  </a:lnTo>
                  <a:lnTo>
                    <a:pt x="1192530" y="6350"/>
                  </a:lnTo>
                  <a:lnTo>
                    <a:pt x="1192530" y="5067"/>
                  </a:lnTo>
                  <a:lnTo>
                    <a:pt x="1193787" y="5067"/>
                  </a:lnTo>
                  <a:lnTo>
                    <a:pt x="1193787" y="3797"/>
                  </a:lnTo>
                  <a:lnTo>
                    <a:pt x="1195070" y="3797"/>
                  </a:lnTo>
                  <a:lnTo>
                    <a:pt x="1195070" y="2540"/>
                  </a:lnTo>
                  <a:lnTo>
                    <a:pt x="1196340" y="2540"/>
                  </a:lnTo>
                  <a:lnTo>
                    <a:pt x="1196340" y="1257"/>
                  </a:lnTo>
                  <a:lnTo>
                    <a:pt x="1197610" y="1257"/>
                  </a:lnTo>
                  <a:lnTo>
                    <a:pt x="1197610" y="0"/>
                  </a:lnTo>
                  <a:close/>
                </a:path>
              </a:pathLst>
            </a:custGeom>
            <a:solidFill>
              <a:srgbClr val="8DA5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2114550" y="2810509"/>
              <a:ext cx="1182370" cy="8255"/>
            </a:xfrm>
            <a:custGeom>
              <a:avLst/>
              <a:gdLst/>
              <a:ahLst/>
              <a:cxnLst/>
              <a:rect l="l" t="t" r="r" b="b"/>
              <a:pathLst>
                <a:path w="1182370" h="8255">
                  <a:moveTo>
                    <a:pt x="118237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32"/>
                  </a:lnTo>
                  <a:lnTo>
                    <a:pt x="1176020" y="7632"/>
                  </a:lnTo>
                  <a:lnTo>
                    <a:pt x="1176020" y="6350"/>
                  </a:lnTo>
                  <a:lnTo>
                    <a:pt x="1177290" y="6350"/>
                  </a:lnTo>
                  <a:lnTo>
                    <a:pt x="1177290" y="5092"/>
                  </a:lnTo>
                  <a:lnTo>
                    <a:pt x="1178560" y="5092"/>
                  </a:lnTo>
                  <a:lnTo>
                    <a:pt x="1178560" y="3810"/>
                  </a:lnTo>
                  <a:lnTo>
                    <a:pt x="1179817" y="3810"/>
                  </a:lnTo>
                  <a:lnTo>
                    <a:pt x="1179817" y="2540"/>
                  </a:lnTo>
                  <a:lnTo>
                    <a:pt x="1181100" y="2540"/>
                  </a:lnTo>
                  <a:lnTo>
                    <a:pt x="1181100" y="1282"/>
                  </a:lnTo>
                  <a:lnTo>
                    <a:pt x="1182370" y="1282"/>
                  </a:lnTo>
                  <a:lnTo>
                    <a:pt x="1182370" y="0"/>
                  </a:lnTo>
                  <a:close/>
                </a:path>
              </a:pathLst>
            </a:custGeom>
            <a:solidFill>
              <a:srgbClr val="8EA6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2122170" y="2818142"/>
              <a:ext cx="1167130" cy="7620"/>
            </a:xfrm>
            <a:custGeom>
              <a:avLst/>
              <a:gdLst/>
              <a:ahLst/>
              <a:cxnLst/>
              <a:rect l="l" t="t" r="r" b="b"/>
              <a:pathLst>
                <a:path w="1167129" h="7619">
                  <a:moveTo>
                    <a:pt x="116713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2540" y="2527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07"/>
                  </a:lnTo>
                  <a:lnTo>
                    <a:pt x="1160780" y="7607"/>
                  </a:lnTo>
                  <a:lnTo>
                    <a:pt x="1160780" y="6350"/>
                  </a:lnTo>
                  <a:lnTo>
                    <a:pt x="1162050" y="6350"/>
                  </a:lnTo>
                  <a:lnTo>
                    <a:pt x="1162050" y="5067"/>
                  </a:lnTo>
                  <a:lnTo>
                    <a:pt x="1163320" y="5067"/>
                  </a:lnTo>
                  <a:lnTo>
                    <a:pt x="1163320" y="3810"/>
                  </a:lnTo>
                  <a:lnTo>
                    <a:pt x="1164590" y="3810"/>
                  </a:lnTo>
                  <a:lnTo>
                    <a:pt x="1164590" y="2527"/>
                  </a:lnTo>
                  <a:lnTo>
                    <a:pt x="1165847" y="2527"/>
                  </a:lnTo>
                  <a:lnTo>
                    <a:pt x="1165847" y="1257"/>
                  </a:lnTo>
                  <a:lnTo>
                    <a:pt x="1167130" y="1257"/>
                  </a:lnTo>
                  <a:lnTo>
                    <a:pt x="1167130" y="0"/>
                  </a:lnTo>
                  <a:close/>
                </a:path>
              </a:pathLst>
            </a:custGeom>
            <a:solidFill>
              <a:srgbClr val="90A7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2129790" y="2825749"/>
              <a:ext cx="1151890" cy="6350"/>
            </a:xfrm>
            <a:custGeom>
              <a:avLst/>
              <a:gdLst/>
              <a:ahLst/>
              <a:cxnLst/>
              <a:rect l="l" t="t" r="r" b="b"/>
              <a:pathLst>
                <a:path w="1151889" h="6350">
                  <a:moveTo>
                    <a:pt x="1151877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52"/>
                  </a:lnTo>
                  <a:lnTo>
                    <a:pt x="2540" y="2552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1146810" y="6350"/>
                  </a:lnTo>
                  <a:lnTo>
                    <a:pt x="1146810" y="5092"/>
                  </a:lnTo>
                  <a:lnTo>
                    <a:pt x="1148080" y="5092"/>
                  </a:lnTo>
                  <a:lnTo>
                    <a:pt x="1148080" y="3810"/>
                  </a:lnTo>
                  <a:lnTo>
                    <a:pt x="1149350" y="3810"/>
                  </a:lnTo>
                  <a:lnTo>
                    <a:pt x="1149350" y="2552"/>
                  </a:lnTo>
                  <a:lnTo>
                    <a:pt x="1150620" y="2552"/>
                  </a:lnTo>
                  <a:lnTo>
                    <a:pt x="1150620" y="1270"/>
                  </a:lnTo>
                  <a:lnTo>
                    <a:pt x="1151877" y="1270"/>
                  </a:lnTo>
                  <a:lnTo>
                    <a:pt x="1151877" y="0"/>
                  </a:lnTo>
                  <a:close/>
                </a:path>
              </a:pathLst>
            </a:custGeom>
            <a:solidFill>
              <a:srgbClr val="91A8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2136140" y="2832099"/>
              <a:ext cx="1139190" cy="7620"/>
            </a:xfrm>
            <a:custGeom>
              <a:avLst/>
              <a:gdLst/>
              <a:ahLst/>
              <a:cxnLst/>
              <a:rect l="l" t="t" r="r" b="b"/>
              <a:pathLst>
                <a:path w="1139189" h="7619">
                  <a:moveTo>
                    <a:pt x="1139177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52"/>
                  </a:lnTo>
                  <a:lnTo>
                    <a:pt x="2540" y="2552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20"/>
                  </a:lnTo>
                  <a:lnTo>
                    <a:pt x="1134110" y="7620"/>
                  </a:lnTo>
                  <a:lnTo>
                    <a:pt x="1134110" y="6350"/>
                  </a:lnTo>
                  <a:lnTo>
                    <a:pt x="1134110" y="5092"/>
                  </a:lnTo>
                  <a:lnTo>
                    <a:pt x="1135380" y="5092"/>
                  </a:lnTo>
                  <a:lnTo>
                    <a:pt x="1135380" y="3810"/>
                  </a:lnTo>
                  <a:lnTo>
                    <a:pt x="1136650" y="3810"/>
                  </a:lnTo>
                  <a:lnTo>
                    <a:pt x="1136650" y="2552"/>
                  </a:lnTo>
                  <a:lnTo>
                    <a:pt x="1137920" y="2552"/>
                  </a:lnTo>
                  <a:lnTo>
                    <a:pt x="1137920" y="1270"/>
                  </a:lnTo>
                  <a:lnTo>
                    <a:pt x="1139177" y="1270"/>
                  </a:lnTo>
                  <a:lnTo>
                    <a:pt x="1139177" y="0"/>
                  </a:lnTo>
                  <a:close/>
                </a:path>
              </a:pathLst>
            </a:custGeom>
            <a:solidFill>
              <a:srgbClr val="93A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2142490" y="2839719"/>
              <a:ext cx="1126490" cy="8255"/>
            </a:xfrm>
            <a:custGeom>
              <a:avLst/>
              <a:gdLst/>
              <a:ahLst/>
              <a:cxnLst/>
              <a:rect l="l" t="t" r="r" b="b"/>
              <a:pathLst>
                <a:path w="1126489" h="8255">
                  <a:moveTo>
                    <a:pt x="1126477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22"/>
                  </a:lnTo>
                  <a:lnTo>
                    <a:pt x="3810" y="3822"/>
                  </a:lnTo>
                  <a:lnTo>
                    <a:pt x="3810" y="5080"/>
                  </a:lnTo>
                  <a:lnTo>
                    <a:pt x="5080" y="5080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32"/>
                  </a:lnTo>
                  <a:lnTo>
                    <a:pt x="1120127" y="7632"/>
                  </a:lnTo>
                  <a:lnTo>
                    <a:pt x="1120127" y="6350"/>
                  </a:lnTo>
                  <a:lnTo>
                    <a:pt x="1121410" y="6350"/>
                  </a:lnTo>
                  <a:lnTo>
                    <a:pt x="1121410" y="5080"/>
                  </a:lnTo>
                  <a:lnTo>
                    <a:pt x="1122680" y="5080"/>
                  </a:lnTo>
                  <a:lnTo>
                    <a:pt x="1122680" y="3822"/>
                  </a:lnTo>
                  <a:lnTo>
                    <a:pt x="1123950" y="3822"/>
                  </a:lnTo>
                  <a:lnTo>
                    <a:pt x="1123950" y="2540"/>
                  </a:lnTo>
                  <a:lnTo>
                    <a:pt x="1125220" y="2540"/>
                  </a:lnTo>
                  <a:lnTo>
                    <a:pt x="1125220" y="1282"/>
                  </a:lnTo>
                  <a:lnTo>
                    <a:pt x="1126477" y="1282"/>
                  </a:lnTo>
                  <a:lnTo>
                    <a:pt x="1126477" y="0"/>
                  </a:lnTo>
                  <a:close/>
                </a:path>
              </a:pathLst>
            </a:custGeom>
            <a:solidFill>
              <a:srgbClr val="94A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2150110" y="2847352"/>
              <a:ext cx="1111250" cy="6350"/>
            </a:xfrm>
            <a:custGeom>
              <a:avLst/>
              <a:gdLst/>
              <a:ahLst/>
              <a:cxnLst/>
              <a:rect l="l" t="t" r="r" b="b"/>
              <a:pathLst>
                <a:path w="1111250" h="6350">
                  <a:moveTo>
                    <a:pt x="111125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797"/>
                  </a:lnTo>
                  <a:lnTo>
                    <a:pt x="3810" y="3797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1106157" y="6350"/>
                  </a:lnTo>
                  <a:lnTo>
                    <a:pt x="1106157" y="5067"/>
                  </a:lnTo>
                  <a:lnTo>
                    <a:pt x="1107440" y="5067"/>
                  </a:lnTo>
                  <a:lnTo>
                    <a:pt x="1107440" y="3797"/>
                  </a:lnTo>
                  <a:lnTo>
                    <a:pt x="1108710" y="3797"/>
                  </a:lnTo>
                  <a:lnTo>
                    <a:pt x="1108710" y="2540"/>
                  </a:lnTo>
                  <a:lnTo>
                    <a:pt x="1109980" y="2540"/>
                  </a:lnTo>
                  <a:lnTo>
                    <a:pt x="1109980" y="1257"/>
                  </a:lnTo>
                  <a:lnTo>
                    <a:pt x="1111250" y="1257"/>
                  </a:lnTo>
                  <a:lnTo>
                    <a:pt x="1111250" y="0"/>
                  </a:lnTo>
                  <a:close/>
                </a:path>
              </a:pathLst>
            </a:custGeom>
            <a:solidFill>
              <a:srgbClr val="96AC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2156460" y="2853702"/>
              <a:ext cx="1098550" cy="7620"/>
            </a:xfrm>
            <a:custGeom>
              <a:avLst/>
              <a:gdLst/>
              <a:ahLst/>
              <a:cxnLst/>
              <a:rect l="l" t="t" r="r" b="b"/>
              <a:pathLst>
                <a:path w="1098550" h="7619">
                  <a:moveTo>
                    <a:pt x="109855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797"/>
                  </a:lnTo>
                  <a:lnTo>
                    <a:pt x="3810" y="3797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07"/>
                  </a:lnTo>
                  <a:lnTo>
                    <a:pt x="1092200" y="7607"/>
                  </a:lnTo>
                  <a:lnTo>
                    <a:pt x="1092200" y="6350"/>
                  </a:lnTo>
                  <a:lnTo>
                    <a:pt x="1093457" y="6350"/>
                  </a:lnTo>
                  <a:lnTo>
                    <a:pt x="1093457" y="5067"/>
                  </a:lnTo>
                  <a:lnTo>
                    <a:pt x="1094740" y="5067"/>
                  </a:lnTo>
                  <a:lnTo>
                    <a:pt x="1094740" y="3797"/>
                  </a:lnTo>
                  <a:lnTo>
                    <a:pt x="1096010" y="3797"/>
                  </a:lnTo>
                  <a:lnTo>
                    <a:pt x="1096010" y="2540"/>
                  </a:lnTo>
                  <a:lnTo>
                    <a:pt x="1097280" y="2540"/>
                  </a:lnTo>
                  <a:lnTo>
                    <a:pt x="1097280" y="1257"/>
                  </a:lnTo>
                  <a:lnTo>
                    <a:pt x="1098550" y="1257"/>
                  </a:lnTo>
                  <a:lnTo>
                    <a:pt x="1098550" y="0"/>
                  </a:lnTo>
                  <a:close/>
                </a:path>
              </a:pathLst>
            </a:custGeom>
            <a:solidFill>
              <a:srgbClr val="97AD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2164080" y="2861309"/>
              <a:ext cx="1083310" cy="8255"/>
            </a:xfrm>
            <a:custGeom>
              <a:avLst/>
              <a:gdLst/>
              <a:ahLst/>
              <a:cxnLst/>
              <a:rect l="l" t="t" r="r" b="b"/>
              <a:pathLst>
                <a:path w="1083310" h="8255">
                  <a:moveTo>
                    <a:pt x="108331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32"/>
                  </a:lnTo>
                  <a:lnTo>
                    <a:pt x="1076960" y="7632"/>
                  </a:lnTo>
                  <a:lnTo>
                    <a:pt x="1076960" y="6350"/>
                  </a:lnTo>
                  <a:lnTo>
                    <a:pt x="1078230" y="6350"/>
                  </a:lnTo>
                  <a:lnTo>
                    <a:pt x="1078230" y="5092"/>
                  </a:lnTo>
                  <a:lnTo>
                    <a:pt x="1079487" y="5092"/>
                  </a:lnTo>
                  <a:lnTo>
                    <a:pt x="1079487" y="3810"/>
                  </a:lnTo>
                  <a:lnTo>
                    <a:pt x="1080770" y="3810"/>
                  </a:lnTo>
                  <a:lnTo>
                    <a:pt x="1080770" y="2540"/>
                  </a:lnTo>
                  <a:lnTo>
                    <a:pt x="1082040" y="2540"/>
                  </a:lnTo>
                  <a:lnTo>
                    <a:pt x="1082040" y="1282"/>
                  </a:lnTo>
                  <a:lnTo>
                    <a:pt x="1083310" y="1282"/>
                  </a:lnTo>
                  <a:lnTo>
                    <a:pt x="1083310" y="0"/>
                  </a:lnTo>
                  <a:close/>
                </a:path>
              </a:pathLst>
            </a:custGeom>
            <a:solidFill>
              <a:srgbClr val="99AE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2171700" y="2868942"/>
              <a:ext cx="1068070" cy="7620"/>
            </a:xfrm>
            <a:custGeom>
              <a:avLst/>
              <a:gdLst/>
              <a:ahLst/>
              <a:cxnLst/>
              <a:rect l="l" t="t" r="r" b="b"/>
              <a:pathLst>
                <a:path w="1068070" h="7619">
                  <a:moveTo>
                    <a:pt x="106807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2540" y="2527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07"/>
                  </a:lnTo>
                  <a:lnTo>
                    <a:pt x="1061720" y="7607"/>
                  </a:lnTo>
                  <a:lnTo>
                    <a:pt x="1061720" y="6350"/>
                  </a:lnTo>
                  <a:lnTo>
                    <a:pt x="1062990" y="6350"/>
                  </a:lnTo>
                  <a:lnTo>
                    <a:pt x="1062990" y="5067"/>
                  </a:lnTo>
                  <a:lnTo>
                    <a:pt x="1064260" y="5067"/>
                  </a:lnTo>
                  <a:lnTo>
                    <a:pt x="1064260" y="3810"/>
                  </a:lnTo>
                  <a:lnTo>
                    <a:pt x="1065517" y="3810"/>
                  </a:lnTo>
                  <a:lnTo>
                    <a:pt x="1065517" y="2527"/>
                  </a:lnTo>
                  <a:lnTo>
                    <a:pt x="1066800" y="2527"/>
                  </a:lnTo>
                  <a:lnTo>
                    <a:pt x="1066800" y="1257"/>
                  </a:lnTo>
                  <a:lnTo>
                    <a:pt x="1068070" y="1257"/>
                  </a:lnTo>
                  <a:lnTo>
                    <a:pt x="1068070" y="0"/>
                  </a:lnTo>
                  <a:close/>
                </a:path>
              </a:pathLst>
            </a:custGeom>
            <a:solidFill>
              <a:srgbClr val="9AAF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2179320" y="2876549"/>
              <a:ext cx="1054100" cy="6350"/>
            </a:xfrm>
            <a:custGeom>
              <a:avLst/>
              <a:gdLst/>
              <a:ahLst/>
              <a:cxnLst/>
              <a:rect l="l" t="t" r="r" b="b"/>
              <a:pathLst>
                <a:path w="1054100" h="6350">
                  <a:moveTo>
                    <a:pt x="1051547" y="2552"/>
                  </a:moveTo>
                  <a:lnTo>
                    <a:pt x="1270" y="2552"/>
                  </a:lnTo>
                  <a:lnTo>
                    <a:pt x="1270" y="3810"/>
                  </a:lnTo>
                  <a:lnTo>
                    <a:pt x="2540" y="3810"/>
                  </a:lnTo>
                  <a:lnTo>
                    <a:pt x="2540" y="5092"/>
                  </a:lnTo>
                  <a:lnTo>
                    <a:pt x="3810" y="5092"/>
                  </a:lnTo>
                  <a:lnTo>
                    <a:pt x="3810" y="6350"/>
                  </a:lnTo>
                  <a:lnTo>
                    <a:pt x="1049020" y="6350"/>
                  </a:lnTo>
                  <a:lnTo>
                    <a:pt x="1049020" y="5092"/>
                  </a:lnTo>
                  <a:lnTo>
                    <a:pt x="1050290" y="5092"/>
                  </a:lnTo>
                  <a:lnTo>
                    <a:pt x="1050290" y="3810"/>
                  </a:lnTo>
                  <a:lnTo>
                    <a:pt x="1051547" y="3810"/>
                  </a:lnTo>
                  <a:lnTo>
                    <a:pt x="1051547" y="2552"/>
                  </a:lnTo>
                  <a:close/>
                </a:path>
                <a:path w="1054100" h="6350">
                  <a:moveTo>
                    <a:pt x="105410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1052830" y="2540"/>
                  </a:lnTo>
                  <a:lnTo>
                    <a:pt x="1052830" y="1270"/>
                  </a:lnTo>
                  <a:lnTo>
                    <a:pt x="1054100" y="1270"/>
                  </a:lnTo>
                  <a:lnTo>
                    <a:pt x="1054100" y="0"/>
                  </a:lnTo>
                  <a:close/>
                </a:path>
              </a:pathLst>
            </a:custGeom>
            <a:solidFill>
              <a:srgbClr val="9CB0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2184400" y="2882899"/>
              <a:ext cx="1042669" cy="7620"/>
            </a:xfrm>
            <a:custGeom>
              <a:avLst/>
              <a:gdLst/>
              <a:ahLst/>
              <a:cxnLst/>
              <a:rect l="l" t="t" r="r" b="b"/>
              <a:pathLst>
                <a:path w="1042669" h="7619">
                  <a:moveTo>
                    <a:pt x="10426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52"/>
                  </a:lnTo>
                  <a:lnTo>
                    <a:pt x="2540" y="2552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20"/>
                  </a:lnTo>
                  <a:lnTo>
                    <a:pt x="1036320" y="7620"/>
                  </a:lnTo>
                  <a:lnTo>
                    <a:pt x="1036320" y="6350"/>
                  </a:lnTo>
                  <a:lnTo>
                    <a:pt x="1037590" y="6350"/>
                  </a:lnTo>
                  <a:lnTo>
                    <a:pt x="1037590" y="5092"/>
                  </a:lnTo>
                  <a:lnTo>
                    <a:pt x="1038860" y="5092"/>
                  </a:lnTo>
                  <a:lnTo>
                    <a:pt x="1038860" y="3810"/>
                  </a:lnTo>
                  <a:lnTo>
                    <a:pt x="1040117" y="3810"/>
                  </a:lnTo>
                  <a:lnTo>
                    <a:pt x="1040117" y="2552"/>
                  </a:lnTo>
                  <a:lnTo>
                    <a:pt x="1041400" y="2552"/>
                  </a:lnTo>
                  <a:lnTo>
                    <a:pt x="1041400" y="1270"/>
                  </a:lnTo>
                  <a:lnTo>
                    <a:pt x="1042670" y="1270"/>
                  </a:lnTo>
                  <a:lnTo>
                    <a:pt x="1042670" y="0"/>
                  </a:lnTo>
                  <a:close/>
                </a:path>
              </a:pathLst>
            </a:custGeom>
            <a:solidFill>
              <a:srgbClr val="9DB1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2192020" y="2890519"/>
              <a:ext cx="1027430" cy="8255"/>
            </a:xfrm>
            <a:custGeom>
              <a:avLst/>
              <a:gdLst/>
              <a:ahLst/>
              <a:cxnLst/>
              <a:rect l="l" t="t" r="r" b="b"/>
              <a:pathLst>
                <a:path w="1027430" h="8255">
                  <a:moveTo>
                    <a:pt x="102743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22"/>
                  </a:lnTo>
                  <a:lnTo>
                    <a:pt x="3810" y="3822"/>
                  </a:lnTo>
                  <a:lnTo>
                    <a:pt x="3810" y="5080"/>
                  </a:lnTo>
                  <a:lnTo>
                    <a:pt x="5080" y="5080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32"/>
                  </a:lnTo>
                  <a:lnTo>
                    <a:pt x="1021080" y="7632"/>
                  </a:lnTo>
                  <a:lnTo>
                    <a:pt x="1021080" y="6350"/>
                  </a:lnTo>
                  <a:lnTo>
                    <a:pt x="1022350" y="6350"/>
                  </a:lnTo>
                  <a:lnTo>
                    <a:pt x="1022350" y="5080"/>
                  </a:lnTo>
                  <a:lnTo>
                    <a:pt x="1023620" y="5080"/>
                  </a:lnTo>
                  <a:lnTo>
                    <a:pt x="1023620" y="3822"/>
                  </a:lnTo>
                  <a:lnTo>
                    <a:pt x="1024890" y="3822"/>
                  </a:lnTo>
                  <a:lnTo>
                    <a:pt x="1024890" y="2540"/>
                  </a:lnTo>
                  <a:lnTo>
                    <a:pt x="1026147" y="2540"/>
                  </a:lnTo>
                  <a:lnTo>
                    <a:pt x="1026147" y="1282"/>
                  </a:lnTo>
                  <a:lnTo>
                    <a:pt x="1027430" y="1282"/>
                  </a:lnTo>
                  <a:lnTo>
                    <a:pt x="1027430" y="0"/>
                  </a:lnTo>
                  <a:close/>
                </a:path>
              </a:pathLst>
            </a:custGeom>
            <a:solidFill>
              <a:srgbClr val="9FB3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2199640" y="2898152"/>
              <a:ext cx="1012190" cy="6350"/>
            </a:xfrm>
            <a:custGeom>
              <a:avLst/>
              <a:gdLst/>
              <a:ahLst/>
              <a:cxnLst/>
              <a:rect l="l" t="t" r="r" b="b"/>
              <a:pathLst>
                <a:path w="1012189" h="6350">
                  <a:moveTo>
                    <a:pt x="101217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797"/>
                  </a:lnTo>
                  <a:lnTo>
                    <a:pt x="3810" y="3797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1007110" y="6350"/>
                  </a:lnTo>
                  <a:lnTo>
                    <a:pt x="1007110" y="5067"/>
                  </a:lnTo>
                  <a:lnTo>
                    <a:pt x="1008380" y="5067"/>
                  </a:lnTo>
                  <a:lnTo>
                    <a:pt x="1008380" y="3797"/>
                  </a:lnTo>
                  <a:lnTo>
                    <a:pt x="1009650" y="3797"/>
                  </a:lnTo>
                  <a:lnTo>
                    <a:pt x="1009650" y="2540"/>
                  </a:lnTo>
                  <a:lnTo>
                    <a:pt x="1010920" y="2540"/>
                  </a:lnTo>
                  <a:lnTo>
                    <a:pt x="1010920" y="1257"/>
                  </a:lnTo>
                  <a:lnTo>
                    <a:pt x="1012177" y="1257"/>
                  </a:lnTo>
                  <a:lnTo>
                    <a:pt x="1012177" y="0"/>
                  </a:lnTo>
                  <a:close/>
                </a:path>
              </a:pathLst>
            </a:custGeom>
            <a:solidFill>
              <a:srgbClr val="A0B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2205990" y="2904502"/>
              <a:ext cx="999490" cy="7620"/>
            </a:xfrm>
            <a:custGeom>
              <a:avLst/>
              <a:gdLst/>
              <a:ahLst/>
              <a:cxnLst/>
              <a:rect l="l" t="t" r="r" b="b"/>
              <a:pathLst>
                <a:path w="999489" h="7619">
                  <a:moveTo>
                    <a:pt x="99947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797"/>
                  </a:lnTo>
                  <a:lnTo>
                    <a:pt x="3810" y="3797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07"/>
                  </a:lnTo>
                  <a:lnTo>
                    <a:pt x="993127" y="7607"/>
                  </a:lnTo>
                  <a:lnTo>
                    <a:pt x="993127" y="6350"/>
                  </a:lnTo>
                  <a:lnTo>
                    <a:pt x="994410" y="6350"/>
                  </a:lnTo>
                  <a:lnTo>
                    <a:pt x="994410" y="5067"/>
                  </a:lnTo>
                  <a:lnTo>
                    <a:pt x="995680" y="5067"/>
                  </a:lnTo>
                  <a:lnTo>
                    <a:pt x="995680" y="3797"/>
                  </a:lnTo>
                  <a:lnTo>
                    <a:pt x="996950" y="3797"/>
                  </a:lnTo>
                  <a:lnTo>
                    <a:pt x="996950" y="2540"/>
                  </a:lnTo>
                  <a:lnTo>
                    <a:pt x="998220" y="2540"/>
                  </a:lnTo>
                  <a:lnTo>
                    <a:pt x="998220" y="1257"/>
                  </a:lnTo>
                  <a:lnTo>
                    <a:pt x="999477" y="1257"/>
                  </a:lnTo>
                  <a:lnTo>
                    <a:pt x="999477" y="0"/>
                  </a:lnTo>
                  <a:close/>
                </a:path>
              </a:pathLst>
            </a:custGeom>
            <a:solidFill>
              <a:srgbClr val="A1B5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2213610" y="2912109"/>
              <a:ext cx="984250" cy="8255"/>
            </a:xfrm>
            <a:custGeom>
              <a:avLst/>
              <a:gdLst/>
              <a:ahLst/>
              <a:cxnLst/>
              <a:rect l="l" t="t" r="r" b="b"/>
              <a:pathLst>
                <a:path w="984250" h="8255">
                  <a:moveTo>
                    <a:pt x="980440" y="5092"/>
                  </a:moveTo>
                  <a:lnTo>
                    <a:pt x="3810" y="5092"/>
                  </a:lnTo>
                  <a:lnTo>
                    <a:pt x="3810" y="6350"/>
                  </a:lnTo>
                  <a:lnTo>
                    <a:pt x="5080" y="6350"/>
                  </a:lnTo>
                  <a:lnTo>
                    <a:pt x="5080" y="7632"/>
                  </a:lnTo>
                  <a:lnTo>
                    <a:pt x="979157" y="7632"/>
                  </a:lnTo>
                  <a:lnTo>
                    <a:pt x="979157" y="6350"/>
                  </a:lnTo>
                  <a:lnTo>
                    <a:pt x="980440" y="6350"/>
                  </a:lnTo>
                  <a:lnTo>
                    <a:pt x="980440" y="5092"/>
                  </a:lnTo>
                  <a:close/>
                </a:path>
                <a:path w="984250" h="8255">
                  <a:moveTo>
                    <a:pt x="98425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2540" y="5080"/>
                  </a:lnTo>
                  <a:lnTo>
                    <a:pt x="981710" y="5080"/>
                  </a:lnTo>
                  <a:lnTo>
                    <a:pt x="981710" y="3810"/>
                  </a:lnTo>
                  <a:lnTo>
                    <a:pt x="982980" y="3810"/>
                  </a:lnTo>
                  <a:lnTo>
                    <a:pt x="982980" y="2540"/>
                  </a:lnTo>
                  <a:lnTo>
                    <a:pt x="982980" y="1282"/>
                  </a:lnTo>
                  <a:lnTo>
                    <a:pt x="984250" y="1282"/>
                  </a:lnTo>
                  <a:lnTo>
                    <a:pt x="984250" y="0"/>
                  </a:lnTo>
                  <a:close/>
                </a:path>
              </a:pathLst>
            </a:custGeom>
            <a:solidFill>
              <a:srgbClr val="A3B6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2219960" y="2919742"/>
              <a:ext cx="971550" cy="6350"/>
            </a:xfrm>
            <a:custGeom>
              <a:avLst/>
              <a:gdLst/>
              <a:ahLst/>
              <a:cxnLst/>
              <a:rect l="l" t="t" r="r" b="b"/>
              <a:pathLst>
                <a:path w="971550" h="6350">
                  <a:moveTo>
                    <a:pt x="97155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2540" y="2527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966457" y="6350"/>
                  </a:lnTo>
                  <a:lnTo>
                    <a:pt x="966457" y="5067"/>
                  </a:lnTo>
                  <a:lnTo>
                    <a:pt x="967740" y="5067"/>
                  </a:lnTo>
                  <a:lnTo>
                    <a:pt x="967740" y="3810"/>
                  </a:lnTo>
                  <a:lnTo>
                    <a:pt x="969010" y="3810"/>
                  </a:lnTo>
                  <a:lnTo>
                    <a:pt x="969010" y="2527"/>
                  </a:lnTo>
                  <a:lnTo>
                    <a:pt x="970280" y="2527"/>
                  </a:lnTo>
                  <a:lnTo>
                    <a:pt x="970280" y="1257"/>
                  </a:lnTo>
                  <a:lnTo>
                    <a:pt x="971550" y="1257"/>
                  </a:lnTo>
                  <a:lnTo>
                    <a:pt x="971550" y="0"/>
                  </a:lnTo>
                  <a:close/>
                </a:path>
              </a:pathLst>
            </a:custGeom>
            <a:solidFill>
              <a:srgbClr val="A4B7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2226310" y="2926092"/>
              <a:ext cx="958850" cy="7620"/>
            </a:xfrm>
            <a:custGeom>
              <a:avLst/>
              <a:gdLst/>
              <a:ahLst/>
              <a:cxnLst/>
              <a:rect l="l" t="t" r="r" b="b"/>
              <a:pathLst>
                <a:path w="958850" h="7619">
                  <a:moveTo>
                    <a:pt x="95885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2540" y="2527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07"/>
                  </a:lnTo>
                  <a:lnTo>
                    <a:pt x="952500" y="7607"/>
                  </a:lnTo>
                  <a:lnTo>
                    <a:pt x="952500" y="6350"/>
                  </a:lnTo>
                  <a:lnTo>
                    <a:pt x="953757" y="6350"/>
                  </a:lnTo>
                  <a:lnTo>
                    <a:pt x="953757" y="5067"/>
                  </a:lnTo>
                  <a:lnTo>
                    <a:pt x="955040" y="5067"/>
                  </a:lnTo>
                  <a:lnTo>
                    <a:pt x="955040" y="3810"/>
                  </a:lnTo>
                  <a:lnTo>
                    <a:pt x="956310" y="3810"/>
                  </a:lnTo>
                  <a:lnTo>
                    <a:pt x="956310" y="2527"/>
                  </a:lnTo>
                  <a:lnTo>
                    <a:pt x="957580" y="2527"/>
                  </a:lnTo>
                  <a:lnTo>
                    <a:pt x="957580" y="1257"/>
                  </a:lnTo>
                  <a:lnTo>
                    <a:pt x="958850" y="1257"/>
                  </a:lnTo>
                  <a:lnTo>
                    <a:pt x="958850" y="0"/>
                  </a:lnTo>
                  <a:close/>
                </a:path>
              </a:pathLst>
            </a:custGeom>
            <a:solidFill>
              <a:srgbClr val="A6B8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2233930" y="2933699"/>
              <a:ext cx="943610" cy="7620"/>
            </a:xfrm>
            <a:custGeom>
              <a:avLst/>
              <a:gdLst/>
              <a:ahLst/>
              <a:cxnLst/>
              <a:rect l="l" t="t" r="r" b="b"/>
              <a:pathLst>
                <a:path w="943610" h="7619">
                  <a:moveTo>
                    <a:pt x="9436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52"/>
                  </a:lnTo>
                  <a:lnTo>
                    <a:pt x="2540" y="2552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20"/>
                  </a:lnTo>
                  <a:lnTo>
                    <a:pt x="937260" y="7620"/>
                  </a:lnTo>
                  <a:lnTo>
                    <a:pt x="937260" y="6350"/>
                  </a:lnTo>
                  <a:lnTo>
                    <a:pt x="938530" y="6350"/>
                  </a:lnTo>
                  <a:lnTo>
                    <a:pt x="938530" y="5092"/>
                  </a:lnTo>
                  <a:lnTo>
                    <a:pt x="939787" y="5092"/>
                  </a:lnTo>
                  <a:lnTo>
                    <a:pt x="939787" y="3810"/>
                  </a:lnTo>
                  <a:lnTo>
                    <a:pt x="941070" y="3810"/>
                  </a:lnTo>
                  <a:lnTo>
                    <a:pt x="941070" y="2552"/>
                  </a:lnTo>
                  <a:lnTo>
                    <a:pt x="942340" y="2552"/>
                  </a:lnTo>
                  <a:lnTo>
                    <a:pt x="942340" y="1270"/>
                  </a:lnTo>
                  <a:lnTo>
                    <a:pt x="943610" y="1270"/>
                  </a:lnTo>
                  <a:lnTo>
                    <a:pt x="943610" y="0"/>
                  </a:lnTo>
                  <a:close/>
                </a:path>
              </a:pathLst>
            </a:custGeom>
            <a:solidFill>
              <a:srgbClr val="A7B9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2241550" y="2941319"/>
              <a:ext cx="928369" cy="8255"/>
            </a:xfrm>
            <a:custGeom>
              <a:avLst/>
              <a:gdLst/>
              <a:ahLst/>
              <a:cxnLst/>
              <a:rect l="l" t="t" r="r" b="b"/>
              <a:pathLst>
                <a:path w="928369" h="8255">
                  <a:moveTo>
                    <a:pt x="92837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22"/>
                  </a:lnTo>
                  <a:lnTo>
                    <a:pt x="3810" y="3822"/>
                  </a:lnTo>
                  <a:lnTo>
                    <a:pt x="3810" y="5080"/>
                  </a:lnTo>
                  <a:lnTo>
                    <a:pt x="5080" y="5080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32"/>
                  </a:lnTo>
                  <a:lnTo>
                    <a:pt x="922020" y="7632"/>
                  </a:lnTo>
                  <a:lnTo>
                    <a:pt x="922020" y="6350"/>
                  </a:lnTo>
                  <a:lnTo>
                    <a:pt x="923290" y="6350"/>
                  </a:lnTo>
                  <a:lnTo>
                    <a:pt x="923290" y="5080"/>
                  </a:lnTo>
                  <a:lnTo>
                    <a:pt x="924560" y="5080"/>
                  </a:lnTo>
                  <a:lnTo>
                    <a:pt x="924560" y="3822"/>
                  </a:lnTo>
                  <a:lnTo>
                    <a:pt x="925817" y="3822"/>
                  </a:lnTo>
                  <a:lnTo>
                    <a:pt x="925817" y="2540"/>
                  </a:lnTo>
                  <a:lnTo>
                    <a:pt x="927100" y="2540"/>
                  </a:lnTo>
                  <a:lnTo>
                    <a:pt x="927100" y="1282"/>
                  </a:lnTo>
                  <a:lnTo>
                    <a:pt x="928370" y="1282"/>
                  </a:lnTo>
                  <a:lnTo>
                    <a:pt x="928370" y="0"/>
                  </a:lnTo>
                  <a:close/>
                </a:path>
              </a:pathLst>
            </a:custGeom>
            <a:solidFill>
              <a:srgbClr val="A9BB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2249170" y="2948952"/>
              <a:ext cx="913130" cy="6350"/>
            </a:xfrm>
            <a:custGeom>
              <a:avLst/>
              <a:gdLst/>
              <a:ahLst/>
              <a:cxnLst/>
              <a:rect l="l" t="t" r="r" b="b"/>
              <a:pathLst>
                <a:path w="913130" h="6350">
                  <a:moveTo>
                    <a:pt x="91313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797"/>
                  </a:lnTo>
                  <a:lnTo>
                    <a:pt x="3810" y="3797"/>
                  </a:lnTo>
                  <a:lnTo>
                    <a:pt x="3810" y="5067"/>
                  </a:lnTo>
                  <a:lnTo>
                    <a:pt x="3810" y="6337"/>
                  </a:lnTo>
                  <a:lnTo>
                    <a:pt x="909320" y="6337"/>
                  </a:lnTo>
                  <a:lnTo>
                    <a:pt x="909320" y="5067"/>
                  </a:lnTo>
                  <a:lnTo>
                    <a:pt x="910590" y="5067"/>
                  </a:lnTo>
                  <a:lnTo>
                    <a:pt x="910590" y="3797"/>
                  </a:lnTo>
                  <a:lnTo>
                    <a:pt x="910590" y="2540"/>
                  </a:lnTo>
                  <a:lnTo>
                    <a:pt x="911847" y="2540"/>
                  </a:lnTo>
                  <a:lnTo>
                    <a:pt x="911847" y="1257"/>
                  </a:lnTo>
                  <a:lnTo>
                    <a:pt x="913130" y="1257"/>
                  </a:lnTo>
                  <a:lnTo>
                    <a:pt x="913130" y="0"/>
                  </a:lnTo>
                  <a:close/>
                </a:path>
              </a:pathLst>
            </a:custGeom>
            <a:solidFill>
              <a:srgbClr val="AABC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2254250" y="2955302"/>
              <a:ext cx="902969" cy="7620"/>
            </a:xfrm>
            <a:custGeom>
              <a:avLst/>
              <a:gdLst/>
              <a:ahLst/>
              <a:cxnLst/>
              <a:rect l="l" t="t" r="r" b="b"/>
              <a:pathLst>
                <a:path w="902969" h="7619">
                  <a:moveTo>
                    <a:pt x="90297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797"/>
                  </a:lnTo>
                  <a:lnTo>
                    <a:pt x="3810" y="3797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07"/>
                  </a:lnTo>
                  <a:lnTo>
                    <a:pt x="896620" y="7607"/>
                  </a:lnTo>
                  <a:lnTo>
                    <a:pt x="896620" y="6350"/>
                  </a:lnTo>
                  <a:lnTo>
                    <a:pt x="897890" y="6350"/>
                  </a:lnTo>
                  <a:lnTo>
                    <a:pt x="897890" y="5067"/>
                  </a:lnTo>
                  <a:lnTo>
                    <a:pt x="899160" y="5067"/>
                  </a:lnTo>
                  <a:lnTo>
                    <a:pt x="899160" y="3797"/>
                  </a:lnTo>
                  <a:lnTo>
                    <a:pt x="900417" y="3797"/>
                  </a:lnTo>
                  <a:lnTo>
                    <a:pt x="900417" y="2540"/>
                  </a:lnTo>
                  <a:lnTo>
                    <a:pt x="901700" y="2540"/>
                  </a:lnTo>
                  <a:lnTo>
                    <a:pt x="901700" y="1257"/>
                  </a:lnTo>
                  <a:lnTo>
                    <a:pt x="902970" y="1257"/>
                  </a:lnTo>
                  <a:lnTo>
                    <a:pt x="902970" y="0"/>
                  </a:lnTo>
                  <a:close/>
                </a:path>
              </a:pathLst>
            </a:custGeom>
            <a:solidFill>
              <a:srgbClr val="ACBD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2261870" y="2962909"/>
              <a:ext cx="887730" cy="8255"/>
            </a:xfrm>
            <a:custGeom>
              <a:avLst/>
              <a:gdLst/>
              <a:ahLst/>
              <a:cxnLst/>
              <a:rect l="l" t="t" r="r" b="b"/>
              <a:pathLst>
                <a:path w="887730" h="8255">
                  <a:moveTo>
                    <a:pt x="88773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32"/>
                  </a:lnTo>
                  <a:lnTo>
                    <a:pt x="881380" y="7632"/>
                  </a:lnTo>
                  <a:lnTo>
                    <a:pt x="881380" y="6350"/>
                  </a:lnTo>
                  <a:lnTo>
                    <a:pt x="882650" y="6350"/>
                  </a:lnTo>
                  <a:lnTo>
                    <a:pt x="882650" y="5092"/>
                  </a:lnTo>
                  <a:lnTo>
                    <a:pt x="883920" y="5092"/>
                  </a:lnTo>
                  <a:lnTo>
                    <a:pt x="883920" y="3810"/>
                  </a:lnTo>
                  <a:lnTo>
                    <a:pt x="885190" y="3810"/>
                  </a:lnTo>
                  <a:lnTo>
                    <a:pt x="885190" y="2540"/>
                  </a:lnTo>
                  <a:lnTo>
                    <a:pt x="886447" y="2540"/>
                  </a:lnTo>
                  <a:lnTo>
                    <a:pt x="886447" y="1282"/>
                  </a:lnTo>
                  <a:lnTo>
                    <a:pt x="887730" y="1282"/>
                  </a:lnTo>
                  <a:lnTo>
                    <a:pt x="887730" y="0"/>
                  </a:lnTo>
                  <a:close/>
                </a:path>
              </a:pathLst>
            </a:custGeom>
            <a:solidFill>
              <a:srgbClr val="ADBE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2269490" y="2970542"/>
              <a:ext cx="872490" cy="6350"/>
            </a:xfrm>
            <a:custGeom>
              <a:avLst/>
              <a:gdLst/>
              <a:ahLst/>
              <a:cxnLst/>
              <a:rect l="l" t="t" r="r" b="b"/>
              <a:pathLst>
                <a:path w="872489" h="6350">
                  <a:moveTo>
                    <a:pt x="87247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2540" y="2527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867410" y="6350"/>
                  </a:lnTo>
                  <a:lnTo>
                    <a:pt x="867410" y="5067"/>
                  </a:lnTo>
                  <a:lnTo>
                    <a:pt x="868680" y="5067"/>
                  </a:lnTo>
                  <a:lnTo>
                    <a:pt x="868680" y="3810"/>
                  </a:lnTo>
                  <a:lnTo>
                    <a:pt x="869950" y="3810"/>
                  </a:lnTo>
                  <a:lnTo>
                    <a:pt x="869950" y="2527"/>
                  </a:lnTo>
                  <a:lnTo>
                    <a:pt x="871220" y="2527"/>
                  </a:lnTo>
                  <a:lnTo>
                    <a:pt x="871220" y="1257"/>
                  </a:lnTo>
                  <a:lnTo>
                    <a:pt x="872477" y="1257"/>
                  </a:lnTo>
                  <a:lnTo>
                    <a:pt x="872477" y="0"/>
                  </a:lnTo>
                  <a:close/>
                </a:path>
              </a:pathLst>
            </a:custGeom>
            <a:solidFill>
              <a:srgbClr val="AFBF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2275840" y="2976892"/>
              <a:ext cx="859790" cy="7620"/>
            </a:xfrm>
            <a:custGeom>
              <a:avLst/>
              <a:gdLst/>
              <a:ahLst/>
              <a:cxnLst/>
              <a:rect l="l" t="t" r="r" b="b"/>
              <a:pathLst>
                <a:path w="859789" h="7619">
                  <a:moveTo>
                    <a:pt x="85977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2540" y="2527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07"/>
                  </a:lnTo>
                  <a:lnTo>
                    <a:pt x="853427" y="7607"/>
                  </a:lnTo>
                  <a:lnTo>
                    <a:pt x="853427" y="6350"/>
                  </a:lnTo>
                  <a:lnTo>
                    <a:pt x="854710" y="6350"/>
                  </a:lnTo>
                  <a:lnTo>
                    <a:pt x="854710" y="5067"/>
                  </a:lnTo>
                  <a:lnTo>
                    <a:pt x="855980" y="5067"/>
                  </a:lnTo>
                  <a:lnTo>
                    <a:pt x="855980" y="3810"/>
                  </a:lnTo>
                  <a:lnTo>
                    <a:pt x="857250" y="3810"/>
                  </a:lnTo>
                  <a:lnTo>
                    <a:pt x="857250" y="2527"/>
                  </a:lnTo>
                  <a:lnTo>
                    <a:pt x="858520" y="2527"/>
                  </a:lnTo>
                  <a:lnTo>
                    <a:pt x="858520" y="1257"/>
                  </a:lnTo>
                  <a:lnTo>
                    <a:pt x="859777" y="1257"/>
                  </a:lnTo>
                  <a:lnTo>
                    <a:pt x="859777" y="0"/>
                  </a:lnTo>
                  <a:close/>
                </a:path>
              </a:pathLst>
            </a:custGeom>
            <a:solidFill>
              <a:srgbClr val="B0C0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2283460" y="2984499"/>
              <a:ext cx="844550" cy="7620"/>
            </a:xfrm>
            <a:custGeom>
              <a:avLst/>
              <a:gdLst/>
              <a:ahLst/>
              <a:cxnLst/>
              <a:rect l="l" t="t" r="r" b="b"/>
              <a:pathLst>
                <a:path w="844550" h="7619">
                  <a:moveTo>
                    <a:pt x="84455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52"/>
                  </a:lnTo>
                  <a:lnTo>
                    <a:pt x="2540" y="2552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20"/>
                  </a:lnTo>
                  <a:lnTo>
                    <a:pt x="839470" y="7620"/>
                  </a:lnTo>
                  <a:lnTo>
                    <a:pt x="839470" y="6350"/>
                  </a:lnTo>
                  <a:lnTo>
                    <a:pt x="839457" y="5092"/>
                  </a:lnTo>
                  <a:lnTo>
                    <a:pt x="840740" y="5092"/>
                  </a:lnTo>
                  <a:lnTo>
                    <a:pt x="840740" y="3810"/>
                  </a:lnTo>
                  <a:lnTo>
                    <a:pt x="842010" y="3810"/>
                  </a:lnTo>
                  <a:lnTo>
                    <a:pt x="842010" y="2552"/>
                  </a:lnTo>
                  <a:lnTo>
                    <a:pt x="843280" y="2552"/>
                  </a:lnTo>
                  <a:lnTo>
                    <a:pt x="843280" y="1270"/>
                  </a:lnTo>
                  <a:lnTo>
                    <a:pt x="844550" y="1270"/>
                  </a:lnTo>
                  <a:lnTo>
                    <a:pt x="844550" y="0"/>
                  </a:lnTo>
                  <a:close/>
                </a:path>
              </a:pathLst>
            </a:custGeom>
            <a:solidFill>
              <a:srgbClr val="B2C2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2289810" y="2992119"/>
              <a:ext cx="831850" cy="8255"/>
            </a:xfrm>
            <a:custGeom>
              <a:avLst/>
              <a:gdLst/>
              <a:ahLst/>
              <a:cxnLst/>
              <a:rect l="l" t="t" r="r" b="b"/>
              <a:pathLst>
                <a:path w="831850" h="8255">
                  <a:moveTo>
                    <a:pt x="83185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22"/>
                  </a:lnTo>
                  <a:lnTo>
                    <a:pt x="3810" y="3822"/>
                  </a:lnTo>
                  <a:lnTo>
                    <a:pt x="3810" y="5080"/>
                  </a:lnTo>
                  <a:lnTo>
                    <a:pt x="5080" y="5080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32"/>
                  </a:lnTo>
                  <a:lnTo>
                    <a:pt x="825500" y="7632"/>
                  </a:lnTo>
                  <a:lnTo>
                    <a:pt x="825500" y="6350"/>
                  </a:lnTo>
                  <a:lnTo>
                    <a:pt x="826757" y="6350"/>
                  </a:lnTo>
                  <a:lnTo>
                    <a:pt x="826757" y="5080"/>
                  </a:lnTo>
                  <a:lnTo>
                    <a:pt x="828040" y="5080"/>
                  </a:lnTo>
                  <a:lnTo>
                    <a:pt x="828040" y="3822"/>
                  </a:lnTo>
                  <a:lnTo>
                    <a:pt x="829310" y="3822"/>
                  </a:lnTo>
                  <a:lnTo>
                    <a:pt x="829310" y="2540"/>
                  </a:lnTo>
                  <a:lnTo>
                    <a:pt x="830580" y="2540"/>
                  </a:lnTo>
                  <a:lnTo>
                    <a:pt x="830580" y="1282"/>
                  </a:lnTo>
                  <a:lnTo>
                    <a:pt x="831850" y="1282"/>
                  </a:lnTo>
                  <a:lnTo>
                    <a:pt x="831850" y="0"/>
                  </a:lnTo>
                  <a:close/>
                </a:path>
              </a:pathLst>
            </a:custGeom>
            <a:solidFill>
              <a:srgbClr val="B3C3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2297430" y="2999752"/>
              <a:ext cx="816610" cy="6350"/>
            </a:xfrm>
            <a:custGeom>
              <a:avLst/>
              <a:gdLst/>
              <a:ahLst/>
              <a:cxnLst/>
              <a:rect l="l" t="t" r="r" b="b"/>
              <a:pathLst>
                <a:path w="816610" h="6350">
                  <a:moveTo>
                    <a:pt x="81661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797"/>
                  </a:lnTo>
                  <a:lnTo>
                    <a:pt x="3810" y="3797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811530" y="6350"/>
                  </a:lnTo>
                  <a:lnTo>
                    <a:pt x="811530" y="5067"/>
                  </a:lnTo>
                  <a:lnTo>
                    <a:pt x="812787" y="5067"/>
                  </a:lnTo>
                  <a:lnTo>
                    <a:pt x="812787" y="3797"/>
                  </a:lnTo>
                  <a:lnTo>
                    <a:pt x="814070" y="3797"/>
                  </a:lnTo>
                  <a:lnTo>
                    <a:pt x="814070" y="2540"/>
                  </a:lnTo>
                  <a:lnTo>
                    <a:pt x="815340" y="2540"/>
                  </a:lnTo>
                  <a:lnTo>
                    <a:pt x="815340" y="1257"/>
                  </a:lnTo>
                  <a:lnTo>
                    <a:pt x="816610" y="1257"/>
                  </a:lnTo>
                  <a:lnTo>
                    <a:pt x="816610" y="0"/>
                  </a:lnTo>
                  <a:close/>
                </a:path>
              </a:pathLst>
            </a:custGeom>
            <a:solidFill>
              <a:srgbClr val="B4C4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2303780" y="3006102"/>
              <a:ext cx="803910" cy="7620"/>
            </a:xfrm>
            <a:custGeom>
              <a:avLst/>
              <a:gdLst/>
              <a:ahLst/>
              <a:cxnLst/>
              <a:rect l="l" t="t" r="r" b="b"/>
              <a:pathLst>
                <a:path w="803910" h="7619">
                  <a:moveTo>
                    <a:pt x="80391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797"/>
                  </a:lnTo>
                  <a:lnTo>
                    <a:pt x="3810" y="3797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07"/>
                  </a:lnTo>
                  <a:lnTo>
                    <a:pt x="797560" y="7607"/>
                  </a:lnTo>
                  <a:lnTo>
                    <a:pt x="797560" y="6350"/>
                  </a:lnTo>
                  <a:lnTo>
                    <a:pt x="798830" y="6350"/>
                  </a:lnTo>
                  <a:lnTo>
                    <a:pt x="798830" y="5067"/>
                  </a:lnTo>
                  <a:lnTo>
                    <a:pt x="800087" y="5067"/>
                  </a:lnTo>
                  <a:lnTo>
                    <a:pt x="800087" y="3797"/>
                  </a:lnTo>
                  <a:lnTo>
                    <a:pt x="801370" y="3797"/>
                  </a:lnTo>
                  <a:lnTo>
                    <a:pt x="801370" y="2540"/>
                  </a:lnTo>
                  <a:lnTo>
                    <a:pt x="802640" y="2540"/>
                  </a:lnTo>
                  <a:lnTo>
                    <a:pt x="802640" y="1257"/>
                  </a:lnTo>
                  <a:lnTo>
                    <a:pt x="803910" y="1257"/>
                  </a:lnTo>
                  <a:lnTo>
                    <a:pt x="803910" y="0"/>
                  </a:lnTo>
                  <a:close/>
                </a:path>
              </a:pathLst>
            </a:custGeom>
            <a:solidFill>
              <a:srgbClr val="B6C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2311400" y="3013709"/>
              <a:ext cx="788670" cy="8255"/>
            </a:xfrm>
            <a:custGeom>
              <a:avLst/>
              <a:gdLst/>
              <a:ahLst/>
              <a:cxnLst/>
              <a:rect l="l" t="t" r="r" b="b"/>
              <a:pathLst>
                <a:path w="788669" h="8255">
                  <a:moveTo>
                    <a:pt x="78867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32"/>
                  </a:lnTo>
                  <a:lnTo>
                    <a:pt x="782320" y="7632"/>
                  </a:lnTo>
                  <a:lnTo>
                    <a:pt x="782320" y="6350"/>
                  </a:lnTo>
                  <a:lnTo>
                    <a:pt x="783590" y="6350"/>
                  </a:lnTo>
                  <a:lnTo>
                    <a:pt x="783590" y="5092"/>
                  </a:lnTo>
                  <a:lnTo>
                    <a:pt x="784860" y="5092"/>
                  </a:lnTo>
                  <a:lnTo>
                    <a:pt x="784860" y="3810"/>
                  </a:lnTo>
                  <a:lnTo>
                    <a:pt x="786117" y="3810"/>
                  </a:lnTo>
                  <a:lnTo>
                    <a:pt x="786117" y="2540"/>
                  </a:lnTo>
                  <a:lnTo>
                    <a:pt x="787400" y="2540"/>
                  </a:lnTo>
                  <a:lnTo>
                    <a:pt x="787400" y="1282"/>
                  </a:lnTo>
                  <a:lnTo>
                    <a:pt x="788670" y="1282"/>
                  </a:lnTo>
                  <a:lnTo>
                    <a:pt x="788670" y="0"/>
                  </a:lnTo>
                  <a:close/>
                </a:path>
              </a:pathLst>
            </a:custGeom>
            <a:solidFill>
              <a:srgbClr val="B7C6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2319020" y="3021342"/>
              <a:ext cx="773430" cy="6350"/>
            </a:xfrm>
            <a:custGeom>
              <a:avLst/>
              <a:gdLst/>
              <a:ahLst/>
              <a:cxnLst/>
              <a:rect l="l" t="t" r="r" b="b"/>
              <a:pathLst>
                <a:path w="773430" h="6350">
                  <a:moveTo>
                    <a:pt x="77343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2540" y="2527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768350" y="6350"/>
                  </a:lnTo>
                  <a:lnTo>
                    <a:pt x="768350" y="5067"/>
                  </a:lnTo>
                  <a:lnTo>
                    <a:pt x="769620" y="5067"/>
                  </a:lnTo>
                  <a:lnTo>
                    <a:pt x="769620" y="3810"/>
                  </a:lnTo>
                  <a:lnTo>
                    <a:pt x="770890" y="3810"/>
                  </a:lnTo>
                  <a:lnTo>
                    <a:pt x="770890" y="2527"/>
                  </a:lnTo>
                  <a:lnTo>
                    <a:pt x="772147" y="2527"/>
                  </a:lnTo>
                  <a:lnTo>
                    <a:pt x="772147" y="1257"/>
                  </a:lnTo>
                  <a:lnTo>
                    <a:pt x="773430" y="1257"/>
                  </a:lnTo>
                  <a:lnTo>
                    <a:pt x="773430" y="0"/>
                  </a:lnTo>
                  <a:close/>
                </a:path>
              </a:pathLst>
            </a:custGeom>
            <a:solidFill>
              <a:srgbClr val="B9C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2325370" y="3027679"/>
              <a:ext cx="760730" cy="7620"/>
            </a:xfrm>
            <a:custGeom>
              <a:avLst/>
              <a:gdLst/>
              <a:ahLst/>
              <a:cxnLst/>
              <a:rect l="l" t="t" r="r" b="b"/>
              <a:pathLst>
                <a:path w="760730" h="7619">
                  <a:moveTo>
                    <a:pt x="758190" y="3822"/>
                  </a:moveTo>
                  <a:lnTo>
                    <a:pt x="2540" y="3822"/>
                  </a:lnTo>
                  <a:lnTo>
                    <a:pt x="2540" y="5080"/>
                  </a:lnTo>
                  <a:lnTo>
                    <a:pt x="3810" y="5080"/>
                  </a:lnTo>
                  <a:lnTo>
                    <a:pt x="3810" y="6362"/>
                  </a:lnTo>
                  <a:lnTo>
                    <a:pt x="5080" y="6362"/>
                  </a:lnTo>
                  <a:lnTo>
                    <a:pt x="5080" y="7620"/>
                  </a:lnTo>
                  <a:lnTo>
                    <a:pt x="755650" y="7620"/>
                  </a:lnTo>
                  <a:lnTo>
                    <a:pt x="755650" y="6362"/>
                  </a:lnTo>
                  <a:lnTo>
                    <a:pt x="756920" y="6362"/>
                  </a:lnTo>
                  <a:lnTo>
                    <a:pt x="756920" y="5080"/>
                  </a:lnTo>
                  <a:lnTo>
                    <a:pt x="758190" y="5080"/>
                  </a:lnTo>
                  <a:lnTo>
                    <a:pt x="758190" y="3822"/>
                  </a:lnTo>
                  <a:close/>
                </a:path>
                <a:path w="760730" h="7619">
                  <a:moveTo>
                    <a:pt x="76073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1270" y="3810"/>
                  </a:lnTo>
                  <a:lnTo>
                    <a:pt x="759447" y="3810"/>
                  </a:lnTo>
                  <a:lnTo>
                    <a:pt x="759447" y="2540"/>
                  </a:lnTo>
                  <a:lnTo>
                    <a:pt x="760730" y="2540"/>
                  </a:lnTo>
                  <a:lnTo>
                    <a:pt x="760730" y="1270"/>
                  </a:lnTo>
                  <a:lnTo>
                    <a:pt x="760730" y="0"/>
                  </a:lnTo>
                  <a:close/>
                </a:path>
              </a:pathLst>
            </a:custGeom>
            <a:solidFill>
              <a:srgbClr val="BAC8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2331720" y="3035299"/>
              <a:ext cx="748030" cy="7620"/>
            </a:xfrm>
            <a:custGeom>
              <a:avLst/>
              <a:gdLst/>
              <a:ahLst/>
              <a:cxnLst/>
              <a:rect l="l" t="t" r="r" b="b"/>
              <a:pathLst>
                <a:path w="748030" h="7619">
                  <a:moveTo>
                    <a:pt x="74803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52"/>
                  </a:lnTo>
                  <a:lnTo>
                    <a:pt x="2540" y="2552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20"/>
                  </a:lnTo>
                  <a:lnTo>
                    <a:pt x="741680" y="7620"/>
                  </a:lnTo>
                  <a:lnTo>
                    <a:pt x="741680" y="6350"/>
                  </a:lnTo>
                  <a:lnTo>
                    <a:pt x="742950" y="6350"/>
                  </a:lnTo>
                  <a:lnTo>
                    <a:pt x="742950" y="5092"/>
                  </a:lnTo>
                  <a:lnTo>
                    <a:pt x="744220" y="5092"/>
                  </a:lnTo>
                  <a:lnTo>
                    <a:pt x="744220" y="3810"/>
                  </a:lnTo>
                  <a:lnTo>
                    <a:pt x="745490" y="3810"/>
                  </a:lnTo>
                  <a:lnTo>
                    <a:pt x="745490" y="2552"/>
                  </a:lnTo>
                  <a:lnTo>
                    <a:pt x="746747" y="2552"/>
                  </a:lnTo>
                  <a:lnTo>
                    <a:pt x="746747" y="1270"/>
                  </a:lnTo>
                  <a:lnTo>
                    <a:pt x="748030" y="1270"/>
                  </a:lnTo>
                  <a:lnTo>
                    <a:pt x="748030" y="0"/>
                  </a:lnTo>
                  <a:close/>
                </a:path>
              </a:pathLst>
            </a:custGeom>
            <a:solidFill>
              <a:srgbClr val="BCCA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2339340" y="3042919"/>
              <a:ext cx="732790" cy="6350"/>
            </a:xfrm>
            <a:custGeom>
              <a:avLst/>
              <a:gdLst/>
              <a:ahLst/>
              <a:cxnLst/>
              <a:rect l="l" t="t" r="r" b="b"/>
              <a:pathLst>
                <a:path w="732789" h="6350">
                  <a:moveTo>
                    <a:pt x="732777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22"/>
                  </a:lnTo>
                  <a:lnTo>
                    <a:pt x="3810" y="3822"/>
                  </a:lnTo>
                  <a:lnTo>
                    <a:pt x="3810" y="5080"/>
                  </a:lnTo>
                  <a:lnTo>
                    <a:pt x="5080" y="5080"/>
                  </a:lnTo>
                  <a:lnTo>
                    <a:pt x="5080" y="6350"/>
                  </a:lnTo>
                  <a:lnTo>
                    <a:pt x="727710" y="6350"/>
                  </a:lnTo>
                  <a:lnTo>
                    <a:pt x="727710" y="5080"/>
                  </a:lnTo>
                  <a:lnTo>
                    <a:pt x="728980" y="5080"/>
                  </a:lnTo>
                  <a:lnTo>
                    <a:pt x="728980" y="3822"/>
                  </a:lnTo>
                  <a:lnTo>
                    <a:pt x="730250" y="3822"/>
                  </a:lnTo>
                  <a:lnTo>
                    <a:pt x="730250" y="2540"/>
                  </a:lnTo>
                  <a:lnTo>
                    <a:pt x="731520" y="2540"/>
                  </a:lnTo>
                  <a:lnTo>
                    <a:pt x="731520" y="1282"/>
                  </a:lnTo>
                  <a:lnTo>
                    <a:pt x="732777" y="1282"/>
                  </a:lnTo>
                  <a:lnTo>
                    <a:pt x="732777" y="0"/>
                  </a:lnTo>
                  <a:close/>
                </a:path>
              </a:pathLst>
            </a:custGeom>
            <a:solidFill>
              <a:srgbClr val="BDCC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2345690" y="3049269"/>
              <a:ext cx="720090" cy="8255"/>
            </a:xfrm>
            <a:custGeom>
              <a:avLst/>
              <a:gdLst/>
              <a:ahLst/>
              <a:cxnLst/>
              <a:rect l="l" t="t" r="r" b="b"/>
              <a:pathLst>
                <a:path w="720089" h="8255">
                  <a:moveTo>
                    <a:pt x="720077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22"/>
                  </a:lnTo>
                  <a:lnTo>
                    <a:pt x="3810" y="3822"/>
                  </a:lnTo>
                  <a:lnTo>
                    <a:pt x="3810" y="5080"/>
                  </a:lnTo>
                  <a:lnTo>
                    <a:pt x="5080" y="5080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32"/>
                  </a:lnTo>
                  <a:lnTo>
                    <a:pt x="713727" y="7632"/>
                  </a:lnTo>
                  <a:lnTo>
                    <a:pt x="713727" y="6350"/>
                  </a:lnTo>
                  <a:lnTo>
                    <a:pt x="715010" y="6350"/>
                  </a:lnTo>
                  <a:lnTo>
                    <a:pt x="715010" y="5080"/>
                  </a:lnTo>
                  <a:lnTo>
                    <a:pt x="716280" y="5080"/>
                  </a:lnTo>
                  <a:lnTo>
                    <a:pt x="716280" y="3822"/>
                  </a:lnTo>
                  <a:lnTo>
                    <a:pt x="717550" y="3822"/>
                  </a:lnTo>
                  <a:lnTo>
                    <a:pt x="717550" y="2540"/>
                  </a:lnTo>
                  <a:lnTo>
                    <a:pt x="718820" y="2540"/>
                  </a:lnTo>
                  <a:lnTo>
                    <a:pt x="718820" y="1282"/>
                  </a:lnTo>
                  <a:lnTo>
                    <a:pt x="720077" y="1282"/>
                  </a:lnTo>
                  <a:lnTo>
                    <a:pt x="720077" y="0"/>
                  </a:lnTo>
                  <a:close/>
                </a:path>
              </a:pathLst>
            </a:custGeom>
            <a:solidFill>
              <a:srgbClr val="BFCC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2353310" y="3056902"/>
              <a:ext cx="704850" cy="7620"/>
            </a:xfrm>
            <a:custGeom>
              <a:avLst/>
              <a:gdLst/>
              <a:ahLst/>
              <a:cxnLst/>
              <a:rect l="l" t="t" r="r" b="b"/>
              <a:pathLst>
                <a:path w="704850" h="7619">
                  <a:moveTo>
                    <a:pt x="70485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797"/>
                  </a:lnTo>
                  <a:lnTo>
                    <a:pt x="3810" y="3797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07"/>
                  </a:lnTo>
                  <a:lnTo>
                    <a:pt x="698500" y="7607"/>
                  </a:lnTo>
                  <a:lnTo>
                    <a:pt x="698500" y="6350"/>
                  </a:lnTo>
                  <a:lnTo>
                    <a:pt x="699757" y="6350"/>
                  </a:lnTo>
                  <a:lnTo>
                    <a:pt x="699757" y="5067"/>
                  </a:lnTo>
                  <a:lnTo>
                    <a:pt x="701040" y="5067"/>
                  </a:lnTo>
                  <a:lnTo>
                    <a:pt x="701040" y="3797"/>
                  </a:lnTo>
                  <a:lnTo>
                    <a:pt x="702310" y="3797"/>
                  </a:lnTo>
                  <a:lnTo>
                    <a:pt x="702310" y="2540"/>
                  </a:lnTo>
                  <a:lnTo>
                    <a:pt x="703580" y="2540"/>
                  </a:lnTo>
                  <a:lnTo>
                    <a:pt x="703580" y="1257"/>
                  </a:lnTo>
                  <a:lnTo>
                    <a:pt x="704850" y="1257"/>
                  </a:lnTo>
                  <a:lnTo>
                    <a:pt x="704850" y="0"/>
                  </a:lnTo>
                  <a:close/>
                </a:path>
              </a:pathLst>
            </a:custGeom>
            <a:solidFill>
              <a:srgbClr val="C0CD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2360930" y="3064509"/>
              <a:ext cx="689610" cy="8255"/>
            </a:xfrm>
            <a:custGeom>
              <a:avLst/>
              <a:gdLst/>
              <a:ahLst/>
              <a:cxnLst/>
              <a:rect l="l" t="t" r="r" b="b"/>
              <a:pathLst>
                <a:path w="689610" h="8255">
                  <a:moveTo>
                    <a:pt x="685787" y="5092"/>
                  </a:moveTo>
                  <a:lnTo>
                    <a:pt x="3810" y="5092"/>
                  </a:lnTo>
                  <a:lnTo>
                    <a:pt x="3810" y="6350"/>
                  </a:lnTo>
                  <a:lnTo>
                    <a:pt x="5080" y="6350"/>
                  </a:lnTo>
                  <a:lnTo>
                    <a:pt x="5080" y="7632"/>
                  </a:lnTo>
                  <a:lnTo>
                    <a:pt x="684530" y="7632"/>
                  </a:lnTo>
                  <a:lnTo>
                    <a:pt x="684530" y="6350"/>
                  </a:lnTo>
                  <a:lnTo>
                    <a:pt x="685787" y="6350"/>
                  </a:lnTo>
                  <a:lnTo>
                    <a:pt x="685787" y="5092"/>
                  </a:lnTo>
                  <a:close/>
                </a:path>
                <a:path w="689610" h="8255">
                  <a:moveTo>
                    <a:pt x="68961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2540" y="5080"/>
                  </a:lnTo>
                  <a:lnTo>
                    <a:pt x="687070" y="5080"/>
                  </a:lnTo>
                  <a:lnTo>
                    <a:pt x="687070" y="3810"/>
                  </a:lnTo>
                  <a:lnTo>
                    <a:pt x="688340" y="3810"/>
                  </a:lnTo>
                  <a:lnTo>
                    <a:pt x="688340" y="2540"/>
                  </a:lnTo>
                  <a:lnTo>
                    <a:pt x="688340" y="1282"/>
                  </a:lnTo>
                  <a:lnTo>
                    <a:pt x="689610" y="1282"/>
                  </a:lnTo>
                  <a:lnTo>
                    <a:pt x="689610" y="0"/>
                  </a:lnTo>
                  <a:close/>
                </a:path>
              </a:pathLst>
            </a:custGeom>
            <a:solidFill>
              <a:srgbClr val="C2CE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2367280" y="3072142"/>
              <a:ext cx="676910" cy="6350"/>
            </a:xfrm>
            <a:custGeom>
              <a:avLst/>
              <a:gdLst/>
              <a:ahLst/>
              <a:cxnLst/>
              <a:rect l="l" t="t" r="r" b="b"/>
              <a:pathLst>
                <a:path w="676910" h="6350">
                  <a:moveTo>
                    <a:pt x="67691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2540" y="2527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671830" y="6350"/>
                  </a:lnTo>
                  <a:lnTo>
                    <a:pt x="671830" y="5067"/>
                  </a:lnTo>
                  <a:lnTo>
                    <a:pt x="673087" y="5067"/>
                  </a:lnTo>
                  <a:lnTo>
                    <a:pt x="673087" y="3810"/>
                  </a:lnTo>
                  <a:lnTo>
                    <a:pt x="674370" y="3810"/>
                  </a:lnTo>
                  <a:lnTo>
                    <a:pt x="674370" y="2527"/>
                  </a:lnTo>
                  <a:lnTo>
                    <a:pt x="675640" y="2527"/>
                  </a:lnTo>
                  <a:lnTo>
                    <a:pt x="675640" y="1257"/>
                  </a:lnTo>
                  <a:lnTo>
                    <a:pt x="676910" y="1257"/>
                  </a:lnTo>
                  <a:lnTo>
                    <a:pt x="676910" y="0"/>
                  </a:lnTo>
                  <a:close/>
                </a:path>
              </a:pathLst>
            </a:custGeom>
            <a:solidFill>
              <a:srgbClr val="C3CF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2373630" y="3078492"/>
              <a:ext cx="664210" cy="7620"/>
            </a:xfrm>
            <a:custGeom>
              <a:avLst/>
              <a:gdLst/>
              <a:ahLst/>
              <a:cxnLst/>
              <a:rect l="l" t="t" r="r" b="b"/>
              <a:pathLst>
                <a:path w="664210" h="7619">
                  <a:moveTo>
                    <a:pt x="66421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2540" y="2527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07"/>
                  </a:lnTo>
                  <a:lnTo>
                    <a:pt x="657860" y="7607"/>
                  </a:lnTo>
                  <a:lnTo>
                    <a:pt x="657860" y="6350"/>
                  </a:lnTo>
                  <a:lnTo>
                    <a:pt x="659130" y="6350"/>
                  </a:lnTo>
                  <a:lnTo>
                    <a:pt x="659130" y="5067"/>
                  </a:lnTo>
                  <a:lnTo>
                    <a:pt x="660387" y="5067"/>
                  </a:lnTo>
                  <a:lnTo>
                    <a:pt x="660387" y="3810"/>
                  </a:lnTo>
                  <a:lnTo>
                    <a:pt x="661670" y="3810"/>
                  </a:lnTo>
                  <a:lnTo>
                    <a:pt x="661670" y="2527"/>
                  </a:lnTo>
                  <a:lnTo>
                    <a:pt x="662940" y="2527"/>
                  </a:lnTo>
                  <a:lnTo>
                    <a:pt x="662940" y="1257"/>
                  </a:lnTo>
                  <a:lnTo>
                    <a:pt x="664210" y="1257"/>
                  </a:lnTo>
                  <a:lnTo>
                    <a:pt x="664210" y="0"/>
                  </a:lnTo>
                  <a:close/>
                </a:path>
              </a:pathLst>
            </a:custGeom>
            <a:solidFill>
              <a:srgbClr val="C5D1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2381250" y="3086099"/>
              <a:ext cx="648970" cy="7620"/>
            </a:xfrm>
            <a:custGeom>
              <a:avLst/>
              <a:gdLst/>
              <a:ahLst/>
              <a:cxnLst/>
              <a:rect l="l" t="t" r="r" b="b"/>
              <a:pathLst>
                <a:path w="648969" h="7619">
                  <a:moveTo>
                    <a:pt x="6489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52"/>
                  </a:lnTo>
                  <a:lnTo>
                    <a:pt x="2540" y="2552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20"/>
                  </a:lnTo>
                  <a:lnTo>
                    <a:pt x="642620" y="7620"/>
                  </a:lnTo>
                  <a:lnTo>
                    <a:pt x="642620" y="6350"/>
                  </a:lnTo>
                  <a:lnTo>
                    <a:pt x="643890" y="6350"/>
                  </a:lnTo>
                  <a:lnTo>
                    <a:pt x="643890" y="5092"/>
                  </a:lnTo>
                  <a:lnTo>
                    <a:pt x="645160" y="5092"/>
                  </a:lnTo>
                  <a:lnTo>
                    <a:pt x="645160" y="3810"/>
                  </a:lnTo>
                  <a:lnTo>
                    <a:pt x="646417" y="3810"/>
                  </a:lnTo>
                  <a:lnTo>
                    <a:pt x="646417" y="2552"/>
                  </a:lnTo>
                  <a:lnTo>
                    <a:pt x="647700" y="2552"/>
                  </a:lnTo>
                  <a:lnTo>
                    <a:pt x="647700" y="1270"/>
                  </a:lnTo>
                  <a:lnTo>
                    <a:pt x="648970" y="1270"/>
                  </a:lnTo>
                  <a:lnTo>
                    <a:pt x="648970" y="0"/>
                  </a:lnTo>
                  <a:close/>
                </a:path>
              </a:pathLst>
            </a:custGeom>
            <a:solidFill>
              <a:srgbClr val="C6D2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2388870" y="3093719"/>
              <a:ext cx="633730" cy="6350"/>
            </a:xfrm>
            <a:custGeom>
              <a:avLst/>
              <a:gdLst/>
              <a:ahLst/>
              <a:cxnLst/>
              <a:rect l="l" t="t" r="r" b="b"/>
              <a:pathLst>
                <a:path w="633730" h="6350">
                  <a:moveTo>
                    <a:pt x="63373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22"/>
                  </a:lnTo>
                  <a:lnTo>
                    <a:pt x="3810" y="3822"/>
                  </a:lnTo>
                  <a:lnTo>
                    <a:pt x="3810" y="5080"/>
                  </a:lnTo>
                  <a:lnTo>
                    <a:pt x="5080" y="5080"/>
                  </a:lnTo>
                  <a:lnTo>
                    <a:pt x="5080" y="6350"/>
                  </a:lnTo>
                  <a:lnTo>
                    <a:pt x="628650" y="6350"/>
                  </a:lnTo>
                  <a:lnTo>
                    <a:pt x="628650" y="5080"/>
                  </a:lnTo>
                  <a:lnTo>
                    <a:pt x="629920" y="5080"/>
                  </a:lnTo>
                  <a:lnTo>
                    <a:pt x="629920" y="3822"/>
                  </a:lnTo>
                  <a:lnTo>
                    <a:pt x="631190" y="3822"/>
                  </a:lnTo>
                  <a:lnTo>
                    <a:pt x="631190" y="2540"/>
                  </a:lnTo>
                  <a:lnTo>
                    <a:pt x="632447" y="2540"/>
                  </a:lnTo>
                  <a:lnTo>
                    <a:pt x="632447" y="1282"/>
                  </a:lnTo>
                  <a:lnTo>
                    <a:pt x="633730" y="1282"/>
                  </a:lnTo>
                  <a:lnTo>
                    <a:pt x="633730" y="0"/>
                  </a:lnTo>
                  <a:close/>
                </a:path>
              </a:pathLst>
            </a:custGeom>
            <a:solidFill>
              <a:srgbClr val="C7D3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2395220" y="3100069"/>
              <a:ext cx="621030" cy="7620"/>
            </a:xfrm>
            <a:custGeom>
              <a:avLst/>
              <a:gdLst/>
              <a:ahLst/>
              <a:cxnLst/>
              <a:rect l="l" t="t" r="r" b="b"/>
              <a:pathLst>
                <a:path w="621030" h="7619">
                  <a:moveTo>
                    <a:pt x="62103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22"/>
                  </a:lnTo>
                  <a:lnTo>
                    <a:pt x="3810" y="3822"/>
                  </a:lnTo>
                  <a:lnTo>
                    <a:pt x="3810" y="5080"/>
                  </a:lnTo>
                  <a:lnTo>
                    <a:pt x="5080" y="5080"/>
                  </a:lnTo>
                  <a:lnTo>
                    <a:pt x="5080" y="6350"/>
                  </a:lnTo>
                  <a:lnTo>
                    <a:pt x="5080" y="7620"/>
                  </a:lnTo>
                  <a:lnTo>
                    <a:pt x="615950" y="7620"/>
                  </a:lnTo>
                  <a:lnTo>
                    <a:pt x="615950" y="6350"/>
                  </a:lnTo>
                  <a:lnTo>
                    <a:pt x="617220" y="6350"/>
                  </a:lnTo>
                  <a:lnTo>
                    <a:pt x="617220" y="5080"/>
                  </a:lnTo>
                  <a:lnTo>
                    <a:pt x="617220" y="3822"/>
                  </a:lnTo>
                  <a:lnTo>
                    <a:pt x="618490" y="3822"/>
                  </a:lnTo>
                  <a:lnTo>
                    <a:pt x="618490" y="2540"/>
                  </a:lnTo>
                  <a:lnTo>
                    <a:pt x="619747" y="2540"/>
                  </a:lnTo>
                  <a:lnTo>
                    <a:pt x="619747" y="1282"/>
                  </a:lnTo>
                  <a:lnTo>
                    <a:pt x="621030" y="1282"/>
                  </a:lnTo>
                  <a:lnTo>
                    <a:pt x="621030" y="0"/>
                  </a:lnTo>
                  <a:close/>
                </a:path>
              </a:pathLst>
            </a:custGeom>
            <a:solidFill>
              <a:srgbClr val="C9D4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2401570" y="3107702"/>
              <a:ext cx="608330" cy="7620"/>
            </a:xfrm>
            <a:custGeom>
              <a:avLst/>
              <a:gdLst/>
              <a:ahLst/>
              <a:cxnLst/>
              <a:rect l="l" t="t" r="r" b="b"/>
              <a:pathLst>
                <a:path w="608330" h="7619">
                  <a:moveTo>
                    <a:pt x="60833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797"/>
                  </a:lnTo>
                  <a:lnTo>
                    <a:pt x="3810" y="3797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07"/>
                  </a:lnTo>
                  <a:lnTo>
                    <a:pt x="601980" y="7607"/>
                  </a:lnTo>
                  <a:lnTo>
                    <a:pt x="601980" y="6350"/>
                  </a:lnTo>
                  <a:lnTo>
                    <a:pt x="603250" y="6350"/>
                  </a:lnTo>
                  <a:lnTo>
                    <a:pt x="603250" y="5067"/>
                  </a:lnTo>
                  <a:lnTo>
                    <a:pt x="604520" y="5067"/>
                  </a:lnTo>
                  <a:lnTo>
                    <a:pt x="604520" y="3797"/>
                  </a:lnTo>
                  <a:lnTo>
                    <a:pt x="605790" y="3797"/>
                  </a:lnTo>
                  <a:lnTo>
                    <a:pt x="605790" y="2540"/>
                  </a:lnTo>
                  <a:lnTo>
                    <a:pt x="607047" y="2540"/>
                  </a:lnTo>
                  <a:lnTo>
                    <a:pt x="607047" y="1257"/>
                  </a:lnTo>
                  <a:lnTo>
                    <a:pt x="608330" y="1257"/>
                  </a:lnTo>
                  <a:lnTo>
                    <a:pt x="608330" y="0"/>
                  </a:lnTo>
                  <a:close/>
                </a:path>
              </a:pathLst>
            </a:custGeom>
            <a:solidFill>
              <a:srgbClr val="CAD5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2409190" y="3115309"/>
              <a:ext cx="593090" cy="6350"/>
            </a:xfrm>
            <a:custGeom>
              <a:avLst/>
              <a:gdLst/>
              <a:ahLst/>
              <a:cxnLst/>
              <a:rect l="l" t="t" r="r" b="b"/>
              <a:pathLst>
                <a:path w="593089" h="6350">
                  <a:moveTo>
                    <a:pt x="593077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588010" y="6350"/>
                  </a:lnTo>
                  <a:lnTo>
                    <a:pt x="588010" y="5092"/>
                  </a:lnTo>
                  <a:lnTo>
                    <a:pt x="589280" y="5092"/>
                  </a:lnTo>
                  <a:lnTo>
                    <a:pt x="589280" y="3810"/>
                  </a:lnTo>
                  <a:lnTo>
                    <a:pt x="590550" y="3810"/>
                  </a:lnTo>
                  <a:lnTo>
                    <a:pt x="590550" y="2540"/>
                  </a:lnTo>
                  <a:lnTo>
                    <a:pt x="591820" y="2540"/>
                  </a:lnTo>
                  <a:lnTo>
                    <a:pt x="591820" y="1282"/>
                  </a:lnTo>
                  <a:lnTo>
                    <a:pt x="593077" y="1282"/>
                  </a:lnTo>
                  <a:lnTo>
                    <a:pt x="593077" y="0"/>
                  </a:lnTo>
                  <a:close/>
                </a:path>
              </a:pathLst>
            </a:custGeom>
            <a:solidFill>
              <a:srgbClr val="CCD6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2415540" y="3121659"/>
              <a:ext cx="580390" cy="8255"/>
            </a:xfrm>
            <a:custGeom>
              <a:avLst/>
              <a:gdLst/>
              <a:ahLst/>
              <a:cxnLst/>
              <a:rect l="l" t="t" r="r" b="b"/>
              <a:pathLst>
                <a:path w="580389" h="8255">
                  <a:moveTo>
                    <a:pt x="580377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32"/>
                  </a:lnTo>
                  <a:lnTo>
                    <a:pt x="574027" y="7632"/>
                  </a:lnTo>
                  <a:lnTo>
                    <a:pt x="574027" y="6350"/>
                  </a:lnTo>
                  <a:lnTo>
                    <a:pt x="575310" y="6350"/>
                  </a:lnTo>
                  <a:lnTo>
                    <a:pt x="575310" y="5092"/>
                  </a:lnTo>
                  <a:lnTo>
                    <a:pt x="576580" y="5092"/>
                  </a:lnTo>
                  <a:lnTo>
                    <a:pt x="576580" y="3810"/>
                  </a:lnTo>
                  <a:lnTo>
                    <a:pt x="577850" y="3810"/>
                  </a:lnTo>
                  <a:lnTo>
                    <a:pt x="577850" y="2540"/>
                  </a:lnTo>
                  <a:lnTo>
                    <a:pt x="579120" y="2540"/>
                  </a:lnTo>
                  <a:lnTo>
                    <a:pt x="579120" y="1282"/>
                  </a:lnTo>
                  <a:lnTo>
                    <a:pt x="580377" y="1282"/>
                  </a:lnTo>
                  <a:lnTo>
                    <a:pt x="580377" y="0"/>
                  </a:lnTo>
                  <a:close/>
                </a:path>
              </a:pathLst>
            </a:custGeom>
            <a:solidFill>
              <a:srgbClr val="CDD7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2423160" y="3129292"/>
              <a:ext cx="565150" cy="7620"/>
            </a:xfrm>
            <a:custGeom>
              <a:avLst/>
              <a:gdLst/>
              <a:ahLst/>
              <a:cxnLst/>
              <a:rect l="l" t="t" r="r" b="b"/>
              <a:pathLst>
                <a:path w="565150" h="7619">
                  <a:moveTo>
                    <a:pt x="56515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2540" y="2527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07"/>
                  </a:lnTo>
                  <a:lnTo>
                    <a:pt x="558800" y="7607"/>
                  </a:lnTo>
                  <a:lnTo>
                    <a:pt x="558800" y="6350"/>
                  </a:lnTo>
                  <a:lnTo>
                    <a:pt x="560057" y="6350"/>
                  </a:lnTo>
                  <a:lnTo>
                    <a:pt x="560057" y="5067"/>
                  </a:lnTo>
                  <a:lnTo>
                    <a:pt x="561340" y="5067"/>
                  </a:lnTo>
                  <a:lnTo>
                    <a:pt x="561340" y="3810"/>
                  </a:lnTo>
                  <a:lnTo>
                    <a:pt x="562610" y="3810"/>
                  </a:lnTo>
                  <a:lnTo>
                    <a:pt x="562610" y="2527"/>
                  </a:lnTo>
                  <a:lnTo>
                    <a:pt x="563880" y="2527"/>
                  </a:lnTo>
                  <a:lnTo>
                    <a:pt x="563880" y="1257"/>
                  </a:lnTo>
                  <a:lnTo>
                    <a:pt x="565150" y="1257"/>
                  </a:lnTo>
                  <a:lnTo>
                    <a:pt x="565150" y="0"/>
                  </a:lnTo>
                  <a:close/>
                </a:path>
              </a:pathLst>
            </a:custGeom>
            <a:solidFill>
              <a:srgbClr val="CFD9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2430780" y="3136899"/>
              <a:ext cx="549910" cy="6350"/>
            </a:xfrm>
            <a:custGeom>
              <a:avLst/>
              <a:gdLst/>
              <a:ahLst/>
              <a:cxnLst/>
              <a:rect l="l" t="t" r="r" b="b"/>
              <a:pathLst>
                <a:path w="549910" h="6350">
                  <a:moveTo>
                    <a:pt x="5499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52"/>
                  </a:lnTo>
                  <a:lnTo>
                    <a:pt x="2540" y="2552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544830" y="6350"/>
                  </a:lnTo>
                  <a:lnTo>
                    <a:pt x="544830" y="5092"/>
                  </a:lnTo>
                  <a:lnTo>
                    <a:pt x="546087" y="5092"/>
                  </a:lnTo>
                  <a:lnTo>
                    <a:pt x="546087" y="3810"/>
                  </a:lnTo>
                  <a:lnTo>
                    <a:pt x="547370" y="3810"/>
                  </a:lnTo>
                  <a:lnTo>
                    <a:pt x="547370" y="2552"/>
                  </a:lnTo>
                  <a:lnTo>
                    <a:pt x="548640" y="2552"/>
                  </a:lnTo>
                  <a:lnTo>
                    <a:pt x="548640" y="1270"/>
                  </a:lnTo>
                  <a:lnTo>
                    <a:pt x="549910" y="1270"/>
                  </a:lnTo>
                  <a:lnTo>
                    <a:pt x="549910" y="0"/>
                  </a:lnTo>
                  <a:close/>
                </a:path>
              </a:pathLst>
            </a:custGeom>
            <a:solidFill>
              <a:srgbClr val="D0DA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2437130" y="3143249"/>
              <a:ext cx="538480" cy="7620"/>
            </a:xfrm>
            <a:custGeom>
              <a:avLst/>
              <a:gdLst/>
              <a:ahLst/>
              <a:cxnLst/>
              <a:rect l="l" t="t" r="r" b="b"/>
              <a:pathLst>
                <a:path w="538480" h="7619">
                  <a:moveTo>
                    <a:pt x="535940" y="2552"/>
                  </a:moveTo>
                  <a:lnTo>
                    <a:pt x="1270" y="2552"/>
                  </a:lnTo>
                  <a:lnTo>
                    <a:pt x="1270" y="3810"/>
                  </a:lnTo>
                  <a:lnTo>
                    <a:pt x="2540" y="3810"/>
                  </a:lnTo>
                  <a:lnTo>
                    <a:pt x="2540" y="5092"/>
                  </a:lnTo>
                  <a:lnTo>
                    <a:pt x="3810" y="5092"/>
                  </a:lnTo>
                  <a:lnTo>
                    <a:pt x="3810" y="6350"/>
                  </a:lnTo>
                  <a:lnTo>
                    <a:pt x="5080" y="6350"/>
                  </a:lnTo>
                  <a:lnTo>
                    <a:pt x="5080" y="7620"/>
                  </a:lnTo>
                  <a:lnTo>
                    <a:pt x="532130" y="7620"/>
                  </a:lnTo>
                  <a:lnTo>
                    <a:pt x="532130" y="6350"/>
                  </a:lnTo>
                  <a:lnTo>
                    <a:pt x="533387" y="6350"/>
                  </a:lnTo>
                  <a:lnTo>
                    <a:pt x="533387" y="5092"/>
                  </a:lnTo>
                  <a:lnTo>
                    <a:pt x="534670" y="5092"/>
                  </a:lnTo>
                  <a:lnTo>
                    <a:pt x="534670" y="3810"/>
                  </a:lnTo>
                  <a:lnTo>
                    <a:pt x="535940" y="3810"/>
                  </a:lnTo>
                  <a:lnTo>
                    <a:pt x="535940" y="2552"/>
                  </a:lnTo>
                  <a:close/>
                </a:path>
                <a:path w="538480" h="7619">
                  <a:moveTo>
                    <a:pt x="53848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537210" y="2540"/>
                  </a:lnTo>
                  <a:lnTo>
                    <a:pt x="537210" y="1270"/>
                  </a:lnTo>
                  <a:lnTo>
                    <a:pt x="538480" y="1270"/>
                  </a:lnTo>
                  <a:lnTo>
                    <a:pt x="538480" y="0"/>
                  </a:lnTo>
                  <a:close/>
                </a:path>
              </a:pathLst>
            </a:custGeom>
            <a:solidFill>
              <a:srgbClr val="D2DB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2443480" y="3150869"/>
              <a:ext cx="524510" cy="8255"/>
            </a:xfrm>
            <a:custGeom>
              <a:avLst/>
              <a:gdLst/>
              <a:ahLst/>
              <a:cxnLst/>
              <a:rect l="l" t="t" r="r" b="b"/>
              <a:pathLst>
                <a:path w="524510" h="8255">
                  <a:moveTo>
                    <a:pt x="52451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22"/>
                  </a:lnTo>
                  <a:lnTo>
                    <a:pt x="3810" y="3822"/>
                  </a:lnTo>
                  <a:lnTo>
                    <a:pt x="3810" y="5080"/>
                  </a:lnTo>
                  <a:lnTo>
                    <a:pt x="5080" y="5080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32"/>
                  </a:lnTo>
                  <a:lnTo>
                    <a:pt x="518160" y="7632"/>
                  </a:lnTo>
                  <a:lnTo>
                    <a:pt x="518160" y="6350"/>
                  </a:lnTo>
                  <a:lnTo>
                    <a:pt x="519430" y="6350"/>
                  </a:lnTo>
                  <a:lnTo>
                    <a:pt x="519430" y="5080"/>
                  </a:lnTo>
                  <a:lnTo>
                    <a:pt x="520687" y="5080"/>
                  </a:lnTo>
                  <a:lnTo>
                    <a:pt x="520687" y="3822"/>
                  </a:lnTo>
                  <a:lnTo>
                    <a:pt x="521970" y="3822"/>
                  </a:lnTo>
                  <a:lnTo>
                    <a:pt x="521970" y="2540"/>
                  </a:lnTo>
                  <a:lnTo>
                    <a:pt x="523240" y="2540"/>
                  </a:lnTo>
                  <a:lnTo>
                    <a:pt x="523240" y="1282"/>
                  </a:lnTo>
                  <a:lnTo>
                    <a:pt x="524510" y="1282"/>
                  </a:lnTo>
                  <a:lnTo>
                    <a:pt x="524510" y="0"/>
                  </a:lnTo>
                  <a:close/>
                </a:path>
              </a:pathLst>
            </a:custGeom>
            <a:solidFill>
              <a:srgbClr val="D3DC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2451100" y="3158502"/>
              <a:ext cx="509270" cy="7620"/>
            </a:xfrm>
            <a:custGeom>
              <a:avLst/>
              <a:gdLst/>
              <a:ahLst/>
              <a:cxnLst/>
              <a:rect l="l" t="t" r="r" b="b"/>
              <a:pathLst>
                <a:path w="509269" h="7619">
                  <a:moveTo>
                    <a:pt x="50927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797"/>
                  </a:lnTo>
                  <a:lnTo>
                    <a:pt x="3810" y="3797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07"/>
                  </a:lnTo>
                  <a:lnTo>
                    <a:pt x="502920" y="7607"/>
                  </a:lnTo>
                  <a:lnTo>
                    <a:pt x="502920" y="6350"/>
                  </a:lnTo>
                  <a:lnTo>
                    <a:pt x="504190" y="6350"/>
                  </a:lnTo>
                  <a:lnTo>
                    <a:pt x="504190" y="5067"/>
                  </a:lnTo>
                  <a:lnTo>
                    <a:pt x="505460" y="5067"/>
                  </a:lnTo>
                  <a:lnTo>
                    <a:pt x="505460" y="3797"/>
                  </a:lnTo>
                  <a:lnTo>
                    <a:pt x="506717" y="3797"/>
                  </a:lnTo>
                  <a:lnTo>
                    <a:pt x="506717" y="2540"/>
                  </a:lnTo>
                  <a:lnTo>
                    <a:pt x="508000" y="2540"/>
                  </a:lnTo>
                  <a:lnTo>
                    <a:pt x="508000" y="1257"/>
                  </a:lnTo>
                  <a:lnTo>
                    <a:pt x="509270" y="1257"/>
                  </a:lnTo>
                  <a:lnTo>
                    <a:pt x="509270" y="0"/>
                  </a:lnTo>
                  <a:close/>
                </a:path>
              </a:pathLst>
            </a:custGeom>
            <a:solidFill>
              <a:srgbClr val="D5DD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2458720" y="3166109"/>
              <a:ext cx="494030" cy="6350"/>
            </a:xfrm>
            <a:custGeom>
              <a:avLst/>
              <a:gdLst/>
              <a:ahLst/>
              <a:cxnLst/>
              <a:rect l="l" t="t" r="r" b="b"/>
              <a:pathLst>
                <a:path w="494030" h="6350">
                  <a:moveTo>
                    <a:pt x="49403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488950" y="6350"/>
                  </a:lnTo>
                  <a:lnTo>
                    <a:pt x="488950" y="5092"/>
                  </a:lnTo>
                  <a:lnTo>
                    <a:pt x="490220" y="5092"/>
                  </a:lnTo>
                  <a:lnTo>
                    <a:pt x="490220" y="3810"/>
                  </a:lnTo>
                  <a:lnTo>
                    <a:pt x="491490" y="3810"/>
                  </a:lnTo>
                  <a:lnTo>
                    <a:pt x="491490" y="2540"/>
                  </a:lnTo>
                  <a:lnTo>
                    <a:pt x="492747" y="2540"/>
                  </a:lnTo>
                  <a:lnTo>
                    <a:pt x="492747" y="1282"/>
                  </a:lnTo>
                  <a:lnTo>
                    <a:pt x="494030" y="1282"/>
                  </a:lnTo>
                  <a:lnTo>
                    <a:pt x="494030" y="0"/>
                  </a:lnTo>
                  <a:close/>
                </a:path>
              </a:pathLst>
            </a:custGeom>
            <a:solidFill>
              <a:srgbClr val="D6DE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2465070" y="3172459"/>
              <a:ext cx="481330" cy="8255"/>
            </a:xfrm>
            <a:custGeom>
              <a:avLst/>
              <a:gdLst/>
              <a:ahLst/>
              <a:cxnLst/>
              <a:rect l="l" t="t" r="r" b="b"/>
              <a:pathLst>
                <a:path w="481330" h="8255">
                  <a:moveTo>
                    <a:pt x="48133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32"/>
                  </a:lnTo>
                  <a:lnTo>
                    <a:pt x="474980" y="7632"/>
                  </a:lnTo>
                  <a:lnTo>
                    <a:pt x="474980" y="6350"/>
                  </a:lnTo>
                  <a:lnTo>
                    <a:pt x="476250" y="6350"/>
                  </a:lnTo>
                  <a:lnTo>
                    <a:pt x="476250" y="5092"/>
                  </a:lnTo>
                  <a:lnTo>
                    <a:pt x="477520" y="5092"/>
                  </a:lnTo>
                  <a:lnTo>
                    <a:pt x="477520" y="3810"/>
                  </a:lnTo>
                  <a:lnTo>
                    <a:pt x="478790" y="3810"/>
                  </a:lnTo>
                  <a:lnTo>
                    <a:pt x="478790" y="2540"/>
                  </a:lnTo>
                  <a:lnTo>
                    <a:pt x="480047" y="2540"/>
                  </a:lnTo>
                  <a:lnTo>
                    <a:pt x="480047" y="1282"/>
                  </a:lnTo>
                  <a:lnTo>
                    <a:pt x="481330" y="1282"/>
                  </a:lnTo>
                  <a:lnTo>
                    <a:pt x="481330" y="0"/>
                  </a:lnTo>
                  <a:close/>
                </a:path>
              </a:pathLst>
            </a:custGeom>
            <a:solidFill>
              <a:srgbClr val="D8E0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2472690" y="3180079"/>
              <a:ext cx="466090" cy="7620"/>
            </a:xfrm>
            <a:custGeom>
              <a:avLst/>
              <a:gdLst/>
              <a:ahLst/>
              <a:cxnLst/>
              <a:rect l="l" t="t" r="r" b="b"/>
              <a:pathLst>
                <a:path w="466089" h="7619">
                  <a:moveTo>
                    <a:pt x="463550" y="3822"/>
                  </a:moveTo>
                  <a:lnTo>
                    <a:pt x="2540" y="3822"/>
                  </a:lnTo>
                  <a:lnTo>
                    <a:pt x="2540" y="5080"/>
                  </a:lnTo>
                  <a:lnTo>
                    <a:pt x="3810" y="5080"/>
                  </a:lnTo>
                  <a:lnTo>
                    <a:pt x="3810" y="6362"/>
                  </a:lnTo>
                  <a:lnTo>
                    <a:pt x="5080" y="6362"/>
                  </a:lnTo>
                  <a:lnTo>
                    <a:pt x="5080" y="7620"/>
                  </a:lnTo>
                  <a:lnTo>
                    <a:pt x="461010" y="7620"/>
                  </a:lnTo>
                  <a:lnTo>
                    <a:pt x="461010" y="6362"/>
                  </a:lnTo>
                  <a:lnTo>
                    <a:pt x="462280" y="6362"/>
                  </a:lnTo>
                  <a:lnTo>
                    <a:pt x="462280" y="5080"/>
                  </a:lnTo>
                  <a:lnTo>
                    <a:pt x="463550" y="5080"/>
                  </a:lnTo>
                  <a:lnTo>
                    <a:pt x="463550" y="3822"/>
                  </a:lnTo>
                  <a:close/>
                </a:path>
                <a:path w="466089" h="7619">
                  <a:moveTo>
                    <a:pt x="466090" y="1270"/>
                  </a:moveTo>
                  <a:lnTo>
                    <a:pt x="466077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1270" y="3810"/>
                  </a:lnTo>
                  <a:lnTo>
                    <a:pt x="464820" y="3810"/>
                  </a:lnTo>
                  <a:lnTo>
                    <a:pt x="464820" y="2540"/>
                  </a:lnTo>
                  <a:lnTo>
                    <a:pt x="466090" y="2540"/>
                  </a:lnTo>
                  <a:lnTo>
                    <a:pt x="466090" y="1270"/>
                  </a:lnTo>
                  <a:close/>
                </a:path>
              </a:pathLst>
            </a:custGeom>
            <a:solidFill>
              <a:srgbClr val="D9E1F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2479040" y="3187699"/>
              <a:ext cx="453390" cy="6350"/>
            </a:xfrm>
            <a:custGeom>
              <a:avLst/>
              <a:gdLst/>
              <a:ahLst/>
              <a:cxnLst/>
              <a:rect l="l" t="t" r="r" b="b"/>
              <a:pathLst>
                <a:path w="453389" h="6350">
                  <a:moveTo>
                    <a:pt x="453377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52"/>
                  </a:lnTo>
                  <a:lnTo>
                    <a:pt x="2540" y="2552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448310" y="6350"/>
                  </a:lnTo>
                  <a:lnTo>
                    <a:pt x="448310" y="5092"/>
                  </a:lnTo>
                  <a:lnTo>
                    <a:pt x="449580" y="5092"/>
                  </a:lnTo>
                  <a:lnTo>
                    <a:pt x="449580" y="3810"/>
                  </a:lnTo>
                  <a:lnTo>
                    <a:pt x="450850" y="3810"/>
                  </a:lnTo>
                  <a:lnTo>
                    <a:pt x="450850" y="2552"/>
                  </a:lnTo>
                  <a:lnTo>
                    <a:pt x="452120" y="2552"/>
                  </a:lnTo>
                  <a:lnTo>
                    <a:pt x="452120" y="1270"/>
                  </a:lnTo>
                  <a:lnTo>
                    <a:pt x="453377" y="1270"/>
                  </a:lnTo>
                  <a:lnTo>
                    <a:pt x="453377" y="0"/>
                  </a:lnTo>
                  <a:close/>
                </a:path>
              </a:pathLst>
            </a:custGeom>
            <a:solidFill>
              <a:srgbClr val="DAE2F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2485390" y="3194049"/>
              <a:ext cx="440690" cy="7620"/>
            </a:xfrm>
            <a:custGeom>
              <a:avLst/>
              <a:gdLst/>
              <a:ahLst/>
              <a:cxnLst/>
              <a:rect l="l" t="t" r="r" b="b"/>
              <a:pathLst>
                <a:path w="440689" h="7619">
                  <a:moveTo>
                    <a:pt x="440677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52"/>
                  </a:lnTo>
                  <a:lnTo>
                    <a:pt x="2540" y="2552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20"/>
                  </a:lnTo>
                  <a:lnTo>
                    <a:pt x="434327" y="7620"/>
                  </a:lnTo>
                  <a:lnTo>
                    <a:pt x="434327" y="6350"/>
                  </a:lnTo>
                  <a:lnTo>
                    <a:pt x="435610" y="6350"/>
                  </a:lnTo>
                  <a:lnTo>
                    <a:pt x="435610" y="5092"/>
                  </a:lnTo>
                  <a:lnTo>
                    <a:pt x="436880" y="5092"/>
                  </a:lnTo>
                  <a:lnTo>
                    <a:pt x="436880" y="3810"/>
                  </a:lnTo>
                  <a:lnTo>
                    <a:pt x="438150" y="3810"/>
                  </a:lnTo>
                  <a:lnTo>
                    <a:pt x="438150" y="2552"/>
                  </a:lnTo>
                  <a:lnTo>
                    <a:pt x="439420" y="2552"/>
                  </a:lnTo>
                  <a:lnTo>
                    <a:pt x="439420" y="1270"/>
                  </a:lnTo>
                  <a:lnTo>
                    <a:pt x="440677" y="1270"/>
                  </a:lnTo>
                  <a:lnTo>
                    <a:pt x="440677" y="0"/>
                  </a:lnTo>
                  <a:close/>
                </a:path>
              </a:pathLst>
            </a:custGeom>
            <a:solidFill>
              <a:srgbClr val="DCE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2493010" y="3201669"/>
              <a:ext cx="425450" cy="8255"/>
            </a:xfrm>
            <a:custGeom>
              <a:avLst/>
              <a:gdLst/>
              <a:ahLst/>
              <a:cxnLst/>
              <a:rect l="l" t="t" r="r" b="b"/>
              <a:pathLst>
                <a:path w="425450" h="8255">
                  <a:moveTo>
                    <a:pt x="42545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22"/>
                  </a:lnTo>
                  <a:lnTo>
                    <a:pt x="3810" y="3822"/>
                  </a:lnTo>
                  <a:lnTo>
                    <a:pt x="3810" y="5080"/>
                  </a:lnTo>
                  <a:lnTo>
                    <a:pt x="5080" y="5080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32"/>
                  </a:lnTo>
                  <a:lnTo>
                    <a:pt x="419100" y="7632"/>
                  </a:lnTo>
                  <a:lnTo>
                    <a:pt x="419100" y="6350"/>
                  </a:lnTo>
                  <a:lnTo>
                    <a:pt x="420357" y="6350"/>
                  </a:lnTo>
                  <a:lnTo>
                    <a:pt x="420357" y="5080"/>
                  </a:lnTo>
                  <a:lnTo>
                    <a:pt x="421640" y="5080"/>
                  </a:lnTo>
                  <a:lnTo>
                    <a:pt x="421640" y="3822"/>
                  </a:lnTo>
                  <a:lnTo>
                    <a:pt x="422910" y="3822"/>
                  </a:lnTo>
                  <a:lnTo>
                    <a:pt x="422910" y="2540"/>
                  </a:lnTo>
                  <a:lnTo>
                    <a:pt x="424180" y="2540"/>
                  </a:lnTo>
                  <a:lnTo>
                    <a:pt x="424180" y="1282"/>
                  </a:lnTo>
                  <a:lnTo>
                    <a:pt x="425450" y="1282"/>
                  </a:lnTo>
                  <a:lnTo>
                    <a:pt x="425450" y="0"/>
                  </a:lnTo>
                  <a:close/>
                </a:path>
              </a:pathLst>
            </a:custGeom>
            <a:solidFill>
              <a:srgbClr val="DDE4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2500630" y="3209302"/>
              <a:ext cx="410209" cy="6350"/>
            </a:xfrm>
            <a:custGeom>
              <a:avLst/>
              <a:gdLst/>
              <a:ahLst/>
              <a:cxnLst/>
              <a:rect l="l" t="t" r="r" b="b"/>
              <a:pathLst>
                <a:path w="410210" h="6350">
                  <a:moveTo>
                    <a:pt x="41021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797"/>
                  </a:lnTo>
                  <a:lnTo>
                    <a:pt x="3810" y="3797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405130" y="6350"/>
                  </a:lnTo>
                  <a:lnTo>
                    <a:pt x="405130" y="5067"/>
                  </a:lnTo>
                  <a:lnTo>
                    <a:pt x="406387" y="5067"/>
                  </a:lnTo>
                  <a:lnTo>
                    <a:pt x="406387" y="3797"/>
                  </a:lnTo>
                  <a:lnTo>
                    <a:pt x="407670" y="3797"/>
                  </a:lnTo>
                  <a:lnTo>
                    <a:pt x="407670" y="2540"/>
                  </a:lnTo>
                  <a:lnTo>
                    <a:pt x="408940" y="2540"/>
                  </a:lnTo>
                  <a:lnTo>
                    <a:pt x="408940" y="1257"/>
                  </a:lnTo>
                  <a:lnTo>
                    <a:pt x="410210" y="1257"/>
                  </a:lnTo>
                  <a:lnTo>
                    <a:pt x="410210" y="0"/>
                  </a:lnTo>
                  <a:close/>
                </a:path>
              </a:pathLst>
            </a:custGeom>
            <a:solidFill>
              <a:srgbClr val="DFE5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2506980" y="3215652"/>
              <a:ext cx="397510" cy="7620"/>
            </a:xfrm>
            <a:custGeom>
              <a:avLst/>
              <a:gdLst/>
              <a:ahLst/>
              <a:cxnLst/>
              <a:rect l="l" t="t" r="r" b="b"/>
              <a:pathLst>
                <a:path w="397510" h="7619">
                  <a:moveTo>
                    <a:pt x="392430" y="6350"/>
                  </a:moveTo>
                  <a:lnTo>
                    <a:pt x="5080" y="6350"/>
                  </a:lnTo>
                  <a:lnTo>
                    <a:pt x="5080" y="7607"/>
                  </a:lnTo>
                  <a:lnTo>
                    <a:pt x="392430" y="7607"/>
                  </a:lnTo>
                  <a:lnTo>
                    <a:pt x="392430" y="6350"/>
                  </a:lnTo>
                  <a:close/>
                </a:path>
                <a:path w="397510" h="7619">
                  <a:moveTo>
                    <a:pt x="39751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797"/>
                  </a:lnTo>
                  <a:lnTo>
                    <a:pt x="3810" y="3797"/>
                  </a:lnTo>
                  <a:lnTo>
                    <a:pt x="3810" y="5067"/>
                  </a:lnTo>
                  <a:lnTo>
                    <a:pt x="3810" y="6337"/>
                  </a:lnTo>
                  <a:lnTo>
                    <a:pt x="393687" y="6337"/>
                  </a:lnTo>
                  <a:lnTo>
                    <a:pt x="393687" y="5067"/>
                  </a:lnTo>
                  <a:lnTo>
                    <a:pt x="394970" y="5067"/>
                  </a:lnTo>
                  <a:lnTo>
                    <a:pt x="394970" y="3797"/>
                  </a:lnTo>
                  <a:lnTo>
                    <a:pt x="394970" y="2540"/>
                  </a:lnTo>
                  <a:lnTo>
                    <a:pt x="396240" y="2540"/>
                  </a:lnTo>
                  <a:lnTo>
                    <a:pt x="396240" y="1257"/>
                  </a:lnTo>
                  <a:lnTo>
                    <a:pt x="397510" y="1257"/>
                  </a:lnTo>
                  <a:lnTo>
                    <a:pt x="397510" y="0"/>
                  </a:lnTo>
                  <a:close/>
                </a:path>
              </a:pathLst>
            </a:custGeom>
            <a:solidFill>
              <a:srgbClr val="E0E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2513330" y="3223259"/>
              <a:ext cx="384810" cy="8255"/>
            </a:xfrm>
            <a:custGeom>
              <a:avLst/>
              <a:gdLst/>
              <a:ahLst/>
              <a:cxnLst/>
              <a:rect l="l" t="t" r="r" b="b"/>
              <a:pathLst>
                <a:path w="384810" h="8255">
                  <a:moveTo>
                    <a:pt x="38481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32"/>
                  </a:lnTo>
                  <a:lnTo>
                    <a:pt x="378460" y="7632"/>
                  </a:lnTo>
                  <a:lnTo>
                    <a:pt x="378460" y="6350"/>
                  </a:lnTo>
                  <a:lnTo>
                    <a:pt x="379730" y="6350"/>
                  </a:lnTo>
                  <a:lnTo>
                    <a:pt x="379730" y="5092"/>
                  </a:lnTo>
                  <a:lnTo>
                    <a:pt x="380987" y="5092"/>
                  </a:lnTo>
                  <a:lnTo>
                    <a:pt x="380987" y="3810"/>
                  </a:lnTo>
                  <a:lnTo>
                    <a:pt x="382270" y="3810"/>
                  </a:lnTo>
                  <a:lnTo>
                    <a:pt x="382270" y="2540"/>
                  </a:lnTo>
                  <a:lnTo>
                    <a:pt x="383540" y="2540"/>
                  </a:lnTo>
                  <a:lnTo>
                    <a:pt x="383540" y="1282"/>
                  </a:lnTo>
                  <a:lnTo>
                    <a:pt x="384810" y="1282"/>
                  </a:lnTo>
                  <a:lnTo>
                    <a:pt x="384810" y="0"/>
                  </a:lnTo>
                  <a:close/>
                </a:path>
              </a:pathLst>
            </a:custGeom>
            <a:solidFill>
              <a:srgbClr val="E2E8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2520950" y="3230892"/>
              <a:ext cx="369570" cy="7620"/>
            </a:xfrm>
            <a:custGeom>
              <a:avLst/>
              <a:gdLst/>
              <a:ahLst/>
              <a:cxnLst/>
              <a:rect l="l" t="t" r="r" b="b"/>
              <a:pathLst>
                <a:path w="369569" h="7619">
                  <a:moveTo>
                    <a:pt x="36957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2540" y="2527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07"/>
                  </a:lnTo>
                  <a:lnTo>
                    <a:pt x="363220" y="7607"/>
                  </a:lnTo>
                  <a:lnTo>
                    <a:pt x="363220" y="6350"/>
                  </a:lnTo>
                  <a:lnTo>
                    <a:pt x="364490" y="6350"/>
                  </a:lnTo>
                  <a:lnTo>
                    <a:pt x="364490" y="5067"/>
                  </a:lnTo>
                  <a:lnTo>
                    <a:pt x="365760" y="5067"/>
                  </a:lnTo>
                  <a:lnTo>
                    <a:pt x="365760" y="3810"/>
                  </a:lnTo>
                  <a:lnTo>
                    <a:pt x="367017" y="3810"/>
                  </a:lnTo>
                  <a:lnTo>
                    <a:pt x="367017" y="2527"/>
                  </a:lnTo>
                  <a:lnTo>
                    <a:pt x="368300" y="2527"/>
                  </a:lnTo>
                  <a:lnTo>
                    <a:pt x="368300" y="1257"/>
                  </a:lnTo>
                  <a:lnTo>
                    <a:pt x="369570" y="1257"/>
                  </a:lnTo>
                  <a:lnTo>
                    <a:pt x="369570" y="0"/>
                  </a:lnTo>
                  <a:close/>
                </a:path>
              </a:pathLst>
            </a:custGeom>
            <a:solidFill>
              <a:srgbClr val="E3E9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2528570" y="3238499"/>
              <a:ext cx="354330" cy="6350"/>
            </a:xfrm>
            <a:custGeom>
              <a:avLst/>
              <a:gdLst/>
              <a:ahLst/>
              <a:cxnLst/>
              <a:rect l="l" t="t" r="r" b="b"/>
              <a:pathLst>
                <a:path w="354330" h="6350">
                  <a:moveTo>
                    <a:pt x="35433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52"/>
                  </a:lnTo>
                  <a:lnTo>
                    <a:pt x="2540" y="2552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349250" y="6350"/>
                  </a:lnTo>
                  <a:lnTo>
                    <a:pt x="349250" y="5092"/>
                  </a:lnTo>
                  <a:lnTo>
                    <a:pt x="350520" y="5092"/>
                  </a:lnTo>
                  <a:lnTo>
                    <a:pt x="350520" y="3810"/>
                  </a:lnTo>
                  <a:lnTo>
                    <a:pt x="351790" y="3810"/>
                  </a:lnTo>
                  <a:lnTo>
                    <a:pt x="351790" y="2552"/>
                  </a:lnTo>
                  <a:lnTo>
                    <a:pt x="353047" y="2552"/>
                  </a:lnTo>
                  <a:lnTo>
                    <a:pt x="353047" y="1270"/>
                  </a:lnTo>
                  <a:lnTo>
                    <a:pt x="354330" y="1270"/>
                  </a:lnTo>
                  <a:lnTo>
                    <a:pt x="354330" y="0"/>
                  </a:lnTo>
                  <a:close/>
                </a:path>
              </a:pathLst>
            </a:custGeom>
            <a:solidFill>
              <a:srgbClr val="E5EA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2534920" y="3244849"/>
              <a:ext cx="341630" cy="7620"/>
            </a:xfrm>
            <a:custGeom>
              <a:avLst/>
              <a:gdLst/>
              <a:ahLst/>
              <a:cxnLst/>
              <a:rect l="l" t="t" r="r" b="b"/>
              <a:pathLst>
                <a:path w="341630" h="7620">
                  <a:moveTo>
                    <a:pt x="34163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52"/>
                  </a:lnTo>
                  <a:lnTo>
                    <a:pt x="2540" y="2552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20"/>
                  </a:lnTo>
                  <a:lnTo>
                    <a:pt x="335280" y="7620"/>
                  </a:lnTo>
                  <a:lnTo>
                    <a:pt x="335280" y="6350"/>
                  </a:lnTo>
                  <a:lnTo>
                    <a:pt x="336550" y="6350"/>
                  </a:lnTo>
                  <a:lnTo>
                    <a:pt x="336550" y="5092"/>
                  </a:lnTo>
                  <a:lnTo>
                    <a:pt x="337820" y="5092"/>
                  </a:lnTo>
                  <a:lnTo>
                    <a:pt x="337820" y="3810"/>
                  </a:lnTo>
                  <a:lnTo>
                    <a:pt x="339090" y="3810"/>
                  </a:lnTo>
                  <a:lnTo>
                    <a:pt x="339090" y="2552"/>
                  </a:lnTo>
                  <a:lnTo>
                    <a:pt x="340347" y="2552"/>
                  </a:lnTo>
                  <a:lnTo>
                    <a:pt x="340347" y="1270"/>
                  </a:lnTo>
                  <a:lnTo>
                    <a:pt x="341630" y="1270"/>
                  </a:lnTo>
                  <a:lnTo>
                    <a:pt x="341630" y="0"/>
                  </a:lnTo>
                  <a:close/>
                </a:path>
              </a:pathLst>
            </a:custGeom>
            <a:solidFill>
              <a:srgbClr val="E6EB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2542540" y="3252469"/>
              <a:ext cx="326390" cy="7620"/>
            </a:xfrm>
            <a:custGeom>
              <a:avLst/>
              <a:gdLst/>
              <a:ahLst/>
              <a:cxnLst/>
              <a:rect l="l" t="t" r="r" b="b"/>
              <a:pathLst>
                <a:path w="326389" h="7620">
                  <a:moveTo>
                    <a:pt x="326377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22"/>
                  </a:lnTo>
                  <a:lnTo>
                    <a:pt x="3810" y="3822"/>
                  </a:lnTo>
                  <a:lnTo>
                    <a:pt x="3810" y="5080"/>
                  </a:lnTo>
                  <a:lnTo>
                    <a:pt x="5080" y="5080"/>
                  </a:lnTo>
                  <a:lnTo>
                    <a:pt x="5080" y="6350"/>
                  </a:lnTo>
                  <a:lnTo>
                    <a:pt x="5067" y="7620"/>
                  </a:lnTo>
                  <a:lnTo>
                    <a:pt x="321310" y="7620"/>
                  </a:lnTo>
                  <a:lnTo>
                    <a:pt x="321310" y="6350"/>
                  </a:lnTo>
                  <a:lnTo>
                    <a:pt x="322580" y="6350"/>
                  </a:lnTo>
                  <a:lnTo>
                    <a:pt x="322580" y="5080"/>
                  </a:lnTo>
                  <a:lnTo>
                    <a:pt x="322580" y="3822"/>
                  </a:lnTo>
                  <a:lnTo>
                    <a:pt x="323850" y="3822"/>
                  </a:lnTo>
                  <a:lnTo>
                    <a:pt x="323850" y="2540"/>
                  </a:lnTo>
                  <a:lnTo>
                    <a:pt x="325120" y="2540"/>
                  </a:lnTo>
                  <a:lnTo>
                    <a:pt x="325120" y="1282"/>
                  </a:lnTo>
                  <a:lnTo>
                    <a:pt x="326377" y="1282"/>
                  </a:lnTo>
                  <a:lnTo>
                    <a:pt x="326377" y="0"/>
                  </a:lnTo>
                  <a:close/>
                </a:path>
              </a:pathLst>
            </a:custGeom>
            <a:solidFill>
              <a:srgbClr val="E8EC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2548890" y="3260102"/>
              <a:ext cx="313690" cy="6350"/>
            </a:xfrm>
            <a:custGeom>
              <a:avLst/>
              <a:gdLst/>
              <a:ahLst/>
              <a:cxnLst/>
              <a:rect l="l" t="t" r="r" b="b"/>
              <a:pathLst>
                <a:path w="313689" h="6350">
                  <a:moveTo>
                    <a:pt x="31367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797"/>
                  </a:lnTo>
                  <a:lnTo>
                    <a:pt x="3810" y="3797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308610" y="6350"/>
                  </a:lnTo>
                  <a:lnTo>
                    <a:pt x="308610" y="5067"/>
                  </a:lnTo>
                  <a:lnTo>
                    <a:pt x="309880" y="5067"/>
                  </a:lnTo>
                  <a:lnTo>
                    <a:pt x="309880" y="3797"/>
                  </a:lnTo>
                  <a:lnTo>
                    <a:pt x="311150" y="3797"/>
                  </a:lnTo>
                  <a:lnTo>
                    <a:pt x="311150" y="2540"/>
                  </a:lnTo>
                  <a:lnTo>
                    <a:pt x="312420" y="2540"/>
                  </a:lnTo>
                  <a:lnTo>
                    <a:pt x="312420" y="1257"/>
                  </a:lnTo>
                  <a:lnTo>
                    <a:pt x="313677" y="1257"/>
                  </a:lnTo>
                  <a:lnTo>
                    <a:pt x="313677" y="0"/>
                  </a:lnTo>
                  <a:close/>
                </a:path>
              </a:pathLst>
            </a:custGeom>
            <a:solidFill>
              <a:srgbClr val="E9ED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2555240" y="3266452"/>
              <a:ext cx="300990" cy="7620"/>
            </a:xfrm>
            <a:custGeom>
              <a:avLst/>
              <a:gdLst/>
              <a:ahLst/>
              <a:cxnLst/>
              <a:rect l="l" t="t" r="r" b="b"/>
              <a:pathLst>
                <a:path w="300989" h="7620">
                  <a:moveTo>
                    <a:pt x="30097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797"/>
                  </a:lnTo>
                  <a:lnTo>
                    <a:pt x="3810" y="3797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07"/>
                  </a:lnTo>
                  <a:lnTo>
                    <a:pt x="294627" y="7607"/>
                  </a:lnTo>
                  <a:lnTo>
                    <a:pt x="294627" y="6350"/>
                  </a:lnTo>
                  <a:lnTo>
                    <a:pt x="295910" y="6350"/>
                  </a:lnTo>
                  <a:lnTo>
                    <a:pt x="295910" y="5067"/>
                  </a:lnTo>
                  <a:lnTo>
                    <a:pt x="297180" y="5067"/>
                  </a:lnTo>
                  <a:lnTo>
                    <a:pt x="297180" y="3797"/>
                  </a:lnTo>
                  <a:lnTo>
                    <a:pt x="298450" y="3797"/>
                  </a:lnTo>
                  <a:lnTo>
                    <a:pt x="298450" y="2540"/>
                  </a:lnTo>
                  <a:lnTo>
                    <a:pt x="299720" y="2540"/>
                  </a:lnTo>
                  <a:lnTo>
                    <a:pt x="299720" y="1257"/>
                  </a:lnTo>
                  <a:lnTo>
                    <a:pt x="300977" y="1257"/>
                  </a:lnTo>
                  <a:lnTo>
                    <a:pt x="300977" y="0"/>
                  </a:lnTo>
                  <a:close/>
                </a:path>
              </a:pathLst>
            </a:custGeom>
            <a:solidFill>
              <a:srgbClr val="EBEF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2562860" y="3274059"/>
              <a:ext cx="285750" cy="8255"/>
            </a:xfrm>
            <a:custGeom>
              <a:avLst/>
              <a:gdLst/>
              <a:ahLst/>
              <a:cxnLst/>
              <a:rect l="l" t="t" r="r" b="b"/>
              <a:pathLst>
                <a:path w="285750" h="8254">
                  <a:moveTo>
                    <a:pt x="28575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32"/>
                  </a:lnTo>
                  <a:lnTo>
                    <a:pt x="279400" y="7632"/>
                  </a:lnTo>
                  <a:lnTo>
                    <a:pt x="279400" y="6350"/>
                  </a:lnTo>
                  <a:lnTo>
                    <a:pt x="280657" y="6350"/>
                  </a:lnTo>
                  <a:lnTo>
                    <a:pt x="280657" y="5092"/>
                  </a:lnTo>
                  <a:lnTo>
                    <a:pt x="281940" y="5092"/>
                  </a:lnTo>
                  <a:lnTo>
                    <a:pt x="281940" y="3810"/>
                  </a:lnTo>
                  <a:lnTo>
                    <a:pt x="283210" y="3810"/>
                  </a:lnTo>
                  <a:lnTo>
                    <a:pt x="283210" y="2540"/>
                  </a:lnTo>
                  <a:lnTo>
                    <a:pt x="284480" y="2540"/>
                  </a:lnTo>
                  <a:lnTo>
                    <a:pt x="284480" y="1282"/>
                  </a:lnTo>
                  <a:lnTo>
                    <a:pt x="285750" y="1282"/>
                  </a:lnTo>
                  <a:lnTo>
                    <a:pt x="285750" y="0"/>
                  </a:lnTo>
                  <a:close/>
                </a:path>
              </a:pathLst>
            </a:custGeom>
            <a:solidFill>
              <a:srgbClr val="ECF0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2570480" y="3281692"/>
              <a:ext cx="270510" cy="6350"/>
            </a:xfrm>
            <a:custGeom>
              <a:avLst/>
              <a:gdLst/>
              <a:ahLst/>
              <a:cxnLst/>
              <a:rect l="l" t="t" r="r" b="b"/>
              <a:pathLst>
                <a:path w="270510" h="6350">
                  <a:moveTo>
                    <a:pt x="27051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2540" y="2527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265430" y="6350"/>
                  </a:lnTo>
                  <a:lnTo>
                    <a:pt x="265430" y="5067"/>
                  </a:lnTo>
                  <a:lnTo>
                    <a:pt x="266687" y="5067"/>
                  </a:lnTo>
                  <a:lnTo>
                    <a:pt x="266687" y="3810"/>
                  </a:lnTo>
                  <a:lnTo>
                    <a:pt x="267970" y="3810"/>
                  </a:lnTo>
                  <a:lnTo>
                    <a:pt x="267970" y="2527"/>
                  </a:lnTo>
                  <a:lnTo>
                    <a:pt x="269240" y="2527"/>
                  </a:lnTo>
                  <a:lnTo>
                    <a:pt x="269240" y="1257"/>
                  </a:lnTo>
                  <a:lnTo>
                    <a:pt x="270510" y="1257"/>
                  </a:lnTo>
                  <a:lnTo>
                    <a:pt x="270510" y="0"/>
                  </a:lnTo>
                  <a:close/>
                </a:path>
              </a:pathLst>
            </a:custGeom>
            <a:solidFill>
              <a:srgbClr val="EDF1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2576830" y="3288042"/>
              <a:ext cx="257810" cy="7620"/>
            </a:xfrm>
            <a:custGeom>
              <a:avLst/>
              <a:gdLst/>
              <a:ahLst/>
              <a:cxnLst/>
              <a:rect l="l" t="t" r="r" b="b"/>
              <a:pathLst>
                <a:path w="257810" h="7620">
                  <a:moveTo>
                    <a:pt x="25781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2540" y="2527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37" y="7607"/>
                  </a:lnTo>
                  <a:lnTo>
                    <a:pt x="251460" y="7607"/>
                  </a:lnTo>
                  <a:lnTo>
                    <a:pt x="251460" y="6350"/>
                  </a:lnTo>
                  <a:lnTo>
                    <a:pt x="252730" y="6350"/>
                  </a:lnTo>
                  <a:lnTo>
                    <a:pt x="252730" y="5067"/>
                  </a:lnTo>
                  <a:lnTo>
                    <a:pt x="253987" y="5067"/>
                  </a:lnTo>
                  <a:lnTo>
                    <a:pt x="253987" y="3810"/>
                  </a:lnTo>
                  <a:lnTo>
                    <a:pt x="255270" y="3810"/>
                  </a:lnTo>
                  <a:lnTo>
                    <a:pt x="255270" y="2527"/>
                  </a:lnTo>
                  <a:lnTo>
                    <a:pt x="256540" y="2527"/>
                  </a:lnTo>
                  <a:lnTo>
                    <a:pt x="256540" y="1257"/>
                  </a:lnTo>
                  <a:lnTo>
                    <a:pt x="257810" y="1257"/>
                  </a:lnTo>
                  <a:lnTo>
                    <a:pt x="257810" y="0"/>
                  </a:lnTo>
                  <a:close/>
                </a:path>
              </a:pathLst>
            </a:custGeom>
            <a:solidFill>
              <a:srgbClr val="EFF2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2584450" y="3295649"/>
              <a:ext cx="243840" cy="7620"/>
            </a:xfrm>
            <a:custGeom>
              <a:avLst/>
              <a:gdLst/>
              <a:ahLst/>
              <a:cxnLst/>
              <a:rect l="l" t="t" r="r" b="b"/>
              <a:pathLst>
                <a:path w="243839" h="7620">
                  <a:moveTo>
                    <a:pt x="241300" y="2552"/>
                  </a:moveTo>
                  <a:lnTo>
                    <a:pt x="1270" y="2552"/>
                  </a:lnTo>
                  <a:lnTo>
                    <a:pt x="1270" y="3810"/>
                  </a:lnTo>
                  <a:lnTo>
                    <a:pt x="2540" y="3810"/>
                  </a:lnTo>
                  <a:lnTo>
                    <a:pt x="2540" y="5092"/>
                  </a:lnTo>
                  <a:lnTo>
                    <a:pt x="3810" y="5092"/>
                  </a:lnTo>
                  <a:lnTo>
                    <a:pt x="3810" y="6350"/>
                  </a:lnTo>
                  <a:lnTo>
                    <a:pt x="5080" y="6350"/>
                  </a:lnTo>
                  <a:lnTo>
                    <a:pt x="5080" y="7620"/>
                  </a:lnTo>
                  <a:lnTo>
                    <a:pt x="237490" y="7620"/>
                  </a:lnTo>
                  <a:lnTo>
                    <a:pt x="237490" y="6350"/>
                  </a:lnTo>
                  <a:lnTo>
                    <a:pt x="238760" y="6350"/>
                  </a:lnTo>
                  <a:lnTo>
                    <a:pt x="238760" y="5092"/>
                  </a:lnTo>
                  <a:lnTo>
                    <a:pt x="240017" y="5092"/>
                  </a:lnTo>
                  <a:lnTo>
                    <a:pt x="240017" y="3810"/>
                  </a:lnTo>
                  <a:lnTo>
                    <a:pt x="241300" y="3810"/>
                  </a:lnTo>
                  <a:lnTo>
                    <a:pt x="241300" y="2552"/>
                  </a:lnTo>
                  <a:close/>
                </a:path>
                <a:path w="243839" h="7620">
                  <a:moveTo>
                    <a:pt x="2438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242570" y="2540"/>
                  </a:lnTo>
                  <a:lnTo>
                    <a:pt x="242570" y="1270"/>
                  </a:lnTo>
                  <a:lnTo>
                    <a:pt x="243840" y="1270"/>
                  </a:lnTo>
                  <a:lnTo>
                    <a:pt x="243840" y="0"/>
                  </a:lnTo>
                  <a:close/>
                </a:path>
              </a:pathLst>
            </a:custGeom>
            <a:solidFill>
              <a:srgbClr val="F0F3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2590800" y="3303269"/>
              <a:ext cx="229870" cy="8255"/>
            </a:xfrm>
            <a:custGeom>
              <a:avLst/>
              <a:gdLst/>
              <a:ahLst/>
              <a:cxnLst/>
              <a:rect l="l" t="t" r="r" b="b"/>
              <a:pathLst>
                <a:path w="229869" h="8254">
                  <a:moveTo>
                    <a:pt x="22987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22"/>
                  </a:lnTo>
                  <a:lnTo>
                    <a:pt x="3810" y="3822"/>
                  </a:lnTo>
                  <a:lnTo>
                    <a:pt x="3810" y="5080"/>
                  </a:lnTo>
                  <a:lnTo>
                    <a:pt x="5080" y="5080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32"/>
                  </a:lnTo>
                  <a:lnTo>
                    <a:pt x="223520" y="7632"/>
                  </a:lnTo>
                  <a:lnTo>
                    <a:pt x="223520" y="6350"/>
                  </a:lnTo>
                  <a:lnTo>
                    <a:pt x="224790" y="6350"/>
                  </a:lnTo>
                  <a:lnTo>
                    <a:pt x="224790" y="5080"/>
                  </a:lnTo>
                  <a:lnTo>
                    <a:pt x="226060" y="5080"/>
                  </a:lnTo>
                  <a:lnTo>
                    <a:pt x="226060" y="3822"/>
                  </a:lnTo>
                  <a:lnTo>
                    <a:pt x="227317" y="3822"/>
                  </a:lnTo>
                  <a:lnTo>
                    <a:pt x="227317" y="2540"/>
                  </a:lnTo>
                  <a:lnTo>
                    <a:pt x="228600" y="2540"/>
                  </a:lnTo>
                  <a:lnTo>
                    <a:pt x="228600" y="1282"/>
                  </a:lnTo>
                  <a:lnTo>
                    <a:pt x="229870" y="1282"/>
                  </a:lnTo>
                  <a:lnTo>
                    <a:pt x="229870" y="0"/>
                  </a:lnTo>
                  <a:close/>
                </a:path>
              </a:pathLst>
            </a:custGeom>
            <a:solidFill>
              <a:srgbClr val="F2F4F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2598420" y="3310902"/>
              <a:ext cx="214629" cy="6350"/>
            </a:xfrm>
            <a:custGeom>
              <a:avLst/>
              <a:gdLst/>
              <a:ahLst/>
              <a:cxnLst/>
              <a:rect l="l" t="t" r="r" b="b"/>
              <a:pathLst>
                <a:path w="214630" h="6350">
                  <a:moveTo>
                    <a:pt x="21463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797"/>
                  </a:lnTo>
                  <a:lnTo>
                    <a:pt x="3810" y="3797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209550" y="6350"/>
                  </a:lnTo>
                  <a:lnTo>
                    <a:pt x="209550" y="5067"/>
                  </a:lnTo>
                  <a:lnTo>
                    <a:pt x="210820" y="5067"/>
                  </a:lnTo>
                  <a:lnTo>
                    <a:pt x="210820" y="3797"/>
                  </a:lnTo>
                  <a:lnTo>
                    <a:pt x="212090" y="3797"/>
                  </a:lnTo>
                  <a:lnTo>
                    <a:pt x="212090" y="2540"/>
                  </a:lnTo>
                  <a:lnTo>
                    <a:pt x="213347" y="2540"/>
                  </a:lnTo>
                  <a:lnTo>
                    <a:pt x="213347" y="1257"/>
                  </a:lnTo>
                  <a:lnTo>
                    <a:pt x="214630" y="1257"/>
                  </a:lnTo>
                  <a:lnTo>
                    <a:pt x="214630" y="0"/>
                  </a:lnTo>
                  <a:close/>
                </a:path>
              </a:pathLst>
            </a:custGeom>
            <a:solidFill>
              <a:srgbClr val="F3F5F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2604770" y="3317252"/>
              <a:ext cx="201930" cy="7620"/>
            </a:xfrm>
            <a:custGeom>
              <a:avLst/>
              <a:gdLst/>
              <a:ahLst/>
              <a:cxnLst/>
              <a:rect l="l" t="t" r="r" b="b"/>
              <a:pathLst>
                <a:path w="201930" h="7620">
                  <a:moveTo>
                    <a:pt x="20193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797"/>
                  </a:lnTo>
                  <a:lnTo>
                    <a:pt x="3810" y="3797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07"/>
                  </a:lnTo>
                  <a:lnTo>
                    <a:pt x="195580" y="7607"/>
                  </a:lnTo>
                  <a:lnTo>
                    <a:pt x="195580" y="6350"/>
                  </a:lnTo>
                  <a:lnTo>
                    <a:pt x="196850" y="6350"/>
                  </a:lnTo>
                  <a:lnTo>
                    <a:pt x="196850" y="5067"/>
                  </a:lnTo>
                  <a:lnTo>
                    <a:pt x="198120" y="5067"/>
                  </a:lnTo>
                  <a:lnTo>
                    <a:pt x="198120" y="3797"/>
                  </a:lnTo>
                  <a:lnTo>
                    <a:pt x="199390" y="3797"/>
                  </a:lnTo>
                  <a:lnTo>
                    <a:pt x="199390" y="2540"/>
                  </a:lnTo>
                  <a:lnTo>
                    <a:pt x="200647" y="2540"/>
                  </a:lnTo>
                  <a:lnTo>
                    <a:pt x="200647" y="1257"/>
                  </a:lnTo>
                  <a:lnTo>
                    <a:pt x="201930" y="1257"/>
                  </a:lnTo>
                  <a:lnTo>
                    <a:pt x="201930" y="0"/>
                  </a:lnTo>
                  <a:close/>
                </a:path>
              </a:pathLst>
            </a:custGeom>
            <a:solidFill>
              <a:srgbClr val="F5F7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2612390" y="3324859"/>
              <a:ext cx="186690" cy="8255"/>
            </a:xfrm>
            <a:custGeom>
              <a:avLst/>
              <a:gdLst/>
              <a:ahLst/>
              <a:cxnLst/>
              <a:rect l="l" t="t" r="r" b="b"/>
              <a:pathLst>
                <a:path w="186689" h="8254">
                  <a:moveTo>
                    <a:pt x="186677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32"/>
                  </a:lnTo>
                  <a:lnTo>
                    <a:pt x="180327" y="7632"/>
                  </a:lnTo>
                  <a:lnTo>
                    <a:pt x="180327" y="6350"/>
                  </a:lnTo>
                  <a:lnTo>
                    <a:pt x="181610" y="6350"/>
                  </a:lnTo>
                  <a:lnTo>
                    <a:pt x="181610" y="5092"/>
                  </a:lnTo>
                  <a:lnTo>
                    <a:pt x="182880" y="5092"/>
                  </a:lnTo>
                  <a:lnTo>
                    <a:pt x="182880" y="3810"/>
                  </a:lnTo>
                  <a:lnTo>
                    <a:pt x="184150" y="3810"/>
                  </a:lnTo>
                  <a:lnTo>
                    <a:pt x="184150" y="2540"/>
                  </a:lnTo>
                  <a:lnTo>
                    <a:pt x="185420" y="2540"/>
                  </a:lnTo>
                  <a:lnTo>
                    <a:pt x="185420" y="1282"/>
                  </a:lnTo>
                  <a:lnTo>
                    <a:pt x="186677" y="1282"/>
                  </a:lnTo>
                  <a:lnTo>
                    <a:pt x="186677" y="0"/>
                  </a:lnTo>
                  <a:close/>
                </a:path>
              </a:pathLst>
            </a:custGeom>
            <a:solidFill>
              <a:srgbClr val="F6F8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2620010" y="3332479"/>
              <a:ext cx="171450" cy="6985"/>
            </a:xfrm>
            <a:custGeom>
              <a:avLst/>
              <a:gdLst/>
              <a:ahLst/>
              <a:cxnLst/>
              <a:rect l="l" t="t" r="r" b="b"/>
              <a:pathLst>
                <a:path w="171450" h="6985">
                  <a:moveTo>
                    <a:pt x="168910" y="3822"/>
                  </a:moveTo>
                  <a:lnTo>
                    <a:pt x="2540" y="3822"/>
                  </a:lnTo>
                  <a:lnTo>
                    <a:pt x="2540" y="5080"/>
                  </a:lnTo>
                  <a:lnTo>
                    <a:pt x="3810" y="5080"/>
                  </a:lnTo>
                  <a:lnTo>
                    <a:pt x="3810" y="6362"/>
                  </a:lnTo>
                  <a:lnTo>
                    <a:pt x="167640" y="6362"/>
                  </a:lnTo>
                  <a:lnTo>
                    <a:pt x="167640" y="5080"/>
                  </a:lnTo>
                  <a:lnTo>
                    <a:pt x="168910" y="5080"/>
                  </a:lnTo>
                  <a:lnTo>
                    <a:pt x="168910" y="3822"/>
                  </a:lnTo>
                  <a:close/>
                </a:path>
                <a:path w="171450" h="6985">
                  <a:moveTo>
                    <a:pt x="17145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1270" y="3810"/>
                  </a:lnTo>
                  <a:lnTo>
                    <a:pt x="170180" y="3810"/>
                  </a:lnTo>
                  <a:lnTo>
                    <a:pt x="170180" y="2540"/>
                  </a:lnTo>
                  <a:lnTo>
                    <a:pt x="171450" y="2540"/>
                  </a:lnTo>
                  <a:lnTo>
                    <a:pt x="171450" y="1270"/>
                  </a:lnTo>
                  <a:lnTo>
                    <a:pt x="171450" y="0"/>
                  </a:lnTo>
                  <a:close/>
                </a:path>
              </a:pathLst>
            </a:custGeom>
            <a:solidFill>
              <a:srgbClr val="F8F9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2625090" y="3338842"/>
              <a:ext cx="161290" cy="7620"/>
            </a:xfrm>
            <a:custGeom>
              <a:avLst/>
              <a:gdLst/>
              <a:ahLst/>
              <a:cxnLst/>
              <a:rect l="l" t="t" r="r" b="b"/>
              <a:pathLst>
                <a:path w="161289" h="7620">
                  <a:moveTo>
                    <a:pt x="16127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2540" y="2527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07"/>
                  </a:lnTo>
                  <a:lnTo>
                    <a:pt x="154927" y="7607"/>
                  </a:lnTo>
                  <a:lnTo>
                    <a:pt x="154927" y="6350"/>
                  </a:lnTo>
                  <a:lnTo>
                    <a:pt x="156210" y="6350"/>
                  </a:lnTo>
                  <a:lnTo>
                    <a:pt x="156210" y="5067"/>
                  </a:lnTo>
                  <a:lnTo>
                    <a:pt x="157480" y="5067"/>
                  </a:lnTo>
                  <a:lnTo>
                    <a:pt x="157480" y="3810"/>
                  </a:lnTo>
                  <a:lnTo>
                    <a:pt x="158750" y="3810"/>
                  </a:lnTo>
                  <a:lnTo>
                    <a:pt x="158750" y="2527"/>
                  </a:lnTo>
                  <a:lnTo>
                    <a:pt x="160020" y="2527"/>
                  </a:lnTo>
                  <a:lnTo>
                    <a:pt x="160020" y="1257"/>
                  </a:lnTo>
                  <a:lnTo>
                    <a:pt x="161277" y="1257"/>
                  </a:lnTo>
                  <a:lnTo>
                    <a:pt x="161277" y="0"/>
                  </a:lnTo>
                  <a:close/>
                </a:path>
              </a:pathLst>
            </a:custGeom>
            <a:solidFill>
              <a:srgbClr val="F9FA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2632710" y="3346449"/>
              <a:ext cx="146050" cy="7620"/>
            </a:xfrm>
            <a:custGeom>
              <a:avLst/>
              <a:gdLst/>
              <a:ahLst/>
              <a:cxnLst/>
              <a:rect l="l" t="t" r="r" b="b"/>
              <a:pathLst>
                <a:path w="146050" h="7620">
                  <a:moveTo>
                    <a:pt x="14605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52"/>
                  </a:lnTo>
                  <a:lnTo>
                    <a:pt x="2540" y="2552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20"/>
                  </a:lnTo>
                  <a:lnTo>
                    <a:pt x="139700" y="7620"/>
                  </a:lnTo>
                  <a:lnTo>
                    <a:pt x="139700" y="6350"/>
                  </a:lnTo>
                  <a:lnTo>
                    <a:pt x="140957" y="6350"/>
                  </a:lnTo>
                  <a:lnTo>
                    <a:pt x="140957" y="5092"/>
                  </a:lnTo>
                  <a:lnTo>
                    <a:pt x="142240" y="5092"/>
                  </a:lnTo>
                  <a:lnTo>
                    <a:pt x="142240" y="3810"/>
                  </a:lnTo>
                  <a:lnTo>
                    <a:pt x="143510" y="3810"/>
                  </a:lnTo>
                  <a:lnTo>
                    <a:pt x="143510" y="2552"/>
                  </a:lnTo>
                  <a:lnTo>
                    <a:pt x="144780" y="2552"/>
                  </a:lnTo>
                  <a:lnTo>
                    <a:pt x="144780" y="1270"/>
                  </a:lnTo>
                  <a:lnTo>
                    <a:pt x="146050" y="1270"/>
                  </a:lnTo>
                  <a:lnTo>
                    <a:pt x="146050" y="0"/>
                  </a:lnTo>
                  <a:close/>
                </a:path>
              </a:pathLst>
            </a:custGeom>
            <a:solidFill>
              <a:srgbClr val="FBFB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1" name="object 12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828800" y="1219200"/>
              <a:ext cx="1752600" cy="1314450"/>
            </a:xfrm>
            <a:prstGeom prst="rect">
              <a:avLst/>
            </a:prstGeom>
          </p:spPr>
        </p:pic>
      </p:grpSp>
      <p:pic>
        <p:nvPicPr>
          <p:cNvPr id="122" name="object 122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514600" y="3505200"/>
            <a:ext cx="384810" cy="533400"/>
          </a:xfrm>
          <a:prstGeom prst="rect">
            <a:avLst/>
          </a:prstGeom>
        </p:spPr>
      </p:pic>
      <p:grpSp>
        <p:nvGrpSpPr>
          <p:cNvPr id="123" name="object 123"/>
          <p:cNvGrpSpPr/>
          <p:nvPr/>
        </p:nvGrpSpPr>
        <p:grpSpPr>
          <a:xfrm>
            <a:off x="3048000" y="1219200"/>
            <a:ext cx="4192270" cy="3429000"/>
            <a:chOff x="3048000" y="1219200"/>
            <a:chExt cx="4192270" cy="3429000"/>
          </a:xfrm>
        </p:grpSpPr>
        <p:sp>
          <p:nvSpPr>
            <p:cNvPr id="124" name="object 124"/>
            <p:cNvSpPr/>
            <p:nvPr/>
          </p:nvSpPr>
          <p:spPr>
            <a:xfrm>
              <a:off x="5486400" y="2514599"/>
              <a:ext cx="1753870" cy="6350"/>
            </a:xfrm>
            <a:custGeom>
              <a:avLst/>
              <a:gdLst/>
              <a:ahLst/>
              <a:cxnLst/>
              <a:rect l="l" t="t" r="r" b="b"/>
              <a:pathLst>
                <a:path w="1753870" h="6350">
                  <a:moveTo>
                    <a:pt x="17538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52"/>
                  </a:lnTo>
                  <a:lnTo>
                    <a:pt x="2540" y="2552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1748790" y="6350"/>
                  </a:lnTo>
                  <a:lnTo>
                    <a:pt x="1748790" y="5092"/>
                  </a:lnTo>
                  <a:lnTo>
                    <a:pt x="1750060" y="5092"/>
                  </a:lnTo>
                  <a:lnTo>
                    <a:pt x="1750060" y="3810"/>
                  </a:lnTo>
                  <a:lnTo>
                    <a:pt x="1751330" y="3810"/>
                  </a:lnTo>
                  <a:lnTo>
                    <a:pt x="1751330" y="2552"/>
                  </a:lnTo>
                  <a:lnTo>
                    <a:pt x="1752600" y="2552"/>
                  </a:lnTo>
                  <a:lnTo>
                    <a:pt x="1752600" y="1270"/>
                  </a:lnTo>
                  <a:lnTo>
                    <a:pt x="1753870" y="1270"/>
                  </a:lnTo>
                  <a:lnTo>
                    <a:pt x="1753870" y="0"/>
                  </a:lnTo>
                  <a:close/>
                </a:path>
              </a:pathLst>
            </a:custGeom>
            <a:solidFill>
              <a:srgbClr val="5377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5492750" y="2520949"/>
              <a:ext cx="1741170" cy="7620"/>
            </a:xfrm>
            <a:custGeom>
              <a:avLst/>
              <a:gdLst/>
              <a:ahLst/>
              <a:cxnLst/>
              <a:rect l="l" t="t" r="r" b="b"/>
              <a:pathLst>
                <a:path w="1741170" h="7619">
                  <a:moveTo>
                    <a:pt x="17411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52"/>
                  </a:lnTo>
                  <a:lnTo>
                    <a:pt x="2540" y="2552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20"/>
                  </a:lnTo>
                  <a:lnTo>
                    <a:pt x="1734820" y="7620"/>
                  </a:lnTo>
                  <a:lnTo>
                    <a:pt x="1734820" y="6350"/>
                  </a:lnTo>
                  <a:lnTo>
                    <a:pt x="1736090" y="6350"/>
                  </a:lnTo>
                  <a:lnTo>
                    <a:pt x="1736090" y="5092"/>
                  </a:lnTo>
                  <a:lnTo>
                    <a:pt x="1737360" y="5092"/>
                  </a:lnTo>
                  <a:lnTo>
                    <a:pt x="1737360" y="3810"/>
                  </a:lnTo>
                  <a:lnTo>
                    <a:pt x="1738630" y="3810"/>
                  </a:lnTo>
                  <a:lnTo>
                    <a:pt x="1738630" y="2552"/>
                  </a:lnTo>
                  <a:lnTo>
                    <a:pt x="1739900" y="2552"/>
                  </a:lnTo>
                  <a:lnTo>
                    <a:pt x="1739900" y="1270"/>
                  </a:lnTo>
                  <a:lnTo>
                    <a:pt x="1741170" y="1270"/>
                  </a:lnTo>
                  <a:lnTo>
                    <a:pt x="1741170" y="0"/>
                  </a:lnTo>
                  <a:close/>
                </a:path>
              </a:pathLst>
            </a:custGeom>
            <a:solidFill>
              <a:srgbClr val="5478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5500370" y="2528569"/>
              <a:ext cx="1725930" cy="6350"/>
            </a:xfrm>
            <a:custGeom>
              <a:avLst/>
              <a:gdLst/>
              <a:ahLst/>
              <a:cxnLst/>
              <a:rect l="l" t="t" r="r" b="b"/>
              <a:pathLst>
                <a:path w="1725929" h="6350">
                  <a:moveTo>
                    <a:pt x="172593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22"/>
                  </a:lnTo>
                  <a:lnTo>
                    <a:pt x="3810" y="3822"/>
                  </a:lnTo>
                  <a:lnTo>
                    <a:pt x="3810" y="5080"/>
                  </a:lnTo>
                  <a:lnTo>
                    <a:pt x="5080" y="5080"/>
                  </a:lnTo>
                  <a:lnTo>
                    <a:pt x="5080" y="6350"/>
                  </a:lnTo>
                  <a:lnTo>
                    <a:pt x="1722120" y="6350"/>
                  </a:lnTo>
                  <a:lnTo>
                    <a:pt x="1722120" y="5080"/>
                  </a:lnTo>
                  <a:lnTo>
                    <a:pt x="1722120" y="3822"/>
                  </a:lnTo>
                  <a:lnTo>
                    <a:pt x="1723390" y="3822"/>
                  </a:lnTo>
                  <a:lnTo>
                    <a:pt x="1723390" y="2540"/>
                  </a:lnTo>
                  <a:lnTo>
                    <a:pt x="1724660" y="2540"/>
                  </a:lnTo>
                  <a:lnTo>
                    <a:pt x="1724660" y="1282"/>
                  </a:lnTo>
                  <a:lnTo>
                    <a:pt x="1725930" y="1282"/>
                  </a:lnTo>
                  <a:lnTo>
                    <a:pt x="1725930" y="0"/>
                  </a:lnTo>
                  <a:close/>
                </a:path>
              </a:pathLst>
            </a:custGeom>
            <a:solidFill>
              <a:srgbClr val="5579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5505450" y="2534919"/>
              <a:ext cx="1715770" cy="8255"/>
            </a:xfrm>
            <a:custGeom>
              <a:avLst/>
              <a:gdLst/>
              <a:ahLst/>
              <a:cxnLst/>
              <a:rect l="l" t="t" r="r" b="b"/>
              <a:pathLst>
                <a:path w="1715770" h="8255">
                  <a:moveTo>
                    <a:pt x="171577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22"/>
                  </a:lnTo>
                  <a:lnTo>
                    <a:pt x="3810" y="3822"/>
                  </a:lnTo>
                  <a:lnTo>
                    <a:pt x="3810" y="5080"/>
                  </a:lnTo>
                  <a:lnTo>
                    <a:pt x="5080" y="5080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32"/>
                  </a:lnTo>
                  <a:lnTo>
                    <a:pt x="1709420" y="7632"/>
                  </a:lnTo>
                  <a:lnTo>
                    <a:pt x="1709420" y="6350"/>
                  </a:lnTo>
                  <a:lnTo>
                    <a:pt x="1710690" y="6350"/>
                  </a:lnTo>
                  <a:lnTo>
                    <a:pt x="1710690" y="5080"/>
                  </a:lnTo>
                  <a:lnTo>
                    <a:pt x="1711960" y="5080"/>
                  </a:lnTo>
                  <a:lnTo>
                    <a:pt x="1711960" y="3822"/>
                  </a:lnTo>
                  <a:lnTo>
                    <a:pt x="1713230" y="3822"/>
                  </a:lnTo>
                  <a:lnTo>
                    <a:pt x="1713230" y="2540"/>
                  </a:lnTo>
                  <a:lnTo>
                    <a:pt x="1714500" y="2540"/>
                  </a:lnTo>
                  <a:lnTo>
                    <a:pt x="1714500" y="1282"/>
                  </a:lnTo>
                  <a:lnTo>
                    <a:pt x="1715770" y="1282"/>
                  </a:lnTo>
                  <a:lnTo>
                    <a:pt x="1715770" y="0"/>
                  </a:lnTo>
                  <a:close/>
                </a:path>
              </a:pathLst>
            </a:custGeom>
            <a:solidFill>
              <a:srgbClr val="577A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5513070" y="2542552"/>
              <a:ext cx="1700530" cy="7620"/>
            </a:xfrm>
            <a:custGeom>
              <a:avLst/>
              <a:gdLst/>
              <a:ahLst/>
              <a:cxnLst/>
              <a:rect l="l" t="t" r="r" b="b"/>
              <a:pathLst>
                <a:path w="1700529" h="7619">
                  <a:moveTo>
                    <a:pt x="170053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797"/>
                  </a:lnTo>
                  <a:lnTo>
                    <a:pt x="3810" y="3797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07"/>
                  </a:lnTo>
                  <a:lnTo>
                    <a:pt x="1694180" y="7607"/>
                  </a:lnTo>
                  <a:lnTo>
                    <a:pt x="1694180" y="6350"/>
                  </a:lnTo>
                  <a:lnTo>
                    <a:pt x="1695450" y="6350"/>
                  </a:lnTo>
                  <a:lnTo>
                    <a:pt x="1695450" y="5067"/>
                  </a:lnTo>
                  <a:lnTo>
                    <a:pt x="1696720" y="5067"/>
                  </a:lnTo>
                  <a:lnTo>
                    <a:pt x="1696720" y="3797"/>
                  </a:lnTo>
                  <a:lnTo>
                    <a:pt x="1697990" y="3797"/>
                  </a:lnTo>
                  <a:lnTo>
                    <a:pt x="1697990" y="2540"/>
                  </a:lnTo>
                  <a:lnTo>
                    <a:pt x="1699260" y="2540"/>
                  </a:lnTo>
                  <a:lnTo>
                    <a:pt x="1699260" y="1257"/>
                  </a:lnTo>
                  <a:lnTo>
                    <a:pt x="1700530" y="1257"/>
                  </a:lnTo>
                  <a:lnTo>
                    <a:pt x="1700530" y="0"/>
                  </a:lnTo>
                  <a:close/>
                </a:path>
              </a:pathLst>
            </a:custGeom>
            <a:solidFill>
              <a:srgbClr val="587B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5520690" y="2550159"/>
              <a:ext cx="1685289" cy="6350"/>
            </a:xfrm>
            <a:custGeom>
              <a:avLst/>
              <a:gdLst/>
              <a:ahLst/>
              <a:cxnLst/>
              <a:rect l="l" t="t" r="r" b="b"/>
              <a:pathLst>
                <a:path w="1685290" h="6350">
                  <a:moveTo>
                    <a:pt x="168529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1680210" y="6350"/>
                  </a:lnTo>
                  <a:lnTo>
                    <a:pt x="1680210" y="5092"/>
                  </a:lnTo>
                  <a:lnTo>
                    <a:pt x="1681480" y="5092"/>
                  </a:lnTo>
                  <a:lnTo>
                    <a:pt x="1681480" y="3810"/>
                  </a:lnTo>
                  <a:lnTo>
                    <a:pt x="1682750" y="3810"/>
                  </a:lnTo>
                  <a:lnTo>
                    <a:pt x="1682750" y="2540"/>
                  </a:lnTo>
                  <a:lnTo>
                    <a:pt x="1684020" y="2540"/>
                  </a:lnTo>
                  <a:lnTo>
                    <a:pt x="1684020" y="1282"/>
                  </a:lnTo>
                  <a:lnTo>
                    <a:pt x="1685290" y="1282"/>
                  </a:lnTo>
                  <a:lnTo>
                    <a:pt x="1685290" y="0"/>
                  </a:lnTo>
                  <a:close/>
                </a:path>
              </a:pathLst>
            </a:custGeom>
            <a:solidFill>
              <a:srgbClr val="5A7C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5527040" y="2556509"/>
              <a:ext cx="1672589" cy="8255"/>
            </a:xfrm>
            <a:custGeom>
              <a:avLst/>
              <a:gdLst/>
              <a:ahLst/>
              <a:cxnLst/>
              <a:rect l="l" t="t" r="r" b="b"/>
              <a:pathLst>
                <a:path w="1672590" h="8255">
                  <a:moveTo>
                    <a:pt x="167259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32"/>
                  </a:lnTo>
                  <a:lnTo>
                    <a:pt x="1666240" y="7632"/>
                  </a:lnTo>
                  <a:lnTo>
                    <a:pt x="1666240" y="6350"/>
                  </a:lnTo>
                  <a:lnTo>
                    <a:pt x="1667510" y="6350"/>
                  </a:lnTo>
                  <a:lnTo>
                    <a:pt x="1667510" y="5092"/>
                  </a:lnTo>
                  <a:lnTo>
                    <a:pt x="1668780" y="5092"/>
                  </a:lnTo>
                  <a:lnTo>
                    <a:pt x="1668780" y="3810"/>
                  </a:lnTo>
                  <a:lnTo>
                    <a:pt x="1670050" y="3810"/>
                  </a:lnTo>
                  <a:lnTo>
                    <a:pt x="1670050" y="2540"/>
                  </a:lnTo>
                  <a:lnTo>
                    <a:pt x="1671320" y="2540"/>
                  </a:lnTo>
                  <a:lnTo>
                    <a:pt x="1671320" y="1282"/>
                  </a:lnTo>
                  <a:lnTo>
                    <a:pt x="1672590" y="1282"/>
                  </a:lnTo>
                  <a:lnTo>
                    <a:pt x="1672590" y="0"/>
                  </a:lnTo>
                  <a:close/>
                </a:path>
              </a:pathLst>
            </a:custGeom>
            <a:solidFill>
              <a:srgbClr val="5B7D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5534660" y="2564142"/>
              <a:ext cx="1657350" cy="7620"/>
            </a:xfrm>
            <a:custGeom>
              <a:avLst/>
              <a:gdLst/>
              <a:ahLst/>
              <a:cxnLst/>
              <a:rect l="l" t="t" r="r" b="b"/>
              <a:pathLst>
                <a:path w="1657350" h="7619">
                  <a:moveTo>
                    <a:pt x="165735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2540" y="2527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07"/>
                  </a:lnTo>
                  <a:lnTo>
                    <a:pt x="1651000" y="7607"/>
                  </a:lnTo>
                  <a:lnTo>
                    <a:pt x="1651000" y="6350"/>
                  </a:lnTo>
                  <a:lnTo>
                    <a:pt x="1652270" y="6350"/>
                  </a:lnTo>
                  <a:lnTo>
                    <a:pt x="1652270" y="5067"/>
                  </a:lnTo>
                  <a:lnTo>
                    <a:pt x="1653540" y="5067"/>
                  </a:lnTo>
                  <a:lnTo>
                    <a:pt x="1653540" y="3810"/>
                  </a:lnTo>
                  <a:lnTo>
                    <a:pt x="1654810" y="3810"/>
                  </a:lnTo>
                  <a:lnTo>
                    <a:pt x="1654810" y="2527"/>
                  </a:lnTo>
                  <a:lnTo>
                    <a:pt x="1656080" y="2527"/>
                  </a:lnTo>
                  <a:lnTo>
                    <a:pt x="1656080" y="1257"/>
                  </a:lnTo>
                  <a:lnTo>
                    <a:pt x="1657350" y="1257"/>
                  </a:lnTo>
                  <a:lnTo>
                    <a:pt x="1657350" y="0"/>
                  </a:lnTo>
                  <a:close/>
                </a:path>
              </a:pathLst>
            </a:custGeom>
            <a:solidFill>
              <a:srgbClr val="5D7F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5542280" y="2571749"/>
              <a:ext cx="1643380" cy="7620"/>
            </a:xfrm>
            <a:custGeom>
              <a:avLst/>
              <a:gdLst/>
              <a:ahLst/>
              <a:cxnLst/>
              <a:rect l="l" t="t" r="r" b="b"/>
              <a:pathLst>
                <a:path w="1643379" h="7619">
                  <a:moveTo>
                    <a:pt x="1640840" y="2552"/>
                  </a:moveTo>
                  <a:lnTo>
                    <a:pt x="1270" y="2552"/>
                  </a:lnTo>
                  <a:lnTo>
                    <a:pt x="1270" y="3810"/>
                  </a:lnTo>
                  <a:lnTo>
                    <a:pt x="2540" y="3810"/>
                  </a:lnTo>
                  <a:lnTo>
                    <a:pt x="2540" y="5092"/>
                  </a:lnTo>
                  <a:lnTo>
                    <a:pt x="3810" y="5092"/>
                  </a:lnTo>
                  <a:lnTo>
                    <a:pt x="3810" y="6350"/>
                  </a:lnTo>
                  <a:lnTo>
                    <a:pt x="5080" y="6350"/>
                  </a:lnTo>
                  <a:lnTo>
                    <a:pt x="5080" y="7620"/>
                  </a:lnTo>
                  <a:lnTo>
                    <a:pt x="1637030" y="7620"/>
                  </a:lnTo>
                  <a:lnTo>
                    <a:pt x="1637030" y="6350"/>
                  </a:lnTo>
                  <a:lnTo>
                    <a:pt x="1638300" y="6350"/>
                  </a:lnTo>
                  <a:lnTo>
                    <a:pt x="1638300" y="5092"/>
                  </a:lnTo>
                  <a:lnTo>
                    <a:pt x="1639570" y="5092"/>
                  </a:lnTo>
                  <a:lnTo>
                    <a:pt x="1639570" y="3810"/>
                  </a:lnTo>
                  <a:lnTo>
                    <a:pt x="1640840" y="3810"/>
                  </a:lnTo>
                  <a:lnTo>
                    <a:pt x="1640840" y="2552"/>
                  </a:lnTo>
                  <a:close/>
                </a:path>
                <a:path w="1643379" h="7619">
                  <a:moveTo>
                    <a:pt x="164338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1642110" y="2540"/>
                  </a:lnTo>
                  <a:lnTo>
                    <a:pt x="1642110" y="1270"/>
                  </a:lnTo>
                  <a:lnTo>
                    <a:pt x="1643380" y="1270"/>
                  </a:lnTo>
                  <a:lnTo>
                    <a:pt x="1643380" y="0"/>
                  </a:lnTo>
                  <a:close/>
                </a:path>
              </a:pathLst>
            </a:custGeom>
            <a:solidFill>
              <a:srgbClr val="5E80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5548630" y="2579369"/>
              <a:ext cx="1629410" cy="6350"/>
            </a:xfrm>
            <a:custGeom>
              <a:avLst/>
              <a:gdLst/>
              <a:ahLst/>
              <a:cxnLst/>
              <a:rect l="l" t="t" r="r" b="b"/>
              <a:pathLst>
                <a:path w="1629409" h="6350">
                  <a:moveTo>
                    <a:pt x="162941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22"/>
                  </a:lnTo>
                  <a:lnTo>
                    <a:pt x="3810" y="3822"/>
                  </a:lnTo>
                  <a:lnTo>
                    <a:pt x="3810" y="5080"/>
                  </a:lnTo>
                  <a:lnTo>
                    <a:pt x="5080" y="5080"/>
                  </a:lnTo>
                  <a:lnTo>
                    <a:pt x="5080" y="6350"/>
                  </a:lnTo>
                  <a:lnTo>
                    <a:pt x="1624330" y="6350"/>
                  </a:lnTo>
                  <a:lnTo>
                    <a:pt x="1624330" y="5080"/>
                  </a:lnTo>
                  <a:lnTo>
                    <a:pt x="1625600" y="5080"/>
                  </a:lnTo>
                  <a:lnTo>
                    <a:pt x="1625600" y="3822"/>
                  </a:lnTo>
                  <a:lnTo>
                    <a:pt x="1626870" y="3822"/>
                  </a:lnTo>
                  <a:lnTo>
                    <a:pt x="1626870" y="2540"/>
                  </a:lnTo>
                  <a:lnTo>
                    <a:pt x="1628140" y="2540"/>
                  </a:lnTo>
                  <a:lnTo>
                    <a:pt x="1628140" y="1282"/>
                  </a:lnTo>
                  <a:lnTo>
                    <a:pt x="1629410" y="1282"/>
                  </a:lnTo>
                  <a:lnTo>
                    <a:pt x="1629410" y="0"/>
                  </a:lnTo>
                  <a:close/>
                </a:path>
              </a:pathLst>
            </a:custGeom>
            <a:solidFill>
              <a:srgbClr val="608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5554980" y="2585719"/>
              <a:ext cx="1616710" cy="8255"/>
            </a:xfrm>
            <a:custGeom>
              <a:avLst/>
              <a:gdLst/>
              <a:ahLst/>
              <a:cxnLst/>
              <a:rect l="l" t="t" r="r" b="b"/>
              <a:pathLst>
                <a:path w="1616709" h="8255">
                  <a:moveTo>
                    <a:pt x="1616697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22"/>
                  </a:lnTo>
                  <a:lnTo>
                    <a:pt x="3810" y="3822"/>
                  </a:lnTo>
                  <a:lnTo>
                    <a:pt x="3810" y="5080"/>
                  </a:lnTo>
                  <a:lnTo>
                    <a:pt x="5080" y="5080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32"/>
                  </a:lnTo>
                  <a:lnTo>
                    <a:pt x="1610347" y="7632"/>
                  </a:lnTo>
                  <a:lnTo>
                    <a:pt x="1610347" y="6350"/>
                  </a:lnTo>
                  <a:lnTo>
                    <a:pt x="1611630" y="6350"/>
                  </a:lnTo>
                  <a:lnTo>
                    <a:pt x="1611630" y="5080"/>
                  </a:lnTo>
                  <a:lnTo>
                    <a:pt x="1612900" y="5080"/>
                  </a:lnTo>
                  <a:lnTo>
                    <a:pt x="1612900" y="3822"/>
                  </a:lnTo>
                  <a:lnTo>
                    <a:pt x="1614170" y="3822"/>
                  </a:lnTo>
                  <a:lnTo>
                    <a:pt x="1614170" y="2540"/>
                  </a:lnTo>
                  <a:lnTo>
                    <a:pt x="1615440" y="2540"/>
                  </a:lnTo>
                  <a:lnTo>
                    <a:pt x="1615440" y="1282"/>
                  </a:lnTo>
                  <a:lnTo>
                    <a:pt x="1616697" y="1282"/>
                  </a:lnTo>
                  <a:lnTo>
                    <a:pt x="1616697" y="0"/>
                  </a:lnTo>
                  <a:close/>
                </a:path>
              </a:pathLst>
            </a:custGeom>
            <a:solidFill>
              <a:srgbClr val="6182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5562600" y="2593352"/>
              <a:ext cx="1601470" cy="7620"/>
            </a:xfrm>
            <a:custGeom>
              <a:avLst/>
              <a:gdLst/>
              <a:ahLst/>
              <a:cxnLst/>
              <a:rect l="l" t="t" r="r" b="b"/>
              <a:pathLst>
                <a:path w="1601470" h="7619">
                  <a:moveTo>
                    <a:pt x="160147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797"/>
                  </a:lnTo>
                  <a:lnTo>
                    <a:pt x="3810" y="3797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07"/>
                  </a:lnTo>
                  <a:lnTo>
                    <a:pt x="1595120" y="7607"/>
                  </a:lnTo>
                  <a:lnTo>
                    <a:pt x="1595120" y="6350"/>
                  </a:lnTo>
                  <a:lnTo>
                    <a:pt x="1596377" y="6350"/>
                  </a:lnTo>
                  <a:lnTo>
                    <a:pt x="1596377" y="5067"/>
                  </a:lnTo>
                  <a:lnTo>
                    <a:pt x="1597660" y="5067"/>
                  </a:lnTo>
                  <a:lnTo>
                    <a:pt x="1597660" y="3797"/>
                  </a:lnTo>
                  <a:lnTo>
                    <a:pt x="1598930" y="3797"/>
                  </a:lnTo>
                  <a:lnTo>
                    <a:pt x="1598930" y="2540"/>
                  </a:lnTo>
                  <a:lnTo>
                    <a:pt x="1600200" y="2540"/>
                  </a:lnTo>
                  <a:lnTo>
                    <a:pt x="1600200" y="1257"/>
                  </a:lnTo>
                  <a:lnTo>
                    <a:pt x="1601470" y="1257"/>
                  </a:lnTo>
                  <a:lnTo>
                    <a:pt x="1601470" y="0"/>
                  </a:lnTo>
                  <a:close/>
                </a:path>
              </a:pathLst>
            </a:custGeom>
            <a:solidFill>
              <a:srgbClr val="6383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5570220" y="2600959"/>
              <a:ext cx="1586230" cy="6350"/>
            </a:xfrm>
            <a:custGeom>
              <a:avLst/>
              <a:gdLst/>
              <a:ahLst/>
              <a:cxnLst/>
              <a:rect l="l" t="t" r="r" b="b"/>
              <a:pathLst>
                <a:path w="1586229" h="6350">
                  <a:moveTo>
                    <a:pt x="158623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1581150" y="6350"/>
                  </a:lnTo>
                  <a:lnTo>
                    <a:pt x="1581150" y="5092"/>
                  </a:lnTo>
                  <a:lnTo>
                    <a:pt x="1582407" y="5092"/>
                  </a:lnTo>
                  <a:lnTo>
                    <a:pt x="1582407" y="3810"/>
                  </a:lnTo>
                  <a:lnTo>
                    <a:pt x="1583690" y="3810"/>
                  </a:lnTo>
                  <a:lnTo>
                    <a:pt x="1583690" y="2540"/>
                  </a:lnTo>
                  <a:lnTo>
                    <a:pt x="1584960" y="2540"/>
                  </a:lnTo>
                  <a:lnTo>
                    <a:pt x="1584960" y="1282"/>
                  </a:lnTo>
                  <a:lnTo>
                    <a:pt x="1586230" y="1282"/>
                  </a:lnTo>
                  <a:lnTo>
                    <a:pt x="1586230" y="0"/>
                  </a:lnTo>
                  <a:close/>
                </a:path>
              </a:pathLst>
            </a:custGeom>
            <a:solidFill>
              <a:srgbClr val="6484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5576570" y="2607309"/>
              <a:ext cx="1573530" cy="8255"/>
            </a:xfrm>
            <a:custGeom>
              <a:avLst/>
              <a:gdLst/>
              <a:ahLst/>
              <a:cxnLst/>
              <a:rect l="l" t="t" r="r" b="b"/>
              <a:pathLst>
                <a:path w="1573529" h="8255">
                  <a:moveTo>
                    <a:pt x="1569707" y="5092"/>
                  </a:moveTo>
                  <a:lnTo>
                    <a:pt x="3810" y="5092"/>
                  </a:lnTo>
                  <a:lnTo>
                    <a:pt x="3810" y="6350"/>
                  </a:lnTo>
                  <a:lnTo>
                    <a:pt x="5080" y="6350"/>
                  </a:lnTo>
                  <a:lnTo>
                    <a:pt x="5080" y="7632"/>
                  </a:lnTo>
                  <a:lnTo>
                    <a:pt x="1568450" y="7632"/>
                  </a:lnTo>
                  <a:lnTo>
                    <a:pt x="1568450" y="6350"/>
                  </a:lnTo>
                  <a:lnTo>
                    <a:pt x="1569707" y="6350"/>
                  </a:lnTo>
                  <a:lnTo>
                    <a:pt x="1569707" y="5092"/>
                  </a:lnTo>
                  <a:close/>
                </a:path>
                <a:path w="1573529" h="8255">
                  <a:moveTo>
                    <a:pt x="157353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2540" y="5080"/>
                  </a:lnTo>
                  <a:lnTo>
                    <a:pt x="1570990" y="5080"/>
                  </a:lnTo>
                  <a:lnTo>
                    <a:pt x="1570990" y="3810"/>
                  </a:lnTo>
                  <a:lnTo>
                    <a:pt x="1572260" y="3810"/>
                  </a:lnTo>
                  <a:lnTo>
                    <a:pt x="1572260" y="2540"/>
                  </a:lnTo>
                  <a:lnTo>
                    <a:pt x="1572260" y="1282"/>
                  </a:lnTo>
                  <a:lnTo>
                    <a:pt x="1573530" y="1282"/>
                  </a:lnTo>
                  <a:lnTo>
                    <a:pt x="1573530" y="0"/>
                  </a:lnTo>
                  <a:close/>
                </a:path>
              </a:pathLst>
            </a:custGeom>
            <a:solidFill>
              <a:srgbClr val="6686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5582920" y="2614942"/>
              <a:ext cx="1560830" cy="7620"/>
            </a:xfrm>
            <a:custGeom>
              <a:avLst/>
              <a:gdLst/>
              <a:ahLst/>
              <a:cxnLst/>
              <a:rect l="l" t="t" r="r" b="b"/>
              <a:pathLst>
                <a:path w="1560829" h="7619">
                  <a:moveTo>
                    <a:pt x="156083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2540" y="2527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07"/>
                  </a:lnTo>
                  <a:lnTo>
                    <a:pt x="1554480" y="7607"/>
                  </a:lnTo>
                  <a:lnTo>
                    <a:pt x="1554480" y="6350"/>
                  </a:lnTo>
                  <a:lnTo>
                    <a:pt x="1555750" y="6350"/>
                  </a:lnTo>
                  <a:lnTo>
                    <a:pt x="1555750" y="5067"/>
                  </a:lnTo>
                  <a:lnTo>
                    <a:pt x="1557007" y="5067"/>
                  </a:lnTo>
                  <a:lnTo>
                    <a:pt x="1557007" y="3810"/>
                  </a:lnTo>
                  <a:lnTo>
                    <a:pt x="1558290" y="3810"/>
                  </a:lnTo>
                  <a:lnTo>
                    <a:pt x="1558290" y="2527"/>
                  </a:lnTo>
                  <a:lnTo>
                    <a:pt x="1559560" y="2527"/>
                  </a:lnTo>
                  <a:lnTo>
                    <a:pt x="1559560" y="1257"/>
                  </a:lnTo>
                  <a:lnTo>
                    <a:pt x="1560830" y="1257"/>
                  </a:lnTo>
                  <a:lnTo>
                    <a:pt x="1560830" y="0"/>
                  </a:lnTo>
                  <a:close/>
                </a:path>
              </a:pathLst>
            </a:custGeom>
            <a:solidFill>
              <a:srgbClr val="6787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5590540" y="2622549"/>
              <a:ext cx="1545590" cy="6350"/>
            </a:xfrm>
            <a:custGeom>
              <a:avLst/>
              <a:gdLst/>
              <a:ahLst/>
              <a:cxnLst/>
              <a:rect l="l" t="t" r="r" b="b"/>
              <a:pathLst>
                <a:path w="1545590" h="6350">
                  <a:moveTo>
                    <a:pt x="154559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52"/>
                  </a:lnTo>
                  <a:lnTo>
                    <a:pt x="2540" y="2552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1540510" y="6350"/>
                  </a:lnTo>
                  <a:lnTo>
                    <a:pt x="1540510" y="5092"/>
                  </a:lnTo>
                  <a:lnTo>
                    <a:pt x="1541780" y="5092"/>
                  </a:lnTo>
                  <a:lnTo>
                    <a:pt x="1541780" y="3810"/>
                  </a:lnTo>
                  <a:lnTo>
                    <a:pt x="1543037" y="3810"/>
                  </a:lnTo>
                  <a:lnTo>
                    <a:pt x="1543037" y="2552"/>
                  </a:lnTo>
                  <a:lnTo>
                    <a:pt x="1544320" y="2552"/>
                  </a:lnTo>
                  <a:lnTo>
                    <a:pt x="1544320" y="1270"/>
                  </a:lnTo>
                  <a:lnTo>
                    <a:pt x="1545590" y="1270"/>
                  </a:lnTo>
                  <a:lnTo>
                    <a:pt x="1545590" y="0"/>
                  </a:lnTo>
                  <a:close/>
                </a:path>
              </a:pathLst>
            </a:custGeom>
            <a:solidFill>
              <a:srgbClr val="6888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5596890" y="2628899"/>
              <a:ext cx="1532890" cy="7620"/>
            </a:xfrm>
            <a:custGeom>
              <a:avLst/>
              <a:gdLst/>
              <a:ahLst/>
              <a:cxnLst/>
              <a:rect l="l" t="t" r="r" b="b"/>
              <a:pathLst>
                <a:path w="1532890" h="7619">
                  <a:moveTo>
                    <a:pt x="153289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52"/>
                  </a:lnTo>
                  <a:lnTo>
                    <a:pt x="2540" y="2552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20"/>
                  </a:lnTo>
                  <a:lnTo>
                    <a:pt x="1526540" y="7620"/>
                  </a:lnTo>
                  <a:lnTo>
                    <a:pt x="1526540" y="6350"/>
                  </a:lnTo>
                  <a:lnTo>
                    <a:pt x="1527810" y="6350"/>
                  </a:lnTo>
                  <a:lnTo>
                    <a:pt x="1527810" y="5092"/>
                  </a:lnTo>
                  <a:lnTo>
                    <a:pt x="1529080" y="5092"/>
                  </a:lnTo>
                  <a:lnTo>
                    <a:pt x="1529080" y="3810"/>
                  </a:lnTo>
                  <a:lnTo>
                    <a:pt x="1530337" y="3810"/>
                  </a:lnTo>
                  <a:lnTo>
                    <a:pt x="1530337" y="2552"/>
                  </a:lnTo>
                  <a:lnTo>
                    <a:pt x="1531620" y="2552"/>
                  </a:lnTo>
                  <a:lnTo>
                    <a:pt x="1531620" y="1270"/>
                  </a:lnTo>
                  <a:lnTo>
                    <a:pt x="1532890" y="1270"/>
                  </a:lnTo>
                  <a:lnTo>
                    <a:pt x="1532890" y="0"/>
                  </a:lnTo>
                  <a:close/>
                </a:path>
              </a:pathLst>
            </a:custGeom>
            <a:solidFill>
              <a:srgbClr val="6A89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5604510" y="2636519"/>
              <a:ext cx="1517650" cy="8255"/>
            </a:xfrm>
            <a:custGeom>
              <a:avLst/>
              <a:gdLst/>
              <a:ahLst/>
              <a:cxnLst/>
              <a:rect l="l" t="t" r="r" b="b"/>
              <a:pathLst>
                <a:path w="1517650" h="8255">
                  <a:moveTo>
                    <a:pt x="151765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22"/>
                  </a:lnTo>
                  <a:lnTo>
                    <a:pt x="3810" y="3822"/>
                  </a:lnTo>
                  <a:lnTo>
                    <a:pt x="3810" y="5080"/>
                  </a:lnTo>
                  <a:lnTo>
                    <a:pt x="5080" y="5080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32"/>
                  </a:lnTo>
                  <a:lnTo>
                    <a:pt x="1511300" y="7632"/>
                  </a:lnTo>
                  <a:lnTo>
                    <a:pt x="1511300" y="6350"/>
                  </a:lnTo>
                  <a:lnTo>
                    <a:pt x="1512570" y="6350"/>
                  </a:lnTo>
                  <a:lnTo>
                    <a:pt x="1512570" y="5080"/>
                  </a:lnTo>
                  <a:lnTo>
                    <a:pt x="1513840" y="5080"/>
                  </a:lnTo>
                  <a:lnTo>
                    <a:pt x="1513840" y="3822"/>
                  </a:lnTo>
                  <a:lnTo>
                    <a:pt x="1515110" y="3822"/>
                  </a:lnTo>
                  <a:lnTo>
                    <a:pt x="1515110" y="2540"/>
                  </a:lnTo>
                  <a:lnTo>
                    <a:pt x="1516367" y="2540"/>
                  </a:lnTo>
                  <a:lnTo>
                    <a:pt x="1516367" y="1282"/>
                  </a:lnTo>
                  <a:lnTo>
                    <a:pt x="1517650" y="1282"/>
                  </a:lnTo>
                  <a:lnTo>
                    <a:pt x="1517650" y="0"/>
                  </a:lnTo>
                  <a:close/>
                </a:path>
              </a:pathLst>
            </a:custGeom>
            <a:solidFill>
              <a:srgbClr val="6B8A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5612130" y="2644152"/>
              <a:ext cx="1502410" cy="7620"/>
            </a:xfrm>
            <a:custGeom>
              <a:avLst/>
              <a:gdLst/>
              <a:ahLst/>
              <a:cxnLst/>
              <a:rect l="l" t="t" r="r" b="b"/>
              <a:pathLst>
                <a:path w="1502409" h="7619">
                  <a:moveTo>
                    <a:pt x="1497330" y="6350"/>
                  </a:moveTo>
                  <a:lnTo>
                    <a:pt x="5080" y="6350"/>
                  </a:lnTo>
                  <a:lnTo>
                    <a:pt x="5080" y="7607"/>
                  </a:lnTo>
                  <a:lnTo>
                    <a:pt x="1497330" y="7607"/>
                  </a:lnTo>
                  <a:lnTo>
                    <a:pt x="1497330" y="6350"/>
                  </a:lnTo>
                  <a:close/>
                </a:path>
                <a:path w="1502409" h="7619">
                  <a:moveTo>
                    <a:pt x="150239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797"/>
                  </a:lnTo>
                  <a:lnTo>
                    <a:pt x="3810" y="3797"/>
                  </a:lnTo>
                  <a:lnTo>
                    <a:pt x="3810" y="5067"/>
                  </a:lnTo>
                  <a:lnTo>
                    <a:pt x="3810" y="6337"/>
                  </a:lnTo>
                  <a:lnTo>
                    <a:pt x="1498600" y="6337"/>
                  </a:lnTo>
                  <a:lnTo>
                    <a:pt x="1498600" y="5067"/>
                  </a:lnTo>
                  <a:lnTo>
                    <a:pt x="1499870" y="5067"/>
                  </a:lnTo>
                  <a:lnTo>
                    <a:pt x="1499870" y="3797"/>
                  </a:lnTo>
                  <a:lnTo>
                    <a:pt x="1499870" y="2540"/>
                  </a:lnTo>
                  <a:lnTo>
                    <a:pt x="1501140" y="2540"/>
                  </a:lnTo>
                  <a:lnTo>
                    <a:pt x="1501140" y="1257"/>
                  </a:lnTo>
                  <a:lnTo>
                    <a:pt x="1502397" y="1257"/>
                  </a:lnTo>
                  <a:lnTo>
                    <a:pt x="1502397" y="0"/>
                  </a:lnTo>
                  <a:close/>
                </a:path>
              </a:pathLst>
            </a:custGeom>
            <a:solidFill>
              <a:srgbClr val="6D8B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5618480" y="2651759"/>
              <a:ext cx="1489710" cy="6350"/>
            </a:xfrm>
            <a:custGeom>
              <a:avLst/>
              <a:gdLst/>
              <a:ahLst/>
              <a:cxnLst/>
              <a:rect l="l" t="t" r="r" b="b"/>
              <a:pathLst>
                <a:path w="1489709" h="6350">
                  <a:moveTo>
                    <a:pt x="1489697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1484630" y="6350"/>
                  </a:lnTo>
                  <a:lnTo>
                    <a:pt x="1484630" y="5092"/>
                  </a:lnTo>
                  <a:lnTo>
                    <a:pt x="1485900" y="5092"/>
                  </a:lnTo>
                  <a:lnTo>
                    <a:pt x="1485900" y="3810"/>
                  </a:lnTo>
                  <a:lnTo>
                    <a:pt x="1487170" y="3810"/>
                  </a:lnTo>
                  <a:lnTo>
                    <a:pt x="1487170" y="2540"/>
                  </a:lnTo>
                  <a:lnTo>
                    <a:pt x="1488440" y="2540"/>
                  </a:lnTo>
                  <a:lnTo>
                    <a:pt x="1488440" y="1282"/>
                  </a:lnTo>
                  <a:lnTo>
                    <a:pt x="1489697" y="1282"/>
                  </a:lnTo>
                  <a:lnTo>
                    <a:pt x="1489697" y="0"/>
                  </a:lnTo>
                  <a:close/>
                </a:path>
              </a:pathLst>
            </a:custGeom>
            <a:solidFill>
              <a:srgbClr val="6E8C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5624830" y="2658109"/>
              <a:ext cx="1477010" cy="8255"/>
            </a:xfrm>
            <a:custGeom>
              <a:avLst/>
              <a:gdLst/>
              <a:ahLst/>
              <a:cxnLst/>
              <a:rect l="l" t="t" r="r" b="b"/>
              <a:pathLst>
                <a:path w="1477009" h="8255">
                  <a:moveTo>
                    <a:pt x="1476997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32"/>
                  </a:lnTo>
                  <a:lnTo>
                    <a:pt x="1470647" y="7632"/>
                  </a:lnTo>
                  <a:lnTo>
                    <a:pt x="1470647" y="6350"/>
                  </a:lnTo>
                  <a:lnTo>
                    <a:pt x="1471930" y="6350"/>
                  </a:lnTo>
                  <a:lnTo>
                    <a:pt x="1471930" y="5092"/>
                  </a:lnTo>
                  <a:lnTo>
                    <a:pt x="1473200" y="5092"/>
                  </a:lnTo>
                  <a:lnTo>
                    <a:pt x="1473200" y="3810"/>
                  </a:lnTo>
                  <a:lnTo>
                    <a:pt x="1474470" y="3810"/>
                  </a:lnTo>
                  <a:lnTo>
                    <a:pt x="1474470" y="2540"/>
                  </a:lnTo>
                  <a:lnTo>
                    <a:pt x="1475740" y="2540"/>
                  </a:lnTo>
                  <a:lnTo>
                    <a:pt x="1475740" y="1282"/>
                  </a:lnTo>
                  <a:lnTo>
                    <a:pt x="1476997" y="1282"/>
                  </a:lnTo>
                  <a:lnTo>
                    <a:pt x="1476997" y="0"/>
                  </a:lnTo>
                  <a:close/>
                </a:path>
              </a:pathLst>
            </a:custGeom>
            <a:solidFill>
              <a:srgbClr val="708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5632450" y="2665742"/>
              <a:ext cx="1461770" cy="7620"/>
            </a:xfrm>
            <a:custGeom>
              <a:avLst/>
              <a:gdLst/>
              <a:ahLst/>
              <a:cxnLst/>
              <a:rect l="l" t="t" r="r" b="b"/>
              <a:pathLst>
                <a:path w="1461770" h="7619">
                  <a:moveTo>
                    <a:pt x="146177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2540" y="2527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07"/>
                  </a:lnTo>
                  <a:lnTo>
                    <a:pt x="1455420" y="7607"/>
                  </a:lnTo>
                  <a:lnTo>
                    <a:pt x="1455420" y="6350"/>
                  </a:lnTo>
                  <a:lnTo>
                    <a:pt x="1456677" y="6350"/>
                  </a:lnTo>
                  <a:lnTo>
                    <a:pt x="1456677" y="5067"/>
                  </a:lnTo>
                  <a:lnTo>
                    <a:pt x="1457960" y="5067"/>
                  </a:lnTo>
                  <a:lnTo>
                    <a:pt x="1457960" y="3810"/>
                  </a:lnTo>
                  <a:lnTo>
                    <a:pt x="1459230" y="3810"/>
                  </a:lnTo>
                  <a:lnTo>
                    <a:pt x="1459230" y="2527"/>
                  </a:lnTo>
                  <a:lnTo>
                    <a:pt x="1460500" y="2527"/>
                  </a:lnTo>
                  <a:lnTo>
                    <a:pt x="1460500" y="1257"/>
                  </a:lnTo>
                  <a:lnTo>
                    <a:pt x="1461770" y="1257"/>
                  </a:lnTo>
                  <a:lnTo>
                    <a:pt x="1461770" y="0"/>
                  </a:lnTo>
                  <a:close/>
                </a:path>
              </a:pathLst>
            </a:custGeom>
            <a:solidFill>
              <a:srgbClr val="718F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5640070" y="2673349"/>
              <a:ext cx="1446530" cy="6350"/>
            </a:xfrm>
            <a:custGeom>
              <a:avLst/>
              <a:gdLst/>
              <a:ahLst/>
              <a:cxnLst/>
              <a:rect l="l" t="t" r="r" b="b"/>
              <a:pathLst>
                <a:path w="1446529" h="6350">
                  <a:moveTo>
                    <a:pt x="144653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52"/>
                  </a:lnTo>
                  <a:lnTo>
                    <a:pt x="2540" y="2552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1441450" y="6350"/>
                  </a:lnTo>
                  <a:lnTo>
                    <a:pt x="1441450" y="5092"/>
                  </a:lnTo>
                  <a:lnTo>
                    <a:pt x="1442707" y="5092"/>
                  </a:lnTo>
                  <a:lnTo>
                    <a:pt x="1442707" y="3810"/>
                  </a:lnTo>
                  <a:lnTo>
                    <a:pt x="1443990" y="3810"/>
                  </a:lnTo>
                  <a:lnTo>
                    <a:pt x="1443990" y="2552"/>
                  </a:lnTo>
                  <a:lnTo>
                    <a:pt x="1445260" y="2552"/>
                  </a:lnTo>
                  <a:lnTo>
                    <a:pt x="1445260" y="1270"/>
                  </a:lnTo>
                  <a:lnTo>
                    <a:pt x="1446530" y="1270"/>
                  </a:lnTo>
                  <a:lnTo>
                    <a:pt x="1446530" y="0"/>
                  </a:lnTo>
                  <a:close/>
                </a:path>
              </a:pathLst>
            </a:custGeom>
            <a:solidFill>
              <a:srgbClr val="7390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5646420" y="2679699"/>
              <a:ext cx="1433830" cy="7620"/>
            </a:xfrm>
            <a:custGeom>
              <a:avLst/>
              <a:gdLst/>
              <a:ahLst/>
              <a:cxnLst/>
              <a:rect l="l" t="t" r="r" b="b"/>
              <a:pathLst>
                <a:path w="1433829" h="7619">
                  <a:moveTo>
                    <a:pt x="143383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52"/>
                  </a:lnTo>
                  <a:lnTo>
                    <a:pt x="2540" y="2552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20"/>
                  </a:lnTo>
                  <a:lnTo>
                    <a:pt x="1428750" y="7620"/>
                  </a:lnTo>
                  <a:lnTo>
                    <a:pt x="1428750" y="6350"/>
                  </a:lnTo>
                  <a:lnTo>
                    <a:pt x="1428750" y="5092"/>
                  </a:lnTo>
                  <a:lnTo>
                    <a:pt x="1430007" y="5092"/>
                  </a:lnTo>
                  <a:lnTo>
                    <a:pt x="1430007" y="3810"/>
                  </a:lnTo>
                  <a:lnTo>
                    <a:pt x="1431290" y="3810"/>
                  </a:lnTo>
                  <a:lnTo>
                    <a:pt x="1431290" y="2552"/>
                  </a:lnTo>
                  <a:lnTo>
                    <a:pt x="1432560" y="2552"/>
                  </a:lnTo>
                  <a:lnTo>
                    <a:pt x="1432560" y="1270"/>
                  </a:lnTo>
                  <a:lnTo>
                    <a:pt x="1433830" y="1270"/>
                  </a:lnTo>
                  <a:lnTo>
                    <a:pt x="1433830" y="0"/>
                  </a:lnTo>
                  <a:close/>
                </a:path>
              </a:pathLst>
            </a:custGeom>
            <a:solidFill>
              <a:srgbClr val="7491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5652770" y="2687319"/>
              <a:ext cx="1421130" cy="8255"/>
            </a:xfrm>
            <a:custGeom>
              <a:avLst/>
              <a:gdLst/>
              <a:ahLst/>
              <a:cxnLst/>
              <a:rect l="l" t="t" r="r" b="b"/>
              <a:pathLst>
                <a:path w="1421129" h="8255">
                  <a:moveTo>
                    <a:pt x="142113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22"/>
                  </a:lnTo>
                  <a:lnTo>
                    <a:pt x="3810" y="3822"/>
                  </a:lnTo>
                  <a:lnTo>
                    <a:pt x="3810" y="5080"/>
                  </a:lnTo>
                  <a:lnTo>
                    <a:pt x="5080" y="5080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32"/>
                  </a:lnTo>
                  <a:lnTo>
                    <a:pt x="1414780" y="7632"/>
                  </a:lnTo>
                  <a:lnTo>
                    <a:pt x="1414780" y="6350"/>
                  </a:lnTo>
                  <a:lnTo>
                    <a:pt x="1416050" y="6350"/>
                  </a:lnTo>
                  <a:lnTo>
                    <a:pt x="1416050" y="5080"/>
                  </a:lnTo>
                  <a:lnTo>
                    <a:pt x="1417307" y="5080"/>
                  </a:lnTo>
                  <a:lnTo>
                    <a:pt x="1417307" y="3822"/>
                  </a:lnTo>
                  <a:lnTo>
                    <a:pt x="1418590" y="3822"/>
                  </a:lnTo>
                  <a:lnTo>
                    <a:pt x="1418590" y="2540"/>
                  </a:lnTo>
                  <a:lnTo>
                    <a:pt x="1419860" y="2540"/>
                  </a:lnTo>
                  <a:lnTo>
                    <a:pt x="1419860" y="1282"/>
                  </a:lnTo>
                  <a:lnTo>
                    <a:pt x="1421130" y="1282"/>
                  </a:lnTo>
                  <a:lnTo>
                    <a:pt x="1421130" y="0"/>
                  </a:lnTo>
                  <a:close/>
                </a:path>
              </a:pathLst>
            </a:custGeom>
            <a:solidFill>
              <a:srgbClr val="7692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5660390" y="2694952"/>
              <a:ext cx="1405890" cy="7620"/>
            </a:xfrm>
            <a:custGeom>
              <a:avLst/>
              <a:gdLst/>
              <a:ahLst/>
              <a:cxnLst/>
              <a:rect l="l" t="t" r="r" b="b"/>
              <a:pathLst>
                <a:path w="1405890" h="7619">
                  <a:moveTo>
                    <a:pt x="140589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797"/>
                  </a:lnTo>
                  <a:lnTo>
                    <a:pt x="3810" y="3797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07"/>
                  </a:lnTo>
                  <a:lnTo>
                    <a:pt x="1399540" y="7607"/>
                  </a:lnTo>
                  <a:lnTo>
                    <a:pt x="1399540" y="6350"/>
                  </a:lnTo>
                  <a:lnTo>
                    <a:pt x="1400810" y="6350"/>
                  </a:lnTo>
                  <a:lnTo>
                    <a:pt x="1400810" y="5067"/>
                  </a:lnTo>
                  <a:lnTo>
                    <a:pt x="1402080" y="5067"/>
                  </a:lnTo>
                  <a:lnTo>
                    <a:pt x="1402080" y="3797"/>
                  </a:lnTo>
                  <a:lnTo>
                    <a:pt x="1403337" y="3797"/>
                  </a:lnTo>
                  <a:lnTo>
                    <a:pt x="1403337" y="2540"/>
                  </a:lnTo>
                  <a:lnTo>
                    <a:pt x="1404620" y="2540"/>
                  </a:lnTo>
                  <a:lnTo>
                    <a:pt x="1404620" y="1257"/>
                  </a:lnTo>
                  <a:lnTo>
                    <a:pt x="1405890" y="1257"/>
                  </a:lnTo>
                  <a:lnTo>
                    <a:pt x="1405890" y="0"/>
                  </a:lnTo>
                  <a:close/>
                </a:path>
              </a:pathLst>
            </a:custGeom>
            <a:solidFill>
              <a:srgbClr val="7793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5668010" y="2702559"/>
              <a:ext cx="1390650" cy="6350"/>
            </a:xfrm>
            <a:custGeom>
              <a:avLst/>
              <a:gdLst/>
              <a:ahLst/>
              <a:cxnLst/>
              <a:rect l="l" t="t" r="r" b="b"/>
              <a:pathLst>
                <a:path w="1390650" h="6350">
                  <a:moveTo>
                    <a:pt x="139065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1385570" y="6350"/>
                  </a:lnTo>
                  <a:lnTo>
                    <a:pt x="1385570" y="5092"/>
                  </a:lnTo>
                  <a:lnTo>
                    <a:pt x="1386840" y="5092"/>
                  </a:lnTo>
                  <a:lnTo>
                    <a:pt x="1386840" y="3810"/>
                  </a:lnTo>
                  <a:lnTo>
                    <a:pt x="1388110" y="3810"/>
                  </a:lnTo>
                  <a:lnTo>
                    <a:pt x="1388110" y="2540"/>
                  </a:lnTo>
                  <a:lnTo>
                    <a:pt x="1389367" y="2540"/>
                  </a:lnTo>
                  <a:lnTo>
                    <a:pt x="1389367" y="1282"/>
                  </a:lnTo>
                  <a:lnTo>
                    <a:pt x="1390650" y="1282"/>
                  </a:lnTo>
                  <a:lnTo>
                    <a:pt x="1390650" y="0"/>
                  </a:lnTo>
                  <a:close/>
                </a:path>
              </a:pathLst>
            </a:custGeom>
            <a:solidFill>
              <a:srgbClr val="7995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5674360" y="2708909"/>
              <a:ext cx="1377950" cy="8255"/>
            </a:xfrm>
            <a:custGeom>
              <a:avLst/>
              <a:gdLst/>
              <a:ahLst/>
              <a:cxnLst/>
              <a:rect l="l" t="t" r="r" b="b"/>
              <a:pathLst>
                <a:path w="1377950" h="8255">
                  <a:moveTo>
                    <a:pt x="137795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32"/>
                  </a:lnTo>
                  <a:lnTo>
                    <a:pt x="1371600" y="7632"/>
                  </a:lnTo>
                  <a:lnTo>
                    <a:pt x="1371600" y="6350"/>
                  </a:lnTo>
                  <a:lnTo>
                    <a:pt x="1372870" y="6350"/>
                  </a:lnTo>
                  <a:lnTo>
                    <a:pt x="1372870" y="5092"/>
                  </a:lnTo>
                  <a:lnTo>
                    <a:pt x="1374140" y="5092"/>
                  </a:lnTo>
                  <a:lnTo>
                    <a:pt x="1374140" y="3810"/>
                  </a:lnTo>
                  <a:lnTo>
                    <a:pt x="1375410" y="3810"/>
                  </a:lnTo>
                  <a:lnTo>
                    <a:pt x="1375410" y="2540"/>
                  </a:lnTo>
                  <a:lnTo>
                    <a:pt x="1376667" y="2540"/>
                  </a:lnTo>
                  <a:lnTo>
                    <a:pt x="1376667" y="1282"/>
                  </a:lnTo>
                  <a:lnTo>
                    <a:pt x="1377950" y="1282"/>
                  </a:lnTo>
                  <a:lnTo>
                    <a:pt x="1377950" y="0"/>
                  </a:lnTo>
                  <a:close/>
                </a:path>
              </a:pathLst>
            </a:custGeom>
            <a:solidFill>
              <a:srgbClr val="7A96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5681980" y="2716542"/>
              <a:ext cx="1362710" cy="7620"/>
            </a:xfrm>
            <a:custGeom>
              <a:avLst/>
              <a:gdLst/>
              <a:ahLst/>
              <a:cxnLst/>
              <a:rect l="l" t="t" r="r" b="b"/>
              <a:pathLst>
                <a:path w="1362709" h="7619">
                  <a:moveTo>
                    <a:pt x="136269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2540" y="2527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07"/>
                  </a:lnTo>
                  <a:lnTo>
                    <a:pt x="1356360" y="7607"/>
                  </a:lnTo>
                  <a:lnTo>
                    <a:pt x="1356347" y="6350"/>
                  </a:lnTo>
                  <a:lnTo>
                    <a:pt x="1357630" y="6350"/>
                  </a:lnTo>
                  <a:lnTo>
                    <a:pt x="1357630" y="5067"/>
                  </a:lnTo>
                  <a:lnTo>
                    <a:pt x="1358900" y="5067"/>
                  </a:lnTo>
                  <a:lnTo>
                    <a:pt x="1358900" y="3810"/>
                  </a:lnTo>
                  <a:lnTo>
                    <a:pt x="1360170" y="3810"/>
                  </a:lnTo>
                  <a:lnTo>
                    <a:pt x="1360170" y="2527"/>
                  </a:lnTo>
                  <a:lnTo>
                    <a:pt x="1361440" y="2527"/>
                  </a:lnTo>
                  <a:lnTo>
                    <a:pt x="1361440" y="1257"/>
                  </a:lnTo>
                  <a:lnTo>
                    <a:pt x="1362697" y="1257"/>
                  </a:lnTo>
                  <a:lnTo>
                    <a:pt x="1362697" y="0"/>
                  </a:lnTo>
                  <a:close/>
                </a:path>
              </a:pathLst>
            </a:custGeom>
            <a:solidFill>
              <a:srgbClr val="7B97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5689600" y="2724149"/>
              <a:ext cx="1348740" cy="6350"/>
            </a:xfrm>
            <a:custGeom>
              <a:avLst/>
              <a:gdLst/>
              <a:ahLst/>
              <a:cxnLst/>
              <a:rect l="l" t="t" r="r" b="b"/>
              <a:pathLst>
                <a:path w="1348740" h="6350">
                  <a:moveTo>
                    <a:pt x="1346200" y="2552"/>
                  </a:moveTo>
                  <a:lnTo>
                    <a:pt x="1270" y="2552"/>
                  </a:lnTo>
                  <a:lnTo>
                    <a:pt x="1270" y="3810"/>
                  </a:lnTo>
                  <a:lnTo>
                    <a:pt x="2540" y="3810"/>
                  </a:lnTo>
                  <a:lnTo>
                    <a:pt x="2540" y="5092"/>
                  </a:lnTo>
                  <a:lnTo>
                    <a:pt x="3810" y="5092"/>
                  </a:lnTo>
                  <a:lnTo>
                    <a:pt x="3810" y="6350"/>
                  </a:lnTo>
                  <a:lnTo>
                    <a:pt x="1343660" y="6350"/>
                  </a:lnTo>
                  <a:lnTo>
                    <a:pt x="1343660" y="5092"/>
                  </a:lnTo>
                  <a:lnTo>
                    <a:pt x="1344930" y="5092"/>
                  </a:lnTo>
                  <a:lnTo>
                    <a:pt x="1344930" y="3810"/>
                  </a:lnTo>
                  <a:lnTo>
                    <a:pt x="1346200" y="3810"/>
                  </a:lnTo>
                  <a:lnTo>
                    <a:pt x="1346200" y="2552"/>
                  </a:lnTo>
                  <a:close/>
                </a:path>
                <a:path w="1348740" h="6350">
                  <a:moveTo>
                    <a:pt x="13487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1347470" y="2540"/>
                  </a:lnTo>
                  <a:lnTo>
                    <a:pt x="1347470" y="1270"/>
                  </a:lnTo>
                  <a:lnTo>
                    <a:pt x="1348740" y="1270"/>
                  </a:lnTo>
                  <a:lnTo>
                    <a:pt x="1348740" y="0"/>
                  </a:lnTo>
                  <a:close/>
                </a:path>
              </a:pathLst>
            </a:custGeom>
            <a:solidFill>
              <a:srgbClr val="7D99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5694680" y="2730499"/>
              <a:ext cx="1337310" cy="7620"/>
            </a:xfrm>
            <a:custGeom>
              <a:avLst/>
              <a:gdLst/>
              <a:ahLst/>
              <a:cxnLst/>
              <a:rect l="l" t="t" r="r" b="b"/>
              <a:pathLst>
                <a:path w="1337309" h="7619">
                  <a:moveTo>
                    <a:pt x="1337297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52"/>
                  </a:lnTo>
                  <a:lnTo>
                    <a:pt x="2540" y="2552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20"/>
                  </a:lnTo>
                  <a:lnTo>
                    <a:pt x="1330947" y="7620"/>
                  </a:lnTo>
                  <a:lnTo>
                    <a:pt x="1330947" y="6350"/>
                  </a:lnTo>
                  <a:lnTo>
                    <a:pt x="1332230" y="6350"/>
                  </a:lnTo>
                  <a:lnTo>
                    <a:pt x="1332230" y="5092"/>
                  </a:lnTo>
                  <a:lnTo>
                    <a:pt x="1333500" y="5092"/>
                  </a:lnTo>
                  <a:lnTo>
                    <a:pt x="1333500" y="3810"/>
                  </a:lnTo>
                  <a:lnTo>
                    <a:pt x="1334770" y="3810"/>
                  </a:lnTo>
                  <a:lnTo>
                    <a:pt x="1334770" y="2552"/>
                  </a:lnTo>
                  <a:lnTo>
                    <a:pt x="1336040" y="2552"/>
                  </a:lnTo>
                  <a:lnTo>
                    <a:pt x="1336040" y="1270"/>
                  </a:lnTo>
                  <a:lnTo>
                    <a:pt x="1337297" y="1270"/>
                  </a:lnTo>
                  <a:lnTo>
                    <a:pt x="1337297" y="0"/>
                  </a:lnTo>
                  <a:close/>
                </a:path>
              </a:pathLst>
            </a:custGeom>
            <a:solidFill>
              <a:srgbClr val="7E99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5702300" y="2738119"/>
              <a:ext cx="1322070" cy="8255"/>
            </a:xfrm>
            <a:custGeom>
              <a:avLst/>
              <a:gdLst/>
              <a:ahLst/>
              <a:cxnLst/>
              <a:rect l="l" t="t" r="r" b="b"/>
              <a:pathLst>
                <a:path w="1322070" h="8255">
                  <a:moveTo>
                    <a:pt x="132207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22"/>
                  </a:lnTo>
                  <a:lnTo>
                    <a:pt x="3810" y="3822"/>
                  </a:lnTo>
                  <a:lnTo>
                    <a:pt x="3810" y="5080"/>
                  </a:lnTo>
                  <a:lnTo>
                    <a:pt x="5080" y="5080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32"/>
                  </a:lnTo>
                  <a:lnTo>
                    <a:pt x="1315720" y="7632"/>
                  </a:lnTo>
                  <a:lnTo>
                    <a:pt x="1315720" y="6350"/>
                  </a:lnTo>
                  <a:lnTo>
                    <a:pt x="1316977" y="6350"/>
                  </a:lnTo>
                  <a:lnTo>
                    <a:pt x="1316977" y="5080"/>
                  </a:lnTo>
                  <a:lnTo>
                    <a:pt x="1318260" y="5080"/>
                  </a:lnTo>
                  <a:lnTo>
                    <a:pt x="1318260" y="3822"/>
                  </a:lnTo>
                  <a:lnTo>
                    <a:pt x="1319530" y="3822"/>
                  </a:lnTo>
                  <a:lnTo>
                    <a:pt x="1319530" y="2540"/>
                  </a:lnTo>
                  <a:lnTo>
                    <a:pt x="1320800" y="2540"/>
                  </a:lnTo>
                  <a:lnTo>
                    <a:pt x="1320800" y="1282"/>
                  </a:lnTo>
                  <a:lnTo>
                    <a:pt x="1322070" y="1282"/>
                  </a:lnTo>
                  <a:lnTo>
                    <a:pt x="1322070" y="0"/>
                  </a:lnTo>
                  <a:close/>
                </a:path>
              </a:pathLst>
            </a:custGeom>
            <a:solidFill>
              <a:srgbClr val="809A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5709920" y="2745752"/>
              <a:ext cx="1306830" cy="6350"/>
            </a:xfrm>
            <a:custGeom>
              <a:avLst/>
              <a:gdLst/>
              <a:ahLst/>
              <a:cxnLst/>
              <a:rect l="l" t="t" r="r" b="b"/>
              <a:pathLst>
                <a:path w="1306829" h="6350">
                  <a:moveTo>
                    <a:pt x="130683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797"/>
                  </a:lnTo>
                  <a:lnTo>
                    <a:pt x="3810" y="3797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1301750" y="6350"/>
                  </a:lnTo>
                  <a:lnTo>
                    <a:pt x="1301750" y="5067"/>
                  </a:lnTo>
                  <a:lnTo>
                    <a:pt x="1303007" y="5067"/>
                  </a:lnTo>
                  <a:lnTo>
                    <a:pt x="1303007" y="3797"/>
                  </a:lnTo>
                  <a:lnTo>
                    <a:pt x="1304290" y="3797"/>
                  </a:lnTo>
                  <a:lnTo>
                    <a:pt x="1304290" y="2540"/>
                  </a:lnTo>
                  <a:lnTo>
                    <a:pt x="1305560" y="2540"/>
                  </a:lnTo>
                  <a:lnTo>
                    <a:pt x="1305560" y="1257"/>
                  </a:lnTo>
                  <a:lnTo>
                    <a:pt x="1306830" y="1257"/>
                  </a:lnTo>
                  <a:lnTo>
                    <a:pt x="1306830" y="0"/>
                  </a:lnTo>
                  <a:close/>
                </a:path>
              </a:pathLst>
            </a:custGeom>
            <a:solidFill>
              <a:srgbClr val="819B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5716270" y="2752102"/>
              <a:ext cx="1294130" cy="7620"/>
            </a:xfrm>
            <a:custGeom>
              <a:avLst/>
              <a:gdLst/>
              <a:ahLst/>
              <a:cxnLst/>
              <a:rect l="l" t="t" r="r" b="b"/>
              <a:pathLst>
                <a:path w="1294129" h="7619">
                  <a:moveTo>
                    <a:pt x="129413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797"/>
                  </a:lnTo>
                  <a:lnTo>
                    <a:pt x="3810" y="3797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07"/>
                  </a:lnTo>
                  <a:lnTo>
                    <a:pt x="1287780" y="7607"/>
                  </a:lnTo>
                  <a:lnTo>
                    <a:pt x="1287780" y="6350"/>
                  </a:lnTo>
                  <a:lnTo>
                    <a:pt x="1289050" y="6350"/>
                  </a:lnTo>
                  <a:lnTo>
                    <a:pt x="1289050" y="5067"/>
                  </a:lnTo>
                  <a:lnTo>
                    <a:pt x="1290307" y="5067"/>
                  </a:lnTo>
                  <a:lnTo>
                    <a:pt x="1290307" y="3797"/>
                  </a:lnTo>
                  <a:lnTo>
                    <a:pt x="1291590" y="3797"/>
                  </a:lnTo>
                  <a:lnTo>
                    <a:pt x="1291590" y="2540"/>
                  </a:lnTo>
                  <a:lnTo>
                    <a:pt x="1292860" y="2540"/>
                  </a:lnTo>
                  <a:lnTo>
                    <a:pt x="1292860" y="1257"/>
                  </a:lnTo>
                  <a:lnTo>
                    <a:pt x="1294130" y="1257"/>
                  </a:lnTo>
                  <a:lnTo>
                    <a:pt x="1294130" y="0"/>
                  </a:lnTo>
                  <a:close/>
                </a:path>
              </a:pathLst>
            </a:custGeom>
            <a:solidFill>
              <a:srgbClr val="839D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5723890" y="2759709"/>
              <a:ext cx="1278890" cy="8255"/>
            </a:xfrm>
            <a:custGeom>
              <a:avLst/>
              <a:gdLst/>
              <a:ahLst/>
              <a:cxnLst/>
              <a:rect l="l" t="t" r="r" b="b"/>
              <a:pathLst>
                <a:path w="1278890" h="8255">
                  <a:moveTo>
                    <a:pt x="1275080" y="5092"/>
                  </a:moveTo>
                  <a:lnTo>
                    <a:pt x="3810" y="5092"/>
                  </a:lnTo>
                  <a:lnTo>
                    <a:pt x="3810" y="6350"/>
                  </a:lnTo>
                  <a:lnTo>
                    <a:pt x="5080" y="6350"/>
                  </a:lnTo>
                  <a:lnTo>
                    <a:pt x="5080" y="7632"/>
                  </a:lnTo>
                  <a:lnTo>
                    <a:pt x="1273810" y="7632"/>
                  </a:lnTo>
                  <a:lnTo>
                    <a:pt x="1273810" y="6350"/>
                  </a:lnTo>
                  <a:lnTo>
                    <a:pt x="1275080" y="6350"/>
                  </a:lnTo>
                  <a:lnTo>
                    <a:pt x="1275080" y="5092"/>
                  </a:lnTo>
                  <a:close/>
                </a:path>
                <a:path w="1278890" h="8255">
                  <a:moveTo>
                    <a:pt x="127889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2540" y="5080"/>
                  </a:lnTo>
                  <a:lnTo>
                    <a:pt x="1276337" y="5080"/>
                  </a:lnTo>
                  <a:lnTo>
                    <a:pt x="1276337" y="3810"/>
                  </a:lnTo>
                  <a:lnTo>
                    <a:pt x="1277620" y="3810"/>
                  </a:lnTo>
                  <a:lnTo>
                    <a:pt x="1277620" y="2540"/>
                  </a:lnTo>
                  <a:lnTo>
                    <a:pt x="1277620" y="1282"/>
                  </a:lnTo>
                  <a:lnTo>
                    <a:pt x="1278890" y="1282"/>
                  </a:lnTo>
                  <a:lnTo>
                    <a:pt x="1278890" y="0"/>
                  </a:lnTo>
                  <a:close/>
                </a:path>
              </a:pathLst>
            </a:custGeom>
            <a:solidFill>
              <a:srgbClr val="849E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5730240" y="2767342"/>
              <a:ext cx="1266190" cy="7620"/>
            </a:xfrm>
            <a:custGeom>
              <a:avLst/>
              <a:gdLst/>
              <a:ahLst/>
              <a:cxnLst/>
              <a:rect l="l" t="t" r="r" b="b"/>
              <a:pathLst>
                <a:path w="1266190" h="7619">
                  <a:moveTo>
                    <a:pt x="126619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2540" y="2527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07"/>
                  </a:lnTo>
                  <a:lnTo>
                    <a:pt x="1259840" y="7607"/>
                  </a:lnTo>
                  <a:lnTo>
                    <a:pt x="1259840" y="6350"/>
                  </a:lnTo>
                  <a:lnTo>
                    <a:pt x="1261110" y="6350"/>
                  </a:lnTo>
                  <a:lnTo>
                    <a:pt x="1261110" y="5067"/>
                  </a:lnTo>
                  <a:lnTo>
                    <a:pt x="1262380" y="5067"/>
                  </a:lnTo>
                  <a:lnTo>
                    <a:pt x="1262380" y="3810"/>
                  </a:lnTo>
                  <a:lnTo>
                    <a:pt x="1263637" y="3810"/>
                  </a:lnTo>
                  <a:lnTo>
                    <a:pt x="1263637" y="2527"/>
                  </a:lnTo>
                  <a:lnTo>
                    <a:pt x="1264920" y="2527"/>
                  </a:lnTo>
                  <a:lnTo>
                    <a:pt x="1264920" y="1257"/>
                  </a:lnTo>
                  <a:lnTo>
                    <a:pt x="1266190" y="1257"/>
                  </a:lnTo>
                  <a:lnTo>
                    <a:pt x="1266190" y="0"/>
                  </a:lnTo>
                  <a:close/>
                </a:path>
              </a:pathLst>
            </a:custGeom>
            <a:solidFill>
              <a:srgbClr val="869F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5737860" y="2774949"/>
              <a:ext cx="1250950" cy="6350"/>
            </a:xfrm>
            <a:custGeom>
              <a:avLst/>
              <a:gdLst/>
              <a:ahLst/>
              <a:cxnLst/>
              <a:rect l="l" t="t" r="r" b="b"/>
              <a:pathLst>
                <a:path w="1250950" h="6350">
                  <a:moveTo>
                    <a:pt x="125095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52"/>
                  </a:lnTo>
                  <a:lnTo>
                    <a:pt x="2540" y="2552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1245870" y="6350"/>
                  </a:lnTo>
                  <a:lnTo>
                    <a:pt x="1245870" y="5092"/>
                  </a:lnTo>
                  <a:lnTo>
                    <a:pt x="1247140" y="5092"/>
                  </a:lnTo>
                  <a:lnTo>
                    <a:pt x="1247140" y="3810"/>
                  </a:lnTo>
                  <a:lnTo>
                    <a:pt x="1248410" y="3810"/>
                  </a:lnTo>
                  <a:lnTo>
                    <a:pt x="1248410" y="2552"/>
                  </a:lnTo>
                  <a:lnTo>
                    <a:pt x="1249667" y="2552"/>
                  </a:lnTo>
                  <a:lnTo>
                    <a:pt x="1249667" y="1270"/>
                  </a:lnTo>
                  <a:lnTo>
                    <a:pt x="1250950" y="1270"/>
                  </a:lnTo>
                  <a:lnTo>
                    <a:pt x="1250950" y="0"/>
                  </a:lnTo>
                  <a:close/>
                </a:path>
              </a:pathLst>
            </a:custGeom>
            <a:solidFill>
              <a:srgbClr val="87A0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5744210" y="2781299"/>
              <a:ext cx="1238250" cy="7620"/>
            </a:xfrm>
            <a:custGeom>
              <a:avLst/>
              <a:gdLst/>
              <a:ahLst/>
              <a:cxnLst/>
              <a:rect l="l" t="t" r="r" b="b"/>
              <a:pathLst>
                <a:path w="1238250" h="7619">
                  <a:moveTo>
                    <a:pt x="123825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52"/>
                  </a:lnTo>
                  <a:lnTo>
                    <a:pt x="2540" y="2552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20"/>
                  </a:lnTo>
                  <a:lnTo>
                    <a:pt x="1231900" y="7620"/>
                  </a:lnTo>
                  <a:lnTo>
                    <a:pt x="1231900" y="6350"/>
                  </a:lnTo>
                  <a:lnTo>
                    <a:pt x="1233170" y="6350"/>
                  </a:lnTo>
                  <a:lnTo>
                    <a:pt x="1233170" y="5092"/>
                  </a:lnTo>
                  <a:lnTo>
                    <a:pt x="1234440" y="5092"/>
                  </a:lnTo>
                  <a:lnTo>
                    <a:pt x="1234440" y="3810"/>
                  </a:lnTo>
                  <a:lnTo>
                    <a:pt x="1235710" y="3810"/>
                  </a:lnTo>
                  <a:lnTo>
                    <a:pt x="1235710" y="2552"/>
                  </a:lnTo>
                  <a:lnTo>
                    <a:pt x="1236967" y="2552"/>
                  </a:lnTo>
                  <a:lnTo>
                    <a:pt x="1236967" y="1270"/>
                  </a:lnTo>
                  <a:lnTo>
                    <a:pt x="1238250" y="1270"/>
                  </a:lnTo>
                  <a:lnTo>
                    <a:pt x="1238250" y="0"/>
                  </a:lnTo>
                  <a:close/>
                </a:path>
              </a:pathLst>
            </a:custGeom>
            <a:solidFill>
              <a:srgbClr val="89A1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5751830" y="2788919"/>
              <a:ext cx="1223010" cy="8255"/>
            </a:xfrm>
            <a:custGeom>
              <a:avLst/>
              <a:gdLst/>
              <a:ahLst/>
              <a:cxnLst/>
              <a:rect l="l" t="t" r="r" b="b"/>
              <a:pathLst>
                <a:path w="1223009" h="8255">
                  <a:moveTo>
                    <a:pt x="1222997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22"/>
                  </a:lnTo>
                  <a:lnTo>
                    <a:pt x="3810" y="3822"/>
                  </a:lnTo>
                  <a:lnTo>
                    <a:pt x="3810" y="5080"/>
                  </a:lnTo>
                  <a:lnTo>
                    <a:pt x="5080" y="5080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32"/>
                  </a:lnTo>
                  <a:lnTo>
                    <a:pt x="1216647" y="7632"/>
                  </a:lnTo>
                  <a:lnTo>
                    <a:pt x="1216647" y="6350"/>
                  </a:lnTo>
                  <a:lnTo>
                    <a:pt x="1217930" y="6350"/>
                  </a:lnTo>
                  <a:lnTo>
                    <a:pt x="1217930" y="5080"/>
                  </a:lnTo>
                  <a:lnTo>
                    <a:pt x="1219200" y="5080"/>
                  </a:lnTo>
                  <a:lnTo>
                    <a:pt x="1219200" y="3822"/>
                  </a:lnTo>
                  <a:lnTo>
                    <a:pt x="1220470" y="3822"/>
                  </a:lnTo>
                  <a:lnTo>
                    <a:pt x="1220470" y="2540"/>
                  </a:lnTo>
                  <a:lnTo>
                    <a:pt x="1221740" y="2540"/>
                  </a:lnTo>
                  <a:lnTo>
                    <a:pt x="1221740" y="1282"/>
                  </a:lnTo>
                  <a:lnTo>
                    <a:pt x="1222997" y="1282"/>
                  </a:lnTo>
                  <a:lnTo>
                    <a:pt x="1222997" y="0"/>
                  </a:lnTo>
                  <a:close/>
                </a:path>
              </a:pathLst>
            </a:custGeom>
            <a:solidFill>
              <a:srgbClr val="8AA2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5759450" y="2796552"/>
              <a:ext cx="1207770" cy="6350"/>
            </a:xfrm>
            <a:custGeom>
              <a:avLst/>
              <a:gdLst/>
              <a:ahLst/>
              <a:cxnLst/>
              <a:rect l="l" t="t" r="r" b="b"/>
              <a:pathLst>
                <a:path w="1207770" h="6350">
                  <a:moveTo>
                    <a:pt x="120777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797"/>
                  </a:lnTo>
                  <a:lnTo>
                    <a:pt x="3810" y="3797"/>
                  </a:lnTo>
                  <a:lnTo>
                    <a:pt x="3810" y="5067"/>
                  </a:lnTo>
                  <a:lnTo>
                    <a:pt x="3810" y="6337"/>
                  </a:lnTo>
                  <a:lnTo>
                    <a:pt x="1203960" y="6337"/>
                  </a:lnTo>
                  <a:lnTo>
                    <a:pt x="1203960" y="5067"/>
                  </a:lnTo>
                  <a:lnTo>
                    <a:pt x="1205230" y="5067"/>
                  </a:lnTo>
                  <a:lnTo>
                    <a:pt x="1205230" y="3797"/>
                  </a:lnTo>
                  <a:lnTo>
                    <a:pt x="1205230" y="2540"/>
                  </a:lnTo>
                  <a:lnTo>
                    <a:pt x="1206500" y="2540"/>
                  </a:lnTo>
                  <a:lnTo>
                    <a:pt x="1206500" y="1257"/>
                  </a:lnTo>
                  <a:lnTo>
                    <a:pt x="1207770" y="1257"/>
                  </a:lnTo>
                  <a:lnTo>
                    <a:pt x="1207770" y="0"/>
                  </a:lnTo>
                  <a:close/>
                </a:path>
              </a:pathLst>
            </a:custGeom>
            <a:solidFill>
              <a:srgbClr val="8CA4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5764530" y="2802902"/>
              <a:ext cx="1197610" cy="7620"/>
            </a:xfrm>
            <a:custGeom>
              <a:avLst/>
              <a:gdLst/>
              <a:ahLst/>
              <a:cxnLst/>
              <a:rect l="l" t="t" r="r" b="b"/>
              <a:pathLst>
                <a:path w="1197609" h="7619">
                  <a:moveTo>
                    <a:pt x="119759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797"/>
                  </a:lnTo>
                  <a:lnTo>
                    <a:pt x="3810" y="3797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07"/>
                  </a:lnTo>
                  <a:lnTo>
                    <a:pt x="1191247" y="7607"/>
                  </a:lnTo>
                  <a:lnTo>
                    <a:pt x="1191247" y="6350"/>
                  </a:lnTo>
                  <a:lnTo>
                    <a:pt x="1192530" y="6350"/>
                  </a:lnTo>
                  <a:lnTo>
                    <a:pt x="1192530" y="5067"/>
                  </a:lnTo>
                  <a:lnTo>
                    <a:pt x="1193800" y="5067"/>
                  </a:lnTo>
                  <a:lnTo>
                    <a:pt x="1193800" y="3797"/>
                  </a:lnTo>
                  <a:lnTo>
                    <a:pt x="1195070" y="3797"/>
                  </a:lnTo>
                  <a:lnTo>
                    <a:pt x="1195070" y="2540"/>
                  </a:lnTo>
                  <a:lnTo>
                    <a:pt x="1196340" y="2540"/>
                  </a:lnTo>
                  <a:lnTo>
                    <a:pt x="1196340" y="1257"/>
                  </a:lnTo>
                  <a:lnTo>
                    <a:pt x="1197597" y="1257"/>
                  </a:lnTo>
                  <a:lnTo>
                    <a:pt x="1197597" y="0"/>
                  </a:lnTo>
                  <a:close/>
                </a:path>
              </a:pathLst>
            </a:custGeom>
            <a:solidFill>
              <a:srgbClr val="8DA5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5772150" y="2810509"/>
              <a:ext cx="1182370" cy="8255"/>
            </a:xfrm>
            <a:custGeom>
              <a:avLst/>
              <a:gdLst/>
              <a:ahLst/>
              <a:cxnLst/>
              <a:rect l="l" t="t" r="r" b="b"/>
              <a:pathLst>
                <a:path w="1182370" h="8255">
                  <a:moveTo>
                    <a:pt x="118237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32"/>
                  </a:lnTo>
                  <a:lnTo>
                    <a:pt x="1176020" y="7632"/>
                  </a:lnTo>
                  <a:lnTo>
                    <a:pt x="1176020" y="6350"/>
                  </a:lnTo>
                  <a:lnTo>
                    <a:pt x="1177277" y="6350"/>
                  </a:lnTo>
                  <a:lnTo>
                    <a:pt x="1177277" y="5092"/>
                  </a:lnTo>
                  <a:lnTo>
                    <a:pt x="1178560" y="5092"/>
                  </a:lnTo>
                  <a:lnTo>
                    <a:pt x="1178560" y="3810"/>
                  </a:lnTo>
                  <a:lnTo>
                    <a:pt x="1179830" y="3810"/>
                  </a:lnTo>
                  <a:lnTo>
                    <a:pt x="1179830" y="2540"/>
                  </a:lnTo>
                  <a:lnTo>
                    <a:pt x="1181100" y="2540"/>
                  </a:lnTo>
                  <a:lnTo>
                    <a:pt x="1181100" y="1282"/>
                  </a:lnTo>
                  <a:lnTo>
                    <a:pt x="1182370" y="1282"/>
                  </a:lnTo>
                  <a:lnTo>
                    <a:pt x="1182370" y="0"/>
                  </a:lnTo>
                  <a:close/>
                </a:path>
              </a:pathLst>
            </a:custGeom>
            <a:solidFill>
              <a:srgbClr val="8EA6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5779770" y="2818142"/>
              <a:ext cx="1167130" cy="7620"/>
            </a:xfrm>
            <a:custGeom>
              <a:avLst/>
              <a:gdLst/>
              <a:ahLst/>
              <a:cxnLst/>
              <a:rect l="l" t="t" r="r" b="b"/>
              <a:pathLst>
                <a:path w="1167129" h="7619">
                  <a:moveTo>
                    <a:pt x="116713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2540" y="2527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07"/>
                  </a:lnTo>
                  <a:lnTo>
                    <a:pt x="1160780" y="7607"/>
                  </a:lnTo>
                  <a:lnTo>
                    <a:pt x="1160780" y="6350"/>
                  </a:lnTo>
                  <a:lnTo>
                    <a:pt x="1162050" y="6350"/>
                  </a:lnTo>
                  <a:lnTo>
                    <a:pt x="1162050" y="5067"/>
                  </a:lnTo>
                  <a:lnTo>
                    <a:pt x="1163307" y="5067"/>
                  </a:lnTo>
                  <a:lnTo>
                    <a:pt x="1163307" y="3810"/>
                  </a:lnTo>
                  <a:lnTo>
                    <a:pt x="1164590" y="3810"/>
                  </a:lnTo>
                  <a:lnTo>
                    <a:pt x="1164590" y="2527"/>
                  </a:lnTo>
                  <a:lnTo>
                    <a:pt x="1165860" y="2527"/>
                  </a:lnTo>
                  <a:lnTo>
                    <a:pt x="1165860" y="1257"/>
                  </a:lnTo>
                  <a:lnTo>
                    <a:pt x="1167130" y="1257"/>
                  </a:lnTo>
                  <a:lnTo>
                    <a:pt x="1167130" y="0"/>
                  </a:lnTo>
                  <a:close/>
                </a:path>
              </a:pathLst>
            </a:custGeom>
            <a:solidFill>
              <a:srgbClr val="90A7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5787390" y="2825749"/>
              <a:ext cx="1151890" cy="6350"/>
            </a:xfrm>
            <a:custGeom>
              <a:avLst/>
              <a:gdLst/>
              <a:ahLst/>
              <a:cxnLst/>
              <a:rect l="l" t="t" r="r" b="b"/>
              <a:pathLst>
                <a:path w="1151890" h="6350">
                  <a:moveTo>
                    <a:pt x="115189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52"/>
                  </a:lnTo>
                  <a:lnTo>
                    <a:pt x="2540" y="2552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1146810" y="6350"/>
                  </a:lnTo>
                  <a:lnTo>
                    <a:pt x="1146810" y="5092"/>
                  </a:lnTo>
                  <a:lnTo>
                    <a:pt x="1148080" y="5092"/>
                  </a:lnTo>
                  <a:lnTo>
                    <a:pt x="1148080" y="3810"/>
                  </a:lnTo>
                  <a:lnTo>
                    <a:pt x="1149337" y="3810"/>
                  </a:lnTo>
                  <a:lnTo>
                    <a:pt x="1149337" y="2552"/>
                  </a:lnTo>
                  <a:lnTo>
                    <a:pt x="1150620" y="2552"/>
                  </a:lnTo>
                  <a:lnTo>
                    <a:pt x="1150620" y="1270"/>
                  </a:lnTo>
                  <a:lnTo>
                    <a:pt x="1151890" y="1270"/>
                  </a:lnTo>
                  <a:lnTo>
                    <a:pt x="1151890" y="0"/>
                  </a:lnTo>
                  <a:close/>
                </a:path>
              </a:pathLst>
            </a:custGeom>
            <a:solidFill>
              <a:srgbClr val="91A8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5793740" y="2832099"/>
              <a:ext cx="1139190" cy="7620"/>
            </a:xfrm>
            <a:custGeom>
              <a:avLst/>
              <a:gdLst/>
              <a:ahLst/>
              <a:cxnLst/>
              <a:rect l="l" t="t" r="r" b="b"/>
              <a:pathLst>
                <a:path w="1139190" h="7619">
                  <a:moveTo>
                    <a:pt x="113919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52"/>
                  </a:lnTo>
                  <a:lnTo>
                    <a:pt x="2540" y="2552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20"/>
                  </a:lnTo>
                  <a:lnTo>
                    <a:pt x="1134110" y="7620"/>
                  </a:lnTo>
                  <a:lnTo>
                    <a:pt x="1134110" y="6350"/>
                  </a:lnTo>
                  <a:lnTo>
                    <a:pt x="1134110" y="5092"/>
                  </a:lnTo>
                  <a:lnTo>
                    <a:pt x="1135380" y="5092"/>
                  </a:lnTo>
                  <a:lnTo>
                    <a:pt x="1135380" y="3810"/>
                  </a:lnTo>
                  <a:lnTo>
                    <a:pt x="1136637" y="3810"/>
                  </a:lnTo>
                  <a:lnTo>
                    <a:pt x="1136637" y="2552"/>
                  </a:lnTo>
                  <a:lnTo>
                    <a:pt x="1137920" y="2552"/>
                  </a:lnTo>
                  <a:lnTo>
                    <a:pt x="1137920" y="1270"/>
                  </a:lnTo>
                  <a:lnTo>
                    <a:pt x="1139190" y="1270"/>
                  </a:lnTo>
                  <a:lnTo>
                    <a:pt x="1139190" y="0"/>
                  </a:lnTo>
                  <a:close/>
                </a:path>
              </a:pathLst>
            </a:custGeom>
            <a:solidFill>
              <a:srgbClr val="93A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5800090" y="2839719"/>
              <a:ext cx="1126490" cy="8255"/>
            </a:xfrm>
            <a:custGeom>
              <a:avLst/>
              <a:gdLst/>
              <a:ahLst/>
              <a:cxnLst/>
              <a:rect l="l" t="t" r="r" b="b"/>
              <a:pathLst>
                <a:path w="1126490" h="8255">
                  <a:moveTo>
                    <a:pt x="112649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22"/>
                  </a:lnTo>
                  <a:lnTo>
                    <a:pt x="3810" y="3822"/>
                  </a:lnTo>
                  <a:lnTo>
                    <a:pt x="3810" y="5080"/>
                  </a:lnTo>
                  <a:lnTo>
                    <a:pt x="5080" y="5080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32"/>
                  </a:lnTo>
                  <a:lnTo>
                    <a:pt x="1120140" y="7632"/>
                  </a:lnTo>
                  <a:lnTo>
                    <a:pt x="1120140" y="6350"/>
                  </a:lnTo>
                  <a:lnTo>
                    <a:pt x="1121410" y="6350"/>
                  </a:lnTo>
                  <a:lnTo>
                    <a:pt x="1121410" y="5080"/>
                  </a:lnTo>
                  <a:lnTo>
                    <a:pt x="1122680" y="5080"/>
                  </a:lnTo>
                  <a:lnTo>
                    <a:pt x="1122680" y="3822"/>
                  </a:lnTo>
                  <a:lnTo>
                    <a:pt x="1123937" y="3822"/>
                  </a:lnTo>
                  <a:lnTo>
                    <a:pt x="1123937" y="2540"/>
                  </a:lnTo>
                  <a:lnTo>
                    <a:pt x="1125220" y="2540"/>
                  </a:lnTo>
                  <a:lnTo>
                    <a:pt x="1125220" y="1282"/>
                  </a:lnTo>
                  <a:lnTo>
                    <a:pt x="1126490" y="1282"/>
                  </a:lnTo>
                  <a:lnTo>
                    <a:pt x="1126490" y="0"/>
                  </a:lnTo>
                  <a:close/>
                </a:path>
              </a:pathLst>
            </a:custGeom>
            <a:solidFill>
              <a:srgbClr val="94A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5807710" y="2847352"/>
              <a:ext cx="1111250" cy="6350"/>
            </a:xfrm>
            <a:custGeom>
              <a:avLst/>
              <a:gdLst/>
              <a:ahLst/>
              <a:cxnLst/>
              <a:rect l="l" t="t" r="r" b="b"/>
              <a:pathLst>
                <a:path w="1111250" h="6350">
                  <a:moveTo>
                    <a:pt x="111125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797"/>
                  </a:lnTo>
                  <a:lnTo>
                    <a:pt x="3810" y="3797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1106170" y="6350"/>
                  </a:lnTo>
                  <a:lnTo>
                    <a:pt x="1106170" y="5067"/>
                  </a:lnTo>
                  <a:lnTo>
                    <a:pt x="1107440" y="5067"/>
                  </a:lnTo>
                  <a:lnTo>
                    <a:pt x="1107440" y="3797"/>
                  </a:lnTo>
                  <a:lnTo>
                    <a:pt x="1108710" y="3797"/>
                  </a:lnTo>
                  <a:lnTo>
                    <a:pt x="1108710" y="2540"/>
                  </a:lnTo>
                  <a:lnTo>
                    <a:pt x="1109967" y="2540"/>
                  </a:lnTo>
                  <a:lnTo>
                    <a:pt x="1109967" y="1257"/>
                  </a:lnTo>
                  <a:lnTo>
                    <a:pt x="1111250" y="1257"/>
                  </a:lnTo>
                  <a:lnTo>
                    <a:pt x="1111250" y="0"/>
                  </a:lnTo>
                  <a:close/>
                </a:path>
              </a:pathLst>
            </a:custGeom>
            <a:solidFill>
              <a:srgbClr val="96AC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5814060" y="2853702"/>
              <a:ext cx="1098550" cy="7620"/>
            </a:xfrm>
            <a:custGeom>
              <a:avLst/>
              <a:gdLst/>
              <a:ahLst/>
              <a:cxnLst/>
              <a:rect l="l" t="t" r="r" b="b"/>
              <a:pathLst>
                <a:path w="1098550" h="7619">
                  <a:moveTo>
                    <a:pt x="109855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797"/>
                  </a:lnTo>
                  <a:lnTo>
                    <a:pt x="3810" y="3797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07"/>
                  </a:lnTo>
                  <a:lnTo>
                    <a:pt x="1092200" y="7607"/>
                  </a:lnTo>
                  <a:lnTo>
                    <a:pt x="1092200" y="6350"/>
                  </a:lnTo>
                  <a:lnTo>
                    <a:pt x="1093470" y="6350"/>
                  </a:lnTo>
                  <a:lnTo>
                    <a:pt x="1093470" y="5067"/>
                  </a:lnTo>
                  <a:lnTo>
                    <a:pt x="1094740" y="5067"/>
                  </a:lnTo>
                  <a:lnTo>
                    <a:pt x="1094740" y="3797"/>
                  </a:lnTo>
                  <a:lnTo>
                    <a:pt x="1096010" y="3797"/>
                  </a:lnTo>
                  <a:lnTo>
                    <a:pt x="1096010" y="2540"/>
                  </a:lnTo>
                  <a:lnTo>
                    <a:pt x="1097267" y="2540"/>
                  </a:lnTo>
                  <a:lnTo>
                    <a:pt x="1097267" y="1257"/>
                  </a:lnTo>
                  <a:lnTo>
                    <a:pt x="1098550" y="1257"/>
                  </a:lnTo>
                  <a:lnTo>
                    <a:pt x="1098550" y="0"/>
                  </a:lnTo>
                  <a:close/>
                </a:path>
              </a:pathLst>
            </a:custGeom>
            <a:solidFill>
              <a:srgbClr val="97AD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5821680" y="2861309"/>
              <a:ext cx="1083310" cy="8255"/>
            </a:xfrm>
            <a:custGeom>
              <a:avLst/>
              <a:gdLst/>
              <a:ahLst/>
              <a:cxnLst/>
              <a:rect l="l" t="t" r="r" b="b"/>
              <a:pathLst>
                <a:path w="1083309" h="8255">
                  <a:moveTo>
                    <a:pt x="1083297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32"/>
                  </a:lnTo>
                  <a:lnTo>
                    <a:pt x="1076947" y="7632"/>
                  </a:lnTo>
                  <a:lnTo>
                    <a:pt x="1076947" y="6350"/>
                  </a:lnTo>
                  <a:lnTo>
                    <a:pt x="1078230" y="6350"/>
                  </a:lnTo>
                  <a:lnTo>
                    <a:pt x="1078230" y="5092"/>
                  </a:lnTo>
                  <a:lnTo>
                    <a:pt x="1079500" y="5092"/>
                  </a:lnTo>
                  <a:lnTo>
                    <a:pt x="1079500" y="3810"/>
                  </a:lnTo>
                  <a:lnTo>
                    <a:pt x="1080770" y="3810"/>
                  </a:lnTo>
                  <a:lnTo>
                    <a:pt x="1080770" y="2540"/>
                  </a:lnTo>
                  <a:lnTo>
                    <a:pt x="1082040" y="2540"/>
                  </a:lnTo>
                  <a:lnTo>
                    <a:pt x="1082040" y="1282"/>
                  </a:lnTo>
                  <a:lnTo>
                    <a:pt x="1083297" y="1282"/>
                  </a:lnTo>
                  <a:lnTo>
                    <a:pt x="1083297" y="0"/>
                  </a:lnTo>
                  <a:close/>
                </a:path>
              </a:pathLst>
            </a:custGeom>
            <a:solidFill>
              <a:srgbClr val="99AE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5829300" y="2868942"/>
              <a:ext cx="1068070" cy="7620"/>
            </a:xfrm>
            <a:custGeom>
              <a:avLst/>
              <a:gdLst/>
              <a:ahLst/>
              <a:cxnLst/>
              <a:rect l="l" t="t" r="r" b="b"/>
              <a:pathLst>
                <a:path w="1068070" h="7619">
                  <a:moveTo>
                    <a:pt x="106807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2540" y="2527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07"/>
                  </a:lnTo>
                  <a:lnTo>
                    <a:pt x="1061720" y="7607"/>
                  </a:lnTo>
                  <a:lnTo>
                    <a:pt x="1061720" y="6350"/>
                  </a:lnTo>
                  <a:lnTo>
                    <a:pt x="1062977" y="6350"/>
                  </a:lnTo>
                  <a:lnTo>
                    <a:pt x="1062977" y="5067"/>
                  </a:lnTo>
                  <a:lnTo>
                    <a:pt x="1064260" y="5067"/>
                  </a:lnTo>
                  <a:lnTo>
                    <a:pt x="1064260" y="3810"/>
                  </a:lnTo>
                  <a:lnTo>
                    <a:pt x="1065530" y="3810"/>
                  </a:lnTo>
                  <a:lnTo>
                    <a:pt x="1065530" y="2527"/>
                  </a:lnTo>
                  <a:lnTo>
                    <a:pt x="1066800" y="2527"/>
                  </a:lnTo>
                  <a:lnTo>
                    <a:pt x="1066800" y="1257"/>
                  </a:lnTo>
                  <a:lnTo>
                    <a:pt x="1068070" y="1257"/>
                  </a:lnTo>
                  <a:lnTo>
                    <a:pt x="1068070" y="0"/>
                  </a:lnTo>
                  <a:close/>
                </a:path>
              </a:pathLst>
            </a:custGeom>
            <a:solidFill>
              <a:srgbClr val="9AAF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5836920" y="2876549"/>
              <a:ext cx="1054100" cy="6350"/>
            </a:xfrm>
            <a:custGeom>
              <a:avLst/>
              <a:gdLst/>
              <a:ahLst/>
              <a:cxnLst/>
              <a:rect l="l" t="t" r="r" b="b"/>
              <a:pathLst>
                <a:path w="1054100" h="6350">
                  <a:moveTo>
                    <a:pt x="1051560" y="2552"/>
                  </a:moveTo>
                  <a:lnTo>
                    <a:pt x="1270" y="2552"/>
                  </a:lnTo>
                  <a:lnTo>
                    <a:pt x="1270" y="3810"/>
                  </a:lnTo>
                  <a:lnTo>
                    <a:pt x="2540" y="3810"/>
                  </a:lnTo>
                  <a:lnTo>
                    <a:pt x="2540" y="5092"/>
                  </a:lnTo>
                  <a:lnTo>
                    <a:pt x="3810" y="5092"/>
                  </a:lnTo>
                  <a:lnTo>
                    <a:pt x="3810" y="6350"/>
                  </a:lnTo>
                  <a:lnTo>
                    <a:pt x="1049007" y="6350"/>
                  </a:lnTo>
                  <a:lnTo>
                    <a:pt x="1049007" y="5092"/>
                  </a:lnTo>
                  <a:lnTo>
                    <a:pt x="1050290" y="5092"/>
                  </a:lnTo>
                  <a:lnTo>
                    <a:pt x="1050290" y="3810"/>
                  </a:lnTo>
                  <a:lnTo>
                    <a:pt x="1051560" y="3810"/>
                  </a:lnTo>
                  <a:lnTo>
                    <a:pt x="1051560" y="2552"/>
                  </a:lnTo>
                  <a:close/>
                </a:path>
                <a:path w="1054100" h="6350">
                  <a:moveTo>
                    <a:pt x="105410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1052830" y="2540"/>
                  </a:lnTo>
                  <a:lnTo>
                    <a:pt x="1052830" y="1270"/>
                  </a:lnTo>
                  <a:lnTo>
                    <a:pt x="1054100" y="1270"/>
                  </a:lnTo>
                  <a:lnTo>
                    <a:pt x="1054100" y="0"/>
                  </a:lnTo>
                  <a:close/>
                </a:path>
              </a:pathLst>
            </a:custGeom>
            <a:solidFill>
              <a:srgbClr val="9CB0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5842000" y="2882899"/>
              <a:ext cx="1042669" cy="7620"/>
            </a:xfrm>
            <a:custGeom>
              <a:avLst/>
              <a:gdLst/>
              <a:ahLst/>
              <a:cxnLst/>
              <a:rect l="l" t="t" r="r" b="b"/>
              <a:pathLst>
                <a:path w="1042670" h="7619">
                  <a:moveTo>
                    <a:pt x="10426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52"/>
                  </a:lnTo>
                  <a:lnTo>
                    <a:pt x="2540" y="2552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20"/>
                  </a:lnTo>
                  <a:lnTo>
                    <a:pt x="1036320" y="7620"/>
                  </a:lnTo>
                  <a:lnTo>
                    <a:pt x="1036320" y="6350"/>
                  </a:lnTo>
                  <a:lnTo>
                    <a:pt x="1037577" y="6350"/>
                  </a:lnTo>
                  <a:lnTo>
                    <a:pt x="1037577" y="5092"/>
                  </a:lnTo>
                  <a:lnTo>
                    <a:pt x="1038860" y="5092"/>
                  </a:lnTo>
                  <a:lnTo>
                    <a:pt x="1038860" y="3810"/>
                  </a:lnTo>
                  <a:lnTo>
                    <a:pt x="1040130" y="3810"/>
                  </a:lnTo>
                  <a:lnTo>
                    <a:pt x="1040130" y="2552"/>
                  </a:lnTo>
                  <a:lnTo>
                    <a:pt x="1041400" y="2552"/>
                  </a:lnTo>
                  <a:lnTo>
                    <a:pt x="1041400" y="1270"/>
                  </a:lnTo>
                  <a:lnTo>
                    <a:pt x="1042670" y="1270"/>
                  </a:lnTo>
                  <a:lnTo>
                    <a:pt x="1042670" y="0"/>
                  </a:lnTo>
                  <a:close/>
                </a:path>
              </a:pathLst>
            </a:custGeom>
            <a:solidFill>
              <a:srgbClr val="9DB1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5849620" y="2890519"/>
              <a:ext cx="1027430" cy="8255"/>
            </a:xfrm>
            <a:custGeom>
              <a:avLst/>
              <a:gdLst/>
              <a:ahLst/>
              <a:cxnLst/>
              <a:rect l="l" t="t" r="r" b="b"/>
              <a:pathLst>
                <a:path w="1027429" h="8255">
                  <a:moveTo>
                    <a:pt x="102743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22"/>
                  </a:lnTo>
                  <a:lnTo>
                    <a:pt x="3810" y="3822"/>
                  </a:lnTo>
                  <a:lnTo>
                    <a:pt x="3810" y="5080"/>
                  </a:lnTo>
                  <a:lnTo>
                    <a:pt x="5080" y="5080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32"/>
                  </a:lnTo>
                  <a:lnTo>
                    <a:pt x="1021080" y="7632"/>
                  </a:lnTo>
                  <a:lnTo>
                    <a:pt x="1021080" y="6350"/>
                  </a:lnTo>
                  <a:lnTo>
                    <a:pt x="1022350" y="6350"/>
                  </a:lnTo>
                  <a:lnTo>
                    <a:pt x="1022350" y="5080"/>
                  </a:lnTo>
                  <a:lnTo>
                    <a:pt x="1023607" y="5080"/>
                  </a:lnTo>
                  <a:lnTo>
                    <a:pt x="1023607" y="3822"/>
                  </a:lnTo>
                  <a:lnTo>
                    <a:pt x="1024890" y="3822"/>
                  </a:lnTo>
                  <a:lnTo>
                    <a:pt x="1024890" y="2540"/>
                  </a:lnTo>
                  <a:lnTo>
                    <a:pt x="1026160" y="2540"/>
                  </a:lnTo>
                  <a:lnTo>
                    <a:pt x="1026160" y="1282"/>
                  </a:lnTo>
                  <a:lnTo>
                    <a:pt x="1027430" y="1282"/>
                  </a:lnTo>
                  <a:lnTo>
                    <a:pt x="1027430" y="0"/>
                  </a:lnTo>
                  <a:close/>
                </a:path>
              </a:pathLst>
            </a:custGeom>
            <a:solidFill>
              <a:srgbClr val="9FB3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5857240" y="2898152"/>
              <a:ext cx="1012190" cy="6350"/>
            </a:xfrm>
            <a:custGeom>
              <a:avLst/>
              <a:gdLst/>
              <a:ahLst/>
              <a:cxnLst/>
              <a:rect l="l" t="t" r="r" b="b"/>
              <a:pathLst>
                <a:path w="1012190" h="6350">
                  <a:moveTo>
                    <a:pt x="101219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797"/>
                  </a:lnTo>
                  <a:lnTo>
                    <a:pt x="3810" y="3797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1007110" y="6350"/>
                  </a:lnTo>
                  <a:lnTo>
                    <a:pt x="1007110" y="5067"/>
                  </a:lnTo>
                  <a:lnTo>
                    <a:pt x="1008380" y="5067"/>
                  </a:lnTo>
                  <a:lnTo>
                    <a:pt x="1008380" y="3797"/>
                  </a:lnTo>
                  <a:lnTo>
                    <a:pt x="1009637" y="3797"/>
                  </a:lnTo>
                  <a:lnTo>
                    <a:pt x="1009637" y="2540"/>
                  </a:lnTo>
                  <a:lnTo>
                    <a:pt x="1010920" y="2540"/>
                  </a:lnTo>
                  <a:lnTo>
                    <a:pt x="1010920" y="1257"/>
                  </a:lnTo>
                  <a:lnTo>
                    <a:pt x="1012190" y="1257"/>
                  </a:lnTo>
                  <a:lnTo>
                    <a:pt x="1012190" y="0"/>
                  </a:lnTo>
                  <a:close/>
                </a:path>
              </a:pathLst>
            </a:custGeom>
            <a:solidFill>
              <a:srgbClr val="A0B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5863590" y="2904502"/>
              <a:ext cx="999490" cy="7620"/>
            </a:xfrm>
            <a:custGeom>
              <a:avLst/>
              <a:gdLst/>
              <a:ahLst/>
              <a:cxnLst/>
              <a:rect l="l" t="t" r="r" b="b"/>
              <a:pathLst>
                <a:path w="999490" h="7619">
                  <a:moveTo>
                    <a:pt x="99949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797"/>
                  </a:lnTo>
                  <a:lnTo>
                    <a:pt x="3810" y="3797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07"/>
                  </a:lnTo>
                  <a:lnTo>
                    <a:pt x="993140" y="7607"/>
                  </a:lnTo>
                  <a:lnTo>
                    <a:pt x="993140" y="6350"/>
                  </a:lnTo>
                  <a:lnTo>
                    <a:pt x="994410" y="6350"/>
                  </a:lnTo>
                  <a:lnTo>
                    <a:pt x="994410" y="5067"/>
                  </a:lnTo>
                  <a:lnTo>
                    <a:pt x="995680" y="5067"/>
                  </a:lnTo>
                  <a:lnTo>
                    <a:pt x="995680" y="3797"/>
                  </a:lnTo>
                  <a:lnTo>
                    <a:pt x="996937" y="3797"/>
                  </a:lnTo>
                  <a:lnTo>
                    <a:pt x="996937" y="2540"/>
                  </a:lnTo>
                  <a:lnTo>
                    <a:pt x="998220" y="2540"/>
                  </a:lnTo>
                  <a:lnTo>
                    <a:pt x="998220" y="1257"/>
                  </a:lnTo>
                  <a:lnTo>
                    <a:pt x="999490" y="1257"/>
                  </a:lnTo>
                  <a:lnTo>
                    <a:pt x="999490" y="0"/>
                  </a:lnTo>
                  <a:close/>
                </a:path>
              </a:pathLst>
            </a:custGeom>
            <a:solidFill>
              <a:srgbClr val="A1B5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5871210" y="2912109"/>
              <a:ext cx="984250" cy="8255"/>
            </a:xfrm>
            <a:custGeom>
              <a:avLst/>
              <a:gdLst/>
              <a:ahLst/>
              <a:cxnLst/>
              <a:rect l="l" t="t" r="r" b="b"/>
              <a:pathLst>
                <a:path w="984250" h="8255">
                  <a:moveTo>
                    <a:pt x="980440" y="5092"/>
                  </a:moveTo>
                  <a:lnTo>
                    <a:pt x="3810" y="5092"/>
                  </a:lnTo>
                  <a:lnTo>
                    <a:pt x="3810" y="6350"/>
                  </a:lnTo>
                  <a:lnTo>
                    <a:pt x="5080" y="6350"/>
                  </a:lnTo>
                  <a:lnTo>
                    <a:pt x="5080" y="7632"/>
                  </a:lnTo>
                  <a:lnTo>
                    <a:pt x="979170" y="7632"/>
                  </a:lnTo>
                  <a:lnTo>
                    <a:pt x="979170" y="6350"/>
                  </a:lnTo>
                  <a:lnTo>
                    <a:pt x="980440" y="6350"/>
                  </a:lnTo>
                  <a:lnTo>
                    <a:pt x="980440" y="5092"/>
                  </a:lnTo>
                  <a:close/>
                </a:path>
                <a:path w="984250" h="8255">
                  <a:moveTo>
                    <a:pt x="98425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2540" y="5080"/>
                  </a:lnTo>
                  <a:lnTo>
                    <a:pt x="981710" y="5080"/>
                  </a:lnTo>
                  <a:lnTo>
                    <a:pt x="981710" y="3810"/>
                  </a:lnTo>
                  <a:lnTo>
                    <a:pt x="982980" y="3810"/>
                  </a:lnTo>
                  <a:lnTo>
                    <a:pt x="982980" y="2540"/>
                  </a:lnTo>
                  <a:lnTo>
                    <a:pt x="982967" y="1282"/>
                  </a:lnTo>
                  <a:lnTo>
                    <a:pt x="984250" y="1282"/>
                  </a:lnTo>
                  <a:lnTo>
                    <a:pt x="984250" y="0"/>
                  </a:lnTo>
                  <a:close/>
                </a:path>
              </a:pathLst>
            </a:custGeom>
            <a:solidFill>
              <a:srgbClr val="A3B6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5877560" y="2919742"/>
              <a:ext cx="971550" cy="6350"/>
            </a:xfrm>
            <a:custGeom>
              <a:avLst/>
              <a:gdLst/>
              <a:ahLst/>
              <a:cxnLst/>
              <a:rect l="l" t="t" r="r" b="b"/>
              <a:pathLst>
                <a:path w="971550" h="6350">
                  <a:moveTo>
                    <a:pt x="97155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2540" y="2527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966470" y="6350"/>
                  </a:lnTo>
                  <a:lnTo>
                    <a:pt x="966470" y="5067"/>
                  </a:lnTo>
                  <a:lnTo>
                    <a:pt x="967740" y="5067"/>
                  </a:lnTo>
                  <a:lnTo>
                    <a:pt x="967740" y="3810"/>
                  </a:lnTo>
                  <a:lnTo>
                    <a:pt x="969010" y="3810"/>
                  </a:lnTo>
                  <a:lnTo>
                    <a:pt x="969010" y="2527"/>
                  </a:lnTo>
                  <a:lnTo>
                    <a:pt x="970267" y="2527"/>
                  </a:lnTo>
                  <a:lnTo>
                    <a:pt x="970267" y="1257"/>
                  </a:lnTo>
                  <a:lnTo>
                    <a:pt x="971550" y="1257"/>
                  </a:lnTo>
                  <a:lnTo>
                    <a:pt x="971550" y="0"/>
                  </a:lnTo>
                  <a:close/>
                </a:path>
              </a:pathLst>
            </a:custGeom>
            <a:solidFill>
              <a:srgbClr val="A4B7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5883910" y="2926092"/>
              <a:ext cx="958850" cy="7620"/>
            </a:xfrm>
            <a:custGeom>
              <a:avLst/>
              <a:gdLst/>
              <a:ahLst/>
              <a:cxnLst/>
              <a:rect l="l" t="t" r="r" b="b"/>
              <a:pathLst>
                <a:path w="958850" h="7619">
                  <a:moveTo>
                    <a:pt x="95885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2540" y="2527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07"/>
                  </a:lnTo>
                  <a:lnTo>
                    <a:pt x="952500" y="7607"/>
                  </a:lnTo>
                  <a:lnTo>
                    <a:pt x="952500" y="6350"/>
                  </a:lnTo>
                  <a:lnTo>
                    <a:pt x="953770" y="6350"/>
                  </a:lnTo>
                  <a:lnTo>
                    <a:pt x="953770" y="5067"/>
                  </a:lnTo>
                  <a:lnTo>
                    <a:pt x="955040" y="5067"/>
                  </a:lnTo>
                  <a:lnTo>
                    <a:pt x="955040" y="3810"/>
                  </a:lnTo>
                  <a:lnTo>
                    <a:pt x="956310" y="3810"/>
                  </a:lnTo>
                  <a:lnTo>
                    <a:pt x="956310" y="2527"/>
                  </a:lnTo>
                  <a:lnTo>
                    <a:pt x="957567" y="2527"/>
                  </a:lnTo>
                  <a:lnTo>
                    <a:pt x="957567" y="1257"/>
                  </a:lnTo>
                  <a:lnTo>
                    <a:pt x="958850" y="1257"/>
                  </a:lnTo>
                  <a:lnTo>
                    <a:pt x="958850" y="0"/>
                  </a:lnTo>
                  <a:close/>
                </a:path>
              </a:pathLst>
            </a:custGeom>
            <a:solidFill>
              <a:srgbClr val="A6B8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5891530" y="2933699"/>
              <a:ext cx="943610" cy="7620"/>
            </a:xfrm>
            <a:custGeom>
              <a:avLst/>
              <a:gdLst/>
              <a:ahLst/>
              <a:cxnLst/>
              <a:rect l="l" t="t" r="r" b="b"/>
              <a:pathLst>
                <a:path w="943609" h="7619">
                  <a:moveTo>
                    <a:pt x="943597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52"/>
                  </a:lnTo>
                  <a:lnTo>
                    <a:pt x="2540" y="2552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20"/>
                  </a:lnTo>
                  <a:lnTo>
                    <a:pt x="937247" y="7620"/>
                  </a:lnTo>
                  <a:lnTo>
                    <a:pt x="937247" y="6350"/>
                  </a:lnTo>
                  <a:lnTo>
                    <a:pt x="938530" y="6350"/>
                  </a:lnTo>
                  <a:lnTo>
                    <a:pt x="938530" y="5092"/>
                  </a:lnTo>
                  <a:lnTo>
                    <a:pt x="939800" y="5092"/>
                  </a:lnTo>
                  <a:lnTo>
                    <a:pt x="939800" y="3810"/>
                  </a:lnTo>
                  <a:lnTo>
                    <a:pt x="941070" y="3810"/>
                  </a:lnTo>
                  <a:lnTo>
                    <a:pt x="941070" y="2552"/>
                  </a:lnTo>
                  <a:lnTo>
                    <a:pt x="942340" y="2552"/>
                  </a:lnTo>
                  <a:lnTo>
                    <a:pt x="942340" y="1270"/>
                  </a:lnTo>
                  <a:lnTo>
                    <a:pt x="943597" y="1270"/>
                  </a:lnTo>
                  <a:lnTo>
                    <a:pt x="943597" y="0"/>
                  </a:lnTo>
                  <a:close/>
                </a:path>
              </a:pathLst>
            </a:custGeom>
            <a:solidFill>
              <a:srgbClr val="A7B9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5899150" y="2941319"/>
              <a:ext cx="928369" cy="8255"/>
            </a:xfrm>
            <a:custGeom>
              <a:avLst/>
              <a:gdLst/>
              <a:ahLst/>
              <a:cxnLst/>
              <a:rect l="l" t="t" r="r" b="b"/>
              <a:pathLst>
                <a:path w="928370" h="8255">
                  <a:moveTo>
                    <a:pt x="92837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22"/>
                  </a:lnTo>
                  <a:lnTo>
                    <a:pt x="3810" y="3822"/>
                  </a:lnTo>
                  <a:lnTo>
                    <a:pt x="3810" y="5080"/>
                  </a:lnTo>
                  <a:lnTo>
                    <a:pt x="5080" y="5080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32"/>
                  </a:lnTo>
                  <a:lnTo>
                    <a:pt x="922020" y="7632"/>
                  </a:lnTo>
                  <a:lnTo>
                    <a:pt x="922020" y="6350"/>
                  </a:lnTo>
                  <a:lnTo>
                    <a:pt x="923277" y="6350"/>
                  </a:lnTo>
                  <a:lnTo>
                    <a:pt x="923277" y="5080"/>
                  </a:lnTo>
                  <a:lnTo>
                    <a:pt x="924560" y="5080"/>
                  </a:lnTo>
                  <a:lnTo>
                    <a:pt x="924560" y="3822"/>
                  </a:lnTo>
                  <a:lnTo>
                    <a:pt x="925830" y="3822"/>
                  </a:lnTo>
                  <a:lnTo>
                    <a:pt x="925830" y="2540"/>
                  </a:lnTo>
                  <a:lnTo>
                    <a:pt x="927100" y="2540"/>
                  </a:lnTo>
                  <a:lnTo>
                    <a:pt x="927100" y="1282"/>
                  </a:lnTo>
                  <a:lnTo>
                    <a:pt x="928370" y="1282"/>
                  </a:lnTo>
                  <a:lnTo>
                    <a:pt x="928370" y="0"/>
                  </a:lnTo>
                  <a:close/>
                </a:path>
              </a:pathLst>
            </a:custGeom>
            <a:solidFill>
              <a:srgbClr val="A9BB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5906770" y="2948952"/>
              <a:ext cx="913130" cy="6350"/>
            </a:xfrm>
            <a:custGeom>
              <a:avLst/>
              <a:gdLst/>
              <a:ahLst/>
              <a:cxnLst/>
              <a:rect l="l" t="t" r="r" b="b"/>
              <a:pathLst>
                <a:path w="913129" h="6350">
                  <a:moveTo>
                    <a:pt x="91313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797"/>
                  </a:lnTo>
                  <a:lnTo>
                    <a:pt x="3810" y="3797"/>
                  </a:lnTo>
                  <a:lnTo>
                    <a:pt x="3810" y="5067"/>
                  </a:lnTo>
                  <a:lnTo>
                    <a:pt x="3810" y="6337"/>
                  </a:lnTo>
                  <a:lnTo>
                    <a:pt x="909307" y="6337"/>
                  </a:lnTo>
                  <a:lnTo>
                    <a:pt x="909307" y="5067"/>
                  </a:lnTo>
                  <a:lnTo>
                    <a:pt x="910590" y="5067"/>
                  </a:lnTo>
                  <a:lnTo>
                    <a:pt x="910590" y="3797"/>
                  </a:lnTo>
                  <a:lnTo>
                    <a:pt x="910590" y="2540"/>
                  </a:lnTo>
                  <a:lnTo>
                    <a:pt x="911860" y="2540"/>
                  </a:lnTo>
                  <a:lnTo>
                    <a:pt x="911860" y="1257"/>
                  </a:lnTo>
                  <a:lnTo>
                    <a:pt x="913130" y="1257"/>
                  </a:lnTo>
                  <a:lnTo>
                    <a:pt x="913130" y="0"/>
                  </a:lnTo>
                  <a:close/>
                </a:path>
              </a:pathLst>
            </a:custGeom>
            <a:solidFill>
              <a:srgbClr val="AABC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5911850" y="2955302"/>
              <a:ext cx="902969" cy="7620"/>
            </a:xfrm>
            <a:custGeom>
              <a:avLst/>
              <a:gdLst/>
              <a:ahLst/>
              <a:cxnLst/>
              <a:rect l="l" t="t" r="r" b="b"/>
              <a:pathLst>
                <a:path w="902970" h="7619">
                  <a:moveTo>
                    <a:pt x="90297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797"/>
                  </a:lnTo>
                  <a:lnTo>
                    <a:pt x="3810" y="3797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07"/>
                  </a:lnTo>
                  <a:lnTo>
                    <a:pt x="896620" y="7607"/>
                  </a:lnTo>
                  <a:lnTo>
                    <a:pt x="896620" y="6350"/>
                  </a:lnTo>
                  <a:lnTo>
                    <a:pt x="897877" y="6350"/>
                  </a:lnTo>
                  <a:lnTo>
                    <a:pt x="897877" y="5067"/>
                  </a:lnTo>
                  <a:lnTo>
                    <a:pt x="899160" y="5067"/>
                  </a:lnTo>
                  <a:lnTo>
                    <a:pt x="899160" y="3797"/>
                  </a:lnTo>
                  <a:lnTo>
                    <a:pt x="900430" y="3797"/>
                  </a:lnTo>
                  <a:lnTo>
                    <a:pt x="900430" y="2540"/>
                  </a:lnTo>
                  <a:lnTo>
                    <a:pt x="901700" y="2540"/>
                  </a:lnTo>
                  <a:lnTo>
                    <a:pt x="901700" y="1257"/>
                  </a:lnTo>
                  <a:lnTo>
                    <a:pt x="902970" y="1257"/>
                  </a:lnTo>
                  <a:lnTo>
                    <a:pt x="902970" y="0"/>
                  </a:lnTo>
                  <a:close/>
                </a:path>
              </a:pathLst>
            </a:custGeom>
            <a:solidFill>
              <a:srgbClr val="ACBD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5919470" y="2962909"/>
              <a:ext cx="887730" cy="8255"/>
            </a:xfrm>
            <a:custGeom>
              <a:avLst/>
              <a:gdLst/>
              <a:ahLst/>
              <a:cxnLst/>
              <a:rect l="l" t="t" r="r" b="b"/>
              <a:pathLst>
                <a:path w="887729" h="8255">
                  <a:moveTo>
                    <a:pt x="88773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32"/>
                  </a:lnTo>
                  <a:lnTo>
                    <a:pt x="881380" y="7632"/>
                  </a:lnTo>
                  <a:lnTo>
                    <a:pt x="881380" y="6350"/>
                  </a:lnTo>
                  <a:lnTo>
                    <a:pt x="882650" y="6350"/>
                  </a:lnTo>
                  <a:lnTo>
                    <a:pt x="882650" y="5092"/>
                  </a:lnTo>
                  <a:lnTo>
                    <a:pt x="883907" y="5092"/>
                  </a:lnTo>
                  <a:lnTo>
                    <a:pt x="883907" y="3810"/>
                  </a:lnTo>
                  <a:lnTo>
                    <a:pt x="885190" y="3810"/>
                  </a:lnTo>
                  <a:lnTo>
                    <a:pt x="885190" y="2540"/>
                  </a:lnTo>
                  <a:lnTo>
                    <a:pt x="886460" y="2540"/>
                  </a:lnTo>
                  <a:lnTo>
                    <a:pt x="886460" y="1282"/>
                  </a:lnTo>
                  <a:lnTo>
                    <a:pt x="887730" y="1282"/>
                  </a:lnTo>
                  <a:lnTo>
                    <a:pt x="887730" y="0"/>
                  </a:lnTo>
                  <a:close/>
                </a:path>
              </a:pathLst>
            </a:custGeom>
            <a:solidFill>
              <a:srgbClr val="ADBE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5927090" y="2970542"/>
              <a:ext cx="872490" cy="6350"/>
            </a:xfrm>
            <a:custGeom>
              <a:avLst/>
              <a:gdLst/>
              <a:ahLst/>
              <a:cxnLst/>
              <a:rect l="l" t="t" r="r" b="b"/>
              <a:pathLst>
                <a:path w="872490" h="6350">
                  <a:moveTo>
                    <a:pt x="87249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2540" y="2527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867410" y="6350"/>
                  </a:lnTo>
                  <a:lnTo>
                    <a:pt x="867410" y="5067"/>
                  </a:lnTo>
                  <a:lnTo>
                    <a:pt x="868680" y="5067"/>
                  </a:lnTo>
                  <a:lnTo>
                    <a:pt x="868680" y="3810"/>
                  </a:lnTo>
                  <a:lnTo>
                    <a:pt x="869937" y="3810"/>
                  </a:lnTo>
                  <a:lnTo>
                    <a:pt x="869937" y="2527"/>
                  </a:lnTo>
                  <a:lnTo>
                    <a:pt x="871220" y="2527"/>
                  </a:lnTo>
                  <a:lnTo>
                    <a:pt x="871220" y="1257"/>
                  </a:lnTo>
                  <a:lnTo>
                    <a:pt x="872490" y="1257"/>
                  </a:lnTo>
                  <a:lnTo>
                    <a:pt x="872490" y="0"/>
                  </a:lnTo>
                  <a:close/>
                </a:path>
              </a:pathLst>
            </a:custGeom>
            <a:solidFill>
              <a:srgbClr val="AFBF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5933440" y="2976892"/>
              <a:ext cx="859790" cy="7620"/>
            </a:xfrm>
            <a:custGeom>
              <a:avLst/>
              <a:gdLst/>
              <a:ahLst/>
              <a:cxnLst/>
              <a:rect l="l" t="t" r="r" b="b"/>
              <a:pathLst>
                <a:path w="859790" h="7619">
                  <a:moveTo>
                    <a:pt x="85979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2540" y="2527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07"/>
                  </a:lnTo>
                  <a:lnTo>
                    <a:pt x="853440" y="7607"/>
                  </a:lnTo>
                  <a:lnTo>
                    <a:pt x="853440" y="6350"/>
                  </a:lnTo>
                  <a:lnTo>
                    <a:pt x="854710" y="6350"/>
                  </a:lnTo>
                  <a:lnTo>
                    <a:pt x="854710" y="5067"/>
                  </a:lnTo>
                  <a:lnTo>
                    <a:pt x="855980" y="5067"/>
                  </a:lnTo>
                  <a:lnTo>
                    <a:pt x="855980" y="3810"/>
                  </a:lnTo>
                  <a:lnTo>
                    <a:pt x="857237" y="3810"/>
                  </a:lnTo>
                  <a:lnTo>
                    <a:pt x="857237" y="2527"/>
                  </a:lnTo>
                  <a:lnTo>
                    <a:pt x="858520" y="2527"/>
                  </a:lnTo>
                  <a:lnTo>
                    <a:pt x="858520" y="1257"/>
                  </a:lnTo>
                  <a:lnTo>
                    <a:pt x="859790" y="1257"/>
                  </a:lnTo>
                  <a:lnTo>
                    <a:pt x="859790" y="0"/>
                  </a:lnTo>
                  <a:close/>
                </a:path>
              </a:pathLst>
            </a:custGeom>
            <a:solidFill>
              <a:srgbClr val="B0C0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5941060" y="2984499"/>
              <a:ext cx="844550" cy="7620"/>
            </a:xfrm>
            <a:custGeom>
              <a:avLst/>
              <a:gdLst/>
              <a:ahLst/>
              <a:cxnLst/>
              <a:rect l="l" t="t" r="r" b="b"/>
              <a:pathLst>
                <a:path w="844550" h="7619">
                  <a:moveTo>
                    <a:pt x="84455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52"/>
                  </a:lnTo>
                  <a:lnTo>
                    <a:pt x="2540" y="2552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20"/>
                  </a:lnTo>
                  <a:lnTo>
                    <a:pt x="839470" y="7620"/>
                  </a:lnTo>
                  <a:lnTo>
                    <a:pt x="839470" y="6350"/>
                  </a:lnTo>
                  <a:lnTo>
                    <a:pt x="839470" y="5092"/>
                  </a:lnTo>
                  <a:lnTo>
                    <a:pt x="840740" y="5092"/>
                  </a:lnTo>
                  <a:lnTo>
                    <a:pt x="840740" y="3810"/>
                  </a:lnTo>
                  <a:lnTo>
                    <a:pt x="842010" y="3810"/>
                  </a:lnTo>
                  <a:lnTo>
                    <a:pt x="842010" y="2552"/>
                  </a:lnTo>
                  <a:lnTo>
                    <a:pt x="843267" y="2552"/>
                  </a:lnTo>
                  <a:lnTo>
                    <a:pt x="843267" y="1270"/>
                  </a:lnTo>
                  <a:lnTo>
                    <a:pt x="844550" y="1270"/>
                  </a:lnTo>
                  <a:lnTo>
                    <a:pt x="844550" y="0"/>
                  </a:lnTo>
                  <a:close/>
                </a:path>
              </a:pathLst>
            </a:custGeom>
            <a:solidFill>
              <a:srgbClr val="B2C2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5947410" y="2992119"/>
              <a:ext cx="831850" cy="8255"/>
            </a:xfrm>
            <a:custGeom>
              <a:avLst/>
              <a:gdLst/>
              <a:ahLst/>
              <a:cxnLst/>
              <a:rect l="l" t="t" r="r" b="b"/>
              <a:pathLst>
                <a:path w="831850" h="8255">
                  <a:moveTo>
                    <a:pt x="83185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22"/>
                  </a:lnTo>
                  <a:lnTo>
                    <a:pt x="3810" y="3822"/>
                  </a:lnTo>
                  <a:lnTo>
                    <a:pt x="3810" y="5080"/>
                  </a:lnTo>
                  <a:lnTo>
                    <a:pt x="5080" y="5080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32"/>
                  </a:lnTo>
                  <a:lnTo>
                    <a:pt x="825500" y="7632"/>
                  </a:lnTo>
                  <a:lnTo>
                    <a:pt x="825500" y="6350"/>
                  </a:lnTo>
                  <a:lnTo>
                    <a:pt x="826770" y="6350"/>
                  </a:lnTo>
                  <a:lnTo>
                    <a:pt x="826770" y="5080"/>
                  </a:lnTo>
                  <a:lnTo>
                    <a:pt x="828040" y="5080"/>
                  </a:lnTo>
                  <a:lnTo>
                    <a:pt x="828040" y="3822"/>
                  </a:lnTo>
                  <a:lnTo>
                    <a:pt x="829310" y="3822"/>
                  </a:lnTo>
                  <a:lnTo>
                    <a:pt x="829310" y="2540"/>
                  </a:lnTo>
                  <a:lnTo>
                    <a:pt x="830567" y="2540"/>
                  </a:lnTo>
                  <a:lnTo>
                    <a:pt x="830567" y="1282"/>
                  </a:lnTo>
                  <a:lnTo>
                    <a:pt x="831850" y="1282"/>
                  </a:lnTo>
                  <a:lnTo>
                    <a:pt x="831850" y="0"/>
                  </a:lnTo>
                  <a:close/>
                </a:path>
              </a:pathLst>
            </a:custGeom>
            <a:solidFill>
              <a:srgbClr val="B3C3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5955030" y="2999752"/>
              <a:ext cx="816610" cy="6350"/>
            </a:xfrm>
            <a:custGeom>
              <a:avLst/>
              <a:gdLst/>
              <a:ahLst/>
              <a:cxnLst/>
              <a:rect l="l" t="t" r="r" b="b"/>
              <a:pathLst>
                <a:path w="816609" h="6350">
                  <a:moveTo>
                    <a:pt x="81659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797"/>
                  </a:lnTo>
                  <a:lnTo>
                    <a:pt x="3810" y="3797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811530" y="6350"/>
                  </a:lnTo>
                  <a:lnTo>
                    <a:pt x="811530" y="5067"/>
                  </a:lnTo>
                  <a:lnTo>
                    <a:pt x="812800" y="5067"/>
                  </a:lnTo>
                  <a:lnTo>
                    <a:pt x="812800" y="3797"/>
                  </a:lnTo>
                  <a:lnTo>
                    <a:pt x="814070" y="3797"/>
                  </a:lnTo>
                  <a:lnTo>
                    <a:pt x="814070" y="2540"/>
                  </a:lnTo>
                  <a:lnTo>
                    <a:pt x="815340" y="2540"/>
                  </a:lnTo>
                  <a:lnTo>
                    <a:pt x="815340" y="1257"/>
                  </a:lnTo>
                  <a:lnTo>
                    <a:pt x="816597" y="1257"/>
                  </a:lnTo>
                  <a:lnTo>
                    <a:pt x="816597" y="0"/>
                  </a:lnTo>
                  <a:close/>
                </a:path>
              </a:pathLst>
            </a:custGeom>
            <a:solidFill>
              <a:srgbClr val="B4C4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5961380" y="3006102"/>
              <a:ext cx="803910" cy="7620"/>
            </a:xfrm>
            <a:custGeom>
              <a:avLst/>
              <a:gdLst/>
              <a:ahLst/>
              <a:cxnLst/>
              <a:rect l="l" t="t" r="r" b="b"/>
              <a:pathLst>
                <a:path w="803909" h="7619">
                  <a:moveTo>
                    <a:pt x="80389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797"/>
                  </a:lnTo>
                  <a:lnTo>
                    <a:pt x="3810" y="3797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07"/>
                  </a:lnTo>
                  <a:lnTo>
                    <a:pt x="797547" y="7607"/>
                  </a:lnTo>
                  <a:lnTo>
                    <a:pt x="797547" y="6350"/>
                  </a:lnTo>
                  <a:lnTo>
                    <a:pt x="798830" y="6350"/>
                  </a:lnTo>
                  <a:lnTo>
                    <a:pt x="798830" y="5067"/>
                  </a:lnTo>
                  <a:lnTo>
                    <a:pt x="800100" y="5067"/>
                  </a:lnTo>
                  <a:lnTo>
                    <a:pt x="800100" y="3797"/>
                  </a:lnTo>
                  <a:lnTo>
                    <a:pt x="801370" y="3797"/>
                  </a:lnTo>
                  <a:lnTo>
                    <a:pt x="801370" y="2540"/>
                  </a:lnTo>
                  <a:lnTo>
                    <a:pt x="802640" y="2540"/>
                  </a:lnTo>
                  <a:lnTo>
                    <a:pt x="802640" y="1257"/>
                  </a:lnTo>
                  <a:lnTo>
                    <a:pt x="803897" y="1257"/>
                  </a:lnTo>
                  <a:lnTo>
                    <a:pt x="803897" y="0"/>
                  </a:lnTo>
                  <a:close/>
                </a:path>
              </a:pathLst>
            </a:custGeom>
            <a:solidFill>
              <a:srgbClr val="B6C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5969000" y="3013709"/>
              <a:ext cx="788670" cy="8255"/>
            </a:xfrm>
            <a:custGeom>
              <a:avLst/>
              <a:gdLst/>
              <a:ahLst/>
              <a:cxnLst/>
              <a:rect l="l" t="t" r="r" b="b"/>
              <a:pathLst>
                <a:path w="788670" h="8255">
                  <a:moveTo>
                    <a:pt x="78867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32"/>
                  </a:lnTo>
                  <a:lnTo>
                    <a:pt x="782320" y="7632"/>
                  </a:lnTo>
                  <a:lnTo>
                    <a:pt x="782320" y="6350"/>
                  </a:lnTo>
                  <a:lnTo>
                    <a:pt x="783577" y="6350"/>
                  </a:lnTo>
                  <a:lnTo>
                    <a:pt x="783577" y="5092"/>
                  </a:lnTo>
                  <a:lnTo>
                    <a:pt x="784860" y="5092"/>
                  </a:lnTo>
                  <a:lnTo>
                    <a:pt x="784860" y="3810"/>
                  </a:lnTo>
                  <a:lnTo>
                    <a:pt x="786130" y="3810"/>
                  </a:lnTo>
                  <a:lnTo>
                    <a:pt x="786130" y="2540"/>
                  </a:lnTo>
                  <a:lnTo>
                    <a:pt x="787400" y="2540"/>
                  </a:lnTo>
                  <a:lnTo>
                    <a:pt x="787400" y="1282"/>
                  </a:lnTo>
                  <a:lnTo>
                    <a:pt x="788670" y="1282"/>
                  </a:lnTo>
                  <a:lnTo>
                    <a:pt x="788670" y="0"/>
                  </a:lnTo>
                  <a:close/>
                </a:path>
              </a:pathLst>
            </a:custGeom>
            <a:solidFill>
              <a:srgbClr val="B7C6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5976620" y="3021342"/>
              <a:ext cx="773430" cy="6350"/>
            </a:xfrm>
            <a:custGeom>
              <a:avLst/>
              <a:gdLst/>
              <a:ahLst/>
              <a:cxnLst/>
              <a:rect l="l" t="t" r="r" b="b"/>
              <a:pathLst>
                <a:path w="773429" h="6350">
                  <a:moveTo>
                    <a:pt x="77343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2540" y="2527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768350" y="6350"/>
                  </a:lnTo>
                  <a:lnTo>
                    <a:pt x="768350" y="5067"/>
                  </a:lnTo>
                  <a:lnTo>
                    <a:pt x="769607" y="5067"/>
                  </a:lnTo>
                  <a:lnTo>
                    <a:pt x="769607" y="3810"/>
                  </a:lnTo>
                  <a:lnTo>
                    <a:pt x="770890" y="3810"/>
                  </a:lnTo>
                  <a:lnTo>
                    <a:pt x="770890" y="2527"/>
                  </a:lnTo>
                  <a:lnTo>
                    <a:pt x="772160" y="2527"/>
                  </a:lnTo>
                  <a:lnTo>
                    <a:pt x="772160" y="1257"/>
                  </a:lnTo>
                  <a:lnTo>
                    <a:pt x="773430" y="1257"/>
                  </a:lnTo>
                  <a:lnTo>
                    <a:pt x="773430" y="0"/>
                  </a:lnTo>
                  <a:close/>
                </a:path>
              </a:pathLst>
            </a:custGeom>
            <a:solidFill>
              <a:srgbClr val="B9C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5982970" y="3027679"/>
              <a:ext cx="760730" cy="7620"/>
            </a:xfrm>
            <a:custGeom>
              <a:avLst/>
              <a:gdLst/>
              <a:ahLst/>
              <a:cxnLst/>
              <a:rect l="l" t="t" r="r" b="b"/>
              <a:pathLst>
                <a:path w="760729" h="7619">
                  <a:moveTo>
                    <a:pt x="758190" y="3822"/>
                  </a:moveTo>
                  <a:lnTo>
                    <a:pt x="2540" y="3822"/>
                  </a:lnTo>
                  <a:lnTo>
                    <a:pt x="2540" y="5080"/>
                  </a:lnTo>
                  <a:lnTo>
                    <a:pt x="3810" y="5080"/>
                  </a:lnTo>
                  <a:lnTo>
                    <a:pt x="3810" y="6362"/>
                  </a:lnTo>
                  <a:lnTo>
                    <a:pt x="5080" y="6362"/>
                  </a:lnTo>
                  <a:lnTo>
                    <a:pt x="5080" y="7620"/>
                  </a:lnTo>
                  <a:lnTo>
                    <a:pt x="755650" y="7620"/>
                  </a:lnTo>
                  <a:lnTo>
                    <a:pt x="755650" y="6362"/>
                  </a:lnTo>
                  <a:lnTo>
                    <a:pt x="756907" y="6362"/>
                  </a:lnTo>
                  <a:lnTo>
                    <a:pt x="756907" y="5080"/>
                  </a:lnTo>
                  <a:lnTo>
                    <a:pt x="758190" y="5080"/>
                  </a:lnTo>
                  <a:lnTo>
                    <a:pt x="758190" y="3822"/>
                  </a:lnTo>
                  <a:close/>
                </a:path>
                <a:path w="760729" h="7619">
                  <a:moveTo>
                    <a:pt x="76073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1270" y="3810"/>
                  </a:lnTo>
                  <a:lnTo>
                    <a:pt x="759460" y="3810"/>
                  </a:lnTo>
                  <a:lnTo>
                    <a:pt x="759460" y="2540"/>
                  </a:lnTo>
                  <a:lnTo>
                    <a:pt x="760730" y="2540"/>
                  </a:lnTo>
                  <a:lnTo>
                    <a:pt x="760730" y="1270"/>
                  </a:lnTo>
                  <a:lnTo>
                    <a:pt x="760730" y="0"/>
                  </a:lnTo>
                  <a:close/>
                </a:path>
              </a:pathLst>
            </a:custGeom>
            <a:solidFill>
              <a:srgbClr val="BAC8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5989320" y="3035299"/>
              <a:ext cx="748030" cy="7620"/>
            </a:xfrm>
            <a:custGeom>
              <a:avLst/>
              <a:gdLst/>
              <a:ahLst/>
              <a:cxnLst/>
              <a:rect l="l" t="t" r="r" b="b"/>
              <a:pathLst>
                <a:path w="748029" h="7619">
                  <a:moveTo>
                    <a:pt x="74803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52"/>
                  </a:lnTo>
                  <a:lnTo>
                    <a:pt x="2540" y="2552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20"/>
                  </a:lnTo>
                  <a:lnTo>
                    <a:pt x="741680" y="7620"/>
                  </a:lnTo>
                  <a:lnTo>
                    <a:pt x="741680" y="6350"/>
                  </a:lnTo>
                  <a:lnTo>
                    <a:pt x="742950" y="6350"/>
                  </a:lnTo>
                  <a:lnTo>
                    <a:pt x="742950" y="5092"/>
                  </a:lnTo>
                  <a:lnTo>
                    <a:pt x="744207" y="5092"/>
                  </a:lnTo>
                  <a:lnTo>
                    <a:pt x="744207" y="3810"/>
                  </a:lnTo>
                  <a:lnTo>
                    <a:pt x="745490" y="3810"/>
                  </a:lnTo>
                  <a:lnTo>
                    <a:pt x="745490" y="2552"/>
                  </a:lnTo>
                  <a:lnTo>
                    <a:pt x="746760" y="2552"/>
                  </a:lnTo>
                  <a:lnTo>
                    <a:pt x="746760" y="1270"/>
                  </a:lnTo>
                  <a:lnTo>
                    <a:pt x="748030" y="1270"/>
                  </a:lnTo>
                  <a:lnTo>
                    <a:pt x="748030" y="0"/>
                  </a:lnTo>
                  <a:close/>
                </a:path>
              </a:pathLst>
            </a:custGeom>
            <a:solidFill>
              <a:srgbClr val="BCCA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5996940" y="3042919"/>
              <a:ext cx="732790" cy="6350"/>
            </a:xfrm>
            <a:custGeom>
              <a:avLst/>
              <a:gdLst/>
              <a:ahLst/>
              <a:cxnLst/>
              <a:rect l="l" t="t" r="r" b="b"/>
              <a:pathLst>
                <a:path w="732790" h="6350">
                  <a:moveTo>
                    <a:pt x="73279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22"/>
                  </a:lnTo>
                  <a:lnTo>
                    <a:pt x="3810" y="3822"/>
                  </a:lnTo>
                  <a:lnTo>
                    <a:pt x="3810" y="5080"/>
                  </a:lnTo>
                  <a:lnTo>
                    <a:pt x="5080" y="5080"/>
                  </a:lnTo>
                  <a:lnTo>
                    <a:pt x="5080" y="6350"/>
                  </a:lnTo>
                  <a:lnTo>
                    <a:pt x="727710" y="6350"/>
                  </a:lnTo>
                  <a:lnTo>
                    <a:pt x="727710" y="5080"/>
                  </a:lnTo>
                  <a:lnTo>
                    <a:pt x="728980" y="5080"/>
                  </a:lnTo>
                  <a:lnTo>
                    <a:pt x="728980" y="3822"/>
                  </a:lnTo>
                  <a:lnTo>
                    <a:pt x="730237" y="3822"/>
                  </a:lnTo>
                  <a:lnTo>
                    <a:pt x="730237" y="2540"/>
                  </a:lnTo>
                  <a:lnTo>
                    <a:pt x="731520" y="2540"/>
                  </a:lnTo>
                  <a:lnTo>
                    <a:pt x="731520" y="1282"/>
                  </a:lnTo>
                  <a:lnTo>
                    <a:pt x="732790" y="1282"/>
                  </a:lnTo>
                  <a:lnTo>
                    <a:pt x="732790" y="0"/>
                  </a:lnTo>
                  <a:close/>
                </a:path>
              </a:pathLst>
            </a:custGeom>
            <a:solidFill>
              <a:srgbClr val="BDCC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6003290" y="3049269"/>
              <a:ext cx="720090" cy="8255"/>
            </a:xfrm>
            <a:custGeom>
              <a:avLst/>
              <a:gdLst/>
              <a:ahLst/>
              <a:cxnLst/>
              <a:rect l="l" t="t" r="r" b="b"/>
              <a:pathLst>
                <a:path w="720090" h="8255">
                  <a:moveTo>
                    <a:pt x="72009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22"/>
                  </a:lnTo>
                  <a:lnTo>
                    <a:pt x="3810" y="3822"/>
                  </a:lnTo>
                  <a:lnTo>
                    <a:pt x="3810" y="5080"/>
                  </a:lnTo>
                  <a:lnTo>
                    <a:pt x="5080" y="5080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32"/>
                  </a:lnTo>
                  <a:lnTo>
                    <a:pt x="713740" y="7632"/>
                  </a:lnTo>
                  <a:lnTo>
                    <a:pt x="713740" y="6350"/>
                  </a:lnTo>
                  <a:lnTo>
                    <a:pt x="715010" y="6350"/>
                  </a:lnTo>
                  <a:lnTo>
                    <a:pt x="715010" y="5080"/>
                  </a:lnTo>
                  <a:lnTo>
                    <a:pt x="716280" y="5080"/>
                  </a:lnTo>
                  <a:lnTo>
                    <a:pt x="716280" y="3822"/>
                  </a:lnTo>
                  <a:lnTo>
                    <a:pt x="717537" y="3822"/>
                  </a:lnTo>
                  <a:lnTo>
                    <a:pt x="717537" y="2540"/>
                  </a:lnTo>
                  <a:lnTo>
                    <a:pt x="718820" y="2540"/>
                  </a:lnTo>
                  <a:lnTo>
                    <a:pt x="718820" y="1282"/>
                  </a:lnTo>
                  <a:lnTo>
                    <a:pt x="720090" y="1282"/>
                  </a:lnTo>
                  <a:lnTo>
                    <a:pt x="720090" y="0"/>
                  </a:lnTo>
                  <a:close/>
                </a:path>
              </a:pathLst>
            </a:custGeom>
            <a:solidFill>
              <a:srgbClr val="BFCC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6010910" y="3056902"/>
              <a:ext cx="704850" cy="7620"/>
            </a:xfrm>
            <a:custGeom>
              <a:avLst/>
              <a:gdLst/>
              <a:ahLst/>
              <a:cxnLst/>
              <a:rect l="l" t="t" r="r" b="b"/>
              <a:pathLst>
                <a:path w="704850" h="7619">
                  <a:moveTo>
                    <a:pt x="70485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797"/>
                  </a:lnTo>
                  <a:lnTo>
                    <a:pt x="3810" y="3797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07"/>
                  </a:lnTo>
                  <a:lnTo>
                    <a:pt x="698500" y="7607"/>
                  </a:lnTo>
                  <a:lnTo>
                    <a:pt x="698500" y="6350"/>
                  </a:lnTo>
                  <a:lnTo>
                    <a:pt x="699770" y="6350"/>
                  </a:lnTo>
                  <a:lnTo>
                    <a:pt x="699770" y="5067"/>
                  </a:lnTo>
                  <a:lnTo>
                    <a:pt x="701040" y="5067"/>
                  </a:lnTo>
                  <a:lnTo>
                    <a:pt x="701040" y="3797"/>
                  </a:lnTo>
                  <a:lnTo>
                    <a:pt x="702310" y="3797"/>
                  </a:lnTo>
                  <a:lnTo>
                    <a:pt x="702310" y="2540"/>
                  </a:lnTo>
                  <a:lnTo>
                    <a:pt x="703567" y="2540"/>
                  </a:lnTo>
                  <a:lnTo>
                    <a:pt x="703567" y="1257"/>
                  </a:lnTo>
                  <a:lnTo>
                    <a:pt x="704850" y="1257"/>
                  </a:lnTo>
                  <a:lnTo>
                    <a:pt x="704850" y="0"/>
                  </a:lnTo>
                  <a:close/>
                </a:path>
              </a:pathLst>
            </a:custGeom>
            <a:solidFill>
              <a:srgbClr val="C0CD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6018530" y="3064509"/>
              <a:ext cx="689610" cy="8255"/>
            </a:xfrm>
            <a:custGeom>
              <a:avLst/>
              <a:gdLst/>
              <a:ahLst/>
              <a:cxnLst/>
              <a:rect l="l" t="t" r="r" b="b"/>
              <a:pathLst>
                <a:path w="689609" h="8255">
                  <a:moveTo>
                    <a:pt x="685800" y="5092"/>
                  </a:moveTo>
                  <a:lnTo>
                    <a:pt x="3810" y="5092"/>
                  </a:lnTo>
                  <a:lnTo>
                    <a:pt x="3810" y="6350"/>
                  </a:lnTo>
                  <a:lnTo>
                    <a:pt x="5080" y="6350"/>
                  </a:lnTo>
                  <a:lnTo>
                    <a:pt x="5080" y="7632"/>
                  </a:lnTo>
                  <a:lnTo>
                    <a:pt x="684530" y="7632"/>
                  </a:lnTo>
                  <a:lnTo>
                    <a:pt x="684530" y="6350"/>
                  </a:lnTo>
                  <a:lnTo>
                    <a:pt x="685800" y="6350"/>
                  </a:lnTo>
                  <a:lnTo>
                    <a:pt x="685800" y="5092"/>
                  </a:lnTo>
                  <a:close/>
                </a:path>
                <a:path w="689609" h="8255">
                  <a:moveTo>
                    <a:pt x="689597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2540" y="5080"/>
                  </a:lnTo>
                  <a:lnTo>
                    <a:pt x="687070" y="5080"/>
                  </a:lnTo>
                  <a:lnTo>
                    <a:pt x="687070" y="3810"/>
                  </a:lnTo>
                  <a:lnTo>
                    <a:pt x="688340" y="3810"/>
                  </a:lnTo>
                  <a:lnTo>
                    <a:pt x="688340" y="2540"/>
                  </a:lnTo>
                  <a:lnTo>
                    <a:pt x="688340" y="1282"/>
                  </a:lnTo>
                  <a:lnTo>
                    <a:pt x="689597" y="1282"/>
                  </a:lnTo>
                  <a:lnTo>
                    <a:pt x="689597" y="0"/>
                  </a:lnTo>
                  <a:close/>
                </a:path>
              </a:pathLst>
            </a:custGeom>
            <a:solidFill>
              <a:srgbClr val="C2CE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6024880" y="3072142"/>
              <a:ext cx="676910" cy="6350"/>
            </a:xfrm>
            <a:custGeom>
              <a:avLst/>
              <a:gdLst/>
              <a:ahLst/>
              <a:cxnLst/>
              <a:rect l="l" t="t" r="r" b="b"/>
              <a:pathLst>
                <a:path w="676909" h="6350">
                  <a:moveTo>
                    <a:pt x="67689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2540" y="2527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671830" y="6350"/>
                  </a:lnTo>
                  <a:lnTo>
                    <a:pt x="671830" y="5067"/>
                  </a:lnTo>
                  <a:lnTo>
                    <a:pt x="673100" y="5067"/>
                  </a:lnTo>
                  <a:lnTo>
                    <a:pt x="673100" y="3810"/>
                  </a:lnTo>
                  <a:lnTo>
                    <a:pt x="674370" y="3810"/>
                  </a:lnTo>
                  <a:lnTo>
                    <a:pt x="674370" y="2527"/>
                  </a:lnTo>
                  <a:lnTo>
                    <a:pt x="675640" y="2527"/>
                  </a:lnTo>
                  <a:lnTo>
                    <a:pt x="675640" y="1257"/>
                  </a:lnTo>
                  <a:lnTo>
                    <a:pt x="676897" y="1257"/>
                  </a:lnTo>
                  <a:lnTo>
                    <a:pt x="676897" y="0"/>
                  </a:lnTo>
                  <a:close/>
                </a:path>
              </a:pathLst>
            </a:custGeom>
            <a:solidFill>
              <a:srgbClr val="C3CF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6031230" y="3078492"/>
              <a:ext cx="664210" cy="7620"/>
            </a:xfrm>
            <a:custGeom>
              <a:avLst/>
              <a:gdLst/>
              <a:ahLst/>
              <a:cxnLst/>
              <a:rect l="l" t="t" r="r" b="b"/>
              <a:pathLst>
                <a:path w="664209" h="7619">
                  <a:moveTo>
                    <a:pt x="66419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2540" y="2527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07"/>
                  </a:lnTo>
                  <a:lnTo>
                    <a:pt x="657847" y="7607"/>
                  </a:lnTo>
                  <a:lnTo>
                    <a:pt x="657847" y="6350"/>
                  </a:lnTo>
                  <a:lnTo>
                    <a:pt x="659130" y="6350"/>
                  </a:lnTo>
                  <a:lnTo>
                    <a:pt x="659130" y="5067"/>
                  </a:lnTo>
                  <a:lnTo>
                    <a:pt x="660400" y="5067"/>
                  </a:lnTo>
                  <a:lnTo>
                    <a:pt x="660400" y="3810"/>
                  </a:lnTo>
                  <a:lnTo>
                    <a:pt x="661670" y="3810"/>
                  </a:lnTo>
                  <a:lnTo>
                    <a:pt x="661670" y="2527"/>
                  </a:lnTo>
                  <a:lnTo>
                    <a:pt x="662940" y="2527"/>
                  </a:lnTo>
                  <a:lnTo>
                    <a:pt x="662940" y="1257"/>
                  </a:lnTo>
                  <a:lnTo>
                    <a:pt x="664197" y="1257"/>
                  </a:lnTo>
                  <a:lnTo>
                    <a:pt x="664197" y="0"/>
                  </a:lnTo>
                  <a:close/>
                </a:path>
              </a:pathLst>
            </a:custGeom>
            <a:solidFill>
              <a:srgbClr val="C5D1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6038850" y="3086099"/>
              <a:ext cx="648970" cy="7620"/>
            </a:xfrm>
            <a:custGeom>
              <a:avLst/>
              <a:gdLst/>
              <a:ahLst/>
              <a:cxnLst/>
              <a:rect l="l" t="t" r="r" b="b"/>
              <a:pathLst>
                <a:path w="648970" h="7619">
                  <a:moveTo>
                    <a:pt x="6489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52"/>
                  </a:lnTo>
                  <a:lnTo>
                    <a:pt x="2540" y="2552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20"/>
                  </a:lnTo>
                  <a:lnTo>
                    <a:pt x="642620" y="7620"/>
                  </a:lnTo>
                  <a:lnTo>
                    <a:pt x="642620" y="6350"/>
                  </a:lnTo>
                  <a:lnTo>
                    <a:pt x="643877" y="6350"/>
                  </a:lnTo>
                  <a:lnTo>
                    <a:pt x="643877" y="5092"/>
                  </a:lnTo>
                  <a:lnTo>
                    <a:pt x="645160" y="5092"/>
                  </a:lnTo>
                  <a:lnTo>
                    <a:pt x="645160" y="3810"/>
                  </a:lnTo>
                  <a:lnTo>
                    <a:pt x="646430" y="3810"/>
                  </a:lnTo>
                  <a:lnTo>
                    <a:pt x="646430" y="2552"/>
                  </a:lnTo>
                  <a:lnTo>
                    <a:pt x="647700" y="2552"/>
                  </a:lnTo>
                  <a:lnTo>
                    <a:pt x="647700" y="1270"/>
                  </a:lnTo>
                  <a:lnTo>
                    <a:pt x="648970" y="1270"/>
                  </a:lnTo>
                  <a:lnTo>
                    <a:pt x="648970" y="0"/>
                  </a:lnTo>
                  <a:close/>
                </a:path>
              </a:pathLst>
            </a:custGeom>
            <a:solidFill>
              <a:srgbClr val="C6D2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6046470" y="3093719"/>
              <a:ext cx="633730" cy="6350"/>
            </a:xfrm>
            <a:custGeom>
              <a:avLst/>
              <a:gdLst/>
              <a:ahLst/>
              <a:cxnLst/>
              <a:rect l="l" t="t" r="r" b="b"/>
              <a:pathLst>
                <a:path w="633729" h="6350">
                  <a:moveTo>
                    <a:pt x="63373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22"/>
                  </a:lnTo>
                  <a:lnTo>
                    <a:pt x="3810" y="3822"/>
                  </a:lnTo>
                  <a:lnTo>
                    <a:pt x="3810" y="5080"/>
                  </a:lnTo>
                  <a:lnTo>
                    <a:pt x="5080" y="5080"/>
                  </a:lnTo>
                  <a:lnTo>
                    <a:pt x="5080" y="6350"/>
                  </a:lnTo>
                  <a:lnTo>
                    <a:pt x="628650" y="6350"/>
                  </a:lnTo>
                  <a:lnTo>
                    <a:pt x="628650" y="5080"/>
                  </a:lnTo>
                  <a:lnTo>
                    <a:pt x="629907" y="5080"/>
                  </a:lnTo>
                  <a:lnTo>
                    <a:pt x="629907" y="3822"/>
                  </a:lnTo>
                  <a:lnTo>
                    <a:pt x="631190" y="3822"/>
                  </a:lnTo>
                  <a:lnTo>
                    <a:pt x="631190" y="2540"/>
                  </a:lnTo>
                  <a:lnTo>
                    <a:pt x="632460" y="2540"/>
                  </a:lnTo>
                  <a:lnTo>
                    <a:pt x="632460" y="1282"/>
                  </a:lnTo>
                  <a:lnTo>
                    <a:pt x="633730" y="1282"/>
                  </a:lnTo>
                  <a:lnTo>
                    <a:pt x="633730" y="0"/>
                  </a:lnTo>
                  <a:close/>
                </a:path>
              </a:pathLst>
            </a:custGeom>
            <a:solidFill>
              <a:srgbClr val="C7D3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6052820" y="3100069"/>
              <a:ext cx="621030" cy="7620"/>
            </a:xfrm>
            <a:custGeom>
              <a:avLst/>
              <a:gdLst/>
              <a:ahLst/>
              <a:cxnLst/>
              <a:rect l="l" t="t" r="r" b="b"/>
              <a:pathLst>
                <a:path w="621029" h="7619">
                  <a:moveTo>
                    <a:pt x="62103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22"/>
                  </a:lnTo>
                  <a:lnTo>
                    <a:pt x="3810" y="3822"/>
                  </a:lnTo>
                  <a:lnTo>
                    <a:pt x="3810" y="5080"/>
                  </a:lnTo>
                  <a:lnTo>
                    <a:pt x="5080" y="5080"/>
                  </a:lnTo>
                  <a:lnTo>
                    <a:pt x="5080" y="6350"/>
                  </a:lnTo>
                  <a:lnTo>
                    <a:pt x="5080" y="7620"/>
                  </a:lnTo>
                  <a:lnTo>
                    <a:pt x="615950" y="7620"/>
                  </a:lnTo>
                  <a:lnTo>
                    <a:pt x="615950" y="6350"/>
                  </a:lnTo>
                  <a:lnTo>
                    <a:pt x="617220" y="6350"/>
                  </a:lnTo>
                  <a:lnTo>
                    <a:pt x="617220" y="5080"/>
                  </a:lnTo>
                  <a:lnTo>
                    <a:pt x="617207" y="3822"/>
                  </a:lnTo>
                  <a:lnTo>
                    <a:pt x="618490" y="3822"/>
                  </a:lnTo>
                  <a:lnTo>
                    <a:pt x="618490" y="2540"/>
                  </a:lnTo>
                  <a:lnTo>
                    <a:pt x="619760" y="2540"/>
                  </a:lnTo>
                  <a:lnTo>
                    <a:pt x="619760" y="1282"/>
                  </a:lnTo>
                  <a:lnTo>
                    <a:pt x="621030" y="1282"/>
                  </a:lnTo>
                  <a:lnTo>
                    <a:pt x="621030" y="0"/>
                  </a:lnTo>
                  <a:close/>
                </a:path>
              </a:pathLst>
            </a:custGeom>
            <a:solidFill>
              <a:srgbClr val="C9D4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6059170" y="3107702"/>
              <a:ext cx="608330" cy="7620"/>
            </a:xfrm>
            <a:custGeom>
              <a:avLst/>
              <a:gdLst/>
              <a:ahLst/>
              <a:cxnLst/>
              <a:rect l="l" t="t" r="r" b="b"/>
              <a:pathLst>
                <a:path w="608329" h="7619">
                  <a:moveTo>
                    <a:pt x="60833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797"/>
                  </a:lnTo>
                  <a:lnTo>
                    <a:pt x="3810" y="3797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07"/>
                  </a:lnTo>
                  <a:lnTo>
                    <a:pt x="601980" y="7607"/>
                  </a:lnTo>
                  <a:lnTo>
                    <a:pt x="601980" y="6350"/>
                  </a:lnTo>
                  <a:lnTo>
                    <a:pt x="603250" y="6350"/>
                  </a:lnTo>
                  <a:lnTo>
                    <a:pt x="603250" y="5067"/>
                  </a:lnTo>
                  <a:lnTo>
                    <a:pt x="604507" y="5067"/>
                  </a:lnTo>
                  <a:lnTo>
                    <a:pt x="604507" y="3797"/>
                  </a:lnTo>
                  <a:lnTo>
                    <a:pt x="605790" y="3797"/>
                  </a:lnTo>
                  <a:lnTo>
                    <a:pt x="605790" y="2540"/>
                  </a:lnTo>
                  <a:lnTo>
                    <a:pt x="607060" y="2540"/>
                  </a:lnTo>
                  <a:lnTo>
                    <a:pt x="607060" y="1257"/>
                  </a:lnTo>
                  <a:lnTo>
                    <a:pt x="608330" y="1257"/>
                  </a:lnTo>
                  <a:lnTo>
                    <a:pt x="608330" y="0"/>
                  </a:lnTo>
                  <a:close/>
                </a:path>
              </a:pathLst>
            </a:custGeom>
            <a:solidFill>
              <a:srgbClr val="CAD5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6066790" y="3115309"/>
              <a:ext cx="593090" cy="6350"/>
            </a:xfrm>
            <a:custGeom>
              <a:avLst/>
              <a:gdLst/>
              <a:ahLst/>
              <a:cxnLst/>
              <a:rect l="l" t="t" r="r" b="b"/>
              <a:pathLst>
                <a:path w="593090" h="6350">
                  <a:moveTo>
                    <a:pt x="59309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588010" y="6350"/>
                  </a:lnTo>
                  <a:lnTo>
                    <a:pt x="588010" y="5092"/>
                  </a:lnTo>
                  <a:lnTo>
                    <a:pt x="589280" y="5092"/>
                  </a:lnTo>
                  <a:lnTo>
                    <a:pt x="589280" y="3810"/>
                  </a:lnTo>
                  <a:lnTo>
                    <a:pt x="590537" y="3810"/>
                  </a:lnTo>
                  <a:lnTo>
                    <a:pt x="590537" y="2540"/>
                  </a:lnTo>
                  <a:lnTo>
                    <a:pt x="591820" y="2540"/>
                  </a:lnTo>
                  <a:lnTo>
                    <a:pt x="591820" y="1282"/>
                  </a:lnTo>
                  <a:lnTo>
                    <a:pt x="593090" y="1282"/>
                  </a:lnTo>
                  <a:lnTo>
                    <a:pt x="593090" y="0"/>
                  </a:lnTo>
                  <a:close/>
                </a:path>
              </a:pathLst>
            </a:custGeom>
            <a:solidFill>
              <a:srgbClr val="CCD6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6073140" y="3121659"/>
              <a:ext cx="580390" cy="8255"/>
            </a:xfrm>
            <a:custGeom>
              <a:avLst/>
              <a:gdLst/>
              <a:ahLst/>
              <a:cxnLst/>
              <a:rect l="l" t="t" r="r" b="b"/>
              <a:pathLst>
                <a:path w="580390" h="8255">
                  <a:moveTo>
                    <a:pt x="58039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32"/>
                  </a:lnTo>
                  <a:lnTo>
                    <a:pt x="574040" y="7632"/>
                  </a:lnTo>
                  <a:lnTo>
                    <a:pt x="574040" y="6350"/>
                  </a:lnTo>
                  <a:lnTo>
                    <a:pt x="575310" y="6350"/>
                  </a:lnTo>
                  <a:lnTo>
                    <a:pt x="575310" y="5092"/>
                  </a:lnTo>
                  <a:lnTo>
                    <a:pt x="576580" y="5092"/>
                  </a:lnTo>
                  <a:lnTo>
                    <a:pt x="576580" y="3810"/>
                  </a:lnTo>
                  <a:lnTo>
                    <a:pt x="577837" y="3810"/>
                  </a:lnTo>
                  <a:lnTo>
                    <a:pt x="577837" y="2540"/>
                  </a:lnTo>
                  <a:lnTo>
                    <a:pt x="579107" y="2540"/>
                  </a:lnTo>
                  <a:lnTo>
                    <a:pt x="579107" y="1282"/>
                  </a:lnTo>
                  <a:lnTo>
                    <a:pt x="580390" y="1282"/>
                  </a:lnTo>
                  <a:lnTo>
                    <a:pt x="580390" y="0"/>
                  </a:lnTo>
                  <a:close/>
                </a:path>
              </a:pathLst>
            </a:custGeom>
            <a:solidFill>
              <a:srgbClr val="CDD7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6080760" y="3129292"/>
              <a:ext cx="565150" cy="7620"/>
            </a:xfrm>
            <a:custGeom>
              <a:avLst/>
              <a:gdLst/>
              <a:ahLst/>
              <a:cxnLst/>
              <a:rect l="l" t="t" r="r" b="b"/>
              <a:pathLst>
                <a:path w="565150" h="7619">
                  <a:moveTo>
                    <a:pt x="56513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2540" y="2527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07"/>
                  </a:lnTo>
                  <a:lnTo>
                    <a:pt x="558787" y="7607"/>
                  </a:lnTo>
                  <a:lnTo>
                    <a:pt x="558787" y="6350"/>
                  </a:lnTo>
                  <a:lnTo>
                    <a:pt x="560070" y="6350"/>
                  </a:lnTo>
                  <a:lnTo>
                    <a:pt x="560070" y="5067"/>
                  </a:lnTo>
                  <a:lnTo>
                    <a:pt x="561340" y="5067"/>
                  </a:lnTo>
                  <a:lnTo>
                    <a:pt x="561340" y="3810"/>
                  </a:lnTo>
                  <a:lnTo>
                    <a:pt x="562610" y="3810"/>
                  </a:lnTo>
                  <a:lnTo>
                    <a:pt x="562610" y="2527"/>
                  </a:lnTo>
                  <a:lnTo>
                    <a:pt x="563867" y="2527"/>
                  </a:lnTo>
                  <a:lnTo>
                    <a:pt x="563867" y="1257"/>
                  </a:lnTo>
                  <a:lnTo>
                    <a:pt x="565137" y="1257"/>
                  </a:lnTo>
                  <a:lnTo>
                    <a:pt x="565137" y="0"/>
                  </a:lnTo>
                  <a:close/>
                </a:path>
              </a:pathLst>
            </a:custGeom>
            <a:solidFill>
              <a:srgbClr val="CFD9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6088380" y="3136899"/>
              <a:ext cx="549910" cy="6350"/>
            </a:xfrm>
            <a:custGeom>
              <a:avLst/>
              <a:gdLst/>
              <a:ahLst/>
              <a:cxnLst/>
              <a:rect l="l" t="t" r="r" b="b"/>
              <a:pathLst>
                <a:path w="549909" h="6350">
                  <a:moveTo>
                    <a:pt x="549897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52"/>
                  </a:lnTo>
                  <a:lnTo>
                    <a:pt x="2540" y="2552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544817" y="6350"/>
                  </a:lnTo>
                  <a:lnTo>
                    <a:pt x="544817" y="5092"/>
                  </a:lnTo>
                  <a:lnTo>
                    <a:pt x="546100" y="5092"/>
                  </a:lnTo>
                  <a:lnTo>
                    <a:pt x="546100" y="3810"/>
                  </a:lnTo>
                  <a:lnTo>
                    <a:pt x="547370" y="3810"/>
                  </a:lnTo>
                  <a:lnTo>
                    <a:pt x="547370" y="2552"/>
                  </a:lnTo>
                  <a:lnTo>
                    <a:pt x="548640" y="2552"/>
                  </a:lnTo>
                  <a:lnTo>
                    <a:pt x="548640" y="1270"/>
                  </a:lnTo>
                  <a:lnTo>
                    <a:pt x="549897" y="1270"/>
                  </a:lnTo>
                  <a:lnTo>
                    <a:pt x="549897" y="0"/>
                  </a:lnTo>
                  <a:close/>
                </a:path>
              </a:pathLst>
            </a:custGeom>
            <a:solidFill>
              <a:srgbClr val="D0DA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6094730" y="3143249"/>
              <a:ext cx="538480" cy="7620"/>
            </a:xfrm>
            <a:custGeom>
              <a:avLst/>
              <a:gdLst/>
              <a:ahLst/>
              <a:cxnLst/>
              <a:rect l="l" t="t" r="r" b="b"/>
              <a:pathLst>
                <a:path w="538479" h="7619">
                  <a:moveTo>
                    <a:pt x="535940" y="2552"/>
                  </a:moveTo>
                  <a:lnTo>
                    <a:pt x="1270" y="2552"/>
                  </a:lnTo>
                  <a:lnTo>
                    <a:pt x="1270" y="3810"/>
                  </a:lnTo>
                  <a:lnTo>
                    <a:pt x="2540" y="3810"/>
                  </a:lnTo>
                  <a:lnTo>
                    <a:pt x="2540" y="5092"/>
                  </a:lnTo>
                  <a:lnTo>
                    <a:pt x="3810" y="5092"/>
                  </a:lnTo>
                  <a:lnTo>
                    <a:pt x="3810" y="6350"/>
                  </a:lnTo>
                  <a:lnTo>
                    <a:pt x="5080" y="6350"/>
                  </a:lnTo>
                  <a:lnTo>
                    <a:pt x="5080" y="7620"/>
                  </a:lnTo>
                  <a:lnTo>
                    <a:pt x="532117" y="7620"/>
                  </a:lnTo>
                  <a:lnTo>
                    <a:pt x="532117" y="6350"/>
                  </a:lnTo>
                  <a:lnTo>
                    <a:pt x="533400" y="6350"/>
                  </a:lnTo>
                  <a:lnTo>
                    <a:pt x="533400" y="5092"/>
                  </a:lnTo>
                  <a:lnTo>
                    <a:pt x="534670" y="5092"/>
                  </a:lnTo>
                  <a:lnTo>
                    <a:pt x="534670" y="3810"/>
                  </a:lnTo>
                  <a:lnTo>
                    <a:pt x="535940" y="3810"/>
                  </a:lnTo>
                  <a:lnTo>
                    <a:pt x="535940" y="2552"/>
                  </a:lnTo>
                  <a:close/>
                </a:path>
                <a:path w="538479" h="7619">
                  <a:moveTo>
                    <a:pt x="538467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537197" y="2540"/>
                  </a:lnTo>
                  <a:lnTo>
                    <a:pt x="537197" y="1270"/>
                  </a:lnTo>
                  <a:lnTo>
                    <a:pt x="538467" y="1270"/>
                  </a:lnTo>
                  <a:lnTo>
                    <a:pt x="538467" y="0"/>
                  </a:lnTo>
                  <a:close/>
                </a:path>
              </a:pathLst>
            </a:custGeom>
            <a:solidFill>
              <a:srgbClr val="D2DB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6101080" y="3150869"/>
              <a:ext cx="524510" cy="8255"/>
            </a:xfrm>
            <a:custGeom>
              <a:avLst/>
              <a:gdLst/>
              <a:ahLst/>
              <a:cxnLst/>
              <a:rect l="l" t="t" r="r" b="b"/>
              <a:pathLst>
                <a:path w="524509" h="8255">
                  <a:moveTo>
                    <a:pt x="524497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22"/>
                  </a:lnTo>
                  <a:lnTo>
                    <a:pt x="3810" y="3822"/>
                  </a:lnTo>
                  <a:lnTo>
                    <a:pt x="3810" y="5080"/>
                  </a:lnTo>
                  <a:lnTo>
                    <a:pt x="5080" y="5080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32"/>
                  </a:lnTo>
                  <a:lnTo>
                    <a:pt x="518147" y="7632"/>
                  </a:lnTo>
                  <a:lnTo>
                    <a:pt x="518147" y="6350"/>
                  </a:lnTo>
                  <a:lnTo>
                    <a:pt x="519417" y="6350"/>
                  </a:lnTo>
                  <a:lnTo>
                    <a:pt x="519417" y="5080"/>
                  </a:lnTo>
                  <a:lnTo>
                    <a:pt x="520700" y="5080"/>
                  </a:lnTo>
                  <a:lnTo>
                    <a:pt x="520700" y="3822"/>
                  </a:lnTo>
                  <a:lnTo>
                    <a:pt x="521970" y="3822"/>
                  </a:lnTo>
                  <a:lnTo>
                    <a:pt x="521970" y="2540"/>
                  </a:lnTo>
                  <a:lnTo>
                    <a:pt x="523240" y="2540"/>
                  </a:lnTo>
                  <a:lnTo>
                    <a:pt x="523240" y="1282"/>
                  </a:lnTo>
                  <a:lnTo>
                    <a:pt x="524497" y="1282"/>
                  </a:lnTo>
                  <a:lnTo>
                    <a:pt x="524497" y="0"/>
                  </a:lnTo>
                  <a:close/>
                </a:path>
              </a:pathLst>
            </a:custGeom>
            <a:solidFill>
              <a:srgbClr val="D3DC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6108700" y="3158502"/>
              <a:ext cx="509270" cy="7620"/>
            </a:xfrm>
            <a:custGeom>
              <a:avLst/>
              <a:gdLst/>
              <a:ahLst/>
              <a:cxnLst/>
              <a:rect l="l" t="t" r="r" b="b"/>
              <a:pathLst>
                <a:path w="509270" h="7619">
                  <a:moveTo>
                    <a:pt x="50927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797"/>
                  </a:lnTo>
                  <a:lnTo>
                    <a:pt x="3810" y="3797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07"/>
                  </a:lnTo>
                  <a:lnTo>
                    <a:pt x="502920" y="7607"/>
                  </a:lnTo>
                  <a:lnTo>
                    <a:pt x="502920" y="6350"/>
                  </a:lnTo>
                  <a:lnTo>
                    <a:pt x="504177" y="6350"/>
                  </a:lnTo>
                  <a:lnTo>
                    <a:pt x="504177" y="5067"/>
                  </a:lnTo>
                  <a:lnTo>
                    <a:pt x="505447" y="5067"/>
                  </a:lnTo>
                  <a:lnTo>
                    <a:pt x="505447" y="3797"/>
                  </a:lnTo>
                  <a:lnTo>
                    <a:pt x="506730" y="3797"/>
                  </a:lnTo>
                  <a:lnTo>
                    <a:pt x="506730" y="2540"/>
                  </a:lnTo>
                  <a:lnTo>
                    <a:pt x="508000" y="2540"/>
                  </a:lnTo>
                  <a:lnTo>
                    <a:pt x="508000" y="1257"/>
                  </a:lnTo>
                  <a:lnTo>
                    <a:pt x="509270" y="1257"/>
                  </a:lnTo>
                  <a:lnTo>
                    <a:pt x="509270" y="0"/>
                  </a:lnTo>
                  <a:close/>
                </a:path>
              </a:pathLst>
            </a:custGeom>
            <a:solidFill>
              <a:srgbClr val="D5DD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6116320" y="3166109"/>
              <a:ext cx="494030" cy="6350"/>
            </a:xfrm>
            <a:custGeom>
              <a:avLst/>
              <a:gdLst/>
              <a:ahLst/>
              <a:cxnLst/>
              <a:rect l="l" t="t" r="r" b="b"/>
              <a:pathLst>
                <a:path w="494029" h="6350">
                  <a:moveTo>
                    <a:pt x="49403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488950" y="6350"/>
                  </a:lnTo>
                  <a:lnTo>
                    <a:pt x="488950" y="5092"/>
                  </a:lnTo>
                  <a:lnTo>
                    <a:pt x="490207" y="5092"/>
                  </a:lnTo>
                  <a:lnTo>
                    <a:pt x="490207" y="3810"/>
                  </a:lnTo>
                  <a:lnTo>
                    <a:pt x="491477" y="3810"/>
                  </a:lnTo>
                  <a:lnTo>
                    <a:pt x="491477" y="2540"/>
                  </a:lnTo>
                  <a:lnTo>
                    <a:pt x="492760" y="2540"/>
                  </a:lnTo>
                  <a:lnTo>
                    <a:pt x="492760" y="1282"/>
                  </a:lnTo>
                  <a:lnTo>
                    <a:pt x="494030" y="1282"/>
                  </a:lnTo>
                  <a:lnTo>
                    <a:pt x="494030" y="0"/>
                  </a:lnTo>
                  <a:close/>
                </a:path>
              </a:pathLst>
            </a:custGeom>
            <a:solidFill>
              <a:srgbClr val="D6DE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6122670" y="3172459"/>
              <a:ext cx="481330" cy="8255"/>
            </a:xfrm>
            <a:custGeom>
              <a:avLst/>
              <a:gdLst/>
              <a:ahLst/>
              <a:cxnLst/>
              <a:rect l="l" t="t" r="r" b="b"/>
              <a:pathLst>
                <a:path w="481329" h="8255">
                  <a:moveTo>
                    <a:pt x="48133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32"/>
                  </a:lnTo>
                  <a:lnTo>
                    <a:pt x="474980" y="7632"/>
                  </a:lnTo>
                  <a:lnTo>
                    <a:pt x="474980" y="6350"/>
                  </a:lnTo>
                  <a:lnTo>
                    <a:pt x="476250" y="6350"/>
                  </a:lnTo>
                  <a:lnTo>
                    <a:pt x="476250" y="5092"/>
                  </a:lnTo>
                  <a:lnTo>
                    <a:pt x="477507" y="5092"/>
                  </a:lnTo>
                  <a:lnTo>
                    <a:pt x="477507" y="3810"/>
                  </a:lnTo>
                  <a:lnTo>
                    <a:pt x="478777" y="3810"/>
                  </a:lnTo>
                  <a:lnTo>
                    <a:pt x="478777" y="2540"/>
                  </a:lnTo>
                  <a:lnTo>
                    <a:pt x="480060" y="2540"/>
                  </a:lnTo>
                  <a:lnTo>
                    <a:pt x="480060" y="1282"/>
                  </a:lnTo>
                  <a:lnTo>
                    <a:pt x="481330" y="1282"/>
                  </a:lnTo>
                  <a:lnTo>
                    <a:pt x="481330" y="0"/>
                  </a:lnTo>
                  <a:close/>
                </a:path>
              </a:pathLst>
            </a:custGeom>
            <a:solidFill>
              <a:srgbClr val="D8E0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6130290" y="3180079"/>
              <a:ext cx="466090" cy="7620"/>
            </a:xfrm>
            <a:custGeom>
              <a:avLst/>
              <a:gdLst/>
              <a:ahLst/>
              <a:cxnLst/>
              <a:rect l="l" t="t" r="r" b="b"/>
              <a:pathLst>
                <a:path w="466090" h="7619">
                  <a:moveTo>
                    <a:pt x="463537" y="3822"/>
                  </a:moveTo>
                  <a:lnTo>
                    <a:pt x="2540" y="3822"/>
                  </a:lnTo>
                  <a:lnTo>
                    <a:pt x="2540" y="5080"/>
                  </a:lnTo>
                  <a:lnTo>
                    <a:pt x="3810" y="5080"/>
                  </a:lnTo>
                  <a:lnTo>
                    <a:pt x="3810" y="6362"/>
                  </a:lnTo>
                  <a:lnTo>
                    <a:pt x="5080" y="6362"/>
                  </a:lnTo>
                  <a:lnTo>
                    <a:pt x="5080" y="7620"/>
                  </a:lnTo>
                  <a:lnTo>
                    <a:pt x="461010" y="7620"/>
                  </a:lnTo>
                  <a:lnTo>
                    <a:pt x="461010" y="6362"/>
                  </a:lnTo>
                  <a:lnTo>
                    <a:pt x="462280" y="6362"/>
                  </a:lnTo>
                  <a:lnTo>
                    <a:pt x="462280" y="5080"/>
                  </a:lnTo>
                  <a:lnTo>
                    <a:pt x="463537" y="5080"/>
                  </a:lnTo>
                  <a:lnTo>
                    <a:pt x="463537" y="3822"/>
                  </a:lnTo>
                  <a:close/>
                </a:path>
                <a:path w="466090" h="7619">
                  <a:moveTo>
                    <a:pt x="46609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1270" y="3810"/>
                  </a:lnTo>
                  <a:lnTo>
                    <a:pt x="464807" y="3810"/>
                  </a:lnTo>
                  <a:lnTo>
                    <a:pt x="464807" y="2540"/>
                  </a:lnTo>
                  <a:lnTo>
                    <a:pt x="466090" y="2540"/>
                  </a:lnTo>
                  <a:lnTo>
                    <a:pt x="466090" y="1270"/>
                  </a:lnTo>
                  <a:lnTo>
                    <a:pt x="466090" y="0"/>
                  </a:lnTo>
                  <a:close/>
                </a:path>
              </a:pathLst>
            </a:custGeom>
            <a:solidFill>
              <a:srgbClr val="D9E1F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6136640" y="3187699"/>
              <a:ext cx="453390" cy="6350"/>
            </a:xfrm>
            <a:custGeom>
              <a:avLst/>
              <a:gdLst/>
              <a:ahLst/>
              <a:cxnLst/>
              <a:rect l="l" t="t" r="r" b="b"/>
              <a:pathLst>
                <a:path w="453390" h="6350">
                  <a:moveTo>
                    <a:pt x="45339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52"/>
                  </a:lnTo>
                  <a:lnTo>
                    <a:pt x="2540" y="2552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448310" y="6350"/>
                  </a:lnTo>
                  <a:lnTo>
                    <a:pt x="448310" y="5092"/>
                  </a:lnTo>
                  <a:lnTo>
                    <a:pt x="449580" y="5092"/>
                  </a:lnTo>
                  <a:lnTo>
                    <a:pt x="449580" y="3810"/>
                  </a:lnTo>
                  <a:lnTo>
                    <a:pt x="450837" y="3810"/>
                  </a:lnTo>
                  <a:lnTo>
                    <a:pt x="450837" y="2552"/>
                  </a:lnTo>
                  <a:lnTo>
                    <a:pt x="452107" y="2552"/>
                  </a:lnTo>
                  <a:lnTo>
                    <a:pt x="452107" y="1270"/>
                  </a:lnTo>
                  <a:lnTo>
                    <a:pt x="453390" y="1270"/>
                  </a:lnTo>
                  <a:lnTo>
                    <a:pt x="453390" y="0"/>
                  </a:lnTo>
                  <a:close/>
                </a:path>
              </a:pathLst>
            </a:custGeom>
            <a:solidFill>
              <a:srgbClr val="DAE2F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6142990" y="3194049"/>
              <a:ext cx="440690" cy="7620"/>
            </a:xfrm>
            <a:custGeom>
              <a:avLst/>
              <a:gdLst/>
              <a:ahLst/>
              <a:cxnLst/>
              <a:rect l="l" t="t" r="r" b="b"/>
              <a:pathLst>
                <a:path w="440690" h="7619">
                  <a:moveTo>
                    <a:pt x="44069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52"/>
                  </a:lnTo>
                  <a:lnTo>
                    <a:pt x="2540" y="2552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20"/>
                  </a:lnTo>
                  <a:lnTo>
                    <a:pt x="434340" y="7620"/>
                  </a:lnTo>
                  <a:lnTo>
                    <a:pt x="434340" y="6350"/>
                  </a:lnTo>
                  <a:lnTo>
                    <a:pt x="435610" y="6350"/>
                  </a:lnTo>
                  <a:lnTo>
                    <a:pt x="435610" y="5092"/>
                  </a:lnTo>
                  <a:lnTo>
                    <a:pt x="436880" y="5092"/>
                  </a:lnTo>
                  <a:lnTo>
                    <a:pt x="436880" y="3810"/>
                  </a:lnTo>
                  <a:lnTo>
                    <a:pt x="438137" y="3810"/>
                  </a:lnTo>
                  <a:lnTo>
                    <a:pt x="438137" y="2552"/>
                  </a:lnTo>
                  <a:lnTo>
                    <a:pt x="439407" y="2552"/>
                  </a:lnTo>
                  <a:lnTo>
                    <a:pt x="439407" y="1270"/>
                  </a:lnTo>
                  <a:lnTo>
                    <a:pt x="440690" y="1270"/>
                  </a:lnTo>
                  <a:lnTo>
                    <a:pt x="440690" y="0"/>
                  </a:lnTo>
                  <a:close/>
                </a:path>
              </a:pathLst>
            </a:custGeom>
            <a:solidFill>
              <a:srgbClr val="DCE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6150610" y="3201669"/>
              <a:ext cx="425450" cy="8255"/>
            </a:xfrm>
            <a:custGeom>
              <a:avLst/>
              <a:gdLst/>
              <a:ahLst/>
              <a:cxnLst/>
              <a:rect l="l" t="t" r="r" b="b"/>
              <a:pathLst>
                <a:path w="425450" h="8255">
                  <a:moveTo>
                    <a:pt x="425437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22"/>
                  </a:lnTo>
                  <a:lnTo>
                    <a:pt x="3810" y="3822"/>
                  </a:lnTo>
                  <a:lnTo>
                    <a:pt x="3810" y="5080"/>
                  </a:lnTo>
                  <a:lnTo>
                    <a:pt x="5080" y="5080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32"/>
                  </a:lnTo>
                  <a:lnTo>
                    <a:pt x="419087" y="7632"/>
                  </a:lnTo>
                  <a:lnTo>
                    <a:pt x="419087" y="6350"/>
                  </a:lnTo>
                  <a:lnTo>
                    <a:pt x="420370" y="6350"/>
                  </a:lnTo>
                  <a:lnTo>
                    <a:pt x="420370" y="5080"/>
                  </a:lnTo>
                  <a:lnTo>
                    <a:pt x="421640" y="5080"/>
                  </a:lnTo>
                  <a:lnTo>
                    <a:pt x="421640" y="3822"/>
                  </a:lnTo>
                  <a:lnTo>
                    <a:pt x="422910" y="3822"/>
                  </a:lnTo>
                  <a:lnTo>
                    <a:pt x="422910" y="2540"/>
                  </a:lnTo>
                  <a:lnTo>
                    <a:pt x="424167" y="2540"/>
                  </a:lnTo>
                  <a:lnTo>
                    <a:pt x="424167" y="1282"/>
                  </a:lnTo>
                  <a:lnTo>
                    <a:pt x="425437" y="1282"/>
                  </a:lnTo>
                  <a:lnTo>
                    <a:pt x="425437" y="0"/>
                  </a:lnTo>
                  <a:close/>
                </a:path>
              </a:pathLst>
            </a:custGeom>
            <a:solidFill>
              <a:srgbClr val="DDE4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6158230" y="3209302"/>
              <a:ext cx="410209" cy="6350"/>
            </a:xfrm>
            <a:custGeom>
              <a:avLst/>
              <a:gdLst/>
              <a:ahLst/>
              <a:cxnLst/>
              <a:rect l="l" t="t" r="r" b="b"/>
              <a:pathLst>
                <a:path w="410209" h="6350">
                  <a:moveTo>
                    <a:pt x="41019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797"/>
                  </a:lnTo>
                  <a:lnTo>
                    <a:pt x="3810" y="3797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405117" y="6350"/>
                  </a:lnTo>
                  <a:lnTo>
                    <a:pt x="405117" y="5067"/>
                  </a:lnTo>
                  <a:lnTo>
                    <a:pt x="406400" y="5067"/>
                  </a:lnTo>
                  <a:lnTo>
                    <a:pt x="406400" y="3797"/>
                  </a:lnTo>
                  <a:lnTo>
                    <a:pt x="407670" y="3797"/>
                  </a:lnTo>
                  <a:lnTo>
                    <a:pt x="407670" y="2540"/>
                  </a:lnTo>
                  <a:lnTo>
                    <a:pt x="408940" y="2540"/>
                  </a:lnTo>
                  <a:lnTo>
                    <a:pt x="408940" y="1257"/>
                  </a:lnTo>
                  <a:lnTo>
                    <a:pt x="410197" y="1257"/>
                  </a:lnTo>
                  <a:lnTo>
                    <a:pt x="410197" y="0"/>
                  </a:lnTo>
                  <a:close/>
                </a:path>
              </a:pathLst>
            </a:custGeom>
            <a:solidFill>
              <a:srgbClr val="DFE5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6164580" y="3215652"/>
              <a:ext cx="397510" cy="7620"/>
            </a:xfrm>
            <a:custGeom>
              <a:avLst/>
              <a:gdLst/>
              <a:ahLst/>
              <a:cxnLst/>
              <a:rect l="l" t="t" r="r" b="b"/>
              <a:pathLst>
                <a:path w="397509" h="7619">
                  <a:moveTo>
                    <a:pt x="392417" y="6350"/>
                  </a:moveTo>
                  <a:lnTo>
                    <a:pt x="5080" y="6350"/>
                  </a:lnTo>
                  <a:lnTo>
                    <a:pt x="5080" y="7607"/>
                  </a:lnTo>
                  <a:lnTo>
                    <a:pt x="392417" y="7607"/>
                  </a:lnTo>
                  <a:lnTo>
                    <a:pt x="392417" y="6350"/>
                  </a:lnTo>
                  <a:close/>
                </a:path>
                <a:path w="397509" h="7619">
                  <a:moveTo>
                    <a:pt x="39749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797"/>
                  </a:lnTo>
                  <a:lnTo>
                    <a:pt x="3810" y="3797"/>
                  </a:lnTo>
                  <a:lnTo>
                    <a:pt x="3810" y="5067"/>
                  </a:lnTo>
                  <a:lnTo>
                    <a:pt x="3810" y="6337"/>
                  </a:lnTo>
                  <a:lnTo>
                    <a:pt x="393700" y="6337"/>
                  </a:lnTo>
                  <a:lnTo>
                    <a:pt x="393700" y="5067"/>
                  </a:lnTo>
                  <a:lnTo>
                    <a:pt x="394970" y="5067"/>
                  </a:lnTo>
                  <a:lnTo>
                    <a:pt x="394970" y="3797"/>
                  </a:lnTo>
                  <a:lnTo>
                    <a:pt x="394970" y="2540"/>
                  </a:lnTo>
                  <a:lnTo>
                    <a:pt x="396240" y="2540"/>
                  </a:lnTo>
                  <a:lnTo>
                    <a:pt x="396240" y="1257"/>
                  </a:lnTo>
                  <a:lnTo>
                    <a:pt x="397497" y="1257"/>
                  </a:lnTo>
                  <a:lnTo>
                    <a:pt x="397497" y="0"/>
                  </a:lnTo>
                  <a:close/>
                </a:path>
              </a:pathLst>
            </a:custGeom>
            <a:solidFill>
              <a:srgbClr val="E0E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6170930" y="3223259"/>
              <a:ext cx="384810" cy="8255"/>
            </a:xfrm>
            <a:custGeom>
              <a:avLst/>
              <a:gdLst/>
              <a:ahLst/>
              <a:cxnLst/>
              <a:rect l="l" t="t" r="r" b="b"/>
              <a:pathLst>
                <a:path w="384809" h="8255">
                  <a:moveTo>
                    <a:pt x="384797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32"/>
                  </a:lnTo>
                  <a:lnTo>
                    <a:pt x="378447" y="7632"/>
                  </a:lnTo>
                  <a:lnTo>
                    <a:pt x="378447" y="6350"/>
                  </a:lnTo>
                  <a:lnTo>
                    <a:pt x="379717" y="6350"/>
                  </a:lnTo>
                  <a:lnTo>
                    <a:pt x="379717" y="5092"/>
                  </a:lnTo>
                  <a:lnTo>
                    <a:pt x="381000" y="5092"/>
                  </a:lnTo>
                  <a:lnTo>
                    <a:pt x="381000" y="3810"/>
                  </a:lnTo>
                  <a:lnTo>
                    <a:pt x="382270" y="3810"/>
                  </a:lnTo>
                  <a:lnTo>
                    <a:pt x="382270" y="2540"/>
                  </a:lnTo>
                  <a:lnTo>
                    <a:pt x="383540" y="2540"/>
                  </a:lnTo>
                  <a:lnTo>
                    <a:pt x="383540" y="1282"/>
                  </a:lnTo>
                  <a:lnTo>
                    <a:pt x="384797" y="1282"/>
                  </a:lnTo>
                  <a:lnTo>
                    <a:pt x="384797" y="0"/>
                  </a:lnTo>
                  <a:close/>
                </a:path>
              </a:pathLst>
            </a:custGeom>
            <a:solidFill>
              <a:srgbClr val="E2E8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6178550" y="3230892"/>
              <a:ext cx="369570" cy="7620"/>
            </a:xfrm>
            <a:custGeom>
              <a:avLst/>
              <a:gdLst/>
              <a:ahLst/>
              <a:cxnLst/>
              <a:rect l="l" t="t" r="r" b="b"/>
              <a:pathLst>
                <a:path w="369570" h="7619">
                  <a:moveTo>
                    <a:pt x="36957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2540" y="2527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07"/>
                  </a:lnTo>
                  <a:lnTo>
                    <a:pt x="363220" y="7607"/>
                  </a:lnTo>
                  <a:lnTo>
                    <a:pt x="363220" y="6350"/>
                  </a:lnTo>
                  <a:lnTo>
                    <a:pt x="364477" y="6350"/>
                  </a:lnTo>
                  <a:lnTo>
                    <a:pt x="364477" y="5067"/>
                  </a:lnTo>
                  <a:lnTo>
                    <a:pt x="365747" y="5067"/>
                  </a:lnTo>
                  <a:lnTo>
                    <a:pt x="365747" y="3810"/>
                  </a:lnTo>
                  <a:lnTo>
                    <a:pt x="367030" y="3810"/>
                  </a:lnTo>
                  <a:lnTo>
                    <a:pt x="367030" y="2527"/>
                  </a:lnTo>
                  <a:lnTo>
                    <a:pt x="368300" y="2527"/>
                  </a:lnTo>
                  <a:lnTo>
                    <a:pt x="368300" y="1257"/>
                  </a:lnTo>
                  <a:lnTo>
                    <a:pt x="369570" y="1257"/>
                  </a:lnTo>
                  <a:lnTo>
                    <a:pt x="369570" y="0"/>
                  </a:lnTo>
                  <a:close/>
                </a:path>
              </a:pathLst>
            </a:custGeom>
            <a:solidFill>
              <a:srgbClr val="E3E9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6186170" y="3238499"/>
              <a:ext cx="354330" cy="6350"/>
            </a:xfrm>
            <a:custGeom>
              <a:avLst/>
              <a:gdLst/>
              <a:ahLst/>
              <a:cxnLst/>
              <a:rect l="l" t="t" r="r" b="b"/>
              <a:pathLst>
                <a:path w="354329" h="6350">
                  <a:moveTo>
                    <a:pt x="35433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52"/>
                  </a:lnTo>
                  <a:lnTo>
                    <a:pt x="2540" y="2552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349250" y="6350"/>
                  </a:lnTo>
                  <a:lnTo>
                    <a:pt x="349250" y="5092"/>
                  </a:lnTo>
                  <a:lnTo>
                    <a:pt x="350507" y="5092"/>
                  </a:lnTo>
                  <a:lnTo>
                    <a:pt x="350507" y="3810"/>
                  </a:lnTo>
                  <a:lnTo>
                    <a:pt x="351777" y="3810"/>
                  </a:lnTo>
                  <a:lnTo>
                    <a:pt x="351777" y="2552"/>
                  </a:lnTo>
                  <a:lnTo>
                    <a:pt x="353060" y="2552"/>
                  </a:lnTo>
                  <a:lnTo>
                    <a:pt x="353060" y="1270"/>
                  </a:lnTo>
                  <a:lnTo>
                    <a:pt x="354330" y="1270"/>
                  </a:lnTo>
                  <a:lnTo>
                    <a:pt x="354330" y="0"/>
                  </a:lnTo>
                  <a:close/>
                </a:path>
              </a:pathLst>
            </a:custGeom>
            <a:solidFill>
              <a:srgbClr val="E5EA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6192520" y="3244849"/>
              <a:ext cx="341630" cy="7620"/>
            </a:xfrm>
            <a:custGeom>
              <a:avLst/>
              <a:gdLst/>
              <a:ahLst/>
              <a:cxnLst/>
              <a:rect l="l" t="t" r="r" b="b"/>
              <a:pathLst>
                <a:path w="341629" h="7620">
                  <a:moveTo>
                    <a:pt x="34163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52"/>
                  </a:lnTo>
                  <a:lnTo>
                    <a:pt x="2540" y="2552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20"/>
                  </a:lnTo>
                  <a:lnTo>
                    <a:pt x="335280" y="7620"/>
                  </a:lnTo>
                  <a:lnTo>
                    <a:pt x="335280" y="6350"/>
                  </a:lnTo>
                  <a:lnTo>
                    <a:pt x="336550" y="6350"/>
                  </a:lnTo>
                  <a:lnTo>
                    <a:pt x="336550" y="5092"/>
                  </a:lnTo>
                  <a:lnTo>
                    <a:pt x="337807" y="5092"/>
                  </a:lnTo>
                  <a:lnTo>
                    <a:pt x="337807" y="3810"/>
                  </a:lnTo>
                  <a:lnTo>
                    <a:pt x="339077" y="3810"/>
                  </a:lnTo>
                  <a:lnTo>
                    <a:pt x="339077" y="2552"/>
                  </a:lnTo>
                  <a:lnTo>
                    <a:pt x="340360" y="2552"/>
                  </a:lnTo>
                  <a:lnTo>
                    <a:pt x="340360" y="1270"/>
                  </a:lnTo>
                  <a:lnTo>
                    <a:pt x="341630" y="1270"/>
                  </a:lnTo>
                  <a:lnTo>
                    <a:pt x="341630" y="0"/>
                  </a:lnTo>
                  <a:close/>
                </a:path>
              </a:pathLst>
            </a:custGeom>
            <a:solidFill>
              <a:srgbClr val="E6EB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6200140" y="3252469"/>
              <a:ext cx="326390" cy="7620"/>
            </a:xfrm>
            <a:custGeom>
              <a:avLst/>
              <a:gdLst/>
              <a:ahLst/>
              <a:cxnLst/>
              <a:rect l="l" t="t" r="r" b="b"/>
              <a:pathLst>
                <a:path w="326390" h="7620">
                  <a:moveTo>
                    <a:pt x="32639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22"/>
                  </a:lnTo>
                  <a:lnTo>
                    <a:pt x="3810" y="3822"/>
                  </a:lnTo>
                  <a:lnTo>
                    <a:pt x="3810" y="5080"/>
                  </a:lnTo>
                  <a:lnTo>
                    <a:pt x="5080" y="5080"/>
                  </a:lnTo>
                  <a:lnTo>
                    <a:pt x="5080" y="6350"/>
                  </a:lnTo>
                  <a:lnTo>
                    <a:pt x="5080" y="7620"/>
                  </a:lnTo>
                  <a:lnTo>
                    <a:pt x="321310" y="7620"/>
                  </a:lnTo>
                  <a:lnTo>
                    <a:pt x="321310" y="6350"/>
                  </a:lnTo>
                  <a:lnTo>
                    <a:pt x="322580" y="6350"/>
                  </a:lnTo>
                  <a:lnTo>
                    <a:pt x="322580" y="5080"/>
                  </a:lnTo>
                  <a:lnTo>
                    <a:pt x="322580" y="3822"/>
                  </a:lnTo>
                  <a:lnTo>
                    <a:pt x="323837" y="3822"/>
                  </a:lnTo>
                  <a:lnTo>
                    <a:pt x="323837" y="2540"/>
                  </a:lnTo>
                  <a:lnTo>
                    <a:pt x="325107" y="2540"/>
                  </a:lnTo>
                  <a:lnTo>
                    <a:pt x="325107" y="1282"/>
                  </a:lnTo>
                  <a:lnTo>
                    <a:pt x="326390" y="1282"/>
                  </a:lnTo>
                  <a:lnTo>
                    <a:pt x="326390" y="0"/>
                  </a:lnTo>
                  <a:close/>
                </a:path>
              </a:pathLst>
            </a:custGeom>
            <a:solidFill>
              <a:srgbClr val="E8EC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6206490" y="3260102"/>
              <a:ext cx="313690" cy="6350"/>
            </a:xfrm>
            <a:custGeom>
              <a:avLst/>
              <a:gdLst/>
              <a:ahLst/>
              <a:cxnLst/>
              <a:rect l="l" t="t" r="r" b="b"/>
              <a:pathLst>
                <a:path w="313690" h="6350">
                  <a:moveTo>
                    <a:pt x="31369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797"/>
                  </a:lnTo>
                  <a:lnTo>
                    <a:pt x="3810" y="3797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308610" y="6350"/>
                  </a:lnTo>
                  <a:lnTo>
                    <a:pt x="308610" y="5067"/>
                  </a:lnTo>
                  <a:lnTo>
                    <a:pt x="309880" y="5067"/>
                  </a:lnTo>
                  <a:lnTo>
                    <a:pt x="309880" y="3797"/>
                  </a:lnTo>
                  <a:lnTo>
                    <a:pt x="311137" y="3797"/>
                  </a:lnTo>
                  <a:lnTo>
                    <a:pt x="311137" y="2540"/>
                  </a:lnTo>
                  <a:lnTo>
                    <a:pt x="312407" y="2540"/>
                  </a:lnTo>
                  <a:lnTo>
                    <a:pt x="312407" y="1257"/>
                  </a:lnTo>
                  <a:lnTo>
                    <a:pt x="313690" y="1257"/>
                  </a:lnTo>
                  <a:lnTo>
                    <a:pt x="313690" y="0"/>
                  </a:lnTo>
                  <a:close/>
                </a:path>
              </a:pathLst>
            </a:custGeom>
            <a:solidFill>
              <a:srgbClr val="E9ED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6212840" y="3266452"/>
              <a:ext cx="300990" cy="7620"/>
            </a:xfrm>
            <a:custGeom>
              <a:avLst/>
              <a:gdLst/>
              <a:ahLst/>
              <a:cxnLst/>
              <a:rect l="l" t="t" r="r" b="b"/>
              <a:pathLst>
                <a:path w="300990" h="7620">
                  <a:moveTo>
                    <a:pt x="30099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797"/>
                  </a:lnTo>
                  <a:lnTo>
                    <a:pt x="3810" y="3797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07"/>
                  </a:lnTo>
                  <a:lnTo>
                    <a:pt x="294640" y="7607"/>
                  </a:lnTo>
                  <a:lnTo>
                    <a:pt x="294640" y="6350"/>
                  </a:lnTo>
                  <a:lnTo>
                    <a:pt x="295910" y="6350"/>
                  </a:lnTo>
                  <a:lnTo>
                    <a:pt x="295910" y="5067"/>
                  </a:lnTo>
                  <a:lnTo>
                    <a:pt x="297180" y="5067"/>
                  </a:lnTo>
                  <a:lnTo>
                    <a:pt x="297180" y="3797"/>
                  </a:lnTo>
                  <a:lnTo>
                    <a:pt x="298437" y="3797"/>
                  </a:lnTo>
                  <a:lnTo>
                    <a:pt x="298437" y="2540"/>
                  </a:lnTo>
                  <a:lnTo>
                    <a:pt x="299707" y="2540"/>
                  </a:lnTo>
                  <a:lnTo>
                    <a:pt x="299707" y="1257"/>
                  </a:lnTo>
                  <a:lnTo>
                    <a:pt x="300990" y="1257"/>
                  </a:lnTo>
                  <a:lnTo>
                    <a:pt x="300990" y="0"/>
                  </a:lnTo>
                  <a:close/>
                </a:path>
              </a:pathLst>
            </a:custGeom>
            <a:solidFill>
              <a:srgbClr val="EBEF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6220460" y="3274059"/>
              <a:ext cx="285750" cy="8255"/>
            </a:xfrm>
            <a:custGeom>
              <a:avLst/>
              <a:gdLst/>
              <a:ahLst/>
              <a:cxnLst/>
              <a:rect l="l" t="t" r="r" b="b"/>
              <a:pathLst>
                <a:path w="285750" h="8254">
                  <a:moveTo>
                    <a:pt x="285737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32"/>
                  </a:lnTo>
                  <a:lnTo>
                    <a:pt x="279400" y="7632"/>
                  </a:lnTo>
                  <a:lnTo>
                    <a:pt x="279400" y="6350"/>
                  </a:lnTo>
                  <a:lnTo>
                    <a:pt x="280670" y="6350"/>
                  </a:lnTo>
                  <a:lnTo>
                    <a:pt x="280670" y="5092"/>
                  </a:lnTo>
                  <a:lnTo>
                    <a:pt x="281940" y="5092"/>
                  </a:lnTo>
                  <a:lnTo>
                    <a:pt x="281940" y="3810"/>
                  </a:lnTo>
                  <a:lnTo>
                    <a:pt x="283210" y="3810"/>
                  </a:lnTo>
                  <a:lnTo>
                    <a:pt x="283210" y="2540"/>
                  </a:lnTo>
                  <a:lnTo>
                    <a:pt x="284467" y="2540"/>
                  </a:lnTo>
                  <a:lnTo>
                    <a:pt x="284467" y="1282"/>
                  </a:lnTo>
                  <a:lnTo>
                    <a:pt x="285737" y="1282"/>
                  </a:lnTo>
                  <a:lnTo>
                    <a:pt x="285737" y="0"/>
                  </a:lnTo>
                  <a:close/>
                </a:path>
              </a:pathLst>
            </a:custGeom>
            <a:solidFill>
              <a:srgbClr val="ECF0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6228080" y="3281692"/>
              <a:ext cx="270510" cy="6350"/>
            </a:xfrm>
            <a:custGeom>
              <a:avLst/>
              <a:gdLst/>
              <a:ahLst/>
              <a:cxnLst/>
              <a:rect l="l" t="t" r="r" b="b"/>
              <a:pathLst>
                <a:path w="270510" h="6350">
                  <a:moveTo>
                    <a:pt x="27051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2540" y="2527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265430" y="6350"/>
                  </a:lnTo>
                  <a:lnTo>
                    <a:pt x="265430" y="5067"/>
                  </a:lnTo>
                  <a:lnTo>
                    <a:pt x="266700" y="5067"/>
                  </a:lnTo>
                  <a:lnTo>
                    <a:pt x="266700" y="3810"/>
                  </a:lnTo>
                  <a:lnTo>
                    <a:pt x="267970" y="3810"/>
                  </a:lnTo>
                  <a:lnTo>
                    <a:pt x="267970" y="2527"/>
                  </a:lnTo>
                  <a:lnTo>
                    <a:pt x="269240" y="2527"/>
                  </a:lnTo>
                  <a:lnTo>
                    <a:pt x="269240" y="1257"/>
                  </a:lnTo>
                  <a:lnTo>
                    <a:pt x="270510" y="1257"/>
                  </a:lnTo>
                  <a:lnTo>
                    <a:pt x="270510" y="0"/>
                  </a:lnTo>
                  <a:close/>
                </a:path>
              </a:pathLst>
            </a:custGeom>
            <a:solidFill>
              <a:srgbClr val="EDF1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6234430" y="3288042"/>
              <a:ext cx="257810" cy="7620"/>
            </a:xfrm>
            <a:custGeom>
              <a:avLst/>
              <a:gdLst/>
              <a:ahLst/>
              <a:cxnLst/>
              <a:rect l="l" t="t" r="r" b="b"/>
              <a:pathLst>
                <a:path w="257810" h="7620">
                  <a:moveTo>
                    <a:pt x="25781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2540" y="2527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07"/>
                  </a:lnTo>
                  <a:lnTo>
                    <a:pt x="251460" y="7607"/>
                  </a:lnTo>
                  <a:lnTo>
                    <a:pt x="251460" y="6350"/>
                  </a:lnTo>
                  <a:lnTo>
                    <a:pt x="252730" y="6350"/>
                  </a:lnTo>
                  <a:lnTo>
                    <a:pt x="252730" y="5067"/>
                  </a:lnTo>
                  <a:lnTo>
                    <a:pt x="254000" y="5067"/>
                  </a:lnTo>
                  <a:lnTo>
                    <a:pt x="254000" y="3810"/>
                  </a:lnTo>
                  <a:lnTo>
                    <a:pt x="255270" y="3810"/>
                  </a:lnTo>
                  <a:lnTo>
                    <a:pt x="255270" y="2527"/>
                  </a:lnTo>
                  <a:lnTo>
                    <a:pt x="256540" y="2527"/>
                  </a:lnTo>
                  <a:lnTo>
                    <a:pt x="256540" y="1257"/>
                  </a:lnTo>
                  <a:lnTo>
                    <a:pt x="257810" y="1257"/>
                  </a:lnTo>
                  <a:lnTo>
                    <a:pt x="257810" y="0"/>
                  </a:lnTo>
                  <a:close/>
                </a:path>
              </a:pathLst>
            </a:custGeom>
            <a:solidFill>
              <a:srgbClr val="EFF2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6242050" y="3295649"/>
              <a:ext cx="243840" cy="7620"/>
            </a:xfrm>
            <a:custGeom>
              <a:avLst/>
              <a:gdLst/>
              <a:ahLst/>
              <a:cxnLst/>
              <a:rect l="l" t="t" r="r" b="b"/>
              <a:pathLst>
                <a:path w="243839" h="7620">
                  <a:moveTo>
                    <a:pt x="241300" y="2552"/>
                  </a:moveTo>
                  <a:lnTo>
                    <a:pt x="1270" y="2552"/>
                  </a:lnTo>
                  <a:lnTo>
                    <a:pt x="1270" y="3810"/>
                  </a:lnTo>
                  <a:lnTo>
                    <a:pt x="2540" y="3810"/>
                  </a:lnTo>
                  <a:lnTo>
                    <a:pt x="2540" y="5092"/>
                  </a:lnTo>
                  <a:lnTo>
                    <a:pt x="3810" y="5092"/>
                  </a:lnTo>
                  <a:lnTo>
                    <a:pt x="3810" y="6350"/>
                  </a:lnTo>
                  <a:lnTo>
                    <a:pt x="5080" y="6350"/>
                  </a:lnTo>
                  <a:lnTo>
                    <a:pt x="5080" y="7620"/>
                  </a:lnTo>
                  <a:lnTo>
                    <a:pt x="237490" y="7620"/>
                  </a:lnTo>
                  <a:lnTo>
                    <a:pt x="237490" y="6350"/>
                  </a:lnTo>
                  <a:lnTo>
                    <a:pt x="238760" y="6350"/>
                  </a:lnTo>
                  <a:lnTo>
                    <a:pt x="238760" y="5092"/>
                  </a:lnTo>
                  <a:lnTo>
                    <a:pt x="240030" y="5092"/>
                  </a:lnTo>
                  <a:lnTo>
                    <a:pt x="240030" y="3810"/>
                  </a:lnTo>
                  <a:lnTo>
                    <a:pt x="241300" y="3810"/>
                  </a:lnTo>
                  <a:lnTo>
                    <a:pt x="241300" y="2552"/>
                  </a:lnTo>
                  <a:close/>
                </a:path>
                <a:path w="243839" h="7620">
                  <a:moveTo>
                    <a:pt x="2438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242570" y="2540"/>
                  </a:lnTo>
                  <a:lnTo>
                    <a:pt x="242570" y="1270"/>
                  </a:lnTo>
                  <a:lnTo>
                    <a:pt x="243840" y="1270"/>
                  </a:lnTo>
                  <a:lnTo>
                    <a:pt x="243840" y="0"/>
                  </a:lnTo>
                  <a:close/>
                </a:path>
              </a:pathLst>
            </a:custGeom>
            <a:solidFill>
              <a:srgbClr val="F0F3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6248400" y="3303269"/>
              <a:ext cx="229870" cy="8255"/>
            </a:xfrm>
            <a:custGeom>
              <a:avLst/>
              <a:gdLst/>
              <a:ahLst/>
              <a:cxnLst/>
              <a:rect l="l" t="t" r="r" b="b"/>
              <a:pathLst>
                <a:path w="229870" h="8254">
                  <a:moveTo>
                    <a:pt x="22987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22"/>
                  </a:lnTo>
                  <a:lnTo>
                    <a:pt x="3810" y="3822"/>
                  </a:lnTo>
                  <a:lnTo>
                    <a:pt x="3810" y="5080"/>
                  </a:lnTo>
                  <a:lnTo>
                    <a:pt x="5080" y="5080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32"/>
                  </a:lnTo>
                  <a:lnTo>
                    <a:pt x="223520" y="7632"/>
                  </a:lnTo>
                  <a:lnTo>
                    <a:pt x="223520" y="6350"/>
                  </a:lnTo>
                  <a:lnTo>
                    <a:pt x="224790" y="6350"/>
                  </a:lnTo>
                  <a:lnTo>
                    <a:pt x="224790" y="5080"/>
                  </a:lnTo>
                  <a:lnTo>
                    <a:pt x="226060" y="5080"/>
                  </a:lnTo>
                  <a:lnTo>
                    <a:pt x="226060" y="3822"/>
                  </a:lnTo>
                  <a:lnTo>
                    <a:pt x="227330" y="3822"/>
                  </a:lnTo>
                  <a:lnTo>
                    <a:pt x="227330" y="2540"/>
                  </a:lnTo>
                  <a:lnTo>
                    <a:pt x="228600" y="2540"/>
                  </a:lnTo>
                  <a:lnTo>
                    <a:pt x="228600" y="1282"/>
                  </a:lnTo>
                  <a:lnTo>
                    <a:pt x="229870" y="1282"/>
                  </a:lnTo>
                  <a:lnTo>
                    <a:pt x="229870" y="0"/>
                  </a:lnTo>
                  <a:close/>
                </a:path>
              </a:pathLst>
            </a:custGeom>
            <a:solidFill>
              <a:srgbClr val="F2F4F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6256020" y="3310902"/>
              <a:ext cx="214629" cy="6350"/>
            </a:xfrm>
            <a:custGeom>
              <a:avLst/>
              <a:gdLst/>
              <a:ahLst/>
              <a:cxnLst/>
              <a:rect l="l" t="t" r="r" b="b"/>
              <a:pathLst>
                <a:path w="214629" h="6350">
                  <a:moveTo>
                    <a:pt x="21463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797"/>
                  </a:lnTo>
                  <a:lnTo>
                    <a:pt x="3810" y="3797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209550" y="6350"/>
                  </a:lnTo>
                  <a:lnTo>
                    <a:pt x="209550" y="5067"/>
                  </a:lnTo>
                  <a:lnTo>
                    <a:pt x="210820" y="5067"/>
                  </a:lnTo>
                  <a:lnTo>
                    <a:pt x="210820" y="3797"/>
                  </a:lnTo>
                  <a:lnTo>
                    <a:pt x="212090" y="3797"/>
                  </a:lnTo>
                  <a:lnTo>
                    <a:pt x="212090" y="2540"/>
                  </a:lnTo>
                  <a:lnTo>
                    <a:pt x="213360" y="2540"/>
                  </a:lnTo>
                  <a:lnTo>
                    <a:pt x="213360" y="1257"/>
                  </a:lnTo>
                  <a:lnTo>
                    <a:pt x="214630" y="1257"/>
                  </a:lnTo>
                  <a:lnTo>
                    <a:pt x="214630" y="0"/>
                  </a:lnTo>
                  <a:close/>
                </a:path>
              </a:pathLst>
            </a:custGeom>
            <a:solidFill>
              <a:srgbClr val="F3F5F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6262370" y="3317252"/>
              <a:ext cx="201930" cy="7620"/>
            </a:xfrm>
            <a:custGeom>
              <a:avLst/>
              <a:gdLst/>
              <a:ahLst/>
              <a:cxnLst/>
              <a:rect l="l" t="t" r="r" b="b"/>
              <a:pathLst>
                <a:path w="201929" h="7620">
                  <a:moveTo>
                    <a:pt x="20193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797"/>
                  </a:lnTo>
                  <a:lnTo>
                    <a:pt x="3810" y="3797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07"/>
                  </a:lnTo>
                  <a:lnTo>
                    <a:pt x="195580" y="7607"/>
                  </a:lnTo>
                  <a:lnTo>
                    <a:pt x="195580" y="6350"/>
                  </a:lnTo>
                  <a:lnTo>
                    <a:pt x="196850" y="6350"/>
                  </a:lnTo>
                  <a:lnTo>
                    <a:pt x="196850" y="5067"/>
                  </a:lnTo>
                  <a:lnTo>
                    <a:pt x="198120" y="5067"/>
                  </a:lnTo>
                  <a:lnTo>
                    <a:pt x="198120" y="3797"/>
                  </a:lnTo>
                  <a:lnTo>
                    <a:pt x="199390" y="3797"/>
                  </a:lnTo>
                  <a:lnTo>
                    <a:pt x="199390" y="2540"/>
                  </a:lnTo>
                  <a:lnTo>
                    <a:pt x="200660" y="2540"/>
                  </a:lnTo>
                  <a:lnTo>
                    <a:pt x="200660" y="1257"/>
                  </a:lnTo>
                  <a:lnTo>
                    <a:pt x="201930" y="1257"/>
                  </a:lnTo>
                  <a:lnTo>
                    <a:pt x="201930" y="0"/>
                  </a:lnTo>
                  <a:close/>
                </a:path>
              </a:pathLst>
            </a:custGeom>
            <a:solidFill>
              <a:srgbClr val="F5F7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6269990" y="3324859"/>
              <a:ext cx="186690" cy="8255"/>
            </a:xfrm>
            <a:custGeom>
              <a:avLst/>
              <a:gdLst/>
              <a:ahLst/>
              <a:cxnLst/>
              <a:rect l="l" t="t" r="r" b="b"/>
              <a:pathLst>
                <a:path w="186689" h="8254">
                  <a:moveTo>
                    <a:pt x="186690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32"/>
                  </a:lnTo>
                  <a:lnTo>
                    <a:pt x="180340" y="7632"/>
                  </a:lnTo>
                  <a:lnTo>
                    <a:pt x="180340" y="6350"/>
                  </a:lnTo>
                  <a:lnTo>
                    <a:pt x="181610" y="6350"/>
                  </a:lnTo>
                  <a:lnTo>
                    <a:pt x="181610" y="5092"/>
                  </a:lnTo>
                  <a:lnTo>
                    <a:pt x="182880" y="5092"/>
                  </a:lnTo>
                  <a:lnTo>
                    <a:pt x="182880" y="3810"/>
                  </a:lnTo>
                  <a:lnTo>
                    <a:pt x="184150" y="3810"/>
                  </a:lnTo>
                  <a:lnTo>
                    <a:pt x="184150" y="2540"/>
                  </a:lnTo>
                  <a:lnTo>
                    <a:pt x="185420" y="2540"/>
                  </a:lnTo>
                  <a:lnTo>
                    <a:pt x="185420" y="1282"/>
                  </a:lnTo>
                  <a:lnTo>
                    <a:pt x="186690" y="1282"/>
                  </a:lnTo>
                  <a:lnTo>
                    <a:pt x="186690" y="0"/>
                  </a:lnTo>
                  <a:close/>
                </a:path>
              </a:pathLst>
            </a:custGeom>
            <a:solidFill>
              <a:srgbClr val="F6F8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6277610" y="3332479"/>
              <a:ext cx="171450" cy="6985"/>
            </a:xfrm>
            <a:custGeom>
              <a:avLst/>
              <a:gdLst/>
              <a:ahLst/>
              <a:cxnLst/>
              <a:rect l="l" t="t" r="r" b="b"/>
              <a:pathLst>
                <a:path w="171450" h="6985">
                  <a:moveTo>
                    <a:pt x="168910" y="3822"/>
                  </a:moveTo>
                  <a:lnTo>
                    <a:pt x="2540" y="3822"/>
                  </a:lnTo>
                  <a:lnTo>
                    <a:pt x="2540" y="5080"/>
                  </a:lnTo>
                  <a:lnTo>
                    <a:pt x="3810" y="5080"/>
                  </a:lnTo>
                  <a:lnTo>
                    <a:pt x="3810" y="6362"/>
                  </a:lnTo>
                  <a:lnTo>
                    <a:pt x="167640" y="6362"/>
                  </a:lnTo>
                  <a:lnTo>
                    <a:pt x="167640" y="5080"/>
                  </a:lnTo>
                  <a:lnTo>
                    <a:pt x="168910" y="5080"/>
                  </a:lnTo>
                  <a:lnTo>
                    <a:pt x="168910" y="3822"/>
                  </a:lnTo>
                  <a:close/>
                </a:path>
                <a:path w="171450" h="6985">
                  <a:moveTo>
                    <a:pt x="17145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1270" y="3810"/>
                  </a:lnTo>
                  <a:lnTo>
                    <a:pt x="170180" y="3810"/>
                  </a:lnTo>
                  <a:lnTo>
                    <a:pt x="170180" y="2540"/>
                  </a:lnTo>
                  <a:lnTo>
                    <a:pt x="171437" y="2540"/>
                  </a:lnTo>
                  <a:lnTo>
                    <a:pt x="171437" y="1270"/>
                  </a:lnTo>
                  <a:lnTo>
                    <a:pt x="171450" y="0"/>
                  </a:lnTo>
                  <a:close/>
                </a:path>
              </a:pathLst>
            </a:custGeom>
            <a:solidFill>
              <a:srgbClr val="F8F9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6282690" y="3338842"/>
              <a:ext cx="161290" cy="7620"/>
            </a:xfrm>
            <a:custGeom>
              <a:avLst/>
              <a:gdLst/>
              <a:ahLst/>
              <a:cxnLst/>
              <a:rect l="l" t="t" r="r" b="b"/>
              <a:pathLst>
                <a:path w="161289" h="7620">
                  <a:moveTo>
                    <a:pt x="16129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2540" y="2527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67"/>
                  </a:lnTo>
                  <a:lnTo>
                    <a:pt x="5080" y="5067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07"/>
                  </a:lnTo>
                  <a:lnTo>
                    <a:pt x="154940" y="7607"/>
                  </a:lnTo>
                  <a:lnTo>
                    <a:pt x="154940" y="6350"/>
                  </a:lnTo>
                  <a:lnTo>
                    <a:pt x="156210" y="6350"/>
                  </a:lnTo>
                  <a:lnTo>
                    <a:pt x="156210" y="5067"/>
                  </a:lnTo>
                  <a:lnTo>
                    <a:pt x="157480" y="5067"/>
                  </a:lnTo>
                  <a:lnTo>
                    <a:pt x="157480" y="3810"/>
                  </a:lnTo>
                  <a:lnTo>
                    <a:pt x="158750" y="3810"/>
                  </a:lnTo>
                  <a:lnTo>
                    <a:pt x="158750" y="2527"/>
                  </a:lnTo>
                  <a:lnTo>
                    <a:pt x="160020" y="2527"/>
                  </a:lnTo>
                  <a:lnTo>
                    <a:pt x="160020" y="1257"/>
                  </a:lnTo>
                  <a:lnTo>
                    <a:pt x="161290" y="1257"/>
                  </a:lnTo>
                  <a:lnTo>
                    <a:pt x="161290" y="0"/>
                  </a:lnTo>
                  <a:close/>
                </a:path>
              </a:pathLst>
            </a:custGeom>
            <a:solidFill>
              <a:srgbClr val="F9FA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6290310" y="3346449"/>
              <a:ext cx="146050" cy="7620"/>
            </a:xfrm>
            <a:custGeom>
              <a:avLst/>
              <a:gdLst/>
              <a:ahLst/>
              <a:cxnLst/>
              <a:rect l="l" t="t" r="r" b="b"/>
              <a:pathLst>
                <a:path w="146050" h="7620">
                  <a:moveTo>
                    <a:pt x="14605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52"/>
                  </a:lnTo>
                  <a:lnTo>
                    <a:pt x="2540" y="2552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92"/>
                  </a:lnTo>
                  <a:lnTo>
                    <a:pt x="5080" y="5092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20"/>
                  </a:lnTo>
                  <a:lnTo>
                    <a:pt x="139700" y="7620"/>
                  </a:lnTo>
                  <a:lnTo>
                    <a:pt x="139700" y="6350"/>
                  </a:lnTo>
                  <a:lnTo>
                    <a:pt x="140970" y="6350"/>
                  </a:lnTo>
                  <a:lnTo>
                    <a:pt x="140970" y="5092"/>
                  </a:lnTo>
                  <a:lnTo>
                    <a:pt x="142240" y="5092"/>
                  </a:lnTo>
                  <a:lnTo>
                    <a:pt x="142240" y="3810"/>
                  </a:lnTo>
                  <a:lnTo>
                    <a:pt x="143510" y="3810"/>
                  </a:lnTo>
                  <a:lnTo>
                    <a:pt x="143510" y="2552"/>
                  </a:lnTo>
                  <a:lnTo>
                    <a:pt x="144780" y="2552"/>
                  </a:lnTo>
                  <a:lnTo>
                    <a:pt x="144780" y="1270"/>
                  </a:lnTo>
                  <a:lnTo>
                    <a:pt x="146050" y="1270"/>
                  </a:lnTo>
                  <a:lnTo>
                    <a:pt x="146050" y="0"/>
                  </a:lnTo>
                  <a:close/>
                </a:path>
              </a:pathLst>
            </a:custGeom>
            <a:solidFill>
              <a:srgbClr val="FBFB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0" name="object 24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486400" y="1219200"/>
              <a:ext cx="1752600" cy="1314450"/>
            </a:xfrm>
            <a:prstGeom prst="rect">
              <a:avLst/>
            </a:prstGeom>
          </p:spPr>
        </p:pic>
        <p:pic>
          <p:nvPicPr>
            <p:cNvPr id="241" name="object 24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791200" y="3276600"/>
              <a:ext cx="1187450" cy="1371600"/>
            </a:xfrm>
            <a:prstGeom prst="rect">
              <a:avLst/>
            </a:prstGeom>
          </p:spPr>
        </p:pic>
        <p:sp>
          <p:nvSpPr>
            <p:cNvPr id="242" name="object 242"/>
            <p:cNvSpPr/>
            <p:nvPr/>
          </p:nvSpPr>
          <p:spPr>
            <a:xfrm>
              <a:off x="3048000" y="3733799"/>
              <a:ext cx="2819400" cy="152400"/>
            </a:xfrm>
            <a:custGeom>
              <a:avLst/>
              <a:gdLst/>
              <a:ahLst/>
              <a:cxnLst/>
              <a:rect l="l" t="t" r="r" b="b"/>
              <a:pathLst>
                <a:path w="2819400" h="152400">
                  <a:moveTo>
                    <a:pt x="2819400" y="50800"/>
                  </a:moveTo>
                  <a:lnTo>
                    <a:pt x="152400" y="50800"/>
                  </a:lnTo>
                  <a:lnTo>
                    <a:pt x="152400" y="0"/>
                  </a:lnTo>
                  <a:lnTo>
                    <a:pt x="0" y="76200"/>
                  </a:lnTo>
                  <a:lnTo>
                    <a:pt x="152400" y="152400"/>
                  </a:lnTo>
                  <a:lnTo>
                    <a:pt x="152400" y="101600"/>
                  </a:lnTo>
                  <a:lnTo>
                    <a:pt x="2819400" y="101600"/>
                  </a:lnTo>
                  <a:lnTo>
                    <a:pt x="2819400" y="50800"/>
                  </a:lnTo>
                  <a:close/>
                </a:path>
              </a:pathLst>
            </a:custGeom>
            <a:solidFill>
              <a:srgbClr val="3399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3" name="object 243"/>
          <p:cNvSpPr txBox="1"/>
          <p:nvPr/>
        </p:nvSpPr>
        <p:spPr>
          <a:xfrm>
            <a:off x="1907539" y="4117340"/>
            <a:ext cx="1569720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600" dirty="0">
                <a:latin typeface="Arial"/>
                <a:cs typeface="Arial"/>
              </a:rPr>
              <a:t>Thin</a:t>
            </a:r>
            <a:r>
              <a:rPr sz="1600" spc="-25" dirty="0">
                <a:latin typeface="Arial"/>
                <a:cs typeface="Arial"/>
              </a:rPr>
              <a:t> </a:t>
            </a:r>
            <a:r>
              <a:rPr sz="1600" dirty="0">
                <a:latin typeface="Arial"/>
                <a:cs typeface="Arial"/>
              </a:rPr>
              <a:t>Client</a:t>
            </a:r>
            <a:r>
              <a:rPr sz="1600" spc="-25" dirty="0">
                <a:latin typeface="Arial"/>
                <a:cs typeface="Arial"/>
              </a:rPr>
              <a:t> </a:t>
            </a:r>
            <a:r>
              <a:rPr sz="1600" dirty="0">
                <a:latin typeface="Arial"/>
                <a:cs typeface="Arial"/>
              </a:rPr>
              <a:t>or</a:t>
            </a:r>
            <a:r>
              <a:rPr sz="1600" spc="-25" dirty="0">
                <a:latin typeface="Arial"/>
                <a:cs typeface="Arial"/>
              </a:rPr>
              <a:t> PC</a:t>
            </a:r>
            <a:endParaRPr sz="1600">
              <a:latin typeface="Arial"/>
              <a:cs typeface="Arial"/>
            </a:endParaRPr>
          </a:p>
        </p:txBody>
      </p:sp>
      <p:sp>
        <p:nvSpPr>
          <p:cNvPr id="244" name="object 244"/>
          <p:cNvSpPr txBox="1"/>
          <p:nvPr/>
        </p:nvSpPr>
        <p:spPr>
          <a:xfrm>
            <a:off x="157479" y="4725670"/>
            <a:ext cx="8752840" cy="12458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815840">
              <a:lnSpc>
                <a:spcPct val="100000"/>
              </a:lnSpc>
              <a:spcBef>
                <a:spcPts val="100"/>
              </a:spcBef>
            </a:pPr>
            <a:r>
              <a:rPr sz="1600" dirty="0">
                <a:latin typeface="Arial"/>
                <a:cs typeface="Arial"/>
              </a:rPr>
              <a:t>Virtual</a:t>
            </a:r>
            <a:r>
              <a:rPr sz="1600" spc="5" dirty="0">
                <a:latin typeface="Arial"/>
                <a:cs typeface="Arial"/>
              </a:rPr>
              <a:t> </a:t>
            </a:r>
            <a:r>
              <a:rPr sz="1600" spc="-10" dirty="0">
                <a:latin typeface="Arial"/>
                <a:cs typeface="Arial"/>
              </a:rPr>
              <a:t>Infrastructure</a:t>
            </a:r>
            <a:r>
              <a:rPr sz="1600" spc="-5" dirty="0">
                <a:latin typeface="Arial"/>
                <a:cs typeface="Arial"/>
              </a:rPr>
              <a:t> </a:t>
            </a:r>
            <a:r>
              <a:rPr sz="1600" dirty="0">
                <a:latin typeface="Arial"/>
                <a:cs typeface="Arial"/>
              </a:rPr>
              <a:t>3</a:t>
            </a:r>
            <a:r>
              <a:rPr sz="1600" spc="-5" dirty="0">
                <a:latin typeface="Arial"/>
                <a:cs typeface="Arial"/>
              </a:rPr>
              <a:t> </a:t>
            </a:r>
            <a:r>
              <a:rPr sz="1600" spc="-10" dirty="0">
                <a:latin typeface="Arial"/>
                <a:cs typeface="Arial"/>
              </a:rPr>
              <a:t>Server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30"/>
              </a:spcBef>
            </a:pPr>
            <a:endParaRPr sz="1600">
              <a:latin typeface="Arial"/>
              <a:cs typeface="Arial"/>
            </a:endParaRPr>
          </a:p>
          <a:p>
            <a:pPr marL="12700" marR="5080" indent="292100">
              <a:lnSpc>
                <a:spcPct val="114999"/>
              </a:lnSpc>
            </a:pP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VDI</a:t>
            </a:r>
            <a:r>
              <a:rPr sz="2000" b="1" spc="-5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leverages</a:t>
            </a:r>
            <a:r>
              <a:rPr sz="2000" b="1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Virtual</a:t>
            </a:r>
            <a:r>
              <a:rPr sz="2000" b="1" spc="-5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Infrastructure</a:t>
            </a:r>
            <a:r>
              <a:rPr sz="2000" b="1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3</a:t>
            </a:r>
            <a:r>
              <a:rPr sz="2000" b="1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and</a:t>
            </a:r>
            <a:r>
              <a:rPr sz="2000" b="1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a</a:t>
            </a:r>
            <a:r>
              <a:rPr sz="2000" b="1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remote</a:t>
            </a:r>
            <a:r>
              <a:rPr sz="2000" b="1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control</a:t>
            </a:r>
            <a:r>
              <a:rPr sz="2000" b="1" spc="-5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spc="-10" dirty="0">
                <a:solidFill>
                  <a:srgbClr val="333333"/>
                </a:solidFill>
                <a:latin typeface="Arial"/>
                <a:cs typeface="Arial"/>
              </a:rPr>
              <a:t>protocol </a:t>
            </a: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such</a:t>
            </a:r>
            <a:r>
              <a:rPr sz="2000" b="1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as</a:t>
            </a:r>
            <a:r>
              <a:rPr sz="2000" b="1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RDP</a:t>
            </a:r>
            <a:r>
              <a:rPr sz="2000" b="1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to</a:t>
            </a:r>
            <a:r>
              <a:rPr sz="2000" b="1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provide</a:t>
            </a:r>
            <a:r>
              <a:rPr sz="2000" b="1" spc="-5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users</a:t>
            </a:r>
            <a:r>
              <a:rPr sz="2000" b="1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access</a:t>
            </a:r>
            <a:r>
              <a:rPr sz="2000" b="1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to</a:t>
            </a:r>
            <a:r>
              <a:rPr sz="2000" b="1" spc="-5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a</a:t>
            </a:r>
            <a:r>
              <a:rPr sz="2000" b="1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standardized</a:t>
            </a:r>
            <a:r>
              <a:rPr sz="2000" b="1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remote</a:t>
            </a:r>
            <a:r>
              <a:rPr sz="2000" b="1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spc="-10" dirty="0">
                <a:solidFill>
                  <a:srgbClr val="333333"/>
                </a:solidFill>
                <a:latin typeface="Arial"/>
                <a:cs typeface="Arial"/>
              </a:rPr>
              <a:t>desktop.</a:t>
            </a:r>
            <a:endParaRPr sz="2000">
              <a:latin typeface="Arial"/>
              <a:cs typeface="Arial"/>
            </a:endParaRPr>
          </a:p>
        </p:txBody>
      </p:sp>
      <p:sp>
        <p:nvSpPr>
          <p:cNvPr id="245" name="object 245"/>
          <p:cNvSpPr/>
          <p:nvPr/>
        </p:nvSpPr>
        <p:spPr>
          <a:xfrm>
            <a:off x="304800" y="5105400"/>
            <a:ext cx="8382000" cy="0"/>
          </a:xfrm>
          <a:custGeom>
            <a:avLst/>
            <a:gdLst/>
            <a:ahLst/>
            <a:cxnLst/>
            <a:rect l="l" t="t" r="r" b="b"/>
            <a:pathLst>
              <a:path w="8382000">
                <a:moveTo>
                  <a:pt x="0" y="0"/>
                </a:moveTo>
                <a:lnTo>
                  <a:pt x="8382000" y="0"/>
                </a:lnTo>
              </a:path>
            </a:pathLst>
          </a:custGeom>
          <a:ln w="10160">
            <a:solidFill>
              <a:srgbClr val="959595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25" dirty="0"/>
              <a:t>38</a:t>
            </a:fld>
            <a:endParaRPr spc="-25" dirty="0"/>
          </a:p>
        </p:txBody>
      </p:sp>
    </p:spTree>
  </p:cSld>
  <p:clrMapOvr>
    <a:masterClrMapping/>
  </p:clrMapOvr>
  <p:transition>
    <p:wipe dir="r"/>
  </p:transition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80439" y="595630"/>
            <a:ext cx="2296160" cy="403860"/>
          </a:xfrm>
          <a:custGeom>
            <a:avLst/>
            <a:gdLst/>
            <a:ahLst/>
            <a:cxnLst/>
            <a:rect l="l" t="t" r="r" b="b"/>
            <a:pathLst>
              <a:path w="2296160" h="403859">
                <a:moveTo>
                  <a:pt x="2296160" y="0"/>
                </a:moveTo>
                <a:lnTo>
                  <a:pt x="0" y="0"/>
                </a:lnTo>
                <a:lnTo>
                  <a:pt x="0" y="403860"/>
                </a:lnTo>
                <a:lnTo>
                  <a:pt x="1148080" y="403860"/>
                </a:lnTo>
                <a:lnTo>
                  <a:pt x="2296160" y="403860"/>
                </a:lnTo>
                <a:lnTo>
                  <a:pt x="229616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08000">
              <a:lnSpc>
                <a:spcPct val="100000"/>
              </a:lnSpc>
              <a:spcBef>
                <a:spcPts val="100"/>
              </a:spcBef>
            </a:pPr>
            <a:r>
              <a:rPr spc="-25" dirty="0"/>
              <a:t>Desktop</a:t>
            </a:r>
            <a:r>
              <a:rPr spc="-145" dirty="0"/>
              <a:t> </a:t>
            </a:r>
            <a:r>
              <a:rPr spc="-10" dirty="0"/>
              <a:t>Needs</a:t>
            </a:r>
          </a:p>
        </p:txBody>
      </p:sp>
      <p:grpSp>
        <p:nvGrpSpPr>
          <p:cNvPr id="4" name="object 4"/>
          <p:cNvGrpSpPr/>
          <p:nvPr/>
        </p:nvGrpSpPr>
        <p:grpSpPr>
          <a:xfrm>
            <a:off x="718819" y="3540759"/>
            <a:ext cx="1200150" cy="1046480"/>
            <a:chOff x="718819" y="3540759"/>
            <a:chExt cx="1200150" cy="1046480"/>
          </a:xfrm>
        </p:grpSpPr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18819" y="3540759"/>
              <a:ext cx="1200150" cy="1046480"/>
            </a:xfrm>
            <a:prstGeom prst="rect">
              <a:avLst/>
            </a:prstGeom>
          </p:spPr>
        </p:pic>
        <p:pic>
          <p:nvPicPr>
            <p:cNvPr id="6" name="object 6">
              <a:hlinkClick r:id="rId3"/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89939" y="3783329"/>
              <a:ext cx="1059180" cy="727709"/>
            </a:xfrm>
            <a:prstGeom prst="rect">
              <a:avLst/>
            </a:prstGeom>
          </p:spPr>
        </p:pic>
      </p:grpSp>
      <p:sp>
        <p:nvSpPr>
          <p:cNvPr id="7" name="object 7"/>
          <p:cNvSpPr/>
          <p:nvPr/>
        </p:nvSpPr>
        <p:spPr>
          <a:xfrm>
            <a:off x="2007870" y="3545840"/>
            <a:ext cx="6283960" cy="1010919"/>
          </a:xfrm>
          <a:custGeom>
            <a:avLst/>
            <a:gdLst/>
            <a:ahLst/>
            <a:cxnLst/>
            <a:rect l="l" t="t" r="r" b="b"/>
            <a:pathLst>
              <a:path w="6283959" h="1010920">
                <a:moveTo>
                  <a:pt x="24130" y="0"/>
                </a:moveTo>
                <a:lnTo>
                  <a:pt x="15001" y="1984"/>
                </a:lnTo>
                <a:lnTo>
                  <a:pt x="7302" y="7302"/>
                </a:lnTo>
                <a:lnTo>
                  <a:pt x="1984" y="15001"/>
                </a:lnTo>
                <a:lnTo>
                  <a:pt x="0" y="24130"/>
                </a:lnTo>
                <a:lnTo>
                  <a:pt x="0" y="39171"/>
                </a:lnTo>
                <a:lnTo>
                  <a:pt x="0" y="144462"/>
                </a:lnTo>
                <a:lnTo>
                  <a:pt x="0" y="430252"/>
                </a:lnTo>
                <a:lnTo>
                  <a:pt x="0" y="986790"/>
                </a:lnTo>
                <a:lnTo>
                  <a:pt x="1984" y="995382"/>
                </a:lnTo>
                <a:lnTo>
                  <a:pt x="7302" y="1003141"/>
                </a:lnTo>
                <a:lnTo>
                  <a:pt x="15001" y="1008757"/>
                </a:lnTo>
                <a:lnTo>
                  <a:pt x="24130" y="1010920"/>
                </a:lnTo>
                <a:lnTo>
                  <a:pt x="121562" y="1010920"/>
                </a:lnTo>
                <a:lnTo>
                  <a:pt x="803592" y="1010920"/>
                </a:lnTo>
                <a:lnTo>
                  <a:pt x="2654815" y="1010920"/>
                </a:lnTo>
                <a:lnTo>
                  <a:pt x="6259830" y="1010920"/>
                </a:lnTo>
                <a:lnTo>
                  <a:pt x="6268958" y="1008757"/>
                </a:lnTo>
                <a:lnTo>
                  <a:pt x="6276657" y="1003141"/>
                </a:lnTo>
                <a:lnTo>
                  <a:pt x="6281975" y="995382"/>
                </a:lnTo>
                <a:lnTo>
                  <a:pt x="6283959" y="986790"/>
                </a:lnTo>
                <a:lnTo>
                  <a:pt x="6283959" y="971748"/>
                </a:lnTo>
                <a:lnTo>
                  <a:pt x="6283959" y="866457"/>
                </a:lnTo>
                <a:lnTo>
                  <a:pt x="6283959" y="580667"/>
                </a:lnTo>
                <a:lnTo>
                  <a:pt x="6283959" y="24130"/>
                </a:lnTo>
                <a:lnTo>
                  <a:pt x="6281975" y="15001"/>
                </a:lnTo>
                <a:lnTo>
                  <a:pt x="6276657" y="7302"/>
                </a:lnTo>
                <a:lnTo>
                  <a:pt x="6268958" y="1984"/>
                </a:lnTo>
                <a:lnTo>
                  <a:pt x="6259830" y="0"/>
                </a:lnTo>
                <a:lnTo>
                  <a:pt x="6162397" y="0"/>
                </a:lnTo>
                <a:lnTo>
                  <a:pt x="5480367" y="0"/>
                </a:lnTo>
                <a:lnTo>
                  <a:pt x="3629144" y="0"/>
                </a:lnTo>
                <a:lnTo>
                  <a:pt x="24130" y="0"/>
                </a:lnTo>
                <a:close/>
              </a:path>
            </a:pathLst>
          </a:custGeom>
          <a:ln w="25518">
            <a:solidFill>
              <a:srgbClr val="CECEC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1023619" y="3547109"/>
            <a:ext cx="7243445" cy="9740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1320"/>
              </a:lnSpc>
              <a:spcBef>
                <a:spcPts val="100"/>
              </a:spcBef>
            </a:pPr>
            <a:r>
              <a:rPr sz="1200" b="1" spc="-10" dirty="0">
                <a:latin typeface="Arial"/>
                <a:cs typeface="Arial"/>
              </a:rPr>
              <a:t>Disasters</a:t>
            </a:r>
            <a:endParaRPr sz="1200">
              <a:latin typeface="Arial"/>
              <a:cs typeface="Arial"/>
            </a:endParaRPr>
          </a:p>
          <a:p>
            <a:pPr marL="1035050">
              <a:lnSpc>
                <a:spcPts val="1800"/>
              </a:lnSpc>
            </a:pP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Need</a:t>
            </a:r>
            <a:r>
              <a:rPr sz="1600" spc="-30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to</a:t>
            </a:r>
            <a:r>
              <a:rPr sz="1600" spc="-30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quickly</a:t>
            </a:r>
            <a:r>
              <a:rPr sz="1600" spc="-15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recover,</a:t>
            </a:r>
            <a:r>
              <a:rPr sz="1600" spc="-30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spc="-20" dirty="0">
                <a:solidFill>
                  <a:srgbClr val="7C9AC5"/>
                </a:solidFill>
                <a:latin typeface="Arial"/>
                <a:cs typeface="Arial"/>
              </a:rPr>
              <a:t>re-</a:t>
            </a: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provision</a:t>
            </a:r>
            <a:r>
              <a:rPr sz="1600" spc="-30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and</a:t>
            </a:r>
            <a:r>
              <a:rPr sz="1600" spc="-25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reestablish</a:t>
            </a:r>
            <a:r>
              <a:rPr sz="1600" spc="409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user</a:t>
            </a:r>
            <a:r>
              <a:rPr sz="1600" spc="-30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access</a:t>
            </a:r>
            <a:r>
              <a:rPr sz="1600" spc="-30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spc="-25" dirty="0">
                <a:solidFill>
                  <a:srgbClr val="7C9AC5"/>
                </a:solidFill>
                <a:latin typeface="Arial"/>
                <a:cs typeface="Arial"/>
              </a:rPr>
              <a:t>to</a:t>
            </a:r>
            <a:endParaRPr sz="1600">
              <a:latin typeface="Arial"/>
              <a:cs typeface="Arial"/>
            </a:endParaRPr>
          </a:p>
          <a:p>
            <a:pPr marL="1035050">
              <a:lnSpc>
                <a:spcPct val="100000"/>
              </a:lnSpc>
              <a:spcBef>
                <a:spcPts val="90"/>
              </a:spcBef>
            </a:pP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complete</a:t>
            </a:r>
            <a:r>
              <a:rPr sz="1600" spc="-35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desktop</a:t>
            </a:r>
            <a:r>
              <a:rPr sz="1600" spc="-35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environments</a:t>
            </a:r>
            <a:r>
              <a:rPr sz="1600" spc="-35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to</a:t>
            </a:r>
            <a:r>
              <a:rPr sz="1600" spc="-35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ensure</a:t>
            </a:r>
            <a:r>
              <a:rPr sz="1600" spc="-35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business</a:t>
            </a:r>
            <a:r>
              <a:rPr sz="1600" spc="-30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spc="-10" dirty="0">
                <a:solidFill>
                  <a:srgbClr val="7C9AC5"/>
                </a:solidFill>
                <a:latin typeface="Arial"/>
                <a:cs typeface="Arial"/>
              </a:rPr>
              <a:t>continuity</a:t>
            </a:r>
            <a:endParaRPr sz="1600">
              <a:latin typeface="Arial"/>
              <a:cs typeface="Arial"/>
            </a:endParaRPr>
          </a:p>
          <a:p>
            <a:pPr marL="1661160">
              <a:lnSpc>
                <a:spcPct val="100000"/>
              </a:lnSpc>
              <a:spcBef>
                <a:spcPts val="420"/>
              </a:spcBef>
            </a:pPr>
            <a:r>
              <a:rPr sz="1600" b="1" i="1" dirty="0">
                <a:solidFill>
                  <a:srgbClr val="FF6600"/>
                </a:solidFill>
                <a:latin typeface="Arial"/>
                <a:cs typeface="Arial"/>
              </a:rPr>
              <a:t>Need</a:t>
            </a:r>
            <a:r>
              <a:rPr sz="1600" b="1" i="1" spc="-35" dirty="0">
                <a:solidFill>
                  <a:srgbClr val="FF6600"/>
                </a:solidFill>
                <a:latin typeface="Arial"/>
                <a:cs typeface="Arial"/>
              </a:rPr>
              <a:t> </a:t>
            </a:r>
            <a:r>
              <a:rPr sz="1600" b="1" i="1" dirty="0">
                <a:solidFill>
                  <a:srgbClr val="FF6600"/>
                </a:solidFill>
                <a:latin typeface="Arial"/>
                <a:cs typeface="Arial"/>
              </a:rPr>
              <a:t>for</a:t>
            </a:r>
            <a:r>
              <a:rPr sz="1600" b="1" i="1" spc="-35" dirty="0">
                <a:solidFill>
                  <a:srgbClr val="FF6600"/>
                </a:solidFill>
                <a:latin typeface="Arial"/>
                <a:cs typeface="Arial"/>
              </a:rPr>
              <a:t> </a:t>
            </a:r>
            <a:r>
              <a:rPr sz="1600" b="1" i="1" dirty="0">
                <a:solidFill>
                  <a:srgbClr val="FF6600"/>
                </a:solidFill>
                <a:latin typeface="Arial"/>
                <a:cs typeface="Arial"/>
              </a:rPr>
              <a:t>Instant</a:t>
            </a:r>
            <a:r>
              <a:rPr sz="1600" b="1" i="1" spc="-35" dirty="0">
                <a:solidFill>
                  <a:srgbClr val="FF6600"/>
                </a:solidFill>
                <a:latin typeface="Arial"/>
                <a:cs typeface="Arial"/>
              </a:rPr>
              <a:t> </a:t>
            </a:r>
            <a:r>
              <a:rPr sz="1600" b="1" i="1" dirty="0">
                <a:solidFill>
                  <a:srgbClr val="FF6600"/>
                </a:solidFill>
                <a:latin typeface="Arial"/>
                <a:cs typeface="Arial"/>
              </a:rPr>
              <a:t>Desktop</a:t>
            </a:r>
            <a:r>
              <a:rPr sz="1600" b="1" i="1" spc="-35" dirty="0">
                <a:solidFill>
                  <a:srgbClr val="FF6600"/>
                </a:solidFill>
                <a:latin typeface="Arial"/>
                <a:cs typeface="Arial"/>
              </a:rPr>
              <a:t> </a:t>
            </a:r>
            <a:r>
              <a:rPr sz="1600" b="1" i="1" dirty="0">
                <a:solidFill>
                  <a:srgbClr val="FF6600"/>
                </a:solidFill>
                <a:latin typeface="Arial"/>
                <a:cs typeface="Arial"/>
              </a:rPr>
              <a:t>Recovery</a:t>
            </a:r>
            <a:r>
              <a:rPr sz="1600" b="1" i="1" spc="-35" dirty="0">
                <a:solidFill>
                  <a:srgbClr val="FF6600"/>
                </a:solidFill>
                <a:latin typeface="Arial"/>
                <a:cs typeface="Arial"/>
              </a:rPr>
              <a:t> </a:t>
            </a:r>
            <a:r>
              <a:rPr sz="1600" b="1" i="1" dirty="0">
                <a:solidFill>
                  <a:srgbClr val="FF6600"/>
                </a:solidFill>
                <a:latin typeface="Arial"/>
                <a:cs typeface="Arial"/>
              </a:rPr>
              <a:t>&amp;</a:t>
            </a:r>
            <a:r>
              <a:rPr sz="1600" b="1" i="1" spc="-40" dirty="0">
                <a:solidFill>
                  <a:srgbClr val="FF6600"/>
                </a:solidFill>
                <a:latin typeface="Arial"/>
                <a:cs typeface="Arial"/>
              </a:rPr>
              <a:t> </a:t>
            </a:r>
            <a:r>
              <a:rPr sz="1600" b="1" i="1" spc="-10" dirty="0">
                <a:solidFill>
                  <a:srgbClr val="FF6600"/>
                </a:solidFill>
                <a:latin typeface="Arial"/>
                <a:cs typeface="Arial"/>
              </a:rPr>
              <a:t>Provisioning</a:t>
            </a:r>
            <a:endParaRPr sz="1600">
              <a:latin typeface="Arial"/>
              <a:cs typeface="Arial"/>
            </a:endParaRPr>
          </a:p>
        </p:txBody>
      </p:sp>
      <p:pic>
        <p:nvPicPr>
          <p:cNvPr id="9" name="object 9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17550" y="2442210"/>
            <a:ext cx="1200150" cy="1045210"/>
          </a:xfrm>
          <a:prstGeom prst="rect">
            <a:avLst/>
          </a:prstGeom>
        </p:spPr>
      </p:pic>
      <p:sp>
        <p:nvSpPr>
          <p:cNvPr id="10" name="object 10"/>
          <p:cNvSpPr txBox="1"/>
          <p:nvPr/>
        </p:nvSpPr>
        <p:spPr>
          <a:xfrm>
            <a:off x="786130" y="2448559"/>
            <a:ext cx="110998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Alt.</a:t>
            </a:r>
            <a:r>
              <a:rPr sz="1200" b="1" spc="-7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Workspace</a:t>
            </a:r>
            <a:endParaRPr sz="1200">
              <a:latin typeface="Arial"/>
              <a:cs typeface="Arial"/>
            </a:endParaRPr>
          </a:p>
        </p:txBody>
      </p:sp>
      <p:pic>
        <p:nvPicPr>
          <p:cNvPr id="11" name="object 11">
            <a:hlinkClick r:id="rId5"/>
          </p:cNvPr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788669" y="2736850"/>
            <a:ext cx="1065530" cy="715010"/>
          </a:xfrm>
          <a:prstGeom prst="rect">
            <a:avLst/>
          </a:prstGeom>
        </p:spPr>
      </p:pic>
      <p:sp>
        <p:nvSpPr>
          <p:cNvPr id="12" name="object 12"/>
          <p:cNvSpPr/>
          <p:nvPr/>
        </p:nvSpPr>
        <p:spPr>
          <a:xfrm>
            <a:off x="2006600" y="2443479"/>
            <a:ext cx="6283960" cy="1009650"/>
          </a:xfrm>
          <a:custGeom>
            <a:avLst/>
            <a:gdLst/>
            <a:ahLst/>
            <a:cxnLst/>
            <a:rect l="l" t="t" r="r" b="b"/>
            <a:pathLst>
              <a:path w="6283959" h="1009650">
                <a:moveTo>
                  <a:pt x="22860" y="0"/>
                </a:moveTo>
                <a:lnTo>
                  <a:pt x="14466" y="1964"/>
                </a:lnTo>
                <a:lnTo>
                  <a:pt x="7143" y="7143"/>
                </a:lnTo>
                <a:lnTo>
                  <a:pt x="1964" y="14466"/>
                </a:lnTo>
                <a:lnTo>
                  <a:pt x="0" y="22860"/>
                </a:lnTo>
                <a:lnTo>
                  <a:pt x="0" y="37901"/>
                </a:lnTo>
                <a:lnTo>
                  <a:pt x="0" y="143192"/>
                </a:lnTo>
                <a:lnTo>
                  <a:pt x="0" y="428982"/>
                </a:lnTo>
                <a:lnTo>
                  <a:pt x="0" y="985520"/>
                </a:lnTo>
                <a:lnTo>
                  <a:pt x="1964" y="994648"/>
                </a:lnTo>
                <a:lnTo>
                  <a:pt x="7143" y="1002347"/>
                </a:lnTo>
                <a:lnTo>
                  <a:pt x="14466" y="1007665"/>
                </a:lnTo>
                <a:lnTo>
                  <a:pt x="22860" y="1009650"/>
                </a:lnTo>
                <a:lnTo>
                  <a:pt x="120312" y="1009650"/>
                </a:lnTo>
                <a:lnTo>
                  <a:pt x="802481" y="1009650"/>
                </a:lnTo>
                <a:lnTo>
                  <a:pt x="2654081" y="1009650"/>
                </a:lnTo>
                <a:lnTo>
                  <a:pt x="6259830" y="1009650"/>
                </a:lnTo>
                <a:lnTo>
                  <a:pt x="6268958" y="1007665"/>
                </a:lnTo>
                <a:lnTo>
                  <a:pt x="6276657" y="1002347"/>
                </a:lnTo>
                <a:lnTo>
                  <a:pt x="6281975" y="994648"/>
                </a:lnTo>
                <a:lnTo>
                  <a:pt x="6283959" y="985520"/>
                </a:lnTo>
                <a:lnTo>
                  <a:pt x="6283959" y="970478"/>
                </a:lnTo>
                <a:lnTo>
                  <a:pt x="6283959" y="865187"/>
                </a:lnTo>
                <a:lnTo>
                  <a:pt x="6283959" y="579397"/>
                </a:lnTo>
                <a:lnTo>
                  <a:pt x="6283959" y="22860"/>
                </a:lnTo>
                <a:lnTo>
                  <a:pt x="6281975" y="14466"/>
                </a:lnTo>
                <a:lnTo>
                  <a:pt x="6276657" y="7143"/>
                </a:lnTo>
                <a:lnTo>
                  <a:pt x="6268958" y="1964"/>
                </a:lnTo>
                <a:lnTo>
                  <a:pt x="6259830" y="0"/>
                </a:lnTo>
                <a:lnTo>
                  <a:pt x="6162377" y="0"/>
                </a:lnTo>
                <a:lnTo>
                  <a:pt x="5480208" y="0"/>
                </a:lnTo>
                <a:lnTo>
                  <a:pt x="3628608" y="0"/>
                </a:lnTo>
                <a:lnTo>
                  <a:pt x="22860" y="0"/>
                </a:lnTo>
                <a:close/>
              </a:path>
            </a:pathLst>
          </a:custGeom>
          <a:ln w="25518">
            <a:solidFill>
              <a:srgbClr val="CECEC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 txBox="1"/>
          <p:nvPr/>
        </p:nvSpPr>
        <p:spPr>
          <a:xfrm>
            <a:off x="2056129" y="2528570"/>
            <a:ext cx="5991860" cy="524510"/>
          </a:xfrm>
          <a:prstGeom prst="rect">
            <a:avLst/>
          </a:prstGeom>
        </p:spPr>
        <p:txBody>
          <a:bodyPr vert="horz" wrap="square" lIns="0" tIns="1270" rIns="0" bIns="0" rtlCol="0">
            <a:spAutoFit/>
          </a:bodyPr>
          <a:lstStyle/>
          <a:p>
            <a:pPr marR="5080">
              <a:lnSpc>
                <a:spcPct val="104700"/>
              </a:lnSpc>
              <a:spcBef>
                <a:spcPts val="10"/>
              </a:spcBef>
            </a:pP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Need</a:t>
            </a:r>
            <a:r>
              <a:rPr sz="1600" spc="-35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to</a:t>
            </a:r>
            <a:r>
              <a:rPr sz="1600" spc="-35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be</a:t>
            </a:r>
            <a:r>
              <a:rPr sz="1600" spc="-30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able</a:t>
            </a:r>
            <a:r>
              <a:rPr sz="1600" spc="-35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to</a:t>
            </a:r>
            <a:r>
              <a:rPr sz="1600" spc="-30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support</a:t>
            </a:r>
            <a:r>
              <a:rPr sz="1600" spc="-30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a</a:t>
            </a:r>
            <a:r>
              <a:rPr sz="1600" spc="-35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virtual</a:t>
            </a:r>
            <a:r>
              <a:rPr sz="1600" spc="-30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work</a:t>
            </a:r>
            <a:r>
              <a:rPr sz="1600" spc="-30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environment</a:t>
            </a:r>
            <a:r>
              <a:rPr sz="1600" spc="-30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where</a:t>
            </a:r>
            <a:r>
              <a:rPr sz="1600" spc="-35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spc="-10" dirty="0">
                <a:solidFill>
                  <a:srgbClr val="7C9AC5"/>
                </a:solidFill>
                <a:latin typeface="Arial"/>
                <a:cs typeface="Arial"/>
              </a:rPr>
              <a:t>users </a:t>
            </a: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have</a:t>
            </a:r>
            <a:r>
              <a:rPr sz="1600" spc="-35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alternative</a:t>
            </a:r>
            <a:r>
              <a:rPr sz="1600" spc="-35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access</a:t>
            </a:r>
            <a:r>
              <a:rPr sz="1600" spc="-20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to</a:t>
            </a:r>
            <a:r>
              <a:rPr sz="1600" spc="-35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i="1" dirty="0">
                <a:solidFill>
                  <a:srgbClr val="7C9AC5"/>
                </a:solidFill>
                <a:latin typeface="Arial"/>
                <a:cs typeface="Arial"/>
              </a:rPr>
              <a:t>complete</a:t>
            </a:r>
            <a:r>
              <a:rPr sz="1600" i="1" spc="-35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i="1" dirty="0">
                <a:solidFill>
                  <a:srgbClr val="7C9AC5"/>
                </a:solidFill>
                <a:latin typeface="Arial"/>
                <a:cs typeface="Arial"/>
              </a:rPr>
              <a:t>desktop</a:t>
            </a:r>
            <a:r>
              <a:rPr sz="1600" i="1" spc="-30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i="1" dirty="0">
                <a:solidFill>
                  <a:srgbClr val="7C9AC5"/>
                </a:solidFill>
                <a:latin typeface="Arial"/>
                <a:cs typeface="Arial"/>
              </a:rPr>
              <a:t>resources</a:t>
            </a:r>
            <a:r>
              <a:rPr sz="1600" i="1" spc="-25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spc="-10" dirty="0">
                <a:solidFill>
                  <a:srgbClr val="7C9AC5"/>
                </a:solidFill>
                <a:latin typeface="Arial"/>
                <a:cs typeface="Arial"/>
              </a:rPr>
              <a:t>while</a:t>
            </a:r>
            <a:endParaRPr sz="16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056129" y="3039109"/>
            <a:ext cx="1547495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working</a:t>
            </a:r>
            <a:r>
              <a:rPr sz="1600" spc="-50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spc="-10" dirty="0">
                <a:solidFill>
                  <a:srgbClr val="7C9AC5"/>
                </a:solidFill>
                <a:latin typeface="Arial"/>
                <a:cs typeface="Arial"/>
              </a:rPr>
              <a:t>remotely</a:t>
            </a:r>
            <a:endParaRPr sz="16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829050" y="3116579"/>
            <a:ext cx="3843020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1600" b="1" i="1" dirty="0">
                <a:solidFill>
                  <a:srgbClr val="FF6600"/>
                </a:solidFill>
                <a:latin typeface="Arial"/>
                <a:cs typeface="Arial"/>
              </a:rPr>
              <a:t>Need</a:t>
            </a:r>
            <a:r>
              <a:rPr sz="1600" b="1" i="1" spc="-45" dirty="0">
                <a:solidFill>
                  <a:srgbClr val="FF6600"/>
                </a:solidFill>
                <a:latin typeface="Arial"/>
                <a:cs typeface="Arial"/>
              </a:rPr>
              <a:t> </a:t>
            </a:r>
            <a:r>
              <a:rPr sz="1600" b="1" i="1" dirty="0">
                <a:solidFill>
                  <a:srgbClr val="FF6600"/>
                </a:solidFill>
                <a:latin typeface="Arial"/>
                <a:cs typeface="Arial"/>
              </a:rPr>
              <a:t>for</a:t>
            </a:r>
            <a:r>
              <a:rPr sz="1600" b="1" i="1" spc="-40" dirty="0">
                <a:solidFill>
                  <a:srgbClr val="FF6600"/>
                </a:solidFill>
                <a:latin typeface="Arial"/>
                <a:cs typeface="Arial"/>
              </a:rPr>
              <a:t> </a:t>
            </a:r>
            <a:r>
              <a:rPr sz="1600" b="1" i="1" spc="-10" dirty="0">
                <a:solidFill>
                  <a:srgbClr val="FF6600"/>
                </a:solidFill>
                <a:latin typeface="Arial"/>
                <a:cs typeface="Arial"/>
              </a:rPr>
              <a:t>Alternative</a:t>
            </a:r>
            <a:r>
              <a:rPr sz="1600" b="1" i="1" spc="-35" dirty="0">
                <a:solidFill>
                  <a:srgbClr val="FF6600"/>
                </a:solidFill>
                <a:latin typeface="Arial"/>
                <a:cs typeface="Arial"/>
              </a:rPr>
              <a:t> </a:t>
            </a:r>
            <a:r>
              <a:rPr sz="1600" b="1" i="1" dirty="0">
                <a:solidFill>
                  <a:srgbClr val="FF6600"/>
                </a:solidFill>
                <a:latin typeface="Arial"/>
                <a:cs typeface="Arial"/>
              </a:rPr>
              <a:t>Workspace</a:t>
            </a:r>
            <a:r>
              <a:rPr sz="1600" b="1" i="1" spc="-30" dirty="0">
                <a:solidFill>
                  <a:srgbClr val="FF6600"/>
                </a:solidFill>
                <a:latin typeface="Arial"/>
                <a:cs typeface="Arial"/>
              </a:rPr>
              <a:t> </a:t>
            </a:r>
            <a:r>
              <a:rPr sz="1600" b="1" i="1" spc="-10" dirty="0">
                <a:solidFill>
                  <a:srgbClr val="FF6600"/>
                </a:solidFill>
                <a:latin typeface="Arial"/>
                <a:cs typeface="Arial"/>
              </a:rPr>
              <a:t>Access</a:t>
            </a:r>
            <a:endParaRPr sz="1600">
              <a:latin typeface="Arial"/>
              <a:cs typeface="Arial"/>
            </a:endParaRPr>
          </a:p>
        </p:txBody>
      </p:sp>
      <p:pic>
        <p:nvPicPr>
          <p:cNvPr id="16" name="object 1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17550" y="4636770"/>
            <a:ext cx="1200150" cy="1045209"/>
          </a:xfrm>
          <a:prstGeom prst="rect">
            <a:avLst/>
          </a:prstGeom>
        </p:spPr>
      </p:pic>
      <p:sp>
        <p:nvSpPr>
          <p:cNvPr id="17" name="object 17"/>
          <p:cNvSpPr txBox="1"/>
          <p:nvPr/>
        </p:nvSpPr>
        <p:spPr>
          <a:xfrm>
            <a:off x="896619" y="4632959"/>
            <a:ext cx="87630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spc="-10" dirty="0">
                <a:latin typeface="Arial"/>
                <a:cs typeface="Arial"/>
              </a:rPr>
              <a:t>Compliance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18" name="object 18"/>
          <p:cNvGrpSpPr/>
          <p:nvPr/>
        </p:nvGrpSpPr>
        <p:grpSpPr>
          <a:xfrm>
            <a:off x="858519" y="4893309"/>
            <a:ext cx="918210" cy="725170"/>
            <a:chOff x="858519" y="4893309"/>
            <a:chExt cx="918210" cy="725170"/>
          </a:xfrm>
        </p:grpSpPr>
        <p:pic>
          <p:nvPicPr>
            <p:cNvPr id="19" name="object 1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858519" y="4893309"/>
              <a:ext cx="918209" cy="725169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282700" y="5022849"/>
              <a:ext cx="182880" cy="157480"/>
            </a:xfrm>
            <a:prstGeom prst="rect">
              <a:avLst/>
            </a:prstGeom>
          </p:spPr>
        </p:pic>
      </p:grpSp>
      <p:sp>
        <p:nvSpPr>
          <p:cNvPr id="21" name="object 21"/>
          <p:cNvSpPr/>
          <p:nvPr/>
        </p:nvSpPr>
        <p:spPr>
          <a:xfrm>
            <a:off x="1988820" y="4660900"/>
            <a:ext cx="6283960" cy="1009650"/>
          </a:xfrm>
          <a:custGeom>
            <a:avLst/>
            <a:gdLst/>
            <a:ahLst/>
            <a:cxnLst/>
            <a:rect l="l" t="t" r="r" b="b"/>
            <a:pathLst>
              <a:path w="6283959" h="1009650">
                <a:moveTo>
                  <a:pt x="24130" y="0"/>
                </a:moveTo>
                <a:lnTo>
                  <a:pt x="15001" y="1964"/>
                </a:lnTo>
                <a:lnTo>
                  <a:pt x="7302" y="7143"/>
                </a:lnTo>
                <a:lnTo>
                  <a:pt x="1984" y="14466"/>
                </a:lnTo>
                <a:lnTo>
                  <a:pt x="0" y="22860"/>
                </a:lnTo>
                <a:lnTo>
                  <a:pt x="0" y="37901"/>
                </a:lnTo>
                <a:lnTo>
                  <a:pt x="0" y="143192"/>
                </a:lnTo>
                <a:lnTo>
                  <a:pt x="0" y="428982"/>
                </a:lnTo>
                <a:lnTo>
                  <a:pt x="0" y="985519"/>
                </a:lnTo>
                <a:lnTo>
                  <a:pt x="1984" y="994648"/>
                </a:lnTo>
                <a:lnTo>
                  <a:pt x="7302" y="1002347"/>
                </a:lnTo>
                <a:lnTo>
                  <a:pt x="15001" y="1007665"/>
                </a:lnTo>
                <a:lnTo>
                  <a:pt x="24130" y="1009650"/>
                </a:lnTo>
                <a:lnTo>
                  <a:pt x="121562" y="1009650"/>
                </a:lnTo>
                <a:lnTo>
                  <a:pt x="803592" y="1009650"/>
                </a:lnTo>
                <a:lnTo>
                  <a:pt x="2654815" y="1009650"/>
                </a:lnTo>
                <a:lnTo>
                  <a:pt x="6259830" y="1009650"/>
                </a:lnTo>
                <a:lnTo>
                  <a:pt x="6268958" y="1007665"/>
                </a:lnTo>
                <a:lnTo>
                  <a:pt x="6276657" y="1002347"/>
                </a:lnTo>
                <a:lnTo>
                  <a:pt x="6281975" y="994648"/>
                </a:lnTo>
                <a:lnTo>
                  <a:pt x="6283959" y="985519"/>
                </a:lnTo>
                <a:lnTo>
                  <a:pt x="6283959" y="970478"/>
                </a:lnTo>
                <a:lnTo>
                  <a:pt x="6283959" y="865187"/>
                </a:lnTo>
                <a:lnTo>
                  <a:pt x="6283959" y="579397"/>
                </a:lnTo>
                <a:lnTo>
                  <a:pt x="6283959" y="22860"/>
                </a:lnTo>
                <a:lnTo>
                  <a:pt x="6281975" y="14466"/>
                </a:lnTo>
                <a:lnTo>
                  <a:pt x="6276657" y="7143"/>
                </a:lnTo>
                <a:lnTo>
                  <a:pt x="6268958" y="1964"/>
                </a:lnTo>
                <a:lnTo>
                  <a:pt x="6259830" y="0"/>
                </a:lnTo>
                <a:lnTo>
                  <a:pt x="6162397" y="0"/>
                </a:lnTo>
                <a:lnTo>
                  <a:pt x="5480367" y="0"/>
                </a:lnTo>
                <a:lnTo>
                  <a:pt x="3629144" y="0"/>
                </a:lnTo>
                <a:lnTo>
                  <a:pt x="24130" y="0"/>
                </a:lnTo>
                <a:close/>
              </a:path>
            </a:pathLst>
          </a:custGeom>
          <a:ln w="25518">
            <a:solidFill>
              <a:srgbClr val="CECEC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 txBox="1"/>
          <p:nvPr/>
        </p:nvSpPr>
        <p:spPr>
          <a:xfrm>
            <a:off x="2013644" y="4673600"/>
            <a:ext cx="6234430" cy="1007110"/>
          </a:xfrm>
          <a:prstGeom prst="rect">
            <a:avLst/>
          </a:prstGeom>
        </p:spPr>
        <p:txBody>
          <a:bodyPr vert="horz" wrap="square" lIns="0" tIns="1270" rIns="0" bIns="0" rtlCol="0">
            <a:spAutoFit/>
          </a:bodyPr>
          <a:lstStyle/>
          <a:p>
            <a:pPr marL="43180" marR="54610">
              <a:lnSpc>
                <a:spcPct val="104700"/>
              </a:lnSpc>
              <a:spcBef>
                <a:spcPts val="10"/>
              </a:spcBef>
            </a:pP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Need</a:t>
            </a:r>
            <a:r>
              <a:rPr sz="1600" spc="-35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to</a:t>
            </a:r>
            <a:r>
              <a:rPr sz="1600" spc="-35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contain</a:t>
            </a:r>
            <a:r>
              <a:rPr sz="1600" spc="-30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desktop</a:t>
            </a:r>
            <a:r>
              <a:rPr sz="1600" spc="-35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proliferation</a:t>
            </a:r>
            <a:r>
              <a:rPr sz="1600" spc="-30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and</a:t>
            </a:r>
            <a:r>
              <a:rPr sz="1600" spc="-35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build</a:t>
            </a:r>
            <a:r>
              <a:rPr sz="1600" spc="-30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a</a:t>
            </a:r>
            <a:r>
              <a:rPr sz="1600" spc="-35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spc="-10" dirty="0">
                <a:solidFill>
                  <a:srgbClr val="7C9AC5"/>
                </a:solidFill>
                <a:latin typeface="Arial"/>
                <a:cs typeface="Arial"/>
              </a:rPr>
              <a:t>standardized, </a:t>
            </a: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centrally</a:t>
            </a:r>
            <a:r>
              <a:rPr sz="1600" spc="-30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managed</a:t>
            </a:r>
            <a:r>
              <a:rPr sz="1600" spc="-35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desktop</a:t>
            </a:r>
            <a:r>
              <a:rPr sz="1600" spc="-35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environment</a:t>
            </a:r>
            <a:r>
              <a:rPr sz="1600" spc="-35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that</a:t>
            </a:r>
            <a:r>
              <a:rPr sz="1600" spc="-30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adheres</a:t>
            </a:r>
            <a:r>
              <a:rPr sz="1600" spc="-35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to</a:t>
            </a:r>
            <a:r>
              <a:rPr sz="1600" spc="-35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internal</a:t>
            </a:r>
            <a:r>
              <a:rPr sz="1600" spc="-25" dirty="0">
                <a:solidFill>
                  <a:srgbClr val="7C9AC5"/>
                </a:solidFill>
                <a:latin typeface="Arial"/>
                <a:cs typeface="Arial"/>
              </a:rPr>
              <a:t> and </a:t>
            </a: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external</a:t>
            </a:r>
            <a:r>
              <a:rPr sz="1600" spc="-55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compliance</a:t>
            </a:r>
            <a:r>
              <a:rPr sz="1600" spc="-55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spc="-10" dirty="0">
                <a:solidFill>
                  <a:srgbClr val="7C9AC5"/>
                </a:solidFill>
                <a:latin typeface="Arial"/>
                <a:cs typeface="Arial"/>
              </a:rPr>
              <a:t>guidelines</a:t>
            </a:r>
            <a:endParaRPr sz="1600">
              <a:latin typeface="Arial"/>
              <a:cs typeface="Arial"/>
            </a:endParaRPr>
          </a:p>
          <a:p>
            <a:pPr marL="636270">
              <a:lnSpc>
                <a:spcPts val="1789"/>
              </a:lnSpc>
            </a:pPr>
            <a:r>
              <a:rPr sz="1600" b="1" i="1" dirty="0">
                <a:solidFill>
                  <a:srgbClr val="FF6600"/>
                </a:solidFill>
                <a:latin typeface="Arial"/>
                <a:cs typeface="Arial"/>
              </a:rPr>
              <a:t>Need</a:t>
            </a:r>
            <a:r>
              <a:rPr sz="1600" b="1" i="1" spc="-30" dirty="0">
                <a:solidFill>
                  <a:srgbClr val="FF6600"/>
                </a:solidFill>
                <a:latin typeface="Arial"/>
                <a:cs typeface="Arial"/>
              </a:rPr>
              <a:t> </a:t>
            </a:r>
            <a:r>
              <a:rPr sz="1600" b="1" i="1" dirty="0">
                <a:solidFill>
                  <a:srgbClr val="FF6600"/>
                </a:solidFill>
                <a:latin typeface="Arial"/>
                <a:cs typeface="Arial"/>
              </a:rPr>
              <a:t>for</a:t>
            </a:r>
            <a:r>
              <a:rPr sz="1600" b="1" i="1" spc="-25" dirty="0">
                <a:solidFill>
                  <a:srgbClr val="FF6600"/>
                </a:solidFill>
                <a:latin typeface="Arial"/>
                <a:cs typeface="Arial"/>
              </a:rPr>
              <a:t> </a:t>
            </a:r>
            <a:r>
              <a:rPr sz="1600" b="1" i="1" dirty="0">
                <a:solidFill>
                  <a:srgbClr val="FF6600"/>
                </a:solidFill>
                <a:latin typeface="Arial"/>
                <a:cs typeface="Arial"/>
              </a:rPr>
              <a:t>Desktop</a:t>
            </a:r>
            <a:r>
              <a:rPr sz="1600" b="1" i="1" spc="-25" dirty="0">
                <a:solidFill>
                  <a:srgbClr val="FF6600"/>
                </a:solidFill>
                <a:latin typeface="Arial"/>
                <a:cs typeface="Arial"/>
              </a:rPr>
              <a:t> </a:t>
            </a:r>
            <a:r>
              <a:rPr sz="1600" b="1" i="1" spc="-10" dirty="0">
                <a:solidFill>
                  <a:srgbClr val="FF6600"/>
                </a:solidFill>
                <a:latin typeface="Arial"/>
                <a:cs typeface="Arial"/>
              </a:rPr>
              <a:t>Consolidation</a:t>
            </a:r>
            <a:r>
              <a:rPr sz="1600" b="1" i="1" spc="-35" dirty="0">
                <a:solidFill>
                  <a:srgbClr val="FF6600"/>
                </a:solidFill>
                <a:latin typeface="Arial"/>
                <a:cs typeface="Arial"/>
              </a:rPr>
              <a:t> </a:t>
            </a:r>
            <a:r>
              <a:rPr sz="1600" b="1" i="1" dirty="0">
                <a:solidFill>
                  <a:srgbClr val="FF6600"/>
                </a:solidFill>
                <a:latin typeface="Arial"/>
                <a:cs typeface="Arial"/>
              </a:rPr>
              <a:t>&amp;</a:t>
            </a:r>
            <a:r>
              <a:rPr sz="1600" b="1" i="1" spc="-25" dirty="0">
                <a:solidFill>
                  <a:srgbClr val="FF6600"/>
                </a:solidFill>
                <a:latin typeface="Arial"/>
                <a:cs typeface="Arial"/>
              </a:rPr>
              <a:t> </a:t>
            </a:r>
            <a:r>
              <a:rPr sz="1600" b="1" i="1" spc="-10" dirty="0">
                <a:solidFill>
                  <a:srgbClr val="FF6600"/>
                </a:solidFill>
                <a:latin typeface="Arial"/>
                <a:cs typeface="Arial"/>
              </a:rPr>
              <a:t>Standardization</a:t>
            </a:r>
            <a:endParaRPr sz="1600">
              <a:latin typeface="Arial"/>
              <a:cs typeface="Arial"/>
            </a:endParaRPr>
          </a:p>
        </p:txBody>
      </p:sp>
      <p:pic>
        <p:nvPicPr>
          <p:cNvPr id="23" name="object 2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23900" y="1323339"/>
            <a:ext cx="1200150" cy="1046479"/>
          </a:xfrm>
          <a:prstGeom prst="rect">
            <a:avLst/>
          </a:prstGeom>
        </p:spPr>
      </p:pic>
      <p:sp>
        <p:nvSpPr>
          <p:cNvPr id="24" name="object 24"/>
          <p:cNvSpPr txBox="1"/>
          <p:nvPr/>
        </p:nvSpPr>
        <p:spPr>
          <a:xfrm>
            <a:off x="869950" y="1339850"/>
            <a:ext cx="91757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spc="-10" dirty="0">
                <a:latin typeface="Arial"/>
                <a:cs typeface="Arial"/>
              </a:rPr>
              <a:t>Outsourcing</a:t>
            </a:r>
            <a:endParaRPr sz="1200">
              <a:latin typeface="Arial"/>
              <a:cs typeface="Arial"/>
            </a:endParaRPr>
          </a:p>
        </p:txBody>
      </p:sp>
      <p:pic>
        <p:nvPicPr>
          <p:cNvPr id="25" name="object 25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779780" y="1544319"/>
            <a:ext cx="1098550" cy="779779"/>
          </a:xfrm>
          <a:prstGeom prst="rect">
            <a:avLst/>
          </a:prstGeom>
        </p:spPr>
      </p:pic>
      <p:sp>
        <p:nvSpPr>
          <p:cNvPr id="26" name="object 26"/>
          <p:cNvSpPr/>
          <p:nvPr/>
        </p:nvSpPr>
        <p:spPr>
          <a:xfrm>
            <a:off x="1995170" y="1337310"/>
            <a:ext cx="6283960" cy="1009650"/>
          </a:xfrm>
          <a:custGeom>
            <a:avLst/>
            <a:gdLst/>
            <a:ahLst/>
            <a:cxnLst/>
            <a:rect l="l" t="t" r="r" b="b"/>
            <a:pathLst>
              <a:path w="6283959" h="1009650">
                <a:moveTo>
                  <a:pt x="24130" y="0"/>
                </a:moveTo>
                <a:lnTo>
                  <a:pt x="15001" y="1964"/>
                </a:lnTo>
                <a:lnTo>
                  <a:pt x="7302" y="7143"/>
                </a:lnTo>
                <a:lnTo>
                  <a:pt x="1984" y="14466"/>
                </a:lnTo>
                <a:lnTo>
                  <a:pt x="0" y="22860"/>
                </a:lnTo>
                <a:lnTo>
                  <a:pt x="0" y="37901"/>
                </a:lnTo>
                <a:lnTo>
                  <a:pt x="0" y="143192"/>
                </a:lnTo>
                <a:lnTo>
                  <a:pt x="0" y="428982"/>
                </a:lnTo>
                <a:lnTo>
                  <a:pt x="0" y="985519"/>
                </a:lnTo>
                <a:lnTo>
                  <a:pt x="1984" y="994112"/>
                </a:lnTo>
                <a:lnTo>
                  <a:pt x="7302" y="1001871"/>
                </a:lnTo>
                <a:lnTo>
                  <a:pt x="15001" y="1007487"/>
                </a:lnTo>
                <a:lnTo>
                  <a:pt x="24130" y="1009650"/>
                </a:lnTo>
                <a:lnTo>
                  <a:pt x="121562" y="1009650"/>
                </a:lnTo>
                <a:lnTo>
                  <a:pt x="803592" y="1009650"/>
                </a:lnTo>
                <a:lnTo>
                  <a:pt x="2654815" y="1009650"/>
                </a:lnTo>
                <a:lnTo>
                  <a:pt x="6259830" y="1009650"/>
                </a:lnTo>
                <a:lnTo>
                  <a:pt x="6268958" y="1007487"/>
                </a:lnTo>
                <a:lnTo>
                  <a:pt x="6276657" y="1001871"/>
                </a:lnTo>
                <a:lnTo>
                  <a:pt x="6281975" y="994112"/>
                </a:lnTo>
                <a:lnTo>
                  <a:pt x="6283959" y="985519"/>
                </a:lnTo>
                <a:lnTo>
                  <a:pt x="6283959" y="970478"/>
                </a:lnTo>
                <a:lnTo>
                  <a:pt x="6283959" y="865187"/>
                </a:lnTo>
                <a:lnTo>
                  <a:pt x="6283959" y="579397"/>
                </a:lnTo>
                <a:lnTo>
                  <a:pt x="6283959" y="22860"/>
                </a:lnTo>
                <a:lnTo>
                  <a:pt x="6281975" y="14466"/>
                </a:lnTo>
                <a:lnTo>
                  <a:pt x="6276657" y="7143"/>
                </a:lnTo>
                <a:lnTo>
                  <a:pt x="6268958" y="1964"/>
                </a:lnTo>
                <a:lnTo>
                  <a:pt x="6259830" y="0"/>
                </a:lnTo>
                <a:lnTo>
                  <a:pt x="6162397" y="0"/>
                </a:lnTo>
                <a:lnTo>
                  <a:pt x="5480367" y="0"/>
                </a:lnTo>
                <a:lnTo>
                  <a:pt x="3629144" y="0"/>
                </a:lnTo>
                <a:lnTo>
                  <a:pt x="24130" y="0"/>
                </a:lnTo>
                <a:close/>
              </a:path>
            </a:pathLst>
          </a:custGeom>
          <a:ln w="25518">
            <a:solidFill>
              <a:srgbClr val="CECEC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 txBox="1"/>
          <p:nvPr/>
        </p:nvSpPr>
        <p:spPr>
          <a:xfrm>
            <a:off x="2019994" y="1356359"/>
            <a:ext cx="6234430" cy="970280"/>
          </a:xfrm>
          <a:prstGeom prst="rect">
            <a:avLst/>
          </a:prstGeom>
        </p:spPr>
        <p:txBody>
          <a:bodyPr vert="horz" wrap="square" lIns="0" tIns="1270" rIns="0" bIns="0" rtlCol="0">
            <a:spAutoFit/>
          </a:bodyPr>
          <a:lstStyle/>
          <a:p>
            <a:pPr marL="43180" marR="732790">
              <a:lnSpc>
                <a:spcPct val="104700"/>
              </a:lnSpc>
              <a:spcBef>
                <a:spcPts val="10"/>
              </a:spcBef>
            </a:pP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Need</a:t>
            </a:r>
            <a:r>
              <a:rPr sz="1600" spc="-35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to</a:t>
            </a:r>
            <a:r>
              <a:rPr sz="1600" spc="-20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secure</a:t>
            </a:r>
            <a:r>
              <a:rPr sz="1600" spc="-20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data</a:t>
            </a:r>
            <a:r>
              <a:rPr sz="1600" spc="-25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and</a:t>
            </a:r>
            <a:r>
              <a:rPr sz="1600" spc="-20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resources</a:t>
            </a:r>
            <a:r>
              <a:rPr sz="1600" spc="-30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within</a:t>
            </a:r>
            <a:r>
              <a:rPr sz="1600" spc="-25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the</a:t>
            </a:r>
            <a:r>
              <a:rPr sz="1600" spc="-10" dirty="0">
                <a:solidFill>
                  <a:srgbClr val="7C9AC5"/>
                </a:solidFill>
                <a:latin typeface="Arial"/>
                <a:cs typeface="Arial"/>
              </a:rPr>
              <a:t> corporate</a:t>
            </a:r>
            <a:r>
              <a:rPr sz="1600" spc="-20" dirty="0">
                <a:solidFill>
                  <a:srgbClr val="7C9AC5"/>
                </a:solidFill>
                <a:latin typeface="Arial"/>
                <a:cs typeface="Arial"/>
              </a:rPr>
              <a:t> data </a:t>
            </a: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center</a:t>
            </a:r>
            <a:r>
              <a:rPr sz="1600" spc="-25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and</a:t>
            </a:r>
            <a:r>
              <a:rPr sz="1600" spc="-30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provide</a:t>
            </a:r>
            <a:r>
              <a:rPr sz="1600" spc="-25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secure</a:t>
            </a:r>
            <a:r>
              <a:rPr sz="1600" spc="-20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access</a:t>
            </a:r>
            <a:r>
              <a:rPr sz="1600" spc="-20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to</a:t>
            </a:r>
            <a:r>
              <a:rPr sz="1600" spc="-25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outsourcing</a:t>
            </a:r>
            <a:r>
              <a:rPr sz="1600" spc="-30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/</a:t>
            </a:r>
            <a:r>
              <a:rPr sz="1600" spc="-20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spc="-10" dirty="0">
                <a:solidFill>
                  <a:srgbClr val="7C9AC5"/>
                </a:solidFill>
                <a:latin typeface="Arial"/>
                <a:cs typeface="Arial"/>
              </a:rPr>
              <a:t>offshore </a:t>
            </a: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developers</a:t>
            </a:r>
            <a:r>
              <a:rPr sz="1600" spc="-60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or</a:t>
            </a:r>
            <a:r>
              <a:rPr sz="1600" spc="-60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dirty="0">
                <a:solidFill>
                  <a:srgbClr val="7C9AC5"/>
                </a:solidFill>
                <a:latin typeface="Arial"/>
                <a:cs typeface="Arial"/>
              </a:rPr>
              <a:t>transaction</a:t>
            </a:r>
            <a:r>
              <a:rPr sz="1600" spc="-55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600" spc="-10" dirty="0">
                <a:solidFill>
                  <a:srgbClr val="7C9AC5"/>
                </a:solidFill>
                <a:latin typeface="Arial"/>
                <a:cs typeface="Arial"/>
              </a:rPr>
              <a:t>workers</a:t>
            </a:r>
            <a:endParaRPr sz="1600">
              <a:latin typeface="Arial"/>
              <a:cs typeface="Arial"/>
            </a:endParaRPr>
          </a:p>
          <a:p>
            <a:pPr marL="203200">
              <a:lnSpc>
                <a:spcPts val="1500"/>
              </a:lnSpc>
            </a:pPr>
            <a:r>
              <a:rPr sz="1600" b="1" i="1" dirty="0">
                <a:solidFill>
                  <a:srgbClr val="FF6600"/>
                </a:solidFill>
                <a:latin typeface="Arial"/>
                <a:cs typeface="Arial"/>
              </a:rPr>
              <a:t>Need</a:t>
            </a:r>
            <a:r>
              <a:rPr sz="1600" b="1" i="1" spc="-45" dirty="0">
                <a:solidFill>
                  <a:srgbClr val="FF6600"/>
                </a:solidFill>
                <a:latin typeface="Arial"/>
                <a:cs typeface="Arial"/>
              </a:rPr>
              <a:t> </a:t>
            </a:r>
            <a:r>
              <a:rPr sz="1600" b="1" i="1" dirty="0">
                <a:solidFill>
                  <a:srgbClr val="FF6600"/>
                </a:solidFill>
                <a:latin typeface="Arial"/>
                <a:cs typeface="Arial"/>
              </a:rPr>
              <a:t>for</a:t>
            </a:r>
            <a:r>
              <a:rPr sz="1600" b="1" i="1" spc="-30" dirty="0">
                <a:solidFill>
                  <a:srgbClr val="FF6600"/>
                </a:solidFill>
                <a:latin typeface="Arial"/>
                <a:cs typeface="Arial"/>
              </a:rPr>
              <a:t> </a:t>
            </a:r>
            <a:r>
              <a:rPr sz="1600" b="1" i="1" dirty="0">
                <a:solidFill>
                  <a:srgbClr val="FF6600"/>
                </a:solidFill>
                <a:latin typeface="Arial"/>
                <a:cs typeface="Arial"/>
              </a:rPr>
              <a:t>Secure,</a:t>
            </a:r>
            <a:r>
              <a:rPr sz="1600" b="1" i="1" spc="-35" dirty="0">
                <a:solidFill>
                  <a:srgbClr val="FF6600"/>
                </a:solidFill>
                <a:latin typeface="Arial"/>
                <a:cs typeface="Arial"/>
              </a:rPr>
              <a:t> </a:t>
            </a:r>
            <a:r>
              <a:rPr sz="1600" b="1" i="1" dirty="0">
                <a:solidFill>
                  <a:srgbClr val="FF6600"/>
                </a:solidFill>
                <a:latin typeface="Arial"/>
                <a:cs typeface="Arial"/>
              </a:rPr>
              <a:t>Controlled</a:t>
            </a:r>
            <a:r>
              <a:rPr sz="1600" b="1" i="1" spc="-40" dirty="0">
                <a:solidFill>
                  <a:srgbClr val="FF6600"/>
                </a:solidFill>
                <a:latin typeface="Arial"/>
                <a:cs typeface="Arial"/>
              </a:rPr>
              <a:t> </a:t>
            </a:r>
            <a:r>
              <a:rPr sz="1600" b="1" i="1" dirty="0">
                <a:solidFill>
                  <a:srgbClr val="FF6600"/>
                </a:solidFill>
                <a:latin typeface="Arial"/>
                <a:cs typeface="Arial"/>
              </a:rPr>
              <a:t>Access</a:t>
            </a:r>
            <a:r>
              <a:rPr sz="1600" b="1" i="1" spc="-30" dirty="0">
                <a:solidFill>
                  <a:srgbClr val="FF6600"/>
                </a:solidFill>
                <a:latin typeface="Arial"/>
                <a:cs typeface="Arial"/>
              </a:rPr>
              <a:t> </a:t>
            </a:r>
            <a:r>
              <a:rPr sz="1600" b="1" i="1" dirty="0">
                <a:solidFill>
                  <a:srgbClr val="FF6600"/>
                </a:solidFill>
                <a:latin typeface="Arial"/>
                <a:cs typeface="Arial"/>
              </a:rPr>
              <a:t>by</a:t>
            </a:r>
            <a:r>
              <a:rPr sz="1600" b="1" i="1" spc="-40" dirty="0">
                <a:solidFill>
                  <a:srgbClr val="FF6600"/>
                </a:solidFill>
                <a:latin typeface="Arial"/>
                <a:cs typeface="Arial"/>
              </a:rPr>
              <a:t> </a:t>
            </a:r>
            <a:r>
              <a:rPr sz="1600" b="1" i="1" spc="-10" dirty="0">
                <a:solidFill>
                  <a:srgbClr val="FF6600"/>
                </a:solidFill>
                <a:latin typeface="Arial"/>
                <a:cs typeface="Arial"/>
              </a:rPr>
              <a:t>Outsourcing</a:t>
            </a:r>
            <a:r>
              <a:rPr sz="1600" b="1" i="1" spc="-40" dirty="0">
                <a:solidFill>
                  <a:srgbClr val="FF6600"/>
                </a:solidFill>
                <a:latin typeface="Arial"/>
                <a:cs typeface="Arial"/>
              </a:rPr>
              <a:t> </a:t>
            </a:r>
            <a:r>
              <a:rPr sz="1600" b="1" i="1" spc="-10" dirty="0">
                <a:solidFill>
                  <a:srgbClr val="FF6600"/>
                </a:solidFill>
                <a:latin typeface="Arial"/>
                <a:cs typeface="Arial"/>
              </a:rPr>
              <a:t>Entities</a:t>
            </a:r>
            <a:endParaRPr sz="1600">
              <a:latin typeface="Arial"/>
              <a:cs typeface="Arial"/>
            </a:endParaRPr>
          </a:p>
        </p:txBody>
      </p:sp>
      <p:sp>
        <p:nvSpPr>
          <p:cNvPr id="28" name="object 28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25" dirty="0"/>
              <a:t>39</a:t>
            </a:fld>
            <a:endParaRPr spc="-25" dirty="0"/>
          </a:p>
        </p:txBody>
      </p:sp>
    </p:spTree>
  </p:cSld>
  <p:clrMapOvr>
    <a:masterClrMapping/>
  </p:clrMapOvr>
  <p:transition>
    <p:wipe dir="r"/>
  </p:transition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80439" y="595630"/>
            <a:ext cx="2933700" cy="403860"/>
          </a:xfrm>
          <a:custGeom>
            <a:avLst/>
            <a:gdLst/>
            <a:ahLst/>
            <a:cxnLst/>
            <a:rect l="l" t="t" r="r" b="b"/>
            <a:pathLst>
              <a:path w="2933700" h="403859">
                <a:moveTo>
                  <a:pt x="2933700" y="0"/>
                </a:moveTo>
                <a:lnTo>
                  <a:pt x="0" y="0"/>
                </a:lnTo>
                <a:lnTo>
                  <a:pt x="0" y="403860"/>
                </a:lnTo>
                <a:lnTo>
                  <a:pt x="1466849" y="403860"/>
                </a:lnTo>
                <a:lnTo>
                  <a:pt x="2933700" y="403860"/>
                </a:lnTo>
                <a:lnTo>
                  <a:pt x="29337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681127" y="5329327"/>
            <a:ext cx="8123555" cy="771525"/>
            <a:chOff x="681127" y="5329327"/>
            <a:chExt cx="8123555" cy="771525"/>
          </a:xfrm>
        </p:grpSpPr>
        <p:sp>
          <p:nvSpPr>
            <p:cNvPr id="4" name="object 4"/>
            <p:cNvSpPr/>
            <p:nvPr/>
          </p:nvSpPr>
          <p:spPr>
            <a:xfrm>
              <a:off x="685799" y="5334000"/>
              <a:ext cx="8114030" cy="762000"/>
            </a:xfrm>
            <a:custGeom>
              <a:avLst/>
              <a:gdLst/>
              <a:ahLst/>
              <a:cxnLst/>
              <a:rect l="l" t="t" r="r" b="b"/>
              <a:pathLst>
                <a:path w="8114030" h="762000">
                  <a:moveTo>
                    <a:pt x="7987030" y="0"/>
                  </a:moveTo>
                  <a:lnTo>
                    <a:pt x="127000" y="0"/>
                  </a:lnTo>
                  <a:lnTo>
                    <a:pt x="80367" y="10914"/>
                  </a:lnTo>
                  <a:lnTo>
                    <a:pt x="39687" y="39687"/>
                  </a:lnTo>
                  <a:lnTo>
                    <a:pt x="10914" y="80367"/>
                  </a:lnTo>
                  <a:lnTo>
                    <a:pt x="0" y="127000"/>
                  </a:lnTo>
                  <a:lnTo>
                    <a:pt x="0" y="635000"/>
                  </a:lnTo>
                  <a:lnTo>
                    <a:pt x="10914" y="681632"/>
                  </a:lnTo>
                  <a:lnTo>
                    <a:pt x="39687" y="722312"/>
                  </a:lnTo>
                  <a:lnTo>
                    <a:pt x="80367" y="751085"/>
                  </a:lnTo>
                  <a:lnTo>
                    <a:pt x="127000" y="762000"/>
                  </a:lnTo>
                  <a:lnTo>
                    <a:pt x="7987030" y="762000"/>
                  </a:lnTo>
                  <a:lnTo>
                    <a:pt x="8033662" y="751085"/>
                  </a:lnTo>
                  <a:lnTo>
                    <a:pt x="8074342" y="722312"/>
                  </a:lnTo>
                  <a:lnTo>
                    <a:pt x="8103115" y="681632"/>
                  </a:lnTo>
                  <a:lnTo>
                    <a:pt x="8114030" y="635000"/>
                  </a:lnTo>
                  <a:lnTo>
                    <a:pt x="8114030" y="127000"/>
                  </a:lnTo>
                  <a:lnTo>
                    <a:pt x="8103115" y="80367"/>
                  </a:lnTo>
                  <a:lnTo>
                    <a:pt x="8074342" y="39687"/>
                  </a:lnTo>
                  <a:lnTo>
                    <a:pt x="8033662" y="10914"/>
                  </a:lnTo>
                  <a:lnTo>
                    <a:pt x="7987030" y="0"/>
                  </a:lnTo>
                  <a:close/>
                </a:path>
              </a:pathLst>
            </a:custGeom>
            <a:solidFill>
              <a:srgbClr val="EAF6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685799" y="5334000"/>
              <a:ext cx="8114030" cy="762000"/>
            </a:xfrm>
            <a:custGeom>
              <a:avLst/>
              <a:gdLst/>
              <a:ahLst/>
              <a:cxnLst/>
              <a:rect l="l" t="t" r="r" b="b"/>
              <a:pathLst>
                <a:path w="8114030" h="762000">
                  <a:moveTo>
                    <a:pt x="127000" y="0"/>
                  </a:moveTo>
                  <a:lnTo>
                    <a:pt x="80367" y="10914"/>
                  </a:lnTo>
                  <a:lnTo>
                    <a:pt x="39687" y="39687"/>
                  </a:lnTo>
                  <a:lnTo>
                    <a:pt x="10914" y="80367"/>
                  </a:lnTo>
                  <a:lnTo>
                    <a:pt x="0" y="127000"/>
                  </a:lnTo>
                  <a:lnTo>
                    <a:pt x="0" y="134937"/>
                  </a:lnTo>
                  <a:lnTo>
                    <a:pt x="0" y="190500"/>
                  </a:lnTo>
                  <a:lnTo>
                    <a:pt x="0" y="341312"/>
                  </a:lnTo>
                  <a:lnTo>
                    <a:pt x="0" y="635000"/>
                  </a:lnTo>
                  <a:lnTo>
                    <a:pt x="10914" y="681632"/>
                  </a:lnTo>
                  <a:lnTo>
                    <a:pt x="39687" y="722312"/>
                  </a:lnTo>
                  <a:lnTo>
                    <a:pt x="80367" y="751085"/>
                  </a:lnTo>
                  <a:lnTo>
                    <a:pt x="127000" y="762000"/>
                  </a:lnTo>
                  <a:lnTo>
                    <a:pt x="249812" y="762000"/>
                  </a:lnTo>
                  <a:lnTo>
                    <a:pt x="1109503" y="762000"/>
                  </a:lnTo>
                  <a:lnTo>
                    <a:pt x="3442950" y="762000"/>
                  </a:lnTo>
                  <a:lnTo>
                    <a:pt x="7987030" y="762000"/>
                  </a:lnTo>
                  <a:lnTo>
                    <a:pt x="8033662" y="751085"/>
                  </a:lnTo>
                  <a:lnTo>
                    <a:pt x="8074342" y="722312"/>
                  </a:lnTo>
                  <a:lnTo>
                    <a:pt x="8103115" y="681632"/>
                  </a:lnTo>
                  <a:lnTo>
                    <a:pt x="8114030" y="635000"/>
                  </a:lnTo>
                  <a:lnTo>
                    <a:pt x="8114030" y="627062"/>
                  </a:lnTo>
                  <a:lnTo>
                    <a:pt x="8114030" y="571500"/>
                  </a:lnTo>
                  <a:lnTo>
                    <a:pt x="8114030" y="420687"/>
                  </a:lnTo>
                  <a:lnTo>
                    <a:pt x="8114030" y="127000"/>
                  </a:lnTo>
                  <a:lnTo>
                    <a:pt x="8103115" y="80367"/>
                  </a:lnTo>
                  <a:lnTo>
                    <a:pt x="8074342" y="39687"/>
                  </a:lnTo>
                  <a:lnTo>
                    <a:pt x="8033662" y="10914"/>
                  </a:lnTo>
                  <a:lnTo>
                    <a:pt x="7987030" y="0"/>
                  </a:lnTo>
                  <a:lnTo>
                    <a:pt x="7864217" y="0"/>
                  </a:lnTo>
                  <a:lnTo>
                    <a:pt x="7004526" y="0"/>
                  </a:lnTo>
                  <a:lnTo>
                    <a:pt x="4671079" y="0"/>
                  </a:lnTo>
                  <a:lnTo>
                    <a:pt x="127000" y="0"/>
                  </a:lnTo>
                  <a:close/>
                </a:path>
              </a:pathLst>
            </a:custGeom>
            <a:ln w="9344">
              <a:solidFill>
                <a:srgbClr val="FF99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655608" y="1360458"/>
            <a:ext cx="3604260" cy="3832860"/>
            <a:chOff x="655608" y="1360458"/>
            <a:chExt cx="3604260" cy="3832860"/>
          </a:xfrm>
        </p:grpSpPr>
        <p:sp>
          <p:nvSpPr>
            <p:cNvPr id="7" name="object 7"/>
            <p:cNvSpPr/>
            <p:nvPr/>
          </p:nvSpPr>
          <p:spPr>
            <a:xfrm>
              <a:off x="742949" y="1447800"/>
              <a:ext cx="3505200" cy="3733800"/>
            </a:xfrm>
            <a:custGeom>
              <a:avLst/>
              <a:gdLst/>
              <a:ahLst/>
              <a:cxnLst/>
              <a:rect l="l" t="t" r="r" b="b"/>
              <a:pathLst>
                <a:path w="3505200" h="3733800">
                  <a:moveTo>
                    <a:pt x="3505200" y="0"/>
                  </a:moveTo>
                  <a:lnTo>
                    <a:pt x="0" y="0"/>
                  </a:lnTo>
                  <a:lnTo>
                    <a:pt x="0" y="3733800"/>
                  </a:lnTo>
                  <a:lnTo>
                    <a:pt x="3505200" y="3733800"/>
                  </a:lnTo>
                  <a:lnTo>
                    <a:pt x="3505200" y="0"/>
                  </a:lnTo>
                  <a:close/>
                </a:path>
              </a:pathLst>
            </a:custGeom>
            <a:solidFill>
              <a:srgbClr val="B9B9B9">
                <a:alpha val="50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42949" y="1447800"/>
              <a:ext cx="3505200" cy="3733800"/>
            </a:xfrm>
            <a:custGeom>
              <a:avLst/>
              <a:gdLst/>
              <a:ahLst/>
              <a:cxnLst/>
              <a:rect l="l" t="t" r="r" b="b"/>
              <a:pathLst>
                <a:path w="3505200" h="3733800">
                  <a:moveTo>
                    <a:pt x="1752600" y="3733800"/>
                  </a:moveTo>
                  <a:lnTo>
                    <a:pt x="0" y="3733800"/>
                  </a:lnTo>
                  <a:lnTo>
                    <a:pt x="0" y="0"/>
                  </a:lnTo>
                  <a:lnTo>
                    <a:pt x="3505200" y="0"/>
                  </a:lnTo>
                  <a:lnTo>
                    <a:pt x="3505200" y="3733800"/>
                  </a:lnTo>
                  <a:lnTo>
                    <a:pt x="1752600" y="3733800"/>
                  </a:lnTo>
                  <a:close/>
                </a:path>
              </a:pathLst>
            </a:custGeom>
            <a:ln w="22283">
              <a:solidFill>
                <a:srgbClr val="B9B9B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66749" y="1371600"/>
              <a:ext cx="3505200" cy="3733800"/>
            </a:xfrm>
            <a:custGeom>
              <a:avLst/>
              <a:gdLst/>
              <a:ahLst/>
              <a:cxnLst/>
              <a:rect l="l" t="t" r="r" b="b"/>
              <a:pathLst>
                <a:path w="3505200" h="3733800">
                  <a:moveTo>
                    <a:pt x="3505200" y="0"/>
                  </a:moveTo>
                  <a:lnTo>
                    <a:pt x="0" y="0"/>
                  </a:lnTo>
                  <a:lnTo>
                    <a:pt x="0" y="3733800"/>
                  </a:lnTo>
                  <a:lnTo>
                    <a:pt x="1752600" y="3733800"/>
                  </a:lnTo>
                  <a:lnTo>
                    <a:pt x="3505200" y="3733800"/>
                  </a:lnTo>
                  <a:lnTo>
                    <a:pt x="3505200" y="0"/>
                  </a:lnTo>
                  <a:close/>
                </a:path>
              </a:pathLst>
            </a:custGeom>
            <a:solidFill>
              <a:srgbClr val="EBF2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66749" y="1371600"/>
              <a:ext cx="3505200" cy="3733800"/>
            </a:xfrm>
            <a:custGeom>
              <a:avLst/>
              <a:gdLst/>
              <a:ahLst/>
              <a:cxnLst/>
              <a:rect l="l" t="t" r="r" b="b"/>
              <a:pathLst>
                <a:path w="3505200" h="3733800">
                  <a:moveTo>
                    <a:pt x="1752600" y="3733800"/>
                  </a:moveTo>
                  <a:lnTo>
                    <a:pt x="0" y="3733800"/>
                  </a:lnTo>
                  <a:lnTo>
                    <a:pt x="0" y="0"/>
                  </a:lnTo>
                  <a:lnTo>
                    <a:pt x="3505200" y="0"/>
                  </a:lnTo>
                  <a:lnTo>
                    <a:pt x="3505200" y="3733800"/>
                  </a:lnTo>
                  <a:lnTo>
                    <a:pt x="1752600" y="3733800"/>
                  </a:lnTo>
                  <a:close/>
                </a:path>
              </a:pathLst>
            </a:custGeom>
            <a:ln w="22283">
              <a:solidFill>
                <a:srgbClr val="FF99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" name="object 11"/>
          <p:cNvSpPr txBox="1"/>
          <p:nvPr/>
        </p:nvSpPr>
        <p:spPr>
          <a:xfrm>
            <a:off x="149860" y="5275579"/>
            <a:ext cx="470534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0" b="1" spc="-50" dirty="0">
                <a:solidFill>
                  <a:srgbClr val="FF9900"/>
                </a:solidFill>
                <a:latin typeface="Arial"/>
                <a:cs typeface="Arial"/>
              </a:rPr>
              <a:t>=</a:t>
            </a:r>
            <a:endParaRPr sz="60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735320" y="977900"/>
            <a:ext cx="2474595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dirty="0">
                <a:solidFill>
                  <a:srgbClr val="6699CC"/>
                </a:solidFill>
                <a:latin typeface="Arial"/>
                <a:cs typeface="Arial"/>
              </a:rPr>
              <a:t>Benefits</a:t>
            </a:r>
            <a:r>
              <a:rPr sz="1800" spc="-30" dirty="0">
                <a:solidFill>
                  <a:srgbClr val="6699CC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6699CC"/>
                </a:solidFill>
                <a:latin typeface="Arial"/>
                <a:cs typeface="Arial"/>
              </a:rPr>
              <a:t>of</a:t>
            </a:r>
            <a:r>
              <a:rPr sz="1800" spc="-20" dirty="0">
                <a:solidFill>
                  <a:srgbClr val="6699CC"/>
                </a:solidFill>
                <a:latin typeface="Arial"/>
                <a:cs typeface="Arial"/>
              </a:rPr>
              <a:t> </a:t>
            </a:r>
            <a:r>
              <a:rPr sz="1800" spc="-10" dirty="0">
                <a:solidFill>
                  <a:srgbClr val="6699CC"/>
                </a:solidFill>
                <a:latin typeface="Arial"/>
                <a:cs typeface="Arial"/>
              </a:rPr>
              <a:t>Virtualization</a:t>
            </a:r>
            <a:endParaRPr sz="1800">
              <a:latin typeface="Arial"/>
              <a:cs typeface="Arial"/>
            </a:endParaRPr>
          </a:p>
        </p:txBody>
      </p:sp>
      <p:grpSp>
        <p:nvGrpSpPr>
          <p:cNvPr id="13" name="object 13"/>
          <p:cNvGrpSpPr/>
          <p:nvPr/>
        </p:nvGrpSpPr>
        <p:grpSpPr>
          <a:xfrm>
            <a:off x="5199668" y="1360458"/>
            <a:ext cx="3602990" cy="3832860"/>
            <a:chOff x="5199668" y="1360458"/>
            <a:chExt cx="3602990" cy="3832860"/>
          </a:xfrm>
        </p:grpSpPr>
        <p:sp>
          <p:nvSpPr>
            <p:cNvPr id="14" name="object 14"/>
            <p:cNvSpPr/>
            <p:nvPr/>
          </p:nvSpPr>
          <p:spPr>
            <a:xfrm>
              <a:off x="5287009" y="1447800"/>
              <a:ext cx="3503929" cy="3733800"/>
            </a:xfrm>
            <a:custGeom>
              <a:avLst/>
              <a:gdLst/>
              <a:ahLst/>
              <a:cxnLst/>
              <a:rect l="l" t="t" r="r" b="b"/>
              <a:pathLst>
                <a:path w="3503929" h="3733800">
                  <a:moveTo>
                    <a:pt x="3503930" y="0"/>
                  </a:moveTo>
                  <a:lnTo>
                    <a:pt x="0" y="0"/>
                  </a:lnTo>
                  <a:lnTo>
                    <a:pt x="0" y="3733800"/>
                  </a:lnTo>
                  <a:lnTo>
                    <a:pt x="3503930" y="3733800"/>
                  </a:lnTo>
                  <a:lnTo>
                    <a:pt x="3503930" y="0"/>
                  </a:lnTo>
                  <a:close/>
                </a:path>
              </a:pathLst>
            </a:custGeom>
            <a:solidFill>
              <a:srgbClr val="B9B9B9">
                <a:alpha val="50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5287009" y="1447800"/>
              <a:ext cx="3503929" cy="3733800"/>
            </a:xfrm>
            <a:custGeom>
              <a:avLst/>
              <a:gdLst/>
              <a:ahLst/>
              <a:cxnLst/>
              <a:rect l="l" t="t" r="r" b="b"/>
              <a:pathLst>
                <a:path w="3503929" h="3733800">
                  <a:moveTo>
                    <a:pt x="1752599" y="3733800"/>
                  </a:moveTo>
                  <a:lnTo>
                    <a:pt x="0" y="3733800"/>
                  </a:lnTo>
                  <a:lnTo>
                    <a:pt x="0" y="0"/>
                  </a:lnTo>
                  <a:lnTo>
                    <a:pt x="3503930" y="0"/>
                  </a:lnTo>
                  <a:lnTo>
                    <a:pt x="3503930" y="3733800"/>
                  </a:lnTo>
                  <a:lnTo>
                    <a:pt x="1752599" y="3733800"/>
                  </a:lnTo>
                  <a:close/>
                </a:path>
              </a:pathLst>
            </a:custGeom>
            <a:ln w="22283">
              <a:solidFill>
                <a:srgbClr val="B9B9B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5210809" y="1371600"/>
              <a:ext cx="3503929" cy="3733800"/>
            </a:xfrm>
            <a:custGeom>
              <a:avLst/>
              <a:gdLst/>
              <a:ahLst/>
              <a:cxnLst/>
              <a:rect l="l" t="t" r="r" b="b"/>
              <a:pathLst>
                <a:path w="3503929" h="3733800">
                  <a:moveTo>
                    <a:pt x="3503930" y="0"/>
                  </a:moveTo>
                  <a:lnTo>
                    <a:pt x="0" y="0"/>
                  </a:lnTo>
                  <a:lnTo>
                    <a:pt x="0" y="3733800"/>
                  </a:lnTo>
                  <a:lnTo>
                    <a:pt x="1751330" y="3733800"/>
                  </a:lnTo>
                  <a:lnTo>
                    <a:pt x="3503930" y="3733800"/>
                  </a:lnTo>
                  <a:lnTo>
                    <a:pt x="3503930" y="0"/>
                  </a:lnTo>
                  <a:close/>
                </a:path>
              </a:pathLst>
            </a:custGeom>
            <a:solidFill>
              <a:srgbClr val="EBF2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5210809" y="1371600"/>
              <a:ext cx="3503929" cy="3733800"/>
            </a:xfrm>
            <a:custGeom>
              <a:avLst/>
              <a:gdLst/>
              <a:ahLst/>
              <a:cxnLst/>
              <a:rect l="l" t="t" r="r" b="b"/>
              <a:pathLst>
                <a:path w="3503929" h="3733800">
                  <a:moveTo>
                    <a:pt x="1751330" y="3733800"/>
                  </a:moveTo>
                  <a:lnTo>
                    <a:pt x="0" y="3733800"/>
                  </a:lnTo>
                  <a:lnTo>
                    <a:pt x="0" y="0"/>
                  </a:lnTo>
                  <a:lnTo>
                    <a:pt x="3503930" y="0"/>
                  </a:lnTo>
                  <a:lnTo>
                    <a:pt x="3503930" y="3733800"/>
                  </a:lnTo>
                  <a:lnTo>
                    <a:pt x="1751330" y="3733800"/>
                  </a:lnTo>
                  <a:close/>
                </a:path>
              </a:pathLst>
            </a:custGeom>
            <a:ln w="22283">
              <a:solidFill>
                <a:srgbClr val="FF99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561340" y="523240"/>
            <a:ext cx="3907154" cy="3902710"/>
          </a:xfrm>
          <a:prstGeom prst="rect">
            <a:avLst/>
          </a:prstGeom>
        </p:spPr>
        <p:txBody>
          <a:bodyPr vert="horz" wrap="square" lIns="0" tIns="63500" rIns="0" bIns="0" rtlCol="0">
            <a:spAutoFit/>
          </a:bodyPr>
          <a:lstStyle/>
          <a:p>
            <a:pPr marR="173990" algn="ctr">
              <a:lnSpc>
                <a:spcPct val="100000"/>
              </a:lnSpc>
              <a:spcBef>
                <a:spcPts val="500"/>
              </a:spcBef>
            </a:pPr>
            <a:r>
              <a:rPr sz="2400" b="1" dirty="0">
                <a:solidFill>
                  <a:srgbClr val="7C9AC5"/>
                </a:solidFill>
                <a:latin typeface="Arial"/>
                <a:cs typeface="Arial"/>
              </a:rPr>
              <a:t>Best</a:t>
            </a:r>
            <a:r>
              <a:rPr sz="2400" b="1" spc="-25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2400" b="1" dirty="0">
                <a:solidFill>
                  <a:srgbClr val="7C9AC5"/>
                </a:solidFill>
                <a:latin typeface="Arial"/>
                <a:cs typeface="Arial"/>
              </a:rPr>
              <a:t>of</a:t>
            </a:r>
            <a:r>
              <a:rPr sz="2400" b="1" spc="-15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2400" b="1" spc="-10" dirty="0">
                <a:solidFill>
                  <a:srgbClr val="7C9AC5"/>
                </a:solidFill>
                <a:latin typeface="Arial"/>
                <a:cs typeface="Arial"/>
              </a:rPr>
              <a:t>both</a:t>
            </a:r>
            <a:r>
              <a:rPr sz="2400" b="1" spc="-295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2400" b="1" spc="-10" dirty="0">
                <a:solidFill>
                  <a:srgbClr val="7C9AC5"/>
                </a:solidFill>
                <a:latin typeface="Arial"/>
                <a:cs typeface="Arial"/>
              </a:rPr>
              <a:t>worlds</a:t>
            </a:r>
            <a:endParaRPr sz="2400">
              <a:latin typeface="Arial"/>
              <a:cs typeface="Arial"/>
            </a:endParaRPr>
          </a:p>
          <a:p>
            <a:pPr marL="114300">
              <a:lnSpc>
                <a:spcPct val="100000"/>
              </a:lnSpc>
              <a:spcBef>
                <a:spcPts val="300"/>
              </a:spcBef>
            </a:pPr>
            <a:r>
              <a:rPr sz="1800" dirty="0">
                <a:solidFill>
                  <a:srgbClr val="6699CC"/>
                </a:solidFill>
                <a:latin typeface="Arial"/>
                <a:cs typeface="Arial"/>
              </a:rPr>
              <a:t>Benefits</a:t>
            </a:r>
            <a:r>
              <a:rPr sz="1800" spc="-25" dirty="0">
                <a:solidFill>
                  <a:srgbClr val="6699CC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6699CC"/>
                </a:solidFill>
                <a:latin typeface="Arial"/>
                <a:cs typeface="Arial"/>
              </a:rPr>
              <a:t>of</a:t>
            </a:r>
            <a:r>
              <a:rPr sz="1800" spc="-10" dirty="0">
                <a:solidFill>
                  <a:srgbClr val="6699CC"/>
                </a:solidFill>
                <a:latin typeface="Arial"/>
                <a:cs typeface="Arial"/>
              </a:rPr>
              <a:t> Server-</a:t>
            </a:r>
            <a:r>
              <a:rPr sz="1800" dirty="0">
                <a:solidFill>
                  <a:srgbClr val="6699CC"/>
                </a:solidFill>
                <a:latin typeface="Arial"/>
                <a:cs typeface="Arial"/>
              </a:rPr>
              <a:t>based</a:t>
            </a:r>
            <a:r>
              <a:rPr sz="1800" spc="-20" dirty="0">
                <a:solidFill>
                  <a:srgbClr val="6699CC"/>
                </a:solidFill>
                <a:latin typeface="Arial"/>
                <a:cs typeface="Arial"/>
              </a:rPr>
              <a:t> </a:t>
            </a:r>
            <a:r>
              <a:rPr sz="1800" spc="-10" dirty="0">
                <a:solidFill>
                  <a:srgbClr val="6699CC"/>
                </a:solidFill>
                <a:latin typeface="Arial"/>
                <a:cs typeface="Arial"/>
              </a:rPr>
              <a:t>Computing</a:t>
            </a: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800"/>
              </a:spcBef>
            </a:pPr>
            <a:endParaRPr sz="1800">
              <a:latin typeface="Arial"/>
              <a:cs typeface="Arial"/>
            </a:endParaRPr>
          </a:p>
          <a:p>
            <a:pPr marL="445770" indent="-174625">
              <a:lnSpc>
                <a:spcPct val="100000"/>
              </a:lnSpc>
              <a:buClr>
                <a:srgbClr val="333333"/>
              </a:buClr>
              <a:buSzPct val="78125"/>
              <a:buFont typeface="Arial"/>
              <a:buChar char="•"/>
              <a:tabLst>
                <a:tab pos="445770" algn="l"/>
              </a:tabLst>
            </a:pPr>
            <a:r>
              <a:rPr sz="1600" b="1" dirty="0">
                <a:solidFill>
                  <a:srgbClr val="666666"/>
                </a:solidFill>
                <a:latin typeface="Arial"/>
                <a:cs typeface="Arial"/>
              </a:rPr>
              <a:t>Centralized</a:t>
            </a:r>
            <a:r>
              <a:rPr sz="1600" b="1" spc="-80" dirty="0">
                <a:solidFill>
                  <a:srgbClr val="666666"/>
                </a:solidFill>
                <a:latin typeface="Arial"/>
                <a:cs typeface="Arial"/>
              </a:rPr>
              <a:t> </a:t>
            </a:r>
            <a:r>
              <a:rPr sz="1600" b="1" spc="-10" dirty="0">
                <a:solidFill>
                  <a:srgbClr val="666666"/>
                </a:solidFill>
                <a:latin typeface="Arial"/>
                <a:cs typeface="Arial"/>
              </a:rPr>
              <a:t>Management</a:t>
            </a:r>
            <a:endParaRPr sz="1600">
              <a:latin typeface="Arial"/>
              <a:cs typeface="Arial"/>
            </a:endParaRPr>
          </a:p>
          <a:p>
            <a:pPr marL="445770" indent="-174625">
              <a:lnSpc>
                <a:spcPct val="100000"/>
              </a:lnSpc>
              <a:spcBef>
                <a:spcPts val="1410"/>
              </a:spcBef>
              <a:buClr>
                <a:srgbClr val="333333"/>
              </a:buClr>
              <a:buSzPct val="78125"/>
              <a:buFont typeface="Arial"/>
              <a:buChar char="•"/>
              <a:tabLst>
                <a:tab pos="445770" algn="l"/>
              </a:tabLst>
            </a:pPr>
            <a:r>
              <a:rPr sz="1600" b="1" dirty="0">
                <a:solidFill>
                  <a:srgbClr val="666666"/>
                </a:solidFill>
                <a:latin typeface="Arial"/>
                <a:cs typeface="Arial"/>
              </a:rPr>
              <a:t>Data</a:t>
            </a:r>
            <a:r>
              <a:rPr sz="1600" b="1" spc="-15" dirty="0">
                <a:solidFill>
                  <a:srgbClr val="666666"/>
                </a:solidFill>
                <a:latin typeface="Arial"/>
                <a:cs typeface="Arial"/>
              </a:rPr>
              <a:t> </a:t>
            </a:r>
            <a:r>
              <a:rPr sz="1600" b="1" spc="-10" dirty="0">
                <a:solidFill>
                  <a:srgbClr val="666666"/>
                </a:solidFill>
                <a:latin typeface="Arial"/>
                <a:cs typeface="Arial"/>
              </a:rPr>
              <a:t>Security</a:t>
            </a:r>
            <a:endParaRPr sz="1600">
              <a:latin typeface="Arial"/>
              <a:cs typeface="Arial"/>
            </a:endParaRPr>
          </a:p>
          <a:p>
            <a:pPr marL="445770" indent="-174625">
              <a:lnSpc>
                <a:spcPct val="100000"/>
              </a:lnSpc>
              <a:spcBef>
                <a:spcPts val="1420"/>
              </a:spcBef>
              <a:buClr>
                <a:srgbClr val="333333"/>
              </a:buClr>
              <a:buSzPct val="78125"/>
              <a:buFont typeface="Arial"/>
              <a:buChar char="•"/>
              <a:tabLst>
                <a:tab pos="445770" algn="l"/>
              </a:tabLst>
            </a:pPr>
            <a:r>
              <a:rPr sz="1600" b="1" dirty="0">
                <a:solidFill>
                  <a:srgbClr val="666666"/>
                </a:solidFill>
                <a:latin typeface="Arial"/>
                <a:cs typeface="Arial"/>
              </a:rPr>
              <a:t>Lower</a:t>
            </a:r>
            <a:r>
              <a:rPr sz="1600" b="1" spc="-40" dirty="0">
                <a:solidFill>
                  <a:srgbClr val="666666"/>
                </a:solidFill>
                <a:latin typeface="Arial"/>
                <a:cs typeface="Arial"/>
              </a:rPr>
              <a:t> </a:t>
            </a:r>
            <a:r>
              <a:rPr sz="1600" b="1" spc="-10" dirty="0">
                <a:solidFill>
                  <a:srgbClr val="666666"/>
                </a:solidFill>
                <a:latin typeface="Arial"/>
                <a:cs typeface="Arial"/>
              </a:rPr>
              <a:t>Costs</a:t>
            </a:r>
            <a:endParaRPr sz="1600">
              <a:latin typeface="Arial"/>
              <a:cs typeface="Arial"/>
            </a:endParaRPr>
          </a:p>
          <a:p>
            <a:pPr marL="445770" indent="-174625">
              <a:lnSpc>
                <a:spcPct val="100000"/>
              </a:lnSpc>
              <a:spcBef>
                <a:spcPts val="1410"/>
              </a:spcBef>
              <a:buClr>
                <a:srgbClr val="333333"/>
              </a:buClr>
              <a:buSzPct val="78125"/>
              <a:buFont typeface="Arial"/>
              <a:buChar char="•"/>
              <a:tabLst>
                <a:tab pos="445770" algn="l"/>
              </a:tabLst>
            </a:pPr>
            <a:r>
              <a:rPr sz="1600" b="1" dirty="0">
                <a:solidFill>
                  <a:srgbClr val="666666"/>
                </a:solidFill>
                <a:latin typeface="Arial"/>
                <a:cs typeface="Arial"/>
              </a:rPr>
              <a:t>Remote</a:t>
            </a:r>
            <a:r>
              <a:rPr sz="1600" b="1" spc="-55" dirty="0">
                <a:solidFill>
                  <a:srgbClr val="666666"/>
                </a:solidFill>
                <a:latin typeface="Arial"/>
                <a:cs typeface="Arial"/>
              </a:rPr>
              <a:t> </a:t>
            </a:r>
            <a:r>
              <a:rPr sz="1600" b="1" spc="-10" dirty="0">
                <a:solidFill>
                  <a:srgbClr val="666666"/>
                </a:solidFill>
                <a:latin typeface="Arial"/>
                <a:cs typeface="Arial"/>
              </a:rPr>
              <a:t>Access</a:t>
            </a:r>
            <a:endParaRPr sz="1600">
              <a:latin typeface="Arial"/>
              <a:cs typeface="Arial"/>
            </a:endParaRPr>
          </a:p>
          <a:p>
            <a:pPr marL="445770" indent="-174625">
              <a:lnSpc>
                <a:spcPct val="100000"/>
              </a:lnSpc>
              <a:spcBef>
                <a:spcPts val="1410"/>
              </a:spcBef>
              <a:buClr>
                <a:srgbClr val="333333"/>
              </a:buClr>
              <a:buSzPct val="78125"/>
              <a:buFont typeface="Arial"/>
              <a:buChar char="•"/>
              <a:tabLst>
                <a:tab pos="445770" algn="l"/>
              </a:tabLst>
            </a:pPr>
            <a:r>
              <a:rPr sz="1600" b="1" spc="-10" dirty="0">
                <a:solidFill>
                  <a:srgbClr val="666666"/>
                </a:solidFill>
                <a:latin typeface="Arial"/>
                <a:cs typeface="Arial"/>
              </a:rPr>
              <a:t>Scalability</a:t>
            </a:r>
            <a:endParaRPr sz="1600">
              <a:latin typeface="Arial"/>
              <a:cs typeface="Arial"/>
            </a:endParaRPr>
          </a:p>
          <a:p>
            <a:pPr marL="445770" indent="-174625">
              <a:lnSpc>
                <a:spcPct val="100000"/>
              </a:lnSpc>
              <a:spcBef>
                <a:spcPts val="1420"/>
              </a:spcBef>
              <a:buClr>
                <a:srgbClr val="333333"/>
              </a:buClr>
              <a:buSzPct val="78125"/>
              <a:buFont typeface="Arial"/>
              <a:buChar char="•"/>
              <a:tabLst>
                <a:tab pos="445770" algn="l"/>
              </a:tabLst>
            </a:pPr>
            <a:r>
              <a:rPr sz="1600" b="1" dirty="0">
                <a:solidFill>
                  <a:srgbClr val="666666"/>
                </a:solidFill>
                <a:latin typeface="Arial"/>
                <a:cs typeface="Arial"/>
              </a:rPr>
              <a:t>User</a:t>
            </a:r>
            <a:r>
              <a:rPr sz="1600" b="1" spc="-20" dirty="0">
                <a:solidFill>
                  <a:srgbClr val="666666"/>
                </a:solidFill>
                <a:latin typeface="Arial"/>
                <a:cs typeface="Arial"/>
              </a:rPr>
              <a:t> </a:t>
            </a:r>
            <a:r>
              <a:rPr sz="1600" b="1" spc="-10" dirty="0">
                <a:solidFill>
                  <a:srgbClr val="666666"/>
                </a:solidFill>
                <a:latin typeface="Arial"/>
                <a:cs typeface="Arial"/>
              </a:rPr>
              <a:t>Management</a:t>
            </a:r>
            <a:endParaRPr sz="1600">
              <a:latin typeface="Arial"/>
              <a:cs typeface="Arial"/>
            </a:endParaRPr>
          </a:p>
          <a:p>
            <a:pPr marL="445770" indent="-174625">
              <a:lnSpc>
                <a:spcPct val="100000"/>
              </a:lnSpc>
              <a:spcBef>
                <a:spcPts val="1410"/>
              </a:spcBef>
              <a:buClr>
                <a:srgbClr val="333333"/>
              </a:buClr>
              <a:buSzPct val="78125"/>
              <a:buFont typeface="Arial"/>
              <a:buChar char="•"/>
              <a:tabLst>
                <a:tab pos="445770" algn="l"/>
              </a:tabLst>
            </a:pPr>
            <a:r>
              <a:rPr sz="1600" b="1" dirty="0">
                <a:solidFill>
                  <a:srgbClr val="666666"/>
                </a:solidFill>
                <a:latin typeface="Arial"/>
                <a:cs typeface="Arial"/>
              </a:rPr>
              <a:t>Desktop</a:t>
            </a:r>
            <a:r>
              <a:rPr sz="1600" b="1" spc="-75" dirty="0">
                <a:solidFill>
                  <a:srgbClr val="666666"/>
                </a:solidFill>
                <a:latin typeface="Arial"/>
                <a:cs typeface="Arial"/>
              </a:rPr>
              <a:t> </a:t>
            </a:r>
            <a:r>
              <a:rPr sz="1600" b="1" dirty="0">
                <a:solidFill>
                  <a:srgbClr val="666666"/>
                </a:solidFill>
                <a:latin typeface="Arial"/>
                <a:cs typeface="Arial"/>
              </a:rPr>
              <a:t>Lifecycle</a:t>
            </a:r>
            <a:r>
              <a:rPr sz="1600" b="1" spc="-75" dirty="0">
                <a:solidFill>
                  <a:srgbClr val="666666"/>
                </a:solidFill>
                <a:latin typeface="Arial"/>
                <a:cs typeface="Arial"/>
              </a:rPr>
              <a:t> </a:t>
            </a:r>
            <a:r>
              <a:rPr sz="1600" b="1" spc="-10" dirty="0">
                <a:solidFill>
                  <a:srgbClr val="666666"/>
                </a:solidFill>
                <a:latin typeface="Arial"/>
                <a:cs typeface="Arial"/>
              </a:rPr>
              <a:t>Management</a:t>
            </a:r>
            <a:endParaRPr sz="1600">
              <a:latin typeface="Arial"/>
              <a:cs typeface="Arial"/>
            </a:endParaRPr>
          </a:p>
        </p:txBody>
      </p:sp>
      <p:sp>
        <p:nvSpPr>
          <p:cNvPr id="35" name="object 35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25" dirty="0"/>
              <a:t>40</a:t>
            </a:fld>
            <a:endParaRPr spc="-25" dirty="0"/>
          </a:p>
        </p:txBody>
      </p:sp>
      <p:sp>
        <p:nvSpPr>
          <p:cNvPr id="19" name="object 19"/>
          <p:cNvSpPr txBox="1"/>
          <p:nvPr/>
        </p:nvSpPr>
        <p:spPr>
          <a:xfrm>
            <a:off x="5299709" y="1591310"/>
            <a:ext cx="69850" cy="65278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sz="1250" spc="-50" dirty="0">
                <a:solidFill>
                  <a:srgbClr val="333333"/>
                </a:solidFill>
                <a:latin typeface="Arial"/>
                <a:cs typeface="Arial"/>
              </a:rPr>
              <a:t>•</a:t>
            </a:r>
            <a:endParaRPr sz="12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9"/>
              </a:spcBef>
            </a:pPr>
            <a:endParaRPr sz="12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r>
              <a:rPr sz="1250" spc="-50" dirty="0">
                <a:solidFill>
                  <a:srgbClr val="333333"/>
                </a:solidFill>
                <a:latin typeface="Arial"/>
                <a:cs typeface="Arial"/>
              </a:rPr>
              <a:t>•</a:t>
            </a:r>
            <a:endParaRPr sz="125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5299709" y="2453639"/>
            <a:ext cx="69850" cy="220979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sz="1250" spc="-50" dirty="0">
                <a:solidFill>
                  <a:srgbClr val="333333"/>
                </a:solidFill>
                <a:latin typeface="Arial"/>
                <a:cs typeface="Arial"/>
              </a:rPr>
              <a:t>•</a:t>
            </a:r>
            <a:endParaRPr sz="125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5473700" y="2437129"/>
            <a:ext cx="2803525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1600" b="1" dirty="0">
                <a:solidFill>
                  <a:srgbClr val="666666"/>
                </a:solidFill>
                <a:latin typeface="Arial"/>
                <a:cs typeface="Arial"/>
              </a:rPr>
              <a:t>Full</a:t>
            </a:r>
            <a:r>
              <a:rPr sz="1600" b="1" spc="-60" dirty="0">
                <a:solidFill>
                  <a:srgbClr val="666666"/>
                </a:solidFill>
                <a:latin typeface="Arial"/>
                <a:cs typeface="Arial"/>
              </a:rPr>
              <a:t> </a:t>
            </a:r>
            <a:r>
              <a:rPr sz="1600" b="1" dirty="0">
                <a:solidFill>
                  <a:srgbClr val="666666"/>
                </a:solidFill>
                <a:latin typeface="Arial"/>
                <a:cs typeface="Arial"/>
              </a:rPr>
              <a:t>application</a:t>
            </a:r>
            <a:r>
              <a:rPr sz="1600" b="1" spc="-55" dirty="0">
                <a:solidFill>
                  <a:srgbClr val="666666"/>
                </a:solidFill>
                <a:latin typeface="Arial"/>
                <a:cs typeface="Arial"/>
              </a:rPr>
              <a:t> </a:t>
            </a:r>
            <a:r>
              <a:rPr sz="1600" b="1" spc="-10" dirty="0">
                <a:solidFill>
                  <a:srgbClr val="666666"/>
                </a:solidFill>
                <a:latin typeface="Arial"/>
                <a:cs typeface="Arial"/>
              </a:rPr>
              <a:t>compatibility</a:t>
            </a:r>
            <a:endParaRPr sz="16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5299709" y="2884169"/>
            <a:ext cx="69850" cy="220979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sz="1250" spc="-50" dirty="0">
                <a:solidFill>
                  <a:srgbClr val="333333"/>
                </a:solidFill>
                <a:latin typeface="Arial"/>
                <a:cs typeface="Arial"/>
              </a:rPr>
              <a:t>•</a:t>
            </a:r>
            <a:endParaRPr sz="125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5473700" y="2868929"/>
            <a:ext cx="2310130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1600" b="1" dirty="0">
                <a:solidFill>
                  <a:srgbClr val="666666"/>
                </a:solidFill>
                <a:latin typeface="Arial"/>
                <a:cs typeface="Arial"/>
              </a:rPr>
              <a:t>Complete</a:t>
            </a:r>
            <a:r>
              <a:rPr sz="1600" b="1" spc="-70" dirty="0">
                <a:solidFill>
                  <a:srgbClr val="666666"/>
                </a:solidFill>
                <a:latin typeface="Arial"/>
                <a:cs typeface="Arial"/>
              </a:rPr>
              <a:t> </a:t>
            </a:r>
            <a:r>
              <a:rPr sz="1600" b="1" dirty="0">
                <a:solidFill>
                  <a:srgbClr val="666666"/>
                </a:solidFill>
                <a:latin typeface="Arial"/>
                <a:cs typeface="Arial"/>
              </a:rPr>
              <a:t>user</a:t>
            </a:r>
            <a:r>
              <a:rPr sz="1600" b="1" spc="-50" dirty="0">
                <a:solidFill>
                  <a:srgbClr val="666666"/>
                </a:solidFill>
                <a:latin typeface="Arial"/>
                <a:cs typeface="Arial"/>
              </a:rPr>
              <a:t> </a:t>
            </a:r>
            <a:r>
              <a:rPr sz="1600" b="1" spc="-10" dirty="0">
                <a:solidFill>
                  <a:srgbClr val="666666"/>
                </a:solidFill>
                <a:latin typeface="Arial"/>
                <a:cs typeface="Arial"/>
              </a:rPr>
              <a:t>isolation</a:t>
            </a:r>
            <a:endParaRPr sz="160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5299709" y="3315970"/>
            <a:ext cx="69850" cy="220979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sz="1250" spc="-50" dirty="0">
                <a:solidFill>
                  <a:srgbClr val="333333"/>
                </a:solidFill>
                <a:latin typeface="Arial"/>
                <a:cs typeface="Arial"/>
              </a:rPr>
              <a:t>•</a:t>
            </a:r>
            <a:endParaRPr sz="1250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5473700" y="3299459"/>
            <a:ext cx="1948180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1600" b="1" dirty="0">
                <a:solidFill>
                  <a:srgbClr val="666666"/>
                </a:solidFill>
                <a:latin typeface="Arial"/>
                <a:cs typeface="Arial"/>
              </a:rPr>
              <a:t>Instant</a:t>
            </a:r>
            <a:r>
              <a:rPr sz="1600" b="1" spc="-50" dirty="0">
                <a:solidFill>
                  <a:srgbClr val="666666"/>
                </a:solidFill>
                <a:latin typeface="Arial"/>
                <a:cs typeface="Arial"/>
              </a:rPr>
              <a:t> </a:t>
            </a:r>
            <a:r>
              <a:rPr sz="1600" b="1" spc="-10" dirty="0">
                <a:solidFill>
                  <a:srgbClr val="666666"/>
                </a:solidFill>
                <a:latin typeface="Arial"/>
                <a:cs typeface="Arial"/>
              </a:rPr>
              <a:t>provisioning</a:t>
            </a:r>
            <a:endParaRPr sz="160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5299709" y="3746500"/>
            <a:ext cx="69850" cy="220979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sz="1250" spc="-50" dirty="0">
                <a:solidFill>
                  <a:srgbClr val="333333"/>
                </a:solidFill>
                <a:latin typeface="Arial"/>
                <a:cs typeface="Arial"/>
              </a:rPr>
              <a:t>•</a:t>
            </a:r>
            <a:endParaRPr sz="125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5473700" y="3729990"/>
            <a:ext cx="3075940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1600" b="1" dirty="0">
                <a:solidFill>
                  <a:srgbClr val="666666"/>
                </a:solidFill>
                <a:latin typeface="Arial"/>
                <a:cs typeface="Arial"/>
              </a:rPr>
              <a:t>Dynamic</a:t>
            </a:r>
            <a:r>
              <a:rPr sz="1600" b="1" spc="-65" dirty="0">
                <a:solidFill>
                  <a:srgbClr val="666666"/>
                </a:solidFill>
                <a:latin typeface="Arial"/>
                <a:cs typeface="Arial"/>
              </a:rPr>
              <a:t> </a:t>
            </a:r>
            <a:r>
              <a:rPr sz="1600" b="1" dirty="0">
                <a:solidFill>
                  <a:srgbClr val="666666"/>
                </a:solidFill>
                <a:latin typeface="Arial"/>
                <a:cs typeface="Arial"/>
              </a:rPr>
              <a:t>resource</a:t>
            </a:r>
            <a:r>
              <a:rPr sz="1600" b="1" spc="-60" dirty="0">
                <a:solidFill>
                  <a:srgbClr val="666666"/>
                </a:solidFill>
                <a:latin typeface="Arial"/>
                <a:cs typeface="Arial"/>
              </a:rPr>
              <a:t> </a:t>
            </a:r>
            <a:r>
              <a:rPr sz="1600" b="1" spc="-10" dirty="0">
                <a:solidFill>
                  <a:srgbClr val="666666"/>
                </a:solidFill>
                <a:latin typeface="Arial"/>
                <a:cs typeface="Arial"/>
              </a:rPr>
              <a:t>management</a:t>
            </a:r>
            <a:endParaRPr sz="16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5299709" y="4177029"/>
            <a:ext cx="69850" cy="220979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sz="1250" spc="-50" dirty="0">
                <a:solidFill>
                  <a:srgbClr val="333333"/>
                </a:solidFill>
                <a:latin typeface="Arial"/>
                <a:cs typeface="Arial"/>
              </a:rPr>
              <a:t>•</a:t>
            </a:r>
            <a:endParaRPr sz="1250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5473700" y="4161790"/>
            <a:ext cx="1715770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1600" b="1" dirty="0">
                <a:solidFill>
                  <a:srgbClr val="666666"/>
                </a:solidFill>
                <a:latin typeface="Arial"/>
                <a:cs typeface="Arial"/>
              </a:rPr>
              <a:t>Disaster</a:t>
            </a:r>
            <a:r>
              <a:rPr sz="1600" b="1" spc="-65" dirty="0">
                <a:solidFill>
                  <a:srgbClr val="666666"/>
                </a:solidFill>
                <a:latin typeface="Arial"/>
                <a:cs typeface="Arial"/>
              </a:rPr>
              <a:t> </a:t>
            </a:r>
            <a:r>
              <a:rPr sz="1600" b="1" spc="-10" dirty="0">
                <a:solidFill>
                  <a:srgbClr val="666666"/>
                </a:solidFill>
                <a:latin typeface="Arial"/>
                <a:cs typeface="Arial"/>
              </a:rPr>
              <a:t>recovery</a:t>
            </a:r>
            <a:endParaRPr sz="1600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5299709" y="4608829"/>
            <a:ext cx="69850" cy="220979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sz="1250" spc="-50" dirty="0">
                <a:solidFill>
                  <a:srgbClr val="333333"/>
                </a:solidFill>
                <a:latin typeface="Arial"/>
                <a:cs typeface="Arial"/>
              </a:rPr>
              <a:t>•</a:t>
            </a:r>
            <a:endParaRPr sz="1250">
              <a:latin typeface="Arial"/>
              <a:cs typeface="Arial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5473700" y="4592320"/>
            <a:ext cx="2366010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1600" b="1" dirty="0">
                <a:solidFill>
                  <a:srgbClr val="666666"/>
                </a:solidFill>
                <a:latin typeface="Arial"/>
                <a:cs typeface="Arial"/>
              </a:rPr>
              <a:t>Desktop</a:t>
            </a:r>
            <a:r>
              <a:rPr sz="1600" b="1" spc="-40" dirty="0">
                <a:solidFill>
                  <a:srgbClr val="666666"/>
                </a:solidFill>
                <a:latin typeface="Arial"/>
                <a:cs typeface="Arial"/>
              </a:rPr>
              <a:t> </a:t>
            </a:r>
            <a:r>
              <a:rPr sz="1600" b="1" spc="-10" dirty="0">
                <a:solidFill>
                  <a:srgbClr val="666666"/>
                </a:solidFill>
                <a:latin typeface="Arial"/>
                <a:cs typeface="Arial"/>
              </a:rPr>
              <a:t>standardization</a:t>
            </a:r>
            <a:endParaRPr sz="1600">
              <a:latin typeface="Arial"/>
              <a:cs typeface="Arial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1818639" y="5474970"/>
            <a:ext cx="5772150" cy="5130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200" b="1" i="1" dirty="0">
                <a:solidFill>
                  <a:srgbClr val="4C4C4C"/>
                </a:solidFill>
                <a:latin typeface="Arial"/>
                <a:cs typeface="Arial"/>
              </a:rPr>
              <a:t>Virtual</a:t>
            </a:r>
            <a:r>
              <a:rPr sz="3200" b="1" i="1" spc="-25" dirty="0">
                <a:solidFill>
                  <a:srgbClr val="4C4C4C"/>
                </a:solidFill>
                <a:latin typeface="Arial"/>
                <a:cs typeface="Arial"/>
              </a:rPr>
              <a:t> </a:t>
            </a:r>
            <a:r>
              <a:rPr sz="3200" b="1" i="1" dirty="0">
                <a:solidFill>
                  <a:srgbClr val="4C4C4C"/>
                </a:solidFill>
                <a:latin typeface="Arial"/>
                <a:cs typeface="Arial"/>
              </a:rPr>
              <a:t>Desktop</a:t>
            </a:r>
            <a:r>
              <a:rPr sz="3200" b="1" i="1" spc="-10" dirty="0">
                <a:solidFill>
                  <a:srgbClr val="4C4C4C"/>
                </a:solidFill>
                <a:latin typeface="Arial"/>
                <a:cs typeface="Arial"/>
              </a:rPr>
              <a:t> Infrastructure</a:t>
            </a:r>
            <a:endParaRPr sz="3200">
              <a:latin typeface="Arial"/>
              <a:cs typeface="Arial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4442459" y="2466340"/>
            <a:ext cx="619125" cy="12446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0" b="1" spc="-50" dirty="0">
                <a:solidFill>
                  <a:srgbClr val="FF9900"/>
                </a:solidFill>
                <a:latin typeface="Arial"/>
                <a:cs typeface="Arial"/>
              </a:rPr>
              <a:t>+</a:t>
            </a:r>
            <a:endParaRPr sz="8000">
              <a:latin typeface="Arial"/>
              <a:cs typeface="Arial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5473700" y="1576070"/>
            <a:ext cx="3040380" cy="6997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ts val="1714"/>
              </a:lnSpc>
              <a:spcBef>
                <a:spcPts val="100"/>
              </a:spcBef>
            </a:pPr>
            <a:r>
              <a:rPr sz="1600" b="1" dirty="0">
                <a:solidFill>
                  <a:srgbClr val="666666"/>
                </a:solidFill>
                <a:latin typeface="Arial"/>
                <a:cs typeface="Arial"/>
              </a:rPr>
              <a:t>Remote</a:t>
            </a:r>
            <a:r>
              <a:rPr sz="1600" b="1" spc="-45" dirty="0">
                <a:solidFill>
                  <a:srgbClr val="666666"/>
                </a:solidFill>
                <a:latin typeface="Arial"/>
                <a:cs typeface="Arial"/>
              </a:rPr>
              <a:t> </a:t>
            </a:r>
            <a:r>
              <a:rPr sz="1600" b="1" dirty="0">
                <a:solidFill>
                  <a:srgbClr val="666666"/>
                </a:solidFill>
                <a:latin typeface="Arial"/>
                <a:cs typeface="Arial"/>
              </a:rPr>
              <a:t>access</a:t>
            </a:r>
            <a:r>
              <a:rPr sz="1600" b="1" spc="-35" dirty="0">
                <a:solidFill>
                  <a:srgbClr val="666666"/>
                </a:solidFill>
                <a:latin typeface="Arial"/>
                <a:cs typeface="Arial"/>
              </a:rPr>
              <a:t> </a:t>
            </a:r>
            <a:r>
              <a:rPr sz="1600" b="1" dirty="0">
                <a:solidFill>
                  <a:srgbClr val="666666"/>
                </a:solidFill>
                <a:latin typeface="Arial"/>
                <a:cs typeface="Arial"/>
              </a:rPr>
              <a:t>to</a:t>
            </a:r>
            <a:r>
              <a:rPr sz="1600" b="1" spc="-45" dirty="0">
                <a:solidFill>
                  <a:srgbClr val="666666"/>
                </a:solidFill>
                <a:latin typeface="Arial"/>
                <a:cs typeface="Arial"/>
              </a:rPr>
              <a:t> </a:t>
            </a:r>
            <a:r>
              <a:rPr sz="1600" b="1" dirty="0">
                <a:solidFill>
                  <a:srgbClr val="666666"/>
                </a:solidFill>
                <a:latin typeface="Arial"/>
                <a:cs typeface="Arial"/>
              </a:rPr>
              <a:t>full</a:t>
            </a:r>
            <a:r>
              <a:rPr sz="1600" b="1" spc="-40" dirty="0">
                <a:solidFill>
                  <a:srgbClr val="666666"/>
                </a:solidFill>
                <a:latin typeface="Arial"/>
                <a:cs typeface="Arial"/>
              </a:rPr>
              <a:t> </a:t>
            </a:r>
            <a:r>
              <a:rPr sz="1600" b="1" spc="-10" dirty="0">
                <a:solidFill>
                  <a:srgbClr val="666666"/>
                </a:solidFill>
                <a:latin typeface="Arial"/>
                <a:cs typeface="Arial"/>
              </a:rPr>
              <a:t>desktops</a:t>
            </a:r>
            <a:endParaRPr sz="1600">
              <a:latin typeface="Arial"/>
              <a:cs typeface="Arial"/>
            </a:endParaRPr>
          </a:p>
          <a:p>
            <a:pPr marL="255270">
              <a:lnSpc>
                <a:spcPts val="1235"/>
              </a:lnSpc>
            </a:pPr>
            <a:r>
              <a:rPr sz="1200" b="1" i="1" spc="-10" dirty="0">
                <a:solidFill>
                  <a:srgbClr val="FF9900"/>
                </a:solidFill>
                <a:latin typeface="Arial"/>
                <a:cs typeface="Arial"/>
              </a:rPr>
              <a:t>(Always</a:t>
            </a:r>
            <a:r>
              <a:rPr sz="1200" b="1" i="1" spc="-55" dirty="0">
                <a:solidFill>
                  <a:srgbClr val="FF9900"/>
                </a:solidFill>
                <a:latin typeface="Arial"/>
                <a:cs typeface="Arial"/>
              </a:rPr>
              <a:t> </a:t>
            </a:r>
            <a:r>
              <a:rPr sz="1200" b="1" i="1" dirty="0">
                <a:solidFill>
                  <a:srgbClr val="FF9900"/>
                </a:solidFill>
                <a:latin typeface="Arial"/>
                <a:cs typeface="Arial"/>
              </a:rPr>
              <a:t>on,</a:t>
            </a:r>
            <a:r>
              <a:rPr sz="1200" b="1" i="1" spc="-55" dirty="0">
                <a:solidFill>
                  <a:srgbClr val="FF9900"/>
                </a:solidFill>
                <a:latin typeface="Arial"/>
                <a:cs typeface="Arial"/>
              </a:rPr>
              <a:t> </a:t>
            </a:r>
            <a:r>
              <a:rPr sz="1200" b="1" i="1" spc="-10" dirty="0">
                <a:solidFill>
                  <a:srgbClr val="FF9900"/>
                </a:solidFill>
                <a:latin typeface="Arial"/>
                <a:cs typeface="Arial"/>
              </a:rPr>
              <a:t>Always</a:t>
            </a:r>
            <a:r>
              <a:rPr sz="1200" b="1" i="1" spc="-55" dirty="0">
                <a:solidFill>
                  <a:srgbClr val="FF9900"/>
                </a:solidFill>
                <a:latin typeface="Arial"/>
                <a:cs typeface="Arial"/>
              </a:rPr>
              <a:t> </a:t>
            </a:r>
            <a:r>
              <a:rPr sz="1200" b="1" i="1" spc="-10" dirty="0">
                <a:solidFill>
                  <a:srgbClr val="FF9900"/>
                </a:solidFill>
                <a:latin typeface="Arial"/>
                <a:cs typeface="Arial"/>
              </a:rPr>
              <a:t>connected</a:t>
            </a:r>
            <a:r>
              <a:rPr sz="1200" b="1" i="1" spc="-55" dirty="0">
                <a:solidFill>
                  <a:srgbClr val="FF9900"/>
                </a:solidFill>
                <a:latin typeface="Arial"/>
                <a:cs typeface="Arial"/>
              </a:rPr>
              <a:t> </a:t>
            </a:r>
            <a:r>
              <a:rPr sz="1200" b="1" i="1" spc="-50" dirty="0">
                <a:solidFill>
                  <a:srgbClr val="FF9900"/>
                </a:solidFill>
                <a:latin typeface="Arial"/>
                <a:cs typeface="Arial"/>
              </a:rPr>
              <a:t>)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39"/>
              </a:spcBef>
            </a:pPr>
            <a:r>
              <a:rPr sz="1600" b="1" dirty="0">
                <a:solidFill>
                  <a:srgbClr val="666666"/>
                </a:solidFill>
                <a:latin typeface="Arial"/>
                <a:cs typeface="Arial"/>
              </a:rPr>
              <a:t>Hardware</a:t>
            </a:r>
            <a:r>
              <a:rPr sz="1600" b="1" spc="-70" dirty="0">
                <a:solidFill>
                  <a:srgbClr val="666666"/>
                </a:solidFill>
                <a:latin typeface="Arial"/>
                <a:cs typeface="Arial"/>
              </a:rPr>
              <a:t> </a:t>
            </a:r>
            <a:r>
              <a:rPr sz="1600" b="1" spc="-10" dirty="0">
                <a:solidFill>
                  <a:srgbClr val="666666"/>
                </a:solidFill>
                <a:latin typeface="Arial"/>
                <a:cs typeface="Arial"/>
              </a:rPr>
              <a:t>independence</a:t>
            </a:r>
            <a:endParaRPr sz="1600">
              <a:latin typeface="Arial"/>
              <a:cs typeface="Arial"/>
            </a:endParaRPr>
          </a:p>
        </p:txBody>
      </p:sp>
    </p:spTree>
  </p:cSld>
  <p:clrMapOvr>
    <a:masterClrMapping/>
  </p:clrMapOvr>
  <p:transition>
    <p:wipe dir="r"/>
  </p:transition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60119" y="492759"/>
            <a:ext cx="6240780" cy="609600"/>
          </a:xfrm>
          <a:custGeom>
            <a:avLst/>
            <a:gdLst/>
            <a:ahLst/>
            <a:cxnLst/>
            <a:rect l="l" t="t" r="r" b="b"/>
            <a:pathLst>
              <a:path w="6240780" h="609600">
                <a:moveTo>
                  <a:pt x="6240780" y="0"/>
                </a:moveTo>
                <a:lnTo>
                  <a:pt x="0" y="0"/>
                </a:lnTo>
                <a:lnTo>
                  <a:pt x="0" y="609600"/>
                </a:lnTo>
                <a:lnTo>
                  <a:pt x="3120390" y="609600"/>
                </a:lnTo>
                <a:lnTo>
                  <a:pt x="6240780" y="609600"/>
                </a:lnTo>
                <a:lnTo>
                  <a:pt x="62407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993139" y="481329"/>
            <a:ext cx="5370195" cy="589280"/>
          </a:xfrm>
          <a:prstGeom prst="rect">
            <a:avLst/>
          </a:prstGeom>
        </p:spPr>
        <p:txBody>
          <a:bodyPr vert="horz" wrap="square" lIns="0" tIns="59055" rIns="0" bIns="0" rtlCol="0">
            <a:spAutoFit/>
          </a:bodyPr>
          <a:lstStyle/>
          <a:p>
            <a:pPr marL="12700" marR="5080">
              <a:lnSpc>
                <a:spcPts val="2039"/>
              </a:lnSpc>
              <a:spcBef>
                <a:spcPts val="465"/>
              </a:spcBef>
            </a:pPr>
            <a:r>
              <a:rPr sz="2000" dirty="0"/>
              <a:t>VMware</a:t>
            </a:r>
            <a:r>
              <a:rPr sz="2000" spc="-50" dirty="0"/>
              <a:t> </a:t>
            </a:r>
            <a:r>
              <a:rPr sz="2000" dirty="0"/>
              <a:t>Infrastructure</a:t>
            </a:r>
            <a:r>
              <a:rPr sz="2000" spc="-35" dirty="0"/>
              <a:t> </a:t>
            </a:r>
            <a:r>
              <a:rPr sz="2000" dirty="0"/>
              <a:t>–</a:t>
            </a:r>
            <a:r>
              <a:rPr sz="2000" spc="-40" dirty="0"/>
              <a:t> </a:t>
            </a:r>
            <a:r>
              <a:rPr sz="2000" dirty="0"/>
              <a:t>Key</a:t>
            </a:r>
            <a:r>
              <a:rPr sz="2000" spc="-45" dirty="0"/>
              <a:t> </a:t>
            </a:r>
            <a:r>
              <a:rPr sz="2000" dirty="0"/>
              <a:t>Solutions</a:t>
            </a:r>
            <a:r>
              <a:rPr sz="2000" spc="-35" dirty="0"/>
              <a:t> </a:t>
            </a:r>
            <a:r>
              <a:rPr sz="2000" dirty="0"/>
              <a:t>/</a:t>
            </a:r>
            <a:r>
              <a:rPr sz="2000" spc="-55" dirty="0"/>
              <a:t> </a:t>
            </a:r>
            <a:r>
              <a:rPr sz="2000" spc="-25" dirty="0"/>
              <a:t>Use </a:t>
            </a:r>
            <a:r>
              <a:rPr sz="2000" spc="-10" dirty="0"/>
              <a:t>Cases</a:t>
            </a:r>
            <a:endParaRPr sz="2000"/>
          </a:p>
        </p:txBody>
      </p:sp>
      <p:grpSp>
        <p:nvGrpSpPr>
          <p:cNvPr id="4" name="object 4"/>
          <p:cNvGrpSpPr/>
          <p:nvPr/>
        </p:nvGrpSpPr>
        <p:grpSpPr>
          <a:xfrm>
            <a:off x="705484" y="4290695"/>
            <a:ext cx="722630" cy="723900"/>
            <a:chOff x="705484" y="4290695"/>
            <a:chExt cx="722630" cy="723900"/>
          </a:xfrm>
        </p:grpSpPr>
        <p:sp>
          <p:nvSpPr>
            <p:cNvPr id="5" name="object 5"/>
            <p:cNvSpPr/>
            <p:nvPr/>
          </p:nvSpPr>
          <p:spPr>
            <a:xfrm>
              <a:off x="734059" y="4319270"/>
              <a:ext cx="665480" cy="666750"/>
            </a:xfrm>
            <a:custGeom>
              <a:avLst/>
              <a:gdLst/>
              <a:ahLst/>
              <a:cxnLst/>
              <a:rect l="l" t="t" r="r" b="b"/>
              <a:pathLst>
                <a:path w="665480" h="666750">
                  <a:moveTo>
                    <a:pt x="332740" y="666749"/>
                  </a:moveTo>
                  <a:lnTo>
                    <a:pt x="0" y="666749"/>
                  </a:lnTo>
                  <a:lnTo>
                    <a:pt x="0" y="0"/>
                  </a:lnTo>
                  <a:lnTo>
                    <a:pt x="665480" y="0"/>
                  </a:lnTo>
                  <a:lnTo>
                    <a:pt x="665480" y="666749"/>
                  </a:lnTo>
                  <a:lnTo>
                    <a:pt x="332740" y="666749"/>
                  </a:lnTo>
                  <a:close/>
                </a:path>
              </a:pathLst>
            </a:custGeom>
            <a:ln w="5714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61999" y="4348480"/>
              <a:ext cx="609600" cy="609600"/>
            </a:xfrm>
            <a:prstGeom prst="rect">
              <a:avLst/>
            </a:prstGeom>
          </p:spPr>
        </p:pic>
      </p:grpSp>
      <p:grpSp>
        <p:nvGrpSpPr>
          <p:cNvPr id="7" name="object 7"/>
          <p:cNvGrpSpPr/>
          <p:nvPr/>
        </p:nvGrpSpPr>
        <p:grpSpPr>
          <a:xfrm>
            <a:off x="705484" y="2639695"/>
            <a:ext cx="725170" cy="1543050"/>
            <a:chOff x="705484" y="2639695"/>
            <a:chExt cx="725170" cy="1543050"/>
          </a:xfrm>
        </p:grpSpPr>
        <p:sp>
          <p:nvSpPr>
            <p:cNvPr id="8" name="object 8"/>
            <p:cNvSpPr/>
            <p:nvPr/>
          </p:nvSpPr>
          <p:spPr>
            <a:xfrm>
              <a:off x="734059" y="3478530"/>
              <a:ext cx="668020" cy="675640"/>
            </a:xfrm>
            <a:custGeom>
              <a:avLst/>
              <a:gdLst/>
              <a:ahLst/>
              <a:cxnLst/>
              <a:rect l="l" t="t" r="r" b="b"/>
              <a:pathLst>
                <a:path w="668019" h="675639">
                  <a:moveTo>
                    <a:pt x="332740" y="675640"/>
                  </a:moveTo>
                  <a:lnTo>
                    <a:pt x="0" y="675640"/>
                  </a:lnTo>
                  <a:lnTo>
                    <a:pt x="0" y="0"/>
                  </a:lnTo>
                  <a:lnTo>
                    <a:pt x="668020" y="0"/>
                  </a:lnTo>
                  <a:lnTo>
                    <a:pt x="668020" y="675640"/>
                  </a:lnTo>
                  <a:lnTo>
                    <a:pt x="332740" y="675640"/>
                  </a:lnTo>
                  <a:close/>
                </a:path>
              </a:pathLst>
            </a:custGeom>
            <a:ln w="5714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" name="object 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61999" y="3506470"/>
              <a:ext cx="610869" cy="619759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734059" y="2668270"/>
              <a:ext cx="668020" cy="673100"/>
            </a:xfrm>
            <a:custGeom>
              <a:avLst/>
              <a:gdLst/>
              <a:ahLst/>
              <a:cxnLst/>
              <a:rect l="l" t="t" r="r" b="b"/>
              <a:pathLst>
                <a:path w="668019" h="673100">
                  <a:moveTo>
                    <a:pt x="332740" y="673100"/>
                  </a:moveTo>
                  <a:lnTo>
                    <a:pt x="0" y="673100"/>
                  </a:lnTo>
                  <a:lnTo>
                    <a:pt x="0" y="0"/>
                  </a:lnTo>
                  <a:lnTo>
                    <a:pt x="668020" y="0"/>
                  </a:lnTo>
                  <a:lnTo>
                    <a:pt x="668020" y="673100"/>
                  </a:lnTo>
                  <a:lnTo>
                    <a:pt x="332740" y="673100"/>
                  </a:lnTo>
                  <a:close/>
                </a:path>
              </a:pathLst>
            </a:custGeom>
            <a:ln w="5714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61999" y="2697480"/>
              <a:ext cx="610869" cy="615950"/>
            </a:xfrm>
            <a:prstGeom prst="rect">
              <a:avLst/>
            </a:prstGeom>
          </p:spPr>
        </p:pic>
      </p:grpSp>
      <p:grpSp>
        <p:nvGrpSpPr>
          <p:cNvPr id="12" name="object 12"/>
          <p:cNvGrpSpPr/>
          <p:nvPr/>
        </p:nvGrpSpPr>
        <p:grpSpPr>
          <a:xfrm>
            <a:off x="609600" y="1069976"/>
            <a:ext cx="8077200" cy="1428750"/>
            <a:chOff x="609600" y="1069976"/>
            <a:chExt cx="8077200" cy="1428750"/>
          </a:xfrm>
        </p:grpSpPr>
        <p:sp>
          <p:nvSpPr>
            <p:cNvPr id="13" name="object 13"/>
            <p:cNvSpPr/>
            <p:nvPr/>
          </p:nvSpPr>
          <p:spPr>
            <a:xfrm>
              <a:off x="609600" y="1720849"/>
              <a:ext cx="8077200" cy="0"/>
            </a:xfrm>
            <a:custGeom>
              <a:avLst/>
              <a:gdLst/>
              <a:ahLst/>
              <a:cxnLst/>
              <a:rect l="l" t="t" r="r" b="b"/>
              <a:pathLst>
                <a:path w="8077200">
                  <a:moveTo>
                    <a:pt x="0" y="0"/>
                  </a:moveTo>
                  <a:lnTo>
                    <a:pt x="8077200" y="0"/>
                  </a:lnTo>
                </a:path>
              </a:pathLst>
            </a:custGeom>
            <a:ln w="19048">
              <a:solidFill>
                <a:srgbClr val="33669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734060" y="1098549"/>
              <a:ext cx="662940" cy="646430"/>
            </a:xfrm>
            <a:custGeom>
              <a:avLst/>
              <a:gdLst/>
              <a:ahLst/>
              <a:cxnLst/>
              <a:rect l="l" t="t" r="r" b="b"/>
              <a:pathLst>
                <a:path w="662940" h="646430">
                  <a:moveTo>
                    <a:pt x="331470" y="646429"/>
                  </a:moveTo>
                  <a:lnTo>
                    <a:pt x="0" y="646429"/>
                  </a:lnTo>
                  <a:lnTo>
                    <a:pt x="0" y="0"/>
                  </a:lnTo>
                  <a:lnTo>
                    <a:pt x="662940" y="0"/>
                  </a:lnTo>
                  <a:lnTo>
                    <a:pt x="662940" y="646429"/>
                  </a:lnTo>
                  <a:lnTo>
                    <a:pt x="331470" y="646429"/>
                  </a:lnTo>
                  <a:close/>
                </a:path>
              </a:pathLst>
            </a:custGeom>
            <a:ln w="5714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62000" y="1126489"/>
              <a:ext cx="607060" cy="589279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718820" y="1803399"/>
              <a:ext cx="666750" cy="666750"/>
            </a:xfrm>
            <a:custGeom>
              <a:avLst/>
              <a:gdLst/>
              <a:ahLst/>
              <a:cxnLst/>
              <a:rect l="l" t="t" r="r" b="b"/>
              <a:pathLst>
                <a:path w="666750" h="666750">
                  <a:moveTo>
                    <a:pt x="334010" y="666750"/>
                  </a:moveTo>
                  <a:lnTo>
                    <a:pt x="0" y="666750"/>
                  </a:lnTo>
                  <a:lnTo>
                    <a:pt x="0" y="0"/>
                  </a:lnTo>
                  <a:lnTo>
                    <a:pt x="666749" y="0"/>
                  </a:lnTo>
                  <a:lnTo>
                    <a:pt x="666749" y="666750"/>
                  </a:lnTo>
                  <a:lnTo>
                    <a:pt x="334010" y="666750"/>
                  </a:lnTo>
                  <a:close/>
                </a:path>
              </a:pathLst>
            </a:custGeom>
            <a:ln w="5714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" name="object 1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48029" y="1831339"/>
              <a:ext cx="609600" cy="609600"/>
            </a:xfrm>
            <a:prstGeom prst="rect">
              <a:avLst/>
            </a:prstGeom>
          </p:spPr>
        </p:pic>
      </p:grpSp>
      <p:sp>
        <p:nvSpPr>
          <p:cNvPr id="18" name="object 18"/>
          <p:cNvSpPr txBox="1"/>
          <p:nvPr/>
        </p:nvSpPr>
        <p:spPr>
          <a:xfrm>
            <a:off x="614906" y="1136650"/>
            <a:ext cx="8079740" cy="4739640"/>
          </a:xfrm>
          <a:prstGeom prst="rect">
            <a:avLst/>
          </a:prstGeom>
        </p:spPr>
        <p:txBody>
          <a:bodyPr vert="horz" wrap="square" lIns="0" tIns="55244" rIns="0" bIns="0" rtlCol="0">
            <a:spAutoFit/>
          </a:bodyPr>
          <a:lstStyle/>
          <a:p>
            <a:pPr marL="1358265" marR="591185">
              <a:lnSpc>
                <a:spcPts val="1830"/>
              </a:lnSpc>
              <a:spcBef>
                <a:spcPts val="434"/>
              </a:spcBef>
            </a:pP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Server</a:t>
            </a:r>
            <a:r>
              <a:rPr sz="1800" b="1" spc="-55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Consolidation</a:t>
            </a:r>
            <a:r>
              <a:rPr sz="1800" b="1" spc="-45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and</a:t>
            </a:r>
            <a:r>
              <a:rPr sz="1800" b="1" spc="-40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Containment</a:t>
            </a:r>
            <a:r>
              <a:rPr sz="1800" b="1" spc="-40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B9B9B9"/>
                </a:solidFill>
                <a:latin typeface="Arial"/>
                <a:cs typeface="Arial"/>
              </a:rPr>
              <a:t>–</a:t>
            </a:r>
            <a:r>
              <a:rPr sz="1800" spc="-55" dirty="0">
                <a:solidFill>
                  <a:srgbClr val="B9B9B9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Eliminate</a:t>
            </a:r>
            <a:r>
              <a:rPr sz="1800" spc="-5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server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sprawl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by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deploying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systems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into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virtual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machines</a:t>
            </a:r>
            <a:endParaRPr sz="1800">
              <a:latin typeface="Arial"/>
              <a:cs typeface="Arial"/>
            </a:endParaRPr>
          </a:p>
          <a:p>
            <a:pPr marL="1344295" marR="266065">
              <a:lnSpc>
                <a:spcPts val="1830"/>
              </a:lnSpc>
              <a:spcBef>
                <a:spcPts val="1210"/>
              </a:spcBef>
            </a:pP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Infrastructure</a:t>
            </a:r>
            <a:r>
              <a:rPr sz="1800" b="1" spc="-50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Provisioning</a:t>
            </a:r>
            <a:r>
              <a:rPr sz="1800" b="1" spc="-35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–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Reduce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the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time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for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provisioning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new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infrastructure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to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minutes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with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sophisticated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automation capabilities.</a:t>
            </a:r>
            <a:endParaRPr sz="1800">
              <a:latin typeface="Arial"/>
              <a:cs typeface="Arial"/>
            </a:endParaRPr>
          </a:p>
          <a:p>
            <a:pPr marL="1358265" marR="130175">
              <a:lnSpc>
                <a:spcPct val="85000"/>
              </a:lnSpc>
              <a:spcBef>
                <a:spcPts val="1090"/>
              </a:spcBef>
            </a:pP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Business</a:t>
            </a:r>
            <a:r>
              <a:rPr sz="1800" b="1" spc="-45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Continuity</a:t>
            </a:r>
            <a:r>
              <a:rPr sz="1800" b="1" spc="-30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–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Reduce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the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cost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and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complexity</a:t>
            </a:r>
            <a:r>
              <a:rPr sz="1800" spc="-2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25" dirty="0">
                <a:solidFill>
                  <a:srgbClr val="333333"/>
                </a:solidFill>
                <a:latin typeface="Arial"/>
                <a:cs typeface="Arial"/>
              </a:rPr>
              <a:t>of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business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continuity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by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encapsulating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entire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systems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files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that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25" dirty="0">
                <a:solidFill>
                  <a:srgbClr val="333333"/>
                </a:solidFill>
                <a:latin typeface="Arial"/>
                <a:cs typeface="Arial"/>
              </a:rPr>
              <a:t>can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be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replicated</a:t>
            </a:r>
            <a:r>
              <a:rPr sz="1800" spc="-2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and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restored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onto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any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target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server</a:t>
            </a:r>
            <a:endParaRPr sz="1800">
              <a:latin typeface="Arial"/>
              <a:cs typeface="Arial"/>
            </a:endParaRPr>
          </a:p>
          <a:p>
            <a:pPr marL="1358265" marR="155575">
              <a:lnSpc>
                <a:spcPct val="85000"/>
              </a:lnSpc>
              <a:spcBef>
                <a:spcPts val="1110"/>
              </a:spcBef>
            </a:pP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Test</a:t>
            </a:r>
            <a:r>
              <a:rPr sz="1800" b="1" spc="-30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and</a:t>
            </a:r>
            <a:r>
              <a:rPr sz="1800" b="1" spc="-25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Development</a:t>
            </a:r>
            <a:r>
              <a:rPr sz="1800" b="1" spc="-40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–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Rapidly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provision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and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re-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provision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20" dirty="0">
                <a:solidFill>
                  <a:srgbClr val="333333"/>
                </a:solidFill>
                <a:latin typeface="Arial"/>
                <a:cs typeface="Arial"/>
              </a:rPr>
              <a:t>test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and</a:t>
            </a:r>
            <a:r>
              <a:rPr sz="1800" spc="-5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development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servers;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store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libraries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of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pre-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configured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20" dirty="0">
                <a:solidFill>
                  <a:srgbClr val="333333"/>
                </a:solidFill>
                <a:latin typeface="Arial"/>
                <a:cs typeface="Arial"/>
              </a:rPr>
              <a:t>test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machines</a:t>
            </a:r>
            <a:endParaRPr sz="1800">
              <a:latin typeface="Arial"/>
              <a:cs typeface="Arial"/>
            </a:endParaRPr>
          </a:p>
          <a:p>
            <a:pPr marL="1359535" marR="158115">
              <a:lnSpc>
                <a:spcPts val="1830"/>
              </a:lnSpc>
              <a:spcBef>
                <a:spcPts val="1120"/>
              </a:spcBef>
              <a:tabLst>
                <a:tab pos="6384925" algn="l"/>
              </a:tabLst>
            </a:pP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Enterprise</a:t>
            </a:r>
            <a:r>
              <a:rPr sz="1800" b="1" spc="-50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Desktop</a:t>
            </a:r>
            <a:r>
              <a:rPr sz="1800" b="1" spc="-35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–</a:t>
            </a:r>
            <a:r>
              <a:rPr sz="1800" spc="-5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Secure</a:t>
            </a:r>
            <a:r>
              <a:rPr sz="1800" spc="-5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unmanaged</a:t>
            </a:r>
            <a:r>
              <a:rPr sz="1800" spc="-5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20" dirty="0">
                <a:solidFill>
                  <a:srgbClr val="333333"/>
                </a:solidFill>
                <a:latin typeface="Arial"/>
                <a:cs typeface="Arial"/>
              </a:rPr>
              <a:t>PCs.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	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Alternatively,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provide</a:t>
            </a:r>
            <a:r>
              <a:rPr sz="1800" spc="-6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standardized</a:t>
            </a:r>
            <a:r>
              <a:rPr sz="1800" spc="-6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enterprise</a:t>
            </a:r>
            <a:r>
              <a:rPr sz="1800" spc="-5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desktop</a:t>
            </a:r>
            <a:r>
              <a:rPr sz="1800" spc="-6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environments</a:t>
            </a:r>
            <a:r>
              <a:rPr sz="1800" spc="-5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hosted</a:t>
            </a:r>
            <a:r>
              <a:rPr sz="1800" spc="-6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on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servers.</a:t>
            </a:r>
            <a:endParaRPr sz="1800">
              <a:latin typeface="Arial"/>
              <a:cs typeface="Arial"/>
            </a:endParaRPr>
          </a:p>
          <a:p>
            <a:pPr marL="1359535" marR="130175">
              <a:lnSpc>
                <a:spcPct val="85000"/>
              </a:lnSpc>
              <a:spcBef>
                <a:spcPts val="1095"/>
              </a:spcBef>
            </a:pP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Legacy</a:t>
            </a:r>
            <a:r>
              <a:rPr sz="1800" b="1" spc="-45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Application</a:t>
            </a:r>
            <a:r>
              <a:rPr sz="1800" b="1" spc="-25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b="1" spc="-10" dirty="0">
                <a:solidFill>
                  <a:srgbClr val="33669A"/>
                </a:solidFill>
                <a:latin typeface="Arial"/>
                <a:cs typeface="Arial"/>
              </a:rPr>
              <a:t>Re-</a:t>
            </a:r>
            <a:r>
              <a:rPr sz="1800" b="1" dirty="0">
                <a:solidFill>
                  <a:srgbClr val="33669A"/>
                </a:solidFill>
                <a:latin typeface="Arial"/>
                <a:cs typeface="Arial"/>
              </a:rPr>
              <a:t>hosting</a:t>
            </a:r>
            <a:r>
              <a:rPr sz="1800" b="1" spc="-30" dirty="0">
                <a:solidFill>
                  <a:srgbClr val="33669A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–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Migrate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legacy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operating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systems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and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software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applications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to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virtual</a:t>
            </a:r>
            <a:r>
              <a:rPr sz="18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machines</a:t>
            </a:r>
            <a:r>
              <a:rPr sz="18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running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25" dirty="0">
                <a:solidFill>
                  <a:srgbClr val="333333"/>
                </a:solidFill>
                <a:latin typeface="Arial"/>
                <a:cs typeface="Arial"/>
              </a:rPr>
              <a:t>on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new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hardware</a:t>
            </a:r>
            <a:r>
              <a:rPr sz="1800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for</a:t>
            </a:r>
            <a:r>
              <a:rPr sz="1800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dirty="0">
                <a:solidFill>
                  <a:srgbClr val="333333"/>
                </a:solidFill>
                <a:latin typeface="Arial"/>
                <a:cs typeface="Arial"/>
              </a:rPr>
              <a:t>better</a:t>
            </a:r>
            <a:r>
              <a:rPr sz="1800" spc="-2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spc="-10" dirty="0">
                <a:solidFill>
                  <a:srgbClr val="333333"/>
                </a:solidFill>
                <a:latin typeface="Arial"/>
                <a:cs typeface="Arial"/>
              </a:rPr>
              <a:t>reliability</a:t>
            </a:r>
            <a:endParaRPr sz="1800">
              <a:latin typeface="Arial"/>
              <a:cs typeface="Arial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609600" y="2553970"/>
            <a:ext cx="8077200" cy="0"/>
          </a:xfrm>
          <a:custGeom>
            <a:avLst/>
            <a:gdLst/>
            <a:ahLst/>
            <a:cxnLst/>
            <a:rect l="l" t="t" r="r" b="b"/>
            <a:pathLst>
              <a:path w="8077200">
                <a:moveTo>
                  <a:pt x="0" y="0"/>
                </a:moveTo>
                <a:lnTo>
                  <a:pt x="8077200" y="0"/>
                </a:lnTo>
              </a:path>
            </a:pathLst>
          </a:custGeom>
          <a:ln w="19048">
            <a:solidFill>
              <a:srgbClr val="33669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609600" y="3404870"/>
            <a:ext cx="8077200" cy="0"/>
          </a:xfrm>
          <a:custGeom>
            <a:avLst/>
            <a:gdLst/>
            <a:ahLst/>
            <a:cxnLst/>
            <a:rect l="l" t="t" r="r" b="b"/>
            <a:pathLst>
              <a:path w="8077200">
                <a:moveTo>
                  <a:pt x="0" y="0"/>
                </a:moveTo>
                <a:lnTo>
                  <a:pt x="8077200" y="0"/>
                </a:lnTo>
              </a:path>
            </a:pathLst>
          </a:custGeom>
          <a:ln w="19048">
            <a:solidFill>
              <a:srgbClr val="33669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609600" y="4240529"/>
            <a:ext cx="8077200" cy="0"/>
          </a:xfrm>
          <a:custGeom>
            <a:avLst/>
            <a:gdLst/>
            <a:ahLst/>
            <a:cxnLst/>
            <a:rect l="l" t="t" r="r" b="b"/>
            <a:pathLst>
              <a:path w="8077200">
                <a:moveTo>
                  <a:pt x="0" y="0"/>
                </a:moveTo>
                <a:lnTo>
                  <a:pt x="8077200" y="0"/>
                </a:lnTo>
              </a:path>
            </a:pathLst>
          </a:custGeom>
          <a:ln w="19048">
            <a:solidFill>
              <a:srgbClr val="33669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" name="object 22"/>
          <p:cNvGrpSpPr/>
          <p:nvPr/>
        </p:nvGrpSpPr>
        <p:grpSpPr>
          <a:xfrm>
            <a:off x="586513" y="5065395"/>
            <a:ext cx="8136255" cy="904240"/>
            <a:chOff x="586513" y="5065395"/>
            <a:chExt cx="8136255" cy="904240"/>
          </a:xfrm>
        </p:grpSpPr>
        <p:sp>
          <p:nvSpPr>
            <p:cNvPr id="23" name="object 23"/>
            <p:cNvSpPr/>
            <p:nvPr/>
          </p:nvSpPr>
          <p:spPr>
            <a:xfrm>
              <a:off x="734060" y="5181599"/>
              <a:ext cx="668020" cy="665480"/>
            </a:xfrm>
            <a:custGeom>
              <a:avLst/>
              <a:gdLst/>
              <a:ahLst/>
              <a:cxnLst/>
              <a:rect l="l" t="t" r="r" b="b"/>
              <a:pathLst>
                <a:path w="668019" h="665479">
                  <a:moveTo>
                    <a:pt x="332740" y="665480"/>
                  </a:moveTo>
                  <a:lnTo>
                    <a:pt x="0" y="665480"/>
                  </a:lnTo>
                  <a:lnTo>
                    <a:pt x="0" y="0"/>
                  </a:lnTo>
                  <a:lnTo>
                    <a:pt x="668020" y="0"/>
                  </a:lnTo>
                  <a:lnTo>
                    <a:pt x="668020" y="665480"/>
                  </a:lnTo>
                  <a:lnTo>
                    <a:pt x="332740" y="665480"/>
                  </a:lnTo>
                  <a:close/>
                </a:path>
              </a:pathLst>
            </a:custGeom>
            <a:ln w="5714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" name="object 2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62000" y="5210809"/>
              <a:ext cx="612140" cy="608329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609600" y="5074919"/>
              <a:ext cx="8077200" cy="853440"/>
            </a:xfrm>
            <a:custGeom>
              <a:avLst/>
              <a:gdLst/>
              <a:ahLst/>
              <a:cxnLst/>
              <a:rect l="l" t="t" r="r" b="b"/>
              <a:pathLst>
                <a:path w="8077200" h="853439">
                  <a:moveTo>
                    <a:pt x="0" y="0"/>
                  </a:moveTo>
                  <a:lnTo>
                    <a:pt x="8077200" y="0"/>
                  </a:lnTo>
                </a:path>
                <a:path w="8077200" h="853439">
                  <a:moveTo>
                    <a:pt x="0" y="853439"/>
                  </a:moveTo>
                  <a:lnTo>
                    <a:pt x="8077200" y="853439"/>
                  </a:lnTo>
                </a:path>
              </a:pathLst>
            </a:custGeom>
            <a:ln w="19048">
              <a:solidFill>
                <a:srgbClr val="33669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600710" y="5118099"/>
              <a:ext cx="8107680" cy="836930"/>
            </a:xfrm>
            <a:custGeom>
              <a:avLst/>
              <a:gdLst/>
              <a:ahLst/>
              <a:cxnLst/>
              <a:rect l="l" t="t" r="r" b="b"/>
              <a:pathLst>
                <a:path w="8107680" h="836929">
                  <a:moveTo>
                    <a:pt x="4053840" y="836930"/>
                  </a:moveTo>
                  <a:lnTo>
                    <a:pt x="0" y="836930"/>
                  </a:lnTo>
                  <a:lnTo>
                    <a:pt x="0" y="0"/>
                  </a:lnTo>
                  <a:lnTo>
                    <a:pt x="8107680" y="0"/>
                  </a:lnTo>
                  <a:lnTo>
                    <a:pt x="8107680" y="836930"/>
                  </a:lnTo>
                  <a:lnTo>
                    <a:pt x="4053840" y="836930"/>
                  </a:lnTo>
                  <a:close/>
                </a:path>
              </a:pathLst>
            </a:custGeom>
            <a:ln w="28393">
              <a:solidFill>
                <a:srgbClr val="FF66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" name="object 27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25" dirty="0"/>
              <a:t>41</a:t>
            </a:fld>
            <a:endParaRPr spc="-25" dirty="0"/>
          </a:p>
        </p:txBody>
      </p:sp>
    </p:spTree>
  </p:cSld>
  <p:clrMapOvr>
    <a:masterClrMapping/>
  </p:clrMapOvr>
  <p:transition>
    <p:wipe dir="r"/>
  </p:transition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83540" y="1995170"/>
            <a:ext cx="7836534" cy="16256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5940"/>
              </a:lnSpc>
              <a:spcBef>
                <a:spcPts val="100"/>
              </a:spcBef>
            </a:pPr>
            <a:r>
              <a:rPr sz="5400" dirty="0">
                <a:solidFill>
                  <a:srgbClr val="333333"/>
                </a:solidFill>
              </a:rPr>
              <a:t>VMware</a:t>
            </a:r>
            <a:r>
              <a:rPr sz="5400" spc="-135" dirty="0">
                <a:solidFill>
                  <a:srgbClr val="333333"/>
                </a:solidFill>
              </a:rPr>
              <a:t> </a:t>
            </a:r>
            <a:r>
              <a:rPr sz="5400" dirty="0">
                <a:solidFill>
                  <a:srgbClr val="333333"/>
                </a:solidFill>
              </a:rPr>
              <a:t>Infrastructure</a:t>
            </a:r>
            <a:r>
              <a:rPr sz="5400" spc="-130" dirty="0">
                <a:solidFill>
                  <a:srgbClr val="333333"/>
                </a:solidFill>
              </a:rPr>
              <a:t> </a:t>
            </a:r>
            <a:r>
              <a:rPr sz="5400" spc="-50" dirty="0">
                <a:solidFill>
                  <a:srgbClr val="333333"/>
                </a:solidFill>
              </a:rPr>
              <a:t>3</a:t>
            </a:r>
            <a:endParaRPr sz="5400"/>
          </a:p>
          <a:p>
            <a:pPr marL="12700">
              <a:lnSpc>
                <a:spcPts val="6659"/>
              </a:lnSpc>
            </a:pPr>
            <a:r>
              <a:rPr sz="6000" spc="-10" dirty="0">
                <a:solidFill>
                  <a:srgbClr val="667CCC"/>
                </a:solidFill>
              </a:rPr>
              <a:t>Summary</a:t>
            </a:r>
            <a:endParaRPr sz="600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B80C019-C632-98AA-1EA1-0ED69727A0EF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pPr marL="6604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lang="en-US" spc="-50" smtClean="0"/>
              <a:t>42</a:t>
            </a:fld>
            <a:endParaRPr lang="en-US" spc="-50" dirty="0"/>
          </a:p>
        </p:txBody>
      </p:sp>
    </p:spTree>
  </p:cSld>
  <p:clrMapOvr>
    <a:masterClrMapping/>
  </p:clrMapOvr>
  <p:transition>
    <p:wipe dir="r"/>
  </p:transition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80439" y="595630"/>
            <a:ext cx="1483360" cy="403860"/>
          </a:xfrm>
          <a:custGeom>
            <a:avLst/>
            <a:gdLst/>
            <a:ahLst/>
            <a:cxnLst/>
            <a:rect l="l" t="t" r="r" b="b"/>
            <a:pathLst>
              <a:path w="1483360" h="403859">
                <a:moveTo>
                  <a:pt x="1483360" y="0"/>
                </a:moveTo>
                <a:lnTo>
                  <a:pt x="0" y="0"/>
                </a:lnTo>
                <a:lnTo>
                  <a:pt x="0" y="403860"/>
                </a:lnTo>
                <a:lnTo>
                  <a:pt x="741679" y="403860"/>
                </a:lnTo>
                <a:lnTo>
                  <a:pt x="1483360" y="403860"/>
                </a:lnTo>
                <a:lnTo>
                  <a:pt x="148336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013460" y="574040"/>
            <a:ext cx="139192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b="1" spc="-20" dirty="0">
                <a:solidFill>
                  <a:srgbClr val="7C9AC5"/>
                </a:solidFill>
                <a:latin typeface="Arial"/>
                <a:cs typeface="Arial"/>
              </a:rPr>
              <a:t>Summary</a:t>
            </a:r>
            <a:endParaRPr sz="2400">
              <a:latin typeface="Arial"/>
              <a:cs typeface="Arial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633730" y="1328420"/>
            <a:ext cx="5632450" cy="4826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000" dirty="0">
                <a:solidFill>
                  <a:srgbClr val="333333"/>
                </a:solidFill>
              </a:rPr>
              <a:t>Dramatic</a:t>
            </a:r>
            <a:r>
              <a:rPr sz="3000" spc="-40" dirty="0">
                <a:solidFill>
                  <a:srgbClr val="333333"/>
                </a:solidFill>
              </a:rPr>
              <a:t> </a:t>
            </a:r>
            <a:r>
              <a:rPr sz="3000" dirty="0">
                <a:solidFill>
                  <a:srgbClr val="333333"/>
                </a:solidFill>
              </a:rPr>
              <a:t>and</a:t>
            </a:r>
            <a:r>
              <a:rPr sz="3000" spc="-30" dirty="0">
                <a:solidFill>
                  <a:srgbClr val="333333"/>
                </a:solidFill>
              </a:rPr>
              <a:t> </a:t>
            </a:r>
            <a:r>
              <a:rPr sz="3000" dirty="0">
                <a:solidFill>
                  <a:srgbClr val="333333"/>
                </a:solidFill>
              </a:rPr>
              <a:t>real</a:t>
            </a:r>
            <a:r>
              <a:rPr sz="3000" spc="-55" dirty="0">
                <a:solidFill>
                  <a:srgbClr val="333333"/>
                </a:solidFill>
              </a:rPr>
              <a:t> </a:t>
            </a:r>
            <a:r>
              <a:rPr sz="3000" dirty="0">
                <a:solidFill>
                  <a:srgbClr val="333333"/>
                </a:solidFill>
              </a:rPr>
              <a:t>cost</a:t>
            </a:r>
            <a:r>
              <a:rPr sz="3000" spc="-40" dirty="0">
                <a:solidFill>
                  <a:srgbClr val="333333"/>
                </a:solidFill>
              </a:rPr>
              <a:t> </a:t>
            </a:r>
            <a:r>
              <a:rPr sz="3000" spc="-10" dirty="0">
                <a:solidFill>
                  <a:srgbClr val="333333"/>
                </a:solidFill>
              </a:rPr>
              <a:t>savings</a:t>
            </a:r>
            <a:endParaRPr sz="3000"/>
          </a:p>
        </p:txBody>
      </p:sp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47700" y="3101339"/>
            <a:ext cx="224790" cy="191770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47700" y="3705859"/>
            <a:ext cx="224790" cy="191769"/>
          </a:xfrm>
          <a:prstGeom prst="rect">
            <a:avLst/>
          </a:prstGeom>
        </p:spPr>
      </p:pic>
      <p:pic>
        <p:nvPicPr>
          <p:cNvPr id="7" name="object 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47700" y="4309109"/>
            <a:ext cx="224790" cy="191769"/>
          </a:xfrm>
          <a:prstGeom prst="rect">
            <a:avLst/>
          </a:prstGeom>
        </p:spPr>
      </p:pic>
      <p:sp>
        <p:nvSpPr>
          <p:cNvPr id="8" name="object 8"/>
          <p:cNvSpPr txBox="1"/>
          <p:nvPr/>
        </p:nvSpPr>
        <p:spPr>
          <a:xfrm>
            <a:off x="633730" y="2084568"/>
            <a:ext cx="7035165" cy="2547620"/>
          </a:xfrm>
          <a:prstGeom prst="rect">
            <a:avLst/>
          </a:prstGeom>
        </p:spPr>
        <p:txBody>
          <a:bodyPr vert="horz" wrap="square" lIns="0" tIns="2305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814"/>
              </a:spcBef>
            </a:pPr>
            <a:r>
              <a:rPr sz="3000" b="1" dirty="0">
                <a:solidFill>
                  <a:srgbClr val="333333"/>
                </a:solidFill>
                <a:latin typeface="Arial"/>
                <a:cs typeface="Arial"/>
              </a:rPr>
              <a:t>VI3:</a:t>
            </a:r>
            <a:r>
              <a:rPr sz="3000" b="1" spc="-8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3100" b="1" spc="-10" dirty="0">
                <a:solidFill>
                  <a:srgbClr val="333333"/>
                </a:solidFill>
                <a:latin typeface="Arial"/>
                <a:cs typeface="Arial"/>
              </a:rPr>
              <a:t>Infrastructure</a:t>
            </a:r>
            <a:r>
              <a:rPr sz="3100" b="1" spc="-9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3100" b="1" dirty="0">
                <a:solidFill>
                  <a:srgbClr val="333333"/>
                </a:solidFill>
                <a:latin typeface="Arial"/>
                <a:cs typeface="Arial"/>
              </a:rPr>
              <a:t>Virtualization</a:t>
            </a:r>
            <a:r>
              <a:rPr sz="3100" b="1" spc="-8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3100" b="1" spc="-10" dirty="0">
                <a:solidFill>
                  <a:srgbClr val="333333"/>
                </a:solidFill>
                <a:latin typeface="Arial"/>
                <a:cs typeface="Arial"/>
              </a:rPr>
              <a:t>Suite</a:t>
            </a:r>
            <a:endParaRPr sz="3100">
              <a:latin typeface="Arial"/>
              <a:cs typeface="Arial"/>
            </a:endParaRPr>
          </a:p>
          <a:p>
            <a:pPr marL="521970" marR="2642870">
              <a:lnSpc>
                <a:spcPct val="141700"/>
              </a:lnSpc>
              <a:spcBef>
                <a:spcPts val="150"/>
              </a:spcBef>
            </a:pPr>
            <a:r>
              <a:rPr sz="2800" dirty="0">
                <a:latin typeface="Arial"/>
                <a:cs typeface="Arial"/>
              </a:rPr>
              <a:t>Simplified</a:t>
            </a:r>
            <a:r>
              <a:rPr sz="2800" spc="-114" dirty="0">
                <a:latin typeface="Arial"/>
                <a:cs typeface="Arial"/>
              </a:rPr>
              <a:t> </a:t>
            </a:r>
            <a:r>
              <a:rPr sz="2800" spc="-10" dirty="0">
                <a:latin typeface="Arial"/>
                <a:cs typeface="Arial"/>
              </a:rPr>
              <a:t>operations </a:t>
            </a:r>
            <a:r>
              <a:rPr sz="2800" dirty="0">
                <a:latin typeface="Arial"/>
                <a:cs typeface="Arial"/>
              </a:rPr>
              <a:t>Increased</a:t>
            </a:r>
            <a:r>
              <a:rPr sz="2800" spc="-65" dirty="0">
                <a:latin typeface="Arial"/>
                <a:cs typeface="Arial"/>
              </a:rPr>
              <a:t> </a:t>
            </a:r>
            <a:r>
              <a:rPr sz="2800" dirty="0">
                <a:latin typeface="Arial"/>
                <a:cs typeface="Arial"/>
              </a:rPr>
              <a:t>Service</a:t>
            </a:r>
            <a:r>
              <a:rPr sz="2800" spc="-65" dirty="0">
                <a:latin typeface="Arial"/>
                <a:cs typeface="Arial"/>
              </a:rPr>
              <a:t> </a:t>
            </a:r>
            <a:r>
              <a:rPr sz="2800" spc="-10" dirty="0">
                <a:latin typeface="Arial"/>
                <a:cs typeface="Arial"/>
              </a:rPr>
              <a:t>levels</a:t>
            </a:r>
            <a:endParaRPr sz="2800">
              <a:latin typeface="Arial"/>
              <a:cs typeface="Arial"/>
            </a:endParaRPr>
          </a:p>
          <a:p>
            <a:pPr marL="521970">
              <a:lnSpc>
                <a:spcPct val="100000"/>
              </a:lnSpc>
              <a:spcBef>
                <a:spcPts val="1390"/>
              </a:spcBef>
            </a:pPr>
            <a:r>
              <a:rPr sz="2800" dirty="0">
                <a:latin typeface="Arial"/>
                <a:cs typeface="Arial"/>
              </a:rPr>
              <a:t>Extended</a:t>
            </a:r>
            <a:r>
              <a:rPr sz="2800" spc="-75" dirty="0">
                <a:latin typeface="Arial"/>
                <a:cs typeface="Arial"/>
              </a:rPr>
              <a:t> </a:t>
            </a:r>
            <a:r>
              <a:rPr sz="2800" dirty="0">
                <a:latin typeface="Arial"/>
                <a:cs typeface="Arial"/>
              </a:rPr>
              <a:t>range</a:t>
            </a:r>
            <a:r>
              <a:rPr sz="2800" spc="-65" dirty="0">
                <a:latin typeface="Arial"/>
                <a:cs typeface="Arial"/>
              </a:rPr>
              <a:t> </a:t>
            </a:r>
            <a:r>
              <a:rPr sz="2800" dirty="0">
                <a:latin typeface="Arial"/>
                <a:cs typeface="Arial"/>
              </a:rPr>
              <a:t>of</a:t>
            </a:r>
            <a:r>
              <a:rPr sz="2800" spc="-65" dirty="0">
                <a:latin typeface="Arial"/>
                <a:cs typeface="Arial"/>
              </a:rPr>
              <a:t> </a:t>
            </a:r>
            <a:r>
              <a:rPr sz="2800" dirty="0">
                <a:latin typeface="Arial"/>
                <a:cs typeface="Arial"/>
              </a:rPr>
              <a:t>supported</a:t>
            </a:r>
            <a:r>
              <a:rPr sz="2800" spc="-65" dirty="0">
                <a:latin typeface="Arial"/>
                <a:cs typeface="Arial"/>
              </a:rPr>
              <a:t> </a:t>
            </a:r>
            <a:r>
              <a:rPr sz="2800" spc="-10" dirty="0">
                <a:latin typeface="Arial"/>
                <a:cs typeface="Arial"/>
              </a:rPr>
              <a:t>platforms</a:t>
            </a:r>
            <a:endParaRPr sz="28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98779" y="6227544"/>
            <a:ext cx="139065" cy="139065"/>
          </a:xfrm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sz="800" spc="-25" dirty="0">
                <a:solidFill>
                  <a:srgbClr val="FFFFFF"/>
                </a:solidFill>
                <a:latin typeface="Arial"/>
                <a:cs typeface="Arial"/>
              </a:rPr>
              <a:t>43</a:t>
            </a:r>
            <a:endParaRPr sz="800">
              <a:latin typeface="Arial"/>
              <a:cs typeface="Arial"/>
            </a:endParaRPr>
          </a:p>
        </p:txBody>
      </p:sp>
      <p:sp>
        <p:nvSpPr>
          <p:cNvPr id="11" name="Slide Number Placeholder 10">
            <a:extLst>
              <a:ext uri="{FF2B5EF4-FFF2-40B4-BE49-F238E27FC236}">
                <a16:creationId xmlns:a16="http://schemas.microsoft.com/office/drawing/2014/main" id="{13D031C9-C773-6879-48BF-05D64AB488B8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pPr marL="6604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lang="en-US" spc="-50" smtClean="0"/>
              <a:t>43</a:t>
            </a:fld>
            <a:endParaRPr lang="en-US" spc="-50" dirty="0"/>
          </a:p>
        </p:txBody>
      </p:sp>
    </p:spTree>
  </p:cSld>
  <p:clrMapOvr>
    <a:masterClrMapping/>
  </p:clrMapOvr>
  <p:transition>
    <p:wipe dir="r"/>
  </p:transition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534669" y="2444750"/>
            <a:ext cx="7850505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200" spc="-20" dirty="0">
                <a:solidFill>
                  <a:srgbClr val="333333"/>
                </a:solidFill>
              </a:rPr>
              <a:t>Virtual</a:t>
            </a:r>
            <a:r>
              <a:rPr sz="7200" spc="-455" dirty="0">
                <a:solidFill>
                  <a:srgbClr val="333333"/>
                </a:solidFill>
              </a:rPr>
              <a:t> </a:t>
            </a:r>
            <a:r>
              <a:rPr sz="7200" spc="-60" dirty="0">
                <a:solidFill>
                  <a:srgbClr val="333333"/>
                </a:solidFill>
              </a:rPr>
              <a:t>Appliances</a:t>
            </a:r>
            <a:endParaRPr sz="720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75DB76E-93B5-E735-3F76-6D4594954663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pPr marL="6604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lang="en-US" spc="-50" smtClean="0"/>
              <a:t>44</a:t>
            </a:fld>
            <a:endParaRPr lang="en-US" spc="-50" dirty="0"/>
          </a:p>
        </p:txBody>
      </p:sp>
    </p:spTree>
  </p:cSld>
  <p:clrMapOvr>
    <a:masterClrMapping/>
  </p:clrMapOvr>
  <p:transition>
    <p:wipe dir="r"/>
  </p:transition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3180" y="1350010"/>
            <a:ext cx="1861820" cy="2503170"/>
          </a:xfrm>
          <a:prstGeom prst="rect">
            <a:avLst/>
          </a:prstGeom>
        </p:spPr>
      </p:pic>
      <p:sp>
        <p:nvSpPr>
          <p:cNvPr id="3" name="object 3"/>
          <p:cNvSpPr/>
          <p:nvPr/>
        </p:nvSpPr>
        <p:spPr>
          <a:xfrm>
            <a:off x="980439" y="595630"/>
            <a:ext cx="6892290" cy="403860"/>
          </a:xfrm>
          <a:custGeom>
            <a:avLst/>
            <a:gdLst/>
            <a:ahLst/>
            <a:cxnLst/>
            <a:rect l="l" t="t" r="r" b="b"/>
            <a:pathLst>
              <a:path w="6892290" h="403859">
                <a:moveTo>
                  <a:pt x="6892289" y="0"/>
                </a:moveTo>
                <a:lnTo>
                  <a:pt x="0" y="0"/>
                </a:lnTo>
                <a:lnTo>
                  <a:pt x="0" y="403860"/>
                </a:lnTo>
                <a:lnTo>
                  <a:pt x="3445510" y="403860"/>
                </a:lnTo>
                <a:lnTo>
                  <a:pt x="6892289" y="403860"/>
                </a:lnTo>
                <a:lnTo>
                  <a:pt x="689228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08000">
              <a:lnSpc>
                <a:spcPct val="100000"/>
              </a:lnSpc>
              <a:spcBef>
                <a:spcPts val="100"/>
              </a:spcBef>
            </a:pPr>
            <a:r>
              <a:rPr dirty="0"/>
              <a:t>Virtual</a:t>
            </a:r>
            <a:r>
              <a:rPr spc="-45" dirty="0"/>
              <a:t> </a:t>
            </a:r>
            <a:r>
              <a:rPr spc="-40" dirty="0"/>
              <a:t>Appliances</a:t>
            </a:r>
            <a:r>
              <a:rPr spc="-155" dirty="0"/>
              <a:t> </a:t>
            </a:r>
            <a:r>
              <a:rPr dirty="0"/>
              <a:t>changing</a:t>
            </a:r>
            <a:r>
              <a:rPr spc="-20" dirty="0"/>
              <a:t> </a:t>
            </a:r>
            <a:r>
              <a:rPr spc="-10" dirty="0"/>
              <a:t>the</a:t>
            </a:r>
            <a:r>
              <a:rPr spc="-280" dirty="0"/>
              <a:t> </a:t>
            </a:r>
            <a:r>
              <a:rPr dirty="0"/>
              <a:t>role</a:t>
            </a:r>
            <a:r>
              <a:rPr spc="-15" dirty="0"/>
              <a:t> </a:t>
            </a:r>
            <a:r>
              <a:rPr dirty="0"/>
              <a:t>of</a:t>
            </a:r>
            <a:r>
              <a:rPr spc="-20" dirty="0"/>
              <a:t> </a:t>
            </a:r>
            <a:r>
              <a:rPr spc="-10" dirty="0"/>
              <a:t>the</a:t>
            </a:r>
            <a:r>
              <a:rPr spc="-225" dirty="0"/>
              <a:t> </a:t>
            </a:r>
            <a:r>
              <a:rPr spc="-35" dirty="0"/>
              <a:t>OS</a:t>
            </a:r>
          </a:p>
        </p:txBody>
      </p:sp>
      <p:grpSp>
        <p:nvGrpSpPr>
          <p:cNvPr id="5" name="object 5"/>
          <p:cNvGrpSpPr/>
          <p:nvPr/>
        </p:nvGrpSpPr>
        <p:grpSpPr>
          <a:xfrm>
            <a:off x="257809" y="1729739"/>
            <a:ext cx="4771390" cy="3914140"/>
            <a:chOff x="257809" y="1729739"/>
            <a:chExt cx="4771390" cy="3914140"/>
          </a:xfrm>
        </p:grpSpPr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14449" y="3139439"/>
              <a:ext cx="1863089" cy="2504439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98270" y="4408169"/>
              <a:ext cx="1694180" cy="1149350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396999" y="1995169"/>
              <a:ext cx="1695450" cy="1149350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396999" y="3194050"/>
              <a:ext cx="1697989" cy="1154430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303020" y="1729739"/>
              <a:ext cx="1883410" cy="2080260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359149" y="3919219"/>
              <a:ext cx="1670050" cy="378460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60349" y="3914139"/>
              <a:ext cx="3962400" cy="397510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887469" y="4075429"/>
              <a:ext cx="74929" cy="7493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017009" y="4075429"/>
              <a:ext cx="74929" cy="74930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147819" y="4075429"/>
              <a:ext cx="74929" cy="74930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57809" y="4074160"/>
              <a:ext cx="74929" cy="74929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88619" y="4074160"/>
              <a:ext cx="74929" cy="74929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19429" y="4074160"/>
              <a:ext cx="73660" cy="74929"/>
            </a:xfrm>
            <a:prstGeom prst="rect">
              <a:avLst/>
            </a:prstGeom>
          </p:spPr>
        </p:pic>
      </p:grpSp>
      <p:sp>
        <p:nvSpPr>
          <p:cNvPr id="19" name="object 19"/>
          <p:cNvSpPr txBox="1"/>
          <p:nvPr/>
        </p:nvSpPr>
        <p:spPr>
          <a:xfrm>
            <a:off x="3545840" y="1728470"/>
            <a:ext cx="4551045" cy="16217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312420">
              <a:lnSpc>
                <a:spcPct val="100000"/>
              </a:lnSpc>
              <a:spcBef>
                <a:spcPts val="100"/>
              </a:spcBef>
            </a:pPr>
            <a:r>
              <a:rPr sz="1800" b="1" spc="-10" dirty="0">
                <a:solidFill>
                  <a:srgbClr val="7C9AC5"/>
                </a:solidFill>
                <a:latin typeface="Arial"/>
                <a:cs typeface="Arial"/>
              </a:rPr>
              <a:t>Pre-</a:t>
            </a:r>
            <a:r>
              <a:rPr sz="1800" b="1" dirty="0">
                <a:solidFill>
                  <a:srgbClr val="7C9AC5"/>
                </a:solidFill>
                <a:latin typeface="Arial"/>
                <a:cs typeface="Arial"/>
              </a:rPr>
              <a:t>installed,</a:t>
            </a:r>
            <a:r>
              <a:rPr sz="1800" b="1" spc="-50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800" b="1" spc="-10" dirty="0">
                <a:solidFill>
                  <a:srgbClr val="7C9AC5"/>
                </a:solidFill>
                <a:latin typeface="Arial"/>
                <a:cs typeface="Arial"/>
              </a:rPr>
              <a:t>pre-</a:t>
            </a:r>
            <a:r>
              <a:rPr sz="1800" b="1" dirty="0">
                <a:solidFill>
                  <a:srgbClr val="7C9AC5"/>
                </a:solidFill>
                <a:latin typeface="Arial"/>
                <a:cs typeface="Arial"/>
              </a:rPr>
              <a:t>configured</a:t>
            </a:r>
            <a:r>
              <a:rPr sz="1800" b="1" spc="-45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800" b="1" spc="-10" dirty="0">
                <a:solidFill>
                  <a:srgbClr val="7C9AC5"/>
                </a:solidFill>
                <a:latin typeface="Arial"/>
                <a:cs typeface="Arial"/>
              </a:rPr>
              <a:t>packages </a:t>
            </a:r>
            <a:r>
              <a:rPr sz="1800" b="1" dirty="0">
                <a:solidFill>
                  <a:srgbClr val="7C9AC5"/>
                </a:solidFill>
                <a:latin typeface="Arial"/>
                <a:cs typeface="Arial"/>
              </a:rPr>
              <a:t>of</a:t>
            </a:r>
            <a:r>
              <a:rPr sz="1800" b="1" spc="-20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7C9AC5"/>
                </a:solidFill>
                <a:latin typeface="Arial"/>
                <a:cs typeface="Arial"/>
              </a:rPr>
              <a:t>application</a:t>
            </a:r>
            <a:r>
              <a:rPr sz="1800" b="1" spc="-20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7C9AC5"/>
                </a:solidFill>
                <a:latin typeface="Arial"/>
                <a:cs typeface="Arial"/>
              </a:rPr>
              <a:t>+</a:t>
            </a:r>
            <a:r>
              <a:rPr sz="1800" b="1" spc="-25" dirty="0">
                <a:solidFill>
                  <a:srgbClr val="7C9AC5"/>
                </a:solidFill>
                <a:latin typeface="Arial"/>
                <a:cs typeface="Arial"/>
              </a:rPr>
              <a:t> OS</a:t>
            </a:r>
            <a:endParaRPr sz="1800">
              <a:latin typeface="Arial"/>
              <a:cs typeface="Arial"/>
            </a:endParaRPr>
          </a:p>
          <a:p>
            <a:pPr marL="180340" indent="-167640">
              <a:lnSpc>
                <a:spcPct val="100000"/>
              </a:lnSpc>
              <a:spcBef>
                <a:spcPts val="900"/>
              </a:spcBef>
              <a:buClr>
                <a:srgbClr val="7C9AC5"/>
              </a:buClr>
              <a:buFont typeface="Arial Black"/>
              <a:buChar char="&gt;"/>
              <a:tabLst>
                <a:tab pos="180340" algn="l"/>
              </a:tabLst>
            </a:pPr>
            <a:r>
              <a:rPr sz="1600" b="1" dirty="0">
                <a:solidFill>
                  <a:srgbClr val="333333"/>
                </a:solidFill>
                <a:latin typeface="Arial"/>
                <a:cs typeface="Arial"/>
              </a:rPr>
              <a:t>Easy</a:t>
            </a:r>
            <a:r>
              <a:rPr sz="1600" b="1" spc="-5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600" b="1" dirty="0">
                <a:solidFill>
                  <a:srgbClr val="333333"/>
                </a:solidFill>
                <a:latin typeface="Arial"/>
                <a:cs typeface="Arial"/>
              </a:rPr>
              <a:t>to</a:t>
            </a:r>
            <a:r>
              <a:rPr sz="1600" b="1" spc="-5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600" b="1" dirty="0">
                <a:solidFill>
                  <a:srgbClr val="333333"/>
                </a:solidFill>
                <a:latin typeface="Arial"/>
                <a:cs typeface="Arial"/>
              </a:rPr>
              <a:t>provision</a:t>
            </a:r>
            <a:r>
              <a:rPr sz="1600" b="1" spc="-6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600" b="1" dirty="0">
                <a:solidFill>
                  <a:srgbClr val="333333"/>
                </a:solidFill>
                <a:latin typeface="Arial"/>
                <a:cs typeface="Arial"/>
              </a:rPr>
              <a:t>enterprise</a:t>
            </a:r>
            <a:r>
              <a:rPr sz="1600" b="1" spc="-5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600" b="1" spc="-10" dirty="0">
                <a:solidFill>
                  <a:srgbClr val="333333"/>
                </a:solidFill>
                <a:latin typeface="Arial"/>
                <a:cs typeface="Arial"/>
              </a:rPr>
              <a:t>software</a:t>
            </a:r>
            <a:endParaRPr sz="1600">
              <a:latin typeface="Arial"/>
              <a:cs typeface="Arial"/>
            </a:endParaRPr>
          </a:p>
          <a:p>
            <a:pPr marL="180340" indent="-167640">
              <a:lnSpc>
                <a:spcPct val="100000"/>
              </a:lnSpc>
              <a:spcBef>
                <a:spcPts val="790"/>
              </a:spcBef>
              <a:buClr>
                <a:srgbClr val="7C9AC5"/>
              </a:buClr>
              <a:buFont typeface="Arial Black"/>
              <a:buChar char="&gt;"/>
              <a:tabLst>
                <a:tab pos="180340" algn="l"/>
              </a:tabLst>
            </a:pPr>
            <a:r>
              <a:rPr sz="1600" b="1" dirty="0">
                <a:solidFill>
                  <a:srgbClr val="333333"/>
                </a:solidFill>
                <a:latin typeface="Arial"/>
                <a:cs typeface="Arial"/>
              </a:rPr>
              <a:t>Deploy</a:t>
            </a:r>
            <a:r>
              <a:rPr sz="1600" b="1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600" b="1" dirty="0">
                <a:solidFill>
                  <a:srgbClr val="333333"/>
                </a:solidFill>
                <a:latin typeface="Arial"/>
                <a:cs typeface="Arial"/>
              </a:rPr>
              <a:t>on</a:t>
            </a:r>
            <a:r>
              <a:rPr sz="1600" b="1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600" b="1" dirty="0">
                <a:solidFill>
                  <a:srgbClr val="333333"/>
                </a:solidFill>
                <a:latin typeface="Arial"/>
                <a:cs typeface="Arial"/>
              </a:rPr>
              <a:t>any</a:t>
            </a:r>
            <a:r>
              <a:rPr sz="1600" b="1" spc="-1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600" b="1" spc="-10" dirty="0">
                <a:solidFill>
                  <a:srgbClr val="333333"/>
                </a:solidFill>
                <a:latin typeface="Arial"/>
                <a:cs typeface="Arial"/>
              </a:rPr>
              <a:t>hardware</a:t>
            </a:r>
            <a:endParaRPr sz="1600">
              <a:latin typeface="Arial"/>
              <a:cs typeface="Arial"/>
            </a:endParaRPr>
          </a:p>
          <a:p>
            <a:pPr marL="180340" indent="-167640">
              <a:lnSpc>
                <a:spcPct val="100000"/>
              </a:lnSpc>
              <a:spcBef>
                <a:spcPts val="800"/>
              </a:spcBef>
              <a:buClr>
                <a:srgbClr val="7C9AC5"/>
              </a:buClr>
              <a:buFont typeface="Arial Black"/>
              <a:buChar char="&gt;"/>
              <a:tabLst>
                <a:tab pos="180340" algn="l"/>
              </a:tabLst>
            </a:pPr>
            <a:r>
              <a:rPr sz="1600" b="1" dirty="0">
                <a:solidFill>
                  <a:srgbClr val="333333"/>
                </a:solidFill>
                <a:latin typeface="Arial"/>
                <a:cs typeface="Arial"/>
              </a:rPr>
              <a:t>Less</a:t>
            </a:r>
            <a:r>
              <a:rPr sz="1600" b="1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600" b="1" dirty="0">
                <a:solidFill>
                  <a:srgbClr val="333333"/>
                </a:solidFill>
                <a:latin typeface="Arial"/>
                <a:cs typeface="Arial"/>
              </a:rPr>
              <a:t>management:</a:t>
            </a:r>
            <a:r>
              <a:rPr sz="1600" b="1" spc="38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600" b="1" dirty="0">
                <a:solidFill>
                  <a:srgbClr val="333333"/>
                </a:solidFill>
                <a:latin typeface="Arial"/>
                <a:cs typeface="Arial"/>
              </a:rPr>
              <a:t>OS</a:t>
            </a:r>
            <a:r>
              <a:rPr sz="1600" b="1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600" b="1" dirty="0">
                <a:solidFill>
                  <a:srgbClr val="333333"/>
                </a:solidFill>
                <a:latin typeface="Arial"/>
                <a:cs typeface="Arial"/>
              </a:rPr>
              <a:t>is</a:t>
            </a:r>
            <a:r>
              <a:rPr sz="1600" b="1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600" b="1" dirty="0">
                <a:solidFill>
                  <a:srgbClr val="333333"/>
                </a:solidFill>
                <a:latin typeface="Arial"/>
                <a:cs typeface="Arial"/>
              </a:rPr>
              <a:t>small,</a:t>
            </a:r>
            <a:r>
              <a:rPr sz="1600" b="1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600" b="1" dirty="0">
                <a:solidFill>
                  <a:srgbClr val="333333"/>
                </a:solidFill>
                <a:latin typeface="Arial"/>
                <a:cs typeface="Arial"/>
              </a:rPr>
              <a:t>more</a:t>
            </a:r>
            <a:r>
              <a:rPr sz="1600" b="1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600" b="1" spc="-10" dirty="0">
                <a:solidFill>
                  <a:srgbClr val="333333"/>
                </a:solidFill>
                <a:latin typeface="Arial"/>
                <a:cs typeface="Arial"/>
              </a:rPr>
              <a:t>secure</a:t>
            </a:r>
            <a:endParaRPr sz="160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3726179" y="4488179"/>
            <a:ext cx="4393565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80340" marR="5080" indent="-167640">
              <a:lnSpc>
                <a:spcPct val="100000"/>
              </a:lnSpc>
              <a:spcBef>
                <a:spcPts val="100"/>
              </a:spcBef>
              <a:tabLst>
                <a:tab pos="2207895" algn="l"/>
              </a:tabLst>
            </a:pPr>
            <a:r>
              <a:rPr sz="1800" b="1" dirty="0">
                <a:solidFill>
                  <a:srgbClr val="333333"/>
                </a:solidFill>
                <a:latin typeface="Arial"/>
                <a:cs typeface="Arial"/>
              </a:rPr>
              <a:t>Over</a:t>
            </a:r>
            <a:r>
              <a:rPr sz="1800" b="1" spc="-2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3333"/>
                </a:solidFill>
                <a:latin typeface="Arial"/>
                <a:cs typeface="Arial"/>
              </a:rPr>
              <a:t>300</a:t>
            </a:r>
            <a:r>
              <a:rPr sz="1800" b="1" spc="-2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b="1" spc="-10" dirty="0">
                <a:solidFill>
                  <a:srgbClr val="333333"/>
                </a:solidFill>
                <a:latin typeface="Arial"/>
                <a:cs typeface="Arial"/>
              </a:rPr>
              <a:t>available:</a:t>
            </a:r>
            <a:r>
              <a:rPr sz="1800" b="1" dirty="0">
                <a:solidFill>
                  <a:srgbClr val="333333"/>
                </a:solidFill>
                <a:latin typeface="Arial"/>
                <a:cs typeface="Arial"/>
              </a:rPr>
              <a:t>	OS,</a:t>
            </a:r>
            <a:r>
              <a:rPr sz="1800" b="1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3333"/>
                </a:solidFill>
                <a:latin typeface="Arial"/>
                <a:cs typeface="Arial"/>
              </a:rPr>
              <a:t>security,</a:t>
            </a:r>
            <a:r>
              <a:rPr sz="1800" b="1" spc="-2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b="1" spc="-10" dirty="0">
                <a:solidFill>
                  <a:srgbClr val="333333"/>
                </a:solidFill>
                <a:latin typeface="Arial"/>
                <a:cs typeface="Arial"/>
              </a:rPr>
              <a:t>RDBS, </a:t>
            </a:r>
            <a:r>
              <a:rPr sz="1800" b="1" dirty="0">
                <a:solidFill>
                  <a:srgbClr val="333333"/>
                </a:solidFill>
                <a:latin typeface="Arial"/>
                <a:cs typeface="Arial"/>
              </a:rPr>
              <a:t>infrastructure,</a:t>
            </a:r>
            <a:r>
              <a:rPr sz="1800" b="1" spc="-9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333333"/>
                </a:solidFill>
                <a:latin typeface="Arial"/>
                <a:cs typeface="Arial"/>
              </a:rPr>
              <a:t>collaboration,</a:t>
            </a:r>
            <a:r>
              <a:rPr sz="1800" b="1" spc="-8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800" b="1" spc="-20" dirty="0">
                <a:solidFill>
                  <a:srgbClr val="333333"/>
                </a:solidFill>
                <a:latin typeface="Arial"/>
                <a:cs typeface="Arial"/>
              </a:rPr>
              <a:t>etc.</a:t>
            </a:r>
            <a:endParaRPr sz="1800">
              <a:latin typeface="Arial"/>
              <a:cs typeface="Arial"/>
            </a:endParaRPr>
          </a:p>
        </p:txBody>
      </p:sp>
      <p:pic>
        <p:nvPicPr>
          <p:cNvPr id="21" name="object 21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5697220" y="5643879"/>
            <a:ext cx="915670" cy="299719"/>
          </a:xfrm>
          <a:prstGeom prst="rect">
            <a:avLst/>
          </a:prstGeom>
        </p:spPr>
      </p:pic>
      <p:pic>
        <p:nvPicPr>
          <p:cNvPr id="22" name="object 22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6781800" y="5140959"/>
            <a:ext cx="438150" cy="471169"/>
          </a:xfrm>
          <a:prstGeom prst="rect">
            <a:avLst/>
          </a:prstGeom>
        </p:spPr>
      </p:pic>
      <p:grpSp>
        <p:nvGrpSpPr>
          <p:cNvPr id="23" name="object 23"/>
          <p:cNvGrpSpPr/>
          <p:nvPr/>
        </p:nvGrpSpPr>
        <p:grpSpPr>
          <a:xfrm>
            <a:off x="4306570" y="5092700"/>
            <a:ext cx="1066800" cy="760730"/>
            <a:chOff x="4306570" y="5092700"/>
            <a:chExt cx="1066800" cy="760730"/>
          </a:xfrm>
        </p:grpSpPr>
        <p:pic>
          <p:nvPicPr>
            <p:cNvPr id="24" name="object 24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306570" y="5092700"/>
              <a:ext cx="1066800" cy="283209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606290" y="5500369"/>
              <a:ext cx="576579" cy="353059"/>
            </a:xfrm>
            <a:prstGeom prst="rect">
              <a:avLst/>
            </a:prstGeom>
          </p:spPr>
        </p:pic>
      </p:grpSp>
      <p:pic>
        <p:nvPicPr>
          <p:cNvPr id="26" name="object 26"/>
          <p:cNvPicPr/>
          <p:nvPr/>
        </p:nvPicPr>
        <p:blipFill>
          <a:blip r:embed="rId19" cstate="print"/>
          <a:stretch>
            <a:fillRect/>
          </a:stretch>
        </p:blipFill>
        <p:spPr>
          <a:xfrm>
            <a:off x="5727700" y="5162550"/>
            <a:ext cx="605789" cy="228600"/>
          </a:xfrm>
          <a:prstGeom prst="rect">
            <a:avLst/>
          </a:prstGeom>
        </p:spPr>
      </p:pic>
      <p:sp>
        <p:nvSpPr>
          <p:cNvPr id="27" name="object 27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25" dirty="0"/>
              <a:t>45</a:t>
            </a:fld>
            <a:endParaRPr spc="-25" dirty="0"/>
          </a:p>
        </p:txBody>
      </p:sp>
    </p:spTree>
  </p:cSld>
  <p:clrMapOvr>
    <a:masterClrMapping/>
  </p:clrMapOvr>
  <p:transition>
    <p:wipe dir="r"/>
  </p:transition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80439" y="595630"/>
            <a:ext cx="2750820" cy="403860"/>
          </a:xfrm>
          <a:custGeom>
            <a:avLst/>
            <a:gdLst/>
            <a:ahLst/>
            <a:cxnLst/>
            <a:rect l="l" t="t" r="r" b="b"/>
            <a:pathLst>
              <a:path w="2750820" h="403859">
                <a:moveTo>
                  <a:pt x="2750820" y="0"/>
                </a:moveTo>
                <a:lnTo>
                  <a:pt x="0" y="0"/>
                </a:lnTo>
                <a:lnTo>
                  <a:pt x="0" y="403860"/>
                </a:lnTo>
                <a:lnTo>
                  <a:pt x="1375410" y="403860"/>
                </a:lnTo>
                <a:lnTo>
                  <a:pt x="2750820" y="403860"/>
                </a:lnTo>
                <a:lnTo>
                  <a:pt x="275082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08000">
              <a:lnSpc>
                <a:spcPct val="100000"/>
              </a:lnSpc>
              <a:spcBef>
                <a:spcPts val="100"/>
              </a:spcBef>
            </a:pPr>
            <a:r>
              <a:rPr dirty="0"/>
              <a:t>Virtual</a:t>
            </a:r>
            <a:r>
              <a:rPr spc="-105" dirty="0"/>
              <a:t> </a:t>
            </a:r>
            <a:r>
              <a:rPr spc="-20" dirty="0"/>
              <a:t>Appliances</a:t>
            </a:r>
          </a:p>
        </p:txBody>
      </p:sp>
      <p:grpSp>
        <p:nvGrpSpPr>
          <p:cNvPr id="4" name="object 4"/>
          <p:cNvGrpSpPr/>
          <p:nvPr/>
        </p:nvGrpSpPr>
        <p:grpSpPr>
          <a:xfrm>
            <a:off x="900430" y="1391919"/>
            <a:ext cx="1600200" cy="1408430"/>
            <a:chOff x="900430" y="1391919"/>
            <a:chExt cx="1600200" cy="1408430"/>
          </a:xfrm>
        </p:grpSpPr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00430" y="1391919"/>
              <a:ext cx="1600200" cy="1408429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913130" y="1493519"/>
              <a:ext cx="156210" cy="30480"/>
            </a:xfrm>
            <a:custGeom>
              <a:avLst/>
              <a:gdLst/>
              <a:ahLst/>
              <a:cxnLst/>
              <a:rect l="l" t="t" r="r" b="b"/>
              <a:pathLst>
                <a:path w="156209" h="30480">
                  <a:moveTo>
                    <a:pt x="1270" y="13982"/>
                  </a:moveTo>
                  <a:lnTo>
                    <a:pt x="0" y="13982"/>
                  </a:lnTo>
                  <a:lnTo>
                    <a:pt x="0" y="19050"/>
                  </a:lnTo>
                  <a:lnTo>
                    <a:pt x="1270" y="19050"/>
                  </a:lnTo>
                  <a:lnTo>
                    <a:pt x="1270" y="13982"/>
                  </a:lnTo>
                  <a:close/>
                </a:path>
                <a:path w="156209" h="30480">
                  <a:moveTo>
                    <a:pt x="93980" y="1270"/>
                  </a:moveTo>
                  <a:lnTo>
                    <a:pt x="78740" y="1270"/>
                  </a:lnTo>
                  <a:lnTo>
                    <a:pt x="78740" y="0"/>
                  </a:lnTo>
                  <a:lnTo>
                    <a:pt x="77470" y="0"/>
                  </a:lnTo>
                  <a:lnTo>
                    <a:pt x="77470" y="1270"/>
                  </a:lnTo>
                  <a:lnTo>
                    <a:pt x="46990" y="1270"/>
                  </a:lnTo>
                  <a:lnTo>
                    <a:pt x="46990" y="2540"/>
                  </a:lnTo>
                  <a:lnTo>
                    <a:pt x="93980" y="2540"/>
                  </a:lnTo>
                  <a:lnTo>
                    <a:pt x="93980" y="1270"/>
                  </a:lnTo>
                  <a:close/>
                </a:path>
                <a:path w="156209" h="30480">
                  <a:moveTo>
                    <a:pt x="109220" y="29210"/>
                  </a:moveTo>
                  <a:lnTo>
                    <a:pt x="46990" y="29210"/>
                  </a:lnTo>
                  <a:lnTo>
                    <a:pt x="46990" y="30480"/>
                  </a:lnTo>
                  <a:lnTo>
                    <a:pt x="109220" y="30480"/>
                  </a:lnTo>
                  <a:lnTo>
                    <a:pt x="109220" y="29210"/>
                  </a:lnTo>
                  <a:close/>
                </a:path>
                <a:path w="156209" h="30480">
                  <a:moveTo>
                    <a:pt x="154940" y="12700"/>
                  </a:moveTo>
                  <a:lnTo>
                    <a:pt x="153670" y="12700"/>
                  </a:lnTo>
                  <a:lnTo>
                    <a:pt x="153670" y="13970"/>
                  </a:lnTo>
                  <a:lnTo>
                    <a:pt x="154940" y="13970"/>
                  </a:lnTo>
                  <a:lnTo>
                    <a:pt x="154940" y="12700"/>
                  </a:lnTo>
                  <a:close/>
                </a:path>
                <a:path w="156209" h="30480">
                  <a:moveTo>
                    <a:pt x="156210" y="13982"/>
                  </a:moveTo>
                  <a:lnTo>
                    <a:pt x="153670" y="13982"/>
                  </a:lnTo>
                  <a:lnTo>
                    <a:pt x="153670" y="19050"/>
                  </a:lnTo>
                  <a:lnTo>
                    <a:pt x="156210" y="19050"/>
                  </a:lnTo>
                  <a:lnTo>
                    <a:pt x="156210" y="1398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914400" y="1496059"/>
              <a:ext cx="152400" cy="26670"/>
            </a:xfrm>
            <a:custGeom>
              <a:avLst/>
              <a:gdLst/>
              <a:ahLst/>
              <a:cxnLst/>
              <a:rect l="l" t="t" r="r" b="b"/>
              <a:pathLst>
                <a:path w="152400" h="26669">
                  <a:moveTo>
                    <a:pt x="1269" y="10160"/>
                  </a:moveTo>
                  <a:lnTo>
                    <a:pt x="0" y="10160"/>
                  </a:lnTo>
                  <a:lnTo>
                    <a:pt x="0" y="11429"/>
                  </a:lnTo>
                  <a:lnTo>
                    <a:pt x="1269" y="11429"/>
                  </a:lnTo>
                  <a:lnTo>
                    <a:pt x="1269" y="10160"/>
                  </a:lnTo>
                  <a:close/>
                </a:path>
                <a:path w="152400" h="26669">
                  <a:moveTo>
                    <a:pt x="151129" y="8889"/>
                  </a:moveTo>
                  <a:lnTo>
                    <a:pt x="149859" y="8889"/>
                  </a:lnTo>
                  <a:lnTo>
                    <a:pt x="149859" y="11429"/>
                  </a:lnTo>
                  <a:lnTo>
                    <a:pt x="152400" y="11429"/>
                  </a:lnTo>
                  <a:lnTo>
                    <a:pt x="152400" y="10160"/>
                  </a:lnTo>
                  <a:lnTo>
                    <a:pt x="151129" y="10160"/>
                  </a:lnTo>
                  <a:lnTo>
                    <a:pt x="151129" y="8889"/>
                  </a:lnTo>
                  <a:close/>
                </a:path>
                <a:path w="152400" h="26669">
                  <a:moveTo>
                    <a:pt x="120650" y="0"/>
                  </a:moveTo>
                  <a:lnTo>
                    <a:pt x="33019" y="0"/>
                  </a:lnTo>
                  <a:lnTo>
                    <a:pt x="33019" y="1269"/>
                  </a:lnTo>
                  <a:lnTo>
                    <a:pt x="120650" y="1269"/>
                  </a:lnTo>
                  <a:lnTo>
                    <a:pt x="120650" y="0"/>
                  </a:lnTo>
                  <a:close/>
                </a:path>
                <a:path w="152400" h="26669">
                  <a:moveTo>
                    <a:pt x="120650" y="25400"/>
                  </a:moveTo>
                  <a:lnTo>
                    <a:pt x="33019" y="25400"/>
                  </a:lnTo>
                  <a:lnTo>
                    <a:pt x="33019" y="26669"/>
                  </a:lnTo>
                  <a:lnTo>
                    <a:pt x="120650" y="26669"/>
                  </a:lnTo>
                  <a:lnTo>
                    <a:pt x="120650" y="25400"/>
                  </a:lnTo>
                  <a:close/>
                </a:path>
                <a:path w="152400" h="26669">
                  <a:moveTo>
                    <a:pt x="132080" y="24129"/>
                  </a:moveTo>
                  <a:lnTo>
                    <a:pt x="21590" y="24129"/>
                  </a:lnTo>
                  <a:lnTo>
                    <a:pt x="21590" y="25400"/>
                  </a:lnTo>
                  <a:lnTo>
                    <a:pt x="132080" y="25400"/>
                  </a:lnTo>
                  <a:lnTo>
                    <a:pt x="132080" y="24129"/>
                  </a:lnTo>
                  <a:close/>
                </a:path>
                <a:path w="152400" h="26669">
                  <a:moveTo>
                    <a:pt x="152400" y="11430"/>
                  </a:moveTo>
                  <a:lnTo>
                    <a:pt x="149859" y="11430"/>
                  </a:lnTo>
                  <a:lnTo>
                    <a:pt x="149859" y="19050"/>
                  </a:lnTo>
                  <a:lnTo>
                    <a:pt x="151130" y="19050"/>
                  </a:lnTo>
                  <a:lnTo>
                    <a:pt x="151130" y="17779"/>
                  </a:lnTo>
                  <a:lnTo>
                    <a:pt x="152400" y="17779"/>
                  </a:lnTo>
                  <a:lnTo>
                    <a:pt x="152400" y="11430"/>
                  </a:lnTo>
                  <a:close/>
                </a:path>
                <a:path w="152400" h="26669">
                  <a:moveTo>
                    <a:pt x="126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1269" y="17779"/>
                  </a:lnTo>
                  <a:lnTo>
                    <a:pt x="1269" y="11430"/>
                  </a:lnTo>
                  <a:close/>
                </a:path>
              </a:pathLst>
            </a:custGeom>
            <a:solidFill>
              <a:srgbClr val="F6F6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915670" y="1497329"/>
              <a:ext cx="148590" cy="22860"/>
            </a:xfrm>
            <a:custGeom>
              <a:avLst/>
              <a:gdLst/>
              <a:ahLst/>
              <a:cxnLst/>
              <a:rect l="l" t="t" r="r" b="b"/>
              <a:pathLst>
                <a:path w="148590" h="22859">
                  <a:moveTo>
                    <a:pt x="2540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0" y="16510"/>
                  </a:lnTo>
                  <a:lnTo>
                    <a:pt x="1270" y="16510"/>
                  </a:lnTo>
                  <a:lnTo>
                    <a:pt x="1270" y="17780"/>
                  </a:lnTo>
                  <a:lnTo>
                    <a:pt x="2540" y="17780"/>
                  </a:lnTo>
                  <a:lnTo>
                    <a:pt x="2540" y="16510"/>
                  </a:lnTo>
                  <a:lnTo>
                    <a:pt x="2540" y="10160"/>
                  </a:lnTo>
                  <a:lnTo>
                    <a:pt x="2540" y="7620"/>
                  </a:lnTo>
                  <a:close/>
                </a:path>
                <a:path w="148590" h="22859">
                  <a:moveTo>
                    <a:pt x="130810" y="1270"/>
                  </a:moveTo>
                  <a:lnTo>
                    <a:pt x="123190" y="1270"/>
                  </a:lnTo>
                  <a:lnTo>
                    <a:pt x="123190" y="0"/>
                  </a:lnTo>
                  <a:lnTo>
                    <a:pt x="24130" y="0"/>
                  </a:lnTo>
                  <a:lnTo>
                    <a:pt x="24130" y="1270"/>
                  </a:lnTo>
                  <a:lnTo>
                    <a:pt x="20320" y="1270"/>
                  </a:lnTo>
                  <a:lnTo>
                    <a:pt x="20320" y="2540"/>
                  </a:lnTo>
                  <a:lnTo>
                    <a:pt x="130810" y="2540"/>
                  </a:lnTo>
                  <a:lnTo>
                    <a:pt x="130810" y="1270"/>
                  </a:lnTo>
                  <a:close/>
                </a:path>
                <a:path w="148590" h="22859">
                  <a:moveTo>
                    <a:pt x="138430" y="21590"/>
                  </a:moveTo>
                  <a:lnTo>
                    <a:pt x="17780" y="21590"/>
                  </a:lnTo>
                  <a:lnTo>
                    <a:pt x="17780" y="22860"/>
                  </a:lnTo>
                  <a:lnTo>
                    <a:pt x="138430" y="22860"/>
                  </a:lnTo>
                  <a:lnTo>
                    <a:pt x="138430" y="21590"/>
                  </a:lnTo>
                  <a:close/>
                </a:path>
                <a:path w="148590" h="22859">
                  <a:moveTo>
                    <a:pt x="148590" y="10172"/>
                  </a:moveTo>
                  <a:lnTo>
                    <a:pt x="147320" y="10172"/>
                  </a:lnTo>
                  <a:lnTo>
                    <a:pt x="147320" y="19050"/>
                  </a:lnTo>
                  <a:lnTo>
                    <a:pt x="148590" y="19050"/>
                  </a:lnTo>
                  <a:lnTo>
                    <a:pt x="148590" y="10172"/>
                  </a:lnTo>
                  <a:close/>
                </a:path>
                <a:path w="148590" h="22859">
                  <a:moveTo>
                    <a:pt x="148590" y="6350"/>
                  </a:moveTo>
                  <a:lnTo>
                    <a:pt x="147320" y="6350"/>
                  </a:lnTo>
                  <a:lnTo>
                    <a:pt x="147320" y="10160"/>
                  </a:lnTo>
                  <a:lnTo>
                    <a:pt x="148590" y="10160"/>
                  </a:lnTo>
                  <a:lnTo>
                    <a:pt x="148590" y="635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918210" y="1499869"/>
              <a:ext cx="144780" cy="19050"/>
            </a:xfrm>
            <a:custGeom>
              <a:avLst/>
              <a:gdLst/>
              <a:ahLst/>
              <a:cxnLst/>
              <a:rect l="l" t="t" r="r" b="b"/>
              <a:pathLst>
                <a:path w="144780" h="19050">
                  <a:moveTo>
                    <a:pt x="2540" y="3810"/>
                  </a:moveTo>
                  <a:lnTo>
                    <a:pt x="1270" y="3810"/>
                  </a:lnTo>
                  <a:lnTo>
                    <a:pt x="1270" y="5080"/>
                  </a:lnTo>
                  <a:lnTo>
                    <a:pt x="0" y="5080"/>
                  </a:lnTo>
                  <a:lnTo>
                    <a:pt x="0" y="7620"/>
                  </a:lnTo>
                  <a:lnTo>
                    <a:pt x="0" y="15240"/>
                  </a:lnTo>
                  <a:lnTo>
                    <a:pt x="1270" y="15240"/>
                  </a:lnTo>
                  <a:lnTo>
                    <a:pt x="1270" y="16510"/>
                  </a:lnTo>
                  <a:lnTo>
                    <a:pt x="2540" y="16510"/>
                  </a:lnTo>
                  <a:lnTo>
                    <a:pt x="2540" y="15240"/>
                  </a:lnTo>
                  <a:lnTo>
                    <a:pt x="2540" y="7620"/>
                  </a:lnTo>
                  <a:lnTo>
                    <a:pt x="2540" y="5080"/>
                  </a:lnTo>
                  <a:lnTo>
                    <a:pt x="2540" y="3810"/>
                  </a:lnTo>
                  <a:close/>
                </a:path>
                <a:path w="144780" h="19050">
                  <a:moveTo>
                    <a:pt x="130810" y="0"/>
                  </a:moveTo>
                  <a:lnTo>
                    <a:pt x="10160" y="0"/>
                  </a:lnTo>
                  <a:lnTo>
                    <a:pt x="10160" y="1270"/>
                  </a:lnTo>
                  <a:lnTo>
                    <a:pt x="130810" y="1270"/>
                  </a:lnTo>
                  <a:lnTo>
                    <a:pt x="130810" y="0"/>
                  </a:lnTo>
                  <a:close/>
                </a:path>
                <a:path w="144780" h="19050">
                  <a:moveTo>
                    <a:pt x="142240" y="16510"/>
                  </a:moveTo>
                  <a:lnTo>
                    <a:pt x="3810" y="16510"/>
                  </a:lnTo>
                  <a:lnTo>
                    <a:pt x="3810" y="17780"/>
                  </a:lnTo>
                  <a:lnTo>
                    <a:pt x="7620" y="17780"/>
                  </a:lnTo>
                  <a:lnTo>
                    <a:pt x="7620" y="19050"/>
                  </a:lnTo>
                  <a:lnTo>
                    <a:pt x="138430" y="19050"/>
                  </a:lnTo>
                  <a:lnTo>
                    <a:pt x="138430" y="17780"/>
                  </a:lnTo>
                  <a:lnTo>
                    <a:pt x="142240" y="17780"/>
                  </a:lnTo>
                  <a:lnTo>
                    <a:pt x="142240" y="16510"/>
                  </a:lnTo>
                  <a:close/>
                </a:path>
                <a:path w="144780" h="19050">
                  <a:moveTo>
                    <a:pt x="144780" y="7632"/>
                  </a:moveTo>
                  <a:lnTo>
                    <a:pt x="142240" y="7632"/>
                  </a:lnTo>
                  <a:lnTo>
                    <a:pt x="142240" y="16510"/>
                  </a:lnTo>
                  <a:lnTo>
                    <a:pt x="144780" y="16510"/>
                  </a:lnTo>
                  <a:lnTo>
                    <a:pt x="144780" y="7632"/>
                  </a:lnTo>
                  <a:close/>
                </a:path>
                <a:path w="144780" h="19050">
                  <a:moveTo>
                    <a:pt x="144780" y="3810"/>
                  </a:moveTo>
                  <a:lnTo>
                    <a:pt x="142240" y="3810"/>
                  </a:lnTo>
                  <a:lnTo>
                    <a:pt x="142240" y="7620"/>
                  </a:lnTo>
                  <a:lnTo>
                    <a:pt x="144780" y="7620"/>
                  </a:lnTo>
                  <a:lnTo>
                    <a:pt x="144780" y="3810"/>
                  </a:lnTo>
                  <a:close/>
                </a:path>
              </a:pathLst>
            </a:custGeom>
            <a:solidFill>
              <a:srgbClr val="E5E5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920750" y="1501139"/>
              <a:ext cx="139700" cy="15240"/>
            </a:xfrm>
            <a:custGeom>
              <a:avLst/>
              <a:gdLst/>
              <a:ahLst/>
              <a:cxnLst/>
              <a:rect l="l" t="t" r="r" b="b"/>
              <a:pathLst>
                <a:path w="139700" h="15240">
                  <a:moveTo>
                    <a:pt x="139700" y="6362"/>
                  </a:moveTo>
                  <a:lnTo>
                    <a:pt x="138430" y="6362"/>
                  </a:lnTo>
                  <a:lnTo>
                    <a:pt x="138430" y="13970"/>
                  </a:lnTo>
                  <a:lnTo>
                    <a:pt x="1270" y="13970"/>
                  </a:lnTo>
                  <a:lnTo>
                    <a:pt x="1270" y="635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6350"/>
                  </a:lnTo>
                  <a:lnTo>
                    <a:pt x="0" y="13970"/>
                  </a:lnTo>
                  <a:lnTo>
                    <a:pt x="0" y="15240"/>
                  </a:lnTo>
                  <a:lnTo>
                    <a:pt x="139700" y="15240"/>
                  </a:lnTo>
                  <a:lnTo>
                    <a:pt x="139700" y="13970"/>
                  </a:lnTo>
                  <a:lnTo>
                    <a:pt x="139700" y="6362"/>
                  </a:lnTo>
                  <a:close/>
                </a:path>
                <a:path w="139700" h="15240">
                  <a:moveTo>
                    <a:pt x="139700" y="1270"/>
                  </a:moveTo>
                  <a:lnTo>
                    <a:pt x="135890" y="1270"/>
                  </a:lnTo>
                  <a:lnTo>
                    <a:pt x="135890" y="0"/>
                  </a:lnTo>
                  <a:lnTo>
                    <a:pt x="5080" y="0"/>
                  </a:lnTo>
                  <a:lnTo>
                    <a:pt x="508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138430" y="2540"/>
                  </a:lnTo>
                  <a:lnTo>
                    <a:pt x="138430" y="6350"/>
                  </a:lnTo>
                  <a:lnTo>
                    <a:pt x="139700" y="6350"/>
                  </a:lnTo>
                  <a:lnTo>
                    <a:pt x="139700" y="2540"/>
                  </a:lnTo>
                  <a:lnTo>
                    <a:pt x="139700" y="1270"/>
                  </a:lnTo>
                  <a:close/>
                </a:path>
              </a:pathLst>
            </a:custGeom>
            <a:solidFill>
              <a:srgbClr val="DCDC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2020" y="1503679"/>
              <a:ext cx="137160" cy="11430"/>
            </a:xfrm>
            <a:custGeom>
              <a:avLst/>
              <a:gdLst/>
              <a:ahLst/>
              <a:cxnLst/>
              <a:rect l="l" t="t" r="r" b="b"/>
              <a:pathLst>
                <a:path w="137159" h="11430">
                  <a:moveTo>
                    <a:pt x="13716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0" y="8890"/>
                  </a:lnTo>
                  <a:lnTo>
                    <a:pt x="0" y="11430"/>
                  </a:lnTo>
                  <a:lnTo>
                    <a:pt x="137160" y="11430"/>
                  </a:lnTo>
                  <a:lnTo>
                    <a:pt x="137160" y="8890"/>
                  </a:lnTo>
                  <a:lnTo>
                    <a:pt x="137160" y="3822"/>
                  </a:lnTo>
                  <a:lnTo>
                    <a:pt x="134620" y="3822"/>
                  </a:lnTo>
                  <a:lnTo>
                    <a:pt x="134620" y="8890"/>
                  </a:lnTo>
                  <a:lnTo>
                    <a:pt x="2540" y="8890"/>
                  </a:lnTo>
                  <a:lnTo>
                    <a:pt x="2540" y="3810"/>
                  </a:lnTo>
                  <a:lnTo>
                    <a:pt x="2540" y="1270"/>
                  </a:lnTo>
                  <a:lnTo>
                    <a:pt x="134620" y="1270"/>
                  </a:lnTo>
                  <a:lnTo>
                    <a:pt x="134620" y="3810"/>
                  </a:lnTo>
                  <a:lnTo>
                    <a:pt x="137160" y="3810"/>
                  </a:lnTo>
                  <a:lnTo>
                    <a:pt x="137160" y="1270"/>
                  </a:lnTo>
                  <a:lnTo>
                    <a:pt x="137160" y="0"/>
                  </a:lnTo>
                  <a:close/>
                </a:path>
              </a:pathLst>
            </a:custGeom>
            <a:solidFill>
              <a:srgbClr val="D3D3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924560" y="1504949"/>
              <a:ext cx="132080" cy="7620"/>
            </a:xfrm>
            <a:custGeom>
              <a:avLst/>
              <a:gdLst/>
              <a:ahLst/>
              <a:cxnLst/>
              <a:rect l="l" t="t" r="r" b="b"/>
              <a:pathLst>
                <a:path w="132080" h="7619">
                  <a:moveTo>
                    <a:pt x="13208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0" y="7620"/>
                  </a:lnTo>
                  <a:lnTo>
                    <a:pt x="132080" y="7620"/>
                  </a:lnTo>
                  <a:lnTo>
                    <a:pt x="132080" y="5080"/>
                  </a:lnTo>
                  <a:lnTo>
                    <a:pt x="132080" y="2552"/>
                  </a:lnTo>
                  <a:lnTo>
                    <a:pt x="130810" y="2552"/>
                  </a:lnTo>
                  <a:lnTo>
                    <a:pt x="130810" y="5080"/>
                  </a:lnTo>
                  <a:lnTo>
                    <a:pt x="1270" y="5080"/>
                  </a:lnTo>
                  <a:lnTo>
                    <a:pt x="1270" y="2540"/>
                  </a:lnTo>
                  <a:lnTo>
                    <a:pt x="132080" y="2540"/>
                  </a:lnTo>
                  <a:lnTo>
                    <a:pt x="132080" y="0"/>
                  </a:lnTo>
                  <a:close/>
                </a:path>
              </a:pathLst>
            </a:custGeom>
            <a:solidFill>
              <a:srgbClr val="CCCC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925830" y="1507489"/>
              <a:ext cx="129539" cy="2540"/>
            </a:xfrm>
            <a:custGeom>
              <a:avLst/>
              <a:gdLst/>
              <a:ahLst/>
              <a:cxnLst/>
              <a:rect l="l" t="t" r="r" b="b"/>
              <a:pathLst>
                <a:path w="129540" h="2540">
                  <a:moveTo>
                    <a:pt x="12953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9539" y="2539"/>
                  </a:lnTo>
                  <a:lnTo>
                    <a:pt x="129539" y="0"/>
                  </a:lnTo>
                  <a:close/>
                </a:path>
              </a:pathLst>
            </a:custGeom>
            <a:solidFill>
              <a:srgbClr val="B9B9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4" name="object 1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247389" y="1772920"/>
            <a:ext cx="2857500" cy="772160"/>
          </a:xfrm>
          <a:prstGeom prst="rect">
            <a:avLst/>
          </a:prstGeom>
        </p:spPr>
      </p:pic>
      <p:sp>
        <p:nvSpPr>
          <p:cNvPr id="15" name="object 15"/>
          <p:cNvSpPr txBox="1"/>
          <p:nvPr/>
        </p:nvSpPr>
        <p:spPr>
          <a:xfrm>
            <a:off x="290829" y="2863849"/>
            <a:ext cx="2642235" cy="563880"/>
          </a:xfrm>
          <a:prstGeom prst="rect">
            <a:avLst/>
          </a:prstGeom>
        </p:spPr>
        <p:txBody>
          <a:bodyPr vert="horz" wrap="square" lIns="0" tIns="6858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540"/>
              </a:spcBef>
            </a:pPr>
            <a:r>
              <a:rPr sz="1400" b="1" spc="-10" dirty="0">
                <a:latin typeface="Arial"/>
                <a:cs typeface="Arial"/>
              </a:rPr>
              <a:t>Weblogic</a:t>
            </a:r>
            <a:r>
              <a:rPr sz="1400" b="1" spc="-85" dirty="0">
                <a:latin typeface="Arial"/>
                <a:cs typeface="Arial"/>
              </a:rPr>
              <a:t> </a:t>
            </a:r>
            <a:r>
              <a:rPr sz="1400" b="1" spc="-10" dirty="0">
                <a:latin typeface="Arial"/>
                <a:cs typeface="Arial"/>
              </a:rPr>
              <a:t>Server</a:t>
            </a:r>
            <a:r>
              <a:rPr sz="1400" b="1" spc="-35" dirty="0">
                <a:latin typeface="Arial"/>
                <a:cs typeface="Arial"/>
              </a:rPr>
              <a:t> </a:t>
            </a:r>
            <a:r>
              <a:rPr sz="1400" b="1" spc="-10" dirty="0">
                <a:latin typeface="Arial"/>
                <a:cs typeface="Arial"/>
              </a:rPr>
              <a:t>Virtual</a:t>
            </a:r>
            <a:r>
              <a:rPr sz="1400" b="1" spc="-20" dirty="0">
                <a:latin typeface="Arial"/>
                <a:cs typeface="Arial"/>
              </a:rPr>
              <a:t> </a:t>
            </a:r>
            <a:r>
              <a:rPr sz="1400" b="1" spc="-10" dirty="0">
                <a:latin typeface="Arial"/>
                <a:cs typeface="Arial"/>
              </a:rPr>
              <a:t>Edition</a:t>
            </a:r>
            <a:endParaRPr sz="14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440"/>
              </a:spcBef>
            </a:pPr>
            <a:r>
              <a:rPr sz="1400" spc="-10" dirty="0">
                <a:latin typeface="Arial"/>
                <a:cs typeface="Arial"/>
              </a:rPr>
              <a:t>Currently</a:t>
            </a:r>
            <a:r>
              <a:rPr sz="1400" spc="-55" dirty="0">
                <a:latin typeface="Arial"/>
                <a:cs typeface="Arial"/>
              </a:rPr>
              <a:t> </a:t>
            </a:r>
            <a:r>
              <a:rPr sz="1400" spc="-10" dirty="0">
                <a:latin typeface="Arial"/>
                <a:cs typeface="Arial"/>
              </a:rPr>
              <a:t>Available</a:t>
            </a:r>
            <a:endParaRPr sz="14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140710" y="2863849"/>
            <a:ext cx="2984500" cy="563880"/>
          </a:xfrm>
          <a:prstGeom prst="rect">
            <a:avLst/>
          </a:prstGeom>
        </p:spPr>
        <p:txBody>
          <a:bodyPr vert="horz" wrap="square" lIns="0" tIns="68580" rIns="0" bIns="0" rtlCol="0">
            <a:spAutoFit/>
          </a:bodyPr>
          <a:lstStyle/>
          <a:p>
            <a:pPr marL="15875">
              <a:lnSpc>
                <a:spcPct val="100000"/>
              </a:lnSpc>
              <a:spcBef>
                <a:spcPts val="540"/>
              </a:spcBef>
            </a:pPr>
            <a:r>
              <a:rPr sz="1400" b="1" dirty="0">
                <a:latin typeface="Arial"/>
                <a:cs typeface="Arial"/>
              </a:rPr>
              <a:t>Crystal</a:t>
            </a:r>
            <a:r>
              <a:rPr sz="1400" b="1" spc="-60" dirty="0">
                <a:latin typeface="Arial"/>
                <a:cs typeface="Arial"/>
              </a:rPr>
              <a:t> </a:t>
            </a:r>
            <a:r>
              <a:rPr sz="1400" b="1" spc="-10" dirty="0">
                <a:latin typeface="Arial"/>
                <a:cs typeface="Arial"/>
              </a:rPr>
              <a:t>Decisions</a:t>
            </a:r>
            <a:r>
              <a:rPr sz="1400" b="1" spc="-65" dirty="0">
                <a:latin typeface="Arial"/>
                <a:cs typeface="Arial"/>
              </a:rPr>
              <a:t> </a:t>
            </a:r>
            <a:r>
              <a:rPr sz="1400" b="1" spc="-10" dirty="0">
                <a:latin typeface="Arial"/>
                <a:cs typeface="Arial"/>
              </a:rPr>
              <a:t>Virtual</a:t>
            </a:r>
            <a:r>
              <a:rPr sz="1400" b="1" spc="-50" dirty="0">
                <a:latin typeface="Arial"/>
                <a:cs typeface="Arial"/>
              </a:rPr>
              <a:t> </a:t>
            </a:r>
            <a:r>
              <a:rPr sz="1400" b="1" spc="-10" dirty="0">
                <a:latin typeface="Arial"/>
                <a:cs typeface="Arial"/>
              </a:rPr>
              <a:t>Appliance</a:t>
            </a:r>
            <a:endParaRPr sz="14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</a:pPr>
            <a:r>
              <a:rPr sz="1400" spc="-10" dirty="0">
                <a:latin typeface="Arial"/>
                <a:cs typeface="Arial"/>
              </a:rPr>
              <a:t>Shipping</a:t>
            </a:r>
            <a:r>
              <a:rPr sz="1400" spc="-55" dirty="0">
                <a:latin typeface="Arial"/>
                <a:cs typeface="Arial"/>
              </a:rPr>
              <a:t> </a:t>
            </a:r>
            <a:r>
              <a:rPr sz="1400" dirty="0">
                <a:latin typeface="Arial"/>
                <a:cs typeface="Arial"/>
              </a:rPr>
              <a:t>Q1</a:t>
            </a:r>
            <a:r>
              <a:rPr sz="1400" spc="-45" dirty="0">
                <a:latin typeface="Arial"/>
                <a:cs typeface="Arial"/>
              </a:rPr>
              <a:t> </a:t>
            </a:r>
            <a:r>
              <a:rPr sz="1400" dirty="0">
                <a:latin typeface="Arial"/>
                <a:cs typeface="Arial"/>
              </a:rPr>
              <a:t>2008</a:t>
            </a:r>
            <a:r>
              <a:rPr sz="1400" spc="-45" dirty="0">
                <a:latin typeface="Arial"/>
                <a:cs typeface="Arial"/>
              </a:rPr>
              <a:t> </a:t>
            </a:r>
            <a:r>
              <a:rPr sz="1400" dirty="0">
                <a:latin typeface="Arial"/>
                <a:cs typeface="Arial"/>
              </a:rPr>
              <a:t>(Demo</a:t>
            </a:r>
            <a:r>
              <a:rPr sz="1400" spc="-45" dirty="0">
                <a:latin typeface="Arial"/>
                <a:cs typeface="Arial"/>
              </a:rPr>
              <a:t> </a:t>
            </a:r>
            <a:r>
              <a:rPr sz="1400" dirty="0">
                <a:latin typeface="Arial"/>
                <a:cs typeface="Arial"/>
              </a:rPr>
              <a:t>at</a:t>
            </a:r>
            <a:r>
              <a:rPr sz="1400" spc="-40" dirty="0">
                <a:latin typeface="Arial"/>
                <a:cs typeface="Arial"/>
              </a:rPr>
              <a:t> </a:t>
            </a:r>
            <a:r>
              <a:rPr sz="1400" spc="-10" dirty="0">
                <a:latin typeface="Arial"/>
                <a:cs typeface="Arial"/>
              </a:rPr>
              <a:t>VMworld)</a:t>
            </a:r>
            <a:endParaRPr sz="14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6567169" y="2863849"/>
            <a:ext cx="2004060" cy="563880"/>
          </a:xfrm>
          <a:prstGeom prst="rect">
            <a:avLst/>
          </a:prstGeom>
        </p:spPr>
        <p:txBody>
          <a:bodyPr vert="horz" wrap="square" lIns="0" tIns="68580" rIns="0" bIns="0" rtlCol="0">
            <a:spAutoFit/>
          </a:bodyPr>
          <a:lstStyle/>
          <a:p>
            <a:pPr marL="61594">
              <a:lnSpc>
                <a:spcPct val="100000"/>
              </a:lnSpc>
              <a:spcBef>
                <a:spcPts val="540"/>
              </a:spcBef>
            </a:pPr>
            <a:r>
              <a:rPr sz="1400" b="1" spc="-10" dirty="0">
                <a:latin typeface="Arial"/>
                <a:cs typeface="Arial"/>
              </a:rPr>
              <a:t>Avamar</a:t>
            </a:r>
            <a:r>
              <a:rPr sz="1400" b="1" spc="-55" dirty="0">
                <a:latin typeface="Arial"/>
                <a:cs typeface="Arial"/>
              </a:rPr>
              <a:t> </a:t>
            </a:r>
            <a:r>
              <a:rPr sz="1400" b="1" spc="-10" dirty="0">
                <a:latin typeface="Arial"/>
                <a:cs typeface="Arial"/>
              </a:rPr>
              <a:t>Virtual</a:t>
            </a:r>
            <a:r>
              <a:rPr sz="1400" b="1" spc="-55" dirty="0">
                <a:latin typeface="Arial"/>
                <a:cs typeface="Arial"/>
              </a:rPr>
              <a:t> </a:t>
            </a:r>
            <a:r>
              <a:rPr sz="1400" b="1" spc="-10" dirty="0">
                <a:latin typeface="Arial"/>
                <a:cs typeface="Arial"/>
              </a:rPr>
              <a:t>Edition</a:t>
            </a:r>
            <a:endParaRPr sz="14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</a:pPr>
            <a:r>
              <a:rPr sz="1400" spc="-10" dirty="0">
                <a:latin typeface="Arial"/>
                <a:cs typeface="Arial"/>
              </a:rPr>
              <a:t>Shipping</a:t>
            </a:r>
            <a:r>
              <a:rPr sz="1400" spc="-45" dirty="0">
                <a:latin typeface="Arial"/>
                <a:cs typeface="Arial"/>
              </a:rPr>
              <a:t> </a:t>
            </a:r>
            <a:r>
              <a:rPr sz="1400" spc="-10" dirty="0">
                <a:latin typeface="Arial"/>
                <a:cs typeface="Arial"/>
              </a:rPr>
              <a:t>November</a:t>
            </a:r>
            <a:r>
              <a:rPr sz="1400" spc="-25" dirty="0">
                <a:latin typeface="Arial"/>
                <a:cs typeface="Arial"/>
              </a:rPr>
              <a:t> </a:t>
            </a:r>
            <a:r>
              <a:rPr sz="1400" spc="-20" dirty="0">
                <a:latin typeface="Arial"/>
                <a:cs typeface="Arial"/>
              </a:rPr>
              <a:t>2007</a:t>
            </a:r>
            <a:endParaRPr sz="1400">
              <a:latin typeface="Arial"/>
              <a:cs typeface="Arial"/>
            </a:endParaRPr>
          </a:p>
        </p:txBody>
      </p:sp>
      <p:pic>
        <p:nvPicPr>
          <p:cNvPr id="18" name="object 18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6634480" y="1696720"/>
            <a:ext cx="1838960" cy="956310"/>
          </a:xfrm>
          <a:prstGeom prst="rect">
            <a:avLst/>
          </a:prstGeom>
        </p:spPr>
      </p:pic>
      <p:pic>
        <p:nvPicPr>
          <p:cNvPr id="19" name="object 19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673100" y="4218940"/>
            <a:ext cx="2171700" cy="391160"/>
          </a:xfrm>
          <a:prstGeom prst="rect">
            <a:avLst/>
          </a:prstGeom>
        </p:spPr>
      </p:pic>
      <p:pic>
        <p:nvPicPr>
          <p:cNvPr id="20" name="object 20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5934709" y="3766820"/>
            <a:ext cx="2973069" cy="1296670"/>
          </a:xfrm>
          <a:prstGeom prst="rect">
            <a:avLst/>
          </a:prstGeom>
        </p:spPr>
      </p:pic>
      <p:sp>
        <p:nvSpPr>
          <p:cNvPr id="21" name="object 21"/>
          <p:cNvSpPr txBox="1"/>
          <p:nvPr/>
        </p:nvSpPr>
        <p:spPr>
          <a:xfrm>
            <a:off x="660400" y="4875529"/>
            <a:ext cx="2002789" cy="561340"/>
          </a:xfrm>
          <a:prstGeom prst="rect">
            <a:avLst/>
          </a:prstGeom>
        </p:spPr>
        <p:txBody>
          <a:bodyPr vert="horz" wrap="square" lIns="0" tIns="67310" rIns="0" bIns="0" rtlCol="0">
            <a:spAutoFit/>
          </a:bodyPr>
          <a:lstStyle/>
          <a:p>
            <a:pPr marL="77470">
              <a:lnSpc>
                <a:spcPct val="100000"/>
              </a:lnSpc>
              <a:spcBef>
                <a:spcPts val="530"/>
              </a:spcBef>
            </a:pPr>
            <a:r>
              <a:rPr sz="1400" b="1" spc="-10" dirty="0">
                <a:latin typeface="Arial"/>
                <a:cs typeface="Arial"/>
              </a:rPr>
              <a:t>Virtual</a:t>
            </a:r>
            <a:r>
              <a:rPr sz="1400" b="1" spc="-60" dirty="0">
                <a:latin typeface="Arial"/>
                <a:cs typeface="Arial"/>
              </a:rPr>
              <a:t> </a:t>
            </a:r>
            <a:r>
              <a:rPr sz="1400" b="1" dirty="0">
                <a:latin typeface="Arial"/>
                <a:cs typeface="Arial"/>
              </a:rPr>
              <a:t>SAN</a:t>
            </a:r>
            <a:r>
              <a:rPr sz="1400" b="1" spc="-80" dirty="0">
                <a:latin typeface="Arial"/>
                <a:cs typeface="Arial"/>
              </a:rPr>
              <a:t> </a:t>
            </a:r>
            <a:r>
              <a:rPr sz="1400" b="1" spc="-10" dirty="0">
                <a:latin typeface="Arial"/>
                <a:cs typeface="Arial"/>
              </a:rPr>
              <a:t>Appliance</a:t>
            </a:r>
            <a:endParaRPr sz="14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0"/>
              </a:spcBef>
            </a:pPr>
            <a:r>
              <a:rPr sz="1400" spc="-10" dirty="0">
                <a:latin typeface="Arial"/>
                <a:cs typeface="Arial"/>
              </a:rPr>
              <a:t>Shipping</a:t>
            </a:r>
            <a:r>
              <a:rPr sz="1400" spc="-60" dirty="0">
                <a:latin typeface="Arial"/>
                <a:cs typeface="Arial"/>
              </a:rPr>
              <a:t> </a:t>
            </a:r>
            <a:r>
              <a:rPr sz="1400" spc="-10" dirty="0">
                <a:latin typeface="Arial"/>
                <a:cs typeface="Arial"/>
              </a:rPr>
              <a:t>November</a:t>
            </a:r>
            <a:r>
              <a:rPr sz="1400" spc="-60" dirty="0">
                <a:latin typeface="Arial"/>
                <a:cs typeface="Arial"/>
              </a:rPr>
              <a:t> </a:t>
            </a:r>
            <a:r>
              <a:rPr sz="1400" spc="-20" dirty="0">
                <a:latin typeface="Arial"/>
                <a:cs typeface="Arial"/>
              </a:rPr>
              <a:t>2007</a:t>
            </a:r>
            <a:endParaRPr sz="14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3326129" y="4875529"/>
            <a:ext cx="2866390" cy="8305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433070">
              <a:lnSpc>
                <a:spcPct val="125600"/>
              </a:lnSpc>
              <a:spcBef>
                <a:spcPts val="100"/>
              </a:spcBef>
            </a:pPr>
            <a:r>
              <a:rPr sz="1400" b="1" spc="-10" dirty="0">
                <a:solidFill>
                  <a:srgbClr val="333333"/>
                </a:solidFill>
                <a:latin typeface="Arial"/>
                <a:cs typeface="Arial"/>
              </a:rPr>
              <a:t>Proventia</a:t>
            </a:r>
            <a:r>
              <a:rPr sz="1400" b="1" spc="-5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400" b="1" spc="-10" dirty="0">
                <a:solidFill>
                  <a:srgbClr val="333333"/>
                </a:solidFill>
                <a:latin typeface="Arial"/>
                <a:cs typeface="Arial"/>
              </a:rPr>
              <a:t>Network</a:t>
            </a:r>
            <a:r>
              <a:rPr sz="1400" b="1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400" b="1" spc="-20" dirty="0">
                <a:solidFill>
                  <a:srgbClr val="333333"/>
                </a:solidFill>
                <a:latin typeface="Arial"/>
                <a:cs typeface="Arial"/>
              </a:rPr>
              <a:t>Mail </a:t>
            </a:r>
            <a:r>
              <a:rPr sz="1400" b="1" spc="-10" dirty="0">
                <a:solidFill>
                  <a:srgbClr val="333333"/>
                </a:solidFill>
                <a:latin typeface="Arial"/>
                <a:cs typeface="Arial"/>
              </a:rPr>
              <a:t>Security</a:t>
            </a:r>
            <a:r>
              <a:rPr sz="1400" b="1" spc="-5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400" b="1" spc="-10" dirty="0">
                <a:solidFill>
                  <a:srgbClr val="333333"/>
                </a:solidFill>
                <a:latin typeface="Arial"/>
                <a:cs typeface="Arial"/>
              </a:rPr>
              <a:t>System</a:t>
            </a:r>
            <a:r>
              <a:rPr sz="1400" b="1" spc="-5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400" b="1" spc="-10" dirty="0">
                <a:solidFill>
                  <a:srgbClr val="333333"/>
                </a:solidFill>
                <a:latin typeface="Arial"/>
                <a:cs typeface="Arial"/>
              </a:rPr>
              <a:t>Virtual</a:t>
            </a:r>
            <a:r>
              <a:rPr sz="1400" b="1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400" b="1" spc="-10" dirty="0">
                <a:solidFill>
                  <a:srgbClr val="333333"/>
                </a:solidFill>
                <a:latin typeface="Arial"/>
                <a:cs typeface="Arial"/>
              </a:rPr>
              <a:t>Appliance</a:t>
            </a:r>
            <a:endParaRPr sz="1400">
              <a:latin typeface="Arial"/>
              <a:cs typeface="Arial"/>
            </a:endParaRPr>
          </a:p>
          <a:p>
            <a:pPr marL="676910">
              <a:lnSpc>
                <a:spcPct val="100000"/>
              </a:lnSpc>
              <a:spcBef>
                <a:spcPts val="439"/>
              </a:spcBef>
            </a:pPr>
            <a:r>
              <a:rPr sz="1400" dirty="0">
                <a:solidFill>
                  <a:srgbClr val="333333"/>
                </a:solidFill>
                <a:latin typeface="Arial"/>
                <a:cs typeface="Arial"/>
              </a:rPr>
              <a:t>Currently</a:t>
            </a:r>
            <a:r>
              <a:rPr sz="1400" spc="-8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400" spc="-10" dirty="0">
                <a:solidFill>
                  <a:srgbClr val="333333"/>
                </a:solidFill>
                <a:latin typeface="Arial"/>
                <a:cs typeface="Arial"/>
              </a:rPr>
              <a:t>Available</a:t>
            </a:r>
            <a:endParaRPr sz="14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6546850" y="4875529"/>
            <a:ext cx="2070100" cy="8305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299720" marR="5080" indent="-287020">
              <a:lnSpc>
                <a:spcPct val="125899"/>
              </a:lnSpc>
              <a:spcBef>
                <a:spcPts val="95"/>
              </a:spcBef>
            </a:pPr>
            <a:r>
              <a:rPr sz="1400" b="1" dirty="0">
                <a:latin typeface="Arial"/>
                <a:cs typeface="Arial"/>
              </a:rPr>
              <a:t>Secure</a:t>
            </a:r>
            <a:r>
              <a:rPr sz="1400" b="1" spc="-60" dirty="0">
                <a:latin typeface="Arial"/>
                <a:cs typeface="Arial"/>
              </a:rPr>
              <a:t> </a:t>
            </a:r>
            <a:r>
              <a:rPr sz="1400" b="1" spc="-10" dirty="0">
                <a:latin typeface="Arial"/>
                <a:cs typeface="Arial"/>
              </a:rPr>
              <a:t>Internet</a:t>
            </a:r>
            <a:r>
              <a:rPr sz="1400" b="1" spc="-70" dirty="0">
                <a:latin typeface="Arial"/>
                <a:cs typeface="Arial"/>
              </a:rPr>
              <a:t> </a:t>
            </a:r>
            <a:r>
              <a:rPr sz="1400" b="1" spc="-10" dirty="0">
                <a:latin typeface="Arial"/>
                <a:cs typeface="Arial"/>
              </a:rPr>
              <a:t>Gateway </a:t>
            </a:r>
            <a:r>
              <a:rPr sz="1400" b="1" dirty="0">
                <a:latin typeface="Arial"/>
                <a:cs typeface="Arial"/>
              </a:rPr>
              <a:t>VMtrial</a:t>
            </a:r>
            <a:r>
              <a:rPr sz="1400" b="1" spc="-90" dirty="0">
                <a:latin typeface="Arial"/>
                <a:cs typeface="Arial"/>
              </a:rPr>
              <a:t> </a:t>
            </a:r>
            <a:r>
              <a:rPr sz="1400" b="1" spc="-10" dirty="0">
                <a:latin typeface="Arial"/>
                <a:cs typeface="Arial"/>
              </a:rPr>
              <a:t>Evaluation </a:t>
            </a:r>
            <a:r>
              <a:rPr sz="1400" dirty="0">
                <a:latin typeface="Arial"/>
                <a:cs typeface="Arial"/>
              </a:rPr>
              <a:t>Currently</a:t>
            </a:r>
            <a:r>
              <a:rPr sz="1400" spc="-85" dirty="0">
                <a:latin typeface="Arial"/>
                <a:cs typeface="Arial"/>
              </a:rPr>
              <a:t> </a:t>
            </a:r>
            <a:r>
              <a:rPr sz="1400" spc="-10" dirty="0">
                <a:latin typeface="Arial"/>
                <a:cs typeface="Arial"/>
              </a:rPr>
              <a:t>Available</a:t>
            </a:r>
            <a:endParaRPr sz="1400">
              <a:latin typeface="Arial"/>
              <a:cs typeface="Arial"/>
            </a:endParaRPr>
          </a:p>
        </p:txBody>
      </p:sp>
      <p:pic>
        <p:nvPicPr>
          <p:cNvPr id="24" name="object 24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3942079" y="4123690"/>
            <a:ext cx="1629410" cy="581660"/>
          </a:xfrm>
          <a:prstGeom prst="rect">
            <a:avLst/>
          </a:prstGeom>
        </p:spPr>
      </p:pic>
      <p:sp>
        <p:nvSpPr>
          <p:cNvPr id="25" name="object 25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25" dirty="0"/>
              <a:t>46</a:t>
            </a:fld>
            <a:endParaRPr spc="-25" dirty="0"/>
          </a:p>
        </p:txBody>
      </p:sp>
    </p:spTree>
  </p:cSld>
  <p:clrMapOvr>
    <a:masterClrMapping/>
  </p:clrMapOvr>
  <p:transition>
    <p:wipe dir="r"/>
  </p:transition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9144000" cy="6858000"/>
          </a:xfrm>
          <a:prstGeom prst="rect">
            <a:avLst/>
          </a:prstGeom>
        </p:spPr>
      </p:pic>
      <p:grpSp>
        <p:nvGrpSpPr>
          <p:cNvPr id="3" name="object 3"/>
          <p:cNvGrpSpPr/>
          <p:nvPr/>
        </p:nvGrpSpPr>
        <p:grpSpPr>
          <a:xfrm>
            <a:off x="1517650" y="3271520"/>
            <a:ext cx="6102350" cy="605790"/>
            <a:chOff x="1517650" y="3271520"/>
            <a:chExt cx="6102350" cy="605790"/>
          </a:xfrm>
        </p:grpSpPr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520190" y="3271520"/>
              <a:ext cx="6099810" cy="605789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172959" y="3526790"/>
              <a:ext cx="97790" cy="97790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343140" y="3526790"/>
              <a:ext cx="97789" cy="97790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513320" y="3526790"/>
              <a:ext cx="99059" cy="97790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517650" y="3524250"/>
              <a:ext cx="97790" cy="97789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687829" y="3524250"/>
              <a:ext cx="97789" cy="97789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858009" y="3524250"/>
              <a:ext cx="97789" cy="97789"/>
            </a:xfrm>
            <a:prstGeom prst="rect">
              <a:avLst/>
            </a:prstGeom>
          </p:spPr>
        </p:pic>
      </p:grpSp>
      <p:pic>
        <p:nvPicPr>
          <p:cNvPr id="11" name="object 11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3644900" y="1066800"/>
            <a:ext cx="1854200" cy="2057400"/>
          </a:xfrm>
          <a:prstGeom prst="rect">
            <a:avLst/>
          </a:prstGeom>
        </p:spPr>
      </p:pic>
      <p:pic>
        <p:nvPicPr>
          <p:cNvPr id="12" name="object 12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2025650" y="2678429"/>
            <a:ext cx="1098550" cy="1103630"/>
          </a:xfrm>
          <a:prstGeom prst="rect">
            <a:avLst/>
          </a:prstGeom>
        </p:spPr>
      </p:pic>
      <p:pic>
        <p:nvPicPr>
          <p:cNvPr id="13" name="object 13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3266440" y="2641600"/>
            <a:ext cx="1139189" cy="1174750"/>
          </a:xfrm>
          <a:prstGeom prst="rect">
            <a:avLst/>
          </a:prstGeom>
        </p:spPr>
      </p:pic>
      <p:pic>
        <p:nvPicPr>
          <p:cNvPr id="14" name="object 14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5834379" y="2607310"/>
            <a:ext cx="1102359" cy="1244600"/>
          </a:xfrm>
          <a:prstGeom prst="rect">
            <a:avLst/>
          </a:prstGeom>
        </p:spPr>
      </p:pic>
      <p:pic>
        <p:nvPicPr>
          <p:cNvPr id="15" name="object 15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4547870" y="2673350"/>
            <a:ext cx="1141729" cy="1111250"/>
          </a:xfrm>
          <a:prstGeom prst="rect">
            <a:avLst/>
          </a:prstGeom>
        </p:spPr>
      </p:pic>
      <p:pic>
        <p:nvPicPr>
          <p:cNvPr id="16" name="object 16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7078980" y="2774950"/>
            <a:ext cx="1079500" cy="906780"/>
          </a:xfrm>
          <a:prstGeom prst="rect">
            <a:avLst/>
          </a:prstGeom>
        </p:spPr>
      </p:pic>
      <p:pic>
        <p:nvPicPr>
          <p:cNvPr id="17" name="object 17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928369" y="2611120"/>
            <a:ext cx="956309" cy="1231899"/>
          </a:xfrm>
          <a:prstGeom prst="rect">
            <a:avLst/>
          </a:prstGeom>
        </p:spPr>
      </p:pic>
      <p:pic>
        <p:nvPicPr>
          <p:cNvPr id="18" name="object 18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2292350" y="4074159"/>
            <a:ext cx="4559300" cy="1146809"/>
          </a:xfrm>
          <a:prstGeom prst="rect">
            <a:avLst/>
          </a:prstGeom>
        </p:spPr>
      </p:pic>
      <p:sp>
        <p:nvSpPr>
          <p:cNvPr id="19" name="object 19"/>
          <p:cNvSpPr/>
          <p:nvPr/>
        </p:nvSpPr>
        <p:spPr>
          <a:xfrm>
            <a:off x="1045210" y="566419"/>
            <a:ext cx="6523990" cy="459740"/>
          </a:xfrm>
          <a:custGeom>
            <a:avLst/>
            <a:gdLst/>
            <a:ahLst/>
            <a:cxnLst/>
            <a:rect l="l" t="t" r="r" b="b"/>
            <a:pathLst>
              <a:path w="6523990" h="459740">
                <a:moveTo>
                  <a:pt x="6523990" y="0"/>
                </a:moveTo>
                <a:lnTo>
                  <a:pt x="0" y="0"/>
                </a:lnTo>
                <a:lnTo>
                  <a:pt x="0" y="459739"/>
                </a:lnTo>
                <a:lnTo>
                  <a:pt x="3261360" y="459739"/>
                </a:lnTo>
                <a:lnTo>
                  <a:pt x="6523990" y="459739"/>
                </a:lnTo>
                <a:lnTo>
                  <a:pt x="652399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72770">
              <a:lnSpc>
                <a:spcPct val="100000"/>
              </a:lnSpc>
              <a:spcBef>
                <a:spcPts val="100"/>
              </a:spcBef>
            </a:pPr>
            <a:r>
              <a:rPr dirty="0">
                <a:solidFill>
                  <a:srgbClr val="667CCC"/>
                </a:solidFill>
              </a:rPr>
              <a:t>Taking</a:t>
            </a:r>
            <a:r>
              <a:rPr spc="-85" dirty="0">
                <a:solidFill>
                  <a:srgbClr val="667CCC"/>
                </a:solidFill>
              </a:rPr>
              <a:t> </a:t>
            </a:r>
            <a:r>
              <a:rPr dirty="0">
                <a:solidFill>
                  <a:srgbClr val="667CCC"/>
                </a:solidFill>
              </a:rPr>
              <a:t>Out</a:t>
            </a:r>
            <a:r>
              <a:rPr spc="-175" dirty="0">
                <a:solidFill>
                  <a:srgbClr val="667CCC"/>
                </a:solidFill>
              </a:rPr>
              <a:t> </a:t>
            </a:r>
            <a:r>
              <a:rPr dirty="0">
                <a:solidFill>
                  <a:srgbClr val="667CCC"/>
                </a:solidFill>
              </a:rPr>
              <a:t>the</a:t>
            </a:r>
            <a:r>
              <a:rPr spc="-50" dirty="0">
                <a:solidFill>
                  <a:srgbClr val="667CCC"/>
                </a:solidFill>
              </a:rPr>
              <a:t> </a:t>
            </a:r>
            <a:r>
              <a:rPr spc="-35" dirty="0">
                <a:solidFill>
                  <a:srgbClr val="667CCC"/>
                </a:solidFill>
              </a:rPr>
              <a:t>Complexity,</a:t>
            </a:r>
            <a:r>
              <a:rPr spc="-50" dirty="0">
                <a:solidFill>
                  <a:srgbClr val="667CCC"/>
                </a:solidFill>
              </a:rPr>
              <a:t> </a:t>
            </a:r>
            <a:r>
              <a:rPr dirty="0">
                <a:solidFill>
                  <a:srgbClr val="667CCC"/>
                </a:solidFill>
              </a:rPr>
              <a:t>Adding</a:t>
            </a:r>
            <a:r>
              <a:rPr spc="-50" dirty="0">
                <a:solidFill>
                  <a:srgbClr val="667CCC"/>
                </a:solidFill>
              </a:rPr>
              <a:t> </a:t>
            </a:r>
            <a:r>
              <a:rPr spc="-20" dirty="0">
                <a:solidFill>
                  <a:srgbClr val="667CCC"/>
                </a:solidFill>
              </a:rPr>
              <a:t>Flexibility</a:t>
            </a:r>
          </a:p>
        </p:txBody>
      </p:sp>
      <p:sp>
        <p:nvSpPr>
          <p:cNvPr id="21" name="object 21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25" dirty="0"/>
              <a:t>47</a:t>
            </a:fld>
            <a:endParaRPr spc="-25" dirty="0"/>
          </a:p>
        </p:txBody>
      </p:sp>
    </p:spTree>
  </p:cSld>
  <p:clrMapOvr>
    <a:masterClrMapping/>
  </p:clrMapOvr>
  <p:transition>
    <p:wipe dir="r"/>
  </p:transition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534669" y="2056129"/>
            <a:ext cx="3769360" cy="1899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8100"/>
              </a:lnSpc>
              <a:spcBef>
                <a:spcPts val="100"/>
              </a:spcBef>
            </a:pPr>
            <a:r>
              <a:rPr sz="7200" spc="-75" dirty="0">
                <a:solidFill>
                  <a:srgbClr val="667CCC"/>
                </a:solidFill>
              </a:rPr>
              <a:t>VMworld</a:t>
            </a:r>
            <a:endParaRPr sz="7200"/>
          </a:p>
          <a:p>
            <a:pPr marL="12700">
              <a:lnSpc>
                <a:spcPts val="6659"/>
              </a:lnSpc>
            </a:pPr>
            <a:r>
              <a:rPr sz="6000" spc="-10" dirty="0">
                <a:solidFill>
                  <a:srgbClr val="333333"/>
                </a:solidFill>
              </a:rPr>
              <a:t>Updates</a:t>
            </a:r>
            <a:endParaRPr sz="600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77BDEB2-343F-16DE-0E0C-08D7C2517C84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pPr marL="6604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lang="en-US" spc="-50" smtClean="0"/>
              <a:t>48</a:t>
            </a:fld>
            <a:endParaRPr lang="en-US" spc="-50" dirty="0"/>
          </a:p>
        </p:txBody>
      </p:sp>
    </p:spTree>
  </p:cSld>
  <p:clrMapOvr>
    <a:masterClrMapping/>
  </p:clrMapOvr>
  <p:transition>
    <p:wipe dir="r"/>
  </p:transition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864869" y="1447800"/>
            <a:ext cx="6678930" cy="488950"/>
          </a:xfrm>
          <a:custGeom>
            <a:avLst/>
            <a:gdLst/>
            <a:ahLst/>
            <a:cxnLst/>
            <a:rect l="l" t="t" r="r" b="b"/>
            <a:pathLst>
              <a:path w="6678930" h="488950">
                <a:moveTo>
                  <a:pt x="6581139" y="0"/>
                </a:moveTo>
                <a:lnTo>
                  <a:pt x="99060" y="0"/>
                </a:lnTo>
                <a:lnTo>
                  <a:pt x="80010" y="2539"/>
                </a:lnTo>
                <a:lnTo>
                  <a:pt x="30480" y="30479"/>
                </a:lnTo>
                <a:lnTo>
                  <a:pt x="5080" y="71120"/>
                </a:lnTo>
                <a:lnTo>
                  <a:pt x="0" y="97789"/>
                </a:lnTo>
                <a:lnTo>
                  <a:pt x="0" y="391160"/>
                </a:lnTo>
                <a:lnTo>
                  <a:pt x="12700" y="435610"/>
                </a:lnTo>
                <a:lnTo>
                  <a:pt x="45720" y="471170"/>
                </a:lnTo>
                <a:lnTo>
                  <a:pt x="71120" y="483870"/>
                </a:lnTo>
                <a:lnTo>
                  <a:pt x="80010" y="487679"/>
                </a:lnTo>
                <a:lnTo>
                  <a:pt x="88900" y="488950"/>
                </a:lnTo>
                <a:lnTo>
                  <a:pt x="6590030" y="488950"/>
                </a:lnTo>
                <a:lnTo>
                  <a:pt x="6598920" y="487679"/>
                </a:lnTo>
                <a:lnTo>
                  <a:pt x="6607809" y="483870"/>
                </a:lnTo>
                <a:lnTo>
                  <a:pt x="6616700" y="481329"/>
                </a:lnTo>
                <a:lnTo>
                  <a:pt x="6648450" y="458470"/>
                </a:lnTo>
                <a:lnTo>
                  <a:pt x="6677659" y="408939"/>
                </a:lnTo>
                <a:lnTo>
                  <a:pt x="6678930" y="400050"/>
                </a:lnTo>
                <a:lnTo>
                  <a:pt x="6678930" y="88900"/>
                </a:lnTo>
                <a:lnTo>
                  <a:pt x="6661150" y="45720"/>
                </a:lnTo>
                <a:lnTo>
                  <a:pt x="6633209" y="17779"/>
                </a:lnTo>
                <a:lnTo>
                  <a:pt x="6598920" y="2539"/>
                </a:lnTo>
                <a:lnTo>
                  <a:pt x="6581139" y="0"/>
                </a:lnTo>
                <a:close/>
              </a:path>
            </a:pathLst>
          </a:custGeom>
          <a:solidFill>
            <a:srgbClr val="FF9900">
              <a:alpha val="29998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980439" y="595630"/>
            <a:ext cx="1369060" cy="403860"/>
          </a:xfrm>
          <a:custGeom>
            <a:avLst/>
            <a:gdLst/>
            <a:ahLst/>
            <a:cxnLst/>
            <a:rect l="l" t="t" r="r" b="b"/>
            <a:pathLst>
              <a:path w="1369060" h="403859">
                <a:moveTo>
                  <a:pt x="1369060" y="0"/>
                </a:moveTo>
                <a:lnTo>
                  <a:pt x="0" y="0"/>
                </a:lnTo>
                <a:lnTo>
                  <a:pt x="0" y="403860"/>
                </a:lnTo>
                <a:lnTo>
                  <a:pt x="684529" y="403860"/>
                </a:lnTo>
                <a:lnTo>
                  <a:pt x="1369060" y="403860"/>
                </a:lnTo>
                <a:lnTo>
                  <a:pt x="136906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08000">
              <a:lnSpc>
                <a:spcPct val="100000"/>
              </a:lnSpc>
              <a:spcBef>
                <a:spcPts val="100"/>
              </a:spcBef>
            </a:pPr>
            <a:r>
              <a:rPr spc="-10" dirty="0"/>
              <a:t>Agenda</a:t>
            </a:r>
          </a:p>
        </p:txBody>
      </p:sp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55369" y="1670050"/>
            <a:ext cx="193040" cy="165100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55369" y="2377439"/>
            <a:ext cx="193040" cy="165100"/>
          </a:xfrm>
          <a:prstGeom prst="rect">
            <a:avLst/>
          </a:prstGeom>
        </p:spPr>
      </p:pic>
      <p:pic>
        <p:nvPicPr>
          <p:cNvPr id="7" name="object 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55369" y="3086100"/>
            <a:ext cx="193040" cy="165100"/>
          </a:xfrm>
          <a:prstGeom prst="rect">
            <a:avLst/>
          </a:prstGeom>
        </p:spPr>
      </p:pic>
      <p:pic>
        <p:nvPicPr>
          <p:cNvPr id="8" name="object 8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55369" y="3794759"/>
            <a:ext cx="193040" cy="165100"/>
          </a:xfrm>
          <a:prstGeom prst="rect">
            <a:avLst/>
          </a:prstGeom>
        </p:spPr>
      </p:pic>
      <p:pic>
        <p:nvPicPr>
          <p:cNvPr id="9" name="object 9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55369" y="4503420"/>
            <a:ext cx="193040" cy="165100"/>
          </a:xfrm>
          <a:prstGeom prst="rect">
            <a:avLst/>
          </a:prstGeom>
        </p:spPr>
      </p:pic>
      <p:pic>
        <p:nvPicPr>
          <p:cNvPr id="10" name="object 10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55369" y="5212079"/>
            <a:ext cx="193040" cy="165100"/>
          </a:xfrm>
          <a:prstGeom prst="rect">
            <a:avLst/>
          </a:prstGeom>
        </p:spPr>
      </p:pic>
      <p:sp>
        <p:nvSpPr>
          <p:cNvPr id="11" name="object 11"/>
          <p:cNvSpPr txBox="1">
            <a:spLocks noGrp="1"/>
          </p:cNvSpPr>
          <p:nvPr>
            <p:ph type="body" idx="1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-20" dirty="0"/>
              <a:t>VMware</a:t>
            </a:r>
            <a:r>
              <a:rPr spc="-95" dirty="0"/>
              <a:t> </a:t>
            </a:r>
            <a:r>
              <a:rPr dirty="0"/>
              <a:t>ESX</a:t>
            </a:r>
            <a:r>
              <a:rPr spc="-165" dirty="0"/>
              <a:t> </a:t>
            </a:r>
            <a:r>
              <a:rPr spc="-20" dirty="0"/>
              <a:t>Server</a:t>
            </a:r>
            <a:r>
              <a:rPr spc="-130" dirty="0"/>
              <a:t> </a:t>
            </a:r>
            <a:r>
              <a:rPr spc="-25" dirty="0"/>
              <a:t>3i</a:t>
            </a:r>
          </a:p>
          <a:p>
            <a:pPr marL="12700" marR="5080">
              <a:lnSpc>
                <a:spcPct val="193700"/>
              </a:lnSpc>
            </a:pPr>
            <a:r>
              <a:rPr spc="-10" dirty="0"/>
              <a:t>Storage</a:t>
            </a:r>
            <a:r>
              <a:rPr spc="-105" dirty="0"/>
              <a:t> </a:t>
            </a:r>
            <a:r>
              <a:rPr spc="-10" dirty="0"/>
              <a:t>VMotion </a:t>
            </a:r>
            <a:r>
              <a:rPr dirty="0"/>
              <a:t>Continuous</a:t>
            </a:r>
            <a:r>
              <a:rPr spc="-50" dirty="0"/>
              <a:t> </a:t>
            </a:r>
            <a:r>
              <a:rPr spc="-10" dirty="0"/>
              <a:t>Availability </a:t>
            </a:r>
            <a:r>
              <a:rPr dirty="0"/>
              <a:t>Virtual</a:t>
            </a:r>
            <a:r>
              <a:rPr spc="-105" dirty="0"/>
              <a:t> </a:t>
            </a:r>
            <a:r>
              <a:rPr spc="-25" dirty="0"/>
              <a:t>Desktop</a:t>
            </a:r>
            <a:r>
              <a:rPr spc="-95" dirty="0"/>
              <a:t> </a:t>
            </a:r>
            <a:r>
              <a:rPr spc="-35" dirty="0"/>
              <a:t>Manager</a:t>
            </a:r>
            <a:r>
              <a:rPr spc="-135" dirty="0"/>
              <a:t> </a:t>
            </a:r>
            <a:r>
              <a:rPr spc="-25" dirty="0"/>
              <a:t>2.0 </a:t>
            </a:r>
            <a:r>
              <a:rPr dirty="0"/>
              <a:t>Site</a:t>
            </a:r>
            <a:r>
              <a:rPr spc="-45" dirty="0"/>
              <a:t> Recovery</a:t>
            </a:r>
            <a:r>
              <a:rPr spc="-85" dirty="0"/>
              <a:t> </a:t>
            </a:r>
            <a:r>
              <a:rPr spc="-10" dirty="0"/>
              <a:t>Manager Other</a:t>
            </a:r>
            <a:r>
              <a:rPr spc="-145" dirty="0"/>
              <a:t> </a:t>
            </a:r>
            <a:r>
              <a:rPr spc="-10" dirty="0"/>
              <a:t>announcements</a:t>
            </a:r>
          </a:p>
        </p:txBody>
      </p:sp>
      <p:sp>
        <p:nvSpPr>
          <p:cNvPr id="12" name="object 12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25" dirty="0"/>
              <a:t>49</a:t>
            </a:fld>
            <a:endParaRPr spc="-25" dirty="0"/>
          </a:p>
        </p:txBody>
      </p:sp>
    </p:spTree>
  </p:cSld>
  <p:clrMapOvr>
    <a:masterClrMapping/>
  </p:clrMapOvr>
  <p:transition>
    <p:wipe dir="r"/>
  </p:transition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105150" y="2166620"/>
            <a:ext cx="161289" cy="137160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105150" y="3208020"/>
            <a:ext cx="161289" cy="137160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105150" y="4113529"/>
            <a:ext cx="161289" cy="137160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105150" y="4545329"/>
            <a:ext cx="161289" cy="137160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105150" y="5281929"/>
            <a:ext cx="161289" cy="137159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3091179" y="1259840"/>
            <a:ext cx="5602605" cy="45618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473709">
              <a:lnSpc>
                <a:spcPct val="100000"/>
              </a:lnSpc>
              <a:spcBef>
                <a:spcPts val="100"/>
              </a:spcBef>
            </a:pPr>
            <a:r>
              <a:rPr sz="2200" b="1" dirty="0">
                <a:solidFill>
                  <a:srgbClr val="333333"/>
                </a:solidFill>
                <a:latin typeface="Arial"/>
                <a:cs typeface="Arial"/>
              </a:rPr>
              <a:t>Next</a:t>
            </a:r>
            <a:r>
              <a:rPr sz="2200" b="1" spc="-9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200" b="1" spc="-25" dirty="0">
                <a:solidFill>
                  <a:srgbClr val="333333"/>
                </a:solidFill>
                <a:latin typeface="Arial"/>
                <a:cs typeface="Arial"/>
              </a:rPr>
              <a:t>generation</a:t>
            </a:r>
            <a:r>
              <a:rPr sz="2200" b="1" spc="-9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200" b="1" spc="-25" dirty="0">
                <a:solidFill>
                  <a:srgbClr val="333333"/>
                </a:solidFill>
                <a:latin typeface="Arial"/>
                <a:cs typeface="Arial"/>
              </a:rPr>
              <a:t>architecture</a:t>
            </a:r>
            <a:r>
              <a:rPr sz="2200" b="1" spc="-9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200" b="1" dirty="0">
                <a:solidFill>
                  <a:srgbClr val="333333"/>
                </a:solidFill>
                <a:latin typeface="Arial"/>
                <a:cs typeface="Arial"/>
              </a:rPr>
              <a:t>in</a:t>
            </a:r>
            <a:r>
              <a:rPr sz="2200" b="1" spc="-10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200" b="1" dirty="0">
                <a:solidFill>
                  <a:srgbClr val="333333"/>
                </a:solidFill>
                <a:latin typeface="Arial"/>
                <a:cs typeface="Arial"/>
              </a:rPr>
              <a:t>an</a:t>
            </a:r>
            <a:r>
              <a:rPr sz="2200" b="1" spc="-10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200" b="1" spc="-10" dirty="0">
                <a:solidFill>
                  <a:srgbClr val="333333"/>
                </a:solidFill>
                <a:latin typeface="Arial"/>
                <a:cs typeface="Arial"/>
              </a:rPr>
              <a:t>ultra small</a:t>
            </a:r>
            <a:r>
              <a:rPr sz="2200" b="1" spc="-12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200" b="1" dirty="0">
                <a:solidFill>
                  <a:srgbClr val="333333"/>
                </a:solidFill>
                <a:latin typeface="Arial"/>
                <a:cs typeface="Arial"/>
              </a:rPr>
              <a:t>form</a:t>
            </a:r>
            <a:r>
              <a:rPr sz="2200" b="1" spc="-15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200" b="1" spc="-10" dirty="0">
                <a:solidFill>
                  <a:srgbClr val="333333"/>
                </a:solidFill>
                <a:latin typeface="Arial"/>
                <a:cs typeface="Arial"/>
              </a:rPr>
              <a:t>factor</a:t>
            </a:r>
            <a:endParaRPr sz="2200">
              <a:latin typeface="Arial"/>
              <a:cs typeface="Arial"/>
            </a:endParaRPr>
          </a:p>
          <a:p>
            <a:pPr marL="311785" marR="5080">
              <a:lnSpc>
                <a:spcPct val="100000"/>
              </a:lnSpc>
              <a:spcBef>
                <a:spcPts val="1100"/>
              </a:spcBef>
            </a:pPr>
            <a:r>
              <a:rPr sz="2000" dirty="0">
                <a:latin typeface="Arial"/>
                <a:cs typeface="Arial"/>
              </a:rPr>
              <a:t>Improved</a:t>
            </a:r>
            <a:r>
              <a:rPr sz="2000" spc="-40" dirty="0">
                <a:latin typeface="Arial"/>
                <a:cs typeface="Arial"/>
              </a:rPr>
              <a:t> </a:t>
            </a:r>
            <a:r>
              <a:rPr sz="2000" dirty="0">
                <a:latin typeface="Arial"/>
                <a:cs typeface="Arial"/>
              </a:rPr>
              <a:t>security,</a:t>
            </a:r>
            <a:r>
              <a:rPr sz="2000" spc="-50" dirty="0">
                <a:latin typeface="Arial"/>
                <a:cs typeface="Arial"/>
              </a:rPr>
              <a:t> </a:t>
            </a:r>
            <a:r>
              <a:rPr sz="2000" dirty="0">
                <a:latin typeface="Arial"/>
                <a:cs typeface="Arial"/>
              </a:rPr>
              <a:t>reliability</a:t>
            </a:r>
            <a:r>
              <a:rPr sz="2000" spc="-40" dirty="0">
                <a:latin typeface="Arial"/>
                <a:cs typeface="Arial"/>
              </a:rPr>
              <a:t> </a:t>
            </a:r>
            <a:r>
              <a:rPr sz="2000" dirty="0">
                <a:latin typeface="Arial"/>
                <a:cs typeface="Arial"/>
              </a:rPr>
              <a:t>and</a:t>
            </a:r>
            <a:r>
              <a:rPr sz="2000" spc="-35" dirty="0">
                <a:latin typeface="Arial"/>
                <a:cs typeface="Arial"/>
              </a:rPr>
              <a:t> </a:t>
            </a:r>
            <a:r>
              <a:rPr sz="2000" spc="-10" dirty="0">
                <a:latin typeface="Arial"/>
                <a:cs typeface="Arial"/>
              </a:rPr>
              <a:t>simplified </a:t>
            </a:r>
            <a:r>
              <a:rPr sz="2000" dirty="0">
                <a:latin typeface="Arial"/>
                <a:cs typeface="Arial"/>
              </a:rPr>
              <a:t>management</a:t>
            </a:r>
            <a:r>
              <a:rPr sz="2000" spc="-35" dirty="0">
                <a:latin typeface="Arial"/>
                <a:cs typeface="Arial"/>
              </a:rPr>
              <a:t> </a:t>
            </a:r>
            <a:r>
              <a:rPr sz="2000" dirty="0">
                <a:latin typeface="Arial"/>
                <a:cs typeface="Arial"/>
              </a:rPr>
              <a:t>with</a:t>
            </a:r>
            <a:r>
              <a:rPr sz="2000" spc="-15" dirty="0">
                <a:latin typeface="Arial"/>
                <a:cs typeface="Arial"/>
              </a:rPr>
              <a:t> </a:t>
            </a:r>
            <a:r>
              <a:rPr sz="2000" dirty="0">
                <a:latin typeface="Arial"/>
                <a:cs typeface="Arial"/>
              </a:rPr>
              <a:t>a</a:t>
            </a:r>
            <a:r>
              <a:rPr sz="2000" spc="-15" dirty="0">
                <a:latin typeface="Arial"/>
                <a:cs typeface="Arial"/>
              </a:rPr>
              <a:t> </a:t>
            </a:r>
            <a:r>
              <a:rPr sz="2000" dirty="0">
                <a:latin typeface="Arial"/>
                <a:cs typeface="Arial"/>
              </a:rPr>
              <a:t>small,</a:t>
            </a:r>
            <a:r>
              <a:rPr sz="2000" spc="-30" dirty="0">
                <a:latin typeface="Arial"/>
                <a:cs typeface="Arial"/>
              </a:rPr>
              <a:t> </a:t>
            </a:r>
            <a:r>
              <a:rPr sz="2000" spc="-10" dirty="0">
                <a:latin typeface="Arial"/>
                <a:cs typeface="Arial"/>
              </a:rPr>
              <a:t>virtualization-centric </a:t>
            </a:r>
            <a:r>
              <a:rPr sz="2000" dirty="0">
                <a:latin typeface="Arial"/>
                <a:cs typeface="Arial"/>
              </a:rPr>
              <a:t>package</a:t>
            </a:r>
            <a:r>
              <a:rPr sz="2000" spc="-35" dirty="0">
                <a:latin typeface="Arial"/>
                <a:cs typeface="Arial"/>
              </a:rPr>
              <a:t> </a:t>
            </a:r>
            <a:r>
              <a:rPr sz="2000" dirty="0">
                <a:latin typeface="Arial"/>
                <a:cs typeface="Arial"/>
              </a:rPr>
              <a:t>that</a:t>
            </a:r>
            <a:r>
              <a:rPr sz="2000" spc="-35" dirty="0">
                <a:latin typeface="Arial"/>
                <a:cs typeface="Arial"/>
              </a:rPr>
              <a:t> </a:t>
            </a:r>
            <a:r>
              <a:rPr sz="2000" dirty="0">
                <a:latin typeface="Arial"/>
                <a:cs typeface="Arial"/>
              </a:rPr>
              <a:t>minimizes</a:t>
            </a:r>
            <a:r>
              <a:rPr sz="2000" spc="-30" dirty="0">
                <a:latin typeface="Arial"/>
                <a:cs typeface="Arial"/>
              </a:rPr>
              <a:t> </a:t>
            </a:r>
            <a:r>
              <a:rPr sz="2000" dirty="0">
                <a:latin typeface="Arial"/>
                <a:cs typeface="Arial"/>
              </a:rPr>
              <a:t>attack</a:t>
            </a:r>
            <a:r>
              <a:rPr sz="2000" spc="-35" dirty="0">
                <a:latin typeface="Arial"/>
                <a:cs typeface="Arial"/>
              </a:rPr>
              <a:t> </a:t>
            </a:r>
            <a:r>
              <a:rPr sz="2000" dirty="0">
                <a:latin typeface="Arial"/>
                <a:cs typeface="Arial"/>
              </a:rPr>
              <a:t>surface</a:t>
            </a:r>
            <a:r>
              <a:rPr sz="2000" spc="-30" dirty="0">
                <a:latin typeface="Arial"/>
                <a:cs typeface="Arial"/>
              </a:rPr>
              <a:t> </a:t>
            </a:r>
            <a:r>
              <a:rPr sz="2000" spc="-20" dirty="0">
                <a:latin typeface="Arial"/>
                <a:cs typeface="Arial"/>
              </a:rPr>
              <a:t>area</a:t>
            </a:r>
            <a:endParaRPr sz="2000">
              <a:latin typeface="Arial"/>
              <a:cs typeface="Arial"/>
            </a:endParaRPr>
          </a:p>
          <a:p>
            <a:pPr marL="311785">
              <a:lnSpc>
                <a:spcPct val="100000"/>
              </a:lnSpc>
              <a:spcBef>
                <a:spcPts val="1000"/>
              </a:spcBef>
            </a:pPr>
            <a:r>
              <a:rPr sz="2000" dirty="0">
                <a:latin typeface="Arial"/>
                <a:cs typeface="Arial"/>
              </a:rPr>
              <a:t>Supports</a:t>
            </a:r>
            <a:r>
              <a:rPr sz="2000" spc="-35" dirty="0">
                <a:latin typeface="Arial"/>
                <a:cs typeface="Arial"/>
              </a:rPr>
              <a:t> </a:t>
            </a:r>
            <a:r>
              <a:rPr sz="2000" dirty="0">
                <a:latin typeface="Arial"/>
                <a:cs typeface="Arial"/>
              </a:rPr>
              <a:t>all</a:t>
            </a:r>
            <a:r>
              <a:rPr sz="2000" spc="-40" dirty="0">
                <a:latin typeface="Arial"/>
                <a:cs typeface="Arial"/>
              </a:rPr>
              <a:t> </a:t>
            </a:r>
            <a:r>
              <a:rPr sz="2000" dirty="0">
                <a:latin typeface="Arial"/>
                <a:cs typeface="Arial"/>
              </a:rPr>
              <a:t>the</a:t>
            </a:r>
            <a:r>
              <a:rPr sz="2000" spc="-40" dirty="0">
                <a:latin typeface="Arial"/>
                <a:cs typeface="Arial"/>
              </a:rPr>
              <a:t> </a:t>
            </a:r>
            <a:r>
              <a:rPr sz="2000" dirty="0">
                <a:latin typeface="Arial"/>
                <a:cs typeface="Arial"/>
              </a:rPr>
              <a:t>VI3</a:t>
            </a:r>
            <a:r>
              <a:rPr sz="2000" spc="-45" dirty="0">
                <a:latin typeface="Arial"/>
                <a:cs typeface="Arial"/>
              </a:rPr>
              <a:t> </a:t>
            </a:r>
            <a:r>
              <a:rPr sz="2000" dirty="0">
                <a:latin typeface="Arial"/>
                <a:cs typeface="Arial"/>
              </a:rPr>
              <a:t>Products</a:t>
            </a:r>
            <a:r>
              <a:rPr sz="2000" spc="-30" dirty="0">
                <a:latin typeface="Arial"/>
                <a:cs typeface="Arial"/>
              </a:rPr>
              <a:t> </a:t>
            </a:r>
            <a:r>
              <a:rPr sz="2000" dirty="0">
                <a:latin typeface="Arial"/>
                <a:cs typeface="Arial"/>
              </a:rPr>
              <a:t>and</a:t>
            </a:r>
            <a:r>
              <a:rPr sz="2000" spc="-35" dirty="0">
                <a:latin typeface="Arial"/>
                <a:cs typeface="Arial"/>
              </a:rPr>
              <a:t> </a:t>
            </a:r>
            <a:r>
              <a:rPr sz="2000" spc="-10" dirty="0">
                <a:latin typeface="Arial"/>
                <a:cs typeface="Arial"/>
              </a:rPr>
              <a:t>Features</a:t>
            </a:r>
            <a:endParaRPr sz="2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000"/>
              </a:spcBef>
            </a:pPr>
            <a:r>
              <a:rPr sz="2200" b="1" spc="-25" dirty="0">
                <a:solidFill>
                  <a:srgbClr val="333333"/>
                </a:solidFill>
                <a:latin typeface="Arial"/>
                <a:cs typeface="Arial"/>
              </a:rPr>
              <a:t>Hypervisor</a:t>
            </a:r>
            <a:r>
              <a:rPr sz="2200" b="1" spc="-9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200" b="1" spc="-25" dirty="0">
                <a:solidFill>
                  <a:srgbClr val="333333"/>
                </a:solidFill>
                <a:latin typeface="Arial"/>
                <a:cs typeface="Arial"/>
              </a:rPr>
              <a:t>integrated</a:t>
            </a:r>
            <a:r>
              <a:rPr sz="2200" b="1" spc="-9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200" b="1" dirty="0">
                <a:solidFill>
                  <a:srgbClr val="333333"/>
                </a:solidFill>
                <a:latin typeface="Arial"/>
                <a:cs typeface="Arial"/>
              </a:rPr>
              <a:t>in</a:t>
            </a:r>
            <a:r>
              <a:rPr sz="2200" b="1" spc="-10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200" b="1" spc="-10" dirty="0">
                <a:solidFill>
                  <a:srgbClr val="333333"/>
                </a:solidFill>
                <a:latin typeface="Arial"/>
                <a:cs typeface="Arial"/>
              </a:rPr>
              <a:t>server</a:t>
            </a:r>
            <a:r>
              <a:rPr sz="2200" b="1" spc="-8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200" b="1" spc="-10" dirty="0">
                <a:solidFill>
                  <a:srgbClr val="333333"/>
                </a:solidFill>
                <a:latin typeface="Arial"/>
                <a:cs typeface="Arial"/>
              </a:rPr>
              <a:t>systems</a:t>
            </a:r>
            <a:endParaRPr sz="2200">
              <a:latin typeface="Arial"/>
              <a:cs typeface="Arial"/>
            </a:endParaRPr>
          </a:p>
          <a:p>
            <a:pPr marL="311785">
              <a:lnSpc>
                <a:spcPct val="100000"/>
              </a:lnSpc>
              <a:spcBef>
                <a:spcPts val="1100"/>
              </a:spcBef>
            </a:pPr>
            <a:r>
              <a:rPr sz="2000" dirty="0">
                <a:latin typeface="Arial"/>
                <a:cs typeface="Arial"/>
              </a:rPr>
              <a:t>Hardware</a:t>
            </a:r>
            <a:r>
              <a:rPr sz="2000" spc="-25" dirty="0">
                <a:latin typeface="Arial"/>
                <a:cs typeface="Arial"/>
              </a:rPr>
              <a:t> </a:t>
            </a:r>
            <a:r>
              <a:rPr sz="2000" dirty="0">
                <a:latin typeface="Arial"/>
                <a:cs typeface="Arial"/>
              </a:rPr>
              <a:t>is</a:t>
            </a:r>
            <a:r>
              <a:rPr sz="2000" spc="-20" dirty="0">
                <a:latin typeface="Arial"/>
                <a:cs typeface="Arial"/>
              </a:rPr>
              <a:t> </a:t>
            </a:r>
            <a:r>
              <a:rPr sz="2000" dirty="0">
                <a:latin typeface="Arial"/>
                <a:cs typeface="Arial"/>
              </a:rPr>
              <a:t>certified</a:t>
            </a:r>
            <a:r>
              <a:rPr sz="2000" spc="-20" dirty="0">
                <a:latin typeface="Arial"/>
                <a:cs typeface="Arial"/>
              </a:rPr>
              <a:t> </a:t>
            </a:r>
            <a:r>
              <a:rPr sz="2000" dirty="0">
                <a:latin typeface="Arial"/>
                <a:cs typeface="Arial"/>
              </a:rPr>
              <a:t>and</a:t>
            </a:r>
            <a:r>
              <a:rPr sz="2000" spc="-20" dirty="0">
                <a:latin typeface="Arial"/>
                <a:cs typeface="Arial"/>
              </a:rPr>
              <a:t> </a:t>
            </a:r>
            <a:r>
              <a:rPr sz="2000" spc="-10" dirty="0">
                <a:latin typeface="Arial"/>
                <a:cs typeface="Arial"/>
              </a:rPr>
              <a:t>ready-to-</a:t>
            </a:r>
            <a:r>
              <a:rPr sz="2000" spc="-25" dirty="0">
                <a:latin typeface="Arial"/>
                <a:cs typeface="Arial"/>
              </a:rPr>
              <a:t>run</a:t>
            </a:r>
            <a:endParaRPr sz="2000">
              <a:latin typeface="Arial"/>
              <a:cs typeface="Arial"/>
            </a:endParaRPr>
          </a:p>
          <a:p>
            <a:pPr marL="311785" marR="246379">
              <a:lnSpc>
                <a:spcPct val="100000"/>
              </a:lnSpc>
              <a:spcBef>
                <a:spcPts val="1000"/>
              </a:spcBef>
            </a:pPr>
            <a:r>
              <a:rPr sz="2000" dirty="0">
                <a:latin typeface="Arial"/>
                <a:cs typeface="Arial"/>
              </a:rPr>
              <a:t>Intuitive</a:t>
            </a:r>
            <a:r>
              <a:rPr sz="2000" spc="-30" dirty="0">
                <a:latin typeface="Arial"/>
                <a:cs typeface="Arial"/>
              </a:rPr>
              <a:t> </a:t>
            </a:r>
            <a:r>
              <a:rPr sz="2000" dirty="0">
                <a:latin typeface="Arial"/>
                <a:cs typeface="Arial"/>
              </a:rPr>
              <a:t>start</a:t>
            </a:r>
            <a:r>
              <a:rPr sz="2000" spc="-45" dirty="0">
                <a:latin typeface="Arial"/>
                <a:cs typeface="Arial"/>
              </a:rPr>
              <a:t> </a:t>
            </a:r>
            <a:r>
              <a:rPr sz="2000" dirty="0">
                <a:latin typeface="Arial"/>
                <a:cs typeface="Arial"/>
              </a:rPr>
              <a:t>up</a:t>
            </a:r>
            <a:r>
              <a:rPr sz="2000" spc="-25" dirty="0">
                <a:latin typeface="Arial"/>
                <a:cs typeface="Arial"/>
              </a:rPr>
              <a:t> </a:t>
            </a:r>
            <a:r>
              <a:rPr sz="2000" dirty="0">
                <a:latin typeface="Arial"/>
                <a:cs typeface="Arial"/>
              </a:rPr>
              <a:t>experience</a:t>
            </a:r>
            <a:r>
              <a:rPr sz="2000" spc="-30" dirty="0">
                <a:latin typeface="Arial"/>
                <a:cs typeface="Arial"/>
              </a:rPr>
              <a:t> </a:t>
            </a:r>
            <a:r>
              <a:rPr sz="2000" dirty="0">
                <a:latin typeface="Arial"/>
                <a:cs typeface="Arial"/>
              </a:rPr>
              <a:t>that</a:t>
            </a:r>
            <a:r>
              <a:rPr sz="2000" spc="-35" dirty="0">
                <a:latin typeface="Arial"/>
                <a:cs typeface="Arial"/>
              </a:rPr>
              <a:t> </a:t>
            </a:r>
            <a:r>
              <a:rPr sz="2000" spc="-10" dirty="0">
                <a:latin typeface="Arial"/>
                <a:cs typeface="Arial"/>
              </a:rPr>
              <a:t>dramatically </a:t>
            </a:r>
            <a:r>
              <a:rPr sz="2000" dirty="0">
                <a:latin typeface="Arial"/>
                <a:cs typeface="Arial"/>
              </a:rPr>
              <a:t>reduces</a:t>
            </a:r>
            <a:r>
              <a:rPr sz="2000" spc="-45" dirty="0">
                <a:latin typeface="Arial"/>
                <a:cs typeface="Arial"/>
              </a:rPr>
              <a:t> </a:t>
            </a:r>
            <a:r>
              <a:rPr sz="2000" dirty="0">
                <a:latin typeface="Arial"/>
                <a:cs typeface="Arial"/>
              </a:rPr>
              <a:t>deployment</a:t>
            </a:r>
            <a:r>
              <a:rPr sz="2000" spc="-50" dirty="0">
                <a:latin typeface="Arial"/>
                <a:cs typeface="Arial"/>
              </a:rPr>
              <a:t> </a:t>
            </a:r>
            <a:r>
              <a:rPr sz="2000" spc="-20" dirty="0">
                <a:latin typeface="Arial"/>
                <a:cs typeface="Arial"/>
              </a:rPr>
              <a:t>time</a:t>
            </a:r>
            <a:endParaRPr sz="2000">
              <a:latin typeface="Arial"/>
              <a:cs typeface="Arial"/>
            </a:endParaRPr>
          </a:p>
          <a:p>
            <a:pPr marL="311785" marR="1079500">
              <a:lnSpc>
                <a:spcPct val="100000"/>
              </a:lnSpc>
              <a:spcBef>
                <a:spcPts val="1000"/>
              </a:spcBef>
            </a:pPr>
            <a:r>
              <a:rPr sz="2000" spc="-10" dirty="0">
                <a:latin typeface="Arial"/>
                <a:cs typeface="Arial"/>
              </a:rPr>
              <a:t>Standards-</a:t>
            </a:r>
            <a:r>
              <a:rPr sz="2000" dirty="0">
                <a:latin typeface="Arial"/>
                <a:cs typeface="Arial"/>
              </a:rPr>
              <a:t>based</a:t>
            </a:r>
            <a:r>
              <a:rPr sz="2000" spc="-25" dirty="0">
                <a:latin typeface="Arial"/>
                <a:cs typeface="Arial"/>
              </a:rPr>
              <a:t> </a:t>
            </a:r>
            <a:r>
              <a:rPr sz="2000" dirty="0">
                <a:latin typeface="Arial"/>
                <a:cs typeface="Arial"/>
              </a:rPr>
              <a:t>management</a:t>
            </a:r>
            <a:r>
              <a:rPr sz="2000" spc="-35" dirty="0">
                <a:latin typeface="Arial"/>
                <a:cs typeface="Arial"/>
              </a:rPr>
              <a:t> </a:t>
            </a:r>
            <a:r>
              <a:rPr sz="2000" dirty="0">
                <a:latin typeface="Arial"/>
                <a:cs typeface="Arial"/>
              </a:rPr>
              <a:t>of</a:t>
            </a:r>
            <a:r>
              <a:rPr sz="2000" spc="-35" dirty="0">
                <a:latin typeface="Arial"/>
                <a:cs typeface="Arial"/>
              </a:rPr>
              <a:t> </a:t>
            </a:r>
            <a:r>
              <a:rPr sz="2000" spc="-25" dirty="0">
                <a:latin typeface="Arial"/>
                <a:cs typeface="Arial"/>
              </a:rPr>
              <a:t>the </a:t>
            </a:r>
            <a:r>
              <a:rPr sz="2000" dirty="0">
                <a:latin typeface="Arial"/>
                <a:cs typeface="Arial"/>
              </a:rPr>
              <a:t>underlying</a:t>
            </a:r>
            <a:r>
              <a:rPr sz="2000" spc="-80" dirty="0">
                <a:latin typeface="Arial"/>
                <a:cs typeface="Arial"/>
              </a:rPr>
              <a:t> </a:t>
            </a:r>
            <a:r>
              <a:rPr sz="2000" spc="-10" dirty="0">
                <a:latin typeface="Arial"/>
                <a:cs typeface="Arial"/>
              </a:rPr>
              <a:t>hardware</a:t>
            </a:r>
            <a:endParaRPr sz="2000">
              <a:latin typeface="Arial"/>
              <a:cs typeface="Arial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980439" y="595630"/>
            <a:ext cx="3427729" cy="403860"/>
          </a:xfrm>
          <a:custGeom>
            <a:avLst/>
            <a:gdLst/>
            <a:ahLst/>
            <a:cxnLst/>
            <a:rect l="l" t="t" r="r" b="b"/>
            <a:pathLst>
              <a:path w="3427729" h="403859">
                <a:moveTo>
                  <a:pt x="3427730" y="0"/>
                </a:moveTo>
                <a:lnTo>
                  <a:pt x="0" y="0"/>
                </a:lnTo>
                <a:lnTo>
                  <a:pt x="0" y="403860"/>
                </a:lnTo>
                <a:lnTo>
                  <a:pt x="1713229" y="403860"/>
                </a:lnTo>
                <a:lnTo>
                  <a:pt x="3427730" y="403860"/>
                </a:lnTo>
                <a:lnTo>
                  <a:pt x="342773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08000">
              <a:lnSpc>
                <a:spcPct val="100000"/>
              </a:lnSpc>
              <a:spcBef>
                <a:spcPts val="100"/>
              </a:spcBef>
            </a:pPr>
            <a:r>
              <a:rPr dirty="0"/>
              <a:t>What</a:t>
            </a:r>
            <a:r>
              <a:rPr spc="-155" dirty="0"/>
              <a:t> </a:t>
            </a:r>
            <a:r>
              <a:rPr dirty="0"/>
              <a:t>is</a:t>
            </a:r>
            <a:r>
              <a:rPr spc="-10" dirty="0"/>
              <a:t> ESX</a:t>
            </a:r>
            <a:r>
              <a:rPr spc="-160" dirty="0"/>
              <a:t> </a:t>
            </a:r>
            <a:r>
              <a:rPr spc="-20" dirty="0"/>
              <a:t>Server</a:t>
            </a:r>
            <a:r>
              <a:rPr spc="-80" dirty="0"/>
              <a:t> </a:t>
            </a:r>
            <a:r>
              <a:rPr spc="-25" dirty="0"/>
              <a:t>3i?</a:t>
            </a:r>
          </a:p>
        </p:txBody>
      </p:sp>
      <p:grpSp>
        <p:nvGrpSpPr>
          <p:cNvPr id="10" name="object 10"/>
          <p:cNvGrpSpPr/>
          <p:nvPr/>
        </p:nvGrpSpPr>
        <p:grpSpPr>
          <a:xfrm>
            <a:off x="457200" y="1295400"/>
            <a:ext cx="2514600" cy="4343400"/>
            <a:chOff x="457200" y="1295400"/>
            <a:chExt cx="2514600" cy="4343400"/>
          </a:xfrm>
        </p:grpSpPr>
        <p:sp>
          <p:nvSpPr>
            <p:cNvPr id="11" name="object 11"/>
            <p:cNvSpPr/>
            <p:nvPr/>
          </p:nvSpPr>
          <p:spPr>
            <a:xfrm>
              <a:off x="457200" y="1295400"/>
              <a:ext cx="2514600" cy="4343400"/>
            </a:xfrm>
            <a:custGeom>
              <a:avLst/>
              <a:gdLst/>
              <a:ahLst/>
              <a:cxnLst/>
              <a:rect l="l" t="t" r="r" b="b"/>
              <a:pathLst>
                <a:path w="2514600" h="4343400">
                  <a:moveTo>
                    <a:pt x="2514600" y="0"/>
                  </a:moveTo>
                  <a:lnTo>
                    <a:pt x="0" y="0"/>
                  </a:lnTo>
                  <a:lnTo>
                    <a:pt x="0" y="4343400"/>
                  </a:lnTo>
                  <a:lnTo>
                    <a:pt x="2514600" y="4343400"/>
                  </a:lnTo>
                  <a:lnTo>
                    <a:pt x="2514600" y="0"/>
                  </a:lnTo>
                  <a:close/>
                </a:path>
              </a:pathLst>
            </a:custGeom>
            <a:solidFill>
              <a:srgbClr val="D0D0D0">
                <a:alpha val="48999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836930" y="3495166"/>
              <a:ext cx="1725930" cy="88900"/>
            </a:xfrm>
            <a:custGeom>
              <a:avLst/>
              <a:gdLst/>
              <a:ahLst/>
              <a:cxnLst/>
              <a:rect l="l" t="t" r="r" b="b"/>
              <a:pathLst>
                <a:path w="1725930" h="88900">
                  <a:moveTo>
                    <a:pt x="1549400" y="1143"/>
                  </a:moveTo>
                  <a:lnTo>
                    <a:pt x="1520190" y="1143"/>
                  </a:lnTo>
                  <a:lnTo>
                    <a:pt x="1520190" y="0"/>
                  </a:lnTo>
                  <a:lnTo>
                    <a:pt x="205740" y="0"/>
                  </a:lnTo>
                  <a:lnTo>
                    <a:pt x="205740" y="1143"/>
                  </a:lnTo>
                  <a:lnTo>
                    <a:pt x="175260" y="1143"/>
                  </a:lnTo>
                  <a:lnTo>
                    <a:pt x="175260" y="2413"/>
                  </a:lnTo>
                  <a:lnTo>
                    <a:pt x="1549400" y="2413"/>
                  </a:lnTo>
                  <a:lnTo>
                    <a:pt x="1549400" y="1397"/>
                  </a:lnTo>
                  <a:lnTo>
                    <a:pt x="1549400" y="1270"/>
                  </a:lnTo>
                  <a:lnTo>
                    <a:pt x="1549400" y="1143"/>
                  </a:lnTo>
                  <a:close/>
                </a:path>
                <a:path w="1725930" h="88900">
                  <a:moveTo>
                    <a:pt x="1574800" y="4953"/>
                  </a:moveTo>
                  <a:lnTo>
                    <a:pt x="1567180" y="4953"/>
                  </a:lnTo>
                  <a:lnTo>
                    <a:pt x="1567180" y="3937"/>
                  </a:lnTo>
                  <a:lnTo>
                    <a:pt x="1559560" y="3937"/>
                  </a:lnTo>
                  <a:lnTo>
                    <a:pt x="1559560" y="2540"/>
                  </a:lnTo>
                  <a:lnTo>
                    <a:pt x="171450" y="2540"/>
                  </a:lnTo>
                  <a:lnTo>
                    <a:pt x="171450" y="3937"/>
                  </a:lnTo>
                  <a:lnTo>
                    <a:pt x="163830" y="3937"/>
                  </a:lnTo>
                  <a:lnTo>
                    <a:pt x="163830" y="4953"/>
                  </a:lnTo>
                  <a:lnTo>
                    <a:pt x="156210" y="4953"/>
                  </a:lnTo>
                  <a:lnTo>
                    <a:pt x="156210" y="6223"/>
                  </a:lnTo>
                  <a:lnTo>
                    <a:pt x="1574800" y="6223"/>
                  </a:lnTo>
                  <a:lnTo>
                    <a:pt x="1574800" y="5207"/>
                  </a:lnTo>
                  <a:lnTo>
                    <a:pt x="1574800" y="4953"/>
                  </a:lnTo>
                  <a:close/>
                </a:path>
                <a:path w="1725930" h="88900">
                  <a:moveTo>
                    <a:pt x="1583690" y="7493"/>
                  </a:moveTo>
                  <a:lnTo>
                    <a:pt x="1578610" y="7493"/>
                  </a:lnTo>
                  <a:lnTo>
                    <a:pt x="1578610" y="6350"/>
                  </a:lnTo>
                  <a:lnTo>
                    <a:pt x="146050" y="6350"/>
                  </a:lnTo>
                  <a:lnTo>
                    <a:pt x="146050" y="7493"/>
                  </a:lnTo>
                  <a:lnTo>
                    <a:pt x="143510" y="7493"/>
                  </a:lnTo>
                  <a:lnTo>
                    <a:pt x="143510" y="8763"/>
                  </a:lnTo>
                  <a:lnTo>
                    <a:pt x="1583690" y="8763"/>
                  </a:lnTo>
                  <a:lnTo>
                    <a:pt x="1583690" y="7747"/>
                  </a:lnTo>
                  <a:lnTo>
                    <a:pt x="1583690" y="7620"/>
                  </a:lnTo>
                  <a:lnTo>
                    <a:pt x="1583690" y="7493"/>
                  </a:lnTo>
                  <a:close/>
                </a:path>
                <a:path w="1725930" h="88900">
                  <a:moveTo>
                    <a:pt x="1596390" y="11303"/>
                  </a:moveTo>
                  <a:lnTo>
                    <a:pt x="1592580" y="11303"/>
                  </a:lnTo>
                  <a:lnTo>
                    <a:pt x="1592580" y="10287"/>
                  </a:lnTo>
                  <a:lnTo>
                    <a:pt x="1588770" y="10287"/>
                  </a:lnTo>
                  <a:lnTo>
                    <a:pt x="1588770" y="8890"/>
                  </a:lnTo>
                  <a:lnTo>
                    <a:pt x="139700" y="8890"/>
                  </a:lnTo>
                  <a:lnTo>
                    <a:pt x="139700" y="10287"/>
                  </a:lnTo>
                  <a:lnTo>
                    <a:pt x="134620" y="10287"/>
                  </a:lnTo>
                  <a:lnTo>
                    <a:pt x="134620" y="11303"/>
                  </a:lnTo>
                  <a:lnTo>
                    <a:pt x="130810" y="11303"/>
                  </a:lnTo>
                  <a:lnTo>
                    <a:pt x="130810" y="12573"/>
                  </a:lnTo>
                  <a:lnTo>
                    <a:pt x="1596390" y="12573"/>
                  </a:lnTo>
                  <a:lnTo>
                    <a:pt x="1596390" y="11557"/>
                  </a:lnTo>
                  <a:lnTo>
                    <a:pt x="1596390" y="11303"/>
                  </a:lnTo>
                  <a:close/>
                </a:path>
                <a:path w="1725930" h="88900">
                  <a:moveTo>
                    <a:pt x="1605280" y="13843"/>
                  </a:moveTo>
                  <a:lnTo>
                    <a:pt x="1601470" y="13843"/>
                  </a:lnTo>
                  <a:lnTo>
                    <a:pt x="1601470" y="12700"/>
                  </a:lnTo>
                  <a:lnTo>
                    <a:pt x="127000" y="12700"/>
                  </a:lnTo>
                  <a:lnTo>
                    <a:pt x="127000" y="13843"/>
                  </a:lnTo>
                  <a:lnTo>
                    <a:pt x="121920" y="13843"/>
                  </a:lnTo>
                  <a:lnTo>
                    <a:pt x="121920" y="15113"/>
                  </a:lnTo>
                  <a:lnTo>
                    <a:pt x="1605280" y="15113"/>
                  </a:lnTo>
                  <a:lnTo>
                    <a:pt x="1605280" y="14097"/>
                  </a:lnTo>
                  <a:lnTo>
                    <a:pt x="1605280" y="13970"/>
                  </a:lnTo>
                  <a:lnTo>
                    <a:pt x="1605280" y="13843"/>
                  </a:lnTo>
                  <a:close/>
                </a:path>
                <a:path w="1725930" h="88900">
                  <a:moveTo>
                    <a:pt x="1615440" y="17653"/>
                  </a:moveTo>
                  <a:lnTo>
                    <a:pt x="1611630" y="17653"/>
                  </a:lnTo>
                  <a:lnTo>
                    <a:pt x="1611630" y="16637"/>
                  </a:lnTo>
                  <a:lnTo>
                    <a:pt x="1607820" y="16637"/>
                  </a:lnTo>
                  <a:lnTo>
                    <a:pt x="1607820" y="15240"/>
                  </a:lnTo>
                  <a:lnTo>
                    <a:pt x="116840" y="15240"/>
                  </a:lnTo>
                  <a:lnTo>
                    <a:pt x="116840" y="16637"/>
                  </a:lnTo>
                  <a:lnTo>
                    <a:pt x="114300" y="16637"/>
                  </a:lnTo>
                  <a:lnTo>
                    <a:pt x="114300" y="17653"/>
                  </a:lnTo>
                  <a:lnTo>
                    <a:pt x="111760" y="17653"/>
                  </a:lnTo>
                  <a:lnTo>
                    <a:pt x="111760" y="18923"/>
                  </a:lnTo>
                  <a:lnTo>
                    <a:pt x="1615440" y="18923"/>
                  </a:lnTo>
                  <a:lnTo>
                    <a:pt x="1615440" y="17907"/>
                  </a:lnTo>
                  <a:lnTo>
                    <a:pt x="1615440" y="17653"/>
                  </a:lnTo>
                  <a:close/>
                </a:path>
                <a:path w="1725930" h="88900">
                  <a:moveTo>
                    <a:pt x="1621790" y="20193"/>
                  </a:moveTo>
                  <a:lnTo>
                    <a:pt x="1617980" y="20193"/>
                  </a:lnTo>
                  <a:lnTo>
                    <a:pt x="1617980" y="19050"/>
                  </a:lnTo>
                  <a:lnTo>
                    <a:pt x="107950" y="19050"/>
                  </a:lnTo>
                  <a:lnTo>
                    <a:pt x="107950" y="20193"/>
                  </a:lnTo>
                  <a:lnTo>
                    <a:pt x="105410" y="20193"/>
                  </a:lnTo>
                  <a:lnTo>
                    <a:pt x="105410" y="21463"/>
                  </a:lnTo>
                  <a:lnTo>
                    <a:pt x="1621790" y="21463"/>
                  </a:lnTo>
                  <a:lnTo>
                    <a:pt x="1621790" y="20447"/>
                  </a:lnTo>
                  <a:lnTo>
                    <a:pt x="1621790" y="20320"/>
                  </a:lnTo>
                  <a:lnTo>
                    <a:pt x="1621790" y="20193"/>
                  </a:lnTo>
                  <a:close/>
                </a:path>
                <a:path w="1725930" h="88900">
                  <a:moveTo>
                    <a:pt x="1630680" y="24003"/>
                  </a:moveTo>
                  <a:lnTo>
                    <a:pt x="1626870" y="24003"/>
                  </a:lnTo>
                  <a:lnTo>
                    <a:pt x="1626870" y="22987"/>
                  </a:lnTo>
                  <a:lnTo>
                    <a:pt x="1624330" y="22987"/>
                  </a:lnTo>
                  <a:lnTo>
                    <a:pt x="1624330" y="21590"/>
                  </a:lnTo>
                  <a:lnTo>
                    <a:pt x="102870" y="21590"/>
                  </a:lnTo>
                  <a:lnTo>
                    <a:pt x="102870" y="22987"/>
                  </a:lnTo>
                  <a:lnTo>
                    <a:pt x="99060" y="22987"/>
                  </a:lnTo>
                  <a:lnTo>
                    <a:pt x="99060" y="24003"/>
                  </a:lnTo>
                  <a:lnTo>
                    <a:pt x="96520" y="24003"/>
                  </a:lnTo>
                  <a:lnTo>
                    <a:pt x="96520" y="25273"/>
                  </a:lnTo>
                  <a:lnTo>
                    <a:pt x="1630680" y="25273"/>
                  </a:lnTo>
                  <a:lnTo>
                    <a:pt x="1630680" y="24257"/>
                  </a:lnTo>
                  <a:lnTo>
                    <a:pt x="1630680" y="24003"/>
                  </a:lnTo>
                  <a:close/>
                </a:path>
                <a:path w="1725930" h="88900">
                  <a:moveTo>
                    <a:pt x="1635760" y="26543"/>
                  </a:moveTo>
                  <a:lnTo>
                    <a:pt x="1633220" y="26543"/>
                  </a:lnTo>
                  <a:lnTo>
                    <a:pt x="1633220" y="25400"/>
                  </a:lnTo>
                  <a:lnTo>
                    <a:pt x="92710" y="25400"/>
                  </a:lnTo>
                  <a:lnTo>
                    <a:pt x="92710" y="26543"/>
                  </a:lnTo>
                  <a:lnTo>
                    <a:pt x="88900" y="26543"/>
                  </a:lnTo>
                  <a:lnTo>
                    <a:pt x="88900" y="27813"/>
                  </a:lnTo>
                  <a:lnTo>
                    <a:pt x="1635760" y="27813"/>
                  </a:lnTo>
                  <a:lnTo>
                    <a:pt x="1635760" y="26797"/>
                  </a:lnTo>
                  <a:lnTo>
                    <a:pt x="1635760" y="26670"/>
                  </a:lnTo>
                  <a:lnTo>
                    <a:pt x="1635760" y="26543"/>
                  </a:lnTo>
                  <a:close/>
                </a:path>
                <a:path w="1725930" h="88900">
                  <a:moveTo>
                    <a:pt x="1644650" y="30353"/>
                  </a:moveTo>
                  <a:lnTo>
                    <a:pt x="1642110" y="30353"/>
                  </a:lnTo>
                  <a:lnTo>
                    <a:pt x="1642110" y="29337"/>
                  </a:lnTo>
                  <a:lnTo>
                    <a:pt x="1639570" y="29337"/>
                  </a:lnTo>
                  <a:lnTo>
                    <a:pt x="1639570" y="27940"/>
                  </a:lnTo>
                  <a:lnTo>
                    <a:pt x="87630" y="27940"/>
                  </a:lnTo>
                  <a:lnTo>
                    <a:pt x="87630" y="29337"/>
                  </a:lnTo>
                  <a:lnTo>
                    <a:pt x="85090" y="29337"/>
                  </a:lnTo>
                  <a:lnTo>
                    <a:pt x="85090" y="30353"/>
                  </a:lnTo>
                  <a:lnTo>
                    <a:pt x="82550" y="30353"/>
                  </a:lnTo>
                  <a:lnTo>
                    <a:pt x="82550" y="31623"/>
                  </a:lnTo>
                  <a:lnTo>
                    <a:pt x="1644650" y="31623"/>
                  </a:lnTo>
                  <a:lnTo>
                    <a:pt x="1644650" y="30607"/>
                  </a:lnTo>
                  <a:lnTo>
                    <a:pt x="1644650" y="30353"/>
                  </a:lnTo>
                  <a:close/>
                </a:path>
                <a:path w="1725930" h="88900">
                  <a:moveTo>
                    <a:pt x="1649730" y="32893"/>
                  </a:moveTo>
                  <a:lnTo>
                    <a:pt x="1647190" y="32893"/>
                  </a:lnTo>
                  <a:lnTo>
                    <a:pt x="1647190" y="31750"/>
                  </a:lnTo>
                  <a:lnTo>
                    <a:pt x="80010" y="31750"/>
                  </a:lnTo>
                  <a:lnTo>
                    <a:pt x="80010" y="32893"/>
                  </a:lnTo>
                  <a:lnTo>
                    <a:pt x="77470" y="32893"/>
                  </a:lnTo>
                  <a:lnTo>
                    <a:pt x="77470" y="34163"/>
                  </a:lnTo>
                  <a:lnTo>
                    <a:pt x="1649730" y="34163"/>
                  </a:lnTo>
                  <a:lnTo>
                    <a:pt x="1649730" y="33147"/>
                  </a:lnTo>
                  <a:lnTo>
                    <a:pt x="1649730" y="33020"/>
                  </a:lnTo>
                  <a:lnTo>
                    <a:pt x="1649730" y="32893"/>
                  </a:lnTo>
                  <a:close/>
                </a:path>
                <a:path w="1725930" h="88900">
                  <a:moveTo>
                    <a:pt x="1657350" y="36703"/>
                  </a:moveTo>
                  <a:lnTo>
                    <a:pt x="1654810" y="36703"/>
                  </a:lnTo>
                  <a:lnTo>
                    <a:pt x="1654810" y="35687"/>
                  </a:lnTo>
                  <a:lnTo>
                    <a:pt x="1652270" y="35687"/>
                  </a:lnTo>
                  <a:lnTo>
                    <a:pt x="1652270" y="34290"/>
                  </a:lnTo>
                  <a:lnTo>
                    <a:pt x="74930" y="34290"/>
                  </a:lnTo>
                  <a:lnTo>
                    <a:pt x="74930" y="35687"/>
                  </a:lnTo>
                  <a:lnTo>
                    <a:pt x="72390" y="35687"/>
                  </a:lnTo>
                  <a:lnTo>
                    <a:pt x="72390" y="36703"/>
                  </a:lnTo>
                  <a:lnTo>
                    <a:pt x="69850" y="36703"/>
                  </a:lnTo>
                  <a:lnTo>
                    <a:pt x="69850" y="37973"/>
                  </a:lnTo>
                  <a:lnTo>
                    <a:pt x="1657350" y="37973"/>
                  </a:lnTo>
                  <a:lnTo>
                    <a:pt x="1657350" y="36957"/>
                  </a:lnTo>
                  <a:lnTo>
                    <a:pt x="1657350" y="36703"/>
                  </a:lnTo>
                  <a:close/>
                </a:path>
                <a:path w="1725930" h="88900">
                  <a:moveTo>
                    <a:pt x="1662430" y="39243"/>
                  </a:moveTo>
                  <a:lnTo>
                    <a:pt x="1659890" y="39243"/>
                  </a:lnTo>
                  <a:lnTo>
                    <a:pt x="1659890" y="38100"/>
                  </a:lnTo>
                  <a:lnTo>
                    <a:pt x="67310" y="38100"/>
                  </a:lnTo>
                  <a:lnTo>
                    <a:pt x="67310" y="39243"/>
                  </a:lnTo>
                  <a:lnTo>
                    <a:pt x="64770" y="39243"/>
                  </a:lnTo>
                  <a:lnTo>
                    <a:pt x="64770" y="40513"/>
                  </a:lnTo>
                  <a:lnTo>
                    <a:pt x="1662430" y="40513"/>
                  </a:lnTo>
                  <a:lnTo>
                    <a:pt x="1662430" y="39497"/>
                  </a:lnTo>
                  <a:lnTo>
                    <a:pt x="1662430" y="39370"/>
                  </a:lnTo>
                  <a:lnTo>
                    <a:pt x="1662430" y="39243"/>
                  </a:lnTo>
                  <a:close/>
                </a:path>
                <a:path w="1725930" h="88900">
                  <a:moveTo>
                    <a:pt x="1666240" y="42037"/>
                  </a:moveTo>
                  <a:lnTo>
                    <a:pt x="1663687" y="42037"/>
                  </a:lnTo>
                  <a:lnTo>
                    <a:pt x="1663687" y="40640"/>
                  </a:lnTo>
                  <a:lnTo>
                    <a:pt x="62230" y="40640"/>
                  </a:lnTo>
                  <a:lnTo>
                    <a:pt x="62230" y="42037"/>
                  </a:lnTo>
                  <a:lnTo>
                    <a:pt x="60960" y="42037"/>
                  </a:lnTo>
                  <a:lnTo>
                    <a:pt x="60960" y="43053"/>
                  </a:lnTo>
                  <a:lnTo>
                    <a:pt x="1666240" y="43053"/>
                  </a:lnTo>
                  <a:lnTo>
                    <a:pt x="1666240" y="42037"/>
                  </a:lnTo>
                  <a:close/>
                </a:path>
                <a:path w="1725930" h="88900">
                  <a:moveTo>
                    <a:pt x="1725930" y="87503"/>
                  </a:moveTo>
                  <a:lnTo>
                    <a:pt x="1723390" y="87503"/>
                  </a:lnTo>
                  <a:lnTo>
                    <a:pt x="1723390" y="86487"/>
                  </a:lnTo>
                  <a:lnTo>
                    <a:pt x="1722120" y="86487"/>
                  </a:lnTo>
                  <a:lnTo>
                    <a:pt x="1722120" y="84963"/>
                  </a:lnTo>
                  <a:lnTo>
                    <a:pt x="1720837" y="84963"/>
                  </a:lnTo>
                  <a:lnTo>
                    <a:pt x="1720837" y="83947"/>
                  </a:lnTo>
                  <a:lnTo>
                    <a:pt x="1720837" y="83820"/>
                  </a:lnTo>
                  <a:lnTo>
                    <a:pt x="1720837" y="83693"/>
                  </a:lnTo>
                  <a:lnTo>
                    <a:pt x="1719580" y="83693"/>
                  </a:lnTo>
                  <a:lnTo>
                    <a:pt x="1719580" y="82423"/>
                  </a:lnTo>
                  <a:lnTo>
                    <a:pt x="1718310" y="82423"/>
                  </a:lnTo>
                  <a:lnTo>
                    <a:pt x="1718310" y="81407"/>
                  </a:lnTo>
                  <a:lnTo>
                    <a:pt x="1718310" y="81153"/>
                  </a:lnTo>
                  <a:lnTo>
                    <a:pt x="1715770" y="81153"/>
                  </a:lnTo>
                  <a:lnTo>
                    <a:pt x="1715770" y="80137"/>
                  </a:lnTo>
                  <a:lnTo>
                    <a:pt x="1714487" y="80137"/>
                  </a:lnTo>
                  <a:lnTo>
                    <a:pt x="1714487" y="78613"/>
                  </a:lnTo>
                  <a:lnTo>
                    <a:pt x="1713230" y="78613"/>
                  </a:lnTo>
                  <a:lnTo>
                    <a:pt x="1713230" y="77597"/>
                  </a:lnTo>
                  <a:lnTo>
                    <a:pt x="1713230" y="77470"/>
                  </a:lnTo>
                  <a:lnTo>
                    <a:pt x="1713230" y="77343"/>
                  </a:lnTo>
                  <a:lnTo>
                    <a:pt x="1711960" y="77343"/>
                  </a:lnTo>
                  <a:lnTo>
                    <a:pt x="1711960" y="76073"/>
                  </a:lnTo>
                  <a:lnTo>
                    <a:pt x="1710690" y="76073"/>
                  </a:lnTo>
                  <a:lnTo>
                    <a:pt x="1710690" y="75057"/>
                  </a:lnTo>
                  <a:lnTo>
                    <a:pt x="1710690" y="74803"/>
                  </a:lnTo>
                  <a:lnTo>
                    <a:pt x="1708137" y="74803"/>
                  </a:lnTo>
                  <a:lnTo>
                    <a:pt x="1708137" y="73787"/>
                  </a:lnTo>
                  <a:lnTo>
                    <a:pt x="1706880" y="73787"/>
                  </a:lnTo>
                  <a:lnTo>
                    <a:pt x="1706880" y="72263"/>
                  </a:lnTo>
                  <a:lnTo>
                    <a:pt x="1705610" y="72263"/>
                  </a:lnTo>
                  <a:lnTo>
                    <a:pt x="1705610" y="71247"/>
                  </a:lnTo>
                  <a:lnTo>
                    <a:pt x="1705610" y="71120"/>
                  </a:lnTo>
                  <a:lnTo>
                    <a:pt x="1705610" y="70993"/>
                  </a:lnTo>
                  <a:lnTo>
                    <a:pt x="1704340" y="70993"/>
                  </a:lnTo>
                  <a:lnTo>
                    <a:pt x="1704340" y="69723"/>
                  </a:lnTo>
                  <a:lnTo>
                    <a:pt x="1701787" y="69723"/>
                  </a:lnTo>
                  <a:lnTo>
                    <a:pt x="1701787" y="68707"/>
                  </a:lnTo>
                  <a:lnTo>
                    <a:pt x="1701787" y="68453"/>
                  </a:lnTo>
                  <a:lnTo>
                    <a:pt x="1700530" y="68453"/>
                  </a:lnTo>
                  <a:lnTo>
                    <a:pt x="1700530" y="67437"/>
                  </a:lnTo>
                  <a:lnTo>
                    <a:pt x="24130" y="67437"/>
                  </a:lnTo>
                  <a:lnTo>
                    <a:pt x="24130" y="68453"/>
                  </a:lnTo>
                  <a:lnTo>
                    <a:pt x="22860" y="68453"/>
                  </a:lnTo>
                  <a:lnTo>
                    <a:pt x="22860" y="69723"/>
                  </a:lnTo>
                  <a:lnTo>
                    <a:pt x="21590" y="69723"/>
                  </a:lnTo>
                  <a:lnTo>
                    <a:pt x="21590" y="70993"/>
                  </a:lnTo>
                  <a:lnTo>
                    <a:pt x="19050" y="70993"/>
                  </a:lnTo>
                  <a:lnTo>
                    <a:pt x="19050" y="72263"/>
                  </a:lnTo>
                  <a:lnTo>
                    <a:pt x="17780" y="72263"/>
                  </a:lnTo>
                  <a:lnTo>
                    <a:pt x="17780" y="73787"/>
                  </a:lnTo>
                  <a:lnTo>
                    <a:pt x="16510" y="73787"/>
                  </a:lnTo>
                  <a:lnTo>
                    <a:pt x="16510" y="74803"/>
                  </a:lnTo>
                  <a:lnTo>
                    <a:pt x="15240" y="74803"/>
                  </a:lnTo>
                  <a:lnTo>
                    <a:pt x="15240" y="76073"/>
                  </a:lnTo>
                  <a:lnTo>
                    <a:pt x="12700" y="76073"/>
                  </a:lnTo>
                  <a:lnTo>
                    <a:pt x="12700" y="77343"/>
                  </a:lnTo>
                  <a:lnTo>
                    <a:pt x="11430" y="77343"/>
                  </a:lnTo>
                  <a:lnTo>
                    <a:pt x="11430" y="78613"/>
                  </a:lnTo>
                  <a:lnTo>
                    <a:pt x="10160" y="78613"/>
                  </a:lnTo>
                  <a:lnTo>
                    <a:pt x="10160" y="80137"/>
                  </a:lnTo>
                  <a:lnTo>
                    <a:pt x="8890" y="80137"/>
                  </a:lnTo>
                  <a:lnTo>
                    <a:pt x="8890" y="81153"/>
                  </a:lnTo>
                  <a:lnTo>
                    <a:pt x="7620" y="81153"/>
                  </a:lnTo>
                  <a:lnTo>
                    <a:pt x="7620" y="82423"/>
                  </a:lnTo>
                  <a:lnTo>
                    <a:pt x="6350" y="82423"/>
                  </a:lnTo>
                  <a:lnTo>
                    <a:pt x="6350" y="83693"/>
                  </a:lnTo>
                  <a:lnTo>
                    <a:pt x="3810" y="83693"/>
                  </a:lnTo>
                  <a:lnTo>
                    <a:pt x="3810" y="84963"/>
                  </a:lnTo>
                  <a:lnTo>
                    <a:pt x="2540" y="84963"/>
                  </a:lnTo>
                  <a:lnTo>
                    <a:pt x="2540" y="86487"/>
                  </a:lnTo>
                  <a:lnTo>
                    <a:pt x="1270" y="86487"/>
                  </a:lnTo>
                  <a:lnTo>
                    <a:pt x="1270" y="87503"/>
                  </a:lnTo>
                  <a:lnTo>
                    <a:pt x="0" y="87503"/>
                  </a:lnTo>
                  <a:lnTo>
                    <a:pt x="0" y="88773"/>
                  </a:lnTo>
                  <a:lnTo>
                    <a:pt x="1725930" y="88773"/>
                  </a:lnTo>
                  <a:lnTo>
                    <a:pt x="1725930" y="87757"/>
                  </a:lnTo>
                  <a:lnTo>
                    <a:pt x="1725930" y="8750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861060" y="3538219"/>
              <a:ext cx="1676400" cy="25400"/>
            </a:xfrm>
            <a:custGeom>
              <a:avLst/>
              <a:gdLst/>
              <a:ahLst/>
              <a:cxnLst/>
              <a:rect l="l" t="t" r="r" b="b"/>
              <a:pathLst>
                <a:path w="1676400" h="25400">
                  <a:moveTo>
                    <a:pt x="1676400" y="24384"/>
                  </a:moveTo>
                  <a:lnTo>
                    <a:pt x="1675130" y="24384"/>
                  </a:lnTo>
                  <a:lnTo>
                    <a:pt x="1675130" y="22860"/>
                  </a:lnTo>
                  <a:lnTo>
                    <a:pt x="1672590" y="22860"/>
                  </a:lnTo>
                  <a:lnTo>
                    <a:pt x="1672590" y="21844"/>
                  </a:lnTo>
                  <a:lnTo>
                    <a:pt x="1672590" y="21717"/>
                  </a:lnTo>
                  <a:lnTo>
                    <a:pt x="1672590" y="21590"/>
                  </a:lnTo>
                  <a:lnTo>
                    <a:pt x="1671307" y="21590"/>
                  </a:lnTo>
                  <a:lnTo>
                    <a:pt x="1671307" y="20320"/>
                  </a:lnTo>
                  <a:lnTo>
                    <a:pt x="1670050" y="20320"/>
                  </a:lnTo>
                  <a:lnTo>
                    <a:pt x="1670050" y="19304"/>
                  </a:lnTo>
                  <a:lnTo>
                    <a:pt x="1670050" y="19050"/>
                  </a:lnTo>
                  <a:lnTo>
                    <a:pt x="1668780" y="19050"/>
                  </a:lnTo>
                  <a:lnTo>
                    <a:pt x="1668780" y="18034"/>
                  </a:lnTo>
                  <a:lnTo>
                    <a:pt x="1666240" y="18034"/>
                  </a:lnTo>
                  <a:lnTo>
                    <a:pt x="1666240" y="16510"/>
                  </a:lnTo>
                  <a:lnTo>
                    <a:pt x="1664957" y="16510"/>
                  </a:lnTo>
                  <a:lnTo>
                    <a:pt x="1664957" y="15494"/>
                  </a:lnTo>
                  <a:lnTo>
                    <a:pt x="1664957" y="15367"/>
                  </a:lnTo>
                  <a:lnTo>
                    <a:pt x="1664957" y="15240"/>
                  </a:lnTo>
                  <a:lnTo>
                    <a:pt x="1663700" y="15240"/>
                  </a:lnTo>
                  <a:lnTo>
                    <a:pt x="1663700" y="13970"/>
                  </a:lnTo>
                  <a:lnTo>
                    <a:pt x="1661160" y="13970"/>
                  </a:lnTo>
                  <a:lnTo>
                    <a:pt x="1661160" y="12954"/>
                  </a:lnTo>
                  <a:lnTo>
                    <a:pt x="1661160" y="12700"/>
                  </a:lnTo>
                  <a:lnTo>
                    <a:pt x="1659890" y="12700"/>
                  </a:lnTo>
                  <a:lnTo>
                    <a:pt x="1659890" y="11684"/>
                  </a:lnTo>
                  <a:lnTo>
                    <a:pt x="1658607" y="11684"/>
                  </a:lnTo>
                  <a:lnTo>
                    <a:pt x="1658607" y="10160"/>
                  </a:lnTo>
                  <a:lnTo>
                    <a:pt x="1656080" y="10160"/>
                  </a:lnTo>
                  <a:lnTo>
                    <a:pt x="1656080" y="9144"/>
                  </a:lnTo>
                  <a:lnTo>
                    <a:pt x="1656080" y="9017"/>
                  </a:lnTo>
                  <a:lnTo>
                    <a:pt x="1656080" y="8890"/>
                  </a:lnTo>
                  <a:lnTo>
                    <a:pt x="1654810" y="8890"/>
                  </a:lnTo>
                  <a:lnTo>
                    <a:pt x="1654810" y="7620"/>
                  </a:lnTo>
                  <a:lnTo>
                    <a:pt x="1652257" y="7620"/>
                  </a:lnTo>
                  <a:lnTo>
                    <a:pt x="1652257" y="6604"/>
                  </a:lnTo>
                  <a:lnTo>
                    <a:pt x="1652257" y="6350"/>
                  </a:lnTo>
                  <a:lnTo>
                    <a:pt x="1651000" y="6350"/>
                  </a:lnTo>
                  <a:lnTo>
                    <a:pt x="1651000" y="5334"/>
                  </a:lnTo>
                  <a:lnTo>
                    <a:pt x="1648460" y="5334"/>
                  </a:lnTo>
                  <a:lnTo>
                    <a:pt x="1648460" y="3810"/>
                  </a:lnTo>
                  <a:lnTo>
                    <a:pt x="1647190" y="3810"/>
                  </a:lnTo>
                  <a:lnTo>
                    <a:pt x="1647190" y="2794"/>
                  </a:lnTo>
                  <a:lnTo>
                    <a:pt x="1647190" y="2667"/>
                  </a:lnTo>
                  <a:lnTo>
                    <a:pt x="1647190" y="2540"/>
                  </a:lnTo>
                  <a:lnTo>
                    <a:pt x="1645920" y="2540"/>
                  </a:lnTo>
                  <a:lnTo>
                    <a:pt x="1645920" y="1270"/>
                  </a:lnTo>
                  <a:lnTo>
                    <a:pt x="1643380" y="1270"/>
                  </a:lnTo>
                  <a:lnTo>
                    <a:pt x="1643380" y="254"/>
                  </a:lnTo>
                  <a:lnTo>
                    <a:pt x="1643380" y="0"/>
                  </a:lnTo>
                  <a:lnTo>
                    <a:pt x="1642110" y="0"/>
                  </a:lnTo>
                  <a:lnTo>
                    <a:pt x="34290" y="0"/>
                  </a:lnTo>
                  <a:lnTo>
                    <a:pt x="34290" y="1270"/>
                  </a:lnTo>
                  <a:lnTo>
                    <a:pt x="33020" y="1270"/>
                  </a:lnTo>
                  <a:lnTo>
                    <a:pt x="33020" y="2540"/>
                  </a:lnTo>
                  <a:lnTo>
                    <a:pt x="30480" y="2540"/>
                  </a:lnTo>
                  <a:lnTo>
                    <a:pt x="30480" y="3810"/>
                  </a:lnTo>
                  <a:lnTo>
                    <a:pt x="29210" y="3810"/>
                  </a:lnTo>
                  <a:lnTo>
                    <a:pt x="29210" y="5334"/>
                  </a:lnTo>
                  <a:lnTo>
                    <a:pt x="26670" y="5334"/>
                  </a:lnTo>
                  <a:lnTo>
                    <a:pt x="26670" y="6350"/>
                  </a:lnTo>
                  <a:lnTo>
                    <a:pt x="25400" y="6350"/>
                  </a:lnTo>
                  <a:lnTo>
                    <a:pt x="25400" y="7620"/>
                  </a:lnTo>
                  <a:lnTo>
                    <a:pt x="22860" y="7620"/>
                  </a:lnTo>
                  <a:lnTo>
                    <a:pt x="22860" y="8890"/>
                  </a:lnTo>
                  <a:lnTo>
                    <a:pt x="21590" y="8890"/>
                  </a:lnTo>
                  <a:lnTo>
                    <a:pt x="21590" y="10160"/>
                  </a:lnTo>
                  <a:lnTo>
                    <a:pt x="19050" y="10160"/>
                  </a:lnTo>
                  <a:lnTo>
                    <a:pt x="19050" y="11684"/>
                  </a:lnTo>
                  <a:lnTo>
                    <a:pt x="17780" y="11684"/>
                  </a:lnTo>
                  <a:lnTo>
                    <a:pt x="17780" y="12700"/>
                  </a:lnTo>
                  <a:lnTo>
                    <a:pt x="15240" y="12700"/>
                  </a:lnTo>
                  <a:lnTo>
                    <a:pt x="15240" y="13970"/>
                  </a:lnTo>
                  <a:lnTo>
                    <a:pt x="13970" y="13970"/>
                  </a:lnTo>
                  <a:lnTo>
                    <a:pt x="13970" y="15240"/>
                  </a:lnTo>
                  <a:lnTo>
                    <a:pt x="11430" y="15240"/>
                  </a:lnTo>
                  <a:lnTo>
                    <a:pt x="11430" y="16510"/>
                  </a:lnTo>
                  <a:lnTo>
                    <a:pt x="10160" y="16510"/>
                  </a:lnTo>
                  <a:lnTo>
                    <a:pt x="10160" y="18034"/>
                  </a:lnTo>
                  <a:lnTo>
                    <a:pt x="8890" y="18034"/>
                  </a:lnTo>
                  <a:lnTo>
                    <a:pt x="8890" y="19050"/>
                  </a:lnTo>
                  <a:lnTo>
                    <a:pt x="6350" y="19050"/>
                  </a:lnTo>
                  <a:lnTo>
                    <a:pt x="6350" y="20320"/>
                  </a:lnTo>
                  <a:lnTo>
                    <a:pt x="5080" y="20320"/>
                  </a:lnTo>
                  <a:lnTo>
                    <a:pt x="5080" y="21590"/>
                  </a:lnTo>
                  <a:lnTo>
                    <a:pt x="3810" y="21590"/>
                  </a:lnTo>
                  <a:lnTo>
                    <a:pt x="3810" y="22860"/>
                  </a:lnTo>
                  <a:lnTo>
                    <a:pt x="2540" y="22860"/>
                  </a:lnTo>
                  <a:lnTo>
                    <a:pt x="2540" y="24384"/>
                  </a:lnTo>
                  <a:lnTo>
                    <a:pt x="0" y="24384"/>
                  </a:lnTo>
                  <a:lnTo>
                    <a:pt x="0" y="25400"/>
                  </a:lnTo>
                  <a:lnTo>
                    <a:pt x="1676400" y="25400"/>
                  </a:lnTo>
                  <a:lnTo>
                    <a:pt x="1676400" y="2438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795020" y="3583939"/>
              <a:ext cx="1809750" cy="44450"/>
            </a:xfrm>
            <a:custGeom>
              <a:avLst/>
              <a:gdLst/>
              <a:ahLst/>
              <a:cxnLst/>
              <a:rect l="l" t="t" r="r" b="b"/>
              <a:pathLst>
                <a:path w="1809750" h="44450">
                  <a:moveTo>
                    <a:pt x="1790700" y="21590"/>
                  </a:moveTo>
                  <a:lnTo>
                    <a:pt x="1789430" y="21590"/>
                  </a:lnTo>
                  <a:lnTo>
                    <a:pt x="1789430" y="20320"/>
                  </a:lnTo>
                  <a:lnTo>
                    <a:pt x="1789430" y="19050"/>
                  </a:lnTo>
                  <a:lnTo>
                    <a:pt x="1788147" y="19050"/>
                  </a:lnTo>
                  <a:lnTo>
                    <a:pt x="1788147" y="17907"/>
                  </a:lnTo>
                  <a:lnTo>
                    <a:pt x="1788147" y="17780"/>
                  </a:lnTo>
                  <a:lnTo>
                    <a:pt x="1786890" y="17780"/>
                  </a:lnTo>
                  <a:lnTo>
                    <a:pt x="1786890" y="16637"/>
                  </a:lnTo>
                  <a:lnTo>
                    <a:pt x="1785620" y="16637"/>
                  </a:lnTo>
                  <a:lnTo>
                    <a:pt x="1785620" y="15240"/>
                  </a:lnTo>
                  <a:lnTo>
                    <a:pt x="1784350" y="15240"/>
                  </a:lnTo>
                  <a:lnTo>
                    <a:pt x="1784350" y="14097"/>
                  </a:lnTo>
                  <a:lnTo>
                    <a:pt x="1784350" y="13970"/>
                  </a:lnTo>
                  <a:lnTo>
                    <a:pt x="1783080" y="13970"/>
                  </a:lnTo>
                  <a:lnTo>
                    <a:pt x="1783080" y="12700"/>
                  </a:lnTo>
                  <a:lnTo>
                    <a:pt x="1781797" y="12700"/>
                  </a:lnTo>
                  <a:lnTo>
                    <a:pt x="1781797" y="11557"/>
                  </a:lnTo>
                  <a:lnTo>
                    <a:pt x="1781797" y="11430"/>
                  </a:lnTo>
                  <a:lnTo>
                    <a:pt x="1780540" y="11430"/>
                  </a:lnTo>
                  <a:lnTo>
                    <a:pt x="1780540" y="10287"/>
                  </a:lnTo>
                  <a:lnTo>
                    <a:pt x="1779270" y="10287"/>
                  </a:lnTo>
                  <a:lnTo>
                    <a:pt x="1779270" y="8890"/>
                  </a:lnTo>
                  <a:lnTo>
                    <a:pt x="1778000" y="8890"/>
                  </a:lnTo>
                  <a:lnTo>
                    <a:pt x="1778000" y="7747"/>
                  </a:lnTo>
                  <a:lnTo>
                    <a:pt x="1778000" y="7620"/>
                  </a:lnTo>
                  <a:lnTo>
                    <a:pt x="1776730" y="7620"/>
                  </a:lnTo>
                  <a:lnTo>
                    <a:pt x="1776730" y="6350"/>
                  </a:lnTo>
                  <a:lnTo>
                    <a:pt x="1775447" y="6350"/>
                  </a:lnTo>
                  <a:lnTo>
                    <a:pt x="1775447" y="5207"/>
                  </a:lnTo>
                  <a:lnTo>
                    <a:pt x="1775447" y="5080"/>
                  </a:lnTo>
                  <a:lnTo>
                    <a:pt x="1772920" y="5080"/>
                  </a:lnTo>
                  <a:lnTo>
                    <a:pt x="1772920" y="3937"/>
                  </a:lnTo>
                  <a:lnTo>
                    <a:pt x="1771650" y="3937"/>
                  </a:lnTo>
                  <a:lnTo>
                    <a:pt x="1771650" y="2540"/>
                  </a:lnTo>
                  <a:lnTo>
                    <a:pt x="1770380" y="2540"/>
                  </a:lnTo>
                  <a:lnTo>
                    <a:pt x="1770380" y="1397"/>
                  </a:lnTo>
                  <a:lnTo>
                    <a:pt x="1770380" y="1270"/>
                  </a:lnTo>
                  <a:lnTo>
                    <a:pt x="1769097" y="1270"/>
                  </a:lnTo>
                  <a:lnTo>
                    <a:pt x="1769097" y="0"/>
                  </a:lnTo>
                  <a:lnTo>
                    <a:pt x="40640" y="0"/>
                  </a:lnTo>
                  <a:lnTo>
                    <a:pt x="40640" y="1270"/>
                  </a:lnTo>
                  <a:lnTo>
                    <a:pt x="39370" y="1270"/>
                  </a:lnTo>
                  <a:lnTo>
                    <a:pt x="39370" y="2540"/>
                  </a:lnTo>
                  <a:lnTo>
                    <a:pt x="38100" y="2540"/>
                  </a:lnTo>
                  <a:lnTo>
                    <a:pt x="38100" y="3937"/>
                  </a:lnTo>
                  <a:lnTo>
                    <a:pt x="36830" y="3937"/>
                  </a:lnTo>
                  <a:lnTo>
                    <a:pt x="36830" y="5080"/>
                  </a:lnTo>
                  <a:lnTo>
                    <a:pt x="34290" y="5080"/>
                  </a:lnTo>
                  <a:lnTo>
                    <a:pt x="34290" y="6350"/>
                  </a:lnTo>
                  <a:lnTo>
                    <a:pt x="33020" y="6350"/>
                  </a:lnTo>
                  <a:lnTo>
                    <a:pt x="33020" y="7620"/>
                  </a:lnTo>
                  <a:lnTo>
                    <a:pt x="31737" y="7620"/>
                  </a:lnTo>
                  <a:lnTo>
                    <a:pt x="31737" y="8890"/>
                  </a:lnTo>
                  <a:lnTo>
                    <a:pt x="30480" y="8890"/>
                  </a:lnTo>
                  <a:lnTo>
                    <a:pt x="30480" y="10287"/>
                  </a:lnTo>
                  <a:lnTo>
                    <a:pt x="29210" y="10287"/>
                  </a:lnTo>
                  <a:lnTo>
                    <a:pt x="29210" y="11430"/>
                  </a:lnTo>
                  <a:lnTo>
                    <a:pt x="27940" y="11430"/>
                  </a:lnTo>
                  <a:lnTo>
                    <a:pt x="27940" y="12700"/>
                  </a:lnTo>
                  <a:lnTo>
                    <a:pt x="26670" y="12700"/>
                  </a:lnTo>
                  <a:lnTo>
                    <a:pt x="26670" y="13970"/>
                  </a:lnTo>
                  <a:lnTo>
                    <a:pt x="25387" y="13970"/>
                  </a:lnTo>
                  <a:lnTo>
                    <a:pt x="25387" y="15240"/>
                  </a:lnTo>
                  <a:lnTo>
                    <a:pt x="24130" y="15240"/>
                  </a:lnTo>
                  <a:lnTo>
                    <a:pt x="24130" y="16637"/>
                  </a:lnTo>
                  <a:lnTo>
                    <a:pt x="22860" y="16637"/>
                  </a:lnTo>
                  <a:lnTo>
                    <a:pt x="22860" y="17780"/>
                  </a:lnTo>
                  <a:lnTo>
                    <a:pt x="21590" y="17780"/>
                  </a:lnTo>
                  <a:lnTo>
                    <a:pt x="21590" y="19050"/>
                  </a:lnTo>
                  <a:lnTo>
                    <a:pt x="20320" y="19050"/>
                  </a:lnTo>
                  <a:lnTo>
                    <a:pt x="20320" y="20320"/>
                  </a:lnTo>
                  <a:lnTo>
                    <a:pt x="19037" y="20320"/>
                  </a:lnTo>
                  <a:lnTo>
                    <a:pt x="19037" y="21590"/>
                  </a:lnTo>
                  <a:lnTo>
                    <a:pt x="19037" y="22860"/>
                  </a:lnTo>
                  <a:lnTo>
                    <a:pt x="1790700" y="22860"/>
                  </a:lnTo>
                  <a:lnTo>
                    <a:pt x="1790700" y="21590"/>
                  </a:lnTo>
                  <a:close/>
                </a:path>
                <a:path w="1809750" h="44450">
                  <a:moveTo>
                    <a:pt x="1793240" y="24257"/>
                  </a:moveTo>
                  <a:lnTo>
                    <a:pt x="1791970" y="24257"/>
                  </a:lnTo>
                  <a:lnTo>
                    <a:pt x="1791970" y="22987"/>
                  </a:lnTo>
                  <a:lnTo>
                    <a:pt x="17780" y="22987"/>
                  </a:lnTo>
                  <a:lnTo>
                    <a:pt x="17780" y="24257"/>
                  </a:lnTo>
                  <a:lnTo>
                    <a:pt x="16510" y="24257"/>
                  </a:lnTo>
                  <a:lnTo>
                    <a:pt x="16510" y="25400"/>
                  </a:lnTo>
                  <a:lnTo>
                    <a:pt x="1793240" y="25400"/>
                  </a:lnTo>
                  <a:lnTo>
                    <a:pt x="1793240" y="24257"/>
                  </a:lnTo>
                  <a:close/>
                </a:path>
                <a:path w="1809750" h="44450">
                  <a:moveTo>
                    <a:pt x="1799590" y="30480"/>
                  </a:moveTo>
                  <a:lnTo>
                    <a:pt x="1798320" y="30480"/>
                  </a:lnTo>
                  <a:lnTo>
                    <a:pt x="1798320" y="29210"/>
                  </a:lnTo>
                  <a:lnTo>
                    <a:pt x="1797050" y="29210"/>
                  </a:lnTo>
                  <a:lnTo>
                    <a:pt x="1797050" y="27940"/>
                  </a:lnTo>
                  <a:lnTo>
                    <a:pt x="1795780" y="27940"/>
                  </a:lnTo>
                  <a:lnTo>
                    <a:pt x="1795780" y="26670"/>
                  </a:lnTo>
                  <a:lnTo>
                    <a:pt x="1794497" y="26670"/>
                  </a:lnTo>
                  <a:lnTo>
                    <a:pt x="1794497" y="25412"/>
                  </a:lnTo>
                  <a:lnTo>
                    <a:pt x="15240" y="25412"/>
                  </a:lnTo>
                  <a:lnTo>
                    <a:pt x="15240" y="26670"/>
                  </a:lnTo>
                  <a:lnTo>
                    <a:pt x="13970" y="26670"/>
                  </a:lnTo>
                  <a:lnTo>
                    <a:pt x="13970" y="27940"/>
                  </a:lnTo>
                  <a:lnTo>
                    <a:pt x="12700" y="27940"/>
                  </a:lnTo>
                  <a:lnTo>
                    <a:pt x="12700" y="29210"/>
                  </a:lnTo>
                  <a:lnTo>
                    <a:pt x="11430" y="29210"/>
                  </a:lnTo>
                  <a:lnTo>
                    <a:pt x="11430" y="30480"/>
                  </a:lnTo>
                  <a:lnTo>
                    <a:pt x="10160" y="30480"/>
                  </a:lnTo>
                  <a:lnTo>
                    <a:pt x="10160" y="31750"/>
                  </a:lnTo>
                  <a:lnTo>
                    <a:pt x="1799590" y="31750"/>
                  </a:lnTo>
                  <a:lnTo>
                    <a:pt x="1799590" y="30480"/>
                  </a:lnTo>
                  <a:close/>
                </a:path>
                <a:path w="1809750" h="44450">
                  <a:moveTo>
                    <a:pt x="1809750" y="43180"/>
                  </a:moveTo>
                  <a:lnTo>
                    <a:pt x="1808480" y="43180"/>
                  </a:lnTo>
                  <a:lnTo>
                    <a:pt x="1808480" y="41910"/>
                  </a:lnTo>
                  <a:lnTo>
                    <a:pt x="1807197" y="41910"/>
                  </a:lnTo>
                  <a:lnTo>
                    <a:pt x="1807197" y="40640"/>
                  </a:lnTo>
                  <a:lnTo>
                    <a:pt x="1805940" y="40640"/>
                  </a:lnTo>
                  <a:lnTo>
                    <a:pt x="1805940" y="39370"/>
                  </a:lnTo>
                  <a:lnTo>
                    <a:pt x="1805940" y="38100"/>
                  </a:lnTo>
                  <a:lnTo>
                    <a:pt x="1804670" y="38100"/>
                  </a:lnTo>
                  <a:lnTo>
                    <a:pt x="1804670" y="36830"/>
                  </a:lnTo>
                  <a:lnTo>
                    <a:pt x="1803400" y="36830"/>
                  </a:lnTo>
                  <a:lnTo>
                    <a:pt x="1803400" y="35560"/>
                  </a:lnTo>
                  <a:lnTo>
                    <a:pt x="1802130" y="35560"/>
                  </a:lnTo>
                  <a:lnTo>
                    <a:pt x="1802130" y="34290"/>
                  </a:lnTo>
                  <a:lnTo>
                    <a:pt x="1802130" y="33020"/>
                  </a:lnTo>
                  <a:lnTo>
                    <a:pt x="1800847" y="33020"/>
                  </a:lnTo>
                  <a:lnTo>
                    <a:pt x="1800847" y="31762"/>
                  </a:lnTo>
                  <a:lnTo>
                    <a:pt x="8890" y="31762"/>
                  </a:lnTo>
                  <a:lnTo>
                    <a:pt x="8890" y="33020"/>
                  </a:lnTo>
                  <a:lnTo>
                    <a:pt x="7620" y="33020"/>
                  </a:lnTo>
                  <a:lnTo>
                    <a:pt x="7620" y="34290"/>
                  </a:lnTo>
                  <a:lnTo>
                    <a:pt x="6350" y="34290"/>
                  </a:lnTo>
                  <a:lnTo>
                    <a:pt x="6350" y="35560"/>
                  </a:lnTo>
                  <a:lnTo>
                    <a:pt x="6350" y="36830"/>
                  </a:lnTo>
                  <a:lnTo>
                    <a:pt x="5080" y="36830"/>
                  </a:lnTo>
                  <a:lnTo>
                    <a:pt x="5080" y="38100"/>
                  </a:lnTo>
                  <a:lnTo>
                    <a:pt x="3810" y="38100"/>
                  </a:lnTo>
                  <a:lnTo>
                    <a:pt x="3810" y="39370"/>
                  </a:lnTo>
                  <a:lnTo>
                    <a:pt x="2540" y="39370"/>
                  </a:lnTo>
                  <a:lnTo>
                    <a:pt x="2540" y="40640"/>
                  </a:lnTo>
                  <a:lnTo>
                    <a:pt x="2540" y="41910"/>
                  </a:lnTo>
                  <a:lnTo>
                    <a:pt x="1270" y="41910"/>
                  </a:lnTo>
                  <a:lnTo>
                    <a:pt x="1270" y="43180"/>
                  </a:lnTo>
                  <a:lnTo>
                    <a:pt x="0" y="43180"/>
                  </a:lnTo>
                  <a:lnTo>
                    <a:pt x="0" y="44450"/>
                  </a:lnTo>
                  <a:lnTo>
                    <a:pt x="1809750" y="44450"/>
                  </a:lnTo>
                  <a:lnTo>
                    <a:pt x="1809750" y="4318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765797" y="3628389"/>
              <a:ext cx="1868170" cy="44450"/>
            </a:xfrm>
            <a:custGeom>
              <a:avLst/>
              <a:gdLst/>
              <a:ahLst/>
              <a:cxnLst/>
              <a:rect l="l" t="t" r="r" b="b"/>
              <a:pathLst>
                <a:path w="1868170" h="44450">
                  <a:moveTo>
                    <a:pt x="1842770" y="3810"/>
                  </a:moveTo>
                  <a:lnTo>
                    <a:pt x="1841512" y="3810"/>
                  </a:lnTo>
                  <a:lnTo>
                    <a:pt x="1841512" y="2540"/>
                  </a:lnTo>
                  <a:lnTo>
                    <a:pt x="1840242" y="2540"/>
                  </a:lnTo>
                  <a:lnTo>
                    <a:pt x="1840242" y="1270"/>
                  </a:lnTo>
                  <a:lnTo>
                    <a:pt x="1838972" y="1270"/>
                  </a:lnTo>
                  <a:lnTo>
                    <a:pt x="1838972" y="0"/>
                  </a:lnTo>
                  <a:lnTo>
                    <a:pt x="27952" y="0"/>
                  </a:lnTo>
                  <a:lnTo>
                    <a:pt x="27952" y="1270"/>
                  </a:lnTo>
                  <a:lnTo>
                    <a:pt x="27952" y="2540"/>
                  </a:lnTo>
                  <a:lnTo>
                    <a:pt x="26682" y="2540"/>
                  </a:lnTo>
                  <a:lnTo>
                    <a:pt x="26682" y="3810"/>
                  </a:lnTo>
                  <a:lnTo>
                    <a:pt x="25412" y="3810"/>
                  </a:lnTo>
                  <a:lnTo>
                    <a:pt x="25412" y="5080"/>
                  </a:lnTo>
                  <a:lnTo>
                    <a:pt x="24142" y="5080"/>
                  </a:lnTo>
                  <a:lnTo>
                    <a:pt x="24142" y="6350"/>
                  </a:lnTo>
                  <a:lnTo>
                    <a:pt x="1842770" y="6350"/>
                  </a:lnTo>
                  <a:lnTo>
                    <a:pt x="1842770" y="5080"/>
                  </a:lnTo>
                  <a:lnTo>
                    <a:pt x="1842770" y="3810"/>
                  </a:lnTo>
                  <a:close/>
                </a:path>
                <a:path w="1868170" h="44450">
                  <a:moveTo>
                    <a:pt x="1847862" y="11430"/>
                  </a:moveTo>
                  <a:lnTo>
                    <a:pt x="1846592" y="11430"/>
                  </a:lnTo>
                  <a:lnTo>
                    <a:pt x="1846592" y="10160"/>
                  </a:lnTo>
                  <a:lnTo>
                    <a:pt x="1846592" y="8890"/>
                  </a:lnTo>
                  <a:lnTo>
                    <a:pt x="1845322" y="8890"/>
                  </a:lnTo>
                  <a:lnTo>
                    <a:pt x="1845322" y="7620"/>
                  </a:lnTo>
                  <a:lnTo>
                    <a:pt x="1844052" y="7620"/>
                  </a:lnTo>
                  <a:lnTo>
                    <a:pt x="1844052" y="6362"/>
                  </a:lnTo>
                  <a:lnTo>
                    <a:pt x="24142" y="6362"/>
                  </a:lnTo>
                  <a:lnTo>
                    <a:pt x="24142" y="7620"/>
                  </a:lnTo>
                  <a:lnTo>
                    <a:pt x="22872" y="7620"/>
                  </a:lnTo>
                  <a:lnTo>
                    <a:pt x="22872" y="8890"/>
                  </a:lnTo>
                  <a:lnTo>
                    <a:pt x="21602" y="8890"/>
                  </a:lnTo>
                  <a:lnTo>
                    <a:pt x="21602" y="10160"/>
                  </a:lnTo>
                  <a:lnTo>
                    <a:pt x="20332" y="10160"/>
                  </a:lnTo>
                  <a:lnTo>
                    <a:pt x="20332" y="11430"/>
                  </a:lnTo>
                  <a:lnTo>
                    <a:pt x="20332" y="12700"/>
                  </a:lnTo>
                  <a:lnTo>
                    <a:pt x="1847862" y="12700"/>
                  </a:lnTo>
                  <a:lnTo>
                    <a:pt x="1847862" y="11430"/>
                  </a:lnTo>
                  <a:close/>
                </a:path>
                <a:path w="1868170" h="44450">
                  <a:moveTo>
                    <a:pt x="1851672" y="16510"/>
                  </a:moveTo>
                  <a:lnTo>
                    <a:pt x="1850402" y="16510"/>
                  </a:lnTo>
                  <a:lnTo>
                    <a:pt x="1850402" y="13970"/>
                  </a:lnTo>
                  <a:lnTo>
                    <a:pt x="1849120" y="13970"/>
                  </a:lnTo>
                  <a:lnTo>
                    <a:pt x="1849120" y="12712"/>
                  </a:lnTo>
                  <a:lnTo>
                    <a:pt x="19062" y="12712"/>
                  </a:lnTo>
                  <a:lnTo>
                    <a:pt x="19062" y="13970"/>
                  </a:lnTo>
                  <a:lnTo>
                    <a:pt x="17792" y="13970"/>
                  </a:lnTo>
                  <a:lnTo>
                    <a:pt x="17792" y="16510"/>
                  </a:lnTo>
                  <a:lnTo>
                    <a:pt x="16522" y="16510"/>
                  </a:lnTo>
                  <a:lnTo>
                    <a:pt x="16522" y="17780"/>
                  </a:lnTo>
                  <a:lnTo>
                    <a:pt x="1851672" y="17780"/>
                  </a:lnTo>
                  <a:lnTo>
                    <a:pt x="1851672" y="16510"/>
                  </a:lnTo>
                  <a:close/>
                </a:path>
                <a:path w="1868170" h="44450">
                  <a:moveTo>
                    <a:pt x="1860562" y="30480"/>
                  </a:moveTo>
                  <a:lnTo>
                    <a:pt x="1859292" y="30480"/>
                  </a:lnTo>
                  <a:lnTo>
                    <a:pt x="1859292" y="27940"/>
                  </a:lnTo>
                  <a:lnTo>
                    <a:pt x="1858022" y="27940"/>
                  </a:lnTo>
                  <a:lnTo>
                    <a:pt x="1858022" y="26670"/>
                  </a:lnTo>
                  <a:lnTo>
                    <a:pt x="1856752" y="26670"/>
                  </a:lnTo>
                  <a:lnTo>
                    <a:pt x="1856752" y="25400"/>
                  </a:lnTo>
                  <a:lnTo>
                    <a:pt x="1856752" y="24130"/>
                  </a:lnTo>
                  <a:lnTo>
                    <a:pt x="1855470" y="24130"/>
                  </a:lnTo>
                  <a:lnTo>
                    <a:pt x="1855470" y="21590"/>
                  </a:lnTo>
                  <a:lnTo>
                    <a:pt x="1854212" y="21590"/>
                  </a:lnTo>
                  <a:lnTo>
                    <a:pt x="1854212" y="20320"/>
                  </a:lnTo>
                  <a:lnTo>
                    <a:pt x="1852942" y="20320"/>
                  </a:lnTo>
                  <a:lnTo>
                    <a:pt x="1852942" y="17792"/>
                  </a:lnTo>
                  <a:lnTo>
                    <a:pt x="15252" y="17792"/>
                  </a:lnTo>
                  <a:lnTo>
                    <a:pt x="15252" y="20320"/>
                  </a:lnTo>
                  <a:lnTo>
                    <a:pt x="13982" y="20320"/>
                  </a:lnTo>
                  <a:lnTo>
                    <a:pt x="13982" y="21590"/>
                  </a:lnTo>
                  <a:lnTo>
                    <a:pt x="12712" y="21590"/>
                  </a:lnTo>
                  <a:lnTo>
                    <a:pt x="12712" y="24130"/>
                  </a:lnTo>
                  <a:lnTo>
                    <a:pt x="11442" y="24130"/>
                  </a:lnTo>
                  <a:lnTo>
                    <a:pt x="11442" y="25400"/>
                  </a:lnTo>
                  <a:lnTo>
                    <a:pt x="10172" y="25400"/>
                  </a:lnTo>
                  <a:lnTo>
                    <a:pt x="10172" y="26670"/>
                  </a:lnTo>
                  <a:lnTo>
                    <a:pt x="10172" y="27940"/>
                  </a:lnTo>
                  <a:lnTo>
                    <a:pt x="8902" y="27940"/>
                  </a:lnTo>
                  <a:lnTo>
                    <a:pt x="8902" y="30480"/>
                  </a:lnTo>
                  <a:lnTo>
                    <a:pt x="7632" y="30480"/>
                  </a:lnTo>
                  <a:lnTo>
                    <a:pt x="7632" y="31750"/>
                  </a:lnTo>
                  <a:lnTo>
                    <a:pt x="1860562" y="31750"/>
                  </a:lnTo>
                  <a:lnTo>
                    <a:pt x="1860562" y="30480"/>
                  </a:lnTo>
                  <a:close/>
                </a:path>
                <a:path w="1868170" h="44450">
                  <a:moveTo>
                    <a:pt x="1868170" y="43180"/>
                  </a:moveTo>
                  <a:lnTo>
                    <a:pt x="1866912" y="43180"/>
                  </a:lnTo>
                  <a:lnTo>
                    <a:pt x="1866912" y="41910"/>
                  </a:lnTo>
                  <a:lnTo>
                    <a:pt x="1866912" y="40640"/>
                  </a:lnTo>
                  <a:lnTo>
                    <a:pt x="1865642" y="40640"/>
                  </a:lnTo>
                  <a:lnTo>
                    <a:pt x="1865642" y="39370"/>
                  </a:lnTo>
                  <a:lnTo>
                    <a:pt x="1865642" y="38100"/>
                  </a:lnTo>
                  <a:lnTo>
                    <a:pt x="1864372" y="38100"/>
                  </a:lnTo>
                  <a:lnTo>
                    <a:pt x="1864372" y="35560"/>
                  </a:lnTo>
                  <a:lnTo>
                    <a:pt x="1863102" y="35560"/>
                  </a:lnTo>
                  <a:lnTo>
                    <a:pt x="1863102" y="34290"/>
                  </a:lnTo>
                  <a:lnTo>
                    <a:pt x="1861820" y="34290"/>
                  </a:lnTo>
                  <a:lnTo>
                    <a:pt x="1861820" y="31762"/>
                  </a:lnTo>
                  <a:lnTo>
                    <a:pt x="6362" y="31762"/>
                  </a:lnTo>
                  <a:lnTo>
                    <a:pt x="6362" y="34290"/>
                  </a:lnTo>
                  <a:lnTo>
                    <a:pt x="5092" y="34290"/>
                  </a:lnTo>
                  <a:lnTo>
                    <a:pt x="5092" y="35560"/>
                  </a:lnTo>
                  <a:lnTo>
                    <a:pt x="3822" y="35560"/>
                  </a:lnTo>
                  <a:lnTo>
                    <a:pt x="3822" y="38100"/>
                  </a:lnTo>
                  <a:lnTo>
                    <a:pt x="2552" y="38100"/>
                  </a:lnTo>
                  <a:lnTo>
                    <a:pt x="2552" y="39370"/>
                  </a:lnTo>
                  <a:lnTo>
                    <a:pt x="1282" y="39370"/>
                  </a:lnTo>
                  <a:lnTo>
                    <a:pt x="1282" y="40640"/>
                  </a:lnTo>
                  <a:lnTo>
                    <a:pt x="1282" y="41910"/>
                  </a:lnTo>
                  <a:lnTo>
                    <a:pt x="0" y="41910"/>
                  </a:lnTo>
                  <a:lnTo>
                    <a:pt x="0" y="43180"/>
                  </a:lnTo>
                  <a:lnTo>
                    <a:pt x="0" y="44450"/>
                  </a:lnTo>
                  <a:lnTo>
                    <a:pt x="1868170" y="44450"/>
                  </a:lnTo>
                  <a:lnTo>
                    <a:pt x="1868170" y="4318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744220" y="3672839"/>
              <a:ext cx="1910080" cy="45720"/>
            </a:xfrm>
            <a:custGeom>
              <a:avLst/>
              <a:gdLst/>
              <a:ahLst/>
              <a:cxnLst/>
              <a:rect l="l" t="t" r="r" b="b"/>
              <a:pathLst>
                <a:path w="1910080" h="45720">
                  <a:moveTo>
                    <a:pt x="1894840" y="8890"/>
                  </a:moveTo>
                  <a:lnTo>
                    <a:pt x="1893570" y="8890"/>
                  </a:lnTo>
                  <a:lnTo>
                    <a:pt x="1893570" y="7620"/>
                  </a:lnTo>
                  <a:lnTo>
                    <a:pt x="1893570" y="6350"/>
                  </a:lnTo>
                  <a:lnTo>
                    <a:pt x="1892300" y="6350"/>
                  </a:lnTo>
                  <a:lnTo>
                    <a:pt x="1892300" y="5080"/>
                  </a:lnTo>
                  <a:lnTo>
                    <a:pt x="1892300" y="3810"/>
                  </a:lnTo>
                  <a:lnTo>
                    <a:pt x="1891030" y="3810"/>
                  </a:lnTo>
                  <a:lnTo>
                    <a:pt x="1891030" y="2540"/>
                  </a:lnTo>
                  <a:lnTo>
                    <a:pt x="1891030" y="1270"/>
                  </a:lnTo>
                  <a:lnTo>
                    <a:pt x="1889747" y="1270"/>
                  </a:lnTo>
                  <a:lnTo>
                    <a:pt x="1889747" y="0"/>
                  </a:lnTo>
                  <a:lnTo>
                    <a:pt x="20320" y="0"/>
                  </a:lnTo>
                  <a:lnTo>
                    <a:pt x="20320" y="1270"/>
                  </a:lnTo>
                  <a:lnTo>
                    <a:pt x="20320" y="2540"/>
                  </a:lnTo>
                  <a:lnTo>
                    <a:pt x="19050" y="2540"/>
                  </a:lnTo>
                  <a:lnTo>
                    <a:pt x="19050" y="3810"/>
                  </a:lnTo>
                  <a:lnTo>
                    <a:pt x="19050" y="5080"/>
                  </a:lnTo>
                  <a:lnTo>
                    <a:pt x="17780" y="5080"/>
                  </a:lnTo>
                  <a:lnTo>
                    <a:pt x="17780" y="6350"/>
                  </a:lnTo>
                  <a:lnTo>
                    <a:pt x="17780" y="7620"/>
                  </a:lnTo>
                  <a:lnTo>
                    <a:pt x="16510" y="7620"/>
                  </a:lnTo>
                  <a:lnTo>
                    <a:pt x="16510" y="8890"/>
                  </a:lnTo>
                  <a:lnTo>
                    <a:pt x="15240" y="8890"/>
                  </a:lnTo>
                  <a:lnTo>
                    <a:pt x="15240" y="11430"/>
                  </a:lnTo>
                  <a:lnTo>
                    <a:pt x="1894840" y="11430"/>
                  </a:lnTo>
                  <a:lnTo>
                    <a:pt x="1894840" y="8890"/>
                  </a:lnTo>
                  <a:close/>
                </a:path>
                <a:path w="1910080" h="45720">
                  <a:moveTo>
                    <a:pt x="1898650" y="16510"/>
                  </a:moveTo>
                  <a:lnTo>
                    <a:pt x="1897380" y="16510"/>
                  </a:lnTo>
                  <a:lnTo>
                    <a:pt x="1897380" y="13970"/>
                  </a:lnTo>
                  <a:lnTo>
                    <a:pt x="1896097" y="13970"/>
                  </a:lnTo>
                  <a:lnTo>
                    <a:pt x="1896097" y="11442"/>
                  </a:lnTo>
                  <a:lnTo>
                    <a:pt x="13970" y="11442"/>
                  </a:lnTo>
                  <a:lnTo>
                    <a:pt x="13970" y="13970"/>
                  </a:lnTo>
                  <a:lnTo>
                    <a:pt x="12700" y="13970"/>
                  </a:lnTo>
                  <a:lnTo>
                    <a:pt x="12700" y="16510"/>
                  </a:lnTo>
                  <a:lnTo>
                    <a:pt x="11430" y="16510"/>
                  </a:lnTo>
                  <a:lnTo>
                    <a:pt x="11430" y="19050"/>
                  </a:lnTo>
                  <a:lnTo>
                    <a:pt x="1898650" y="19050"/>
                  </a:lnTo>
                  <a:lnTo>
                    <a:pt x="1898650" y="16510"/>
                  </a:lnTo>
                  <a:close/>
                </a:path>
                <a:path w="1910080" h="45720">
                  <a:moveTo>
                    <a:pt x="1901190" y="21590"/>
                  </a:moveTo>
                  <a:lnTo>
                    <a:pt x="1899920" y="21590"/>
                  </a:lnTo>
                  <a:lnTo>
                    <a:pt x="1899920" y="19062"/>
                  </a:lnTo>
                  <a:lnTo>
                    <a:pt x="10160" y="19062"/>
                  </a:lnTo>
                  <a:lnTo>
                    <a:pt x="10160" y="21590"/>
                  </a:lnTo>
                  <a:lnTo>
                    <a:pt x="8890" y="21590"/>
                  </a:lnTo>
                  <a:lnTo>
                    <a:pt x="8890" y="24130"/>
                  </a:lnTo>
                  <a:lnTo>
                    <a:pt x="1901190" y="24130"/>
                  </a:lnTo>
                  <a:lnTo>
                    <a:pt x="1901190" y="21590"/>
                  </a:lnTo>
                  <a:close/>
                </a:path>
                <a:path w="1910080" h="45720">
                  <a:moveTo>
                    <a:pt x="1903730" y="26670"/>
                  </a:moveTo>
                  <a:lnTo>
                    <a:pt x="1902447" y="26670"/>
                  </a:lnTo>
                  <a:lnTo>
                    <a:pt x="1902447" y="24142"/>
                  </a:lnTo>
                  <a:lnTo>
                    <a:pt x="7620" y="24142"/>
                  </a:lnTo>
                  <a:lnTo>
                    <a:pt x="7620" y="26670"/>
                  </a:lnTo>
                  <a:lnTo>
                    <a:pt x="6350" y="26670"/>
                  </a:lnTo>
                  <a:lnTo>
                    <a:pt x="6350" y="30480"/>
                  </a:lnTo>
                  <a:lnTo>
                    <a:pt x="1903730" y="30480"/>
                  </a:lnTo>
                  <a:lnTo>
                    <a:pt x="1903730" y="26670"/>
                  </a:lnTo>
                  <a:close/>
                </a:path>
                <a:path w="1910080" h="45720">
                  <a:moveTo>
                    <a:pt x="1906270" y="33020"/>
                  </a:moveTo>
                  <a:lnTo>
                    <a:pt x="1905000" y="33020"/>
                  </a:lnTo>
                  <a:lnTo>
                    <a:pt x="1905000" y="30492"/>
                  </a:lnTo>
                  <a:lnTo>
                    <a:pt x="5080" y="30492"/>
                  </a:lnTo>
                  <a:lnTo>
                    <a:pt x="5080" y="33020"/>
                  </a:lnTo>
                  <a:lnTo>
                    <a:pt x="3810" y="33020"/>
                  </a:lnTo>
                  <a:lnTo>
                    <a:pt x="3810" y="35560"/>
                  </a:lnTo>
                  <a:lnTo>
                    <a:pt x="2540" y="35560"/>
                  </a:lnTo>
                  <a:lnTo>
                    <a:pt x="2540" y="36830"/>
                  </a:lnTo>
                  <a:lnTo>
                    <a:pt x="1906270" y="36830"/>
                  </a:lnTo>
                  <a:lnTo>
                    <a:pt x="1906270" y="35560"/>
                  </a:lnTo>
                  <a:lnTo>
                    <a:pt x="1906270" y="33020"/>
                  </a:lnTo>
                  <a:close/>
                </a:path>
                <a:path w="1910080" h="45720">
                  <a:moveTo>
                    <a:pt x="1910080" y="41910"/>
                  </a:moveTo>
                  <a:lnTo>
                    <a:pt x="1908797" y="41910"/>
                  </a:lnTo>
                  <a:lnTo>
                    <a:pt x="1908797" y="39370"/>
                  </a:lnTo>
                  <a:lnTo>
                    <a:pt x="1907540" y="39370"/>
                  </a:lnTo>
                  <a:lnTo>
                    <a:pt x="1907540" y="36842"/>
                  </a:lnTo>
                  <a:lnTo>
                    <a:pt x="2540" y="36842"/>
                  </a:lnTo>
                  <a:lnTo>
                    <a:pt x="2540" y="39370"/>
                  </a:lnTo>
                  <a:lnTo>
                    <a:pt x="1270" y="39370"/>
                  </a:lnTo>
                  <a:lnTo>
                    <a:pt x="1270" y="41910"/>
                  </a:lnTo>
                  <a:lnTo>
                    <a:pt x="0" y="41910"/>
                  </a:lnTo>
                  <a:lnTo>
                    <a:pt x="0" y="45720"/>
                  </a:lnTo>
                  <a:lnTo>
                    <a:pt x="1910080" y="45720"/>
                  </a:lnTo>
                  <a:lnTo>
                    <a:pt x="1910080" y="41910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31520" y="3718560"/>
              <a:ext cx="1935480" cy="44450"/>
            </a:xfrm>
            <a:custGeom>
              <a:avLst/>
              <a:gdLst/>
              <a:ahLst/>
              <a:cxnLst/>
              <a:rect l="l" t="t" r="r" b="b"/>
              <a:pathLst>
                <a:path w="1935480" h="44450">
                  <a:moveTo>
                    <a:pt x="1926590" y="6350"/>
                  </a:moveTo>
                  <a:lnTo>
                    <a:pt x="8890" y="6350"/>
                  </a:lnTo>
                  <a:lnTo>
                    <a:pt x="8890" y="11429"/>
                  </a:lnTo>
                  <a:lnTo>
                    <a:pt x="7620" y="11429"/>
                  </a:lnTo>
                  <a:lnTo>
                    <a:pt x="7620" y="16509"/>
                  </a:lnTo>
                  <a:lnTo>
                    <a:pt x="1929130" y="16509"/>
                  </a:lnTo>
                  <a:lnTo>
                    <a:pt x="1929130" y="15239"/>
                  </a:lnTo>
                  <a:lnTo>
                    <a:pt x="1927859" y="15239"/>
                  </a:lnTo>
                  <a:lnTo>
                    <a:pt x="1927859" y="10159"/>
                  </a:lnTo>
                  <a:lnTo>
                    <a:pt x="1926590" y="10159"/>
                  </a:lnTo>
                  <a:lnTo>
                    <a:pt x="1926590" y="6350"/>
                  </a:lnTo>
                  <a:close/>
                </a:path>
                <a:path w="1935480" h="44450">
                  <a:moveTo>
                    <a:pt x="1925320" y="2539"/>
                  </a:moveTo>
                  <a:lnTo>
                    <a:pt x="10160" y="2539"/>
                  </a:lnTo>
                  <a:lnTo>
                    <a:pt x="10160" y="6350"/>
                  </a:lnTo>
                  <a:lnTo>
                    <a:pt x="1925320" y="6350"/>
                  </a:lnTo>
                  <a:lnTo>
                    <a:pt x="1925320" y="2539"/>
                  </a:lnTo>
                  <a:close/>
                </a:path>
                <a:path w="1935480" h="44450">
                  <a:moveTo>
                    <a:pt x="1924050" y="0"/>
                  </a:moveTo>
                  <a:lnTo>
                    <a:pt x="11430" y="0"/>
                  </a:lnTo>
                  <a:lnTo>
                    <a:pt x="11430" y="2539"/>
                  </a:lnTo>
                  <a:lnTo>
                    <a:pt x="1924050" y="2539"/>
                  </a:lnTo>
                  <a:lnTo>
                    <a:pt x="1924050" y="0"/>
                  </a:lnTo>
                  <a:close/>
                </a:path>
                <a:path w="1935480" h="44450">
                  <a:moveTo>
                    <a:pt x="1935480" y="36829"/>
                  </a:moveTo>
                  <a:lnTo>
                    <a:pt x="1270" y="36829"/>
                  </a:lnTo>
                  <a:lnTo>
                    <a:pt x="1270" y="41909"/>
                  </a:lnTo>
                  <a:lnTo>
                    <a:pt x="1935480" y="41909"/>
                  </a:lnTo>
                  <a:lnTo>
                    <a:pt x="1935480" y="36829"/>
                  </a:lnTo>
                  <a:close/>
                </a:path>
                <a:path w="1935480" h="44450">
                  <a:moveTo>
                    <a:pt x="1934209" y="31750"/>
                  </a:moveTo>
                  <a:lnTo>
                    <a:pt x="2540" y="31750"/>
                  </a:lnTo>
                  <a:lnTo>
                    <a:pt x="2540" y="36829"/>
                  </a:lnTo>
                  <a:lnTo>
                    <a:pt x="1934209" y="36829"/>
                  </a:lnTo>
                  <a:lnTo>
                    <a:pt x="1934209" y="31750"/>
                  </a:lnTo>
                  <a:close/>
                </a:path>
                <a:path w="1935480" h="44450">
                  <a:moveTo>
                    <a:pt x="1929130" y="16510"/>
                  </a:moveTo>
                  <a:lnTo>
                    <a:pt x="6350" y="16510"/>
                  </a:lnTo>
                  <a:lnTo>
                    <a:pt x="6350" y="21589"/>
                  </a:lnTo>
                  <a:lnTo>
                    <a:pt x="5080" y="21589"/>
                  </a:lnTo>
                  <a:lnTo>
                    <a:pt x="5080" y="26669"/>
                  </a:lnTo>
                  <a:lnTo>
                    <a:pt x="3810" y="26669"/>
                  </a:lnTo>
                  <a:lnTo>
                    <a:pt x="3810" y="31750"/>
                  </a:lnTo>
                  <a:lnTo>
                    <a:pt x="1932940" y="31750"/>
                  </a:lnTo>
                  <a:lnTo>
                    <a:pt x="1932940" y="27939"/>
                  </a:lnTo>
                  <a:lnTo>
                    <a:pt x="1931670" y="27939"/>
                  </a:lnTo>
                  <a:lnTo>
                    <a:pt x="1931670" y="22859"/>
                  </a:lnTo>
                  <a:lnTo>
                    <a:pt x="1930400" y="22859"/>
                  </a:lnTo>
                  <a:lnTo>
                    <a:pt x="1930400" y="19050"/>
                  </a:lnTo>
                  <a:lnTo>
                    <a:pt x="1929130" y="19050"/>
                  </a:lnTo>
                  <a:lnTo>
                    <a:pt x="1929130" y="16510"/>
                  </a:lnTo>
                  <a:close/>
                </a:path>
                <a:path w="1935480" h="44450">
                  <a:moveTo>
                    <a:pt x="1935480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1935480" y="44450"/>
                  </a:lnTo>
                  <a:lnTo>
                    <a:pt x="1935480" y="4191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726440" y="3763010"/>
              <a:ext cx="1945639" cy="45720"/>
            </a:xfrm>
            <a:custGeom>
              <a:avLst/>
              <a:gdLst/>
              <a:ahLst/>
              <a:cxnLst/>
              <a:rect l="l" t="t" r="r" b="b"/>
              <a:pathLst>
                <a:path w="1945639" h="45720">
                  <a:moveTo>
                    <a:pt x="1944370" y="15239"/>
                  </a:moveTo>
                  <a:lnTo>
                    <a:pt x="1270" y="15239"/>
                  </a:lnTo>
                  <a:lnTo>
                    <a:pt x="1270" y="33019"/>
                  </a:lnTo>
                  <a:lnTo>
                    <a:pt x="0" y="33019"/>
                  </a:lnTo>
                  <a:lnTo>
                    <a:pt x="0" y="45719"/>
                  </a:lnTo>
                  <a:lnTo>
                    <a:pt x="1945640" y="45719"/>
                  </a:lnTo>
                  <a:lnTo>
                    <a:pt x="1945640" y="25400"/>
                  </a:lnTo>
                  <a:lnTo>
                    <a:pt x="1944370" y="25400"/>
                  </a:lnTo>
                  <a:lnTo>
                    <a:pt x="1944370" y="15239"/>
                  </a:lnTo>
                  <a:close/>
                </a:path>
                <a:path w="1945639" h="45720">
                  <a:moveTo>
                    <a:pt x="1941830" y="0"/>
                  </a:moveTo>
                  <a:lnTo>
                    <a:pt x="5080" y="0"/>
                  </a:lnTo>
                  <a:lnTo>
                    <a:pt x="5080" y="3809"/>
                  </a:lnTo>
                  <a:lnTo>
                    <a:pt x="3810" y="3809"/>
                  </a:lnTo>
                  <a:lnTo>
                    <a:pt x="3810" y="10159"/>
                  </a:lnTo>
                  <a:lnTo>
                    <a:pt x="2540" y="10159"/>
                  </a:lnTo>
                  <a:lnTo>
                    <a:pt x="2540" y="15239"/>
                  </a:lnTo>
                  <a:lnTo>
                    <a:pt x="1943100" y="15239"/>
                  </a:lnTo>
                  <a:lnTo>
                    <a:pt x="1943100" y="7619"/>
                  </a:lnTo>
                  <a:lnTo>
                    <a:pt x="1941830" y="7619"/>
                  </a:lnTo>
                  <a:lnTo>
                    <a:pt x="1941830" y="0"/>
                  </a:lnTo>
                  <a:close/>
                </a:path>
              </a:pathLst>
            </a:custGeom>
            <a:solidFill>
              <a:srgbClr val="F9F9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726440" y="3808729"/>
              <a:ext cx="1945639" cy="44450"/>
            </a:xfrm>
            <a:custGeom>
              <a:avLst/>
              <a:gdLst/>
              <a:ahLst/>
              <a:cxnLst/>
              <a:rect l="l" t="t" r="r" b="b"/>
              <a:pathLst>
                <a:path w="1945639" h="44450">
                  <a:moveTo>
                    <a:pt x="0" y="44450"/>
                  </a:moveTo>
                  <a:lnTo>
                    <a:pt x="0" y="0"/>
                  </a:lnTo>
                  <a:lnTo>
                    <a:pt x="1945640" y="0"/>
                  </a:lnTo>
                  <a:lnTo>
                    <a:pt x="1945640" y="44450"/>
                  </a:lnTo>
                  <a:lnTo>
                    <a:pt x="0" y="4445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726440" y="3853179"/>
              <a:ext cx="1945639" cy="45720"/>
            </a:xfrm>
            <a:custGeom>
              <a:avLst/>
              <a:gdLst/>
              <a:ahLst/>
              <a:cxnLst/>
              <a:rect l="l" t="t" r="r" b="b"/>
              <a:pathLst>
                <a:path w="1945639" h="45720">
                  <a:moveTo>
                    <a:pt x="0" y="45720"/>
                  </a:moveTo>
                  <a:lnTo>
                    <a:pt x="0" y="0"/>
                  </a:lnTo>
                  <a:lnTo>
                    <a:pt x="1945640" y="0"/>
                  </a:lnTo>
                  <a:lnTo>
                    <a:pt x="1945640" y="45720"/>
                  </a:lnTo>
                  <a:lnTo>
                    <a:pt x="0" y="4572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726440" y="3898900"/>
              <a:ext cx="1945639" cy="44450"/>
            </a:xfrm>
            <a:custGeom>
              <a:avLst/>
              <a:gdLst/>
              <a:ahLst/>
              <a:cxnLst/>
              <a:rect l="l" t="t" r="r" b="b"/>
              <a:pathLst>
                <a:path w="1945639" h="44450">
                  <a:moveTo>
                    <a:pt x="0" y="44450"/>
                  </a:moveTo>
                  <a:lnTo>
                    <a:pt x="0" y="0"/>
                  </a:lnTo>
                  <a:lnTo>
                    <a:pt x="1945640" y="0"/>
                  </a:lnTo>
                  <a:lnTo>
                    <a:pt x="1945640" y="44450"/>
                  </a:lnTo>
                  <a:lnTo>
                    <a:pt x="0" y="44450"/>
                  </a:lnTo>
                  <a:close/>
                </a:path>
              </a:pathLst>
            </a:custGeom>
            <a:solidFill>
              <a:srgbClr val="F6F6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726440" y="3943350"/>
              <a:ext cx="1945639" cy="45720"/>
            </a:xfrm>
            <a:custGeom>
              <a:avLst/>
              <a:gdLst/>
              <a:ahLst/>
              <a:cxnLst/>
              <a:rect l="l" t="t" r="r" b="b"/>
              <a:pathLst>
                <a:path w="1945639" h="45720">
                  <a:moveTo>
                    <a:pt x="0" y="45719"/>
                  </a:moveTo>
                  <a:lnTo>
                    <a:pt x="0" y="0"/>
                  </a:lnTo>
                  <a:lnTo>
                    <a:pt x="1945640" y="0"/>
                  </a:lnTo>
                  <a:lnTo>
                    <a:pt x="1945640" y="45719"/>
                  </a:lnTo>
                  <a:lnTo>
                    <a:pt x="0" y="45719"/>
                  </a:lnTo>
                  <a:close/>
                </a:path>
              </a:pathLst>
            </a:custGeom>
            <a:solidFill>
              <a:srgbClr val="F5F5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726440" y="3989070"/>
              <a:ext cx="1945639" cy="44450"/>
            </a:xfrm>
            <a:custGeom>
              <a:avLst/>
              <a:gdLst/>
              <a:ahLst/>
              <a:cxnLst/>
              <a:rect l="l" t="t" r="r" b="b"/>
              <a:pathLst>
                <a:path w="1945639" h="44450">
                  <a:moveTo>
                    <a:pt x="0" y="44449"/>
                  </a:moveTo>
                  <a:lnTo>
                    <a:pt x="0" y="0"/>
                  </a:lnTo>
                  <a:lnTo>
                    <a:pt x="1945640" y="0"/>
                  </a:lnTo>
                  <a:lnTo>
                    <a:pt x="1945640" y="44449"/>
                  </a:lnTo>
                  <a:lnTo>
                    <a:pt x="0" y="44449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726440" y="4033520"/>
              <a:ext cx="1945639" cy="44450"/>
            </a:xfrm>
            <a:custGeom>
              <a:avLst/>
              <a:gdLst/>
              <a:ahLst/>
              <a:cxnLst/>
              <a:rect l="l" t="t" r="r" b="b"/>
              <a:pathLst>
                <a:path w="1945639" h="44450">
                  <a:moveTo>
                    <a:pt x="0" y="44449"/>
                  </a:moveTo>
                  <a:lnTo>
                    <a:pt x="0" y="0"/>
                  </a:lnTo>
                  <a:lnTo>
                    <a:pt x="1945640" y="0"/>
                  </a:lnTo>
                  <a:lnTo>
                    <a:pt x="1945640" y="44449"/>
                  </a:lnTo>
                  <a:lnTo>
                    <a:pt x="0" y="44449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726440" y="4077970"/>
              <a:ext cx="1945639" cy="45720"/>
            </a:xfrm>
            <a:custGeom>
              <a:avLst/>
              <a:gdLst/>
              <a:ahLst/>
              <a:cxnLst/>
              <a:rect l="l" t="t" r="r" b="b"/>
              <a:pathLst>
                <a:path w="1945639" h="45720">
                  <a:moveTo>
                    <a:pt x="0" y="45719"/>
                  </a:moveTo>
                  <a:lnTo>
                    <a:pt x="0" y="0"/>
                  </a:lnTo>
                  <a:lnTo>
                    <a:pt x="1945640" y="0"/>
                  </a:lnTo>
                  <a:lnTo>
                    <a:pt x="1945640" y="45719"/>
                  </a:lnTo>
                  <a:lnTo>
                    <a:pt x="0" y="45719"/>
                  </a:lnTo>
                  <a:close/>
                </a:path>
              </a:pathLst>
            </a:custGeom>
            <a:solidFill>
              <a:srgbClr val="F2F2F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726440" y="4123689"/>
              <a:ext cx="1945639" cy="44450"/>
            </a:xfrm>
            <a:custGeom>
              <a:avLst/>
              <a:gdLst/>
              <a:ahLst/>
              <a:cxnLst/>
              <a:rect l="l" t="t" r="r" b="b"/>
              <a:pathLst>
                <a:path w="1945639" h="44450">
                  <a:moveTo>
                    <a:pt x="0" y="44450"/>
                  </a:moveTo>
                  <a:lnTo>
                    <a:pt x="0" y="0"/>
                  </a:lnTo>
                  <a:lnTo>
                    <a:pt x="1945640" y="0"/>
                  </a:lnTo>
                  <a:lnTo>
                    <a:pt x="1945640" y="44450"/>
                  </a:lnTo>
                  <a:lnTo>
                    <a:pt x="0" y="4445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726440" y="4168139"/>
              <a:ext cx="1945639" cy="45720"/>
            </a:xfrm>
            <a:custGeom>
              <a:avLst/>
              <a:gdLst/>
              <a:ahLst/>
              <a:cxnLst/>
              <a:rect l="l" t="t" r="r" b="b"/>
              <a:pathLst>
                <a:path w="1945639" h="45720">
                  <a:moveTo>
                    <a:pt x="0" y="45720"/>
                  </a:moveTo>
                  <a:lnTo>
                    <a:pt x="0" y="0"/>
                  </a:lnTo>
                  <a:lnTo>
                    <a:pt x="1945640" y="0"/>
                  </a:lnTo>
                  <a:lnTo>
                    <a:pt x="1945640" y="45720"/>
                  </a:lnTo>
                  <a:lnTo>
                    <a:pt x="0" y="45720"/>
                  </a:lnTo>
                  <a:close/>
                </a:path>
              </a:pathLst>
            </a:custGeom>
            <a:solidFill>
              <a:srgbClr val="F0F0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726440" y="4213860"/>
              <a:ext cx="1945639" cy="44450"/>
            </a:xfrm>
            <a:custGeom>
              <a:avLst/>
              <a:gdLst/>
              <a:ahLst/>
              <a:cxnLst/>
              <a:rect l="l" t="t" r="r" b="b"/>
              <a:pathLst>
                <a:path w="1945639" h="44450">
                  <a:moveTo>
                    <a:pt x="0" y="44450"/>
                  </a:moveTo>
                  <a:lnTo>
                    <a:pt x="0" y="0"/>
                  </a:lnTo>
                  <a:lnTo>
                    <a:pt x="1945640" y="0"/>
                  </a:lnTo>
                  <a:lnTo>
                    <a:pt x="1945640" y="44450"/>
                  </a:lnTo>
                  <a:lnTo>
                    <a:pt x="0" y="4445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726440" y="4258310"/>
              <a:ext cx="1945639" cy="45720"/>
            </a:xfrm>
            <a:custGeom>
              <a:avLst/>
              <a:gdLst/>
              <a:ahLst/>
              <a:cxnLst/>
              <a:rect l="l" t="t" r="r" b="b"/>
              <a:pathLst>
                <a:path w="1945639" h="45720">
                  <a:moveTo>
                    <a:pt x="0" y="45719"/>
                  </a:moveTo>
                  <a:lnTo>
                    <a:pt x="0" y="0"/>
                  </a:lnTo>
                  <a:lnTo>
                    <a:pt x="1945640" y="0"/>
                  </a:lnTo>
                  <a:lnTo>
                    <a:pt x="1945640" y="45719"/>
                  </a:lnTo>
                  <a:lnTo>
                    <a:pt x="0" y="45719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726440" y="4304029"/>
              <a:ext cx="1945639" cy="44450"/>
            </a:xfrm>
            <a:custGeom>
              <a:avLst/>
              <a:gdLst/>
              <a:ahLst/>
              <a:cxnLst/>
              <a:rect l="l" t="t" r="r" b="b"/>
              <a:pathLst>
                <a:path w="1945639" h="44450">
                  <a:moveTo>
                    <a:pt x="0" y="44450"/>
                  </a:moveTo>
                  <a:lnTo>
                    <a:pt x="0" y="0"/>
                  </a:lnTo>
                  <a:lnTo>
                    <a:pt x="1945640" y="0"/>
                  </a:lnTo>
                  <a:lnTo>
                    <a:pt x="1945640" y="44450"/>
                  </a:lnTo>
                  <a:lnTo>
                    <a:pt x="0" y="4445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726440" y="4348479"/>
              <a:ext cx="1945639" cy="44450"/>
            </a:xfrm>
            <a:custGeom>
              <a:avLst/>
              <a:gdLst/>
              <a:ahLst/>
              <a:cxnLst/>
              <a:rect l="l" t="t" r="r" b="b"/>
              <a:pathLst>
                <a:path w="1945639" h="44450">
                  <a:moveTo>
                    <a:pt x="0" y="44450"/>
                  </a:moveTo>
                  <a:lnTo>
                    <a:pt x="0" y="0"/>
                  </a:lnTo>
                  <a:lnTo>
                    <a:pt x="1945640" y="0"/>
                  </a:lnTo>
                  <a:lnTo>
                    <a:pt x="1945640" y="44450"/>
                  </a:lnTo>
                  <a:lnTo>
                    <a:pt x="0" y="44450"/>
                  </a:lnTo>
                  <a:close/>
                </a:path>
              </a:pathLst>
            </a:custGeom>
            <a:solidFill>
              <a:srgbClr val="ECEC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726440" y="4392929"/>
              <a:ext cx="1945639" cy="45720"/>
            </a:xfrm>
            <a:custGeom>
              <a:avLst/>
              <a:gdLst/>
              <a:ahLst/>
              <a:cxnLst/>
              <a:rect l="l" t="t" r="r" b="b"/>
              <a:pathLst>
                <a:path w="1945639" h="45720">
                  <a:moveTo>
                    <a:pt x="0" y="45720"/>
                  </a:moveTo>
                  <a:lnTo>
                    <a:pt x="0" y="0"/>
                  </a:lnTo>
                  <a:lnTo>
                    <a:pt x="1945640" y="0"/>
                  </a:lnTo>
                  <a:lnTo>
                    <a:pt x="1945640" y="45720"/>
                  </a:lnTo>
                  <a:lnTo>
                    <a:pt x="0" y="45720"/>
                  </a:lnTo>
                  <a:close/>
                </a:path>
              </a:pathLst>
            </a:custGeom>
            <a:solidFill>
              <a:srgbClr val="EBEB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726440" y="4438650"/>
              <a:ext cx="1945639" cy="44450"/>
            </a:xfrm>
            <a:custGeom>
              <a:avLst/>
              <a:gdLst/>
              <a:ahLst/>
              <a:cxnLst/>
              <a:rect l="l" t="t" r="r" b="b"/>
              <a:pathLst>
                <a:path w="1945639" h="44450">
                  <a:moveTo>
                    <a:pt x="0" y="44450"/>
                  </a:moveTo>
                  <a:lnTo>
                    <a:pt x="0" y="0"/>
                  </a:lnTo>
                  <a:lnTo>
                    <a:pt x="1945640" y="0"/>
                  </a:lnTo>
                  <a:lnTo>
                    <a:pt x="1945640" y="44450"/>
                  </a:lnTo>
                  <a:lnTo>
                    <a:pt x="0" y="44450"/>
                  </a:lnTo>
                  <a:close/>
                </a:path>
              </a:pathLst>
            </a:custGeom>
            <a:solidFill>
              <a:srgbClr val="EAE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726440" y="4483100"/>
              <a:ext cx="1945639" cy="44450"/>
            </a:xfrm>
            <a:custGeom>
              <a:avLst/>
              <a:gdLst/>
              <a:ahLst/>
              <a:cxnLst/>
              <a:rect l="l" t="t" r="r" b="b"/>
              <a:pathLst>
                <a:path w="1945639" h="44450">
                  <a:moveTo>
                    <a:pt x="0" y="44450"/>
                  </a:moveTo>
                  <a:lnTo>
                    <a:pt x="0" y="0"/>
                  </a:lnTo>
                  <a:lnTo>
                    <a:pt x="1945640" y="0"/>
                  </a:lnTo>
                  <a:lnTo>
                    <a:pt x="1945640" y="44450"/>
                  </a:lnTo>
                  <a:lnTo>
                    <a:pt x="0" y="44450"/>
                  </a:lnTo>
                  <a:close/>
                </a:path>
              </a:pathLst>
            </a:custGeom>
            <a:solidFill>
              <a:srgbClr val="E9E9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726440" y="4527550"/>
              <a:ext cx="1945639" cy="45720"/>
            </a:xfrm>
            <a:custGeom>
              <a:avLst/>
              <a:gdLst/>
              <a:ahLst/>
              <a:cxnLst/>
              <a:rect l="l" t="t" r="r" b="b"/>
              <a:pathLst>
                <a:path w="1945639" h="45720">
                  <a:moveTo>
                    <a:pt x="0" y="45719"/>
                  </a:moveTo>
                  <a:lnTo>
                    <a:pt x="0" y="0"/>
                  </a:lnTo>
                  <a:lnTo>
                    <a:pt x="1945640" y="0"/>
                  </a:lnTo>
                  <a:lnTo>
                    <a:pt x="1945640" y="45719"/>
                  </a:lnTo>
                  <a:lnTo>
                    <a:pt x="0" y="45719"/>
                  </a:lnTo>
                  <a:close/>
                </a:path>
              </a:pathLst>
            </a:custGeom>
            <a:solidFill>
              <a:srgbClr val="E8E8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726440" y="4573270"/>
              <a:ext cx="1945639" cy="44450"/>
            </a:xfrm>
            <a:custGeom>
              <a:avLst/>
              <a:gdLst/>
              <a:ahLst/>
              <a:cxnLst/>
              <a:rect l="l" t="t" r="r" b="b"/>
              <a:pathLst>
                <a:path w="1945639" h="44450">
                  <a:moveTo>
                    <a:pt x="0" y="44449"/>
                  </a:moveTo>
                  <a:lnTo>
                    <a:pt x="0" y="0"/>
                  </a:lnTo>
                  <a:lnTo>
                    <a:pt x="1945640" y="0"/>
                  </a:lnTo>
                  <a:lnTo>
                    <a:pt x="1945640" y="44449"/>
                  </a:lnTo>
                  <a:lnTo>
                    <a:pt x="0" y="44449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726440" y="4617720"/>
              <a:ext cx="1945639" cy="45720"/>
            </a:xfrm>
            <a:custGeom>
              <a:avLst/>
              <a:gdLst/>
              <a:ahLst/>
              <a:cxnLst/>
              <a:rect l="l" t="t" r="r" b="b"/>
              <a:pathLst>
                <a:path w="1945639" h="45720">
                  <a:moveTo>
                    <a:pt x="0" y="45719"/>
                  </a:moveTo>
                  <a:lnTo>
                    <a:pt x="0" y="0"/>
                  </a:lnTo>
                  <a:lnTo>
                    <a:pt x="1945640" y="0"/>
                  </a:lnTo>
                  <a:lnTo>
                    <a:pt x="1945640" y="45719"/>
                  </a:lnTo>
                  <a:lnTo>
                    <a:pt x="0" y="45719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726440" y="4663440"/>
              <a:ext cx="1945639" cy="44450"/>
            </a:xfrm>
            <a:custGeom>
              <a:avLst/>
              <a:gdLst/>
              <a:ahLst/>
              <a:cxnLst/>
              <a:rect l="l" t="t" r="r" b="b"/>
              <a:pathLst>
                <a:path w="1945639" h="44450">
                  <a:moveTo>
                    <a:pt x="0" y="44450"/>
                  </a:moveTo>
                  <a:lnTo>
                    <a:pt x="0" y="0"/>
                  </a:lnTo>
                  <a:lnTo>
                    <a:pt x="1945640" y="0"/>
                  </a:lnTo>
                  <a:lnTo>
                    <a:pt x="1945640" y="44450"/>
                  </a:lnTo>
                  <a:lnTo>
                    <a:pt x="0" y="44450"/>
                  </a:lnTo>
                  <a:close/>
                </a:path>
              </a:pathLst>
            </a:custGeom>
            <a:solidFill>
              <a:srgbClr val="E5E5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726440" y="4707890"/>
              <a:ext cx="1945639" cy="45720"/>
            </a:xfrm>
            <a:custGeom>
              <a:avLst/>
              <a:gdLst/>
              <a:ahLst/>
              <a:cxnLst/>
              <a:rect l="l" t="t" r="r" b="b"/>
              <a:pathLst>
                <a:path w="1945639" h="45720">
                  <a:moveTo>
                    <a:pt x="0" y="45720"/>
                  </a:moveTo>
                  <a:lnTo>
                    <a:pt x="0" y="0"/>
                  </a:lnTo>
                  <a:lnTo>
                    <a:pt x="1945640" y="0"/>
                  </a:lnTo>
                  <a:lnTo>
                    <a:pt x="1945640" y="45720"/>
                  </a:lnTo>
                  <a:lnTo>
                    <a:pt x="0" y="45720"/>
                  </a:lnTo>
                  <a:close/>
                </a:path>
              </a:pathLst>
            </a:custGeom>
            <a:solidFill>
              <a:srgbClr val="E4E4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726440" y="4753609"/>
              <a:ext cx="1945639" cy="44450"/>
            </a:xfrm>
            <a:custGeom>
              <a:avLst/>
              <a:gdLst/>
              <a:ahLst/>
              <a:cxnLst/>
              <a:rect l="l" t="t" r="r" b="b"/>
              <a:pathLst>
                <a:path w="1945639" h="44450">
                  <a:moveTo>
                    <a:pt x="0" y="44450"/>
                  </a:moveTo>
                  <a:lnTo>
                    <a:pt x="0" y="0"/>
                  </a:lnTo>
                  <a:lnTo>
                    <a:pt x="1945640" y="0"/>
                  </a:lnTo>
                  <a:lnTo>
                    <a:pt x="1945640" y="44450"/>
                  </a:lnTo>
                  <a:lnTo>
                    <a:pt x="0" y="44450"/>
                  </a:lnTo>
                  <a:close/>
                </a:path>
              </a:pathLst>
            </a:custGeom>
            <a:solidFill>
              <a:srgbClr val="E3E3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726440" y="4798059"/>
              <a:ext cx="1945639" cy="44450"/>
            </a:xfrm>
            <a:custGeom>
              <a:avLst/>
              <a:gdLst/>
              <a:ahLst/>
              <a:cxnLst/>
              <a:rect l="l" t="t" r="r" b="b"/>
              <a:pathLst>
                <a:path w="1945639" h="44450">
                  <a:moveTo>
                    <a:pt x="0" y="44450"/>
                  </a:moveTo>
                  <a:lnTo>
                    <a:pt x="0" y="0"/>
                  </a:lnTo>
                  <a:lnTo>
                    <a:pt x="1945640" y="0"/>
                  </a:lnTo>
                  <a:lnTo>
                    <a:pt x="1945640" y="44450"/>
                  </a:lnTo>
                  <a:lnTo>
                    <a:pt x="0" y="44450"/>
                  </a:lnTo>
                  <a:close/>
                </a:path>
              </a:pathLst>
            </a:custGeom>
            <a:solidFill>
              <a:srgbClr val="E2E2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726440" y="4842509"/>
              <a:ext cx="1945639" cy="45720"/>
            </a:xfrm>
            <a:custGeom>
              <a:avLst/>
              <a:gdLst/>
              <a:ahLst/>
              <a:cxnLst/>
              <a:rect l="l" t="t" r="r" b="b"/>
              <a:pathLst>
                <a:path w="1945639" h="45720">
                  <a:moveTo>
                    <a:pt x="0" y="45719"/>
                  </a:moveTo>
                  <a:lnTo>
                    <a:pt x="0" y="0"/>
                  </a:lnTo>
                  <a:lnTo>
                    <a:pt x="1945640" y="0"/>
                  </a:lnTo>
                  <a:lnTo>
                    <a:pt x="1945640" y="45719"/>
                  </a:lnTo>
                  <a:lnTo>
                    <a:pt x="0" y="45719"/>
                  </a:lnTo>
                  <a:close/>
                </a:path>
              </a:pathLst>
            </a:custGeom>
            <a:solidFill>
              <a:srgbClr val="E1E1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726440" y="4888229"/>
              <a:ext cx="1945639" cy="44450"/>
            </a:xfrm>
            <a:custGeom>
              <a:avLst/>
              <a:gdLst/>
              <a:ahLst/>
              <a:cxnLst/>
              <a:rect l="l" t="t" r="r" b="b"/>
              <a:pathLst>
                <a:path w="1945639" h="44450">
                  <a:moveTo>
                    <a:pt x="0" y="44450"/>
                  </a:moveTo>
                  <a:lnTo>
                    <a:pt x="0" y="0"/>
                  </a:lnTo>
                  <a:lnTo>
                    <a:pt x="1945640" y="0"/>
                  </a:lnTo>
                  <a:lnTo>
                    <a:pt x="1945640" y="44450"/>
                  </a:lnTo>
                  <a:lnTo>
                    <a:pt x="0" y="44450"/>
                  </a:lnTo>
                  <a:close/>
                </a:path>
              </a:pathLst>
            </a:custGeom>
            <a:solidFill>
              <a:srgbClr val="E0E0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726440" y="4932679"/>
              <a:ext cx="1945639" cy="45720"/>
            </a:xfrm>
            <a:custGeom>
              <a:avLst/>
              <a:gdLst/>
              <a:ahLst/>
              <a:cxnLst/>
              <a:rect l="l" t="t" r="r" b="b"/>
              <a:pathLst>
                <a:path w="1945639" h="45720">
                  <a:moveTo>
                    <a:pt x="0" y="45720"/>
                  </a:moveTo>
                  <a:lnTo>
                    <a:pt x="0" y="0"/>
                  </a:lnTo>
                  <a:lnTo>
                    <a:pt x="1945640" y="0"/>
                  </a:lnTo>
                  <a:lnTo>
                    <a:pt x="1945640" y="45720"/>
                  </a:lnTo>
                  <a:lnTo>
                    <a:pt x="0" y="4572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726440" y="4978400"/>
              <a:ext cx="1945639" cy="44450"/>
            </a:xfrm>
            <a:custGeom>
              <a:avLst/>
              <a:gdLst/>
              <a:ahLst/>
              <a:cxnLst/>
              <a:rect l="l" t="t" r="r" b="b"/>
              <a:pathLst>
                <a:path w="1945639" h="44450">
                  <a:moveTo>
                    <a:pt x="0" y="44450"/>
                  </a:moveTo>
                  <a:lnTo>
                    <a:pt x="0" y="0"/>
                  </a:lnTo>
                  <a:lnTo>
                    <a:pt x="1945640" y="0"/>
                  </a:lnTo>
                  <a:lnTo>
                    <a:pt x="1945640" y="44450"/>
                  </a:lnTo>
                  <a:lnTo>
                    <a:pt x="0" y="44450"/>
                  </a:lnTo>
                  <a:close/>
                </a:path>
              </a:pathLst>
            </a:custGeom>
            <a:solidFill>
              <a:srgbClr val="DEDE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726440" y="5022850"/>
              <a:ext cx="1945639" cy="45720"/>
            </a:xfrm>
            <a:custGeom>
              <a:avLst/>
              <a:gdLst/>
              <a:ahLst/>
              <a:cxnLst/>
              <a:rect l="l" t="t" r="r" b="b"/>
              <a:pathLst>
                <a:path w="1945639" h="45720">
                  <a:moveTo>
                    <a:pt x="0" y="45719"/>
                  </a:moveTo>
                  <a:lnTo>
                    <a:pt x="0" y="0"/>
                  </a:lnTo>
                  <a:lnTo>
                    <a:pt x="1945640" y="0"/>
                  </a:lnTo>
                  <a:lnTo>
                    <a:pt x="1945640" y="45719"/>
                  </a:lnTo>
                  <a:lnTo>
                    <a:pt x="0" y="45719"/>
                  </a:lnTo>
                  <a:close/>
                </a:path>
              </a:pathLst>
            </a:custGeom>
            <a:solidFill>
              <a:srgbClr val="DDDD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726440" y="5068570"/>
              <a:ext cx="1945639" cy="44450"/>
            </a:xfrm>
            <a:custGeom>
              <a:avLst/>
              <a:gdLst/>
              <a:ahLst/>
              <a:cxnLst/>
              <a:rect l="l" t="t" r="r" b="b"/>
              <a:pathLst>
                <a:path w="1945639" h="44450">
                  <a:moveTo>
                    <a:pt x="0" y="44449"/>
                  </a:moveTo>
                  <a:lnTo>
                    <a:pt x="0" y="0"/>
                  </a:lnTo>
                  <a:lnTo>
                    <a:pt x="1945640" y="0"/>
                  </a:lnTo>
                  <a:lnTo>
                    <a:pt x="1945640" y="44449"/>
                  </a:lnTo>
                  <a:lnTo>
                    <a:pt x="0" y="44449"/>
                  </a:lnTo>
                  <a:close/>
                </a:path>
              </a:pathLst>
            </a:custGeom>
            <a:solidFill>
              <a:srgbClr val="DCDC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726440" y="5113020"/>
              <a:ext cx="1945639" cy="44450"/>
            </a:xfrm>
            <a:custGeom>
              <a:avLst/>
              <a:gdLst/>
              <a:ahLst/>
              <a:cxnLst/>
              <a:rect l="l" t="t" r="r" b="b"/>
              <a:pathLst>
                <a:path w="1945639" h="44450">
                  <a:moveTo>
                    <a:pt x="0" y="44449"/>
                  </a:moveTo>
                  <a:lnTo>
                    <a:pt x="0" y="0"/>
                  </a:lnTo>
                  <a:lnTo>
                    <a:pt x="1945640" y="0"/>
                  </a:lnTo>
                  <a:lnTo>
                    <a:pt x="1945640" y="44449"/>
                  </a:lnTo>
                  <a:lnTo>
                    <a:pt x="0" y="44449"/>
                  </a:lnTo>
                  <a:close/>
                </a:path>
              </a:pathLst>
            </a:custGeom>
            <a:solidFill>
              <a:srgbClr val="DBDB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726440" y="5157470"/>
              <a:ext cx="1945639" cy="45720"/>
            </a:xfrm>
            <a:custGeom>
              <a:avLst/>
              <a:gdLst/>
              <a:ahLst/>
              <a:cxnLst/>
              <a:rect l="l" t="t" r="r" b="b"/>
              <a:pathLst>
                <a:path w="1945639" h="45720">
                  <a:moveTo>
                    <a:pt x="0" y="45719"/>
                  </a:moveTo>
                  <a:lnTo>
                    <a:pt x="0" y="0"/>
                  </a:lnTo>
                  <a:lnTo>
                    <a:pt x="1945640" y="0"/>
                  </a:lnTo>
                  <a:lnTo>
                    <a:pt x="1945640" y="45719"/>
                  </a:lnTo>
                  <a:lnTo>
                    <a:pt x="0" y="45719"/>
                  </a:lnTo>
                  <a:close/>
                </a:path>
              </a:pathLst>
            </a:custGeom>
            <a:solidFill>
              <a:srgbClr val="DADA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726440" y="5203190"/>
              <a:ext cx="1945639" cy="44450"/>
            </a:xfrm>
            <a:custGeom>
              <a:avLst/>
              <a:gdLst/>
              <a:ahLst/>
              <a:cxnLst/>
              <a:rect l="l" t="t" r="r" b="b"/>
              <a:pathLst>
                <a:path w="1945639" h="44450">
                  <a:moveTo>
                    <a:pt x="0" y="44450"/>
                  </a:moveTo>
                  <a:lnTo>
                    <a:pt x="0" y="0"/>
                  </a:lnTo>
                  <a:lnTo>
                    <a:pt x="1945640" y="0"/>
                  </a:lnTo>
                  <a:lnTo>
                    <a:pt x="1945640" y="44450"/>
                  </a:lnTo>
                  <a:lnTo>
                    <a:pt x="0" y="44450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726440" y="5247639"/>
              <a:ext cx="1945639" cy="45720"/>
            </a:xfrm>
            <a:custGeom>
              <a:avLst/>
              <a:gdLst/>
              <a:ahLst/>
              <a:cxnLst/>
              <a:rect l="l" t="t" r="r" b="b"/>
              <a:pathLst>
                <a:path w="1945639" h="45720">
                  <a:moveTo>
                    <a:pt x="1941830" y="43192"/>
                  </a:moveTo>
                  <a:lnTo>
                    <a:pt x="5080" y="43192"/>
                  </a:lnTo>
                  <a:lnTo>
                    <a:pt x="5067" y="45720"/>
                  </a:lnTo>
                  <a:lnTo>
                    <a:pt x="1941830" y="45720"/>
                  </a:lnTo>
                  <a:lnTo>
                    <a:pt x="1941830" y="43192"/>
                  </a:lnTo>
                  <a:close/>
                </a:path>
                <a:path w="1945639" h="45720">
                  <a:moveTo>
                    <a:pt x="194564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1270" y="13970"/>
                  </a:lnTo>
                  <a:lnTo>
                    <a:pt x="1270" y="21590"/>
                  </a:lnTo>
                  <a:lnTo>
                    <a:pt x="1270" y="31750"/>
                  </a:lnTo>
                  <a:lnTo>
                    <a:pt x="2540" y="31750"/>
                  </a:lnTo>
                  <a:lnTo>
                    <a:pt x="2540" y="36830"/>
                  </a:lnTo>
                  <a:lnTo>
                    <a:pt x="3810" y="36830"/>
                  </a:lnTo>
                  <a:lnTo>
                    <a:pt x="3810" y="39370"/>
                  </a:lnTo>
                  <a:lnTo>
                    <a:pt x="3810" y="43180"/>
                  </a:lnTo>
                  <a:lnTo>
                    <a:pt x="1941830" y="43180"/>
                  </a:lnTo>
                  <a:lnTo>
                    <a:pt x="1941830" y="39370"/>
                  </a:lnTo>
                  <a:lnTo>
                    <a:pt x="1943100" y="39370"/>
                  </a:lnTo>
                  <a:lnTo>
                    <a:pt x="1943100" y="36830"/>
                  </a:lnTo>
                  <a:lnTo>
                    <a:pt x="1943100" y="31750"/>
                  </a:lnTo>
                  <a:lnTo>
                    <a:pt x="1944370" y="31750"/>
                  </a:lnTo>
                  <a:lnTo>
                    <a:pt x="1944370" y="21590"/>
                  </a:lnTo>
                  <a:lnTo>
                    <a:pt x="1945627" y="21590"/>
                  </a:lnTo>
                  <a:lnTo>
                    <a:pt x="1945627" y="13970"/>
                  </a:lnTo>
                  <a:lnTo>
                    <a:pt x="1945640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731520" y="5293359"/>
              <a:ext cx="1936750" cy="44450"/>
            </a:xfrm>
            <a:custGeom>
              <a:avLst/>
              <a:gdLst/>
              <a:ahLst/>
              <a:cxnLst/>
              <a:rect l="l" t="t" r="r" b="b"/>
              <a:pathLst>
                <a:path w="1936750" h="44450">
                  <a:moveTo>
                    <a:pt x="1926590" y="35572"/>
                  </a:moveTo>
                  <a:lnTo>
                    <a:pt x="8890" y="35572"/>
                  </a:lnTo>
                  <a:lnTo>
                    <a:pt x="8890" y="39370"/>
                  </a:lnTo>
                  <a:lnTo>
                    <a:pt x="10160" y="39370"/>
                  </a:lnTo>
                  <a:lnTo>
                    <a:pt x="10160" y="43180"/>
                  </a:lnTo>
                  <a:lnTo>
                    <a:pt x="11430" y="43180"/>
                  </a:lnTo>
                  <a:lnTo>
                    <a:pt x="11430" y="44450"/>
                  </a:lnTo>
                  <a:lnTo>
                    <a:pt x="1924050" y="44450"/>
                  </a:lnTo>
                  <a:lnTo>
                    <a:pt x="1924050" y="43180"/>
                  </a:lnTo>
                  <a:lnTo>
                    <a:pt x="1925320" y="43180"/>
                  </a:lnTo>
                  <a:lnTo>
                    <a:pt x="1925320" y="39370"/>
                  </a:lnTo>
                  <a:lnTo>
                    <a:pt x="1926590" y="39370"/>
                  </a:lnTo>
                  <a:lnTo>
                    <a:pt x="1926590" y="35572"/>
                  </a:lnTo>
                  <a:close/>
                </a:path>
                <a:path w="1936750" h="44450">
                  <a:moveTo>
                    <a:pt x="193675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1270" y="3810"/>
                  </a:lnTo>
                  <a:lnTo>
                    <a:pt x="1270" y="8890"/>
                  </a:lnTo>
                  <a:lnTo>
                    <a:pt x="2540" y="8890"/>
                  </a:lnTo>
                  <a:lnTo>
                    <a:pt x="2540" y="13970"/>
                  </a:lnTo>
                  <a:lnTo>
                    <a:pt x="3810" y="13970"/>
                  </a:lnTo>
                  <a:lnTo>
                    <a:pt x="3810" y="17780"/>
                  </a:lnTo>
                  <a:lnTo>
                    <a:pt x="3810" y="19050"/>
                  </a:lnTo>
                  <a:lnTo>
                    <a:pt x="5080" y="19050"/>
                  </a:lnTo>
                  <a:lnTo>
                    <a:pt x="5080" y="22860"/>
                  </a:lnTo>
                  <a:lnTo>
                    <a:pt x="5080" y="24130"/>
                  </a:lnTo>
                  <a:lnTo>
                    <a:pt x="6350" y="24130"/>
                  </a:lnTo>
                  <a:lnTo>
                    <a:pt x="6350" y="26670"/>
                  </a:lnTo>
                  <a:lnTo>
                    <a:pt x="6350" y="29210"/>
                  </a:lnTo>
                  <a:lnTo>
                    <a:pt x="7620" y="29210"/>
                  </a:lnTo>
                  <a:lnTo>
                    <a:pt x="7620" y="30480"/>
                  </a:lnTo>
                  <a:lnTo>
                    <a:pt x="7620" y="34290"/>
                  </a:lnTo>
                  <a:lnTo>
                    <a:pt x="8890" y="34290"/>
                  </a:lnTo>
                  <a:lnTo>
                    <a:pt x="8890" y="35560"/>
                  </a:lnTo>
                  <a:lnTo>
                    <a:pt x="1927847" y="35560"/>
                  </a:lnTo>
                  <a:lnTo>
                    <a:pt x="1927847" y="34290"/>
                  </a:lnTo>
                  <a:lnTo>
                    <a:pt x="1927847" y="30480"/>
                  </a:lnTo>
                  <a:lnTo>
                    <a:pt x="1929130" y="30480"/>
                  </a:lnTo>
                  <a:lnTo>
                    <a:pt x="1929130" y="29210"/>
                  </a:lnTo>
                  <a:lnTo>
                    <a:pt x="1929130" y="26670"/>
                  </a:lnTo>
                  <a:lnTo>
                    <a:pt x="1930400" y="26670"/>
                  </a:lnTo>
                  <a:lnTo>
                    <a:pt x="1930400" y="24130"/>
                  </a:lnTo>
                  <a:lnTo>
                    <a:pt x="1930400" y="22860"/>
                  </a:lnTo>
                  <a:lnTo>
                    <a:pt x="1931670" y="22860"/>
                  </a:lnTo>
                  <a:lnTo>
                    <a:pt x="1931670" y="19050"/>
                  </a:lnTo>
                  <a:lnTo>
                    <a:pt x="1931670" y="17780"/>
                  </a:lnTo>
                  <a:lnTo>
                    <a:pt x="1932940" y="17780"/>
                  </a:lnTo>
                  <a:lnTo>
                    <a:pt x="1932940" y="13970"/>
                  </a:lnTo>
                  <a:lnTo>
                    <a:pt x="1934197" y="13970"/>
                  </a:lnTo>
                  <a:lnTo>
                    <a:pt x="1934197" y="8890"/>
                  </a:lnTo>
                  <a:lnTo>
                    <a:pt x="1935480" y="8890"/>
                  </a:lnTo>
                  <a:lnTo>
                    <a:pt x="1935480" y="3810"/>
                  </a:lnTo>
                  <a:lnTo>
                    <a:pt x="1935480" y="1270"/>
                  </a:lnTo>
                  <a:lnTo>
                    <a:pt x="1936750" y="1270"/>
                  </a:lnTo>
                  <a:lnTo>
                    <a:pt x="1936750" y="0"/>
                  </a:lnTo>
                  <a:close/>
                </a:path>
              </a:pathLst>
            </a:custGeom>
            <a:solidFill>
              <a:srgbClr val="D7D7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742950" y="5337809"/>
              <a:ext cx="1912620" cy="45720"/>
            </a:xfrm>
            <a:custGeom>
              <a:avLst/>
              <a:gdLst/>
              <a:ahLst/>
              <a:cxnLst/>
              <a:rect l="l" t="t" r="r" b="b"/>
              <a:pathLst>
                <a:path w="1912620" h="45720">
                  <a:moveTo>
                    <a:pt x="1893570" y="41922"/>
                  </a:moveTo>
                  <a:lnTo>
                    <a:pt x="20320" y="41922"/>
                  </a:lnTo>
                  <a:lnTo>
                    <a:pt x="20320" y="43180"/>
                  </a:lnTo>
                  <a:lnTo>
                    <a:pt x="21590" y="43180"/>
                  </a:lnTo>
                  <a:lnTo>
                    <a:pt x="21590" y="45720"/>
                  </a:lnTo>
                  <a:lnTo>
                    <a:pt x="1892300" y="45720"/>
                  </a:lnTo>
                  <a:lnTo>
                    <a:pt x="1892300" y="43180"/>
                  </a:lnTo>
                  <a:lnTo>
                    <a:pt x="1893570" y="43180"/>
                  </a:lnTo>
                  <a:lnTo>
                    <a:pt x="1893570" y="41922"/>
                  </a:lnTo>
                  <a:close/>
                </a:path>
                <a:path w="1912620" h="45720">
                  <a:moveTo>
                    <a:pt x="1905000" y="16522"/>
                  </a:moveTo>
                  <a:lnTo>
                    <a:pt x="7620" y="16522"/>
                  </a:lnTo>
                  <a:lnTo>
                    <a:pt x="7620" y="20320"/>
                  </a:lnTo>
                  <a:lnTo>
                    <a:pt x="8890" y="20320"/>
                  </a:lnTo>
                  <a:lnTo>
                    <a:pt x="8890" y="22860"/>
                  </a:lnTo>
                  <a:lnTo>
                    <a:pt x="10160" y="22860"/>
                  </a:lnTo>
                  <a:lnTo>
                    <a:pt x="10160" y="25400"/>
                  </a:lnTo>
                  <a:lnTo>
                    <a:pt x="11430" y="25400"/>
                  </a:lnTo>
                  <a:lnTo>
                    <a:pt x="11430" y="27940"/>
                  </a:lnTo>
                  <a:lnTo>
                    <a:pt x="12700" y="27940"/>
                  </a:lnTo>
                  <a:lnTo>
                    <a:pt x="12700" y="30480"/>
                  </a:lnTo>
                  <a:lnTo>
                    <a:pt x="13970" y="30480"/>
                  </a:lnTo>
                  <a:lnTo>
                    <a:pt x="13970" y="33020"/>
                  </a:lnTo>
                  <a:lnTo>
                    <a:pt x="15240" y="33020"/>
                  </a:lnTo>
                  <a:lnTo>
                    <a:pt x="15240" y="34290"/>
                  </a:lnTo>
                  <a:lnTo>
                    <a:pt x="16510" y="34290"/>
                  </a:lnTo>
                  <a:lnTo>
                    <a:pt x="16510" y="35560"/>
                  </a:lnTo>
                  <a:lnTo>
                    <a:pt x="16510" y="36830"/>
                  </a:lnTo>
                  <a:lnTo>
                    <a:pt x="17780" y="36830"/>
                  </a:lnTo>
                  <a:lnTo>
                    <a:pt x="17780" y="38100"/>
                  </a:lnTo>
                  <a:lnTo>
                    <a:pt x="17780" y="39370"/>
                  </a:lnTo>
                  <a:lnTo>
                    <a:pt x="19050" y="39370"/>
                  </a:lnTo>
                  <a:lnTo>
                    <a:pt x="19050" y="40640"/>
                  </a:lnTo>
                  <a:lnTo>
                    <a:pt x="19050" y="41910"/>
                  </a:lnTo>
                  <a:lnTo>
                    <a:pt x="1893570" y="41910"/>
                  </a:lnTo>
                  <a:lnTo>
                    <a:pt x="1893570" y="40640"/>
                  </a:lnTo>
                  <a:lnTo>
                    <a:pt x="1894840" y="40640"/>
                  </a:lnTo>
                  <a:lnTo>
                    <a:pt x="1894840" y="39370"/>
                  </a:lnTo>
                  <a:lnTo>
                    <a:pt x="1894840" y="38100"/>
                  </a:lnTo>
                  <a:lnTo>
                    <a:pt x="1896110" y="38100"/>
                  </a:lnTo>
                  <a:lnTo>
                    <a:pt x="1896110" y="36830"/>
                  </a:lnTo>
                  <a:lnTo>
                    <a:pt x="1896110" y="35560"/>
                  </a:lnTo>
                  <a:lnTo>
                    <a:pt x="1897367" y="35560"/>
                  </a:lnTo>
                  <a:lnTo>
                    <a:pt x="1897367" y="34290"/>
                  </a:lnTo>
                  <a:lnTo>
                    <a:pt x="1897367" y="33020"/>
                  </a:lnTo>
                  <a:lnTo>
                    <a:pt x="1898650" y="33020"/>
                  </a:lnTo>
                  <a:lnTo>
                    <a:pt x="1898650" y="30480"/>
                  </a:lnTo>
                  <a:lnTo>
                    <a:pt x="1899920" y="30480"/>
                  </a:lnTo>
                  <a:lnTo>
                    <a:pt x="1899920" y="27940"/>
                  </a:lnTo>
                  <a:lnTo>
                    <a:pt x="1901190" y="27940"/>
                  </a:lnTo>
                  <a:lnTo>
                    <a:pt x="1901190" y="25400"/>
                  </a:lnTo>
                  <a:lnTo>
                    <a:pt x="1902460" y="25400"/>
                  </a:lnTo>
                  <a:lnTo>
                    <a:pt x="1902460" y="22860"/>
                  </a:lnTo>
                  <a:lnTo>
                    <a:pt x="1903717" y="22860"/>
                  </a:lnTo>
                  <a:lnTo>
                    <a:pt x="1903717" y="20320"/>
                  </a:lnTo>
                  <a:lnTo>
                    <a:pt x="1905000" y="20320"/>
                  </a:lnTo>
                  <a:lnTo>
                    <a:pt x="1905000" y="16522"/>
                  </a:lnTo>
                  <a:close/>
                </a:path>
                <a:path w="1912620" h="45720">
                  <a:moveTo>
                    <a:pt x="191262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5080"/>
                  </a:lnTo>
                  <a:lnTo>
                    <a:pt x="2540" y="5080"/>
                  </a:lnTo>
                  <a:lnTo>
                    <a:pt x="2540" y="7620"/>
                  </a:lnTo>
                  <a:lnTo>
                    <a:pt x="3810" y="7620"/>
                  </a:lnTo>
                  <a:lnTo>
                    <a:pt x="3810" y="10160"/>
                  </a:lnTo>
                  <a:lnTo>
                    <a:pt x="5080" y="10160"/>
                  </a:lnTo>
                  <a:lnTo>
                    <a:pt x="5080" y="11430"/>
                  </a:lnTo>
                  <a:lnTo>
                    <a:pt x="5080" y="13970"/>
                  </a:lnTo>
                  <a:lnTo>
                    <a:pt x="6350" y="13970"/>
                  </a:lnTo>
                  <a:lnTo>
                    <a:pt x="6350" y="16510"/>
                  </a:lnTo>
                  <a:lnTo>
                    <a:pt x="1906270" y="16510"/>
                  </a:lnTo>
                  <a:lnTo>
                    <a:pt x="1906270" y="13970"/>
                  </a:lnTo>
                  <a:lnTo>
                    <a:pt x="1907540" y="13970"/>
                  </a:lnTo>
                  <a:lnTo>
                    <a:pt x="1907540" y="11430"/>
                  </a:lnTo>
                  <a:lnTo>
                    <a:pt x="1908810" y="11430"/>
                  </a:lnTo>
                  <a:lnTo>
                    <a:pt x="1908810" y="10160"/>
                  </a:lnTo>
                  <a:lnTo>
                    <a:pt x="1908810" y="7620"/>
                  </a:lnTo>
                  <a:lnTo>
                    <a:pt x="1910067" y="7620"/>
                  </a:lnTo>
                  <a:lnTo>
                    <a:pt x="1910067" y="5080"/>
                  </a:lnTo>
                  <a:lnTo>
                    <a:pt x="1911350" y="5080"/>
                  </a:lnTo>
                  <a:lnTo>
                    <a:pt x="1911350" y="1270"/>
                  </a:lnTo>
                  <a:lnTo>
                    <a:pt x="1912620" y="1270"/>
                  </a:lnTo>
                  <a:lnTo>
                    <a:pt x="1912620" y="0"/>
                  </a:lnTo>
                  <a:close/>
                </a:path>
              </a:pathLst>
            </a:custGeom>
            <a:solidFill>
              <a:srgbClr val="D6D6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765810" y="5383529"/>
              <a:ext cx="1868170" cy="44450"/>
            </a:xfrm>
            <a:custGeom>
              <a:avLst/>
              <a:gdLst/>
              <a:ahLst/>
              <a:cxnLst/>
              <a:rect l="l" t="t" r="r" b="b"/>
              <a:pathLst>
                <a:path w="1868170" h="44450">
                  <a:moveTo>
                    <a:pt x="1840230" y="43192"/>
                  </a:moveTo>
                  <a:lnTo>
                    <a:pt x="27940" y="43192"/>
                  </a:lnTo>
                  <a:lnTo>
                    <a:pt x="27940" y="44450"/>
                  </a:lnTo>
                  <a:lnTo>
                    <a:pt x="1840230" y="44450"/>
                  </a:lnTo>
                  <a:lnTo>
                    <a:pt x="1840230" y="43192"/>
                  </a:lnTo>
                  <a:close/>
                </a:path>
                <a:path w="1868170" h="44450">
                  <a:moveTo>
                    <a:pt x="1842757" y="40652"/>
                  </a:moveTo>
                  <a:lnTo>
                    <a:pt x="25400" y="40652"/>
                  </a:lnTo>
                  <a:lnTo>
                    <a:pt x="25400" y="41910"/>
                  </a:lnTo>
                  <a:lnTo>
                    <a:pt x="26670" y="41910"/>
                  </a:lnTo>
                  <a:lnTo>
                    <a:pt x="26670" y="43180"/>
                  </a:lnTo>
                  <a:lnTo>
                    <a:pt x="1841500" y="43180"/>
                  </a:lnTo>
                  <a:lnTo>
                    <a:pt x="1841500" y="41910"/>
                  </a:lnTo>
                  <a:lnTo>
                    <a:pt x="1842757" y="41910"/>
                  </a:lnTo>
                  <a:lnTo>
                    <a:pt x="1842757" y="40652"/>
                  </a:lnTo>
                  <a:close/>
                </a:path>
                <a:path w="1868170" h="44450">
                  <a:moveTo>
                    <a:pt x="1845310" y="36842"/>
                  </a:moveTo>
                  <a:lnTo>
                    <a:pt x="22860" y="36842"/>
                  </a:lnTo>
                  <a:lnTo>
                    <a:pt x="22860" y="38100"/>
                  </a:lnTo>
                  <a:lnTo>
                    <a:pt x="24130" y="38100"/>
                  </a:lnTo>
                  <a:lnTo>
                    <a:pt x="24130" y="39370"/>
                  </a:lnTo>
                  <a:lnTo>
                    <a:pt x="25400" y="39370"/>
                  </a:lnTo>
                  <a:lnTo>
                    <a:pt x="25400" y="40640"/>
                  </a:lnTo>
                  <a:lnTo>
                    <a:pt x="1844040" y="40640"/>
                  </a:lnTo>
                  <a:lnTo>
                    <a:pt x="1844040" y="39370"/>
                  </a:lnTo>
                  <a:lnTo>
                    <a:pt x="1844040" y="38100"/>
                  </a:lnTo>
                  <a:lnTo>
                    <a:pt x="1845310" y="38100"/>
                  </a:lnTo>
                  <a:lnTo>
                    <a:pt x="1845310" y="36842"/>
                  </a:lnTo>
                  <a:close/>
                </a:path>
                <a:path w="1868170" h="44450">
                  <a:moveTo>
                    <a:pt x="1855457" y="21602"/>
                  </a:moveTo>
                  <a:lnTo>
                    <a:pt x="12700" y="21602"/>
                  </a:lnTo>
                  <a:lnTo>
                    <a:pt x="12700" y="22860"/>
                  </a:lnTo>
                  <a:lnTo>
                    <a:pt x="13970" y="22860"/>
                  </a:lnTo>
                  <a:lnTo>
                    <a:pt x="13970" y="25400"/>
                  </a:lnTo>
                  <a:lnTo>
                    <a:pt x="15240" y="25400"/>
                  </a:lnTo>
                  <a:lnTo>
                    <a:pt x="15240" y="26670"/>
                  </a:lnTo>
                  <a:lnTo>
                    <a:pt x="16510" y="26670"/>
                  </a:lnTo>
                  <a:lnTo>
                    <a:pt x="16510" y="29210"/>
                  </a:lnTo>
                  <a:lnTo>
                    <a:pt x="17780" y="29210"/>
                  </a:lnTo>
                  <a:lnTo>
                    <a:pt x="17780" y="31750"/>
                  </a:lnTo>
                  <a:lnTo>
                    <a:pt x="19050" y="31750"/>
                  </a:lnTo>
                  <a:lnTo>
                    <a:pt x="19050" y="33020"/>
                  </a:lnTo>
                  <a:lnTo>
                    <a:pt x="20320" y="33020"/>
                  </a:lnTo>
                  <a:lnTo>
                    <a:pt x="20320" y="34290"/>
                  </a:lnTo>
                  <a:lnTo>
                    <a:pt x="21590" y="34290"/>
                  </a:lnTo>
                  <a:lnTo>
                    <a:pt x="21590" y="35560"/>
                  </a:lnTo>
                  <a:lnTo>
                    <a:pt x="21590" y="36830"/>
                  </a:lnTo>
                  <a:lnTo>
                    <a:pt x="1846580" y="36830"/>
                  </a:lnTo>
                  <a:lnTo>
                    <a:pt x="1846580" y="35560"/>
                  </a:lnTo>
                  <a:lnTo>
                    <a:pt x="1847850" y="35560"/>
                  </a:lnTo>
                  <a:lnTo>
                    <a:pt x="1847850" y="34290"/>
                  </a:lnTo>
                  <a:lnTo>
                    <a:pt x="1847850" y="33020"/>
                  </a:lnTo>
                  <a:lnTo>
                    <a:pt x="1849107" y="33020"/>
                  </a:lnTo>
                  <a:lnTo>
                    <a:pt x="1849107" y="31750"/>
                  </a:lnTo>
                  <a:lnTo>
                    <a:pt x="1850390" y="31750"/>
                  </a:lnTo>
                  <a:lnTo>
                    <a:pt x="1850390" y="29210"/>
                  </a:lnTo>
                  <a:lnTo>
                    <a:pt x="1851660" y="29210"/>
                  </a:lnTo>
                  <a:lnTo>
                    <a:pt x="1851660" y="26670"/>
                  </a:lnTo>
                  <a:lnTo>
                    <a:pt x="1852930" y="26670"/>
                  </a:lnTo>
                  <a:lnTo>
                    <a:pt x="1852930" y="25400"/>
                  </a:lnTo>
                  <a:lnTo>
                    <a:pt x="1854200" y="25400"/>
                  </a:lnTo>
                  <a:lnTo>
                    <a:pt x="1854200" y="22860"/>
                  </a:lnTo>
                  <a:lnTo>
                    <a:pt x="1855457" y="22860"/>
                  </a:lnTo>
                  <a:lnTo>
                    <a:pt x="1855457" y="21602"/>
                  </a:lnTo>
                  <a:close/>
                </a:path>
                <a:path w="1868170" h="44450">
                  <a:moveTo>
                    <a:pt x="1859280" y="15252"/>
                  </a:moveTo>
                  <a:lnTo>
                    <a:pt x="8890" y="15252"/>
                  </a:lnTo>
                  <a:lnTo>
                    <a:pt x="8890" y="16510"/>
                  </a:lnTo>
                  <a:lnTo>
                    <a:pt x="10160" y="16510"/>
                  </a:lnTo>
                  <a:lnTo>
                    <a:pt x="10160" y="19050"/>
                  </a:lnTo>
                  <a:lnTo>
                    <a:pt x="11430" y="19050"/>
                  </a:lnTo>
                  <a:lnTo>
                    <a:pt x="11430" y="21590"/>
                  </a:lnTo>
                  <a:lnTo>
                    <a:pt x="1856740" y="21590"/>
                  </a:lnTo>
                  <a:lnTo>
                    <a:pt x="1856740" y="19050"/>
                  </a:lnTo>
                  <a:lnTo>
                    <a:pt x="1858010" y="19050"/>
                  </a:lnTo>
                  <a:lnTo>
                    <a:pt x="1858010" y="16510"/>
                  </a:lnTo>
                  <a:lnTo>
                    <a:pt x="1859280" y="16510"/>
                  </a:lnTo>
                  <a:lnTo>
                    <a:pt x="1859280" y="15252"/>
                  </a:lnTo>
                  <a:close/>
                </a:path>
                <a:path w="1868170" h="44450">
                  <a:moveTo>
                    <a:pt x="1861807" y="11442"/>
                  </a:moveTo>
                  <a:lnTo>
                    <a:pt x="6350" y="11442"/>
                  </a:lnTo>
                  <a:lnTo>
                    <a:pt x="6350" y="12700"/>
                  </a:lnTo>
                  <a:lnTo>
                    <a:pt x="7620" y="12700"/>
                  </a:lnTo>
                  <a:lnTo>
                    <a:pt x="7620" y="15240"/>
                  </a:lnTo>
                  <a:lnTo>
                    <a:pt x="1860550" y="15240"/>
                  </a:lnTo>
                  <a:lnTo>
                    <a:pt x="1860550" y="12700"/>
                  </a:lnTo>
                  <a:lnTo>
                    <a:pt x="1861807" y="12700"/>
                  </a:lnTo>
                  <a:lnTo>
                    <a:pt x="1861807" y="11442"/>
                  </a:lnTo>
                  <a:close/>
                </a:path>
                <a:path w="1868170" h="44450">
                  <a:moveTo>
                    <a:pt x="1865630" y="5092"/>
                  </a:moveTo>
                  <a:lnTo>
                    <a:pt x="2540" y="5092"/>
                  </a:lnTo>
                  <a:lnTo>
                    <a:pt x="2540" y="6350"/>
                  </a:lnTo>
                  <a:lnTo>
                    <a:pt x="3810" y="6350"/>
                  </a:lnTo>
                  <a:lnTo>
                    <a:pt x="3810" y="8890"/>
                  </a:lnTo>
                  <a:lnTo>
                    <a:pt x="5080" y="8890"/>
                  </a:lnTo>
                  <a:lnTo>
                    <a:pt x="5080" y="11430"/>
                  </a:lnTo>
                  <a:lnTo>
                    <a:pt x="1863090" y="11430"/>
                  </a:lnTo>
                  <a:lnTo>
                    <a:pt x="1863090" y="8890"/>
                  </a:lnTo>
                  <a:lnTo>
                    <a:pt x="1864360" y="8890"/>
                  </a:lnTo>
                  <a:lnTo>
                    <a:pt x="1864360" y="6350"/>
                  </a:lnTo>
                  <a:lnTo>
                    <a:pt x="1865630" y="6350"/>
                  </a:lnTo>
                  <a:lnTo>
                    <a:pt x="1865630" y="5092"/>
                  </a:lnTo>
                  <a:close/>
                </a:path>
                <a:path w="1868170" h="44450">
                  <a:moveTo>
                    <a:pt x="1868157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70" y="2540"/>
                  </a:lnTo>
                  <a:lnTo>
                    <a:pt x="1270" y="5080"/>
                  </a:lnTo>
                  <a:lnTo>
                    <a:pt x="1866900" y="5080"/>
                  </a:lnTo>
                  <a:lnTo>
                    <a:pt x="1866900" y="2540"/>
                  </a:lnTo>
                  <a:lnTo>
                    <a:pt x="1868157" y="2540"/>
                  </a:lnTo>
                  <a:lnTo>
                    <a:pt x="1868157" y="0"/>
                  </a:lnTo>
                  <a:close/>
                </a:path>
              </a:pathLst>
            </a:custGeom>
            <a:solidFill>
              <a:srgbClr val="D5D5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795020" y="5427979"/>
              <a:ext cx="1811020" cy="45720"/>
            </a:xfrm>
            <a:custGeom>
              <a:avLst/>
              <a:gdLst/>
              <a:ahLst/>
              <a:cxnLst/>
              <a:rect l="l" t="t" r="r" b="b"/>
              <a:pathLst>
                <a:path w="1811020" h="45720">
                  <a:moveTo>
                    <a:pt x="1770380" y="43192"/>
                  </a:moveTo>
                  <a:lnTo>
                    <a:pt x="38100" y="43192"/>
                  </a:lnTo>
                  <a:lnTo>
                    <a:pt x="38100" y="44450"/>
                  </a:lnTo>
                  <a:lnTo>
                    <a:pt x="39370" y="44450"/>
                  </a:lnTo>
                  <a:lnTo>
                    <a:pt x="39370" y="45720"/>
                  </a:lnTo>
                  <a:lnTo>
                    <a:pt x="1769097" y="45720"/>
                  </a:lnTo>
                  <a:lnTo>
                    <a:pt x="1769097" y="44450"/>
                  </a:lnTo>
                  <a:lnTo>
                    <a:pt x="1770380" y="44450"/>
                  </a:lnTo>
                  <a:lnTo>
                    <a:pt x="1770380" y="43192"/>
                  </a:lnTo>
                  <a:close/>
                </a:path>
                <a:path w="1811020" h="45720">
                  <a:moveTo>
                    <a:pt x="1772920" y="40652"/>
                  </a:moveTo>
                  <a:lnTo>
                    <a:pt x="35560" y="40652"/>
                  </a:lnTo>
                  <a:lnTo>
                    <a:pt x="35560" y="41910"/>
                  </a:lnTo>
                  <a:lnTo>
                    <a:pt x="36830" y="41910"/>
                  </a:lnTo>
                  <a:lnTo>
                    <a:pt x="36830" y="43180"/>
                  </a:lnTo>
                  <a:lnTo>
                    <a:pt x="1771650" y="43180"/>
                  </a:lnTo>
                  <a:lnTo>
                    <a:pt x="1771650" y="41910"/>
                  </a:lnTo>
                  <a:lnTo>
                    <a:pt x="1772920" y="41910"/>
                  </a:lnTo>
                  <a:lnTo>
                    <a:pt x="1772920" y="40652"/>
                  </a:lnTo>
                  <a:close/>
                </a:path>
                <a:path w="1811020" h="45720">
                  <a:moveTo>
                    <a:pt x="1778000" y="36842"/>
                  </a:moveTo>
                  <a:lnTo>
                    <a:pt x="31737" y="36842"/>
                  </a:lnTo>
                  <a:lnTo>
                    <a:pt x="31737" y="38100"/>
                  </a:lnTo>
                  <a:lnTo>
                    <a:pt x="33020" y="38100"/>
                  </a:lnTo>
                  <a:lnTo>
                    <a:pt x="33020" y="39370"/>
                  </a:lnTo>
                  <a:lnTo>
                    <a:pt x="34290" y="39370"/>
                  </a:lnTo>
                  <a:lnTo>
                    <a:pt x="34290" y="40640"/>
                  </a:lnTo>
                  <a:lnTo>
                    <a:pt x="1775447" y="40640"/>
                  </a:lnTo>
                  <a:lnTo>
                    <a:pt x="1775447" y="39370"/>
                  </a:lnTo>
                  <a:lnTo>
                    <a:pt x="1776730" y="39370"/>
                  </a:lnTo>
                  <a:lnTo>
                    <a:pt x="1776730" y="38100"/>
                  </a:lnTo>
                  <a:lnTo>
                    <a:pt x="1778000" y="38100"/>
                  </a:lnTo>
                  <a:lnTo>
                    <a:pt x="1778000" y="36842"/>
                  </a:lnTo>
                  <a:close/>
                </a:path>
                <a:path w="1811020" h="45720">
                  <a:moveTo>
                    <a:pt x="1780540" y="34302"/>
                  </a:moveTo>
                  <a:lnTo>
                    <a:pt x="29210" y="34302"/>
                  </a:lnTo>
                  <a:lnTo>
                    <a:pt x="29210" y="35560"/>
                  </a:lnTo>
                  <a:lnTo>
                    <a:pt x="30480" y="35560"/>
                  </a:lnTo>
                  <a:lnTo>
                    <a:pt x="30480" y="36830"/>
                  </a:lnTo>
                  <a:lnTo>
                    <a:pt x="1779270" y="36830"/>
                  </a:lnTo>
                  <a:lnTo>
                    <a:pt x="1779270" y="35560"/>
                  </a:lnTo>
                  <a:lnTo>
                    <a:pt x="1780540" y="35560"/>
                  </a:lnTo>
                  <a:lnTo>
                    <a:pt x="1780540" y="34302"/>
                  </a:lnTo>
                  <a:close/>
                </a:path>
                <a:path w="1811020" h="45720">
                  <a:moveTo>
                    <a:pt x="1784350" y="30492"/>
                  </a:moveTo>
                  <a:lnTo>
                    <a:pt x="25387" y="30492"/>
                  </a:lnTo>
                  <a:lnTo>
                    <a:pt x="25387" y="31750"/>
                  </a:lnTo>
                  <a:lnTo>
                    <a:pt x="26670" y="31750"/>
                  </a:lnTo>
                  <a:lnTo>
                    <a:pt x="26670" y="33020"/>
                  </a:lnTo>
                  <a:lnTo>
                    <a:pt x="27940" y="33020"/>
                  </a:lnTo>
                  <a:lnTo>
                    <a:pt x="27940" y="34290"/>
                  </a:lnTo>
                  <a:lnTo>
                    <a:pt x="1781797" y="34290"/>
                  </a:lnTo>
                  <a:lnTo>
                    <a:pt x="1781797" y="33020"/>
                  </a:lnTo>
                  <a:lnTo>
                    <a:pt x="1783080" y="33020"/>
                  </a:lnTo>
                  <a:lnTo>
                    <a:pt x="1783080" y="31750"/>
                  </a:lnTo>
                  <a:lnTo>
                    <a:pt x="1784350" y="31750"/>
                  </a:lnTo>
                  <a:lnTo>
                    <a:pt x="1784350" y="30492"/>
                  </a:lnTo>
                  <a:close/>
                </a:path>
                <a:path w="1811020" h="45720">
                  <a:moveTo>
                    <a:pt x="1786890" y="27952"/>
                  </a:moveTo>
                  <a:lnTo>
                    <a:pt x="22860" y="27952"/>
                  </a:lnTo>
                  <a:lnTo>
                    <a:pt x="22860" y="29210"/>
                  </a:lnTo>
                  <a:lnTo>
                    <a:pt x="24130" y="29210"/>
                  </a:lnTo>
                  <a:lnTo>
                    <a:pt x="24130" y="30480"/>
                  </a:lnTo>
                  <a:lnTo>
                    <a:pt x="1785620" y="30480"/>
                  </a:lnTo>
                  <a:lnTo>
                    <a:pt x="1785620" y="29210"/>
                  </a:lnTo>
                  <a:lnTo>
                    <a:pt x="1786890" y="29210"/>
                  </a:lnTo>
                  <a:lnTo>
                    <a:pt x="1786890" y="27952"/>
                  </a:lnTo>
                  <a:close/>
                </a:path>
                <a:path w="1811020" h="45720">
                  <a:moveTo>
                    <a:pt x="1791970" y="21602"/>
                  </a:moveTo>
                  <a:lnTo>
                    <a:pt x="17780" y="21602"/>
                  </a:lnTo>
                  <a:lnTo>
                    <a:pt x="17780" y="22860"/>
                  </a:lnTo>
                  <a:lnTo>
                    <a:pt x="19037" y="22860"/>
                  </a:lnTo>
                  <a:lnTo>
                    <a:pt x="19037" y="24130"/>
                  </a:lnTo>
                  <a:lnTo>
                    <a:pt x="20320" y="24130"/>
                  </a:lnTo>
                  <a:lnTo>
                    <a:pt x="20320" y="25400"/>
                  </a:lnTo>
                  <a:lnTo>
                    <a:pt x="20320" y="26670"/>
                  </a:lnTo>
                  <a:lnTo>
                    <a:pt x="21590" y="26670"/>
                  </a:lnTo>
                  <a:lnTo>
                    <a:pt x="21590" y="27940"/>
                  </a:lnTo>
                  <a:lnTo>
                    <a:pt x="1788147" y="27940"/>
                  </a:lnTo>
                  <a:lnTo>
                    <a:pt x="1788147" y="26670"/>
                  </a:lnTo>
                  <a:lnTo>
                    <a:pt x="1789430" y="26670"/>
                  </a:lnTo>
                  <a:lnTo>
                    <a:pt x="1789430" y="25400"/>
                  </a:lnTo>
                  <a:lnTo>
                    <a:pt x="1790700" y="25400"/>
                  </a:lnTo>
                  <a:lnTo>
                    <a:pt x="1790700" y="24130"/>
                  </a:lnTo>
                  <a:lnTo>
                    <a:pt x="1790700" y="22860"/>
                  </a:lnTo>
                  <a:lnTo>
                    <a:pt x="1791970" y="22860"/>
                  </a:lnTo>
                  <a:lnTo>
                    <a:pt x="1791970" y="21602"/>
                  </a:lnTo>
                  <a:close/>
                </a:path>
                <a:path w="1811020" h="45720">
                  <a:moveTo>
                    <a:pt x="1795780" y="17792"/>
                  </a:moveTo>
                  <a:lnTo>
                    <a:pt x="13970" y="17792"/>
                  </a:lnTo>
                  <a:lnTo>
                    <a:pt x="13970" y="19050"/>
                  </a:lnTo>
                  <a:lnTo>
                    <a:pt x="15240" y="19050"/>
                  </a:lnTo>
                  <a:lnTo>
                    <a:pt x="15240" y="20320"/>
                  </a:lnTo>
                  <a:lnTo>
                    <a:pt x="16510" y="20320"/>
                  </a:lnTo>
                  <a:lnTo>
                    <a:pt x="16510" y="21590"/>
                  </a:lnTo>
                  <a:lnTo>
                    <a:pt x="1793240" y="21590"/>
                  </a:lnTo>
                  <a:lnTo>
                    <a:pt x="1793240" y="20320"/>
                  </a:lnTo>
                  <a:lnTo>
                    <a:pt x="1794497" y="20320"/>
                  </a:lnTo>
                  <a:lnTo>
                    <a:pt x="1794497" y="19050"/>
                  </a:lnTo>
                  <a:lnTo>
                    <a:pt x="1795780" y="19050"/>
                  </a:lnTo>
                  <a:lnTo>
                    <a:pt x="1795780" y="17792"/>
                  </a:lnTo>
                  <a:close/>
                </a:path>
                <a:path w="1811020" h="45720">
                  <a:moveTo>
                    <a:pt x="1798320" y="15252"/>
                  </a:moveTo>
                  <a:lnTo>
                    <a:pt x="11430" y="15252"/>
                  </a:lnTo>
                  <a:lnTo>
                    <a:pt x="11430" y="16510"/>
                  </a:lnTo>
                  <a:lnTo>
                    <a:pt x="12700" y="16510"/>
                  </a:lnTo>
                  <a:lnTo>
                    <a:pt x="12700" y="17780"/>
                  </a:lnTo>
                  <a:lnTo>
                    <a:pt x="1797050" y="17780"/>
                  </a:lnTo>
                  <a:lnTo>
                    <a:pt x="1797050" y="16510"/>
                  </a:lnTo>
                  <a:lnTo>
                    <a:pt x="1798320" y="16510"/>
                  </a:lnTo>
                  <a:lnTo>
                    <a:pt x="1798320" y="15252"/>
                  </a:lnTo>
                  <a:close/>
                </a:path>
                <a:path w="1811020" h="45720">
                  <a:moveTo>
                    <a:pt x="1802130" y="11442"/>
                  </a:moveTo>
                  <a:lnTo>
                    <a:pt x="7620" y="11442"/>
                  </a:lnTo>
                  <a:lnTo>
                    <a:pt x="7620" y="12700"/>
                  </a:lnTo>
                  <a:lnTo>
                    <a:pt x="8890" y="12700"/>
                  </a:lnTo>
                  <a:lnTo>
                    <a:pt x="8890" y="13970"/>
                  </a:lnTo>
                  <a:lnTo>
                    <a:pt x="10160" y="13970"/>
                  </a:lnTo>
                  <a:lnTo>
                    <a:pt x="10160" y="15240"/>
                  </a:lnTo>
                  <a:lnTo>
                    <a:pt x="1799590" y="15240"/>
                  </a:lnTo>
                  <a:lnTo>
                    <a:pt x="1799590" y="13970"/>
                  </a:lnTo>
                  <a:lnTo>
                    <a:pt x="1800847" y="13970"/>
                  </a:lnTo>
                  <a:lnTo>
                    <a:pt x="1800847" y="12700"/>
                  </a:lnTo>
                  <a:lnTo>
                    <a:pt x="1802130" y="12700"/>
                  </a:lnTo>
                  <a:lnTo>
                    <a:pt x="1802130" y="11442"/>
                  </a:lnTo>
                  <a:close/>
                </a:path>
                <a:path w="1811020" h="45720">
                  <a:moveTo>
                    <a:pt x="1808480" y="2552"/>
                  </a:moveTo>
                  <a:lnTo>
                    <a:pt x="1270" y="2552"/>
                  </a:lnTo>
                  <a:lnTo>
                    <a:pt x="1270" y="3810"/>
                  </a:lnTo>
                  <a:lnTo>
                    <a:pt x="2540" y="3810"/>
                  </a:lnTo>
                  <a:lnTo>
                    <a:pt x="2540" y="5080"/>
                  </a:lnTo>
                  <a:lnTo>
                    <a:pt x="3810" y="5080"/>
                  </a:lnTo>
                  <a:lnTo>
                    <a:pt x="3810" y="6350"/>
                  </a:lnTo>
                  <a:lnTo>
                    <a:pt x="3810" y="7620"/>
                  </a:lnTo>
                  <a:lnTo>
                    <a:pt x="5080" y="7620"/>
                  </a:lnTo>
                  <a:lnTo>
                    <a:pt x="5080" y="8890"/>
                  </a:lnTo>
                  <a:lnTo>
                    <a:pt x="6350" y="8890"/>
                  </a:lnTo>
                  <a:lnTo>
                    <a:pt x="6350" y="10160"/>
                  </a:lnTo>
                  <a:lnTo>
                    <a:pt x="7620" y="10160"/>
                  </a:lnTo>
                  <a:lnTo>
                    <a:pt x="7620" y="11430"/>
                  </a:lnTo>
                  <a:lnTo>
                    <a:pt x="1803400" y="11430"/>
                  </a:lnTo>
                  <a:lnTo>
                    <a:pt x="1803400" y="10160"/>
                  </a:lnTo>
                  <a:lnTo>
                    <a:pt x="1803400" y="8890"/>
                  </a:lnTo>
                  <a:lnTo>
                    <a:pt x="1804670" y="8890"/>
                  </a:lnTo>
                  <a:lnTo>
                    <a:pt x="1804670" y="7620"/>
                  </a:lnTo>
                  <a:lnTo>
                    <a:pt x="1805940" y="7620"/>
                  </a:lnTo>
                  <a:lnTo>
                    <a:pt x="1805940" y="6350"/>
                  </a:lnTo>
                  <a:lnTo>
                    <a:pt x="1807210" y="6350"/>
                  </a:lnTo>
                  <a:lnTo>
                    <a:pt x="1807210" y="5080"/>
                  </a:lnTo>
                  <a:lnTo>
                    <a:pt x="1807197" y="3810"/>
                  </a:lnTo>
                  <a:lnTo>
                    <a:pt x="1808480" y="3810"/>
                  </a:lnTo>
                  <a:lnTo>
                    <a:pt x="1808480" y="2552"/>
                  </a:lnTo>
                  <a:close/>
                </a:path>
                <a:path w="1811020" h="45720">
                  <a:moveTo>
                    <a:pt x="181102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1809750" y="2540"/>
                  </a:lnTo>
                  <a:lnTo>
                    <a:pt x="1809750" y="1270"/>
                  </a:lnTo>
                  <a:lnTo>
                    <a:pt x="1811020" y="1270"/>
                  </a:lnTo>
                  <a:lnTo>
                    <a:pt x="1811020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835660" y="5473700"/>
              <a:ext cx="1727200" cy="44450"/>
            </a:xfrm>
            <a:custGeom>
              <a:avLst/>
              <a:gdLst/>
              <a:ahLst/>
              <a:cxnLst/>
              <a:rect l="l" t="t" r="r" b="b"/>
              <a:pathLst>
                <a:path w="1727200" h="44450">
                  <a:moveTo>
                    <a:pt x="1672590" y="41922"/>
                  </a:moveTo>
                  <a:lnTo>
                    <a:pt x="54610" y="41922"/>
                  </a:lnTo>
                  <a:lnTo>
                    <a:pt x="54610" y="43180"/>
                  </a:lnTo>
                  <a:lnTo>
                    <a:pt x="57150" y="43180"/>
                  </a:lnTo>
                  <a:lnTo>
                    <a:pt x="57150" y="44450"/>
                  </a:lnTo>
                  <a:lnTo>
                    <a:pt x="1670050" y="44450"/>
                  </a:lnTo>
                  <a:lnTo>
                    <a:pt x="1670050" y="43180"/>
                  </a:lnTo>
                  <a:lnTo>
                    <a:pt x="1672590" y="43180"/>
                  </a:lnTo>
                  <a:lnTo>
                    <a:pt x="1672590" y="41922"/>
                  </a:lnTo>
                  <a:close/>
                </a:path>
                <a:path w="1727200" h="44450">
                  <a:moveTo>
                    <a:pt x="1676400" y="39382"/>
                  </a:moveTo>
                  <a:lnTo>
                    <a:pt x="50800" y="39382"/>
                  </a:lnTo>
                  <a:lnTo>
                    <a:pt x="50800" y="40640"/>
                  </a:lnTo>
                  <a:lnTo>
                    <a:pt x="53340" y="40640"/>
                  </a:lnTo>
                  <a:lnTo>
                    <a:pt x="53340" y="41910"/>
                  </a:lnTo>
                  <a:lnTo>
                    <a:pt x="1673860" y="41910"/>
                  </a:lnTo>
                  <a:lnTo>
                    <a:pt x="1673860" y="40640"/>
                  </a:lnTo>
                  <a:lnTo>
                    <a:pt x="1676400" y="40640"/>
                  </a:lnTo>
                  <a:lnTo>
                    <a:pt x="1676400" y="39382"/>
                  </a:lnTo>
                  <a:close/>
                </a:path>
                <a:path w="1727200" h="44450">
                  <a:moveTo>
                    <a:pt x="1682750" y="35572"/>
                  </a:moveTo>
                  <a:lnTo>
                    <a:pt x="44450" y="35572"/>
                  </a:lnTo>
                  <a:lnTo>
                    <a:pt x="44450" y="36830"/>
                  </a:lnTo>
                  <a:lnTo>
                    <a:pt x="46990" y="36830"/>
                  </a:lnTo>
                  <a:lnTo>
                    <a:pt x="46990" y="38100"/>
                  </a:lnTo>
                  <a:lnTo>
                    <a:pt x="48260" y="38100"/>
                  </a:lnTo>
                  <a:lnTo>
                    <a:pt x="48260" y="39370"/>
                  </a:lnTo>
                  <a:lnTo>
                    <a:pt x="1677670" y="39370"/>
                  </a:lnTo>
                  <a:lnTo>
                    <a:pt x="1677670" y="38100"/>
                  </a:lnTo>
                  <a:lnTo>
                    <a:pt x="1680210" y="38100"/>
                  </a:lnTo>
                  <a:lnTo>
                    <a:pt x="1680210" y="36830"/>
                  </a:lnTo>
                  <a:lnTo>
                    <a:pt x="1682750" y="36830"/>
                  </a:lnTo>
                  <a:lnTo>
                    <a:pt x="1682750" y="35572"/>
                  </a:lnTo>
                  <a:close/>
                </a:path>
                <a:path w="1727200" h="44450">
                  <a:moveTo>
                    <a:pt x="1686560" y="33032"/>
                  </a:moveTo>
                  <a:lnTo>
                    <a:pt x="40640" y="33032"/>
                  </a:lnTo>
                  <a:lnTo>
                    <a:pt x="40640" y="34290"/>
                  </a:lnTo>
                  <a:lnTo>
                    <a:pt x="43180" y="34290"/>
                  </a:lnTo>
                  <a:lnTo>
                    <a:pt x="43180" y="35560"/>
                  </a:lnTo>
                  <a:lnTo>
                    <a:pt x="1684007" y="35560"/>
                  </a:lnTo>
                  <a:lnTo>
                    <a:pt x="1684007" y="34290"/>
                  </a:lnTo>
                  <a:lnTo>
                    <a:pt x="1686560" y="34290"/>
                  </a:lnTo>
                  <a:lnTo>
                    <a:pt x="1686560" y="33032"/>
                  </a:lnTo>
                  <a:close/>
                </a:path>
                <a:path w="1727200" h="44450">
                  <a:moveTo>
                    <a:pt x="1691640" y="29222"/>
                  </a:moveTo>
                  <a:lnTo>
                    <a:pt x="35560" y="29222"/>
                  </a:lnTo>
                  <a:lnTo>
                    <a:pt x="35560" y="30480"/>
                  </a:lnTo>
                  <a:lnTo>
                    <a:pt x="36830" y="30480"/>
                  </a:lnTo>
                  <a:lnTo>
                    <a:pt x="36830" y="31750"/>
                  </a:lnTo>
                  <a:lnTo>
                    <a:pt x="38100" y="31750"/>
                  </a:lnTo>
                  <a:lnTo>
                    <a:pt x="38100" y="33020"/>
                  </a:lnTo>
                  <a:lnTo>
                    <a:pt x="1687830" y="33020"/>
                  </a:lnTo>
                  <a:lnTo>
                    <a:pt x="1687830" y="31750"/>
                  </a:lnTo>
                  <a:lnTo>
                    <a:pt x="1690357" y="31750"/>
                  </a:lnTo>
                  <a:lnTo>
                    <a:pt x="1690357" y="30480"/>
                  </a:lnTo>
                  <a:lnTo>
                    <a:pt x="1691640" y="30480"/>
                  </a:lnTo>
                  <a:lnTo>
                    <a:pt x="1691640" y="29222"/>
                  </a:lnTo>
                  <a:close/>
                </a:path>
                <a:path w="1727200" h="44450">
                  <a:moveTo>
                    <a:pt x="1695450" y="26682"/>
                  </a:moveTo>
                  <a:lnTo>
                    <a:pt x="31750" y="26682"/>
                  </a:lnTo>
                  <a:lnTo>
                    <a:pt x="31750" y="27940"/>
                  </a:lnTo>
                  <a:lnTo>
                    <a:pt x="33020" y="27940"/>
                  </a:lnTo>
                  <a:lnTo>
                    <a:pt x="33020" y="29210"/>
                  </a:lnTo>
                  <a:lnTo>
                    <a:pt x="1692910" y="29210"/>
                  </a:lnTo>
                  <a:lnTo>
                    <a:pt x="1692910" y="27940"/>
                  </a:lnTo>
                  <a:lnTo>
                    <a:pt x="1695450" y="27940"/>
                  </a:lnTo>
                  <a:lnTo>
                    <a:pt x="1695450" y="26682"/>
                  </a:lnTo>
                  <a:close/>
                </a:path>
                <a:path w="1727200" h="44450">
                  <a:moveTo>
                    <a:pt x="1699260" y="22872"/>
                  </a:moveTo>
                  <a:lnTo>
                    <a:pt x="26670" y="22872"/>
                  </a:lnTo>
                  <a:lnTo>
                    <a:pt x="26670" y="24130"/>
                  </a:lnTo>
                  <a:lnTo>
                    <a:pt x="29210" y="24130"/>
                  </a:lnTo>
                  <a:lnTo>
                    <a:pt x="29210" y="25400"/>
                  </a:lnTo>
                  <a:lnTo>
                    <a:pt x="30480" y="25400"/>
                  </a:lnTo>
                  <a:lnTo>
                    <a:pt x="30480" y="26670"/>
                  </a:lnTo>
                  <a:lnTo>
                    <a:pt x="1696707" y="26670"/>
                  </a:lnTo>
                  <a:lnTo>
                    <a:pt x="1696707" y="25400"/>
                  </a:lnTo>
                  <a:lnTo>
                    <a:pt x="1697990" y="25400"/>
                  </a:lnTo>
                  <a:lnTo>
                    <a:pt x="1697990" y="24130"/>
                  </a:lnTo>
                  <a:lnTo>
                    <a:pt x="1699260" y="24130"/>
                  </a:lnTo>
                  <a:lnTo>
                    <a:pt x="1699260" y="22872"/>
                  </a:lnTo>
                  <a:close/>
                </a:path>
                <a:path w="1727200" h="44450">
                  <a:moveTo>
                    <a:pt x="1703057" y="20332"/>
                  </a:moveTo>
                  <a:lnTo>
                    <a:pt x="24130" y="20332"/>
                  </a:lnTo>
                  <a:lnTo>
                    <a:pt x="24130" y="21590"/>
                  </a:lnTo>
                  <a:lnTo>
                    <a:pt x="25400" y="21590"/>
                  </a:lnTo>
                  <a:lnTo>
                    <a:pt x="25400" y="22860"/>
                  </a:lnTo>
                  <a:lnTo>
                    <a:pt x="1701800" y="22860"/>
                  </a:lnTo>
                  <a:lnTo>
                    <a:pt x="1701800" y="21590"/>
                  </a:lnTo>
                  <a:lnTo>
                    <a:pt x="1703057" y="21590"/>
                  </a:lnTo>
                  <a:lnTo>
                    <a:pt x="1703057" y="20332"/>
                  </a:lnTo>
                  <a:close/>
                </a:path>
                <a:path w="1727200" h="44450">
                  <a:moveTo>
                    <a:pt x="1708150" y="16522"/>
                  </a:moveTo>
                  <a:lnTo>
                    <a:pt x="19050" y="16522"/>
                  </a:lnTo>
                  <a:lnTo>
                    <a:pt x="19050" y="17780"/>
                  </a:lnTo>
                  <a:lnTo>
                    <a:pt x="20320" y="17780"/>
                  </a:lnTo>
                  <a:lnTo>
                    <a:pt x="20320" y="19050"/>
                  </a:lnTo>
                  <a:lnTo>
                    <a:pt x="21590" y="19050"/>
                  </a:lnTo>
                  <a:lnTo>
                    <a:pt x="21590" y="20320"/>
                  </a:lnTo>
                  <a:lnTo>
                    <a:pt x="1704340" y="20320"/>
                  </a:lnTo>
                  <a:lnTo>
                    <a:pt x="1704340" y="19050"/>
                  </a:lnTo>
                  <a:lnTo>
                    <a:pt x="1706880" y="19050"/>
                  </a:lnTo>
                  <a:lnTo>
                    <a:pt x="1706880" y="17780"/>
                  </a:lnTo>
                  <a:lnTo>
                    <a:pt x="1708150" y="17780"/>
                  </a:lnTo>
                  <a:lnTo>
                    <a:pt x="1708150" y="16522"/>
                  </a:lnTo>
                  <a:close/>
                </a:path>
                <a:path w="1727200" h="44450">
                  <a:moveTo>
                    <a:pt x="1710690" y="13982"/>
                  </a:moveTo>
                  <a:lnTo>
                    <a:pt x="15240" y="13982"/>
                  </a:lnTo>
                  <a:lnTo>
                    <a:pt x="15240" y="15240"/>
                  </a:lnTo>
                  <a:lnTo>
                    <a:pt x="17780" y="15240"/>
                  </a:lnTo>
                  <a:lnTo>
                    <a:pt x="17780" y="16510"/>
                  </a:lnTo>
                  <a:lnTo>
                    <a:pt x="1709407" y="16510"/>
                  </a:lnTo>
                  <a:lnTo>
                    <a:pt x="1709407" y="15240"/>
                  </a:lnTo>
                  <a:lnTo>
                    <a:pt x="1710690" y="15240"/>
                  </a:lnTo>
                  <a:lnTo>
                    <a:pt x="1710690" y="13982"/>
                  </a:lnTo>
                  <a:close/>
                </a:path>
                <a:path w="1727200" h="44450">
                  <a:moveTo>
                    <a:pt x="1715757" y="10172"/>
                  </a:moveTo>
                  <a:lnTo>
                    <a:pt x="11430" y="10172"/>
                  </a:lnTo>
                  <a:lnTo>
                    <a:pt x="11430" y="11430"/>
                  </a:lnTo>
                  <a:lnTo>
                    <a:pt x="12700" y="11430"/>
                  </a:lnTo>
                  <a:lnTo>
                    <a:pt x="12700" y="12700"/>
                  </a:lnTo>
                  <a:lnTo>
                    <a:pt x="13970" y="12700"/>
                  </a:lnTo>
                  <a:lnTo>
                    <a:pt x="13970" y="13970"/>
                  </a:lnTo>
                  <a:lnTo>
                    <a:pt x="1713230" y="13970"/>
                  </a:lnTo>
                  <a:lnTo>
                    <a:pt x="1713230" y="12700"/>
                  </a:lnTo>
                  <a:lnTo>
                    <a:pt x="1714500" y="12700"/>
                  </a:lnTo>
                  <a:lnTo>
                    <a:pt x="1714500" y="11430"/>
                  </a:lnTo>
                  <a:lnTo>
                    <a:pt x="1715757" y="11430"/>
                  </a:lnTo>
                  <a:lnTo>
                    <a:pt x="1715757" y="10172"/>
                  </a:lnTo>
                  <a:close/>
                </a:path>
                <a:path w="1727200" h="44450">
                  <a:moveTo>
                    <a:pt x="1718310" y="7632"/>
                  </a:moveTo>
                  <a:lnTo>
                    <a:pt x="8890" y="7632"/>
                  </a:lnTo>
                  <a:lnTo>
                    <a:pt x="8890" y="8890"/>
                  </a:lnTo>
                  <a:lnTo>
                    <a:pt x="10160" y="8890"/>
                  </a:lnTo>
                  <a:lnTo>
                    <a:pt x="10160" y="10160"/>
                  </a:lnTo>
                  <a:lnTo>
                    <a:pt x="1717040" y="10160"/>
                  </a:lnTo>
                  <a:lnTo>
                    <a:pt x="1717040" y="8890"/>
                  </a:lnTo>
                  <a:lnTo>
                    <a:pt x="1718310" y="8890"/>
                  </a:lnTo>
                  <a:lnTo>
                    <a:pt x="1718310" y="7632"/>
                  </a:lnTo>
                  <a:close/>
                </a:path>
                <a:path w="1727200" h="44450">
                  <a:moveTo>
                    <a:pt x="1723390" y="3822"/>
                  </a:moveTo>
                  <a:lnTo>
                    <a:pt x="5080" y="3822"/>
                  </a:lnTo>
                  <a:lnTo>
                    <a:pt x="5080" y="5080"/>
                  </a:lnTo>
                  <a:lnTo>
                    <a:pt x="6350" y="5080"/>
                  </a:lnTo>
                  <a:lnTo>
                    <a:pt x="6350" y="6350"/>
                  </a:lnTo>
                  <a:lnTo>
                    <a:pt x="7620" y="6350"/>
                  </a:lnTo>
                  <a:lnTo>
                    <a:pt x="7620" y="7620"/>
                  </a:lnTo>
                  <a:lnTo>
                    <a:pt x="1719580" y="7620"/>
                  </a:lnTo>
                  <a:lnTo>
                    <a:pt x="1719580" y="6350"/>
                  </a:lnTo>
                  <a:lnTo>
                    <a:pt x="1722107" y="6350"/>
                  </a:lnTo>
                  <a:lnTo>
                    <a:pt x="1722107" y="5080"/>
                  </a:lnTo>
                  <a:lnTo>
                    <a:pt x="1723390" y="5080"/>
                  </a:lnTo>
                  <a:lnTo>
                    <a:pt x="1723390" y="3822"/>
                  </a:lnTo>
                  <a:close/>
                </a:path>
                <a:path w="1727200" h="44450">
                  <a:moveTo>
                    <a:pt x="1725930" y="1282"/>
                  </a:moveTo>
                  <a:lnTo>
                    <a:pt x="1270" y="1282"/>
                  </a:lnTo>
                  <a:lnTo>
                    <a:pt x="1270" y="2540"/>
                  </a:lnTo>
                  <a:lnTo>
                    <a:pt x="3810" y="2540"/>
                  </a:lnTo>
                  <a:lnTo>
                    <a:pt x="3810" y="3810"/>
                  </a:lnTo>
                  <a:lnTo>
                    <a:pt x="1724660" y="3810"/>
                  </a:lnTo>
                  <a:lnTo>
                    <a:pt x="1724660" y="2540"/>
                  </a:lnTo>
                  <a:lnTo>
                    <a:pt x="1725930" y="2540"/>
                  </a:lnTo>
                  <a:lnTo>
                    <a:pt x="1725930" y="1282"/>
                  </a:lnTo>
                  <a:close/>
                </a:path>
                <a:path w="1727200" h="44450">
                  <a:moveTo>
                    <a:pt x="172720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727200" y="1270"/>
                  </a:lnTo>
                  <a:lnTo>
                    <a:pt x="1727200" y="0"/>
                  </a:lnTo>
                  <a:close/>
                </a:path>
              </a:pathLst>
            </a:custGeom>
            <a:solidFill>
              <a:srgbClr val="D3D3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894080" y="5518150"/>
              <a:ext cx="1610360" cy="44450"/>
            </a:xfrm>
            <a:custGeom>
              <a:avLst/>
              <a:gdLst/>
              <a:ahLst/>
              <a:cxnLst/>
              <a:rect l="l" t="t" r="r" b="b"/>
              <a:pathLst>
                <a:path w="1610360" h="44450">
                  <a:moveTo>
                    <a:pt x="1492250" y="41922"/>
                  </a:moveTo>
                  <a:lnTo>
                    <a:pt x="118110" y="41922"/>
                  </a:lnTo>
                  <a:lnTo>
                    <a:pt x="118110" y="43180"/>
                  </a:lnTo>
                  <a:lnTo>
                    <a:pt x="125730" y="43180"/>
                  </a:lnTo>
                  <a:lnTo>
                    <a:pt x="125730" y="44450"/>
                  </a:lnTo>
                  <a:lnTo>
                    <a:pt x="1470660" y="44450"/>
                  </a:lnTo>
                  <a:lnTo>
                    <a:pt x="1470660" y="43180"/>
                  </a:lnTo>
                  <a:lnTo>
                    <a:pt x="1492250" y="43180"/>
                  </a:lnTo>
                  <a:lnTo>
                    <a:pt x="1492250" y="41922"/>
                  </a:lnTo>
                  <a:close/>
                </a:path>
                <a:path w="1610360" h="44450">
                  <a:moveTo>
                    <a:pt x="1503680" y="39382"/>
                  </a:moveTo>
                  <a:lnTo>
                    <a:pt x="100330" y="39382"/>
                  </a:lnTo>
                  <a:lnTo>
                    <a:pt x="100330" y="40640"/>
                  </a:lnTo>
                  <a:lnTo>
                    <a:pt x="107950" y="40640"/>
                  </a:lnTo>
                  <a:lnTo>
                    <a:pt x="107950" y="41910"/>
                  </a:lnTo>
                  <a:lnTo>
                    <a:pt x="1496060" y="41910"/>
                  </a:lnTo>
                  <a:lnTo>
                    <a:pt x="1496060" y="40640"/>
                  </a:lnTo>
                  <a:lnTo>
                    <a:pt x="1503680" y="40640"/>
                  </a:lnTo>
                  <a:lnTo>
                    <a:pt x="1503680" y="39382"/>
                  </a:lnTo>
                  <a:close/>
                </a:path>
                <a:path w="1610360" h="44450">
                  <a:moveTo>
                    <a:pt x="1524000" y="35572"/>
                  </a:moveTo>
                  <a:lnTo>
                    <a:pt x="83820" y="35572"/>
                  </a:lnTo>
                  <a:lnTo>
                    <a:pt x="83820" y="36830"/>
                  </a:lnTo>
                  <a:lnTo>
                    <a:pt x="88900" y="36830"/>
                  </a:lnTo>
                  <a:lnTo>
                    <a:pt x="88900" y="38100"/>
                  </a:lnTo>
                  <a:lnTo>
                    <a:pt x="92710" y="38100"/>
                  </a:lnTo>
                  <a:lnTo>
                    <a:pt x="92710" y="39370"/>
                  </a:lnTo>
                  <a:lnTo>
                    <a:pt x="1511300" y="39370"/>
                  </a:lnTo>
                  <a:lnTo>
                    <a:pt x="1511300" y="38100"/>
                  </a:lnTo>
                  <a:lnTo>
                    <a:pt x="1521460" y="38100"/>
                  </a:lnTo>
                  <a:lnTo>
                    <a:pt x="1521460" y="36830"/>
                  </a:lnTo>
                  <a:lnTo>
                    <a:pt x="1524000" y="36830"/>
                  </a:lnTo>
                  <a:lnTo>
                    <a:pt x="1524000" y="35572"/>
                  </a:lnTo>
                  <a:close/>
                </a:path>
                <a:path w="1610360" h="44450">
                  <a:moveTo>
                    <a:pt x="1532890" y="33032"/>
                  </a:moveTo>
                  <a:lnTo>
                    <a:pt x="74930" y="33032"/>
                  </a:lnTo>
                  <a:lnTo>
                    <a:pt x="74930" y="34290"/>
                  </a:lnTo>
                  <a:lnTo>
                    <a:pt x="78740" y="34290"/>
                  </a:lnTo>
                  <a:lnTo>
                    <a:pt x="78740" y="35560"/>
                  </a:lnTo>
                  <a:lnTo>
                    <a:pt x="1527810" y="35560"/>
                  </a:lnTo>
                  <a:lnTo>
                    <a:pt x="1527810" y="34290"/>
                  </a:lnTo>
                  <a:lnTo>
                    <a:pt x="1532890" y="34290"/>
                  </a:lnTo>
                  <a:lnTo>
                    <a:pt x="1532890" y="33032"/>
                  </a:lnTo>
                  <a:close/>
                </a:path>
                <a:path w="1610360" h="44450">
                  <a:moveTo>
                    <a:pt x="1545590" y="29222"/>
                  </a:moveTo>
                  <a:lnTo>
                    <a:pt x="62230" y="29222"/>
                  </a:lnTo>
                  <a:lnTo>
                    <a:pt x="62230" y="30480"/>
                  </a:lnTo>
                  <a:lnTo>
                    <a:pt x="66040" y="30480"/>
                  </a:lnTo>
                  <a:lnTo>
                    <a:pt x="66040" y="31750"/>
                  </a:lnTo>
                  <a:lnTo>
                    <a:pt x="71120" y="31750"/>
                  </a:lnTo>
                  <a:lnTo>
                    <a:pt x="71120" y="33020"/>
                  </a:lnTo>
                  <a:lnTo>
                    <a:pt x="1536700" y="33020"/>
                  </a:lnTo>
                  <a:lnTo>
                    <a:pt x="1536700" y="31750"/>
                  </a:lnTo>
                  <a:lnTo>
                    <a:pt x="1540510" y="31750"/>
                  </a:lnTo>
                  <a:lnTo>
                    <a:pt x="1540510" y="30480"/>
                  </a:lnTo>
                  <a:lnTo>
                    <a:pt x="1545590" y="30480"/>
                  </a:lnTo>
                  <a:lnTo>
                    <a:pt x="1545590" y="29222"/>
                  </a:lnTo>
                  <a:close/>
                </a:path>
                <a:path w="1610360" h="44450">
                  <a:moveTo>
                    <a:pt x="1553210" y="26682"/>
                  </a:moveTo>
                  <a:lnTo>
                    <a:pt x="55880" y="26682"/>
                  </a:lnTo>
                  <a:lnTo>
                    <a:pt x="55880" y="27940"/>
                  </a:lnTo>
                  <a:lnTo>
                    <a:pt x="59690" y="27940"/>
                  </a:lnTo>
                  <a:lnTo>
                    <a:pt x="59690" y="29210"/>
                  </a:lnTo>
                  <a:lnTo>
                    <a:pt x="1550670" y="29210"/>
                  </a:lnTo>
                  <a:lnTo>
                    <a:pt x="1550670" y="27940"/>
                  </a:lnTo>
                  <a:lnTo>
                    <a:pt x="1553210" y="27940"/>
                  </a:lnTo>
                  <a:lnTo>
                    <a:pt x="1553210" y="26682"/>
                  </a:lnTo>
                  <a:close/>
                </a:path>
                <a:path w="1610360" h="44450">
                  <a:moveTo>
                    <a:pt x="1562100" y="22872"/>
                  </a:moveTo>
                  <a:lnTo>
                    <a:pt x="45720" y="22872"/>
                  </a:lnTo>
                  <a:lnTo>
                    <a:pt x="45720" y="24130"/>
                  </a:lnTo>
                  <a:lnTo>
                    <a:pt x="49530" y="24130"/>
                  </a:lnTo>
                  <a:lnTo>
                    <a:pt x="49530" y="25400"/>
                  </a:lnTo>
                  <a:lnTo>
                    <a:pt x="52070" y="25400"/>
                  </a:lnTo>
                  <a:lnTo>
                    <a:pt x="52070" y="26670"/>
                  </a:lnTo>
                  <a:lnTo>
                    <a:pt x="1555750" y="26670"/>
                  </a:lnTo>
                  <a:lnTo>
                    <a:pt x="1555750" y="25400"/>
                  </a:lnTo>
                  <a:lnTo>
                    <a:pt x="1559560" y="25400"/>
                  </a:lnTo>
                  <a:lnTo>
                    <a:pt x="1559560" y="24130"/>
                  </a:lnTo>
                  <a:lnTo>
                    <a:pt x="1562100" y="24130"/>
                  </a:lnTo>
                  <a:lnTo>
                    <a:pt x="1562100" y="22872"/>
                  </a:lnTo>
                  <a:close/>
                </a:path>
                <a:path w="1610360" h="44450">
                  <a:moveTo>
                    <a:pt x="1568437" y="20332"/>
                  </a:moveTo>
                  <a:lnTo>
                    <a:pt x="40640" y="20332"/>
                  </a:lnTo>
                  <a:lnTo>
                    <a:pt x="40640" y="21590"/>
                  </a:lnTo>
                  <a:lnTo>
                    <a:pt x="43180" y="21590"/>
                  </a:lnTo>
                  <a:lnTo>
                    <a:pt x="43180" y="22860"/>
                  </a:lnTo>
                  <a:lnTo>
                    <a:pt x="1564640" y="22860"/>
                  </a:lnTo>
                  <a:lnTo>
                    <a:pt x="1564640" y="21590"/>
                  </a:lnTo>
                  <a:lnTo>
                    <a:pt x="1568437" y="21590"/>
                  </a:lnTo>
                  <a:lnTo>
                    <a:pt x="1568437" y="20332"/>
                  </a:lnTo>
                  <a:close/>
                </a:path>
                <a:path w="1610360" h="44450">
                  <a:moveTo>
                    <a:pt x="1578610" y="16522"/>
                  </a:moveTo>
                  <a:lnTo>
                    <a:pt x="31750" y="16522"/>
                  </a:lnTo>
                  <a:lnTo>
                    <a:pt x="31750" y="17780"/>
                  </a:lnTo>
                  <a:lnTo>
                    <a:pt x="34290" y="17780"/>
                  </a:lnTo>
                  <a:lnTo>
                    <a:pt x="34290" y="19050"/>
                  </a:lnTo>
                  <a:lnTo>
                    <a:pt x="36830" y="19050"/>
                  </a:lnTo>
                  <a:lnTo>
                    <a:pt x="36830" y="20320"/>
                  </a:lnTo>
                  <a:lnTo>
                    <a:pt x="1570990" y="20320"/>
                  </a:lnTo>
                  <a:lnTo>
                    <a:pt x="1570990" y="19050"/>
                  </a:lnTo>
                  <a:lnTo>
                    <a:pt x="1574787" y="19050"/>
                  </a:lnTo>
                  <a:lnTo>
                    <a:pt x="1574787" y="17780"/>
                  </a:lnTo>
                  <a:lnTo>
                    <a:pt x="1578610" y="17780"/>
                  </a:lnTo>
                  <a:lnTo>
                    <a:pt x="1578610" y="16522"/>
                  </a:lnTo>
                  <a:close/>
                </a:path>
                <a:path w="1610360" h="44450">
                  <a:moveTo>
                    <a:pt x="1582420" y="13982"/>
                  </a:moveTo>
                  <a:lnTo>
                    <a:pt x="26670" y="13982"/>
                  </a:lnTo>
                  <a:lnTo>
                    <a:pt x="26670" y="15240"/>
                  </a:lnTo>
                  <a:lnTo>
                    <a:pt x="29210" y="15240"/>
                  </a:lnTo>
                  <a:lnTo>
                    <a:pt x="29210" y="16510"/>
                  </a:lnTo>
                  <a:lnTo>
                    <a:pt x="1579880" y="16510"/>
                  </a:lnTo>
                  <a:lnTo>
                    <a:pt x="1579880" y="15240"/>
                  </a:lnTo>
                  <a:lnTo>
                    <a:pt x="1582420" y="15240"/>
                  </a:lnTo>
                  <a:lnTo>
                    <a:pt x="1582420" y="13982"/>
                  </a:lnTo>
                  <a:close/>
                </a:path>
                <a:path w="1610360" h="44450">
                  <a:moveTo>
                    <a:pt x="1590040" y="10172"/>
                  </a:moveTo>
                  <a:lnTo>
                    <a:pt x="19050" y="10172"/>
                  </a:lnTo>
                  <a:lnTo>
                    <a:pt x="19050" y="11430"/>
                  </a:lnTo>
                  <a:lnTo>
                    <a:pt x="21590" y="11430"/>
                  </a:lnTo>
                  <a:lnTo>
                    <a:pt x="21590" y="12700"/>
                  </a:lnTo>
                  <a:lnTo>
                    <a:pt x="24130" y="12700"/>
                  </a:lnTo>
                  <a:lnTo>
                    <a:pt x="24130" y="13970"/>
                  </a:lnTo>
                  <a:lnTo>
                    <a:pt x="1584960" y="13970"/>
                  </a:lnTo>
                  <a:lnTo>
                    <a:pt x="1584960" y="12700"/>
                  </a:lnTo>
                  <a:lnTo>
                    <a:pt x="1587487" y="12700"/>
                  </a:lnTo>
                  <a:lnTo>
                    <a:pt x="1587487" y="11430"/>
                  </a:lnTo>
                  <a:lnTo>
                    <a:pt x="1590040" y="11430"/>
                  </a:lnTo>
                  <a:lnTo>
                    <a:pt x="1590040" y="10172"/>
                  </a:lnTo>
                  <a:close/>
                </a:path>
                <a:path w="1610360" h="44450">
                  <a:moveTo>
                    <a:pt x="1595120" y="7632"/>
                  </a:moveTo>
                  <a:lnTo>
                    <a:pt x="13970" y="7632"/>
                  </a:lnTo>
                  <a:lnTo>
                    <a:pt x="13970" y="8890"/>
                  </a:lnTo>
                  <a:lnTo>
                    <a:pt x="16510" y="8890"/>
                  </a:lnTo>
                  <a:lnTo>
                    <a:pt x="16510" y="10160"/>
                  </a:lnTo>
                  <a:lnTo>
                    <a:pt x="1592580" y="10160"/>
                  </a:lnTo>
                  <a:lnTo>
                    <a:pt x="1592580" y="8890"/>
                  </a:lnTo>
                  <a:lnTo>
                    <a:pt x="1595120" y="8890"/>
                  </a:lnTo>
                  <a:lnTo>
                    <a:pt x="1595120" y="7632"/>
                  </a:lnTo>
                  <a:close/>
                </a:path>
                <a:path w="1610360" h="44450">
                  <a:moveTo>
                    <a:pt x="1602740" y="3822"/>
                  </a:moveTo>
                  <a:lnTo>
                    <a:pt x="6350" y="3822"/>
                  </a:lnTo>
                  <a:lnTo>
                    <a:pt x="6350" y="5080"/>
                  </a:lnTo>
                  <a:lnTo>
                    <a:pt x="8890" y="5080"/>
                  </a:lnTo>
                  <a:lnTo>
                    <a:pt x="8890" y="6350"/>
                  </a:lnTo>
                  <a:lnTo>
                    <a:pt x="11430" y="6350"/>
                  </a:lnTo>
                  <a:lnTo>
                    <a:pt x="11430" y="7620"/>
                  </a:lnTo>
                  <a:lnTo>
                    <a:pt x="1597660" y="7620"/>
                  </a:lnTo>
                  <a:lnTo>
                    <a:pt x="1597660" y="6350"/>
                  </a:lnTo>
                  <a:lnTo>
                    <a:pt x="1600187" y="6350"/>
                  </a:lnTo>
                  <a:lnTo>
                    <a:pt x="1600187" y="5080"/>
                  </a:lnTo>
                  <a:lnTo>
                    <a:pt x="1602740" y="5080"/>
                  </a:lnTo>
                  <a:lnTo>
                    <a:pt x="1602740" y="3822"/>
                  </a:lnTo>
                  <a:close/>
                </a:path>
                <a:path w="1610360" h="44450">
                  <a:moveTo>
                    <a:pt x="1607820" y="1282"/>
                  </a:moveTo>
                  <a:lnTo>
                    <a:pt x="2540" y="1282"/>
                  </a:lnTo>
                  <a:lnTo>
                    <a:pt x="2540" y="2540"/>
                  </a:lnTo>
                  <a:lnTo>
                    <a:pt x="5080" y="2540"/>
                  </a:lnTo>
                  <a:lnTo>
                    <a:pt x="5080" y="3810"/>
                  </a:lnTo>
                  <a:lnTo>
                    <a:pt x="1606537" y="3810"/>
                  </a:lnTo>
                  <a:lnTo>
                    <a:pt x="1606537" y="2540"/>
                  </a:lnTo>
                  <a:lnTo>
                    <a:pt x="1607820" y="2540"/>
                  </a:lnTo>
                  <a:lnTo>
                    <a:pt x="1607820" y="1282"/>
                  </a:lnTo>
                  <a:close/>
                </a:path>
                <a:path w="1610360" h="44450">
                  <a:moveTo>
                    <a:pt x="161036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610360" y="1270"/>
                  </a:lnTo>
                  <a:lnTo>
                    <a:pt x="1610360" y="0"/>
                  </a:lnTo>
                  <a:close/>
                </a:path>
              </a:pathLst>
            </a:custGeom>
            <a:solidFill>
              <a:srgbClr val="D2D2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726440" y="3495039"/>
              <a:ext cx="1945639" cy="2067560"/>
            </a:xfrm>
            <a:custGeom>
              <a:avLst/>
              <a:gdLst/>
              <a:ahLst/>
              <a:cxnLst/>
              <a:rect l="l" t="t" r="r" b="b"/>
              <a:pathLst>
                <a:path w="1945639" h="2067560">
                  <a:moveTo>
                    <a:pt x="316229" y="0"/>
                  </a:moveTo>
                  <a:lnTo>
                    <a:pt x="273083" y="3786"/>
                  </a:lnTo>
                  <a:lnTo>
                    <a:pt x="230703" y="14671"/>
                  </a:lnTo>
                  <a:lnTo>
                    <a:pt x="189795" y="31945"/>
                  </a:lnTo>
                  <a:lnTo>
                    <a:pt x="151063" y="54899"/>
                  </a:lnTo>
                  <a:lnTo>
                    <a:pt x="115210" y="82821"/>
                  </a:lnTo>
                  <a:lnTo>
                    <a:pt x="82941" y="115004"/>
                  </a:lnTo>
                  <a:lnTo>
                    <a:pt x="54960" y="150735"/>
                  </a:lnTo>
                  <a:lnTo>
                    <a:pt x="31971" y="189307"/>
                  </a:lnTo>
                  <a:lnTo>
                    <a:pt x="14678" y="230008"/>
                  </a:lnTo>
                  <a:lnTo>
                    <a:pt x="3787" y="272129"/>
                  </a:lnTo>
                  <a:lnTo>
                    <a:pt x="0" y="314960"/>
                  </a:lnTo>
                  <a:lnTo>
                    <a:pt x="0" y="337403"/>
                  </a:lnTo>
                  <a:lnTo>
                    <a:pt x="0" y="494506"/>
                  </a:lnTo>
                  <a:lnTo>
                    <a:pt x="0" y="920928"/>
                  </a:lnTo>
                  <a:lnTo>
                    <a:pt x="0" y="1751330"/>
                  </a:lnTo>
                  <a:lnTo>
                    <a:pt x="3787" y="1794190"/>
                  </a:lnTo>
                  <a:lnTo>
                    <a:pt x="14678" y="1836392"/>
                  </a:lnTo>
                  <a:lnTo>
                    <a:pt x="31971" y="1877214"/>
                  </a:lnTo>
                  <a:lnTo>
                    <a:pt x="54960" y="1915935"/>
                  </a:lnTo>
                  <a:lnTo>
                    <a:pt x="82941" y="1951834"/>
                  </a:lnTo>
                  <a:lnTo>
                    <a:pt x="115210" y="1984189"/>
                  </a:lnTo>
                  <a:lnTo>
                    <a:pt x="151063" y="2012279"/>
                  </a:lnTo>
                  <a:lnTo>
                    <a:pt x="189795" y="2035382"/>
                  </a:lnTo>
                  <a:lnTo>
                    <a:pt x="230703" y="2052778"/>
                  </a:lnTo>
                  <a:lnTo>
                    <a:pt x="273083" y="2063744"/>
                  </a:lnTo>
                  <a:lnTo>
                    <a:pt x="316229" y="2067560"/>
                  </a:lnTo>
                  <a:lnTo>
                    <a:pt x="336748" y="2067560"/>
                  </a:lnTo>
                  <a:lnTo>
                    <a:pt x="480377" y="2067560"/>
                  </a:lnTo>
                  <a:lnTo>
                    <a:pt x="870227" y="2067560"/>
                  </a:lnTo>
                  <a:lnTo>
                    <a:pt x="1629410" y="2067560"/>
                  </a:lnTo>
                  <a:lnTo>
                    <a:pt x="1672270" y="2063744"/>
                  </a:lnTo>
                  <a:lnTo>
                    <a:pt x="1714472" y="2052778"/>
                  </a:lnTo>
                  <a:lnTo>
                    <a:pt x="1755294" y="2035382"/>
                  </a:lnTo>
                  <a:lnTo>
                    <a:pt x="1794015" y="2012279"/>
                  </a:lnTo>
                  <a:lnTo>
                    <a:pt x="1829914" y="1984189"/>
                  </a:lnTo>
                  <a:lnTo>
                    <a:pt x="1862269" y="1951834"/>
                  </a:lnTo>
                  <a:lnTo>
                    <a:pt x="1890359" y="1915935"/>
                  </a:lnTo>
                  <a:lnTo>
                    <a:pt x="1913462" y="1877214"/>
                  </a:lnTo>
                  <a:lnTo>
                    <a:pt x="1930858" y="1836392"/>
                  </a:lnTo>
                  <a:lnTo>
                    <a:pt x="1941824" y="1794190"/>
                  </a:lnTo>
                  <a:lnTo>
                    <a:pt x="1945639" y="1751330"/>
                  </a:lnTo>
                  <a:lnTo>
                    <a:pt x="1945639" y="1728886"/>
                  </a:lnTo>
                  <a:lnTo>
                    <a:pt x="1945639" y="1571783"/>
                  </a:lnTo>
                  <a:lnTo>
                    <a:pt x="1945639" y="1145361"/>
                  </a:lnTo>
                  <a:lnTo>
                    <a:pt x="1945639" y="314960"/>
                  </a:lnTo>
                  <a:lnTo>
                    <a:pt x="1941824" y="272129"/>
                  </a:lnTo>
                  <a:lnTo>
                    <a:pt x="1930858" y="230008"/>
                  </a:lnTo>
                  <a:lnTo>
                    <a:pt x="1913462" y="189307"/>
                  </a:lnTo>
                  <a:lnTo>
                    <a:pt x="1890359" y="150735"/>
                  </a:lnTo>
                  <a:lnTo>
                    <a:pt x="1862269" y="115004"/>
                  </a:lnTo>
                  <a:lnTo>
                    <a:pt x="1829914" y="82821"/>
                  </a:lnTo>
                  <a:lnTo>
                    <a:pt x="1794015" y="54899"/>
                  </a:lnTo>
                  <a:lnTo>
                    <a:pt x="1755294" y="31945"/>
                  </a:lnTo>
                  <a:lnTo>
                    <a:pt x="1714472" y="14671"/>
                  </a:lnTo>
                  <a:lnTo>
                    <a:pt x="1672270" y="3786"/>
                  </a:lnTo>
                  <a:lnTo>
                    <a:pt x="1629410" y="0"/>
                  </a:lnTo>
                  <a:lnTo>
                    <a:pt x="1608891" y="0"/>
                  </a:lnTo>
                  <a:lnTo>
                    <a:pt x="1465262" y="0"/>
                  </a:lnTo>
                  <a:lnTo>
                    <a:pt x="1075412" y="0"/>
                  </a:lnTo>
                  <a:lnTo>
                    <a:pt x="316229" y="0"/>
                  </a:lnTo>
                  <a:close/>
                </a:path>
              </a:pathLst>
            </a:custGeom>
            <a:ln w="28393">
              <a:solidFill>
                <a:srgbClr val="FF993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9" name="object 5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62710" y="3973829"/>
              <a:ext cx="805179" cy="1560830"/>
            </a:xfrm>
            <a:prstGeom prst="rect">
              <a:avLst/>
            </a:prstGeom>
          </p:spPr>
        </p:pic>
        <p:sp>
          <p:nvSpPr>
            <p:cNvPr id="60" name="object 60"/>
            <p:cNvSpPr/>
            <p:nvPr/>
          </p:nvSpPr>
          <p:spPr>
            <a:xfrm>
              <a:off x="768350" y="2503169"/>
              <a:ext cx="1868170" cy="933450"/>
            </a:xfrm>
            <a:custGeom>
              <a:avLst/>
              <a:gdLst/>
              <a:ahLst/>
              <a:cxnLst/>
              <a:rect l="l" t="t" r="r" b="b"/>
              <a:pathLst>
                <a:path w="1868170" h="933450">
                  <a:moveTo>
                    <a:pt x="1868170" y="0"/>
                  </a:moveTo>
                  <a:lnTo>
                    <a:pt x="0" y="0"/>
                  </a:lnTo>
                  <a:lnTo>
                    <a:pt x="934719" y="933450"/>
                  </a:lnTo>
                  <a:lnTo>
                    <a:pt x="1868170" y="0"/>
                  </a:lnTo>
                  <a:close/>
                </a:path>
              </a:pathLst>
            </a:custGeom>
            <a:solidFill>
              <a:srgbClr val="7F7F7F">
                <a:alpha val="39999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708659" y="1450339"/>
              <a:ext cx="1981200" cy="1089660"/>
            </a:xfrm>
            <a:custGeom>
              <a:avLst/>
              <a:gdLst/>
              <a:ahLst/>
              <a:cxnLst/>
              <a:rect l="l" t="t" r="r" b="b"/>
              <a:pathLst>
                <a:path w="1981200" h="1089660">
                  <a:moveTo>
                    <a:pt x="1799589" y="0"/>
                  </a:moveTo>
                  <a:lnTo>
                    <a:pt x="181609" y="0"/>
                  </a:lnTo>
                  <a:lnTo>
                    <a:pt x="163830" y="1270"/>
                  </a:lnTo>
                  <a:lnTo>
                    <a:pt x="114300" y="15239"/>
                  </a:lnTo>
                  <a:lnTo>
                    <a:pt x="69850" y="44450"/>
                  </a:lnTo>
                  <a:lnTo>
                    <a:pt x="33020" y="83820"/>
                  </a:lnTo>
                  <a:lnTo>
                    <a:pt x="8890" y="130810"/>
                  </a:lnTo>
                  <a:lnTo>
                    <a:pt x="0" y="181610"/>
                  </a:lnTo>
                  <a:lnTo>
                    <a:pt x="0" y="908050"/>
                  </a:lnTo>
                  <a:lnTo>
                    <a:pt x="8890" y="958850"/>
                  </a:lnTo>
                  <a:lnTo>
                    <a:pt x="33020" y="1005839"/>
                  </a:lnTo>
                  <a:lnTo>
                    <a:pt x="69850" y="1045210"/>
                  </a:lnTo>
                  <a:lnTo>
                    <a:pt x="114300" y="1074420"/>
                  </a:lnTo>
                  <a:lnTo>
                    <a:pt x="163830" y="1088389"/>
                  </a:lnTo>
                  <a:lnTo>
                    <a:pt x="181609" y="1089660"/>
                  </a:lnTo>
                  <a:lnTo>
                    <a:pt x="1799589" y="1089660"/>
                  </a:lnTo>
                  <a:lnTo>
                    <a:pt x="1850389" y="1080770"/>
                  </a:lnTo>
                  <a:lnTo>
                    <a:pt x="1897379" y="1055370"/>
                  </a:lnTo>
                  <a:lnTo>
                    <a:pt x="1936750" y="1019810"/>
                  </a:lnTo>
                  <a:lnTo>
                    <a:pt x="1965960" y="974089"/>
                  </a:lnTo>
                  <a:lnTo>
                    <a:pt x="1979929" y="924560"/>
                  </a:lnTo>
                  <a:lnTo>
                    <a:pt x="1981200" y="908050"/>
                  </a:lnTo>
                  <a:lnTo>
                    <a:pt x="1981200" y="181610"/>
                  </a:lnTo>
                  <a:lnTo>
                    <a:pt x="1972310" y="130810"/>
                  </a:lnTo>
                  <a:lnTo>
                    <a:pt x="1948179" y="83820"/>
                  </a:lnTo>
                  <a:lnTo>
                    <a:pt x="1911350" y="44450"/>
                  </a:lnTo>
                  <a:lnTo>
                    <a:pt x="1865629" y="15239"/>
                  </a:lnTo>
                  <a:lnTo>
                    <a:pt x="1816100" y="1270"/>
                  </a:lnTo>
                  <a:lnTo>
                    <a:pt x="1799589" y="0"/>
                  </a:lnTo>
                  <a:close/>
                </a:path>
              </a:pathLst>
            </a:custGeom>
            <a:solidFill>
              <a:srgbClr val="6699CC">
                <a:alpha val="50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708659" y="1450339"/>
              <a:ext cx="1981200" cy="1089660"/>
            </a:xfrm>
            <a:custGeom>
              <a:avLst/>
              <a:gdLst/>
              <a:ahLst/>
              <a:cxnLst/>
              <a:rect l="l" t="t" r="r" b="b"/>
              <a:pathLst>
                <a:path w="1981200" h="1089660">
                  <a:moveTo>
                    <a:pt x="181609" y="1089660"/>
                  </a:moveTo>
                  <a:lnTo>
                    <a:pt x="136407" y="1082469"/>
                  </a:lnTo>
                  <a:lnTo>
                    <a:pt x="93885" y="1062613"/>
                  </a:lnTo>
                  <a:lnTo>
                    <a:pt x="56514" y="1032668"/>
                  </a:lnTo>
                  <a:lnTo>
                    <a:pt x="26764" y="995209"/>
                  </a:lnTo>
                  <a:lnTo>
                    <a:pt x="7102" y="952811"/>
                  </a:lnTo>
                  <a:lnTo>
                    <a:pt x="0" y="908050"/>
                  </a:lnTo>
                  <a:lnTo>
                    <a:pt x="0" y="896699"/>
                  </a:lnTo>
                  <a:lnTo>
                    <a:pt x="0" y="817244"/>
                  </a:lnTo>
                  <a:lnTo>
                    <a:pt x="0" y="601583"/>
                  </a:lnTo>
                  <a:lnTo>
                    <a:pt x="0" y="181610"/>
                  </a:lnTo>
                  <a:lnTo>
                    <a:pt x="7102" y="136848"/>
                  </a:lnTo>
                  <a:lnTo>
                    <a:pt x="26764" y="94450"/>
                  </a:lnTo>
                  <a:lnTo>
                    <a:pt x="56515" y="56991"/>
                  </a:lnTo>
                  <a:lnTo>
                    <a:pt x="93885" y="27046"/>
                  </a:lnTo>
                  <a:lnTo>
                    <a:pt x="136407" y="7190"/>
                  </a:lnTo>
                  <a:lnTo>
                    <a:pt x="181609" y="0"/>
                  </a:lnTo>
                  <a:lnTo>
                    <a:pt x="206890" y="0"/>
                  </a:lnTo>
                  <a:lnTo>
                    <a:pt x="383857" y="0"/>
                  </a:lnTo>
                  <a:lnTo>
                    <a:pt x="864195" y="0"/>
                  </a:lnTo>
                  <a:lnTo>
                    <a:pt x="1799589" y="0"/>
                  </a:lnTo>
                  <a:lnTo>
                    <a:pt x="1844351" y="7190"/>
                  </a:lnTo>
                  <a:lnTo>
                    <a:pt x="1886749" y="27046"/>
                  </a:lnTo>
                  <a:lnTo>
                    <a:pt x="1924208" y="56991"/>
                  </a:lnTo>
                  <a:lnTo>
                    <a:pt x="1954153" y="94450"/>
                  </a:lnTo>
                  <a:lnTo>
                    <a:pt x="1974009" y="136848"/>
                  </a:lnTo>
                  <a:lnTo>
                    <a:pt x="1981200" y="181610"/>
                  </a:lnTo>
                  <a:lnTo>
                    <a:pt x="1981200" y="192960"/>
                  </a:lnTo>
                  <a:lnTo>
                    <a:pt x="1981200" y="272415"/>
                  </a:lnTo>
                  <a:lnTo>
                    <a:pt x="1981200" y="488076"/>
                  </a:lnTo>
                  <a:lnTo>
                    <a:pt x="1981200" y="908050"/>
                  </a:lnTo>
                  <a:lnTo>
                    <a:pt x="1974009" y="952811"/>
                  </a:lnTo>
                  <a:lnTo>
                    <a:pt x="1954153" y="995209"/>
                  </a:lnTo>
                  <a:lnTo>
                    <a:pt x="1924208" y="1032668"/>
                  </a:lnTo>
                  <a:lnTo>
                    <a:pt x="1886749" y="1062613"/>
                  </a:lnTo>
                  <a:lnTo>
                    <a:pt x="1844351" y="1082469"/>
                  </a:lnTo>
                  <a:lnTo>
                    <a:pt x="1799589" y="1089660"/>
                  </a:lnTo>
                  <a:lnTo>
                    <a:pt x="1774309" y="1089660"/>
                  </a:lnTo>
                  <a:lnTo>
                    <a:pt x="1597342" y="1089660"/>
                  </a:lnTo>
                  <a:lnTo>
                    <a:pt x="1117004" y="1089660"/>
                  </a:lnTo>
                  <a:lnTo>
                    <a:pt x="181609" y="1089660"/>
                  </a:lnTo>
                  <a:close/>
                </a:path>
              </a:pathLst>
            </a:custGeom>
            <a:ln w="9344">
              <a:solidFill>
                <a:srgbClr val="FF66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3" name="object 6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92479" y="1893569"/>
              <a:ext cx="246379" cy="492760"/>
            </a:xfrm>
            <a:prstGeom prst="rect">
              <a:avLst/>
            </a:prstGeom>
          </p:spPr>
        </p:pic>
        <p:pic>
          <p:nvPicPr>
            <p:cNvPr id="64" name="object 6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68400" y="1893569"/>
              <a:ext cx="246380" cy="492760"/>
            </a:xfrm>
            <a:prstGeom prst="rect">
              <a:avLst/>
            </a:prstGeom>
          </p:spPr>
        </p:pic>
        <p:pic>
          <p:nvPicPr>
            <p:cNvPr id="65" name="object 6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544319" y="1893569"/>
              <a:ext cx="246380" cy="492760"/>
            </a:xfrm>
            <a:prstGeom prst="rect">
              <a:avLst/>
            </a:prstGeom>
          </p:spPr>
        </p:pic>
        <p:pic>
          <p:nvPicPr>
            <p:cNvPr id="66" name="object 6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920239" y="1893569"/>
              <a:ext cx="246380" cy="492760"/>
            </a:xfrm>
            <a:prstGeom prst="rect">
              <a:avLst/>
            </a:prstGeom>
          </p:spPr>
        </p:pic>
        <p:pic>
          <p:nvPicPr>
            <p:cNvPr id="67" name="object 6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297429" y="1893569"/>
              <a:ext cx="246380" cy="492760"/>
            </a:xfrm>
            <a:prstGeom prst="rect">
              <a:avLst/>
            </a:prstGeom>
          </p:spPr>
        </p:pic>
        <p:sp>
          <p:nvSpPr>
            <p:cNvPr id="68" name="object 68"/>
            <p:cNvSpPr/>
            <p:nvPr/>
          </p:nvSpPr>
          <p:spPr>
            <a:xfrm>
              <a:off x="732790" y="2757169"/>
              <a:ext cx="1941830" cy="675640"/>
            </a:xfrm>
            <a:custGeom>
              <a:avLst/>
              <a:gdLst/>
              <a:ahLst/>
              <a:cxnLst/>
              <a:rect l="l" t="t" r="r" b="b"/>
              <a:pathLst>
                <a:path w="1941830" h="675639">
                  <a:moveTo>
                    <a:pt x="1830070" y="0"/>
                  </a:moveTo>
                  <a:lnTo>
                    <a:pt x="111759" y="0"/>
                  </a:lnTo>
                  <a:lnTo>
                    <a:pt x="70723" y="9802"/>
                  </a:lnTo>
                  <a:lnTo>
                    <a:pt x="34925" y="35560"/>
                  </a:lnTo>
                  <a:lnTo>
                    <a:pt x="9604" y="71794"/>
                  </a:lnTo>
                  <a:lnTo>
                    <a:pt x="0" y="113029"/>
                  </a:lnTo>
                  <a:lnTo>
                    <a:pt x="0" y="563879"/>
                  </a:lnTo>
                  <a:lnTo>
                    <a:pt x="9604" y="604916"/>
                  </a:lnTo>
                  <a:lnTo>
                    <a:pt x="34925" y="640714"/>
                  </a:lnTo>
                  <a:lnTo>
                    <a:pt x="70723" y="666035"/>
                  </a:lnTo>
                  <a:lnTo>
                    <a:pt x="111759" y="675639"/>
                  </a:lnTo>
                  <a:lnTo>
                    <a:pt x="1830070" y="675639"/>
                  </a:lnTo>
                  <a:lnTo>
                    <a:pt x="1871106" y="666035"/>
                  </a:lnTo>
                  <a:lnTo>
                    <a:pt x="1906904" y="640714"/>
                  </a:lnTo>
                  <a:lnTo>
                    <a:pt x="1932225" y="604916"/>
                  </a:lnTo>
                  <a:lnTo>
                    <a:pt x="1941829" y="563879"/>
                  </a:lnTo>
                  <a:lnTo>
                    <a:pt x="1941829" y="113029"/>
                  </a:lnTo>
                  <a:lnTo>
                    <a:pt x="1932225" y="71794"/>
                  </a:lnTo>
                  <a:lnTo>
                    <a:pt x="1906904" y="35560"/>
                  </a:lnTo>
                  <a:lnTo>
                    <a:pt x="1871106" y="9802"/>
                  </a:lnTo>
                  <a:lnTo>
                    <a:pt x="1830070" y="0"/>
                  </a:lnTo>
                  <a:close/>
                </a:path>
              </a:pathLst>
            </a:custGeom>
            <a:solidFill>
              <a:srgbClr val="FF9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732790" y="2757169"/>
              <a:ext cx="1941830" cy="675640"/>
            </a:xfrm>
            <a:custGeom>
              <a:avLst/>
              <a:gdLst/>
              <a:ahLst/>
              <a:cxnLst/>
              <a:rect l="l" t="t" r="r" b="b"/>
              <a:pathLst>
                <a:path w="1941830" h="675639">
                  <a:moveTo>
                    <a:pt x="111759" y="675639"/>
                  </a:moveTo>
                  <a:lnTo>
                    <a:pt x="70723" y="666035"/>
                  </a:lnTo>
                  <a:lnTo>
                    <a:pt x="34925" y="640714"/>
                  </a:lnTo>
                  <a:lnTo>
                    <a:pt x="9604" y="604916"/>
                  </a:lnTo>
                  <a:lnTo>
                    <a:pt x="0" y="563879"/>
                  </a:lnTo>
                  <a:lnTo>
                    <a:pt x="0" y="556835"/>
                  </a:lnTo>
                  <a:lnTo>
                    <a:pt x="0" y="507523"/>
                  </a:lnTo>
                  <a:lnTo>
                    <a:pt x="0" y="373677"/>
                  </a:lnTo>
                  <a:lnTo>
                    <a:pt x="0" y="113029"/>
                  </a:lnTo>
                  <a:lnTo>
                    <a:pt x="9604" y="71794"/>
                  </a:lnTo>
                  <a:lnTo>
                    <a:pt x="34925" y="35560"/>
                  </a:lnTo>
                  <a:lnTo>
                    <a:pt x="70723" y="9802"/>
                  </a:lnTo>
                  <a:lnTo>
                    <a:pt x="111759" y="0"/>
                  </a:lnTo>
                  <a:lnTo>
                    <a:pt x="138608" y="0"/>
                  </a:lnTo>
                  <a:lnTo>
                    <a:pt x="326548" y="0"/>
                  </a:lnTo>
                  <a:lnTo>
                    <a:pt x="836672" y="0"/>
                  </a:lnTo>
                  <a:lnTo>
                    <a:pt x="1830070" y="0"/>
                  </a:lnTo>
                  <a:lnTo>
                    <a:pt x="1871106" y="9802"/>
                  </a:lnTo>
                  <a:lnTo>
                    <a:pt x="1906904" y="35560"/>
                  </a:lnTo>
                  <a:lnTo>
                    <a:pt x="1932225" y="71794"/>
                  </a:lnTo>
                  <a:lnTo>
                    <a:pt x="1941829" y="113029"/>
                  </a:lnTo>
                  <a:lnTo>
                    <a:pt x="1941829" y="120074"/>
                  </a:lnTo>
                  <a:lnTo>
                    <a:pt x="1941829" y="169386"/>
                  </a:lnTo>
                  <a:lnTo>
                    <a:pt x="1941829" y="303232"/>
                  </a:lnTo>
                  <a:lnTo>
                    <a:pt x="1941829" y="563879"/>
                  </a:lnTo>
                  <a:lnTo>
                    <a:pt x="1932225" y="604916"/>
                  </a:lnTo>
                  <a:lnTo>
                    <a:pt x="1906904" y="640714"/>
                  </a:lnTo>
                  <a:lnTo>
                    <a:pt x="1871106" y="666035"/>
                  </a:lnTo>
                  <a:lnTo>
                    <a:pt x="1830070" y="675639"/>
                  </a:lnTo>
                  <a:lnTo>
                    <a:pt x="1803221" y="675639"/>
                  </a:lnTo>
                  <a:lnTo>
                    <a:pt x="1615281" y="675639"/>
                  </a:lnTo>
                  <a:lnTo>
                    <a:pt x="1105157" y="675639"/>
                  </a:lnTo>
                  <a:lnTo>
                    <a:pt x="111759" y="675639"/>
                  </a:lnTo>
                  <a:close/>
                </a:path>
              </a:pathLst>
            </a:custGeom>
            <a:ln w="9344">
              <a:solidFill>
                <a:srgbClr val="7C9AC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0" name="object 70"/>
          <p:cNvSpPr txBox="1"/>
          <p:nvPr/>
        </p:nvSpPr>
        <p:spPr>
          <a:xfrm>
            <a:off x="457200" y="1295400"/>
            <a:ext cx="2514600" cy="4343400"/>
          </a:xfrm>
          <a:prstGeom prst="rect">
            <a:avLst/>
          </a:prstGeom>
        </p:spPr>
        <p:txBody>
          <a:bodyPr vert="horz" wrap="square" lIns="0" tIns="187960" rIns="0" bIns="0" rtlCol="0">
            <a:spAutoFit/>
          </a:bodyPr>
          <a:lstStyle/>
          <a:p>
            <a:pPr marR="20955" algn="ctr">
              <a:lnSpc>
                <a:spcPct val="100000"/>
              </a:lnSpc>
              <a:spcBef>
                <a:spcPts val="1480"/>
              </a:spcBef>
            </a:pPr>
            <a:r>
              <a:rPr sz="1800" b="1" dirty="0">
                <a:solidFill>
                  <a:srgbClr val="7C9AC5"/>
                </a:solidFill>
                <a:latin typeface="Arial"/>
                <a:cs typeface="Arial"/>
              </a:rPr>
              <a:t>Virtual</a:t>
            </a:r>
            <a:r>
              <a:rPr sz="1800" b="1" spc="-35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800" b="1" spc="-10" dirty="0">
                <a:solidFill>
                  <a:srgbClr val="7C9AC5"/>
                </a:solidFill>
                <a:latin typeface="Arial"/>
                <a:cs typeface="Arial"/>
              </a:rPr>
              <a:t>Machines</a:t>
            </a: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685"/>
              </a:spcBef>
            </a:pPr>
            <a:endParaRPr sz="1800">
              <a:latin typeface="Arial"/>
              <a:cs typeface="Arial"/>
            </a:endParaRPr>
          </a:p>
          <a:p>
            <a:pPr marL="391795" marR="414655" indent="6985" algn="ctr">
              <a:lnSpc>
                <a:spcPct val="261600"/>
              </a:lnSpc>
              <a:spcBef>
                <a:spcPts val="5"/>
              </a:spcBef>
            </a:pPr>
            <a:r>
              <a:rPr sz="1800" b="1" dirty="0">
                <a:solidFill>
                  <a:srgbClr val="7C9AC5"/>
                </a:solidFill>
                <a:latin typeface="Arial"/>
                <a:cs typeface="Arial"/>
              </a:rPr>
              <a:t>ESX</a:t>
            </a:r>
            <a:r>
              <a:rPr sz="1800" b="1" spc="-30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7C9AC5"/>
                </a:solidFill>
                <a:latin typeface="Arial"/>
                <a:cs typeface="Arial"/>
              </a:rPr>
              <a:t>Server</a:t>
            </a:r>
            <a:r>
              <a:rPr sz="1800" b="1" spc="-25" dirty="0">
                <a:solidFill>
                  <a:srgbClr val="7C9AC5"/>
                </a:solidFill>
                <a:latin typeface="Arial"/>
                <a:cs typeface="Arial"/>
              </a:rPr>
              <a:t> 3i </a:t>
            </a:r>
            <a:r>
              <a:rPr sz="1800" b="1" dirty="0">
                <a:latin typeface="Arial"/>
                <a:cs typeface="Arial"/>
              </a:rPr>
              <a:t>Physical</a:t>
            </a:r>
            <a:r>
              <a:rPr sz="1800" b="1" spc="-50" dirty="0">
                <a:latin typeface="Arial"/>
                <a:cs typeface="Arial"/>
              </a:rPr>
              <a:t> </a:t>
            </a:r>
            <a:r>
              <a:rPr sz="1800" b="1" spc="-10" dirty="0">
                <a:latin typeface="Arial"/>
                <a:cs typeface="Arial"/>
              </a:rPr>
              <a:t>Server</a:t>
            </a:r>
            <a:endParaRPr sz="1800">
              <a:latin typeface="Arial"/>
              <a:cs typeface="Arial"/>
            </a:endParaRPr>
          </a:p>
        </p:txBody>
      </p:sp>
      <p:sp>
        <p:nvSpPr>
          <p:cNvPr id="71" name="object 71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25" dirty="0"/>
              <a:t>50</a:t>
            </a:fld>
            <a:endParaRPr spc="-25" dirty="0"/>
          </a:p>
        </p:txBody>
      </p:sp>
    </p:spTree>
  </p:cSld>
  <p:clrMapOvr>
    <a:masterClrMapping/>
  </p:clrMapOvr>
  <p:transition>
    <p:wipe dir="r"/>
  </p:transition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4955540" y="1215389"/>
            <a:ext cx="3503929" cy="1681480"/>
          </a:xfrm>
          <a:custGeom>
            <a:avLst/>
            <a:gdLst/>
            <a:ahLst/>
            <a:cxnLst/>
            <a:rect l="l" t="t" r="r" b="b"/>
            <a:pathLst>
              <a:path w="3503929" h="1681480">
                <a:moveTo>
                  <a:pt x="38100" y="1666240"/>
                </a:moveTo>
                <a:lnTo>
                  <a:pt x="34290" y="1657350"/>
                </a:lnTo>
                <a:lnTo>
                  <a:pt x="0" y="1673860"/>
                </a:lnTo>
                <a:lnTo>
                  <a:pt x="3810" y="1681480"/>
                </a:lnTo>
                <a:lnTo>
                  <a:pt x="38100" y="1666240"/>
                </a:lnTo>
                <a:close/>
              </a:path>
              <a:path w="3503929" h="1681480">
                <a:moveTo>
                  <a:pt x="97790" y="1637030"/>
                </a:moveTo>
                <a:lnTo>
                  <a:pt x="93980" y="1628140"/>
                </a:lnTo>
                <a:lnTo>
                  <a:pt x="59690" y="1644650"/>
                </a:lnTo>
                <a:lnTo>
                  <a:pt x="63500" y="1653540"/>
                </a:lnTo>
                <a:lnTo>
                  <a:pt x="97790" y="1637030"/>
                </a:lnTo>
                <a:close/>
              </a:path>
              <a:path w="3503929" h="1681480">
                <a:moveTo>
                  <a:pt x="157480" y="1607820"/>
                </a:moveTo>
                <a:lnTo>
                  <a:pt x="153670" y="1600200"/>
                </a:lnTo>
                <a:lnTo>
                  <a:pt x="119380" y="1616710"/>
                </a:lnTo>
                <a:lnTo>
                  <a:pt x="123190" y="1624330"/>
                </a:lnTo>
                <a:lnTo>
                  <a:pt x="157480" y="1607820"/>
                </a:lnTo>
                <a:close/>
              </a:path>
              <a:path w="3503929" h="1681480">
                <a:moveTo>
                  <a:pt x="217170" y="1579880"/>
                </a:moveTo>
                <a:lnTo>
                  <a:pt x="213360" y="1570990"/>
                </a:lnTo>
                <a:lnTo>
                  <a:pt x="179070" y="1587500"/>
                </a:lnTo>
                <a:lnTo>
                  <a:pt x="182880" y="1596390"/>
                </a:lnTo>
                <a:lnTo>
                  <a:pt x="217170" y="1579880"/>
                </a:lnTo>
                <a:close/>
              </a:path>
              <a:path w="3503929" h="1681480">
                <a:moveTo>
                  <a:pt x="276860" y="1550670"/>
                </a:moveTo>
                <a:lnTo>
                  <a:pt x="273050" y="1543050"/>
                </a:lnTo>
                <a:lnTo>
                  <a:pt x="238760" y="1559560"/>
                </a:lnTo>
                <a:lnTo>
                  <a:pt x="243840" y="1567180"/>
                </a:lnTo>
                <a:lnTo>
                  <a:pt x="276860" y="1550670"/>
                </a:lnTo>
                <a:close/>
              </a:path>
              <a:path w="3503929" h="1681480">
                <a:moveTo>
                  <a:pt x="336550" y="1522730"/>
                </a:moveTo>
                <a:lnTo>
                  <a:pt x="332740" y="1513840"/>
                </a:lnTo>
                <a:lnTo>
                  <a:pt x="298450" y="1530350"/>
                </a:lnTo>
                <a:lnTo>
                  <a:pt x="303530" y="1539240"/>
                </a:lnTo>
                <a:lnTo>
                  <a:pt x="336550" y="1522730"/>
                </a:lnTo>
                <a:close/>
              </a:path>
              <a:path w="3503929" h="1681480">
                <a:moveTo>
                  <a:pt x="397510" y="1493520"/>
                </a:moveTo>
                <a:lnTo>
                  <a:pt x="392430" y="1485900"/>
                </a:lnTo>
                <a:lnTo>
                  <a:pt x="359410" y="1502410"/>
                </a:lnTo>
                <a:lnTo>
                  <a:pt x="363220" y="1510030"/>
                </a:lnTo>
                <a:lnTo>
                  <a:pt x="397510" y="1493520"/>
                </a:lnTo>
                <a:close/>
              </a:path>
              <a:path w="3503929" h="1681480">
                <a:moveTo>
                  <a:pt x="457200" y="1465580"/>
                </a:moveTo>
                <a:lnTo>
                  <a:pt x="452120" y="1456690"/>
                </a:lnTo>
                <a:lnTo>
                  <a:pt x="419100" y="1473200"/>
                </a:lnTo>
                <a:lnTo>
                  <a:pt x="422910" y="1482090"/>
                </a:lnTo>
                <a:lnTo>
                  <a:pt x="457200" y="1465580"/>
                </a:lnTo>
                <a:close/>
              </a:path>
              <a:path w="3503929" h="1681480">
                <a:moveTo>
                  <a:pt x="516890" y="1437640"/>
                </a:moveTo>
                <a:lnTo>
                  <a:pt x="511810" y="1428750"/>
                </a:lnTo>
                <a:lnTo>
                  <a:pt x="478790" y="1445260"/>
                </a:lnTo>
                <a:lnTo>
                  <a:pt x="482600" y="1452880"/>
                </a:lnTo>
                <a:lnTo>
                  <a:pt x="516890" y="1437640"/>
                </a:lnTo>
                <a:close/>
              </a:path>
              <a:path w="3503929" h="1681480">
                <a:moveTo>
                  <a:pt x="576580" y="1408430"/>
                </a:moveTo>
                <a:lnTo>
                  <a:pt x="571500" y="1399540"/>
                </a:lnTo>
                <a:lnTo>
                  <a:pt x="538480" y="1416050"/>
                </a:lnTo>
                <a:lnTo>
                  <a:pt x="542290" y="1424940"/>
                </a:lnTo>
                <a:lnTo>
                  <a:pt x="576580" y="1408430"/>
                </a:lnTo>
                <a:close/>
              </a:path>
              <a:path w="3503929" h="1681480">
                <a:moveTo>
                  <a:pt x="636270" y="1379220"/>
                </a:moveTo>
                <a:lnTo>
                  <a:pt x="631190" y="1371600"/>
                </a:lnTo>
                <a:lnTo>
                  <a:pt x="598170" y="1388110"/>
                </a:lnTo>
                <a:lnTo>
                  <a:pt x="601980" y="1395730"/>
                </a:lnTo>
                <a:lnTo>
                  <a:pt x="636270" y="1379220"/>
                </a:lnTo>
                <a:close/>
              </a:path>
              <a:path w="3503929" h="1681480">
                <a:moveTo>
                  <a:pt x="695960" y="1351280"/>
                </a:moveTo>
                <a:lnTo>
                  <a:pt x="690880" y="1342390"/>
                </a:lnTo>
                <a:lnTo>
                  <a:pt x="657860" y="1358900"/>
                </a:lnTo>
                <a:lnTo>
                  <a:pt x="661670" y="1367790"/>
                </a:lnTo>
                <a:lnTo>
                  <a:pt x="695960" y="1351280"/>
                </a:lnTo>
                <a:close/>
              </a:path>
              <a:path w="3503929" h="1681480">
                <a:moveTo>
                  <a:pt x="755650" y="1322070"/>
                </a:moveTo>
                <a:lnTo>
                  <a:pt x="750570" y="1314450"/>
                </a:lnTo>
                <a:lnTo>
                  <a:pt x="717550" y="1330960"/>
                </a:lnTo>
                <a:lnTo>
                  <a:pt x="721360" y="1338580"/>
                </a:lnTo>
                <a:lnTo>
                  <a:pt x="755650" y="1322070"/>
                </a:lnTo>
                <a:close/>
              </a:path>
              <a:path w="3503929" h="1681480">
                <a:moveTo>
                  <a:pt x="815340" y="1294130"/>
                </a:moveTo>
                <a:lnTo>
                  <a:pt x="811530" y="1285240"/>
                </a:lnTo>
                <a:lnTo>
                  <a:pt x="777240" y="1301750"/>
                </a:lnTo>
                <a:lnTo>
                  <a:pt x="781050" y="1310640"/>
                </a:lnTo>
                <a:lnTo>
                  <a:pt x="815340" y="1294130"/>
                </a:lnTo>
                <a:close/>
              </a:path>
              <a:path w="3503929" h="1681480">
                <a:moveTo>
                  <a:pt x="875030" y="1264920"/>
                </a:moveTo>
                <a:lnTo>
                  <a:pt x="871220" y="1257300"/>
                </a:lnTo>
                <a:lnTo>
                  <a:pt x="836930" y="1273810"/>
                </a:lnTo>
                <a:lnTo>
                  <a:pt x="840740" y="1281430"/>
                </a:lnTo>
                <a:lnTo>
                  <a:pt x="875030" y="1264920"/>
                </a:lnTo>
                <a:close/>
              </a:path>
              <a:path w="3503929" h="1681480">
                <a:moveTo>
                  <a:pt x="934720" y="1236980"/>
                </a:moveTo>
                <a:lnTo>
                  <a:pt x="930910" y="1228090"/>
                </a:lnTo>
                <a:lnTo>
                  <a:pt x="896620" y="1244600"/>
                </a:lnTo>
                <a:lnTo>
                  <a:pt x="900430" y="1253490"/>
                </a:lnTo>
                <a:lnTo>
                  <a:pt x="934720" y="1236980"/>
                </a:lnTo>
                <a:close/>
              </a:path>
              <a:path w="3503929" h="1681480">
                <a:moveTo>
                  <a:pt x="994410" y="1209040"/>
                </a:moveTo>
                <a:lnTo>
                  <a:pt x="990600" y="1200150"/>
                </a:lnTo>
                <a:lnTo>
                  <a:pt x="956310" y="1216660"/>
                </a:lnTo>
                <a:lnTo>
                  <a:pt x="960120" y="1224280"/>
                </a:lnTo>
                <a:lnTo>
                  <a:pt x="994410" y="1209040"/>
                </a:lnTo>
                <a:close/>
              </a:path>
              <a:path w="3503929" h="1681480">
                <a:moveTo>
                  <a:pt x="1054100" y="1179830"/>
                </a:moveTo>
                <a:lnTo>
                  <a:pt x="1050290" y="1170940"/>
                </a:lnTo>
                <a:lnTo>
                  <a:pt x="1016000" y="1187450"/>
                </a:lnTo>
                <a:lnTo>
                  <a:pt x="1019810" y="1196340"/>
                </a:lnTo>
                <a:lnTo>
                  <a:pt x="1054100" y="1179830"/>
                </a:lnTo>
                <a:close/>
              </a:path>
              <a:path w="3503929" h="1681480">
                <a:moveTo>
                  <a:pt x="1113790" y="1150620"/>
                </a:moveTo>
                <a:lnTo>
                  <a:pt x="1109980" y="1143000"/>
                </a:lnTo>
                <a:lnTo>
                  <a:pt x="1075690" y="1159510"/>
                </a:lnTo>
                <a:lnTo>
                  <a:pt x="1079500" y="1167130"/>
                </a:lnTo>
                <a:lnTo>
                  <a:pt x="1113790" y="1150620"/>
                </a:lnTo>
                <a:close/>
              </a:path>
              <a:path w="3503929" h="1681480">
                <a:moveTo>
                  <a:pt x="1173480" y="1122680"/>
                </a:moveTo>
                <a:lnTo>
                  <a:pt x="1169670" y="1113790"/>
                </a:lnTo>
                <a:lnTo>
                  <a:pt x="1135380" y="1130300"/>
                </a:lnTo>
                <a:lnTo>
                  <a:pt x="1139190" y="1139190"/>
                </a:lnTo>
                <a:lnTo>
                  <a:pt x="1173480" y="1122680"/>
                </a:lnTo>
                <a:close/>
              </a:path>
              <a:path w="3503929" h="1681480">
                <a:moveTo>
                  <a:pt x="1233170" y="1093470"/>
                </a:moveTo>
                <a:lnTo>
                  <a:pt x="1229360" y="1085850"/>
                </a:lnTo>
                <a:lnTo>
                  <a:pt x="1195070" y="1102360"/>
                </a:lnTo>
                <a:lnTo>
                  <a:pt x="1198880" y="1109980"/>
                </a:lnTo>
                <a:lnTo>
                  <a:pt x="1233170" y="1093470"/>
                </a:lnTo>
                <a:close/>
              </a:path>
              <a:path w="3503929" h="1681480">
                <a:moveTo>
                  <a:pt x="1292860" y="1065530"/>
                </a:moveTo>
                <a:lnTo>
                  <a:pt x="1289050" y="1056640"/>
                </a:lnTo>
                <a:lnTo>
                  <a:pt x="1254760" y="1073150"/>
                </a:lnTo>
                <a:lnTo>
                  <a:pt x="1258570" y="1082040"/>
                </a:lnTo>
                <a:lnTo>
                  <a:pt x="1292860" y="1065530"/>
                </a:lnTo>
                <a:close/>
              </a:path>
              <a:path w="3503929" h="1681480">
                <a:moveTo>
                  <a:pt x="1352550" y="1036320"/>
                </a:moveTo>
                <a:lnTo>
                  <a:pt x="1348740" y="1028700"/>
                </a:lnTo>
                <a:lnTo>
                  <a:pt x="1314450" y="1045210"/>
                </a:lnTo>
                <a:lnTo>
                  <a:pt x="1319530" y="1052830"/>
                </a:lnTo>
                <a:lnTo>
                  <a:pt x="1352550" y="1036320"/>
                </a:lnTo>
                <a:close/>
              </a:path>
              <a:path w="3503929" h="1681480">
                <a:moveTo>
                  <a:pt x="1412240" y="1008380"/>
                </a:moveTo>
                <a:lnTo>
                  <a:pt x="1408430" y="999490"/>
                </a:lnTo>
                <a:lnTo>
                  <a:pt x="1374140" y="1016000"/>
                </a:lnTo>
                <a:lnTo>
                  <a:pt x="1379220" y="1024890"/>
                </a:lnTo>
                <a:lnTo>
                  <a:pt x="1412240" y="1008380"/>
                </a:lnTo>
                <a:close/>
              </a:path>
              <a:path w="3503929" h="1681480">
                <a:moveTo>
                  <a:pt x="1473200" y="980440"/>
                </a:moveTo>
                <a:lnTo>
                  <a:pt x="1468120" y="971550"/>
                </a:lnTo>
                <a:lnTo>
                  <a:pt x="1433830" y="988060"/>
                </a:lnTo>
                <a:lnTo>
                  <a:pt x="1438910" y="995680"/>
                </a:lnTo>
                <a:lnTo>
                  <a:pt x="1473200" y="980440"/>
                </a:lnTo>
                <a:close/>
              </a:path>
              <a:path w="3503929" h="1681480">
                <a:moveTo>
                  <a:pt x="1532890" y="951230"/>
                </a:moveTo>
                <a:lnTo>
                  <a:pt x="1527810" y="942340"/>
                </a:lnTo>
                <a:lnTo>
                  <a:pt x="1494790" y="958850"/>
                </a:lnTo>
                <a:lnTo>
                  <a:pt x="1498600" y="967740"/>
                </a:lnTo>
                <a:lnTo>
                  <a:pt x="1532890" y="951230"/>
                </a:lnTo>
                <a:close/>
              </a:path>
              <a:path w="3503929" h="1681480">
                <a:moveTo>
                  <a:pt x="1592580" y="922020"/>
                </a:moveTo>
                <a:lnTo>
                  <a:pt x="1587500" y="914400"/>
                </a:lnTo>
                <a:lnTo>
                  <a:pt x="1554480" y="930910"/>
                </a:lnTo>
                <a:lnTo>
                  <a:pt x="1558290" y="938530"/>
                </a:lnTo>
                <a:lnTo>
                  <a:pt x="1592580" y="922020"/>
                </a:lnTo>
                <a:close/>
              </a:path>
              <a:path w="3503929" h="1681480">
                <a:moveTo>
                  <a:pt x="1652257" y="894080"/>
                </a:moveTo>
                <a:lnTo>
                  <a:pt x="1647190" y="885190"/>
                </a:lnTo>
                <a:lnTo>
                  <a:pt x="1614157" y="901700"/>
                </a:lnTo>
                <a:lnTo>
                  <a:pt x="1617980" y="910590"/>
                </a:lnTo>
                <a:lnTo>
                  <a:pt x="1652257" y="894080"/>
                </a:lnTo>
                <a:close/>
              </a:path>
              <a:path w="3503929" h="1681480">
                <a:moveTo>
                  <a:pt x="1711960" y="864870"/>
                </a:moveTo>
                <a:lnTo>
                  <a:pt x="1706880" y="857250"/>
                </a:lnTo>
                <a:lnTo>
                  <a:pt x="1673860" y="873760"/>
                </a:lnTo>
                <a:lnTo>
                  <a:pt x="1677657" y="881380"/>
                </a:lnTo>
                <a:lnTo>
                  <a:pt x="1711960" y="864870"/>
                </a:lnTo>
                <a:close/>
              </a:path>
              <a:path w="3503929" h="1681480">
                <a:moveTo>
                  <a:pt x="1771650" y="836930"/>
                </a:moveTo>
                <a:lnTo>
                  <a:pt x="1766570" y="828040"/>
                </a:lnTo>
                <a:lnTo>
                  <a:pt x="1733550" y="844550"/>
                </a:lnTo>
                <a:lnTo>
                  <a:pt x="1737360" y="853440"/>
                </a:lnTo>
                <a:lnTo>
                  <a:pt x="1771650" y="836930"/>
                </a:lnTo>
                <a:close/>
              </a:path>
              <a:path w="3503929" h="1681480">
                <a:moveTo>
                  <a:pt x="1831340" y="807720"/>
                </a:moveTo>
                <a:lnTo>
                  <a:pt x="1826260" y="800100"/>
                </a:lnTo>
                <a:lnTo>
                  <a:pt x="1793240" y="816610"/>
                </a:lnTo>
                <a:lnTo>
                  <a:pt x="1797050" y="824230"/>
                </a:lnTo>
                <a:lnTo>
                  <a:pt x="1831340" y="807720"/>
                </a:lnTo>
                <a:close/>
              </a:path>
              <a:path w="3503929" h="1681480">
                <a:moveTo>
                  <a:pt x="1891030" y="779780"/>
                </a:moveTo>
                <a:lnTo>
                  <a:pt x="1887220" y="770890"/>
                </a:lnTo>
                <a:lnTo>
                  <a:pt x="1852930" y="787400"/>
                </a:lnTo>
                <a:lnTo>
                  <a:pt x="1856740" y="796290"/>
                </a:lnTo>
                <a:lnTo>
                  <a:pt x="1891030" y="779780"/>
                </a:lnTo>
                <a:close/>
              </a:path>
              <a:path w="3503929" h="1681480">
                <a:moveTo>
                  <a:pt x="1950720" y="751840"/>
                </a:moveTo>
                <a:lnTo>
                  <a:pt x="1946910" y="742950"/>
                </a:lnTo>
                <a:lnTo>
                  <a:pt x="1912620" y="759460"/>
                </a:lnTo>
                <a:lnTo>
                  <a:pt x="1916430" y="767080"/>
                </a:lnTo>
                <a:lnTo>
                  <a:pt x="1950720" y="751840"/>
                </a:lnTo>
                <a:close/>
              </a:path>
              <a:path w="3503929" h="1681480">
                <a:moveTo>
                  <a:pt x="2010410" y="722630"/>
                </a:moveTo>
                <a:lnTo>
                  <a:pt x="2006600" y="713740"/>
                </a:lnTo>
                <a:lnTo>
                  <a:pt x="1972310" y="730250"/>
                </a:lnTo>
                <a:lnTo>
                  <a:pt x="1976120" y="739140"/>
                </a:lnTo>
                <a:lnTo>
                  <a:pt x="2010410" y="722630"/>
                </a:lnTo>
                <a:close/>
              </a:path>
              <a:path w="3503929" h="1681480">
                <a:moveTo>
                  <a:pt x="2070100" y="693420"/>
                </a:moveTo>
                <a:lnTo>
                  <a:pt x="2066290" y="685800"/>
                </a:lnTo>
                <a:lnTo>
                  <a:pt x="2032000" y="702310"/>
                </a:lnTo>
                <a:lnTo>
                  <a:pt x="2035810" y="709930"/>
                </a:lnTo>
                <a:lnTo>
                  <a:pt x="2070100" y="693420"/>
                </a:lnTo>
                <a:close/>
              </a:path>
              <a:path w="3503929" h="1681480">
                <a:moveTo>
                  <a:pt x="2129790" y="665480"/>
                </a:moveTo>
                <a:lnTo>
                  <a:pt x="2125980" y="656590"/>
                </a:lnTo>
                <a:lnTo>
                  <a:pt x="2091690" y="673100"/>
                </a:lnTo>
                <a:lnTo>
                  <a:pt x="2095500" y="681990"/>
                </a:lnTo>
                <a:lnTo>
                  <a:pt x="2129790" y="665480"/>
                </a:lnTo>
                <a:close/>
              </a:path>
              <a:path w="3503929" h="1681480">
                <a:moveTo>
                  <a:pt x="2189480" y="636270"/>
                </a:moveTo>
                <a:lnTo>
                  <a:pt x="2185670" y="628650"/>
                </a:lnTo>
                <a:lnTo>
                  <a:pt x="2151380" y="645160"/>
                </a:lnTo>
                <a:lnTo>
                  <a:pt x="2155190" y="652780"/>
                </a:lnTo>
                <a:lnTo>
                  <a:pt x="2189480" y="636270"/>
                </a:lnTo>
                <a:close/>
              </a:path>
              <a:path w="3503929" h="1681480">
                <a:moveTo>
                  <a:pt x="2249170" y="608330"/>
                </a:moveTo>
                <a:lnTo>
                  <a:pt x="2245360" y="599440"/>
                </a:lnTo>
                <a:lnTo>
                  <a:pt x="2211070" y="615950"/>
                </a:lnTo>
                <a:lnTo>
                  <a:pt x="2214880" y="624840"/>
                </a:lnTo>
                <a:lnTo>
                  <a:pt x="2249170" y="608330"/>
                </a:lnTo>
                <a:close/>
              </a:path>
              <a:path w="3503929" h="1681480">
                <a:moveTo>
                  <a:pt x="2308860" y="579120"/>
                </a:moveTo>
                <a:lnTo>
                  <a:pt x="2305050" y="571500"/>
                </a:lnTo>
                <a:lnTo>
                  <a:pt x="2270760" y="588010"/>
                </a:lnTo>
                <a:lnTo>
                  <a:pt x="2274570" y="595630"/>
                </a:lnTo>
                <a:lnTo>
                  <a:pt x="2308860" y="579120"/>
                </a:lnTo>
                <a:close/>
              </a:path>
              <a:path w="3503929" h="1681480">
                <a:moveTo>
                  <a:pt x="2368550" y="551180"/>
                </a:moveTo>
                <a:lnTo>
                  <a:pt x="2364740" y="542290"/>
                </a:lnTo>
                <a:lnTo>
                  <a:pt x="2330450" y="558800"/>
                </a:lnTo>
                <a:lnTo>
                  <a:pt x="2334260" y="567690"/>
                </a:lnTo>
                <a:lnTo>
                  <a:pt x="2368550" y="551180"/>
                </a:lnTo>
                <a:close/>
              </a:path>
              <a:path w="3503929" h="1681480">
                <a:moveTo>
                  <a:pt x="2428240" y="523240"/>
                </a:moveTo>
                <a:lnTo>
                  <a:pt x="2424430" y="514350"/>
                </a:lnTo>
                <a:lnTo>
                  <a:pt x="2390140" y="530860"/>
                </a:lnTo>
                <a:lnTo>
                  <a:pt x="2393950" y="538480"/>
                </a:lnTo>
                <a:lnTo>
                  <a:pt x="2428240" y="523240"/>
                </a:lnTo>
                <a:close/>
              </a:path>
              <a:path w="3503929" h="1681480">
                <a:moveTo>
                  <a:pt x="2487930" y="494030"/>
                </a:moveTo>
                <a:lnTo>
                  <a:pt x="2484120" y="485140"/>
                </a:lnTo>
                <a:lnTo>
                  <a:pt x="2449830" y="501650"/>
                </a:lnTo>
                <a:lnTo>
                  <a:pt x="2454910" y="510540"/>
                </a:lnTo>
                <a:lnTo>
                  <a:pt x="2487930" y="494030"/>
                </a:lnTo>
                <a:close/>
              </a:path>
              <a:path w="3503929" h="1681480">
                <a:moveTo>
                  <a:pt x="2548890" y="464820"/>
                </a:moveTo>
                <a:lnTo>
                  <a:pt x="2543810" y="457200"/>
                </a:lnTo>
                <a:lnTo>
                  <a:pt x="2509520" y="473710"/>
                </a:lnTo>
                <a:lnTo>
                  <a:pt x="2514600" y="481330"/>
                </a:lnTo>
                <a:lnTo>
                  <a:pt x="2548890" y="464820"/>
                </a:lnTo>
                <a:close/>
              </a:path>
              <a:path w="3503929" h="1681480">
                <a:moveTo>
                  <a:pt x="2608580" y="436880"/>
                </a:moveTo>
                <a:lnTo>
                  <a:pt x="2603500" y="427990"/>
                </a:lnTo>
                <a:lnTo>
                  <a:pt x="2570480" y="444500"/>
                </a:lnTo>
                <a:lnTo>
                  <a:pt x="2574290" y="453390"/>
                </a:lnTo>
                <a:lnTo>
                  <a:pt x="2608580" y="436880"/>
                </a:lnTo>
                <a:close/>
              </a:path>
              <a:path w="3503929" h="1681480">
                <a:moveTo>
                  <a:pt x="2668270" y="407670"/>
                </a:moveTo>
                <a:lnTo>
                  <a:pt x="2663190" y="400050"/>
                </a:lnTo>
                <a:lnTo>
                  <a:pt x="2630170" y="416560"/>
                </a:lnTo>
                <a:lnTo>
                  <a:pt x="2633980" y="424180"/>
                </a:lnTo>
                <a:lnTo>
                  <a:pt x="2668270" y="407670"/>
                </a:lnTo>
                <a:close/>
              </a:path>
              <a:path w="3503929" h="1681480">
                <a:moveTo>
                  <a:pt x="2727960" y="379730"/>
                </a:moveTo>
                <a:lnTo>
                  <a:pt x="2722880" y="370840"/>
                </a:lnTo>
                <a:lnTo>
                  <a:pt x="2689860" y="387350"/>
                </a:lnTo>
                <a:lnTo>
                  <a:pt x="2693670" y="396240"/>
                </a:lnTo>
                <a:lnTo>
                  <a:pt x="2727960" y="379730"/>
                </a:lnTo>
                <a:close/>
              </a:path>
              <a:path w="3503929" h="1681480">
                <a:moveTo>
                  <a:pt x="2787650" y="350520"/>
                </a:moveTo>
                <a:lnTo>
                  <a:pt x="2782570" y="342900"/>
                </a:lnTo>
                <a:lnTo>
                  <a:pt x="2749550" y="359410"/>
                </a:lnTo>
                <a:lnTo>
                  <a:pt x="2753360" y="367030"/>
                </a:lnTo>
                <a:lnTo>
                  <a:pt x="2787650" y="350520"/>
                </a:lnTo>
                <a:close/>
              </a:path>
              <a:path w="3503929" h="1681480">
                <a:moveTo>
                  <a:pt x="2847340" y="322580"/>
                </a:moveTo>
                <a:lnTo>
                  <a:pt x="2842260" y="313690"/>
                </a:lnTo>
                <a:lnTo>
                  <a:pt x="2809240" y="330200"/>
                </a:lnTo>
                <a:lnTo>
                  <a:pt x="2813050" y="339090"/>
                </a:lnTo>
                <a:lnTo>
                  <a:pt x="2847340" y="322580"/>
                </a:lnTo>
                <a:close/>
              </a:path>
              <a:path w="3503929" h="1681480">
                <a:moveTo>
                  <a:pt x="2907030" y="293370"/>
                </a:moveTo>
                <a:lnTo>
                  <a:pt x="2901950" y="285750"/>
                </a:lnTo>
                <a:lnTo>
                  <a:pt x="2868930" y="302260"/>
                </a:lnTo>
                <a:lnTo>
                  <a:pt x="2872740" y="309880"/>
                </a:lnTo>
                <a:lnTo>
                  <a:pt x="2907030" y="293370"/>
                </a:lnTo>
                <a:close/>
              </a:path>
              <a:path w="3503929" h="1681480">
                <a:moveTo>
                  <a:pt x="2966720" y="265430"/>
                </a:moveTo>
                <a:lnTo>
                  <a:pt x="2962910" y="256540"/>
                </a:lnTo>
                <a:lnTo>
                  <a:pt x="2928620" y="273050"/>
                </a:lnTo>
                <a:lnTo>
                  <a:pt x="2932430" y="281940"/>
                </a:lnTo>
                <a:lnTo>
                  <a:pt x="2966720" y="265430"/>
                </a:lnTo>
                <a:close/>
              </a:path>
              <a:path w="3503929" h="1681480">
                <a:moveTo>
                  <a:pt x="3026410" y="236220"/>
                </a:moveTo>
                <a:lnTo>
                  <a:pt x="3022600" y="228600"/>
                </a:lnTo>
                <a:lnTo>
                  <a:pt x="2988310" y="245110"/>
                </a:lnTo>
                <a:lnTo>
                  <a:pt x="2992120" y="252730"/>
                </a:lnTo>
                <a:lnTo>
                  <a:pt x="3026410" y="236220"/>
                </a:lnTo>
                <a:close/>
              </a:path>
              <a:path w="3503929" h="1681480">
                <a:moveTo>
                  <a:pt x="3086100" y="208280"/>
                </a:moveTo>
                <a:lnTo>
                  <a:pt x="3082290" y="199390"/>
                </a:lnTo>
                <a:lnTo>
                  <a:pt x="3048000" y="215900"/>
                </a:lnTo>
                <a:lnTo>
                  <a:pt x="3051810" y="224790"/>
                </a:lnTo>
                <a:lnTo>
                  <a:pt x="3086100" y="208280"/>
                </a:lnTo>
                <a:close/>
              </a:path>
              <a:path w="3503929" h="1681480">
                <a:moveTo>
                  <a:pt x="3145790" y="179070"/>
                </a:moveTo>
                <a:lnTo>
                  <a:pt x="3141980" y="171450"/>
                </a:lnTo>
                <a:lnTo>
                  <a:pt x="3107690" y="187960"/>
                </a:lnTo>
                <a:lnTo>
                  <a:pt x="3111500" y="195580"/>
                </a:lnTo>
                <a:lnTo>
                  <a:pt x="3145790" y="179070"/>
                </a:lnTo>
                <a:close/>
              </a:path>
              <a:path w="3503929" h="1681480">
                <a:moveTo>
                  <a:pt x="3205480" y="151130"/>
                </a:moveTo>
                <a:lnTo>
                  <a:pt x="3201670" y="142240"/>
                </a:lnTo>
                <a:lnTo>
                  <a:pt x="3167380" y="158750"/>
                </a:lnTo>
                <a:lnTo>
                  <a:pt x="3171190" y="167640"/>
                </a:lnTo>
                <a:lnTo>
                  <a:pt x="3205480" y="151130"/>
                </a:lnTo>
                <a:close/>
              </a:path>
              <a:path w="3503929" h="1681480">
                <a:moveTo>
                  <a:pt x="3265170" y="121920"/>
                </a:moveTo>
                <a:lnTo>
                  <a:pt x="3261360" y="114300"/>
                </a:lnTo>
                <a:lnTo>
                  <a:pt x="3227070" y="130810"/>
                </a:lnTo>
                <a:lnTo>
                  <a:pt x="3230880" y="138430"/>
                </a:lnTo>
                <a:lnTo>
                  <a:pt x="3265170" y="121920"/>
                </a:lnTo>
                <a:close/>
              </a:path>
              <a:path w="3503929" h="1681480">
                <a:moveTo>
                  <a:pt x="3324860" y="93980"/>
                </a:moveTo>
                <a:lnTo>
                  <a:pt x="3321050" y="85090"/>
                </a:lnTo>
                <a:lnTo>
                  <a:pt x="3286760" y="101600"/>
                </a:lnTo>
                <a:lnTo>
                  <a:pt x="3290570" y="110490"/>
                </a:lnTo>
                <a:lnTo>
                  <a:pt x="3324860" y="93980"/>
                </a:lnTo>
                <a:close/>
              </a:path>
              <a:path w="3503929" h="1681480">
                <a:moveTo>
                  <a:pt x="3384550" y="64770"/>
                </a:moveTo>
                <a:lnTo>
                  <a:pt x="3380740" y="57150"/>
                </a:lnTo>
                <a:lnTo>
                  <a:pt x="3346450" y="73660"/>
                </a:lnTo>
                <a:lnTo>
                  <a:pt x="3350260" y="81280"/>
                </a:lnTo>
                <a:lnTo>
                  <a:pt x="3384550" y="64770"/>
                </a:lnTo>
                <a:close/>
              </a:path>
              <a:path w="3503929" h="1681480">
                <a:moveTo>
                  <a:pt x="3444240" y="36830"/>
                </a:moveTo>
                <a:lnTo>
                  <a:pt x="3440430" y="27940"/>
                </a:lnTo>
                <a:lnTo>
                  <a:pt x="3406140" y="44450"/>
                </a:lnTo>
                <a:lnTo>
                  <a:pt x="3409950" y="53340"/>
                </a:lnTo>
                <a:lnTo>
                  <a:pt x="3444240" y="36830"/>
                </a:lnTo>
                <a:close/>
              </a:path>
              <a:path w="3503929" h="1681480">
                <a:moveTo>
                  <a:pt x="3503930" y="7620"/>
                </a:moveTo>
                <a:lnTo>
                  <a:pt x="3500120" y="0"/>
                </a:lnTo>
                <a:lnTo>
                  <a:pt x="3465830" y="16510"/>
                </a:lnTo>
                <a:lnTo>
                  <a:pt x="3469640" y="24130"/>
                </a:lnTo>
                <a:lnTo>
                  <a:pt x="3503930" y="76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4953000" y="2927350"/>
            <a:ext cx="3581400" cy="2092960"/>
            <a:chOff x="4953000" y="2927350"/>
            <a:chExt cx="3581400" cy="2092960"/>
          </a:xfrm>
        </p:grpSpPr>
        <p:sp>
          <p:nvSpPr>
            <p:cNvPr id="4" name="object 4"/>
            <p:cNvSpPr/>
            <p:nvPr/>
          </p:nvSpPr>
          <p:spPr>
            <a:xfrm>
              <a:off x="4953000" y="2927349"/>
              <a:ext cx="3581400" cy="2092960"/>
            </a:xfrm>
            <a:custGeom>
              <a:avLst/>
              <a:gdLst/>
              <a:ahLst/>
              <a:cxnLst/>
              <a:rect l="l" t="t" r="r" b="b"/>
              <a:pathLst>
                <a:path w="3581400" h="2092960">
                  <a:moveTo>
                    <a:pt x="3581400" y="149860"/>
                  </a:moveTo>
                  <a:lnTo>
                    <a:pt x="1605280" y="149860"/>
                  </a:lnTo>
                  <a:lnTo>
                    <a:pt x="1605280" y="0"/>
                  </a:lnTo>
                  <a:lnTo>
                    <a:pt x="0" y="0"/>
                  </a:lnTo>
                  <a:lnTo>
                    <a:pt x="0" y="149860"/>
                  </a:lnTo>
                  <a:lnTo>
                    <a:pt x="0" y="2092960"/>
                  </a:lnTo>
                  <a:lnTo>
                    <a:pt x="3581400" y="2092960"/>
                  </a:lnTo>
                  <a:lnTo>
                    <a:pt x="3581400" y="149860"/>
                  </a:lnTo>
                  <a:close/>
                </a:path>
              </a:pathLst>
            </a:custGeom>
            <a:solidFill>
              <a:srgbClr val="FF9900">
                <a:alpha val="39999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5029200" y="3876039"/>
              <a:ext cx="3415029" cy="1068070"/>
            </a:xfrm>
            <a:custGeom>
              <a:avLst/>
              <a:gdLst/>
              <a:ahLst/>
              <a:cxnLst/>
              <a:rect l="l" t="t" r="r" b="b"/>
              <a:pathLst>
                <a:path w="3415029" h="1068070">
                  <a:moveTo>
                    <a:pt x="3392170" y="0"/>
                  </a:moveTo>
                  <a:lnTo>
                    <a:pt x="25400" y="0"/>
                  </a:lnTo>
                  <a:lnTo>
                    <a:pt x="22860" y="0"/>
                  </a:lnTo>
                  <a:lnTo>
                    <a:pt x="20320" y="1270"/>
                  </a:lnTo>
                  <a:lnTo>
                    <a:pt x="17779" y="1270"/>
                  </a:lnTo>
                  <a:lnTo>
                    <a:pt x="12700" y="3810"/>
                  </a:lnTo>
                  <a:lnTo>
                    <a:pt x="11429" y="5080"/>
                  </a:lnTo>
                  <a:lnTo>
                    <a:pt x="8889" y="6350"/>
                  </a:lnTo>
                  <a:lnTo>
                    <a:pt x="7620" y="8890"/>
                  </a:lnTo>
                  <a:lnTo>
                    <a:pt x="6350" y="10160"/>
                  </a:lnTo>
                  <a:lnTo>
                    <a:pt x="3810" y="11430"/>
                  </a:lnTo>
                  <a:lnTo>
                    <a:pt x="1270" y="16510"/>
                  </a:lnTo>
                  <a:lnTo>
                    <a:pt x="1270" y="19050"/>
                  </a:lnTo>
                  <a:lnTo>
                    <a:pt x="0" y="21590"/>
                  </a:lnTo>
                  <a:lnTo>
                    <a:pt x="0" y="1046480"/>
                  </a:lnTo>
                  <a:lnTo>
                    <a:pt x="1270" y="1049020"/>
                  </a:lnTo>
                  <a:lnTo>
                    <a:pt x="1270" y="1051560"/>
                  </a:lnTo>
                  <a:lnTo>
                    <a:pt x="2539" y="1052830"/>
                  </a:lnTo>
                  <a:lnTo>
                    <a:pt x="3810" y="1055370"/>
                  </a:lnTo>
                  <a:lnTo>
                    <a:pt x="12700" y="1064260"/>
                  </a:lnTo>
                  <a:lnTo>
                    <a:pt x="15239" y="1065530"/>
                  </a:lnTo>
                  <a:lnTo>
                    <a:pt x="17779" y="1065530"/>
                  </a:lnTo>
                  <a:lnTo>
                    <a:pt x="22860" y="1068070"/>
                  </a:lnTo>
                  <a:lnTo>
                    <a:pt x="3392170" y="1068070"/>
                  </a:lnTo>
                  <a:lnTo>
                    <a:pt x="3393440" y="1066800"/>
                  </a:lnTo>
                  <a:lnTo>
                    <a:pt x="3395979" y="1065530"/>
                  </a:lnTo>
                  <a:lnTo>
                    <a:pt x="3398520" y="1065530"/>
                  </a:lnTo>
                  <a:lnTo>
                    <a:pt x="3401059" y="1064260"/>
                  </a:lnTo>
                  <a:lnTo>
                    <a:pt x="3406140" y="1059180"/>
                  </a:lnTo>
                  <a:lnTo>
                    <a:pt x="3408679" y="1057910"/>
                  </a:lnTo>
                  <a:lnTo>
                    <a:pt x="3411220" y="1052830"/>
                  </a:lnTo>
                  <a:lnTo>
                    <a:pt x="3412490" y="1051560"/>
                  </a:lnTo>
                  <a:lnTo>
                    <a:pt x="3413759" y="1049020"/>
                  </a:lnTo>
                  <a:lnTo>
                    <a:pt x="3413759" y="1046480"/>
                  </a:lnTo>
                  <a:lnTo>
                    <a:pt x="3415029" y="1043940"/>
                  </a:lnTo>
                  <a:lnTo>
                    <a:pt x="3415029" y="22860"/>
                  </a:lnTo>
                  <a:lnTo>
                    <a:pt x="3413759" y="21590"/>
                  </a:lnTo>
                  <a:lnTo>
                    <a:pt x="3413759" y="19050"/>
                  </a:lnTo>
                  <a:lnTo>
                    <a:pt x="3409950" y="11430"/>
                  </a:lnTo>
                  <a:lnTo>
                    <a:pt x="3408679" y="10160"/>
                  </a:lnTo>
                  <a:lnTo>
                    <a:pt x="3406140" y="8890"/>
                  </a:lnTo>
                  <a:lnTo>
                    <a:pt x="3404870" y="6350"/>
                  </a:lnTo>
                  <a:lnTo>
                    <a:pt x="3402329" y="5080"/>
                  </a:lnTo>
                  <a:lnTo>
                    <a:pt x="3401059" y="3810"/>
                  </a:lnTo>
                  <a:lnTo>
                    <a:pt x="3395979" y="1270"/>
                  </a:lnTo>
                  <a:lnTo>
                    <a:pt x="3393440" y="1270"/>
                  </a:lnTo>
                  <a:lnTo>
                    <a:pt x="3392170" y="0"/>
                  </a:lnTo>
                  <a:close/>
                </a:path>
              </a:pathLst>
            </a:custGeom>
            <a:solidFill>
              <a:srgbClr val="99CCFF">
                <a:alpha val="50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5029200" y="3876039"/>
              <a:ext cx="3415029" cy="1068070"/>
            </a:xfrm>
            <a:custGeom>
              <a:avLst/>
              <a:gdLst/>
              <a:ahLst/>
              <a:cxnLst/>
              <a:rect l="l" t="t" r="r" b="b"/>
              <a:pathLst>
                <a:path w="3415029" h="1068070">
                  <a:moveTo>
                    <a:pt x="25400" y="0"/>
                  </a:moveTo>
                  <a:lnTo>
                    <a:pt x="16073" y="2182"/>
                  </a:lnTo>
                  <a:lnTo>
                    <a:pt x="7937" y="7937"/>
                  </a:lnTo>
                  <a:lnTo>
                    <a:pt x="2182" y="16073"/>
                  </a:lnTo>
                  <a:lnTo>
                    <a:pt x="0" y="25400"/>
                  </a:lnTo>
                  <a:lnTo>
                    <a:pt x="0" y="41275"/>
                  </a:lnTo>
                  <a:lnTo>
                    <a:pt x="0" y="152400"/>
                  </a:lnTo>
                  <a:lnTo>
                    <a:pt x="0" y="454025"/>
                  </a:lnTo>
                  <a:lnTo>
                    <a:pt x="0" y="1041400"/>
                  </a:lnTo>
                  <a:lnTo>
                    <a:pt x="2182" y="1050925"/>
                  </a:lnTo>
                  <a:lnTo>
                    <a:pt x="7937" y="1059497"/>
                  </a:lnTo>
                  <a:lnTo>
                    <a:pt x="16073" y="1065688"/>
                  </a:lnTo>
                  <a:lnTo>
                    <a:pt x="25400" y="1068070"/>
                  </a:lnTo>
                  <a:lnTo>
                    <a:pt x="77966" y="1068070"/>
                  </a:lnTo>
                  <a:lnTo>
                    <a:pt x="445928" y="1068070"/>
                  </a:lnTo>
                  <a:lnTo>
                    <a:pt x="1444684" y="1068070"/>
                  </a:lnTo>
                  <a:lnTo>
                    <a:pt x="3389629" y="1068070"/>
                  </a:lnTo>
                  <a:lnTo>
                    <a:pt x="3398420" y="1065688"/>
                  </a:lnTo>
                  <a:lnTo>
                    <a:pt x="3406616" y="1059497"/>
                  </a:lnTo>
                  <a:lnTo>
                    <a:pt x="3412668" y="1050925"/>
                  </a:lnTo>
                  <a:lnTo>
                    <a:pt x="3415029" y="1041400"/>
                  </a:lnTo>
                  <a:lnTo>
                    <a:pt x="3415029" y="1025525"/>
                  </a:lnTo>
                  <a:lnTo>
                    <a:pt x="3415029" y="914400"/>
                  </a:lnTo>
                  <a:lnTo>
                    <a:pt x="3415029" y="612775"/>
                  </a:lnTo>
                  <a:lnTo>
                    <a:pt x="3415029" y="25400"/>
                  </a:lnTo>
                  <a:lnTo>
                    <a:pt x="3412668" y="16073"/>
                  </a:lnTo>
                  <a:lnTo>
                    <a:pt x="3406616" y="7937"/>
                  </a:lnTo>
                  <a:lnTo>
                    <a:pt x="3398420" y="2182"/>
                  </a:lnTo>
                  <a:lnTo>
                    <a:pt x="3389629" y="0"/>
                  </a:lnTo>
                  <a:lnTo>
                    <a:pt x="3337063" y="0"/>
                  </a:lnTo>
                  <a:lnTo>
                    <a:pt x="2969101" y="0"/>
                  </a:lnTo>
                  <a:lnTo>
                    <a:pt x="1970345" y="0"/>
                  </a:lnTo>
                  <a:lnTo>
                    <a:pt x="25400" y="0"/>
                  </a:lnTo>
                  <a:close/>
                </a:path>
              </a:pathLst>
            </a:custGeom>
            <a:ln w="28393">
              <a:solidFill>
                <a:srgbClr val="7C9AC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" name="object 7"/>
          <p:cNvSpPr txBox="1"/>
          <p:nvPr/>
        </p:nvSpPr>
        <p:spPr>
          <a:xfrm>
            <a:off x="7782559" y="3897629"/>
            <a:ext cx="57658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10" dirty="0">
                <a:latin typeface="Arial"/>
                <a:cs typeface="Arial"/>
              </a:rPr>
              <a:t>VMkernel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5172075" y="4704715"/>
            <a:ext cx="3167380" cy="248920"/>
            <a:chOff x="5172075" y="4704715"/>
            <a:chExt cx="3167380" cy="248920"/>
          </a:xfrm>
        </p:grpSpPr>
        <p:sp>
          <p:nvSpPr>
            <p:cNvPr id="9" name="object 9"/>
            <p:cNvSpPr/>
            <p:nvPr/>
          </p:nvSpPr>
          <p:spPr>
            <a:xfrm>
              <a:off x="5181600" y="4714240"/>
              <a:ext cx="3148330" cy="229870"/>
            </a:xfrm>
            <a:custGeom>
              <a:avLst/>
              <a:gdLst/>
              <a:ahLst/>
              <a:cxnLst/>
              <a:rect l="l" t="t" r="r" b="b"/>
              <a:pathLst>
                <a:path w="3148329" h="229870">
                  <a:moveTo>
                    <a:pt x="3110229" y="0"/>
                  </a:moveTo>
                  <a:lnTo>
                    <a:pt x="38100" y="0"/>
                  </a:lnTo>
                  <a:lnTo>
                    <a:pt x="34289" y="1270"/>
                  </a:lnTo>
                  <a:lnTo>
                    <a:pt x="30479" y="1270"/>
                  </a:lnTo>
                  <a:lnTo>
                    <a:pt x="26670" y="2540"/>
                  </a:lnTo>
                  <a:lnTo>
                    <a:pt x="24129" y="3810"/>
                  </a:lnTo>
                  <a:lnTo>
                    <a:pt x="20320" y="5080"/>
                  </a:lnTo>
                  <a:lnTo>
                    <a:pt x="17779" y="7620"/>
                  </a:lnTo>
                  <a:lnTo>
                    <a:pt x="13970" y="10160"/>
                  </a:lnTo>
                  <a:lnTo>
                    <a:pt x="6350" y="17780"/>
                  </a:lnTo>
                  <a:lnTo>
                    <a:pt x="5079" y="21590"/>
                  </a:lnTo>
                  <a:lnTo>
                    <a:pt x="2539" y="24130"/>
                  </a:lnTo>
                  <a:lnTo>
                    <a:pt x="0" y="31750"/>
                  </a:lnTo>
                  <a:lnTo>
                    <a:pt x="0" y="198120"/>
                  </a:lnTo>
                  <a:lnTo>
                    <a:pt x="2539" y="205740"/>
                  </a:lnTo>
                  <a:lnTo>
                    <a:pt x="5079" y="208280"/>
                  </a:lnTo>
                  <a:lnTo>
                    <a:pt x="6350" y="212090"/>
                  </a:lnTo>
                  <a:lnTo>
                    <a:pt x="13970" y="219710"/>
                  </a:lnTo>
                  <a:lnTo>
                    <a:pt x="17779" y="222250"/>
                  </a:lnTo>
                  <a:lnTo>
                    <a:pt x="20320" y="224790"/>
                  </a:lnTo>
                  <a:lnTo>
                    <a:pt x="24129" y="226060"/>
                  </a:lnTo>
                  <a:lnTo>
                    <a:pt x="26670" y="227330"/>
                  </a:lnTo>
                  <a:lnTo>
                    <a:pt x="30479" y="228600"/>
                  </a:lnTo>
                  <a:lnTo>
                    <a:pt x="34289" y="228600"/>
                  </a:lnTo>
                  <a:lnTo>
                    <a:pt x="38100" y="229870"/>
                  </a:lnTo>
                  <a:lnTo>
                    <a:pt x="3110229" y="229870"/>
                  </a:lnTo>
                  <a:lnTo>
                    <a:pt x="3114040" y="228600"/>
                  </a:lnTo>
                  <a:lnTo>
                    <a:pt x="3116579" y="228600"/>
                  </a:lnTo>
                  <a:lnTo>
                    <a:pt x="3124200" y="226060"/>
                  </a:lnTo>
                  <a:lnTo>
                    <a:pt x="3148329" y="194310"/>
                  </a:lnTo>
                  <a:lnTo>
                    <a:pt x="3148329" y="34290"/>
                  </a:lnTo>
                  <a:lnTo>
                    <a:pt x="3147059" y="31750"/>
                  </a:lnTo>
                  <a:lnTo>
                    <a:pt x="3144520" y="24130"/>
                  </a:lnTo>
                  <a:lnTo>
                    <a:pt x="3116579" y="1270"/>
                  </a:lnTo>
                  <a:lnTo>
                    <a:pt x="3114040" y="1270"/>
                  </a:lnTo>
                  <a:lnTo>
                    <a:pt x="3110229" y="0"/>
                  </a:lnTo>
                  <a:close/>
                </a:path>
              </a:pathLst>
            </a:custGeom>
            <a:solidFill>
              <a:srgbClr val="7C9AC5">
                <a:alpha val="50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5181600" y="4714240"/>
              <a:ext cx="3148330" cy="229870"/>
            </a:xfrm>
            <a:custGeom>
              <a:avLst/>
              <a:gdLst/>
              <a:ahLst/>
              <a:cxnLst/>
              <a:rect l="l" t="t" r="r" b="b"/>
              <a:pathLst>
                <a:path w="3148329" h="229870">
                  <a:moveTo>
                    <a:pt x="38100" y="0"/>
                  </a:moveTo>
                  <a:lnTo>
                    <a:pt x="24110" y="3274"/>
                  </a:lnTo>
                  <a:lnTo>
                    <a:pt x="11906" y="11906"/>
                  </a:lnTo>
                  <a:lnTo>
                    <a:pt x="3274" y="24110"/>
                  </a:lnTo>
                  <a:lnTo>
                    <a:pt x="0" y="38100"/>
                  </a:lnTo>
                  <a:lnTo>
                    <a:pt x="0" y="40481"/>
                  </a:lnTo>
                  <a:lnTo>
                    <a:pt x="0" y="57150"/>
                  </a:lnTo>
                  <a:lnTo>
                    <a:pt x="0" y="102393"/>
                  </a:lnTo>
                  <a:lnTo>
                    <a:pt x="0" y="190500"/>
                  </a:lnTo>
                  <a:lnTo>
                    <a:pt x="3274" y="205224"/>
                  </a:lnTo>
                  <a:lnTo>
                    <a:pt x="11906" y="217805"/>
                  </a:lnTo>
                  <a:lnTo>
                    <a:pt x="24110" y="226575"/>
                  </a:lnTo>
                  <a:lnTo>
                    <a:pt x="38100" y="229870"/>
                  </a:lnTo>
                  <a:lnTo>
                    <a:pt x="86102" y="229870"/>
                  </a:lnTo>
                  <a:lnTo>
                    <a:pt x="422116" y="229870"/>
                  </a:lnTo>
                  <a:lnTo>
                    <a:pt x="1334154" y="229870"/>
                  </a:lnTo>
                  <a:lnTo>
                    <a:pt x="3110229" y="229870"/>
                  </a:lnTo>
                  <a:lnTo>
                    <a:pt x="3124219" y="226575"/>
                  </a:lnTo>
                  <a:lnTo>
                    <a:pt x="3136423" y="217805"/>
                  </a:lnTo>
                  <a:lnTo>
                    <a:pt x="3145055" y="205224"/>
                  </a:lnTo>
                  <a:lnTo>
                    <a:pt x="3148329" y="190500"/>
                  </a:lnTo>
                  <a:lnTo>
                    <a:pt x="3148329" y="188118"/>
                  </a:lnTo>
                  <a:lnTo>
                    <a:pt x="3148329" y="171450"/>
                  </a:lnTo>
                  <a:lnTo>
                    <a:pt x="3148329" y="126206"/>
                  </a:lnTo>
                  <a:lnTo>
                    <a:pt x="3148329" y="38100"/>
                  </a:lnTo>
                  <a:lnTo>
                    <a:pt x="3145055" y="24110"/>
                  </a:lnTo>
                  <a:lnTo>
                    <a:pt x="3136423" y="11906"/>
                  </a:lnTo>
                  <a:lnTo>
                    <a:pt x="3124219" y="3274"/>
                  </a:lnTo>
                  <a:lnTo>
                    <a:pt x="3110229" y="0"/>
                  </a:lnTo>
                  <a:lnTo>
                    <a:pt x="3062227" y="0"/>
                  </a:lnTo>
                  <a:lnTo>
                    <a:pt x="2726213" y="0"/>
                  </a:lnTo>
                  <a:lnTo>
                    <a:pt x="1814175" y="0"/>
                  </a:lnTo>
                  <a:lnTo>
                    <a:pt x="38100" y="0"/>
                  </a:lnTo>
                  <a:close/>
                </a:path>
              </a:pathLst>
            </a:custGeom>
            <a:ln w="19048">
              <a:solidFill>
                <a:srgbClr val="7C9AC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" name="object 11"/>
          <p:cNvSpPr txBox="1"/>
          <p:nvPr/>
        </p:nvSpPr>
        <p:spPr>
          <a:xfrm>
            <a:off x="6037579" y="4729479"/>
            <a:ext cx="1439545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10" dirty="0">
                <a:solidFill>
                  <a:srgbClr val="FFFFFF"/>
                </a:solidFill>
                <a:latin typeface="Arial"/>
                <a:cs typeface="Arial"/>
              </a:rPr>
              <a:t>HAL</a:t>
            </a:r>
            <a:r>
              <a:rPr sz="1000" b="1" spc="-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b="1" dirty="0">
                <a:solidFill>
                  <a:srgbClr val="FFFFFF"/>
                </a:solidFill>
                <a:latin typeface="Arial"/>
                <a:cs typeface="Arial"/>
              </a:rPr>
              <a:t>and</a:t>
            </a:r>
            <a:r>
              <a:rPr sz="1000" b="1" spc="-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b="1" spc="-10" dirty="0">
                <a:solidFill>
                  <a:srgbClr val="FFFFFF"/>
                </a:solidFill>
                <a:latin typeface="Arial"/>
                <a:cs typeface="Arial"/>
              </a:rPr>
              <a:t>Device</a:t>
            </a:r>
            <a:r>
              <a:rPr sz="1000" b="1" spc="-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b="1" spc="-10" dirty="0">
                <a:solidFill>
                  <a:srgbClr val="FFFFFF"/>
                </a:solidFill>
                <a:latin typeface="Arial"/>
                <a:cs typeface="Arial"/>
              </a:rPr>
              <a:t>Drivers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5172075" y="4399915"/>
            <a:ext cx="3162300" cy="247650"/>
            <a:chOff x="5172075" y="4399915"/>
            <a:chExt cx="3162300" cy="247650"/>
          </a:xfrm>
        </p:grpSpPr>
        <p:sp>
          <p:nvSpPr>
            <p:cNvPr id="13" name="object 13"/>
            <p:cNvSpPr/>
            <p:nvPr/>
          </p:nvSpPr>
          <p:spPr>
            <a:xfrm>
              <a:off x="5181600" y="4409440"/>
              <a:ext cx="3143250" cy="228600"/>
            </a:xfrm>
            <a:custGeom>
              <a:avLst/>
              <a:gdLst/>
              <a:ahLst/>
              <a:cxnLst/>
              <a:rect l="l" t="t" r="r" b="b"/>
              <a:pathLst>
                <a:path w="3143250" h="228600">
                  <a:moveTo>
                    <a:pt x="3108959" y="0"/>
                  </a:moveTo>
                  <a:lnTo>
                    <a:pt x="38100" y="0"/>
                  </a:lnTo>
                  <a:lnTo>
                    <a:pt x="34289" y="0"/>
                  </a:lnTo>
                  <a:lnTo>
                    <a:pt x="26670" y="2540"/>
                  </a:lnTo>
                  <a:lnTo>
                    <a:pt x="24129" y="3810"/>
                  </a:lnTo>
                  <a:lnTo>
                    <a:pt x="20320" y="5080"/>
                  </a:lnTo>
                  <a:lnTo>
                    <a:pt x="17779" y="7620"/>
                  </a:lnTo>
                  <a:lnTo>
                    <a:pt x="13970" y="10160"/>
                  </a:lnTo>
                  <a:lnTo>
                    <a:pt x="6350" y="17780"/>
                  </a:lnTo>
                  <a:lnTo>
                    <a:pt x="5079" y="21590"/>
                  </a:lnTo>
                  <a:lnTo>
                    <a:pt x="2539" y="24130"/>
                  </a:lnTo>
                  <a:lnTo>
                    <a:pt x="0" y="31750"/>
                  </a:lnTo>
                  <a:lnTo>
                    <a:pt x="0" y="198120"/>
                  </a:lnTo>
                  <a:lnTo>
                    <a:pt x="1270" y="201930"/>
                  </a:lnTo>
                  <a:lnTo>
                    <a:pt x="2539" y="204470"/>
                  </a:lnTo>
                  <a:lnTo>
                    <a:pt x="5079" y="208280"/>
                  </a:lnTo>
                  <a:lnTo>
                    <a:pt x="6350" y="212090"/>
                  </a:lnTo>
                  <a:lnTo>
                    <a:pt x="13970" y="219710"/>
                  </a:lnTo>
                  <a:lnTo>
                    <a:pt x="17779" y="222250"/>
                  </a:lnTo>
                  <a:lnTo>
                    <a:pt x="20320" y="223520"/>
                  </a:lnTo>
                  <a:lnTo>
                    <a:pt x="24129" y="226060"/>
                  </a:lnTo>
                  <a:lnTo>
                    <a:pt x="26670" y="227330"/>
                  </a:lnTo>
                  <a:lnTo>
                    <a:pt x="30479" y="228600"/>
                  </a:lnTo>
                  <a:lnTo>
                    <a:pt x="3112770" y="228600"/>
                  </a:lnTo>
                  <a:lnTo>
                    <a:pt x="3115309" y="227330"/>
                  </a:lnTo>
                  <a:lnTo>
                    <a:pt x="3119120" y="226060"/>
                  </a:lnTo>
                  <a:lnTo>
                    <a:pt x="3122929" y="223520"/>
                  </a:lnTo>
                  <a:lnTo>
                    <a:pt x="3125470" y="222250"/>
                  </a:lnTo>
                  <a:lnTo>
                    <a:pt x="3128009" y="219710"/>
                  </a:lnTo>
                  <a:lnTo>
                    <a:pt x="3131820" y="217170"/>
                  </a:lnTo>
                  <a:lnTo>
                    <a:pt x="3134359" y="214630"/>
                  </a:lnTo>
                  <a:lnTo>
                    <a:pt x="3135629" y="212090"/>
                  </a:lnTo>
                  <a:lnTo>
                    <a:pt x="3140709" y="204470"/>
                  </a:lnTo>
                  <a:lnTo>
                    <a:pt x="3141979" y="201930"/>
                  </a:lnTo>
                  <a:lnTo>
                    <a:pt x="3143250" y="198120"/>
                  </a:lnTo>
                  <a:lnTo>
                    <a:pt x="3143250" y="31750"/>
                  </a:lnTo>
                  <a:lnTo>
                    <a:pt x="3140709" y="24130"/>
                  </a:lnTo>
                  <a:lnTo>
                    <a:pt x="3138170" y="21590"/>
                  </a:lnTo>
                  <a:lnTo>
                    <a:pt x="3135629" y="17780"/>
                  </a:lnTo>
                  <a:lnTo>
                    <a:pt x="3134359" y="15240"/>
                  </a:lnTo>
                  <a:lnTo>
                    <a:pt x="3131820" y="12700"/>
                  </a:lnTo>
                  <a:lnTo>
                    <a:pt x="3128009" y="10160"/>
                  </a:lnTo>
                  <a:lnTo>
                    <a:pt x="3122929" y="5080"/>
                  </a:lnTo>
                  <a:lnTo>
                    <a:pt x="3115309" y="2540"/>
                  </a:lnTo>
                  <a:lnTo>
                    <a:pt x="3112770" y="1270"/>
                  </a:lnTo>
                  <a:lnTo>
                    <a:pt x="3108959" y="0"/>
                  </a:lnTo>
                  <a:close/>
                </a:path>
              </a:pathLst>
            </a:custGeom>
            <a:solidFill>
              <a:srgbClr val="7C9AC5">
                <a:alpha val="50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5181600" y="4409440"/>
              <a:ext cx="3143250" cy="228600"/>
            </a:xfrm>
            <a:custGeom>
              <a:avLst/>
              <a:gdLst/>
              <a:ahLst/>
              <a:cxnLst/>
              <a:rect l="l" t="t" r="r" b="b"/>
              <a:pathLst>
                <a:path w="3143250" h="228600">
                  <a:moveTo>
                    <a:pt x="38100" y="0"/>
                  </a:moveTo>
                  <a:lnTo>
                    <a:pt x="24110" y="3274"/>
                  </a:lnTo>
                  <a:lnTo>
                    <a:pt x="11906" y="11906"/>
                  </a:lnTo>
                  <a:lnTo>
                    <a:pt x="3274" y="24110"/>
                  </a:lnTo>
                  <a:lnTo>
                    <a:pt x="0" y="38100"/>
                  </a:lnTo>
                  <a:lnTo>
                    <a:pt x="0" y="40481"/>
                  </a:lnTo>
                  <a:lnTo>
                    <a:pt x="0" y="57150"/>
                  </a:lnTo>
                  <a:lnTo>
                    <a:pt x="0" y="102393"/>
                  </a:lnTo>
                  <a:lnTo>
                    <a:pt x="0" y="190500"/>
                  </a:lnTo>
                  <a:lnTo>
                    <a:pt x="3274" y="204489"/>
                  </a:lnTo>
                  <a:lnTo>
                    <a:pt x="11906" y="216693"/>
                  </a:lnTo>
                  <a:lnTo>
                    <a:pt x="24110" y="225325"/>
                  </a:lnTo>
                  <a:lnTo>
                    <a:pt x="38100" y="228600"/>
                  </a:lnTo>
                  <a:lnTo>
                    <a:pt x="86022" y="228600"/>
                  </a:lnTo>
                  <a:lnTo>
                    <a:pt x="421481" y="228600"/>
                  </a:lnTo>
                  <a:lnTo>
                    <a:pt x="1332011" y="228600"/>
                  </a:lnTo>
                  <a:lnTo>
                    <a:pt x="3105150" y="228600"/>
                  </a:lnTo>
                  <a:lnTo>
                    <a:pt x="3119139" y="225325"/>
                  </a:lnTo>
                  <a:lnTo>
                    <a:pt x="3131343" y="216693"/>
                  </a:lnTo>
                  <a:lnTo>
                    <a:pt x="3139975" y="204489"/>
                  </a:lnTo>
                  <a:lnTo>
                    <a:pt x="3143250" y="190500"/>
                  </a:lnTo>
                  <a:lnTo>
                    <a:pt x="3143250" y="188118"/>
                  </a:lnTo>
                  <a:lnTo>
                    <a:pt x="3143250" y="171450"/>
                  </a:lnTo>
                  <a:lnTo>
                    <a:pt x="3143250" y="126206"/>
                  </a:lnTo>
                  <a:lnTo>
                    <a:pt x="3143250" y="38100"/>
                  </a:lnTo>
                  <a:lnTo>
                    <a:pt x="3139975" y="24110"/>
                  </a:lnTo>
                  <a:lnTo>
                    <a:pt x="3131343" y="11906"/>
                  </a:lnTo>
                  <a:lnTo>
                    <a:pt x="3119139" y="3274"/>
                  </a:lnTo>
                  <a:lnTo>
                    <a:pt x="3105150" y="0"/>
                  </a:lnTo>
                  <a:lnTo>
                    <a:pt x="3057227" y="0"/>
                  </a:lnTo>
                  <a:lnTo>
                    <a:pt x="2721768" y="0"/>
                  </a:lnTo>
                  <a:lnTo>
                    <a:pt x="1811238" y="0"/>
                  </a:lnTo>
                  <a:lnTo>
                    <a:pt x="38100" y="0"/>
                  </a:lnTo>
                  <a:close/>
                </a:path>
              </a:pathLst>
            </a:custGeom>
            <a:ln w="19048">
              <a:solidFill>
                <a:srgbClr val="7C9AC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" name="object 15"/>
          <p:cNvSpPr txBox="1"/>
          <p:nvPr/>
        </p:nvSpPr>
        <p:spPr>
          <a:xfrm>
            <a:off x="5219178" y="4425950"/>
            <a:ext cx="3067685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854710">
              <a:lnSpc>
                <a:spcPct val="100000"/>
              </a:lnSpc>
              <a:spcBef>
                <a:spcPts val="100"/>
              </a:spcBef>
            </a:pPr>
            <a:r>
              <a:rPr sz="1000" b="1" spc="-10" dirty="0">
                <a:solidFill>
                  <a:srgbClr val="FFFFFF"/>
                </a:solidFill>
                <a:latin typeface="Arial"/>
                <a:cs typeface="Arial"/>
              </a:rPr>
              <a:t>Resource</a:t>
            </a:r>
            <a:r>
              <a:rPr sz="1000" b="1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b="1" spc="-10" dirty="0">
                <a:solidFill>
                  <a:srgbClr val="FFFFFF"/>
                </a:solidFill>
                <a:latin typeface="Arial"/>
                <a:cs typeface="Arial"/>
              </a:rPr>
              <a:t>Management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16" name="object 16"/>
          <p:cNvGrpSpPr/>
          <p:nvPr/>
        </p:nvGrpSpPr>
        <p:grpSpPr>
          <a:xfrm>
            <a:off x="6696075" y="4095115"/>
            <a:ext cx="1643380" cy="248920"/>
            <a:chOff x="6696075" y="4095115"/>
            <a:chExt cx="1643380" cy="248920"/>
          </a:xfrm>
        </p:grpSpPr>
        <p:sp>
          <p:nvSpPr>
            <p:cNvPr id="17" name="object 17"/>
            <p:cNvSpPr/>
            <p:nvPr/>
          </p:nvSpPr>
          <p:spPr>
            <a:xfrm>
              <a:off x="6705600" y="4104640"/>
              <a:ext cx="1624330" cy="229870"/>
            </a:xfrm>
            <a:custGeom>
              <a:avLst/>
              <a:gdLst/>
              <a:ahLst/>
              <a:cxnLst/>
              <a:rect l="l" t="t" r="r" b="b"/>
              <a:pathLst>
                <a:path w="1624329" h="229870">
                  <a:moveTo>
                    <a:pt x="1586229" y="0"/>
                  </a:moveTo>
                  <a:lnTo>
                    <a:pt x="38100" y="0"/>
                  </a:lnTo>
                  <a:lnTo>
                    <a:pt x="34290" y="1270"/>
                  </a:lnTo>
                  <a:lnTo>
                    <a:pt x="30479" y="1270"/>
                  </a:lnTo>
                  <a:lnTo>
                    <a:pt x="27940" y="2540"/>
                  </a:lnTo>
                  <a:lnTo>
                    <a:pt x="20320" y="5080"/>
                  </a:lnTo>
                  <a:lnTo>
                    <a:pt x="17779" y="7620"/>
                  </a:lnTo>
                  <a:lnTo>
                    <a:pt x="13970" y="10160"/>
                  </a:lnTo>
                  <a:lnTo>
                    <a:pt x="6350" y="17780"/>
                  </a:lnTo>
                  <a:lnTo>
                    <a:pt x="5079" y="21590"/>
                  </a:lnTo>
                  <a:lnTo>
                    <a:pt x="2540" y="24130"/>
                  </a:lnTo>
                  <a:lnTo>
                    <a:pt x="0" y="31750"/>
                  </a:lnTo>
                  <a:lnTo>
                    <a:pt x="0" y="198120"/>
                  </a:lnTo>
                  <a:lnTo>
                    <a:pt x="2540" y="205740"/>
                  </a:lnTo>
                  <a:lnTo>
                    <a:pt x="5079" y="208280"/>
                  </a:lnTo>
                  <a:lnTo>
                    <a:pt x="6350" y="212090"/>
                  </a:lnTo>
                  <a:lnTo>
                    <a:pt x="13970" y="219710"/>
                  </a:lnTo>
                  <a:lnTo>
                    <a:pt x="17779" y="222250"/>
                  </a:lnTo>
                  <a:lnTo>
                    <a:pt x="20320" y="224790"/>
                  </a:lnTo>
                  <a:lnTo>
                    <a:pt x="27940" y="227330"/>
                  </a:lnTo>
                  <a:lnTo>
                    <a:pt x="30479" y="228600"/>
                  </a:lnTo>
                  <a:lnTo>
                    <a:pt x="34290" y="228600"/>
                  </a:lnTo>
                  <a:lnTo>
                    <a:pt x="38100" y="229870"/>
                  </a:lnTo>
                  <a:lnTo>
                    <a:pt x="1586229" y="229870"/>
                  </a:lnTo>
                  <a:lnTo>
                    <a:pt x="1590040" y="228600"/>
                  </a:lnTo>
                  <a:lnTo>
                    <a:pt x="1592579" y="228600"/>
                  </a:lnTo>
                  <a:lnTo>
                    <a:pt x="1624329" y="194310"/>
                  </a:lnTo>
                  <a:lnTo>
                    <a:pt x="1624329" y="35560"/>
                  </a:lnTo>
                  <a:lnTo>
                    <a:pt x="1600200" y="3810"/>
                  </a:lnTo>
                  <a:lnTo>
                    <a:pt x="1592579" y="1270"/>
                  </a:lnTo>
                  <a:lnTo>
                    <a:pt x="1590040" y="1270"/>
                  </a:lnTo>
                  <a:lnTo>
                    <a:pt x="1586229" y="0"/>
                  </a:lnTo>
                  <a:close/>
                </a:path>
              </a:pathLst>
            </a:custGeom>
            <a:solidFill>
              <a:srgbClr val="7C9AC5">
                <a:alpha val="50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6705600" y="4104640"/>
              <a:ext cx="1624330" cy="229870"/>
            </a:xfrm>
            <a:custGeom>
              <a:avLst/>
              <a:gdLst/>
              <a:ahLst/>
              <a:cxnLst/>
              <a:rect l="l" t="t" r="r" b="b"/>
              <a:pathLst>
                <a:path w="1624329" h="229870">
                  <a:moveTo>
                    <a:pt x="38100" y="0"/>
                  </a:moveTo>
                  <a:lnTo>
                    <a:pt x="24110" y="3274"/>
                  </a:lnTo>
                  <a:lnTo>
                    <a:pt x="11906" y="11906"/>
                  </a:lnTo>
                  <a:lnTo>
                    <a:pt x="3274" y="24110"/>
                  </a:lnTo>
                  <a:lnTo>
                    <a:pt x="0" y="38100"/>
                  </a:lnTo>
                  <a:lnTo>
                    <a:pt x="0" y="40501"/>
                  </a:lnTo>
                  <a:lnTo>
                    <a:pt x="0" y="57308"/>
                  </a:lnTo>
                  <a:lnTo>
                    <a:pt x="0" y="102929"/>
                  </a:lnTo>
                  <a:lnTo>
                    <a:pt x="0" y="191770"/>
                  </a:lnTo>
                  <a:lnTo>
                    <a:pt x="3274" y="205759"/>
                  </a:lnTo>
                  <a:lnTo>
                    <a:pt x="11906" y="217963"/>
                  </a:lnTo>
                  <a:lnTo>
                    <a:pt x="24110" y="226595"/>
                  </a:lnTo>
                  <a:lnTo>
                    <a:pt x="38100" y="229870"/>
                  </a:lnTo>
                  <a:lnTo>
                    <a:pt x="62289" y="229870"/>
                  </a:lnTo>
                  <a:lnTo>
                    <a:pt x="231616" y="229870"/>
                  </a:lnTo>
                  <a:lnTo>
                    <a:pt x="691217" y="229870"/>
                  </a:lnTo>
                  <a:lnTo>
                    <a:pt x="1586229" y="229870"/>
                  </a:lnTo>
                  <a:lnTo>
                    <a:pt x="1600219" y="226595"/>
                  </a:lnTo>
                  <a:lnTo>
                    <a:pt x="1612423" y="217963"/>
                  </a:lnTo>
                  <a:lnTo>
                    <a:pt x="1621055" y="205759"/>
                  </a:lnTo>
                  <a:lnTo>
                    <a:pt x="1624329" y="191770"/>
                  </a:lnTo>
                  <a:lnTo>
                    <a:pt x="1624329" y="189368"/>
                  </a:lnTo>
                  <a:lnTo>
                    <a:pt x="1624329" y="172561"/>
                  </a:lnTo>
                  <a:lnTo>
                    <a:pt x="1624329" y="126940"/>
                  </a:lnTo>
                  <a:lnTo>
                    <a:pt x="1624329" y="38100"/>
                  </a:lnTo>
                  <a:lnTo>
                    <a:pt x="1621055" y="24110"/>
                  </a:lnTo>
                  <a:lnTo>
                    <a:pt x="1612423" y="11906"/>
                  </a:lnTo>
                  <a:lnTo>
                    <a:pt x="1600219" y="3274"/>
                  </a:lnTo>
                  <a:lnTo>
                    <a:pt x="1586229" y="0"/>
                  </a:lnTo>
                  <a:lnTo>
                    <a:pt x="1562040" y="0"/>
                  </a:lnTo>
                  <a:lnTo>
                    <a:pt x="1392713" y="0"/>
                  </a:lnTo>
                  <a:lnTo>
                    <a:pt x="933112" y="0"/>
                  </a:lnTo>
                  <a:lnTo>
                    <a:pt x="38100" y="0"/>
                  </a:lnTo>
                  <a:close/>
                </a:path>
              </a:pathLst>
            </a:custGeom>
            <a:ln w="19048">
              <a:solidFill>
                <a:srgbClr val="7C9AC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" name="object 19"/>
          <p:cNvSpPr txBox="1"/>
          <p:nvPr/>
        </p:nvSpPr>
        <p:spPr>
          <a:xfrm>
            <a:off x="6743178" y="4121150"/>
            <a:ext cx="1548765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35609">
              <a:lnSpc>
                <a:spcPct val="100000"/>
              </a:lnSpc>
              <a:spcBef>
                <a:spcPts val="100"/>
              </a:spcBef>
            </a:pPr>
            <a:r>
              <a:rPr sz="1000" b="1" spc="-10" dirty="0">
                <a:solidFill>
                  <a:srgbClr val="FFFFFF"/>
                </a:solidFill>
                <a:latin typeface="Arial"/>
                <a:cs typeface="Arial"/>
              </a:rPr>
              <a:t>Networking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20" name="object 20"/>
          <p:cNvGrpSpPr/>
          <p:nvPr/>
        </p:nvGrpSpPr>
        <p:grpSpPr>
          <a:xfrm>
            <a:off x="5172075" y="4095115"/>
            <a:ext cx="1390650" cy="248920"/>
            <a:chOff x="5172075" y="4095115"/>
            <a:chExt cx="1390650" cy="248920"/>
          </a:xfrm>
        </p:grpSpPr>
        <p:sp>
          <p:nvSpPr>
            <p:cNvPr id="21" name="object 21"/>
            <p:cNvSpPr/>
            <p:nvPr/>
          </p:nvSpPr>
          <p:spPr>
            <a:xfrm>
              <a:off x="5181600" y="4104640"/>
              <a:ext cx="1371600" cy="229870"/>
            </a:xfrm>
            <a:custGeom>
              <a:avLst/>
              <a:gdLst/>
              <a:ahLst/>
              <a:cxnLst/>
              <a:rect l="l" t="t" r="r" b="b"/>
              <a:pathLst>
                <a:path w="1371600" h="229870">
                  <a:moveTo>
                    <a:pt x="1333500" y="0"/>
                  </a:moveTo>
                  <a:lnTo>
                    <a:pt x="38100" y="0"/>
                  </a:lnTo>
                  <a:lnTo>
                    <a:pt x="34289" y="1270"/>
                  </a:lnTo>
                  <a:lnTo>
                    <a:pt x="30479" y="1270"/>
                  </a:lnTo>
                  <a:lnTo>
                    <a:pt x="27939" y="2540"/>
                  </a:lnTo>
                  <a:lnTo>
                    <a:pt x="20320" y="5080"/>
                  </a:lnTo>
                  <a:lnTo>
                    <a:pt x="15239" y="10160"/>
                  </a:lnTo>
                  <a:lnTo>
                    <a:pt x="11429" y="12700"/>
                  </a:lnTo>
                  <a:lnTo>
                    <a:pt x="8889" y="15240"/>
                  </a:lnTo>
                  <a:lnTo>
                    <a:pt x="7620" y="17780"/>
                  </a:lnTo>
                  <a:lnTo>
                    <a:pt x="5079" y="21590"/>
                  </a:lnTo>
                  <a:lnTo>
                    <a:pt x="2539" y="24130"/>
                  </a:lnTo>
                  <a:lnTo>
                    <a:pt x="0" y="31750"/>
                  </a:lnTo>
                  <a:lnTo>
                    <a:pt x="0" y="198120"/>
                  </a:lnTo>
                  <a:lnTo>
                    <a:pt x="2539" y="205740"/>
                  </a:lnTo>
                  <a:lnTo>
                    <a:pt x="5079" y="208280"/>
                  </a:lnTo>
                  <a:lnTo>
                    <a:pt x="7620" y="212090"/>
                  </a:lnTo>
                  <a:lnTo>
                    <a:pt x="8889" y="214630"/>
                  </a:lnTo>
                  <a:lnTo>
                    <a:pt x="11429" y="217170"/>
                  </a:lnTo>
                  <a:lnTo>
                    <a:pt x="15239" y="219710"/>
                  </a:lnTo>
                  <a:lnTo>
                    <a:pt x="20320" y="224790"/>
                  </a:lnTo>
                  <a:lnTo>
                    <a:pt x="27939" y="227330"/>
                  </a:lnTo>
                  <a:lnTo>
                    <a:pt x="30479" y="228600"/>
                  </a:lnTo>
                  <a:lnTo>
                    <a:pt x="34289" y="228600"/>
                  </a:lnTo>
                  <a:lnTo>
                    <a:pt x="38100" y="229870"/>
                  </a:lnTo>
                  <a:lnTo>
                    <a:pt x="1333500" y="229870"/>
                  </a:lnTo>
                  <a:lnTo>
                    <a:pt x="1337309" y="228600"/>
                  </a:lnTo>
                  <a:lnTo>
                    <a:pt x="1341120" y="228600"/>
                  </a:lnTo>
                  <a:lnTo>
                    <a:pt x="1343659" y="227330"/>
                  </a:lnTo>
                  <a:lnTo>
                    <a:pt x="1351279" y="224790"/>
                  </a:lnTo>
                  <a:lnTo>
                    <a:pt x="1353820" y="222250"/>
                  </a:lnTo>
                  <a:lnTo>
                    <a:pt x="1357629" y="219710"/>
                  </a:lnTo>
                  <a:lnTo>
                    <a:pt x="1365250" y="212090"/>
                  </a:lnTo>
                  <a:lnTo>
                    <a:pt x="1366520" y="208280"/>
                  </a:lnTo>
                  <a:lnTo>
                    <a:pt x="1369059" y="205740"/>
                  </a:lnTo>
                  <a:lnTo>
                    <a:pt x="1371600" y="198120"/>
                  </a:lnTo>
                  <a:lnTo>
                    <a:pt x="1371600" y="31750"/>
                  </a:lnTo>
                  <a:lnTo>
                    <a:pt x="1369059" y="24130"/>
                  </a:lnTo>
                  <a:lnTo>
                    <a:pt x="1366520" y="21590"/>
                  </a:lnTo>
                  <a:lnTo>
                    <a:pt x="1365250" y="17780"/>
                  </a:lnTo>
                  <a:lnTo>
                    <a:pt x="1357629" y="10160"/>
                  </a:lnTo>
                  <a:lnTo>
                    <a:pt x="1353820" y="7620"/>
                  </a:lnTo>
                  <a:lnTo>
                    <a:pt x="1351279" y="5080"/>
                  </a:lnTo>
                  <a:lnTo>
                    <a:pt x="1343659" y="2540"/>
                  </a:lnTo>
                  <a:lnTo>
                    <a:pt x="1341120" y="1270"/>
                  </a:lnTo>
                  <a:lnTo>
                    <a:pt x="1337309" y="1270"/>
                  </a:lnTo>
                  <a:lnTo>
                    <a:pt x="1333500" y="0"/>
                  </a:lnTo>
                  <a:close/>
                </a:path>
              </a:pathLst>
            </a:custGeom>
            <a:solidFill>
              <a:srgbClr val="7C9AC5">
                <a:alpha val="50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5181600" y="4104640"/>
              <a:ext cx="1371600" cy="229870"/>
            </a:xfrm>
            <a:custGeom>
              <a:avLst/>
              <a:gdLst/>
              <a:ahLst/>
              <a:cxnLst/>
              <a:rect l="l" t="t" r="r" b="b"/>
              <a:pathLst>
                <a:path w="1371600" h="229870">
                  <a:moveTo>
                    <a:pt x="38100" y="0"/>
                  </a:moveTo>
                  <a:lnTo>
                    <a:pt x="24110" y="3274"/>
                  </a:lnTo>
                  <a:lnTo>
                    <a:pt x="11906" y="11906"/>
                  </a:lnTo>
                  <a:lnTo>
                    <a:pt x="3274" y="24110"/>
                  </a:lnTo>
                  <a:lnTo>
                    <a:pt x="0" y="38100"/>
                  </a:lnTo>
                  <a:lnTo>
                    <a:pt x="0" y="40501"/>
                  </a:lnTo>
                  <a:lnTo>
                    <a:pt x="0" y="57308"/>
                  </a:lnTo>
                  <a:lnTo>
                    <a:pt x="0" y="102929"/>
                  </a:lnTo>
                  <a:lnTo>
                    <a:pt x="0" y="191770"/>
                  </a:lnTo>
                  <a:lnTo>
                    <a:pt x="3274" y="205759"/>
                  </a:lnTo>
                  <a:lnTo>
                    <a:pt x="11906" y="217963"/>
                  </a:lnTo>
                  <a:lnTo>
                    <a:pt x="24110" y="226595"/>
                  </a:lnTo>
                  <a:lnTo>
                    <a:pt x="38100" y="229870"/>
                  </a:lnTo>
                  <a:lnTo>
                    <a:pt x="58340" y="229870"/>
                  </a:lnTo>
                  <a:lnTo>
                    <a:pt x="200025" y="229870"/>
                  </a:lnTo>
                  <a:lnTo>
                    <a:pt x="584596" y="229870"/>
                  </a:lnTo>
                  <a:lnTo>
                    <a:pt x="1333500" y="229870"/>
                  </a:lnTo>
                  <a:lnTo>
                    <a:pt x="1347489" y="226595"/>
                  </a:lnTo>
                  <a:lnTo>
                    <a:pt x="1359693" y="217963"/>
                  </a:lnTo>
                  <a:lnTo>
                    <a:pt x="1368325" y="205759"/>
                  </a:lnTo>
                  <a:lnTo>
                    <a:pt x="1371600" y="191770"/>
                  </a:lnTo>
                  <a:lnTo>
                    <a:pt x="1371600" y="189368"/>
                  </a:lnTo>
                  <a:lnTo>
                    <a:pt x="1371600" y="172561"/>
                  </a:lnTo>
                  <a:lnTo>
                    <a:pt x="1371600" y="126940"/>
                  </a:lnTo>
                  <a:lnTo>
                    <a:pt x="1371600" y="38100"/>
                  </a:lnTo>
                  <a:lnTo>
                    <a:pt x="1368325" y="24110"/>
                  </a:lnTo>
                  <a:lnTo>
                    <a:pt x="1359693" y="11906"/>
                  </a:lnTo>
                  <a:lnTo>
                    <a:pt x="1347489" y="3274"/>
                  </a:lnTo>
                  <a:lnTo>
                    <a:pt x="1333500" y="0"/>
                  </a:lnTo>
                  <a:lnTo>
                    <a:pt x="1313259" y="0"/>
                  </a:lnTo>
                  <a:lnTo>
                    <a:pt x="1171575" y="0"/>
                  </a:lnTo>
                  <a:lnTo>
                    <a:pt x="787003" y="0"/>
                  </a:lnTo>
                  <a:lnTo>
                    <a:pt x="38100" y="0"/>
                  </a:lnTo>
                  <a:close/>
                </a:path>
              </a:pathLst>
            </a:custGeom>
            <a:ln w="19048">
              <a:solidFill>
                <a:srgbClr val="7C9AC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" name="object 23"/>
          <p:cNvSpPr txBox="1"/>
          <p:nvPr/>
        </p:nvSpPr>
        <p:spPr>
          <a:xfrm>
            <a:off x="5623559" y="4121150"/>
            <a:ext cx="48895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10" dirty="0">
                <a:solidFill>
                  <a:srgbClr val="FFFFFF"/>
                </a:solidFill>
                <a:latin typeface="Arial"/>
                <a:cs typeface="Arial"/>
              </a:rPr>
              <a:t>Storage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828675" y="1743075"/>
            <a:ext cx="3676650" cy="3210560"/>
            <a:chOff x="828675" y="1743075"/>
            <a:chExt cx="3676650" cy="3210560"/>
          </a:xfrm>
        </p:grpSpPr>
        <p:sp>
          <p:nvSpPr>
            <p:cNvPr id="25" name="object 25"/>
            <p:cNvSpPr/>
            <p:nvPr/>
          </p:nvSpPr>
          <p:spPr>
            <a:xfrm>
              <a:off x="838200" y="1752600"/>
              <a:ext cx="3657600" cy="3191510"/>
            </a:xfrm>
            <a:custGeom>
              <a:avLst/>
              <a:gdLst/>
              <a:ahLst/>
              <a:cxnLst/>
              <a:rect l="l" t="t" r="r" b="b"/>
              <a:pathLst>
                <a:path w="3657600" h="3191510">
                  <a:moveTo>
                    <a:pt x="3448050" y="0"/>
                  </a:moveTo>
                  <a:lnTo>
                    <a:pt x="209550" y="0"/>
                  </a:lnTo>
                  <a:lnTo>
                    <a:pt x="189230" y="1270"/>
                  </a:lnTo>
                  <a:lnTo>
                    <a:pt x="151130" y="10160"/>
                  </a:lnTo>
                  <a:lnTo>
                    <a:pt x="114300" y="26670"/>
                  </a:lnTo>
                  <a:lnTo>
                    <a:pt x="80009" y="50800"/>
                  </a:lnTo>
                  <a:lnTo>
                    <a:pt x="50800" y="80010"/>
                  </a:lnTo>
                  <a:lnTo>
                    <a:pt x="26669" y="114300"/>
                  </a:lnTo>
                  <a:lnTo>
                    <a:pt x="10159" y="151129"/>
                  </a:lnTo>
                  <a:lnTo>
                    <a:pt x="1269" y="189229"/>
                  </a:lnTo>
                  <a:lnTo>
                    <a:pt x="0" y="209550"/>
                  </a:lnTo>
                  <a:lnTo>
                    <a:pt x="0" y="2981960"/>
                  </a:lnTo>
                  <a:lnTo>
                    <a:pt x="5080" y="3021330"/>
                  </a:lnTo>
                  <a:lnTo>
                    <a:pt x="17780" y="3059430"/>
                  </a:lnTo>
                  <a:lnTo>
                    <a:pt x="38100" y="3093720"/>
                  </a:lnTo>
                  <a:lnTo>
                    <a:pt x="64769" y="3125470"/>
                  </a:lnTo>
                  <a:lnTo>
                    <a:pt x="96519" y="3152140"/>
                  </a:lnTo>
                  <a:lnTo>
                    <a:pt x="132080" y="3173730"/>
                  </a:lnTo>
                  <a:lnTo>
                    <a:pt x="170180" y="3186430"/>
                  </a:lnTo>
                  <a:lnTo>
                    <a:pt x="209550" y="3191510"/>
                  </a:lnTo>
                  <a:lnTo>
                    <a:pt x="3448050" y="3191510"/>
                  </a:lnTo>
                  <a:lnTo>
                    <a:pt x="3487420" y="3186430"/>
                  </a:lnTo>
                  <a:lnTo>
                    <a:pt x="3525520" y="3173730"/>
                  </a:lnTo>
                  <a:lnTo>
                    <a:pt x="3561079" y="3152140"/>
                  </a:lnTo>
                  <a:lnTo>
                    <a:pt x="3592829" y="3125470"/>
                  </a:lnTo>
                  <a:lnTo>
                    <a:pt x="3619500" y="3093720"/>
                  </a:lnTo>
                  <a:lnTo>
                    <a:pt x="3639820" y="3059430"/>
                  </a:lnTo>
                  <a:lnTo>
                    <a:pt x="3653790" y="3021330"/>
                  </a:lnTo>
                  <a:lnTo>
                    <a:pt x="3657600" y="2981960"/>
                  </a:lnTo>
                  <a:lnTo>
                    <a:pt x="3657600" y="209550"/>
                  </a:lnTo>
                  <a:lnTo>
                    <a:pt x="3653790" y="170179"/>
                  </a:lnTo>
                  <a:lnTo>
                    <a:pt x="3639820" y="132079"/>
                  </a:lnTo>
                  <a:lnTo>
                    <a:pt x="3619500" y="96520"/>
                  </a:lnTo>
                  <a:lnTo>
                    <a:pt x="3592829" y="64770"/>
                  </a:lnTo>
                  <a:lnTo>
                    <a:pt x="3561079" y="38100"/>
                  </a:lnTo>
                  <a:lnTo>
                    <a:pt x="3525520" y="17779"/>
                  </a:lnTo>
                  <a:lnTo>
                    <a:pt x="3487420" y="5079"/>
                  </a:lnTo>
                  <a:lnTo>
                    <a:pt x="3448050" y="0"/>
                  </a:lnTo>
                  <a:close/>
                </a:path>
              </a:pathLst>
            </a:custGeom>
            <a:solidFill>
              <a:srgbClr val="CCEBFF">
                <a:alpha val="50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838200" y="1752600"/>
              <a:ext cx="3657600" cy="3191510"/>
            </a:xfrm>
            <a:custGeom>
              <a:avLst/>
              <a:gdLst/>
              <a:ahLst/>
              <a:cxnLst/>
              <a:rect l="l" t="t" r="r" b="b"/>
              <a:pathLst>
                <a:path w="3657600" h="3191510">
                  <a:moveTo>
                    <a:pt x="209550" y="0"/>
                  </a:moveTo>
                  <a:lnTo>
                    <a:pt x="164751" y="6076"/>
                  </a:lnTo>
                  <a:lnTo>
                    <a:pt x="121908" y="23104"/>
                  </a:lnTo>
                  <a:lnTo>
                    <a:pt x="82820" y="49285"/>
                  </a:lnTo>
                  <a:lnTo>
                    <a:pt x="49285" y="82820"/>
                  </a:lnTo>
                  <a:lnTo>
                    <a:pt x="23104" y="121908"/>
                  </a:lnTo>
                  <a:lnTo>
                    <a:pt x="6076" y="164751"/>
                  </a:lnTo>
                  <a:lnTo>
                    <a:pt x="0" y="209550"/>
                  </a:lnTo>
                  <a:lnTo>
                    <a:pt x="0" y="252868"/>
                  </a:lnTo>
                  <a:lnTo>
                    <a:pt x="0" y="556101"/>
                  </a:lnTo>
                  <a:lnTo>
                    <a:pt x="0" y="1379160"/>
                  </a:lnTo>
                  <a:lnTo>
                    <a:pt x="0" y="2981960"/>
                  </a:lnTo>
                  <a:lnTo>
                    <a:pt x="6076" y="3026358"/>
                  </a:lnTo>
                  <a:lnTo>
                    <a:pt x="23104" y="3069045"/>
                  </a:lnTo>
                  <a:lnTo>
                    <a:pt x="49285" y="3108156"/>
                  </a:lnTo>
                  <a:lnTo>
                    <a:pt x="82820" y="3141824"/>
                  </a:lnTo>
                  <a:lnTo>
                    <a:pt x="121908" y="3168183"/>
                  </a:lnTo>
                  <a:lnTo>
                    <a:pt x="164751" y="3185367"/>
                  </a:lnTo>
                  <a:lnTo>
                    <a:pt x="209550" y="3191510"/>
                  </a:lnTo>
                  <a:lnTo>
                    <a:pt x="260151" y="3191510"/>
                  </a:lnTo>
                  <a:lnTo>
                    <a:pt x="614362" y="3191510"/>
                  </a:lnTo>
                  <a:lnTo>
                    <a:pt x="1575792" y="3191510"/>
                  </a:lnTo>
                  <a:lnTo>
                    <a:pt x="3448050" y="3191510"/>
                  </a:lnTo>
                  <a:lnTo>
                    <a:pt x="3492848" y="3185367"/>
                  </a:lnTo>
                  <a:lnTo>
                    <a:pt x="3535691" y="3168183"/>
                  </a:lnTo>
                  <a:lnTo>
                    <a:pt x="3574779" y="3141824"/>
                  </a:lnTo>
                  <a:lnTo>
                    <a:pt x="3608314" y="3108156"/>
                  </a:lnTo>
                  <a:lnTo>
                    <a:pt x="3634495" y="3069045"/>
                  </a:lnTo>
                  <a:lnTo>
                    <a:pt x="3651523" y="3026358"/>
                  </a:lnTo>
                  <a:lnTo>
                    <a:pt x="3657600" y="2981960"/>
                  </a:lnTo>
                  <a:lnTo>
                    <a:pt x="3657600" y="2938641"/>
                  </a:lnTo>
                  <a:lnTo>
                    <a:pt x="3657600" y="2635408"/>
                  </a:lnTo>
                  <a:lnTo>
                    <a:pt x="3657600" y="1812349"/>
                  </a:lnTo>
                  <a:lnTo>
                    <a:pt x="3657600" y="209550"/>
                  </a:lnTo>
                  <a:lnTo>
                    <a:pt x="3651523" y="164751"/>
                  </a:lnTo>
                  <a:lnTo>
                    <a:pt x="3634495" y="121908"/>
                  </a:lnTo>
                  <a:lnTo>
                    <a:pt x="3608314" y="82820"/>
                  </a:lnTo>
                  <a:lnTo>
                    <a:pt x="3574779" y="49285"/>
                  </a:lnTo>
                  <a:lnTo>
                    <a:pt x="3535691" y="23104"/>
                  </a:lnTo>
                  <a:lnTo>
                    <a:pt x="3492848" y="6076"/>
                  </a:lnTo>
                  <a:lnTo>
                    <a:pt x="3448050" y="0"/>
                  </a:lnTo>
                  <a:lnTo>
                    <a:pt x="3397448" y="0"/>
                  </a:lnTo>
                  <a:lnTo>
                    <a:pt x="3043237" y="0"/>
                  </a:lnTo>
                  <a:lnTo>
                    <a:pt x="2081807" y="0"/>
                  </a:lnTo>
                  <a:lnTo>
                    <a:pt x="209550" y="0"/>
                  </a:lnTo>
                  <a:close/>
                </a:path>
              </a:pathLst>
            </a:custGeom>
            <a:ln w="19048">
              <a:solidFill>
                <a:srgbClr val="7C9AC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914400" y="1828800"/>
            <a:ext cx="3505200" cy="3048000"/>
          </a:xfrm>
          <a:prstGeom prst="rect">
            <a:avLst/>
          </a:prstGeom>
          <a:solidFill>
            <a:srgbClr val="FF0000">
              <a:alpha val="39999"/>
            </a:srgbClr>
          </a:solidFill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830"/>
              </a:spcBef>
            </a:pPr>
            <a:endParaRPr sz="1800">
              <a:latin typeface="Times New Roman"/>
              <a:cs typeface="Times New Roman"/>
            </a:endParaRPr>
          </a:p>
          <a:p>
            <a:pPr marL="863600" marR="855344" indent="146050">
              <a:lnSpc>
                <a:spcPts val="1870"/>
              </a:lnSpc>
              <a:spcBef>
                <a:spcPts val="5"/>
              </a:spcBef>
            </a:pPr>
            <a:r>
              <a:rPr sz="1800" b="1" spc="-10" dirty="0">
                <a:latin typeface="Arial"/>
                <a:cs typeface="Arial"/>
              </a:rPr>
              <a:t>RHEL3-</a:t>
            </a:r>
            <a:r>
              <a:rPr sz="1800" b="1" spc="-20" dirty="0">
                <a:latin typeface="Arial"/>
                <a:cs typeface="Arial"/>
              </a:rPr>
              <a:t>based </a:t>
            </a:r>
            <a:r>
              <a:rPr sz="1800" b="1" dirty="0">
                <a:latin typeface="Arial"/>
                <a:cs typeface="Arial"/>
              </a:rPr>
              <a:t>Service</a:t>
            </a:r>
            <a:r>
              <a:rPr sz="1800" b="1" spc="-45" dirty="0">
                <a:latin typeface="Arial"/>
                <a:cs typeface="Arial"/>
              </a:rPr>
              <a:t> </a:t>
            </a:r>
            <a:r>
              <a:rPr sz="1800" b="1" spc="-10" dirty="0">
                <a:latin typeface="Arial"/>
                <a:cs typeface="Arial"/>
              </a:rPr>
              <a:t>Console</a:t>
            </a:r>
            <a:endParaRPr sz="1800">
              <a:latin typeface="Arial"/>
              <a:cs typeface="Arial"/>
            </a:endParaRPr>
          </a:p>
        </p:txBody>
      </p:sp>
      <p:grpSp>
        <p:nvGrpSpPr>
          <p:cNvPr id="28" name="object 28"/>
          <p:cNvGrpSpPr/>
          <p:nvPr/>
        </p:nvGrpSpPr>
        <p:grpSpPr>
          <a:xfrm>
            <a:off x="5019675" y="3504565"/>
            <a:ext cx="1619250" cy="314960"/>
            <a:chOff x="5019675" y="3504565"/>
            <a:chExt cx="1619250" cy="314960"/>
          </a:xfrm>
        </p:grpSpPr>
        <p:sp>
          <p:nvSpPr>
            <p:cNvPr id="29" name="object 29"/>
            <p:cNvSpPr/>
            <p:nvPr/>
          </p:nvSpPr>
          <p:spPr>
            <a:xfrm>
              <a:off x="5029200" y="3514090"/>
              <a:ext cx="1600200" cy="295910"/>
            </a:xfrm>
            <a:custGeom>
              <a:avLst/>
              <a:gdLst/>
              <a:ahLst/>
              <a:cxnLst/>
              <a:rect l="l" t="t" r="r" b="b"/>
              <a:pathLst>
                <a:path w="1600200" h="295910">
                  <a:moveTo>
                    <a:pt x="1550670" y="0"/>
                  </a:moveTo>
                  <a:lnTo>
                    <a:pt x="48260" y="0"/>
                  </a:lnTo>
                  <a:lnTo>
                    <a:pt x="44450" y="1270"/>
                  </a:lnTo>
                  <a:lnTo>
                    <a:pt x="39370" y="1270"/>
                  </a:lnTo>
                  <a:lnTo>
                    <a:pt x="34289" y="2539"/>
                  </a:lnTo>
                  <a:lnTo>
                    <a:pt x="22860" y="10160"/>
                  </a:lnTo>
                  <a:lnTo>
                    <a:pt x="17779" y="12700"/>
                  </a:lnTo>
                  <a:lnTo>
                    <a:pt x="15239" y="16510"/>
                  </a:lnTo>
                  <a:lnTo>
                    <a:pt x="11429" y="19050"/>
                  </a:lnTo>
                  <a:lnTo>
                    <a:pt x="6350" y="26670"/>
                  </a:lnTo>
                  <a:lnTo>
                    <a:pt x="3810" y="31750"/>
                  </a:lnTo>
                  <a:lnTo>
                    <a:pt x="2539" y="35560"/>
                  </a:lnTo>
                  <a:lnTo>
                    <a:pt x="1270" y="40639"/>
                  </a:lnTo>
                  <a:lnTo>
                    <a:pt x="0" y="44450"/>
                  </a:lnTo>
                  <a:lnTo>
                    <a:pt x="0" y="251460"/>
                  </a:lnTo>
                  <a:lnTo>
                    <a:pt x="1270" y="255270"/>
                  </a:lnTo>
                  <a:lnTo>
                    <a:pt x="3810" y="265430"/>
                  </a:lnTo>
                  <a:lnTo>
                    <a:pt x="11429" y="276860"/>
                  </a:lnTo>
                  <a:lnTo>
                    <a:pt x="15239" y="280670"/>
                  </a:lnTo>
                  <a:lnTo>
                    <a:pt x="17779" y="284480"/>
                  </a:lnTo>
                  <a:lnTo>
                    <a:pt x="22860" y="287020"/>
                  </a:lnTo>
                  <a:lnTo>
                    <a:pt x="30479" y="292100"/>
                  </a:lnTo>
                  <a:lnTo>
                    <a:pt x="34289" y="293370"/>
                  </a:lnTo>
                  <a:lnTo>
                    <a:pt x="44450" y="295910"/>
                  </a:lnTo>
                  <a:lnTo>
                    <a:pt x="1555750" y="295910"/>
                  </a:lnTo>
                  <a:lnTo>
                    <a:pt x="1559559" y="294640"/>
                  </a:lnTo>
                  <a:lnTo>
                    <a:pt x="1564640" y="293370"/>
                  </a:lnTo>
                  <a:lnTo>
                    <a:pt x="1587500" y="276860"/>
                  </a:lnTo>
                  <a:lnTo>
                    <a:pt x="1591309" y="273050"/>
                  </a:lnTo>
                  <a:lnTo>
                    <a:pt x="1596390" y="265430"/>
                  </a:lnTo>
                  <a:lnTo>
                    <a:pt x="1598929" y="255270"/>
                  </a:lnTo>
                  <a:lnTo>
                    <a:pt x="1600200" y="251460"/>
                  </a:lnTo>
                  <a:lnTo>
                    <a:pt x="1600200" y="44450"/>
                  </a:lnTo>
                  <a:lnTo>
                    <a:pt x="1598929" y="40639"/>
                  </a:lnTo>
                  <a:lnTo>
                    <a:pt x="1597659" y="35560"/>
                  </a:lnTo>
                  <a:lnTo>
                    <a:pt x="1568450" y="5080"/>
                  </a:lnTo>
                  <a:lnTo>
                    <a:pt x="1564640" y="2539"/>
                  </a:lnTo>
                  <a:lnTo>
                    <a:pt x="1559559" y="1270"/>
                  </a:lnTo>
                  <a:lnTo>
                    <a:pt x="1555750" y="1270"/>
                  </a:lnTo>
                  <a:lnTo>
                    <a:pt x="1550670" y="0"/>
                  </a:lnTo>
                  <a:close/>
                </a:path>
              </a:pathLst>
            </a:custGeom>
            <a:solidFill>
              <a:srgbClr val="7C9AC5">
                <a:alpha val="50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5029200" y="3514090"/>
              <a:ext cx="1600200" cy="295910"/>
            </a:xfrm>
            <a:custGeom>
              <a:avLst/>
              <a:gdLst/>
              <a:ahLst/>
              <a:cxnLst/>
              <a:rect l="l" t="t" r="r" b="b"/>
              <a:pathLst>
                <a:path w="1600200" h="295910">
                  <a:moveTo>
                    <a:pt x="48260" y="0"/>
                  </a:moveTo>
                  <a:lnTo>
                    <a:pt x="30539" y="4345"/>
                  </a:lnTo>
                  <a:lnTo>
                    <a:pt x="15081" y="15716"/>
                  </a:lnTo>
                  <a:lnTo>
                    <a:pt x="4147" y="31611"/>
                  </a:lnTo>
                  <a:lnTo>
                    <a:pt x="0" y="49530"/>
                  </a:lnTo>
                  <a:lnTo>
                    <a:pt x="0" y="52605"/>
                  </a:lnTo>
                  <a:lnTo>
                    <a:pt x="0" y="74136"/>
                  </a:lnTo>
                  <a:lnTo>
                    <a:pt x="0" y="132576"/>
                  </a:lnTo>
                  <a:lnTo>
                    <a:pt x="0" y="246380"/>
                  </a:lnTo>
                  <a:lnTo>
                    <a:pt x="4147" y="264834"/>
                  </a:lnTo>
                  <a:lnTo>
                    <a:pt x="15081" y="280669"/>
                  </a:lnTo>
                  <a:lnTo>
                    <a:pt x="30539" y="291742"/>
                  </a:lnTo>
                  <a:lnTo>
                    <a:pt x="48260" y="295910"/>
                  </a:lnTo>
                  <a:lnTo>
                    <a:pt x="71735" y="295910"/>
                  </a:lnTo>
                  <a:lnTo>
                    <a:pt x="236061" y="295910"/>
                  </a:lnTo>
                  <a:lnTo>
                    <a:pt x="682089" y="295910"/>
                  </a:lnTo>
                  <a:lnTo>
                    <a:pt x="1550670" y="295910"/>
                  </a:lnTo>
                  <a:lnTo>
                    <a:pt x="1568588" y="291742"/>
                  </a:lnTo>
                  <a:lnTo>
                    <a:pt x="1584483" y="280670"/>
                  </a:lnTo>
                  <a:lnTo>
                    <a:pt x="1595854" y="264834"/>
                  </a:lnTo>
                  <a:lnTo>
                    <a:pt x="1600200" y="246380"/>
                  </a:lnTo>
                  <a:lnTo>
                    <a:pt x="1600200" y="243304"/>
                  </a:lnTo>
                  <a:lnTo>
                    <a:pt x="1600200" y="221773"/>
                  </a:lnTo>
                  <a:lnTo>
                    <a:pt x="1600200" y="163333"/>
                  </a:lnTo>
                  <a:lnTo>
                    <a:pt x="1600200" y="49530"/>
                  </a:lnTo>
                  <a:lnTo>
                    <a:pt x="1595854" y="31611"/>
                  </a:lnTo>
                  <a:lnTo>
                    <a:pt x="1584483" y="15716"/>
                  </a:lnTo>
                  <a:lnTo>
                    <a:pt x="1568588" y="4345"/>
                  </a:lnTo>
                  <a:lnTo>
                    <a:pt x="1550670" y="0"/>
                  </a:lnTo>
                  <a:lnTo>
                    <a:pt x="1527194" y="0"/>
                  </a:lnTo>
                  <a:lnTo>
                    <a:pt x="1362868" y="0"/>
                  </a:lnTo>
                  <a:lnTo>
                    <a:pt x="916840" y="0"/>
                  </a:lnTo>
                  <a:lnTo>
                    <a:pt x="48260" y="0"/>
                  </a:lnTo>
                  <a:close/>
                </a:path>
              </a:pathLst>
            </a:custGeom>
            <a:ln w="19048">
              <a:solidFill>
                <a:srgbClr val="7C9AC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1" name="object 31"/>
          <p:cNvSpPr txBox="1"/>
          <p:nvPr/>
        </p:nvSpPr>
        <p:spPr>
          <a:xfrm>
            <a:off x="5588000" y="3564890"/>
            <a:ext cx="485775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10" dirty="0">
                <a:solidFill>
                  <a:srgbClr val="FFFFFF"/>
                </a:solidFill>
                <a:latin typeface="Arial"/>
                <a:cs typeface="Arial"/>
              </a:rPr>
              <a:t>Helpers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32" name="object 32"/>
          <p:cNvGrpSpPr/>
          <p:nvPr/>
        </p:nvGrpSpPr>
        <p:grpSpPr>
          <a:xfrm>
            <a:off x="7296784" y="3571875"/>
            <a:ext cx="561340" cy="238760"/>
            <a:chOff x="7296784" y="3571875"/>
            <a:chExt cx="561340" cy="238760"/>
          </a:xfrm>
        </p:grpSpPr>
        <p:sp>
          <p:nvSpPr>
            <p:cNvPr id="33" name="object 33"/>
            <p:cNvSpPr/>
            <p:nvPr/>
          </p:nvSpPr>
          <p:spPr>
            <a:xfrm>
              <a:off x="7306309" y="3581400"/>
              <a:ext cx="542290" cy="219710"/>
            </a:xfrm>
            <a:custGeom>
              <a:avLst/>
              <a:gdLst/>
              <a:ahLst/>
              <a:cxnLst/>
              <a:rect l="l" t="t" r="r" b="b"/>
              <a:pathLst>
                <a:path w="542290" h="219710">
                  <a:moveTo>
                    <a:pt x="513080" y="0"/>
                  </a:moveTo>
                  <a:lnTo>
                    <a:pt x="35560" y="0"/>
                  </a:lnTo>
                  <a:lnTo>
                    <a:pt x="29210" y="0"/>
                  </a:lnTo>
                  <a:lnTo>
                    <a:pt x="25400" y="1270"/>
                  </a:lnTo>
                  <a:lnTo>
                    <a:pt x="22860" y="2539"/>
                  </a:lnTo>
                  <a:lnTo>
                    <a:pt x="19050" y="3810"/>
                  </a:lnTo>
                  <a:lnTo>
                    <a:pt x="13970" y="8889"/>
                  </a:lnTo>
                  <a:lnTo>
                    <a:pt x="10160" y="10160"/>
                  </a:lnTo>
                  <a:lnTo>
                    <a:pt x="8890" y="13970"/>
                  </a:lnTo>
                  <a:lnTo>
                    <a:pt x="3810" y="19050"/>
                  </a:lnTo>
                  <a:lnTo>
                    <a:pt x="2540" y="22860"/>
                  </a:lnTo>
                  <a:lnTo>
                    <a:pt x="1270" y="25400"/>
                  </a:lnTo>
                  <a:lnTo>
                    <a:pt x="0" y="29210"/>
                  </a:lnTo>
                  <a:lnTo>
                    <a:pt x="0" y="189230"/>
                  </a:lnTo>
                  <a:lnTo>
                    <a:pt x="1270" y="193039"/>
                  </a:lnTo>
                  <a:lnTo>
                    <a:pt x="2540" y="195580"/>
                  </a:lnTo>
                  <a:lnTo>
                    <a:pt x="3810" y="199389"/>
                  </a:lnTo>
                  <a:lnTo>
                    <a:pt x="8890" y="204469"/>
                  </a:lnTo>
                  <a:lnTo>
                    <a:pt x="10160" y="207010"/>
                  </a:lnTo>
                  <a:lnTo>
                    <a:pt x="13970" y="209550"/>
                  </a:lnTo>
                  <a:lnTo>
                    <a:pt x="19050" y="214630"/>
                  </a:lnTo>
                  <a:lnTo>
                    <a:pt x="22860" y="215900"/>
                  </a:lnTo>
                  <a:lnTo>
                    <a:pt x="25400" y="217169"/>
                  </a:lnTo>
                  <a:lnTo>
                    <a:pt x="29210" y="218439"/>
                  </a:lnTo>
                  <a:lnTo>
                    <a:pt x="31750" y="218439"/>
                  </a:lnTo>
                  <a:lnTo>
                    <a:pt x="35560" y="219710"/>
                  </a:lnTo>
                  <a:lnTo>
                    <a:pt x="505460" y="219710"/>
                  </a:lnTo>
                  <a:lnTo>
                    <a:pt x="509270" y="218439"/>
                  </a:lnTo>
                  <a:lnTo>
                    <a:pt x="513080" y="218439"/>
                  </a:lnTo>
                  <a:lnTo>
                    <a:pt x="515620" y="217169"/>
                  </a:lnTo>
                  <a:lnTo>
                    <a:pt x="523240" y="214630"/>
                  </a:lnTo>
                  <a:lnTo>
                    <a:pt x="538480" y="199389"/>
                  </a:lnTo>
                  <a:lnTo>
                    <a:pt x="539750" y="195580"/>
                  </a:lnTo>
                  <a:lnTo>
                    <a:pt x="541020" y="193039"/>
                  </a:lnTo>
                  <a:lnTo>
                    <a:pt x="542290" y="189230"/>
                  </a:lnTo>
                  <a:lnTo>
                    <a:pt x="542290" y="29210"/>
                  </a:lnTo>
                  <a:lnTo>
                    <a:pt x="541020" y="25400"/>
                  </a:lnTo>
                  <a:lnTo>
                    <a:pt x="539750" y="22860"/>
                  </a:lnTo>
                  <a:lnTo>
                    <a:pt x="538480" y="19050"/>
                  </a:lnTo>
                  <a:lnTo>
                    <a:pt x="533400" y="13970"/>
                  </a:lnTo>
                  <a:lnTo>
                    <a:pt x="530860" y="10160"/>
                  </a:lnTo>
                  <a:lnTo>
                    <a:pt x="528320" y="8889"/>
                  </a:lnTo>
                  <a:lnTo>
                    <a:pt x="523240" y="3810"/>
                  </a:lnTo>
                  <a:lnTo>
                    <a:pt x="515620" y="1270"/>
                  </a:lnTo>
                  <a:lnTo>
                    <a:pt x="513080" y="0"/>
                  </a:lnTo>
                  <a:close/>
                </a:path>
              </a:pathLst>
            </a:custGeom>
            <a:solidFill>
              <a:srgbClr val="7C9AC5">
                <a:alpha val="50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7306309" y="3581400"/>
              <a:ext cx="542290" cy="219710"/>
            </a:xfrm>
            <a:custGeom>
              <a:avLst/>
              <a:gdLst/>
              <a:ahLst/>
              <a:cxnLst/>
              <a:rect l="l" t="t" r="r" b="b"/>
              <a:pathLst>
                <a:path w="542290" h="219710">
                  <a:moveTo>
                    <a:pt x="35560" y="0"/>
                  </a:moveTo>
                  <a:lnTo>
                    <a:pt x="22502" y="3055"/>
                  </a:lnTo>
                  <a:lnTo>
                    <a:pt x="11112" y="11112"/>
                  </a:lnTo>
                  <a:lnTo>
                    <a:pt x="3055" y="22502"/>
                  </a:lnTo>
                  <a:lnTo>
                    <a:pt x="0" y="35560"/>
                  </a:lnTo>
                  <a:lnTo>
                    <a:pt x="0" y="37861"/>
                  </a:lnTo>
                  <a:lnTo>
                    <a:pt x="0" y="53975"/>
                  </a:lnTo>
                  <a:lnTo>
                    <a:pt x="0" y="97710"/>
                  </a:lnTo>
                  <a:lnTo>
                    <a:pt x="0" y="182880"/>
                  </a:lnTo>
                  <a:lnTo>
                    <a:pt x="3055" y="196135"/>
                  </a:lnTo>
                  <a:lnTo>
                    <a:pt x="11112" y="207962"/>
                  </a:lnTo>
                  <a:lnTo>
                    <a:pt x="22502" y="216455"/>
                  </a:lnTo>
                  <a:lnTo>
                    <a:pt x="35560" y="219710"/>
                  </a:lnTo>
                  <a:lnTo>
                    <a:pt x="42902" y="219710"/>
                  </a:lnTo>
                  <a:lnTo>
                    <a:pt x="94297" y="219710"/>
                  </a:lnTo>
                  <a:lnTo>
                    <a:pt x="233799" y="219710"/>
                  </a:lnTo>
                  <a:lnTo>
                    <a:pt x="505460" y="219710"/>
                  </a:lnTo>
                  <a:lnTo>
                    <a:pt x="519251" y="216455"/>
                  </a:lnTo>
                  <a:lnTo>
                    <a:pt x="531018" y="207962"/>
                  </a:lnTo>
                  <a:lnTo>
                    <a:pt x="539214" y="196135"/>
                  </a:lnTo>
                  <a:lnTo>
                    <a:pt x="542290" y="182880"/>
                  </a:lnTo>
                  <a:lnTo>
                    <a:pt x="542290" y="180578"/>
                  </a:lnTo>
                  <a:lnTo>
                    <a:pt x="542290" y="164464"/>
                  </a:lnTo>
                  <a:lnTo>
                    <a:pt x="542290" y="120729"/>
                  </a:lnTo>
                  <a:lnTo>
                    <a:pt x="542290" y="35560"/>
                  </a:lnTo>
                  <a:lnTo>
                    <a:pt x="539214" y="22502"/>
                  </a:lnTo>
                  <a:lnTo>
                    <a:pt x="531018" y="11112"/>
                  </a:lnTo>
                  <a:lnTo>
                    <a:pt x="519251" y="3055"/>
                  </a:lnTo>
                  <a:lnTo>
                    <a:pt x="505460" y="0"/>
                  </a:lnTo>
                  <a:lnTo>
                    <a:pt x="498117" y="0"/>
                  </a:lnTo>
                  <a:lnTo>
                    <a:pt x="446722" y="0"/>
                  </a:lnTo>
                  <a:lnTo>
                    <a:pt x="307220" y="0"/>
                  </a:lnTo>
                  <a:lnTo>
                    <a:pt x="35560" y="0"/>
                  </a:lnTo>
                  <a:close/>
                </a:path>
              </a:pathLst>
            </a:custGeom>
            <a:ln w="19048">
              <a:solidFill>
                <a:srgbClr val="7C9AC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5" name="object 35"/>
          <p:cNvSpPr txBox="1"/>
          <p:nvPr/>
        </p:nvSpPr>
        <p:spPr>
          <a:xfrm>
            <a:off x="7419340" y="3591559"/>
            <a:ext cx="316865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25" dirty="0">
                <a:solidFill>
                  <a:srgbClr val="FFFFFF"/>
                </a:solidFill>
                <a:latin typeface="Arial"/>
                <a:cs typeface="Arial"/>
              </a:rPr>
              <a:t>VMM</a:t>
            </a:r>
            <a:endParaRPr sz="1000">
              <a:latin typeface="Arial"/>
              <a:cs typeface="Arial"/>
            </a:endParaRPr>
          </a:p>
        </p:txBody>
      </p:sp>
      <p:sp>
        <p:nvSpPr>
          <p:cNvPr id="36" name="object 36"/>
          <p:cNvSpPr/>
          <p:nvPr/>
        </p:nvSpPr>
        <p:spPr>
          <a:xfrm>
            <a:off x="1066800" y="1295400"/>
            <a:ext cx="953769" cy="304800"/>
          </a:xfrm>
          <a:custGeom>
            <a:avLst/>
            <a:gdLst/>
            <a:ahLst/>
            <a:cxnLst/>
            <a:rect l="l" t="t" r="r" b="b"/>
            <a:pathLst>
              <a:path w="953769" h="304800">
                <a:moveTo>
                  <a:pt x="911860" y="0"/>
                </a:moveTo>
                <a:lnTo>
                  <a:pt x="50800" y="0"/>
                </a:lnTo>
                <a:lnTo>
                  <a:pt x="40640" y="0"/>
                </a:lnTo>
                <a:lnTo>
                  <a:pt x="36830" y="2539"/>
                </a:lnTo>
                <a:lnTo>
                  <a:pt x="6350" y="26670"/>
                </a:lnTo>
                <a:lnTo>
                  <a:pt x="2540" y="36829"/>
                </a:lnTo>
                <a:lnTo>
                  <a:pt x="0" y="40639"/>
                </a:lnTo>
                <a:lnTo>
                  <a:pt x="0" y="262889"/>
                </a:lnTo>
                <a:lnTo>
                  <a:pt x="2540" y="267970"/>
                </a:lnTo>
                <a:lnTo>
                  <a:pt x="3809" y="271779"/>
                </a:lnTo>
                <a:lnTo>
                  <a:pt x="6350" y="276860"/>
                </a:lnTo>
                <a:lnTo>
                  <a:pt x="11430" y="284479"/>
                </a:lnTo>
                <a:lnTo>
                  <a:pt x="15240" y="289560"/>
                </a:lnTo>
                <a:lnTo>
                  <a:pt x="19050" y="292100"/>
                </a:lnTo>
                <a:lnTo>
                  <a:pt x="22859" y="295910"/>
                </a:lnTo>
                <a:lnTo>
                  <a:pt x="26669" y="298450"/>
                </a:lnTo>
                <a:lnTo>
                  <a:pt x="31750" y="300989"/>
                </a:lnTo>
                <a:lnTo>
                  <a:pt x="36830" y="302260"/>
                </a:lnTo>
                <a:lnTo>
                  <a:pt x="40640" y="303529"/>
                </a:lnTo>
                <a:lnTo>
                  <a:pt x="45719" y="304800"/>
                </a:lnTo>
                <a:lnTo>
                  <a:pt x="908050" y="304800"/>
                </a:lnTo>
                <a:lnTo>
                  <a:pt x="911860" y="303529"/>
                </a:lnTo>
                <a:lnTo>
                  <a:pt x="922019" y="300989"/>
                </a:lnTo>
                <a:lnTo>
                  <a:pt x="925830" y="298450"/>
                </a:lnTo>
                <a:lnTo>
                  <a:pt x="930910" y="295910"/>
                </a:lnTo>
                <a:lnTo>
                  <a:pt x="934719" y="292100"/>
                </a:lnTo>
                <a:lnTo>
                  <a:pt x="938530" y="289560"/>
                </a:lnTo>
                <a:lnTo>
                  <a:pt x="941069" y="284479"/>
                </a:lnTo>
                <a:lnTo>
                  <a:pt x="944880" y="280670"/>
                </a:lnTo>
                <a:lnTo>
                  <a:pt x="947419" y="276860"/>
                </a:lnTo>
                <a:lnTo>
                  <a:pt x="949960" y="271779"/>
                </a:lnTo>
                <a:lnTo>
                  <a:pt x="951230" y="267970"/>
                </a:lnTo>
                <a:lnTo>
                  <a:pt x="953769" y="262889"/>
                </a:lnTo>
                <a:lnTo>
                  <a:pt x="953769" y="40639"/>
                </a:lnTo>
                <a:lnTo>
                  <a:pt x="951230" y="36829"/>
                </a:lnTo>
                <a:lnTo>
                  <a:pt x="949960" y="31750"/>
                </a:lnTo>
                <a:lnTo>
                  <a:pt x="947419" y="26670"/>
                </a:lnTo>
                <a:lnTo>
                  <a:pt x="944880" y="22860"/>
                </a:lnTo>
                <a:lnTo>
                  <a:pt x="941069" y="19050"/>
                </a:lnTo>
                <a:lnTo>
                  <a:pt x="938530" y="15239"/>
                </a:lnTo>
                <a:lnTo>
                  <a:pt x="934719" y="11429"/>
                </a:lnTo>
                <a:lnTo>
                  <a:pt x="930910" y="8889"/>
                </a:lnTo>
                <a:lnTo>
                  <a:pt x="925830" y="6350"/>
                </a:lnTo>
                <a:lnTo>
                  <a:pt x="922019" y="3810"/>
                </a:lnTo>
                <a:lnTo>
                  <a:pt x="916939" y="2539"/>
                </a:lnTo>
                <a:lnTo>
                  <a:pt x="911860" y="0"/>
                </a:lnTo>
                <a:close/>
              </a:path>
            </a:pathLst>
          </a:custGeom>
          <a:solidFill>
            <a:srgbClr val="7EC21B">
              <a:alpha val="50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 txBox="1"/>
          <p:nvPr/>
        </p:nvSpPr>
        <p:spPr>
          <a:xfrm>
            <a:off x="1367789" y="1357629"/>
            <a:ext cx="350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spc="-10" dirty="0">
                <a:latin typeface="Arial"/>
                <a:cs typeface="Arial"/>
              </a:rPr>
              <a:t>Agent</a:t>
            </a:r>
            <a:endParaRPr sz="900">
              <a:latin typeface="Arial"/>
              <a:cs typeface="Arial"/>
            </a:endParaRPr>
          </a:p>
        </p:txBody>
      </p:sp>
      <p:sp>
        <p:nvSpPr>
          <p:cNvPr id="38" name="object 38"/>
          <p:cNvSpPr/>
          <p:nvPr/>
        </p:nvSpPr>
        <p:spPr>
          <a:xfrm>
            <a:off x="2286000" y="1295400"/>
            <a:ext cx="953769" cy="304800"/>
          </a:xfrm>
          <a:custGeom>
            <a:avLst/>
            <a:gdLst/>
            <a:ahLst/>
            <a:cxnLst/>
            <a:rect l="l" t="t" r="r" b="b"/>
            <a:pathLst>
              <a:path w="953769" h="304800">
                <a:moveTo>
                  <a:pt x="913130" y="0"/>
                </a:moveTo>
                <a:lnTo>
                  <a:pt x="50800" y="0"/>
                </a:lnTo>
                <a:lnTo>
                  <a:pt x="41910" y="0"/>
                </a:lnTo>
                <a:lnTo>
                  <a:pt x="36830" y="2539"/>
                </a:lnTo>
                <a:lnTo>
                  <a:pt x="31750" y="3810"/>
                </a:lnTo>
                <a:lnTo>
                  <a:pt x="27939" y="6350"/>
                </a:lnTo>
                <a:lnTo>
                  <a:pt x="22860" y="8889"/>
                </a:lnTo>
                <a:lnTo>
                  <a:pt x="19050" y="11429"/>
                </a:lnTo>
                <a:lnTo>
                  <a:pt x="15239" y="15239"/>
                </a:lnTo>
                <a:lnTo>
                  <a:pt x="12700" y="19050"/>
                </a:lnTo>
                <a:lnTo>
                  <a:pt x="8889" y="22860"/>
                </a:lnTo>
                <a:lnTo>
                  <a:pt x="6350" y="26670"/>
                </a:lnTo>
                <a:lnTo>
                  <a:pt x="3810" y="31750"/>
                </a:lnTo>
                <a:lnTo>
                  <a:pt x="2539" y="36829"/>
                </a:lnTo>
                <a:lnTo>
                  <a:pt x="1269" y="40639"/>
                </a:lnTo>
                <a:lnTo>
                  <a:pt x="0" y="45720"/>
                </a:lnTo>
                <a:lnTo>
                  <a:pt x="0" y="257810"/>
                </a:lnTo>
                <a:lnTo>
                  <a:pt x="12700" y="284479"/>
                </a:lnTo>
                <a:lnTo>
                  <a:pt x="15239" y="289560"/>
                </a:lnTo>
                <a:lnTo>
                  <a:pt x="19050" y="292100"/>
                </a:lnTo>
                <a:lnTo>
                  <a:pt x="22860" y="295910"/>
                </a:lnTo>
                <a:lnTo>
                  <a:pt x="27939" y="298450"/>
                </a:lnTo>
                <a:lnTo>
                  <a:pt x="31750" y="300989"/>
                </a:lnTo>
                <a:lnTo>
                  <a:pt x="41910" y="303529"/>
                </a:lnTo>
                <a:lnTo>
                  <a:pt x="45719" y="304800"/>
                </a:lnTo>
                <a:lnTo>
                  <a:pt x="908050" y="304800"/>
                </a:lnTo>
                <a:lnTo>
                  <a:pt x="913130" y="303529"/>
                </a:lnTo>
                <a:lnTo>
                  <a:pt x="916939" y="302260"/>
                </a:lnTo>
                <a:lnTo>
                  <a:pt x="922019" y="300989"/>
                </a:lnTo>
                <a:lnTo>
                  <a:pt x="925830" y="298450"/>
                </a:lnTo>
                <a:lnTo>
                  <a:pt x="930910" y="295910"/>
                </a:lnTo>
                <a:lnTo>
                  <a:pt x="934719" y="292100"/>
                </a:lnTo>
                <a:lnTo>
                  <a:pt x="951230" y="267970"/>
                </a:lnTo>
                <a:lnTo>
                  <a:pt x="953769" y="262889"/>
                </a:lnTo>
                <a:lnTo>
                  <a:pt x="953769" y="40639"/>
                </a:lnTo>
                <a:lnTo>
                  <a:pt x="951230" y="36829"/>
                </a:lnTo>
                <a:lnTo>
                  <a:pt x="949960" y="31750"/>
                </a:lnTo>
                <a:lnTo>
                  <a:pt x="925830" y="6350"/>
                </a:lnTo>
                <a:lnTo>
                  <a:pt x="922019" y="3810"/>
                </a:lnTo>
                <a:lnTo>
                  <a:pt x="916939" y="2539"/>
                </a:lnTo>
                <a:lnTo>
                  <a:pt x="913130" y="0"/>
                </a:lnTo>
                <a:close/>
              </a:path>
            </a:pathLst>
          </a:custGeom>
          <a:solidFill>
            <a:srgbClr val="7EC21B">
              <a:alpha val="50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 txBox="1"/>
          <p:nvPr/>
        </p:nvSpPr>
        <p:spPr>
          <a:xfrm>
            <a:off x="2588260" y="1357629"/>
            <a:ext cx="350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spc="-10" dirty="0">
                <a:latin typeface="Arial"/>
                <a:cs typeface="Arial"/>
              </a:rPr>
              <a:t>Agent</a:t>
            </a:r>
            <a:endParaRPr sz="900">
              <a:latin typeface="Arial"/>
              <a:cs typeface="Arial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2105660" y="1353820"/>
            <a:ext cx="15240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50" dirty="0">
                <a:latin typeface="Arial"/>
                <a:cs typeface="Arial"/>
              </a:rPr>
              <a:t>…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41" name="object 41"/>
          <p:cNvGrpSpPr/>
          <p:nvPr/>
        </p:nvGrpSpPr>
        <p:grpSpPr>
          <a:xfrm>
            <a:off x="6696075" y="3571875"/>
            <a:ext cx="552450" cy="238760"/>
            <a:chOff x="6696075" y="3571875"/>
            <a:chExt cx="552450" cy="238760"/>
          </a:xfrm>
        </p:grpSpPr>
        <p:sp>
          <p:nvSpPr>
            <p:cNvPr id="42" name="object 42"/>
            <p:cNvSpPr/>
            <p:nvPr/>
          </p:nvSpPr>
          <p:spPr>
            <a:xfrm>
              <a:off x="6705600" y="3581400"/>
              <a:ext cx="533400" cy="219710"/>
            </a:xfrm>
            <a:custGeom>
              <a:avLst/>
              <a:gdLst/>
              <a:ahLst/>
              <a:cxnLst/>
              <a:rect l="l" t="t" r="r" b="b"/>
              <a:pathLst>
                <a:path w="533400" h="219710">
                  <a:moveTo>
                    <a:pt x="502920" y="0"/>
                  </a:moveTo>
                  <a:lnTo>
                    <a:pt x="35559" y="0"/>
                  </a:lnTo>
                  <a:lnTo>
                    <a:pt x="29209" y="0"/>
                  </a:lnTo>
                  <a:lnTo>
                    <a:pt x="26670" y="1270"/>
                  </a:lnTo>
                  <a:lnTo>
                    <a:pt x="19050" y="3810"/>
                  </a:lnTo>
                  <a:lnTo>
                    <a:pt x="13970" y="8889"/>
                  </a:lnTo>
                  <a:lnTo>
                    <a:pt x="11429" y="10160"/>
                  </a:lnTo>
                  <a:lnTo>
                    <a:pt x="8890" y="13970"/>
                  </a:lnTo>
                  <a:lnTo>
                    <a:pt x="3809" y="19050"/>
                  </a:lnTo>
                  <a:lnTo>
                    <a:pt x="2540" y="22860"/>
                  </a:lnTo>
                  <a:lnTo>
                    <a:pt x="1270" y="25400"/>
                  </a:lnTo>
                  <a:lnTo>
                    <a:pt x="0" y="29210"/>
                  </a:lnTo>
                  <a:lnTo>
                    <a:pt x="0" y="189230"/>
                  </a:lnTo>
                  <a:lnTo>
                    <a:pt x="1270" y="193039"/>
                  </a:lnTo>
                  <a:lnTo>
                    <a:pt x="2540" y="195580"/>
                  </a:lnTo>
                  <a:lnTo>
                    <a:pt x="3809" y="199389"/>
                  </a:lnTo>
                  <a:lnTo>
                    <a:pt x="19050" y="214630"/>
                  </a:lnTo>
                  <a:lnTo>
                    <a:pt x="26670" y="217169"/>
                  </a:lnTo>
                  <a:lnTo>
                    <a:pt x="29209" y="218439"/>
                  </a:lnTo>
                  <a:lnTo>
                    <a:pt x="33020" y="218439"/>
                  </a:lnTo>
                  <a:lnTo>
                    <a:pt x="35559" y="219710"/>
                  </a:lnTo>
                  <a:lnTo>
                    <a:pt x="496570" y="219710"/>
                  </a:lnTo>
                  <a:lnTo>
                    <a:pt x="500379" y="218439"/>
                  </a:lnTo>
                  <a:lnTo>
                    <a:pt x="502920" y="218439"/>
                  </a:lnTo>
                  <a:lnTo>
                    <a:pt x="506729" y="217169"/>
                  </a:lnTo>
                  <a:lnTo>
                    <a:pt x="509270" y="215900"/>
                  </a:lnTo>
                  <a:lnTo>
                    <a:pt x="513079" y="214630"/>
                  </a:lnTo>
                  <a:lnTo>
                    <a:pt x="516890" y="212089"/>
                  </a:lnTo>
                  <a:lnTo>
                    <a:pt x="527050" y="201930"/>
                  </a:lnTo>
                  <a:lnTo>
                    <a:pt x="528320" y="199389"/>
                  </a:lnTo>
                  <a:lnTo>
                    <a:pt x="529590" y="195580"/>
                  </a:lnTo>
                  <a:lnTo>
                    <a:pt x="530859" y="193039"/>
                  </a:lnTo>
                  <a:lnTo>
                    <a:pt x="533400" y="185419"/>
                  </a:lnTo>
                  <a:lnTo>
                    <a:pt x="533400" y="31750"/>
                  </a:lnTo>
                  <a:lnTo>
                    <a:pt x="532129" y="29210"/>
                  </a:lnTo>
                  <a:lnTo>
                    <a:pt x="530859" y="25400"/>
                  </a:lnTo>
                  <a:lnTo>
                    <a:pt x="529590" y="22860"/>
                  </a:lnTo>
                  <a:lnTo>
                    <a:pt x="528320" y="19050"/>
                  </a:lnTo>
                  <a:lnTo>
                    <a:pt x="527050" y="16510"/>
                  </a:lnTo>
                  <a:lnTo>
                    <a:pt x="524509" y="13970"/>
                  </a:lnTo>
                  <a:lnTo>
                    <a:pt x="521970" y="10160"/>
                  </a:lnTo>
                  <a:lnTo>
                    <a:pt x="519429" y="8889"/>
                  </a:lnTo>
                  <a:lnTo>
                    <a:pt x="516890" y="6350"/>
                  </a:lnTo>
                  <a:lnTo>
                    <a:pt x="513079" y="3810"/>
                  </a:lnTo>
                  <a:lnTo>
                    <a:pt x="509270" y="2539"/>
                  </a:lnTo>
                  <a:lnTo>
                    <a:pt x="506729" y="1270"/>
                  </a:lnTo>
                  <a:lnTo>
                    <a:pt x="502920" y="0"/>
                  </a:lnTo>
                  <a:close/>
                </a:path>
              </a:pathLst>
            </a:custGeom>
            <a:solidFill>
              <a:srgbClr val="7C9AC5">
                <a:alpha val="50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6705600" y="3581400"/>
              <a:ext cx="533400" cy="219710"/>
            </a:xfrm>
            <a:custGeom>
              <a:avLst/>
              <a:gdLst/>
              <a:ahLst/>
              <a:cxnLst/>
              <a:rect l="l" t="t" r="r" b="b"/>
              <a:pathLst>
                <a:path w="533400" h="219710">
                  <a:moveTo>
                    <a:pt x="35559" y="0"/>
                  </a:moveTo>
                  <a:lnTo>
                    <a:pt x="22502" y="3055"/>
                  </a:lnTo>
                  <a:lnTo>
                    <a:pt x="11112" y="11112"/>
                  </a:lnTo>
                  <a:lnTo>
                    <a:pt x="3055" y="22502"/>
                  </a:lnTo>
                  <a:lnTo>
                    <a:pt x="0" y="35560"/>
                  </a:lnTo>
                  <a:lnTo>
                    <a:pt x="0" y="37861"/>
                  </a:lnTo>
                  <a:lnTo>
                    <a:pt x="0" y="53975"/>
                  </a:lnTo>
                  <a:lnTo>
                    <a:pt x="0" y="97710"/>
                  </a:lnTo>
                  <a:lnTo>
                    <a:pt x="0" y="182880"/>
                  </a:lnTo>
                  <a:lnTo>
                    <a:pt x="3055" y="196135"/>
                  </a:lnTo>
                  <a:lnTo>
                    <a:pt x="11112" y="207962"/>
                  </a:lnTo>
                  <a:lnTo>
                    <a:pt x="22502" y="216455"/>
                  </a:lnTo>
                  <a:lnTo>
                    <a:pt x="35559" y="219710"/>
                  </a:lnTo>
                  <a:lnTo>
                    <a:pt x="42763" y="219710"/>
                  </a:lnTo>
                  <a:lnTo>
                    <a:pt x="93186" y="219710"/>
                  </a:lnTo>
                  <a:lnTo>
                    <a:pt x="230048" y="219710"/>
                  </a:lnTo>
                  <a:lnTo>
                    <a:pt x="496570" y="219710"/>
                  </a:lnTo>
                  <a:lnTo>
                    <a:pt x="509825" y="216455"/>
                  </a:lnTo>
                  <a:lnTo>
                    <a:pt x="521652" y="207962"/>
                  </a:lnTo>
                  <a:lnTo>
                    <a:pt x="530145" y="196135"/>
                  </a:lnTo>
                  <a:lnTo>
                    <a:pt x="533400" y="182880"/>
                  </a:lnTo>
                  <a:lnTo>
                    <a:pt x="533400" y="180578"/>
                  </a:lnTo>
                  <a:lnTo>
                    <a:pt x="533400" y="164464"/>
                  </a:lnTo>
                  <a:lnTo>
                    <a:pt x="533400" y="120729"/>
                  </a:lnTo>
                  <a:lnTo>
                    <a:pt x="533400" y="35560"/>
                  </a:lnTo>
                  <a:lnTo>
                    <a:pt x="530145" y="22502"/>
                  </a:lnTo>
                  <a:lnTo>
                    <a:pt x="521652" y="11112"/>
                  </a:lnTo>
                  <a:lnTo>
                    <a:pt x="509825" y="3055"/>
                  </a:lnTo>
                  <a:lnTo>
                    <a:pt x="496570" y="0"/>
                  </a:lnTo>
                  <a:lnTo>
                    <a:pt x="489366" y="0"/>
                  </a:lnTo>
                  <a:lnTo>
                    <a:pt x="438943" y="0"/>
                  </a:lnTo>
                  <a:lnTo>
                    <a:pt x="302081" y="0"/>
                  </a:lnTo>
                  <a:lnTo>
                    <a:pt x="35559" y="0"/>
                  </a:lnTo>
                  <a:close/>
                </a:path>
              </a:pathLst>
            </a:custGeom>
            <a:ln w="19048">
              <a:solidFill>
                <a:srgbClr val="7C9AC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4" name="object 44"/>
          <p:cNvSpPr txBox="1"/>
          <p:nvPr/>
        </p:nvSpPr>
        <p:spPr>
          <a:xfrm>
            <a:off x="6814819" y="3591559"/>
            <a:ext cx="316865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25" dirty="0">
                <a:solidFill>
                  <a:srgbClr val="FFFFFF"/>
                </a:solidFill>
                <a:latin typeface="Arial"/>
                <a:cs typeface="Arial"/>
              </a:rPr>
              <a:t>VMM</a:t>
            </a:r>
            <a:endParaRPr sz="1000">
              <a:latin typeface="Arial"/>
              <a:cs typeface="Arial"/>
            </a:endParaRPr>
          </a:p>
        </p:txBody>
      </p:sp>
      <p:sp>
        <p:nvSpPr>
          <p:cNvPr id="45" name="object 45"/>
          <p:cNvSpPr/>
          <p:nvPr/>
        </p:nvSpPr>
        <p:spPr>
          <a:xfrm>
            <a:off x="838200" y="4953000"/>
            <a:ext cx="7620000" cy="304800"/>
          </a:xfrm>
          <a:custGeom>
            <a:avLst/>
            <a:gdLst/>
            <a:ahLst/>
            <a:cxnLst/>
            <a:rect l="l" t="t" r="r" b="b"/>
            <a:pathLst>
              <a:path w="7620000" h="304800">
                <a:moveTo>
                  <a:pt x="7620000" y="76200"/>
                </a:moveTo>
                <a:lnTo>
                  <a:pt x="7588231" y="123852"/>
                </a:lnTo>
                <a:lnTo>
                  <a:pt x="7552319" y="145179"/>
                </a:lnTo>
                <a:lnTo>
                  <a:pt x="7506433" y="163507"/>
                </a:lnTo>
                <a:lnTo>
                  <a:pt x="7453104" y="177837"/>
                </a:lnTo>
                <a:lnTo>
                  <a:pt x="7394865" y="187167"/>
                </a:lnTo>
                <a:lnTo>
                  <a:pt x="7334250" y="190500"/>
                </a:lnTo>
                <a:lnTo>
                  <a:pt x="7316192" y="190500"/>
                </a:lnTo>
                <a:lnTo>
                  <a:pt x="7189787" y="190500"/>
                </a:lnTo>
                <a:lnTo>
                  <a:pt x="6846689" y="190500"/>
                </a:lnTo>
                <a:lnTo>
                  <a:pt x="6178550" y="190500"/>
                </a:lnTo>
                <a:lnTo>
                  <a:pt x="6117534" y="193832"/>
                </a:lnTo>
                <a:lnTo>
                  <a:pt x="6059140" y="203162"/>
                </a:lnTo>
                <a:lnTo>
                  <a:pt x="6005833" y="217492"/>
                </a:lnTo>
                <a:lnTo>
                  <a:pt x="5960080" y="235820"/>
                </a:lnTo>
                <a:lnTo>
                  <a:pt x="5924346" y="257147"/>
                </a:lnTo>
                <a:lnTo>
                  <a:pt x="5892800" y="304800"/>
                </a:lnTo>
                <a:lnTo>
                  <a:pt x="5884435" y="280473"/>
                </a:lnTo>
                <a:lnTo>
                  <a:pt x="5825119" y="235820"/>
                </a:lnTo>
                <a:lnTo>
                  <a:pt x="5779233" y="217492"/>
                </a:lnTo>
                <a:lnTo>
                  <a:pt x="5725904" y="203162"/>
                </a:lnTo>
                <a:lnTo>
                  <a:pt x="5667665" y="193832"/>
                </a:lnTo>
                <a:lnTo>
                  <a:pt x="5607050" y="190500"/>
                </a:lnTo>
                <a:lnTo>
                  <a:pt x="5589389" y="190500"/>
                </a:lnTo>
                <a:lnTo>
                  <a:pt x="5465762" y="190500"/>
                </a:lnTo>
                <a:lnTo>
                  <a:pt x="5130204" y="190500"/>
                </a:lnTo>
                <a:lnTo>
                  <a:pt x="4476750" y="190500"/>
                </a:lnTo>
                <a:lnTo>
                  <a:pt x="4415664" y="187167"/>
                </a:lnTo>
                <a:lnTo>
                  <a:pt x="4357088" y="177837"/>
                </a:lnTo>
                <a:lnTo>
                  <a:pt x="4303533" y="163507"/>
                </a:lnTo>
                <a:lnTo>
                  <a:pt x="4257510" y="145179"/>
                </a:lnTo>
                <a:lnTo>
                  <a:pt x="4221528" y="123852"/>
                </a:lnTo>
                <a:lnTo>
                  <a:pt x="4198097" y="100526"/>
                </a:lnTo>
                <a:lnTo>
                  <a:pt x="4189729" y="76200"/>
                </a:lnTo>
              </a:path>
              <a:path w="7620000" h="304800">
                <a:moveTo>
                  <a:pt x="3657600" y="0"/>
                </a:moveTo>
                <a:lnTo>
                  <a:pt x="3631406" y="55959"/>
                </a:lnTo>
                <a:lnTo>
                  <a:pt x="3601342" y="81706"/>
                </a:lnTo>
                <a:lnTo>
                  <a:pt x="3562350" y="104775"/>
                </a:lnTo>
                <a:lnTo>
                  <a:pt x="3516213" y="124271"/>
                </a:lnTo>
                <a:lnTo>
                  <a:pt x="3464718" y="139303"/>
                </a:lnTo>
                <a:lnTo>
                  <a:pt x="3409652" y="148976"/>
                </a:lnTo>
                <a:lnTo>
                  <a:pt x="3352800" y="152400"/>
                </a:lnTo>
                <a:lnTo>
                  <a:pt x="3333551" y="152400"/>
                </a:lnTo>
                <a:lnTo>
                  <a:pt x="3198812" y="152400"/>
                </a:lnTo>
                <a:lnTo>
                  <a:pt x="2833092" y="152400"/>
                </a:lnTo>
                <a:lnTo>
                  <a:pt x="2120900" y="152400"/>
                </a:lnTo>
                <a:lnTo>
                  <a:pt x="2063993" y="155823"/>
                </a:lnTo>
                <a:lnTo>
                  <a:pt x="2008782" y="165496"/>
                </a:lnTo>
                <a:lnTo>
                  <a:pt x="1957084" y="180528"/>
                </a:lnTo>
                <a:lnTo>
                  <a:pt x="1910715" y="200025"/>
                </a:lnTo>
                <a:lnTo>
                  <a:pt x="1871488" y="223093"/>
                </a:lnTo>
                <a:lnTo>
                  <a:pt x="1841222" y="248840"/>
                </a:lnTo>
                <a:lnTo>
                  <a:pt x="1814830" y="304800"/>
                </a:lnTo>
                <a:lnTo>
                  <a:pt x="1808038" y="276373"/>
                </a:lnTo>
                <a:lnTo>
                  <a:pt x="1758974" y="223093"/>
                </a:lnTo>
                <a:lnTo>
                  <a:pt x="1720214" y="200025"/>
                </a:lnTo>
                <a:lnTo>
                  <a:pt x="1674311" y="180528"/>
                </a:lnTo>
                <a:lnTo>
                  <a:pt x="1623020" y="165496"/>
                </a:lnTo>
                <a:lnTo>
                  <a:pt x="1568097" y="155823"/>
                </a:lnTo>
                <a:lnTo>
                  <a:pt x="1511300" y="152400"/>
                </a:lnTo>
                <a:lnTo>
                  <a:pt x="1492448" y="152400"/>
                </a:lnTo>
                <a:lnTo>
                  <a:pt x="1360487" y="152400"/>
                </a:lnTo>
                <a:lnTo>
                  <a:pt x="1002307" y="152400"/>
                </a:lnTo>
                <a:lnTo>
                  <a:pt x="304800" y="152400"/>
                </a:lnTo>
                <a:lnTo>
                  <a:pt x="247947" y="148976"/>
                </a:lnTo>
                <a:lnTo>
                  <a:pt x="192881" y="139303"/>
                </a:lnTo>
                <a:lnTo>
                  <a:pt x="141386" y="124271"/>
                </a:lnTo>
                <a:lnTo>
                  <a:pt x="95250" y="104775"/>
                </a:lnTo>
                <a:lnTo>
                  <a:pt x="56257" y="81706"/>
                </a:lnTo>
                <a:lnTo>
                  <a:pt x="26193" y="55959"/>
                </a:lnTo>
                <a:lnTo>
                  <a:pt x="6846" y="28426"/>
                </a:lnTo>
                <a:lnTo>
                  <a:pt x="0" y="0"/>
                </a:lnTo>
              </a:path>
            </a:pathLst>
          </a:custGeom>
          <a:ln w="25518">
            <a:solidFill>
              <a:srgbClr val="4C4C4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 txBox="1"/>
          <p:nvPr/>
        </p:nvSpPr>
        <p:spPr>
          <a:xfrm>
            <a:off x="7208519" y="5260340"/>
            <a:ext cx="743585" cy="50545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1889"/>
              </a:lnSpc>
              <a:spcBef>
                <a:spcPts val="100"/>
              </a:spcBef>
            </a:pPr>
            <a:r>
              <a:rPr sz="1600" b="1" dirty="0">
                <a:solidFill>
                  <a:srgbClr val="333333"/>
                </a:solidFill>
                <a:latin typeface="Arial"/>
                <a:cs typeface="Arial"/>
              </a:rPr>
              <a:t>&lt;24</a:t>
            </a:r>
            <a:r>
              <a:rPr sz="1600" b="1" spc="-1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600" b="1" spc="-25" dirty="0">
                <a:solidFill>
                  <a:srgbClr val="333333"/>
                </a:solidFill>
                <a:latin typeface="Arial"/>
                <a:cs typeface="Arial"/>
              </a:rPr>
              <a:t>MB</a:t>
            </a:r>
            <a:endParaRPr sz="1600">
              <a:latin typeface="Arial"/>
              <a:cs typeface="Arial"/>
            </a:endParaRPr>
          </a:p>
          <a:p>
            <a:pPr marL="77470">
              <a:lnSpc>
                <a:spcPts val="1889"/>
              </a:lnSpc>
            </a:pPr>
            <a:r>
              <a:rPr sz="1600" b="1" dirty="0">
                <a:solidFill>
                  <a:srgbClr val="333333"/>
                </a:solidFill>
                <a:latin typeface="Arial"/>
                <a:cs typeface="Arial"/>
              </a:rPr>
              <a:t>48</a:t>
            </a:r>
            <a:r>
              <a:rPr sz="1600" b="1" spc="-1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600" b="1" spc="-25" dirty="0">
                <a:solidFill>
                  <a:srgbClr val="333333"/>
                </a:solidFill>
                <a:latin typeface="Arial"/>
                <a:cs typeface="Arial"/>
              </a:rPr>
              <a:t>MB</a:t>
            </a:r>
            <a:endParaRPr sz="1600">
              <a:latin typeface="Arial"/>
              <a:cs typeface="Arial"/>
            </a:endParaRPr>
          </a:p>
        </p:txBody>
      </p:sp>
      <p:sp>
        <p:nvSpPr>
          <p:cNvPr id="47" name="object 47"/>
          <p:cNvSpPr/>
          <p:nvPr/>
        </p:nvSpPr>
        <p:spPr>
          <a:xfrm>
            <a:off x="3313429" y="1295400"/>
            <a:ext cx="953769" cy="304800"/>
          </a:xfrm>
          <a:custGeom>
            <a:avLst/>
            <a:gdLst/>
            <a:ahLst/>
            <a:cxnLst/>
            <a:rect l="l" t="t" r="r" b="b"/>
            <a:pathLst>
              <a:path w="953770" h="304800">
                <a:moveTo>
                  <a:pt x="911860" y="0"/>
                </a:moveTo>
                <a:lnTo>
                  <a:pt x="50800" y="0"/>
                </a:lnTo>
                <a:lnTo>
                  <a:pt x="40640" y="0"/>
                </a:lnTo>
                <a:lnTo>
                  <a:pt x="36830" y="2539"/>
                </a:lnTo>
                <a:lnTo>
                  <a:pt x="31750" y="3810"/>
                </a:lnTo>
                <a:lnTo>
                  <a:pt x="27940" y="6350"/>
                </a:lnTo>
                <a:lnTo>
                  <a:pt x="22860" y="8889"/>
                </a:lnTo>
                <a:lnTo>
                  <a:pt x="2540" y="36829"/>
                </a:lnTo>
                <a:lnTo>
                  <a:pt x="1270" y="40639"/>
                </a:lnTo>
                <a:lnTo>
                  <a:pt x="0" y="45720"/>
                </a:lnTo>
                <a:lnTo>
                  <a:pt x="0" y="257810"/>
                </a:lnTo>
                <a:lnTo>
                  <a:pt x="19050" y="292100"/>
                </a:lnTo>
                <a:lnTo>
                  <a:pt x="22860" y="295910"/>
                </a:lnTo>
                <a:lnTo>
                  <a:pt x="27940" y="298450"/>
                </a:lnTo>
                <a:lnTo>
                  <a:pt x="31750" y="300989"/>
                </a:lnTo>
                <a:lnTo>
                  <a:pt x="36830" y="302260"/>
                </a:lnTo>
                <a:lnTo>
                  <a:pt x="40640" y="303529"/>
                </a:lnTo>
                <a:lnTo>
                  <a:pt x="45720" y="304800"/>
                </a:lnTo>
                <a:lnTo>
                  <a:pt x="908050" y="304800"/>
                </a:lnTo>
                <a:lnTo>
                  <a:pt x="911860" y="303529"/>
                </a:lnTo>
                <a:lnTo>
                  <a:pt x="922020" y="300989"/>
                </a:lnTo>
                <a:lnTo>
                  <a:pt x="929640" y="295910"/>
                </a:lnTo>
                <a:lnTo>
                  <a:pt x="934720" y="292100"/>
                </a:lnTo>
                <a:lnTo>
                  <a:pt x="938530" y="289560"/>
                </a:lnTo>
                <a:lnTo>
                  <a:pt x="941070" y="284479"/>
                </a:lnTo>
                <a:lnTo>
                  <a:pt x="944880" y="280670"/>
                </a:lnTo>
                <a:lnTo>
                  <a:pt x="947420" y="276860"/>
                </a:lnTo>
                <a:lnTo>
                  <a:pt x="949960" y="271779"/>
                </a:lnTo>
                <a:lnTo>
                  <a:pt x="951230" y="267970"/>
                </a:lnTo>
                <a:lnTo>
                  <a:pt x="953770" y="257810"/>
                </a:lnTo>
                <a:lnTo>
                  <a:pt x="953770" y="45720"/>
                </a:lnTo>
                <a:lnTo>
                  <a:pt x="952500" y="40639"/>
                </a:lnTo>
                <a:lnTo>
                  <a:pt x="951230" y="36829"/>
                </a:lnTo>
                <a:lnTo>
                  <a:pt x="949960" y="31750"/>
                </a:lnTo>
                <a:lnTo>
                  <a:pt x="947420" y="26670"/>
                </a:lnTo>
                <a:lnTo>
                  <a:pt x="944880" y="22860"/>
                </a:lnTo>
                <a:lnTo>
                  <a:pt x="941070" y="19050"/>
                </a:lnTo>
                <a:lnTo>
                  <a:pt x="938530" y="15239"/>
                </a:lnTo>
                <a:lnTo>
                  <a:pt x="934720" y="11429"/>
                </a:lnTo>
                <a:lnTo>
                  <a:pt x="929640" y="8889"/>
                </a:lnTo>
                <a:lnTo>
                  <a:pt x="922020" y="3810"/>
                </a:lnTo>
                <a:lnTo>
                  <a:pt x="916940" y="2539"/>
                </a:lnTo>
                <a:lnTo>
                  <a:pt x="911860" y="0"/>
                </a:lnTo>
                <a:close/>
              </a:path>
            </a:pathLst>
          </a:custGeom>
          <a:solidFill>
            <a:srgbClr val="7EC21B">
              <a:alpha val="50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 txBox="1"/>
          <p:nvPr/>
        </p:nvSpPr>
        <p:spPr>
          <a:xfrm>
            <a:off x="3651250" y="1357629"/>
            <a:ext cx="27940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spc="-25" dirty="0">
                <a:latin typeface="Arial"/>
                <a:cs typeface="Arial"/>
              </a:rPr>
              <a:t>RPM</a:t>
            </a:r>
            <a:endParaRPr sz="900">
              <a:latin typeface="Arial"/>
              <a:cs typeface="Arial"/>
            </a:endParaRPr>
          </a:p>
        </p:txBody>
      </p:sp>
      <p:grpSp>
        <p:nvGrpSpPr>
          <p:cNvPr id="49" name="object 49"/>
          <p:cNvGrpSpPr/>
          <p:nvPr/>
        </p:nvGrpSpPr>
        <p:grpSpPr>
          <a:xfrm>
            <a:off x="7915275" y="3571875"/>
            <a:ext cx="546100" cy="238760"/>
            <a:chOff x="7915275" y="3571875"/>
            <a:chExt cx="546100" cy="238760"/>
          </a:xfrm>
        </p:grpSpPr>
        <p:sp>
          <p:nvSpPr>
            <p:cNvPr id="50" name="object 50"/>
            <p:cNvSpPr/>
            <p:nvPr/>
          </p:nvSpPr>
          <p:spPr>
            <a:xfrm>
              <a:off x="7924800" y="3581400"/>
              <a:ext cx="527050" cy="219710"/>
            </a:xfrm>
            <a:custGeom>
              <a:avLst/>
              <a:gdLst/>
              <a:ahLst/>
              <a:cxnLst/>
              <a:rect l="l" t="t" r="r" b="b"/>
              <a:pathLst>
                <a:path w="527050" h="219710">
                  <a:moveTo>
                    <a:pt x="497840" y="0"/>
                  </a:moveTo>
                  <a:lnTo>
                    <a:pt x="36829" y="0"/>
                  </a:lnTo>
                  <a:lnTo>
                    <a:pt x="29209" y="0"/>
                  </a:lnTo>
                  <a:lnTo>
                    <a:pt x="26670" y="1270"/>
                  </a:lnTo>
                  <a:lnTo>
                    <a:pt x="19050" y="3810"/>
                  </a:lnTo>
                  <a:lnTo>
                    <a:pt x="13970" y="8889"/>
                  </a:lnTo>
                  <a:lnTo>
                    <a:pt x="11429" y="10160"/>
                  </a:lnTo>
                  <a:lnTo>
                    <a:pt x="8890" y="13970"/>
                  </a:lnTo>
                  <a:lnTo>
                    <a:pt x="6350" y="16510"/>
                  </a:lnTo>
                  <a:lnTo>
                    <a:pt x="5079" y="19050"/>
                  </a:lnTo>
                  <a:lnTo>
                    <a:pt x="2540" y="22860"/>
                  </a:lnTo>
                  <a:lnTo>
                    <a:pt x="1270" y="25400"/>
                  </a:lnTo>
                  <a:lnTo>
                    <a:pt x="0" y="29210"/>
                  </a:lnTo>
                  <a:lnTo>
                    <a:pt x="0" y="189230"/>
                  </a:lnTo>
                  <a:lnTo>
                    <a:pt x="1270" y="193039"/>
                  </a:lnTo>
                  <a:lnTo>
                    <a:pt x="2540" y="195580"/>
                  </a:lnTo>
                  <a:lnTo>
                    <a:pt x="5079" y="199389"/>
                  </a:lnTo>
                  <a:lnTo>
                    <a:pt x="6350" y="201930"/>
                  </a:lnTo>
                  <a:lnTo>
                    <a:pt x="19050" y="214630"/>
                  </a:lnTo>
                  <a:lnTo>
                    <a:pt x="26670" y="217169"/>
                  </a:lnTo>
                  <a:lnTo>
                    <a:pt x="29209" y="218439"/>
                  </a:lnTo>
                  <a:lnTo>
                    <a:pt x="33020" y="218439"/>
                  </a:lnTo>
                  <a:lnTo>
                    <a:pt x="36829" y="219710"/>
                  </a:lnTo>
                  <a:lnTo>
                    <a:pt x="490220" y="219710"/>
                  </a:lnTo>
                  <a:lnTo>
                    <a:pt x="494029" y="218439"/>
                  </a:lnTo>
                  <a:lnTo>
                    <a:pt x="497840" y="218439"/>
                  </a:lnTo>
                  <a:lnTo>
                    <a:pt x="500379" y="217169"/>
                  </a:lnTo>
                  <a:lnTo>
                    <a:pt x="521970" y="199389"/>
                  </a:lnTo>
                  <a:lnTo>
                    <a:pt x="524509" y="195580"/>
                  </a:lnTo>
                  <a:lnTo>
                    <a:pt x="525779" y="193039"/>
                  </a:lnTo>
                  <a:lnTo>
                    <a:pt x="527050" y="189230"/>
                  </a:lnTo>
                  <a:lnTo>
                    <a:pt x="527050" y="29210"/>
                  </a:lnTo>
                  <a:lnTo>
                    <a:pt x="525779" y="25400"/>
                  </a:lnTo>
                  <a:lnTo>
                    <a:pt x="524509" y="22860"/>
                  </a:lnTo>
                  <a:lnTo>
                    <a:pt x="521970" y="19050"/>
                  </a:lnTo>
                  <a:lnTo>
                    <a:pt x="520700" y="16510"/>
                  </a:lnTo>
                  <a:lnTo>
                    <a:pt x="518159" y="13970"/>
                  </a:lnTo>
                  <a:lnTo>
                    <a:pt x="515620" y="10160"/>
                  </a:lnTo>
                  <a:lnTo>
                    <a:pt x="513079" y="8889"/>
                  </a:lnTo>
                  <a:lnTo>
                    <a:pt x="510540" y="6350"/>
                  </a:lnTo>
                  <a:lnTo>
                    <a:pt x="506729" y="3810"/>
                  </a:lnTo>
                  <a:lnTo>
                    <a:pt x="504190" y="2539"/>
                  </a:lnTo>
                  <a:lnTo>
                    <a:pt x="500379" y="1270"/>
                  </a:lnTo>
                  <a:lnTo>
                    <a:pt x="497840" y="0"/>
                  </a:lnTo>
                  <a:close/>
                </a:path>
              </a:pathLst>
            </a:custGeom>
            <a:solidFill>
              <a:srgbClr val="7C9AC5">
                <a:alpha val="50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7924800" y="3581400"/>
              <a:ext cx="527050" cy="219710"/>
            </a:xfrm>
            <a:custGeom>
              <a:avLst/>
              <a:gdLst/>
              <a:ahLst/>
              <a:cxnLst/>
              <a:rect l="l" t="t" r="r" b="b"/>
              <a:pathLst>
                <a:path w="527050" h="219710">
                  <a:moveTo>
                    <a:pt x="36829" y="0"/>
                  </a:moveTo>
                  <a:lnTo>
                    <a:pt x="23038" y="3055"/>
                  </a:lnTo>
                  <a:lnTo>
                    <a:pt x="11271" y="11112"/>
                  </a:lnTo>
                  <a:lnTo>
                    <a:pt x="3075" y="22502"/>
                  </a:lnTo>
                  <a:lnTo>
                    <a:pt x="0" y="35560"/>
                  </a:lnTo>
                  <a:lnTo>
                    <a:pt x="0" y="37861"/>
                  </a:lnTo>
                  <a:lnTo>
                    <a:pt x="0" y="53975"/>
                  </a:lnTo>
                  <a:lnTo>
                    <a:pt x="0" y="97710"/>
                  </a:lnTo>
                  <a:lnTo>
                    <a:pt x="0" y="182880"/>
                  </a:lnTo>
                  <a:lnTo>
                    <a:pt x="3075" y="196135"/>
                  </a:lnTo>
                  <a:lnTo>
                    <a:pt x="11271" y="207962"/>
                  </a:lnTo>
                  <a:lnTo>
                    <a:pt x="23038" y="216455"/>
                  </a:lnTo>
                  <a:lnTo>
                    <a:pt x="36829" y="219710"/>
                  </a:lnTo>
                  <a:lnTo>
                    <a:pt x="43914" y="219710"/>
                  </a:lnTo>
                  <a:lnTo>
                    <a:pt x="93503" y="219710"/>
                  </a:lnTo>
                  <a:lnTo>
                    <a:pt x="228103" y="219710"/>
                  </a:lnTo>
                  <a:lnTo>
                    <a:pt x="490220" y="219710"/>
                  </a:lnTo>
                  <a:lnTo>
                    <a:pt x="504011" y="216455"/>
                  </a:lnTo>
                  <a:lnTo>
                    <a:pt x="515778" y="207962"/>
                  </a:lnTo>
                  <a:lnTo>
                    <a:pt x="523974" y="196135"/>
                  </a:lnTo>
                  <a:lnTo>
                    <a:pt x="527050" y="182880"/>
                  </a:lnTo>
                  <a:lnTo>
                    <a:pt x="527050" y="180578"/>
                  </a:lnTo>
                  <a:lnTo>
                    <a:pt x="527050" y="164464"/>
                  </a:lnTo>
                  <a:lnTo>
                    <a:pt x="527050" y="120729"/>
                  </a:lnTo>
                  <a:lnTo>
                    <a:pt x="527050" y="35560"/>
                  </a:lnTo>
                  <a:lnTo>
                    <a:pt x="523974" y="22502"/>
                  </a:lnTo>
                  <a:lnTo>
                    <a:pt x="515778" y="11112"/>
                  </a:lnTo>
                  <a:lnTo>
                    <a:pt x="504011" y="3055"/>
                  </a:lnTo>
                  <a:lnTo>
                    <a:pt x="490220" y="0"/>
                  </a:lnTo>
                  <a:lnTo>
                    <a:pt x="483135" y="0"/>
                  </a:lnTo>
                  <a:lnTo>
                    <a:pt x="433546" y="0"/>
                  </a:lnTo>
                  <a:lnTo>
                    <a:pt x="298946" y="0"/>
                  </a:lnTo>
                  <a:lnTo>
                    <a:pt x="36829" y="0"/>
                  </a:lnTo>
                  <a:close/>
                </a:path>
              </a:pathLst>
            </a:custGeom>
            <a:ln w="19048">
              <a:solidFill>
                <a:srgbClr val="7C9AC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2" name="object 52"/>
          <p:cNvSpPr txBox="1"/>
          <p:nvPr/>
        </p:nvSpPr>
        <p:spPr>
          <a:xfrm>
            <a:off x="8030209" y="3591559"/>
            <a:ext cx="316865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25" dirty="0">
                <a:solidFill>
                  <a:srgbClr val="FFFFFF"/>
                </a:solidFill>
                <a:latin typeface="Arial"/>
                <a:cs typeface="Arial"/>
              </a:rPr>
              <a:t>VMM</a:t>
            </a:r>
            <a:endParaRPr sz="1000">
              <a:latin typeface="Arial"/>
              <a:cs typeface="Arial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5264150" y="5260340"/>
            <a:ext cx="1816100" cy="505459"/>
          </a:xfrm>
          <a:prstGeom prst="rect">
            <a:avLst/>
          </a:prstGeom>
        </p:spPr>
        <p:txBody>
          <a:bodyPr vert="horz" wrap="square" lIns="0" tIns="26670" rIns="0" bIns="0" rtlCol="0">
            <a:spAutoFit/>
          </a:bodyPr>
          <a:lstStyle/>
          <a:p>
            <a:pPr marL="12700" marR="5080" indent="1270">
              <a:lnSpc>
                <a:spcPts val="1860"/>
              </a:lnSpc>
              <a:spcBef>
                <a:spcPts val="210"/>
              </a:spcBef>
            </a:pPr>
            <a:r>
              <a:rPr sz="1600" b="1" dirty="0">
                <a:solidFill>
                  <a:srgbClr val="333333"/>
                </a:solidFill>
                <a:latin typeface="Arial"/>
                <a:cs typeface="Arial"/>
              </a:rPr>
              <a:t>Memory</a:t>
            </a:r>
            <a:r>
              <a:rPr sz="1600" b="1" spc="-8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600" b="1" spc="-10" dirty="0">
                <a:solidFill>
                  <a:srgbClr val="333333"/>
                </a:solidFill>
                <a:latin typeface="Arial"/>
                <a:cs typeface="Arial"/>
              </a:rPr>
              <a:t>Footprint: </a:t>
            </a:r>
            <a:r>
              <a:rPr sz="1600" b="1" dirty="0">
                <a:solidFill>
                  <a:srgbClr val="333333"/>
                </a:solidFill>
                <a:latin typeface="Arial"/>
                <a:cs typeface="Arial"/>
              </a:rPr>
              <a:t>Disk</a:t>
            </a:r>
            <a:r>
              <a:rPr sz="1600" b="1" spc="-2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600" b="1" spc="-10" dirty="0">
                <a:solidFill>
                  <a:srgbClr val="333333"/>
                </a:solidFill>
                <a:latin typeface="Arial"/>
                <a:cs typeface="Arial"/>
              </a:rPr>
              <a:t>Footprint:</a:t>
            </a:r>
            <a:endParaRPr sz="1600">
              <a:latin typeface="Arial"/>
              <a:cs typeface="Arial"/>
            </a:endParaRPr>
          </a:p>
        </p:txBody>
      </p:sp>
      <p:sp>
        <p:nvSpPr>
          <p:cNvPr id="54" name="object 54"/>
          <p:cNvSpPr/>
          <p:nvPr/>
        </p:nvSpPr>
        <p:spPr>
          <a:xfrm>
            <a:off x="980439" y="595630"/>
            <a:ext cx="3376929" cy="403860"/>
          </a:xfrm>
          <a:custGeom>
            <a:avLst/>
            <a:gdLst/>
            <a:ahLst/>
            <a:cxnLst/>
            <a:rect l="l" t="t" r="r" b="b"/>
            <a:pathLst>
              <a:path w="3376929" h="403859">
                <a:moveTo>
                  <a:pt x="3376930" y="0"/>
                </a:moveTo>
                <a:lnTo>
                  <a:pt x="0" y="0"/>
                </a:lnTo>
                <a:lnTo>
                  <a:pt x="0" y="403860"/>
                </a:lnTo>
                <a:lnTo>
                  <a:pt x="1689100" y="403860"/>
                </a:lnTo>
                <a:lnTo>
                  <a:pt x="3376930" y="403860"/>
                </a:lnTo>
                <a:lnTo>
                  <a:pt x="337693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08000">
              <a:lnSpc>
                <a:spcPct val="100000"/>
              </a:lnSpc>
              <a:spcBef>
                <a:spcPts val="100"/>
              </a:spcBef>
            </a:pPr>
            <a:r>
              <a:rPr spc="-20" dirty="0"/>
              <a:t>Traditional</a:t>
            </a:r>
            <a:r>
              <a:rPr spc="-60" dirty="0"/>
              <a:t> </a:t>
            </a:r>
            <a:r>
              <a:rPr dirty="0"/>
              <a:t>ESX</a:t>
            </a:r>
            <a:r>
              <a:rPr spc="-165" dirty="0"/>
              <a:t> </a:t>
            </a:r>
            <a:r>
              <a:rPr spc="-10" dirty="0"/>
              <a:t>Server</a:t>
            </a:r>
          </a:p>
        </p:txBody>
      </p:sp>
      <p:grpSp>
        <p:nvGrpSpPr>
          <p:cNvPr id="56" name="object 56"/>
          <p:cNvGrpSpPr/>
          <p:nvPr/>
        </p:nvGrpSpPr>
        <p:grpSpPr>
          <a:xfrm>
            <a:off x="609600" y="990600"/>
            <a:ext cx="8153400" cy="2089150"/>
            <a:chOff x="609600" y="990600"/>
            <a:chExt cx="8153400" cy="2089150"/>
          </a:xfrm>
        </p:grpSpPr>
        <p:pic>
          <p:nvPicPr>
            <p:cNvPr id="57" name="object 5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785100" y="1926589"/>
              <a:ext cx="803909" cy="1153160"/>
            </a:xfrm>
            <a:prstGeom prst="rect">
              <a:avLst/>
            </a:prstGeom>
          </p:spPr>
        </p:pic>
        <p:pic>
          <p:nvPicPr>
            <p:cNvPr id="58" name="object 5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133590" y="1926589"/>
              <a:ext cx="803909" cy="1153160"/>
            </a:xfrm>
            <a:prstGeom prst="rect">
              <a:avLst/>
            </a:prstGeom>
          </p:spPr>
        </p:pic>
        <p:pic>
          <p:nvPicPr>
            <p:cNvPr id="59" name="object 5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512559" y="1926589"/>
              <a:ext cx="803909" cy="1153160"/>
            </a:xfrm>
            <a:prstGeom prst="rect">
              <a:avLst/>
            </a:prstGeom>
          </p:spPr>
        </p:pic>
        <p:sp>
          <p:nvSpPr>
            <p:cNvPr id="60" name="object 60"/>
            <p:cNvSpPr/>
            <p:nvPr/>
          </p:nvSpPr>
          <p:spPr>
            <a:xfrm>
              <a:off x="609600" y="990600"/>
              <a:ext cx="8153400" cy="228600"/>
            </a:xfrm>
            <a:custGeom>
              <a:avLst/>
              <a:gdLst/>
              <a:ahLst/>
              <a:cxnLst/>
              <a:rect l="l" t="t" r="r" b="b"/>
              <a:pathLst>
                <a:path w="8153400" h="228600">
                  <a:moveTo>
                    <a:pt x="8153400" y="0"/>
                  </a:moveTo>
                  <a:lnTo>
                    <a:pt x="0" y="0"/>
                  </a:lnTo>
                  <a:lnTo>
                    <a:pt x="0" y="228600"/>
                  </a:lnTo>
                  <a:lnTo>
                    <a:pt x="4076700" y="228600"/>
                  </a:lnTo>
                  <a:lnTo>
                    <a:pt x="8153400" y="228600"/>
                  </a:lnTo>
                  <a:lnTo>
                    <a:pt x="8153400" y="0"/>
                  </a:lnTo>
                  <a:close/>
                </a:path>
              </a:pathLst>
            </a:custGeom>
            <a:solidFill>
              <a:srgbClr val="7C9A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1" name="object 61"/>
          <p:cNvSpPr txBox="1"/>
          <p:nvPr/>
        </p:nvSpPr>
        <p:spPr>
          <a:xfrm>
            <a:off x="311150" y="5260340"/>
            <a:ext cx="1849120" cy="742950"/>
          </a:xfrm>
          <a:prstGeom prst="rect">
            <a:avLst/>
          </a:prstGeom>
        </p:spPr>
        <p:txBody>
          <a:bodyPr vert="horz" wrap="square" lIns="0" tIns="19685" rIns="0" bIns="0" rtlCol="0">
            <a:spAutoFit/>
          </a:bodyPr>
          <a:lstStyle/>
          <a:p>
            <a:pPr marL="12700" marR="5080" indent="1270">
              <a:lnSpc>
                <a:spcPct val="97100"/>
              </a:lnSpc>
              <a:spcBef>
                <a:spcPts val="155"/>
              </a:spcBef>
            </a:pPr>
            <a:r>
              <a:rPr sz="1600" b="1" dirty="0">
                <a:solidFill>
                  <a:srgbClr val="333333"/>
                </a:solidFill>
                <a:latin typeface="Arial"/>
                <a:cs typeface="Arial"/>
              </a:rPr>
              <a:t>Memory</a:t>
            </a:r>
            <a:r>
              <a:rPr sz="1600" b="1" spc="-8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600" b="1" spc="-10" dirty="0">
                <a:solidFill>
                  <a:srgbClr val="333333"/>
                </a:solidFill>
                <a:latin typeface="Arial"/>
                <a:cs typeface="Arial"/>
              </a:rPr>
              <a:t>Footprint: </a:t>
            </a:r>
            <a:r>
              <a:rPr sz="1600" b="1" dirty="0">
                <a:solidFill>
                  <a:srgbClr val="333333"/>
                </a:solidFill>
                <a:latin typeface="Arial"/>
                <a:cs typeface="Arial"/>
              </a:rPr>
              <a:t>Disk</a:t>
            </a:r>
            <a:r>
              <a:rPr sz="1600" b="1" spc="-2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600" b="1" spc="-10" dirty="0">
                <a:solidFill>
                  <a:srgbClr val="333333"/>
                </a:solidFill>
                <a:latin typeface="Arial"/>
                <a:cs typeface="Arial"/>
              </a:rPr>
              <a:t>Footprint: </a:t>
            </a:r>
            <a:r>
              <a:rPr sz="1600" b="1" dirty="0">
                <a:solidFill>
                  <a:srgbClr val="333333"/>
                </a:solidFill>
                <a:latin typeface="Arial"/>
                <a:cs typeface="Arial"/>
              </a:rPr>
              <a:t>Percent</a:t>
            </a:r>
            <a:r>
              <a:rPr sz="1600" b="1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600" b="1" dirty="0">
                <a:solidFill>
                  <a:srgbClr val="333333"/>
                </a:solidFill>
                <a:latin typeface="Arial"/>
                <a:cs typeface="Arial"/>
              </a:rPr>
              <a:t>of</a:t>
            </a:r>
            <a:r>
              <a:rPr sz="1600" b="1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600" b="1" spc="-10" dirty="0">
                <a:solidFill>
                  <a:srgbClr val="333333"/>
                </a:solidFill>
                <a:latin typeface="Arial"/>
                <a:cs typeface="Arial"/>
              </a:rPr>
              <a:t>Patches</a:t>
            </a:r>
            <a:endParaRPr sz="1600">
              <a:latin typeface="Arial"/>
              <a:cs typeface="Arial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2863850" y="5260340"/>
            <a:ext cx="841375" cy="7366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46990" algn="r">
              <a:lnSpc>
                <a:spcPts val="1860"/>
              </a:lnSpc>
              <a:spcBef>
                <a:spcPts val="100"/>
              </a:spcBef>
            </a:pPr>
            <a:r>
              <a:rPr sz="1600" b="1" spc="-10" dirty="0">
                <a:solidFill>
                  <a:srgbClr val="333333"/>
                </a:solidFill>
                <a:latin typeface="Arial"/>
                <a:cs typeface="Arial"/>
              </a:rPr>
              <a:t>~272MB</a:t>
            </a:r>
            <a:endParaRPr sz="1600">
              <a:latin typeface="Arial"/>
              <a:cs typeface="Arial"/>
            </a:endParaRPr>
          </a:p>
          <a:p>
            <a:pPr marR="55244" algn="r">
              <a:lnSpc>
                <a:spcPts val="1839"/>
              </a:lnSpc>
            </a:pPr>
            <a:r>
              <a:rPr sz="1600" b="1" dirty="0">
                <a:solidFill>
                  <a:srgbClr val="333333"/>
                </a:solidFill>
                <a:latin typeface="Arial"/>
                <a:cs typeface="Arial"/>
              </a:rPr>
              <a:t>2</a:t>
            </a:r>
            <a:r>
              <a:rPr sz="1600" b="1" spc="-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600" b="1" spc="-25" dirty="0">
                <a:solidFill>
                  <a:srgbClr val="333333"/>
                </a:solidFill>
                <a:latin typeface="Arial"/>
                <a:cs typeface="Arial"/>
              </a:rPr>
              <a:t>GB</a:t>
            </a:r>
            <a:endParaRPr sz="1600">
              <a:latin typeface="Arial"/>
              <a:cs typeface="Arial"/>
            </a:endParaRPr>
          </a:p>
          <a:p>
            <a:pPr marL="421005">
              <a:lnSpc>
                <a:spcPts val="1900"/>
              </a:lnSpc>
            </a:pPr>
            <a:r>
              <a:rPr sz="1600" b="1" spc="-25" dirty="0">
                <a:solidFill>
                  <a:srgbClr val="333333"/>
                </a:solidFill>
                <a:latin typeface="Arial"/>
                <a:cs typeface="Arial"/>
              </a:rPr>
              <a:t>50%</a:t>
            </a:r>
            <a:endParaRPr sz="1600">
              <a:latin typeface="Arial"/>
              <a:cs typeface="Arial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4522470" y="1000759"/>
            <a:ext cx="32893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spc="-25" dirty="0">
                <a:latin typeface="Arial"/>
                <a:cs typeface="Arial"/>
              </a:rPr>
              <a:t>98%</a:t>
            </a:r>
            <a:endParaRPr sz="1200">
              <a:latin typeface="Arial"/>
              <a:cs typeface="Arial"/>
            </a:endParaRPr>
          </a:p>
        </p:txBody>
      </p:sp>
      <p:sp>
        <p:nvSpPr>
          <p:cNvPr id="64" name="object 64"/>
          <p:cNvSpPr/>
          <p:nvPr/>
        </p:nvSpPr>
        <p:spPr>
          <a:xfrm>
            <a:off x="8458200" y="990600"/>
            <a:ext cx="304800" cy="228600"/>
          </a:xfrm>
          <a:custGeom>
            <a:avLst/>
            <a:gdLst/>
            <a:ahLst/>
            <a:cxnLst/>
            <a:rect l="l" t="t" r="r" b="b"/>
            <a:pathLst>
              <a:path w="304800" h="228600">
                <a:moveTo>
                  <a:pt x="304800" y="0"/>
                </a:moveTo>
                <a:lnTo>
                  <a:pt x="0" y="0"/>
                </a:lnTo>
                <a:lnTo>
                  <a:pt x="0" y="228600"/>
                </a:lnTo>
                <a:lnTo>
                  <a:pt x="152400" y="228600"/>
                </a:lnTo>
                <a:lnTo>
                  <a:pt x="304800" y="228600"/>
                </a:lnTo>
                <a:lnTo>
                  <a:pt x="304800" y="0"/>
                </a:lnTo>
                <a:close/>
              </a:path>
            </a:pathLst>
          </a:custGeom>
          <a:solidFill>
            <a:srgbClr val="FF99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 txBox="1"/>
          <p:nvPr/>
        </p:nvSpPr>
        <p:spPr>
          <a:xfrm>
            <a:off x="8489950" y="1000759"/>
            <a:ext cx="24511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spc="-25" dirty="0">
                <a:latin typeface="Arial"/>
                <a:cs typeface="Arial"/>
              </a:rPr>
              <a:t>2%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66" name="object 66"/>
          <p:cNvGrpSpPr/>
          <p:nvPr/>
        </p:nvGrpSpPr>
        <p:grpSpPr>
          <a:xfrm>
            <a:off x="605790" y="1214119"/>
            <a:ext cx="8161020" cy="3812540"/>
            <a:chOff x="605790" y="1214119"/>
            <a:chExt cx="8161020" cy="3812540"/>
          </a:xfrm>
        </p:grpSpPr>
        <p:sp>
          <p:nvSpPr>
            <p:cNvPr id="67" name="object 67"/>
            <p:cNvSpPr/>
            <p:nvPr/>
          </p:nvSpPr>
          <p:spPr>
            <a:xfrm>
              <a:off x="7560310" y="1214119"/>
              <a:ext cx="1206500" cy="3812540"/>
            </a:xfrm>
            <a:custGeom>
              <a:avLst/>
              <a:gdLst/>
              <a:ahLst/>
              <a:cxnLst/>
              <a:rect l="l" t="t" r="r" b="b"/>
              <a:pathLst>
                <a:path w="1206500" h="3812540">
                  <a:moveTo>
                    <a:pt x="39370" y="148590"/>
                  </a:moveTo>
                  <a:lnTo>
                    <a:pt x="38100" y="138430"/>
                  </a:lnTo>
                  <a:lnTo>
                    <a:pt x="0" y="144780"/>
                  </a:lnTo>
                  <a:lnTo>
                    <a:pt x="1270" y="154940"/>
                  </a:lnTo>
                  <a:lnTo>
                    <a:pt x="39370" y="148590"/>
                  </a:lnTo>
                  <a:close/>
                </a:path>
                <a:path w="1206500" h="3812540">
                  <a:moveTo>
                    <a:pt x="104140" y="137160"/>
                  </a:moveTo>
                  <a:lnTo>
                    <a:pt x="102870" y="127000"/>
                  </a:lnTo>
                  <a:lnTo>
                    <a:pt x="66040" y="133350"/>
                  </a:lnTo>
                  <a:lnTo>
                    <a:pt x="67310" y="143510"/>
                  </a:lnTo>
                  <a:lnTo>
                    <a:pt x="104140" y="137160"/>
                  </a:lnTo>
                  <a:close/>
                </a:path>
                <a:path w="1206500" h="3812540">
                  <a:moveTo>
                    <a:pt x="170180" y="124460"/>
                  </a:moveTo>
                  <a:lnTo>
                    <a:pt x="167640" y="115570"/>
                  </a:lnTo>
                  <a:lnTo>
                    <a:pt x="130810" y="121920"/>
                  </a:lnTo>
                  <a:lnTo>
                    <a:pt x="132080" y="132080"/>
                  </a:lnTo>
                  <a:lnTo>
                    <a:pt x="170180" y="124460"/>
                  </a:lnTo>
                  <a:close/>
                </a:path>
                <a:path w="1206500" h="3812540">
                  <a:moveTo>
                    <a:pt x="234950" y="113030"/>
                  </a:moveTo>
                  <a:lnTo>
                    <a:pt x="233680" y="104140"/>
                  </a:lnTo>
                  <a:lnTo>
                    <a:pt x="196850" y="110490"/>
                  </a:lnTo>
                  <a:lnTo>
                    <a:pt x="198120" y="120650"/>
                  </a:lnTo>
                  <a:lnTo>
                    <a:pt x="234950" y="113030"/>
                  </a:lnTo>
                  <a:close/>
                </a:path>
                <a:path w="1206500" h="3812540">
                  <a:moveTo>
                    <a:pt x="299720" y="101600"/>
                  </a:moveTo>
                  <a:lnTo>
                    <a:pt x="298450" y="92710"/>
                  </a:lnTo>
                  <a:lnTo>
                    <a:pt x="261620" y="99060"/>
                  </a:lnTo>
                  <a:lnTo>
                    <a:pt x="262890" y="107950"/>
                  </a:lnTo>
                  <a:lnTo>
                    <a:pt x="299720" y="101600"/>
                  </a:lnTo>
                  <a:close/>
                </a:path>
                <a:path w="1206500" h="3812540">
                  <a:moveTo>
                    <a:pt x="365760" y="90170"/>
                  </a:moveTo>
                  <a:lnTo>
                    <a:pt x="363220" y="81280"/>
                  </a:lnTo>
                  <a:lnTo>
                    <a:pt x="326390" y="87630"/>
                  </a:lnTo>
                  <a:lnTo>
                    <a:pt x="327660" y="96520"/>
                  </a:lnTo>
                  <a:lnTo>
                    <a:pt x="365760" y="90170"/>
                  </a:lnTo>
                  <a:close/>
                </a:path>
                <a:path w="1206500" h="3812540">
                  <a:moveTo>
                    <a:pt x="430530" y="78740"/>
                  </a:moveTo>
                  <a:lnTo>
                    <a:pt x="429260" y="69850"/>
                  </a:lnTo>
                  <a:lnTo>
                    <a:pt x="391160" y="76200"/>
                  </a:lnTo>
                  <a:lnTo>
                    <a:pt x="393700" y="85090"/>
                  </a:lnTo>
                  <a:lnTo>
                    <a:pt x="430530" y="78740"/>
                  </a:lnTo>
                  <a:close/>
                </a:path>
                <a:path w="1206500" h="3812540">
                  <a:moveTo>
                    <a:pt x="495300" y="67310"/>
                  </a:moveTo>
                  <a:lnTo>
                    <a:pt x="494030" y="58420"/>
                  </a:lnTo>
                  <a:lnTo>
                    <a:pt x="457200" y="64770"/>
                  </a:lnTo>
                  <a:lnTo>
                    <a:pt x="458470" y="73660"/>
                  </a:lnTo>
                  <a:lnTo>
                    <a:pt x="495300" y="67310"/>
                  </a:lnTo>
                  <a:close/>
                </a:path>
                <a:path w="1206500" h="3812540">
                  <a:moveTo>
                    <a:pt x="561340" y="55880"/>
                  </a:moveTo>
                  <a:lnTo>
                    <a:pt x="560070" y="46990"/>
                  </a:lnTo>
                  <a:lnTo>
                    <a:pt x="521970" y="53340"/>
                  </a:lnTo>
                  <a:lnTo>
                    <a:pt x="523240" y="62230"/>
                  </a:lnTo>
                  <a:lnTo>
                    <a:pt x="561340" y="55880"/>
                  </a:lnTo>
                  <a:close/>
                </a:path>
                <a:path w="1206500" h="3812540">
                  <a:moveTo>
                    <a:pt x="626110" y="44450"/>
                  </a:moveTo>
                  <a:lnTo>
                    <a:pt x="624840" y="35560"/>
                  </a:lnTo>
                  <a:lnTo>
                    <a:pt x="588010" y="41910"/>
                  </a:lnTo>
                  <a:lnTo>
                    <a:pt x="589280" y="50800"/>
                  </a:lnTo>
                  <a:lnTo>
                    <a:pt x="626110" y="44450"/>
                  </a:lnTo>
                  <a:close/>
                </a:path>
                <a:path w="1206500" h="3812540">
                  <a:moveTo>
                    <a:pt x="692150" y="33020"/>
                  </a:moveTo>
                  <a:lnTo>
                    <a:pt x="689610" y="24130"/>
                  </a:lnTo>
                  <a:lnTo>
                    <a:pt x="652780" y="30480"/>
                  </a:lnTo>
                  <a:lnTo>
                    <a:pt x="654050" y="39370"/>
                  </a:lnTo>
                  <a:lnTo>
                    <a:pt x="692150" y="33020"/>
                  </a:lnTo>
                  <a:close/>
                </a:path>
                <a:path w="1206500" h="3812540">
                  <a:moveTo>
                    <a:pt x="756920" y="21590"/>
                  </a:moveTo>
                  <a:lnTo>
                    <a:pt x="755650" y="11430"/>
                  </a:lnTo>
                  <a:lnTo>
                    <a:pt x="717550" y="19050"/>
                  </a:lnTo>
                  <a:lnTo>
                    <a:pt x="720090" y="27940"/>
                  </a:lnTo>
                  <a:lnTo>
                    <a:pt x="756920" y="21590"/>
                  </a:lnTo>
                  <a:close/>
                </a:path>
                <a:path w="1206500" h="3812540">
                  <a:moveTo>
                    <a:pt x="821690" y="10160"/>
                  </a:moveTo>
                  <a:lnTo>
                    <a:pt x="820420" y="0"/>
                  </a:lnTo>
                  <a:lnTo>
                    <a:pt x="783590" y="7620"/>
                  </a:lnTo>
                  <a:lnTo>
                    <a:pt x="784860" y="16510"/>
                  </a:lnTo>
                  <a:lnTo>
                    <a:pt x="821690" y="10160"/>
                  </a:lnTo>
                  <a:close/>
                </a:path>
                <a:path w="1206500" h="3812540">
                  <a:moveTo>
                    <a:pt x="980440" y="3774440"/>
                  </a:moveTo>
                  <a:lnTo>
                    <a:pt x="971550" y="3773170"/>
                  </a:lnTo>
                  <a:lnTo>
                    <a:pt x="969010" y="3811270"/>
                  </a:lnTo>
                  <a:lnTo>
                    <a:pt x="979170" y="3812540"/>
                  </a:lnTo>
                  <a:lnTo>
                    <a:pt x="980440" y="3774440"/>
                  </a:lnTo>
                  <a:close/>
                </a:path>
                <a:path w="1206500" h="3812540">
                  <a:moveTo>
                    <a:pt x="985520" y="3708400"/>
                  </a:moveTo>
                  <a:lnTo>
                    <a:pt x="975360" y="3708400"/>
                  </a:lnTo>
                  <a:lnTo>
                    <a:pt x="974090" y="3745230"/>
                  </a:lnTo>
                  <a:lnTo>
                    <a:pt x="982980" y="3746500"/>
                  </a:lnTo>
                  <a:lnTo>
                    <a:pt x="985520" y="3708400"/>
                  </a:lnTo>
                  <a:close/>
                </a:path>
                <a:path w="1206500" h="3812540">
                  <a:moveTo>
                    <a:pt x="989330" y="3642360"/>
                  </a:moveTo>
                  <a:lnTo>
                    <a:pt x="979170" y="3641090"/>
                  </a:lnTo>
                  <a:lnTo>
                    <a:pt x="977900" y="3679190"/>
                  </a:lnTo>
                  <a:lnTo>
                    <a:pt x="986790" y="3679190"/>
                  </a:lnTo>
                  <a:lnTo>
                    <a:pt x="989330" y="3642360"/>
                  </a:lnTo>
                  <a:close/>
                </a:path>
                <a:path w="1206500" h="3812540">
                  <a:moveTo>
                    <a:pt x="993140" y="3576320"/>
                  </a:moveTo>
                  <a:lnTo>
                    <a:pt x="982980" y="3575050"/>
                  </a:lnTo>
                  <a:lnTo>
                    <a:pt x="981710" y="3613150"/>
                  </a:lnTo>
                  <a:lnTo>
                    <a:pt x="990600" y="3614420"/>
                  </a:lnTo>
                  <a:lnTo>
                    <a:pt x="993140" y="3576320"/>
                  </a:lnTo>
                  <a:close/>
                </a:path>
                <a:path w="1206500" h="3812540">
                  <a:moveTo>
                    <a:pt x="996950" y="3510280"/>
                  </a:moveTo>
                  <a:lnTo>
                    <a:pt x="988060" y="3509010"/>
                  </a:lnTo>
                  <a:lnTo>
                    <a:pt x="985520" y="3547110"/>
                  </a:lnTo>
                  <a:lnTo>
                    <a:pt x="994410" y="3547110"/>
                  </a:lnTo>
                  <a:lnTo>
                    <a:pt x="996950" y="3510280"/>
                  </a:lnTo>
                  <a:close/>
                </a:path>
                <a:path w="1206500" h="3812540">
                  <a:moveTo>
                    <a:pt x="1000760" y="3444240"/>
                  </a:moveTo>
                  <a:lnTo>
                    <a:pt x="991870" y="3442970"/>
                  </a:lnTo>
                  <a:lnTo>
                    <a:pt x="989330" y="3481070"/>
                  </a:lnTo>
                  <a:lnTo>
                    <a:pt x="998220" y="3481070"/>
                  </a:lnTo>
                  <a:lnTo>
                    <a:pt x="1000760" y="3444240"/>
                  </a:lnTo>
                  <a:close/>
                </a:path>
                <a:path w="1206500" h="3812540">
                  <a:moveTo>
                    <a:pt x="1004570" y="3378200"/>
                  </a:moveTo>
                  <a:lnTo>
                    <a:pt x="995680" y="3376930"/>
                  </a:lnTo>
                  <a:lnTo>
                    <a:pt x="993140" y="3415030"/>
                  </a:lnTo>
                  <a:lnTo>
                    <a:pt x="1002030" y="3415030"/>
                  </a:lnTo>
                  <a:lnTo>
                    <a:pt x="1004570" y="3378200"/>
                  </a:lnTo>
                  <a:close/>
                </a:path>
                <a:path w="1206500" h="3812540">
                  <a:moveTo>
                    <a:pt x="1008380" y="3310890"/>
                  </a:moveTo>
                  <a:lnTo>
                    <a:pt x="999490" y="3310890"/>
                  </a:lnTo>
                  <a:lnTo>
                    <a:pt x="996950" y="3348990"/>
                  </a:lnTo>
                  <a:lnTo>
                    <a:pt x="1007110" y="3348990"/>
                  </a:lnTo>
                  <a:lnTo>
                    <a:pt x="1008380" y="3310890"/>
                  </a:lnTo>
                  <a:close/>
                </a:path>
                <a:path w="1206500" h="3812540">
                  <a:moveTo>
                    <a:pt x="1012190" y="3246120"/>
                  </a:moveTo>
                  <a:lnTo>
                    <a:pt x="1003300" y="3244850"/>
                  </a:lnTo>
                  <a:lnTo>
                    <a:pt x="1000760" y="3282950"/>
                  </a:lnTo>
                  <a:lnTo>
                    <a:pt x="1010920" y="3282950"/>
                  </a:lnTo>
                  <a:lnTo>
                    <a:pt x="1012190" y="3246120"/>
                  </a:lnTo>
                  <a:close/>
                </a:path>
                <a:path w="1206500" h="3812540">
                  <a:moveTo>
                    <a:pt x="1017270" y="3178810"/>
                  </a:moveTo>
                  <a:lnTo>
                    <a:pt x="1007110" y="3178810"/>
                  </a:lnTo>
                  <a:lnTo>
                    <a:pt x="1004570" y="3216910"/>
                  </a:lnTo>
                  <a:lnTo>
                    <a:pt x="1014730" y="3216910"/>
                  </a:lnTo>
                  <a:lnTo>
                    <a:pt x="1017270" y="3178810"/>
                  </a:lnTo>
                  <a:close/>
                </a:path>
                <a:path w="1206500" h="3812540">
                  <a:moveTo>
                    <a:pt x="1021080" y="3112770"/>
                  </a:moveTo>
                  <a:lnTo>
                    <a:pt x="1010920" y="3112770"/>
                  </a:lnTo>
                  <a:lnTo>
                    <a:pt x="1009650" y="3150870"/>
                  </a:lnTo>
                  <a:lnTo>
                    <a:pt x="1018540" y="3150870"/>
                  </a:lnTo>
                  <a:lnTo>
                    <a:pt x="1021080" y="3112770"/>
                  </a:lnTo>
                  <a:close/>
                </a:path>
                <a:path w="1206500" h="3812540">
                  <a:moveTo>
                    <a:pt x="1024890" y="3046730"/>
                  </a:moveTo>
                  <a:lnTo>
                    <a:pt x="1014730" y="3046730"/>
                  </a:lnTo>
                  <a:lnTo>
                    <a:pt x="1013460" y="3084830"/>
                  </a:lnTo>
                  <a:lnTo>
                    <a:pt x="1022350" y="3084830"/>
                  </a:lnTo>
                  <a:lnTo>
                    <a:pt x="1024890" y="3046730"/>
                  </a:lnTo>
                  <a:close/>
                </a:path>
                <a:path w="1206500" h="3812540">
                  <a:moveTo>
                    <a:pt x="1028700" y="2980690"/>
                  </a:moveTo>
                  <a:lnTo>
                    <a:pt x="1019810" y="2980690"/>
                  </a:lnTo>
                  <a:lnTo>
                    <a:pt x="1017270" y="3017520"/>
                  </a:lnTo>
                  <a:lnTo>
                    <a:pt x="1026160" y="3018790"/>
                  </a:lnTo>
                  <a:lnTo>
                    <a:pt x="1028700" y="2980690"/>
                  </a:lnTo>
                  <a:close/>
                </a:path>
                <a:path w="1206500" h="3812540">
                  <a:moveTo>
                    <a:pt x="1032510" y="2914650"/>
                  </a:moveTo>
                  <a:lnTo>
                    <a:pt x="1023620" y="2914650"/>
                  </a:lnTo>
                  <a:lnTo>
                    <a:pt x="1021080" y="2951480"/>
                  </a:lnTo>
                  <a:lnTo>
                    <a:pt x="1029970" y="2952750"/>
                  </a:lnTo>
                  <a:lnTo>
                    <a:pt x="1032510" y="2914650"/>
                  </a:lnTo>
                  <a:close/>
                </a:path>
                <a:path w="1206500" h="3812540">
                  <a:moveTo>
                    <a:pt x="1036320" y="2848610"/>
                  </a:moveTo>
                  <a:lnTo>
                    <a:pt x="1027430" y="2848610"/>
                  </a:lnTo>
                  <a:lnTo>
                    <a:pt x="1024890" y="2885440"/>
                  </a:lnTo>
                  <a:lnTo>
                    <a:pt x="1033780" y="2886710"/>
                  </a:lnTo>
                  <a:lnTo>
                    <a:pt x="1036320" y="2848610"/>
                  </a:lnTo>
                  <a:close/>
                </a:path>
                <a:path w="1206500" h="3812540">
                  <a:moveTo>
                    <a:pt x="1040130" y="2782570"/>
                  </a:moveTo>
                  <a:lnTo>
                    <a:pt x="1031240" y="2781300"/>
                  </a:lnTo>
                  <a:lnTo>
                    <a:pt x="1028700" y="2819400"/>
                  </a:lnTo>
                  <a:lnTo>
                    <a:pt x="1038860" y="2820670"/>
                  </a:lnTo>
                  <a:lnTo>
                    <a:pt x="1040130" y="2782570"/>
                  </a:lnTo>
                  <a:close/>
                </a:path>
                <a:path w="1206500" h="3812540">
                  <a:moveTo>
                    <a:pt x="1043940" y="2716530"/>
                  </a:moveTo>
                  <a:lnTo>
                    <a:pt x="1035050" y="2716530"/>
                  </a:lnTo>
                  <a:lnTo>
                    <a:pt x="1032510" y="2753360"/>
                  </a:lnTo>
                  <a:lnTo>
                    <a:pt x="1042670" y="2754630"/>
                  </a:lnTo>
                  <a:lnTo>
                    <a:pt x="1043940" y="2716530"/>
                  </a:lnTo>
                  <a:close/>
                </a:path>
                <a:path w="1206500" h="3812540">
                  <a:moveTo>
                    <a:pt x="1047750" y="2650490"/>
                  </a:moveTo>
                  <a:lnTo>
                    <a:pt x="1038860" y="2649220"/>
                  </a:lnTo>
                  <a:lnTo>
                    <a:pt x="1036320" y="2687320"/>
                  </a:lnTo>
                  <a:lnTo>
                    <a:pt x="1046480" y="2687320"/>
                  </a:lnTo>
                  <a:lnTo>
                    <a:pt x="1047750" y="2650490"/>
                  </a:lnTo>
                  <a:close/>
                </a:path>
                <a:path w="1206500" h="3812540">
                  <a:moveTo>
                    <a:pt x="1052830" y="2584450"/>
                  </a:moveTo>
                  <a:lnTo>
                    <a:pt x="1042670" y="2583180"/>
                  </a:lnTo>
                  <a:lnTo>
                    <a:pt x="1041400" y="2621280"/>
                  </a:lnTo>
                  <a:lnTo>
                    <a:pt x="1050290" y="2622550"/>
                  </a:lnTo>
                  <a:lnTo>
                    <a:pt x="1052830" y="2584450"/>
                  </a:lnTo>
                  <a:close/>
                </a:path>
                <a:path w="1206500" h="3812540">
                  <a:moveTo>
                    <a:pt x="1056640" y="2518410"/>
                  </a:moveTo>
                  <a:lnTo>
                    <a:pt x="1046480" y="2517140"/>
                  </a:lnTo>
                  <a:lnTo>
                    <a:pt x="1045210" y="2555240"/>
                  </a:lnTo>
                  <a:lnTo>
                    <a:pt x="1054100" y="2555240"/>
                  </a:lnTo>
                  <a:lnTo>
                    <a:pt x="1056640" y="2518410"/>
                  </a:lnTo>
                  <a:close/>
                </a:path>
                <a:path w="1206500" h="3812540">
                  <a:moveTo>
                    <a:pt x="1060450" y="2452370"/>
                  </a:moveTo>
                  <a:lnTo>
                    <a:pt x="1050290" y="2451100"/>
                  </a:lnTo>
                  <a:lnTo>
                    <a:pt x="1049020" y="2489200"/>
                  </a:lnTo>
                  <a:lnTo>
                    <a:pt x="1057910" y="2489200"/>
                  </a:lnTo>
                  <a:lnTo>
                    <a:pt x="1060450" y="2452370"/>
                  </a:lnTo>
                  <a:close/>
                </a:path>
                <a:path w="1206500" h="3812540">
                  <a:moveTo>
                    <a:pt x="1064260" y="2386330"/>
                  </a:moveTo>
                  <a:lnTo>
                    <a:pt x="1055370" y="2385060"/>
                  </a:lnTo>
                  <a:lnTo>
                    <a:pt x="1052830" y="2423160"/>
                  </a:lnTo>
                  <a:lnTo>
                    <a:pt x="1061720" y="2423160"/>
                  </a:lnTo>
                  <a:lnTo>
                    <a:pt x="1064260" y="2386330"/>
                  </a:lnTo>
                  <a:close/>
                </a:path>
                <a:path w="1206500" h="3812540">
                  <a:moveTo>
                    <a:pt x="1068070" y="2319020"/>
                  </a:moveTo>
                  <a:lnTo>
                    <a:pt x="1059180" y="2319020"/>
                  </a:lnTo>
                  <a:lnTo>
                    <a:pt x="1056640" y="2357120"/>
                  </a:lnTo>
                  <a:lnTo>
                    <a:pt x="1065530" y="2357120"/>
                  </a:lnTo>
                  <a:lnTo>
                    <a:pt x="1068070" y="2319020"/>
                  </a:lnTo>
                  <a:close/>
                </a:path>
                <a:path w="1206500" h="3812540">
                  <a:moveTo>
                    <a:pt x="1071880" y="2254250"/>
                  </a:moveTo>
                  <a:lnTo>
                    <a:pt x="1062990" y="2252980"/>
                  </a:lnTo>
                  <a:lnTo>
                    <a:pt x="1060450" y="2291080"/>
                  </a:lnTo>
                  <a:lnTo>
                    <a:pt x="1069340" y="2291080"/>
                  </a:lnTo>
                  <a:lnTo>
                    <a:pt x="1071880" y="2254250"/>
                  </a:lnTo>
                  <a:close/>
                </a:path>
                <a:path w="1206500" h="3812540">
                  <a:moveTo>
                    <a:pt x="1075690" y="2186940"/>
                  </a:moveTo>
                  <a:lnTo>
                    <a:pt x="1066800" y="2186940"/>
                  </a:lnTo>
                  <a:lnTo>
                    <a:pt x="1064260" y="2225040"/>
                  </a:lnTo>
                  <a:lnTo>
                    <a:pt x="1074420" y="2225040"/>
                  </a:lnTo>
                  <a:lnTo>
                    <a:pt x="1075690" y="2186940"/>
                  </a:lnTo>
                  <a:close/>
                </a:path>
                <a:path w="1206500" h="3812540">
                  <a:moveTo>
                    <a:pt x="1079500" y="2120900"/>
                  </a:moveTo>
                  <a:lnTo>
                    <a:pt x="1070610" y="2120900"/>
                  </a:lnTo>
                  <a:lnTo>
                    <a:pt x="1068070" y="2157730"/>
                  </a:lnTo>
                  <a:lnTo>
                    <a:pt x="1078230" y="2159000"/>
                  </a:lnTo>
                  <a:lnTo>
                    <a:pt x="1079500" y="2120900"/>
                  </a:lnTo>
                  <a:close/>
                </a:path>
                <a:path w="1206500" h="3812540">
                  <a:moveTo>
                    <a:pt x="1084580" y="2054860"/>
                  </a:moveTo>
                  <a:lnTo>
                    <a:pt x="1074420" y="2054860"/>
                  </a:lnTo>
                  <a:lnTo>
                    <a:pt x="1071880" y="2092960"/>
                  </a:lnTo>
                  <a:lnTo>
                    <a:pt x="1082040" y="2092960"/>
                  </a:lnTo>
                  <a:lnTo>
                    <a:pt x="1084580" y="2054860"/>
                  </a:lnTo>
                  <a:close/>
                </a:path>
                <a:path w="1206500" h="3812540">
                  <a:moveTo>
                    <a:pt x="1088390" y="1988820"/>
                  </a:moveTo>
                  <a:lnTo>
                    <a:pt x="1078230" y="1988820"/>
                  </a:lnTo>
                  <a:lnTo>
                    <a:pt x="1076960" y="2025650"/>
                  </a:lnTo>
                  <a:lnTo>
                    <a:pt x="1085850" y="2026920"/>
                  </a:lnTo>
                  <a:lnTo>
                    <a:pt x="1088390" y="1988820"/>
                  </a:lnTo>
                  <a:close/>
                </a:path>
                <a:path w="1206500" h="3812540">
                  <a:moveTo>
                    <a:pt x="1092200" y="1922780"/>
                  </a:moveTo>
                  <a:lnTo>
                    <a:pt x="1082040" y="1922780"/>
                  </a:lnTo>
                  <a:lnTo>
                    <a:pt x="1080770" y="1959610"/>
                  </a:lnTo>
                  <a:lnTo>
                    <a:pt x="1089660" y="1960880"/>
                  </a:lnTo>
                  <a:lnTo>
                    <a:pt x="1092200" y="1922780"/>
                  </a:lnTo>
                  <a:close/>
                </a:path>
                <a:path w="1206500" h="3812540">
                  <a:moveTo>
                    <a:pt x="1096010" y="1856740"/>
                  </a:moveTo>
                  <a:lnTo>
                    <a:pt x="1087120" y="1856740"/>
                  </a:lnTo>
                  <a:lnTo>
                    <a:pt x="1084580" y="1893570"/>
                  </a:lnTo>
                  <a:lnTo>
                    <a:pt x="1093470" y="1894840"/>
                  </a:lnTo>
                  <a:lnTo>
                    <a:pt x="1096010" y="1856740"/>
                  </a:lnTo>
                  <a:close/>
                </a:path>
                <a:path w="1206500" h="3812540">
                  <a:moveTo>
                    <a:pt x="1099820" y="1790700"/>
                  </a:moveTo>
                  <a:lnTo>
                    <a:pt x="1090930" y="1790700"/>
                  </a:lnTo>
                  <a:lnTo>
                    <a:pt x="1088390" y="1827530"/>
                  </a:lnTo>
                  <a:lnTo>
                    <a:pt x="1097280" y="1828800"/>
                  </a:lnTo>
                  <a:lnTo>
                    <a:pt x="1099820" y="1790700"/>
                  </a:lnTo>
                  <a:close/>
                </a:path>
                <a:path w="1206500" h="3812540">
                  <a:moveTo>
                    <a:pt x="1103630" y="1724660"/>
                  </a:moveTo>
                  <a:lnTo>
                    <a:pt x="1094740" y="1724660"/>
                  </a:lnTo>
                  <a:lnTo>
                    <a:pt x="1092200" y="1761490"/>
                  </a:lnTo>
                  <a:lnTo>
                    <a:pt x="1101090" y="1762760"/>
                  </a:lnTo>
                  <a:lnTo>
                    <a:pt x="1103630" y="1724660"/>
                  </a:lnTo>
                  <a:close/>
                </a:path>
                <a:path w="1206500" h="3812540">
                  <a:moveTo>
                    <a:pt x="1107440" y="1658620"/>
                  </a:moveTo>
                  <a:lnTo>
                    <a:pt x="1098550" y="1657350"/>
                  </a:lnTo>
                  <a:lnTo>
                    <a:pt x="1096010" y="1695450"/>
                  </a:lnTo>
                  <a:lnTo>
                    <a:pt x="1106170" y="1696720"/>
                  </a:lnTo>
                  <a:lnTo>
                    <a:pt x="1107440" y="1658620"/>
                  </a:lnTo>
                  <a:close/>
                </a:path>
                <a:path w="1206500" h="3812540">
                  <a:moveTo>
                    <a:pt x="1111250" y="1592580"/>
                  </a:moveTo>
                  <a:lnTo>
                    <a:pt x="1102360" y="1591310"/>
                  </a:lnTo>
                  <a:lnTo>
                    <a:pt x="1099820" y="1629410"/>
                  </a:lnTo>
                  <a:lnTo>
                    <a:pt x="1109980" y="1630680"/>
                  </a:lnTo>
                  <a:lnTo>
                    <a:pt x="1111250" y="1592580"/>
                  </a:lnTo>
                  <a:close/>
                </a:path>
                <a:path w="1206500" h="3812540">
                  <a:moveTo>
                    <a:pt x="1116330" y="1526540"/>
                  </a:moveTo>
                  <a:lnTo>
                    <a:pt x="1106170" y="1525270"/>
                  </a:lnTo>
                  <a:lnTo>
                    <a:pt x="1103630" y="1563370"/>
                  </a:lnTo>
                  <a:lnTo>
                    <a:pt x="1113790" y="1563370"/>
                  </a:lnTo>
                  <a:lnTo>
                    <a:pt x="1116330" y="1526540"/>
                  </a:lnTo>
                  <a:close/>
                </a:path>
                <a:path w="1206500" h="3812540">
                  <a:moveTo>
                    <a:pt x="1120140" y="1460500"/>
                  </a:moveTo>
                  <a:lnTo>
                    <a:pt x="1111250" y="1459230"/>
                  </a:lnTo>
                  <a:lnTo>
                    <a:pt x="1108710" y="1497330"/>
                  </a:lnTo>
                  <a:lnTo>
                    <a:pt x="1117600" y="1497330"/>
                  </a:lnTo>
                  <a:lnTo>
                    <a:pt x="1120140" y="1460500"/>
                  </a:lnTo>
                  <a:close/>
                </a:path>
                <a:path w="1206500" h="3812540">
                  <a:moveTo>
                    <a:pt x="1123950" y="1394460"/>
                  </a:moveTo>
                  <a:lnTo>
                    <a:pt x="1115060" y="1393190"/>
                  </a:lnTo>
                  <a:lnTo>
                    <a:pt x="1112520" y="1431290"/>
                  </a:lnTo>
                  <a:lnTo>
                    <a:pt x="1121410" y="1431290"/>
                  </a:lnTo>
                  <a:lnTo>
                    <a:pt x="1123950" y="1394460"/>
                  </a:lnTo>
                  <a:close/>
                </a:path>
                <a:path w="1206500" h="3812540">
                  <a:moveTo>
                    <a:pt x="1127760" y="1328420"/>
                  </a:moveTo>
                  <a:lnTo>
                    <a:pt x="1118870" y="1327150"/>
                  </a:lnTo>
                  <a:lnTo>
                    <a:pt x="1116330" y="1365250"/>
                  </a:lnTo>
                  <a:lnTo>
                    <a:pt x="1125220" y="1365250"/>
                  </a:lnTo>
                  <a:lnTo>
                    <a:pt x="1127760" y="1328420"/>
                  </a:lnTo>
                  <a:close/>
                </a:path>
                <a:path w="1206500" h="3812540">
                  <a:moveTo>
                    <a:pt x="1131570" y="1262380"/>
                  </a:moveTo>
                  <a:lnTo>
                    <a:pt x="1122680" y="1261110"/>
                  </a:lnTo>
                  <a:lnTo>
                    <a:pt x="1120140" y="1299210"/>
                  </a:lnTo>
                  <a:lnTo>
                    <a:pt x="1129030" y="1299210"/>
                  </a:lnTo>
                  <a:lnTo>
                    <a:pt x="1131570" y="1262380"/>
                  </a:lnTo>
                  <a:close/>
                </a:path>
                <a:path w="1206500" h="3812540">
                  <a:moveTo>
                    <a:pt x="1135380" y="1196340"/>
                  </a:moveTo>
                  <a:lnTo>
                    <a:pt x="1126490" y="1195070"/>
                  </a:lnTo>
                  <a:lnTo>
                    <a:pt x="1123950" y="1233170"/>
                  </a:lnTo>
                  <a:lnTo>
                    <a:pt x="1132840" y="1233170"/>
                  </a:lnTo>
                  <a:lnTo>
                    <a:pt x="1135380" y="1196340"/>
                  </a:lnTo>
                  <a:close/>
                </a:path>
                <a:path w="1206500" h="3812540">
                  <a:moveTo>
                    <a:pt x="1139190" y="1129030"/>
                  </a:moveTo>
                  <a:lnTo>
                    <a:pt x="1130300" y="1129030"/>
                  </a:lnTo>
                  <a:lnTo>
                    <a:pt x="1127760" y="1167130"/>
                  </a:lnTo>
                  <a:lnTo>
                    <a:pt x="1137920" y="1167130"/>
                  </a:lnTo>
                  <a:lnTo>
                    <a:pt x="1139190" y="1129030"/>
                  </a:lnTo>
                  <a:close/>
                </a:path>
                <a:path w="1206500" h="3812540">
                  <a:moveTo>
                    <a:pt x="1144270" y="1062990"/>
                  </a:moveTo>
                  <a:lnTo>
                    <a:pt x="1134110" y="1062990"/>
                  </a:lnTo>
                  <a:lnTo>
                    <a:pt x="1131570" y="1101090"/>
                  </a:lnTo>
                  <a:lnTo>
                    <a:pt x="1141730" y="1101090"/>
                  </a:lnTo>
                  <a:lnTo>
                    <a:pt x="1144270" y="1062990"/>
                  </a:lnTo>
                  <a:close/>
                </a:path>
                <a:path w="1206500" h="3812540">
                  <a:moveTo>
                    <a:pt x="1148080" y="996950"/>
                  </a:moveTo>
                  <a:lnTo>
                    <a:pt x="1137920" y="996950"/>
                  </a:lnTo>
                  <a:lnTo>
                    <a:pt x="1135380" y="1035050"/>
                  </a:lnTo>
                  <a:lnTo>
                    <a:pt x="1145540" y="1035050"/>
                  </a:lnTo>
                  <a:lnTo>
                    <a:pt x="1148080" y="996950"/>
                  </a:lnTo>
                  <a:close/>
                </a:path>
                <a:path w="1206500" h="3812540">
                  <a:moveTo>
                    <a:pt x="1151890" y="930910"/>
                  </a:moveTo>
                  <a:lnTo>
                    <a:pt x="1141730" y="930910"/>
                  </a:lnTo>
                  <a:lnTo>
                    <a:pt x="1139190" y="967740"/>
                  </a:lnTo>
                  <a:lnTo>
                    <a:pt x="1149350" y="969010"/>
                  </a:lnTo>
                  <a:lnTo>
                    <a:pt x="1151890" y="930910"/>
                  </a:lnTo>
                  <a:close/>
                </a:path>
                <a:path w="1206500" h="3812540">
                  <a:moveTo>
                    <a:pt x="1155700" y="864870"/>
                  </a:moveTo>
                  <a:lnTo>
                    <a:pt x="1146810" y="864870"/>
                  </a:lnTo>
                  <a:lnTo>
                    <a:pt x="1144270" y="901700"/>
                  </a:lnTo>
                  <a:lnTo>
                    <a:pt x="1153160" y="902970"/>
                  </a:lnTo>
                  <a:lnTo>
                    <a:pt x="1155700" y="864870"/>
                  </a:lnTo>
                  <a:close/>
                </a:path>
                <a:path w="1206500" h="3812540">
                  <a:moveTo>
                    <a:pt x="1159510" y="798830"/>
                  </a:moveTo>
                  <a:lnTo>
                    <a:pt x="1150620" y="798830"/>
                  </a:lnTo>
                  <a:lnTo>
                    <a:pt x="1148080" y="835660"/>
                  </a:lnTo>
                  <a:lnTo>
                    <a:pt x="1156970" y="836930"/>
                  </a:lnTo>
                  <a:lnTo>
                    <a:pt x="1159510" y="798830"/>
                  </a:lnTo>
                  <a:close/>
                </a:path>
                <a:path w="1206500" h="3812540">
                  <a:moveTo>
                    <a:pt x="1163320" y="732790"/>
                  </a:moveTo>
                  <a:lnTo>
                    <a:pt x="1154430" y="732790"/>
                  </a:lnTo>
                  <a:lnTo>
                    <a:pt x="1151890" y="769620"/>
                  </a:lnTo>
                  <a:lnTo>
                    <a:pt x="1160780" y="770890"/>
                  </a:lnTo>
                  <a:lnTo>
                    <a:pt x="1163320" y="732790"/>
                  </a:lnTo>
                  <a:close/>
                </a:path>
                <a:path w="1206500" h="3812540">
                  <a:moveTo>
                    <a:pt x="1167130" y="666750"/>
                  </a:moveTo>
                  <a:lnTo>
                    <a:pt x="1158240" y="666750"/>
                  </a:lnTo>
                  <a:lnTo>
                    <a:pt x="1155700" y="703580"/>
                  </a:lnTo>
                  <a:lnTo>
                    <a:pt x="1164590" y="704850"/>
                  </a:lnTo>
                  <a:lnTo>
                    <a:pt x="1167130" y="666750"/>
                  </a:lnTo>
                  <a:close/>
                </a:path>
                <a:path w="1206500" h="3812540">
                  <a:moveTo>
                    <a:pt x="1170940" y="600710"/>
                  </a:moveTo>
                  <a:lnTo>
                    <a:pt x="1162050" y="599440"/>
                  </a:lnTo>
                  <a:lnTo>
                    <a:pt x="1159510" y="637540"/>
                  </a:lnTo>
                  <a:lnTo>
                    <a:pt x="1169670" y="638810"/>
                  </a:lnTo>
                  <a:lnTo>
                    <a:pt x="1170940" y="600710"/>
                  </a:lnTo>
                  <a:close/>
                </a:path>
                <a:path w="1206500" h="3812540">
                  <a:moveTo>
                    <a:pt x="1176020" y="534670"/>
                  </a:moveTo>
                  <a:lnTo>
                    <a:pt x="1165860" y="534670"/>
                  </a:lnTo>
                  <a:lnTo>
                    <a:pt x="1163320" y="571500"/>
                  </a:lnTo>
                  <a:lnTo>
                    <a:pt x="1173480" y="572770"/>
                  </a:lnTo>
                  <a:lnTo>
                    <a:pt x="1176020" y="534670"/>
                  </a:lnTo>
                  <a:close/>
                </a:path>
                <a:path w="1206500" h="3812540">
                  <a:moveTo>
                    <a:pt x="1179830" y="468630"/>
                  </a:moveTo>
                  <a:lnTo>
                    <a:pt x="1169670" y="467360"/>
                  </a:lnTo>
                  <a:lnTo>
                    <a:pt x="1168400" y="505460"/>
                  </a:lnTo>
                  <a:lnTo>
                    <a:pt x="1177290" y="505460"/>
                  </a:lnTo>
                  <a:lnTo>
                    <a:pt x="1179830" y="468630"/>
                  </a:lnTo>
                  <a:close/>
                </a:path>
                <a:path w="1206500" h="3812540">
                  <a:moveTo>
                    <a:pt x="1183640" y="402590"/>
                  </a:moveTo>
                  <a:lnTo>
                    <a:pt x="1173480" y="401320"/>
                  </a:lnTo>
                  <a:lnTo>
                    <a:pt x="1172210" y="439420"/>
                  </a:lnTo>
                  <a:lnTo>
                    <a:pt x="1181100" y="440690"/>
                  </a:lnTo>
                  <a:lnTo>
                    <a:pt x="1183640" y="402590"/>
                  </a:lnTo>
                  <a:close/>
                </a:path>
                <a:path w="1206500" h="3812540">
                  <a:moveTo>
                    <a:pt x="1187450" y="336550"/>
                  </a:moveTo>
                  <a:lnTo>
                    <a:pt x="1178560" y="335280"/>
                  </a:lnTo>
                  <a:lnTo>
                    <a:pt x="1176020" y="373380"/>
                  </a:lnTo>
                  <a:lnTo>
                    <a:pt x="1184910" y="373380"/>
                  </a:lnTo>
                  <a:lnTo>
                    <a:pt x="1187450" y="336550"/>
                  </a:lnTo>
                  <a:close/>
                </a:path>
                <a:path w="1206500" h="3812540">
                  <a:moveTo>
                    <a:pt x="1191260" y="269240"/>
                  </a:moveTo>
                  <a:lnTo>
                    <a:pt x="1182370" y="269240"/>
                  </a:lnTo>
                  <a:lnTo>
                    <a:pt x="1179830" y="307340"/>
                  </a:lnTo>
                  <a:lnTo>
                    <a:pt x="1188720" y="307340"/>
                  </a:lnTo>
                  <a:lnTo>
                    <a:pt x="1191260" y="269240"/>
                  </a:lnTo>
                  <a:close/>
                </a:path>
                <a:path w="1206500" h="3812540">
                  <a:moveTo>
                    <a:pt x="1195070" y="204470"/>
                  </a:moveTo>
                  <a:lnTo>
                    <a:pt x="1186180" y="203200"/>
                  </a:lnTo>
                  <a:lnTo>
                    <a:pt x="1183640" y="241300"/>
                  </a:lnTo>
                  <a:lnTo>
                    <a:pt x="1192530" y="241300"/>
                  </a:lnTo>
                  <a:lnTo>
                    <a:pt x="1195070" y="204470"/>
                  </a:lnTo>
                  <a:close/>
                </a:path>
                <a:path w="1206500" h="3812540">
                  <a:moveTo>
                    <a:pt x="1198880" y="137160"/>
                  </a:moveTo>
                  <a:lnTo>
                    <a:pt x="1189990" y="137160"/>
                  </a:lnTo>
                  <a:lnTo>
                    <a:pt x="1187450" y="175260"/>
                  </a:lnTo>
                  <a:lnTo>
                    <a:pt x="1197610" y="175260"/>
                  </a:lnTo>
                  <a:lnTo>
                    <a:pt x="1198880" y="137160"/>
                  </a:lnTo>
                  <a:close/>
                </a:path>
                <a:path w="1206500" h="3812540">
                  <a:moveTo>
                    <a:pt x="1202690" y="71120"/>
                  </a:moveTo>
                  <a:lnTo>
                    <a:pt x="1193800" y="71120"/>
                  </a:lnTo>
                  <a:lnTo>
                    <a:pt x="1191260" y="109220"/>
                  </a:lnTo>
                  <a:lnTo>
                    <a:pt x="1201420" y="109220"/>
                  </a:lnTo>
                  <a:lnTo>
                    <a:pt x="1202690" y="71120"/>
                  </a:lnTo>
                  <a:close/>
                </a:path>
                <a:path w="1206500" h="3812540">
                  <a:moveTo>
                    <a:pt x="1206500" y="5080"/>
                  </a:moveTo>
                  <a:lnTo>
                    <a:pt x="1197610" y="5080"/>
                  </a:lnTo>
                  <a:lnTo>
                    <a:pt x="1195070" y="43180"/>
                  </a:lnTo>
                  <a:lnTo>
                    <a:pt x="1205230" y="43180"/>
                  </a:lnTo>
                  <a:lnTo>
                    <a:pt x="1206500" y="50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605790" y="1217929"/>
              <a:ext cx="6993890" cy="692150"/>
            </a:xfrm>
            <a:custGeom>
              <a:avLst/>
              <a:gdLst/>
              <a:ahLst/>
              <a:cxnLst/>
              <a:rect l="l" t="t" r="r" b="b"/>
              <a:pathLst>
                <a:path w="6993890" h="692150">
                  <a:moveTo>
                    <a:pt x="20320" y="35560"/>
                  </a:moveTo>
                  <a:lnTo>
                    <a:pt x="7620" y="0"/>
                  </a:lnTo>
                  <a:lnTo>
                    <a:pt x="0" y="2540"/>
                  </a:lnTo>
                  <a:lnTo>
                    <a:pt x="11430" y="39370"/>
                  </a:lnTo>
                  <a:lnTo>
                    <a:pt x="20320" y="35560"/>
                  </a:lnTo>
                  <a:close/>
                </a:path>
                <a:path w="6993890" h="692150">
                  <a:moveTo>
                    <a:pt x="40640" y="99060"/>
                  </a:moveTo>
                  <a:lnTo>
                    <a:pt x="29210" y="62230"/>
                  </a:lnTo>
                  <a:lnTo>
                    <a:pt x="20320" y="66040"/>
                  </a:lnTo>
                  <a:lnTo>
                    <a:pt x="31750" y="101600"/>
                  </a:lnTo>
                  <a:lnTo>
                    <a:pt x="40640" y="99060"/>
                  </a:lnTo>
                  <a:close/>
                </a:path>
                <a:path w="6993890" h="692150">
                  <a:moveTo>
                    <a:pt x="62230" y="161290"/>
                  </a:moveTo>
                  <a:lnTo>
                    <a:pt x="49530" y="125730"/>
                  </a:lnTo>
                  <a:lnTo>
                    <a:pt x="40640" y="128270"/>
                  </a:lnTo>
                  <a:lnTo>
                    <a:pt x="53340" y="165100"/>
                  </a:lnTo>
                  <a:lnTo>
                    <a:pt x="62230" y="161290"/>
                  </a:lnTo>
                  <a:close/>
                </a:path>
                <a:path w="6993890" h="692150">
                  <a:moveTo>
                    <a:pt x="82550" y="224790"/>
                  </a:moveTo>
                  <a:lnTo>
                    <a:pt x="71120" y="187960"/>
                  </a:lnTo>
                  <a:lnTo>
                    <a:pt x="62230" y="191770"/>
                  </a:lnTo>
                  <a:lnTo>
                    <a:pt x="73660" y="227330"/>
                  </a:lnTo>
                  <a:lnTo>
                    <a:pt x="82550" y="224790"/>
                  </a:lnTo>
                  <a:close/>
                </a:path>
                <a:path w="6993890" h="692150">
                  <a:moveTo>
                    <a:pt x="104140" y="287020"/>
                  </a:moveTo>
                  <a:lnTo>
                    <a:pt x="91440" y="251460"/>
                  </a:lnTo>
                  <a:lnTo>
                    <a:pt x="82550" y="254000"/>
                  </a:lnTo>
                  <a:lnTo>
                    <a:pt x="95250" y="289560"/>
                  </a:lnTo>
                  <a:lnTo>
                    <a:pt x="104140" y="287020"/>
                  </a:lnTo>
                  <a:close/>
                </a:path>
                <a:path w="6993890" h="692150">
                  <a:moveTo>
                    <a:pt x="124460" y="349250"/>
                  </a:moveTo>
                  <a:lnTo>
                    <a:pt x="113030" y="313690"/>
                  </a:lnTo>
                  <a:lnTo>
                    <a:pt x="104140" y="317500"/>
                  </a:lnTo>
                  <a:lnTo>
                    <a:pt x="115570" y="353060"/>
                  </a:lnTo>
                  <a:lnTo>
                    <a:pt x="124460" y="349250"/>
                  </a:lnTo>
                  <a:close/>
                </a:path>
                <a:path w="6993890" h="692150">
                  <a:moveTo>
                    <a:pt x="146050" y="412750"/>
                  </a:moveTo>
                  <a:lnTo>
                    <a:pt x="133350" y="377190"/>
                  </a:lnTo>
                  <a:lnTo>
                    <a:pt x="124460" y="379730"/>
                  </a:lnTo>
                  <a:lnTo>
                    <a:pt x="137160" y="415290"/>
                  </a:lnTo>
                  <a:lnTo>
                    <a:pt x="146050" y="412750"/>
                  </a:lnTo>
                  <a:close/>
                </a:path>
                <a:path w="6993890" h="692150">
                  <a:moveTo>
                    <a:pt x="166370" y="474980"/>
                  </a:moveTo>
                  <a:lnTo>
                    <a:pt x="154940" y="439420"/>
                  </a:lnTo>
                  <a:lnTo>
                    <a:pt x="146050" y="443230"/>
                  </a:lnTo>
                  <a:lnTo>
                    <a:pt x="157480" y="478790"/>
                  </a:lnTo>
                  <a:lnTo>
                    <a:pt x="166370" y="474980"/>
                  </a:lnTo>
                  <a:close/>
                </a:path>
                <a:path w="6993890" h="692150">
                  <a:moveTo>
                    <a:pt x="187960" y="538480"/>
                  </a:moveTo>
                  <a:lnTo>
                    <a:pt x="175260" y="502920"/>
                  </a:lnTo>
                  <a:lnTo>
                    <a:pt x="166370" y="505460"/>
                  </a:lnTo>
                  <a:lnTo>
                    <a:pt x="179070" y="541020"/>
                  </a:lnTo>
                  <a:lnTo>
                    <a:pt x="187960" y="538480"/>
                  </a:lnTo>
                  <a:close/>
                </a:path>
                <a:path w="6993890" h="692150">
                  <a:moveTo>
                    <a:pt x="208267" y="601980"/>
                  </a:moveTo>
                  <a:lnTo>
                    <a:pt x="196850" y="565150"/>
                  </a:lnTo>
                  <a:lnTo>
                    <a:pt x="187960" y="568960"/>
                  </a:lnTo>
                  <a:lnTo>
                    <a:pt x="199390" y="604520"/>
                  </a:lnTo>
                  <a:lnTo>
                    <a:pt x="208267" y="601980"/>
                  </a:lnTo>
                  <a:close/>
                </a:path>
                <a:path w="6993890" h="692150">
                  <a:moveTo>
                    <a:pt x="229870" y="664210"/>
                  </a:moveTo>
                  <a:lnTo>
                    <a:pt x="217170" y="628650"/>
                  </a:lnTo>
                  <a:lnTo>
                    <a:pt x="208267" y="631190"/>
                  </a:lnTo>
                  <a:lnTo>
                    <a:pt x="220967" y="666750"/>
                  </a:lnTo>
                  <a:lnTo>
                    <a:pt x="229870" y="664210"/>
                  </a:lnTo>
                  <a:close/>
                </a:path>
                <a:path w="6993890" h="692150">
                  <a:moveTo>
                    <a:pt x="3928110" y="684530"/>
                  </a:moveTo>
                  <a:lnTo>
                    <a:pt x="3926840" y="675640"/>
                  </a:lnTo>
                  <a:lnTo>
                    <a:pt x="3888740" y="681990"/>
                  </a:lnTo>
                  <a:lnTo>
                    <a:pt x="3890010" y="692150"/>
                  </a:lnTo>
                  <a:lnTo>
                    <a:pt x="3928110" y="684530"/>
                  </a:lnTo>
                  <a:close/>
                </a:path>
                <a:path w="6993890" h="692150">
                  <a:moveTo>
                    <a:pt x="3992880" y="673100"/>
                  </a:moveTo>
                  <a:lnTo>
                    <a:pt x="3991610" y="664210"/>
                  </a:lnTo>
                  <a:lnTo>
                    <a:pt x="3954780" y="670560"/>
                  </a:lnTo>
                  <a:lnTo>
                    <a:pt x="3956050" y="680720"/>
                  </a:lnTo>
                  <a:lnTo>
                    <a:pt x="3992880" y="673100"/>
                  </a:lnTo>
                  <a:close/>
                </a:path>
                <a:path w="6993890" h="692150">
                  <a:moveTo>
                    <a:pt x="4058920" y="661670"/>
                  </a:moveTo>
                  <a:lnTo>
                    <a:pt x="4056380" y="652780"/>
                  </a:lnTo>
                  <a:lnTo>
                    <a:pt x="4019550" y="659130"/>
                  </a:lnTo>
                  <a:lnTo>
                    <a:pt x="4020820" y="669290"/>
                  </a:lnTo>
                  <a:lnTo>
                    <a:pt x="4058920" y="661670"/>
                  </a:lnTo>
                  <a:close/>
                </a:path>
                <a:path w="6993890" h="692150">
                  <a:moveTo>
                    <a:pt x="4123690" y="650240"/>
                  </a:moveTo>
                  <a:lnTo>
                    <a:pt x="4122420" y="641350"/>
                  </a:lnTo>
                  <a:lnTo>
                    <a:pt x="4084320" y="647700"/>
                  </a:lnTo>
                  <a:lnTo>
                    <a:pt x="4086860" y="657860"/>
                  </a:lnTo>
                  <a:lnTo>
                    <a:pt x="4123690" y="650240"/>
                  </a:lnTo>
                  <a:close/>
                </a:path>
                <a:path w="6993890" h="692150">
                  <a:moveTo>
                    <a:pt x="4188460" y="638810"/>
                  </a:moveTo>
                  <a:lnTo>
                    <a:pt x="4187190" y="629920"/>
                  </a:lnTo>
                  <a:lnTo>
                    <a:pt x="4150360" y="636270"/>
                  </a:lnTo>
                  <a:lnTo>
                    <a:pt x="4151630" y="645160"/>
                  </a:lnTo>
                  <a:lnTo>
                    <a:pt x="4188460" y="638810"/>
                  </a:lnTo>
                  <a:close/>
                </a:path>
                <a:path w="6993890" h="692150">
                  <a:moveTo>
                    <a:pt x="4253230" y="627380"/>
                  </a:moveTo>
                  <a:lnTo>
                    <a:pt x="4251960" y="618490"/>
                  </a:lnTo>
                  <a:lnTo>
                    <a:pt x="4215130" y="624840"/>
                  </a:lnTo>
                  <a:lnTo>
                    <a:pt x="4216400" y="633730"/>
                  </a:lnTo>
                  <a:lnTo>
                    <a:pt x="4253230" y="627380"/>
                  </a:lnTo>
                  <a:close/>
                </a:path>
                <a:path w="6993890" h="692150">
                  <a:moveTo>
                    <a:pt x="4319270" y="615950"/>
                  </a:moveTo>
                  <a:lnTo>
                    <a:pt x="4318000" y="607060"/>
                  </a:lnTo>
                  <a:lnTo>
                    <a:pt x="4279900" y="613410"/>
                  </a:lnTo>
                  <a:lnTo>
                    <a:pt x="4282440" y="622300"/>
                  </a:lnTo>
                  <a:lnTo>
                    <a:pt x="4319270" y="615950"/>
                  </a:lnTo>
                  <a:close/>
                </a:path>
                <a:path w="6993890" h="692150">
                  <a:moveTo>
                    <a:pt x="4384040" y="604520"/>
                  </a:moveTo>
                  <a:lnTo>
                    <a:pt x="4382770" y="595630"/>
                  </a:lnTo>
                  <a:lnTo>
                    <a:pt x="4345940" y="601980"/>
                  </a:lnTo>
                  <a:lnTo>
                    <a:pt x="4347210" y="610870"/>
                  </a:lnTo>
                  <a:lnTo>
                    <a:pt x="4384040" y="604520"/>
                  </a:lnTo>
                  <a:close/>
                </a:path>
                <a:path w="6993890" h="692150">
                  <a:moveTo>
                    <a:pt x="4450080" y="593090"/>
                  </a:moveTo>
                  <a:lnTo>
                    <a:pt x="4448810" y="584200"/>
                  </a:lnTo>
                  <a:lnTo>
                    <a:pt x="4410710" y="590550"/>
                  </a:lnTo>
                  <a:lnTo>
                    <a:pt x="4411980" y="599440"/>
                  </a:lnTo>
                  <a:lnTo>
                    <a:pt x="4450080" y="593090"/>
                  </a:lnTo>
                  <a:close/>
                </a:path>
                <a:path w="6993890" h="692150">
                  <a:moveTo>
                    <a:pt x="4514850" y="581660"/>
                  </a:moveTo>
                  <a:lnTo>
                    <a:pt x="4513580" y="572770"/>
                  </a:lnTo>
                  <a:lnTo>
                    <a:pt x="4475480" y="579120"/>
                  </a:lnTo>
                  <a:lnTo>
                    <a:pt x="4478020" y="588010"/>
                  </a:lnTo>
                  <a:lnTo>
                    <a:pt x="4514850" y="581660"/>
                  </a:lnTo>
                  <a:close/>
                </a:path>
                <a:path w="6993890" h="692150">
                  <a:moveTo>
                    <a:pt x="4579620" y="570230"/>
                  </a:moveTo>
                  <a:lnTo>
                    <a:pt x="4578350" y="561340"/>
                  </a:lnTo>
                  <a:lnTo>
                    <a:pt x="4541520" y="567690"/>
                  </a:lnTo>
                  <a:lnTo>
                    <a:pt x="4542790" y="576580"/>
                  </a:lnTo>
                  <a:lnTo>
                    <a:pt x="4579620" y="570230"/>
                  </a:lnTo>
                  <a:close/>
                </a:path>
                <a:path w="6993890" h="692150">
                  <a:moveTo>
                    <a:pt x="4645660" y="558800"/>
                  </a:moveTo>
                  <a:lnTo>
                    <a:pt x="4643120" y="549910"/>
                  </a:lnTo>
                  <a:lnTo>
                    <a:pt x="4606290" y="556260"/>
                  </a:lnTo>
                  <a:lnTo>
                    <a:pt x="4607560" y="565150"/>
                  </a:lnTo>
                  <a:lnTo>
                    <a:pt x="4645660" y="558800"/>
                  </a:lnTo>
                  <a:close/>
                </a:path>
                <a:path w="6993890" h="692150">
                  <a:moveTo>
                    <a:pt x="4710430" y="547370"/>
                  </a:moveTo>
                  <a:lnTo>
                    <a:pt x="4709160" y="537210"/>
                  </a:lnTo>
                  <a:lnTo>
                    <a:pt x="4672330" y="544830"/>
                  </a:lnTo>
                  <a:lnTo>
                    <a:pt x="4673600" y="553720"/>
                  </a:lnTo>
                  <a:lnTo>
                    <a:pt x="4710430" y="547370"/>
                  </a:lnTo>
                  <a:close/>
                </a:path>
                <a:path w="6993890" h="692150">
                  <a:moveTo>
                    <a:pt x="4776470" y="535940"/>
                  </a:moveTo>
                  <a:lnTo>
                    <a:pt x="4773930" y="525780"/>
                  </a:lnTo>
                  <a:lnTo>
                    <a:pt x="4737100" y="532130"/>
                  </a:lnTo>
                  <a:lnTo>
                    <a:pt x="4738370" y="542290"/>
                  </a:lnTo>
                  <a:lnTo>
                    <a:pt x="4776470" y="535940"/>
                  </a:lnTo>
                  <a:close/>
                </a:path>
                <a:path w="6993890" h="692150">
                  <a:moveTo>
                    <a:pt x="4841240" y="524510"/>
                  </a:moveTo>
                  <a:lnTo>
                    <a:pt x="4839970" y="514350"/>
                  </a:lnTo>
                  <a:lnTo>
                    <a:pt x="4801870" y="520700"/>
                  </a:lnTo>
                  <a:lnTo>
                    <a:pt x="4804410" y="530860"/>
                  </a:lnTo>
                  <a:lnTo>
                    <a:pt x="4841240" y="524510"/>
                  </a:lnTo>
                  <a:close/>
                </a:path>
                <a:path w="6993890" h="692150">
                  <a:moveTo>
                    <a:pt x="4906010" y="513080"/>
                  </a:moveTo>
                  <a:lnTo>
                    <a:pt x="4904740" y="502920"/>
                  </a:lnTo>
                  <a:lnTo>
                    <a:pt x="4867910" y="509270"/>
                  </a:lnTo>
                  <a:lnTo>
                    <a:pt x="4869180" y="519430"/>
                  </a:lnTo>
                  <a:lnTo>
                    <a:pt x="4906010" y="513080"/>
                  </a:lnTo>
                  <a:close/>
                </a:path>
                <a:path w="6993890" h="692150">
                  <a:moveTo>
                    <a:pt x="4972050" y="501650"/>
                  </a:moveTo>
                  <a:lnTo>
                    <a:pt x="4969510" y="491490"/>
                  </a:lnTo>
                  <a:lnTo>
                    <a:pt x="4932680" y="497840"/>
                  </a:lnTo>
                  <a:lnTo>
                    <a:pt x="4933950" y="508000"/>
                  </a:lnTo>
                  <a:lnTo>
                    <a:pt x="4972050" y="501650"/>
                  </a:lnTo>
                  <a:close/>
                </a:path>
                <a:path w="6993890" h="692150">
                  <a:moveTo>
                    <a:pt x="5036820" y="488950"/>
                  </a:moveTo>
                  <a:lnTo>
                    <a:pt x="5035550" y="480060"/>
                  </a:lnTo>
                  <a:lnTo>
                    <a:pt x="4997450" y="486410"/>
                  </a:lnTo>
                  <a:lnTo>
                    <a:pt x="4999990" y="496570"/>
                  </a:lnTo>
                  <a:lnTo>
                    <a:pt x="5036820" y="488950"/>
                  </a:lnTo>
                  <a:close/>
                </a:path>
                <a:path w="6993890" h="692150">
                  <a:moveTo>
                    <a:pt x="5101590" y="477520"/>
                  </a:moveTo>
                  <a:lnTo>
                    <a:pt x="5100320" y="468630"/>
                  </a:lnTo>
                  <a:lnTo>
                    <a:pt x="5063490" y="474980"/>
                  </a:lnTo>
                  <a:lnTo>
                    <a:pt x="5064760" y="485140"/>
                  </a:lnTo>
                  <a:lnTo>
                    <a:pt x="5101590" y="477520"/>
                  </a:lnTo>
                  <a:close/>
                </a:path>
                <a:path w="6993890" h="692150">
                  <a:moveTo>
                    <a:pt x="5167630" y="466090"/>
                  </a:moveTo>
                  <a:lnTo>
                    <a:pt x="5166360" y="457200"/>
                  </a:lnTo>
                  <a:lnTo>
                    <a:pt x="5128260" y="463550"/>
                  </a:lnTo>
                  <a:lnTo>
                    <a:pt x="5129530" y="472440"/>
                  </a:lnTo>
                  <a:lnTo>
                    <a:pt x="5167630" y="466090"/>
                  </a:lnTo>
                  <a:close/>
                </a:path>
                <a:path w="6993890" h="692150">
                  <a:moveTo>
                    <a:pt x="5232400" y="454660"/>
                  </a:moveTo>
                  <a:lnTo>
                    <a:pt x="5231130" y="445770"/>
                  </a:lnTo>
                  <a:lnTo>
                    <a:pt x="5194300" y="452120"/>
                  </a:lnTo>
                  <a:lnTo>
                    <a:pt x="5195570" y="461010"/>
                  </a:lnTo>
                  <a:lnTo>
                    <a:pt x="5232400" y="454660"/>
                  </a:lnTo>
                  <a:close/>
                </a:path>
                <a:path w="6993890" h="692150">
                  <a:moveTo>
                    <a:pt x="5298440" y="443230"/>
                  </a:moveTo>
                  <a:lnTo>
                    <a:pt x="5295900" y="434340"/>
                  </a:lnTo>
                  <a:lnTo>
                    <a:pt x="5259070" y="440690"/>
                  </a:lnTo>
                  <a:lnTo>
                    <a:pt x="5260340" y="449580"/>
                  </a:lnTo>
                  <a:lnTo>
                    <a:pt x="5298440" y="443230"/>
                  </a:lnTo>
                  <a:close/>
                </a:path>
                <a:path w="6993890" h="692150">
                  <a:moveTo>
                    <a:pt x="5363210" y="431800"/>
                  </a:moveTo>
                  <a:lnTo>
                    <a:pt x="5360670" y="422910"/>
                  </a:lnTo>
                  <a:lnTo>
                    <a:pt x="5323840" y="429260"/>
                  </a:lnTo>
                  <a:lnTo>
                    <a:pt x="5325110" y="438150"/>
                  </a:lnTo>
                  <a:lnTo>
                    <a:pt x="5363210" y="431800"/>
                  </a:lnTo>
                  <a:close/>
                </a:path>
                <a:path w="6993890" h="692150">
                  <a:moveTo>
                    <a:pt x="5427980" y="420370"/>
                  </a:moveTo>
                  <a:lnTo>
                    <a:pt x="5426710" y="411480"/>
                  </a:lnTo>
                  <a:lnTo>
                    <a:pt x="5389880" y="417830"/>
                  </a:lnTo>
                  <a:lnTo>
                    <a:pt x="5391150" y="426720"/>
                  </a:lnTo>
                  <a:lnTo>
                    <a:pt x="5427980" y="420370"/>
                  </a:lnTo>
                  <a:close/>
                </a:path>
                <a:path w="6993890" h="692150">
                  <a:moveTo>
                    <a:pt x="5492750" y="408940"/>
                  </a:moveTo>
                  <a:lnTo>
                    <a:pt x="5491480" y="400050"/>
                  </a:lnTo>
                  <a:lnTo>
                    <a:pt x="5454650" y="406400"/>
                  </a:lnTo>
                  <a:lnTo>
                    <a:pt x="5455920" y="415290"/>
                  </a:lnTo>
                  <a:lnTo>
                    <a:pt x="5492750" y="408940"/>
                  </a:lnTo>
                  <a:close/>
                </a:path>
                <a:path w="6993890" h="692150">
                  <a:moveTo>
                    <a:pt x="5558790" y="397510"/>
                  </a:moveTo>
                  <a:lnTo>
                    <a:pt x="5557520" y="388620"/>
                  </a:lnTo>
                  <a:lnTo>
                    <a:pt x="5519420" y="394970"/>
                  </a:lnTo>
                  <a:lnTo>
                    <a:pt x="5521960" y="403860"/>
                  </a:lnTo>
                  <a:lnTo>
                    <a:pt x="5558790" y="397510"/>
                  </a:lnTo>
                  <a:close/>
                </a:path>
                <a:path w="6993890" h="692150">
                  <a:moveTo>
                    <a:pt x="5623560" y="386080"/>
                  </a:moveTo>
                  <a:lnTo>
                    <a:pt x="5622290" y="375920"/>
                  </a:lnTo>
                  <a:lnTo>
                    <a:pt x="5585460" y="383540"/>
                  </a:lnTo>
                  <a:lnTo>
                    <a:pt x="5586730" y="392430"/>
                  </a:lnTo>
                  <a:lnTo>
                    <a:pt x="5623560" y="386080"/>
                  </a:lnTo>
                  <a:close/>
                </a:path>
                <a:path w="6993890" h="692150">
                  <a:moveTo>
                    <a:pt x="5689600" y="374650"/>
                  </a:moveTo>
                  <a:lnTo>
                    <a:pt x="5687060" y="364490"/>
                  </a:lnTo>
                  <a:lnTo>
                    <a:pt x="5650230" y="372110"/>
                  </a:lnTo>
                  <a:lnTo>
                    <a:pt x="5651500" y="381000"/>
                  </a:lnTo>
                  <a:lnTo>
                    <a:pt x="5689600" y="374650"/>
                  </a:lnTo>
                  <a:close/>
                </a:path>
                <a:path w="6993890" h="692150">
                  <a:moveTo>
                    <a:pt x="5754370" y="363220"/>
                  </a:moveTo>
                  <a:lnTo>
                    <a:pt x="5753100" y="353060"/>
                  </a:lnTo>
                  <a:lnTo>
                    <a:pt x="5715000" y="360680"/>
                  </a:lnTo>
                  <a:lnTo>
                    <a:pt x="5717540" y="369570"/>
                  </a:lnTo>
                  <a:lnTo>
                    <a:pt x="5754370" y="363220"/>
                  </a:lnTo>
                  <a:close/>
                </a:path>
                <a:path w="6993890" h="692150">
                  <a:moveTo>
                    <a:pt x="5819140" y="351790"/>
                  </a:moveTo>
                  <a:lnTo>
                    <a:pt x="5817870" y="341630"/>
                  </a:lnTo>
                  <a:lnTo>
                    <a:pt x="5781040" y="349250"/>
                  </a:lnTo>
                  <a:lnTo>
                    <a:pt x="5782310" y="358140"/>
                  </a:lnTo>
                  <a:lnTo>
                    <a:pt x="5819140" y="351790"/>
                  </a:lnTo>
                  <a:close/>
                </a:path>
                <a:path w="6993890" h="692150">
                  <a:moveTo>
                    <a:pt x="5885180" y="340360"/>
                  </a:moveTo>
                  <a:lnTo>
                    <a:pt x="5882640" y="330200"/>
                  </a:lnTo>
                  <a:lnTo>
                    <a:pt x="5845810" y="337820"/>
                  </a:lnTo>
                  <a:lnTo>
                    <a:pt x="5847080" y="346710"/>
                  </a:lnTo>
                  <a:lnTo>
                    <a:pt x="5885180" y="340360"/>
                  </a:lnTo>
                  <a:close/>
                </a:path>
                <a:path w="6993890" h="692150">
                  <a:moveTo>
                    <a:pt x="5949950" y="327660"/>
                  </a:moveTo>
                  <a:lnTo>
                    <a:pt x="5948680" y="318770"/>
                  </a:lnTo>
                  <a:lnTo>
                    <a:pt x="5911850" y="325120"/>
                  </a:lnTo>
                  <a:lnTo>
                    <a:pt x="5913107" y="335280"/>
                  </a:lnTo>
                  <a:lnTo>
                    <a:pt x="5949950" y="327660"/>
                  </a:lnTo>
                  <a:close/>
                </a:path>
                <a:path w="6993890" h="692150">
                  <a:moveTo>
                    <a:pt x="6014707" y="316230"/>
                  </a:moveTo>
                  <a:lnTo>
                    <a:pt x="6013450" y="307340"/>
                  </a:lnTo>
                  <a:lnTo>
                    <a:pt x="5976607" y="313690"/>
                  </a:lnTo>
                  <a:lnTo>
                    <a:pt x="5977890" y="323850"/>
                  </a:lnTo>
                  <a:lnTo>
                    <a:pt x="6014707" y="316230"/>
                  </a:lnTo>
                  <a:close/>
                </a:path>
                <a:path w="6993890" h="692150">
                  <a:moveTo>
                    <a:pt x="6080760" y="304800"/>
                  </a:moveTo>
                  <a:lnTo>
                    <a:pt x="6079490" y="295910"/>
                  </a:lnTo>
                  <a:lnTo>
                    <a:pt x="6041390" y="302260"/>
                  </a:lnTo>
                  <a:lnTo>
                    <a:pt x="6043930" y="311150"/>
                  </a:lnTo>
                  <a:lnTo>
                    <a:pt x="6080760" y="304800"/>
                  </a:lnTo>
                  <a:close/>
                </a:path>
                <a:path w="6993890" h="692150">
                  <a:moveTo>
                    <a:pt x="6145530" y="293370"/>
                  </a:moveTo>
                  <a:lnTo>
                    <a:pt x="6144260" y="284480"/>
                  </a:lnTo>
                  <a:lnTo>
                    <a:pt x="6106160" y="290830"/>
                  </a:lnTo>
                  <a:lnTo>
                    <a:pt x="6108700" y="299720"/>
                  </a:lnTo>
                  <a:lnTo>
                    <a:pt x="6145530" y="293370"/>
                  </a:lnTo>
                  <a:close/>
                </a:path>
                <a:path w="6993890" h="692150">
                  <a:moveTo>
                    <a:pt x="6210300" y="281940"/>
                  </a:moveTo>
                  <a:lnTo>
                    <a:pt x="6209030" y="273050"/>
                  </a:lnTo>
                  <a:lnTo>
                    <a:pt x="6172200" y="279400"/>
                  </a:lnTo>
                  <a:lnTo>
                    <a:pt x="6173470" y="288290"/>
                  </a:lnTo>
                  <a:lnTo>
                    <a:pt x="6210300" y="281940"/>
                  </a:lnTo>
                  <a:close/>
                </a:path>
                <a:path w="6993890" h="692150">
                  <a:moveTo>
                    <a:pt x="6276340" y="270510"/>
                  </a:moveTo>
                  <a:lnTo>
                    <a:pt x="6275070" y="261620"/>
                  </a:lnTo>
                  <a:lnTo>
                    <a:pt x="6236970" y="267970"/>
                  </a:lnTo>
                  <a:lnTo>
                    <a:pt x="6239510" y="278130"/>
                  </a:lnTo>
                  <a:lnTo>
                    <a:pt x="6276340" y="270510"/>
                  </a:lnTo>
                  <a:close/>
                </a:path>
                <a:path w="6993890" h="692150">
                  <a:moveTo>
                    <a:pt x="6341110" y="259080"/>
                  </a:moveTo>
                  <a:lnTo>
                    <a:pt x="6339840" y="250190"/>
                  </a:lnTo>
                  <a:lnTo>
                    <a:pt x="6303010" y="256540"/>
                  </a:lnTo>
                  <a:lnTo>
                    <a:pt x="6304280" y="265430"/>
                  </a:lnTo>
                  <a:lnTo>
                    <a:pt x="6341110" y="259080"/>
                  </a:lnTo>
                  <a:close/>
                </a:path>
                <a:path w="6993890" h="692150">
                  <a:moveTo>
                    <a:pt x="6407150" y="247650"/>
                  </a:moveTo>
                  <a:lnTo>
                    <a:pt x="6404610" y="238760"/>
                  </a:lnTo>
                  <a:lnTo>
                    <a:pt x="6367780" y="245110"/>
                  </a:lnTo>
                  <a:lnTo>
                    <a:pt x="6369050" y="254000"/>
                  </a:lnTo>
                  <a:lnTo>
                    <a:pt x="6407150" y="247650"/>
                  </a:lnTo>
                  <a:close/>
                </a:path>
                <a:path w="6993890" h="692150">
                  <a:moveTo>
                    <a:pt x="6471920" y="236220"/>
                  </a:moveTo>
                  <a:lnTo>
                    <a:pt x="6470650" y="227330"/>
                  </a:lnTo>
                  <a:lnTo>
                    <a:pt x="6432550" y="233680"/>
                  </a:lnTo>
                  <a:lnTo>
                    <a:pt x="6435090" y="242570"/>
                  </a:lnTo>
                  <a:lnTo>
                    <a:pt x="6471920" y="236220"/>
                  </a:lnTo>
                  <a:close/>
                </a:path>
                <a:path w="6993890" h="692150">
                  <a:moveTo>
                    <a:pt x="6536690" y="224790"/>
                  </a:moveTo>
                  <a:lnTo>
                    <a:pt x="6535420" y="215900"/>
                  </a:lnTo>
                  <a:lnTo>
                    <a:pt x="6498590" y="222250"/>
                  </a:lnTo>
                  <a:lnTo>
                    <a:pt x="6499860" y="231140"/>
                  </a:lnTo>
                  <a:lnTo>
                    <a:pt x="6536690" y="224790"/>
                  </a:lnTo>
                  <a:close/>
                </a:path>
                <a:path w="6993890" h="692150">
                  <a:moveTo>
                    <a:pt x="6602730" y="213360"/>
                  </a:moveTo>
                  <a:lnTo>
                    <a:pt x="6600190" y="204470"/>
                  </a:lnTo>
                  <a:lnTo>
                    <a:pt x="6563360" y="210820"/>
                  </a:lnTo>
                  <a:lnTo>
                    <a:pt x="6564630" y="219710"/>
                  </a:lnTo>
                  <a:lnTo>
                    <a:pt x="6602730" y="213360"/>
                  </a:lnTo>
                  <a:close/>
                </a:path>
                <a:path w="6993890" h="692150">
                  <a:moveTo>
                    <a:pt x="6667500" y="201930"/>
                  </a:moveTo>
                  <a:lnTo>
                    <a:pt x="6666230" y="193040"/>
                  </a:lnTo>
                  <a:lnTo>
                    <a:pt x="6629400" y="199390"/>
                  </a:lnTo>
                  <a:lnTo>
                    <a:pt x="6630670" y="208280"/>
                  </a:lnTo>
                  <a:lnTo>
                    <a:pt x="6667500" y="201930"/>
                  </a:lnTo>
                  <a:close/>
                </a:path>
                <a:path w="6993890" h="692150">
                  <a:moveTo>
                    <a:pt x="6732270" y="190500"/>
                  </a:moveTo>
                  <a:lnTo>
                    <a:pt x="6731000" y="181610"/>
                  </a:lnTo>
                  <a:lnTo>
                    <a:pt x="6694170" y="187960"/>
                  </a:lnTo>
                  <a:lnTo>
                    <a:pt x="6695440" y="196850"/>
                  </a:lnTo>
                  <a:lnTo>
                    <a:pt x="6732270" y="190500"/>
                  </a:lnTo>
                  <a:close/>
                </a:path>
                <a:path w="6993890" h="692150">
                  <a:moveTo>
                    <a:pt x="6798310" y="179070"/>
                  </a:moveTo>
                  <a:lnTo>
                    <a:pt x="6797040" y="168910"/>
                  </a:lnTo>
                  <a:lnTo>
                    <a:pt x="6758940" y="176530"/>
                  </a:lnTo>
                  <a:lnTo>
                    <a:pt x="6761480" y="185420"/>
                  </a:lnTo>
                  <a:lnTo>
                    <a:pt x="6798310" y="179070"/>
                  </a:lnTo>
                  <a:close/>
                </a:path>
                <a:path w="6993890" h="692150">
                  <a:moveTo>
                    <a:pt x="6863080" y="166370"/>
                  </a:moveTo>
                  <a:lnTo>
                    <a:pt x="6861810" y="157480"/>
                  </a:lnTo>
                  <a:lnTo>
                    <a:pt x="6824980" y="165100"/>
                  </a:lnTo>
                  <a:lnTo>
                    <a:pt x="6826250" y="173990"/>
                  </a:lnTo>
                  <a:lnTo>
                    <a:pt x="6863080" y="166370"/>
                  </a:lnTo>
                  <a:close/>
                </a:path>
                <a:path w="6993890" h="692150">
                  <a:moveTo>
                    <a:pt x="6929120" y="154940"/>
                  </a:moveTo>
                  <a:lnTo>
                    <a:pt x="6926580" y="146050"/>
                  </a:lnTo>
                  <a:lnTo>
                    <a:pt x="6889750" y="152400"/>
                  </a:lnTo>
                  <a:lnTo>
                    <a:pt x="6891020" y="162560"/>
                  </a:lnTo>
                  <a:lnTo>
                    <a:pt x="6929120" y="154940"/>
                  </a:lnTo>
                  <a:close/>
                </a:path>
                <a:path w="6993890" h="692150">
                  <a:moveTo>
                    <a:pt x="6993890" y="144780"/>
                  </a:moveTo>
                  <a:lnTo>
                    <a:pt x="6992620" y="134620"/>
                  </a:lnTo>
                  <a:lnTo>
                    <a:pt x="6954520" y="140970"/>
                  </a:lnTo>
                  <a:lnTo>
                    <a:pt x="6955790" y="151130"/>
                  </a:lnTo>
                  <a:lnTo>
                    <a:pt x="6993890" y="1447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9" name="object 6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25" dirty="0"/>
              <a:t>51</a:t>
            </a:fld>
            <a:endParaRPr spc="-25" dirty="0"/>
          </a:p>
        </p:txBody>
      </p:sp>
    </p:spTree>
  </p:cSld>
  <p:clrMapOvr>
    <a:masterClrMapping/>
  </p:clrMapOvr>
  <p:transition>
    <p:wipe dir="r"/>
  </p:transition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2664460" y="1215389"/>
            <a:ext cx="5795010" cy="1684020"/>
            <a:chOff x="2664460" y="1215389"/>
            <a:chExt cx="5795010" cy="1684020"/>
          </a:xfrm>
        </p:grpSpPr>
        <p:sp>
          <p:nvSpPr>
            <p:cNvPr id="3" name="object 3"/>
            <p:cNvSpPr/>
            <p:nvPr/>
          </p:nvSpPr>
          <p:spPr>
            <a:xfrm>
              <a:off x="3966210" y="1215389"/>
              <a:ext cx="4493260" cy="1308100"/>
            </a:xfrm>
            <a:custGeom>
              <a:avLst/>
              <a:gdLst/>
              <a:ahLst/>
              <a:cxnLst/>
              <a:rect l="l" t="t" r="r" b="b"/>
              <a:pathLst>
                <a:path w="4493259" h="1308100">
                  <a:moveTo>
                    <a:pt x="39370" y="1297940"/>
                  </a:moveTo>
                  <a:lnTo>
                    <a:pt x="36830" y="1287780"/>
                  </a:lnTo>
                  <a:lnTo>
                    <a:pt x="0" y="1299210"/>
                  </a:lnTo>
                  <a:lnTo>
                    <a:pt x="2540" y="1308100"/>
                  </a:lnTo>
                  <a:lnTo>
                    <a:pt x="39370" y="1297940"/>
                  </a:lnTo>
                  <a:close/>
                </a:path>
                <a:path w="4493259" h="1308100">
                  <a:moveTo>
                    <a:pt x="102870" y="1278890"/>
                  </a:moveTo>
                  <a:lnTo>
                    <a:pt x="100330" y="1270000"/>
                  </a:lnTo>
                  <a:lnTo>
                    <a:pt x="63500" y="1280160"/>
                  </a:lnTo>
                  <a:lnTo>
                    <a:pt x="66040" y="1289050"/>
                  </a:lnTo>
                  <a:lnTo>
                    <a:pt x="102870" y="1278890"/>
                  </a:lnTo>
                  <a:close/>
                </a:path>
                <a:path w="4493259" h="1308100">
                  <a:moveTo>
                    <a:pt x="166370" y="1261110"/>
                  </a:moveTo>
                  <a:lnTo>
                    <a:pt x="163830" y="1252220"/>
                  </a:lnTo>
                  <a:lnTo>
                    <a:pt x="127000" y="1262380"/>
                  </a:lnTo>
                  <a:lnTo>
                    <a:pt x="129540" y="1271270"/>
                  </a:lnTo>
                  <a:lnTo>
                    <a:pt x="166370" y="1261110"/>
                  </a:lnTo>
                  <a:close/>
                </a:path>
                <a:path w="4493259" h="1308100">
                  <a:moveTo>
                    <a:pt x="229870" y="1242060"/>
                  </a:moveTo>
                  <a:lnTo>
                    <a:pt x="227330" y="1233170"/>
                  </a:lnTo>
                  <a:lnTo>
                    <a:pt x="190500" y="1243330"/>
                  </a:lnTo>
                  <a:lnTo>
                    <a:pt x="193040" y="1252220"/>
                  </a:lnTo>
                  <a:lnTo>
                    <a:pt x="229870" y="1242060"/>
                  </a:lnTo>
                  <a:close/>
                </a:path>
                <a:path w="4493259" h="1308100">
                  <a:moveTo>
                    <a:pt x="293370" y="1224280"/>
                  </a:moveTo>
                  <a:lnTo>
                    <a:pt x="290830" y="1215390"/>
                  </a:lnTo>
                  <a:lnTo>
                    <a:pt x="254000" y="1225550"/>
                  </a:lnTo>
                  <a:lnTo>
                    <a:pt x="257810" y="1234440"/>
                  </a:lnTo>
                  <a:lnTo>
                    <a:pt x="293370" y="1224280"/>
                  </a:lnTo>
                  <a:close/>
                </a:path>
                <a:path w="4493259" h="1308100">
                  <a:moveTo>
                    <a:pt x="356870" y="1205230"/>
                  </a:moveTo>
                  <a:lnTo>
                    <a:pt x="354330" y="1196340"/>
                  </a:lnTo>
                  <a:lnTo>
                    <a:pt x="318770" y="1206500"/>
                  </a:lnTo>
                  <a:lnTo>
                    <a:pt x="320040" y="1216660"/>
                  </a:lnTo>
                  <a:lnTo>
                    <a:pt x="356870" y="1205230"/>
                  </a:lnTo>
                  <a:close/>
                </a:path>
                <a:path w="4493259" h="1308100">
                  <a:moveTo>
                    <a:pt x="420370" y="1187450"/>
                  </a:moveTo>
                  <a:lnTo>
                    <a:pt x="417830" y="1177290"/>
                  </a:lnTo>
                  <a:lnTo>
                    <a:pt x="382270" y="1188720"/>
                  </a:lnTo>
                  <a:lnTo>
                    <a:pt x="384810" y="1197610"/>
                  </a:lnTo>
                  <a:lnTo>
                    <a:pt x="420370" y="1187450"/>
                  </a:lnTo>
                  <a:close/>
                </a:path>
                <a:path w="4493259" h="1308100">
                  <a:moveTo>
                    <a:pt x="483870" y="1168400"/>
                  </a:moveTo>
                  <a:lnTo>
                    <a:pt x="481330" y="1159510"/>
                  </a:lnTo>
                  <a:lnTo>
                    <a:pt x="445770" y="1169670"/>
                  </a:lnTo>
                  <a:lnTo>
                    <a:pt x="448310" y="1178560"/>
                  </a:lnTo>
                  <a:lnTo>
                    <a:pt x="483870" y="1168400"/>
                  </a:lnTo>
                  <a:close/>
                </a:path>
                <a:path w="4493259" h="1308100">
                  <a:moveTo>
                    <a:pt x="547370" y="1150620"/>
                  </a:moveTo>
                  <a:lnTo>
                    <a:pt x="544830" y="1141730"/>
                  </a:lnTo>
                  <a:lnTo>
                    <a:pt x="509270" y="1151890"/>
                  </a:lnTo>
                  <a:lnTo>
                    <a:pt x="511810" y="1160780"/>
                  </a:lnTo>
                  <a:lnTo>
                    <a:pt x="547370" y="1150620"/>
                  </a:lnTo>
                  <a:close/>
                </a:path>
                <a:path w="4493259" h="1308100">
                  <a:moveTo>
                    <a:pt x="612140" y="1131570"/>
                  </a:moveTo>
                  <a:lnTo>
                    <a:pt x="609600" y="1122680"/>
                  </a:lnTo>
                  <a:lnTo>
                    <a:pt x="572770" y="1132840"/>
                  </a:lnTo>
                  <a:lnTo>
                    <a:pt x="575310" y="1141730"/>
                  </a:lnTo>
                  <a:lnTo>
                    <a:pt x="612140" y="1131570"/>
                  </a:lnTo>
                  <a:close/>
                </a:path>
                <a:path w="4493259" h="1308100">
                  <a:moveTo>
                    <a:pt x="675640" y="1113790"/>
                  </a:moveTo>
                  <a:lnTo>
                    <a:pt x="673100" y="1104900"/>
                  </a:lnTo>
                  <a:lnTo>
                    <a:pt x="636270" y="1115060"/>
                  </a:lnTo>
                  <a:lnTo>
                    <a:pt x="638810" y="1123950"/>
                  </a:lnTo>
                  <a:lnTo>
                    <a:pt x="675640" y="1113790"/>
                  </a:lnTo>
                  <a:close/>
                </a:path>
                <a:path w="4493259" h="1308100">
                  <a:moveTo>
                    <a:pt x="739140" y="1094740"/>
                  </a:moveTo>
                  <a:lnTo>
                    <a:pt x="736600" y="1085850"/>
                  </a:lnTo>
                  <a:lnTo>
                    <a:pt x="699770" y="1096010"/>
                  </a:lnTo>
                  <a:lnTo>
                    <a:pt x="702310" y="1104900"/>
                  </a:lnTo>
                  <a:lnTo>
                    <a:pt x="739140" y="1094740"/>
                  </a:lnTo>
                  <a:close/>
                </a:path>
                <a:path w="4493259" h="1308100">
                  <a:moveTo>
                    <a:pt x="802640" y="1076960"/>
                  </a:moveTo>
                  <a:lnTo>
                    <a:pt x="800100" y="1066800"/>
                  </a:lnTo>
                  <a:lnTo>
                    <a:pt x="763270" y="1078230"/>
                  </a:lnTo>
                  <a:lnTo>
                    <a:pt x="765810" y="1087120"/>
                  </a:lnTo>
                  <a:lnTo>
                    <a:pt x="802640" y="1076960"/>
                  </a:lnTo>
                  <a:close/>
                </a:path>
                <a:path w="4493259" h="1308100">
                  <a:moveTo>
                    <a:pt x="866140" y="1057910"/>
                  </a:moveTo>
                  <a:lnTo>
                    <a:pt x="863600" y="1049020"/>
                  </a:lnTo>
                  <a:lnTo>
                    <a:pt x="826770" y="1059180"/>
                  </a:lnTo>
                  <a:lnTo>
                    <a:pt x="829310" y="1069340"/>
                  </a:lnTo>
                  <a:lnTo>
                    <a:pt x="866140" y="1057910"/>
                  </a:lnTo>
                  <a:close/>
                </a:path>
                <a:path w="4493259" h="1308100">
                  <a:moveTo>
                    <a:pt x="929640" y="1040130"/>
                  </a:moveTo>
                  <a:lnTo>
                    <a:pt x="927100" y="1031240"/>
                  </a:lnTo>
                  <a:lnTo>
                    <a:pt x="891540" y="1041400"/>
                  </a:lnTo>
                  <a:lnTo>
                    <a:pt x="892810" y="1050290"/>
                  </a:lnTo>
                  <a:lnTo>
                    <a:pt x="929640" y="1040130"/>
                  </a:lnTo>
                  <a:close/>
                </a:path>
                <a:path w="4493259" h="1308100">
                  <a:moveTo>
                    <a:pt x="993140" y="1021080"/>
                  </a:moveTo>
                  <a:lnTo>
                    <a:pt x="990600" y="1012190"/>
                  </a:lnTo>
                  <a:lnTo>
                    <a:pt x="953770" y="1022350"/>
                  </a:lnTo>
                  <a:lnTo>
                    <a:pt x="957580" y="1031240"/>
                  </a:lnTo>
                  <a:lnTo>
                    <a:pt x="993140" y="1021080"/>
                  </a:lnTo>
                  <a:close/>
                </a:path>
                <a:path w="4493259" h="1308100">
                  <a:moveTo>
                    <a:pt x="1056640" y="1003300"/>
                  </a:moveTo>
                  <a:lnTo>
                    <a:pt x="1054100" y="994410"/>
                  </a:lnTo>
                  <a:lnTo>
                    <a:pt x="1018540" y="1004570"/>
                  </a:lnTo>
                  <a:lnTo>
                    <a:pt x="1021080" y="1013460"/>
                  </a:lnTo>
                  <a:lnTo>
                    <a:pt x="1056640" y="1003300"/>
                  </a:lnTo>
                  <a:close/>
                </a:path>
                <a:path w="4493259" h="1308100">
                  <a:moveTo>
                    <a:pt x="1120140" y="984250"/>
                  </a:moveTo>
                  <a:lnTo>
                    <a:pt x="1117600" y="975360"/>
                  </a:lnTo>
                  <a:lnTo>
                    <a:pt x="1082040" y="985520"/>
                  </a:lnTo>
                  <a:lnTo>
                    <a:pt x="1084580" y="994410"/>
                  </a:lnTo>
                  <a:lnTo>
                    <a:pt x="1120140" y="984250"/>
                  </a:lnTo>
                  <a:close/>
                </a:path>
                <a:path w="4493259" h="1308100">
                  <a:moveTo>
                    <a:pt x="1184910" y="966470"/>
                  </a:moveTo>
                  <a:lnTo>
                    <a:pt x="1182370" y="957580"/>
                  </a:lnTo>
                  <a:lnTo>
                    <a:pt x="1145540" y="967740"/>
                  </a:lnTo>
                  <a:lnTo>
                    <a:pt x="1148080" y="976630"/>
                  </a:lnTo>
                  <a:lnTo>
                    <a:pt x="1184910" y="966470"/>
                  </a:lnTo>
                  <a:close/>
                </a:path>
                <a:path w="4493259" h="1308100">
                  <a:moveTo>
                    <a:pt x="1248410" y="947420"/>
                  </a:moveTo>
                  <a:lnTo>
                    <a:pt x="1244600" y="938530"/>
                  </a:lnTo>
                  <a:lnTo>
                    <a:pt x="1209040" y="948690"/>
                  </a:lnTo>
                  <a:lnTo>
                    <a:pt x="1211580" y="958850"/>
                  </a:lnTo>
                  <a:lnTo>
                    <a:pt x="1248410" y="947420"/>
                  </a:lnTo>
                  <a:close/>
                </a:path>
                <a:path w="4493259" h="1308100">
                  <a:moveTo>
                    <a:pt x="1311910" y="929640"/>
                  </a:moveTo>
                  <a:lnTo>
                    <a:pt x="1309370" y="920750"/>
                  </a:lnTo>
                  <a:lnTo>
                    <a:pt x="1272540" y="930910"/>
                  </a:lnTo>
                  <a:lnTo>
                    <a:pt x="1275080" y="939800"/>
                  </a:lnTo>
                  <a:lnTo>
                    <a:pt x="1311910" y="929640"/>
                  </a:lnTo>
                  <a:close/>
                </a:path>
                <a:path w="4493259" h="1308100">
                  <a:moveTo>
                    <a:pt x="1375410" y="910590"/>
                  </a:moveTo>
                  <a:lnTo>
                    <a:pt x="1372870" y="901700"/>
                  </a:lnTo>
                  <a:lnTo>
                    <a:pt x="1336040" y="911860"/>
                  </a:lnTo>
                  <a:lnTo>
                    <a:pt x="1338580" y="920750"/>
                  </a:lnTo>
                  <a:lnTo>
                    <a:pt x="1375410" y="910590"/>
                  </a:lnTo>
                  <a:close/>
                </a:path>
                <a:path w="4493259" h="1308100">
                  <a:moveTo>
                    <a:pt x="1438910" y="892810"/>
                  </a:moveTo>
                  <a:lnTo>
                    <a:pt x="1436370" y="883920"/>
                  </a:lnTo>
                  <a:lnTo>
                    <a:pt x="1399540" y="894080"/>
                  </a:lnTo>
                  <a:lnTo>
                    <a:pt x="1402080" y="902970"/>
                  </a:lnTo>
                  <a:lnTo>
                    <a:pt x="1438910" y="892810"/>
                  </a:lnTo>
                  <a:close/>
                </a:path>
                <a:path w="4493259" h="1308100">
                  <a:moveTo>
                    <a:pt x="1502410" y="873760"/>
                  </a:moveTo>
                  <a:lnTo>
                    <a:pt x="1499870" y="864870"/>
                  </a:lnTo>
                  <a:lnTo>
                    <a:pt x="1463040" y="875030"/>
                  </a:lnTo>
                  <a:lnTo>
                    <a:pt x="1465580" y="883920"/>
                  </a:lnTo>
                  <a:lnTo>
                    <a:pt x="1502410" y="873760"/>
                  </a:lnTo>
                  <a:close/>
                </a:path>
                <a:path w="4493259" h="1308100">
                  <a:moveTo>
                    <a:pt x="1565910" y="855980"/>
                  </a:moveTo>
                  <a:lnTo>
                    <a:pt x="1563370" y="847090"/>
                  </a:lnTo>
                  <a:lnTo>
                    <a:pt x="1526540" y="857250"/>
                  </a:lnTo>
                  <a:lnTo>
                    <a:pt x="1529080" y="866140"/>
                  </a:lnTo>
                  <a:lnTo>
                    <a:pt x="1565910" y="855980"/>
                  </a:lnTo>
                  <a:close/>
                </a:path>
                <a:path w="4493259" h="1308100">
                  <a:moveTo>
                    <a:pt x="1629410" y="836930"/>
                  </a:moveTo>
                  <a:lnTo>
                    <a:pt x="1626870" y="828040"/>
                  </a:lnTo>
                  <a:lnTo>
                    <a:pt x="1591310" y="838200"/>
                  </a:lnTo>
                  <a:lnTo>
                    <a:pt x="1593850" y="848360"/>
                  </a:lnTo>
                  <a:lnTo>
                    <a:pt x="1629410" y="836930"/>
                  </a:lnTo>
                  <a:close/>
                </a:path>
                <a:path w="4493259" h="1308100">
                  <a:moveTo>
                    <a:pt x="1692910" y="819150"/>
                  </a:moveTo>
                  <a:lnTo>
                    <a:pt x="1690370" y="808990"/>
                  </a:lnTo>
                  <a:lnTo>
                    <a:pt x="1654810" y="820420"/>
                  </a:lnTo>
                  <a:lnTo>
                    <a:pt x="1657350" y="829310"/>
                  </a:lnTo>
                  <a:lnTo>
                    <a:pt x="1692910" y="819150"/>
                  </a:lnTo>
                  <a:close/>
                </a:path>
                <a:path w="4493259" h="1308100">
                  <a:moveTo>
                    <a:pt x="1757680" y="800100"/>
                  </a:moveTo>
                  <a:lnTo>
                    <a:pt x="1753870" y="791210"/>
                  </a:lnTo>
                  <a:lnTo>
                    <a:pt x="1718310" y="801370"/>
                  </a:lnTo>
                  <a:lnTo>
                    <a:pt x="1720850" y="810260"/>
                  </a:lnTo>
                  <a:lnTo>
                    <a:pt x="1757680" y="800100"/>
                  </a:lnTo>
                  <a:close/>
                </a:path>
                <a:path w="4493259" h="1308100">
                  <a:moveTo>
                    <a:pt x="1819910" y="782320"/>
                  </a:moveTo>
                  <a:lnTo>
                    <a:pt x="1817370" y="773430"/>
                  </a:lnTo>
                  <a:lnTo>
                    <a:pt x="1781810" y="783590"/>
                  </a:lnTo>
                  <a:lnTo>
                    <a:pt x="1784350" y="792480"/>
                  </a:lnTo>
                  <a:lnTo>
                    <a:pt x="1819910" y="782320"/>
                  </a:lnTo>
                  <a:close/>
                </a:path>
                <a:path w="4493259" h="1308100">
                  <a:moveTo>
                    <a:pt x="1884680" y="763270"/>
                  </a:moveTo>
                  <a:lnTo>
                    <a:pt x="1882140" y="754380"/>
                  </a:lnTo>
                  <a:lnTo>
                    <a:pt x="1845310" y="764540"/>
                  </a:lnTo>
                  <a:lnTo>
                    <a:pt x="1847850" y="773430"/>
                  </a:lnTo>
                  <a:lnTo>
                    <a:pt x="1884680" y="763270"/>
                  </a:lnTo>
                  <a:close/>
                </a:path>
                <a:path w="4493259" h="1308100">
                  <a:moveTo>
                    <a:pt x="1948180" y="745490"/>
                  </a:moveTo>
                  <a:lnTo>
                    <a:pt x="1945640" y="736600"/>
                  </a:lnTo>
                  <a:lnTo>
                    <a:pt x="1908810" y="746760"/>
                  </a:lnTo>
                  <a:lnTo>
                    <a:pt x="1911350" y="755650"/>
                  </a:lnTo>
                  <a:lnTo>
                    <a:pt x="1948180" y="745490"/>
                  </a:lnTo>
                  <a:close/>
                </a:path>
                <a:path w="4493259" h="1308100">
                  <a:moveTo>
                    <a:pt x="2011680" y="726440"/>
                  </a:moveTo>
                  <a:lnTo>
                    <a:pt x="2009140" y="717550"/>
                  </a:lnTo>
                  <a:lnTo>
                    <a:pt x="1972310" y="727710"/>
                  </a:lnTo>
                  <a:lnTo>
                    <a:pt x="1974850" y="737870"/>
                  </a:lnTo>
                  <a:lnTo>
                    <a:pt x="2011680" y="726440"/>
                  </a:lnTo>
                  <a:close/>
                </a:path>
                <a:path w="4493259" h="1308100">
                  <a:moveTo>
                    <a:pt x="2075180" y="708660"/>
                  </a:moveTo>
                  <a:lnTo>
                    <a:pt x="2072640" y="698500"/>
                  </a:lnTo>
                  <a:lnTo>
                    <a:pt x="2035810" y="709930"/>
                  </a:lnTo>
                  <a:lnTo>
                    <a:pt x="2038350" y="718820"/>
                  </a:lnTo>
                  <a:lnTo>
                    <a:pt x="2075180" y="708660"/>
                  </a:lnTo>
                  <a:close/>
                </a:path>
                <a:path w="4493259" h="1308100">
                  <a:moveTo>
                    <a:pt x="2138680" y="689610"/>
                  </a:moveTo>
                  <a:lnTo>
                    <a:pt x="2136140" y="680720"/>
                  </a:lnTo>
                  <a:lnTo>
                    <a:pt x="2099310" y="690880"/>
                  </a:lnTo>
                  <a:lnTo>
                    <a:pt x="2101850" y="699770"/>
                  </a:lnTo>
                  <a:lnTo>
                    <a:pt x="2138680" y="689610"/>
                  </a:lnTo>
                  <a:close/>
                </a:path>
                <a:path w="4493259" h="1308100">
                  <a:moveTo>
                    <a:pt x="2202180" y="671830"/>
                  </a:moveTo>
                  <a:lnTo>
                    <a:pt x="2199640" y="662940"/>
                  </a:lnTo>
                  <a:lnTo>
                    <a:pt x="2164080" y="673100"/>
                  </a:lnTo>
                  <a:lnTo>
                    <a:pt x="2166620" y="681990"/>
                  </a:lnTo>
                  <a:lnTo>
                    <a:pt x="2202180" y="671830"/>
                  </a:lnTo>
                  <a:close/>
                </a:path>
                <a:path w="4493259" h="1308100">
                  <a:moveTo>
                    <a:pt x="2265680" y="652780"/>
                  </a:moveTo>
                  <a:lnTo>
                    <a:pt x="2263140" y="643890"/>
                  </a:lnTo>
                  <a:lnTo>
                    <a:pt x="2226310" y="654050"/>
                  </a:lnTo>
                  <a:lnTo>
                    <a:pt x="2230120" y="662940"/>
                  </a:lnTo>
                  <a:lnTo>
                    <a:pt x="2265680" y="652780"/>
                  </a:lnTo>
                  <a:close/>
                </a:path>
                <a:path w="4493259" h="1308100">
                  <a:moveTo>
                    <a:pt x="2329180" y="635000"/>
                  </a:moveTo>
                  <a:lnTo>
                    <a:pt x="2326640" y="626110"/>
                  </a:lnTo>
                  <a:lnTo>
                    <a:pt x="2291080" y="636270"/>
                  </a:lnTo>
                  <a:lnTo>
                    <a:pt x="2293620" y="645160"/>
                  </a:lnTo>
                  <a:lnTo>
                    <a:pt x="2329180" y="635000"/>
                  </a:lnTo>
                  <a:close/>
                </a:path>
                <a:path w="4493259" h="1308100">
                  <a:moveTo>
                    <a:pt x="2392680" y="615950"/>
                  </a:moveTo>
                  <a:lnTo>
                    <a:pt x="2390140" y="607060"/>
                  </a:lnTo>
                  <a:lnTo>
                    <a:pt x="2354580" y="617220"/>
                  </a:lnTo>
                  <a:lnTo>
                    <a:pt x="2357120" y="626110"/>
                  </a:lnTo>
                  <a:lnTo>
                    <a:pt x="2392680" y="615950"/>
                  </a:lnTo>
                  <a:close/>
                </a:path>
                <a:path w="4493259" h="1308100">
                  <a:moveTo>
                    <a:pt x="2457450" y="598170"/>
                  </a:moveTo>
                  <a:lnTo>
                    <a:pt x="2454910" y="588010"/>
                  </a:lnTo>
                  <a:lnTo>
                    <a:pt x="2418080" y="599440"/>
                  </a:lnTo>
                  <a:lnTo>
                    <a:pt x="2420620" y="608330"/>
                  </a:lnTo>
                  <a:lnTo>
                    <a:pt x="2457450" y="598170"/>
                  </a:lnTo>
                  <a:close/>
                </a:path>
                <a:path w="4493259" h="1308100">
                  <a:moveTo>
                    <a:pt x="2519680" y="579120"/>
                  </a:moveTo>
                  <a:lnTo>
                    <a:pt x="2517140" y="570230"/>
                  </a:lnTo>
                  <a:lnTo>
                    <a:pt x="2481580" y="580390"/>
                  </a:lnTo>
                  <a:lnTo>
                    <a:pt x="2484120" y="589280"/>
                  </a:lnTo>
                  <a:lnTo>
                    <a:pt x="2519680" y="579120"/>
                  </a:lnTo>
                  <a:close/>
                </a:path>
                <a:path w="4493259" h="1308100">
                  <a:moveTo>
                    <a:pt x="2584437" y="561340"/>
                  </a:moveTo>
                  <a:lnTo>
                    <a:pt x="2581910" y="552450"/>
                  </a:lnTo>
                  <a:lnTo>
                    <a:pt x="2545080" y="562610"/>
                  </a:lnTo>
                  <a:lnTo>
                    <a:pt x="2547620" y="571500"/>
                  </a:lnTo>
                  <a:lnTo>
                    <a:pt x="2584437" y="561340"/>
                  </a:lnTo>
                  <a:close/>
                </a:path>
                <a:path w="4493259" h="1308100">
                  <a:moveTo>
                    <a:pt x="2647937" y="542290"/>
                  </a:moveTo>
                  <a:lnTo>
                    <a:pt x="2645410" y="533400"/>
                  </a:lnTo>
                  <a:lnTo>
                    <a:pt x="2608580" y="543560"/>
                  </a:lnTo>
                  <a:lnTo>
                    <a:pt x="2611120" y="552450"/>
                  </a:lnTo>
                  <a:lnTo>
                    <a:pt x="2647937" y="542290"/>
                  </a:lnTo>
                  <a:close/>
                </a:path>
                <a:path w="4493259" h="1308100">
                  <a:moveTo>
                    <a:pt x="2711450" y="524510"/>
                  </a:moveTo>
                  <a:lnTo>
                    <a:pt x="2708910" y="515620"/>
                  </a:lnTo>
                  <a:lnTo>
                    <a:pt x="2672080" y="525780"/>
                  </a:lnTo>
                  <a:lnTo>
                    <a:pt x="2674620" y="534670"/>
                  </a:lnTo>
                  <a:lnTo>
                    <a:pt x="2711450" y="524510"/>
                  </a:lnTo>
                  <a:close/>
                </a:path>
                <a:path w="4493259" h="1308100">
                  <a:moveTo>
                    <a:pt x="2774950" y="505460"/>
                  </a:moveTo>
                  <a:lnTo>
                    <a:pt x="2772410" y="496570"/>
                  </a:lnTo>
                  <a:lnTo>
                    <a:pt x="2735580" y="506730"/>
                  </a:lnTo>
                  <a:lnTo>
                    <a:pt x="2739390" y="515620"/>
                  </a:lnTo>
                  <a:lnTo>
                    <a:pt x="2774950" y="505460"/>
                  </a:lnTo>
                  <a:close/>
                </a:path>
                <a:path w="4493259" h="1308100">
                  <a:moveTo>
                    <a:pt x="2838450" y="487680"/>
                  </a:moveTo>
                  <a:lnTo>
                    <a:pt x="2835910" y="478790"/>
                  </a:lnTo>
                  <a:lnTo>
                    <a:pt x="2799080" y="488950"/>
                  </a:lnTo>
                  <a:lnTo>
                    <a:pt x="2801620" y="497840"/>
                  </a:lnTo>
                  <a:lnTo>
                    <a:pt x="2838450" y="487680"/>
                  </a:lnTo>
                  <a:close/>
                </a:path>
                <a:path w="4493259" h="1308100">
                  <a:moveTo>
                    <a:pt x="2901950" y="468630"/>
                  </a:moveTo>
                  <a:lnTo>
                    <a:pt x="2899410" y="459740"/>
                  </a:lnTo>
                  <a:lnTo>
                    <a:pt x="2863850" y="469900"/>
                  </a:lnTo>
                  <a:lnTo>
                    <a:pt x="2866390" y="480060"/>
                  </a:lnTo>
                  <a:lnTo>
                    <a:pt x="2901950" y="468630"/>
                  </a:lnTo>
                  <a:close/>
                </a:path>
                <a:path w="4493259" h="1308100">
                  <a:moveTo>
                    <a:pt x="2965450" y="450850"/>
                  </a:moveTo>
                  <a:lnTo>
                    <a:pt x="2962910" y="441960"/>
                  </a:lnTo>
                  <a:lnTo>
                    <a:pt x="2927350" y="452120"/>
                  </a:lnTo>
                  <a:lnTo>
                    <a:pt x="2929890" y="461010"/>
                  </a:lnTo>
                  <a:lnTo>
                    <a:pt x="2965450" y="450850"/>
                  </a:lnTo>
                  <a:close/>
                </a:path>
                <a:path w="4493259" h="1308100">
                  <a:moveTo>
                    <a:pt x="3028950" y="431800"/>
                  </a:moveTo>
                  <a:lnTo>
                    <a:pt x="3026410" y="422910"/>
                  </a:lnTo>
                  <a:lnTo>
                    <a:pt x="2990850" y="433070"/>
                  </a:lnTo>
                  <a:lnTo>
                    <a:pt x="2993390" y="441960"/>
                  </a:lnTo>
                  <a:lnTo>
                    <a:pt x="3028950" y="431800"/>
                  </a:lnTo>
                  <a:close/>
                </a:path>
                <a:path w="4493259" h="1308100">
                  <a:moveTo>
                    <a:pt x="3092450" y="414020"/>
                  </a:moveTo>
                  <a:lnTo>
                    <a:pt x="3089910" y="405130"/>
                  </a:lnTo>
                  <a:lnTo>
                    <a:pt x="3054350" y="415290"/>
                  </a:lnTo>
                  <a:lnTo>
                    <a:pt x="3056890" y="424180"/>
                  </a:lnTo>
                  <a:lnTo>
                    <a:pt x="3092450" y="414020"/>
                  </a:lnTo>
                  <a:close/>
                </a:path>
                <a:path w="4493259" h="1308100">
                  <a:moveTo>
                    <a:pt x="3157220" y="394970"/>
                  </a:moveTo>
                  <a:lnTo>
                    <a:pt x="3154680" y="386080"/>
                  </a:lnTo>
                  <a:lnTo>
                    <a:pt x="3117850" y="396240"/>
                  </a:lnTo>
                  <a:lnTo>
                    <a:pt x="3120390" y="405130"/>
                  </a:lnTo>
                  <a:lnTo>
                    <a:pt x="3157220" y="394970"/>
                  </a:lnTo>
                  <a:close/>
                </a:path>
                <a:path w="4493259" h="1308100">
                  <a:moveTo>
                    <a:pt x="3220720" y="377190"/>
                  </a:moveTo>
                  <a:lnTo>
                    <a:pt x="3218180" y="368300"/>
                  </a:lnTo>
                  <a:lnTo>
                    <a:pt x="3181350" y="378460"/>
                  </a:lnTo>
                  <a:lnTo>
                    <a:pt x="3183890" y="387350"/>
                  </a:lnTo>
                  <a:lnTo>
                    <a:pt x="3220720" y="377190"/>
                  </a:lnTo>
                  <a:close/>
                </a:path>
                <a:path w="4493259" h="1308100">
                  <a:moveTo>
                    <a:pt x="3284220" y="358140"/>
                  </a:moveTo>
                  <a:lnTo>
                    <a:pt x="3281680" y="349250"/>
                  </a:lnTo>
                  <a:lnTo>
                    <a:pt x="3244850" y="359410"/>
                  </a:lnTo>
                  <a:lnTo>
                    <a:pt x="3247390" y="369570"/>
                  </a:lnTo>
                  <a:lnTo>
                    <a:pt x="3284220" y="358140"/>
                  </a:lnTo>
                  <a:close/>
                </a:path>
                <a:path w="4493259" h="1308100">
                  <a:moveTo>
                    <a:pt x="3347720" y="340360"/>
                  </a:moveTo>
                  <a:lnTo>
                    <a:pt x="3345180" y="330200"/>
                  </a:lnTo>
                  <a:lnTo>
                    <a:pt x="3308350" y="341630"/>
                  </a:lnTo>
                  <a:lnTo>
                    <a:pt x="3310890" y="350520"/>
                  </a:lnTo>
                  <a:lnTo>
                    <a:pt x="3347720" y="340360"/>
                  </a:lnTo>
                  <a:close/>
                </a:path>
                <a:path w="4493259" h="1308100">
                  <a:moveTo>
                    <a:pt x="3411220" y="321310"/>
                  </a:moveTo>
                  <a:lnTo>
                    <a:pt x="3408680" y="312420"/>
                  </a:lnTo>
                  <a:lnTo>
                    <a:pt x="3371850" y="322580"/>
                  </a:lnTo>
                  <a:lnTo>
                    <a:pt x="3374390" y="331470"/>
                  </a:lnTo>
                  <a:lnTo>
                    <a:pt x="3411220" y="321310"/>
                  </a:lnTo>
                  <a:close/>
                </a:path>
                <a:path w="4493259" h="1308100">
                  <a:moveTo>
                    <a:pt x="3474720" y="303530"/>
                  </a:moveTo>
                  <a:lnTo>
                    <a:pt x="3472180" y="294640"/>
                  </a:lnTo>
                  <a:lnTo>
                    <a:pt x="3436620" y="304800"/>
                  </a:lnTo>
                  <a:lnTo>
                    <a:pt x="3439160" y="313690"/>
                  </a:lnTo>
                  <a:lnTo>
                    <a:pt x="3474720" y="303530"/>
                  </a:lnTo>
                  <a:close/>
                </a:path>
                <a:path w="4493259" h="1308100">
                  <a:moveTo>
                    <a:pt x="3538220" y="284480"/>
                  </a:moveTo>
                  <a:lnTo>
                    <a:pt x="3535680" y="275590"/>
                  </a:lnTo>
                  <a:lnTo>
                    <a:pt x="3498850" y="285750"/>
                  </a:lnTo>
                  <a:lnTo>
                    <a:pt x="3502660" y="294640"/>
                  </a:lnTo>
                  <a:lnTo>
                    <a:pt x="3538220" y="284480"/>
                  </a:lnTo>
                  <a:close/>
                </a:path>
                <a:path w="4493259" h="1308100">
                  <a:moveTo>
                    <a:pt x="3601720" y="266700"/>
                  </a:moveTo>
                  <a:lnTo>
                    <a:pt x="3599180" y="257810"/>
                  </a:lnTo>
                  <a:lnTo>
                    <a:pt x="3563620" y="267970"/>
                  </a:lnTo>
                  <a:lnTo>
                    <a:pt x="3566160" y="276860"/>
                  </a:lnTo>
                  <a:lnTo>
                    <a:pt x="3601720" y="266700"/>
                  </a:lnTo>
                  <a:close/>
                </a:path>
                <a:path w="4493259" h="1308100">
                  <a:moveTo>
                    <a:pt x="3665220" y="247650"/>
                  </a:moveTo>
                  <a:lnTo>
                    <a:pt x="3662680" y="238760"/>
                  </a:lnTo>
                  <a:lnTo>
                    <a:pt x="3627120" y="248920"/>
                  </a:lnTo>
                  <a:lnTo>
                    <a:pt x="3629660" y="259080"/>
                  </a:lnTo>
                  <a:lnTo>
                    <a:pt x="3665220" y="247650"/>
                  </a:lnTo>
                  <a:close/>
                </a:path>
                <a:path w="4493259" h="1308100">
                  <a:moveTo>
                    <a:pt x="3729990" y="229870"/>
                  </a:moveTo>
                  <a:lnTo>
                    <a:pt x="3726180" y="219710"/>
                  </a:lnTo>
                  <a:lnTo>
                    <a:pt x="3690620" y="231140"/>
                  </a:lnTo>
                  <a:lnTo>
                    <a:pt x="3693160" y="240030"/>
                  </a:lnTo>
                  <a:lnTo>
                    <a:pt x="3729990" y="229870"/>
                  </a:lnTo>
                  <a:close/>
                </a:path>
                <a:path w="4493259" h="1308100">
                  <a:moveTo>
                    <a:pt x="3793490" y="210820"/>
                  </a:moveTo>
                  <a:lnTo>
                    <a:pt x="3790950" y="201930"/>
                  </a:lnTo>
                  <a:lnTo>
                    <a:pt x="3754120" y="212090"/>
                  </a:lnTo>
                  <a:lnTo>
                    <a:pt x="3756660" y="220980"/>
                  </a:lnTo>
                  <a:lnTo>
                    <a:pt x="3793490" y="210820"/>
                  </a:lnTo>
                  <a:close/>
                </a:path>
                <a:path w="4493259" h="1308100">
                  <a:moveTo>
                    <a:pt x="3856990" y="193040"/>
                  </a:moveTo>
                  <a:lnTo>
                    <a:pt x="3854450" y="184150"/>
                  </a:lnTo>
                  <a:lnTo>
                    <a:pt x="3817620" y="194310"/>
                  </a:lnTo>
                  <a:lnTo>
                    <a:pt x="3820160" y="203200"/>
                  </a:lnTo>
                  <a:lnTo>
                    <a:pt x="3856990" y="193040"/>
                  </a:lnTo>
                  <a:close/>
                </a:path>
                <a:path w="4493259" h="1308100">
                  <a:moveTo>
                    <a:pt x="3920490" y="173990"/>
                  </a:moveTo>
                  <a:lnTo>
                    <a:pt x="3917950" y="165100"/>
                  </a:lnTo>
                  <a:lnTo>
                    <a:pt x="3881120" y="175260"/>
                  </a:lnTo>
                  <a:lnTo>
                    <a:pt x="3883660" y="184150"/>
                  </a:lnTo>
                  <a:lnTo>
                    <a:pt x="3920490" y="173990"/>
                  </a:lnTo>
                  <a:close/>
                </a:path>
                <a:path w="4493259" h="1308100">
                  <a:moveTo>
                    <a:pt x="3983990" y="156210"/>
                  </a:moveTo>
                  <a:lnTo>
                    <a:pt x="3981450" y="147320"/>
                  </a:lnTo>
                  <a:lnTo>
                    <a:pt x="3944620" y="157480"/>
                  </a:lnTo>
                  <a:lnTo>
                    <a:pt x="3947160" y="166370"/>
                  </a:lnTo>
                  <a:lnTo>
                    <a:pt x="3983990" y="156210"/>
                  </a:lnTo>
                  <a:close/>
                </a:path>
                <a:path w="4493259" h="1308100">
                  <a:moveTo>
                    <a:pt x="4047490" y="137160"/>
                  </a:moveTo>
                  <a:lnTo>
                    <a:pt x="4044950" y="128270"/>
                  </a:lnTo>
                  <a:lnTo>
                    <a:pt x="4008120" y="138430"/>
                  </a:lnTo>
                  <a:lnTo>
                    <a:pt x="4011930" y="147320"/>
                  </a:lnTo>
                  <a:lnTo>
                    <a:pt x="4047490" y="137160"/>
                  </a:lnTo>
                  <a:close/>
                </a:path>
                <a:path w="4493259" h="1308100">
                  <a:moveTo>
                    <a:pt x="4110990" y="119380"/>
                  </a:moveTo>
                  <a:lnTo>
                    <a:pt x="4108450" y="109220"/>
                  </a:lnTo>
                  <a:lnTo>
                    <a:pt x="4071620" y="120650"/>
                  </a:lnTo>
                  <a:lnTo>
                    <a:pt x="4074160" y="129540"/>
                  </a:lnTo>
                  <a:lnTo>
                    <a:pt x="4110990" y="119380"/>
                  </a:lnTo>
                  <a:close/>
                </a:path>
                <a:path w="4493259" h="1308100">
                  <a:moveTo>
                    <a:pt x="4174490" y="100330"/>
                  </a:moveTo>
                  <a:lnTo>
                    <a:pt x="4171950" y="91440"/>
                  </a:lnTo>
                  <a:lnTo>
                    <a:pt x="4136390" y="101600"/>
                  </a:lnTo>
                  <a:lnTo>
                    <a:pt x="4138930" y="110490"/>
                  </a:lnTo>
                  <a:lnTo>
                    <a:pt x="4174490" y="100330"/>
                  </a:lnTo>
                  <a:close/>
                </a:path>
                <a:path w="4493259" h="1308100">
                  <a:moveTo>
                    <a:pt x="4237990" y="82550"/>
                  </a:moveTo>
                  <a:lnTo>
                    <a:pt x="4235450" y="73660"/>
                  </a:lnTo>
                  <a:lnTo>
                    <a:pt x="4199890" y="83820"/>
                  </a:lnTo>
                  <a:lnTo>
                    <a:pt x="4202430" y="92710"/>
                  </a:lnTo>
                  <a:lnTo>
                    <a:pt x="4237990" y="82550"/>
                  </a:lnTo>
                  <a:close/>
                </a:path>
                <a:path w="4493259" h="1308100">
                  <a:moveTo>
                    <a:pt x="4301490" y="63500"/>
                  </a:moveTo>
                  <a:lnTo>
                    <a:pt x="4298950" y="54610"/>
                  </a:lnTo>
                  <a:lnTo>
                    <a:pt x="4263390" y="64770"/>
                  </a:lnTo>
                  <a:lnTo>
                    <a:pt x="4265930" y="73660"/>
                  </a:lnTo>
                  <a:lnTo>
                    <a:pt x="4301490" y="63500"/>
                  </a:lnTo>
                  <a:close/>
                </a:path>
                <a:path w="4493259" h="1308100">
                  <a:moveTo>
                    <a:pt x="4366260" y="45720"/>
                  </a:moveTo>
                  <a:lnTo>
                    <a:pt x="4363720" y="36830"/>
                  </a:lnTo>
                  <a:lnTo>
                    <a:pt x="4326890" y="46990"/>
                  </a:lnTo>
                  <a:lnTo>
                    <a:pt x="4329430" y="55880"/>
                  </a:lnTo>
                  <a:lnTo>
                    <a:pt x="4366260" y="45720"/>
                  </a:lnTo>
                  <a:close/>
                </a:path>
                <a:path w="4493259" h="1308100">
                  <a:moveTo>
                    <a:pt x="4429760" y="26670"/>
                  </a:moveTo>
                  <a:lnTo>
                    <a:pt x="4427220" y="17780"/>
                  </a:lnTo>
                  <a:lnTo>
                    <a:pt x="4390390" y="27940"/>
                  </a:lnTo>
                  <a:lnTo>
                    <a:pt x="4392930" y="36830"/>
                  </a:lnTo>
                  <a:lnTo>
                    <a:pt x="4429760" y="26670"/>
                  </a:lnTo>
                  <a:close/>
                </a:path>
                <a:path w="4493259" h="1308100">
                  <a:moveTo>
                    <a:pt x="4493260" y="7620"/>
                  </a:moveTo>
                  <a:lnTo>
                    <a:pt x="4490720" y="0"/>
                  </a:lnTo>
                  <a:lnTo>
                    <a:pt x="4453890" y="10160"/>
                  </a:lnTo>
                  <a:lnTo>
                    <a:pt x="4456430" y="19050"/>
                  </a:lnTo>
                  <a:lnTo>
                    <a:pt x="4493260" y="762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2664460" y="2503169"/>
              <a:ext cx="1341120" cy="396240"/>
            </a:xfrm>
            <a:custGeom>
              <a:avLst/>
              <a:gdLst/>
              <a:ahLst/>
              <a:cxnLst/>
              <a:rect l="l" t="t" r="r" b="b"/>
              <a:pathLst>
                <a:path w="1341120" h="396239">
                  <a:moveTo>
                    <a:pt x="5080" y="396240"/>
                  </a:moveTo>
                  <a:lnTo>
                    <a:pt x="1270" y="387350"/>
                  </a:lnTo>
                  <a:lnTo>
                    <a:pt x="0" y="388620"/>
                  </a:lnTo>
                  <a:lnTo>
                    <a:pt x="3810" y="396240"/>
                  </a:lnTo>
                  <a:lnTo>
                    <a:pt x="5080" y="396240"/>
                  </a:lnTo>
                  <a:close/>
                </a:path>
                <a:path w="1341120" h="396239">
                  <a:moveTo>
                    <a:pt x="67310" y="378460"/>
                  </a:moveTo>
                  <a:lnTo>
                    <a:pt x="66040" y="368300"/>
                  </a:lnTo>
                  <a:lnTo>
                    <a:pt x="29210" y="379730"/>
                  </a:lnTo>
                  <a:lnTo>
                    <a:pt x="31750" y="388620"/>
                  </a:lnTo>
                  <a:lnTo>
                    <a:pt x="67310" y="378460"/>
                  </a:lnTo>
                  <a:close/>
                </a:path>
                <a:path w="1341120" h="396239">
                  <a:moveTo>
                    <a:pt x="132080" y="359410"/>
                  </a:moveTo>
                  <a:lnTo>
                    <a:pt x="129540" y="350520"/>
                  </a:lnTo>
                  <a:lnTo>
                    <a:pt x="92710" y="360680"/>
                  </a:lnTo>
                  <a:lnTo>
                    <a:pt x="95250" y="369570"/>
                  </a:lnTo>
                  <a:lnTo>
                    <a:pt x="132080" y="359410"/>
                  </a:lnTo>
                  <a:close/>
                </a:path>
                <a:path w="1341120" h="396239">
                  <a:moveTo>
                    <a:pt x="195580" y="341630"/>
                  </a:moveTo>
                  <a:lnTo>
                    <a:pt x="193040" y="332740"/>
                  </a:lnTo>
                  <a:lnTo>
                    <a:pt x="156210" y="342900"/>
                  </a:lnTo>
                  <a:lnTo>
                    <a:pt x="158750" y="351790"/>
                  </a:lnTo>
                  <a:lnTo>
                    <a:pt x="195580" y="341630"/>
                  </a:lnTo>
                  <a:close/>
                </a:path>
                <a:path w="1341120" h="396239">
                  <a:moveTo>
                    <a:pt x="259080" y="322580"/>
                  </a:moveTo>
                  <a:lnTo>
                    <a:pt x="256540" y="313690"/>
                  </a:lnTo>
                  <a:lnTo>
                    <a:pt x="219710" y="323850"/>
                  </a:lnTo>
                  <a:lnTo>
                    <a:pt x="222250" y="332740"/>
                  </a:lnTo>
                  <a:lnTo>
                    <a:pt x="259080" y="322580"/>
                  </a:lnTo>
                  <a:close/>
                </a:path>
                <a:path w="1341120" h="396239">
                  <a:moveTo>
                    <a:pt x="322580" y="304800"/>
                  </a:moveTo>
                  <a:lnTo>
                    <a:pt x="320040" y="295910"/>
                  </a:lnTo>
                  <a:lnTo>
                    <a:pt x="283210" y="306070"/>
                  </a:lnTo>
                  <a:lnTo>
                    <a:pt x="287020" y="314960"/>
                  </a:lnTo>
                  <a:lnTo>
                    <a:pt x="322580" y="304800"/>
                  </a:lnTo>
                  <a:close/>
                </a:path>
                <a:path w="1341120" h="396239">
                  <a:moveTo>
                    <a:pt x="386080" y="285750"/>
                  </a:moveTo>
                  <a:lnTo>
                    <a:pt x="383540" y="276860"/>
                  </a:lnTo>
                  <a:lnTo>
                    <a:pt x="346710" y="287020"/>
                  </a:lnTo>
                  <a:lnTo>
                    <a:pt x="349250" y="297180"/>
                  </a:lnTo>
                  <a:lnTo>
                    <a:pt x="386080" y="285750"/>
                  </a:lnTo>
                  <a:close/>
                </a:path>
                <a:path w="1341120" h="396239">
                  <a:moveTo>
                    <a:pt x="449580" y="267970"/>
                  </a:moveTo>
                  <a:lnTo>
                    <a:pt x="447040" y="259080"/>
                  </a:lnTo>
                  <a:lnTo>
                    <a:pt x="411480" y="269240"/>
                  </a:lnTo>
                  <a:lnTo>
                    <a:pt x="414020" y="278130"/>
                  </a:lnTo>
                  <a:lnTo>
                    <a:pt x="449580" y="267970"/>
                  </a:lnTo>
                  <a:close/>
                </a:path>
                <a:path w="1341120" h="396239">
                  <a:moveTo>
                    <a:pt x="513080" y="248920"/>
                  </a:moveTo>
                  <a:lnTo>
                    <a:pt x="510540" y="240030"/>
                  </a:lnTo>
                  <a:lnTo>
                    <a:pt x="474980" y="251460"/>
                  </a:lnTo>
                  <a:lnTo>
                    <a:pt x="477520" y="260350"/>
                  </a:lnTo>
                  <a:lnTo>
                    <a:pt x="513080" y="248920"/>
                  </a:lnTo>
                  <a:close/>
                </a:path>
                <a:path w="1341120" h="396239">
                  <a:moveTo>
                    <a:pt x="576580" y="231140"/>
                  </a:moveTo>
                  <a:lnTo>
                    <a:pt x="574040" y="222250"/>
                  </a:lnTo>
                  <a:lnTo>
                    <a:pt x="538480" y="232410"/>
                  </a:lnTo>
                  <a:lnTo>
                    <a:pt x="541020" y="241300"/>
                  </a:lnTo>
                  <a:lnTo>
                    <a:pt x="576580" y="231140"/>
                  </a:lnTo>
                  <a:close/>
                </a:path>
                <a:path w="1341120" h="396239">
                  <a:moveTo>
                    <a:pt x="640080" y="212090"/>
                  </a:moveTo>
                  <a:lnTo>
                    <a:pt x="638810" y="203200"/>
                  </a:lnTo>
                  <a:lnTo>
                    <a:pt x="601980" y="213360"/>
                  </a:lnTo>
                  <a:lnTo>
                    <a:pt x="604507" y="222250"/>
                  </a:lnTo>
                  <a:lnTo>
                    <a:pt x="640080" y="212090"/>
                  </a:lnTo>
                  <a:close/>
                </a:path>
                <a:path w="1341120" h="396239">
                  <a:moveTo>
                    <a:pt x="704850" y="194310"/>
                  </a:moveTo>
                  <a:lnTo>
                    <a:pt x="702310" y="185420"/>
                  </a:lnTo>
                  <a:lnTo>
                    <a:pt x="665480" y="195580"/>
                  </a:lnTo>
                  <a:lnTo>
                    <a:pt x="668020" y="204470"/>
                  </a:lnTo>
                  <a:lnTo>
                    <a:pt x="704850" y="194310"/>
                  </a:lnTo>
                  <a:close/>
                </a:path>
                <a:path w="1341120" h="396239">
                  <a:moveTo>
                    <a:pt x="768350" y="175260"/>
                  </a:moveTo>
                  <a:lnTo>
                    <a:pt x="765810" y="166370"/>
                  </a:lnTo>
                  <a:lnTo>
                    <a:pt x="728980" y="176530"/>
                  </a:lnTo>
                  <a:lnTo>
                    <a:pt x="731520" y="185420"/>
                  </a:lnTo>
                  <a:lnTo>
                    <a:pt x="768350" y="175260"/>
                  </a:lnTo>
                  <a:close/>
                </a:path>
                <a:path w="1341120" h="396239">
                  <a:moveTo>
                    <a:pt x="831850" y="157480"/>
                  </a:moveTo>
                  <a:lnTo>
                    <a:pt x="829310" y="148590"/>
                  </a:lnTo>
                  <a:lnTo>
                    <a:pt x="792480" y="158750"/>
                  </a:lnTo>
                  <a:lnTo>
                    <a:pt x="795020" y="167640"/>
                  </a:lnTo>
                  <a:lnTo>
                    <a:pt x="831850" y="157480"/>
                  </a:lnTo>
                  <a:close/>
                </a:path>
                <a:path w="1341120" h="396239">
                  <a:moveTo>
                    <a:pt x="895350" y="138430"/>
                  </a:moveTo>
                  <a:lnTo>
                    <a:pt x="892810" y="129540"/>
                  </a:lnTo>
                  <a:lnTo>
                    <a:pt x="855980" y="139700"/>
                  </a:lnTo>
                  <a:lnTo>
                    <a:pt x="858520" y="149860"/>
                  </a:lnTo>
                  <a:lnTo>
                    <a:pt x="895350" y="138430"/>
                  </a:lnTo>
                  <a:close/>
                </a:path>
                <a:path w="1341120" h="396239">
                  <a:moveTo>
                    <a:pt x="958850" y="120650"/>
                  </a:moveTo>
                  <a:lnTo>
                    <a:pt x="956310" y="111760"/>
                  </a:lnTo>
                  <a:lnTo>
                    <a:pt x="919480" y="121920"/>
                  </a:lnTo>
                  <a:lnTo>
                    <a:pt x="922020" y="130810"/>
                  </a:lnTo>
                  <a:lnTo>
                    <a:pt x="958850" y="120650"/>
                  </a:lnTo>
                  <a:close/>
                </a:path>
                <a:path w="1341120" h="396239">
                  <a:moveTo>
                    <a:pt x="1022350" y="101600"/>
                  </a:moveTo>
                  <a:lnTo>
                    <a:pt x="1019810" y="92710"/>
                  </a:lnTo>
                  <a:lnTo>
                    <a:pt x="984250" y="102870"/>
                  </a:lnTo>
                  <a:lnTo>
                    <a:pt x="986790" y="111760"/>
                  </a:lnTo>
                  <a:lnTo>
                    <a:pt x="1022350" y="101600"/>
                  </a:lnTo>
                  <a:close/>
                </a:path>
                <a:path w="1341120" h="396239">
                  <a:moveTo>
                    <a:pt x="1085850" y="83820"/>
                  </a:moveTo>
                  <a:lnTo>
                    <a:pt x="1083310" y="74930"/>
                  </a:lnTo>
                  <a:lnTo>
                    <a:pt x="1047750" y="85090"/>
                  </a:lnTo>
                  <a:lnTo>
                    <a:pt x="1050290" y="93980"/>
                  </a:lnTo>
                  <a:lnTo>
                    <a:pt x="1085850" y="83820"/>
                  </a:lnTo>
                  <a:close/>
                </a:path>
                <a:path w="1341120" h="396239">
                  <a:moveTo>
                    <a:pt x="1149350" y="64770"/>
                  </a:moveTo>
                  <a:lnTo>
                    <a:pt x="1146810" y="55880"/>
                  </a:lnTo>
                  <a:lnTo>
                    <a:pt x="1111250" y="66040"/>
                  </a:lnTo>
                  <a:lnTo>
                    <a:pt x="1113790" y="74930"/>
                  </a:lnTo>
                  <a:lnTo>
                    <a:pt x="1149350" y="64770"/>
                  </a:lnTo>
                  <a:close/>
                </a:path>
                <a:path w="1341120" h="396239">
                  <a:moveTo>
                    <a:pt x="1212850" y="46990"/>
                  </a:moveTo>
                  <a:lnTo>
                    <a:pt x="1210310" y="38100"/>
                  </a:lnTo>
                  <a:lnTo>
                    <a:pt x="1174750" y="48260"/>
                  </a:lnTo>
                  <a:lnTo>
                    <a:pt x="1177290" y="57150"/>
                  </a:lnTo>
                  <a:lnTo>
                    <a:pt x="1212850" y="46990"/>
                  </a:lnTo>
                  <a:close/>
                </a:path>
                <a:path w="1341120" h="396239">
                  <a:moveTo>
                    <a:pt x="1277620" y="27940"/>
                  </a:moveTo>
                  <a:lnTo>
                    <a:pt x="1273810" y="19050"/>
                  </a:lnTo>
                  <a:lnTo>
                    <a:pt x="1238250" y="29210"/>
                  </a:lnTo>
                  <a:lnTo>
                    <a:pt x="1240790" y="39370"/>
                  </a:lnTo>
                  <a:lnTo>
                    <a:pt x="1277620" y="27940"/>
                  </a:lnTo>
                  <a:close/>
                </a:path>
                <a:path w="1341120" h="396239">
                  <a:moveTo>
                    <a:pt x="1341120" y="10160"/>
                  </a:moveTo>
                  <a:lnTo>
                    <a:pt x="1338580" y="0"/>
                  </a:lnTo>
                  <a:lnTo>
                    <a:pt x="1301750" y="11430"/>
                  </a:lnTo>
                  <a:lnTo>
                    <a:pt x="1304290" y="20320"/>
                  </a:lnTo>
                  <a:lnTo>
                    <a:pt x="1341120" y="1016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4953000" y="1216660"/>
            <a:ext cx="3813810" cy="3803650"/>
            <a:chOff x="4953000" y="1216660"/>
            <a:chExt cx="3813810" cy="3803650"/>
          </a:xfrm>
        </p:grpSpPr>
        <p:sp>
          <p:nvSpPr>
            <p:cNvPr id="6" name="object 6"/>
            <p:cNvSpPr/>
            <p:nvPr/>
          </p:nvSpPr>
          <p:spPr>
            <a:xfrm>
              <a:off x="6257290" y="1216659"/>
              <a:ext cx="2509520" cy="3796029"/>
            </a:xfrm>
            <a:custGeom>
              <a:avLst/>
              <a:gdLst/>
              <a:ahLst/>
              <a:cxnLst/>
              <a:rect l="l" t="t" r="r" b="b"/>
              <a:pathLst>
                <a:path w="2509520" h="3796029">
                  <a:moveTo>
                    <a:pt x="27940" y="3764280"/>
                  </a:moveTo>
                  <a:lnTo>
                    <a:pt x="20320" y="3759200"/>
                  </a:lnTo>
                  <a:lnTo>
                    <a:pt x="0" y="3790950"/>
                  </a:lnTo>
                  <a:lnTo>
                    <a:pt x="7620" y="3796030"/>
                  </a:lnTo>
                  <a:lnTo>
                    <a:pt x="27940" y="3764280"/>
                  </a:lnTo>
                  <a:close/>
                </a:path>
                <a:path w="2509520" h="3796029">
                  <a:moveTo>
                    <a:pt x="64770" y="3709670"/>
                  </a:moveTo>
                  <a:lnTo>
                    <a:pt x="57150" y="3704590"/>
                  </a:lnTo>
                  <a:lnTo>
                    <a:pt x="35560" y="3735070"/>
                  </a:lnTo>
                  <a:lnTo>
                    <a:pt x="43180" y="3741420"/>
                  </a:lnTo>
                  <a:lnTo>
                    <a:pt x="64770" y="3709670"/>
                  </a:lnTo>
                  <a:close/>
                </a:path>
                <a:path w="2509520" h="3796029">
                  <a:moveTo>
                    <a:pt x="101600" y="3653790"/>
                  </a:moveTo>
                  <a:lnTo>
                    <a:pt x="93980" y="3648710"/>
                  </a:lnTo>
                  <a:lnTo>
                    <a:pt x="72390" y="3680460"/>
                  </a:lnTo>
                  <a:lnTo>
                    <a:pt x="80010" y="3685540"/>
                  </a:lnTo>
                  <a:lnTo>
                    <a:pt x="101600" y="3653790"/>
                  </a:lnTo>
                  <a:close/>
                </a:path>
                <a:path w="2509520" h="3796029">
                  <a:moveTo>
                    <a:pt x="137160" y="3599180"/>
                  </a:moveTo>
                  <a:lnTo>
                    <a:pt x="129540" y="3594100"/>
                  </a:lnTo>
                  <a:lnTo>
                    <a:pt x="109220" y="3624580"/>
                  </a:lnTo>
                  <a:lnTo>
                    <a:pt x="116840" y="3630930"/>
                  </a:lnTo>
                  <a:lnTo>
                    <a:pt x="137160" y="3599180"/>
                  </a:lnTo>
                  <a:close/>
                </a:path>
                <a:path w="2509520" h="3796029">
                  <a:moveTo>
                    <a:pt x="173990" y="3543300"/>
                  </a:moveTo>
                  <a:lnTo>
                    <a:pt x="166370" y="3538220"/>
                  </a:lnTo>
                  <a:lnTo>
                    <a:pt x="144780" y="3569970"/>
                  </a:lnTo>
                  <a:lnTo>
                    <a:pt x="153670" y="3575050"/>
                  </a:lnTo>
                  <a:lnTo>
                    <a:pt x="173990" y="3543300"/>
                  </a:lnTo>
                  <a:close/>
                </a:path>
                <a:path w="2509520" h="3796029">
                  <a:moveTo>
                    <a:pt x="210820" y="3488690"/>
                  </a:moveTo>
                  <a:lnTo>
                    <a:pt x="203200" y="3483610"/>
                  </a:lnTo>
                  <a:lnTo>
                    <a:pt x="181610" y="3514090"/>
                  </a:lnTo>
                  <a:lnTo>
                    <a:pt x="190500" y="3519170"/>
                  </a:lnTo>
                  <a:lnTo>
                    <a:pt x="210820" y="3488690"/>
                  </a:lnTo>
                  <a:close/>
                </a:path>
                <a:path w="2509520" h="3796029">
                  <a:moveTo>
                    <a:pt x="247650" y="3432810"/>
                  </a:moveTo>
                  <a:lnTo>
                    <a:pt x="238760" y="3427730"/>
                  </a:lnTo>
                  <a:lnTo>
                    <a:pt x="218440" y="3459480"/>
                  </a:lnTo>
                  <a:lnTo>
                    <a:pt x="226060" y="3464560"/>
                  </a:lnTo>
                  <a:lnTo>
                    <a:pt x="247650" y="3432810"/>
                  </a:lnTo>
                  <a:close/>
                </a:path>
                <a:path w="2509520" h="3796029">
                  <a:moveTo>
                    <a:pt x="283210" y="3378200"/>
                  </a:moveTo>
                  <a:lnTo>
                    <a:pt x="275590" y="3371850"/>
                  </a:lnTo>
                  <a:lnTo>
                    <a:pt x="255257" y="3403600"/>
                  </a:lnTo>
                  <a:lnTo>
                    <a:pt x="262890" y="3408680"/>
                  </a:lnTo>
                  <a:lnTo>
                    <a:pt x="283210" y="3378200"/>
                  </a:lnTo>
                  <a:close/>
                </a:path>
                <a:path w="2509520" h="3796029">
                  <a:moveTo>
                    <a:pt x="320040" y="3322320"/>
                  </a:moveTo>
                  <a:lnTo>
                    <a:pt x="312407" y="3317240"/>
                  </a:lnTo>
                  <a:lnTo>
                    <a:pt x="292100" y="3348990"/>
                  </a:lnTo>
                  <a:lnTo>
                    <a:pt x="299707" y="3354070"/>
                  </a:lnTo>
                  <a:lnTo>
                    <a:pt x="320040" y="3322320"/>
                  </a:lnTo>
                  <a:close/>
                </a:path>
                <a:path w="2509520" h="3796029">
                  <a:moveTo>
                    <a:pt x="356857" y="3267710"/>
                  </a:moveTo>
                  <a:lnTo>
                    <a:pt x="349250" y="3261360"/>
                  </a:lnTo>
                  <a:lnTo>
                    <a:pt x="327660" y="3293110"/>
                  </a:lnTo>
                  <a:lnTo>
                    <a:pt x="335280" y="3298190"/>
                  </a:lnTo>
                  <a:lnTo>
                    <a:pt x="356857" y="3267710"/>
                  </a:lnTo>
                  <a:close/>
                </a:path>
                <a:path w="2509520" h="3796029">
                  <a:moveTo>
                    <a:pt x="392430" y="3211830"/>
                  </a:moveTo>
                  <a:lnTo>
                    <a:pt x="384810" y="3206750"/>
                  </a:lnTo>
                  <a:lnTo>
                    <a:pt x="364490" y="3238500"/>
                  </a:lnTo>
                  <a:lnTo>
                    <a:pt x="372110" y="3243580"/>
                  </a:lnTo>
                  <a:lnTo>
                    <a:pt x="392430" y="3211830"/>
                  </a:lnTo>
                  <a:close/>
                </a:path>
                <a:path w="2509520" h="3796029">
                  <a:moveTo>
                    <a:pt x="429260" y="3155950"/>
                  </a:moveTo>
                  <a:lnTo>
                    <a:pt x="421640" y="3150870"/>
                  </a:lnTo>
                  <a:lnTo>
                    <a:pt x="401320" y="3182620"/>
                  </a:lnTo>
                  <a:lnTo>
                    <a:pt x="408940" y="3187700"/>
                  </a:lnTo>
                  <a:lnTo>
                    <a:pt x="429260" y="3155950"/>
                  </a:lnTo>
                  <a:close/>
                </a:path>
                <a:path w="2509520" h="3796029">
                  <a:moveTo>
                    <a:pt x="466090" y="3101340"/>
                  </a:moveTo>
                  <a:lnTo>
                    <a:pt x="458470" y="3096260"/>
                  </a:lnTo>
                  <a:lnTo>
                    <a:pt x="436880" y="3128010"/>
                  </a:lnTo>
                  <a:lnTo>
                    <a:pt x="445770" y="3133090"/>
                  </a:lnTo>
                  <a:lnTo>
                    <a:pt x="466090" y="3101340"/>
                  </a:lnTo>
                  <a:close/>
                </a:path>
                <a:path w="2509520" h="3796029">
                  <a:moveTo>
                    <a:pt x="502920" y="3045460"/>
                  </a:moveTo>
                  <a:lnTo>
                    <a:pt x="495300" y="3040380"/>
                  </a:lnTo>
                  <a:lnTo>
                    <a:pt x="473710" y="3072130"/>
                  </a:lnTo>
                  <a:lnTo>
                    <a:pt x="481330" y="3077210"/>
                  </a:lnTo>
                  <a:lnTo>
                    <a:pt x="502920" y="3045460"/>
                  </a:lnTo>
                  <a:close/>
                </a:path>
                <a:path w="2509520" h="3796029">
                  <a:moveTo>
                    <a:pt x="539750" y="2990850"/>
                  </a:moveTo>
                  <a:lnTo>
                    <a:pt x="530860" y="2985770"/>
                  </a:lnTo>
                  <a:lnTo>
                    <a:pt x="510540" y="3017520"/>
                  </a:lnTo>
                  <a:lnTo>
                    <a:pt x="518160" y="3022600"/>
                  </a:lnTo>
                  <a:lnTo>
                    <a:pt x="539750" y="2990850"/>
                  </a:lnTo>
                  <a:close/>
                </a:path>
                <a:path w="2509520" h="3796029">
                  <a:moveTo>
                    <a:pt x="575310" y="2934970"/>
                  </a:moveTo>
                  <a:lnTo>
                    <a:pt x="567690" y="2929890"/>
                  </a:lnTo>
                  <a:lnTo>
                    <a:pt x="546100" y="2961640"/>
                  </a:lnTo>
                  <a:lnTo>
                    <a:pt x="554990" y="2966720"/>
                  </a:lnTo>
                  <a:lnTo>
                    <a:pt x="575310" y="2934970"/>
                  </a:lnTo>
                  <a:close/>
                </a:path>
                <a:path w="2509520" h="3796029">
                  <a:moveTo>
                    <a:pt x="612140" y="2880360"/>
                  </a:moveTo>
                  <a:lnTo>
                    <a:pt x="604520" y="2875280"/>
                  </a:lnTo>
                  <a:lnTo>
                    <a:pt x="582930" y="2907030"/>
                  </a:lnTo>
                  <a:lnTo>
                    <a:pt x="590550" y="2910840"/>
                  </a:lnTo>
                  <a:lnTo>
                    <a:pt x="612140" y="2880360"/>
                  </a:lnTo>
                  <a:close/>
                </a:path>
                <a:path w="2509520" h="3796029">
                  <a:moveTo>
                    <a:pt x="648970" y="2824480"/>
                  </a:moveTo>
                  <a:lnTo>
                    <a:pt x="640080" y="2819400"/>
                  </a:lnTo>
                  <a:lnTo>
                    <a:pt x="619760" y="2851150"/>
                  </a:lnTo>
                  <a:lnTo>
                    <a:pt x="627380" y="2856230"/>
                  </a:lnTo>
                  <a:lnTo>
                    <a:pt x="648970" y="2824480"/>
                  </a:lnTo>
                  <a:close/>
                </a:path>
                <a:path w="2509520" h="3796029">
                  <a:moveTo>
                    <a:pt x="684530" y="2769870"/>
                  </a:moveTo>
                  <a:lnTo>
                    <a:pt x="676910" y="2764790"/>
                  </a:lnTo>
                  <a:lnTo>
                    <a:pt x="656590" y="2795270"/>
                  </a:lnTo>
                  <a:lnTo>
                    <a:pt x="664210" y="2800350"/>
                  </a:lnTo>
                  <a:lnTo>
                    <a:pt x="684530" y="2769870"/>
                  </a:lnTo>
                  <a:close/>
                </a:path>
                <a:path w="2509520" h="3796029">
                  <a:moveTo>
                    <a:pt x="721360" y="2713990"/>
                  </a:moveTo>
                  <a:lnTo>
                    <a:pt x="713740" y="2708910"/>
                  </a:lnTo>
                  <a:lnTo>
                    <a:pt x="693420" y="2740660"/>
                  </a:lnTo>
                  <a:lnTo>
                    <a:pt x="701040" y="2745740"/>
                  </a:lnTo>
                  <a:lnTo>
                    <a:pt x="721360" y="2713990"/>
                  </a:lnTo>
                  <a:close/>
                </a:path>
                <a:path w="2509520" h="3796029">
                  <a:moveTo>
                    <a:pt x="758190" y="2658110"/>
                  </a:moveTo>
                  <a:lnTo>
                    <a:pt x="750570" y="2654300"/>
                  </a:lnTo>
                  <a:lnTo>
                    <a:pt x="728980" y="2684780"/>
                  </a:lnTo>
                  <a:lnTo>
                    <a:pt x="736600" y="2689860"/>
                  </a:lnTo>
                  <a:lnTo>
                    <a:pt x="758190" y="2658110"/>
                  </a:lnTo>
                  <a:close/>
                </a:path>
                <a:path w="2509520" h="3796029">
                  <a:moveTo>
                    <a:pt x="795020" y="2603500"/>
                  </a:moveTo>
                  <a:lnTo>
                    <a:pt x="786130" y="2598420"/>
                  </a:lnTo>
                  <a:lnTo>
                    <a:pt x="765810" y="2630170"/>
                  </a:lnTo>
                  <a:lnTo>
                    <a:pt x="773430" y="2635250"/>
                  </a:lnTo>
                  <a:lnTo>
                    <a:pt x="795020" y="2603500"/>
                  </a:lnTo>
                  <a:close/>
                </a:path>
                <a:path w="2509520" h="3796029">
                  <a:moveTo>
                    <a:pt x="830580" y="2547620"/>
                  </a:moveTo>
                  <a:lnTo>
                    <a:pt x="822960" y="2543810"/>
                  </a:lnTo>
                  <a:lnTo>
                    <a:pt x="802640" y="2574290"/>
                  </a:lnTo>
                  <a:lnTo>
                    <a:pt x="810260" y="2579370"/>
                  </a:lnTo>
                  <a:lnTo>
                    <a:pt x="830580" y="2547620"/>
                  </a:lnTo>
                  <a:close/>
                </a:path>
                <a:path w="2509520" h="3796029">
                  <a:moveTo>
                    <a:pt x="867410" y="2493010"/>
                  </a:moveTo>
                  <a:lnTo>
                    <a:pt x="859790" y="2487930"/>
                  </a:lnTo>
                  <a:lnTo>
                    <a:pt x="838200" y="2519680"/>
                  </a:lnTo>
                  <a:lnTo>
                    <a:pt x="847090" y="2524760"/>
                  </a:lnTo>
                  <a:lnTo>
                    <a:pt x="867410" y="2493010"/>
                  </a:lnTo>
                  <a:close/>
                </a:path>
                <a:path w="2509520" h="3796029">
                  <a:moveTo>
                    <a:pt x="904240" y="2437130"/>
                  </a:moveTo>
                  <a:lnTo>
                    <a:pt x="895350" y="2432050"/>
                  </a:lnTo>
                  <a:lnTo>
                    <a:pt x="875030" y="2463800"/>
                  </a:lnTo>
                  <a:lnTo>
                    <a:pt x="882650" y="2468880"/>
                  </a:lnTo>
                  <a:lnTo>
                    <a:pt x="904240" y="2437130"/>
                  </a:lnTo>
                  <a:close/>
                </a:path>
                <a:path w="2509520" h="3796029">
                  <a:moveTo>
                    <a:pt x="939800" y="2382520"/>
                  </a:moveTo>
                  <a:lnTo>
                    <a:pt x="932180" y="2377440"/>
                  </a:lnTo>
                  <a:lnTo>
                    <a:pt x="911860" y="2409190"/>
                  </a:lnTo>
                  <a:lnTo>
                    <a:pt x="919480" y="2414270"/>
                  </a:lnTo>
                  <a:lnTo>
                    <a:pt x="939800" y="2382520"/>
                  </a:lnTo>
                  <a:close/>
                </a:path>
                <a:path w="2509520" h="3796029">
                  <a:moveTo>
                    <a:pt x="976630" y="2326640"/>
                  </a:moveTo>
                  <a:lnTo>
                    <a:pt x="969010" y="2321572"/>
                  </a:lnTo>
                  <a:lnTo>
                    <a:pt x="948690" y="2353322"/>
                  </a:lnTo>
                  <a:lnTo>
                    <a:pt x="956310" y="2358390"/>
                  </a:lnTo>
                  <a:lnTo>
                    <a:pt x="976630" y="2326640"/>
                  </a:lnTo>
                  <a:close/>
                </a:path>
                <a:path w="2509520" h="3796029">
                  <a:moveTo>
                    <a:pt x="1013460" y="2272030"/>
                  </a:moveTo>
                  <a:lnTo>
                    <a:pt x="1005840" y="2266950"/>
                  </a:lnTo>
                  <a:lnTo>
                    <a:pt x="984250" y="2298700"/>
                  </a:lnTo>
                  <a:lnTo>
                    <a:pt x="991870" y="2303780"/>
                  </a:lnTo>
                  <a:lnTo>
                    <a:pt x="1013460" y="2272030"/>
                  </a:lnTo>
                  <a:close/>
                </a:path>
                <a:path w="2509520" h="3796029">
                  <a:moveTo>
                    <a:pt x="1050290" y="2216150"/>
                  </a:moveTo>
                  <a:lnTo>
                    <a:pt x="1042670" y="2211070"/>
                  </a:lnTo>
                  <a:lnTo>
                    <a:pt x="1021080" y="2242820"/>
                  </a:lnTo>
                  <a:lnTo>
                    <a:pt x="1028700" y="2247900"/>
                  </a:lnTo>
                  <a:lnTo>
                    <a:pt x="1050290" y="2216150"/>
                  </a:lnTo>
                  <a:close/>
                </a:path>
                <a:path w="2509520" h="3796029">
                  <a:moveTo>
                    <a:pt x="1085850" y="2161540"/>
                  </a:moveTo>
                  <a:lnTo>
                    <a:pt x="1078230" y="2156460"/>
                  </a:lnTo>
                  <a:lnTo>
                    <a:pt x="1057910" y="2188210"/>
                  </a:lnTo>
                  <a:lnTo>
                    <a:pt x="1065530" y="2193290"/>
                  </a:lnTo>
                  <a:lnTo>
                    <a:pt x="1085850" y="2161540"/>
                  </a:lnTo>
                  <a:close/>
                </a:path>
                <a:path w="2509520" h="3796029">
                  <a:moveTo>
                    <a:pt x="1122680" y="2105660"/>
                  </a:moveTo>
                  <a:lnTo>
                    <a:pt x="1115060" y="2100580"/>
                  </a:lnTo>
                  <a:lnTo>
                    <a:pt x="1094740" y="2132330"/>
                  </a:lnTo>
                  <a:lnTo>
                    <a:pt x="1102360" y="2137410"/>
                  </a:lnTo>
                  <a:lnTo>
                    <a:pt x="1122680" y="2105660"/>
                  </a:lnTo>
                  <a:close/>
                </a:path>
                <a:path w="2509520" h="3796029">
                  <a:moveTo>
                    <a:pt x="1159510" y="2051050"/>
                  </a:moveTo>
                  <a:lnTo>
                    <a:pt x="1151890" y="2045970"/>
                  </a:lnTo>
                  <a:lnTo>
                    <a:pt x="1130300" y="2076450"/>
                  </a:lnTo>
                  <a:lnTo>
                    <a:pt x="1137920" y="2082800"/>
                  </a:lnTo>
                  <a:lnTo>
                    <a:pt x="1159510" y="2051050"/>
                  </a:lnTo>
                  <a:close/>
                </a:path>
                <a:path w="2509520" h="3796029">
                  <a:moveTo>
                    <a:pt x="1196340" y="1995170"/>
                  </a:moveTo>
                  <a:lnTo>
                    <a:pt x="1187450" y="1990090"/>
                  </a:lnTo>
                  <a:lnTo>
                    <a:pt x="1167130" y="2021840"/>
                  </a:lnTo>
                  <a:lnTo>
                    <a:pt x="1174750" y="2026920"/>
                  </a:lnTo>
                  <a:lnTo>
                    <a:pt x="1196340" y="1995170"/>
                  </a:lnTo>
                  <a:close/>
                </a:path>
                <a:path w="2509520" h="3796029">
                  <a:moveTo>
                    <a:pt x="1231900" y="1940560"/>
                  </a:moveTo>
                  <a:lnTo>
                    <a:pt x="1224280" y="1935480"/>
                  </a:lnTo>
                  <a:lnTo>
                    <a:pt x="1203960" y="1965960"/>
                  </a:lnTo>
                  <a:lnTo>
                    <a:pt x="1211580" y="1972310"/>
                  </a:lnTo>
                  <a:lnTo>
                    <a:pt x="1231900" y="1940560"/>
                  </a:lnTo>
                  <a:close/>
                </a:path>
                <a:path w="2509520" h="3796029">
                  <a:moveTo>
                    <a:pt x="1268730" y="1884680"/>
                  </a:moveTo>
                  <a:lnTo>
                    <a:pt x="1261110" y="1879600"/>
                  </a:lnTo>
                  <a:lnTo>
                    <a:pt x="1239520" y="1911350"/>
                  </a:lnTo>
                  <a:lnTo>
                    <a:pt x="1248410" y="1916430"/>
                  </a:lnTo>
                  <a:lnTo>
                    <a:pt x="1268730" y="1884680"/>
                  </a:lnTo>
                  <a:close/>
                </a:path>
                <a:path w="2509520" h="3796029">
                  <a:moveTo>
                    <a:pt x="1305560" y="1830070"/>
                  </a:moveTo>
                  <a:lnTo>
                    <a:pt x="1297940" y="1824990"/>
                  </a:lnTo>
                  <a:lnTo>
                    <a:pt x="1276350" y="1855470"/>
                  </a:lnTo>
                  <a:lnTo>
                    <a:pt x="1283970" y="1860550"/>
                  </a:lnTo>
                  <a:lnTo>
                    <a:pt x="1305560" y="1830070"/>
                  </a:lnTo>
                  <a:close/>
                </a:path>
                <a:path w="2509520" h="3796029">
                  <a:moveTo>
                    <a:pt x="1341120" y="1774190"/>
                  </a:moveTo>
                  <a:lnTo>
                    <a:pt x="1333500" y="1769110"/>
                  </a:lnTo>
                  <a:lnTo>
                    <a:pt x="1313180" y="1800860"/>
                  </a:lnTo>
                  <a:lnTo>
                    <a:pt x="1320800" y="1805940"/>
                  </a:lnTo>
                  <a:lnTo>
                    <a:pt x="1341120" y="1774190"/>
                  </a:lnTo>
                  <a:close/>
                </a:path>
                <a:path w="2509520" h="3796029">
                  <a:moveTo>
                    <a:pt x="1377950" y="1719580"/>
                  </a:moveTo>
                  <a:lnTo>
                    <a:pt x="1370330" y="1713230"/>
                  </a:lnTo>
                  <a:lnTo>
                    <a:pt x="1350010" y="1744980"/>
                  </a:lnTo>
                  <a:lnTo>
                    <a:pt x="1357630" y="1750060"/>
                  </a:lnTo>
                  <a:lnTo>
                    <a:pt x="1377950" y="1719580"/>
                  </a:lnTo>
                  <a:close/>
                </a:path>
                <a:path w="2509520" h="3796029">
                  <a:moveTo>
                    <a:pt x="1414780" y="1663700"/>
                  </a:moveTo>
                  <a:lnTo>
                    <a:pt x="1407160" y="1658620"/>
                  </a:lnTo>
                  <a:lnTo>
                    <a:pt x="1386840" y="1690370"/>
                  </a:lnTo>
                  <a:lnTo>
                    <a:pt x="1393190" y="1695450"/>
                  </a:lnTo>
                  <a:lnTo>
                    <a:pt x="1414780" y="1663700"/>
                  </a:lnTo>
                  <a:close/>
                </a:path>
                <a:path w="2509520" h="3796029">
                  <a:moveTo>
                    <a:pt x="1451610" y="1609090"/>
                  </a:moveTo>
                  <a:lnTo>
                    <a:pt x="1443990" y="1602740"/>
                  </a:lnTo>
                  <a:lnTo>
                    <a:pt x="1422400" y="1634490"/>
                  </a:lnTo>
                  <a:lnTo>
                    <a:pt x="1430020" y="1639570"/>
                  </a:lnTo>
                  <a:lnTo>
                    <a:pt x="1451610" y="1609090"/>
                  </a:lnTo>
                  <a:close/>
                </a:path>
                <a:path w="2509520" h="3796029">
                  <a:moveTo>
                    <a:pt x="1487170" y="1553210"/>
                  </a:moveTo>
                  <a:lnTo>
                    <a:pt x="1479550" y="1548130"/>
                  </a:lnTo>
                  <a:lnTo>
                    <a:pt x="1459230" y="1579880"/>
                  </a:lnTo>
                  <a:lnTo>
                    <a:pt x="1466850" y="1584960"/>
                  </a:lnTo>
                  <a:lnTo>
                    <a:pt x="1487170" y="1553210"/>
                  </a:lnTo>
                  <a:close/>
                </a:path>
                <a:path w="2509520" h="3796029">
                  <a:moveTo>
                    <a:pt x="1524000" y="1497330"/>
                  </a:moveTo>
                  <a:lnTo>
                    <a:pt x="1516380" y="1492250"/>
                  </a:lnTo>
                  <a:lnTo>
                    <a:pt x="1496060" y="1524000"/>
                  </a:lnTo>
                  <a:lnTo>
                    <a:pt x="1503680" y="1529080"/>
                  </a:lnTo>
                  <a:lnTo>
                    <a:pt x="1524000" y="1497330"/>
                  </a:lnTo>
                  <a:close/>
                </a:path>
                <a:path w="2509520" h="3796029">
                  <a:moveTo>
                    <a:pt x="1560830" y="1442720"/>
                  </a:moveTo>
                  <a:lnTo>
                    <a:pt x="1553210" y="1437640"/>
                  </a:lnTo>
                  <a:lnTo>
                    <a:pt x="1531620" y="1469390"/>
                  </a:lnTo>
                  <a:lnTo>
                    <a:pt x="1540510" y="1474470"/>
                  </a:lnTo>
                  <a:lnTo>
                    <a:pt x="1560830" y="1442720"/>
                  </a:lnTo>
                  <a:close/>
                </a:path>
                <a:path w="2509520" h="3796029">
                  <a:moveTo>
                    <a:pt x="1597660" y="1386840"/>
                  </a:moveTo>
                  <a:lnTo>
                    <a:pt x="1588770" y="1381760"/>
                  </a:lnTo>
                  <a:lnTo>
                    <a:pt x="1568450" y="1413510"/>
                  </a:lnTo>
                  <a:lnTo>
                    <a:pt x="1576070" y="1418590"/>
                  </a:lnTo>
                  <a:lnTo>
                    <a:pt x="1597660" y="1386840"/>
                  </a:lnTo>
                  <a:close/>
                </a:path>
                <a:path w="2509520" h="3796029">
                  <a:moveTo>
                    <a:pt x="1633220" y="1332230"/>
                  </a:moveTo>
                  <a:lnTo>
                    <a:pt x="1625600" y="1327150"/>
                  </a:lnTo>
                  <a:lnTo>
                    <a:pt x="1605280" y="1358900"/>
                  </a:lnTo>
                  <a:lnTo>
                    <a:pt x="1612900" y="1363980"/>
                  </a:lnTo>
                  <a:lnTo>
                    <a:pt x="1633220" y="1332230"/>
                  </a:lnTo>
                  <a:close/>
                </a:path>
                <a:path w="2509520" h="3796029">
                  <a:moveTo>
                    <a:pt x="1670050" y="1276350"/>
                  </a:moveTo>
                  <a:lnTo>
                    <a:pt x="1662430" y="1271270"/>
                  </a:lnTo>
                  <a:lnTo>
                    <a:pt x="1640840" y="1303020"/>
                  </a:lnTo>
                  <a:lnTo>
                    <a:pt x="1649730" y="1308100"/>
                  </a:lnTo>
                  <a:lnTo>
                    <a:pt x="1670050" y="1276350"/>
                  </a:lnTo>
                  <a:close/>
                </a:path>
                <a:path w="2509520" h="3796029">
                  <a:moveTo>
                    <a:pt x="1706880" y="1221740"/>
                  </a:moveTo>
                  <a:lnTo>
                    <a:pt x="1699260" y="1216660"/>
                  </a:lnTo>
                  <a:lnTo>
                    <a:pt x="1677670" y="1248410"/>
                  </a:lnTo>
                  <a:lnTo>
                    <a:pt x="1685290" y="1253490"/>
                  </a:lnTo>
                  <a:lnTo>
                    <a:pt x="1706880" y="1221740"/>
                  </a:lnTo>
                  <a:close/>
                </a:path>
                <a:path w="2509520" h="3796029">
                  <a:moveTo>
                    <a:pt x="1742440" y="1165860"/>
                  </a:moveTo>
                  <a:lnTo>
                    <a:pt x="1734820" y="1160780"/>
                  </a:lnTo>
                  <a:lnTo>
                    <a:pt x="1714500" y="1192530"/>
                  </a:lnTo>
                  <a:lnTo>
                    <a:pt x="1722120" y="1197610"/>
                  </a:lnTo>
                  <a:lnTo>
                    <a:pt x="1742440" y="1165860"/>
                  </a:lnTo>
                  <a:close/>
                </a:path>
                <a:path w="2509520" h="3796029">
                  <a:moveTo>
                    <a:pt x="1779270" y="1111250"/>
                  </a:moveTo>
                  <a:lnTo>
                    <a:pt x="1771650" y="1106170"/>
                  </a:lnTo>
                  <a:lnTo>
                    <a:pt x="1751330" y="1137920"/>
                  </a:lnTo>
                  <a:lnTo>
                    <a:pt x="1758950" y="1143000"/>
                  </a:lnTo>
                  <a:lnTo>
                    <a:pt x="1779270" y="1111250"/>
                  </a:lnTo>
                  <a:close/>
                </a:path>
                <a:path w="2509520" h="3796029">
                  <a:moveTo>
                    <a:pt x="1816100" y="1055370"/>
                  </a:moveTo>
                  <a:lnTo>
                    <a:pt x="1808480" y="1050290"/>
                  </a:lnTo>
                  <a:lnTo>
                    <a:pt x="1788160" y="1082040"/>
                  </a:lnTo>
                  <a:lnTo>
                    <a:pt x="1795780" y="1087120"/>
                  </a:lnTo>
                  <a:lnTo>
                    <a:pt x="1816100" y="1055370"/>
                  </a:lnTo>
                  <a:close/>
                </a:path>
                <a:path w="2509520" h="3796029">
                  <a:moveTo>
                    <a:pt x="1852930" y="1000760"/>
                  </a:moveTo>
                  <a:lnTo>
                    <a:pt x="1845310" y="995680"/>
                  </a:lnTo>
                  <a:lnTo>
                    <a:pt x="1823720" y="1027430"/>
                  </a:lnTo>
                  <a:lnTo>
                    <a:pt x="1831340" y="1032510"/>
                  </a:lnTo>
                  <a:lnTo>
                    <a:pt x="1852930" y="1000760"/>
                  </a:lnTo>
                  <a:close/>
                </a:path>
                <a:path w="2509520" h="3796029">
                  <a:moveTo>
                    <a:pt x="1889760" y="944880"/>
                  </a:moveTo>
                  <a:lnTo>
                    <a:pt x="1880870" y="939800"/>
                  </a:lnTo>
                  <a:lnTo>
                    <a:pt x="1860550" y="971550"/>
                  </a:lnTo>
                  <a:lnTo>
                    <a:pt x="1868170" y="976630"/>
                  </a:lnTo>
                  <a:lnTo>
                    <a:pt x="1889760" y="944880"/>
                  </a:lnTo>
                  <a:close/>
                </a:path>
                <a:path w="2509520" h="3796029">
                  <a:moveTo>
                    <a:pt x="1925320" y="890270"/>
                  </a:moveTo>
                  <a:lnTo>
                    <a:pt x="1917700" y="885190"/>
                  </a:lnTo>
                  <a:lnTo>
                    <a:pt x="1897380" y="916940"/>
                  </a:lnTo>
                  <a:lnTo>
                    <a:pt x="1905000" y="920750"/>
                  </a:lnTo>
                  <a:lnTo>
                    <a:pt x="1925320" y="890270"/>
                  </a:lnTo>
                  <a:close/>
                </a:path>
                <a:path w="2509520" h="3796029">
                  <a:moveTo>
                    <a:pt x="1962150" y="834390"/>
                  </a:moveTo>
                  <a:lnTo>
                    <a:pt x="1954530" y="829310"/>
                  </a:lnTo>
                  <a:lnTo>
                    <a:pt x="1932940" y="861060"/>
                  </a:lnTo>
                  <a:lnTo>
                    <a:pt x="1941830" y="866140"/>
                  </a:lnTo>
                  <a:lnTo>
                    <a:pt x="1962150" y="834390"/>
                  </a:lnTo>
                  <a:close/>
                </a:path>
                <a:path w="2509520" h="3796029">
                  <a:moveTo>
                    <a:pt x="1998980" y="779780"/>
                  </a:moveTo>
                  <a:lnTo>
                    <a:pt x="1990090" y="774700"/>
                  </a:lnTo>
                  <a:lnTo>
                    <a:pt x="1969770" y="805180"/>
                  </a:lnTo>
                  <a:lnTo>
                    <a:pt x="1977390" y="810260"/>
                  </a:lnTo>
                  <a:lnTo>
                    <a:pt x="1998980" y="779780"/>
                  </a:lnTo>
                  <a:close/>
                </a:path>
                <a:path w="2509520" h="3796029">
                  <a:moveTo>
                    <a:pt x="2034540" y="723900"/>
                  </a:moveTo>
                  <a:lnTo>
                    <a:pt x="2026920" y="718820"/>
                  </a:lnTo>
                  <a:lnTo>
                    <a:pt x="2006600" y="750570"/>
                  </a:lnTo>
                  <a:lnTo>
                    <a:pt x="2014220" y="755650"/>
                  </a:lnTo>
                  <a:lnTo>
                    <a:pt x="2034540" y="723900"/>
                  </a:lnTo>
                  <a:close/>
                </a:path>
                <a:path w="2509520" h="3796029">
                  <a:moveTo>
                    <a:pt x="2071370" y="669290"/>
                  </a:moveTo>
                  <a:lnTo>
                    <a:pt x="2063750" y="664210"/>
                  </a:lnTo>
                  <a:lnTo>
                    <a:pt x="2043430" y="694690"/>
                  </a:lnTo>
                  <a:lnTo>
                    <a:pt x="2051050" y="699770"/>
                  </a:lnTo>
                  <a:lnTo>
                    <a:pt x="2071370" y="669290"/>
                  </a:lnTo>
                  <a:close/>
                </a:path>
                <a:path w="2509520" h="3796029">
                  <a:moveTo>
                    <a:pt x="2108200" y="613410"/>
                  </a:moveTo>
                  <a:lnTo>
                    <a:pt x="2100580" y="608330"/>
                  </a:lnTo>
                  <a:lnTo>
                    <a:pt x="2078990" y="640080"/>
                  </a:lnTo>
                  <a:lnTo>
                    <a:pt x="2086610" y="645160"/>
                  </a:lnTo>
                  <a:lnTo>
                    <a:pt x="2108200" y="613410"/>
                  </a:lnTo>
                  <a:close/>
                </a:path>
                <a:path w="2509520" h="3796029">
                  <a:moveTo>
                    <a:pt x="2143760" y="557530"/>
                  </a:moveTo>
                  <a:lnTo>
                    <a:pt x="2137410" y="553720"/>
                  </a:lnTo>
                  <a:lnTo>
                    <a:pt x="2115820" y="584200"/>
                  </a:lnTo>
                  <a:lnTo>
                    <a:pt x="2123440" y="589280"/>
                  </a:lnTo>
                  <a:lnTo>
                    <a:pt x="2143760" y="557530"/>
                  </a:lnTo>
                  <a:close/>
                </a:path>
                <a:path w="2509520" h="3796029">
                  <a:moveTo>
                    <a:pt x="2180590" y="502920"/>
                  </a:moveTo>
                  <a:lnTo>
                    <a:pt x="2172970" y="497840"/>
                  </a:lnTo>
                  <a:lnTo>
                    <a:pt x="2152650" y="529590"/>
                  </a:lnTo>
                  <a:lnTo>
                    <a:pt x="2160270" y="534670"/>
                  </a:lnTo>
                  <a:lnTo>
                    <a:pt x="2180590" y="502920"/>
                  </a:lnTo>
                  <a:close/>
                </a:path>
                <a:path w="2509520" h="3796029">
                  <a:moveTo>
                    <a:pt x="2217420" y="447040"/>
                  </a:moveTo>
                  <a:lnTo>
                    <a:pt x="2209800" y="441960"/>
                  </a:lnTo>
                  <a:lnTo>
                    <a:pt x="2188210" y="473710"/>
                  </a:lnTo>
                  <a:lnTo>
                    <a:pt x="2197100" y="478790"/>
                  </a:lnTo>
                  <a:lnTo>
                    <a:pt x="2217420" y="447040"/>
                  </a:lnTo>
                  <a:close/>
                </a:path>
                <a:path w="2509520" h="3796029">
                  <a:moveTo>
                    <a:pt x="2254250" y="392430"/>
                  </a:moveTo>
                  <a:lnTo>
                    <a:pt x="2246630" y="387350"/>
                  </a:lnTo>
                  <a:lnTo>
                    <a:pt x="2225040" y="417830"/>
                  </a:lnTo>
                  <a:lnTo>
                    <a:pt x="2233930" y="424180"/>
                  </a:lnTo>
                  <a:lnTo>
                    <a:pt x="2254250" y="392430"/>
                  </a:lnTo>
                  <a:close/>
                </a:path>
                <a:path w="2509520" h="3796029">
                  <a:moveTo>
                    <a:pt x="2291080" y="336550"/>
                  </a:moveTo>
                  <a:lnTo>
                    <a:pt x="2282190" y="331470"/>
                  </a:lnTo>
                  <a:lnTo>
                    <a:pt x="2261870" y="363220"/>
                  </a:lnTo>
                  <a:lnTo>
                    <a:pt x="2269490" y="368300"/>
                  </a:lnTo>
                  <a:lnTo>
                    <a:pt x="2291080" y="336550"/>
                  </a:lnTo>
                  <a:close/>
                </a:path>
                <a:path w="2509520" h="3796029">
                  <a:moveTo>
                    <a:pt x="2326640" y="281940"/>
                  </a:moveTo>
                  <a:lnTo>
                    <a:pt x="2319020" y="276860"/>
                  </a:lnTo>
                  <a:lnTo>
                    <a:pt x="2298700" y="307340"/>
                  </a:lnTo>
                  <a:lnTo>
                    <a:pt x="2306320" y="313690"/>
                  </a:lnTo>
                  <a:lnTo>
                    <a:pt x="2326640" y="281940"/>
                  </a:lnTo>
                  <a:close/>
                </a:path>
                <a:path w="2509520" h="3796029">
                  <a:moveTo>
                    <a:pt x="2363470" y="226060"/>
                  </a:moveTo>
                  <a:lnTo>
                    <a:pt x="2355850" y="220980"/>
                  </a:lnTo>
                  <a:lnTo>
                    <a:pt x="2334260" y="252730"/>
                  </a:lnTo>
                  <a:lnTo>
                    <a:pt x="2343150" y="257810"/>
                  </a:lnTo>
                  <a:lnTo>
                    <a:pt x="2363470" y="226060"/>
                  </a:lnTo>
                  <a:close/>
                </a:path>
                <a:path w="2509520" h="3796029">
                  <a:moveTo>
                    <a:pt x="2400300" y="171450"/>
                  </a:moveTo>
                  <a:lnTo>
                    <a:pt x="2392680" y="166370"/>
                  </a:lnTo>
                  <a:lnTo>
                    <a:pt x="2371090" y="196850"/>
                  </a:lnTo>
                  <a:lnTo>
                    <a:pt x="2378710" y="201930"/>
                  </a:lnTo>
                  <a:lnTo>
                    <a:pt x="2400300" y="171450"/>
                  </a:lnTo>
                  <a:close/>
                </a:path>
                <a:path w="2509520" h="3796029">
                  <a:moveTo>
                    <a:pt x="2435860" y="115570"/>
                  </a:moveTo>
                  <a:lnTo>
                    <a:pt x="2428240" y="110490"/>
                  </a:lnTo>
                  <a:lnTo>
                    <a:pt x="2407920" y="142240"/>
                  </a:lnTo>
                  <a:lnTo>
                    <a:pt x="2415540" y="147320"/>
                  </a:lnTo>
                  <a:lnTo>
                    <a:pt x="2435860" y="115570"/>
                  </a:lnTo>
                  <a:close/>
                </a:path>
                <a:path w="2509520" h="3796029">
                  <a:moveTo>
                    <a:pt x="2472690" y="60960"/>
                  </a:moveTo>
                  <a:lnTo>
                    <a:pt x="2465070" y="54610"/>
                  </a:lnTo>
                  <a:lnTo>
                    <a:pt x="2444750" y="86360"/>
                  </a:lnTo>
                  <a:lnTo>
                    <a:pt x="2452370" y="91440"/>
                  </a:lnTo>
                  <a:lnTo>
                    <a:pt x="2472690" y="60960"/>
                  </a:lnTo>
                  <a:close/>
                </a:path>
                <a:path w="2509520" h="3796029">
                  <a:moveTo>
                    <a:pt x="2509520" y="5080"/>
                  </a:moveTo>
                  <a:lnTo>
                    <a:pt x="2501900" y="0"/>
                  </a:lnTo>
                  <a:lnTo>
                    <a:pt x="2480310" y="31750"/>
                  </a:lnTo>
                  <a:lnTo>
                    <a:pt x="2487930" y="36830"/>
                  </a:lnTo>
                  <a:lnTo>
                    <a:pt x="2509520" y="50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4953000" y="2927349"/>
              <a:ext cx="3581400" cy="2092960"/>
            </a:xfrm>
            <a:custGeom>
              <a:avLst/>
              <a:gdLst/>
              <a:ahLst/>
              <a:cxnLst/>
              <a:rect l="l" t="t" r="r" b="b"/>
              <a:pathLst>
                <a:path w="3581400" h="2092960">
                  <a:moveTo>
                    <a:pt x="3581400" y="149860"/>
                  </a:moveTo>
                  <a:lnTo>
                    <a:pt x="1605280" y="149860"/>
                  </a:lnTo>
                  <a:lnTo>
                    <a:pt x="1605280" y="0"/>
                  </a:lnTo>
                  <a:lnTo>
                    <a:pt x="0" y="0"/>
                  </a:lnTo>
                  <a:lnTo>
                    <a:pt x="0" y="149860"/>
                  </a:lnTo>
                  <a:lnTo>
                    <a:pt x="0" y="2092960"/>
                  </a:lnTo>
                  <a:lnTo>
                    <a:pt x="3581400" y="2092960"/>
                  </a:lnTo>
                  <a:lnTo>
                    <a:pt x="3581400" y="149860"/>
                  </a:lnTo>
                  <a:close/>
                </a:path>
              </a:pathLst>
            </a:custGeom>
            <a:solidFill>
              <a:srgbClr val="FF9900">
                <a:alpha val="39999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" name="object 8"/>
          <p:cNvGrpSpPr/>
          <p:nvPr/>
        </p:nvGrpSpPr>
        <p:grpSpPr>
          <a:xfrm>
            <a:off x="609600" y="601980"/>
            <a:ext cx="8153400" cy="617220"/>
            <a:chOff x="609600" y="601980"/>
            <a:chExt cx="8153400" cy="617220"/>
          </a:xfrm>
        </p:grpSpPr>
        <p:sp>
          <p:nvSpPr>
            <p:cNvPr id="9" name="object 9"/>
            <p:cNvSpPr/>
            <p:nvPr/>
          </p:nvSpPr>
          <p:spPr>
            <a:xfrm>
              <a:off x="980440" y="601980"/>
              <a:ext cx="5008880" cy="402590"/>
            </a:xfrm>
            <a:custGeom>
              <a:avLst/>
              <a:gdLst/>
              <a:ahLst/>
              <a:cxnLst/>
              <a:rect l="l" t="t" r="r" b="b"/>
              <a:pathLst>
                <a:path w="5008880" h="402590">
                  <a:moveTo>
                    <a:pt x="5008880" y="0"/>
                  </a:moveTo>
                  <a:lnTo>
                    <a:pt x="0" y="0"/>
                  </a:lnTo>
                  <a:lnTo>
                    <a:pt x="0" y="402590"/>
                  </a:lnTo>
                  <a:lnTo>
                    <a:pt x="2504440" y="402590"/>
                  </a:lnTo>
                  <a:lnTo>
                    <a:pt x="5008880" y="402590"/>
                  </a:lnTo>
                  <a:lnTo>
                    <a:pt x="50088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09600" y="990600"/>
              <a:ext cx="8153400" cy="228600"/>
            </a:xfrm>
            <a:custGeom>
              <a:avLst/>
              <a:gdLst/>
              <a:ahLst/>
              <a:cxnLst/>
              <a:rect l="l" t="t" r="r" b="b"/>
              <a:pathLst>
                <a:path w="8153400" h="228600">
                  <a:moveTo>
                    <a:pt x="8153400" y="0"/>
                  </a:moveTo>
                  <a:lnTo>
                    <a:pt x="0" y="0"/>
                  </a:lnTo>
                  <a:lnTo>
                    <a:pt x="0" y="228600"/>
                  </a:lnTo>
                  <a:lnTo>
                    <a:pt x="4076700" y="228600"/>
                  </a:lnTo>
                  <a:lnTo>
                    <a:pt x="8153400" y="228600"/>
                  </a:lnTo>
                  <a:lnTo>
                    <a:pt x="8153400" y="0"/>
                  </a:lnTo>
                  <a:close/>
                </a:path>
              </a:pathLst>
            </a:custGeom>
            <a:solidFill>
              <a:srgbClr val="7C9A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" name="object 11"/>
          <p:cNvGrpSpPr/>
          <p:nvPr/>
        </p:nvGrpSpPr>
        <p:grpSpPr>
          <a:xfrm>
            <a:off x="5014912" y="3861752"/>
            <a:ext cx="3443604" cy="1096645"/>
            <a:chOff x="5014912" y="3861752"/>
            <a:chExt cx="3443604" cy="1096645"/>
          </a:xfrm>
        </p:grpSpPr>
        <p:sp>
          <p:nvSpPr>
            <p:cNvPr id="12" name="object 12"/>
            <p:cNvSpPr/>
            <p:nvPr/>
          </p:nvSpPr>
          <p:spPr>
            <a:xfrm>
              <a:off x="5029200" y="3876040"/>
              <a:ext cx="3415029" cy="1068070"/>
            </a:xfrm>
            <a:custGeom>
              <a:avLst/>
              <a:gdLst/>
              <a:ahLst/>
              <a:cxnLst/>
              <a:rect l="l" t="t" r="r" b="b"/>
              <a:pathLst>
                <a:path w="3415029" h="1068070">
                  <a:moveTo>
                    <a:pt x="3359150" y="0"/>
                  </a:moveTo>
                  <a:lnTo>
                    <a:pt x="54610" y="0"/>
                  </a:lnTo>
                  <a:lnTo>
                    <a:pt x="49529" y="1270"/>
                  </a:lnTo>
                  <a:lnTo>
                    <a:pt x="44450" y="1270"/>
                  </a:lnTo>
                  <a:lnTo>
                    <a:pt x="39370" y="3810"/>
                  </a:lnTo>
                  <a:lnTo>
                    <a:pt x="34289" y="5080"/>
                  </a:lnTo>
                  <a:lnTo>
                    <a:pt x="30479" y="7620"/>
                  </a:lnTo>
                  <a:lnTo>
                    <a:pt x="25400" y="10160"/>
                  </a:lnTo>
                  <a:lnTo>
                    <a:pt x="20320" y="13970"/>
                  </a:lnTo>
                  <a:lnTo>
                    <a:pt x="12700" y="21590"/>
                  </a:lnTo>
                  <a:lnTo>
                    <a:pt x="10160" y="25400"/>
                  </a:lnTo>
                  <a:lnTo>
                    <a:pt x="6350" y="30480"/>
                  </a:lnTo>
                  <a:lnTo>
                    <a:pt x="3810" y="35560"/>
                  </a:lnTo>
                  <a:lnTo>
                    <a:pt x="0" y="50800"/>
                  </a:lnTo>
                  <a:lnTo>
                    <a:pt x="0" y="1017270"/>
                  </a:lnTo>
                  <a:lnTo>
                    <a:pt x="3810" y="1032510"/>
                  </a:lnTo>
                  <a:lnTo>
                    <a:pt x="6350" y="1036320"/>
                  </a:lnTo>
                  <a:lnTo>
                    <a:pt x="10160" y="1041400"/>
                  </a:lnTo>
                  <a:lnTo>
                    <a:pt x="12700" y="1046480"/>
                  </a:lnTo>
                  <a:lnTo>
                    <a:pt x="20320" y="1054100"/>
                  </a:lnTo>
                  <a:lnTo>
                    <a:pt x="25400" y="1056640"/>
                  </a:lnTo>
                  <a:lnTo>
                    <a:pt x="30479" y="1060450"/>
                  </a:lnTo>
                  <a:lnTo>
                    <a:pt x="34289" y="1062990"/>
                  </a:lnTo>
                  <a:lnTo>
                    <a:pt x="54610" y="1068070"/>
                  </a:lnTo>
                  <a:lnTo>
                    <a:pt x="3359150" y="1068070"/>
                  </a:lnTo>
                  <a:lnTo>
                    <a:pt x="3379470" y="1062990"/>
                  </a:lnTo>
                  <a:lnTo>
                    <a:pt x="3384550" y="1060450"/>
                  </a:lnTo>
                  <a:lnTo>
                    <a:pt x="3388359" y="1056640"/>
                  </a:lnTo>
                  <a:lnTo>
                    <a:pt x="3393440" y="1054100"/>
                  </a:lnTo>
                  <a:lnTo>
                    <a:pt x="3401059" y="1046480"/>
                  </a:lnTo>
                  <a:lnTo>
                    <a:pt x="3403600" y="1041400"/>
                  </a:lnTo>
                  <a:lnTo>
                    <a:pt x="3407409" y="1036320"/>
                  </a:lnTo>
                  <a:lnTo>
                    <a:pt x="3409950" y="1032510"/>
                  </a:lnTo>
                  <a:lnTo>
                    <a:pt x="3411220" y="1027430"/>
                  </a:lnTo>
                  <a:lnTo>
                    <a:pt x="3413759" y="1022350"/>
                  </a:lnTo>
                  <a:lnTo>
                    <a:pt x="3413759" y="1017270"/>
                  </a:lnTo>
                  <a:lnTo>
                    <a:pt x="3415029" y="1012190"/>
                  </a:lnTo>
                  <a:lnTo>
                    <a:pt x="3415029" y="55880"/>
                  </a:lnTo>
                  <a:lnTo>
                    <a:pt x="3413759" y="50800"/>
                  </a:lnTo>
                  <a:lnTo>
                    <a:pt x="3413759" y="45720"/>
                  </a:lnTo>
                  <a:lnTo>
                    <a:pt x="3411220" y="40640"/>
                  </a:lnTo>
                  <a:lnTo>
                    <a:pt x="3409950" y="35560"/>
                  </a:lnTo>
                  <a:lnTo>
                    <a:pt x="3407409" y="30480"/>
                  </a:lnTo>
                  <a:lnTo>
                    <a:pt x="3403600" y="25400"/>
                  </a:lnTo>
                  <a:lnTo>
                    <a:pt x="3401059" y="21590"/>
                  </a:lnTo>
                  <a:lnTo>
                    <a:pt x="3374390" y="3810"/>
                  </a:lnTo>
                  <a:lnTo>
                    <a:pt x="3369309" y="1270"/>
                  </a:lnTo>
                  <a:lnTo>
                    <a:pt x="3364229" y="1270"/>
                  </a:lnTo>
                  <a:lnTo>
                    <a:pt x="3359150" y="0"/>
                  </a:lnTo>
                  <a:close/>
                </a:path>
              </a:pathLst>
            </a:custGeom>
            <a:solidFill>
              <a:srgbClr val="99CCFF">
                <a:alpha val="50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5029200" y="3876040"/>
              <a:ext cx="3415029" cy="1068070"/>
            </a:xfrm>
            <a:custGeom>
              <a:avLst/>
              <a:gdLst/>
              <a:ahLst/>
              <a:cxnLst/>
              <a:rect l="l" t="t" r="r" b="b"/>
              <a:pathLst>
                <a:path w="3415029" h="1068070">
                  <a:moveTo>
                    <a:pt x="54610" y="0"/>
                  </a:moveTo>
                  <a:lnTo>
                    <a:pt x="34825" y="4802"/>
                  </a:lnTo>
                  <a:lnTo>
                    <a:pt x="17303" y="17462"/>
                  </a:lnTo>
                  <a:lnTo>
                    <a:pt x="4782" y="35361"/>
                  </a:lnTo>
                  <a:lnTo>
                    <a:pt x="0" y="55880"/>
                  </a:lnTo>
                  <a:lnTo>
                    <a:pt x="0" y="70822"/>
                  </a:lnTo>
                  <a:lnTo>
                    <a:pt x="0" y="175418"/>
                  </a:lnTo>
                  <a:lnTo>
                    <a:pt x="0" y="459323"/>
                  </a:lnTo>
                  <a:lnTo>
                    <a:pt x="0" y="1012190"/>
                  </a:lnTo>
                  <a:lnTo>
                    <a:pt x="4782" y="1032172"/>
                  </a:lnTo>
                  <a:lnTo>
                    <a:pt x="17303" y="1050131"/>
                  </a:lnTo>
                  <a:lnTo>
                    <a:pt x="34825" y="1063089"/>
                  </a:lnTo>
                  <a:lnTo>
                    <a:pt x="54610" y="1068070"/>
                  </a:lnTo>
                  <a:lnTo>
                    <a:pt x="106243" y="1068070"/>
                  </a:lnTo>
                  <a:lnTo>
                    <a:pt x="467677" y="1068070"/>
                  </a:lnTo>
                  <a:lnTo>
                    <a:pt x="1448712" y="1068070"/>
                  </a:lnTo>
                  <a:lnTo>
                    <a:pt x="3359150" y="1068070"/>
                  </a:lnTo>
                  <a:lnTo>
                    <a:pt x="3379668" y="1063089"/>
                  </a:lnTo>
                  <a:lnTo>
                    <a:pt x="3397567" y="1050131"/>
                  </a:lnTo>
                  <a:lnTo>
                    <a:pt x="3410227" y="1032172"/>
                  </a:lnTo>
                  <a:lnTo>
                    <a:pt x="3415029" y="1012190"/>
                  </a:lnTo>
                  <a:lnTo>
                    <a:pt x="3415029" y="997247"/>
                  </a:lnTo>
                  <a:lnTo>
                    <a:pt x="3415029" y="892651"/>
                  </a:lnTo>
                  <a:lnTo>
                    <a:pt x="3415029" y="608746"/>
                  </a:lnTo>
                  <a:lnTo>
                    <a:pt x="3415029" y="55880"/>
                  </a:lnTo>
                  <a:lnTo>
                    <a:pt x="3410227" y="35361"/>
                  </a:lnTo>
                  <a:lnTo>
                    <a:pt x="3397567" y="17462"/>
                  </a:lnTo>
                  <a:lnTo>
                    <a:pt x="3379668" y="4802"/>
                  </a:lnTo>
                  <a:lnTo>
                    <a:pt x="3359150" y="0"/>
                  </a:lnTo>
                  <a:lnTo>
                    <a:pt x="3307516" y="0"/>
                  </a:lnTo>
                  <a:lnTo>
                    <a:pt x="2946082" y="0"/>
                  </a:lnTo>
                  <a:lnTo>
                    <a:pt x="1965047" y="0"/>
                  </a:lnTo>
                  <a:lnTo>
                    <a:pt x="54610" y="0"/>
                  </a:lnTo>
                  <a:close/>
                </a:path>
              </a:pathLst>
            </a:custGeom>
            <a:ln w="28393">
              <a:solidFill>
                <a:srgbClr val="7C9AC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" name="object 14"/>
          <p:cNvSpPr txBox="1"/>
          <p:nvPr/>
        </p:nvSpPr>
        <p:spPr>
          <a:xfrm>
            <a:off x="7772400" y="3906520"/>
            <a:ext cx="57785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10" dirty="0">
                <a:latin typeface="Arial"/>
                <a:cs typeface="Arial"/>
              </a:rPr>
              <a:t>VMkernel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5172075" y="4399915"/>
            <a:ext cx="3162300" cy="247650"/>
            <a:chOff x="5172075" y="4399915"/>
            <a:chExt cx="3162300" cy="247650"/>
          </a:xfrm>
        </p:grpSpPr>
        <p:sp>
          <p:nvSpPr>
            <p:cNvPr id="16" name="object 16"/>
            <p:cNvSpPr/>
            <p:nvPr/>
          </p:nvSpPr>
          <p:spPr>
            <a:xfrm>
              <a:off x="5181600" y="4409440"/>
              <a:ext cx="3143250" cy="228600"/>
            </a:xfrm>
            <a:custGeom>
              <a:avLst/>
              <a:gdLst/>
              <a:ahLst/>
              <a:cxnLst/>
              <a:rect l="l" t="t" r="r" b="b"/>
              <a:pathLst>
                <a:path w="3143250" h="228600">
                  <a:moveTo>
                    <a:pt x="3108959" y="0"/>
                  </a:moveTo>
                  <a:lnTo>
                    <a:pt x="38100" y="0"/>
                  </a:lnTo>
                  <a:lnTo>
                    <a:pt x="34289" y="0"/>
                  </a:lnTo>
                  <a:lnTo>
                    <a:pt x="26670" y="2540"/>
                  </a:lnTo>
                  <a:lnTo>
                    <a:pt x="24129" y="3810"/>
                  </a:lnTo>
                  <a:lnTo>
                    <a:pt x="20320" y="5080"/>
                  </a:lnTo>
                  <a:lnTo>
                    <a:pt x="17779" y="7620"/>
                  </a:lnTo>
                  <a:lnTo>
                    <a:pt x="13970" y="10160"/>
                  </a:lnTo>
                  <a:lnTo>
                    <a:pt x="6350" y="17780"/>
                  </a:lnTo>
                  <a:lnTo>
                    <a:pt x="5079" y="21590"/>
                  </a:lnTo>
                  <a:lnTo>
                    <a:pt x="2539" y="24130"/>
                  </a:lnTo>
                  <a:lnTo>
                    <a:pt x="0" y="31750"/>
                  </a:lnTo>
                  <a:lnTo>
                    <a:pt x="0" y="198120"/>
                  </a:lnTo>
                  <a:lnTo>
                    <a:pt x="1270" y="201930"/>
                  </a:lnTo>
                  <a:lnTo>
                    <a:pt x="2539" y="204470"/>
                  </a:lnTo>
                  <a:lnTo>
                    <a:pt x="5079" y="208280"/>
                  </a:lnTo>
                  <a:lnTo>
                    <a:pt x="6350" y="212090"/>
                  </a:lnTo>
                  <a:lnTo>
                    <a:pt x="13970" y="219710"/>
                  </a:lnTo>
                  <a:lnTo>
                    <a:pt x="17779" y="222250"/>
                  </a:lnTo>
                  <a:lnTo>
                    <a:pt x="20320" y="223520"/>
                  </a:lnTo>
                  <a:lnTo>
                    <a:pt x="24129" y="226060"/>
                  </a:lnTo>
                  <a:lnTo>
                    <a:pt x="26670" y="227330"/>
                  </a:lnTo>
                  <a:lnTo>
                    <a:pt x="30479" y="228600"/>
                  </a:lnTo>
                  <a:lnTo>
                    <a:pt x="3112770" y="228600"/>
                  </a:lnTo>
                  <a:lnTo>
                    <a:pt x="3115309" y="227330"/>
                  </a:lnTo>
                  <a:lnTo>
                    <a:pt x="3119120" y="226060"/>
                  </a:lnTo>
                  <a:lnTo>
                    <a:pt x="3122929" y="223520"/>
                  </a:lnTo>
                  <a:lnTo>
                    <a:pt x="3125470" y="222250"/>
                  </a:lnTo>
                  <a:lnTo>
                    <a:pt x="3128009" y="219710"/>
                  </a:lnTo>
                  <a:lnTo>
                    <a:pt x="3131820" y="217170"/>
                  </a:lnTo>
                  <a:lnTo>
                    <a:pt x="3134359" y="214630"/>
                  </a:lnTo>
                  <a:lnTo>
                    <a:pt x="3135629" y="212090"/>
                  </a:lnTo>
                  <a:lnTo>
                    <a:pt x="3140709" y="204470"/>
                  </a:lnTo>
                  <a:lnTo>
                    <a:pt x="3141979" y="201930"/>
                  </a:lnTo>
                  <a:lnTo>
                    <a:pt x="3143250" y="198120"/>
                  </a:lnTo>
                  <a:lnTo>
                    <a:pt x="3143250" y="31750"/>
                  </a:lnTo>
                  <a:lnTo>
                    <a:pt x="3140709" y="24130"/>
                  </a:lnTo>
                  <a:lnTo>
                    <a:pt x="3138170" y="21590"/>
                  </a:lnTo>
                  <a:lnTo>
                    <a:pt x="3135629" y="17780"/>
                  </a:lnTo>
                  <a:lnTo>
                    <a:pt x="3134359" y="15240"/>
                  </a:lnTo>
                  <a:lnTo>
                    <a:pt x="3131820" y="12700"/>
                  </a:lnTo>
                  <a:lnTo>
                    <a:pt x="3128009" y="10160"/>
                  </a:lnTo>
                  <a:lnTo>
                    <a:pt x="3122929" y="5080"/>
                  </a:lnTo>
                  <a:lnTo>
                    <a:pt x="3115309" y="2540"/>
                  </a:lnTo>
                  <a:lnTo>
                    <a:pt x="3112770" y="1270"/>
                  </a:lnTo>
                  <a:lnTo>
                    <a:pt x="3108959" y="0"/>
                  </a:lnTo>
                  <a:close/>
                </a:path>
              </a:pathLst>
            </a:custGeom>
            <a:solidFill>
              <a:srgbClr val="7C9AC5">
                <a:alpha val="50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5181600" y="4409440"/>
              <a:ext cx="3143250" cy="228600"/>
            </a:xfrm>
            <a:custGeom>
              <a:avLst/>
              <a:gdLst/>
              <a:ahLst/>
              <a:cxnLst/>
              <a:rect l="l" t="t" r="r" b="b"/>
              <a:pathLst>
                <a:path w="3143250" h="228600">
                  <a:moveTo>
                    <a:pt x="38100" y="0"/>
                  </a:moveTo>
                  <a:lnTo>
                    <a:pt x="24110" y="3274"/>
                  </a:lnTo>
                  <a:lnTo>
                    <a:pt x="11906" y="11906"/>
                  </a:lnTo>
                  <a:lnTo>
                    <a:pt x="3274" y="24110"/>
                  </a:lnTo>
                  <a:lnTo>
                    <a:pt x="0" y="38100"/>
                  </a:lnTo>
                  <a:lnTo>
                    <a:pt x="0" y="40481"/>
                  </a:lnTo>
                  <a:lnTo>
                    <a:pt x="0" y="57150"/>
                  </a:lnTo>
                  <a:lnTo>
                    <a:pt x="0" y="102393"/>
                  </a:lnTo>
                  <a:lnTo>
                    <a:pt x="0" y="190500"/>
                  </a:lnTo>
                  <a:lnTo>
                    <a:pt x="3274" y="204489"/>
                  </a:lnTo>
                  <a:lnTo>
                    <a:pt x="11906" y="216693"/>
                  </a:lnTo>
                  <a:lnTo>
                    <a:pt x="24110" y="225325"/>
                  </a:lnTo>
                  <a:lnTo>
                    <a:pt x="38100" y="228600"/>
                  </a:lnTo>
                  <a:lnTo>
                    <a:pt x="86022" y="228600"/>
                  </a:lnTo>
                  <a:lnTo>
                    <a:pt x="421481" y="228600"/>
                  </a:lnTo>
                  <a:lnTo>
                    <a:pt x="1332011" y="228600"/>
                  </a:lnTo>
                  <a:lnTo>
                    <a:pt x="3105150" y="228600"/>
                  </a:lnTo>
                  <a:lnTo>
                    <a:pt x="3119139" y="225325"/>
                  </a:lnTo>
                  <a:lnTo>
                    <a:pt x="3131343" y="216693"/>
                  </a:lnTo>
                  <a:lnTo>
                    <a:pt x="3139975" y="204489"/>
                  </a:lnTo>
                  <a:lnTo>
                    <a:pt x="3143250" y="190500"/>
                  </a:lnTo>
                  <a:lnTo>
                    <a:pt x="3143250" y="188118"/>
                  </a:lnTo>
                  <a:lnTo>
                    <a:pt x="3143250" y="171450"/>
                  </a:lnTo>
                  <a:lnTo>
                    <a:pt x="3143250" y="126206"/>
                  </a:lnTo>
                  <a:lnTo>
                    <a:pt x="3143250" y="38100"/>
                  </a:lnTo>
                  <a:lnTo>
                    <a:pt x="3139975" y="24110"/>
                  </a:lnTo>
                  <a:lnTo>
                    <a:pt x="3131343" y="11906"/>
                  </a:lnTo>
                  <a:lnTo>
                    <a:pt x="3119139" y="3274"/>
                  </a:lnTo>
                  <a:lnTo>
                    <a:pt x="3105150" y="0"/>
                  </a:lnTo>
                  <a:lnTo>
                    <a:pt x="3057227" y="0"/>
                  </a:lnTo>
                  <a:lnTo>
                    <a:pt x="2721768" y="0"/>
                  </a:lnTo>
                  <a:lnTo>
                    <a:pt x="1811238" y="0"/>
                  </a:lnTo>
                  <a:lnTo>
                    <a:pt x="38100" y="0"/>
                  </a:lnTo>
                  <a:close/>
                </a:path>
              </a:pathLst>
            </a:custGeom>
            <a:ln w="19048">
              <a:solidFill>
                <a:srgbClr val="7C9AC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5219178" y="4425950"/>
            <a:ext cx="3067685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854710">
              <a:lnSpc>
                <a:spcPct val="100000"/>
              </a:lnSpc>
              <a:spcBef>
                <a:spcPts val="100"/>
              </a:spcBef>
            </a:pPr>
            <a:r>
              <a:rPr sz="1000" b="1" spc="-10" dirty="0">
                <a:solidFill>
                  <a:srgbClr val="FFFFFF"/>
                </a:solidFill>
                <a:latin typeface="Arial"/>
                <a:cs typeface="Arial"/>
              </a:rPr>
              <a:t>Resource</a:t>
            </a:r>
            <a:r>
              <a:rPr sz="1000" b="1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b="1" spc="-10" dirty="0">
                <a:solidFill>
                  <a:srgbClr val="FFFFFF"/>
                </a:solidFill>
                <a:latin typeface="Arial"/>
                <a:cs typeface="Arial"/>
              </a:rPr>
              <a:t>Management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6696075" y="4095115"/>
            <a:ext cx="1643380" cy="248920"/>
            <a:chOff x="6696075" y="4095115"/>
            <a:chExt cx="1643380" cy="248920"/>
          </a:xfrm>
        </p:grpSpPr>
        <p:sp>
          <p:nvSpPr>
            <p:cNvPr id="20" name="object 20"/>
            <p:cNvSpPr/>
            <p:nvPr/>
          </p:nvSpPr>
          <p:spPr>
            <a:xfrm>
              <a:off x="6705600" y="4104640"/>
              <a:ext cx="1624330" cy="229870"/>
            </a:xfrm>
            <a:custGeom>
              <a:avLst/>
              <a:gdLst/>
              <a:ahLst/>
              <a:cxnLst/>
              <a:rect l="l" t="t" r="r" b="b"/>
              <a:pathLst>
                <a:path w="1624329" h="229870">
                  <a:moveTo>
                    <a:pt x="1586229" y="0"/>
                  </a:moveTo>
                  <a:lnTo>
                    <a:pt x="38100" y="0"/>
                  </a:lnTo>
                  <a:lnTo>
                    <a:pt x="34290" y="1270"/>
                  </a:lnTo>
                  <a:lnTo>
                    <a:pt x="30479" y="1270"/>
                  </a:lnTo>
                  <a:lnTo>
                    <a:pt x="27940" y="2540"/>
                  </a:lnTo>
                  <a:lnTo>
                    <a:pt x="20320" y="5080"/>
                  </a:lnTo>
                  <a:lnTo>
                    <a:pt x="17779" y="7620"/>
                  </a:lnTo>
                  <a:lnTo>
                    <a:pt x="13970" y="10160"/>
                  </a:lnTo>
                  <a:lnTo>
                    <a:pt x="6350" y="17780"/>
                  </a:lnTo>
                  <a:lnTo>
                    <a:pt x="5079" y="21590"/>
                  </a:lnTo>
                  <a:lnTo>
                    <a:pt x="2540" y="24130"/>
                  </a:lnTo>
                  <a:lnTo>
                    <a:pt x="0" y="31750"/>
                  </a:lnTo>
                  <a:lnTo>
                    <a:pt x="0" y="198120"/>
                  </a:lnTo>
                  <a:lnTo>
                    <a:pt x="2540" y="205740"/>
                  </a:lnTo>
                  <a:lnTo>
                    <a:pt x="5079" y="208280"/>
                  </a:lnTo>
                  <a:lnTo>
                    <a:pt x="6350" y="212090"/>
                  </a:lnTo>
                  <a:lnTo>
                    <a:pt x="13970" y="219710"/>
                  </a:lnTo>
                  <a:lnTo>
                    <a:pt x="17779" y="222250"/>
                  </a:lnTo>
                  <a:lnTo>
                    <a:pt x="20320" y="224790"/>
                  </a:lnTo>
                  <a:lnTo>
                    <a:pt x="27940" y="227330"/>
                  </a:lnTo>
                  <a:lnTo>
                    <a:pt x="30479" y="228600"/>
                  </a:lnTo>
                  <a:lnTo>
                    <a:pt x="34290" y="228600"/>
                  </a:lnTo>
                  <a:lnTo>
                    <a:pt x="38100" y="229870"/>
                  </a:lnTo>
                  <a:lnTo>
                    <a:pt x="1586229" y="229870"/>
                  </a:lnTo>
                  <a:lnTo>
                    <a:pt x="1590040" y="228600"/>
                  </a:lnTo>
                  <a:lnTo>
                    <a:pt x="1592579" y="228600"/>
                  </a:lnTo>
                  <a:lnTo>
                    <a:pt x="1624329" y="194310"/>
                  </a:lnTo>
                  <a:lnTo>
                    <a:pt x="1624329" y="35560"/>
                  </a:lnTo>
                  <a:lnTo>
                    <a:pt x="1600200" y="3810"/>
                  </a:lnTo>
                  <a:lnTo>
                    <a:pt x="1592579" y="1270"/>
                  </a:lnTo>
                  <a:lnTo>
                    <a:pt x="1590040" y="1270"/>
                  </a:lnTo>
                  <a:lnTo>
                    <a:pt x="1586229" y="0"/>
                  </a:lnTo>
                  <a:close/>
                </a:path>
              </a:pathLst>
            </a:custGeom>
            <a:solidFill>
              <a:srgbClr val="7C9AC5">
                <a:alpha val="50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6705600" y="4104640"/>
              <a:ext cx="1624330" cy="229870"/>
            </a:xfrm>
            <a:custGeom>
              <a:avLst/>
              <a:gdLst/>
              <a:ahLst/>
              <a:cxnLst/>
              <a:rect l="l" t="t" r="r" b="b"/>
              <a:pathLst>
                <a:path w="1624329" h="229870">
                  <a:moveTo>
                    <a:pt x="38100" y="0"/>
                  </a:moveTo>
                  <a:lnTo>
                    <a:pt x="24110" y="3274"/>
                  </a:lnTo>
                  <a:lnTo>
                    <a:pt x="11906" y="11906"/>
                  </a:lnTo>
                  <a:lnTo>
                    <a:pt x="3274" y="24110"/>
                  </a:lnTo>
                  <a:lnTo>
                    <a:pt x="0" y="38100"/>
                  </a:lnTo>
                  <a:lnTo>
                    <a:pt x="0" y="40501"/>
                  </a:lnTo>
                  <a:lnTo>
                    <a:pt x="0" y="57308"/>
                  </a:lnTo>
                  <a:lnTo>
                    <a:pt x="0" y="102929"/>
                  </a:lnTo>
                  <a:lnTo>
                    <a:pt x="0" y="191770"/>
                  </a:lnTo>
                  <a:lnTo>
                    <a:pt x="3274" y="205759"/>
                  </a:lnTo>
                  <a:lnTo>
                    <a:pt x="11906" y="217963"/>
                  </a:lnTo>
                  <a:lnTo>
                    <a:pt x="24110" y="226595"/>
                  </a:lnTo>
                  <a:lnTo>
                    <a:pt x="38100" y="229870"/>
                  </a:lnTo>
                  <a:lnTo>
                    <a:pt x="62289" y="229870"/>
                  </a:lnTo>
                  <a:lnTo>
                    <a:pt x="231616" y="229870"/>
                  </a:lnTo>
                  <a:lnTo>
                    <a:pt x="691217" y="229870"/>
                  </a:lnTo>
                  <a:lnTo>
                    <a:pt x="1586229" y="229870"/>
                  </a:lnTo>
                  <a:lnTo>
                    <a:pt x="1600219" y="226595"/>
                  </a:lnTo>
                  <a:lnTo>
                    <a:pt x="1612423" y="217963"/>
                  </a:lnTo>
                  <a:lnTo>
                    <a:pt x="1621055" y="205759"/>
                  </a:lnTo>
                  <a:lnTo>
                    <a:pt x="1624329" y="191770"/>
                  </a:lnTo>
                  <a:lnTo>
                    <a:pt x="1624329" y="189368"/>
                  </a:lnTo>
                  <a:lnTo>
                    <a:pt x="1624329" y="172561"/>
                  </a:lnTo>
                  <a:lnTo>
                    <a:pt x="1624329" y="126940"/>
                  </a:lnTo>
                  <a:lnTo>
                    <a:pt x="1624329" y="38100"/>
                  </a:lnTo>
                  <a:lnTo>
                    <a:pt x="1621055" y="24110"/>
                  </a:lnTo>
                  <a:lnTo>
                    <a:pt x="1612423" y="11906"/>
                  </a:lnTo>
                  <a:lnTo>
                    <a:pt x="1600219" y="3274"/>
                  </a:lnTo>
                  <a:lnTo>
                    <a:pt x="1586229" y="0"/>
                  </a:lnTo>
                  <a:lnTo>
                    <a:pt x="1562040" y="0"/>
                  </a:lnTo>
                  <a:lnTo>
                    <a:pt x="1392713" y="0"/>
                  </a:lnTo>
                  <a:lnTo>
                    <a:pt x="933112" y="0"/>
                  </a:lnTo>
                  <a:lnTo>
                    <a:pt x="38100" y="0"/>
                  </a:lnTo>
                  <a:close/>
                </a:path>
              </a:pathLst>
            </a:custGeom>
            <a:ln w="19048">
              <a:solidFill>
                <a:srgbClr val="7C9AC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6743178" y="4121150"/>
            <a:ext cx="1548765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35609">
              <a:lnSpc>
                <a:spcPct val="100000"/>
              </a:lnSpc>
              <a:spcBef>
                <a:spcPts val="100"/>
              </a:spcBef>
            </a:pPr>
            <a:r>
              <a:rPr sz="1000" b="1" spc="-10" dirty="0">
                <a:solidFill>
                  <a:srgbClr val="FFFFFF"/>
                </a:solidFill>
                <a:latin typeface="Arial"/>
                <a:cs typeface="Arial"/>
              </a:rPr>
              <a:t>Networking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5172075" y="4095115"/>
            <a:ext cx="1390650" cy="248920"/>
            <a:chOff x="5172075" y="4095115"/>
            <a:chExt cx="1390650" cy="248920"/>
          </a:xfrm>
        </p:grpSpPr>
        <p:sp>
          <p:nvSpPr>
            <p:cNvPr id="24" name="object 24"/>
            <p:cNvSpPr/>
            <p:nvPr/>
          </p:nvSpPr>
          <p:spPr>
            <a:xfrm>
              <a:off x="5181600" y="4104640"/>
              <a:ext cx="1371600" cy="229870"/>
            </a:xfrm>
            <a:custGeom>
              <a:avLst/>
              <a:gdLst/>
              <a:ahLst/>
              <a:cxnLst/>
              <a:rect l="l" t="t" r="r" b="b"/>
              <a:pathLst>
                <a:path w="1371600" h="229870">
                  <a:moveTo>
                    <a:pt x="1333500" y="0"/>
                  </a:moveTo>
                  <a:lnTo>
                    <a:pt x="38100" y="0"/>
                  </a:lnTo>
                  <a:lnTo>
                    <a:pt x="34289" y="1270"/>
                  </a:lnTo>
                  <a:lnTo>
                    <a:pt x="30479" y="1270"/>
                  </a:lnTo>
                  <a:lnTo>
                    <a:pt x="27939" y="2540"/>
                  </a:lnTo>
                  <a:lnTo>
                    <a:pt x="20320" y="5080"/>
                  </a:lnTo>
                  <a:lnTo>
                    <a:pt x="15239" y="10160"/>
                  </a:lnTo>
                  <a:lnTo>
                    <a:pt x="11429" y="12700"/>
                  </a:lnTo>
                  <a:lnTo>
                    <a:pt x="8889" y="15240"/>
                  </a:lnTo>
                  <a:lnTo>
                    <a:pt x="7620" y="17780"/>
                  </a:lnTo>
                  <a:lnTo>
                    <a:pt x="5079" y="21590"/>
                  </a:lnTo>
                  <a:lnTo>
                    <a:pt x="2539" y="24130"/>
                  </a:lnTo>
                  <a:lnTo>
                    <a:pt x="0" y="31750"/>
                  </a:lnTo>
                  <a:lnTo>
                    <a:pt x="0" y="198120"/>
                  </a:lnTo>
                  <a:lnTo>
                    <a:pt x="2539" y="205740"/>
                  </a:lnTo>
                  <a:lnTo>
                    <a:pt x="5079" y="208280"/>
                  </a:lnTo>
                  <a:lnTo>
                    <a:pt x="7620" y="212090"/>
                  </a:lnTo>
                  <a:lnTo>
                    <a:pt x="8889" y="214630"/>
                  </a:lnTo>
                  <a:lnTo>
                    <a:pt x="11429" y="217170"/>
                  </a:lnTo>
                  <a:lnTo>
                    <a:pt x="15239" y="219710"/>
                  </a:lnTo>
                  <a:lnTo>
                    <a:pt x="20320" y="224790"/>
                  </a:lnTo>
                  <a:lnTo>
                    <a:pt x="27939" y="227330"/>
                  </a:lnTo>
                  <a:lnTo>
                    <a:pt x="30479" y="228600"/>
                  </a:lnTo>
                  <a:lnTo>
                    <a:pt x="34289" y="228600"/>
                  </a:lnTo>
                  <a:lnTo>
                    <a:pt x="38100" y="229870"/>
                  </a:lnTo>
                  <a:lnTo>
                    <a:pt x="1333500" y="229870"/>
                  </a:lnTo>
                  <a:lnTo>
                    <a:pt x="1337309" y="228600"/>
                  </a:lnTo>
                  <a:lnTo>
                    <a:pt x="1341120" y="228600"/>
                  </a:lnTo>
                  <a:lnTo>
                    <a:pt x="1343659" y="227330"/>
                  </a:lnTo>
                  <a:lnTo>
                    <a:pt x="1351279" y="224790"/>
                  </a:lnTo>
                  <a:lnTo>
                    <a:pt x="1353820" y="222250"/>
                  </a:lnTo>
                  <a:lnTo>
                    <a:pt x="1357629" y="219710"/>
                  </a:lnTo>
                  <a:lnTo>
                    <a:pt x="1365250" y="212090"/>
                  </a:lnTo>
                  <a:lnTo>
                    <a:pt x="1366520" y="208280"/>
                  </a:lnTo>
                  <a:lnTo>
                    <a:pt x="1369059" y="205740"/>
                  </a:lnTo>
                  <a:lnTo>
                    <a:pt x="1371600" y="198120"/>
                  </a:lnTo>
                  <a:lnTo>
                    <a:pt x="1371600" y="31750"/>
                  </a:lnTo>
                  <a:lnTo>
                    <a:pt x="1369059" y="24130"/>
                  </a:lnTo>
                  <a:lnTo>
                    <a:pt x="1366520" y="21590"/>
                  </a:lnTo>
                  <a:lnTo>
                    <a:pt x="1365250" y="17780"/>
                  </a:lnTo>
                  <a:lnTo>
                    <a:pt x="1357629" y="10160"/>
                  </a:lnTo>
                  <a:lnTo>
                    <a:pt x="1353820" y="7620"/>
                  </a:lnTo>
                  <a:lnTo>
                    <a:pt x="1351279" y="5080"/>
                  </a:lnTo>
                  <a:lnTo>
                    <a:pt x="1343659" y="2540"/>
                  </a:lnTo>
                  <a:lnTo>
                    <a:pt x="1341120" y="1270"/>
                  </a:lnTo>
                  <a:lnTo>
                    <a:pt x="1337309" y="1270"/>
                  </a:lnTo>
                  <a:lnTo>
                    <a:pt x="1333500" y="0"/>
                  </a:lnTo>
                  <a:close/>
                </a:path>
              </a:pathLst>
            </a:custGeom>
            <a:solidFill>
              <a:srgbClr val="7C9AC5">
                <a:alpha val="50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181600" y="4104640"/>
              <a:ext cx="1371600" cy="229870"/>
            </a:xfrm>
            <a:custGeom>
              <a:avLst/>
              <a:gdLst/>
              <a:ahLst/>
              <a:cxnLst/>
              <a:rect l="l" t="t" r="r" b="b"/>
              <a:pathLst>
                <a:path w="1371600" h="229870">
                  <a:moveTo>
                    <a:pt x="38100" y="0"/>
                  </a:moveTo>
                  <a:lnTo>
                    <a:pt x="24110" y="3274"/>
                  </a:lnTo>
                  <a:lnTo>
                    <a:pt x="11906" y="11906"/>
                  </a:lnTo>
                  <a:lnTo>
                    <a:pt x="3274" y="24110"/>
                  </a:lnTo>
                  <a:lnTo>
                    <a:pt x="0" y="38100"/>
                  </a:lnTo>
                  <a:lnTo>
                    <a:pt x="0" y="40501"/>
                  </a:lnTo>
                  <a:lnTo>
                    <a:pt x="0" y="57308"/>
                  </a:lnTo>
                  <a:lnTo>
                    <a:pt x="0" y="102929"/>
                  </a:lnTo>
                  <a:lnTo>
                    <a:pt x="0" y="191770"/>
                  </a:lnTo>
                  <a:lnTo>
                    <a:pt x="3274" y="205759"/>
                  </a:lnTo>
                  <a:lnTo>
                    <a:pt x="11906" y="217963"/>
                  </a:lnTo>
                  <a:lnTo>
                    <a:pt x="24110" y="226595"/>
                  </a:lnTo>
                  <a:lnTo>
                    <a:pt x="38100" y="229870"/>
                  </a:lnTo>
                  <a:lnTo>
                    <a:pt x="58340" y="229870"/>
                  </a:lnTo>
                  <a:lnTo>
                    <a:pt x="200025" y="229870"/>
                  </a:lnTo>
                  <a:lnTo>
                    <a:pt x="584596" y="229870"/>
                  </a:lnTo>
                  <a:lnTo>
                    <a:pt x="1333500" y="229870"/>
                  </a:lnTo>
                  <a:lnTo>
                    <a:pt x="1347489" y="226595"/>
                  </a:lnTo>
                  <a:lnTo>
                    <a:pt x="1359693" y="217963"/>
                  </a:lnTo>
                  <a:lnTo>
                    <a:pt x="1368325" y="205759"/>
                  </a:lnTo>
                  <a:lnTo>
                    <a:pt x="1371600" y="191770"/>
                  </a:lnTo>
                  <a:lnTo>
                    <a:pt x="1371600" y="189368"/>
                  </a:lnTo>
                  <a:lnTo>
                    <a:pt x="1371600" y="172561"/>
                  </a:lnTo>
                  <a:lnTo>
                    <a:pt x="1371600" y="126940"/>
                  </a:lnTo>
                  <a:lnTo>
                    <a:pt x="1371600" y="38100"/>
                  </a:lnTo>
                  <a:lnTo>
                    <a:pt x="1368325" y="24110"/>
                  </a:lnTo>
                  <a:lnTo>
                    <a:pt x="1359693" y="11906"/>
                  </a:lnTo>
                  <a:lnTo>
                    <a:pt x="1347489" y="3274"/>
                  </a:lnTo>
                  <a:lnTo>
                    <a:pt x="1333500" y="0"/>
                  </a:lnTo>
                  <a:lnTo>
                    <a:pt x="1313259" y="0"/>
                  </a:lnTo>
                  <a:lnTo>
                    <a:pt x="1171575" y="0"/>
                  </a:lnTo>
                  <a:lnTo>
                    <a:pt x="787003" y="0"/>
                  </a:lnTo>
                  <a:lnTo>
                    <a:pt x="38100" y="0"/>
                  </a:lnTo>
                  <a:close/>
                </a:path>
              </a:pathLst>
            </a:custGeom>
            <a:ln w="19048">
              <a:solidFill>
                <a:srgbClr val="7C9AC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5623559" y="4121150"/>
            <a:ext cx="48895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10" dirty="0">
                <a:solidFill>
                  <a:srgbClr val="FFFFFF"/>
                </a:solidFill>
                <a:latin typeface="Arial"/>
                <a:cs typeface="Arial"/>
              </a:rPr>
              <a:t>Storage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828675" y="1743075"/>
            <a:ext cx="3676650" cy="3210560"/>
            <a:chOff x="828675" y="1743075"/>
            <a:chExt cx="3676650" cy="3210560"/>
          </a:xfrm>
        </p:grpSpPr>
        <p:sp>
          <p:nvSpPr>
            <p:cNvPr id="28" name="object 28"/>
            <p:cNvSpPr/>
            <p:nvPr/>
          </p:nvSpPr>
          <p:spPr>
            <a:xfrm>
              <a:off x="838200" y="1752600"/>
              <a:ext cx="3657600" cy="3191510"/>
            </a:xfrm>
            <a:custGeom>
              <a:avLst/>
              <a:gdLst/>
              <a:ahLst/>
              <a:cxnLst/>
              <a:rect l="l" t="t" r="r" b="b"/>
              <a:pathLst>
                <a:path w="3657600" h="3191510">
                  <a:moveTo>
                    <a:pt x="3448050" y="0"/>
                  </a:moveTo>
                  <a:lnTo>
                    <a:pt x="209550" y="0"/>
                  </a:lnTo>
                  <a:lnTo>
                    <a:pt x="189230" y="1270"/>
                  </a:lnTo>
                  <a:lnTo>
                    <a:pt x="151130" y="10160"/>
                  </a:lnTo>
                  <a:lnTo>
                    <a:pt x="114300" y="26670"/>
                  </a:lnTo>
                  <a:lnTo>
                    <a:pt x="80009" y="50800"/>
                  </a:lnTo>
                  <a:lnTo>
                    <a:pt x="50800" y="80010"/>
                  </a:lnTo>
                  <a:lnTo>
                    <a:pt x="26669" y="114300"/>
                  </a:lnTo>
                  <a:lnTo>
                    <a:pt x="10159" y="151129"/>
                  </a:lnTo>
                  <a:lnTo>
                    <a:pt x="1269" y="189229"/>
                  </a:lnTo>
                  <a:lnTo>
                    <a:pt x="0" y="209550"/>
                  </a:lnTo>
                  <a:lnTo>
                    <a:pt x="0" y="2981960"/>
                  </a:lnTo>
                  <a:lnTo>
                    <a:pt x="5080" y="3021330"/>
                  </a:lnTo>
                  <a:lnTo>
                    <a:pt x="17780" y="3059430"/>
                  </a:lnTo>
                  <a:lnTo>
                    <a:pt x="38100" y="3093720"/>
                  </a:lnTo>
                  <a:lnTo>
                    <a:pt x="64769" y="3125470"/>
                  </a:lnTo>
                  <a:lnTo>
                    <a:pt x="96519" y="3152140"/>
                  </a:lnTo>
                  <a:lnTo>
                    <a:pt x="132080" y="3173730"/>
                  </a:lnTo>
                  <a:lnTo>
                    <a:pt x="170180" y="3186430"/>
                  </a:lnTo>
                  <a:lnTo>
                    <a:pt x="209550" y="3191510"/>
                  </a:lnTo>
                  <a:lnTo>
                    <a:pt x="3448050" y="3191510"/>
                  </a:lnTo>
                  <a:lnTo>
                    <a:pt x="3487420" y="3186430"/>
                  </a:lnTo>
                  <a:lnTo>
                    <a:pt x="3525520" y="3173730"/>
                  </a:lnTo>
                  <a:lnTo>
                    <a:pt x="3561079" y="3152140"/>
                  </a:lnTo>
                  <a:lnTo>
                    <a:pt x="3592829" y="3125470"/>
                  </a:lnTo>
                  <a:lnTo>
                    <a:pt x="3619500" y="3093720"/>
                  </a:lnTo>
                  <a:lnTo>
                    <a:pt x="3639820" y="3059430"/>
                  </a:lnTo>
                  <a:lnTo>
                    <a:pt x="3653790" y="3021330"/>
                  </a:lnTo>
                  <a:lnTo>
                    <a:pt x="3657600" y="2981960"/>
                  </a:lnTo>
                  <a:lnTo>
                    <a:pt x="3657600" y="209550"/>
                  </a:lnTo>
                  <a:lnTo>
                    <a:pt x="3653790" y="170179"/>
                  </a:lnTo>
                  <a:lnTo>
                    <a:pt x="3639820" y="132079"/>
                  </a:lnTo>
                  <a:lnTo>
                    <a:pt x="3619500" y="96520"/>
                  </a:lnTo>
                  <a:lnTo>
                    <a:pt x="3592829" y="64770"/>
                  </a:lnTo>
                  <a:lnTo>
                    <a:pt x="3561079" y="38100"/>
                  </a:lnTo>
                  <a:lnTo>
                    <a:pt x="3525520" y="17779"/>
                  </a:lnTo>
                  <a:lnTo>
                    <a:pt x="3487420" y="5079"/>
                  </a:lnTo>
                  <a:lnTo>
                    <a:pt x="3448050" y="0"/>
                  </a:lnTo>
                  <a:close/>
                </a:path>
              </a:pathLst>
            </a:custGeom>
            <a:solidFill>
              <a:srgbClr val="CCEBFF">
                <a:alpha val="50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38200" y="1752600"/>
              <a:ext cx="3657600" cy="3191510"/>
            </a:xfrm>
            <a:custGeom>
              <a:avLst/>
              <a:gdLst/>
              <a:ahLst/>
              <a:cxnLst/>
              <a:rect l="l" t="t" r="r" b="b"/>
              <a:pathLst>
                <a:path w="3657600" h="3191510">
                  <a:moveTo>
                    <a:pt x="209550" y="0"/>
                  </a:moveTo>
                  <a:lnTo>
                    <a:pt x="164751" y="6076"/>
                  </a:lnTo>
                  <a:lnTo>
                    <a:pt x="121908" y="23104"/>
                  </a:lnTo>
                  <a:lnTo>
                    <a:pt x="82820" y="49285"/>
                  </a:lnTo>
                  <a:lnTo>
                    <a:pt x="49285" y="82820"/>
                  </a:lnTo>
                  <a:lnTo>
                    <a:pt x="23104" y="121908"/>
                  </a:lnTo>
                  <a:lnTo>
                    <a:pt x="6076" y="164751"/>
                  </a:lnTo>
                  <a:lnTo>
                    <a:pt x="0" y="209550"/>
                  </a:lnTo>
                  <a:lnTo>
                    <a:pt x="0" y="252868"/>
                  </a:lnTo>
                  <a:lnTo>
                    <a:pt x="0" y="556101"/>
                  </a:lnTo>
                  <a:lnTo>
                    <a:pt x="0" y="1379160"/>
                  </a:lnTo>
                  <a:lnTo>
                    <a:pt x="0" y="2981960"/>
                  </a:lnTo>
                  <a:lnTo>
                    <a:pt x="6076" y="3026358"/>
                  </a:lnTo>
                  <a:lnTo>
                    <a:pt x="23104" y="3069045"/>
                  </a:lnTo>
                  <a:lnTo>
                    <a:pt x="49285" y="3108156"/>
                  </a:lnTo>
                  <a:lnTo>
                    <a:pt x="82820" y="3141824"/>
                  </a:lnTo>
                  <a:lnTo>
                    <a:pt x="121908" y="3168183"/>
                  </a:lnTo>
                  <a:lnTo>
                    <a:pt x="164751" y="3185367"/>
                  </a:lnTo>
                  <a:lnTo>
                    <a:pt x="209550" y="3191510"/>
                  </a:lnTo>
                  <a:lnTo>
                    <a:pt x="260151" y="3191510"/>
                  </a:lnTo>
                  <a:lnTo>
                    <a:pt x="614362" y="3191510"/>
                  </a:lnTo>
                  <a:lnTo>
                    <a:pt x="1575792" y="3191510"/>
                  </a:lnTo>
                  <a:lnTo>
                    <a:pt x="3448050" y="3191510"/>
                  </a:lnTo>
                  <a:lnTo>
                    <a:pt x="3492848" y="3185367"/>
                  </a:lnTo>
                  <a:lnTo>
                    <a:pt x="3535691" y="3168183"/>
                  </a:lnTo>
                  <a:lnTo>
                    <a:pt x="3574779" y="3141824"/>
                  </a:lnTo>
                  <a:lnTo>
                    <a:pt x="3608314" y="3108156"/>
                  </a:lnTo>
                  <a:lnTo>
                    <a:pt x="3634495" y="3069045"/>
                  </a:lnTo>
                  <a:lnTo>
                    <a:pt x="3651523" y="3026358"/>
                  </a:lnTo>
                  <a:lnTo>
                    <a:pt x="3657600" y="2981960"/>
                  </a:lnTo>
                  <a:lnTo>
                    <a:pt x="3657600" y="2938641"/>
                  </a:lnTo>
                  <a:lnTo>
                    <a:pt x="3657600" y="2635408"/>
                  </a:lnTo>
                  <a:lnTo>
                    <a:pt x="3657600" y="1812349"/>
                  </a:lnTo>
                  <a:lnTo>
                    <a:pt x="3657600" y="209550"/>
                  </a:lnTo>
                  <a:lnTo>
                    <a:pt x="3651523" y="164751"/>
                  </a:lnTo>
                  <a:lnTo>
                    <a:pt x="3634495" y="121908"/>
                  </a:lnTo>
                  <a:lnTo>
                    <a:pt x="3608314" y="82820"/>
                  </a:lnTo>
                  <a:lnTo>
                    <a:pt x="3574779" y="49285"/>
                  </a:lnTo>
                  <a:lnTo>
                    <a:pt x="3535691" y="23104"/>
                  </a:lnTo>
                  <a:lnTo>
                    <a:pt x="3492848" y="6076"/>
                  </a:lnTo>
                  <a:lnTo>
                    <a:pt x="3448050" y="0"/>
                  </a:lnTo>
                  <a:lnTo>
                    <a:pt x="3397448" y="0"/>
                  </a:lnTo>
                  <a:lnTo>
                    <a:pt x="3043237" y="0"/>
                  </a:lnTo>
                  <a:lnTo>
                    <a:pt x="2081807" y="0"/>
                  </a:lnTo>
                  <a:lnTo>
                    <a:pt x="209550" y="0"/>
                  </a:lnTo>
                  <a:close/>
                </a:path>
              </a:pathLst>
            </a:custGeom>
            <a:ln w="19048">
              <a:solidFill>
                <a:srgbClr val="7C9AC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914400" y="1828800"/>
            <a:ext cx="3505200" cy="3048000"/>
          </a:xfrm>
          <a:prstGeom prst="rect">
            <a:avLst/>
          </a:prstGeom>
          <a:solidFill>
            <a:srgbClr val="FF0000">
              <a:alpha val="39999"/>
            </a:srgbClr>
          </a:solidFill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830"/>
              </a:spcBef>
            </a:pPr>
            <a:endParaRPr sz="1800">
              <a:latin typeface="Times New Roman"/>
              <a:cs typeface="Times New Roman"/>
            </a:endParaRPr>
          </a:p>
          <a:p>
            <a:pPr marL="863600" marR="855344" indent="146050">
              <a:lnSpc>
                <a:spcPts val="1870"/>
              </a:lnSpc>
              <a:spcBef>
                <a:spcPts val="5"/>
              </a:spcBef>
            </a:pPr>
            <a:r>
              <a:rPr sz="1800" b="1" spc="-10" dirty="0">
                <a:latin typeface="Arial"/>
                <a:cs typeface="Arial"/>
              </a:rPr>
              <a:t>RHEL3-</a:t>
            </a:r>
            <a:r>
              <a:rPr sz="1800" b="1" spc="-20" dirty="0">
                <a:latin typeface="Arial"/>
                <a:cs typeface="Arial"/>
              </a:rPr>
              <a:t>based </a:t>
            </a:r>
            <a:r>
              <a:rPr sz="1800" b="1" dirty="0">
                <a:latin typeface="Arial"/>
                <a:cs typeface="Arial"/>
              </a:rPr>
              <a:t>Service</a:t>
            </a:r>
            <a:r>
              <a:rPr sz="1800" b="1" spc="-45" dirty="0">
                <a:latin typeface="Arial"/>
                <a:cs typeface="Arial"/>
              </a:rPr>
              <a:t> </a:t>
            </a:r>
            <a:r>
              <a:rPr sz="1800" b="1" spc="-10" dirty="0">
                <a:latin typeface="Arial"/>
                <a:cs typeface="Arial"/>
              </a:rPr>
              <a:t>Console</a:t>
            </a:r>
            <a:endParaRPr sz="1800">
              <a:latin typeface="Arial"/>
              <a:cs typeface="Arial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7280275" y="3571875"/>
            <a:ext cx="577850" cy="238760"/>
            <a:chOff x="7280275" y="3571875"/>
            <a:chExt cx="577850" cy="238760"/>
          </a:xfrm>
        </p:grpSpPr>
        <p:sp>
          <p:nvSpPr>
            <p:cNvPr id="32" name="object 32"/>
            <p:cNvSpPr/>
            <p:nvPr/>
          </p:nvSpPr>
          <p:spPr>
            <a:xfrm>
              <a:off x="7289800" y="3581400"/>
              <a:ext cx="558800" cy="219710"/>
            </a:xfrm>
            <a:custGeom>
              <a:avLst/>
              <a:gdLst/>
              <a:ahLst/>
              <a:cxnLst/>
              <a:rect l="l" t="t" r="r" b="b"/>
              <a:pathLst>
                <a:path w="558800" h="219710">
                  <a:moveTo>
                    <a:pt x="529590" y="0"/>
                  </a:moveTo>
                  <a:lnTo>
                    <a:pt x="35559" y="0"/>
                  </a:lnTo>
                  <a:lnTo>
                    <a:pt x="29209" y="0"/>
                  </a:lnTo>
                  <a:lnTo>
                    <a:pt x="25400" y="1270"/>
                  </a:lnTo>
                  <a:lnTo>
                    <a:pt x="22859" y="2539"/>
                  </a:lnTo>
                  <a:lnTo>
                    <a:pt x="19050" y="3810"/>
                  </a:lnTo>
                  <a:lnTo>
                    <a:pt x="13970" y="8889"/>
                  </a:lnTo>
                  <a:lnTo>
                    <a:pt x="10159" y="10160"/>
                  </a:lnTo>
                  <a:lnTo>
                    <a:pt x="8890" y="13970"/>
                  </a:lnTo>
                  <a:lnTo>
                    <a:pt x="3809" y="19050"/>
                  </a:lnTo>
                  <a:lnTo>
                    <a:pt x="2540" y="22860"/>
                  </a:lnTo>
                  <a:lnTo>
                    <a:pt x="1270" y="25400"/>
                  </a:lnTo>
                  <a:lnTo>
                    <a:pt x="0" y="29210"/>
                  </a:lnTo>
                  <a:lnTo>
                    <a:pt x="0" y="189230"/>
                  </a:lnTo>
                  <a:lnTo>
                    <a:pt x="1270" y="193039"/>
                  </a:lnTo>
                  <a:lnTo>
                    <a:pt x="2540" y="195580"/>
                  </a:lnTo>
                  <a:lnTo>
                    <a:pt x="3809" y="199389"/>
                  </a:lnTo>
                  <a:lnTo>
                    <a:pt x="8890" y="204469"/>
                  </a:lnTo>
                  <a:lnTo>
                    <a:pt x="10159" y="207010"/>
                  </a:lnTo>
                  <a:lnTo>
                    <a:pt x="13970" y="209550"/>
                  </a:lnTo>
                  <a:lnTo>
                    <a:pt x="19050" y="214630"/>
                  </a:lnTo>
                  <a:lnTo>
                    <a:pt x="22859" y="215900"/>
                  </a:lnTo>
                  <a:lnTo>
                    <a:pt x="25400" y="217169"/>
                  </a:lnTo>
                  <a:lnTo>
                    <a:pt x="29209" y="218439"/>
                  </a:lnTo>
                  <a:lnTo>
                    <a:pt x="31750" y="218439"/>
                  </a:lnTo>
                  <a:lnTo>
                    <a:pt x="35559" y="219710"/>
                  </a:lnTo>
                  <a:lnTo>
                    <a:pt x="521970" y="219710"/>
                  </a:lnTo>
                  <a:lnTo>
                    <a:pt x="525779" y="218439"/>
                  </a:lnTo>
                  <a:lnTo>
                    <a:pt x="529590" y="218439"/>
                  </a:lnTo>
                  <a:lnTo>
                    <a:pt x="532129" y="217169"/>
                  </a:lnTo>
                  <a:lnTo>
                    <a:pt x="535940" y="215900"/>
                  </a:lnTo>
                  <a:lnTo>
                    <a:pt x="538479" y="214630"/>
                  </a:lnTo>
                  <a:lnTo>
                    <a:pt x="542290" y="212089"/>
                  </a:lnTo>
                  <a:lnTo>
                    <a:pt x="552450" y="201930"/>
                  </a:lnTo>
                  <a:lnTo>
                    <a:pt x="553720" y="199389"/>
                  </a:lnTo>
                  <a:lnTo>
                    <a:pt x="556259" y="195580"/>
                  </a:lnTo>
                  <a:lnTo>
                    <a:pt x="557529" y="193039"/>
                  </a:lnTo>
                  <a:lnTo>
                    <a:pt x="558800" y="189230"/>
                  </a:lnTo>
                  <a:lnTo>
                    <a:pt x="558800" y="29210"/>
                  </a:lnTo>
                  <a:lnTo>
                    <a:pt x="557529" y="25400"/>
                  </a:lnTo>
                  <a:lnTo>
                    <a:pt x="556259" y="22860"/>
                  </a:lnTo>
                  <a:lnTo>
                    <a:pt x="553720" y="19050"/>
                  </a:lnTo>
                  <a:lnTo>
                    <a:pt x="552450" y="16510"/>
                  </a:lnTo>
                  <a:lnTo>
                    <a:pt x="549909" y="13970"/>
                  </a:lnTo>
                  <a:lnTo>
                    <a:pt x="547370" y="10160"/>
                  </a:lnTo>
                  <a:lnTo>
                    <a:pt x="544829" y="8889"/>
                  </a:lnTo>
                  <a:lnTo>
                    <a:pt x="542290" y="6350"/>
                  </a:lnTo>
                  <a:lnTo>
                    <a:pt x="538479" y="3810"/>
                  </a:lnTo>
                  <a:lnTo>
                    <a:pt x="535940" y="2539"/>
                  </a:lnTo>
                  <a:lnTo>
                    <a:pt x="532129" y="1270"/>
                  </a:lnTo>
                  <a:lnTo>
                    <a:pt x="529590" y="0"/>
                  </a:lnTo>
                  <a:close/>
                </a:path>
              </a:pathLst>
            </a:custGeom>
            <a:solidFill>
              <a:srgbClr val="7C9AC5">
                <a:alpha val="50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7289800" y="3581400"/>
              <a:ext cx="558800" cy="219710"/>
            </a:xfrm>
            <a:custGeom>
              <a:avLst/>
              <a:gdLst/>
              <a:ahLst/>
              <a:cxnLst/>
              <a:rect l="l" t="t" r="r" b="b"/>
              <a:pathLst>
                <a:path w="558800" h="219710">
                  <a:moveTo>
                    <a:pt x="35559" y="0"/>
                  </a:moveTo>
                  <a:lnTo>
                    <a:pt x="22502" y="3055"/>
                  </a:lnTo>
                  <a:lnTo>
                    <a:pt x="11112" y="11112"/>
                  </a:lnTo>
                  <a:lnTo>
                    <a:pt x="3055" y="22502"/>
                  </a:lnTo>
                  <a:lnTo>
                    <a:pt x="0" y="35560"/>
                  </a:lnTo>
                  <a:lnTo>
                    <a:pt x="0" y="37861"/>
                  </a:lnTo>
                  <a:lnTo>
                    <a:pt x="0" y="53975"/>
                  </a:lnTo>
                  <a:lnTo>
                    <a:pt x="0" y="97710"/>
                  </a:lnTo>
                  <a:lnTo>
                    <a:pt x="0" y="182880"/>
                  </a:lnTo>
                  <a:lnTo>
                    <a:pt x="3055" y="196135"/>
                  </a:lnTo>
                  <a:lnTo>
                    <a:pt x="11112" y="207962"/>
                  </a:lnTo>
                  <a:lnTo>
                    <a:pt x="22502" y="216455"/>
                  </a:lnTo>
                  <a:lnTo>
                    <a:pt x="35559" y="219710"/>
                  </a:lnTo>
                  <a:lnTo>
                    <a:pt x="43160" y="219710"/>
                  </a:lnTo>
                  <a:lnTo>
                    <a:pt x="96361" y="219710"/>
                  </a:lnTo>
                  <a:lnTo>
                    <a:pt x="240764" y="219710"/>
                  </a:lnTo>
                  <a:lnTo>
                    <a:pt x="521970" y="219710"/>
                  </a:lnTo>
                  <a:lnTo>
                    <a:pt x="535761" y="216455"/>
                  </a:lnTo>
                  <a:lnTo>
                    <a:pt x="547528" y="207962"/>
                  </a:lnTo>
                  <a:lnTo>
                    <a:pt x="555724" y="196135"/>
                  </a:lnTo>
                  <a:lnTo>
                    <a:pt x="558800" y="182880"/>
                  </a:lnTo>
                  <a:lnTo>
                    <a:pt x="558800" y="180578"/>
                  </a:lnTo>
                  <a:lnTo>
                    <a:pt x="558800" y="164464"/>
                  </a:lnTo>
                  <a:lnTo>
                    <a:pt x="558800" y="120729"/>
                  </a:lnTo>
                  <a:lnTo>
                    <a:pt x="558800" y="35560"/>
                  </a:lnTo>
                  <a:lnTo>
                    <a:pt x="555724" y="22502"/>
                  </a:lnTo>
                  <a:lnTo>
                    <a:pt x="547528" y="11112"/>
                  </a:lnTo>
                  <a:lnTo>
                    <a:pt x="535761" y="3055"/>
                  </a:lnTo>
                  <a:lnTo>
                    <a:pt x="521970" y="0"/>
                  </a:lnTo>
                  <a:lnTo>
                    <a:pt x="514369" y="0"/>
                  </a:lnTo>
                  <a:lnTo>
                    <a:pt x="461168" y="0"/>
                  </a:lnTo>
                  <a:lnTo>
                    <a:pt x="316765" y="0"/>
                  </a:lnTo>
                  <a:lnTo>
                    <a:pt x="35559" y="0"/>
                  </a:lnTo>
                  <a:close/>
                </a:path>
              </a:pathLst>
            </a:custGeom>
            <a:ln w="19048">
              <a:solidFill>
                <a:srgbClr val="7C9AC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7411719" y="3591559"/>
            <a:ext cx="316865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25" dirty="0">
                <a:solidFill>
                  <a:srgbClr val="FFFFFF"/>
                </a:solidFill>
                <a:latin typeface="Arial"/>
                <a:cs typeface="Arial"/>
              </a:rPr>
              <a:t>VMM</a:t>
            </a:r>
            <a:endParaRPr sz="1000">
              <a:latin typeface="Arial"/>
              <a:cs typeface="Arial"/>
            </a:endParaRPr>
          </a:p>
        </p:txBody>
      </p:sp>
      <p:sp>
        <p:nvSpPr>
          <p:cNvPr id="35" name="object 35"/>
          <p:cNvSpPr/>
          <p:nvPr/>
        </p:nvSpPr>
        <p:spPr>
          <a:xfrm>
            <a:off x="1066800" y="1295400"/>
            <a:ext cx="953769" cy="304800"/>
          </a:xfrm>
          <a:custGeom>
            <a:avLst/>
            <a:gdLst/>
            <a:ahLst/>
            <a:cxnLst/>
            <a:rect l="l" t="t" r="r" b="b"/>
            <a:pathLst>
              <a:path w="953769" h="304800">
                <a:moveTo>
                  <a:pt x="911860" y="0"/>
                </a:moveTo>
                <a:lnTo>
                  <a:pt x="50800" y="0"/>
                </a:lnTo>
                <a:lnTo>
                  <a:pt x="40640" y="0"/>
                </a:lnTo>
                <a:lnTo>
                  <a:pt x="36830" y="2539"/>
                </a:lnTo>
                <a:lnTo>
                  <a:pt x="6350" y="26670"/>
                </a:lnTo>
                <a:lnTo>
                  <a:pt x="2540" y="36829"/>
                </a:lnTo>
                <a:lnTo>
                  <a:pt x="0" y="40639"/>
                </a:lnTo>
                <a:lnTo>
                  <a:pt x="0" y="262889"/>
                </a:lnTo>
                <a:lnTo>
                  <a:pt x="2540" y="267970"/>
                </a:lnTo>
                <a:lnTo>
                  <a:pt x="3809" y="271779"/>
                </a:lnTo>
                <a:lnTo>
                  <a:pt x="6350" y="276860"/>
                </a:lnTo>
                <a:lnTo>
                  <a:pt x="11430" y="284479"/>
                </a:lnTo>
                <a:lnTo>
                  <a:pt x="15240" y="289560"/>
                </a:lnTo>
                <a:lnTo>
                  <a:pt x="19050" y="292100"/>
                </a:lnTo>
                <a:lnTo>
                  <a:pt x="22859" y="295910"/>
                </a:lnTo>
                <a:lnTo>
                  <a:pt x="26669" y="298450"/>
                </a:lnTo>
                <a:lnTo>
                  <a:pt x="31750" y="300989"/>
                </a:lnTo>
                <a:lnTo>
                  <a:pt x="36830" y="302260"/>
                </a:lnTo>
                <a:lnTo>
                  <a:pt x="40640" y="303529"/>
                </a:lnTo>
                <a:lnTo>
                  <a:pt x="45719" y="304800"/>
                </a:lnTo>
                <a:lnTo>
                  <a:pt x="908050" y="304800"/>
                </a:lnTo>
                <a:lnTo>
                  <a:pt x="911860" y="303529"/>
                </a:lnTo>
                <a:lnTo>
                  <a:pt x="922019" y="300989"/>
                </a:lnTo>
                <a:lnTo>
                  <a:pt x="925830" y="298450"/>
                </a:lnTo>
                <a:lnTo>
                  <a:pt x="930910" y="295910"/>
                </a:lnTo>
                <a:lnTo>
                  <a:pt x="934719" y="292100"/>
                </a:lnTo>
                <a:lnTo>
                  <a:pt x="938530" y="289560"/>
                </a:lnTo>
                <a:lnTo>
                  <a:pt x="941069" y="284479"/>
                </a:lnTo>
                <a:lnTo>
                  <a:pt x="944880" y="280670"/>
                </a:lnTo>
                <a:lnTo>
                  <a:pt x="947419" y="276860"/>
                </a:lnTo>
                <a:lnTo>
                  <a:pt x="949960" y="271779"/>
                </a:lnTo>
                <a:lnTo>
                  <a:pt x="951230" y="267970"/>
                </a:lnTo>
                <a:lnTo>
                  <a:pt x="953769" y="262889"/>
                </a:lnTo>
                <a:lnTo>
                  <a:pt x="953769" y="40639"/>
                </a:lnTo>
                <a:lnTo>
                  <a:pt x="951230" y="36829"/>
                </a:lnTo>
                <a:lnTo>
                  <a:pt x="949960" y="31750"/>
                </a:lnTo>
                <a:lnTo>
                  <a:pt x="947419" y="26670"/>
                </a:lnTo>
                <a:lnTo>
                  <a:pt x="944880" y="22860"/>
                </a:lnTo>
                <a:lnTo>
                  <a:pt x="941069" y="19050"/>
                </a:lnTo>
                <a:lnTo>
                  <a:pt x="938530" y="15239"/>
                </a:lnTo>
                <a:lnTo>
                  <a:pt x="934719" y="11429"/>
                </a:lnTo>
                <a:lnTo>
                  <a:pt x="930910" y="8889"/>
                </a:lnTo>
                <a:lnTo>
                  <a:pt x="925830" y="6350"/>
                </a:lnTo>
                <a:lnTo>
                  <a:pt x="922019" y="3810"/>
                </a:lnTo>
                <a:lnTo>
                  <a:pt x="916939" y="2539"/>
                </a:lnTo>
                <a:lnTo>
                  <a:pt x="911860" y="0"/>
                </a:lnTo>
                <a:close/>
              </a:path>
            </a:pathLst>
          </a:custGeom>
          <a:solidFill>
            <a:srgbClr val="7EC21B">
              <a:alpha val="50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 txBox="1"/>
          <p:nvPr/>
        </p:nvSpPr>
        <p:spPr>
          <a:xfrm>
            <a:off x="1367789" y="1357629"/>
            <a:ext cx="350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spc="-10" dirty="0">
                <a:latin typeface="Arial"/>
                <a:cs typeface="Arial"/>
              </a:rPr>
              <a:t>Agent</a:t>
            </a:r>
            <a:endParaRPr sz="900">
              <a:latin typeface="Arial"/>
              <a:cs typeface="Arial"/>
            </a:endParaRPr>
          </a:p>
        </p:txBody>
      </p:sp>
      <p:sp>
        <p:nvSpPr>
          <p:cNvPr id="37" name="object 37"/>
          <p:cNvSpPr/>
          <p:nvPr/>
        </p:nvSpPr>
        <p:spPr>
          <a:xfrm>
            <a:off x="2286000" y="1295400"/>
            <a:ext cx="953769" cy="304800"/>
          </a:xfrm>
          <a:custGeom>
            <a:avLst/>
            <a:gdLst/>
            <a:ahLst/>
            <a:cxnLst/>
            <a:rect l="l" t="t" r="r" b="b"/>
            <a:pathLst>
              <a:path w="953769" h="304800">
                <a:moveTo>
                  <a:pt x="913130" y="0"/>
                </a:moveTo>
                <a:lnTo>
                  <a:pt x="50800" y="0"/>
                </a:lnTo>
                <a:lnTo>
                  <a:pt x="41910" y="0"/>
                </a:lnTo>
                <a:lnTo>
                  <a:pt x="36830" y="2539"/>
                </a:lnTo>
                <a:lnTo>
                  <a:pt x="31750" y="3810"/>
                </a:lnTo>
                <a:lnTo>
                  <a:pt x="27939" y="6350"/>
                </a:lnTo>
                <a:lnTo>
                  <a:pt x="22860" y="8889"/>
                </a:lnTo>
                <a:lnTo>
                  <a:pt x="19050" y="11429"/>
                </a:lnTo>
                <a:lnTo>
                  <a:pt x="15239" y="15239"/>
                </a:lnTo>
                <a:lnTo>
                  <a:pt x="12700" y="19050"/>
                </a:lnTo>
                <a:lnTo>
                  <a:pt x="8889" y="22860"/>
                </a:lnTo>
                <a:lnTo>
                  <a:pt x="6350" y="26670"/>
                </a:lnTo>
                <a:lnTo>
                  <a:pt x="3810" y="31750"/>
                </a:lnTo>
                <a:lnTo>
                  <a:pt x="2539" y="36829"/>
                </a:lnTo>
                <a:lnTo>
                  <a:pt x="1269" y="40639"/>
                </a:lnTo>
                <a:lnTo>
                  <a:pt x="0" y="45720"/>
                </a:lnTo>
                <a:lnTo>
                  <a:pt x="0" y="257810"/>
                </a:lnTo>
                <a:lnTo>
                  <a:pt x="12700" y="284479"/>
                </a:lnTo>
                <a:lnTo>
                  <a:pt x="15239" y="289560"/>
                </a:lnTo>
                <a:lnTo>
                  <a:pt x="19050" y="292100"/>
                </a:lnTo>
                <a:lnTo>
                  <a:pt x="22860" y="295910"/>
                </a:lnTo>
                <a:lnTo>
                  <a:pt x="27939" y="298450"/>
                </a:lnTo>
                <a:lnTo>
                  <a:pt x="31750" y="300989"/>
                </a:lnTo>
                <a:lnTo>
                  <a:pt x="41910" y="303529"/>
                </a:lnTo>
                <a:lnTo>
                  <a:pt x="45719" y="304800"/>
                </a:lnTo>
                <a:lnTo>
                  <a:pt x="908050" y="304800"/>
                </a:lnTo>
                <a:lnTo>
                  <a:pt x="913130" y="303529"/>
                </a:lnTo>
                <a:lnTo>
                  <a:pt x="916939" y="302260"/>
                </a:lnTo>
                <a:lnTo>
                  <a:pt x="922019" y="300989"/>
                </a:lnTo>
                <a:lnTo>
                  <a:pt x="925830" y="298450"/>
                </a:lnTo>
                <a:lnTo>
                  <a:pt x="930910" y="295910"/>
                </a:lnTo>
                <a:lnTo>
                  <a:pt x="934719" y="292100"/>
                </a:lnTo>
                <a:lnTo>
                  <a:pt x="951230" y="267970"/>
                </a:lnTo>
                <a:lnTo>
                  <a:pt x="953769" y="262889"/>
                </a:lnTo>
                <a:lnTo>
                  <a:pt x="953769" y="40639"/>
                </a:lnTo>
                <a:lnTo>
                  <a:pt x="951230" y="36829"/>
                </a:lnTo>
                <a:lnTo>
                  <a:pt x="949960" y="31750"/>
                </a:lnTo>
                <a:lnTo>
                  <a:pt x="925830" y="6350"/>
                </a:lnTo>
                <a:lnTo>
                  <a:pt x="922019" y="3810"/>
                </a:lnTo>
                <a:lnTo>
                  <a:pt x="916939" y="2539"/>
                </a:lnTo>
                <a:lnTo>
                  <a:pt x="913130" y="0"/>
                </a:lnTo>
                <a:close/>
              </a:path>
            </a:pathLst>
          </a:custGeom>
          <a:solidFill>
            <a:srgbClr val="7EC21B">
              <a:alpha val="50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 txBox="1"/>
          <p:nvPr/>
        </p:nvSpPr>
        <p:spPr>
          <a:xfrm>
            <a:off x="2105660" y="1353820"/>
            <a:ext cx="15240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50" dirty="0">
                <a:latin typeface="Arial"/>
                <a:cs typeface="Arial"/>
              </a:rPr>
              <a:t>…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39" name="object 39"/>
          <p:cNvGrpSpPr/>
          <p:nvPr/>
        </p:nvGrpSpPr>
        <p:grpSpPr>
          <a:xfrm>
            <a:off x="6696075" y="3571875"/>
            <a:ext cx="552450" cy="238760"/>
            <a:chOff x="6696075" y="3571875"/>
            <a:chExt cx="552450" cy="238760"/>
          </a:xfrm>
        </p:grpSpPr>
        <p:sp>
          <p:nvSpPr>
            <p:cNvPr id="40" name="object 40"/>
            <p:cNvSpPr/>
            <p:nvPr/>
          </p:nvSpPr>
          <p:spPr>
            <a:xfrm>
              <a:off x="6705600" y="3581400"/>
              <a:ext cx="533400" cy="219710"/>
            </a:xfrm>
            <a:custGeom>
              <a:avLst/>
              <a:gdLst/>
              <a:ahLst/>
              <a:cxnLst/>
              <a:rect l="l" t="t" r="r" b="b"/>
              <a:pathLst>
                <a:path w="533400" h="219710">
                  <a:moveTo>
                    <a:pt x="502920" y="0"/>
                  </a:moveTo>
                  <a:lnTo>
                    <a:pt x="35559" y="0"/>
                  </a:lnTo>
                  <a:lnTo>
                    <a:pt x="29209" y="0"/>
                  </a:lnTo>
                  <a:lnTo>
                    <a:pt x="26670" y="1270"/>
                  </a:lnTo>
                  <a:lnTo>
                    <a:pt x="19050" y="3810"/>
                  </a:lnTo>
                  <a:lnTo>
                    <a:pt x="13970" y="8889"/>
                  </a:lnTo>
                  <a:lnTo>
                    <a:pt x="11429" y="10160"/>
                  </a:lnTo>
                  <a:lnTo>
                    <a:pt x="8890" y="13970"/>
                  </a:lnTo>
                  <a:lnTo>
                    <a:pt x="3809" y="19050"/>
                  </a:lnTo>
                  <a:lnTo>
                    <a:pt x="2540" y="22860"/>
                  </a:lnTo>
                  <a:lnTo>
                    <a:pt x="1270" y="25400"/>
                  </a:lnTo>
                  <a:lnTo>
                    <a:pt x="0" y="29210"/>
                  </a:lnTo>
                  <a:lnTo>
                    <a:pt x="0" y="189230"/>
                  </a:lnTo>
                  <a:lnTo>
                    <a:pt x="1270" y="193039"/>
                  </a:lnTo>
                  <a:lnTo>
                    <a:pt x="2540" y="195580"/>
                  </a:lnTo>
                  <a:lnTo>
                    <a:pt x="3809" y="199389"/>
                  </a:lnTo>
                  <a:lnTo>
                    <a:pt x="19050" y="214630"/>
                  </a:lnTo>
                  <a:lnTo>
                    <a:pt x="26670" y="217169"/>
                  </a:lnTo>
                  <a:lnTo>
                    <a:pt x="29209" y="218439"/>
                  </a:lnTo>
                  <a:lnTo>
                    <a:pt x="33020" y="218439"/>
                  </a:lnTo>
                  <a:lnTo>
                    <a:pt x="35559" y="219710"/>
                  </a:lnTo>
                  <a:lnTo>
                    <a:pt x="496570" y="219710"/>
                  </a:lnTo>
                  <a:lnTo>
                    <a:pt x="500379" y="218439"/>
                  </a:lnTo>
                  <a:lnTo>
                    <a:pt x="502920" y="218439"/>
                  </a:lnTo>
                  <a:lnTo>
                    <a:pt x="506729" y="217169"/>
                  </a:lnTo>
                  <a:lnTo>
                    <a:pt x="509270" y="215900"/>
                  </a:lnTo>
                  <a:lnTo>
                    <a:pt x="513079" y="214630"/>
                  </a:lnTo>
                  <a:lnTo>
                    <a:pt x="516890" y="212089"/>
                  </a:lnTo>
                  <a:lnTo>
                    <a:pt x="527050" y="201930"/>
                  </a:lnTo>
                  <a:lnTo>
                    <a:pt x="528320" y="199389"/>
                  </a:lnTo>
                  <a:lnTo>
                    <a:pt x="529590" y="195580"/>
                  </a:lnTo>
                  <a:lnTo>
                    <a:pt x="530859" y="193039"/>
                  </a:lnTo>
                  <a:lnTo>
                    <a:pt x="533400" y="185419"/>
                  </a:lnTo>
                  <a:lnTo>
                    <a:pt x="533400" y="31750"/>
                  </a:lnTo>
                  <a:lnTo>
                    <a:pt x="532129" y="29210"/>
                  </a:lnTo>
                  <a:lnTo>
                    <a:pt x="530859" y="25400"/>
                  </a:lnTo>
                  <a:lnTo>
                    <a:pt x="529590" y="22860"/>
                  </a:lnTo>
                  <a:lnTo>
                    <a:pt x="528320" y="19050"/>
                  </a:lnTo>
                  <a:lnTo>
                    <a:pt x="527050" y="16510"/>
                  </a:lnTo>
                  <a:lnTo>
                    <a:pt x="524509" y="13970"/>
                  </a:lnTo>
                  <a:lnTo>
                    <a:pt x="521970" y="10160"/>
                  </a:lnTo>
                  <a:lnTo>
                    <a:pt x="519429" y="8889"/>
                  </a:lnTo>
                  <a:lnTo>
                    <a:pt x="516890" y="6350"/>
                  </a:lnTo>
                  <a:lnTo>
                    <a:pt x="513079" y="3810"/>
                  </a:lnTo>
                  <a:lnTo>
                    <a:pt x="509270" y="2539"/>
                  </a:lnTo>
                  <a:lnTo>
                    <a:pt x="506729" y="1270"/>
                  </a:lnTo>
                  <a:lnTo>
                    <a:pt x="502920" y="0"/>
                  </a:lnTo>
                  <a:close/>
                </a:path>
              </a:pathLst>
            </a:custGeom>
            <a:solidFill>
              <a:srgbClr val="7C9AC5">
                <a:alpha val="50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6705600" y="3581400"/>
              <a:ext cx="533400" cy="219710"/>
            </a:xfrm>
            <a:custGeom>
              <a:avLst/>
              <a:gdLst/>
              <a:ahLst/>
              <a:cxnLst/>
              <a:rect l="l" t="t" r="r" b="b"/>
              <a:pathLst>
                <a:path w="533400" h="219710">
                  <a:moveTo>
                    <a:pt x="35559" y="0"/>
                  </a:moveTo>
                  <a:lnTo>
                    <a:pt x="22502" y="3055"/>
                  </a:lnTo>
                  <a:lnTo>
                    <a:pt x="11112" y="11112"/>
                  </a:lnTo>
                  <a:lnTo>
                    <a:pt x="3055" y="22502"/>
                  </a:lnTo>
                  <a:lnTo>
                    <a:pt x="0" y="35560"/>
                  </a:lnTo>
                  <a:lnTo>
                    <a:pt x="0" y="37861"/>
                  </a:lnTo>
                  <a:lnTo>
                    <a:pt x="0" y="53975"/>
                  </a:lnTo>
                  <a:lnTo>
                    <a:pt x="0" y="97710"/>
                  </a:lnTo>
                  <a:lnTo>
                    <a:pt x="0" y="182880"/>
                  </a:lnTo>
                  <a:lnTo>
                    <a:pt x="3055" y="196135"/>
                  </a:lnTo>
                  <a:lnTo>
                    <a:pt x="11112" y="207962"/>
                  </a:lnTo>
                  <a:lnTo>
                    <a:pt x="22502" y="216455"/>
                  </a:lnTo>
                  <a:lnTo>
                    <a:pt x="35559" y="219710"/>
                  </a:lnTo>
                  <a:lnTo>
                    <a:pt x="42763" y="219710"/>
                  </a:lnTo>
                  <a:lnTo>
                    <a:pt x="93186" y="219710"/>
                  </a:lnTo>
                  <a:lnTo>
                    <a:pt x="230048" y="219710"/>
                  </a:lnTo>
                  <a:lnTo>
                    <a:pt x="496570" y="219710"/>
                  </a:lnTo>
                  <a:lnTo>
                    <a:pt x="509825" y="216455"/>
                  </a:lnTo>
                  <a:lnTo>
                    <a:pt x="521652" y="207962"/>
                  </a:lnTo>
                  <a:lnTo>
                    <a:pt x="530145" y="196135"/>
                  </a:lnTo>
                  <a:lnTo>
                    <a:pt x="533400" y="182880"/>
                  </a:lnTo>
                  <a:lnTo>
                    <a:pt x="533400" y="180578"/>
                  </a:lnTo>
                  <a:lnTo>
                    <a:pt x="533400" y="164464"/>
                  </a:lnTo>
                  <a:lnTo>
                    <a:pt x="533400" y="120729"/>
                  </a:lnTo>
                  <a:lnTo>
                    <a:pt x="533400" y="35560"/>
                  </a:lnTo>
                  <a:lnTo>
                    <a:pt x="530145" y="22502"/>
                  </a:lnTo>
                  <a:lnTo>
                    <a:pt x="521652" y="11112"/>
                  </a:lnTo>
                  <a:lnTo>
                    <a:pt x="509825" y="3055"/>
                  </a:lnTo>
                  <a:lnTo>
                    <a:pt x="496570" y="0"/>
                  </a:lnTo>
                  <a:lnTo>
                    <a:pt x="489366" y="0"/>
                  </a:lnTo>
                  <a:lnTo>
                    <a:pt x="438943" y="0"/>
                  </a:lnTo>
                  <a:lnTo>
                    <a:pt x="302081" y="0"/>
                  </a:lnTo>
                  <a:lnTo>
                    <a:pt x="35559" y="0"/>
                  </a:lnTo>
                  <a:close/>
                </a:path>
              </a:pathLst>
            </a:custGeom>
            <a:ln w="19048">
              <a:solidFill>
                <a:srgbClr val="7C9AC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2" name="object 42"/>
          <p:cNvSpPr txBox="1"/>
          <p:nvPr/>
        </p:nvSpPr>
        <p:spPr>
          <a:xfrm>
            <a:off x="6814819" y="3591559"/>
            <a:ext cx="316865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25" dirty="0">
                <a:solidFill>
                  <a:srgbClr val="FFFFFF"/>
                </a:solidFill>
                <a:latin typeface="Arial"/>
                <a:cs typeface="Arial"/>
              </a:rPr>
              <a:t>VMM</a:t>
            </a:r>
            <a:endParaRPr sz="1000">
              <a:latin typeface="Arial"/>
              <a:cs typeface="Arial"/>
            </a:endParaRPr>
          </a:p>
        </p:txBody>
      </p:sp>
      <p:sp>
        <p:nvSpPr>
          <p:cNvPr id="43" name="object 43"/>
          <p:cNvSpPr/>
          <p:nvPr/>
        </p:nvSpPr>
        <p:spPr>
          <a:xfrm>
            <a:off x="5027929" y="5029200"/>
            <a:ext cx="3430270" cy="228600"/>
          </a:xfrm>
          <a:custGeom>
            <a:avLst/>
            <a:gdLst/>
            <a:ahLst/>
            <a:cxnLst/>
            <a:rect l="l" t="t" r="r" b="b"/>
            <a:pathLst>
              <a:path w="3430270" h="228600">
                <a:moveTo>
                  <a:pt x="3430270" y="0"/>
                </a:moveTo>
                <a:lnTo>
                  <a:pt x="3398501" y="47652"/>
                </a:lnTo>
                <a:lnTo>
                  <a:pt x="3362589" y="68979"/>
                </a:lnTo>
                <a:lnTo>
                  <a:pt x="3316703" y="87307"/>
                </a:lnTo>
                <a:lnTo>
                  <a:pt x="3263374" y="101637"/>
                </a:lnTo>
                <a:lnTo>
                  <a:pt x="3205135" y="110967"/>
                </a:lnTo>
                <a:lnTo>
                  <a:pt x="3144520" y="114300"/>
                </a:lnTo>
                <a:lnTo>
                  <a:pt x="3126462" y="114300"/>
                </a:lnTo>
                <a:lnTo>
                  <a:pt x="3000057" y="114300"/>
                </a:lnTo>
                <a:lnTo>
                  <a:pt x="2656959" y="114300"/>
                </a:lnTo>
                <a:lnTo>
                  <a:pt x="1988820" y="114300"/>
                </a:lnTo>
                <a:lnTo>
                  <a:pt x="1927804" y="117632"/>
                </a:lnTo>
                <a:lnTo>
                  <a:pt x="1869410" y="126962"/>
                </a:lnTo>
                <a:lnTo>
                  <a:pt x="1816103" y="141292"/>
                </a:lnTo>
                <a:lnTo>
                  <a:pt x="1770350" y="159620"/>
                </a:lnTo>
                <a:lnTo>
                  <a:pt x="1734616" y="180947"/>
                </a:lnTo>
                <a:lnTo>
                  <a:pt x="1703070" y="228600"/>
                </a:lnTo>
                <a:lnTo>
                  <a:pt x="1694705" y="204273"/>
                </a:lnTo>
                <a:lnTo>
                  <a:pt x="1635389" y="159620"/>
                </a:lnTo>
                <a:lnTo>
                  <a:pt x="1589503" y="141292"/>
                </a:lnTo>
                <a:lnTo>
                  <a:pt x="1536174" y="126962"/>
                </a:lnTo>
                <a:lnTo>
                  <a:pt x="1477935" y="117632"/>
                </a:lnTo>
                <a:lnTo>
                  <a:pt x="1417320" y="114300"/>
                </a:lnTo>
                <a:lnTo>
                  <a:pt x="1399659" y="114300"/>
                </a:lnTo>
                <a:lnTo>
                  <a:pt x="1276032" y="114300"/>
                </a:lnTo>
                <a:lnTo>
                  <a:pt x="940474" y="114300"/>
                </a:lnTo>
                <a:lnTo>
                  <a:pt x="287020" y="114300"/>
                </a:lnTo>
                <a:lnTo>
                  <a:pt x="225934" y="110967"/>
                </a:lnTo>
                <a:lnTo>
                  <a:pt x="167358" y="101637"/>
                </a:lnTo>
                <a:lnTo>
                  <a:pt x="113803" y="87307"/>
                </a:lnTo>
                <a:lnTo>
                  <a:pt x="67780" y="68979"/>
                </a:lnTo>
                <a:lnTo>
                  <a:pt x="31798" y="47652"/>
                </a:lnTo>
                <a:lnTo>
                  <a:pt x="8367" y="24326"/>
                </a:lnTo>
                <a:lnTo>
                  <a:pt x="0" y="0"/>
                </a:lnTo>
              </a:path>
            </a:pathLst>
          </a:custGeom>
          <a:ln w="25518">
            <a:solidFill>
              <a:srgbClr val="4C4C4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38200" y="4953000"/>
            <a:ext cx="3657600" cy="304800"/>
          </a:xfrm>
          <a:custGeom>
            <a:avLst/>
            <a:gdLst/>
            <a:ahLst/>
            <a:cxnLst/>
            <a:rect l="l" t="t" r="r" b="b"/>
            <a:pathLst>
              <a:path w="3657600" h="304800">
                <a:moveTo>
                  <a:pt x="3657600" y="0"/>
                </a:moveTo>
                <a:lnTo>
                  <a:pt x="3631406" y="55959"/>
                </a:lnTo>
                <a:lnTo>
                  <a:pt x="3601342" y="81706"/>
                </a:lnTo>
                <a:lnTo>
                  <a:pt x="3562350" y="104775"/>
                </a:lnTo>
                <a:lnTo>
                  <a:pt x="3516213" y="124271"/>
                </a:lnTo>
                <a:lnTo>
                  <a:pt x="3464718" y="139303"/>
                </a:lnTo>
                <a:lnTo>
                  <a:pt x="3409652" y="148976"/>
                </a:lnTo>
                <a:lnTo>
                  <a:pt x="3352800" y="152400"/>
                </a:lnTo>
                <a:lnTo>
                  <a:pt x="3333551" y="152400"/>
                </a:lnTo>
                <a:lnTo>
                  <a:pt x="3198812" y="152400"/>
                </a:lnTo>
                <a:lnTo>
                  <a:pt x="2833092" y="152400"/>
                </a:lnTo>
                <a:lnTo>
                  <a:pt x="2120900" y="152400"/>
                </a:lnTo>
                <a:lnTo>
                  <a:pt x="2063993" y="155823"/>
                </a:lnTo>
                <a:lnTo>
                  <a:pt x="2008782" y="165496"/>
                </a:lnTo>
                <a:lnTo>
                  <a:pt x="1957084" y="180528"/>
                </a:lnTo>
                <a:lnTo>
                  <a:pt x="1910715" y="200025"/>
                </a:lnTo>
                <a:lnTo>
                  <a:pt x="1871488" y="223093"/>
                </a:lnTo>
                <a:lnTo>
                  <a:pt x="1841222" y="248840"/>
                </a:lnTo>
                <a:lnTo>
                  <a:pt x="1814830" y="304800"/>
                </a:lnTo>
                <a:lnTo>
                  <a:pt x="1808038" y="276373"/>
                </a:lnTo>
                <a:lnTo>
                  <a:pt x="1758974" y="223093"/>
                </a:lnTo>
                <a:lnTo>
                  <a:pt x="1720214" y="200025"/>
                </a:lnTo>
                <a:lnTo>
                  <a:pt x="1674311" y="180528"/>
                </a:lnTo>
                <a:lnTo>
                  <a:pt x="1623020" y="165496"/>
                </a:lnTo>
                <a:lnTo>
                  <a:pt x="1568097" y="155823"/>
                </a:lnTo>
                <a:lnTo>
                  <a:pt x="1511300" y="152400"/>
                </a:lnTo>
                <a:lnTo>
                  <a:pt x="1492448" y="152400"/>
                </a:lnTo>
                <a:lnTo>
                  <a:pt x="1360487" y="152400"/>
                </a:lnTo>
                <a:lnTo>
                  <a:pt x="1002307" y="152400"/>
                </a:lnTo>
                <a:lnTo>
                  <a:pt x="304800" y="152400"/>
                </a:lnTo>
                <a:lnTo>
                  <a:pt x="247947" y="148976"/>
                </a:lnTo>
                <a:lnTo>
                  <a:pt x="192881" y="139303"/>
                </a:lnTo>
                <a:lnTo>
                  <a:pt x="141386" y="124271"/>
                </a:lnTo>
                <a:lnTo>
                  <a:pt x="95250" y="104775"/>
                </a:lnTo>
                <a:lnTo>
                  <a:pt x="56257" y="81706"/>
                </a:lnTo>
                <a:lnTo>
                  <a:pt x="26193" y="55959"/>
                </a:lnTo>
                <a:lnTo>
                  <a:pt x="6846" y="28426"/>
                </a:lnTo>
                <a:lnTo>
                  <a:pt x="0" y="0"/>
                </a:lnTo>
              </a:path>
            </a:pathLst>
          </a:custGeom>
          <a:ln w="25518">
            <a:solidFill>
              <a:srgbClr val="4C4C4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313429" y="1295400"/>
            <a:ext cx="953769" cy="304800"/>
          </a:xfrm>
          <a:custGeom>
            <a:avLst/>
            <a:gdLst/>
            <a:ahLst/>
            <a:cxnLst/>
            <a:rect l="l" t="t" r="r" b="b"/>
            <a:pathLst>
              <a:path w="953770" h="304800">
                <a:moveTo>
                  <a:pt x="911860" y="0"/>
                </a:moveTo>
                <a:lnTo>
                  <a:pt x="50800" y="0"/>
                </a:lnTo>
                <a:lnTo>
                  <a:pt x="40640" y="0"/>
                </a:lnTo>
                <a:lnTo>
                  <a:pt x="36830" y="2539"/>
                </a:lnTo>
                <a:lnTo>
                  <a:pt x="31750" y="3810"/>
                </a:lnTo>
                <a:lnTo>
                  <a:pt x="27940" y="6350"/>
                </a:lnTo>
                <a:lnTo>
                  <a:pt x="22860" y="8889"/>
                </a:lnTo>
                <a:lnTo>
                  <a:pt x="2540" y="36829"/>
                </a:lnTo>
                <a:lnTo>
                  <a:pt x="1270" y="40639"/>
                </a:lnTo>
                <a:lnTo>
                  <a:pt x="0" y="45720"/>
                </a:lnTo>
                <a:lnTo>
                  <a:pt x="0" y="257810"/>
                </a:lnTo>
                <a:lnTo>
                  <a:pt x="19050" y="292100"/>
                </a:lnTo>
                <a:lnTo>
                  <a:pt x="22860" y="295910"/>
                </a:lnTo>
                <a:lnTo>
                  <a:pt x="27940" y="298450"/>
                </a:lnTo>
                <a:lnTo>
                  <a:pt x="31750" y="300989"/>
                </a:lnTo>
                <a:lnTo>
                  <a:pt x="36830" y="302260"/>
                </a:lnTo>
                <a:lnTo>
                  <a:pt x="40640" y="303529"/>
                </a:lnTo>
                <a:lnTo>
                  <a:pt x="45720" y="304800"/>
                </a:lnTo>
                <a:lnTo>
                  <a:pt x="908050" y="304800"/>
                </a:lnTo>
                <a:lnTo>
                  <a:pt x="911860" y="303529"/>
                </a:lnTo>
                <a:lnTo>
                  <a:pt x="922020" y="300989"/>
                </a:lnTo>
                <a:lnTo>
                  <a:pt x="929640" y="295910"/>
                </a:lnTo>
                <a:lnTo>
                  <a:pt x="934720" y="292100"/>
                </a:lnTo>
                <a:lnTo>
                  <a:pt x="938530" y="289560"/>
                </a:lnTo>
                <a:lnTo>
                  <a:pt x="941070" y="284479"/>
                </a:lnTo>
                <a:lnTo>
                  <a:pt x="944880" y="280670"/>
                </a:lnTo>
                <a:lnTo>
                  <a:pt x="947420" y="276860"/>
                </a:lnTo>
                <a:lnTo>
                  <a:pt x="949960" y="271779"/>
                </a:lnTo>
                <a:lnTo>
                  <a:pt x="951230" y="267970"/>
                </a:lnTo>
                <a:lnTo>
                  <a:pt x="953770" y="257810"/>
                </a:lnTo>
                <a:lnTo>
                  <a:pt x="953770" y="45720"/>
                </a:lnTo>
                <a:lnTo>
                  <a:pt x="952500" y="40639"/>
                </a:lnTo>
                <a:lnTo>
                  <a:pt x="951230" y="36829"/>
                </a:lnTo>
                <a:lnTo>
                  <a:pt x="949960" y="31750"/>
                </a:lnTo>
                <a:lnTo>
                  <a:pt x="947420" y="26670"/>
                </a:lnTo>
                <a:lnTo>
                  <a:pt x="944880" y="22860"/>
                </a:lnTo>
                <a:lnTo>
                  <a:pt x="941070" y="19050"/>
                </a:lnTo>
                <a:lnTo>
                  <a:pt x="938530" y="15239"/>
                </a:lnTo>
                <a:lnTo>
                  <a:pt x="934720" y="11429"/>
                </a:lnTo>
                <a:lnTo>
                  <a:pt x="929640" y="8889"/>
                </a:lnTo>
                <a:lnTo>
                  <a:pt x="922020" y="3810"/>
                </a:lnTo>
                <a:lnTo>
                  <a:pt x="916940" y="2539"/>
                </a:lnTo>
                <a:lnTo>
                  <a:pt x="911860" y="0"/>
                </a:lnTo>
                <a:close/>
              </a:path>
            </a:pathLst>
          </a:custGeom>
          <a:solidFill>
            <a:srgbClr val="7EC21B">
              <a:alpha val="50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 txBox="1"/>
          <p:nvPr/>
        </p:nvSpPr>
        <p:spPr>
          <a:xfrm>
            <a:off x="2588260" y="1357629"/>
            <a:ext cx="134239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075055" algn="l"/>
              </a:tabLst>
            </a:pPr>
            <a:r>
              <a:rPr sz="900" b="1" spc="-10" dirty="0">
                <a:latin typeface="Arial"/>
                <a:cs typeface="Arial"/>
              </a:rPr>
              <a:t>Agent</a:t>
            </a:r>
            <a:r>
              <a:rPr sz="900" b="1" dirty="0">
                <a:latin typeface="Arial"/>
                <a:cs typeface="Arial"/>
              </a:rPr>
              <a:t>	</a:t>
            </a:r>
            <a:r>
              <a:rPr sz="900" b="1" spc="-25" dirty="0">
                <a:latin typeface="Arial"/>
                <a:cs typeface="Arial"/>
              </a:rPr>
              <a:t>RPM</a:t>
            </a:r>
            <a:endParaRPr sz="900">
              <a:latin typeface="Arial"/>
              <a:cs typeface="Arial"/>
            </a:endParaRPr>
          </a:p>
        </p:txBody>
      </p:sp>
      <p:grpSp>
        <p:nvGrpSpPr>
          <p:cNvPr id="47" name="object 47"/>
          <p:cNvGrpSpPr/>
          <p:nvPr/>
        </p:nvGrpSpPr>
        <p:grpSpPr>
          <a:xfrm>
            <a:off x="7915275" y="3571875"/>
            <a:ext cx="562610" cy="238760"/>
            <a:chOff x="7915275" y="3571875"/>
            <a:chExt cx="562610" cy="238760"/>
          </a:xfrm>
        </p:grpSpPr>
        <p:sp>
          <p:nvSpPr>
            <p:cNvPr id="48" name="object 48"/>
            <p:cNvSpPr/>
            <p:nvPr/>
          </p:nvSpPr>
          <p:spPr>
            <a:xfrm>
              <a:off x="7924800" y="3581400"/>
              <a:ext cx="543560" cy="219710"/>
            </a:xfrm>
            <a:custGeom>
              <a:avLst/>
              <a:gdLst/>
              <a:ahLst/>
              <a:cxnLst/>
              <a:rect l="l" t="t" r="r" b="b"/>
              <a:pathLst>
                <a:path w="543559" h="219710">
                  <a:moveTo>
                    <a:pt x="513079" y="0"/>
                  </a:moveTo>
                  <a:lnTo>
                    <a:pt x="36829" y="0"/>
                  </a:lnTo>
                  <a:lnTo>
                    <a:pt x="29209" y="0"/>
                  </a:lnTo>
                  <a:lnTo>
                    <a:pt x="26670" y="1270"/>
                  </a:lnTo>
                  <a:lnTo>
                    <a:pt x="19050" y="3810"/>
                  </a:lnTo>
                  <a:lnTo>
                    <a:pt x="13970" y="8889"/>
                  </a:lnTo>
                  <a:lnTo>
                    <a:pt x="11429" y="10160"/>
                  </a:lnTo>
                  <a:lnTo>
                    <a:pt x="8890" y="13970"/>
                  </a:lnTo>
                  <a:lnTo>
                    <a:pt x="6350" y="16510"/>
                  </a:lnTo>
                  <a:lnTo>
                    <a:pt x="5079" y="19050"/>
                  </a:lnTo>
                  <a:lnTo>
                    <a:pt x="2540" y="22860"/>
                  </a:lnTo>
                  <a:lnTo>
                    <a:pt x="1270" y="25400"/>
                  </a:lnTo>
                  <a:lnTo>
                    <a:pt x="0" y="29210"/>
                  </a:lnTo>
                  <a:lnTo>
                    <a:pt x="0" y="189230"/>
                  </a:lnTo>
                  <a:lnTo>
                    <a:pt x="1270" y="193039"/>
                  </a:lnTo>
                  <a:lnTo>
                    <a:pt x="2540" y="195580"/>
                  </a:lnTo>
                  <a:lnTo>
                    <a:pt x="5079" y="199389"/>
                  </a:lnTo>
                  <a:lnTo>
                    <a:pt x="6350" y="201930"/>
                  </a:lnTo>
                  <a:lnTo>
                    <a:pt x="19050" y="214630"/>
                  </a:lnTo>
                  <a:lnTo>
                    <a:pt x="26670" y="217169"/>
                  </a:lnTo>
                  <a:lnTo>
                    <a:pt x="29209" y="218439"/>
                  </a:lnTo>
                  <a:lnTo>
                    <a:pt x="33020" y="218439"/>
                  </a:lnTo>
                  <a:lnTo>
                    <a:pt x="36829" y="219710"/>
                  </a:lnTo>
                  <a:lnTo>
                    <a:pt x="506729" y="219710"/>
                  </a:lnTo>
                  <a:lnTo>
                    <a:pt x="510540" y="218439"/>
                  </a:lnTo>
                  <a:lnTo>
                    <a:pt x="513079" y="218439"/>
                  </a:lnTo>
                  <a:lnTo>
                    <a:pt x="516890" y="217169"/>
                  </a:lnTo>
                  <a:lnTo>
                    <a:pt x="519429" y="215900"/>
                  </a:lnTo>
                  <a:lnTo>
                    <a:pt x="523240" y="214630"/>
                  </a:lnTo>
                  <a:lnTo>
                    <a:pt x="525779" y="212089"/>
                  </a:lnTo>
                  <a:lnTo>
                    <a:pt x="529590" y="209550"/>
                  </a:lnTo>
                  <a:lnTo>
                    <a:pt x="534670" y="204469"/>
                  </a:lnTo>
                  <a:lnTo>
                    <a:pt x="535940" y="201930"/>
                  </a:lnTo>
                  <a:lnTo>
                    <a:pt x="538479" y="199389"/>
                  </a:lnTo>
                  <a:lnTo>
                    <a:pt x="539750" y="195580"/>
                  </a:lnTo>
                  <a:lnTo>
                    <a:pt x="541020" y="193039"/>
                  </a:lnTo>
                  <a:lnTo>
                    <a:pt x="542290" y="189230"/>
                  </a:lnTo>
                  <a:lnTo>
                    <a:pt x="542290" y="185419"/>
                  </a:lnTo>
                  <a:lnTo>
                    <a:pt x="543559" y="182880"/>
                  </a:lnTo>
                  <a:lnTo>
                    <a:pt x="543559" y="35560"/>
                  </a:lnTo>
                  <a:lnTo>
                    <a:pt x="542290" y="31750"/>
                  </a:lnTo>
                  <a:lnTo>
                    <a:pt x="542290" y="29210"/>
                  </a:lnTo>
                  <a:lnTo>
                    <a:pt x="541020" y="25400"/>
                  </a:lnTo>
                  <a:lnTo>
                    <a:pt x="539750" y="22860"/>
                  </a:lnTo>
                  <a:lnTo>
                    <a:pt x="538479" y="19050"/>
                  </a:lnTo>
                  <a:lnTo>
                    <a:pt x="535940" y="16510"/>
                  </a:lnTo>
                  <a:lnTo>
                    <a:pt x="534670" y="13970"/>
                  </a:lnTo>
                  <a:lnTo>
                    <a:pt x="532129" y="10160"/>
                  </a:lnTo>
                  <a:lnTo>
                    <a:pt x="529590" y="8889"/>
                  </a:lnTo>
                  <a:lnTo>
                    <a:pt x="525779" y="6350"/>
                  </a:lnTo>
                  <a:lnTo>
                    <a:pt x="523240" y="3810"/>
                  </a:lnTo>
                  <a:lnTo>
                    <a:pt x="519429" y="2539"/>
                  </a:lnTo>
                  <a:lnTo>
                    <a:pt x="516890" y="1270"/>
                  </a:lnTo>
                  <a:lnTo>
                    <a:pt x="513079" y="0"/>
                  </a:lnTo>
                  <a:close/>
                </a:path>
              </a:pathLst>
            </a:custGeom>
            <a:solidFill>
              <a:srgbClr val="7C9AC5">
                <a:alpha val="50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7924800" y="3581400"/>
              <a:ext cx="543560" cy="219710"/>
            </a:xfrm>
            <a:custGeom>
              <a:avLst/>
              <a:gdLst/>
              <a:ahLst/>
              <a:cxnLst/>
              <a:rect l="l" t="t" r="r" b="b"/>
              <a:pathLst>
                <a:path w="543559" h="219710">
                  <a:moveTo>
                    <a:pt x="36829" y="0"/>
                  </a:moveTo>
                  <a:lnTo>
                    <a:pt x="23038" y="3055"/>
                  </a:lnTo>
                  <a:lnTo>
                    <a:pt x="11271" y="11112"/>
                  </a:lnTo>
                  <a:lnTo>
                    <a:pt x="3075" y="22502"/>
                  </a:lnTo>
                  <a:lnTo>
                    <a:pt x="0" y="35560"/>
                  </a:lnTo>
                  <a:lnTo>
                    <a:pt x="0" y="37861"/>
                  </a:lnTo>
                  <a:lnTo>
                    <a:pt x="0" y="53975"/>
                  </a:lnTo>
                  <a:lnTo>
                    <a:pt x="0" y="97710"/>
                  </a:lnTo>
                  <a:lnTo>
                    <a:pt x="0" y="182880"/>
                  </a:lnTo>
                  <a:lnTo>
                    <a:pt x="3075" y="196135"/>
                  </a:lnTo>
                  <a:lnTo>
                    <a:pt x="11271" y="207962"/>
                  </a:lnTo>
                  <a:lnTo>
                    <a:pt x="23038" y="216455"/>
                  </a:lnTo>
                  <a:lnTo>
                    <a:pt x="36829" y="219710"/>
                  </a:lnTo>
                  <a:lnTo>
                    <a:pt x="44172" y="219710"/>
                  </a:lnTo>
                  <a:lnTo>
                    <a:pt x="95567" y="219710"/>
                  </a:lnTo>
                  <a:lnTo>
                    <a:pt x="235069" y="219710"/>
                  </a:lnTo>
                  <a:lnTo>
                    <a:pt x="506729" y="219710"/>
                  </a:lnTo>
                  <a:lnTo>
                    <a:pt x="519985" y="216455"/>
                  </a:lnTo>
                  <a:lnTo>
                    <a:pt x="531812" y="207962"/>
                  </a:lnTo>
                  <a:lnTo>
                    <a:pt x="540305" y="196135"/>
                  </a:lnTo>
                  <a:lnTo>
                    <a:pt x="543559" y="182880"/>
                  </a:lnTo>
                  <a:lnTo>
                    <a:pt x="543559" y="180578"/>
                  </a:lnTo>
                  <a:lnTo>
                    <a:pt x="543559" y="164464"/>
                  </a:lnTo>
                  <a:lnTo>
                    <a:pt x="543559" y="120729"/>
                  </a:lnTo>
                  <a:lnTo>
                    <a:pt x="543559" y="35560"/>
                  </a:lnTo>
                  <a:lnTo>
                    <a:pt x="540305" y="22502"/>
                  </a:lnTo>
                  <a:lnTo>
                    <a:pt x="531812" y="11112"/>
                  </a:lnTo>
                  <a:lnTo>
                    <a:pt x="519985" y="3055"/>
                  </a:lnTo>
                  <a:lnTo>
                    <a:pt x="506729" y="0"/>
                  </a:lnTo>
                  <a:lnTo>
                    <a:pt x="499387" y="0"/>
                  </a:lnTo>
                  <a:lnTo>
                    <a:pt x="447992" y="0"/>
                  </a:lnTo>
                  <a:lnTo>
                    <a:pt x="308490" y="0"/>
                  </a:lnTo>
                  <a:lnTo>
                    <a:pt x="36829" y="0"/>
                  </a:lnTo>
                  <a:close/>
                </a:path>
              </a:pathLst>
            </a:custGeom>
            <a:ln w="19048">
              <a:solidFill>
                <a:srgbClr val="7C9AC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0" name="object 50"/>
          <p:cNvSpPr txBox="1"/>
          <p:nvPr/>
        </p:nvSpPr>
        <p:spPr>
          <a:xfrm>
            <a:off x="8039100" y="3591559"/>
            <a:ext cx="316865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25" dirty="0">
                <a:solidFill>
                  <a:srgbClr val="FFFFFF"/>
                </a:solidFill>
                <a:latin typeface="Arial"/>
                <a:cs typeface="Arial"/>
              </a:rPr>
              <a:t>VMM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51" name="object 51"/>
          <p:cNvGrpSpPr/>
          <p:nvPr/>
        </p:nvGrpSpPr>
        <p:grpSpPr>
          <a:xfrm>
            <a:off x="5019675" y="3504565"/>
            <a:ext cx="1619250" cy="314960"/>
            <a:chOff x="5019675" y="3504565"/>
            <a:chExt cx="1619250" cy="314960"/>
          </a:xfrm>
        </p:grpSpPr>
        <p:sp>
          <p:nvSpPr>
            <p:cNvPr id="52" name="object 52"/>
            <p:cNvSpPr/>
            <p:nvPr/>
          </p:nvSpPr>
          <p:spPr>
            <a:xfrm>
              <a:off x="5029200" y="3514090"/>
              <a:ext cx="1600200" cy="295910"/>
            </a:xfrm>
            <a:custGeom>
              <a:avLst/>
              <a:gdLst/>
              <a:ahLst/>
              <a:cxnLst/>
              <a:rect l="l" t="t" r="r" b="b"/>
              <a:pathLst>
                <a:path w="1600200" h="295910">
                  <a:moveTo>
                    <a:pt x="1550670" y="0"/>
                  </a:moveTo>
                  <a:lnTo>
                    <a:pt x="48260" y="0"/>
                  </a:lnTo>
                  <a:lnTo>
                    <a:pt x="44450" y="1270"/>
                  </a:lnTo>
                  <a:lnTo>
                    <a:pt x="39370" y="1270"/>
                  </a:lnTo>
                  <a:lnTo>
                    <a:pt x="34289" y="2539"/>
                  </a:lnTo>
                  <a:lnTo>
                    <a:pt x="22860" y="10160"/>
                  </a:lnTo>
                  <a:lnTo>
                    <a:pt x="17779" y="12700"/>
                  </a:lnTo>
                  <a:lnTo>
                    <a:pt x="15239" y="16510"/>
                  </a:lnTo>
                  <a:lnTo>
                    <a:pt x="11429" y="19050"/>
                  </a:lnTo>
                  <a:lnTo>
                    <a:pt x="6350" y="26670"/>
                  </a:lnTo>
                  <a:lnTo>
                    <a:pt x="3810" y="31750"/>
                  </a:lnTo>
                  <a:lnTo>
                    <a:pt x="2539" y="35560"/>
                  </a:lnTo>
                  <a:lnTo>
                    <a:pt x="1270" y="40639"/>
                  </a:lnTo>
                  <a:lnTo>
                    <a:pt x="0" y="44450"/>
                  </a:lnTo>
                  <a:lnTo>
                    <a:pt x="0" y="251460"/>
                  </a:lnTo>
                  <a:lnTo>
                    <a:pt x="1270" y="255270"/>
                  </a:lnTo>
                  <a:lnTo>
                    <a:pt x="3810" y="265430"/>
                  </a:lnTo>
                  <a:lnTo>
                    <a:pt x="11429" y="276860"/>
                  </a:lnTo>
                  <a:lnTo>
                    <a:pt x="15239" y="280670"/>
                  </a:lnTo>
                  <a:lnTo>
                    <a:pt x="17779" y="284480"/>
                  </a:lnTo>
                  <a:lnTo>
                    <a:pt x="22860" y="287020"/>
                  </a:lnTo>
                  <a:lnTo>
                    <a:pt x="30479" y="292100"/>
                  </a:lnTo>
                  <a:lnTo>
                    <a:pt x="34289" y="293370"/>
                  </a:lnTo>
                  <a:lnTo>
                    <a:pt x="44450" y="295910"/>
                  </a:lnTo>
                  <a:lnTo>
                    <a:pt x="1555750" y="295910"/>
                  </a:lnTo>
                  <a:lnTo>
                    <a:pt x="1559559" y="294640"/>
                  </a:lnTo>
                  <a:lnTo>
                    <a:pt x="1564640" y="293370"/>
                  </a:lnTo>
                  <a:lnTo>
                    <a:pt x="1587500" y="276860"/>
                  </a:lnTo>
                  <a:lnTo>
                    <a:pt x="1591309" y="273050"/>
                  </a:lnTo>
                  <a:lnTo>
                    <a:pt x="1596390" y="265430"/>
                  </a:lnTo>
                  <a:lnTo>
                    <a:pt x="1598929" y="255270"/>
                  </a:lnTo>
                  <a:lnTo>
                    <a:pt x="1600200" y="251460"/>
                  </a:lnTo>
                  <a:lnTo>
                    <a:pt x="1600200" y="44450"/>
                  </a:lnTo>
                  <a:lnTo>
                    <a:pt x="1598929" y="40639"/>
                  </a:lnTo>
                  <a:lnTo>
                    <a:pt x="1597659" y="35560"/>
                  </a:lnTo>
                  <a:lnTo>
                    <a:pt x="1568450" y="5080"/>
                  </a:lnTo>
                  <a:lnTo>
                    <a:pt x="1564640" y="2539"/>
                  </a:lnTo>
                  <a:lnTo>
                    <a:pt x="1559559" y="1270"/>
                  </a:lnTo>
                  <a:lnTo>
                    <a:pt x="1555750" y="1270"/>
                  </a:lnTo>
                  <a:lnTo>
                    <a:pt x="1550670" y="0"/>
                  </a:lnTo>
                  <a:close/>
                </a:path>
              </a:pathLst>
            </a:custGeom>
            <a:solidFill>
              <a:srgbClr val="7C9AC5">
                <a:alpha val="50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5029200" y="3514090"/>
              <a:ext cx="1600200" cy="295910"/>
            </a:xfrm>
            <a:custGeom>
              <a:avLst/>
              <a:gdLst/>
              <a:ahLst/>
              <a:cxnLst/>
              <a:rect l="l" t="t" r="r" b="b"/>
              <a:pathLst>
                <a:path w="1600200" h="295910">
                  <a:moveTo>
                    <a:pt x="48260" y="0"/>
                  </a:moveTo>
                  <a:lnTo>
                    <a:pt x="30539" y="4345"/>
                  </a:lnTo>
                  <a:lnTo>
                    <a:pt x="15081" y="15716"/>
                  </a:lnTo>
                  <a:lnTo>
                    <a:pt x="4147" y="31611"/>
                  </a:lnTo>
                  <a:lnTo>
                    <a:pt x="0" y="49530"/>
                  </a:lnTo>
                  <a:lnTo>
                    <a:pt x="0" y="52605"/>
                  </a:lnTo>
                  <a:lnTo>
                    <a:pt x="0" y="74136"/>
                  </a:lnTo>
                  <a:lnTo>
                    <a:pt x="0" y="132576"/>
                  </a:lnTo>
                  <a:lnTo>
                    <a:pt x="0" y="246380"/>
                  </a:lnTo>
                  <a:lnTo>
                    <a:pt x="4147" y="264834"/>
                  </a:lnTo>
                  <a:lnTo>
                    <a:pt x="15081" y="280669"/>
                  </a:lnTo>
                  <a:lnTo>
                    <a:pt x="30539" y="291742"/>
                  </a:lnTo>
                  <a:lnTo>
                    <a:pt x="48260" y="295910"/>
                  </a:lnTo>
                  <a:lnTo>
                    <a:pt x="71735" y="295910"/>
                  </a:lnTo>
                  <a:lnTo>
                    <a:pt x="236061" y="295910"/>
                  </a:lnTo>
                  <a:lnTo>
                    <a:pt x="682089" y="295910"/>
                  </a:lnTo>
                  <a:lnTo>
                    <a:pt x="1550670" y="295910"/>
                  </a:lnTo>
                  <a:lnTo>
                    <a:pt x="1568588" y="291742"/>
                  </a:lnTo>
                  <a:lnTo>
                    <a:pt x="1584483" y="280670"/>
                  </a:lnTo>
                  <a:lnTo>
                    <a:pt x="1595854" y="264834"/>
                  </a:lnTo>
                  <a:lnTo>
                    <a:pt x="1600200" y="246380"/>
                  </a:lnTo>
                  <a:lnTo>
                    <a:pt x="1600200" y="243304"/>
                  </a:lnTo>
                  <a:lnTo>
                    <a:pt x="1600200" y="221773"/>
                  </a:lnTo>
                  <a:lnTo>
                    <a:pt x="1600200" y="163333"/>
                  </a:lnTo>
                  <a:lnTo>
                    <a:pt x="1600200" y="49530"/>
                  </a:lnTo>
                  <a:lnTo>
                    <a:pt x="1595854" y="31611"/>
                  </a:lnTo>
                  <a:lnTo>
                    <a:pt x="1584483" y="15716"/>
                  </a:lnTo>
                  <a:lnTo>
                    <a:pt x="1568588" y="4345"/>
                  </a:lnTo>
                  <a:lnTo>
                    <a:pt x="1550670" y="0"/>
                  </a:lnTo>
                  <a:lnTo>
                    <a:pt x="1527194" y="0"/>
                  </a:lnTo>
                  <a:lnTo>
                    <a:pt x="1362868" y="0"/>
                  </a:lnTo>
                  <a:lnTo>
                    <a:pt x="916840" y="0"/>
                  </a:lnTo>
                  <a:lnTo>
                    <a:pt x="48260" y="0"/>
                  </a:lnTo>
                  <a:close/>
                </a:path>
              </a:pathLst>
            </a:custGeom>
            <a:ln w="19048">
              <a:solidFill>
                <a:srgbClr val="7C9AC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4" name="object 54"/>
          <p:cNvSpPr txBox="1"/>
          <p:nvPr/>
        </p:nvSpPr>
        <p:spPr>
          <a:xfrm>
            <a:off x="5588000" y="3564890"/>
            <a:ext cx="485775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10" dirty="0">
                <a:solidFill>
                  <a:srgbClr val="FFFFFF"/>
                </a:solidFill>
                <a:latin typeface="Arial"/>
                <a:cs typeface="Arial"/>
              </a:rPr>
              <a:t>Helpers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55" name="object 55"/>
          <p:cNvGrpSpPr/>
          <p:nvPr/>
        </p:nvGrpSpPr>
        <p:grpSpPr>
          <a:xfrm>
            <a:off x="5172075" y="4704715"/>
            <a:ext cx="3167380" cy="248920"/>
            <a:chOff x="5172075" y="4704715"/>
            <a:chExt cx="3167380" cy="248920"/>
          </a:xfrm>
        </p:grpSpPr>
        <p:sp>
          <p:nvSpPr>
            <p:cNvPr id="56" name="object 56"/>
            <p:cNvSpPr/>
            <p:nvPr/>
          </p:nvSpPr>
          <p:spPr>
            <a:xfrm>
              <a:off x="5181600" y="4714239"/>
              <a:ext cx="3148330" cy="229870"/>
            </a:xfrm>
            <a:custGeom>
              <a:avLst/>
              <a:gdLst/>
              <a:ahLst/>
              <a:cxnLst/>
              <a:rect l="l" t="t" r="r" b="b"/>
              <a:pathLst>
                <a:path w="3148329" h="229870">
                  <a:moveTo>
                    <a:pt x="3110229" y="0"/>
                  </a:moveTo>
                  <a:lnTo>
                    <a:pt x="38100" y="0"/>
                  </a:lnTo>
                  <a:lnTo>
                    <a:pt x="34289" y="1270"/>
                  </a:lnTo>
                  <a:lnTo>
                    <a:pt x="30479" y="1270"/>
                  </a:lnTo>
                  <a:lnTo>
                    <a:pt x="26670" y="2540"/>
                  </a:lnTo>
                  <a:lnTo>
                    <a:pt x="24129" y="3810"/>
                  </a:lnTo>
                  <a:lnTo>
                    <a:pt x="20320" y="5080"/>
                  </a:lnTo>
                  <a:lnTo>
                    <a:pt x="17779" y="7620"/>
                  </a:lnTo>
                  <a:lnTo>
                    <a:pt x="13970" y="10160"/>
                  </a:lnTo>
                  <a:lnTo>
                    <a:pt x="6350" y="17780"/>
                  </a:lnTo>
                  <a:lnTo>
                    <a:pt x="5079" y="21590"/>
                  </a:lnTo>
                  <a:lnTo>
                    <a:pt x="2539" y="24130"/>
                  </a:lnTo>
                  <a:lnTo>
                    <a:pt x="0" y="31750"/>
                  </a:lnTo>
                  <a:lnTo>
                    <a:pt x="0" y="198120"/>
                  </a:lnTo>
                  <a:lnTo>
                    <a:pt x="2539" y="205740"/>
                  </a:lnTo>
                  <a:lnTo>
                    <a:pt x="5079" y="208280"/>
                  </a:lnTo>
                  <a:lnTo>
                    <a:pt x="6350" y="212090"/>
                  </a:lnTo>
                  <a:lnTo>
                    <a:pt x="13970" y="219710"/>
                  </a:lnTo>
                  <a:lnTo>
                    <a:pt x="17779" y="222250"/>
                  </a:lnTo>
                  <a:lnTo>
                    <a:pt x="20320" y="224790"/>
                  </a:lnTo>
                  <a:lnTo>
                    <a:pt x="24129" y="226060"/>
                  </a:lnTo>
                  <a:lnTo>
                    <a:pt x="26670" y="227330"/>
                  </a:lnTo>
                  <a:lnTo>
                    <a:pt x="30479" y="228600"/>
                  </a:lnTo>
                  <a:lnTo>
                    <a:pt x="34289" y="228600"/>
                  </a:lnTo>
                  <a:lnTo>
                    <a:pt x="38100" y="229870"/>
                  </a:lnTo>
                  <a:lnTo>
                    <a:pt x="3110229" y="229870"/>
                  </a:lnTo>
                  <a:lnTo>
                    <a:pt x="3114040" y="228600"/>
                  </a:lnTo>
                  <a:lnTo>
                    <a:pt x="3116579" y="228600"/>
                  </a:lnTo>
                  <a:lnTo>
                    <a:pt x="3124200" y="226060"/>
                  </a:lnTo>
                  <a:lnTo>
                    <a:pt x="3148329" y="194310"/>
                  </a:lnTo>
                  <a:lnTo>
                    <a:pt x="3148329" y="34290"/>
                  </a:lnTo>
                  <a:lnTo>
                    <a:pt x="3147059" y="31750"/>
                  </a:lnTo>
                  <a:lnTo>
                    <a:pt x="3144520" y="24130"/>
                  </a:lnTo>
                  <a:lnTo>
                    <a:pt x="3116579" y="1270"/>
                  </a:lnTo>
                  <a:lnTo>
                    <a:pt x="3114040" y="1270"/>
                  </a:lnTo>
                  <a:lnTo>
                    <a:pt x="3110229" y="0"/>
                  </a:lnTo>
                  <a:close/>
                </a:path>
              </a:pathLst>
            </a:custGeom>
            <a:solidFill>
              <a:srgbClr val="7C9AC5">
                <a:alpha val="50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5181600" y="4714239"/>
              <a:ext cx="3148330" cy="229870"/>
            </a:xfrm>
            <a:custGeom>
              <a:avLst/>
              <a:gdLst/>
              <a:ahLst/>
              <a:cxnLst/>
              <a:rect l="l" t="t" r="r" b="b"/>
              <a:pathLst>
                <a:path w="3148329" h="229870">
                  <a:moveTo>
                    <a:pt x="38100" y="0"/>
                  </a:moveTo>
                  <a:lnTo>
                    <a:pt x="24110" y="3274"/>
                  </a:lnTo>
                  <a:lnTo>
                    <a:pt x="11906" y="11906"/>
                  </a:lnTo>
                  <a:lnTo>
                    <a:pt x="3274" y="24110"/>
                  </a:lnTo>
                  <a:lnTo>
                    <a:pt x="0" y="38100"/>
                  </a:lnTo>
                  <a:lnTo>
                    <a:pt x="0" y="40481"/>
                  </a:lnTo>
                  <a:lnTo>
                    <a:pt x="0" y="57150"/>
                  </a:lnTo>
                  <a:lnTo>
                    <a:pt x="0" y="102393"/>
                  </a:lnTo>
                  <a:lnTo>
                    <a:pt x="0" y="190500"/>
                  </a:lnTo>
                  <a:lnTo>
                    <a:pt x="3274" y="205224"/>
                  </a:lnTo>
                  <a:lnTo>
                    <a:pt x="11906" y="217805"/>
                  </a:lnTo>
                  <a:lnTo>
                    <a:pt x="24110" y="226575"/>
                  </a:lnTo>
                  <a:lnTo>
                    <a:pt x="38100" y="229870"/>
                  </a:lnTo>
                  <a:lnTo>
                    <a:pt x="86102" y="229870"/>
                  </a:lnTo>
                  <a:lnTo>
                    <a:pt x="422116" y="229870"/>
                  </a:lnTo>
                  <a:lnTo>
                    <a:pt x="1334154" y="229870"/>
                  </a:lnTo>
                  <a:lnTo>
                    <a:pt x="3110229" y="229870"/>
                  </a:lnTo>
                  <a:lnTo>
                    <a:pt x="3124219" y="226575"/>
                  </a:lnTo>
                  <a:lnTo>
                    <a:pt x="3136423" y="217805"/>
                  </a:lnTo>
                  <a:lnTo>
                    <a:pt x="3145055" y="205224"/>
                  </a:lnTo>
                  <a:lnTo>
                    <a:pt x="3148329" y="190500"/>
                  </a:lnTo>
                  <a:lnTo>
                    <a:pt x="3148329" y="188118"/>
                  </a:lnTo>
                  <a:lnTo>
                    <a:pt x="3148329" y="171450"/>
                  </a:lnTo>
                  <a:lnTo>
                    <a:pt x="3148329" y="126206"/>
                  </a:lnTo>
                  <a:lnTo>
                    <a:pt x="3148329" y="38100"/>
                  </a:lnTo>
                  <a:lnTo>
                    <a:pt x="3145055" y="24110"/>
                  </a:lnTo>
                  <a:lnTo>
                    <a:pt x="3136423" y="11906"/>
                  </a:lnTo>
                  <a:lnTo>
                    <a:pt x="3124219" y="3274"/>
                  </a:lnTo>
                  <a:lnTo>
                    <a:pt x="3110229" y="0"/>
                  </a:lnTo>
                  <a:lnTo>
                    <a:pt x="3062227" y="0"/>
                  </a:lnTo>
                  <a:lnTo>
                    <a:pt x="2726213" y="0"/>
                  </a:lnTo>
                  <a:lnTo>
                    <a:pt x="1814175" y="0"/>
                  </a:lnTo>
                  <a:lnTo>
                    <a:pt x="38100" y="0"/>
                  </a:lnTo>
                  <a:close/>
                </a:path>
              </a:pathLst>
            </a:custGeom>
            <a:ln w="19048">
              <a:solidFill>
                <a:srgbClr val="7C9AC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8" name="object 58"/>
          <p:cNvSpPr txBox="1"/>
          <p:nvPr/>
        </p:nvSpPr>
        <p:spPr>
          <a:xfrm>
            <a:off x="5219178" y="4729479"/>
            <a:ext cx="3095625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830580">
              <a:lnSpc>
                <a:spcPct val="100000"/>
              </a:lnSpc>
              <a:spcBef>
                <a:spcPts val="100"/>
              </a:spcBef>
            </a:pPr>
            <a:r>
              <a:rPr sz="1000" b="1" spc="-10" dirty="0">
                <a:solidFill>
                  <a:srgbClr val="FFFFFF"/>
                </a:solidFill>
                <a:latin typeface="Arial"/>
                <a:cs typeface="Arial"/>
              </a:rPr>
              <a:t>HAL</a:t>
            </a:r>
            <a:r>
              <a:rPr sz="1000" b="1" spc="-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b="1" dirty="0">
                <a:solidFill>
                  <a:srgbClr val="FFFFFF"/>
                </a:solidFill>
                <a:latin typeface="Arial"/>
                <a:cs typeface="Arial"/>
              </a:rPr>
              <a:t>and</a:t>
            </a:r>
            <a:r>
              <a:rPr sz="1000" b="1" spc="-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b="1" spc="-10" dirty="0">
                <a:solidFill>
                  <a:srgbClr val="FFFFFF"/>
                </a:solidFill>
                <a:latin typeface="Arial"/>
                <a:cs typeface="Arial"/>
              </a:rPr>
              <a:t>Device</a:t>
            </a:r>
            <a:r>
              <a:rPr sz="1000" b="1" spc="-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b="1" spc="-10" dirty="0">
                <a:solidFill>
                  <a:srgbClr val="FFFFFF"/>
                </a:solidFill>
                <a:latin typeface="Arial"/>
                <a:cs typeface="Arial"/>
              </a:rPr>
              <a:t>Drivers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59" name="object 59"/>
          <p:cNvGrpSpPr/>
          <p:nvPr/>
        </p:nvGrpSpPr>
        <p:grpSpPr>
          <a:xfrm>
            <a:off x="6512559" y="1926589"/>
            <a:ext cx="2076450" cy="1153160"/>
            <a:chOff x="6512559" y="1926589"/>
            <a:chExt cx="2076450" cy="1153160"/>
          </a:xfrm>
        </p:grpSpPr>
        <p:pic>
          <p:nvPicPr>
            <p:cNvPr id="60" name="object 6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785099" y="1926589"/>
              <a:ext cx="803909" cy="1153160"/>
            </a:xfrm>
            <a:prstGeom prst="rect">
              <a:avLst/>
            </a:prstGeom>
          </p:spPr>
        </p:pic>
        <p:pic>
          <p:nvPicPr>
            <p:cNvPr id="61" name="object 6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133589" y="1926589"/>
              <a:ext cx="803909" cy="1153160"/>
            </a:xfrm>
            <a:prstGeom prst="rect">
              <a:avLst/>
            </a:prstGeom>
          </p:spPr>
        </p:pic>
        <p:pic>
          <p:nvPicPr>
            <p:cNvPr id="62" name="object 6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512559" y="1926589"/>
              <a:ext cx="803909" cy="1153160"/>
            </a:xfrm>
            <a:prstGeom prst="rect">
              <a:avLst/>
            </a:prstGeom>
          </p:spPr>
        </p:pic>
      </p:grpSp>
      <p:sp>
        <p:nvSpPr>
          <p:cNvPr id="63" name="object 63"/>
          <p:cNvSpPr txBox="1"/>
          <p:nvPr/>
        </p:nvSpPr>
        <p:spPr>
          <a:xfrm>
            <a:off x="7208519" y="5260340"/>
            <a:ext cx="743585" cy="50545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1889"/>
              </a:lnSpc>
              <a:spcBef>
                <a:spcPts val="100"/>
              </a:spcBef>
            </a:pPr>
            <a:r>
              <a:rPr sz="1600" b="1" dirty="0">
                <a:solidFill>
                  <a:srgbClr val="333333"/>
                </a:solidFill>
                <a:latin typeface="Arial"/>
                <a:cs typeface="Arial"/>
              </a:rPr>
              <a:t>&lt;24</a:t>
            </a:r>
            <a:r>
              <a:rPr sz="1600" b="1" spc="-1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600" b="1" spc="-25" dirty="0">
                <a:solidFill>
                  <a:srgbClr val="333333"/>
                </a:solidFill>
                <a:latin typeface="Arial"/>
                <a:cs typeface="Arial"/>
              </a:rPr>
              <a:t>MB</a:t>
            </a:r>
            <a:endParaRPr sz="1600">
              <a:latin typeface="Arial"/>
              <a:cs typeface="Arial"/>
            </a:endParaRPr>
          </a:p>
          <a:p>
            <a:pPr marL="77470">
              <a:lnSpc>
                <a:spcPts val="1889"/>
              </a:lnSpc>
            </a:pPr>
            <a:r>
              <a:rPr sz="1600" b="1" dirty="0">
                <a:solidFill>
                  <a:srgbClr val="333333"/>
                </a:solidFill>
                <a:latin typeface="Arial"/>
                <a:cs typeface="Arial"/>
              </a:rPr>
              <a:t>48</a:t>
            </a:r>
            <a:r>
              <a:rPr sz="1600" b="1" spc="-1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600" b="1" spc="-25" dirty="0">
                <a:solidFill>
                  <a:srgbClr val="333333"/>
                </a:solidFill>
                <a:latin typeface="Arial"/>
                <a:cs typeface="Arial"/>
              </a:rPr>
              <a:t>MB</a:t>
            </a:r>
            <a:endParaRPr sz="1600">
              <a:latin typeface="Arial"/>
              <a:cs typeface="Arial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5264150" y="5260340"/>
            <a:ext cx="1816100" cy="505459"/>
          </a:xfrm>
          <a:prstGeom prst="rect">
            <a:avLst/>
          </a:prstGeom>
        </p:spPr>
        <p:txBody>
          <a:bodyPr vert="horz" wrap="square" lIns="0" tIns="26670" rIns="0" bIns="0" rtlCol="0">
            <a:spAutoFit/>
          </a:bodyPr>
          <a:lstStyle/>
          <a:p>
            <a:pPr marL="12700" marR="5080" indent="1270">
              <a:lnSpc>
                <a:spcPts val="1860"/>
              </a:lnSpc>
              <a:spcBef>
                <a:spcPts val="210"/>
              </a:spcBef>
            </a:pPr>
            <a:r>
              <a:rPr sz="1600" b="1" dirty="0">
                <a:solidFill>
                  <a:srgbClr val="333333"/>
                </a:solidFill>
                <a:latin typeface="Arial"/>
                <a:cs typeface="Arial"/>
              </a:rPr>
              <a:t>Memory</a:t>
            </a:r>
            <a:r>
              <a:rPr sz="1600" b="1" spc="-8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600" b="1" spc="-10" dirty="0">
                <a:solidFill>
                  <a:srgbClr val="333333"/>
                </a:solidFill>
                <a:latin typeface="Arial"/>
                <a:cs typeface="Arial"/>
              </a:rPr>
              <a:t>Footprint: </a:t>
            </a:r>
            <a:r>
              <a:rPr sz="1600" b="1" dirty="0">
                <a:solidFill>
                  <a:srgbClr val="333333"/>
                </a:solidFill>
                <a:latin typeface="Arial"/>
                <a:cs typeface="Arial"/>
              </a:rPr>
              <a:t>Disk</a:t>
            </a:r>
            <a:r>
              <a:rPr sz="1600" b="1" spc="-2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600" b="1" spc="-10" dirty="0">
                <a:solidFill>
                  <a:srgbClr val="333333"/>
                </a:solidFill>
                <a:latin typeface="Arial"/>
                <a:cs typeface="Arial"/>
              </a:rPr>
              <a:t>Footprint:</a:t>
            </a:r>
            <a:endParaRPr sz="1600">
              <a:latin typeface="Arial"/>
              <a:cs typeface="Arial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311150" y="5260340"/>
            <a:ext cx="1849120" cy="742950"/>
          </a:xfrm>
          <a:prstGeom prst="rect">
            <a:avLst/>
          </a:prstGeom>
        </p:spPr>
        <p:txBody>
          <a:bodyPr vert="horz" wrap="square" lIns="0" tIns="19685" rIns="0" bIns="0" rtlCol="0">
            <a:spAutoFit/>
          </a:bodyPr>
          <a:lstStyle/>
          <a:p>
            <a:pPr marL="12700" marR="5080" indent="1270">
              <a:lnSpc>
                <a:spcPct val="97100"/>
              </a:lnSpc>
              <a:spcBef>
                <a:spcPts val="155"/>
              </a:spcBef>
            </a:pPr>
            <a:r>
              <a:rPr sz="1600" b="1" dirty="0">
                <a:solidFill>
                  <a:srgbClr val="333333"/>
                </a:solidFill>
                <a:latin typeface="Arial"/>
                <a:cs typeface="Arial"/>
              </a:rPr>
              <a:t>Memory</a:t>
            </a:r>
            <a:r>
              <a:rPr sz="1600" b="1" spc="-8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600" b="1" spc="-10" dirty="0">
                <a:solidFill>
                  <a:srgbClr val="333333"/>
                </a:solidFill>
                <a:latin typeface="Arial"/>
                <a:cs typeface="Arial"/>
              </a:rPr>
              <a:t>Footprint: </a:t>
            </a:r>
            <a:r>
              <a:rPr sz="1600" b="1" dirty="0">
                <a:solidFill>
                  <a:srgbClr val="333333"/>
                </a:solidFill>
                <a:latin typeface="Arial"/>
                <a:cs typeface="Arial"/>
              </a:rPr>
              <a:t>Disk</a:t>
            </a:r>
            <a:r>
              <a:rPr sz="1600" b="1" spc="-2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600" b="1" spc="-10" dirty="0">
                <a:solidFill>
                  <a:srgbClr val="333333"/>
                </a:solidFill>
                <a:latin typeface="Arial"/>
                <a:cs typeface="Arial"/>
              </a:rPr>
              <a:t>Footprint: </a:t>
            </a:r>
            <a:r>
              <a:rPr sz="1600" b="1" dirty="0">
                <a:solidFill>
                  <a:srgbClr val="333333"/>
                </a:solidFill>
                <a:latin typeface="Arial"/>
                <a:cs typeface="Arial"/>
              </a:rPr>
              <a:t>Percent</a:t>
            </a:r>
            <a:r>
              <a:rPr sz="1600" b="1" spc="-3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600" b="1" dirty="0">
                <a:solidFill>
                  <a:srgbClr val="333333"/>
                </a:solidFill>
                <a:latin typeface="Arial"/>
                <a:cs typeface="Arial"/>
              </a:rPr>
              <a:t>of</a:t>
            </a:r>
            <a:r>
              <a:rPr sz="1600" b="1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600" b="1" spc="-10" dirty="0">
                <a:solidFill>
                  <a:srgbClr val="333333"/>
                </a:solidFill>
                <a:latin typeface="Arial"/>
                <a:cs typeface="Arial"/>
              </a:rPr>
              <a:t>Patches</a:t>
            </a:r>
            <a:endParaRPr sz="1600">
              <a:latin typeface="Arial"/>
              <a:cs typeface="Arial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2863850" y="5260340"/>
            <a:ext cx="841375" cy="7366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46990" algn="r">
              <a:lnSpc>
                <a:spcPts val="1860"/>
              </a:lnSpc>
              <a:spcBef>
                <a:spcPts val="100"/>
              </a:spcBef>
            </a:pPr>
            <a:r>
              <a:rPr sz="1600" b="1" spc="-10" dirty="0">
                <a:solidFill>
                  <a:srgbClr val="333333"/>
                </a:solidFill>
                <a:latin typeface="Arial"/>
                <a:cs typeface="Arial"/>
              </a:rPr>
              <a:t>~272MB</a:t>
            </a:r>
            <a:endParaRPr sz="1600">
              <a:latin typeface="Arial"/>
              <a:cs typeface="Arial"/>
            </a:endParaRPr>
          </a:p>
          <a:p>
            <a:pPr marR="55244" algn="r">
              <a:lnSpc>
                <a:spcPts val="1839"/>
              </a:lnSpc>
            </a:pPr>
            <a:r>
              <a:rPr sz="1600" b="1" dirty="0">
                <a:solidFill>
                  <a:srgbClr val="333333"/>
                </a:solidFill>
                <a:latin typeface="Arial"/>
                <a:cs typeface="Arial"/>
              </a:rPr>
              <a:t>2</a:t>
            </a:r>
            <a:r>
              <a:rPr sz="1600" b="1" spc="-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600" b="1" spc="-25" dirty="0">
                <a:solidFill>
                  <a:srgbClr val="333333"/>
                </a:solidFill>
                <a:latin typeface="Arial"/>
                <a:cs typeface="Arial"/>
              </a:rPr>
              <a:t>GB</a:t>
            </a:r>
            <a:endParaRPr sz="1600">
              <a:latin typeface="Arial"/>
              <a:cs typeface="Arial"/>
            </a:endParaRPr>
          </a:p>
          <a:p>
            <a:pPr marL="421005">
              <a:lnSpc>
                <a:spcPts val="1900"/>
              </a:lnSpc>
            </a:pPr>
            <a:r>
              <a:rPr sz="1600" b="1" spc="-25" dirty="0">
                <a:solidFill>
                  <a:srgbClr val="333333"/>
                </a:solidFill>
                <a:latin typeface="Arial"/>
                <a:cs typeface="Arial"/>
              </a:rPr>
              <a:t>50%</a:t>
            </a:r>
            <a:endParaRPr sz="1600">
              <a:latin typeface="Arial"/>
              <a:cs typeface="Arial"/>
            </a:endParaRPr>
          </a:p>
        </p:txBody>
      </p:sp>
      <p:sp>
        <p:nvSpPr>
          <p:cNvPr id="67" name="object 67"/>
          <p:cNvSpPr txBox="1">
            <a:spLocks noGrp="1"/>
          </p:cNvSpPr>
          <p:nvPr>
            <p:ph type="title"/>
          </p:nvPr>
        </p:nvSpPr>
        <p:spPr>
          <a:xfrm>
            <a:off x="1013460" y="471170"/>
            <a:ext cx="4836160" cy="737870"/>
          </a:xfrm>
          <a:prstGeom prst="rect">
            <a:avLst/>
          </a:prstGeom>
        </p:spPr>
        <p:txBody>
          <a:bodyPr vert="horz" wrap="square" lIns="0" tIns="12192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60"/>
              </a:spcBef>
            </a:pPr>
            <a:r>
              <a:rPr dirty="0"/>
              <a:t>ESX</a:t>
            </a:r>
            <a:r>
              <a:rPr spc="-120" dirty="0"/>
              <a:t> </a:t>
            </a:r>
            <a:r>
              <a:rPr spc="-20" dirty="0"/>
              <a:t>Server</a:t>
            </a:r>
            <a:r>
              <a:rPr spc="-90" dirty="0"/>
              <a:t> </a:t>
            </a:r>
            <a:r>
              <a:rPr dirty="0"/>
              <a:t>3i:</a:t>
            </a:r>
            <a:r>
              <a:rPr spc="-120" dirty="0"/>
              <a:t> </a:t>
            </a:r>
            <a:r>
              <a:rPr u="sng" dirty="0">
                <a:uFill>
                  <a:solidFill>
                    <a:srgbClr val="7C9AC5"/>
                  </a:solidFill>
                </a:uFill>
              </a:rPr>
              <a:t>Thin</a:t>
            </a:r>
            <a:r>
              <a:rPr u="sng" spc="-20" dirty="0">
                <a:uFill>
                  <a:solidFill>
                    <a:srgbClr val="7C9AC5"/>
                  </a:solidFill>
                </a:uFill>
              </a:rPr>
              <a:t> </a:t>
            </a:r>
            <a:r>
              <a:rPr u="sng" spc="-25" dirty="0">
                <a:uFill>
                  <a:solidFill>
                    <a:srgbClr val="7C9AC5"/>
                  </a:solidFill>
                </a:uFill>
              </a:rPr>
              <a:t>Virtualization</a:t>
            </a:r>
            <a:r>
              <a:rPr u="none" spc="-25" dirty="0"/>
              <a:t>!</a:t>
            </a:r>
          </a:p>
          <a:p>
            <a:pPr marR="1003300" algn="r">
              <a:lnSpc>
                <a:spcPct val="100000"/>
              </a:lnSpc>
              <a:spcBef>
                <a:spcPts val="430"/>
              </a:spcBef>
            </a:pPr>
            <a:r>
              <a:rPr sz="1200" spc="-25" dirty="0">
                <a:solidFill>
                  <a:srgbClr val="000000"/>
                </a:solidFill>
              </a:rPr>
              <a:t>98%</a:t>
            </a:r>
            <a:endParaRPr sz="1200"/>
          </a:p>
        </p:txBody>
      </p:sp>
      <p:sp>
        <p:nvSpPr>
          <p:cNvPr id="68" name="object 68"/>
          <p:cNvSpPr/>
          <p:nvPr/>
        </p:nvSpPr>
        <p:spPr>
          <a:xfrm>
            <a:off x="8458200" y="990600"/>
            <a:ext cx="304800" cy="228600"/>
          </a:xfrm>
          <a:custGeom>
            <a:avLst/>
            <a:gdLst/>
            <a:ahLst/>
            <a:cxnLst/>
            <a:rect l="l" t="t" r="r" b="b"/>
            <a:pathLst>
              <a:path w="304800" h="228600">
                <a:moveTo>
                  <a:pt x="304800" y="0"/>
                </a:moveTo>
                <a:lnTo>
                  <a:pt x="0" y="0"/>
                </a:lnTo>
                <a:lnTo>
                  <a:pt x="0" y="228600"/>
                </a:lnTo>
                <a:lnTo>
                  <a:pt x="152400" y="228600"/>
                </a:lnTo>
                <a:lnTo>
                  <a:pt x="304800" y="228600"/>
                </a:lnTo>
                <a:lnTo>
                  <a:pt x="304800" y="0"/>
                </a:lnTo>
                <a:close/>
              </a:path>
            </a:pathLst>
          </a:custGeom>
          <a:solidFill>
            <a:srgbClr val="FF99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 txBox="1"/>
          <p:nvPr/>
        </p:nvSpPr>
        <p:spPr>
          <a:xfrm>
            <a:off x="8489950" y="1000759"/>
            <a:ext cx="24511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spc="-25" dirty="0">
                <a:latin typeface="Arial"/>
                <a:cs typeface="Arial"/>
              </a:rPr>
              <a:t>2%</a:t>
            </a:r>
            <a:endParaRPr sz="1200">
              <a:latin typeface="Arial"/>
              <a:cs typeface="Arial"/>
            </a:endParaRPr>
          </a:p>
        </p:txBody>
      </p:sp>
      <p:sp>
        <p:nvSpPr>
          <p:cNvPr id="70" name="object 7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25" dirty="0"/>
              <a:t>52</a:t>
            </a:fld>
            <a:endParaRPr spc="-25" dirty="0"/>
          </a:p>
        </p:txBody>
      </p:sp>
    </p:spTree>
  </p:cSld>
  <p:clrMapOvr>
    <a:masterClrMapping/>
  </p:clrMapOvr>
  <p:transition>
    <p:wipe dir="r"/>
  </p:transition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520700" y="590550"/>
            <a:ext cx="4953000" cy="1842770"/>
            <a:chOff x="520700" y="590550"/>
            <a:chExt cx="4953000" cy="1842770"/>
          </a:xfrm>
        </p:grpSpPr>
        <p:sp>
          <p:nvSpPr>
            <p:cNvPr id="3" name="object 3"/>
            <p:cNvSpPr/>
            <p:nvPr/>
          </p:nvSpPr>
          <p:spPr>
            <a:xfrm>
              <a:off x="980440" y="590550"/>
              <a:ext cx="4493260" cy="403860"/>
            </a:xfrm>
            <a:custGeom>
              <a:avLst/>
              <a:gdLst/>
              <a:ahLst/>
              <a:cxnLst/>
              <a:rect l="l" t="t" r="r" b="b"/>
              <a:pathLst>
                <a:path w="4493260" h="403859">
                  <a:moveTo>
                    <a:pt x="4493260" y="0"/>
                  </a:moveTo>
                  <a:lnTo>
                    <a:pt x="0" y="0"/>
                  </a:lnTo>
                  <a:lnTo>
                    <a:pt x="0" y="403860"/>
                  </a:lnTo>
                  <a:lnTo>
                    <a:pt x="2246629" y="403860"/>
                  </a:lnTo>
                  <a:lnTo>
                    <a:pt x="4493260" y="403860"/>
                  </a:lnTo>
                  <a:lnTo>
                    <a:pt x="449326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20700" y="996950"/>
              <a:ext cx="2832100" cy="1436370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720850" y="1254759"/>
              <a:ext cx="92710" cy="113030"/>
            </a:xfrm>
            <a:custGeom>
              <a:avLst/>
              <a:gdLst/>
              <a:ahLst/>
              <a:cxnLst/>
              <a:rect l="l" t="t" r="r" b="b"/>
              <a:pathLst>
                <a:path w="92710" h="113030">
                  <a:moveTo>
                    <a:pt x="92710" y="0"/>
                  </a:moveTo>
                  <a:lnTo>
                    <a:pt x="0" y="0"/>
                  </a:lnTo>
                  <a:lnTo>
                    <a:pt x="0" y="113029"/>
                  </a:lnTo>
                  <a:lnTo>
                    <a:pt x="45719" y="113029"/>
                  </a:lnTo>
                  <a:lnTo>
                    <a:pt x="92710" y="113029"/>
                  </a:lnTo>
                  <a:lnTo>
                    <a:pt x="92710" y="0"/>
                  </a:lnTo>
                  <a:close/>
                </a:path>
              </a:pathLst>
            </a:custGeom>
            <a:solidFill>
              <a:srgbClr val="5E5E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6" name="object 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574029" y="4509770"/>
            <a:ext cx="137160" cy="116839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5260340" y="1791970"/>
            <a:ext cx="3491865" cy="29108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93700" marR="173355" indent="-381000">
              <a:lnSpc>
                <a:spcPct val="100000"/>
              </a:lnSpc>
              <a:spcBef>
                <a:spcPts val="100"/>
              </a:spcBef>
              <a:buAutoNum type="arabicPeriod"/>
              <a:tabLst>
                <a:tab pos="393700" algn="l"/>
              </a:tabLst>
            </a:pPr>
            <a:r>
              <a:rPr sz="2000" dirty="0">
                <a:solidFill>
                  <a:srgbClr val="333333"/>
                </a:solidFill>
                <a:latin typeface="Arial"/>
                <a:cs typeface="Arial"/>
              </a:rPr>
              <a:t>Power</a:t>
            </a:r>
            <a:r>
              <a:rPr sz="20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dirty="0">
                <a:solidFill>
                  <a:srgbClr val="333333"/>
                </a:solidFill>
                <a:latin typeface="Arial"/>
                <a:cs typeface="Arial"/>
              </a:rPr>
              <a:t>on</a:t>
            </a:r>
            <a:r>
              <a:rPr sz="2000" spc="-2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dirty="0">
                <a:solidFill>
                  <a:srgbClr val="333333"/>
                </a:solidFill>
                <a:latin typeface="Arial"/>
                <a:cs typeface="Arial"/>
              </a:rPr>
              <a:t>server</a:t>
            </a:r>
            <a:r>
              <a:rPr sz="2000" spc="-2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dirty="0">
                <a:solidFill>
                  <a:srgbClr val="333333"/>
                </a:solidFill>
                <a:latin typeface="Arial"/>
                <a:cs typeface="Arial"/>
              </a:rPr>
              <a:t>and</a:t>
            </a:r>
            <a:r>
              <a:rPr sz="2000" spc="-2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spc="-20" dirty="0">
                <a:solidFill>
                  <a:srgbClr val="333333"/>
                </a:solidFill>
                <a:latin typeface="Arial"/>
                <a:cs typeface="Arial"/>
              </a:rPr>
              <a:t>boot </a:t>
            </a:r>
            <a:r>
              <a:rPr sz="2000" dirty="0">
                <a:solidFill>
                  <a:srgbClr val="333333"/>
                </a:solidFill>
                <a:latin typeface="Arial"/>
                <a:cs typeface="Arial"/>
              </a:rPr>
              <a:t>into</a:t>
            </a:r>
            <a:r>
              <a:rPr sz="20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spc="-10" dirty="0">
                <a:solidFill>
                  <a:srgbClr val="333333"/>
                </a:solidFill>
                <a:latin typeface="Arial"/>
                <a:cs typeface="Arial"/>
              </a:rPr>
              <a:t>hypervisor</a:t>
            </a:r>
            <a:endParaRPr sz="2000">
              <a:latin typeface="Arial"/>
              <a:cs typeface="Arial"/>
            </a:endParaRPr>
          </a:p>
          <a:p>
            <a:pPr marL="393065" indent="-380365">
              <a:lnSpc>
                <a:spcPct val="100000"/>
              </a:lnSpc>
              <a:spcBef>
                <a:spcPts val="1000"/>
              </a:spcBef>
              <a:buAutoNum type="arabicPeriod"/>
              <a:tabLst>
                <a:tab pos="393065" algn="l"/>
              </a:tabLst>
            </a:pPr>
            <a:r>
              <a:rPr sz="2000" dirty="0">
                <a:solidFill>
                  <a:srgbClr val="333333"/>
                </a:solidFill>
                <a:latin typeface="Arial"/>
                <a:cs typeface="Arial"/>
              </a:rPr>
              <a:t>Configure</a:t>
            </a:r>
            <a:r>
              <a:rPr sz="2000" spc="-6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dirty="0">
                <a:solidFill>
                  <a:srgbClr val="333333"/>
                </a:solidFill>
                <a:latin typeface="Arial"/>
                <a:cs typeface="Arial"/>
              </a:rPr>
              <a:t>Admin</a:t>
            </a:r>
            <a:r>
              <a:rPr sz="2000" spc="-6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spc="-10" dirty="0">
                <a:solidFill>
                  <a:srgbClr val="333333"/>
                </a:solidFill>
                <a:latin typeface="Arial"/>
                <a:cs typeface="Arial"/>
              </a:rPr>
              <a:t>Password</a:t>
            </a:r>
            <a:endParaRPr sz="2000">
              <a:latin typeface="Arial"/>
              <a:cs typeface="Arial"/>
            </a:endParaRPr>
          </a:p>
          <a:p>
            <a:pPr marL="393700" marR="246379" indent="-381000">
              <a:lnSpc>
                <a:spcPct val="100000"/>
              </a:lnSpc>
              <a:spcBef>
                <a:spcPts val="1000"/>
              </a:spcBef>
              <a:buAutoNum type="arabicPeriod"/>
              <a:tabLst>
                <a:tab pos="393700" algn="l"/>
              </a:tabLst>
            </a:pPr>
            <a:r>
              <a:rPr sz="2000" dirty="0">
                <a:solidFill>
                  <a:srgbClr val="333333"/>
                </a:solidFill>
                <a:latin typeface="Arial"/>
                <a:cs typeface="Arial"/>
              </a:rPr>
              <a:t>(optional)</a:t>
            </a:r>
            <a:r>
              <a:rPr sz="2000" spc="-6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dirty="0">
                <a:solidFill>
                  <a:srgbClr val="333333"/>
                </a:solidFill>
                <a:latin typeface="Arial"/>
                <a:cs typeface="Arial"/>
              </a:rPr>
              <a:t>Modify</a:t>
            </a:r>
            <a:r>
              <a:rPr sz="2000" spc="-5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spc="-10" dirty="0">
                <a:solidFill>
                  <a:srgbClr val="333333"/>
                </a:solidFill>
                <a:latin typeface="Arial"/>
                <a:cs typeface="Arial"/>
              </a:rPr>
              <a:t>network configuration</a:t>
            </a:r>
            <a:endParaRPr sz="2000">
              <a:latin typeface="Arial"/>
              <a:cs typeface="Arial"/>
            </a:endParaRPr>
          </a:p>
          <a:p>
            <a:pPr marL="393700" marR="448945" indent="-381000">
              <a:lnSpc>
                <a:spcPct val="100000"/>
              </a:lnSpc>
              <a:spcBef>
                <a:spcPts val="1000"/>
              </a:spcBef>
              <a:buAutoNum type="arabicPeriod"/>
              <a:tabLst>
                <a:tab pos="393700" algn="l"/>
                <a:tab pos="2512695" algn="l"/>
              </a:tabLst>
            </a:pPr>
            <a:r>
              <a:rPr sz="2000" dirty="0">
                <a:solidFill>
                  <a:srgbClr val="333333"/>
                </a:solidFill>
                <a:latin typeface="Arial"/>
                <a:cs typeface="Arial"/>
              </a:rPr>
              <a:t>Connect</a:t>
            </a:r>
            <a:r>
              <a:rPr sz="2000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dirty="0">
                <a:solidFill>
                  <a:srgbClr val="333333"/>
                </a:solidFill>
                <a:latin typeface="Arial"/>
                <a:cs typeface="Arial"/>
              </a:rPr>
              <a:t>VI</a:t>
            </a:r>
            <a:r>
              <a:rPr sz="2000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spc="-10" dirty="0">
                <a:solidFill>
                  <a:srgbClr val="333333"/>
                </a:solidFill>
                <a:latin typeface="Arial"/>
                <a:cs typeface="Arial"/>
              </a:rPr>
              <a:t>Client</a:t>
            </a:r>
            <a:r>
              <a:rPr sz="2000" dirty="0">
                <a:solidFill>
                  <a:srgbClr val="333333"/>
                </a:solidFill>
                <a:latin typeface="Arial"/>
                <a:cs typeface="Arial"/>
              </a:rPr>
              <a:t>	to</a:t>
            </a:r>
            <a:r>
              <a:rPr sz="2000" spc="-2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spc="-25" dirty="0">
                <a:solidFill>
                  <a:srgbClr val="333333"/>
                </a:solidFill>
                <a:latin typeface="Arial"/>
                <a:cs typeface="Arial"/>
              </a:rPr>
              <a:t>IP </a:t>
            </a:r>
            <a:r>
              <a:rPr sz="2000" spc="-10" dirty="0">
                <a:solidFill>
                  <a:srgbClr val="333333"/>
                </a:solidFill>
                <a:latin typeface="Arial"/>
                <a:cs typeface="Arial"/>
              </a:rPr>
              <a:t>Address</a:t>
            </a:r>
            <a:endParaRPr sz="2000">
              <a:latin typeface="Arial"/>
              <a:cs typeface="Arial"/>
            </a:endParaRPr>
          </a:p>
          <a:p>
            <a:pPr marL="417830" algn="ctr">
              <a:lnSpc>
                <a:spcPct val="100000"/>
              </a:lnSpc>
              <a:spcBef>
                <a:spcPts val="1000"/>
              </a:spcBef>
            </a:pPr>
            <a:r>
              <a:rPr sz="1600" dirty="0">
                <a:latin typeface="Arial"/>
                <a:cs typeface="Arial"/>
              </a:rPr>
              <a:t>Or</a:t>
            </a:r>
            <a:r>
              <a:rPr sz="1600" spc="-35" dirty="0">
                <a:latin typeface="Arial"/>
                <a:cs typeface="Arial"/>
              </a:rPr>
              <a:t> </a:t>
            </a:r>
            <a:r>
              <a:rPr sz="1600" dirty="0">
                <a:latin typeface="Arial"/>
                <a:cs typeface="Arial"/>
              </a:rPr>
              <a:t>manage</a:t>
            </a:r>
            <a:r>
              <a:rPr sz="1600" spc="-20" dirty="0">
                <a:latin typeface="Arial"/>
                <a:cs typeface="Arial"/>
              </a:rPr>
              <a:t> </a:t>
            </a:r>
            <a:r>
              <a:rPr sz="1600" dirty="0">
                <a:latin typeface="Arial"/>
                <a:cs typeface="Arial"/>
              </a:rPr>
              <a:t>with</a:t>
            </a:r>
            <a:r>
              <a:rPr sz="1600" spc="-25" dirty="0">
                <a:latin typeface="Arial"/>
                <a:cs typeface="Arial"/>
              </a:rPr>
              <a:t> </a:t>
            </a:r>
            <a:r>
              <a:rPr sz="1600" spc="-10" dirty="0">
                <a:latin typeface="Arial"/>
                <a:cs typeface="Arial"/>
              </a:rPr>
              <a:t>VirtualCenter</a:t>
            </a:r>
            <a:endParaRPr sz="1600">
              <a:latin typeface="Arial"/>
              <a:cs typeface="Arial"/>
            </a:endParaRPr>
          </a:p>
        </p:txBody>
      </p:sp>
      <p:sp>
        <p:nvSpPr>
          <p:cNvPr id="8" name="object 8"/>
          <p:cNvSpPr txBox="1">
            <a:spLocks noGrp="1"/>
          </p:cNvSpPr>
          <p:nvPr>
            <p:ph type="title"/>
          </p:nvPr>
        </p:nvSpPr>
        <p:spPr>
          <a:xfrm>
            <a:off x="1013460" y="568959"/>
            <a:ext cx="4269740" cy="4584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2845"/>
              </a:lnSpc>
              <a:spcBef>
                <a:spcPts val="100"/>
              </a:spcBef>
            </a:pPr>
            <a:r>
              <a:rPr spc="-10" dirty="0"/>
              <a:t>Start</a:t>
            </a:r>
            <a:r>
              <a:rPr spc="-65" dirty="0"/>
              <a:t> </a:t>
            </a:r>
            <a:r>
              <a:rPr dirty="0"/>
              <a:t>Running</a:t>
            </a:r>
            <a:r>
              <a:rPr spc="-45" dirty="0"/>
              <a:t> </a:t>
            </a:r>
            <a:r>
              <a:rPr spc="-25" dirty="0"/>
              <a:t>VMs</a:t>
            </a:r>
            <a:r>
              <a:rPr spc="-325" dirty="0"/>
              <a:t> </a:t>
            </a:r>
            <a:r>
              <a:rPr dirty="0"/>
              <a:t>in</a:t>
            </a:r>
            <a:r>
              <a:rPr spc="-45" dirty="0"/>
              <a:t> </a:t>
            </a:r>
            <a:r>
              <a:rPr spc="-10" dirty="0"/>
              <a:t>Minutes</a:t>
            </a:r>
          </a:p>
          <a:p>
            <a:pPr marL="641350">
              <a:lnSpc>
                <a:spcPts val="565"/>
              </a:lnSpc>
            </a:pPr>
            <a:r>
              <a:rPr sz="500" spc="-25" dirty="0">
                <a:solidFill>
                  <a:srgbClr val="FFFFFF"/>
                </a:solidFill>
                <a:latin typeface="Courier New"/>
                <a:cs typeface="Courier New"/>
              </a:rPr>
              <a:t>3i</a:t>
            </a:r>
            <a:endParaRPr sz="500">
              <a:latin typeface="Courier New"/>
              <a:cs typeface="Courier New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13029" y="948690"/>
            <a:ext cx="433070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600" spc="-340" dirty="0">
                <a:solidFill>
                  <a:srgbClr val="FB432A"/>
                </a:solidFill>
                <a:latin typeface="Wingdings"/>
                <a:cs typeface="Wingdings"/>
              </a:rPr>
              <a:t></a:t>
            </a:r>
            <a:endParaRPr sz="3600">
              <a:latin typeface="Wingdings"/>
              <a:cs typeface="Wingdings"/>
            </a:endParaRPr>
          </a:p>
        </p:txBody>
      </p:sp>
      <p:pic>
        <p:nvPicPr>
          <p:cNvPr id="10" name="object 10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634489" y="1977389"/>
            <a:ext cx="2891790" cy="1433829"/>
          </a:xfrm>
          <a:prstGeom prst="rect">
            <a:avLst/>
          </a:prstGeom>
        </p:spPr>
      </p:pic>
      <p:sp>
        <p:nvSpPr>
          <p:cNvPr id="11" name="object 11"/>
          <p:cNvSpPr txBox="1"/>
          <p:nvPr/>
        </p:nvSpPr>
        <p:spPr>
          <a:xfrm>
            <a:off x="1223010" y="2320290"/>
            <a:ext cx="433070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600" spc="-340" dirty="0">
                <a:solidFill>
                  <a:srgbClr val="FB432A"/>
                </a:solidFill>
                <a:latin typeface="Wingdings"/>
                <a:cs typeface="Wingdings"/>
              </a:rPr>
              <a:t></a:t>
            </a:r>
            <a:endParaRPr sz="3600">
              <a:latin typeface="Wingdings"/>
              <a:cs typeface="Wingdings"/>
            </a:endParaRPr>
          </a:p>
        </p:txBody>
      </p:sp>
      <p:pic>
        <p:nvPicPr>
          <p:cNvPr id="12" name="object 12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608330" y="3016250"/>
            <a:ext cx="2898139" cy="1433830"/>
          </a:xfrm>
          <a:prstGeom prst="rect">
            <a:avLst/>
          </a:prstGeom>
        </p:spPr>
      </p:pic>
      <p:sp>
        <p:nvSpPr>
          <p:cNvPr id="13" name="object 13"/>
          <p:cNvSpPr txBox="1"/>
          <p:nvPr/>
        </p:nvSpPr>
        <p:spPr>
          <a:xfrm>
            <a:off x="172720" y="3049270"/>
            <a:ext cx="433070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600" spc="-340" dirty="0">
                <a:solidFill>
                  <a:srgbClr val="FB432A"/>
                </a:solidFill>
                <a:latin typeface="Wingdings"/>
                <a:cs typeface="Wingdings"/>
              </a:rPr>
              <a:t></a:t>
            </a:r>
            <a:endParaRPr sz="3600">
              <a:latin typeface="Wingdings"/>
              <a:cs typeface="Wingdings"/>
            </a:endParaRPr>
          </a:p>
        </p:txBody>
      </p:sp>
      <p:pic>
        <p:nvPicPr>
          <p:cNvPr id="14" name="object 14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634489" y="4067809"/>
            <a:ext cx="2585719" cy="1913889"/>
          </a:xfrm>
          <a:prstGeom prst="rect">
            <a:avLst/>
          </a:prstGeom>
        </p:spPr>
      </p:pic>
      <p:sp>
        <p:nvSpPr>
          <p:cNvPr id="15" name="object 15"/>
          <p:cNvSpPr txBox="1"/>
          <p:nvPr/>
        </p:nvSpPr>
        <p:spPr>
          <a:xfrm>
            <a:off x="1223010" y="4345940"/>
            <a:ext cx="433070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600" spc="-340" dirty="0">
                <a:solidFill>
                  <a:srgbClr val="FB432A"/>
                </a:solidFill>
                <a:latin typeface="Wingdings"/>
                <a:cs typeface="Wingdings"/>
              </a:rPr>
              <a:t></a:t>
            </a:r>
            <a:endParaRPr sz="3600">
              <a:latin typeface="Wingdings"/>
              <a:cs typeface="Wingdings"/>
            </a:endParaRPr>
          </a:p>
        </p:txBody>
      </p:sp>
      <p:sp>
        <p:nvSpPr>
          <p:cNvPr id="16" name="object 16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25" dirty="0"/>
              <a:t>53</a:t>
            </a:fld>
            <a:endParaRPr spc="-25" dirty="0"/>
          </a:p>
        </p:txBody>
      </p:sp>
    </p:spTree>
  </p:cSld>
  <p:clrMapOvr>
    <a:masterClrMapping/>
  </p:clrMapOvr>
  <p:transition>
    <p:wipe dir="r"/>
  </p:transition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821689" y="4953000"/>
            <a:ext cx="8007350" cy="685800"/>
          </a:xfrm>
          <a:custGeom>
            <a:avLst/>
            <a:gdLst/>
            <a:ahLst/>
            <a:cxnLst/>
            <a:rect l="l" t="t" r="r" b="b"/>
            <a:pathLst>
              <a:path w="8007350" h="685800">
                <a:moveTo>
                  <a:pt x="8007350" y="0"/>
                </a:moveTo>
                <a:lnTo>
                  <a:pt x="0" y="0"/>
                </a:lnTo>
                <a:lnTo>
                  <a:pt x="0" y="685800"/>
                </a:lnTo>
                <a:lnTo>
                  <a:pt x="8007350" y="685800"/>
                </a:lnTo>
                <a:lnTo>
                  <a:pt x="8007350" y="0"/>
                </a:lnTo>
                <a:close/>
              </a:path>
            </a:pathLst>
          </a:custGeom>
          <a:solidFill>
            <a:srgbClr val="7C9AC5">
              <a:alpha val="29998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980439" y="595630"/>
            <a:ext cx="4169410" cy="403860"/>
          </a:xfrm>
          <a:custGeom>
            <a:avLst/>
            <a:gdLst/>
            <a:ahLst/>
            <a:cxnLst/>
            <a:rect l="l" t="t" r="r" b="b"/>
            <a:pathLst>
              <a:path w="4169410" h="403859">
                <a:moveTo>
                  <a:pt x="4169410" y="0"/>
                </a:moveTo>
                <a:lnTo>
                  <a:pt x="0" y="0"/>
                </a:lnTo>
                <a:lnTo>
                  <a:pt x="0" y="403860"/>
                </a:lnTo>
                <a:lnTo>
                  <a:pt x="2085339" y="403860"/>
                </a:lnTo>
                <a:lnTo>
                  <a:pt x="4169410" y="403860"/>
                </a:lnTo>
                <a:lnTo>
                  <a:pt x="416941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08000">
              <a:lnSpc>
                <a:spcPct val="100000"/>
              </a:lnSpc>
              <a:spcBef>
                <a:spcPts val="100"/>
              </a:spcBef>
            </a:pPr>
            <a:r>
              <a:rPr spc="-10" dirty="0"/>
              <a:t>Evolution</a:t>
            </a:r>
            <a:r>
              <a:rPr spc="-55" dirty="0"/>
              <a:t> </a:t>
            </a:r>
            <a:r>
              <a:rPr dirty="0"/>
              <a:t>of</a:t>
            </a:r>
            <a:r>
              <a:rPr spc="-40" dirty="0"/>
              <a:t> </a:t>
            </a:r>
            <a:r>
              <a:rPr dirty="0"/>
              <a:t>VI</a:t>
            </a:r>
            <a:r>
              <a:rPr spc="-40" dirty="0"/>
              <a:t> </a:t>
            </a:r>
            <a:r>
              <a:rPr spc="-20" dirty="0"/>
              <a:t>Management</a:t>
            </a:r>
          </a:p>
        </p:txBody>
      </p:sp>
      <p:sp>
        <p:nvSpPr>
          <p:cNvPr id="5" name="object 5"/>
          <p:cNvSpPr/>
          <p:nvPr/>
        </p:nvSpPr>
        <p:spPr>
          <a:xfrm>
            <a:off x="825500" y="5635050"/>
            <a:ext cx="8006080" cy="12700"/>
          </a:xfrm>
          <a:custGeom>
            <a:avLst/>
            <a:gdLst/>
            <a:ahLst/>
            <a:cxnLst/>
            <a:rect l="l" t="t" r="r" b="b"/>
            <a:pathLst>
              <a:path w="8006080" h="12700">
                <a:moveTo>
                  <a:pt x="0" y="12579"/>
                </a:moveTo>
                <a:lnTo>
                  <a:pt x="8006080" y="12579"/>
                </a:lnTo>
                <a:lnTo>
                  <a:pt x="8006080" y="0"/>
                </a:lnTo>
                <a:lnTo>
                  <a:pt x="0" y="0"/>
                </a:lnTo>
                <a:lnTo>
                  <a:pt x="0" y="12579"/>
                </a:lnTo>
                <a:close/>
              </a:path>
            </a:pathLst>
          </a:custGeom>
          <a:solidFill>
            <a:srgbClr val="76767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5669279" y="5736590"/>
            <a:ext cx="600710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600" b="1" dirty="0">
                <a:latin typeface="Arial"/>
                <a:cs typeface="Arial"/>
              </a:rPr>
              <a:t>ESX</a:t>
            </a:r>
            <a:r>
              <a:rPr sz="1600" b="1" spc="-15" dirty="0">
                <a:latin typeface="Arial"/>
                <a:cs typeface="Arial"/>
              </a:rPr>
              <a:t> </a:t>
            </a:r>
            <a:r>
              <a:rPr sz="1600" b="1" spc="-50" dirty="0">
                <a:latin typeface="Arial"/>
                <a:cs typeface="Arial"/>
              </a:rPr>
              <a:t>3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5050563" y="5002303"/>
            <a:ext cx="1744345" cy="564515"/>
            <a:chOff x="5050563" y="5002303"/>
            <a:chExt cx="1744345" cy="564515"/>
          </a:xfrm>
        </p:grpSpPr>
        <p:sp>
          <p:nvSpPr>
            <p:cNvPr id="8" name="object 8"/>
            <p:cNvSpPr/>
            <p:nvPr/>
          </p:nvSpPr>
          <p:spPr>
            <a:xfrm>
              <a:off x="5064760" y="5016499"/>
              <a:ext cx="1715770" cy="535940"/>
            </a:xfrm>
            <a:custGeom>
              <a:avLst/>
              <a:gdLst/>
              <a:ahLst/>
              <a:cxnLst/>
              <a:rect l="l" t="t" r="r" b="b"/>
              <a:pathLst>
                <a:path w="1715770" h="535939">
                  <a:moveTo>
                    <a:pt x="1650999" y="0"/>
                  </a:moveTo>
                  <a:lnTo>
                    <a:pt x="64769" y="0"/>
                  </a:lnTo>
                  <a:lnTo>
                    <a:pt x="41255" y="5476"/>
                  </a:lnTo>
                  <a:lnTo>
                    <a:pt x="20478" y="20002"/>
                  </a:lnTo>
                  <a:lnTo>
                    <a:pt x="5655" y="40719"/>
                  </a:lnTo>
                  <a:lnTo>
                    <a:pt x="0" y="64769"/>
                  </a:lnTo>
                  <a:lnTo>
                    <a:pt x="0" y="471169"/>
                  </a:lnTo>
                  <a:lnTo>
                    <a:pt x="5655" y="494684"/>
                  </a:lnTo>
                  <a:lnTo>
                    <a:pt x="20478" y="515461"/>
                  </a:lnTo>
                  <a:lnTo>
                    <a:pt x="41255" y="530284"/>
                  </a:lnTo>
                  <a:lnTo>
                    <a:pt x="64769" y="535940"/>
                  </a:lnTo>
                  <a:lnTo>
                    <a:pt x="1650999" y="535940"/>
                  </a:lnTo>
                  <a:lnTo>
                    <a:pt x="1674514" y="530284"/>
                  </a:lnTo>
                  <a:lnTo>
                    <a:pt x="1695291" y="515461"/>
                  </a:lnTo>
                  <a:lnTo>
                    <a:pt x="1710114" y="494684"/>
                  </a:lnTo>
                  <a:lnTo>
                    <a:pt x="1715769" y="471169"/>
                  </a:lnTo>
                  <a:lnTo>
                    <a:pt x="1715769" y="64769"/>
                  </a:lnTo>
                  <a:lnTo>
                    <a:pt x="1710114" y="40719"/>
                  </a:lnTo>
                  <a:lnTo>
                    <a:pt x="1695291" y="20002"/>
                  </a:lnTo>
                  <a:lnTo>
                    <a:pt x="1674514" y="5476"/>
                  </a:lnTo>
                  <a:lnTo>
                    <a:pt x="1650999" y="0"/>
                  </a:lnTo>
                  <a:close/>
                </a:path>
              </a:pathLst>
            </a:custGeom>
            <a:solidFill>
              <a:srgbClr val="7C9A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5064760" y="5016499"/>
              <a:ext cx="1715770" cy="535940"/>
            </a:xfrm>
            <a:custGeom>
              <a:avLst/>
              <a:gdLst/>
              <a:ahLst/>
              <a:cxnLst/>
              <a:rect l="l" t="t" r="r" b="b"/>
              <a:pathLst>
                <a:path w="1715770" h="535939">
                  <a:moveTo>
                    <a:pt x="64769" y="0"/>
                  </a:moveTo>
                  <a:lnTo>
                    <a:pt x="41255" y="5476"/>
                  </a:lnTo>
                  <a:lnTo>
                    <a:pt x="20478" y="20002"/>
                  </a:lnTo>
                  <a:lnTo>
                    <a:pt x="5655" y="40719"/>
                  </a:lnTo>
                  <a:lnTo>
                    <a:pt x="0" y="64769"/>
                  </a:lnTo>
                  <a:lnTo>
                    <a:pt x="0" y="71119"/>
                  </a:lnTo>
                  <a:lnTo>
                    <a:pt x="0" y="115569"/>
                  </a:lnTo>
                  <a:lnTo>
                    <a:pt x="0" y="236219"/>
                  </a:lnTo>
                  <a:lnTo>
                    <a:pt x="0" y="471169"/>
                  </a:lnTo>
                  <a:lnTo>
                    <a:pt x="5655" y="494684"/>
                  </a:lnTo>
                  <a:lnTo>
                    <a:pt x="20478" y="515461"/>
                  </a:lnTo>
                  <a:lnTo>
                    <a:pt x="41255" y="530284"/>
                  </a:lnTo>
                  <a:lnTo>
                    <a:pt x="64769" y="535940"/>
                  </a:lnTo>
                  <a:lnTo>
                    <a:pt x="89554" y="535940"/>
                  </a:lnTo>
                  <a:lnTo>
                    <a:pt x="263048" y="535940"/>
                  </a:lnTo>
                  <a:lnTo>
                    <a:pt x="733960" y="535940"/>
                  </a:lnTo>
                  <a:lnTo>
                    <a:pt x="1650999" y="535940"/>
                  </a:lnTo>
                  <a:lnTo>
                    <a:pt x="1674514" y="530284"/>
                  </a:lnTo>
                  <a:lnTo>
                    <a:pt x="1695291" y="515461"/>
                  </a:lnTo>
                  <a:lnTo>
                    <a:pt x="1710114" y="494684"/>
                  </a:lnTo>
                  <a:lnTo>
                    <a:pt x="1715769" y="471169"/>
                  </a:lnTo>
                  <a:lnTo>
                    <a:pt x="1715769" y="464819"/>
                  </a:lnTo>
                  <a:lnTo>
                    <a:pt x="1715769" y="420369"/>
                  </a:lnTo>
                  <a:lnTo>
                    <a:pt x="1715769" y="299719"/>
                  </a:lnTo>
                  <a:lnTo>
                    <a:pt x="1715769" y="64769"/>
                  </a:lnTo>
                  <a:lnTo>
                    <a:pt x="1710114" y="40719"/>
                  </a:lnTo>
                  <a:lnTo>
                    <a:pt x="1695291" y="20002"/>
                  </a:lnTo>
                  <a:lnTo>
                    <a:pt x="1674514" y="5476"/>
                  </a:lnTo>
                  <a:lnTo>
                    <a:pt x="1650999" y="0"/>
                  </a:lnTo>
                  <a:lnTo>
                    <a:pt x="1626215" y="0"/>
                  </a:lnTo>
                  <a:lnTo>
                    <a:pt x="1452721" y="0"/>
                  </a:lnTo>
                  <a:lnTo>
                    <a:pt x="981809" y="0"/>
                  </a:lnTo>
                  <a:lnTo>
                    <a:pt x="64769" y="0"/>
                  </a:lnTo>
                  <a:close/>
                </a:path>
              </a:pathLst>
            </a:custGeom>
            <a:ln w="2839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" name="object 10"/>
          <p:cNvSpPr txBox="1"/>
          <p:nvPr/>
        </p:nvSpPr>
        <p:spPr>
          <a:xfrm>
            <a:off x="5510529" y="5027929"/>
            <a:ext cx="824865" cy="481330"/>
          </a:xfrm>
          <a:prstGeom prst="rect">
            <a:avLst/>
          </a:prstGeom>
        </p:spPr>
        <p:txBody>
          <a:bodyPr vert="horz" wrap="square" lIns="0" tIns="45720" rIns="0" bIns="0" rtlCol="0">
            <a:spAutoFit/>
          </a:bodyPr>
          <a:lstStyle/>
          <a:p>
            <a:pPr marL="12700" marR="5080" indent="38100">
              <a:lnSpc>
                <a:spcPts val="1670"/>
              </a:lnSpc>
              <a:spcBef>
                <a:spcPts val="360"/>
              </a:spcBef>
            </a:pPr>
            <a:r>
              <a:rPr sz="1600" b="1" spc="-10" dirty="0">
                <a:solidFill>
                  <a:srgbClr val="FFFFFF"/>
                </a:solidFill>
                <a:latin typeface="Arial"/>
                <a:cs typeface="Arial"/>
              </a:rPr>
              <a:t>Service Console</a:t>
            </a:r>
            <a:endParaRPr sz="16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660140" y="5736590"/>
            <a:ext cx="601980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600" b="1" dirty="0">
                <a:latin typeface="Arial"/>
                <a:cs typeface="Arial"/>
              </a:rPr>
              <a:t>ESX</a:t>
            </a:r>
            <a:r>
              <a:rPr sz="1600" b="1" spc="-15" dirty="0">
                <a:latin typeface="Arial"/>
                <a:cs typeface="Arial"/>
              </a:rPr>
              <a:t> </a:t>
            </a:r>
            <a:r>
              <a:rPr sz="1600" b="1" spc="-50" dirty="0">
                <a:latin typeface="Arial"/>
                <a:cs typeface="Arial"/>
              </a:rPr>
              <a:t>2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2980463" y="5002303"/>
            <a:ext cx="1743075" cy="564515"/>
            <a:chOff x="2980463" y="5002303"/>
            <a:chExt cx="1743075" cy="564515"/>
          </a:xfrm>
        </p:grpSpPr>
        <p:sp>
          <p:nvSpPr>
            <p:cNvPr id="13" name="object 13"/>
            <p:cNvSpPr/>
            <p:nvPr/>
          </p:nvSpPr>
          <p:spPr>
            <a:xfrm>
              <a:off x="2994659" y="5016499"/>
              <a:ext cx="1714500" cy="535940"/>
            </a:xfrm>
            <a:custGeom>
              <a:avLst/>
              <a:gdLst/>
              <a:ahLst/>
              <a:cxnLst/>
              <a:rect l="l" t="t" r="r" b="b"/>
              <a:pathLst>
                <a:path w="1714500" h="535939">
                  <a:moveTo>
                    <a:pt x="1649729" y="0"/>
                  </a:moveTo>
                  <a:lnTo>
                    <a:pt x="63500" y="0"/>
                  </a:lnTo>
                  <a:lnTo>
                    <a:pt x="40183" y="5476"/>
                  </a:lnTo>
                  <a:lnTo>
                    <a:pt x="19843" y="20002"/>
                  </a:lnTo>
                  <a:lnTo>
                    <a:pt x="5457" y="40719"/>
                  </a:lnTo>
                  <a:lnTo>
                    <a:pt x="0" y="64769"/>
                  </a:lnTo>
                  <a:lnTo>
                    <a:pt x="0" y="471169"/>
                  </a:lnTo>
                  <a:lnTo>
                    <a:pt x="5457" y="494684"/>
                  </a:lnTo>
                  <a:lnTo>
                    <a:pt x="19843" y="515461"/>
                  </a:lnTo>
                  <a:lnTo>
                    <a:pt x="40183" y="530284"/>
                  </a:lnTo>
                  <a:lnTo>
                    <a:pt x="63500" y="535940"/>
                  </a:lnTo>
                  <a:lnTo>
                    <a:pt x="1649729" y="535940"/>
                  </a:lnTo>
                  <a:lnTo>
                    <a:pt x="1673244" y="530284"/>
                  </a:lnTo>
                  <a:lnTo>
                    <a:pt x="1694021" y="515461"/>
                  </a:lnTo>
                  <a:lnTo>
                    <a:pt x="1708844" y="494684"/>
                  </a:lnTo>
                  <a:lnTo>
                    <a:pt x="1714500" y="471169"/>
                  </a:lnTo>
                  <a:lnTo>
                    <a:pt x="1714500" y="64769"/>
                  </a:lnTo>
                  <a:lnTo>
                    <a:pt x="1708844" y="40719"/>
                  </a:lnTo>
                  <a:lnTo>
                    <a:pt x="1694021" y="20002"/>
                  </a:lnTo>
                  <a:lnTo>
                    <a:pt x="1673244" y="5476"/>
                  </a:lnTo>
                  <a:lnTo>
                    <a:pt x="1649729" y="0"/>
                  </a:lnTo>
                  <a:close/>
                </a:path>
              </a:pathLst>
            </a:custGeom>
            <a:solidFill>
              <a:srgbClr val="7C9A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2994659" y="5016499"/>
              <a:ext cx="1714500" cy="535940"/>
            </a:xfrm>
            <a:custGeom>
              <a:avLst/>
              <a:gdLst/>
              <a:ahLst/>
              <a:cxnLst/>
              <a:rect l="l" t="t" r="r" b="b"/>
              <a:pathLst>
                <a:path w="1714500" h="535939">
                  <a:moveTo>
                    <a:pt x="63500" y="0"/>
                  </a:moveTo>
                  <a:lnTo>
                    <a:pt x="40183" y="5476"/>
                  </a:lnTo>
                  <a:lnTo>
                    <a:pt x="19843" y="20002"/>
                  </a:lnTo>
                  <a:lnTo>
                    <a:pt x="5457" y="40719"/>
                  </a:lnTo>
                  <a:lnTo>
                    <a:pt x="0" y="64769"/>
                  </a:lnTo>
                  <a:lnTo>
                    <a:pt x="0" y="71119"/>
                  </a:lnTo>
                  <a:lnTo>
                    <a:pt x="0" y="115569"/>
                  </a:lnTo>
                  <a:lnTo>
                    <a:pt x="0" y="236219"/>
                  </a:lnTo>
                  <a:lnTo>
                    <a:pt x="0" y="471169"/>
                  </a:lnTo>
                  <a:lnTo>
                    <a:pt x="5457" y="494684"/>
                  </a:lnTo>
                  <a:lnTo>
                    <a:pt x="19843" y="515461"/>
                  </a:lnTo>
                  <a:lnTo>
                    <a:pt x="40183" y="530284"/>
                  </a:lnTo>
                  <a:lnTo>
                    <a:pt x="63500" y="535940"/>
                  </a:lnTo>
                  <a:lnTo>
                    <a:pt x="88284" y="535940"/>
                  </a:lnTo>
                  <a:lnTo>
                    <a:pt x="261778" y="535940"/>
                  </a:lnTo>
                  <a:lnTo>
                    <a:pt x="732690" y="535940"/>
                  </a:lnTo>
                  <a:lnTo>
                    <a:pt x="1649729" y="535940"/>
                  </a:lnTo>
                  <a:lnTo>
                    <a:pt x="1673244" y="530284"/>
                  </a:lnTo>
                  <a:lnTo>
                    <a:pt x="1694021" y="515461"/>
                  </a:lnTo>
                  <a:lnTo>
                    <a:pt x="1708844" y="494684"/>
                  </a:lnTo>
                  <a:lnTo>
                    <a:pt x="1714500" y="471169"/>
                  </a:lnTo>
                  <a:lnTo>
                    <a:pt x="1714500" y="464819"/>
                  </a:lnTo>
                  <a:lnTo>
                    <a:pt x="1714500" y="420369"/>
                  </a:lnTo>
                  <a:lnTo>
                    <a:pt x="1714500" y="299719"/>
                  </a:lnTo>
                  <a:lnTo>
                    <a:pt x="1714500" y="64769"/>
                  </a:lnTo>
                  <a:lnTo>
                    <a:pt x="1708844" y="40719"/>
                  </a:lnTo>
                  <a:lnTo>
                    <a:pt x="1694021" y="20002"/>
                  </a:lnTo>
                  <a:lnTo>
                    <a:pt x="1673244" y="5476"/>
                  </a:lnTo>
                  <a:lnTo>
                    <a:pt x="1649729" y="0"/>
                  </a:lnTo>
                  <a:lnTo>
                    <a:pt x="1624945" y="0"/>
                  </a:lnTo>
                  <a:lnTo>
                    <a:pt x="1451451" y="0"/>
                  </a:lnTo>
                  <a:lnTo>
                    <a:pt x="980539" y="0"/>
                  </a:lnTo>
                  <a:lnTo>
                    <a:pt x="63500" y="0"/>
                  </a:lnTo>
                  <a:close/>
                </a:path>
              </a:pathLst>
            </a:custGeom>
            <a:ln w="2839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" name="object 15"/>
          <p:cNvSpPr txBox="1"/>
          <p:nvPr/>
        </p:nvSpPr>
        <p:spPr>
          <a:xfrm>
            <a:off x="3439159" y="5027929"/>
            <a:ext cx="824230" cy="481330"/>
          </a:xfrm>
          <a:prstGeom prst="rect">
            <a:avLst/>
          </a:prstGeom>
        </p:spPr>
        <p:txBody>
          <a:bodyPr vert="horz" wrap="square" lIns="0" tIns="45720" rIns="0" bIns="0" rtlCol="0">
            <a:spAutoFit/>
          </a:bodyPr>
          <a:lstStyle/>
          <a:p>
            <a:pPr marL="12700" marR="5080" indent="38100">
              <a:lnSpc>
                <a:spcPts val="1670"/>
              </a:lnSpc>
              <a:spcBef>
                <a:spcPts val="360"/>
              </a:spcBef>
            </a:pPr>
            <a:r>
              <a:rPr sz="1600" b="1" spc="-10" dirty="0">
                <a:solidFill>
                  <a:srgbClr val="FFFFFF"/>
                </a:solidFill>
                <a:latin typeface="Arial"/>
                <a:cs typeface="Arial"/>
              </a:rPr>
              <a:t>Service Console</a:t>
            </a:r>
            <a:endParaRPr sz="16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488439" y="5736590"/>
            <a:ext cx="601980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600" b="1" dirty="0">
                <a:latin typeface="Arial"/>
                <a:cs typeface="Arial"/>
              </a:rPr>
              <a:t>ESX</a:t>
            </a:r>
            <a:r>
              <a:rPr sz="1600" b="1" spc="-15" dirty="0">
                <a:latin typeface="Arial"/>
                <a:cs typeface="Arial"/>
              </a:rPr>
              <a:t> </a:t>
            </a:r>
            <a:r>
              <a:rPr sz="1600" b="1" spc="-50" dirty="0">
                <a:latin typeface="Arial"/>
                <a:cs typeface="Arial"/>
              </a:rPr>
              <a:t>1</a:t>
            </a:r>
            <a:endParaRPr sz="1600">
              <a:latin typeface="Arial"/>
              <a:cs typeface="Arial"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816610" y="4933950"/>
            <a:ext cx="8188959" cy="0"/>
          </a:xfrm>
          <a:custGeom>
            <a:avLst/>
            <a:gdLst/>
            <a:ahLst/>
            <a:cxnLst/>
            <a:rect l="l" t="t" r="r" b="b"/>
            <a:pathLst>
              <a:path w="8188959">
                <a:moveTo>
                  <a:pt x="0" y="0"/>
                </a:moveTo>
                <a:lnTo>
                  <a:pt x="8188960" y="0"/>
                </a:lnTo>
              </a:path>
            </a:pathLst>
          </a:custGeom>
          <a:ln w="38100">
            <a:solidFill>
              <a:srgbClr val="767676"/>
            </a:solidFill>
            <a:prstDash val="sys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 txBox="1"/>
          <p:nvPr/>
        </p:nvSpPr>
        <p:spPr>
          <a:xfrm>
            <a:off x="229870" y="2576829"/>
            <a:ext cx="668020" cy="4521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1400" b="1" spc="-25" dirty="0">
                <a:solidFill>
                  <a:srgbClr val="333333"/>
                </a:solidFill>
                <a:latin typeface="Arial"/>
                <a:cs typeface="Arial"/>
              </a:rPr>
              <a:t>Remote </a:t>
            </a:r>
            <a:r>
              <a:rPr sz="1400" b="1" spc="-20" dirty="0">
                <a:solidFill>
                  <a:srgbClr val="333333"/>
                </a:solidFill>
                <a:latin typeface="Arial"/>
                <a:cs typeface="Arial"/>
              </a:rPr>
              <a:t>Mgmt</a:t>
            </a:r>
            <a:endParaRPr sz="14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70509" y="5074920"/>
            <a:ext cx="494030" cy="4521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1400" b="1" spc="-10" dirty="0">
                <a:solidFill>
                  <a:srgbClr val="333333"/>
                </a:solidFill>
                <a:latin typeface="Arial"/>
                <a:cs typeface="Arial"/>
              </a:rPr>
              <a:t>Local </a:t>
            </a:r>
            <a:r>
              <a:rPr sz="1400" b="1" spc="-25" dirty="0">
                <a:solidFill>
                  <a:srgbClr val="333333"/>
                </a:solidFill>
                <a:latin typeface="Arial"/>
                <a:cs typeface="Arial"/>
              </a:rPr>
              <a:t>Mgmt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20" name="object 20"/>
          <p:cNvGrpSpPr/>
          <p:nvPr/>
        </p:nvGrpSpPr>
        <p:grpSpPr>
          <a:xfrm>
            <a:off x="954813" y="5002303"/>
            <a:ext cx="1743075" cy="564515"/>
            <a:chOff x="954813" y="5002303"/>
            <a:chExt cx="1743075" cy="564515"/>
          </a:xfrm>
        </p:grpSpPr>
        <p:sp>
          <p:nvSpPr>
            <p:cNvPr id="21" name="object 21"/>
            <p:cNvSpPr/>
            <p:nvPr/>
          </p:nvSpPr>
          <p:spPr>
            <a:xfrm>
              <a:off x="969010" y="5016499"/>
              <a:ext cx="1714500" cy="535940"/>
            </a:xfrm>
            <a:custGeom>
              <a:avLst/>
              <a:gdLst/>
              <a:ahLst/>
              <a:cxnLst/>
              <a:rect l="l" t="t" r="r" b="b"/>
              <a:pathLst>
                <a:path w="1714500" h="535939">
                  <a:moveTo>
                    <a:pt x="1649729" y="0"/>
                  </a:moveTo>
                  <a:lnTo>
                    <a:pt x="63500" y="0"/>
                  </a:lnTo>
                  <a:lnTo>
                    <a:pt x="40183" y="5476"/>
                  </a:lnTo>
                  <a:lnTo>
                    <a:pt x="19843" y="20002"/>
                  </a:lnTo>
                  <a:lnTo>
                    <a:pt x="5457" y="40719"/>
                  </a:lnTo>
                  <a:lnTo>
                    <a:pt x="0" y="64769"/>
                  </a:lnTo>
                  <a:lnTo>
                    <a:pt x="0" y="471169"/>
                  </a:lnTo>
                  <a:lnTo>
                    <a:pt x="5457" y="494684"/>
                  </a:lnTo>
                  <a:lnTo>
                    <a:pt x="19843" y="515461"/>
                  </a:lnTo>
                  <a:lnTo>
                    <a:pt x="40183" y="530284"/>
                  </a:lnTo>
                  <a:lnTo>
                    <a:pt x="63500" y="535940"/>
                  </a:lnTo>
                  <a:lnTo>
                    <a:pt x="1649729" y="535940"/>
                  </a:lnTo>
                  <a:lnTo>
                    <a:pt x="1673244" y="530284"/>
                  </a:lnTo>
                  <a:lnTo>
                    <a:pt x="1694021" y="515461"/>
                  </a:lnTo>
                  <a:lnTo>
                    <a:pt x="1708844" y="494684"/>
                  </a:lnTo>
                  <a:lnTo>
                    <a:pt x="1714500" y="471169"/>
                  </a:lnTo>
                  <a:lnTo>
                    <a:pt x="1714500" y="64769"/>
                  </a:lnTo>
                  <a:lnTo>
                    <a:pt x="1708844" y="40719"/>
                  </a:lnTo>
                  <a:lnTo>
                    <a:pt x="1694021" y="20002"/>
                  </a:lnTo>
                  <a:lnTo>
                    <a:pt x="1673244" y="5476"/>
                  </a:lnTo>
                  <a:lnTo>
                    <a:pt x="1649729" y="0"/>
                  </a:lnTo>
                  <a:close/>
                </a:path>
              </a:pathLst>
            </a:custGeom>
            <a:solidFill>
              <a:srgbClr val="7C9A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969010" y="5016499"/>
              <a:ext cx="1714500" cy="535940"/>
            </a:xfrm>
            <a:custGeom>
              <a:avLst/>
              <a:gdLst/>
              <a:ahLst/>
              <a:cxnLst/>
              <a:rect l="l" t="t" r="r" b="b"/>
              <a:pathLst>
                <a:path w="1714500" h="535939">
                  <a:moveTo>
                    <a:pt x="63500" y="0"/>
                  </a:moveTo>
                  <a:lnTo>
                    <a:pt x="40183" y="5476"/>
                  </a:lnTo>
                  <a:lnTo>
                    <a:pt x="19843" y="20002"/>
                  </a:lnTo>
                  <a:lnTo>
                    <a:pt x="5457" y="40719"/>
                  </a:lnTo>
                  <a:lnTo>
                    <a:pt x="0" y="64769"/>
                  </a:lnTo>
                  <a:lnTo>
                    <a:pt x="0" y="71119"/>
                  </a:lnTo>
                  <a:lnTo>
                    <a:pt x="0" y="115569"/>
                  </a:lnTo>
                  <a:lnTo>
                    <a:pt x="0" y="236219"/>
                  </a:lnTo>
                  <a:lnTo>
                    <a:pt x="0" y="471169"/>
                  </a:lnTo>
                  <a:lnTo>
                    <a:pt x="5457" y="494684"/>
                  </a:lnTo>
                  <a:lnTo>
                    <a:pt x="19843" y="515461"/>
                  </a:lnTo>
                  <a:lnTo>
                    <a:pt x="40183" y="530284"/>
                  </a:lnTo>
                  <a:lnTo>
                    <a:pt x="63500" y="535940"/>
                  </a:lnTo>
                  <a:lnTo>
                    <a:pt x="88284" y="535940"/>
                  </a:lnTo>
                  <a:lnTo>
                    <a:pt x="261778" y="535940"/>
                  </a:lnTo>
                  <a:lnTo>
                    <a:pt x="732690" y="535940"/>
                  </a:lnTo>
                  <a:lnTo>
                    <a:pt x="1649729" y="535940"/>
                  </a:lnTo>
                  <a:lnTo>
                    <a:pt x="1673244" y="530284"/>
                  </a:lnTo>
                  <a:lnTo>
                    <a:pt x="1694021" y="515461"/>
                  </a:lnTo>
                  <a:lnTo>
                    <a:pt x="1708844" y="494684"/>
                  </a:lnTo>
                  <a:lnTo>
                    <a:pt x="1714500" y="471169"/>
                  </a:lnTo>
                  <a:lnTo>
                    <a:pt x="1714500" y="464819"/>
                  </a:lnTo>
                  <a:lnTo>
                    <a:pt x="1714500" y="420369"/>
                  </a:lnTo>
                  <a:lnTo>
                    <a:pt x="1714500" y="299719"/>
                  </a:lnTo>
                  <a:lnTo>
                    <a:pt x="1714500" y="64769"/>
                  </a:lnTo>
                  <a:lnTo>
                    <a:pt x="1708844" y="40719"/>
                  </a:lnTo>
                  <a:lnTo>
                    <a:pt x="1694021" y="20002"/>
                  </a:lnTo>
                  <a:lnTo>
                    <a:pt x="1673244" y="5476"/>
                  </a:lnTo>
                  <a:lnTo>
                    <a:pt x="1649729" y="0"/>
                  </a:lnTo>
                  <a:lnTo>
                    <a:pt x="1624945" y="0"/>
                  </a:lnTo>
                  <a:lnTo>
                    <a:pt x="1451451" y="0"/>
                  </a:lnTo>
                  <a:lnTo>
                    <a:pt x="980539" y="0"/>
                  </a:lnTo>
                  <a:lnTo>
                    <a:pt x="63500" y="0"/>
                  </a:lnTo>
                  <a:close/>
                </a:path>
              </a:pathLst>
            </a:custGeom>
            <a:ln w="28393">
              <a:solidFill>
                <a:srgbClr val="33333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" name="object 23"/>
          <p:cNvSpPr txBox="1"/>
          <p:nvPr/>
        </p:nvSpPr>
        <p:spPr>
          <a:xfrm>
            <a:off x="1413510" y="5027929"/>
            <a:ext cx="824865" cy="481330"/>
          </a:xfrm>
          <a:prstGeom prst="rect">
            <a:avLst/>
          </a:prstGeom>
        </p:spPr>
        <p:txBody>
          <a:bodyPr vert="horz" wrap="square" lIns="0" tIns="45720" rIns="0" bIns="0" rtlCol="0">
            <a:spAutoFit/>
          </a:bodyPr>
          <a:lstStyle/>
          <a:p>
            <a:pPr marL="12700" marR="5080" indent="38100">
              <a:lnSpc>
                <a:spcPts val="1670"/>
              </a:lnSpc>
              <a:spcBef>
                <a:spcPts val="360"/>
              </a:spcBef>
            </a:pPr>
            <a:r>
              <a:rPr sz="1600" b="1" spc="-10" dirty="0">
                <a:solidFill>
                  <a:srgbClr val="FFFFFF"/>
                </a:solidFill>
                <a:latin typeface="Arial"/>
                <a:cs typeface="Arial"/>
              </a:rPr>
              <a:t>Service Console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2980463" y="3662453"/>
            <a:ext cx="1743075" cy="564515"/>
            <a:chOff x="2980463" y="3662453"/>
            <a:chExt cx="1743075" cy="564515"/>
          </a:xfrm>
        </p:grpSpPr>
        <p:sp>
          <p:nvSpPr>
            <p:cNvPr id="25" name="object 25"/>
            <p:cNvSpPr/>
            <p:nvPr/>
          </p:nvSpPr>
          <p:spPr>
            <a:xfrm>
              <a:off x="2994659" y="3676649"/>
              <a:ext cx="1714500" cy="535940"/>
            </a:xfrm>
            <a:custGeom>
              <a:avLst/>
              <a:gdLst/>
              <a:ahLst/>
              <a:cxnLst/>
              <a:rect l="l" t="t" r="r" b="b"/>
              <a:pathLst>
                <a:path w="1714500" h="535939">
                  <a:moveTo>
                    <a:pt x="1649729" y="0"/>
                  </a:moveTo>
                  <a:lnTo>
                    <a:pt x="63500" y="0"/>
                  </a:lnTo>
                  <a:lnTo>
                    <a:pt x="40183" y="5457"/>
                  </a:lnTo>
                  <a:lnTo>
                    <a:pt x="19843" y="19843"/>
                  </a:lnTo>
                  <a:lnTo>
                    <a:pt x="5457" y="40183"/>
                  </a:lnTo>
                  <a:lnTo>
                    <a:pt x="0" y="63500"/>
                  </a:lnTo>
                  <a:lnTo>
                    <a:pt x="0" y="471169"/>
                  </a:lnTo>
                  <a:lnTo>
                    <a:pt x="5457" y="494684"/>
                  </a:lnTo>
                  <a:lnTo>
                    <a:pt x="19843" y="515461"/>
                  </a:lnTo>
                  <a:lnTo>
                    <a:pt x="40183" y="530284"/>
                  </a:lnTo>
                  <a:lnTo>
                    <a:pt x="63500" y="535939"/>
                  </a:lnTo>
                  <a:lnTo>
                    <a:pt x="1649729" y="535939"/>
                  </a:lnTo>
                  <a:lnTo>
                    <a:pt x="1673244" y="530284"/>
                  </a:lnTo>
                  <a:lnTo>
                    <a:pt x="1694021" y="515461"/>
                  </a:lnTo>
                  <a:lnTo>
                    <a:pt x="1708844" y="494684"/>
                  </a:lnTo>
                  <a:lnTo>
                    <a:pt x="1714500" y="471169"/>
                  </a:lnTo>
                  <a:lnTo>
                    <a:pt x="1714500" y="63500"/>
                  </a:lnTo>
                  <a:lnTo>
                    <a:pt x="1708844" y="40183"/>
                  </a:lnTo>
                  <a:lnTo>
                    <a:pt x="1694021" y="19843"/>
                  </a:lnTo>
                  <a:lnTo>
                    <a:pt x="1673244" y="5457"/>
                  </a:lnTo>
                  <a:lnTo>
                    <a:pt x="1649729" y="0"/>
                  </a:lnTo>
                  <a:close/>
                </a:path>
              </a:pathLst>
            </a:custGeom>
            <a:solidFill>
              <a:srgbClr val="7C9A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2994659" y="3676649"/>
              <a:ext cx="1714500" cy="535940"/>
            </a:xfrm>
            <a:custGeom>
              <a:avLst/>
              <a:gdLst/>
              <a:ahLst/>
              <a:cxnLst/>
              <a:rect l="l" t="t" r="r" b="b"/>
              <a:pathLst>
                <a:path w="1714500" h="535939">
                  <a:moveTo>
                    <a:pt x="63500" y="0"/>
                  </a:moveTo>
                  <a:lnTo>
                    <a:pt x="40183" y="5457"/>
                  </a:lnTo>
                  <a:lnTo>
                    <a:pt x="19843" y="19843"/>
                  </a:lnTo>
                  <a:lnTo>
                    <a:pt x="5457" y="40183"/>
                  </a:lnTo>
                  <a:lnTo>
                    <a:pt x="0" y="63500"/>
                  </a:lnTo>
                  <a:lnTo>
                    <a:pt x="0" y="69869"/>
                  </a:lnTo>
                  <a:lnTo>
                    <a:pt x="0" y="114458"/>
                  </a:lnTo>
                  <a:lnTo>
                    <a:pt x="0" y="235485"/>
                  </a:lnTo>
                  <a:lnTo>
                    <a:pt x="0" y="471169"/>
                  </a:lnTo>
                  <a:lnTo>
                    <a:pt x="5457" y="494684"/>
                  </a:lnTo>
                  <a:lnTo>
                    <a:pt x="19843" y="515461"/>
                  </a:lnTo>
                  <a:lnTo>
                    <a:pt x="40183" y="530284"/>
                  </a:lnTo>
                  <a:lnTo>
                    <a:pt x="63500" y="535939"/>
                  </a:lnTo>
                  <a:lnTo>
                    <a:pt x="88284" y="535939"/>
                  </a:lnTo>
                  <a:lnTo>
                    <a:pt x="261778" y="535939"/>
                  </a:lnTo>
                  <a:lnTo>
                    <a:pt x="732690" y="535939"/>
                  </a:lnTo>
                  <a:lnTo>
                    <a:pt x="1649729" y="535939"/>
                  </a:lnTo>
                  <a:lnTo>
                    <a:pt x="1673244" y="530284"/>
                  </a:lnTo>
                  <a:lnTo>
                    <a:pt x="1694021" y="515461"/>
                  </a:lnTo>
                  <a:lnTo>
                    <a:pt x="1708844" y="494684"/>
                  </a:lnTo>
                  <a:lnTo>
                    <a:pt x="1714500" y="471169"/>
                  </a:lnTo>
                  <a:lnTo>
                    <a:pt x="1714500" y="464800"/>
                  </a:lnTo>
                  <a:lnTo>
                    <a:pt x="1714500" y="420211"/>
                  </a:lnTo>
                  <a:lnTo>
                    <a:pt x="1714500" y="299184"/>
                  </a:lnTo>
                  <a:lnTo>
                    <a:pt x="1714500" y="63500"/>
                  </a:lnTo>
                  <a:lnTo>
                    <a:pt x="1708844" y="40183"/>
                  </a:lnTo>
                  <a:lnTo>
                    <a:pt x="1694021" y="19843"/>
                  </a:lnTo>
                  <a:lnTo>
                    <a:pt x="1673244" y="5457"/>
                  </a:lnTo>
                  <a:lnTo>
                    <a:pt x="1649729" y="0"/>
                  </a:lnTo>
                  <a:lnTo>
                    <a:pt x="1624945" y="0"/>
                  </a:lnTo>
                  <a:lnTo>
                    <a:pt x="1451451" y="0"/>
                  </a:lnTo>
                  <a:lnTo>
                    <a:pt x="980539" y="0"/>
                  </a:lnTo>
                  <a:lnTo>
                    <a:pt x="63500" y="0"/>
                  </a:lnTo>
                  <a:close/>
                </a:path>
              </a:pathLst>
            </a:custGeom>
            <a:ln w="2839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3201670" y="3793490"/>
            <a:ext cx="1298575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600" b="1" spc="-10" dirty="0">
                <a:solidFill>
                  <a:srgbClr val="FFFFFF"/>
                </a:solidFill>
                <a:latin typeface="Arial"/>
                <a:cs typeface="Arial"/>
              </a:rPr>
              <a:t>VirtualCenter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28" name="object 28"/>
          <p:cNvGrpSpPr/>
          <p:nvPr/>
        </p:nvGrpSpPr>
        <p:grpSpPr>
          <a:xfrm>
            <a:off x="5050563" y="3033803"/>
            <a:ext cx="1744345" cy="564515"/>
            <a:chOff x="5050563" y="3033803"/>
            <a:chExt cx="1744345" cy="564515"/>
          </a:xfrm>
        </p:grpSpPr>
        <p:sp>
          <p:nvSpPr>
            <p:cNvPr id="29" name="object 29"/>
            <p:cNvSpPr/>
            <p:nvPr/>
          </p:nvSpPr>
          <p:spPr>
            <a:xfrm>
              <a:off x="5064760" y="3048000"/>
              <a:ext cx="1715770" cy="535940"/>
            </a:xfrm>
            <a:custGeom>
              <a:avLst/>
              <a:gdLst/>
              <a:ahLst/>
              <a:cxnLst/>
              <a:rect l="l" t="t" r="r" b="b"/>
              <a:pathLst>
                <a:path w="1715770" h="535939">
                  <a:moveTo>
                    <a:pt x="1650999" y="0"/>
                  </a:moveTo>
                  <a:lnTo>
                    <a:pt x="64769" y="0"/>
                  </a:lnTo>
                  <a:lnTo>
                    <a:pt x="41255" y="5476"/>
                  </a:lnTo>
                  <a:lnTo>
                    <a:pt x="20478" y="20002"/>
                  </a:lnTo>
                  <a:lnTo>
                    <a:pt x="5655" y="40719"/>
                  </a:lnTo>
                  <a:lnTo>
                    <a:pt x="0" y="64770"/>
                  </a:lnTo>
                  <a:lnTo>
                    <a:pt x="0" y="471170"/>
                  </a:lnTo>
                  <a:lnTo>
                    <a:pt x="5655" y="494684"/>
                  </a:lnTo>
                  <a:lnTo>
                    <a:pt x="20478" y="515461"/>
                  </a:lnTo>
                  <a:lnTo>
                    <a:pt x="41255" y="530284"/>
                  </a:lnTo>
                  <a:lnTo>
                    <a:pt x="64769" y="535939"/>
                  </a:lnTo>
                  <a:lnTo>
                    <a:pt x="1650999" y="535939"/>
                  </a:lnTo>
                  <a:lnTo>
                    <a:pt x="1674514" y="530284"/>
                  </a:lnTo>
                  <a:lnTo>
                    <a:pt x="1695291" y="515461"/>
                  </a:lnTo>
                  <a:lnTo>
                    <a:pt x="1710114" y="494684"/>
                  </a:lnTo>
                  <a:lnTo>
                    <a:pt x="1715769" y="471170"/>
                  </a:lnTo>
                  <a:lnTo>
                    <a:pt x="1715769" y="64770"/>
                  </a:lnTo>
                  <a:lnTo>
                    <a:pt x="1710114" y="40719"/>
                  </a:lnTo>
                  <a:lnTo>
                    <a:pt x="1695291" y="20002"/>
                  </a:lnTo>
                  <a:lnTo>
                    <a:pt x="1674514" y="5476"/>
                  </a:lnTo>
                  <a:lnTo>
                    <a:pt x="1650999" y="0"/>
                  </a:lnTo>
                  <a:close/>
                </a:path>
              </a:pathLst>
            </a:custGeom>
            <a:solidFill>
              <a:srgbClr val="7C9A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5064760" y="3048000"/>
              <a:ext cx="1715770" cy="535940"/>
            </a:xfrm>
            <a:custGeom>
              <a:avLst/>
              <a:gdLst/>
              <a:ahLst/>
              <a:cxnLst/>
              <a:rect l="l" t="t" r="r" b="b"/>
              <a:pathLst>
                <a:path w="1715770" h="535939">
                  <a:moveTo>
                    <a:pt x="64769" y="0"/>
                  </a:moveTo>
                  <a:lnTo>
                    <a:pt x="41255" y="5476"/>
                  </a:lnTo>
                  <a:lnTo>
                    <a:pt x="20478" y="20002"/>
                  </a:lnTo>
                  <a:lnTo>
                    <a:pt x="5655" y="40719"/>
                  </a:lnTo>
                  <a:lnTo>
                    <a:pt x="0" y="64770"/>
                  </a:lnTo>
                  <a:lnTo>
                    <a:pt x="0" y="71120"/>
                  </a:lnTo>
                  <a:lnTo>
                    <a:pt x="0" y="115570"/>
                  </a:lnTo>
                  <a:lnTo>
                    <a:pt x="0" y="236220"/>
                  </a:lnTo>
                  <a:lnTo>
                    <a:pt x="0" y="471170"/>
                  </a:lnTo>
                  <a:lnTo>
                    <a:pt x="5655" y="494684"/>
                  </a:lnTo>
                  <a:lnTo>
                    <a:pt x="20478" y="515461"/>
                  </a:lnTo>
                  <a:lnTo>
                    <a:pt x="41255" y="530284"/>
                  </a:lnTo>
                  <a:lnTo>
                    <a:pt x="64769" y="535939"/>
                  </a:lnTo>
                  <a:lnTo>
                    <a:pt x="89554" y="535939"/>
                  </a:lnTo>
                  <a:lnTo>
                    <a:pt x="263048" y="535939"/>
                  </a:lnTo>
                  <a:lnTo>
                    <a:pt x="733960" y="535939"/>
                  </a:lnTo>
                  <a:lnTo>
                    <a:pt x="1650999" y="535939"/>
                  </a:lnTo>
                  <a:lnTo>
                    <a:pt x="1674514" y="530284"/>
                  </a:lnTo>
                  <a:lnTo>
                    <a:pt x="1695291" y="515461"/>
                  </a:lnTo>
                  <a:lnTo>
                    <a:pt x="1710114" y="494684"/>
                  </a:lnTo>
                  <a:lnTo>
                    <a:pt x="1715769" y="471170"/>
                  </a:lnTo>
                  <a:lnTo>
                    <a:pt x="1715769" y="464820"/>
                  </a:lnTo>
                  <a:lnTo>
                    <a:pt x="1715769" y="420370"/>
                  </a:lnTo>
                  <a:lnTo>
                    <a:pt x="1715769" y="299720"/>
                  </a:lnTo>
                  <a:lnTo>
                    <a:pt x="1715769" y="64770"/>
                  </a:lnTo>
                  <a:lnTo>
                    <a:pt x="1710114" y="40719"/>
                  </a:lnTo>
                  <a:lnTo>
                    <a:pt x="1695291" y="20002"/>
                  </a:lnTo>
                  <a:lnTo>
                    <a:pt x="1674514" y="5476"/>
                  </a:lnTo>
                  <a:lnTo>
                    <a:pt x="1650999" y="0"/>
                  </a:lnTo>
                  <a:lnTo>
                    <a:pt x="1626215" y="0"/>
                  </a:lnTo>
                  <a:lnTo>
                    <a:pt x="1452721" y="0"/>
                  </a:lnTo>
                  <a:lnTo>
                    <a:pt x="981809" y="0"/>
                  </a:lnTo>
                  <a:lnTo>
                    <a:pt x="64769" y="0"/>
                  </a:lnTo>
                  <a:close/>
                </a:path>
              </a:pathLst>
            </a:custGeom>
            <a:ln w="2839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1" name="object 31"/>
          <p:cNvSpPr txBox="1"/>
          <p:nvPr/>
        </p:nvSpPr>
        <p:spPr>
          <a:xfrm>
            <a:off x="5499100" y="3164840"/>
            <a:ext cx="848360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600" b="1" spc="-10" dirty="0">
                <a:solidFill>
                  <a:srgbClr val="FFFFFF"/>
                </a:solidFill>
                <a:latin typeface="Arial"/>
                <a:cs typeface="Arial"/>
              </a:rPr>
              <a:t>API/SDK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32" name="object 32"/>
          <p:cNvGrpSpPr/>
          <p:nvPr/>
        </p:nvGrpSpPr>
        <p:grpSpPr>
          <a:xfrm>
            <a:off x="5050563" y="3662453"/>
            <a:ext cx="1744345" cy="564515"/>
            <a:chOff x="5050563" y="3662453"/>
            <a:chExt cx="1744345" cy="564515"/>
          </a:xfrm>
        </p:grpSpPr>
        <p:sp>
          <p:nvSpPr>
            <p:cNvPr id="33" name="object 33"/>
            <p:cNvSpPr/>
            <p:nvPr/>
          </p:nvSpPr>
          <p:spPr>
            <a:xfrm>
              <a:off x="5064760" y="3676649"/>
              <a:ext cx="1715770" cy="535940"/>
            </a:xfrm>
            <a:custGeom>
              <a:avLst/>
              <a:gdLst/>
              <a:ahLst/>
              <a:cxnLst/>
              <a:rect l="l" t="t" r="r" b="b"/>
              <a:pathLst>
                <a:path w="1715770" h="535939">
                  <a:moveTo>
                    <a:pt x="1650999" y="0"/>
                  </a:moveTo>
                  <a:lnTo>
                    <a:pt x="64769" y="0"/>
                  </a:lnTo>
                  <a:lnTo>
                    <a:pt x="41255" y="5457"/>
                  </a:lnTo>
                  <a:lnTo>
                    <a:pt x="20478" y="19843"/>
                  </a:lnTo>
                  <a:lnTo>
                    <a:pt x="5655" y="40183"/>
                  </a:lnTo>
                  <a:lnTo>
                    <a:pt x="0" y="63500"/>
                  </a:lnTo>
                  <a:lnTo>
                    <a:pt x="0" y="471169"/>
                  </a:lnTo>
                  <a:lnTo>
                    <a:pt x="5655" y="494684"/>
                  </a:lnTo>
                  <a:lnTo>
                    <a:pt x="20478" y="515461"/>
                  </a:lnTo>
                  <a:lnTo>
                    <a:pt x="41255" y="530284"/>
                  </a:lnTo>
                  <a:lnTo>
                    <a:pt x="64769" y="535939"/>
                  </a:lnTo>
                  <a:lnTo>
                    <a:pt x="1650999" y="535939"/>
                  </a:lnTo>
                  <a:lnTo>
                    <a:pt x="1674514" y="530284"/>
                  </a:lnTo>
                  <a:lnTo>
                    <a:pt x="1695291" y="515461"/>
                  </a:lnTo>
                  <a:lnTo>
                    <a:pt x="1710114" y="494684"/>
                  </a:lnTo>
                  <a:lnTo>
                    <a:pt x="1715769" y="471169"/>
                  </a:lnTo>
                  <a:lnTo>
                    <a:pt x="1715769" y="63500"/>
                  </a:lnTo>
                  <a:lnTo>
                    <a:pt x="1710114" y="40183"/>
                  </a:lnTo>
                  <a:lnTo>
                    <a:pt x="1695291" y="19843"/>
                  </a:lnTo>
                  <a:lnTo>
                    <a:pt x="1674514" y="5457"/>
                  </a:lnTo>
                  <a:lnTo>
                    <a:pt x="1650999" y="0"/>
                  </a:lnTo>
                  <a:close/>
                </a:path>
              </a:pathLst>
            </a:custGeom>
            <a:solidFill>
              <a:srgbClr val="7C9A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5064760" y="3676649"/>
              <a:ext cx="1715770" cy="535940"/>
            </a:xfrm>
            <a:custGeom>
              <a:avLst/>
              <a:gdLst/>
              <a:ahLst/>
              <a:cxnLst/>
              <a:rect l="l" t="t" r="r" b="b"/>
              <a:pathLst>
                <a:path w="1715770" h="535939">
                  <a:moveTo>
                    <a:pt x="64769" y="0"/>
                  </a:moveTo>
                  <a:lnTo>
                    <a:pt x="41255" y="5457"/>
                  </a:lnTo>
                  <a:lnTo>
                    <a:pt x="20478" y="19843"/>
                  </a:lnTo>
                  <a:lnTo>
                    <a:pt x="5655" y="40183"/>
                  </a:lnTo>
                  <a:lnTo>
                    <a:pt x="0" y="63500"/>
                  </a:lnTo>
                  <a:lnTo>
                    <a:pt x="0" y="69869"/>
                  </a:lnTo>
                  <a:lnTo>
                    <a:pt x="0" y="114458"/>
                  </a:lnTo>
                  <a:lnTo>
                    <a:pt x="0" y="235485"/>
                  </a:lnTo>
                  <a:lnTo>
                    <a:pt x="0" y="471169"/>
                  </a:lnTo>
                  <a:lnTo>
                    <a:pt x="5655" y="494684"/>
                  </a:lnTo>
                  <a:lnTo>
                    <a:pt x="20478" y="515461"/>
                  </a:lnTo>
                  <a:lnTo>
                    <a:pt x="41255" y="530284"/>
                  </a:lnTo>
                  <a:lnTo>
                    <a:pt x="64769" y="535939"/>
                  </a:lnTo>
                  <a:lnTo>
                    <a:pt x="89554" y="535939"/>
                  </a:lnTo>
                  <a:lnTo>
                    <a:pt x="263048" y="535939"/>
                  </a:lnTo>
                  <a:lnTo>
                    <a:pt x="733960" y="535939"/>
                  </a:lnTo>
                  <a:lnTo>
                    <a:pt x="1650999" y="535939"/>
                  </a:lnTo>
                  <a:lnTo>
                    <a:pt x="1674514" y="530284"/>
                  </a:lnTo>
                  <a:lnTo>
                    <a:pt x="1695291" y="515461"/>
                  </a:lnTo>
                  <a:lnTo>
                    <a:pt x="1710114" y="494684"/>
                  </a:lnTo>
                  <a:lnTo>
                    <a:pt x="1715769" y="471169"/>
                  </a:lnTo>
                  <a:lnTo>
                    <a:pt x="1715769" y="464800"/>
                  </a:lnTo>
                  <a:lnTo>
                    <a:pt x="1715769" y="420211"/>
                  </a:lnTo>
                  <a:lnTo>
                    <a:pt x="1715769" y="299184"/>
                  </a:lnTo>
                  <a:lnTo>
                    <a:pt x="1715769" y="63500"/>
                  </a:lnTo>
                  <a:lnTo>
                    <a:pt x="1710114" y="40183"/>
                  </a:lnTo>
                  <a:lnTo>
                    <a:pt x="1695291" y="19843"/>
                  </a:lnTo>
                  <a:lnTo>
                    <a:pt x="1674514" y="5457"/>
                  </a:lnTo>
                  <a:lnTo>
                    <a:pt x="1650999" y="0"/>
                  </a:lnTo>
                  <a:lnTo>
                    <a:pt x="1626215" y="0"/>
                  </a:lnTo>
                  <a:lnTo>
                    <a:pt x="1452721" y="0"/>
                  </a:lnTo>
                  <a:lnTo>
                    <a:pt x="981809" y="0"/>
                  </a:lnTo>
                  <a:lnTo>
                    <a:pt x="64769" y="0"/>
                  </a:lnTo>
                  <a:close/>
                </a:path>
              </a:pathLst>
            </a:custGeom>
            <a:ln w="2839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5" name="object 35"/>
          <p:cNvSpPr txBox="1"/>
          <p:nvPr/>
        </p:nvSpPr>
        <p:spPr>
          <a:xfrm>
            <a:off x="5273040" y="3793490"/>
            <a:ext cx="1298575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600" b="1" spc="-10" dirty="0">
                <a:solidFill>
                  <a:srgbClr val="FFFFFF"/>
                </a:solidFill>
                <a:latin typeface="Arial"/>
                <a:cs typeface="Arial"/>
              </a:rPr>
              <a:t>VirtualCenter</a:t>
            </a:r>
            <a:endParaRPr sz="1600">
              <a:latin typeface="Arial"/>
              <a:cs typeface="Arial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7698740" y="5720079"/>
            <a:ext cx="657225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600" b="1" dirty="0">
                <a:latin typeface="Arial"/>
                <a:cs typeface="Arial"/>
              </a:rPr>
              <a:t>ESX</a:t>
            </a:r>
            <a:r>
              <a:rPr sz="1600" b="1" spc="-15" dirty="0">
                <a:latin typeface="Arial"/>
                <a:cs typeface="Arial"/>
              </a:rPr>
              <a:t> </a:t>
            </a:r>
            <a:r>
              <a:rPr sz="1600" b="1" spc="-25" dirty="0">
                <a:latin typeface="Arial"/>
                <a:cs typeface="Arial"/>
              </a:rPr>
              <a:t>3i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37" name="object 37"/>
          <p:cNvGrpSpPr/>
          <p:nvPr/>
        </p:nvGrpSpPr>
        <p:grpSpPr>
          <a:xfrm>
            <a:off x="7013983" y="3033803"/>
            <a:ext cx="1743075" cy="564515"/>
            <a:chOff x="7013983" y="3033803"/>
            <a:chExt cx="1743075" cy="564515"/>
          </a:xfrm>
        </p:grpSpPr>
        <p:sp>
          <p:nvSpPr>
            <p:cNvPr id="38" name="object 38"/>
            <p:cNvSpPr/>
            <p:nvPr/>
          </p:nvSpPr>
          <p:spPr>
            <a:xfrm>
              <a:off x="7028180" y="3048000"/>
              <a:ext cx="1714500" cy="535940"/>
            </a:xfrm>
            <a:custGeom>
              <a:avLst/>
              <a:gdLst/>
              <a:ahLst/>
              <a:cxnLst/>
              <a:rect l="l" t="t" r="r" b="b"/>
              <a:pathLst>
                <a:path w="1714500" h="535939">
                  <a:moveTo>
                    <a:pt x="1649729" y="0"/>
                  </a:moveTo>
                  <a:lnTo>
                    <a:pt x="63500" y="0"/>
                  </a:lnTo>
                  <a:lnTo>
                    <a:pt x="40183" y="5476"/>
                  </a:lnTo>
                  <a:lnTo>
                    <a:pt x="19843" y="20002"/>
                  </a:lnTo>
                  <a:lnTo>
                    <a:pt x="5457" y="40719"/>
                  </a:lnTo>
                  <a:lnTo>
                    <a:pt x="0" y="64770"/>
                  </a:lnTo>
                  <a:lnTo>
                    <a:pt x="0" y="471170"/>
                  </a:lnTo>
                  <a:lnTo>
                    <a:pt x="5457" y="494684"/>
                  </a:lnTo>
                  <a:lnTo>
                    <a:pt x="19843" y="515461"/>
                  </a:lnTo>
                  <a:lnTo>
                    <a:pt x="40183" y="530284"/>
                  </a:lnTo>
                  <a:lnTo>
                    <a:pt x="63500" y="535939"/>
                  </a:lnTo>
                  <a:lnTo>
                    <a:pt x="1649729" y="535939"/>
                  </a:lnTo>
                  <a:lnTo>
                    <a:pt x="1673244" y="530284"/>
                  </a:lnTo>
                  <a:lnTo>
                    <a:pt x="1694021" y="515461"/>
                  </a:lnTo>
                  <a:lnTo>
                    <a:pt x="1708844" y="494684"/>
                  </a:lnTo>
                  <a:lnTo>
                    <a:pt x="1714500" y="471170"/>
                  </a:lnTo>
                  <a:lnTo>
                    <a:pt x="1714500" y="64770"/>
                  </a:lnTo>
                  <a:lnTo>
                    <a:pt x="1708844" y="40719"/>
                  </a:lnTo>
                  <a:lnTo>
                    <a:pt x="1694021" y="20002"/>
                  </a:lnTo>
                  <a:lnTo>
                    <a:pt x="1673244" y="5476"/>
                  </a:lnTo>
                  <a:lnTo>
                    <a:pt x="1649729" y="0"/>
                  </a:lnTo>
                  <a:close/>
                </a:path>
              </a:pathLst>
            </a:custGeom>
            <a:solidFill>
              <a:srgbClr val="7C9A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7028180" y="3048000"/>
              <a:ext cx="1714500" cy="535940"/>
            </a:xfrm>
            <a:custGeom>
              <a:avLst/>
              <a:gdLst/>
              <a:ahLst/>
              <a:cxnLst/>
              <a:rect l="l" t="t" r="r" b="b"/>
              <a:pathLst>
                <a:path w="1714500" h="535939">
                  <a:moveTo>
                    <a:pt x="63500" y="0"/>
                  </a:moveTo>
                  <a:lnTo>
                    <a:pt x="40183" y="5476"/>
                  </a:lnTo>
                  <a:lnTo>
                    <a:pt x="19843" y="20002"/>
                  </a:lnTo>
                  <a:lnTo>
                    <a:pt x="5457" y="40719"/>
                  </a:lnTo>
                  <a:lnTo>
                    <a:pt x="0" y="64770"/>
                  </a:lnTo>
                  <a:lnTo>
                    <a:pt x="0" y="71120"/>
                  </a:lnTo>
                  <a:lnTo>
                    <a:pt x="0" y="115570"/>
                  </a:lnTo>
                  <a:lnTo>
                    <a:pt x="0" y="236220"/>
                  </a:lnTo>
                  <a:lnTo>
                    <a:pt x="0" y="471170"/>
                  </a:lnTo>
                  <a:lnTo>
                    <a:pt x="5457" y="494684"/>
                  </a:lnTo>
                  <a:lnTo>
                    <a:pt x="19843" y="515461"/>
                  </a:lnTo>
                  <a:lnTo>
                    <a:pt x="40183" y="530284"/>
                  </a:lnTo>
                  <a:lnTo>
                    <a:pt x="63500" y="535939"/>
                  </a:lnTo>
                  <a:lnTo>
                    <a:pt x="88284" y="535939"/>
                  </a:lnTo>
                  <a:lnTo>
                    <a:pt x="261778" y="535939"/>
                  </a:lnTo>
                  <a:lnTo>
                    <a:pt x="732690" y="535939"/>
                  </a:lnTo>
                  <a:lnTo>
                    <a:pt x="1649729" y="535939"/>
                  </a:lnTo>
                  <a:lnTo>
                    <a:pt x="1673244" y="530284"/>
                  </a:lnTo>
                  <a:lnTo>
                    <a:pt x="1694021" y="515461"/>
                  </a:lnTo>
                  <a:lnTo>
                    <a:pt x="1708844" y="494684"/>
                  </a:lnTo>
                  <a:lnTo>
                    <a:pt x="1714500" y="471170"/>
                  </a:lnTo>
                  <a:lnTo>
                    <a:pt x="1714500" y="464820"/>
                  </a:lnTo>
                  <a:lnTo>
                    <a:pt x="1714500" y="420370"/>
                  </a:lnTo>
                  <a:lnTo>
                    <a:pt x="1714500" y="299720"/>
                  </a:lnTo>
                  <a:lnTo>
                    <a:pt x="1714500" y="64770"/>
                  </a:lnTo>
                  <a:lnTo>
                    <a:pt x="1708844" y="40719"/>
                  </a:lnTo>
                  <a:lnTo>
                    <a:pt x="1694021" y="20002"/>
                  </a:lnTo>
                  <a:lnTo>
                    <a:pt x="1673244" y="5476"/>
                  </a:lnTo>
                  <a:lnTo>
                    <a:pt x="1649729" y="0"/>
                  </a:lnTo>
                  <a:lnTo>
                    <a:pt x="1624945" y="0"/>
                  </a:lnTo>
                  <a:lnTo>
                    <a:pt x="1451451" y="0"/>
                  </a:lnTo>
                  <a:lnTo>
                    <a:pt x="980539" y="0"/>
                  </a:lnTo>
                  <a:lnTo>
                    <a:pt x="63500" y="0"/>
                  </a:lnTo>
                  <a:close/>
                </a:path>
              </a:pathLst>
            </a:custGeom>
            <a:ln w="2839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0" name="object 40"/>
          <p:cNvSpPr txBox="1"/>
          <p:nvPr/>
        </p:nvSpPr>
        <p:spPr>
          <a:xfrm>
            <a:off x="7459980" y="3164840"/>
            <a:ext cx="849630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600" b="1" spc="-10" dirty="0">
                <a:solidFill>
                  <a:srgbClr val="FFFFFF"/>
                </a:solidFill>
                <a:latin typeface="Arial"/>
                <a:cs typeface="Arial"/>
              </a:rPr>
              <a:t>API/SDK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41" name="object 41"/>
          <p:cNvGrpSpPr/>
          <p:nvPr/>
        </p:nvGrpSpPr>
        <p:grpSpPr>
          <a:xfrm>
            <a:off x="7013983" y="3662453"/>
            <a:ext cx="1743075" cy="564515"/>
            <a:chOff x="7013983" y="3662453"/>
            <a:chExt cx="1743075" cy="564515"/>
          </a:xfrm>
        </p:grpSpPr>
        <p:sp>
          <p:nvSpPr>
            <p:cNvPr id="42" name="object 42"/>
            <p:cNvSpPr/>
            <p:nvPr/>
          </p:nvSpPr>
          <p:spPr>
            <a:xfrm>
              <a:off x="7028180" y="3676649"/>
              <a:ext cx="1714500" cy="535940"/>
            </a:xfrm>
            <a:custGeom>
              <a:avLst/>
              <a:gdLst/>
              <a:ahLst/>
              <a:cxnLst/>
              <a:rect l="l" t="t" r="r" b="b"/>
              <a:pathLst>
                <a:path w="1714500" h="535939">
                  <a:moveTo>
                    <a:pt x="1649729" y="0"/>
                  </a:moveTo>
                  <a:lnTo>
                    <a:pt x="63500" y="0"/>
                  </a:lnTo>
                  <a:lnTo>
                    <a:pt x="40183" y="5457"/>
                  </a:lnTo>
                  <a:lnTo>
                    <a:pt x="19843" y="19843"/>
                  </a:lnTo>
                  <a:lnTo>
                    <a:pt x="5457" y="40183"/>
                  </a:lnTo>
                  <a:lnTo>
                    <a:pt x="0" y="63500"/>
                  </a:lnTo>
                  <a:lnTo>
                    <a:pt x="0" y="471169"/>
                  </a:lnTo>
                  <a:lnTo>
                    <a:pt x="5457" y="494684"/>
                  </a:lnTo>
                  <a:lnTo>
                    <a:pt x="19843" y="515461"/>
                  </a:lnTo>
                  <a:lnTo>
                    <a:pt x="40183" y="530284"/>
                  </a:lnTo>
                  <a:lnTo>
                    <a:pt x="63500" y="535939"/>
                  </a:lnTo>
                  <a:lnTo>
                    <a:pt x="1649729" y="535939"/>
                  </a:lnTo>
                  <a:lnTo>
                    <a:pt x="1673244" y="530284"/>
                  </a:lnTo>
                  <a:lnTo>
                    <a:pt x="1694021" y="515461"/>
                  </a:lnTo>
                  <a:lnTo>
                    <a:pt x="1708844" y="494684"/>
                  </a:lnTo>
                  <a:lnTo>
                    <a:pt x="1714500" y="471169"/>
                  </a:lnTo>
                  <a:lnTo>
                    <a:pt x="1714500" y="63500"/>
                  </a:lnTo>
                  <a:lnTo>
                    <a:pt x="1708844" y="40183"/>
                  </a:lnTo>
                  <a:lnTo>
                    <a:pt x="1694021" y="19843"/>
                  </a:lnTo>
                  <a:lnTo>
                    <a:pt x="1673244" y="5457"/>
                  </a:lnTo>
                  <a:lnTo>
                    <a:pt x="1649729" y="0"/>
                  </a:lnTo>
                  <a:close/>
                </a:path>
              </a:pathLst>
            </a:custGeom>
            <a:solidFill>
              <a:srgbClr val="7C9A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7028180" y="3676649"/>
              <a:ext cx="1714500" cy="535940"/>
            </a:xfrm>
            <a:custGeom>
              <a:avLst/>
              <a:gdLst/>
              <a:ahLst/>
              <a:cxnLst/>
              <a:rect l="l" t="t" r="r" b="b"/>
              <a:pathLst>
                <a:path w="1714500" h="535939">
                  <a:moveTo>
                    <a:pt x="63500" y="0"/>
                  </a:moveTo>
                  <a:lnTo>
                    <a:pt x="40183" y="5457"/>
                  </a:lnTo>
                  <a:lnTo>
                    <a:pt x="19843" y="19843"/>
                  </a:lnTo>
                  <a:lnTo>
                    <a:pt x="5457" y="40183"/>
                  </a:lnTo>
                  <a:lnTo>
                    <a:pt x="0" y="63500"/>
                  </a:lnTo>
                  <a:lnTo>
                    <a:pt x="0" y="69869"/>
                  </a:lnTo>
                  <a:lnTo>
                    <a:pt x="0" y="114458"/>
                  </a:lnTo>
                  <a:lnTo>
                    <a:pt x="0" y="235485"/>
                  </a:lnTo>
                  <a:lnTo>
                    <a:pt x="0" y="471169"/>
                  </a:lnTo>
                  <a:lnTo>
                    <a:pt x="5457" y="494684"/>
                  </a:lnTo>
                  <a:lnTo>
                    <a:pt x="19843" y="515461"/>
                  </a:lnTo>
                  <a:lnTo>
                    <a:pt x="40183" y="530284"/>
                  </a:lnTo>
                  <a:lnTo>
                    <a:pt x="63500" y="535939"/>
                  </a:lnTo>
                  <a:lnTo>
                    <a:pt x="88284" y="535939"/>
                  </a:lnTo>
                  <a:lnTo>
                    <a:pt x="261778" y="535939"/>
                  </a:lnTo>
                  <a:lnTo>
                    <a:pt x="732690" y="535939"/>
                  </a:lnTo>
                  <a:lnTo>
                    <a:pt x="1649729" y="535939"/>
                  </a:lnTo>
                  <a:lnTo>
                    <a:pt x="1673244" y="530284"/>
                  </a:lnTo>
                  <a:lnTo>
                    <a:pt x="1694021" y="515461"/>
                  </a:lnTo>
                  <a:lnTo>
                    <a:pt x="1708844" y="494684"/>
                  </a:lnTo>
                  <a:lnTo>
                    <a:pt x="1714500" y="471169"/>
                  </a:lnTo>
                  <a:lnTo>
                    <a:pt x="1714500" y="464800"/>
                  </a:lnTo>
                  <a:lnTo>
                    <a:pt x="1714500" y="420211"/>
                  </a:lnTo>
                  <a:lnTo>
                    <a:pt x="1714500" y="299184"/>
                  </a:lnTo>
                  <a:lnTo>
                    <a:pt x="1714500" y="63500"/>
                  </a:lnTo>
                  <a:lnTo>
                    <a:pt x="1708844" y="40183"/>
                  </a:lnTo>
                  <a:lnTo>
                    <a:pt x="1694021" y="19843"/>
                  </a:lnTo>
                  <a:lnTo>
                    <a:pt x="1673244" y="5457"/>
                  </a:lnTo>
                  <a:lnTo>
                    <a:pt x="1649729" y="0"/>
                  </a:lnTo>
                  <a:lnTo>
                    <a:pt x="1624945" y="0"/>
                  </a:lnTo>
                  <a:lnTo>
                    <a:pt x="1451451" y="0"/>
                  </a:lnTo>
                  <a:lnTo>
                    <a:pt x="980539" y="0"/>
                  </a:lnTo>
                  <a:lnTo>
                    <a:pt x="63500" y="0"/>
                  </a:lnTo>
                  <a:close/>
                </a:path>
              </a:pathLst>
            </a:custGeom>
            <a:ln w="2839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4" name="object 44"/>
          <p:cNvSpPr txBox="1"/>
          <p:nvPr/>
        </p:nvSpPr>
        <p:spPr>
          <a:xfrm>
            <a:off x="7236459" y="3793490"/>
            <a:ext cx="1297305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600" b="1" spc="-10" dirty="0">
                <a:solidFill>
                  <a:srgbClr val="FFFFFF"/>
                </a:solidFill>
                <a:latin typeface="Arial"/>
                <a:cs typeface="Arial"/>
              </a:rPr>
              <a:t>VirtualCenter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45" name="object 45"/>
          <p:cNvGrpSpPr/>
          <p:nvPr/>
        </p:nvGrpSpPr>
        <p:grpSpPr>
          <a:xfrm>
            <a:off x="7013983" y="2407693"/>
            <a:ext cx="1743075" cy="564515"/>
            <a:chOff x="7013983" y="2407693"/>
            <a:chExt cx="1743075" cy="564515"/>
          </a:xfrm>
        </p:grpSpPr>
        <p:sp>
          <p:nvSpPr>
            <p:cNvPr id="46" name="object 46"/>
            <p:cNvSpPr/>
            <p:nvPr/>
          </p:nvSpPr>
          <p:spPr>
            <a:xfrm>
              <a:off x="7028180" y="2421890"/>
              <a:ext cx="1714500" cy="535940"/>
            </a:xfrm>
            <a:custGeom>
              <a:avLst/>
              <a:gdLst/>
              <a:ahLst/>
              <a:cxnLst/>
              <a:rect l="l" t="t" r="r" b="b"/>
              <a:pathLst>
                <a:path w="1714500" h="535939">
                  <a:moveTo>
                    <a:pt x="1649729" y="0"/>
                  </a:moveTo>
                  <a:lnTo>
                    <a:pt x="63500" y="0"/>
                  </a:lnTo>
                  <a:lnTo>
                    <a:pt x="40183" y="5655"/>
                  </a:lnTo>
                  <a:lnTo>
                    <a:pt x="19843" y="20478"/>
                  </a:lnTo>
                  <a:lnTo>
                    <a:pt x="5457" y="41255"/>
                  </a:lnTo>
                  <a:lnTo>
                    <a:pt x="0" y="64770"/>
                  </a:lnTo>
                  <a:lnTo>
                    <a:pt x="0" y="471170"/>
                  </a:lnTo>
                  <a:lnTo>
                    <a:pt x="5457" y="494684"/>
                  </a:lnTo>
                  <a:lnTo>
                    <a:pt x="19843" y="515461"/>
                  </a:lnTo>
                  <a:lnTo>
                    <a:pt x="40183" y="530284"/>
                  </a:lnTo>
                  <a:lnTo>
                    <a:pt x="63500" y="535939"/>
                  </a:lnTo>
                  <a:lnTo>
                    <a:pt x="1649729" y="535939"/>
                  </a:lnTo>
                  <a:lnTo>
                    <a:pt x="1673244" y="530284"/>
                  </a:lnTo>
                  <a:lnTo>
                    <a:pt x="1694021" y="515461"/>
                  </a:lnTo>
                  <a:lnTo>
                    <a:pt x="1708844" y="494684"/>
                  </a:lnTo>
                  <a:lnTo>
                    <a:pt x="1714500" y="471170"/>
                  </a:lnTo>
                  <a:lnTo>
                    <a:pt x="1714500" y="64770"/>
                  </a:lnTo>
                  <a:lnTo>
                    <a:pt x="1708844" y="41255"/>
                  </a:lnTo>
                  <a:lnTo>
                    <a:pt x="1694021" y="20478"/>
                  </a:lnTo>
                  <a:lnTo>
                    <a:pt x="1673244" y="5655"/>
                  </a:lnTo>
                  <a:lnTo>
                    <a:pt x="1649729" y="0"/>
                  </a:lnTo>
                  <a:close/>
                </a:path>
              </a:pathLst>
            </a:custGeom>
            <a:solidFill>
              <a:srgbClr val="7C9A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7028180" y="2421890"/>
              <a:ext cx="1714500" cy="535940"/>
            </a:xfrm>
            <a:custGeom>
              <a:avLst/>
              <a:gdLst/>
              <a:ahLst/>
              <a:cxnLst/>
              <a:rect l="l" t="t" r="r" b="b"/>
              <a:pathLst>
                <a:path w="1714500" h="535939">
                  <a:moveTo>
                    <a:pt x="63500" y="0"/>
                  </a:moveTo>
                  <a:lnTo>
                    <a:pt x="40183" y="5655"/>
                  </a:lnTo>
                  <a:lnTo>
                    <a:pt x="19843" y="20478"/>
                  </a:lnTo>
                  <a:lnTo>
                    <a:pt x="5457" y="41255"/>
                  </a:lnTo>
                  <a:lnTo>
                    <a:pt x="0" y="64770"/>
                  </a:lnTo>
                  <a:lnTo>
                    <a:pt x="0" y="71120"/>
                  </a:lnTo>
                  <a:lnTo>
                    <a:pt x="0" y="115570"/>
                  </a:lnTo>
                  <a:lnTo>
                    <a:pt x="0" y="236220"/>
                  </a:lnTo>
                  <a:lnTo>
                    <a:pt x="0" y="471170"/>
                  </a:lnTo>
                  <a:lnTo>
                    <a:pt x="5457" y="494684"/>
                  </a:lnTo>
                  <a:lnTo>
                    <a:pt x="19843" y="515461"/>
                  </a:lnTo>
                  <a:lnTo>
                    <a:pt x="40183" y="530284"/>
                  </a:lnTo>
                  <a:lnTo>
                    <a:pt x="63500" y="535939"/>
                  </a:lnTo>
                  <a:lnTo>
                    <a:pt x="88284" y="535939"/>
                  </a:lnTo>
                  <a:lnTo>
                    <a:pt x="261778" y="535939"/>
                  </a:lnTo>
                  <a:lnTo>
                    <a:pt x="732690" y="535939"/>
                  </a:lnTo>
                  <a:lnTo>
                    <a:pt x="1649729" y="535939"/>
                  </a:lnTo>
                  <a:lnTo>
                    <a:pt x="1673244" y="530284"/>
                  </a:lnTo>
                  <a:lnTo>
                    <a:pt x="1694021" y="515461"/>
                  </a:lnTo>
                  <a:lnTo>
                    <a:pt x="1708844" y="494684"/>
                  </a:lnTo>
                  <a:lnTo>
                    <a:pt x="1714500" y="471170"/>
                  </a:lnTo>
                  <a:lnTo>
                    <a:pt x="1714500" y="464820"/>
                  </a:lnTo>
                  <a:lnTo>
                    <a:pt x="1714500" y="420370"/>
                  </a:lnTo>
                  <a:lnTo>
                    <a:pt x="1714500" y="299720"/>
                  </a:lnTo>
                  <a:lnTo>
                    <a:pt x="1714500" y="64770"/>
                  </a:lnTo>
                  <a:lnTo>
                    <a:pt x="1708844" y="41255"/>
                  </a:lnTo>
                  <a:lnTo>
                    <a:pt x="1694021" y="20478"/>
                  </a:lnTo>
                  <a:lnTo>
                    <a:pt x="1673244" y="5655"/>
                  </a:lnTo>
                  <a:lnTo>
                    <a:pt x="1649729" y="0"/>
                  </a:lnTo>
                  <a:lnTo>
                    <a:pt x="1624945" y="0"/>
                  </a:lnTo>
                  <a:lnTo>
                    <a:pt x="1451451" y="0"/>
                  </a:lnTo>
                  <a:lnTo>
                    <a:pt x="980539" y="0"/>
                  </a:lnTo>
                  <a:lnTo>
                    <a:pt x="63500" y="0"/>
                  </a:lnTo>
                  <a:close/>
                </a:path>
              </a:pathLst>
            </a:custGeom>
            <a:ln w="2839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8" name="object 48"/>
          <p:cNvSpPr txBox="1"/>
          <p:nvPr/>
        </p:nvSpPr>
        <p:spPr>
          <a:xfrm>
            <a:off x="7310119" y="2459990"/>
            <a:ext cx="1149985" cy="4279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lnSpc>
                <a:spcPts val="1825"/>
              </a:lnSpc>
              <a:spcBef>
                <a:spcPts val="100"/>
              </a:spcBef>
            </a:pPr>
            <a:r>
              <a:rPr sz="1600" b="1" dirty="0">
                <a:solidFill>
                  <a:srgbClr val="FFFFFF"/>
                </a:solidFill>
                <a:latin typeface="Arial"/>
                <a:cs typeface="Arial"/>
              </a:rPr>
              <a:t>Remote</a:t>
            </a:r>
            <a:r>
              <a:rPr sz="1600" b="1" spc="-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600" b="1" spc="-25" dirty="0">
                <a:solidFill>
                  <a:srgbClr val="FFFFFF"/>
                </a:solidFill>
                <a:latin typeface="Arial"/>
                <a:cs typeface="Arial"/>
              </a:rPr>
              <a:t>CLI</a:t>
            </a:r>
            <a:endParaRPr sz="1600">
              <a:latin typeface="Arial"/>
              <a:cs typeface="Arial"/>
            </a:endParaRPr>
          </a:p>
          <a:p>
            <a:pPr marL="635" algn="ctr">
              <a:lnSpc>
                <a:spcPts val="1345"/>
              </a:lnSpc>
            </a:pPr>
            <a:r>
              <a:rPr sz="1200" b="1" spc="-10" dirty="0">
                <a:solidFill>
                  <a:srgbClr val="FFFFFF"/>
                </a:solidFill>
                <a:latin typeface="Arial"/>
                <a:cs typeface="Arial"/>
              </a:rPr>
              <a:t>(scripting)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49" name="object 49"/>
          <p:cNvGrpSpPr/>
          <p:nvPr/>
        </p:nvGrpSpPr>
        <p:grpSpPr>
          <a:xfrm>
            <a:off x="7013983" y="1757453"/>
            <a:ext cx="1743075" cy="563245"/>
            <a:chOff x="7013983" y="1757453"/>
            <a:chExt cx="1743075" cy="563245"/>
          </a:xfrm>
        </p:grpSpPr>
        <p:sp>
          <p:nvSpPr>
            <p:cNvPr id="50" name="object 50"/>
            <p:cNvSpPr/>
            <p:nvPr/>
          </p:nvSpPr>
          <p:spPr>
            <a:xfrm>
              <a:off x="7028180" y="1771650"/>
              <a:ext cx="1714500" cy="534670"/>
            </a:xfrm>
            <a:custGeom>
              <a:avLst/>
              <a:gdLst/>
              <a:ahLst/>
              <a:cxnLst/>
              <a:rect l="l" t="t" r="r" b="b"/>
              <a:pathLst>
                <a:path w="1714500" h="534669">
                  <a:moveTo>
                    <a:pt x="1649729" y="0"/>
                  </a:moveTo>
                  <a:lnTo>
                    <a:pt x="63500" y="0"/>
                  </a:lnTo>
                  <a:lnTo>
                    <a:pt x="40183" y="5457"/>
                  </a:lnTo>
                  <a:lnTo>
                    <a:pt x="19843" y="19843"/>
                  </a:lnTo>
                  <a:lnTo>
                    <a:pt x="5457" y="40183"/>
                  </a:lnTo>
                  <a:lnTo>
                    <a:pt x="0" y="63500"/>
                  </a:lnTo>
                  <a:lnTo>
                    <a:pt x="0" y="471170"/>
                  </a:lnTo>
                  <a:lnTo>
                    <a:pt x="5457" y="494486"/>
                  </a:lnTo>
                  <a:lnTo>
                    <a:pt x="19843" y="514826"/>
                  </a:lnTo>
                  <a:lnTo>
                    <a:pt x="40183" y="529212"/>
                  </a:lnTo>
                  <a:lnTo>
                    <a:pt x="63500" y="534670"/>
                  </a:lnTo>
                  <a:lnTo>
                    <a:pt x="1649729" y="534670"/>
                  </a:lnTo>
                  <a:lnTo>
                    <a:pt x="1673244" y="529212"/>
                  </a:lnTo>
                  <a:lnTo>
                    <a:pt x="1694021" y="514826"/>
                  </a:lnTo>
                  <a:lnTo>
                    <a:pt x="1708844" y="494486"/>
                  </a:lnTo>
                  <a:lnTo>
                    <a:pt x="1714500" y="471170"/>
                  </a:lnTo>
                  <a:lnTo>
                    <a:pt x="1714500" y="63500"/>
                  </a:lnTo>
                  <a:lnTo>
                    <a:pt x="1708844" y="40183"/>
                  </a:lnTo>
                  <a:lnTo>
                    <a:pt x="1694021" y="19843"/>
                  </a:lnTo>
                  <a:lnTo>
                    <a:pt x="1673244" y="5457"/>
                  </a:lnTo>
                  <a:lnTo>
                    <a:pt x="1649729" y="0"/>
                  </a:lnTo>
                  <a:close/>
                </a:path>
              </a:pathLst>
            </a:custGeom>
            <a:solidFill>
              <a:srgbClr val="7C9A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7028180" y="1771650"/>
              <a:ext cx="1714500" cy="534670"/>
            </a:xfrm>
            <a:custGeom>
              <a:avLst/>
              <a:gdLst/>
              <a:ahLst/>
              <a:cxnLst/>
              <a:rect l="l" t="t" r="r" b="b"/>
              <a:pathLst>
                <a:path w="1714500" h="534669">
                  <a:moveTo>
                    <a:pt x="63500" y="0"/>
                  </a:moveTo>
                  <a:lnTo>
                    <a:pt x="40183" y="5457"/>
                  </a:lnTo>
                  <a:lnTo>
                    <a:pt x="19843" y="19843"/>
                  </a:lnTo>
                  <a:lnTo>
                    <a:pt x="5457" y="40183"/>
                  </a:lnTo>
                  <a:lnTo>
                    <a:pt x="0" y="63500"/>
                  </a:lnTo>
                  <a:lnTo>
                    <a:pt x="0" y="69869"/>
                  </a:lnTo>
                  <a:lnTo>
                    <a:pt x="0" y="114458"/>
                  </a:lnTo>
                  <a:lnTo>
                    <a:pt x="0" y="235485"/>
                  </a:lnTo>
                  <a:lnTo>
                    <a:pt x="0" y="471170"/>
                  </a:lnTo>
                  <a:lnTo>
                    <a:pt x="5457" y="494486"/>
                  </a:lnTo>
                  <a:lnTo>
                    <a:pt x="19843" y="514826"/>
                  </a:lnTo>
                  <a:lnTo>
                    <a:pt x="40183" y="529212"/>
                  </a:lnTo>
                  <a:lnTo>
                    <a:pt x="63500" y="534670"/>
                  </a:lnTo>
                  <a:lnTo>
                    <a:pt x="88284" y="534670"/>
                  </a:lnTo>
                  <a:lnTo>
                    <a:pt x="261778" y="534670"/>
                  </a:lnTo>
                  <a:lnTo>
                    <a:pt x="732690" y="534670"/>
                  </a:lnTo>
                  <a:lnTo>
                    <a:pt x="1649729" y="534670"/>
                  </a:lnTo>
                  <a:lnTo>
                    <a:pt x="1673244" y="529212"/>
                  </a:lnTo>
                  <a:lnTo>
                    <a:pt x="1694021" y="514826"/>
                  </a:lnTo>
                  <a:lnTo>
                    <a:pt x="1708844" y="494486"/>
                  </a:lnTo>
                  <a:lnTo>
                    <a:pt x="1714500" y="471170"/>
                  </a:lnTo>
                  <a:lnTo>
                    <a:pt x="1714500" y="464800"/>
                  </a:lnTo>
                  <a:lnTo>
                    <a:pt x="1714500" y="420211"/>
                  </a:lnTo>
                  <a:lnTo>
                    <a:pt x="1714500" y="299184"/>
                  </a:lnTo>
                  <a:lnTo>
                    <a:pt x="1714500" y="63500"/>
                  </a:lnTo>
                  <a:lnTo>
                    <a:pt x="1708844" y="40183"/>
                  </a:lnTo>
                  <a:lnTo>
                    <a:pt x="1694021" y="19843"/>
                  </a:lnTo>
                  <a:lnTo>
                    <a:pt x="1673244" y="5457"/>
                  </a:lnTo>
                  <a:lnTo>
                    <a:pt x="1649729" y="0"/>
                  </a:lnTo>
                  <a:lnTo>
                    <a:pt x="1624945" y="0"/>
                  </a:lnTo>
                  <a:lnTo>
                    <a:pt x="1451451" y="0"/>
                  </a:lnTo>
                  <a:lnTo>
                    <a:pt x="980539" y="0"/>
                  </a:lnTo>
                  <a:lnTo>
                    <a:pt x="63500" y="0"/>
                  </a:lnTo>
                  <a:close/>
                </a:path>
              </a:pathLst>
            </a:custGeom>
            <a:ln w="2839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2" name="object 52"/>
          <p:cNvSpPr txBox="1"/>
          <p:nvPr/>
        </p:nvSpPr>
        <p:spPr>
          <a:xfrm>
            <a:off x="7256780" y="1809750"/>
            <a:ext cx="1257300" cy="4279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lnSpc>
                <a:spcPts val="1825"/>
              </a:lnSpc>
              <a:spcBef>
                <a:spcPts val="100"/>
              </a:spcBef>
            </a:pPr>
            <a:r>
              <a:rPr sz="1600" b="1" spc="-25" dirty="0">
                <a:solidFill>
                  <a:srgbClr val="FFFFFF"/>
                </a:solidFill>
                <a:latin typeface="Arial"/>
                <a:cs typeface="Arial"/>
              </a:rPr>
              <a:t>CIM</a:t>
            </a:r>
            <a:endParaRPr sz="1600">
              <a:latin typeface="Arial"/>
              <a:cs typeface="Arial"/>
            </a:endParaRPr>
          </a:p>
          <a:p>
            <a:pPr algn="ctr">
              <a:lnSpc>
                <a:spcPts val="1345"/>
              </a:lnSpc>
            </a:pPr>
            <a:r>
              <a:rPr sz="1200" b="1" spc="-10" dirty="0">
                <a:solidFill>
                  <a:srgbClr val="FFFFFF"/>
                </a:solidFill>
                <a:latin typeface="Arial"/>
                <a:cs typeface="Arial"/>
              </a:rPr>
              <a:t>(Hardware</a:t>
            </a:r>
            <a:r>
              <a:rPr sz="1200" b="1" spc="-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200" b="1" spc="-10" dirty="0">
                <a:solidFill>
                  <a:srgbClr val="FFFFFF"/>
                </a:solidFill>
                <a:latin typeface="Arial"/>
                <a:cs typeface="Arial"/>
              </a:rPr>
              <a:t>mgmt)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53" name="object 53"/>
          <p:cNvGrpSpPr/>
          <p:nvPr/>
        </p:nvGrpSpPr>
        <p:grpSpPr>
          <a:xfrm>
            <a:off x="2980463" y="4291103"/>
            <a:ext cx="1743075" cy="563245"/>
            <a:chOff x="2980463" y="4291103"/>
            <a:chExt cx="1743075" cy="563245"/>
          </a:xfrm>
        </p:grpSpPr>
        <p:sp>
          <p:nvSpPr>
            <p:cNvPr id="54" name="object 54"/>
            <p:cNvSpPr/>
            <p:nvPr/>
          </p:nvSpPr>
          <p:spPr>
            <a:xfrm>
              <a:off x="2994659" y="4305299"/>
              <a:ext cx="1714500" cy="534670"/>
            </a:xfrm>
            <a:custGeom>
              <a:avLst/>
              <a:gdLst/>
              <a:ahLst/>
              <a:cxnLst/>
              <a:rect l="l" t="t" r="r" b="b"/>
              <a:pathLst>
                <a:path w="1714500" h="534670">
                  <a:moveTo>
                    <a:pt x="1649729" y="0"/>
                  </a:moveTo>
                  <a:lnTo>
                    <a:pt x="63500" y="0"/>
                  </a:lnTo>
                  <a:lnTo>
                    <a:pt x="40183" y="5457"/>
                  </a:lnTo>
                  <a:lnTo>
                    <a:pt x="19843" y="19843"/>
                  </a:lnTo>
                  <a:lnTo>
                    <a:pt x="5457" y="40183"/>
                  </a:lnTo>
                  <a:lnTo>
                    <a:pt x="0" y="63500"/>
                  </a:lnTo>
                  <a:lnTo>
                    <a:pt x="0" y="471169"/>
                  </a:lnTo>
                  <a:lnTo>
                    <a:pt x="5457" y="494486"/>
                  </a:lnTo>
                  <a:lnTo>
                    <a:pt x="19843" y="514826"/>
                  </a:lnTo>
                  <a:lnTo>
                    <a:pt x="40183" y="529212"/>
                  </a:lnTo>
                  <a:lnTo>
                    <a:pt x="63500" y="534669"/>
                  </a:lnTo>
                  <a:lnTo>
                    <a:pt x="1649729" y="534669"/>
                  </a:lnTo>
                  <a:lnTo>
                    <a:pt x="1673244" y="529212"/>
                  </a:lnTo>
                  <a:lnTo>
                    <a:pt x="1694021" y="514826"/>
                  </a:lnTo>
                  <a:lnTo>
                    <a:pt x="1708844" y="494486"/>
                  </a:lnTo>
                  <a:lnTo>
                    <a:pt x="1714500" y="471169"/>
                  </a:lnTo>
                  <a:lnTo>
                    <a:pt x="1714500" y="63500"/>
                  </a:lnTo>
                  <a:lnTo>
                    <a:pt x="1708844" y="40183"/>
                  </a:lnTo>
                  <a:lnTo>
                    <a:pt x="1694021" y="19843"/>
                  </a:lnTo>
                  <a:lnTo>
                    <a:pt x="1673244" y="5457"/>
                  </a:lnTo>
                  <a:lnTo>
                    <a:pt x="1649729" y="0"/>
                  </a:lnTo>
                  <a:close/>
                </a:path>
              </a:pathLst>
            </a:custGeom>
            <a:solidFill>
              <a:srgbClr val="7C9A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2994659" y="4305299"/>
              <a:ext cx="1714500" cy="534670"/>
            </a:xfrm>
            <a:custGeom>
              <a:avLst/>
              <a:gdLst/>
              <a:ahLst/>
              <a:cxnLst/>
              <a:rect l="l" t="t" r="r" b="b"/>
              <a:pathLst>
                <a:path w="1714500" h="534670">
                  <a:moveTo>
                    <a:pt x="63500" y="0"/>
                  </a:moveTo>
                  <a:lnTo>
                    <a:pt x="40183" y="5457"/>
                  </a:lnTo>
                  <a:lnTo>
                    <a:pt x="19843" y="19843"/>
                  </a:lnTo>
                  <a:lnTo>
                    <a:pt x="5457" y="40183"/>
                  </a:lnTo>
                  <a:lnTo>
                    <a:pt x="0" y="63500"/>
                  </a:lnTo>
                  <a:lnTo>
                    <a:pt x="0" y="69869"/>
                  </a:lnTo>
                  <a:lnTo>
                    <a:pt x="0" y="114458"/>
                  </a:lnTo>
                  <a:lnTo>
                    <a:pt x="0" y="235485"/>
                  </a:lnTo>
                  <a:lnTo>
                    <a:pt x="0" y="471169"/>
                  </a:lnTo>
                  <a:lnTo>
                    <a:pt x="5457" y="494486"/>
                  </a:lnTo>
                  <a:lnTo>
                    <a:pt x="19843" y="514826"/>
                  </a:lnTo>
                  <a:lnTo>
                    <a:pt x="40183" y="529212"/>
                  </a:lnTo>
                  <a:lnTo>
                    <a:pt x="63500" y="534669"/>
                  </a:lnTo>
                  <a:lnTo>
                    <a:pt x="88284" y="534669"/>
                  </a:lnTo>
                  <a:lnTo>
                    <a:pt x="261778" y="534669"/>
                  </a:lnTo>
                  <a:lnTo>
                    <a:pt x="732690" y="534669"/>
                  </a:lnTo>
                  <a:lnTo>
                    <a:pt x="1649729" y="534669"/>
                  </a:lnTo>
                  <a:lnTo>
                    <a:pt x="1673244" y="529212"/>
                  </a:lnTo>
                  <a:lnTo>
                    <a:pt x="1694021" y="514826"/>
                  </a:lnTo>
                  <a:lnTo>
                    <a:pt x="1708844" y="494486"/>
                  </a:lnTo>
                  <a:lnTo>
                    <a:pt x="1714500" y="471169"/>
                  </a:lnTo>
                  <a:lnTo>
                    <a:pt x="1714500" y="464800"/>
                  </a:lnTo>
                  <a:lnTo>
                    <a:pt x="1714500" y="420211"/>
                  </a:lnTo>
                  <a:lnTo>
                    <a:pt x="1714500" y="299184"/>
                  </a:lnTo>
                  <a:lnTo>
                    <a:pt x="1714500" y="63500"/>
                  </a:lnTo>
                  <a:lnTo>
                    <a:pt x="1708844" y="40183"/>
                  </a:lnTo>
                  <a:lnTo>
                    <a:pt x="1694021" y="19843"/>
                  </a:lnTo>
                  <a:lnTo>
                    <a:pt x="1673244" y="5457"/>
                  </a:lnTo>
                  <a:lnTo>
                    <a:pt x="1649729" y="0"/>
                  </a:lnTo>
                  <a:lnTo>
                    <a:pt x="1624945" y="0"/>
                  </a:lnTo>
                  <a:lnTo>
                    <a:pt x="1451451" y="0"/>
                  </a:lnTo>
                  <a:lnTo>
                    <a:pt x="980539" y="0"/>
                  </a:lnTo>
                  <a:lnTo>
                    <a:pt x="63500" y="0"/>
                  </a:lnTo>
                  <a:close/>
                </a:path>
              </a:pathLst>
            </a:custGeom>
            <a:ln w="2839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6" name="object 56"/>
          <p:cNvSpPr txBox="1"/>
          <p:nvPr/>
        </p:nvSpPr>
        <p:spPr>
          <a:xfrm>
            <a:off x="3652520" y="4422140"/>
            <a:ext cx="396875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600" b="1" spc="-25" dirty="0">
                <a:solidFill>
                  <a:srgbClr val="FFFFFF"/>
                </a:solidFill>
                <a:latin typeface="Arial"/>
                <a:cs typeface="Arial"/>
              </a:rPr>
              <a:t>MUI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57" name="object 57"/>
          <p:cNvGrpSpPr/>
          <p:nvPr/>
        </p:nvGrpSpPr>
        <p:grpSpPr>
          <a:xfrm>
            <a:off x="5050563" y="4291103"/>
            <a:ext cx="1744345" cy="563245"/>
            <a:chOff x="5050563" y="4291103"/>
            <a:chExt cx="1744345" cy="563245"/>
          </a:xfrm>
        </p:grpSpPr>
        <p:sp>
          <p:nvSpPr>
            <p:cNvPr id="58" name="object 58"/>
            <p:cNvSpPr/>
            <p:nvPr/>
          </p:nvSpPr>
          <p:spPr>
            <a:xfrm>
              <a:off x="5064760" y="4305299"/>
              <a:ext cx="1715770" cy="534670"/>
            </a:xfrm>
            <a:custGeom>
              <a:avLst/>
              <a:gdLst/>
              <a:ahLst/>
              <a:cxnLst/>
              <a:rect l="l" t="t" r="r" b="b"/>
              <a:pathLst>
                <a:path w="1715770" h="534670">
                  <a:moveTo>
                    <a:pt x="1650999" y="0"/>
                  </a:moveTo>
                  <a:lnTo>
                    <a:pt x="64769" y="0"/>
                  </a:lnTo>
                  <a:lnTo>
                    <a:pt x="41255" y="5457"/>
                  </a:lnTo>
                  <a:lnTo>
                    <a:pt x="20478" y="19843"/>
                  </a:lnTo>
                  <a:lnTo>
                    <a:pt x="5655" y="40183"/>
                  </a:lnTo>
                  <a:lnTo>
                    <a:pt x="0" y="63500"/>
                  </a:lnTo>
                  <a:lnTo>
                    <a:pt x="0" y="471169"/>
                  </a:lnTo>
                  <a:lnTo>
                    <a:pt x="5655" y="494486"/>
                  </a:lnTo>
                  <a:lnTo>
                    <a:pt x="20478" y="514826"/>
                  </a:lnTo>
                  <a:lnTo>
                    <a:pt x="41255" y="529212"/>
                  </a:lnTo>
                  <a:lnTo>
                    <a:pt x="64769" y="534669"/>
                  </a:lnTo>
                  <a:lnTo>
                    <a:pt x="1650999" y="534669"/>
                  </a:lnTo>
                  <a:lnTo>
                    <a:pt x="1674514" y="529212"/>
                  </a:lnTo>
                  <a:lnTo>
                    <a:pt x="1695291" y="514826"/>
                  </a:lnTo>
                  <a:lnTo>
                    <a:pt x="1710114" y="494486"/>
                  </a:lnTo>
                  <a:lnTo>
                    <a:pt x="1715769" y="471169"/>
                  </a:lnTo>
                  <a:lnTo>
                    <a:pt x="1715769" y="63500"/>
                  </a:lnTo>
                  <a:lnTo>
                    <a:pt x="1710114" y="40183"/>
                  </a:lnTo>
                  <a:lnTo>
                    <a:pt x="1695291" y="19843"/>
                  </a:lnTo>
                  <a:lnTo>
                    <a:pt x="1674514" y="5457"/>
                  </a:lnTo>
                  <a:lnTo>
                    <a:pt x="1650999" y="0"/>
                  </a:lnTo>
                  <a:close/>
                </a:path>
              </a:pathLst>
            </a:custGeom>
            <a:solidFill>
              <a:srgbClr val="7C9A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5064760" y="4305299"/>
              <a:ext cx="1715770" cy="534670"/>
            </a:xfrm>
            <a:custGeom>
              <a:avLst/>
              <a:gdLst/>
              <a:ahLst/>
              <a:cxnLst/>
              <a:rect l="l" t="t" r="r" b="b"/>
              <a:pathLst>
                <a:path w="1715770" h="534670">
                  <a:moveTo>
                    <a:pt x="64769" y="0"/>
                  </a:moveTo>
                  <a:lnTo>
                    <a:pt x="41255" y="5457"/>
                  </a:lnTo>
                  <a:lnTo>
                    <a:pt x="20478" y="19843"/>
                  </a:lnTo>
                  <a:lnTo>
                    <a:pt x="5655" y="40183"/>
                  </a:lnTo>
                  <a:lnTo>
                    <a:pt x="0" y="63500"/>
                  </a:lnTo>
                  <a:lnTo>
                    <a:pt x="0" y="69869"/>
                  </a:lnTo>
                  <a:lnTo>
                    <a:pt x="0" y="114458"/>
                  </a:lnTo>
                  <a:lnTo>
                    <a:pt x="0" y="235485"/>
                  </a:lnTo>
                  <a:lnTo>
                    <a:pt x="0" y="471169"/>
                  </a:lnTo>
                  <a:lnTo>
                    <a:pt x="5655" y="494486"/>
                  </a:lnTo>
                  <a:lnTo>
                    <a:pt x="20478" y="514826"/>
                  </a:lnTo>
                  <a:lnTo>
                    <a:pt x="41255" y="529212"/>
                  </a:lnTo>
                  <a:lnTo>
                    <a:pt x="64769" y="534669"/>
                  </a:lnTo>
                  <a:lnTo>
                    <a:pt x="89554" y="534669"/>
                  </a:lnTo>
                  <a:lnTo>
                    <a:pt x="263048" y="534669"/>
                  </a:lnTo>
                  <a:lnTo>
                    <a:pt x="733960" y="534669"/>
                  </a:lnTo>
                  <a:lnTo>
                    <a:pt x="1650999" y="534669"/>
                  </a:lnTo>
                  <a:lnTo>
                    <a:pt x="1674514" y="529212"/>
                  </a:lnTo>
                  <a:lnTo>
                    <a:pt x="1695291" y="514826"/>
                  </a:lnTo>
                  <a:lnTo>
                    <a:pt x="1710114" y="494486"/>
                  </a:lnTo>
                  <a:lnTo>
                    <a:pt x="1715769" y="471169"/>
                  </a:lnTo>
                  <a:lnTo>
                    <a:pt x="1715769" y="464800"/>
                  </a:lnTo>
                  <a:lnTo>
                    <a:pt x="1715769" y="420211"/>
                  </a:lnTo>
                  <a:lnTo>
                    <a:pt x="1715769" y="299184"/>
                  </a:lnTo>
                  <a:lnTo>
                    <a:pt x="1715769" y="63500"/>
                  </a:lnTo>
                  <a:lnTo>
                    <a:pt x="1710114" y="40183"/>
                  </a:lnTo>
                  <a:lnTo>
                    <a:pt x="1695291" y="19843"/>
                  </a:lnTo>
                  <a:lnTo>
                    <a:pt x="1674514" y="5457"/>
                  </a:lnTo>
                  <a:lnTo>
                    <a:pt x="1650999" y="0"/>
                  </a:lnTo>
                  <a:lnTo>
                    <a:pt x="1626215" y="0"/>
                  </a:lnTo>
                  <a:lnTo>
                    <a:pt x="1452721" y="0"/>
                  </a:lnTo>
                  <a:lnTo>
                    <a:pt x="981809" y="0"/>
                  </a:lnTo>
                  <a:lnTo>
                    <a:pt x="64769" y="0"/>
                  </a:lnTo>
                  <a:close/>
                </a:path>
              </a:pathLst>
            </a:custGeom>
            <a:ln w="2839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0" name="object 60"/>
          <p:cNvSpPr txBox="1"/>
          <p:nvPr/>
        </p:nvSpPr>
        <p:spPr>
          <a:xfrm>
            <a:off x="5504179" y="4422140"/>
            <a:ext cx="837565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600" b="1" dirty="0">
                <a:solidFill>
                  <a:srgbClr val="FFFFFF"/>
                </a:solidFill>
                <a:latin typeface="Arial"/>
                <a:cs typeface="Arial"/>
              </a:rPr>
              <a:t>VI</a:t>
            </a:r>
            <a:r>
              <a:rPr sz="1600" b="1" spc="-2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600" b="1" spc="-10" dirty="0">
                <a:solidFill>
                  <a:srgbClr val="FFFFFF"/>
                </a:solidFill>
                <a:latin typeface="Arial"/>
                <a:cs typeface="Arial"/>
              </a:rPr>
              <a:t>Client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61" name="object 61"/>
          <p:cNvGrpSpPr/>
          <p:nvPr/>
        </p:nvGrpSpPr>
        <p:grpSpPr>
          <a:xfrm>
            <a:off x="7013983" y="4291103"/>
            <a:ext cx="1743075" cy="563245"/>
            <a:chOff x="7013983" y="4291103"/>
            <a:chExt cx="1743075" cy="563245"/>
          </a:xfrm>
        </p:grpSpPr>
        <p:sp>
          <p:nvSpPr>
            <p:cNvPr id="62" name="object 62"/>
            <p:cNvSpPr/>
            <p:nvPr/>
          </p:nvSpPr>
          <p:spPr>
            <a:xfrm>
              <a:off x="7028180" y="4305299"/>
              <a:ext cx="1714500" cy="534670"/>
            </a:xfrm>
            <a:custGeom>
              <a:avLst/>
              <a:gdLst/>
              <a:ahLst/>
              <a:cxnLst/>
              <a:rect l="l" t="t" r="r" b="b"/>
              <a:pathLst>
                <a:path w="1714500" h="534670">
                  <a:moveTo>
                    <a:pt x="1649729" y="0"/>
                  </a:moveTo>
                  <a:lnTo>
                    <a:pt x="63500" y="0"/>
                  </a:lnTo>
                  <a:lnTo>
                    <a:pt x="40183" y="5457"/>
                  </a:lnTo>
                  <a:lnTo>
                    <a:pt x="19843" y="19843"/>
                  </a:lnTo>
                  <a:lnTo>
                    <a:pt x="5457" y="40183"/>
                  </a:lnTo>
                  <a:lnTo>
                    <a:pt x="0" y="63500"/>
                  </a:lnTo>
                  <a:lnTo>
                    <a:pt x="0" y="471169"/>
                  </a:lnTo>
                  <a:lnTo>
                    <a:pt x="5457" y="494486"/>
                  </a:lnTo>
                  <a:lnTo>
                    <a:pt x="19843" y="514826"/>
                  </a:lnTo>
                  <a:lnTo>
                    <a:pt x="40183" y="529212"/>
                  </a:lnTo>
                  <a:lnTo>
                    <a:pt x="63500" y="534669"/>
                  </a:lnTo>
                  <a:lnTo>
                    <a:pt x="1649729" y="534669"/>
                  </a:lnTo>
                  <a:lnTo>
                    <a:pt x="1673244" y="529212"/>
                  </a:lnTo>
                  <a:lnTo>
                    <a:pt x="1694021" y="514826"/>
                  </a:lnTo>
                  <a:lnTo>
                    <a:pt x="1708844" y="494486"/>
                  </a:lnTo>
                  <a:lnTo>
                    <a:pt x="1714500" y="471169"/>
                  </a:lnTo>
                  <a:lnTo>
                    <a:pt x="1714500" y="63500"/>
                  </a:lnTo>
                  <a:lnTo>
                    <a:pt x="1708844" y="40183"/>
                  </a:lnTo>
                  <a:lnTo>
                    <a:pt x="1694021" y="19843"/>
                  </a:lnTo>
                  <a:lnTo>
                    <a:pt x="1673244" y="5457"/>
                  </a:lnTo>
                  <a:lnTo>
                    <a:pt x="1649729" y="0"/>
                  </a:lnTo>
                  <a:close/>
                </a:path>
              </a:pathLst>
            </a:custGeom>
            <a:solidFill>
              <a:srgbClr val="7C9A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7028180" y="4305299"/>
              <a:ext cx="1714500" cy="534670"/>
            </a:xfrm>
            <a:custGeom>
              <a:avLst/>
              <a:gdLst/>
              <a:ahLst/>
              <a:cxnLst/>
              <a:rect l="l" t="t" r="r" b="b"/>
              <a:pathLst>
                <a:path w="1714500" h="534670">
                  <a:moveTo>
                    <a:pt x="63500" y="0"/>
                  </a:moveTo>
                  <a:lnTo>
                    <a:pt x="40183" y="5457"/>
                  </a:lnTo>
                  <a:lnTo>
                    <a:pt x="19843" y="19843"/>
                  </a:lnTo>
                  <a:lnTo>
                    <a:pt x="5457" y="40183"/>
                  </a:lnTo>
                  <a:lnTo>
                    <a:pt x="0" y="63500"/>
                  </a:lnTo>
                  <a:lnTo>
                    <a:pt x="0" y="69869"/>
                  </a:lnTo>
                  <a:lnTo>
                    <a:pt x="0" y="114458"/>
                  </a:lnTo>
                  <a:lnTo>
                    <a:pt x="0" y="235485"/>
                  </a:lnTo>
                  <a:lnTo>
                    <a:pt x="0" y="471169"/>
                  </a:lnTo>
                  <a:lnTo>
                    <a:pt x="5457" y="494486"/>
                  </a:lnTo>
                  <a:lnTo>
                    <a:pt x="19843" y="514826"/>
                  </a:lnTo>
                  <a:lnTo>
                    <a:pt x="40183" y="529212"/>
                  </a:lnTo>
                  <a:lnTo>
                    <a:pt x="63500" y="534669"/>
                  </a:lnTo>
                  <a:lnTo>
                    <a:pt x="88284" y="534669"/>
                  </a:lnTo>
                  <a:lnTo>
                    <a:pt x="261778" y="534669"/>
                  </a:lnTo>
                  <a:lnTo>
                    <a:pt x="732690" y="534669"/>
                  </a:lnTo>
                  <a:lnTo>
                    <a:pt x="1649729" y="534669"/>
                  </a:lnTo>
                  <a:lnTo>
                    <a:pt x="1673244" y="529212"/>
                  </a:lnTo>
                  <a:lnTo>
                    <a:pt x="1694021" y="514826"/>
                  </a:lnTo>
                  <a:lnTo>
                    <a:pt x="1708844" y="494486"/>
                  </a:lnTo>
                  <a:lnTo>
                    <a:pt x="1714500" y="471169"/>
                  </a:lnTo>
                  <a:lnTo>
                    <a:pt x="1714500" y="464800"/>
                  </a:lnTo>
                  <a:lnTo>
                    <a:pt x="1714500" y="420211"/>
                  </a:lnTo>
                  <a:lnTo>
                    <a:pt x="1714500" y="299184"/>
                  </a:lnTo>
                  <a:lnTo>
                    <a:pt x="1714500" y="63500"/>
                  </a:lnTo>
                  <a:lnTo>
                    <a:pt x="1708844" y="40183"/>
                  </a:lnTo>
                  <a:lnTo>
                    <a:pt x="1694021" y="19843"/>
                  </a:lnTo>
                  <a:lnTo>
                    <a:pt x="1673244" y="5457"/>
                  </a:lnTo>
                  <a:lnTo>
                    <a:pt x="1649729" y="0"/>
                  </a:lnTo>
                  <a:lnTo>
                    <a:pt x="1624945" y="0"/>
                  </a:lnTo>
                  <a:lnTo>
                    <a:pt x="1451451" y="0"/>
                  </a:lnTo>
                  <a:lnTo>
                    <a:pt x="980539" y="0"/>
                  </a:lnTo>
                  <a:lnTo>
                    <a:pt x="63500" y="0"/>
                  </a:lnTo>
                  <a:close/>
                </a:path>
              </a:pathLst>
            </a:custGeom>
            <a:ln w="2839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4" name="object 64"/>
          <p:cNvSpPr txBox="1"/>
          <p:nvPr/>
        </p:nvSpPr>
        <p:spPr>
          <a:xfrm>
            <a:off x="7466330" y="4422140"/>
            <a:ext cx="837565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600" b="1" dirty="0">
                <a:solidFill>
                  <a:srgbClr val="FFFFFF"/>
                </a:solidFill>
                <a:latin typeface="Arial"/>
                <a:cs typeface="Arial"/>
              </a:rPr>
              <a:t>VI</a:t>
            </a:r>
            <a:r>
              <a:rPr sz="1600" b="1" spc="-2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600" b="1" spc="-10" dirty="0">
                <a:solidFill>
                  <a:srgbClr val="FFFFFF"/>
                </a:solidFill>
                <a:latin typeface="Arial"/>
                <a:cs typeface="Arial"/>
              </a:rPr>
              <a:t>Client</a:t>
            </a:r>
            <a:endParaRPr sz="1600">
              <a:latin typeface="Arial"/>
              <a:cs typeface="Arial"/>
            </a:endParaRPr>
          </a:p>
        </p:txBody>
      </p:sp>
      <p:sp>
        <p:nvSpPr>
          <p:cNvPr id="65" name="object 65"/>
          <p:cNvSpPr/>
          <p:nvPr/>
        </p:nvSpPr>
        <p:spPr>
          <a:xfrm>
            <a:off x="228600" y="1028700"/>
            <a:ext cx="8610600" cy="628650"/>
          </a:xfrm>
          <a:custGeom>
            <a:avLst/>
            <a:gdLst/>
            <a:ahLst/>
            <a:cxnLst/>
            <a:rect l="l" t="t" r="r" b="b"/>
            <a:pathLst>
              <a:path w="8610600" h="628650">
                <a:moveTo>
                  <a:pt x="8610600" y="0"/>
                </a:moveTo>
                <a:lnTo>
                  <a:pt x="0" y="0"/>
                </a:lnTo>
                <a:lnTo>
                  <a:pt x="0" y="628650"/>
                </a:lnTo>
                <a:lnTo>
                  <a:pt x="4305300" y="628650"/>
                </a:lnTo>
                <a:lnTo>
                  <a:pt x="8610600" y="628650"/>
                </a:lnTo>
                <a:lnTo>
                  <a:pt x="8610600" y="0"/>
                </a:lnTo>
                <a:close/>
              </a:path>
            </a:pathLst>
          </a:custGeom>
          <a:solidFill>
            <a:srgbClr val="C9D4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 txBox="1"/>
          <p:nvPr/>
        </p:nvSpPr>
        <p:spPr>
          <a:xfrm>
            <a:off x="228600" y="1028700"/>
            <a:ext cx="8610600" cy="628650"/>
          </a:xfrm>
          <a:prstGeom prst="rect">
            <a:avLst/>
          </a:prstGeom>
          <a:ln w="38097">
            <a:solidFill>
              <a:srgbClr val="B0BFD6"/>
            </a:solidFill>
          </a:ln>
        </p:spPr>
        <p:txBody>
          <a:bodyPr vert="horz" wrap="square" lIns="0" tIns="8890" rIns="0" bIns="0" rtlCol="0">
            <a:spAutoFit/>
          </a:bodyPr>
          <a:lstStyle/>
          <a:p>
            <a:pPr marL="996950" marR="100965" indent="-889000">
              <a:lnSpc>
                <a:spcPct val="100000"/>
              </a:lnSpc>
              <a:spcBef>
                <a:spcPts val="70"/>
              </a:spcBef>
            </a:pPr>
            <a:r>
              <a:rPr sz="2000" b="1" i="1" dirty="0">
                <a:solidFill>
                  <a:srgbClr val="7C9AC5"/>
                </a:solidFill>
                <a:latin typeface="Arial"/>
                <a:cs typeface="Arial"/>
              </a:rPr>
              <a:t>ESX</a:t>
            </a:r>
            <a:r>
              <a:rPr sz="2000" b="1" i="1" spc="-55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2000" b="1" i="1" dirty="0">
                <a:solidFill>
                  <a:srgbClr val="7C9AC5"/>
                </a:solidFill>
                <a:latin typeface="Arial"/>
                <a:cs typeface="Arial"/>
              </a:rPr>
              <a:t>Server</a:t>
            </a:r>
            <a:r>
              <a:rPr sz="2000" b="1" i="1" spc="-50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2000" b="1" i="1" dirty="0">
                <a:solidFill>
                  <a:srgbClr val="7C9AC5"/>
                </a:solidFill>
                <a:latin typeface="Arial"/>
                <a:cs typeface="Arial"/>
              </a:rPr>
              <a:t>3i</a:t>
            </a:r>
            <a:r>
              <a:rPr sz="2000" b="1" i="1" spc="-55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2000" b="1" i="1" dirty="0">
                <a:solidFill>
                  <a:srgbClr val="7C9AC5"/>
                </a:solidFill>
                <a:latin typeface="Arial"/>
                <a:cs typeface="Arial"/>
              </a:rPr>
              <a:t>continues</a:t>
            </a:r>
            <a:r>
              <a:rPr sz="2000" b="1" i="1" spc="-55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2000" b="1" i="1" dirty="0">
                <a:solidFill>
                  <a:srgbClr val="7C9AC5"/>
                </a:solidFill>
                <a:latin typeface="Arial"/>
                <a:cs typeface="Arial"/>
              </a:rPr>
              <a:t>trend</a:t>
            </a:r>
            <a:r>
              <a:rPr sz="2000" b="1" i="1" spc="-45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2000" b="1" i="1" dirty="0">
                <a:solidFill>
                  <a:srgbClr val="7C9AC5"/>
                </a:solidFill>
                <a:latin typeface="Arial"/>
                <a:cs typeface="Arial"/>
              </a:rPr>
              <a:t>of</a:t>
            </a:r>
            <a:r>
              <a:rPr sz="2000" b="1" i="1" spc="-45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2000" b="1" i="1" dirty="0">
                <a:solidFill>
                  <a:srgbClr val="7C9AC5"/>
                </a:solidFill>
                <a:latin typeface="Arial"/>
                <a:cs typeface="Arial"/>
              </a:rPr>
              <a:t>migrating</a:t>
            </a:r>
            <a:r>
              <a:rPr sz="2000" b="1" i="1" spc="-55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2000" b="1" i="1" dirty="0">
                <a:solidFill>
                  <a:srgbClr val="7C9AC5"/>
                </a:solidFill>
                <a:latin typeface="Arial"/>
                <a:cs typeface="Arial"/>
              </a:rPr>
              <a:t>management</a:t>
            </a:r>
            <a:r>
              <a:rPr sz="2000" b="1" i="1" spc="-50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2000" b="1" i="1" spc="-10" dirty="0">
                <a:solidFill>
                  <a:srgbClr val="7C9AC5"/>
                </a:solidFill>
                <a:latin typeface="Arial"/>
                <a:cs typeface="Arial"/>
              </a:rPr>
              <a:t>functionality </a:t>
            </a:r>
            <a:r>
              <a:rPr sz="2000" b="1" i="1" dirty="0">
                <a:solidFill>
                  <a:srgbClr val="7C9AC5"/>
                </a:solidFill>
                <a:latin typeface="Arial"/>
                <a:cs typeface="Arial"/>
              </a:rPr>
              <a:t>from</a:t>
            </a:r>
            <a:r>
              <a:rPr sz="2000" b="1" i="1" spc="-50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2000" b="1" i="1" dirty="0">
                <a:solidFill>
                  <a:srgbClr val="7C9AC5"/>
                </a:solidFill>
                <a:latin typeface="Arial"/>
                <a:cs typeface="Arial"/>
              </a:rPr>
              <a:t>the</a:t>
            </a:r>
            <a:r>
              <a:rPr sz="2000" b="1" i="1" spc="-40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2000" b="1" i="1" dirty="0">
                <a:solidFill>
                  <a:srgbClr val="7C9AC5"/>
                </a:solidFill>
                <a:latin typeface="Arial"/>
                <a:cs typeface="Arial"/>
              </a:rPr>
              <a:t>Service</a:t>
            </a:r>
            <a:r>
              <a:rPr sz="2000" b="1" i="1" spc="-55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2000" b="1" i="1" dirty="0">
                <a:solidFill>
                  <a:srgbClr val="7C9AC5"/>
                </a:solidFill>
                <a:latin typeface="Arial"/>
                <a:cs typeface="Arial"/>
              </a:rPr>
              <a:t>Console</a:t>
            </a:r>
            <a:r>
              <a:rPr sz="2000" b="1" i="1" spc="-40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2000" b="1" i="1" dirty="0">
                <a:solidFill>
                  <a:srgbClr val="7C9AC5"/>
                </a:solidFill>
                <a:latin typeface="Arial"/>
                <a:cs typeface="Arial"/>
              </a:rPr>
              <a:t>to</a:t>
            </a:r>
            <a:r>
              <a:rPr sz="2000" b="1" i="1" spc="-50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2000" b="1" i="1" dirty="0">
                <a:solidFill>
                  <a:srgbClr val="7C9AC5"/>
                </a:solidFill>
                <a:latin typeface="Arial"/>
                <a:cs typeface="Arial"/>
              </a:rPr>
              <a:t>remote</a:t>
            </a:r>
            <a:r>
              <a:rPr sz="2000" b="1" i="1" spc="-45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2000" b="1" i="1" dirty="0">
                <a:solidFill>
                  <a:srgbClr val="7C9AC5"/>
                </a:solidFill>
                <a:latin typeface="Arial"/>
                <a:cs typeface="Arial"/>
              </a:rPr>
              <a:t>management</a:t>
            </a:r>
            <a:r>
              <a:rPr sz="2000" b="1" i="1" spc="-35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2000" b="1" i="1" spc="-10" dirty="0">
                <a:solidFill>
                  <a:srgbClr val="7C9AC5"/>
                </a:solidFill>
                <a:latin typeface="Arial"/>
                <a:cs typeface="Arial"/>
              </a:rPr>
              <a:t>tools</a:t>
            </a:r>
            <a:endParaRPr sz="2000">
              <a:latin typeface="Arial"/>
              <a:cs typeface="Arial"/>
            </a:endParaRPr>
          </a:p>
        </p:txBody>
      </p:sp>
      <p:sp>
        <p:nvSpPr>
          <p:cNvPr id="67" name="object 67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25" dirty="0"/>
              <a:t>54</a:t>
            </a:fld>
            <a:endParaRPr spc="-25" dirty="0"/>
          </a:p>
        </p:txBody>
      </p:sp>
    </p:spTree>
  </p:cSld>
  <p:clrMapOvr>
    <a:masterClrMapping/>
  </p:clrMapOvr>
  <p:transition>
    <p:wipe dir="r"/>
  </p:transition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80439" y="595630"/>
            <a:ext cx="3343910" cy="403860"/>
          </a:xfrm>
          <a:custGeom>
            <a:avLst/>
            <a:gdLst/>
            <a:ahLst/>
            <a:cxnLst/>
            <a:rect l="l" t="t" r="r" b="b"/>
            <a:pathLst>
              <a:path w="3343910" h="403859">
                <a:moveTo>
                  <a:pt x="3343910" y="0"/>
                </a:moveTo>
                <a:lnTo>
                  <a:pt x="0" y="0"/>
                </a:lnTo>
                <a:lnTo>
                  <a:pt x="0" y="403860"/>
                </a:lnTo>
                <a:lnTo>
                  <a:pt x="1671320" y="403860"/>
                </a:lnTo>
                <a:lnTo>
                  <a:pt x="3343910" y="403860"/>
                </a:lnTo>
                <a:lnTo>
                  <a:pt x="334391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08000">
              <a:lnSpc>
                <a:spcPct val="100000"/>
              </a:lnSpc>
              <a:spcBef>
                <a:spcPts val="100"/>
              </a:spcBef>
            </a:pPr>
            <a:r>
              <a:rPr spc="-30" dirty="0"/>
              <a:t>Architectural</a:t>
            </a:r>
            <a:r>
              <a:rPr spc="-45" dirty="0"/>
              <a:t> </a:t>
            </a:r>
            <a:r>
              <a:rPr spc="-10" dirty="0"/>
              <a:t>Benefits</a:t>
            </a: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01369" y="1424939"/>
            <a:ext cx="161289" cy="137160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101089" y="1774189"/>
            <a:ext cx="175259" cy="175260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101089" y="2119629"/>
            <a:ext cx="175259" cy="175260"/>
          </a:xfrm>
          <a:prstGeom prst="rect">
            <a:avLst/>
          </a:prstGeom>
        </p:spPr>
      </p:pic>
      <p:pic>
        <p:nvPicPr>
          <p:cNvPr id="7" name="object 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01369" y="2932429"/>
            <a:ext cx="161289" cy="137160"/>
          </a:xfrm>
          <a:prstGeom prst="rect">
            <a:avLst/>
          </a:prstGeom>
        </p:spPr>
      </p:pic>
      <p:pic>
        <p:nvPicPr>
          <p:cNvPr id="8" name="object 8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101089" y="3282950"/>
            <a:ext cx="175259" cy="175260"/>
          </a:xfrm>
          <a:prstGeom prst="rect">
            <a:avLst/>
          </a:prstGeom>
        </p:spPr>
      </p:pic>
      <p:pic>
        <p:nvPicPr>
          <p:cNvPr id="9" name="object 9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101089" y="3628390"/>
            <a:ext cx="175259" cy="175260"/>
          </a:xfrm>
          <a:prstGeom prst="rect">
            <a:avLst/>
          </a:prstGeom>
        </p:spPr>
      </p:pic>
      <p:pic>
        <p:nvPicPr>
          <p:cNvPr id="10" name="object 10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101089" y="3973829"/>
            <a:ext cx="175259" cy="175260"/>
          </a:xfrm>
          <a:prstGeom prst="rect">
            <a:avLst/>
          </a:prstGeom>
        </p:spPr>
      </p:pic>
      <p:pic>
        <p:nvPicPr>
          <p:cNvPr id="11" name="object 11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101089" y="4319270"/>
            <a:ext cx="175259" cy="175260"/>
          </a:xfrm>
          <a:prstGeom prst="rect">
            <a:avLst/>
          </a:prstGeom>
        </p:spPr>
      </p:pic>
      <p:pic>
        <p:nvPicPr>
          <p:cNvPr id="12" name="object 1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01369" y="4857750"/>
            <a:ext cx="161289" cy="137160"/>
          </a:xfrm>
          <a:prstGeom prst="rect">
            <a:avLst/>
          </a:prstGeom>
        </p:spPr>
      </p:pic>
      <p:pic>
        <p:nvPicPr>
          <p:cNvPr id="13" name="object 1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101089" y="5207000"/>
            <a:ext cx="175259" cy="175259"/>
          </a:xfrm>
          <a:prstGeom prst="rect">
            <a:avLst/>
          </a:prstGeom>
        </p:spPr>
      </p:pic>
      <p:sp>
        <p:nvSpPr>
          <p:cNvPr id="14" name="object 14"/>
          <p:cNvSpPr txBox="1"/>
          <p:nvPr/>
        </p:nvSpPr>
        <p:spPr>
          <a:xfrm>
            <a:off x="1087119" y="1240931"/>
            <a:ext cx="7371715" cy="4203700"/>
          </a:xfrm>
          <a:prstGeom prst="rect">
            <a:avLst/>
          </a:prstGeom>
        </p:spPr>
        <p:txBody>
          <a:bodyPr vert="horz" wrap="square" lIns="0" tIns="9969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785"/>
              </a:spcBef>
            </a:pPr>
            <a:r>
              <a:rPr sz="2000" b="1" dirty="0">
                <a:latin typeface="Arial"/>
                <a:cs typeface="Arial"/>
              </a:rPr>
              <a:t>Unmatched</a:t>
            </a:r>
            <a:r>
              <a:rPr sz="2000" b="1" spc="-65" dirty="0">
                <a:latin typeface="Arial"/>
                <a:cs typeface="Arial"/>
              </a:rPr>
              <a:t> </a:t>
            </a:r>
            <a:r>
              <a:rPr sz="2000" b="1" dirty="0">
                <a:latin typeface="Arial"/>
                <a:cs typeface="Arial"/>
              </a:rPr>
              <a:t>security</a:t>
            </a:r>
            <a:r>
              <a:rPr sz="2000" b="1" spc="-55" dirty="0">
                <a:latin typeface="Arial"/>
                <a:cs typeface="Arial"/>
              </a:rPr>
              <a:t> </a:t>
            </a:r>
            <a:r>
              <a:rPr sz="2000" b="1" dirty="0">
                <a:latin typeface="Arial"/>
                <a:cs typeface="Arial"/>
              </a:rPr>
              <a:t>and</a:t>
            </a:r>
            <a:r>
              <a:rPr sz="2000" b="1" spc="-65" dirty="0">
                <a:latin typeface="Arial"/>
                <a:cs typeface="Arial"/>
              </a:rPr>
              <a:t> </a:t>
            </a:r>
            <a:r>
              <a:rPr sz="2000" b="1" spc="-10" dirty="0">
                <a:latin typeface="Arial"/>
                <a:cs typeface="Arial"/>
              </a:rPr>
              <a:t>reliability</a:t>
            </a:r>
            <a:endParaRPr sz="2000">
              <a:latin typeface="Arial"/>
              <a:cs typeface="Arial"/>
            </a:endParaRPr>
          </a:p>
          <a:p>
            <a:pPr marL="283210">
              <a:lnSpc>
                <a:spcPct val="100000"/>
              </a:lnSpc>
              <a:spcBef>
                <a:spcPts val="620"/>
              </a:spcBef>
            </a:pPr>
            <a:r>
              <a:rPr sz="1800" dirty="0">
                <a:latin typeface="Arial"/>
                <a:cs typeface="Arial"/>
              </a:rPr>
              <a:t>OS</a:t>
            </a:r>
            <a:r>
              <a:rPr sz="1800" spc="-45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independence</a:t>
            </a:r>
            <a:r>
              <a:rPr sz="1800" spc="-45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means</a:t>
            </a:r>
            <a:r>
              <a:rPr sz="1800" spc="-35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minimal</a:t>
            </a:r>
            <a:r>
              <a:rPr sz="1800" spc="-35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interfaces</a:t>
            </a:r>
            <a:r>
              <a:rPr sz="1800" spc="-35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and</a:t>
            </a:r>
            <a:r>
              <a:rPr sz="1800" spc="-45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a</a:t>
            </a:r>
            <a:r>
              <a:rPr sz="1800" spc="-40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small</a:t>
            </a:r>
            <a:r>
              <a:rPr sz="1800" spc="-40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attack</a:t>
            </a:r>
            <a:r>
              <a:rPr sz="1800" spc="-40" dirty="0">
                <a:latin typeface="Arial"/>
                <a:cs typeface="Arial"/>
              </a:rPr>
              <a:t> </a:t>
            </a:r>
            <a:r>
              <a:rPr sz="1800" spc="-10" dirty="0">
                <a:latin typeface="Arial"/>
                <a:cs typeface="Arial"/>
              </a:rPr>
              <a:t>profile</a:t>
            </a:r>
            <a:endParaRPr sz="1800">
              <a:latin typeface="Arial"/>
              <a:cs typeface="Arial"/>
            </a:endParaRPr>
          </a:p>
          <a:p>
            <a:pPr marL="283210" marR="498475">
              <a:lnSpc>
                <a:spcPct val="100000"/>
              </a:lnSpc>
              <a:spcBef>
                <a:spcPts val="560"/>
              </a:spcBef>
            </a:pPr>
            <a:r>
              <a:rPr sz="1800" dirty="0">
                <a:latin typeface="Arial"/>
                <a:cs typeface="Arial"/>
              </a:rPr>
              <a:t>Locked</a:t>
            </a:r>
            <a:r>
              <a:rPr sz="1800" spc="-45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down,</a:t>
            </a:r>
            <a:r>
              <a:rPr sz="1800" spc="-30" dirty="0">
                <a:latin typeface="Arial"/>
                <a:cs typeface="Arial"/>
              </a:rPr>
              <a:t> </a:t>
            </a:r>
            <a:r>
              <a:rPr sz="1800" spc="-10" dirty="0">
                <a:latin typeface="Arial"/>
                <a:cs typeface="Arial"/>
              </a:rPr>
              <a:t>menu-</a:t>
            </a:r>
            <a:r>
              <a:rPr sz="1800" dirty="0">
                <a:latin typeface="Arial"/>
                <a:cs typeface="Arial"/>
              </a:rPr>
              <a:t>driven</a:t>
            </a:r>
            <a:r>
              <a:rPr sz="1800" spc="-45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interface</a:t>
            </a:r>
            <a:r>
              <a:rPr sz="1800" spc="-40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prevents</a:t>
            </a:r>
            <a:r>
              <a:rPr sz="1800" spc="-35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users</a:t>
            </a:r>
            <a:r>
              <a:rPr sz="1800" spc="-30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from</a:t>
            </a:r>
            <a:r>
              <a:rPr sz="1800" spc="-30" dirty="0">
                <a:latin typeface="Arial"/>
                <a:cs typeface="Arial"/>
              </a:rPr>
              <a:t> </a:t>
            </a:r>
            <a:r>
              <a:rPr sz="1800" spc="-10" dirty="0">
                <a:latin typeface="Arial"/>
                <a:cs typeface="Arial"/>
              </a:rPr>
              <a:t>running </a:t>
            </a:r>
            <a:r>
              <a:rPr sz="1800" dirty="0">
                <a:latin typeface="Arial"/>
                <a:cs typeface="Arial"/>
              </a:rPr>
              <a:t>arbitrary</a:t>
            </a:r>
            <a:r>
              <a:rPr sz="1800" spc="-60" dirty="0">
                <a:latin typeface="Arial"/>
                <a:cs typeface="Arial"/>
              </a:rPr>
              <a:t> </a:t>
            </a:r>
            <a:r>
              <a:rPr sz="1800" spc="-20" dirty="0">
                <a:latin typeface="Arial"/>
                <a:cs typeface="Arial"/>
              </a:rPr>
              <a:t>code</a:t>
            </a:r>
            <a:endParaRPr sz="1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810"/>
              </a:spcBef>
            </a:pPr>
            <a:r>
              <a:rPr sz="2000" b="1" dirty="0">
                <a:latin typeface="Arial"/>
                <a:cs typeface="Arial"/>
              </a:rPr>
              <a:t>Simplified</a:t>
            </a:r>
            <a:r>
              <a:rPr sz="2000" b="1" spc="-65" dirty="0">
                <a:latin typeface="Arial"/>
                <a:cs typeface="Arial"/>
              </a:rPr>
              <a:t> </a:t>
            </a:r>
            <a:r>
              <a:rPr sz="2000" b="1" spc="-10" dirty="0">
                <a:latin typeface="Arial"/>
                <a:cs typeface="Arial"/>
              </a:rPr>
              <a:t>management</a:t>
            </a:r>
            <a:endParaRPr sz="2000">
              <a:latin typeface="Arial"/>
              <a:cs typeface="Arial"/>
            </a:endParaRPr>
          </a:p>
          <a:p>
            <a:pPr marL="283210" marR="958850">
              <a:lnSpc>
                <a:spcPct val="125899"/>
              </a:lnSpc>
              <a:spcBef>
                <a:spcPts val="75"/>
              </a:spcBef>
            </a:pPr>
            <a:r>
              <a:rPr sz="1800" dirty="0">
                <a:latin typeface="Arial"/>
                <a:cs typeface="Arial"/>
              </a:rPr>
              <a:t>No</a:t>
            </a:r>
            <a:r>
              <a:rPr sz="1800" spc="-50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special</a:t>
            </a:r>
            <a:r>
              <a:rPr sz="1800" spc="-45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operating</a:t>
            </a:r>
            <a:r>
              <a:rPr sz="1800" spc="-45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system</a:t>
            </a:r>
            <a:r>
              <a:rPr sz="1800" spc="-45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knowledge</a:t>
            </a:r>
            <a:r>
              <a:rPr sz="1800" spc="-45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required</a:t>
            </a:r>
            <a:r>
              <a:rPr sz="1800" spc="-40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(e.g.</a:t>
            </a:r>
            <a:r>
              <a:rPr sz="1800" spc="-40" dirty="0">
                <a:latin typeface="Arial"/>
                <a:cs typeface="Arial"/>
              </a:rPr>
              <a:t> </a:t>
            </a:r>
            <a:r>
              <a:rPr sz="1800" spc="-10" dirty="0">
                <a:latin typeface="Arial"/>
                <a:cs typeface="Arial"/>
              </a:rPr>
              <a:t>Linux) </a:t>
            </a:r>
            <a:r>
              <a:rPr sz="1800" dirty="0">
                <a:latin typeface="Arial"/>
                <a:cs typeface="Arial"/>
              </a:rPr>
              <a:t>No</a:t>
            </a:r>
            <a:r>
              <a:rPr sz="1800" spc="-30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user</a:t>
            </a:r>
            <a:r>
              <a:rPr sz="1800" spc="-20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accounts</a:t>
            </a:r>
            <a:r>
              <a:rPr sz="1800" spc="-30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or</a:t>
            </a:r>
            <a:r>
              <a:rPr sz="1800" spc="-20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passwords</a:t>
            </a:r>
            <a:r>
              <a:rPr sz="1800" spc="-20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to</a:t>
            </a:r>
            <a:r>
              <a:rPr sz="1800" spc="-25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create</a:t>
            </a:r>
            <a:r>
              <a:rPr sz="1800" spc="-25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and</a:t>
            </a:r>
            <a:r>
              <a:rPr sz="1800" spc="-30" dirty="0">
                <a:latin typeface="Arial"/>
                <a:cs typeface="Arial"/>
              </a:rPr>
              <a:t> </a:t>
            </a:r>
            <a:r>
              <a:rPr sz="1800" spc="-10" dirty="0">
                <a:latin typeface="Arial"/>
                <a:cs typeface="Arial"/>
              </a:rPr>
              <a:t>maintain</a:t>
            </a:r>
            <a:endParaRPr sz="1800">
              <a:latin typeface="Arial"/>
              <a:cs typeface="Arial"/>
            </a:endParaRPr>
          </a:p>
          <a:p>
            <a:pPr marL="283210" marR="5080">
              <a:lnSpc>
                <a:spcPct val="125899"/>
              </a:lnSpc>
            </a:pPr>
            <a:r>
              <a:rPr sz="1800" dirty="0">
                <a:latin typeface="Arial"/>
                <a:cs typeface="Arial"/>
              </a:rPr>
              <a:t>No</a:t>
            </a:r>
            <a:r>
              <a:rPr sz="1800" spc="-50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OS</a:t>
            </a:r>
            <a:r>
              <a:rPr sz="1800" spc="-35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security</a:t>
            </a:r>
            <a:r>
              <a:rPr sz="1800" spc="-40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hardening,</a:t>
            </a:r>
            <a:r>
              <a:rPr sz="1800" spc="-25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antivirus,</a:t>
            </a:r>
            <a:r>
              <a:rPr sz="1800" spc="-30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or</a:t>
            </a:r>
            <a:r>
              <a:rPr sz="1800" spc="-25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backup</a:t>
            </a:r>
            <a:r>
              <a:rPr sz="1800" spc="-35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effort</a:t>
            </a:r>
            <a:r>
              <a:rPr sz="1800" spc="-30" dirty="0">
                <a:latin typeface="Arial"/>
                <a:cs typeface="Arial"/>
              </a:rPr>
              <a:t> </a:t>
            </a:r>
            <a:r>
              <a:rPr sz="1800" spc="-10" dirty="0">
                <a:latin typeface="Arial"/>
                <a:cs typeface="Arial"/>
              </a:rPr>
              <a:t>required </a:t>
            </a:r>
            <a:r>
              <a:rPr sz="1800" dirty="0">
                <a:latin typeface="Arial"/>
                <a:cs typeface="Arial"/>
              </a:rPr>
              <a:t>Integrated,</a:t>
            </a:r>
            <a:r>
              <a:rPr sz="1800" spc="-35" dirty="0">
                <a:latin typeface="Arial"/>
                <a:cs typeface="Arial"/>
              </a:rPr>
              <a:t> </a:t>
            </a:r>
            <a:r>
              <a:rPr sz="1800" spc="-10" dirty="0">
                <a:latin typeface="Arial"/>
                <a:cs typeface="Arial"/>
              </a:rPr>
              <a:t>standards-</a:t>
            </a:r>
            <a:r>
              <a:rPr sz="1800" dirty="0">
                <a:latin typeface="Arial"/>
                <a:cs typeface="Arial"/>
              </a:rPr>
              <a:t>based</a:t>
            </a:r>
            <a:r>
              <a:rPr sz="1800" spc="-40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CIM</a:t>
            </a:r>
            <a:r>
              <a:rPr sz="1800" spc="-35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providers</a:t>
            </a:r>
            <a:r>
              <a:rPr sz="1800" spc="-30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for</a:t>
            </a:r>
            <a:r>
              <a:rPr sz="1800" spc="-25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hardware</a:t>
            </a:r>
            <a:r>
              <a:rPr sz="1800" spc="-40" dirty="0">
                <a:latin typeface="Arial"/>
                <a:cs typeface="Arial"/>
              </a:rPr>
              <a:t> </a:t>
            </a:r>
            <a:r>
              <a:rPr sz="1800" spc="-10" dirty="0">
                <a:latin typeface="Arial"/>
                <a:cs typeface="Arial"/>
              </a:rPr>
              <a:t>management</a:t>
            </a:r>
            <a:endParaRPr sz="1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810"/>
              </a:spcBef>
            </a:pPr>
            <a:r>
              <a:rPr sz="2000" b="1" dirty="0">
                <a:latin typeface="Arial"/>
                <a:cs typeface="Arial"/>
              </a:rPr>
              <a:t>Fully</a:t>
            </a:r>
            <a:r>
              <a:rPr sz="2000" b="1" spc="-45" dirty="0">
                <a:latin typeface="Arial"/>
                <a:cs typeface="Arial"/>
              </a:rPr>
              <a:t> </a:t>
            </a:r>
            <a:r>
              <a:rPr sz="2000" b="1" dirty="0">
                <a:latin typeface="Arial"/>
                <a:cs typeface="Arial"/>
              </a:rPr>
              <a:t>featured</a:t>
            </a:r>
            <a:r>
              <a:rPr sz="2000" b="1" spc="-45" dirty="0">
                <a:latin typeface="Arial"/>
                <a:cs typeface="Arial"/>
              </a:rPr>
              <a:t> </a:t>
            </a:r>
            <a:r>
              <a:rPr sz="2000" b="1" dirty="0">
                <a:latin typeface="Arial"/>
                <a:cs typeface="Arial"/>
              </a:rPr>
              <a:t>and</a:t>
            </a:r>
            <a:r>
              <a:rPr sz="2000" b="1" spc="-50" dirty="0">
                <a:latin typeface="Arial"/>
                <a:cs typeface="Arial"/>
              </a:rPr>
              <a:t> </a:t>
            </a:r>
            <a:r>
              <a:rPr sz="2000" b="1" dirty="0">
                <a:latin typeface="Arial"/>
                <a:cs typeface="Arial"/>
              </a:rPr>
              <a:t>high</a:t>
            </a:r>
            <a:r>
              <a:rPr sz="2000" b="1" spc="-40" dirty="0">
                <a:latin typeface="Arial"/>
                <a:cs typeface="Arial"/>
              </a:rPr>
              <a:t> </a:t>
            </a:r>
            <a:r>
              <a:rPr sz="2000" b="1" spc="-10" dirty="0">
                <a:latin typeface="Arial"/>
                <a:cs typeface="Arial"/>
              </a:rPr>
              <a:t>performing</a:t>
            </a:r>
            <a:endParaRPr sz="2000">
              <a:latin typeface="Arial"/>
              <a:cs typeface="Arial"/>
            </a:endParaRPr>
          </a:p>
          <a:p>
            <a:pPr marL="283210">
              <a:lnSpc>
                <a:spcPct val="100000"/>
              </a:lnSpc>
              <a:spcBef>
                <a:spcPts val="620"/>
              </a:spcBef>
            </a:pPr>
            <a:r>
              <a:rPr sz="1800" dirty="0">
                <a:latin typeface="Arial"/>
                <a:cs typeface="Arial"/>
              </a:rPr>
              <a:t>ESX</a:t>
            </a:r>
            <a:r>
              <a:rPr sz="1800" spc="-40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Server</a:t>
            </a:r>
            <a:r>
              <a:rPr sz="1800" spc="-20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3i</a:t>
            </a:r>
            <a:r>
              <a:rPr sz="1800" spc="-40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supports</a:t>
            </a:r>
            <a:r>
              <a:rPr sz="1800" spc="-30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all</a:t>
            </a:r>
            <a:r>
              <a:rPr sz="1800" spc="-30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the</a:t>
            </a:r>
            <a:r>
              <a:rPr sz="1800" spc="-35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functionality</a:t>
            </a:r>
            <a:r>
              <a:rPr sz="1800" spc="-40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of</a:t>
            </a:r>
            <a:r>
              <a:rPr sz="1800" spc="-25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VMware</a:t>
            </a:r>
            <a:r>
              <a:rPr sz="1800" spc="-35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Infrastructure</a:t>
            </a:r>
            <a:r>
              <a:rPr sz="1800" spc="-35" dirty="0">
                <a:latin typeface="Arial"/>
                <a:cs typeface="Arial"/>
              </a:rPr>
              <a:t> </a:t>
            </a:r>
            <a:r>
              <a:rPr sz="1800" spc="-50" dirty="0">
                <a:latin typeface="Arial"/>
                <a:cs typeface="Arial"/>
              </a:rPr>
              <a:t>3</a:t>
            </a:r>
            <a:endParaRPr sz="1800">
              <a:latin typeface="Arial"/>
              <a:cs typeface="Arial"/>
            </a:endParaRPr>
          </a:p>
        </p:txBody>
      </p:sp>
      <p:sp>
        <p:nvSpPr>
          <p:cNvPr id="15" name="object 15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25" dirty="0"/>
              <a:t>55</a:t>
            </a:fld>
            <a:endParaRPr spc="-25" dirty="0"/>
          </a:p>
        </p:txBody>
      </p:sp>
    </p:spTree>
  </p:cSld>
  <p:clrMapOvr>
    <a:masterClrMapping/>
  </p:clrMapOvr>
  <p:transition>
    <p:wipe dir="r"/>
  </p:transition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864869" y="2209800"/>
            <a:ext cx="6678930" cy="488950"/>
          </a:xfrm>
          <a:custGeom>
            <a:avLst/>
            <a:gdLst/>
            <a:ahLst/>
            <a:cxnLst/>
            <a:rect l="l" t="t" r="r" b="b"/>
            <a:pathLst>
              <a:path w="6678930" h="488950">
                <a:moveTo>
                  <a:pt x="6590030" y="0"/>
                </a:moveTo>
                <a:lnTo>
                  <a:pt x="99060" y="0"/>
                </a:lnTo>
                <a:lnTo>
                  <a:pt x="88900" y="0"/>
                </a:lnTo>
                <a:lnTo>
                  <a:pt x="80010" y="1270"/>
                </a:lnTo>
                <a:lnTo>
                  <a:pt x="30480" y="30479"/>
                </a:lnTo>
                <a:lnTo>
                  <a:pt x="8890" y="62229"/>
                </a:lnTo>
                <a:lnTo>
                  <a:pt x="5080" y="69850"/>
                </a:lnTo>
                <a:lnTo>
                  <a:pt x="2540" y="80010"/>
                </a:lnTo>
                <a:lnTo>
                  <a:pt x="0" y="97789"/>
                </a:lnTo>
                <a:lnTo>
                  <a:pt x="0" y="389889"/>
                </a:lnTo>
                <a:lnTo>
                  <a:pt x="12700" y="435610"/>
                </a:lnTo>
                <a:lnTo>
                  <a:pt x="38100" y="464820"/>
                </a:lnTo>
                <a:lnTo>
                  <a:pt x="45720" y="469900"/>
                </a:lnTo>
                <a:lnTo>
                  <a:pt x="53340" y="476250"/>
                </a:lnTo>
                <a:lnTo>
                  <a:pt x="71120" y="483870"/>
                </a:lnTo>
                <a:lnTo>
                  <a:pt x="80010" y="486410"/>
                </a:lnTo>
                <a:lnTo>
                  <a:pt x="99060" y="488950"/>
                </a:lnTo>
                <a:lnTo>
                  <a:pt x="6581139" y="488950"/>
                </a:lnTo>
                <a:lnTo>
                  <a:pt x="6598920" y="486410"/>
                </a:lnTo>
                <a:lnTo>
                  <a:pt x="6607809" y="483870"/>
                </a:lnTo>
                <a:lnTo>
                  <a:pt x="6625589" y="476250"/>
                </a:lnTo>
                <a:lnTo>
                  <a:pt x="6633209" y="469900"/>
                </a:lnTo>
                <a:lnTo>
                  <a:pt x="6640830" y="464820"/>
                </a:lnTo>
                <a:lnTo>
                  <a:pt x="6666230" y="435610"/>
                </a:lnTo>
                <a:lnTo>
                  <a:pt x="6678930" y="389889"/>
                </a:lnTo>
                <a:lnTo>
                  <a:pt x="6678930" y="97789"/>
                </a:lnTo>
                <a:lnTo>
                  <a:pt x="6676389" y="80010"/>
                </a:lnTo>
                <a:lnTo>
                  <a:pt x="6673850" y="69850"/>
                </a:lnTo>
                <a:lnTo>
                  <a:pt x="6670039" y="62229"/>
                </a:lnTo>
                <a:lnTo>
                  <a:pt x="6666230" y="53339"/>
                </a:lnTo>
                <a:lnTo>
                  <a:pt x="6633209" y="17779"/>
                </a:lnTo>
                <a:lnTo>
                  <a:pt x="6598920" y="1270"/>
                </a:lnTo>
                <a:lnTo>
                  <a:pt x="6590030" y="0"/>
                </a:lnTo>
                <a:close/>
              </a:path>
            </a:pathLst>
          </a:custGeom>
          <a:solidFill>
            <a:srgbClr val="FF9900">
              <a:alpha val="29998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980439" y="595630"/>
            <a:ext cx="1369060" cy="403860"/>
          </a:xfrm>
          <a:custGeom>
            <a:avLst/>
            <a:gdLst/>
            <a:ahLst/>
            <a:cxnLst/>
            <a:rect l="l" t="t" r="r" b="b"/>
            <a:pathLst>
              <a:path w="1369060" h="403859">
                <a:moveTo>
                  <a:pt x="1369060" y="0"/>
                </a:moveTo>
                <a:lnTo>
                  <a:pt x="0" y="0"/>
                </a:lnTo>
                <a:lnTo>
                  <a:pt x="0" y="403860"/>
                </a:lnTo>
                <a:lnTo>
                  <a:pt x="684529" y="403860"/>
                </a:lnTo>
                <a:lnTo>
                  <a:pt x="1369060" y="403860"/>
                </a:lnTo>
                <a:lnTo>
                  <a:pt x="136906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08000">
              <a:lnSpc>
                <a:spcPct val="100000"/>
              </a:lnSpc>
              <a:spcBef>
                <a:spcPts val="100"/>
              </a:spcBef>
            </a:pPr>
            <a:r>
              <a:rPr spc="-10" dirty="0"/>
              <a:t>Agenda</a:t>
            </a:r>
          </a:p>
        </p:txBody>
      </p:sp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55369" y="1670050"/>
            <a:ext cx="193040" cy="165100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55369" y="2377439"/>
            <a:ext cx="193040" cy="165100"/>
          </a:xfrm>
          <a:prstGeom prst="rect">
            <a:avLst/>
          </a:prstGeom>
        </p:spPr>
      </p:pic>
      <p:pic>
        <p:nvPicPr>
          <p:cNvPr id="7" name="object 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55369" y="3086100"/>
            <a:ext cx="193040" cy="165100"/>
          </a:xfrm>
          <a:prstGeom prst="rect">
            <a:avLst/>
          </a:prstGeom>
        </p:spPr>
      </p:pic>
      <p:pic>
        <p:nvPicPr>
          <p:cNvPr id="8" name="object 8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55369" y="3794759"/>
            <a:ext cx="193040" cy="165100"/>
          </a:xfrm>
          <a:prstGeom prst="rect">
            <a:avLst/>
          </a:prstGeom>
        </p:spPr>
      </p:pic>
      <p:pic>
        <p:nvPicPr>
          <p:cNvPr id="9" name="object 9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55369" y="4503420"/>
            <a:ext cx="193040" cy="165100"/>
          </a:xfrm>
          <a:prstGeom prst="rect">
            <a:avLst/>
          </a:prstGeom>
        </p:spPr>
      </p:pic>
      <p:pic>
        <p:nvPicPr>
          <p:cNvPr id="10" name="object 10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55369" y="5212079"/>
            <a:ext cx="193040" cy="165100"/>
          </a:xfrm>
          <a:prstGeom prst="rect">
            <a:avLst/>
          </a:prstGeom>
        </p:spPr>
      </p:pic>
      <p:sp>
        <p:nvSpPr>
          <p:cNvPr id="11" name="object 11"/>
          <p:cNvSpPr txBox="1">
            <a:spLocks noGrp="1"/>
          </p:cNvSpPr>
          <p:nvPr>
            <p:ph type="body" idx="1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-20" dirty="0"/>
              <a:t>VMware</a:t>
            </a:r>
            <a:r>
              <a:rPr spc="-95" dirty="0"/>
              <a:t> </a:t>
            </a:r>
            <a:r>
              <a:rPr dirty="0"/>
              <a:t>ESX</a:t>
            </a:r>
            <a:r>
              <a:rPr spc="-165" dirty="0"/>
              <a:t> </a:t>
            </a:r>
            <a:r>
              <a:rPr spc="-20" dirty="0"/>
              <a:t>Server</a:t>
            </a:r>
            <a:r>
              <a:rPr spc="-130" dirty="0"/>
              <a:t> </a:t>
            </a:r>
            <a:r>
              <a:rPr spc="-25" dirty="0"/>
              <a:t>3i</a:t>
            </a:r>
          </a:p>
          <a:p>
            <a:pPr marL="12700" marR="5080">
              <a:lnSpc>
                <a:spcPct val="193700"/>
              </a:lnSpc>
            </a:pPr>
            <a:r>
              <a:rPr spc="-10" dirty="0"/>
              <a:t>Storage</a:t>
            </a:r>
            <a:r>
              <a:rPr spc="-105" dirty="0"/>
              <a:t> </a:t>
            </a:r>
            <a:r>
              <a:rPr spc="-10" dirty="0"/>
              <a:t>VMotion </a:t>
            </a:r>
            <a:r>
              <a:rPr dirty="0"/>
              <a:t>Continuous</a:t>
            </a:r>
            <a:r>
              <a:rPr spc="-50" dirty="0"/>
              <a:t> </a:t>
            </a:r>
            <a:r>
              <a:rPr spc="-10" dirty="0"/>
              <a:t>Availability </a:t>
            </a:r>
            <a:r>
              <a:rPr dirty="0"/>
              <a:t>Virtual</a:t>
            </a:r>
            <a:r>
              <a:rPr spc="-105" dirty="0"/>
              <a:t> </a:t>
            </a:r>
            <a:r>
              <a:rPr spc="-25" dirty="0"/>
              <a:t>Desktop</a:t>
            </a:r>
            <a:r>
              <a:rPr spc="-95" dirty="0"/>
              <a:t> </a:t>
            </a:r>
            <a:r>
              <a:rPr spc="-35" dirty="0"/>
              <a:t>Manager</a:t>
            </a:r>
            <a:r>
              <a:rPr spc="-135" dirty="0"/>
              <a:t> </a:t>
            </a:r>
            <a:r>
              <a:rPr spc="-25" dirty="0"/>
              <a:t>2.0 </a:t>
            </a:r>
            <a:r>
              <a:rPr dirty="0"/>
              <a:t>Site</a:t>
            </a:r>
            <a:r>
              <a:rPr spc="-45" dirty="0"/>
              <a:t> Recovery</a:t>
            </a:r>
            <a:r>
              <a:rPr spc="-85" dirty="0"/>
              <a:t> </a:t>
            </a:r>
            <a:r>
              <a:rPr spc="-10" dirty="0"/>
              <a:t>Manager Other</a:t>
            </a:r>
            <a:r>
              <a:rPr spc="-145" dirty="0"/>
              <a:t> </a:t>
            </a:r>
            <a:r>
              <a:rPr spc="-10" dirty="0"/>
              <a:t>announcements</a:t>
            </a:r>
          </a:p>
        </p:txBody>
      </p:sp>
      <p:sp>
        <p:nvSpPr>
          <p:cNvPr id="12" name="object 12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25" dirty="0"/>
              <a:t>56</a:t>
            </a:fld>
            <a:endParaRPr spc="-25" dirty="0"/>
          </a:p>
        </p:txBody>
      </p:sp>
    </p:spTree>
  </p:cSld>
  <p:clrMapOvr>
    <a:masterClrMapping/>
  </p:clrMapOvr>
  <p:transition>
    <p:wipe dir="r"/>
  </p:transition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80439" y="595630"/>
            <a:ext cx="2505710" cy="403860"/>
          </a:xfrm>
          <a:custGeom>
            <a:avLst/>
            <a:gdLst/>
            <a:ahLst/>
            <a:cxnLst/>
            <a:rect l="l" t="t" r="r" b="b"/>
            <a:pathLst>
              <a:path w="2505710" h="403859">
                <a:moveTo>
                  <a:pt x="2505710" y="0"/>
                </a:moveTo>
                <a:lnTo>
                  <a:pt x="0" y="0"/>
                </a:lnTo>
                <a:lnTo>
                  <a:pt x="0" y="403860"/>
                </a:lnTo>
                <a:lnTo>
                  <a:pt x="1252220" y="403860"/>
                </a:lnTo>
                <a:lnTo>
                  <a:pt x="2505710" y="403860"/>
                </a:lnTo>
                <a:lnTo>
                  <a:pt x="250571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013460" y="574040"/>
            <a:ext cx="240411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-10" dirty="0"/>
              <a:t>Storage</a:t>
            </a:r>
            <a:r>
              <a:rPr spc="-105" dirty="0"/>
              <a:t> </a:t>
            </a:r>
            <a:r>
              <a:rPr spc="-20" dirty="0"/>
              <a:t>VMotion</a:t>
            </a:r>
          </a:p>
        </p:txBody>
      </p:sp>
      <p:grpSp>
        <p:nvGrpSpPr>
          <p:cNvPr id="4" name="object 4"/>
          <p:cNvGrpSpPr/>
          <p:nvPr/>
        </p:nvGrpSpPr>
        <p:grpSpPr>
          <a:xfrm>
            <a:off x="142875" y="1057275"/>
            <a:ext cx="5854700" cy="4923790"/>
            <a:chOff x="142875" y="1057275"/>
            <a:chExt cx="5854700" cy="4923790"/>
          </a:xfrm>
        </p:grpSpPr>
        <p:sp>
          <p:nvSpPr>
            <p:cNvPr id="5" name="object 5"/>
            <p:cNvSpPr/>
            <p:nvPr/>
          </p:nvSpPr>
          <p:spPr>
            <a:xfrm>
              <a:off x="152400" y="1066800"/>
              <a:ext cx="5835650" cy="4904740"/>
            </a:xfrm>
            <a:custGeom>
              <a:avLst/>
              <a:gdLst/>
              <a:ahLst/>
              <a:cxnLst/>
              <a:rect l="l" t="t" r="r" b="b"/>
              <a:pathLst>
                <a:path w="5835650" h="4904740">
                  <a:moveTo>
                    <a:pt x="4386580" y="4898390"/>
                  </a:moveTo>
                  <a:lnTo>
                    <a:pt x="2940050" y="4898390"/>
                  </a:lnTo>
                  <a:lnTo>
                    <a:pt x="2940050" y="0"/>
                  </a:lnTo>
                  <a:lnTo>
                    <a:pt x="5835650" y="0"/>
                  </a:lnTo>
                  <a:lnTo>
                    <a:pt x="5835650" y="4898390"/>
                  </a:lnTo>
                  <a:lnTo>
                    <a:pt x="4386580" y="4898390"/>
                  </a:lnTo>
                  <a:close/>
                </a:path>
                <a:path w="5835650" h="4904740">
                  <a:moveTo>
                    <a:pt x="1447800" y="4904740"/>
                  </a:moveTo>
                  <a:lnTo>
                    <a:pt x="0" y="4904740"/>
                  </a:lnTo>
                  <a:lnTo>
                    <a:pt x="0" y="0"/>
                  </a:lnTo>
                  <a:lnTo>
                    <a:pt x="2895600" y="0"/>
                  </a:lnTo>
                  <a:lnTo>
                    <a:pt x="2895600" y="4904740"/>
                  </a:lnTo>
                  <a:lnTo>
                    <a:pt x="1447800" y="4904740"/>
                  </a:lnTo>
                  <a:close/>
                </a:path>
              </a:pathLst>
            </a:custGeom>
            <a:ln w="1904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143000" y="1656080"/>
              <a:ext cx="880110" cy="886460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71600" y="1276350"/>
              <a:ext cx="377189" cy="505460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33400" y="3276600"/>
              <a:ext cx="725169" cy="810260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00200" y="1399540"/>
              <a:ext cx="341630" cy="457200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828800" y="1503680"/>
              <a:ext cx="318769" cy="429260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905000" y="3304539"/>
              <a:ext cx="725169" cy="810260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762000" y="3581400"/>
              <a:ext cx="381000" cy="353060"/>
            </a:xfrm>
            <a:custGeom>
              <a:avLst/>
              <a:gdLst/>
              <a:ahLst/>
              <a:cxnLst/>
              <a:rect l="l" t="t" r="r" b="b"/>
              <a:pathLst>
                <a:path w="381000" h="353060">
                  <a:moveTo>
                    <a:pt x="355600" y="53339"/>
                  </a:moveTo>
                  <a:lnTo>
                    <a:pt x="3809" y="53339"/>
                  </a:lnTo>
                  <a:lnTo>
                    <a:pt x="0" y="54610"/>
                  </a:lnTo>
                  <a:lnTo>
                    <a:pt x="0" y="353060"/>
                  </a:lnTo>
                  <a:lnTo>
                    <a:pt x="381000" y="353060"/>
                  </a:lnTo>
                  <a:lnTo>
                    <a:pt x="381000" y="77469"/>
                  </a:lnTo>
                  <a:lnTo>
                    <a:pt x="379730" y="69850"/>
                  </a:lnTo>
                  <a:lnTo>
                    <a:pt x="355600" y="53339"/>
                  </a:lnTo>
                  <a:close/>
                </a:path>
                <a:path w="381000" h="353060">
                  <a:moveTo>
                    <a:pt x="129540" y="0"/>
                  </a:moveTo>
                  <a:lnTo>
                    <a:pt x="51117" y="317"/>
                  </a:lnTo>
                  <a:lnTo>
                    <a:pt x="24129" y="12700"/>
                  </a:lnTo>
                  <a:lnTo>
                    <a:pt x="19050" y="22860"/>
                  </a:lnTo>
                  <a:lnTo>
                    <a:pt x="16509" y="26669"/>
                  </a:lnTo>
                  <a:lnTo>
                    <a:pt x="15240" y="35560"/>
                  </a:lnTo>
                  <a:lnTo>
                    <a:pt x="12700" y="36830"/>
                  </a:lnTo>
                  <a:lnTo>
                    <a:pt x="12700" y="40639"/>
                  </a:lnTo>
                  <a:lnTo>
                    <a:pt x="10159" y="43180"/>
                  </a:lnTo>
                  <a:lnTo>
                    <a:pt x="10159" y="44450"/>
                  </a:lnTo>
                  <a:lnTo>
                    <a:pt x="8890" y="46989"/>
                  </a:lnTo>
                  <a:lnTo>
                    <a:pt x="8890" y="50800"/>
                  </a:lnTo>
                  <a:lnTo>
                    <a:pt x="6350" y="53339"/>
                  </a:lnTo>
                  <a:lnTo>
                    <a:pt x="349250" y="53339"/>
                  </a:lnTo>
                  <a:lnTo>
                    <a:pt x="197008" y="53022"/>
                  </a:lnTo>
                  <a:lnTo>
                    <a:pt x="168334" y="52268"/>
                  </a:lnTo>
                  <a:lnTo>
                    <a:pt x="160019" y="50800"/>
                  </a:lnTo>
                  <a:lnTo>
                    <a:pt x="160019" y="46989"/>
                  </a:lnTo>
                  <a:lnTo>
                    <a:pt x="157480" y="44450"/>
                  </a:lnTo>
                  <a:lnTo>
                    <a:pt x="157480" y="35560"/>
                  </a:lnTo>
                  <a:lnTo>
                    <a:pt x="154940" y="29210"/>
                  </a:lnTo>
                  <a:lnTo>
                    <a:pt x="153669" y="22860"/>
                  </a:lnTo>
                  <a:lnTo>
                    <a:pt x="151130" y="17779"/>
                  </a:lnTo>
                  <a:lnTo>
                    <a:pt x="147319" y="12700"/>
                  </a:lnTo>
                  <a:lnTo>
                    <a:pt x="142240" y="7620"/>
                  </a:lnTo>
                  <a:lnTo>
                    <a:pt x="135890" y="2539"/>
                  </a:lnTo>
                  <a:lnTo>
                    <a:pt x="12954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62000" y="3581400"/>
              <a:ext cx="381000" cy="353060"/>
            </a:xfrm>
            <a:custGeom>
              <a:avLst/>
              <a:gdLst/>
              <a:ahLst/>
              <a:cxnLst/>
              <a:rect l="l" t="t" r="r" b="b"/>
              <a:pathLst>
                <a:path w="381000" h="353060">
                  <a:moveTo>
                    <a:pt x="349250" y="53339"/>
                  </a:moveTo>
                  <a:lnTo>
                    <a:pt x="254496" y="53300"/>
                  </a:lnTo>
                  <a:lnTo>
                    <a:pt x="197008" y="53022"/>
                  </a:lnTo>
                  <a:lnTo>
                    <a:pt x="168334" y="52268"/>
                  </a:lnTo>
                  <a:lnTo>
                    <a:pt x="160019" y="50800"/>
                  </a:lnTo>
                  <a:lnTo>
                    <a:pt x="160019" y="46989"/>
                  </a:lnTo>
                  <a:lnTo>
                    <a:pt x="157480" y="44450"/>
                  </a:lnTo>
                  <a:lnTo>
                    <a:pt x="157480" y="40639"/>
                  </a:lnTo>
                  <a:lnTo>
                    <a:pt x="157480" y="35560"/>
                  </a:lnTo>
                  <a:lnTo>
                    <a:pt x="154940" y="29210"/>
                  </a:lnTo>
                  <a:lnTo>
                    <a:pt x="129540" y="0"/>
                  </a:lnTo>
                  <a:lnTo>
                    <a:pt x="78065" y="39"/>
                  </a:lnTo>
                  <a:lnTo>
                    <a:pt x="39885" y="1071"/>
                  </a:lnTo>
                  <a:lnTo>
                    <a:pt x="24129" y="12700"/>
                  </a:lnTo>
                  <a:lnTo>
                    <a:pt x="21590" y="17779"/>
                  </a:lnTo>
                  <a:lnTo>
                    <a:pt x="19050" y="22860"/>
                  </a:lnTo>
                  <a:lnTo>
                    <a:pt x="16509" y="26669"/>
                  </a:lnTo>
                  <a:lnTo>
                    <a:pt x="15240" y="35560"/>
                  </a:lnTo>
                  <a:lnTo>
                    <a:pt x="12700" y="36830"/>
                  </a:lnTo>
                  <a:lnTo>
                    <a:pt x="12700" y="40639"/>
                  </a:lnTo>
                  <a:lnTo>
                    <a:pt x="10159" y="43180"/>
                  </a:lnTo>
                  <a:lnTo>
                    <a:pt x="10159" y="44450"/>
                  </a:lnTo>
                  <a:lnTo>
                    <a:pt x="8890" y="46989"/>
                  </a:lnTo>
                  <a:lnTo>
                    <a:pt x="8890" y="50800"/>
                  </a:lnTo>
                  <a:lnTo>
                    <a:pt x="6350" y="53339"/>
                  </a:lnTo>
                  <a:lnTo>
                    <a:pt x="3809" y="53339"/>
                  </a:lnTo>
                  <a:lnTo>
                    <a:pt x="0" y="54610"/>
                  </a:lnTo>
                  <a:lnTo>
                    <a:pt x="0" y="60960"/>
                  </a:lnTo>
                  <a:lnTo>
                    <a:pt x="0" y="62765"/>
                  </a:lnTo>
                  <a:lnTo>
                    <a:pt x="0" y="75406"/>
                  </a:lnTo>
                  <a:lnTo>
                    <a:pt x="0" y="109716"/>
                  </a:lnTo>
                  <a:lnTo>
                    <a:pt x="0" y="176530"/>
                  </a:lnTo>
                  <a:lnTo>
                    <a:pt x="0" y="179288"/>
                  </a:lnTo>
                  <a:lnTo>
                    <a:pt x="0" y="198596"/>
                  </a:lnTo>
                  <a:lnTo>
                    <a:pt x="0" y="251003"/>
                  </a:lnTo>
                  <a:lnTo>
                    <a:pt x="0" y="353060"/>
                  </a:lnTo>
                  <a:lnTo>
                    <a:pt x="3036" y="353060"/>
                  </a:lnTo>
                  <a:lnTo>
                    <a:pt x="381000" y="353060"/>
                  </a:lnTo>
                  <a:lnTo>
                    <a:pt x="381000" y="350301"/>
                  </a:lnTo>
                  <a:lnTo>
                    <a:pt x="381000" y="77469"/>
                  </a:lnTo>
                  <a:lnTo>
                    <a:pt x="379730" y="69850"/>
                  </a:lnTo>
                  <a:lnTo>
                    <a:pt x="355600" y="53339"/>
                  </a:lnTo>
                  <a:lnTo>
                    <a:pt x="349250" y="53339"/>
                  </a:lnTo>
                  <a:close/>
                </a:path>
                <a:path w="381000" h="353060">
                  <a:moveTo>
                    <a:pt x="349250" y="53339"/>
                  </a:moveTo>
                  <a:lnTo>
                    <a:pt x="254496" y="53300"/>
                  </a:lnTo>
                  <a:lnTo>
                    <a:pt x="197008" y="53022"/>
                  </a:lnTo>
                  <a:lnTo>
                    <a:pt x="168334" y="52268"/>
                  </a:lnTo>
                  <a:lnTo>
                    <a:pt x="160019" y="50800"/>
                  </a:lnTo>
                  <a:lnTo>
                    <a:pt x="160019" y="46989"/>
                  </a:lnTo>
                  <a:lnTo>
                    <a:pt x="157480" y="44450"/>
                  </a:lnTo>
                  <a:lnTo>
                    <a:pt x="157480" y="40639"/>
                  </a:lnTo>
                  <a:lnTo>
                    <a:pt x="157480" y="35560"/>
                  </a:lnTo>
                  <a:lnTo>
                    <a:pt x="154940" y="29210"/>
                  </a:lnTo>
                  <a:lnTo>
                    <a:pt x="129540" y="0"/>
                  </a:lnTo>
                  <a:lnTo>
                    <a:pt x="78065" y="39"/>
                  </a:lnTo>
                  <a:lnTo>
                    <a:pt x="39885" y="1071"/>
                  </a:lnTo>
                  <a:lnTo>
                    <a:pt x="24129" y="12700"/>
                  </a:lnTo>
                  <a:lnTo>
                    <a:pt x="21590" y="17779"/>
                  </a:lnTo>
                  <a:lnTo>
                    <a:pt x="19050" y="22860"/>
                  </a:lnTo>
                  <a:lnTo>
                    <a:pt x="16509" y="26669"/>
                  </a:lnTo>
                  <a:lnTo>
                    <a:pt x="15240" y="35560"/>
                  </a:lnTo>
                  <a:lnTo>
                    <a:pt x="12700" y="36830"/>
                  </a:lnTo>
                  <a:lnTo>
                    <a:pt x="12700" y="40639"/>
                  </a:lnTo>
                  <a:lnTo>
                    <a:pt x="10159" y="43180"/>
                  </a:lnTo>
                  <a:lnTo>
                    <a:pt x="10159" y="44450"/>
                  </a:lnTo>
                  <a:lnTo>
                    <a:pt x="8890" y="46989"/>
                  </a:lnTo>
                  <a:lnTo>
                    <a:pt x="8890" y="50800"/>
                  </a:lnTo>
                  <a:lnTo>
                    <a:pt x="6350" y="53339"/>
                  </a:lnTo>
                  <a:lnTo>
                    <a:pt x="3809" y="53339"/>
                  </a:lnTo>
                  <a:lnTo>
                    <a:pt x="0" y="54610"/>
                  </a:lnTo>
                  <a:lnTo>
                    <a:pt x="0" y="60960"/>
                  </a:lnTo>
                  <a:lnTo>
                    <a:pt x="0" y="62765"/>
                  </a:lnTo>
                  <a:lnTo>
                    <a:pt x="0" y="75406"/>
                  </a:lnTo>
                  <a:lnTo>
                    <a:pt x="0" y="109716"/>
                  </a:lnTo>
                  <a:lnTo>
                    <a:pt x="0" y="176530"/>
                  </a:lnTo>
                  <a:lnTo>
                    <a:pt x="0" y="179288"/>
                  </a:lnTo>
                  <a:lnTo>
                    <a:pt x="0" y="198596"/>
                  </a:lnTo>
                  <a:lnTo>
                    <a:pt x="0" y="251003"/>
                  </a:lnTo>
                  <a:lnTo>
                    <a:pt x="0" y="353060"/>
                  </a:lnTo>
                  <a:lnTo>
                    <a:pt x="3036" y="353060"/>
                  </a:lnTo>
                  <a:lnTo>
                    <a:pt x="381000" y="353060"/>
                  </a:lnTo>
                  <a:lnTo>
                    <a:pt x="381000" y="350301"/>
                  </a:lnTo>
                  <a:lnTo>
                    <a:pt x="381000" y="77469"/>
                  </a:lnTo>
                  <a:lnTo>
                    <a:pt x="379730" y="69850"/>
                  </a:lnTo>
                  <a:lnTo>
                    <a:pt x="355600" y="53339"/>
                  </a:lnTo>
                  <a:lnTo>
                    <a:pt x="349250" y="53339"/>
                  </a:lnTo>
                  <a:close/>
                </a:path>
              </a:pathLst>
            </a:custGeom>
            <a:ln w="9344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685800" y="3505200"/>
              <a:ext cx="381000" cy="353060"/>
            </a:xfrm>
            <a:custGeom>
              <a:avLst/>
              <a:gdLst/>
              <a:ahLst/>
              <a:cxnLst/>
              <a:rect l="l" t="t" r="r" b="b"/>
              <a:pathLst>
                <a:path w="381000" h="353060">
                  <a:moveTo>
                    <a:pt x="355600" y="52070"/>
                  </a:moveTo>
                  <a:lnTo>
                    <a:pt x="3809" y="52070"/>
                  </a:lnTo>
                  <a:lnTo>
                    <a:pt x="0" y="54610"/>
                  </a:lnTo>
                  <a:lnTo>
                    <a:pt x="0" y="353060"/>
                  </a:lnTo>
                  <a:lnTo>
                    <a:pt x="381000" y="353060"/>
                  </a:lnTo>
                  <a:lnTo>
                    <a:pt x="381000" y="77470"/>
                  </a:lnTo>
                  <a:lnTo>
                    <a:pt x="378459" y="69850"/>
                  </a:lnTo>
                  <a:lnTo>
                    <a:pt x="377190" y="64770"/>
                  </a:lnTo>
                  <a:lnTo>
                    <a:pt x="372109" y="59689"/>
                  </a:lnTo>
                  <a:lnTo>
                    <a:pt x="368300" y="57150"/>
                  </a:lnTo>
                  <a:lnTo>
                    <a:pt x="355600" y="52070"/>
                  </a:lnTo>
                  <a:close/>
                </a:path>
                <a:path w="381000" h="353060">
                  <a:moveTo>
                    <a:pt x="129540" y="0"/>
                  </a:moveTo>
                  <a:lnTo>
                    <a:pt x="51117" y="317"/>
                  </a:lnTo>
                  <a:lnTo>
                    <a:pt x="21590" y="17779"/>
                  </a:lnTo>
                  <a:lnTo>
                    <a:pt x="19050" y="22860"/>
                  </a:lnTo>
                  <a:lnTo>
                    <a:pt x="16509" y="26670"/>
                  </a:lnTo>
                  <a:lnTo>
                    <a:pt x="15240" y="35560"/>
                  </a:lnTo>
                  <a:lnTo>
                    <a:pt x="12700" y="36829"/>
                  </a:lnTo>
                  <a:lnTo>
                    <a:pt x="12700" y="40639"/>
                  </a:lnTo>
                  <a:lnTo>
                    <a:pt x="10159" y="43179"/>
                  </a:lnTo>
                  <a:lnTo>
                    <a:pt x="10159" y="44450"/>
                  </a:lnTo>
                  <a:lnTo>
                    <a:pt x="8890" y="46989"/>
                  </a:lnTo>
                  <a:lnTo>
                    <a:pt x="8890" y="49529"/>
                  </a:lnTo>
                  <a:lnTo>
                    <a:pt x="6350" y="52070"/>
                  </a:lnTo>
                  <a:lnTo>
                    <a:pt x="349250" y="52070"/>
                  </a:lnTo>
                  <a:lnTo>
                    <a:pt x="197008" y="51752"/>
                  </a:lnTo>
                  <a:lnTo>
                    <a:pt x="168334" y="50998"/>
                  </a:lnTo>
                  <a:lnTo>
                    <a:pt x="160019" y="49529"/>
                  </a:lnTo>
                  <a:lnTo>
                    <a:pt x="160019" y="46989"/>
                  </a:lnTo>
                  <a:lnTo>
                    <a:pt x="157480" y="44450"/>
                  </a:lnTo>
                  <a:lnTo>
                    <a:pt x="157480" y="35560"/>
                  </a:lnTo>
                  <a:lnTo>
                    <a:pt x="152400" y="22860"/>
                  </a:lnTo>
                  <a:lnTo>
                    <a:pt x="151130" y="17779"/>
                  </a:lnTo>
                  <a:lnTo>
                    <a:pt x="147319" y="11429"/>
                  </a:lnTo>
                  <a:lnTo>
                    <a:pt x="142240" y="7620"/>
                  </a:lnTo>
                  <a:lnTo>
                    <a:pt x="135890" y="2539"/>
                  </a:lnTo>
                  <a:lnTo>
                    <a:pt x="129540" y="0"/>
                  </a:lnTo>
                  <a:close/>
                </a:path>
              </a:pathLst>
            </a:custGeom>
            <a:solidFill>
              <a:srgbClr val="FF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685800" y="3505200"/>
              <a:ext cx="381000" cy="353060"/>
            </a:xfrm>
            <a:custGeom>
              <a:avLst/>
              <a:gdLst/>
              <a:ahLst/>
              <a:cxnLst/>
              <a:rect l="l" t="t" r="r" b="b"/>
              <a:pathLst>
                <a:path w="381000" h="353060">
                  <a:moveTo>
                    <a:pt x="349250" y="52070"/>
                  </a:moveTo>
                  <a:lnTo>
                    <a:pt x="254496" y="52030"/>
                  </a:lnTo>
                  <a:lnTo>
                    <a:pt x="197008" y="51752"/>
                  </a:lnTo>
                  <a:lnTo>
                    <a:pt x="168334" y="50998"/>
                  </a:lnTo>
                  <a:lnTo>
                    <a:pt x="160019" y="49529"/>
                  </a:lnTo>
                  <a:lnTo>
                    <a:pt x="160019" y="46989"/>
                  </a:lnTo>
                  <a:lnTo>
                    <a:pt x="157480" y="44450"/>
                  </a:lnTo>
                  <a:lnTo>
                    <a:pt x="157480" y="40639"/>
                  </a:lnTo>
                  <a:lnTo>
                    <a:pt x="157480" y="35560"/>
                  </a:lnTo>
                  <a:lnTo>
                    <a:pt x="154940" y="29210"/>
                  </a:lnTo>
                  <a:lnTo>
                    <a:pt x="152400" y="22860"/>
                  </a:lnTo>
                  <a:lnTo>
                    <a:pt x="151130" y="17779"/>
                  </a:lnTo>
                  <a:lnTo>
                    <a:pt x="147319" y="11429"/>
                  </a:lnTo>
                  <a:lnTo>
                    <a:pt x="142240" y="7620"/>
                  </a:lnTo>
                  <a:lnTo>
                    <a:pt x="135890" y="2539"/>
                  </a:lnTo>
                  <a:lnTo>
                    <a:pt x="129540" y="0"/>
                  </a:lnTo>
                  <a:lnTo>
                    <a:pt x="78065" y="39"/>
                  </a:lnTo>
                  <a:lnTo>
                    <a:pt x="51117" y="317"/>
                  </a:lnTo>
                  <a:lnTo>
                    <a:pt x="21590" y="17779"/>
                  </a:lnTo>
                  <a:lnTo>
                    <a:pt x="19050" y="22860"/>
                  </a:lnTo>
                  <a:lnTo>
                    <a:pt x="16509" y="26670"/>
                  </a:lnTo>
                  <a:lnTo>
                    <a:pt x="15240" y="35560"/>
                  </a:lnTo>
                  <a:lnTo>
                    <a:pt x="12700" y="36829"/>
                  </a:lnTo>
                  <a:lnTo>
                    <a:pt x="12700" y="40639"/>
                  </a:lnTo>
                  <a:lnTo>
                    <a:pt x="10159" y="43179"/>
                  </a:lnTo>
                  <a:lnTo>
                    <a:pt x="10159" y="44450"/>
                  </a:lnTo>
                  <a:lnTo>
                    <a:pt x="8890" y="46989"/>
                  </a:lnTo>
                  <a:lnTo>
                    <a:pt x="8890" y="49529"/>
                  </a:lnTo>
                  <a:lnTo>
                    <a:pt x="6350" y="52070"/>
                  </a:lnTo>
                  <a:lnTo>
                    <a:pt x="3809" y="52070"/>
                  </a:lnTo>
                  <a:lnTo>
                    <a:pt x="0" y="54610"/>
                  </a:lnTo>
                  <a:lnTo>
                    <a:pt x="0" y="59689"/>
                  </a:lnTo>
                  <a:lnTo>
                    <a:pt x="0" y="61515"/>
                  </a:lnTo>
                  <a:lnTo>
                    <a:pt x="0" y="74295"/>
                  </a:lnTo>
                  <a:lnTo>
                    <a:pt x="0" y="108981"/>
                  </a:lnTo>
                  <a:lnTo>
                    <a:pt x="0" y="176530"/>
                  </a:lnTo>
                  <a:lnTo>
                    <a:pt x="0" y="179288"/>
                  </a:lnTo>
                  <a:lnTo>
                    <a:pt x="0" y="198596"/>
                  </a:lnTo>
                  <a:lnTo>
                    <a:pt x="0" y="251003"/>
                  </a:lnTo>
                  <a:lnTo>
                    <a:pt x="0" y="353060"/>
                  </a:lnTo>
                  <a:lnTo>
                    <a:pt x="3036" y="353060"/>
                  </a:lnTo>
                  <a:lnTo>
                    <a:pt x="381000" y="353060"/>
                  </a:lnTo>
                  <a:lnTo>
                    <a:pt x="381000" y="350301"/>
                  </a:lnTo>
                  <a:lnTo>
                    <a:pt x="381000" y="77470"/>
                  </a:lnTo>
                  <a:lnTo>
                    <a:pt x="378459" y="69850"/>
                  </a:lnTo>
                  <a:lnTo>
                    <a:pt x="377190" y="64770"/>
                  </a:lnTo>
                  <a:lnTo>
                    <a:pt x="372109" y="59689"/>
                  </a:lnTo>
                  <a:lnTo>
                    <a:pt x="368300" y="57150"/>
                  </a:lnTo>
                  <a:lnTo>
                    <a:pt x="361950" y="54610"/>
                  </a:lnTo>
                  <a:lnTo>
                    <a:pt x="355600" y="52070"/>
                  </a:lnTo>
                  <a:lnTo>
                    <a:pt x="349250" y="52070"/>
                  </a:lnTo>
                  <a:close/>
                </a:path>
              </a:pathLst>
            </a:custGeom>
            <a:ln w="93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536700" y="2298700"/>
              <a:ext cx="127000" cy="127000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222500" y="3594100"/>
              <a:ext cx="127000" cy="127000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1615439" y="2402839"/>
              <a:ext cx="655320" cy="1215390"/>
            </a:xfrm>
            <a:custGeom>
              <a:avLst/>
              <a:gdLst/>
              <a:ahLst/>
              <a:cxnLst/>
              <a:rect l="l" t="t" r="r" b="b"/>
              <a:pathLst>
                <a:path w="655319" h="1215389">
                  <a:moveTo>
                    <a:pt x="16509" y="0"/>
                  </a:moveTo>
                  <a:lnTo>
                    <a:pt x="0" y="8889"/>
                  </a:lnTo>
                  <a:lnTo>
                    <a:pt x="638810" y="1215390"/>
                  </a:lnTo>
                  <a:lnTo>
                    <a:pt x="655320" y="1205230"/>
                  </a:lnTo>
                  <a:lnTo>
                    <a:pt x="165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" name="object 1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536700" y="2298700"/>
              <a:ext cx="125730" cy="127000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850900" y="3594100"/>
              <a:ext cx="125730" cy="127000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929640" y="2402839"/>
              <a:ext cx="655320" cy="1215390"/>
            </a:xfrm>
            <a:custGeom>
              <a:avLst/>
              <a:gdLst/>
              <a:ahLst/>
              <a:cxnLst/>
              <a:rect l="l" t="t" r="r" b="b"/>
              <a:pathLst>
                <a:path w="655319" h="1215389">
                  <a:moveTo>
                    <a:pt x="637540" y="0"/>
                  </a:moveTo>
                  <a:lnTo>
                    <a:pt x="0" y="1205230"/>
                  </a:lnTo>
                  <a:lnTo>
                    <a:pt x="16509" y="1215390"/>
                  </a:lnTo>
                  <a:lnTo>
                    <a:pt x="655319" y="8889"/>
                  </a:lnTo>
                  <a:lnTo>
                    <a:pt x="6375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228600" y="4298950"/>
              <a:ext cx="2743200" cy="1647189"/>
            </a:xfrm>
            <a:custGeom>
              <a:avLst/>
              <a:gdLst/>
              <a:ahLst/>
              <a:cxnLst/>
              <a:rect l="l" t="t" r="r" b="b"/>
              <a:pathLst>
                <a:path w="2743200" h="1647189">
                  <a:moveTo>
                    <a:pt x="2743200" y="0"/>
                  </a:moveTo>
                  <a:lnTo>
                    <a:pt x="0" y="0"/>
                  </a:lnTo>
                  <a:lnTo>
                    <a:pt x="0" y="1647189"/>
                  </a:lnTo>
                  <a:lnTo>
                    <a:pt x="2743200" y="1647189"/>
                  </a:lnTo>
                  <a:lnTo>
                    <a:pt x="2743200" y="0"/>
                  </a:lnTo>
                  <a:close/>
                </a:path>
              </a:pathLst>
            </a:custGeom>
            <a:solidFill>
              <a:srgbClr val="B9B9B9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228600" y="4298950"/>
              <a:ext cx="2743200" cy="1647189"/>
            </a:xfrm>
            <a:custGeom>
              <a:avLst/>
              <a:gdLst/>
              <a:ahLst/>
              <a:cxnLst/>
              <a:rect l="l" t="t" r="r" b="b"/>
              <a:pathLst>
                <a:path w="2743200" h="1647189">
                  <a:moveTo>
                    <a:pt x="1371600" y="1647189"/>
                  </a:moveTo>
                  <a:lnTo>
                    <a:pt x="0" y="1647189"/>
                  </a:lnTo>
                  <a:lnTo>
                    <a:pt x="0" y="0"/>
                  </a:lnTo>
                  <a:lnTo>
                    <a:pt x="2743200" y="0"/>
                  </a:lnTo>
                  <a:lnTo>
                    <a:pt x="2743200" y="1647189"/>
                  </a:lnTo>
                  <a:lnTo>
                    <a:pt x="1371600" y="1647189"/>
                  </a:lnTo>
                  <a:close/>
                </a:path>
              </a:pathLst>
            </a:custGeom>
            <a:ln w="93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" name="object 2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20700" y="4672329"/>
              <a:ext cx="96520" cy="82550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20700" y="5113020"/>
              <a:ext cx="96520" cy="82550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20700" y="5553709"/>
              <a:ext cx="96520" cy="82550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20700" y="5812790"/>
              <a:ext cx="96520" cy="82550"/>
            </a:xfrm>
            <a:prstGeom prst="rect">
              <a:avLst/>
            </a:prstGeom>
          </p:spPr>
        </p:pic>
      </p:grpSp>
      <p:grpSp>
        <p:nvGrpSpPr>
          <p:cNvPr id="28" name="object 28"/>
          <p:cNvGrpSpPr/>
          <p:nvPr/>
        </p:nvGrpSpPr>
        <p:grpSpPr>
          <a:xfrm>
            <a:off x="6054725" y="1057275"/>
            <a:ext cx="2914650" cy="4907280"/>
            <a:chOff x="6054725" y="1057275"/>
            <a:chExt cx="2914650" cy="4907280"/>
          </a:xfrm>
        </p:grpSpPr>
        <p:sp>
          <p:nvSpPr>
            <p:cNvPr id="29" name="object 29"/>
            <p:cNvSpPr/>
            <p:nvPr/>
          </p:nvSpPr>
          <p:spPr>
            <a:xfrm>
              <a:off x="6064250" y="1066800"/>
              <a:ext cx="2895600" cy="4888230"/>
            </a:xfrm>
            <a:custGeom>
              <a:avLst/>
              <a:gdLst/>
              <a:ahLst/>
              <a:cxnLst/>
              <a:rect l="l" t="t" r="r" b="b"/>
              <a:pathLst>
                <a:path w="2895600" h="4888230">
                  <a:moveTo>
                    <a:pt x="1446529" y="4888230"/>
                  </a:moveTo>
                  <a:lnTo>
                    <a:pt x="0" y="4888230"/>
                  </a:lnTo>
                  <a:lnTo>
                    <a:pt x="0" y="0"/>
                  </a:lnTo>
                  <a:lnTo>
                    <a:pt x="2895600" y="0"/>
                  </a:lnTo>
                  <a:lnTo>
                    <a:pt x="2895600" y="4888230"/>
                  </a:lnTo>
                  <a:lnTo>
                    <a:pt x="1446529" y="4888230"/>
                  </a:lnTo>
                  <a:close/>
                </a:path>
              </a:pathLst>
            </a:custGeom>
            <a:ln w="1904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" name="object 3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676390" y="1217930"/>
              <a:ext cx="453390" cy="607060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830060" y="2895600"/>
              <a:ext cx="1160779" cy="1295400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211060" y="1217930"/>
              <a:ext cx="453390" cy="607060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744460" y="1217930"/>
              <a:ext cx="452120" cy="607060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676390" y="2286000"/>
              <a:ext cx="410209" cy="457200"/>
            </a:xfrm>
            <a:prstGeom prst="rect">
              <a:avLst/>
            </a:prstGeom>
          </p:spPr>
        </p:pic>
        <p:sp>
          <p:nvSpPr>
            <p:cNvPr id="35" name="object 35"/>
            <p:cNvSpPr/>
            <p:nvPr/>
          </p:nvSpPr>
          <p:spPr>
            <a:xfrm>
              <a:off x="6880860" y="1803399"/>
              <a:ext cx="506730" cy="1422400"/>
            </a:xfrm>
            <a:custGeom>
              <a:avLst/>
              <a:gdLst/>
              <a:ahLst/>
              <a:cxnLst/>
              <a:rect l="l" t="t" r="r" b="b"/>
              <a:pathLst>
                <a:path w="506729" h="1422400">
                  <a:moveTo>
                    <a:pt x="506730" y="1391920"/>
                  </a:moveTo>
                  <a:lnTo>
                    <a:pt x="505460" y="1389380"/>
                  </a:lnTo>
                  <a:lnTo>
                    <a:pt x="505460" y="1386840"/>
                  </a:lnTo>
                  <a:lnTo>
                    <a:pt x="502920" y="1381760"/>
                  </a:lnTo>
                  <a:lnTo>
                    <a:pt x="500380" y="1380490"/>
                  </a:lnTo>
                  <a:lnTo>
                    <a:pt x="499110" y="1379220"/>
                  </a:lnTo>
                  <a:lnTo>
                    <a:pt x="497840" y="1376680"/>
                  </a:lnTo>
                  <a:lnTo>
                    <a:pt x="492760" y="1374140"/>
                  </a:lnTo>
                  <a:lnTo>
                    <a:pt x="491490" y="1374140"/>
                  </a:lnTo>
                  <a:lnTo>
                    <a:pt x="486410" y="1371600"/>
                  </a:lnTo>
                  <a:lnTo>
                    <a:pt x="483019" y="1371600"/>
                  </a:lnTo>
                  <a:lnTo>
                    <a:pt x="41363" y="44094"/>
                  </a:lnTo>
                  <a:lnTo>
                    <a:pt x="43180" y="43180"/>
                  </a:lnTo>
                  <a:lnTo>
                    <a:pt x="45720" y="38100"/>
                  </a:lnTo>
                  <a:lnTo>
                    <a:pt x="46990" y="36830"/>
                  </a:lnTo>
                  <a:lnTo>
                    <a:pt x="48260" y="34290"/>
                  </a:lnTo>
                  <a:lnTo>
                    <a:pt x="48260" y="31750"/>
                  </a:lnTo>
                  <a:lnTo>
                    <a:pt x="49530" y="29210"/>
                  </a:lnTo>
                  <a:lnTo>
                    <a:pt x="49530" y="20320"/>
                  </a:lnTo>
                  <a:lnTo>
                    <a:pt x="48260" y="17780"/>
                  </a:lnTo>
                  <a:lnTo>
                    <a:pt x="48260" y="15240"/>
                  </a:lnTo>
                  <a:lnTo>
                    <a:pt x="45720" y="10160"/>
                  </a:lnTo>
                  <a:lnTo>
                    <a:pt x="43180" y="8890"/>
                  </a:lnTo>
                  <a:lnTo>
                    <a:pt x="41910" y="7620"/>
                  </a:lnTo>
                  <a:lnTo>
                    <a:pt x="40640" y="5080"/>
                  </a:lnTo>
                  <a:lnTo>
                    <a:pt x="35560" y="2540"/>
                  </a:lnTo>
                  <a:lnTo>
                    <a:pt x="34290" y="2540"/>
                  </a:lnTo>
                  <a:lnTo>
                    <a:pt x="29210" y="0"/>
                  </a:lnTo>
                  <a:lnTo>
                    <a:pt x="21590" y="0"/>
                  </a:lnTo>
                  <a:lnTo>
                    <a:pt x="19050" y="1270"/>
                  </a:lnTo>
                  <a:lnTo>
                    <a:pt x="16510" y="1270"/>
                  </a:lnTo>
                  <a:lnTo>
                    <a:pt x="11430" y="3810"/>
                  </a:lnTo>
                  <a:lnTo>
                    <a:pt x="10160" y="5080"/>
                  </a:lnTo>
                  <a:lnTo>
                    <a:pt x="7620" y="6350"/>
                  </a:lnTo>
                  <a:lnTo>
                    <a:pt x="6350" y="7620"/>
                  </a:lnTo>
                  <a:lnTo>
                    <a:pt x="3810" y="12700"/>
                  </a:lnTo>
                  <a:lnTo>
                    <a:pt x="2540" y="13970"/>
                  </a:lnTo>
                  <a:lnTo>
                    <a:pt x="0" y="19050"/>
                  </a:lnTo>
                  <a:lnTo>
                    <a:pt x="0" y="30480"/>
                  </a:lnTo>
                  <a:lnTo>
                    <a:pt x="1270" y="33020"/>
                  </a:lnTo>
                  <a:lnTo>
                    <a:pt x="1270" y="35560"/>
                  </a:lnTo>
                  <a:lnTo>
                    <a:pt x="3810" y="40640"/>
                  </a:lnTo>
                  <a:lnTo>
                    <a:pt x="5080" y="41910"/>
                  </a:lnTo>
                  <a:lnTo>
                    <a:pt x="7620" y="43180"/>
                  </a:lnTo>
                  <a:lnTo>
                    <a:pt x="8890" y="45720"/>
                  </a:lnTo>
                  <a:lnTo>
                    <a:pt x="13970" y="48260"/>
                  </a:lnTo>
                  <a:lnTo>
                    <a:pt x="15240" y="48260"/>
                  </a:lnTo>
                  <a:lnTo>
                    <a:pt x="20320" y="50800"/>
                  </a:lnTo>
                  <a:lnTo>
                    <a:pt x="22428" y="50800"/>
                  </a:lnTo>
                  <a:lnTo>
                    <a:pt x="465175" y="1377772"/>
                  </a:lnTo>
                  <a:lnTo>
                    <a:pt x="464820" y="1377950"/>
                  </a:lnTo>
                  <a:lnTo>
                    <a:pt x="463550" y="1379220"/>
                  </a:lnTo>
                  <a:lnTo>
                    <a:pt x="461010" y="1384300"/>
                  </a:lnTo>
                  <a:lnTo>
                    <a:pt x="459740" y="1385570"/>
                  </a:lnTo>
                  <a:lnTo>
                    <a:pt x="457200" y="1390650"/>
                  </a:lnTo>
                  <a:lnTo>
                    <a:pt x="457200" y="1402080"/>
                  </a:lnTo>
                  <a:lnTo>
                    <a:pt x="458470" y="1404620"/>
                  </a:lnTo>
                  <a:lnTo>
                    <a:pt x="458470" y="1407160"/>
                  </a:lnTo>
                  <a:lnTo>
                    <a:pt x="461010" y="1412240"/>
                  </a:lnTo>
                  <a:lnTo>
                    <a:pt x="462280" y="1413510"/>
                  </a:lnTo>
                  <a:lnTo>
                    <a:pt x="464820" y="1414780"/>
                  </a:lnTo>
                  <a:lnTo>
                    <a:pt x="466090" y="1417320"/>
                  </a:lnTo>
                  <a:lnTo>
                    <a:pt x="471170" y="1419860"/>
                  </a:lnTo>
                  <a:lnTo>
                    <a:pt x="472440" y="1419860"/>
                  </a:lnTo>
                  <a:lnTo>
                    <a:pt x="477520" y="1422400"/>
                  </a:lnTo>
                  <a:lnTo>
                    <a:pt x="485140" y="1422400"/>
                  </a:lnTo>
                  <a:lnTo>
                    <a:pt x="487680" y="1421130"/>
                  </a:lnTo>
                  <a:lnTo>
                    <a:pt x="490220" y="1421130"/>
                  </a:lnTo>
                  <a:lnTo>
                    <a:pt x="492760" y="1419860"/>
                  </a:lnTo>
                  <a:lnTo>
                    <a:pt x="494030" y="1418590"/>
                  </a:lnTo>
                  <a:lnTo>
                    <a:pt x="496570" y="1417320"/>
                  </a:lnTo>
                  <a:lnTo>
                    <a:pt x="497840" y="1416050"/>
                  </a:lnTo>
                  <a:lnTo>
                    <a:pt x="500380" y="1414780"/>
                  </a:lnTo>
                  <a:lnTo>
                    <a:pt x="502920" y="1409700"/>
                  </a:lnTo>
                  <a:lnTo>
                    <a:pt x="504190" y="1408430"/>
                  </a:lnTo>
                  <a:lnTo>
                    <a:pt x="505460" y="1405890"/>
                  </a:lnTo>
                  <a:lnTo>
                    <a:pt x="505460" y="1403350"/>
                  </a:lnTo>
                  <a:lnTo>
                    <a:pt x="506730" y="1400810"/>
                  </a:lnTo>
                  <a:lnTo>
                    <a:pt x="506730" y="139192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" name="object 3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211060" y="2286000"/>
              <a:ext cx="410209" cy="457200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819390" y="2286000"/>
              <a:ext cx="410209" cy="457200"/>
            </a:xfrm>
            <a:prstGeom prst="rect">
              <a:avLst/>
            </a:prstGeom>
          </p:spPr>
        </p:pic>
        <p:sp>
          <p:nvSpPr>
            <p:cNvPr id="38" name="object 38"/>
            <p:cNvSpPr/>
            <p:nvPr/>
          </p:nvSpPr>
          <p:spPr>
            <a:xfrm>
              <a:off x="6880860" y="1803399"/>
              <a:ext cx="1195070" cy="1422400"/>
            </a:xfrm>
            <a:custGeom>
              <a:avLst/>
              <a:gdLst/>
              <a:ahLst/>
              <a:cxnLst/>
              <a:rect l="l" t="t" r="r" b="b"/>
              <a:pathLst>
                <a:path w="1195070" h="1422400">
                  <a:moveTo>
                    <a:pt x="52070" y="556260"/>
                  </a:moveTo>
                  <a:lnTo>
                    <a:pt x="50800" y="553720"/>
                  </a:lnTo>
                  <a:lnTo>
                    <a:pt x="50800" y="551180"/>
                  </a:lnTo>
                  <a:lnTo>
                    <a:pt x="49530" y="548640"/>
                  </a:lnTo>
                  <a:lnTo>
                    <a:pt x="48260" y="547370"/>
                  </a:lnTo>
                  <a:lnTo>
                    <a:pt x="46990" y="544830"/>
                  </a:lnTo>
                  <a:lnTo>
                    <a:pt x="45720" y="543560"/>
                  </a:lnTo>
                  <a:lnTo>
                    <a:pt x="44450" y="541020"/>
                  </a:lnTo>
                  <a:lnTo>
                    <a:pt x="41910" y="539750"/>
                  </a:lnTo>
                  <a:lnTo>
                    <a:pt x="40640" y="538480"/>
                  </a:lnTo>
                  <a:lnTo>
                    <a:pt x="35560" y="535940"/>
                  </a:lnTo>
                  <a:lnTo>
                    <a:pt x="34290" y="58420"/>
                  </a:lnTo>
                  <a:lnTo>
                    <a:pt x="36830" y="57150"/>
                  </a:lnTo>
                  <a:lnTo>
                    <a:pt x="38100" y="55880"/>
                  </a:lnTo>
                  <a:lnTo>
                    <a:pt x="40640" y="54610"/>
                  </a:lnTo>
                  <a:lnTo>
                    <a:pt x="41910" y="52070"/>
                  </a:lnTo>
                  <a:lnTo>
                    <a:pt x="44450" y="50800"/>
                  </a:lnTo>
                  <a:lnTo>
                    <a:pt x="45720" y="48260"/>
                  </a:lnTo>
                  <a:lnTo>
                    <a:pt x="46990" y="46990"/>
                  </a:lnTo>
                  <a:lnTo>
                    <a:pt x="48260" y="44450"/>
                  </a:lnTo>
                  <a:lnTo>
                    <a:pt x="48260" y="41910"/>
                  </a:lnTo>
                  <a:lnTo>
                    <a:pt x="49530" y="39370"/>
                  </a:lnTo>
                  <a:lnTo>
                    <a:pt x="49530" y="34290"/>
                  </a:lnTo>
                  <a:lnTo>
                    <a:pt x="49530" y="29210"/>
                  </a:lnTo>
                  <a:lnTo>
                    <a:pt x="48260" y="26670"/>
                  </a:lnTo>
                  <a:lnTo>
                    <a:pt x="48260" y="25400"/>
                  </a:lnTo>
                  <a:lnTo>
                    <a:pt x="45720" y="20320"/>
                  </a:lnTo>
                  <a:lnTo>
                    <a:pt x="40640" y="15240"/>
                  </a:lnTo>
                  <a:lnTo>
                    <a:pt x="38100" y="13970"/>
                  </a:lnTo>
                  <a:lnTo>
                    <a:pt x="36830" y="12700"/>
                  </a:lnTo>
                  <a:lnTo>
                    <a:pt x="31750" y="10160"/>
                  </a:lnTo>
                  <a:lnTo>
                    <a:pt x="16510" y="10160"/>
                  </a:lnTo>
                  <a:lnTo>
                    <a:pt x="15240" y="11430"/>
                  </a:lnTo>
                  <a:lnTo>
                    <a:pt x="10160" y="13970"/>
                  </a:lnTo>
                  <a:lnTo>
                    <a:pt x="3810" y="20320"/>
                  </a:lnTo>
                  <a:lnTo>
                    <a:pt x="0" y="27940"/>
                  </a:lnTo>
                  <a:lnTo>
                    <a:pt x="0" y="41910"/>
                  </a:lnTo>
                  <a:lnTo>
                    <a:pt x="2540" y="46990"/>
                  </a:lnTo>
                  <a:lnTo>
                    <a:pt x="3810" y="48260"/>
                  </a:lnTo>
                  <a:lnTo>
                    <a:pt x="5080" y="50800"/>
                  </a:lnTo>
                  <a:lnTo>
                    <a:pt x="7620" y="52070"/>
                  </a:lnTo>
                  <a:lnTo>
                    <a:pt x="8890" y="54610"/>
                  </a:lnTo>
                  <a:lnTo>
                    <a:pt x="10160" y="55880"/>
                  </a:lnTo>
                  <a:lnTo>
                    <a:pt x="15240" y="58420"/>
                  </a:lnTo>
                  <a:lnTo>
                    <a:pt x="16497" y="535952"/>
                  </a:lnTo>
                  <a:lnTo>
                    <a:pt x="13970" y="537210"/>
                  </a:lnTo>
                  <a:lnTo>
                    <a:pt x="12700" y="538480"/>
                  </a:lnTo>
                  <a:lnTo>
                    <a:pt x="10160" y="539750"/>
                  </a:lnTo>
                  <a:lnTo>
                    <a:pt x="8890" y="541020"/>
                  </a:lnTo>
                  <a:lnTo>
                    <a:pt x="7620" y="543560"/>
                  </a:lnTo>
                  <a:lnTo>
                    <a:pt x="5080" y="544830"/>
                  </a:lnTo>
                  <a:lnTo>
                    <a:pt x="3810" y="547370"/>
                  </a:lnTo>
                  <a:lnTo>
                    <a:pt x="3810" y="548640"/>
                  </a:lnTo>
                  <a:lnTo>
                    <a:pt x="1270" y="553720"/>
                  </a:lnTo>
                  <a:lnTo>
                    <a:pt x="1270" y="558800"/>
                  </a:lnTo>
                  <a:lnTo>
                    <a:pt x="1270" y="563880"/>
                  </a:lnTo>
                  <a:lnTo>
                    <a:pt x="3810" y="568960"/>
                  </a:lnTo>
                  <a:lnTo>
                    <a:pt x="5080" y="570230"/>
                  </a:lnTo>
                  <a:lnTo>
                    <a:pt x="5080" y="572770"/>
                  </a:lnTo>
                  <a:lnTo>
                    <a:pt x="13970" y="581660"/>
                  </a:lnTo>
                  <a:lnTo>
                    <a:pt x="16510" y="581660"/>
                  </a:lnTo>
                  <a:lnTo>
                    <a:pt x="21590" y="584200"/>
                  </a:lnTo>
                  <a:lnTo>
                    <a:pt x="31750" y="584200"/>
                  </a:lnTo>
                  <a:lnTo>
                    <a:pt x="34290" y="582930"/>
                  </a:lnTo>
                  <a:lnTo>
                    <a:pt x="35560" y="581660"/>
                  </a:lnTo>
                  <a:lnTo>
                    <a:pt x="38100" y="580390"/>
                  </a:lnTo>
                  <a:lnTo>
                    <a:pt x="40640" y="580390"/>
                  </a:lnTo>
                  <a:lnTo>
                    <a:pt x="41910" y="577850"/>
                  </a:lnTo>
                  <a:lnTo>
                    <a:pt x="44450" y="576580"/>
                  </a:lnTo>
                  <a:lnTo>
                    <a:pt x="45720" y="575310"/>
                  </a:lnTo>
                  <a:lnTo>
                    <a:pt x="48260" y="570230"/>
                  </a:lnTo>
                  <a:lnTo>
                    <a:pt x="49530" y="568960"/>
                  </a:lnTo>
                  <a:lnTo>
                    <a:pt x="50800" y="566420"/>
                  </a:lnTo>
                  <a:lnTo>
                    <a:pt x="50800" y="563880"/>
                  </a:lnTo>
                  <a:lnTo>
                    <a:pt x="52070" y="561340"/>
                  </a:lnTo>
                  <a:lnTo>
                    <a:pt x="52070" y="556260"/>
                  </a:lnTo>
                  <a:close/>
                </a:path>
                <a:path w="1195070" h="1422400">
                  <a:moveTo>
                    <a:pt x="584200" y="551180"/>
                  </a:moveTo>
                  <a:lnTo>
                    <a:pt x="582930" y="548640"/>
                  </a:lnTo>
                  <a:lnTo>
                    <a:pt x="581660" y="547370"/>
                  </a:lnTo>
                  <a:lnTo>
                    <a:pt x="580390" y="544830"/>
                  </a:lnTo>
                  <a:lnTo>
                    <a:pt x="579120" y="543560"/>
                  </a:lnTo>
                  <a:lnTo>
                    <a:pt x="577850" y="541020"/>
                  </a:lnTo>
                  <a:lnTo>
                    <a:pt x="575310" y="539750"/>
                  </a:lnTo>
                  <a:lnTo>
                    <a:pt x="574040" y="538480"/>
                  </a:lnTo>
                  <a:lnTo>
                    <a:pt x="568947" y="535940"/>
                  </a:lnTo>
                  <a:lnTo>
                    <a:pt x="567690" y="48260"/>
                  </a:lnTo>
                  <a:lnTo>
                    <a:pt x="572770" y="45720"/>
                  </a:lnTo>
                  <a:lnTo>
                    <a:pt x="579120" y="39370"/>
                  </a:lnTo>
                  <a:lnTo>
                    <a:pt x="580390" y="36830"/>
                  </a:lnTo>
                  <a:lnTo>
                    <a:pt x="581660" y="35560"/>
                  </a:lnTo>
                  <a:lnTo>
                    <a:pt x="582930" y="33020"/>
                  </a:lnTo>
                  <a:lnTo>
                    <a:pt x="582930" y="25400"/>
                  </a:lnTo>
                  <a:lnTo>
                    <a:pt x="582930" y="17780"/>
                  </a:lnTo>
                  <a:lnTo>
                    <a:pt x="581660" y="15240"/>
                  </a:lnTo>
                  <a:lnTo>
                    <a:pt x="580390" y="13970"/>
                  </a:lnTo>
                  <a:lnTo>
                    <a:pt x="579120" y="11430"/>
                  </a:lnTo>
                  <a:lnTo>
                    <a:pt x="570230" y="2540"/>
                  </a:lnTo>
                  <a:lnTo>
                    <a:pt x="567690" y="2540"/>
                  </a:lnTo>
                  <a:lnTo>
                    <a:pt x="562610" y="0"/>
                  </a:lnTo>
                  <a:lnTo>
                    <a:pt x="553720" y="0"/>
                  </a:lnTo>
                  <a:lnTo>
                    <a:pt x="543560" y="5080"/>
                  </a:lnTo>
                  <a:lnTo>
                    <a:pt x="537210" y="11430"/>
                  </a:lnTo>
                  <a:lnTo>
                    <a:pt x="535940" y="13970"/>
                  </a:lnTo>
                  <a:lnTo>
                    <a:pt x="534670" y="15240"/>
                  </a:lnTo>
                  <a:lnTo>
                    <a:pt x="534670" y="17780"/>
                  </a:lnTo>
                  <a:lnTo>
                    <a:pt x="533400" y="20320"/>
                  </a:lnTo>
                  <a:lnTo>
                    <a:pt x="533400" y="30480"/>
                  </a:lnTo>
                  <a:lnTo>
                    <a:pt x="534670" y="33020"/>
                  </a:lnTo>
                  <a:lnTo>
                    <a:pt x="534670" y="35560"/>
                  </a:lnTo>
                  <a:lnTo>
                    <a:pt x="535940" y="36830"/>
                  </a:lnTo>
                  <a:lnTo>
                    <a:pt x="537210" y="39370"/>
                  </a:lnTo>
                  <a:lnTo>
                    <a:pt x="546100" y="48260"/>
                  </a:lnTo>
                  <a:lnTo>
                    <a:pt x="548640" y="48260"/>
                  </a:lnTo>
                  <a:lnTo>
                    <a:pt x="549897" y="535952"/>
                  </a:lnTo>
                  <a:lnTo>
                    <a:pt x="547370" y="537210"/>
                  </a:lnTo>
                  <a:lnTo>
                    <a:pt x="546100" y="538480"/>
                  </a:lnTo>
                  <a:lnTo>
                    <a:pt x="543560" y="539750"/>
                  </a:lnTo>
                  <a:lnTo>
                    <a:pt x="538480" y="544830"/>
                  </a:lnTo>
                  <a:lnTo>
                    <a:pt x="537210" y="547370"/>
                  </a:lnTo>
                  <a:lnTo>
                    <a:pt x="537210" y="548640"/>
                  </a:lnTo>
                  <a:lnTo>
                    <a:pt x="534670" y="553720"/>
                  </a:lnTo>
                  <a:lnTo>
                    <a:pt x="534670" y="558800"/>
                  </a:lnTo>
                  <a:lnTo>
                    <a:pt x="534670" y="563880"/>
                  </a:lnTo>
                  <a:lnTo>
                    <a:pt x="537210" y="568960"/>
                  </a:lnTo>
                  <a:lnTo>
                    <a:pt x="537210" y="570230"/>
                  </a:lnTo>
                  <a:lnTo>
                    <a:pt x="539750" y="575310"/>
                  </a:lnTo>
                  <a:lnTo>
                    <a:pt x="542290" y="576580"/>
                  </a:lnTo>
                  <a:lnTo>
                    <a:pt x="547370" y="581660"/>
                  </a:lnTo>
                  <a:lnTo>
                    <a:pt x="549910" y="581660"/>
                  </a:lnTo>
                  <a:lnTo>
                    <a:pt x="554990" y="584200"/>
                  </a:lnTo>
                  <a:lnTo>
                    <a:pt x="565150" y="584200"/>
                  </a:lnTo>
                  <a:lnTo>
                    <a:pt x="567690" y="582930"/>
                  </a:lnTo>
                  <a:lnTo>
                    <a:pt x="568960" y="581660"/>
                  </a:lnTo>
                  <a:lnTo>
                    <a:pt x="571500" y="580390"/>
                  </a:lnTo>
                  <a:lnTo>
                    <a:pt x="574040" y="580390"/>
                  </a:lnTo>
                  <a:lnTo>
                    <a:pt x="575310" y="577850"/>
                  </a:lnTo>
                  <a:lnTo>
                    <a:pt x="577850" y="576580"/>
                  </a:lnTo>
                  <a:lnTo>
                    <a:pt x="579120" y="575310"/>
                  </a:lnTo>
                  <a:lnTo>
                    <a:pt x="581660" y="570230"/>
                  </a:lnTo>
                  <a:lnTo>
                    <a:pt x="582930" y="568960"/>
                  </a:lnTo>
                  <a:lnTo>
                    <a:pt x="584200" y="566420"/>
                  </a:lnTo>
                  <a:lnTo>
                    <a:pt x="584200" y="551180"/>
                  </a:lnTo>
                  <a:close/>
                </a:path>
                <a:path w="1195070" h="1422400">
                  <a:moveTo>
                    <a:pt x="1192530" y="934720"/>
                  </a:moveTo>
                  <a:lnTo>
                    <a:pt x="1191260" y="932180"/>
                  </a:lnTo>
                  <a:lnTo>
                    <a:pt x="1191260" y="930910"/>
                  </a:lnTo>
                  <a:lnTo>
                    <a:pt x="1188720" y="925830"/>
                  </a:lnTo>
                  <a:lnTo>
                    <a:pt x="1186180" y="924560"/>
                  </a:lnTo>
                  <a:lnTo>
                    <a:pt x="1184910" y="922020"/>
                  </a:lnTo>
                  <a:lnTo>
                    <a:pt x="1183640" y="920750"/>
                  </a:lnTo>
                  <a:lnTo>
                    <a:pt x="1181100" y="919480"/>
                  </a:lnTo>
                  <a:lnTo>
                    <a:pt x="1178560" y="916940"/>
                  </a:lnTo>
                  <a:lnTo>
                    <a:pt x="1177290" y="916940"/>
                  </a:lnTo>
                  <a:lnTo>
                    <a:pt x="1174750" y="915670"/>
                  </a:lnTo>
                  <a:lnTo>
                    <a:pt x="1172210" y="915670"/>
                  </a:lnTo>
                  <a:lnTo>
                    <a:pt x="1169670" y="914400"/>
                  </a:lnTo>
                  <a:lnTo>
                    <a:pt x="1162050" y="914400"/>
                  </a:lnTo>
                  <a:lnTo>
                    <a:pt x="1159510" y="915670"/>
                  </a:lnTo>
                  <a:lnTo>
                    <a:pt x="1158240" y="916940"/>
                  </a:lnTo>
                  <a:lnTo>
                    <a:pt x="1155700" y="916940"/>
                  </a:lnTo>
                  <a:lnTo>
                    <a:pt x="1151890" y="920750"/>
                  </a:lnTo>
                  <a:lnTo>
                    <a:pt x="1149350" y="922020"/>
                  </a:lnTo>
                  <a:lnTo>
                    <a:pt x="1148080" y="924560"/>
                  </a:lnTo>
                  <a:lnTo>
                    <a:pt x="1146810" y="925830"/>
                  </a:lnTo>
                  <a:lnTo>
                    <a:pt x="1145540" y="928370"/>
                  </a:lnTo>
                  <a:lnTo>
                    <a:pt x="1144270" y="929640"/>
                  </a:lnTo>
                  <a:lnTo>
                    <a:pt x="1143000" y="932180"/>
                  </a:lnTo>
                  <a:lnTo>
                    <a:pt x="1143000" y="937260"/>
                  </a:lnTo>
                  <a:lnTo>
                    <a:pt x="1141730" y="939800"/>
                  </a:lnTo>
                  <a:lnTo>
                    <a:pt x="1143000" y="942340"/>
                  </a:lnTo>
                  <a:lnTo>
                    <a:pt x="1143000" y="945311"/>
                  </a:lnTo>
                  <a:lnTo>
                    <a:pt x="496011" y="1375791"/>
                  </a:lnTo>
                  <a:lnTo>
                    <a:pt x="494703" y="1375130"/>
                  </a:lnTo>
                  <a:lnTo>
                    <a:pt x="563410" y="964171"/>
                  </a:lnTo>
                  <a:lnTo>
                    <a:pt x="563880" y="963930"/>
                  </a:lnTo>
                  <a:lnTo>
                    <a:pt x="566420" y="963930"/>
                  </a:lnTo>
                  <a:lnTo>
                    <a:pt x="568960" y="962660"/>
                  </a:lnTo>
                  <a:lnTo>
                    <a:pt x="570230" y="961390"/>
                  </a:lnTo>
                  <a:lnTo>
                    <a:pt x="575310" y="958850"/>
                  </a:lnTo>
                  <a:lnTo>
                    <a:pt x="576580" y="957580"/>
                  </a:lnTo>
                  <a:lnTo>
                    <a:pt x="579120" y="952500"/>
                  </a:lnTo>
                  <a:lnTo>
                    <a:pt x="580390" y="951230"/>
                  </a:lnTo>
                  <a:lnTo>
                    <a:pt x="582930" y="946150"/>
                  </a:lnTo>
                  <a:lnTo>
                    <a:pt x="582930" y="943610"/>
                  </a:lnTo>
                  <a:lnTo>
                    <a:pt x="582930" y="933450"/>
                  </a:lnTo>
                  <a:lnTo>
                    <a:pt x="581660" y="930910"/>
                  </a:lnTo>
                  <a:lnTo>
                    <a:pt x="580390" y="929640"/>
                  </a:lnTo>
                  <a:lnTo>
                    <a:pt x="580390" y="927100"/>
                  </a:lnTo>
                  <a:lnTo>
                    <a:pt x="579120" y="925830"/>
                  </a:lnTo>
                  <a:lnTo>
                    <a:pt x="577850" y="923290"/>
                  </a:lnTo>
                  <a:lnTo>
                    <a:pt x="575310" y="922020"/>
                  </a:lnTo>
                  <a:lnTo>
                    <a:pt x="574040" y="919480"/>
                  </a:lnTo>
                  <a:lnTo>
                    <a:pt x="568960" y="916940"/>
                  </a:lnTo>
                  <a:lnTo>
                    <a:pt x="567690" y="916940"/>
                  </a:lnTo>
                  <a:lnTo>
                    <a:pt x="562610" y="914400"/>
                  </a:lnTo>
                  <a:lnTo>
                    <a:pt x="554990" y="914400"/>
                  </a:lnTo>
                  <a:lnTo>
                    <a:pt x="552450" y="915670"/>
                  </a:lnTo>
                  <a:lnTo>
                    <a:pt x="549910" y="915670"/>
                  </a:lnTo>
                  <a:lnTo>
                    <a:pt x="547370" y="916940"/>
                  </a:lnTo>
                  <a:lnTo>
                    <a:pt x="546100" y="918210"/>
                  </a:lnTo>
                  <a:lnTo>
                    <a:pt x="541020" y="920750"/>
                  </a:lnTo>
                  <a:lnTo>
                    <a:pt x="539750" y="922020"/>
                  </a:lnTo>
                  <a:lnTo>
                    <a:pt x="537210" y="927100"/>
                  </a:lnTo>
                  <a:lnTo>
                    <a:pt x="535940" y="928370"/>
                  </a:lnTo>
                  <a:lnTo>
                    <a:pt x="533400" y="933450"/>
                  </a:lnTo>
                  <a:lnTo>
                    <a:pt x="533400" y="946150"/>
                  </a:lnTo>
                  <a:lnTo>
                    <a:pt x="534670" y="948690"/>
                  </a:lnTo>
                  <a:lnTo>
                    <a:pt x="535940" y="949960"/>
                  </a:lnTo>
                  <a:lnTo>
                    <a:pt x="537210" y="952500"/>
                  </a:lnTo>
                  <a:lnTo>
                    <a:pt x="537210" y="953770"/>
                  </a:lnTo>
                  <a:lnTo>
                    <a:pt x="538480" y="956310"/>
                  </a:lnTo>
                  <a:lnTo>
                    <a:pt x="541020" y="957580"/>
                  </a:lnTo>
                  <a:lnTo>
                    <a:pt x="542290" y="960120"/>
                  </a:lnTo>
                  <a:lnTo>
                    <a:pt x="545414" y="961694"/>
                  </a:lnTo>
                  <a:lnTo>
                    <a:pt x="476872" y="1371600"/>
                  </a:lnTo>
                  <a:lnTo>
                    <a:pt x="476250" y="1371600"/>
                  </a:lnTo>
                  <a:lnTo>
                    <a:pt x="473710" y="1372870"/>
                  </a:lnTo>
                  <a:lnTo>
                    <a:pt x="471170" y="1374140"/>
                  </a:lnTo>
                  <a:lnTo>
                    <a:pt x="47828" y="949540"/>
                  </a:lnTo>
                  <a:lnTo>
                    <a:pt x="48260" y="948690"/>
                  </a:lnTo>
                  <a:lnTo>
                    <a:pt x="48260" y="947420"/>
                  </a:lnTo>
                  <a:lnTo>
                    <a:pt x="49530" y="944880"/>
                  </a:lnTo>
                  <a:lnTo>
                    <a:pt x="49530" y="934720"/>
                  </a:lnTo>
                  <a:lnTo>
                    <a:pt x="48260" y="932180"/>
                  </a:lnTo>
                  <a:lnTo>
                    <a:pt x="48260" y="930910"/>
                  </a:lnTo>
                  <a:lnTo>
                    <a:pt x="45720" y="925830"/>
                  </a:lnTo>
                  <a:lnTo>
                    <a:pt x="41910" y="922020"/>
                  </a:lnTo>
                  <a:lnTo>
                    <a:pt x="40640" y="920750"/>
                  </a:lnTo>
                  <a:lnTo>
                    <a:pt x="38100" y="919480"/>
                  </a:lnTo>
                  <a:lnTo>
                    <a:pt x="36830" y="916940"/>
                  </a:lnTo>
                  <a:lnTo>
                    <a:pt x="34290" y="916940"/>
                  </a:lnTo>
                  <a:lnTo>
                    <a:pt x="31750" y="915670"/>
                  </a:lnTo>
                  <a:lnTo>
                    <a:pt x="29210" y="915670"/>
                  </a:lnTo>
                  <a:lnTo>
                    <a:pt x="26670" y="914400"/>
                  </a:lnTo>
                  <a:lnTo>
                    <a:pt x="21590" y="914400"/>
                  </a:lnTo>
                  <a:lnTo>
                    <a:pt x="20320" y="915670"/>
                  </a:lnTo>
                  <a:lnTo>
                    <a:pt x="17780" y="915670"/>
                  </a:lnTo>
                  <a:lnTo>
                    <a:pt x="15240" y="916940"/>
                  </a:lnTo>
                  <a:lnTo>
                    <a:pt x="12700" y="916940"/>
                  </a:lnTo>
                  <a:lnTo>
                    <a:pt x="3810" y="925830"/>
                  </a:lnTo>
                  <a:lnTo>
                    <a:pt x="1270" y="930910"/>
                  </a:lnTo>
                  <a:lnTo>
                    <a:pt x="0" y="932180"/>
                  </a:lnTo>
                  <a:lnTo>
                    <a:pt x="0" y="947420"/>
                  </a:lnTo>
                  <a:lnTo>
                    <a:pt x="1270" y="948690"/>
                  </a:lnTo>
                  <a:lnTo>
                    <a:pt x="3810" y="953770"/>
                  </a:lnTo>
                  <a:lnTo>
                    <a:pt x="12700" y="962660"/>
                  </a:lnTo>
                  <a:lnTo>
                    <a:pt x="15240" y="962660"/>
                  </a:lnTo>
                  <a:lnTo>
                    <a:pt x="17780" y="963930"/>
                  </a:lnTo>
                  <a:lnTo>
                    <a:pt x="20320" y="963930"/>
                  </a:lnTo>
                  <a:lnTo>
                    <a:pt x="21590" y="965200"/>
                  </a:lnTo>
                  <a:lnTo>
                    <a:pt x="26670" y="965200"/>
                  </a:lnTo>
                  <a:lnTo>
                    <a:pt x="29210" y="963930"/>
                  </a:lnTo>
                  <a:lnTo>
                    <a:pt x="31750" y="963930"/>
                  </a:lnTo>
                  <a:lnTo>
                    <a:pt x="34290" y="962660"/>
                  </a:lnTo>
                  <a:lnTo>
                    <a:pt x="458457" y="1386852"/>
                  </a:lnTo>
                  <a:lnTo>
                    <a:pt x="457200" y="1389380"/>
                  </a:lnTo>
                  <a:lnTo>
                    <a:pt x="457200" y="1390650"/>
                  </a:lnTo>
                  <a:lnTo>
                    <a:pt x="457200" y="1393190"/>
                  </a:lnTo>
                  <a:lnTo>
                    <a:pt x="457200" y="1394460"/>
                  </a:lnTo>
                  <a:lnTo>
                    <a:pt x="455930" y="1397000"/>
                  </a:lnTo>
                  <a:lnTo>
                    <a:pt x="457200" y="1399540"/>
                  </a:lnTo>
                  <a:lnTo>
                    <a:pt x="457200" y="1403350"/>
                  </a:lnTo>
                  <a:lnTo>
                    <a:pt x="457200" y="1404620"/>
                  </a:lnTo>
                  <a:lnTo>
                    <a:pt x="458470" y="1405890"/>
                  </a:lnTo>
                  <a:lnTo>
                    <a:pt x="459740" y="1408430"/>
                  </a:lnTo>
                  <a:lnTo>
                    <a:pt x="459740" y="1409700"/>
                  </a:lnTo>
                  <a:lnTo>
                    <a:pt x="461010" y="1410970"/>
                  </a:lnTo>
                  <a:lnTo>
                    <a:pt x="462280" y="1413510"/>
                  </a:lnTo>
                  <a:lnTo>
                    <a:pt x="463118" y="1413941"/>
                  </a:lnTo>
                  <a:lnTo>
                    <a:pt x="463550" y="1414780"/>
                  </a:lnTo>
                  <a:lnTo>
                    <a:pt x="465239" y="1415630"/>
                  </a:lnTo>
                  <a:lnTo>
                    <a:pt x="466090" y="1417320"/>
                  </a:lnTo>
                  <a:lnTo>
                    <a:pt x="468630" y="1418590"/>
                  </a:lnTo>
                  <a:lnTo>
                    <a:pt x="469900" y="1419860"/>
                  </a:lnTo>
                  <a:lnTo>
                    <a:pt x="471170" y="1419860"/>
                  </a:lnTo>
                  <a:lnTo>
                    <a:pt x="473710" y="1421130"/>
                  </a:lnTo>
                  <a:lnTo>
                    <a:pt x="474980" y="1421130"/>
                  </a:lnTo>
                  <a:lnTo>
                    <a:pt x="477520" y="1422400"/>
                  </a:lnTo>
                  <a:lnTo>
                    <a:pt x="478790" y="1422400"/>
                  </a:lnTo>
                  <a:lnTo>
                    <a:pt x="483870" y="1422400"/>
                  </a:lnTo>
                  <a:lnTo>
                    <a:pt x="485140" y="1422400"/>
                  </a:lnTo>
                  <a:lnTo>
                    <a:pt x="486410" y="1422400"/>
                  </a:lnTo>
                  <a:lnTo>
                    <a:pt x="488950" y="1421130"/>
                  </a:lnTo>
                  <a:lnTo>
                    <a:pt x="490220" y="1421130"/>
                  </a:lnTo>
                  <a:lnTo>
                    <a:pt x="492760" y="1419860"/>
                  </a:lnTo>
                  <a:lnTo>
                    <a:pt x="494030" y="1419860"/>
                  </a:lnTo>
                  <a:lnTo>
                    <a:pt x="494868" y="1418170"/>
                  </a:lnTo>
                  <a:lnTo>
                    <a:pt x="496570" y="1417320"/>
                  </a:lnTo>
                  <a:lnTo>
                    <a:pt x="497840" y="1416050"/>
                  </a:lnTo>
                  <a:lnTo>
                    <a:pt x="500380" y="1414780"/>
                  </a:lnTo>
                  <a:lnTo>
                    <a:pt x="501650" y="1412240"/>
                  </a:lnTo>
                  <a:lnTo>
                    <a:pt x="502920" y="1410970"/>
                  </a:lnTo>
                  <a:lnTo>
                    <a:pt x="504190" y="1408430"/>
                  </a:lnTo>
                  <a:lnTo>
                    <a:pt x="505460" y="1405890"/>
                  </a:lnTo>
                  <a:lnTo>
                    <a:pt x="506730" y="1403350"/>
                  </a:lnTo>
                  <a:lnTo>
                    <a:pt x="506730" y="1402080"/>
                  </a:lnTo>
                  <a:lnTo>
                    <a:pt x="506730" y="1399540"/>
                  </a:lnTo>
                  <a:lnTo>
                    <a:pt x="506730" y="1391920"/>
                  </a:lnTo>
                  <a:lnTo>
                    <a:pt x="506730" y="1390662"/>
                  </a:lnTo>
                  <a:lnTo>
                    <a:pt x="1153401" y="960374"/>
                  </a:lnTo>
                  <a:lnTo>
                    <a:pt x="1155700" y="962660"/>
                  </a:lnTo>
                  <a:lnTo>
                    <a:pt x="1156970" y="962660"/>
                  </a:lnTo>
                  <a:lnTo>
                    <a:pt x="1159510" y="963930"/>
                  </a:lnTo>
                  <a:lnTo>
                    <a:pt x="1162050" y="963930"/>
                  </a:lnTo>
                  <a:lnTo>
                    <a:pt x="1164590" y="965200"/>
                  </a:lnTo>
                  <a:lnTo>
                    <a:pt x="1172210" y="965200"/>
                  </a:lnTo>
                  <a:lnTo>
                    <a:pt x="1177290" y="962660"/>
                  </a:lnTo>
                  <a:lnTo>
                    <a:pt x="1178560" y="962660"/>
                  </a:lnTo>
                  <a:lnTo>
                    <a:pt x="1181100" y="960120"/>
                  </a:lnTo>
                  <a:lnTo>
                    <a:pt x="1183640" y="958850"/>
                  </a:lnTo>
                  <a:lnTo>
                    <a:pt x="1184910" y="957580"/>
                  </a:lnTo>
                  <a:lnTo>
                    <a:pt x="1186180" y="955040"/>
                  </a:lnTo>
                  <a:lnTo>
                    <a:pt x="1188720" y="953770"/>
                  </a:lnTo>
                  <a:lnTo>
                    <a:pt x="1189990" y="951230"/>
                  </a:lnTo>
                  <a:lnTo>
                    <a:pt x="1189990" y="949960"/>
                  </a:lnTo>
                  <a:lnTo>
                    <a:pt x="1191260" y="947420"/>
                  </a:lnTo>
                  <a:lnTo>
                    <a:pt x="1191260" y="944880"/>
                  </a:lnTo>
                  <a:lnTo>
                    <a:pt x="1192530" y="942340"/>
                  </a:lnTo>
                  <a:lnTo>
                    <a:pt x="1192530" y="934720"/>
                  </a:lnTo>
                  <a:close/>
                </a:path>
                <a:path w="1195070" h="1422400">
                  <a:moveTo>
                    <a:pt x="1195070" y="556260"/>
                  </a:moveTo>
                  <a:lnTo>
                    <a:pt x="1193800" y="553720"/>
                  </a:lnTo>
                  <a:lnTo>
                    <a:pt x="1193800" y="551180"/>
                  </a:lnTo>
                  <a:lnTo>
                    <a:pt x="1192530" y="548640"/>
                  </a:lnTo>
                  <a:lnTo>
                    <a:pt x="1191260" y="547370"/>
                  </a:lnTo>
                  <a:lnTo>
                    <a:pt x="1189990" y="544830"/>
                  </a:lnTo>
                  <a:lnTo>
                    <a:pt x="1188720" y="543560"/>
                  </a:lnTo>
                  <a:lnTo>
                    <a:pt x="1187450" y="541020"/>
                  </a:lnTo>
                  <a:lnTo>
                    <a:pt x="1184910" y="539750"/>
                  </a:lnTo>
                  <a:lnTo>
                    <a:pt x="1183640" y="538480"/>
                  </a:lnTo>
                  <a:lnTo>
                    <a:pt x="1178560" y="535940"/>
                  </a:lnTo>
                  <a:lnTo>
                    <a:pt x="1177290" y="48260"/>
                  </a:lnTo>
                  <a:lnTo>
                    <a:pt x="1179830" y="46990"/>
                  </a:lnTo>
                  <a:lnTo>
                    <a:pt x="1181100" y="45720"/>
                  </a:lnTo>
                  <a:lnTo>
                    <a:pt x="1183640" y="44450"/>
                  </a:lnTo>
                  <a:lnTo>
                    <a:pt x="1188720" y="39370"/>
                  </a:lnTo>
                  <a:lnTo>
                    <a:pt x="1189990" y="36830"/>
                  </a:lnTo>
                  <a:lnTo>
                    <a:pt x="1191260" y="35560"/>
                  </a:lnTo>
                  <a:lnTo>
                    <a:pt x="1191260" y="33020"/>
                  </a:lnTo>
                  <a:lnTo>
                    <a:pt x="1192530" y="30480"/>
                  </a:lnTo>
                  <a:lnTo>
                    <a:pt x="1192530" y="25400"/>
                  </a:lnTo>
                  <a:lnTo>
                    <a:pt x="1192530" y="20320"/>
                  </a:lnTo>
                  <a:lnTo>
                    <a:pt x="1191260" y="17780"/>
                  </a:lnTo>
                  <a:lnTo>
                    <a:pt x="1191260" y="15240"/>
                  </a:lnTo>
                  <a:lnTo>
                    <a:pt x="1189990" y="13970"/>
                  </a:lnTo>
                  <a:lnTo>
                    <a:pt x="1188720" y="11430"/>
                  </a:lnTo>
                  <a:lnTo>
                    <a:pt x="1183640" y="6350"/>
                  </a:lnTo>
                  <a:lnTo>
                    <a:pt x="1181100" y="5080"/>
                  </a:lnTo>
                  <a:lnTo>
                    <a:pt x="1179830" y="2540"/>
                  </a:lnTo>
                  <a:lnTo>
                    <a:pt x="1177290" y="2540"/>
                  </a:lnTo>
                  <a:lnTo>
                    <a:pt x="1172210" y="0"/>
                  </a:lnTo>
                  <a:lnTo>
                    <a:pt x="1162050" y="0"/>
                  </a:lnTo>
                  <a:lnTo>
                    <a:pt x="1159510" y="1270"/>
                  </a:lnTo>
                  <a:lnTo>
                    <a:pt x="1158240" y="2540"/>
                  </a:lnTo>
                  <a:lnTo>
                    <a:pt x="1153160" y="5080"/>
                  </a:lnTo>
                  <a:lnTo>
                    <a:pt x="1146810" y="11430"/>
                  </a:lnTo>
                  <a:lnTo>
                    <a:pt x="1145540" y="13970"/>
                  </a:lnTo>
                  <a:lnTo>
                    <a:pt x="1144270" y="15240"/>
                  </a:lnTo>
                  <a:lnTo>
                    <a:pt x="1143000" y="17780"/>
                  </a:lnTo>
                  <a:lnTo>
                    <a:pt x="1143000" y="33020"/>
                  </a:lnTo>
                  <a:lnTo>
                    <a:pt x="1144270" y="35560"/>
                  </a:lnTo>
                  <a:lnTo>
                    <a:pt x="1145540" y="36830"/>
                  </a:lnTo>
                  <a:lnTo>
                    <a:pt x="1146810" y="39370"/>
                  </a:lnTo>
                  <a:lnTo>
                    <a:pt x="1155700" y="48260"/>
                  </a:lnTo>
                  <a:lnTo>
                    <a:pt x="1158240" y="48260"/>
                  </a:lnTo>
                  <a:lnTo>
                    <a:pt x="1159497" y="535952"/>
                  </a:lnTo>
                  <a:lnTo>
                    <a:pt x="1156970" y="537210"/>
                  </a:lnTo>
                  <a:lnTo>
                    <a:pt x="1155700" y="538480"/>
                  </a:lnTo>
                  <a:lnTo>
                    <a:pt x="1153160" y="539750"/>
                  </a:lnTo>
                  <a:lnTo>
                    <a:pt x="1151890" y="541020"/>
                  </a:lnTo>
                  <a:lnTo>
                    <a:pt x="1150620" y="543560"/>
                  </a:lnTo>
                  <a:lnTo>
                    <a:pt x="1148080" y="544830"/>
                  </a:lnTo>
                  <a:lnTo>
                    <a:pt x="1146810" y="547370"/>
                  </a:lnTo>
                  <a:lnTo>
                    <a:pt x="1146810" y="548640"/>
                  </a:lnTo>
                  <a:lnTo>
                    <a:pt x="1144270" y="553720"/>
                  </a:lnTo>
                  <a:lnTo>
                    <a:pt x="1144270" y="558800"/>
                  </a:lnTo>
                  <a:lnTo>
                    <a:pt x="1144270" y="563880"/>
                  </a:lnTo>
                  <a:lnTo>
                    <a:pt x="1146810" y="568960"/>
                  </a:lnTo>
                  <a:lnTo>
                    <a:pt x="1148080" y="570230"/>
                  </a:lnTo>
                  <a:lnTo>
                    <a:pt x="1148080" y="572770"/>
                  </a:lnTo>
                  <a:lnTo>
                    <a:pt x="1156970" y="581660"/>
                  </a:lnTo>
                  <a:lnTo>
                    <a:pt x="1159510" y="581660"/>
                  </a:lnTo>
                  <a:lnTo>
                    <a:pt x="1164590" y="584200"/>
                  </a:lnTo>
                  <a:lnTo>
                    <a:pt x="1174750" y="584200"/>
                  </a:lnTo>
                  <a:lnTo>
                    <a:pt x="1177290" y="582930"/>
                  </a:lnTo>
                  <a:lnTo>
                    <a:pt x="1178560" y="581660"/>
                  </a:lnTo>
                  <a:lnTo>
                    <a:pt x="1181100" y="580390"/>
                  </a:lnTo>
                  <a:lnTo>
                    <a:pt x="1183640" y="580390"/>
                  </a:lnTo>
                  <a:lnTo>
                    <a:pt x="1184910" y="577850"/>
                  </a:lnTo>
                  <a:lnTo>
                    <a:pt x="1187450" y="576580"/>
                  </a:lnTo>
                  <a:lnTo>
                    <a:pt x="1188720" y="575310"/>
                  </a:lnTo>
                  <a:lnTo>
                    <a:pt x="1191260" y="570230"/>
                  </a:lnTo>
                  <a:lnTo>
                    <a:pt x="1192530" y="568960"/>
                  </a:lnTo>
                  <a:lnTo>
                    <a:pt x="1193800" y="566420"/>
                  </a:lnTo>
                  <a:lnTo>
                    <a:pt x="1193800" y="563880"/>
                  </a:lnTo>
                  <a:lnTo>
                    <a:pt x="1195070" y="561340"/>
                  </a:lnTo>
                  <a:lnTo>
                    <a:pt x="1195070" y="55626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6129020" y="4481830"/>
              <a:ext cx="2743200" cy="1463040"/>
            </a:xfrm>
            <a:custGeom>
              <a:avLst/>
              <a:gdLst/>
              <a:ahLst/>
              <a:cxnLst/>
              <a:rect l="l" t="t" r="r" b="b"/>
              <a:pathLst>
                <a:path w="2743200" h="1463039">
                  <a:moveTo>
                    <a:pt x="2743200" y="0"/>
                  </a:moveTo>
                  <a:lnTo>
                    <a:pt x="0" y="0"/>
                  </a:lnTo>
                  <a:lnTo>
                    <a:pt x="0" y="1463040"/>
                  </a:lnTo>
                  <a:lnTo>
                    <a:pt x="2743200" y="1463040"/>
                  </a:lnTo>
                  <a:lnTo>
                    <a:pt x="2743200" y="0"/>
                  </a:lnTo>
                  <a:close/>
                </a:path>
              </a:pathLst>
            </a:custGeom>
            <a:solidFill>
              <a:srgbClr val="B9B9B9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6129020" y="4481830"/>
              <a:ext cx="2743200" cy="1463040"/>
            </a:xfrm>
            <a:custGeom>
              <a:avLst/>
              <a:gdLst/>
              <a:ahLst/>
              <a:cxnLst/>
              <a:rect l="l" t="t" r="r" b="b"/>
              <a:pathLst>
                <a:path w="2743200" h="1463039">
                  <a:moveTo>
                    <a:pt x="1371600" y="1463040"/>
                  </a:moveTo>
                  <a:lnTo>
                    <a:pt x="0" y="1463040"/>
                  </a:lnTo>
                  <a:lnTo>
                    <a:pt x="0" y="0"/>
                  </a:lnTo>
                  <a:lnTo>
                    <a:pt x="2743200" y="0"/>
                  </a:lnTo>
                  <a:lnTo>
                    <a:pt x="2743200" y="1463040"/>
                  </a:lnTo>
                  <a:lnTo>
                    <a:pt x="1371600" y="1463040"/>
                  </a:lnTo>
                  <a:close/>
                </a:path>
              </a:pathLst>
            </a:custGeom>
            <a:ln w="93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" name="object 4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421120" y="4855210"/>
              <a:ext cx="96520" cy="82550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421120" y="5113019"/>
              <a:ext cx="96520" cy="82550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421120" y="5372099"/>
              <a:ext cx="96520" cy="82550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421120" y="5629910"/>
              <a:ext cx="96520" cy="82550"/>
            </a:xfrm>
            <a:prstGeom prst="rect">
              <a:avLst/>
            </a:prstGeom>
          </p:spPr>
        </p:pic>
      </p:grpSp>
      <p:sp>
        <p:nvSpPr>
          <p:cNvPr id="45" name="object 45"/>
          <p:cNvSpPr txBox="1"/>
          <p:nvPr/>
        </p:nvSpPr>
        <p:spPr>
          <a:xfrm>
            <a:off x="844550" y="4167187"/>
            <a:ext cx="1962150" cy="1791970"/>
          </a:xfrm>
          <a:prstGeom prst="rect">
            <a:avLst/>
          </a:prstGeom>
        </p:spPr>
        <p:txBody>
          <a:bodyPr vert="horz" wrap="square" lIns="0" tIns="1314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35"/>
              </a:spcBef>
            </a:pPr>
            <a:r>
              <a:rPr sz="1500" b="1" u="sng" spc="-10" dirty="0">
                <a:solidFill>
                  <a:srgbClr val="333333"/>
                </a:solidFill>
                <a:uFill>
                  <a:solidFill>
                    <a:srgbClr val="333333"/>
                  </a:solidFill>
                </a:uFill>
                <a:latin typeface="Arial"/>
                <a:cs typeface="Arial"/>
              </a:rPr>
              <a:t>Storage</a:t>
            </a:r>
            <a:r>
              <a:rPr sz="1500" b="1" u="sng" spc="-90" dirty="0">
                <a:solidFill>
                  <a:srgbClr val="333333"/>
                </a:solidFill>
                <a:uFill>
                  <a:solidFill>
                    <a:srgbClr val="333333"/>
                  </a:solidFill>
                </a:uFill>
                <a:latin typeface="Arial"/>
                <a:cs typeface="Arial"/>
              </a:rPr>
              <a:t> </a:t>
            </a:r>
            <a:r>
              <a:rPr sz="1500" b="1" u="sng" spc="-10" dirty="0">
                <a:solidFill>
                  <a:srgbClr val="333333"/>
                </a:solidFill>
                <a:uFill>
                  <a:solidFill>
                    <a:srgbClr val="333333"/>
                  </a:solidFill>
                </a:uFill>
                <a:latin typeface="Arial"/>
                <a:cs typeface="Arial"/>
              </a:rPr>
              <a:t>VMotion</a:t>
            </a:r>
            <a:endParaRPr sz="1500">
              <a:latin typeface="Arial"/>
              <a:cs typeface="Arial"/>
            </a:endParaRPr>
          </a:p>
          <a:p>
            <a:pPr marL="19050" marR="213995">
              <a:lnSpc>
                <a:spcPct val="100000"/>
              </a:lnSpc>
              <a:spcBef>
                <a:spcPts val="750"/>
              </a:spcBef>
            </a:pPr>
            <a:r>
              <a:rPr sz="1200" spc="-10" dirty="0">
                <a:latin typeface="Arial"/>
                <a:cs typeface="Arial"/>
              </a:rPr>
              <a:t>Storage</a:t>
            </a:r>
            <a:r>
              <a:rPr sz="1200" spc="-40" dirty="0">
                <a:latin typeface="Arial"/>
                <a:cs typeface="Arial"/>
              </a:rPr>
              <a:t> </a:t>
            </a:r>
            <a:r>
              <a:rPr sz="1200" spc="-10" dirty="0">
                <a:latin typeface="Arial"/>
                <a:cs typeface="Arial"/>
              </a:rPr>
              <a:t>maintenance</a:t>
            </a:r>
            <a:r>
              <a:rPr sz="1200" spc="-20" dirty="0">
                <a:latin typeface="Arial"/>
                <a:cs typeface="Arial"/>
              </a:rPr>
              <a:t> </a:t>
            </a:r>
            <a:r>
              <a:rPr sz="1200" spc="-25" dirty="0">
                <a:latin typeface="Arial"/>
                <a:cs typeface="Arial"/>
              </a:rPr>
              <a:t>and </a:t>
            </a:r>
            <a:r>
              <a:rPr sz="1200" spc="-10" dirty="0">
                <a:latin typeface="Arial"/>
                <a:cs typeface="Arial"/>
              </a:rPr>
              <a:t>upgrades</a:t>
            </a:r>
            <a:endParaRPr sz="1200">
              <a:latin typeface="Arial"/>
              <a:cs typeface="Arial"/>
            </a:endParaRPr>
          </a:p>
          <a:p>
            <a:pPr marL="19050" marR="193040">
              <a:lnSpc>
                <a:spcPct val="100000"/>
              </a:lnSpc>
              <a:spcBef>
                <a:spcPts val="590"/>
              </a:spcBef>
            </a:pPr>
            <a:r>
              <a:rPr sz="1200" spc="-10" dirty="0">
                <a:latin typeface="Arial"/>
                <a:cs typeface="Arial"/>
              </a:rPr>
              <a:t>ESX</a:t>
            </a:r>
            <a:r>
              <a:rPr sz="1200" spc="-65" dirty="0">
                <a:latin typeface="Arial"/>
                <a:cs typeface="Arial"/>
              </a:rPr>
              <a:t> </a:t>
            </a:r>
            <a:r>
              <a:rPr sz="1200" dirty="0">
                <a:latin typeface="Arial"/>
                <a:cs typeface="Arial"/>
              </a:rPr>
              <a:t>Server</a:t>
            </a:r>
            <a:r>
              <a:rPr sz="1200" spc="-45" dirty="0">
                <a:latin typeface="Arial"/>
                <a:cs typeface="Arial"/>
              </a:rPr>
              <a:t> </a:t>
            </a:r>
            <a:r>
              <a:rPr sz="1200" spc="-10" dirty="0">
                <a:latin typeface="Arial"/>
                <a:cs typeface="Arial"/>
              </a:rPr>
              <a:t>upgrades</a:t>
            </a:r>
            <a:r>
              <a:rPr sz="1200" spc="-50" dirty="0">
                <a:latin typeface="Arial"/>
                <a:cs typeface="Arial"/>
              </a:rPr>
              <a:t> </a:t>
            </a:r>
            <a:r>
              <a:rPr sz="1200" spc="-20" dirty="0">
                <a:latin typeface="Arial"/>
                <a:cs typeface="Arial"/>
              </a:rPr>
              <a:t>that </a:t>
            </a:r>
            <a:r>
              <a:rPr sz="1200" dirty="0">
                <a:latin typeface="Arial"/>
                <a:cs typeface="Arial"/>
              </a:rPr>
              <a:t>change</a:t>
            </a:r>
            <a:r>
              <a:rPr sz="1200" spc="-65" dirty="0">
                <a:latin typeface="Arial"/>
                <a:cs typeface="Arial"/>
              </a:rPr>
              <a:t> </a:t>
            </a:r>
            <a:r>
              <a:rPr sz="1200" dirty="0">
                <a:latin typeface="Arial"/>
                <a:cs typeface="Arial"/>
              </a:rPr>
              <a:t>disk</a:t>
            </a:r>
            <a:r>
              <a:rPr sz="1200" spc="-65" dirty="0">
                <a:latin typeface="Arial"/>
                <a:cs typeface="Arial"/>
              </a:rPr>
              <a:t> </a:t>
            </a:r>
            <a:r>
              <a:rPr sz="1200" spc="-10" dirty="0">
                <a:latin typeface="Arial"/>
                <a:cs typeface="Arial"/>
              </a:rPr>
              <a:t>format</a:t>
            </a:r>
            <a:endParaRPr sz="1200">
              <a:latin typeface="Arial"/>
              <a:cs typeface="Arial"/>
            </a:endParaRPr>
          </a:p>
          <a:p>
            <a:pPr marL="19050">
              <a:lnSpc>
                <a:spcPct val="100000"/>
              </a:lnSpc>
              <a:spcBef>
                <a:spcPts val="590"/>
              </a:spcBef>
            </a:pPr>
            <a:r>
              <a:rPr sz="1200" dirty="0">
                <a:latin typeface="Arial"/>
                <a:cs typeface="Arial"/>
              </a:rPr>
              <a:t>ILM</a:t>
            </a:r>
            <a:r>
              <a:rPr sz="1200" spc="-70" dirty="0">
                <a:latin typeface="Arial"/>
                <a:cs typeface="Arial"/>
              </a:rPr>
              <a:t> </a:t>
            </a:r>
            <a:r>
              <a:rPr sz="1200" spc="-10" dirty="0">
                <a:latin typeface="Arial"/>
                <a:cs typeface="Arial"/>
              </a:rPr>
              <a:t>solutions</a:t>
            </a:r>
            <a:endParaRPr sz="1200">
              <a:latin typeface="Arial"/>
              <a:cs typeface="Arial"/>
            </a:endParaRPr>
          </a:p>
          <a:p>
            <a:pPr marL="19050">
              <a:lnSpc>
                <a:spcPct val="100000"/>
              </a:lnSpc>
              <a:spcBef>
                <a:spcPts val="600"/>
              </a:spcBef>
            </a:pPr>
            <a:r>
              <a:rPr sz="1200" spc="-10" dirty="0">
                <a:latin typeface="Arial"/>
                <a:cs typeface="Arial"/>
              </a:rPr>
              <a:t>Performance</a:t>
            </a:r>
            <a:r>
              <a:rPr sz="1200" spc="-50" dirty="0">
                <a:latin typeface="Arial"/>
                <a:cs typeface="Arial"/>
              </a:rPr>
              <a:t> </a:t>
            </a:r>
            <a:r>
              <a:rPr sz="1200" spc="-10" dirty="0">
                <a:latin typeface="Arial"/>
                <a:cs typeface="Arial"/>
              </a:rPr>
              <a:t>troubleshooting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46" name="object 46"/>
          <p:cNvGrpSpPr/>
          <p:nvPr/>
        </p:nvGrpSpPr>
        <p:grpSpPr>
          <a:xfrm>
            <a:off x="3157220" y="1143000"/>
            <a:ext cx="2743200" cy="4617720"/>
            <a:chOff x="3157220" y="1143000"/>
            <a:chExt cx="2743200" cy="4617720"/>
          </a:xfrm>
        </p:grpSpPr>
        <p:pic>
          <p:nvPicPr>
            <p:cNvPr id="47" name="object 4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959860" y="1524000"/>
              <a:ext cx="1299210" cy="1308100"/>
            </a:xfrm>
            <a:prstGeom prst="rect">
              <a:avLst/>
            </a:prstGeom>
          </p:spPr>
        </p:pic>
        <p:pic>
          <p:nvPicPr>
            <p:cNvPr id="48" name="object 4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188460" y="1143000"/>
              <a:ext cx="453389" cy="607060"/>
            </a:xfrm>
            <a:prstGeom prst="rect">
              <a:avLst/>
            </a:prstGeom>
          </p:spPr>
        </p:pic>
        <p:pic>
          <p:nvPicPr>
            <p:cNvPr id="49" name="object 4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352800" y="3124200"/>
              <a:ext cx="1160779" cy="1295400"/>
            </a:xfrm>
            <a:prstGeom prst="rect">
              <a:avLst/>
            </a:prstGeom>
          </p:spPr>
        </p:pic>
        <p:pic>
          <p:nvPicPr>
            <p:cNvPr id="50" name="object 5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417060" y="1266189"/>
              <a:ext cx="453389" cy="607060"/>
            </a:xfrm>
            <a:prstGeom prst="rect">
              <a:avLst/>
            </a:prstGeom>
          </p:spPr>
        </p:pic>
        <p:pic>
          <p:nvPicPr>
            <p:cNvPr id="51" name="object 5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645660" y="1371600"/>
              <a:ext cx="453389" cy="607060"/>
            </a:xfrm>
            <a:prstGeom prst="rect">
              <a:avLst/>
            </a:prstGeom>
          </p:spPr>
        </p:pic>
        <p:sp>
          <p:nvSpPr>
            <p:cNvPr id="52" name="object 52"/>
            <p:cNvSpPr/>
            <p:nvPr/>
          </p:nvSpPr>
          <p:spPr>
            <a:xfrm>
              <a:off x="3810000" y="3733800"/>
              <a:ext cx="228600" cy="152400"/>
            </a:xfrm>
            <a:custGeom>
              <a:avLst/>
              <a:gdLst/>
              <a:ahLst/>
              <a:cxnLst/>
              <a:rect l="l" t="t" r="r" b="b"/>
              <a:pathLst>
                <a:path w="228600" h="152400">
                  <a:moveTo>
                    <a:pt x="77470" y="0"/>
                  </a:moveTo>
                  <a:lnTo>
                    <a:pt x="30479" y="158"/>
                  </a:lnTo>
                  <a:lnTo>
                    <a:pt x="23891" y="535"/>
                  </a:lnTo>
                  <a:lnTo>
                    <a:pt x="21589" y="1269"/>
                  </a:lnTo>
                  <a:lnTo>
                    <a:pt x="17779" y="2539"/>
                  </a:lnTo>
                  <a:lnTo>
                    <a:pt x="15239" y="2539"/>
                  </a:lnTo>
                  <a:lnTo>
                    <a:pt x="12700" y="7619"/>
                  </a:lnTo>
                  <a:lnTo>
                    <a:pt x="10160" y="8889"/>
                  </a:lnTo>
                  <a:lnTo>
                    <a:pt x="10160" y="11430"/>
                  </a:lnTo>
                  <a:lnTo>
                    <a:pt x="7620" y="15239"/>
                  </a:lnTo>
                  <a:lnTo>
                    <a:pt x="7620" y="16510"/>
                  </a:lnTo>
                  <a:lnTo>
                    <a:pt x="5079" y="17780"/>
                  </a:lnTo>
                  <a:lnTo>
                    <a:pt x="5079" y="21589"/>
                  </a:lnTo>
                  <a:lnTo>
                    <a:pt x="0" y="24130"/>
                  </a:lnTo>
                  <a:lnTo>
                    <a:pt x="0" y="152400"/>
                  </a:lnTo>
                  <a:lnTo>
                    <a:pt x="228600" y="152400"/>
                  </a:lnTo>
                  <a:lnTo>
                    <a:pt x="228600" y="33019"/>
                  </a:lnTo>
                  <a:lnTo>
                    <a:pt x="226060" y="27939"/>
                  </a:lnTo>
                  <a:lnTo>
                    <a:pt x="223520" y="25400"/>
                  </a:lnTo>
                  <a:lnTo>
                    <a:pt x="220979" y="24130"/>
                  </a:lnTo>
                  <a:lnTo>
                    <a:pt x="217170" y="24130"/>
                  </a:lnTo>
                  <a:lnTo>
                    <a:pt x="213360" y="22860"/>
                  </a:lnTo>
                  <a:lnTo>
                    <a:pt x="117633" y="22701"/>
                  </a:lnTo>
                  <a:lnTo>
                    <a:pt x="100429" y="22324"/>
                  </a:lnTo>
                  <a:lnTo>
                    <a:pt x="95250" y="21589"/>
                  </a:lnTo>
                  <a:lnTo>
                    <a:pt x="95250" y="20319"/>
                  </a:lnTo>
                  <a:lnTo>
                    <a:pt x="93979" y="19050"/>
                  </a:lnTo>
                  <a:lnTo>
                    <a:pt x="93979" y="15239"/>
                  </a:lnTo>
                  <a:lnTo>
                    <a:pt x="92710" y="12700"/>
                  </a:lnTo>
                  <a:lnTo>
                    <a:pt x="91439" y="8889"/>
                  </a:lnTo>
                  <a:lnTo>
                    <a:pt x="85089" y="2539"/>
                  </a:lnTo>
                  <a:lnTo>
                    <a:pt x="77470" y="0"/>
                  </a:lnTo>
                  <a:close/>
                </a:path>
              </a:pathLst>
            </a:custGeom>
            <a:solidFill>
              <a:srgbClr val="FF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3810000" y="3733800"/>
              <a:ext cx="228600" cy="152400"/>
            </a:xfrm>
            <a:custGeom>
              <a:avLst/>
              <a:gdLst/>
              <a:ahLst/>
              <a:cxnLst/>
              <a:rect l="l" t="t" r="r" b="b"/>
              <a:pathLst>
                <a:path w="228600" h="152400">
                  <a:moveTo>
                    <a:pt x="209550" y="22860"/>
                  </a:moveTo>
                  <a:lnTo>
                    <a:pt x="152221" y="22840"/>
                  </a:lnTo>
                  <a:lnTo>
                    <a:pt x="117633" y="22701"/>
                  </a:lnTo>
                  <a:lnTo>
                    <a:pt x="100429" y="22324"/>
                  </a:lnTo>
                  <a:lnTo>
                    <a:pt x="95250" y="21589"/>
                  </a:lnTo>
                  <a:lnTo>
                    <a:pt x="95250" y="20319"/>
                  </a:lnTo>
                  <a:lnTo>
                    <a:pt x="93979" y="19050"/>
                  </a:lnTo>
                  <a:lnTo>
                    <a:pt x="93979" y="16510"/>
                  </a:lnTo>
                  <a:lnTo>
                    <a:pt x="93979" y="15239"/>
                  </a:lnTo>
                  <a:lnTo>
                    <a:pt x="92710" y="12700"/>
                  </a:lnTo>
                  <a:lnTo>
                    <a:pt x="91439" y="8889"/>
                  </a:lnTo>
                  <a:lnTo>
                    <a:pt x="90170" y="7619"/>
                  </a:lnTo>
                  <a:lnTo>
                    <a:pt x="87629" y="5080"/>
                  </a:lnTo>
                  <a:lnTo>
                    <a:pt x="85089" y="2539"/>
                  </a:lnTo>
                  <a:lnTo>
                    <a:pt x="81279" y="1269"/>
                  </a:lnTo>
                  <a:lnTo>
                    <a:pt x="77470" y="0"/>
                  </a:lnTo>
                  <a:lnTo>
                    <a:pt x="30479" y="158"/>
                  </a:lnTo>
                  <a:lnTo>
                    <a:pt x="17779" y="2539"/>
                  </a:lnTo>
                  <a:lnTo>
                    <a:pt x="15239" y="2539"/>
                  </a:lnTo>
                  <a:lnTo>
                    <a:pt x="13970" y="5080"/>
                  </a:lnTo>
                  <a:lnTo>
                    <a:pt x="12700" y="7619"/>
                  </a:lnTo>
                  <a:lnTo>
                    <a:pt x="10160" y="8889"/>
                  </a:lnTo>
                  <a:lnTo>
                    <a:pt x="10160" y="11430"/>
                  </a:lnTo>
                  <a:lnTo>
                    <a:pt x="7620" y="15239"/>
                  </a:lnTo>
                  <a:lnTo>
                    <a:pt x="7620" y="16510"/>
                  </a:lnTo>
                  <a:lnTo>
                    <a:pt x="5079" y="17780"/>
                  </a:lnTo>
                  <a:lnTo>
                    <a:pt x="5079" y="19050"/>
                  </a:lnTo>
                  <a:lnTo>
                    <a:pt x="5079" y="20319"/>
                  </a:lnTo>
                  <a:lnTo>
                    <a:pt x="5079" y="21589"/>
                  </a:lnTo>
                  <a:lnTo>
                    <a:pt x="2539" y="22860"/>
                  </a:lnTo>
                  <a:lnTo>
                    <a:pt x="0" y="24130"/>
                  </a:lnTo>
                  <a:lnTo>
                    <a:pt x="0" y="25400"/>
                  </a:lnTo>
                  <a:lnTo>
                    <a:pt x="0" y="26193"/>
                  </a:lnTo>
                  <a:lnTo>
                    <a:pt x="0" y="31750"/>
                  </a:lnTo>
                  <a:lnTo>
                    <a:pt x="0" y="46831"/>
                  </a:lnTo>
                  <a:lnTo>
                    <a:pt x="0" y="76200"/>
                  </a:lnTo>
                  <a:lnTo>
                    <a:pt x="0" y="77390"/>
                  </a:lnTo>
                  <a:lnTo>
                    <a:pt x="0" y="85725"/>
                  </a:lnTo>
                  <a:lnTo>
                    <a:pt x="0" y="108346"/>
                  </a:lnTo>
                  <a:lnTo>
                    <a:pt x="0" y="152400"/>
                  </a:lnTo>
                  <a:lnTo>
                    <a:pt x="1805" y="152400"/>
                  </a:lnTo>
                  <a:lnTo>
                    <a:pt x="228600" y="152400"/>
                  </a:lnTo>
                  <a:lnTo>
                    <a:pt x="228600" y="151209"/>
                  </a:lnTo>
                  <a:lnTo>
                    <a:pt x="228600" y="33019"/>
                  </a:lnTo>
                  <a:lnTo>
                    <a:pt x="227329" y="30480"/>
                  </a:lnTo>
                  <a:lnTo>
                    <a:pt x="226060" y="27939"/>
                  </a:lnTo>
                  <a:lnTo>
                    <a:pt x="223520" y="25400"/>
                  </a:lnTo>
                  <a:lnTo>
                    <a:pt x="220979" y="24130"/>
                  </a:lnTo>
                  <a:lnTo>
                    <a:pt x="217170" y="24130"/>
                  </a:lnTo>
                  <a:lnTo>
                    <a:pt x="213360" y="22860"/>
                  </a:lnTo>
                  <a:lnTo>
                    <a:pt x="209550" y="22860"/>
                  </a:lnTo>
                  <a:close/>
                </a:path>
              </a:pathLst>
            </a:custGeom>
            <a:ln w="93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4" name="object 54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08500" y="2374900"/>
              <a:ext cx="125729" cy="127000"/>
            </a:xfrm>
            <a:prstGeom prst="rect">
              <a:avLst/>
            </a:prstGeom>
          </p:spPr>
        </p:pic>
        <p:sp>
          <p:nvSpPr>
            <p:cNvPr id="55" name="object 55"/>
            <p:cNvSpPr/>
            <p:nvPr/>
          </p:nvSpPr>
          <p:spPr>
            <a:xfrm>
              <a:off x="3898900" y="2480309"/>
              <a:ext cx="660400" cy="1316990"/>
            </a:xfrm>
            <a:custGeom>
              <a:avLst/>
              <a:gdLst/>
              <a:ahLst/>
              <a:cxnLst/>
              <a:rect l="l" t="t" r="r" b="b"/>
              <a:pathLst>
                <a:path w="660400" h="1316989">
                  <a:moveTo>
                    <a:pt x="660400" y="7620"/>
                  </a:moveTo>
                  <a:lnTo>
                    <a:pt x="642620" y="0"/>
                  </a:lnTo>
                  <a:lnTo>
                    <a:pt x="81216" y="1193292"/>
                  </a:lnTo>
                  <a:lnTo>
                    <a:pt x="77470" y="1192530"/>
                  </a:lnTo>
                  <a:lnTo>
                    <a:pt x="72390" y="1191260"/>
                  </a:lnTo>
                  <a:lnTo>
                    <a:pt x="66040" y="1189990"/>
                  </a:lnTo>
                  <a:lnTo>
                    <a:pt x="59690" y="1189990"/>
                  </a:lnTo>
                  <a:lnTo>
                    <a:pt x="53340" y="1191260"/>
                  </a:lnTo>
                  <a:lnTo>
                    <a:pt x="48260" y="1192530"/>
                  </a:lnTo>
                  <a:lnTo>
                    <a:pt x="41910" y="1195070"/>
                  </a:lnTo>
                  <a:lnTo>
                    <a:pt x="36830" y="1196340"/>
                  </a:lnTo>
                  <a:lnTo>
                    <a:pt x="30480" y="1200150"/>
                  </a:lnTo>
                  <a:lnTo>
                    <a:pt x="25400" y="1202690"/>
                  </a:lnTo>
                  <a:lnTo>
                    <a:pt x="12700" y="1215390"/>
                  </a:lnTo>
                  <a:lnTo>
                    <a:pt x="0" y="1250950"/>
                  </a:lnTo>
                  <a:lnTo>
                    <a:pt x="0" y="1257300"/>
                  </a:lnTo>
                  <a:lnTo>
                    <a:pt x="1270" y="1263650"/>
                  </a:lnTo>
                  <a:lnTo>
                    <a:pt x="2540" y="1268730"/>
                  </a:lnTo>
                  <a:lnTo>
                    <a:pt x="3810" y="1275080"/>
                  </a:lnTo>
                  <a:lnTo>
                    <a:pt x="6350" y="1280160"/>
                  </a:lnTo>
                  <a:lnTo>
                    <a:pt x="8890" y="1286510"/>
                  </a:lnTo>
                  <a:lnTo>
                    <a:pt x="12700" y="1291590"/>
                  </a:lnTo>
                  <a:lnTo>
                    <a:pt x="16510" y="1295400"/>
                  </a:lnTo>
                  <a:lnTo>
                    <a:pt x="20320" y="1300480"/>
                  </a:lnTo>
                  <a:lnTo>
                    <a:pt x="30480" y="1308100"/>
                  </a:lnTo>
                  <a:lnTo>
                    <a:pt x="36830" y="1310640"/>
                  </a:lnTo>
                  <a:lnTo>
                    <a:pt x="41910" y="1313180"/>
                  </a:lnTo>
                  <a:lnTo>
                    <a:pt x="60960" y="1316990"/>
                  </a:lnTo>
                  <a:lnTo>
                    <a:pt x="67310" y="1316990"/>
                  </a:lnTo>
                  <a:lnTo>
                    <a:pt x="72390" y="1315720"/>
                  </a:lnTo>
                  <a:lnTo>
                    <a:pt x="85090" y="1313180"/>
                  </a:lnTo>
                  <a:lnTo>
                    <a:pt x="116840" y="1286510"/>
                  </a:lnTo>
                  <a:lnTo>
                    <a:pt x="125730" y="1262380"/>
                  </a:lnTo>
                  <a:lnTo>
                    <a:pt x="125730" y="1243330"/>
                  </a:lnTo>
                  <a:lnTo>
                    <a:pt x="124460" y="1238250"/>
                  </a:lnTo>
                  <a:lnTo>
                    <a:pt x="121920" y="1231900"/>
                  </a:lnTo>
                  <a:lnTo>
                    <a:pt x="120650" y="1226820"/>
                  </a:lnTo>
                  <a:lnTo>
                    <a:pt x="116840" y="1221740"/>
                  </a:lnTo>
                  <a:lnTo>
                    <a:pt x="114300" y="1216660"/>
                  </a:lnTo>
                  <a:lnTo>
                    <a:pt x="110490" y="1211580"/>
                  </a:lnTo>
                  <a:lnTo>
                    <a:pt x="105410" y="1207770"/>
                  </a:lnTo>
                  <a:lnTo>
                    <a:pt x="101600" y="1202690"/>
                  </a:lnTo>
                  <a:lnTo>
                    <a:pt x="98704" y="1201534"/>
                  </a:lnTo>
                  <a:lnTo>
                    <a:pt x="660400" y="762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4721860" y="1828800"/>
              <a:ext cx="303530" cy="381000"/>
            </a:xfrm>
            <a:custGeom>
              <a:avLst/>
              <a:gdLst/>
              <a:ahLst/>
              <a:cxnLst/>
              <a:rect l="l" t="t" r="r" b="b"/>
              <a:pathLst>
                <a:path w="303529" h="381000">
                  <a:moveTo>
                    <a:pt x="303529" y="0"/>
                  </a:moveTo>
                  <a:lnTo>
                    <a:pt x="0" y="0"/>
                  </a:lnTo>
                  <a:lnTo>
                    <a:pt x="0" y="381000"/>
                  </a:lnTo>
                  <a:lnTo>
                    <a:pt x="152400" y="381000"/>
                  </a:lnTo>
                  <a:lnTo>
                    <a:pt x="303529" y="381000"/>
                  </a:lnTo>
                  <a:lnTo>
                    <a:pt x="3035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4721860" y="1828800"/>
              <a:ext cx="303530" cy="381000"/>
            </a:xfrm>
            <a:custGeom>
              <a:avLst/>
              <a:gdLst/>
              <a:ahLst/>
              <a:cxnLst/>
              <a:rect l="l" t="t" r="r" b="b"/>
              <a:pathLst>
                <a:path w="303529" h="381000">
                  <a:moveTo>
                    <a:pt x="0" y="0"/>
                  </a:moveTo>
                  <a:lnTo>
                    <a:pt x="0" y="381000"/>
                  </a:lnTo>
                </a:path>
                <a:path w="303529" h="381000">
                  <a:moveTo>
                    <a:pt x="0" y="381000"/>
                  </a:moveTo>
                  <a:lnTo>
                    <a:pt x="303529" y="381000"/>
                  </a:lnTo>
                </a:path>
                <a:path w="303529" h="381000">
                  <a:moveTo>
                    <a:pt x="0" y="0"/>
                  </a:moveTo>
                  <a:lnTo>
                    <a:pt x="228600" y="0"/>
                  </a:lnTo>
                </a:path>
                <a:path w="303529" h="381000">
                  <a:moveTo>
                    <a:pt x="303529" y="379729"/>
                  </a:moveTo>
                  <a:lnTo>
                    <a:pt x="303529" y="95250"/>
                  </a:lnTo>
                </a:path>
                <a:path w="303529" h="381000">
                  <a:moveTo>
                    <a:pt x="228600" y="0"/>
                  </a:moveTo>
                  <a:lnTo>
                    <a:pt x="303529" y="95250"/>
                  </a:lnTo>
                </a:path>
                <a:path w="303529" h="381000">
                  <a:moveTo>
                    <a:pt x="228600" y="0"/>
                  </a:moveTo>
                  <a:lnTo>
                    <a:pt x="228600" y="95250"/>
                  </a:lnTo>
                </a:path>
                <a:path w="303529" h="381000">
                  <a:moveTo>
                    <a:pt x="303529" y="95250"/>
                  </a:moveTo>
                  <a:lnTo>
                    <a:pt x="227329" y="95250"/>
                  </a:lnTo>
                </a:path>
                <a:path w="303529" h="381000">
                  <a:moveTo>
                    <a:pt x="36829" y="349250"/>
                  </a:moveTo>
                  <a:lnTo>
                    <a:pt x="265429" y="349250"/>
                  </a:lnTo>
                </a:path>
                <a:path w="303529" h="381000">
                  <a:moveTo>
                    <a:pt x="36829" y="233679"/>
                  </a:moveTo>
                  <a:lnTo>
                    <a:pt x="265429" y="233679"/>
                  </a:lnTo>
                </a:path>
                <a:path w="303529" h="381000">
                  <a:moveTo>
                    <a:pt x="36829" y="170179"/>
                  </a:moveTo>
                  <a:lnTo>
                    <a:pt x="265429" y="170179"/>
                  </a:lnTo>
                </a:path>
                <a:path w="303529" h="381000">
                  <a:moveTo>
                    <a:pt x="36829" y="119379"/>
                  </a:moveTo>
                  <a:lnTo>
                    <a:pt x="265429" y="119379"/>
                  </a:lnTo>
                </a:path>
                <a:path w="303529" h="381000">
                  <a:moveTo>
                    <a:pt x="36829" y="293370"/>
                  </a:moveTo>
                  <a:lnTo>
                    <a:pt x="265429" y="293370"/>
                  </a:lnTo>
                </a:path>
              </a:pathLst>
            </a:custGeom>
            <a:ln w="93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3157220" y="4737100"/>
              <a:ext cx="2743200" cy="1023619"/>
            </a:xfrm>
            <a:custGeom>
              <a:avLst/>
              <a:gdLst/>
              <a:ahLst/>
              <a:cxnLst/>
              <a:rect l="l" t="t" r="r" b="b"/>
              <a:pathLst>
                <a:path w="2743200" h="1023620">
                  <a:moveTo>
                    <a:pt x="2743200" y="0"/>
                  </a:moveTo>
                  <a:lnTo>
                    <a:pt x="0" y="0"/>
                  </a:lnTo>
                  <a:lnTo>
                    <a:pt x="0" y="1023619"/>
                  </a:lnTo>
                  <a:lnTo>
                    <a:pt x="2743200" y="1023619"/>
                  </a:lnTo>
                  <a:lnTo>
                    <a:pt x="2743200" y="0"/>
                  </a:lnTo>
                  <a:close/>
                </a:path>
              </a:pathLst>
            </a:custGeom>
            <a:solidFill>
              <a:srgbClr val="B9B9B9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9" name="object 5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449320" y="5110479"/>
              <a:ext cx="96520" cy="82550"/>
            </a:xfrm>
            <a:prstGeom prst="rect">
              <a:avLst/>
            </a:prstGeom>
          </p:spPr>
        </p:pic>
        <p:pic>
          <p:nvPicPr>
            <p:cNvPr id="60" name="object 6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449320" y="5368290"/>
              <a:ext cx="96520" cy="82550"/>
            </a:xfrm>
            <a:prstGeom prst="rect">
              <a:avLst/>
            </a:prstGeom>
          </p:spPr>
        </p:pic>
        <p:pic>
          <p:nvPicPr>
            <p:cNvPr id="61" name="object 6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449320" y="5627370"/>
              <a:ext cx="96520" cy="82550"/>
            </a:xfrm>
            <a:prstGeom prst="rect">
              <a:avLst/>
            </a:prstGeom>
          </p:spPr>
        </p:pic>
      </p:grpSp>
      <p:sp>
        <p:nvSpPr>
          <p:cNvPr id="62" name="object 62"/>
          <p:cNvSpPr txBox="1"/>
          <p:nvPr/>
        </p:nvSpPr>
        <p:spPr>
          <a:xfrm>
            <a:off x="3157220" y="4737100"/>
            <a:ext cx="2743200" cy="1023619"/>
          </a:xfrm>
          <a:prstGeom prst="rect">
            <a:avLst/>
          </a:prstGeom>
          <a:ln w="9344">
            <a:solidFill>
              <a:srgbClr val="000000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 marL="581025">
              <a:lnSpc>
                <a:spcPct val="100000"/>
              </a:lnSpc>
            </a:pPr>
            <a:r>
              <a:rPr sz="1500" b="1" u="sng" dirty="0">
                <a:solidFill>
                  <a:srgbClr val="333333"/>
                </a:solidFill>
                <a:uFill>
                  <a:solidFill>
                    <a:srgbClr val="333333"/>
                  </a:solidFill>
                </a:uFill>
                <a:latin typeface="Arial"/>
                <a:cs typeface="Arial"/>
              </a:rPr>
              <a:t>Thin</a:t>
            </a:r>
            <a:r>
              <a:rPr sz="1500" b="1" u="sng" spc="-75" dirty="0">
                <a:solidFill>
                  <a:srgbClr val="333333"/>
                </a:solidFill>
                <a:uFill>
                  <a:solidFill>
                    <a:srgbClr val="333333"/>
                  </a:solidFill>
                </a:uFill>
                <a:latin typeface="Arial"/>
                <a:cs typeface="Arial"/>
              </a:rPr>
              <a:t> </a:t>
            </a:r>
            <a:r>
              <a:rPr sz="1500" b="1" u="sng" spc="-10" dirty="0">
                <a:solidFill>
                  <a:srgbClr val="333333"/>
                </a:solidFill>
                <a:uFill>
                  <a:solidFill>
                    <a:srgbClr val="333333"/>
                  </a:solidFill>
                </a:uFill>
                <a:latin typeface="Arial"/>
                <a:cs typeface="Arial"/>
              </a:rPr>
              <a:t>Provisioning</a:t>
            </a:r>
            <a:endParaRPr sz="1500">
              <a:latin typeface="Arial"/>
              <a:cs typeface="Arial"/>
            </a:endParaRPr>
          </a:p>
          <a:p>
            <a:pPr marL="635000" marR="387350">
              <a:lnSpc>
                <a:spcPct val="141000"/>
              </a:lnSpc>
              <a:spcBef>
                <a:spcPts val="160"/>
              </a:spcBef>
            </a:pPr>
            <a:r>
              <a:rPr sz="1200" dirty="0">
                <a:latin typeface="Arial"/>
                <a:cs typeface="Arial"/>
              </a:rPr>
              <a:t>Lower</a:t>
            </a:r>
            <a:r>
              <a:rPr sz="1200" spc="-60" dirty="0">
                <a:latin typeface="Arial"/>
                <a:cs typeface="Arial"/>
              </a:rPr>
              <a:t> </a:t>
            </a:r>
            <a:r>
              <a:rPr sz="1200" dirty="0">
                <a:latin typeface="Arial"/>
                <a:cs typeface="Arial"/>
              </a:rPr>
              <a:t>disk</a:t>
            </a:r>
            <a:r>
              <a:rPr sz="1200" spc="-65" dirty="0">
                <a:latin typeface="Arial"/>
                <a:cs typeface="Arial"/>
              </a:rPr>
              <a:t> </a:t>
            </a:r>
            <a:r>
              <a:rPr sz="1200" spc="-10" dirty="0">
                <a:latin typeface="Arial"/>
                <a:cs typeface="Arial"/>
              </a:rPr>
              <a:t>utilization Storage</a:t>
            </a:r>
            <a:r>
              <a:rPr sz="1200" spc="-35" dirty="0">
                <a:latin typeface="Arial"/>
                <a:cs typeface="Arial"/>
              </a:rPr>
              <a:t> </a:t>
            </a:r>
            <a:r>
              <a:rPr sz="1200" spc="-10" dirty="0">
                <a:latin typeface="Arial"/>
                <a:cs typeface="Arial"/>
              </a:rPr>
              <a:t>over-provisioning</a:t>
            </a:r>
            <a:endParaRPr sz="1200">
              <a:latin typeface="Arial"/>
              <a:cs typeface="Arial"/>
            </a:endParaRPr>
          </a:p>
          <a:p>
            <a:pPr marL="635000">
              <a:lnSpc>
                <a:spcPct val="100000"/>
              </a:lnSpc>
              <a:spcBef>
                <a:spcPts val="600"/>
              </a:spcBef>
            </a:pPr>
            <a:r>
              <a:rPr sz="1200" dirty="0">
                <a:latin typeface="Arial"/>
                <a:cs typeface="Arial"/>
              </a:rPr>
              <a:t>Pay</a:t>
            </a:r>
            <a:r>
              <a:rPr sz="1200" spc="-45" dirty="0">
                <a:latin typeface="Arial"/>
                <a:cs typeface="Arial"/>
              </a:rPr>
              <a:t> </a:t>
            </a:r>
            <a:r>
              <a:rPr sz="1200" dirty="0">
                <a:latin typeface="Arial"/>
                <a:cs typeface="Arial"/>
              </a:rPr>
              <a:t>as</a:t>
            </a:r>
            <a:r>
              <a:rPr sz="1200" spc="-45" dirty="0">
                <a:latin typeface="Arial"/>
                <a:cs typeface="Arial"/>
              </a:rPr>
              <a:t> </a:t>
            </a:r>
            <a:r>
              <a:rPr sz="1200" dirty="0">
                <a:latin typeface="Arial"/>
                <a:cs typeface="Arial"/>
              </a:rPr>
              <a:t>you</a:t>
            </a:r>
            <a:r>
              <a:rPr sz="1200" spc="-45" dirty="0">
                <a:latin typeface="Arial"/>
                <a:cs typeface="Arial"/>
              </a:rPr>
              <a:t> </a:t>
            </a:r>
            <a:r>
              <a:rPr sz="1200" dirty="0">
                <a:latin typeface="Arial"/>
                <a:cs typeface="Arial"/>
              </a:rPr>
              <a:t>grow</a:t>
            </a:r>
            <a:r>
              <a:rPr sz="1200" spc="-40" dirty="0">
                <a:latin typeface="Arial"/>
                <a:cs typeface="Arial"/>
              </a:rPr>
              <a:t> </a:t>
            </a:r>
            <a:r>
              <a:rPr sz="1200" spc="-10" dirty="0">
                <a:latin typeface="Arial"/>
                <a:cs typeface="Arial"/>
              </a:rPr>
              <a:t>storage</a:t>
            </a:r>
            <a:r>
              <a:rPr sz="1200" spc="-30" dirty="0">
                <a:latin typeface="Arial"/>
                <a:cs typeface="Arial"/>
              </a:rPr>
              <a:t> </a:t>
            </a:r>
            <a:r>
              <a:rPr sz="1200" spc="-20" dirty="0">
                <a:latin typeface="Arial"/>
                <a:cs typeface="Arial"/>
              </a:rPr>
              <a:t>model</a:t>
            </a:r>
            <a:endParaRPr sz="1200">
              <a:latin typeface="Arial"/>
              <a:cs typeface="Arial"/>
            </a:endParaRPr>
          </a:p>
        </p:txBody>
      </p:sp>
      <p:sp>
        <p:nvSpPr>
          <p:cNvPr id="64" name="object 64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25" dirty="0"/>
              <a:t>57</a:t>
            </a:fld>
            <a:endParaRPr spc="-25" dirty="0"/>
          </a:p>
        </p:txBody>
      </p:sp>
      <p:sp>
        <p:nvSpPr>
          <p:cNvPr id="63" name="object 63"/>
          <p:cNvSpPr txBox="1"/>
          <p:nvPr/>
        </p:nvSpPr>
        <p:spPr>
          <a:xfrm>
            <a:off x="6133692" y="4350067"/>
            <a:ext cx="2734310" cy="1609090"/>
          </a:xfrm>
          <a:prstGeom prst="rect">
            <a:avLst/>
          </a:prstGeom>
        </p:spPr>
        <p:txBody>
          <a:bodyPr vert="horz" wrap="square" lIns="0" tIns="131445" rIns="0" bIns="0" rtlCol="0">
            <a:spAutoFit/>
          </a:bodyPr>
          <a:lstStyle/>
          <a:p>
            <a:pPr marL="728980">
              <a:lnSpc>
                <a:spcPct val="100000"/>
              </a:lnSpc>
              <a:spcBef>
                <a:spcPts val="1035"/>
              </a:spcBef>
            </a:pPr>
            <a:r>
              <a:rPr sz="1500" b="1" u="sng" spc="-10" dirty="0">
                <a:solidFill>
                  <a:srgbClr val="333333"/>
                </a:solidFill>
                <a:uFill>
                  <a:solidFill>
                    <a:srgbClr val="333333"/>
                  </a:solidFill>
                </a:uFill>
                <a:latin typeface="Arial"/>
                <a:cs typeface="Arial"/>
              </a:rPr>
              <a:t>Linked</a:t>
            </a:r>
            <a:r>
              <a:rPr sz="1500" b="1" u="sng" spc="-70" dirty="0">
                <a:solidFill>
                  <a:srgbClr val="333333"/>
                </a:solidFill>
                <a:uFill>
                  <a:solidFill>
                    <a:srgbClr val="333333"/>
                  </a:solidFill>
                </a:uFill>
                <a:latin typeface="Arial"/>
                <a:cs typeface="Arial"/>
              </a:rPr>
              <a:t> </a:t>
            </a:r>
            <a:r>
              <a:rPr sz="1500" b="1" u="sng" spc="-10" dirty="0">
                <a:solidFill>
                  <a:srgbClr val="333333"/>
                </a:solidFill>
                <a:uFill>
                  <a:solidFill>
                    <a:srgbClr val="333333"/>
                  </a:solidFill>
                </a:uFill>
                <a:latin typeface="Arial"/>
                <a:cs typeface="Arial"/>
              </a:rPr>
              <a:t>Clones</a:t>
            </a:r>
            <a:endParaRPr sz="1500">
              <a:latin typeface="Arial"/>
              <a:cs typeface="Arial"/>
            </a:endParaRPr>
          </a:p>
          <a:p>
            <a:pPr marL="629920">
              <a:lnSpc>
                <a:spcPct val="100000"/>
              </a:lnSpc>
              <a:spcBef>
                <a:spcPts val="750"/>
              </a:spcBef>
            </a:pPr>
            <a:r>
              <a:rPr sz="1200" dirty="0">
                <a:latin typeface="Arial"/>
                <a:cs typeface="Arial"/>
              </a:rPr>
              <a:t>Lower</a:t>
            </a:r>
            <a:r>
              <a:rPr sz="1200" spc="-60" dirty="0">
                <a:latin typeface="Arial"/>
                <a:cs typeface="Arial"/>
              </a:rPr>
              <a:t> </a:t>
            </a:r>
            <a:r>
              <a:rPr sz="1200" dirty="0">
                <a:latin typeface="Arial"/>
                <a:cs typeface="Arial"/>
              </a:rPr>
              <a:t>disk</a:t>
            </a:r>
            <a:r>
              <a:rPr sz="1200" spc="-65" dirty="0">
                <a:latin typeface="Arial"/>
                <a:cs typeface="Arial"/>
              </a:rPr>
              <a:t> </a:t>
            </a:r>
            <a:r>
              <a:rPr sz="1200" spc="-20" dirty="0">
                <a:latin typeface="Arial"/>
                <a:cs typeface="Arial"/>
              </a:rPr>
              <a:t>usage</a:t>
            </a:r>
            <a:endParaRPr sz="1200">
              <a:latin typeface="Arial"/>
              <a:cs typeface="Arial"/>
            </a:endParaRPr>
          </a:p>
          <a:p>
            <a:pPr marL="629920">
              <a:lnSpc>
                <a:spcPct val="100000"/>
              </a:lnSpc>
              <a:spcBef>
                <a:spcPts val="590"/>
              </a:spcBef>
            </a:pPr>
            <a:r>
              <a:rPr sz="1200" dirty="0">
                <a:latin typeface="Arial"/>
                <a:cs typeface="Arial"/>
              </a:rPr>
              <a:t>Test</a:t>
            </a:r>
            <a:r>
              <a:rPr sz="1200" spc="-55" dirty="0">
                <a:latin typeface="Arial"/>
                <a:cs typeface="Arial"/>
              </a:rPr>
              <a:t> </a:t>
            </a:r>
            <a:r>
              <a:rPr sz="1200" dirty="0">
                <a:latin typeface="Arial"/>
                <a:cs typeface="Arial"/>
              </a:rPr>
              <a:t>and</a:t>
            </a:r>
            <a:r>
              <a:rPr sz="1200" spc="-45" dirty="0">
                <a:latin typeface="Arial"/>
                <a:cs typeface="Arial"/>
              </a:rPr>
              <a:t> </a:t>
            </a:r>
            <a:r>
              <a:rPr sz="1200" dirty="0">
                <a:latin typeface="Arial"/>
                <a:cs typeface="Arial"/>
              </a:rPr>
              <a:t>dev</a:t>
            </a:r>
            <a:r>
              <a:rPr sz="1200" spc="-55" dirty="0">
                <a:latin typeface="Arial"/>
                <a:cs typeface="Arial"/>
              </a:rPr>
              <a:t> </a:t>
            </a:r>
            <a:r>
              <a:rPr sz="1200" spc="-10" dirty="0">
                <a:latin typeface="Arial"/>
                <a:cs typeface="Arial"/>
              </a:rPr>
              <a:t>workflows</a:t>
            </a:r>
            <a:endParaRPr sz="1200">
              <a:latin typeface="Arial"/>
              <a:cs typeface="Arial"/>
            </a:endParaRPr>
          </a:p>
          <a:p>
            <a:pPr marL="629920">
              <a:lnSpc>
                <a:spcPct val="100000"/>
              </a:lnSpc>
              <a:spcBef>
                <a:spcPts val="600"/>
              </a:spcBef>
            </a:pPr>
            <a:r>
              <a:rPr sz="1200" spc="-10" dirty="0">
                <a:latin typeface="Arial"/>
                <a:cs typeface="Arial"/>
              </a:rPr>
              <a:t>Backup</a:t>
            </a:r>
            <a:r>
              <a:rPr sz="1200" spc="-50" dirty="0">
                <a:latin typeface="Arial"/>
                <a:cs typeface="Arial"/>
              </a:rPr>
              <a:t> </a:t>
            </a:r>
            <a:r>
              <a:rPr sz="1200" dirty="0">
                <a:latin typeface="Arial"/>
                <a:cs typeface="Arial"/>
              </a:rPr>
              <a:t>and</a:t>
            </a:r>
            <a:r>
              <a:rPr sz="1200" spc="-55" dirty="0">
                <a:latin typeface="Arial"/>
                <a:cs typeface="Arial"/>
              </a:rPr>
              <a:t> </a:t>
            </a:r>
            <a:r>
              <a:rPr sz="1200" dirty="0">
                <a:latin typeface="Arial"/>
                <a:cs typeface="Arial"/>
              </a:rPr>
              <a:t>restore</a:t>
            </a:r>
            <a:r>
              <a:rPr sz="1200" spc="-50" dirty="0">
                <a:latin typeface="Arial"/>
                <a:cs typeface="Arial"/>
              </a:rPr>
              <a:t> </a:t>
            </a:r>
            <a:r>
              <a:rPr sz="1200" spc="-10" dirty="0">
                <a:latin typeface="Arial"/>
                <a:cs typeface="Arial"/>
              </a:rPr>
              <a:t>Forensics</a:t>
            </a:r>
            <a:endParaRPr sz="1200">
              <a:latin typeface="Arial"/>
              <a:cs typeface="Arial"/>
            </a:endParaRPr>
          </a:p>
          <a:p>
            <a:pPr marL="629920" marR="459105">
              <a:lnSpc>
                <a:spcPct val="100000"/>
              </a:lnSpc>
              <a:spcBef>
                <a:spcPts val="590"/>
              </a:spcBef>
            </a:pPr>
            <a:r>
              <a:rPr sz="1200" dirty="0">
                <a:latin typeface="Arial"/>
                <a:cs typeface="Arial"/>
              </a:rPr>
              <a:t>Data</a:t>
            </a:r>
            <a:r>
              <a:rPr sz="1200" spc="-30" dirty="0">
                <a:latin typeface="Arial"/>
                <a:cs typeface="Arial"/>
              </a:rPr>
              <a:t> </a:t>
            </a:r>
            <a:r>
              <a:rPr sz="1200" spc="-10" dirty="0">
                <a:latin typeface="Arial"/>
                <a:cs typeface="Arial"/>
              </a:rPr>
              <a:t>mining</a:t>
            </a:r>
            <a:r>
              <a:rPr sz="1200" spc="-40" dirty="0">
                <a:latin typeface="Arial"/>
                <a:cs typeface="Arial"/>
              </a:rPr>
              <a:t> </a:t>
            </a:r>
            <a:r>
              <a:rPr sz="1200" dirty="0">
                <a:latin typeface="Arial"/>
                <a:cs typeface="Arial"/>
              </a:rPr>
              <a:t>and</a:t>
            </a:r>
            <a:r>
              <a:rPr sz="1200" spc="-30" dirty="0">
                <a:latin typeface="Arial"/>
                <a:cs typeface="Arial"/>
              </a:rPr>
              <a:t> </a:t>
            </a:r>
            <a:r>
              <a:rPr sz="1200" spc="-20" dirty="0">
                <a:latin typeface="Arial"/>
                <a:cs typeface="Arial"/>
              </a:rPr>
              <a:t>off-host </a:t>
            </a:r>
            <a:r>
              <a:rPr sz="1200" spc="-10" dirty="0">
                <a:latin typeface="Arial"/>
                <a:cs typeface="Arial"/>
              </a:rPr>
              <a:t>processing</a:t>
            </a:r>
            <a:endParaRPr sz="1200">
              <a:latin typeface="Arial"/>
              <a:cs typeface="Arial"/>
            </a:endParaRPr>
          </a:p>
        </p:txBody>
      </p:sp>
    </p:spTree>
  </p:cSld>
  <p:clrMapOvr>
    <a:masterClrMapping/>
  </p:clrMapOvr>
  <p:transition>
    <p:wipe dir="r"/>
  </p:transition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864869" y="2895600"/>
            <a:ext cx="6678930" cy="488950"/>
          </a:xfrm>
          <a:custGeom>
            <a:avLst/>
            <a:gdLst/>
            <a:ahLst/>
            <a:cxnLst/>
            <a:rect l="l" t="t" r="r" b="b"/>
            <a:pathLst>
              <a:path w="6678930" h="488950">
                <a:moveTo>
                  <a:pt x="6590030" y="0"/>
                </a:moveTo>
                <a:lnTo>
                  <a:pt x="99060" y="0"/>
                </a:lnTo>
                <a:lnTo>
                  <a:pt x="88900" y="0"/>
                </a:lnTo>
                <a:lnTo>
                  <a:pt x="80010" y="1270"/>
                </a:lnTo>
                <a:lnTo>
                  <a:pt x="30480" y="30479"/>
                </a:lnTo>
                <a:lnTo>
                  <a:pt x="8890" y="62229"/>
                </a:lnTo>
                <a:lnTo>
                  <a:pt x="5080" y="69850"/>
                </a:lnTo>
                <a:lnTo>
                  <a:pt x="2540" y="80010"/>
                </a:lnTo>
                <a:lnTo>
                  <a:pt x="0" y="97789"/>
                </a:lnTo>
                <a:lnTo>
                  <a:pt x="0" y="389889"/>
                </a:lnTo>
                <a:lnTo>
                  <a:pt x="12700" y="435610"/>
                </a:lnTo>
                <a:lnTo>
                  <a:pt x="38100" y="464820"/>
                </a:lnTo>
                <a:lnTo>
                  <a:pt x="45720" y="469900"/>
                </a:lnTo>
                <a:lnTo>
                  <a:pt x="53340" y="476250"/>
                </a:lnTo>
                <a:lnTo>
                  <a:pt x="71120" y="483870"/>
                </a:lnTo>
                <a:lnTo>
                  <a:pt x="80010" y="486410"/>
                </a:lnTo>
                <a:lnTo>
                  <a:pt x="99060" y="488950"/>
                </a:lnTo>
                <a:lnTo>
                  <a:pt x="6581139" y="488950"/>
                </a:lnTo>
                <a:lnTo>
                  <a:pt x="6598920" y="486410"/>
                </a:lnTo>
                <a:lnTo>
                  <a:pt x="6607809" y="483870"/>
                </a:lnTo>
                <a:lnTo>
                  <a:pt x="6625589" y="476250"/>
                </a:lnTo>
                <a:lnTo>
                  <a:pt x="6633209" y="469900"/>
                </a:lnTo>
                <a:lnTo>
                  <a:pt x="6640830" y="464820"/>
                </a:lnTo>
                <a:lnTo>
                  <a:pt x="6666230" y="435610"/>
                </a:lnTo>
                <a:lnTo>
                  <a:pt x="6678930" y="389889"/>
                </a:lnTo>
                <a:lnTo>
                  <a:pt x="6678930" y="97789"/>
                </a:lnTo>
                <a:lnTo>
                  <a:pt x="6676389" y="80010"/>
                </a:lnTo>
                <a:lnTo>
                  <a:pt x="6673850" y="69850"/>
                </a:lnTo>
                <a:lnTo>
                  <a:pt x="6670039" y="62229"/>
                </a:lnTo>
                <a:lnTo>
                  <a:pt x="6666230" y="53339"/>
                </a:lnTo>
                <a:lnTo>
                  <a:pt x="6633209" y="17779"/>
                </a:lnTo>
                <a:lnTo>
                  <a:pt x="6598920" y="1270"/>
                </a:lnTo>
                <a:lnTo>
                  <a:pt x="6590030" y="0"/>
                </a:lnTo>
                <a:close/>
              </a:path>
            </a:pathLst>
          </a:custGeom>
          <a:solidFill>
            <a:srgbClr val="FF9900">
              <a:alpha val="29998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980439" y="595630"/>
            <a:ext cx="1369060" cy="403860"/>
          </a:xfrm>
          <a:custGeom>
            <a:avLst/>
            <a:gdLst/>
            <a:ahLst/>
            <a:cxnLst/>
            <a:rect l="l" t="t" r="r" b="b"/>
            <a:pathLst>
              <a:path w="1369060" h="403859">
                <a:moveTo>
                  <a:pt x="1369060" y="0"/>
                </a:moveTo>
                <a:lnTo>
                  <a:pt x="0" y="0"/>
                </a:lnTo>
                <a:lnTo>
                  <a:pt x="0" y="403860"/>
                </a:lnTo>
                <a:lnTo>
                  <a:pt x="684529" y="403860"/>
                </a:lnTo>
                <a:lnTo>
                  <a:pt x="1369060" y="403860"/>
                </a:lnTo>
                <a:lnTo>
                  <a:pt x="136906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08000">
              <a:lnSpc>
                <a:spcPct val="100000"/>
              </a:lnSpc>
              <a:spcBef>
                <a:spcPts val="100"/>
              </a:spcBef>
            </a:pPr>
            <a:r>
              <a:rPr spc="-10" dirty="0"/>
              <a:t>Agenda</a:t>
            </a:r>
          </a:p>
        </p:txBody>
      </p:sp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55369" y="1670050"/>
            <a:ext cx="193040" cy="165100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55369" y="2377439"/>
            <a:ext cx="193040" cy="165100"/>
          </a:xfrm>
          <a:prstGeom prst="rect">
            <a:avLst/>
          </a:prstGeom>
        </p:spPr>
      </p:pic>
      <p:pic>
        <p:nvPicPr>
          <p:cNvPr id="7" name="object 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55369" y="3086100"/>
            <a:ext cx="193040" cy="165100"/>
          </a:xfrm>
          <a:prstGeom prst="rect">
            <a:avLst/>
          </a:prstGeom>
        </p:spPr>
      </p:pic>
      <p:pic>
        <p:nvPicPr>
          <p:cNvPr id="8" name="object 8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55369" y="3794759"/>
            <a:ext cx="193040" cy="165100"/>
          </a:xfrm>
          <a:prstGeom prst="rect">
            <a:avLst/>
          </a:prstGeom>
        </p:spPr>
      </p:pic>
      <p:pic>
        <p:nvPicPr>
          <p:cNvPr id="9" name="object 9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55369" y="4503420"/>
            <a:ext cx="193040" cy="165100"/>
          </a:xfrm>
          <a:prstGeom prst="rect">
            <a:avLst/>
          </a:prstGeom>
        </p:spPr>
      </p:pic>
      <p:pic>
        <p:nvPicPr>
          <p:cNvPr id="10" name="object 10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55369" y="5212079"/>
            <a:ext cx="193040" cy="165100"/>
          </a:xfrm>
          <a:prstGeom prst="rect">
            <a:avLst/>
          </a:prstGeom>
        </p:spPr>
      </p:pic>
      <p:sp>
        <p:nvSpPr>
          <p:cNvPr id="11" name="object 11"/>
          <p:cNvSpPr txBox="1">
            <a:spLocks noGrp="1"/>
          </p:cNvSpPr>
          <p:nvPr>
            <p:ph type="body" idx="1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-20" dirty="0"/>
              <a:t>VMware</a:t>
            </a:r>
            <a:r>
              <a:rPr spc="-95" dirty="0"/>
              <a:t> </a:t>
            </a:r>
            <a:r>
              <a:rPr dirty="0"/>
              <a:t>ESX</a:t>
            </a:r>
            <a:r>
              <a:rPr spc="-165" dirty="0"/>
              <a:t> </a:t>
            </a:r>
            <a:r>
              <a:rPr spc="-20" dirty="0"/>
              <a:t>Server</a:t>
            </a:r>
            <a:r>
              <a:rPr spc="-130" dirty="0"/>
              <a:t> </a:t>
            </a:r>
            <a:r>
              <a:rPr spc="-25" dirty="0"/>
              <a:t>3i</a:t>
            </a:r>
          </a:p>
          <a:p>
            <a:pPr marL="12700" marR="5080">
              <a:lnSpc>
                <a:spcPct val="193700"/>
              </a:lnSpc>
            </a:pPr>
            <a:r>
              <a:rPr spc="-10" dirty="0"/>
              <a:t>Storage</a:t>
            </a:r>
            <a:r>
              <a:rPr spc="-105" dirty="0"/>
              <a:t> </a:t>
            </a:r>
            <a:r>
              <a:rPr spc="-10" dirty="0"/>
              <a:t>VMotion </a:t>
            </a:r>
            <a:r>
              <a:rPr dirty="0"/>
              <a:t>Continuous</a:t>
            </a:r>
            <a:r>
              <a:rPr spc="-50" dirty="0"/>
              <a:t> </a:t>
            </a:r>
            <a:r>
              <a:rPr spc="-10" dirty="0"/>
              <a:t>Availability </a:t>
            </a:r>
            <a:r>
              <a:rPr dirty="0"/>
              <a:t>Virtual</a:t>
            </a:r>
            <a:r>
              <a:rPr spc="-105" dirty="0"/>
              <a:t> </a:t>
            </a:r>
            <a:r>
              <a:rPr spc="-25" dirty="0"/>
              <a:t>Desktop</a:t>
            </a:r>
            <a:r>
              <a:rPr spc="-95" dirty="0"/>
              <a:t> </a:t>
            </a:r>
            <a:r>
              <a:rPr spc="-35" dirty="0"/>
              <a:t>Manager</a:t>
            </a:r>
            <a:r>
              <a:rPr spc="-135" dirty="0"/>
              <a:t> </a:t>
            </a:r>
            <a:r>
              <a:rPr spc="-25" dirty="0"/>
              <a:t>2.0 </a:t>
            </a:r>
            <a:r>
              <a:rPr dirty="0"/>
              <a:t>Site</a:t>
            </a:r>
            <a:r>
              <a:rPr spc="-45" dirty="0"/>
              <a:t> Recovery</a:t>
            </a:r>
            <a:r>
              <a:rPr spc="-85" dirty="0"/>
              <a:t> </a:t>
            </a:r>
            <a:r>
              <a:rPr spc="-10" dirty="0"/>
              <a:t>Manager Other</a:t>
            </a:r>
            <a:r>
              <a:rPr spc="-145" dirty="0"/>
              <a:t> </a:t>
            </a:r>
            <a:r>
              <a:rPr spc="-10" dirty="0"/>
              <a:t>announcements</a:t>
            </a:r>
          </a:p>
        </p:txBody>
      </p:sp>
      <p:sp>
        <p:nvSpPr>
          <p:cNvPr id="12" name="object 12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25" dirty="0"/>
              <a:t>58</a:t>
            </a:fld>
            <a:endParaRPr spc="-25" dirty="0"/>
          </a:p>
        </p:txBody>
      </p:sp>
    </p:spTree>
  </p:cSld>
  <p:clrMapOvr>
    <a:masterClrMapping/>
  </p:clrMapOvr>
  <p:transition>
    <p:wipe dir="r"/>
  </p:transition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99489" y="4334509"/>
            <a:ext cx="2180590" cy="1360170"/>
            <a:chOff x="999489" y="4334509"/>
            <a:chExt cx="2180590" cy="1360170"/>
          </a:xfrm>
        </p:grpSpPr>
        <p:sp>
          <p:nvSpPr>
            <p:cNvPr id="3" name="object 3"/>
            <p:cNvSpPr/>
            <p:nvPr/>
          </p:nvSpPr>
          <p:spPr>
            <a:xfrm>
              <a:off x="2910839" y="4334509"/>
              <a:ext cx="0" cy="685800"/>
            </a:xfrm>
            <a:custGeom>
              <a:avLst/>
              <a:gdLst/>
              <a:ahLst/>
              <a:cxnLst/>
              <a:rect l="l" t="t" r="r" b="b"/>
              <a:pathLst>
                <a:path h="685800">
                  <a:moveTo>
                    <a:pt x="0" y="0"/>
                  </a:moveTo>
                  <a:lnTo>
                    <a:pt x="0" y="685800"/>
                  </a:lnTo>
                </a:path>
              </a:pathLst>
            </a:custGeom>
            <a:ln w="25518">
              <a:solidFill>
                <a:srgbClr val="3366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99489" y="4932679"/>
              <a:ext cx="2180590" cy="762000"/>
            </a:xfrm>
            <a:prstGeom prst="rect">
              <a:avLst/>
            </a:prstGeom>
          </p:spPr>
        </p:pic>
      </p:grpSp>
      <p:pic>
        <p:nvPicPr>
          <p:cNvPr id="5" name="object 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87680" y="2123439"/>
            <a:ext cx="406400" cy="544829"/>
          </a:xfrm>
          <a:prstGeom prst="rect">
            <a:avLst/>
          </a:prstGeom>
        </p:spPr>
      </p:pic>
      <p:sp>
        <p:nvSpPr>
          <p:cNvPr id="6" name="object 6"/>
          <p:cNvSpPr/>
          <p:nvPr/>
        </p:nvSpPr>
        <p:spPr>
          <a:xfrm>
            <a:off x="1305560" y="4258309"/>
            <a:ext cx="0" cy="685800"/>
          </a:xfrm>
          <a:custGeom>
            <a:avLst/>
            <a:gdLst/>
            <a:ahLst/>
            <a:cxnLst/>
            <a:rect l="l" t="t" r="r" b="b"/>
            <a:pathLst>
              <a:path h="685800">
                <a:moveTo>
                  <a:pt x="0" y="0"/>
                </a:moveTo>
                <a:lnTo>
                  <a:pt x="0" y="685800"/>
                </a:lnTo>
              </a:path>
            </a:pathLst>
          </a:custGeom>
          <a:ln w="25518">
            <a:solidFill>
              <a:srgbClr val="3366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541780" y="1743710"/>
            <a:ext cx="25400" cy="100330"/>
          </a:xfrm>
          <a:custGeom>
            <a:avLst/>
            <a:gdLst/>
            <a:ahLst/>
            <a:cxnLst/>
            <a:rect l="l" t="t" r="r" b="b"/>
            <a:pathLst>
              <a:path w="25400" h="100330">
                <a:moveTo>
                  <a:pt x="25400" y="0"/>
                </a:moveTo>
                <a:lnTo>
                  <a:pt x="0" y="0"/>
                </a:lnTo>
                <a:lnTo>
                  <a:pt x="0" y="100329"/>
                </a:lnTo>
                <a:lnTo>
                  <a:pt x="25400" y="100329"/>
                </a:lnTo>
                <a:lnTo>
                  <a:pt x="2540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541780" y="1920239"/>
            <a:ext cx="25400" cy="101600"/>
          </a:xfrm>
          <a:custGeom>
            <a:avLst/>
            <a:gdLst/>
            <a:ahLst/>
            <a:cxnLst/>
            <a:rect l="l" t="t" r="r" b="b"/>
            <a:pathLst>
              <a:path w="25400" h="101600">
                <a:moveTo>
                  <a:pt x="25400" y="0"/>
                </a:moveTo>
                <a:lnTo>
                  <a:pt x="0" y="0"/>
                </a:lnTo>
                <a:lnTo>
                  <a:pt x="0" y="101600"/>
                </a:lnTo>
                <a:lnTo>
                  <a:pt x="25400" y="101600"/>
                </a:lnTo>
                <a:lnTo>
                  <a:pt x="2540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541780" y="2098039"/>
            <a:ext cx="25400" cy="25400"/>
          </a:xfrm>
          <a:custGeom>
            <a:avLst/>
            <a:gdLst/>
            <a:ahLst/>
            <a:cxnLst/>
            <a:rect l="l" t="t" r="r" b="b"/>
            <a:pathLst>
              <a:path w="25400" h="25400">
                <a:moveTo>
                  <a:pt x="25400" y="0"/>
                </a:moveTo>
                <a:lnTo>
                  <a:pt x="0" y="0"/>
                </a:lnTo>
                <a:lnTo>
                  <a:pt x="0" y="25400"/>
                </a:lnTo>
                <a:lnTo>
                  <a:pt x="25400" y="25400"/>
                </a:lnTo>
                <a:lnTo>
                  <a:pt x="2540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0" name="object 10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797559" y="3418840"/>
            <a:ext cx="759460" cy="990600"/>
          </a:xfrm>
          <a:prstGeom prst="rect">
            <a:avLst/>
          </a:prstGeom>
        </p:spPr>
      </p:pic>
      <p:pic>
        <p:nvPicPr>
          <p:cNvPr id="11" name="object 11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472689" y="3418840"/>
            <a:ext cx="759460" cy="990600"/>
          </a:xfrm>
          <a:prstGeom prst="rect">
            <a:avLst/>
          </a:prstGeom>
        </p:spPr>
      </p:pic>
      <p:pic>
        <p:nvPicPr>
          <p:cNvPr id="12" name="object 12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44880" y="2123439"/>
            <a:ext cx="406400" cy="544829"/>
          </a:xfrm>
          <a:prstGeom prst="rect">
            <a:avLst/>
          </a:prstGeom>
        </p:spPr>
      </p:pic>
      <p:pic>
        <p:nvPicPr>
          <p:cNvPr id="13" name="object 1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402080" y="2123439"/>
            <a:ext cx="406400" cy="544829"/>
          </a:xfrm>
          <a:prstGeom prst="rect">
            <a:avLst/>
          </a:prstGeom>
        </p:spPr>
      </p:pic>
      <p:pic>
        <p:nvPicPr>
          <p:cNvPr id="14" name="object 1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154679" y="2123439"/>
            <a:ext cx="406399" cy="544829"/>
          </a:xfrm>
          <a:prstGeom prst="rect">
            <a:avLst/>
          </a:prstGeom>
        </p:spPr>
      </p:pic>
      <p:pic>
        <p:nvPicPr>
          <p:cNvPr id="15" name="object 1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697479" y="2123439"/>
            <a:ext cx="406400" cy="544829"/>
          </a:xfrm>
          <a:prstGeom prst="rect">
            <a:avLst/>
          </a:prstGeom>
        </p:spPr>
      </p:pic>
      <p:pic>
        <p:nvPicPr>
          <p:cNvPr id="16" name="object 1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240279" y="2123439"/>
            <a:ext cx="406400" cy="544829"/>
          </a:xfrm>
          <a:prstGeom prst="rect">
            <a:avLst/>
          </a:prstGeom>
        </p:spPr>
      </p:pic>
      <p:sp>
        <p:nvSpPr>
          <p:cNvPr id="17" name="object 17"/>
          <p:cNvSpPr/>
          <p:nvPr/>
        </p:nvSpPr>
        <p:spPr>
          <a:xfrm>
            <a:off x="562609" y="2733039"/>
            <a:ext cx="1219200" cy="762000"/>
          </a:xfrm>
          <a:custGeom>
            <a:avLst/>
            <a:gdLst/>
            <a:ahLst/>
            <a:cxnLst/>
            <a:rect l="l" t="t" r="r" b="b"/>
            <a:pathLst>
              <a:path w="1219200" h="762000">
                <a:moveTo>
                  <a:pt x="1219200" y="0"/>
                </a:moveTo>
                <a:lnTo>
                  <a:pt x="0" y="0"/>
                </a:lnTo>
                <a:lnTo>
                  <a:pt x="609600" y="762000"/>
                </a:lnTo>
                <a:lnTo>
                  <a:pt x="1219200" y="0"/>
                </a:lnTo>
                <a:close/>
              </a:path>
            </a:pathLst>
          </a:custGeom>
          <a:solidFill>
            <a:srgbClr val="7C9AC5">
              <a:alpha val="21998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239010" y="2733039"/>
            <a:ext cx="1220470" cy="762000"/>
          </a:xfrm>
          <a:custGeom>
            <a:avLst/>
            <a:gdLst/>
            <a:ahLst/>
            <a:cxnLst/>
            <a:rect l="l" t="t" r="r" b="b"/>
            <a:pathLst>
              <a:path w="1220470" h="762000">
                <a:moveTo>
                  <a:pt x="1220469" y="0"/>
                </a:moveTo>
                <a:lnTo>
                  <a:pt x="0" y="0"/>
                </a:lnTo>
                <a:lnTo>
                  <a:pt x="609600" y="762000"/>
                </a:lnTo>
                <a:lnTo>
                  <a:pt x="1220469" y="0"/>
                </a:lnTo>
                <a:close/>
              </a:path>
            </a:pathLst>
          </a:custGeom>
          <a:solidFill>
            <a:srgbClr val="7C9AC5">
              <a:alpha val="21998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379979" y="1743710"/>
            <a:ext cx="25400" cy="100330"/>
          </a:xfrm>
          <a:custGeom>
            <a:avLst/>
            <a:gdLst/>
            <a:ahLst/>
            <a:cxnLst/>
            <a:rect l="l" t="t" r="r" b="b"/>
            <a:pathLst>
              <a:path w="25400" h="100330">
                <a:moveTo>
                  <a:pt x="25400" y="0"/>
                </a:moveTo>
                <a:lnTo>
                  <a:pt x="0" y="0"/>
                </a:lnTo>
                <a:lnTo>
                  <a:pt x="0" y="100329"/>
                </a:lnTo>
                <a:lnTo>
                  <a:pt x="25400" y="100329"/>
                </a:lnTo>
                <a:lnTo>
                  <a:pt x="2540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379979" y="1920239"/>
            <a:ext cx="25400" cy="101600"/>
          </a:xfrm>
          <a:custGeom>
            <a:avLst/>
            <a:gdLst/>
            <a:ahLst/>
            <a:cxnLst/>
            <a:rect l="l" t="t" r="r" b="b"/>
            <a:pathLst>
              <a:path w="25400" h="101600">
                <a:moveTo>
                  <a:pt x="25400" y="0"/>
                </a:moveTo>
                <a:lnTo>
                  <a:pt x="0" y="0"/>
                </a:lnTo>
                <a:lnTo>
                  <a:pt x="0" y="101600"/>
                </a:lnTo>
                <a:lnTo>
                  <a:pt x="25400" y="101600"/>
                </a:lnTo>
                <a:lnTo>
                  <a:pt x="2540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379979" y="2098039"/>
            <a:ext cx="25400" cy="25400"/>
          </a:xfrm>
          <a:custGeom>
            <a:avLst/>
            <a:gdLst/>
            <a:ahLst/>
            <a:cxnLst/>
            <a:rect l="l" t="t" r="r" b="b"/>
            <a:pathLst>
              <a:path w="25400" h="25400">
                <a:moveTo>
                  <a:pt x="25400" y="0"/>
                </a:moveTo>
                <a:lnTo>
                  <a:pt x="0" y="0"/>
                </a:lnTo>
                <a:lnTo>
                  <a:pt x="0" y="25400"/>
                </a:lnTo>
                <a:lnTo>
                  <a:pt x="25400" y="25400"/>
                </a:lnTo>
                <a:lnTo>
                  <a:pt x="2540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581150" y="1743710"/>
            <a:ext cx="811530" cy="0"/>
          </a:xfrm>
          <a:custGeom>
            <a:avLst/>
            <a:gdLst/>
            <a:ahLst/>
            <a:cxnLst/>
            <a:rect l="l" t="t" r="r" b="b"/>
            <a:pathLst>
              <a:path w="811530">
                <a:moveTo>
                  <a:pt x="0" y="0"/>
                </a:moveTo>
                <a:lnTo>
                  <a:pt x="811530" y="0"/>
                </a:lnTo>
              </a:path>
            </a:pathLst>
          </a:custGeom>
          <a:ln w="25400">
            <a:solidFill>
              <a:srgbClr val="3366FF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809239" y="4850129"/>
            <a:ext cx="104139" cy="50800"/>
          </a:xfrm>
          <a:custGeom>
            <a:avLst/>
            <a:gdLst/>
            <a:ahLst/>
            <a:cxnLst/>
            <a:rect l="l" t="t" r="r" b="b"/>
            <a:pathLst>
              <a:path w="104139" h="50800">
                <a:moveTo>
                  <a:pt x="6350" y="0"/>
                </a:moveTo>
                <a:lnTo>
                  <a:pt x="0" y="24130"/>
                </a:lnTo>
                <a:lnTo>
                  <a:pt x="96520" y="50800"/>
                </a:lnTo>
                <a:lnTo>
                  <a:pt x="104140" y="2667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637789" y="4801870"/>
            <a:ext cx="104139" cy="52069"/>
          </a:xfrm>
          <a:custGeom>
            <a:avLst/>
            <a:gdLst/>
            <a:ahLst/>
            <a:cxnLst/>
            <a:rect l="l" t="t" r="r" b="b"/>
            <a:pathLst>
              <a:path w="104139" h="52070">
                <a:moveTo>
                  <a:pt x="6350" y="0"/>
                </a:moveTo>
                <a:lnTo>
                  <a:pt x="0" y="24129"/>
                </a:lnTo>
                <a:lnTo>
                  <a:pt x="97790" y="52069"/>
                </a:lnTo>
                <a:lnTo>
                  <a:pt x="104140" y="26669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467610" y="4753609"/>
            <a:ext cx="104139" cy="52069"/>
          </a:xfrm>
          <a:custGeom>
            <a:avLst/>
            <a:gdLst/>
            <a:ahLst/>
            <a:cxnLst/>
            <a:rect l="l" t="t" r="r" b="b"/>
            <a:pathLst>
              <a:path w="104139" h="52070">
                <a:moveTo>
                  <a:pt x="6350" y="0"/>
                </a:moveTo>
                <a:lnTo>
                  <a:pt x="0" y="24129"/>
                </a:lnTo>
                <a:lnTo>
                  <a:pt x="96519" y="52069"/>
                </a:lnTo>
                <a:lnTo>
                  <a:pt x="104139" y="26669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296160" y="4705350"/>
            <a:ext cx="104139" cy="52069"/>
          </a:xfrm>
          <a:custGeom>
            <a:avLst/>
            <a:gdLst/>
            <a:ahLst/>
            <a:cxnLst/>
            <a:rect l="l" t="t" r="r" b="b"/>
            <a:pathLst>
              <a:path w="104139" h="52070">
                <a:moveTo>
                  <a:pt x="6350" y="0"/>
                </a:moveTo>
                <a:lnTo>
                  <a:pt x="0" y="24130"/>
                </a:lnTo>
                <a:lnTo>
                  <a:pt x="97789" y="52069"/>
                </a:lnTo>
                <a:lnTo>
                  <a:pt x="104139" y="27939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124710" y="4657090"/>
            <a:ext cx="105410" cy="52069"/>
          </a:xfrm>
          <a:custGeom>
            <a:avLst/>
            <a:gdLst/>
            <a:ahLst/>
            <a:cxnLst/>
            <a:rect l="l" t="t" r="r" b="b"/>
            <a:pathLst>
              <a:path w="105410" h="52070">
                <a:moveTo>
                  <a:pt x="7619" y="0"/>
                </a:moveTo>
                <a:lnTo>
                  <a:pt x="0" y="25400"/>
                </a:lnTo>
                <a:lnTo>
                  <a:pt x="97789" y="52070"/>
                </a:lnTo>
                <a:lnTo>
                  <a:pt x="105409" y="27940"/>
                </a:lnTo>
                <a:lnTo>
                  <a:pt x="761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954529" y="4608829"/>
            <a:ext cx="104139" cy="53340"/>
          </a:xfrm>
          <a:custGeom>
            <a:avLst/>
            <a:gdLst/>
            <a:ahLst/>
            <a:cxnLst/>
            <a:rect l="l" t="t" r="r" b="b"/>
            <a:pathLst>
              <a:path w="104139" h="53339">
                <a:moveTo>
                  <a:pt x="6350" y="0"/>
                </a:moveTo>
                <a:lnTo>
                  <a:pt x="0" y="25400"/>
                </a:lnTo>
                <a:lnTo>
                  <a:pt x="97789" y="53340"/>
                </a:lnTo>
                <a:lnTo>
                  <a:pt x="104139" y="2794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783079" y="4561840"/>
            <a:ext cx="105410" cy="52069"/>
          </a:xfrm>
          <a:custGeom>
            <a:avLst/>
            <a:gdLst/>
            <a:ahLst/>
            <a:cxnLst/>
            <a:rect l="l" t="t" r="r" b="b"/>
            <a:pathLst>
              <a:path w="105410" h="52070">
                <a:moveTo>
                  <a:pt x="7619" y="0"/>
                </a:moveTo>
                <a:lnTo>
                  <a:pt x="0" y="24130"/>
                </a:lnTo>
                <a:lnTo>
                  <a:pt x="97789" y="52070"/>
                </a:lnTo>
                <a:lnTo>
                  <a:pt x="105409" y="26670"/>
                </a:lnTo>
                <a:lnTo>
                  <a:pt x="761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612900" y="4513579"/>
            <a:ext cx="104139" cy="52069"/>
          </a:xfrm>
          <a:custGeom>
            <a:avLst/>
            <a:gdLst/>
            <a:ahLst/>
            <a:cxnLst/>
            <a:rect l="l" t="t" r="r" b="b"/>
            <a:pathLst>
              <a:path w="104139" h="52070">
                <a:moveTo>
                  <a:pt x="6350" y="0"/>
                </a:moveTo>
                <a:lnTo>
                  <a:pt x="0" y="24130"/>
                </a:lnTo>
                <a:lnTo>
                  <a:pt x="97789" y="52070"/>
                </a:lnTo>
                <a:lnTo>
                  <a:pt x="104139" y="2794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441450" y="4465320"/>
            <a:ext cx="104139" cy="52069"/>
          </a:xfrm>
          <a:custGeom>
            <a:avLst/>
            <a:gdLst/>
            <a:ahLst/>
            <a:cxnLst/>
            <a:rect l="l" t="t" r="r" b="b"/>
            <a:pathLst>
              <a:path w="104140" h="52070">
                <a:moveTo>
                  <a:pt x="7619" y="0"/>
                </a:moveTo>
                <a:lnTo>
                  <a:pt x="0" y="25399"/>
                </a:lnTo>
                <a:lnTo>
                  <a:pt x="97790" y="52069"/>
                </a:lnTo>
                <a:lnTo>
                  <a:pt x="104140" y="27939"/>
                </a:lnTo>
                <a:lnTo>
                  <a:pt x="761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316989" y="4431029"/>
            <a:ext cx="58419" cy="38100"/>
          </a:xfrm>
          <a:custGeom>
            <a:avLst/>
            <a:gdLst/>
            <a:ahLst/>
            <a:cxnLst/>
            <a:rect l="l" t="t" r="r" b="b"/>
            <a:pathLst>
              <a:path w="58419" h="38100">
                <a:moveTo>
                  <a:pt x="7619" y="0"/>
                </a:moveTo>
                <a:lnTo>
                  <a:pt x="0" y="24130"/>
                </a:lnTo>
                <a:lnTo>
                  <a:pt x="52069" y="38100"/>
                </a:lnTo>
                <a:lnTo>
                  <a:pt x="58419" y="13970"/>
                </a:lnTo>
                <a:lnTo>
                  <a:pt x="761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764789" y="4455159"/>
            <a:ext cx="104139" cy="52069"/>
          </a:xfrm>
          <a:custGeom>
            <a:avLst/>
            <a:gdLst/>
            <a:ahLst/>
            <a:cxnLst/>
            <a:rect l="l" t="t" r="r" b="b"/>
            <a:pathLst>
              <a:path w="104139" h="52070">
                <a:moveTo>
                  <a:pt x="97790" y="0"/>
                </a:moveTo>
                <a:lnTo>
                  <a:pt x="0" y="26669"/>
                </a:lnTo>
                <a:lnTo>
                  <a:pt x="6350" y="52069"/>
                </a:lnTo>
                <a:lnTo>
                  <a:pt x="104140" y="24129"/>
                </a:lnTo>
                <a:lnTo>
                  <a:pt x="9779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93339" y="4503420"/>
            <a:ext cx="105410" cy="50800"/>
          </a:xfrm>
          <a:custGeom>
            <a:avLst/>
            <a:gdLst/>
            <a:ahLst/>
            <a:cxnLst/>
            <a:rect l="l" t="t" r="r" b="b"/>
            <a:pathLst>
              <a:path w="105410" h="50800">
                <a:moveTo>
                  <a:pt x="97790" y="0"/>
                </a:moveTo>
                <a:lnTo>
                  <a:pt x="0" y="26669"/>
                </a:lnTo>
                <a:lnTo>
                  <a:pt x="6350" y="50799"/>
                </a:lnTo>
                <a:lnTo>
                  <a:pt x="105410" y="24129"/>
                </a:lnTo>
                <a:lnTo>
                  <a:pt x="9779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421889" y="4550409"/>
            <a:ext cx="105410" cy="52069"/>
          </a:xfrm>
          <a:custGeom>
            <a:avLst/>
            <a:gdLst/>
            <a:ahLst/>
            <a:cxnLst/>
            <a:rect l="l" t="t" r="r" b="b"/>
            <a:pathLst>
              <a:path w="105410" h="52070">
                <a:moveTo>
                  <a:pt x="99060" y="0"/>
                </a:moveTo>
                <a:lnTo>
                  <a:pt x="0" y="27939"/>
                </a:lnTo>
                <a:lnTo>
                  <a:pt x="7620" y="52069"/>
                </a:lnTo>
                <a:lnTo>
                  <a:pt x="105410" y="25400"/>
                </a:lnTo>
                <a:lnTo>
                  <a:pt x="9906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251710" y="4598670"/>
            <a:ext cx="104139" cy="52069"/>
          </a:xfrm>
          <a:custGeom>
            <a:avLst/>
            <a:gdLst/>
            <a:ahLst/>
            <a:cxnLst/>
            <a:rect l="l" t="t" r="r" b="b"/>
            <a:pathLst>
              <a:path w="104139" h="52070">
                <a:moveTo>
                  <a:pt x="97789" y="0"/>
                </a:moveTo>
                <a:lnTo>
                  <a:pt x="0" y="26669"/>
                </a:lnTo>
                <a:lnTo>
                  <a:pt x="6350" y="52069"/>
                </a:lnTo>
                <a:lnTo>
                  <a:pt x="104139" y="24129"/>
                </a:lnTo>
                <a:lnTo>
                  <a:pt x="9778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080260" y="4645659"/>
            <a:ext cx="105410" cy="52069"/>
          </a:xfrm>
          <a:custGeom>
            <a:avLst/>
            <a:gdLst/>
            <a:ahLst/>
            <a:cxnLst/>
            <a:rect l="l" t="t" r="r" b="b"/>
            <a:pathLst>
              <a:path w="105410" h="52070">
                <a:moveTo>
                  <a:pt x="97789" y="0"/>
                </a:moveTo>
                <a:lnTo>
                  <a:pt x="0" y="27939"/>
                </a:lnTo>
                <a:lnTo>
                  <a:pt x="7619" y="52069"/>
                </a:lnTo>
                <a:lnTo>
                  <a:pt x="105409" y="25400"/>
                </a:lnTo>
                <a:lnTo>
                  <a:pt x="9778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1910079" y="4693920"/>
            <a:ext cx="104139" cy="52069"/>
          </a:xfrm>
          <a:custGeom>
            <a:avLst/>
            <a:gdLst/>
            <a:ahLst/>
            <a:cxnLst/>
            <a:rect l="l" t="t" r="r" b="b"/>
            <a:pathLst>
              <a:path w="104139" h="52070">
                <a:moveTo>
                  <a:pt x="97789" y="0"/>
                </a:moveTo>
                <a:lnTo>
                  <a:pt x="0" y="27939"/>
                </a:lnTo>
                <a:lnTo>
                  <a:pt x="6350" y="52069"/>
                </a:lnTo>
                <a:lnTo>
                  <a:pt x="104139" y="24129"/>
                </a:lnTo>
                <a:lnTo>
                  <a:pt x="9778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1738629" y="4742179"/>
            <a:ext cx="105410" cy="52069"/>
          </a:xfrm>
          <a:custGeom>
            <a:avLst/>
            <a:gdLst/>
            <a:ahLst/>
            <a:cxnLst/>
            <a:rect l="l" t="t" r="r" b="b"/>
            <a:pathLst>
              <a:path w="105410" h="52070">
                <a:moveTo>
                  <a:pt x="97789" y="0"/>
                </a:moveTo>
                <a:lnTo>
                  <a:pt x="0" y="26670"/>
                </a:lnTo>
                <a:lnTo>
                  <a:pt x="7619" y="52070"/>
                </a:lnTo>
                <a:lnTo>
                  <a:pt x="105409" y="24130"/>
                </a:lnTo>
                <a:lnTo>
                  <a:pt x="9778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567180" y="4789170"/>
            <a:ext cx="105410" cy="52069"/>
          </a:xfrm>
          <a:custGeom>
            <a:avLst/>
            <a:gdLst/>
            <a:ahLst/>
            <a:cxnLst/>
            <a:rect l="l" t="t" r="r" b="b"/>
            <a:pathLst>
              <a:path w="105410" h="52070">
                <a:moveTo>
                  <a:pt x="99059" y="0"/>
                </a:moveTo>
                <a:lnTo>
                  <a:pt x="0" y="27939"/>
                </a:lnTo>
                <a:lnTo>
                  <a:pt x="7619" y="52069"/>
                </a:lnTo>
                <a:lnTo>
                  <a:pt x="105409" y="25399"/>
                </a:lnTo>
                <a:lnTo>
                  <a:pt x="9905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397000" y="4837429"/>
            <a:ext cx="104139" cy="52069"/>
          </a:xfrm>
          <a:custGeom>
            <a:avLst/>
            <a:gdLst/>
            <a:ahLst/>
            <a:cxnLst/>
            <a:rect l="l" t="t" r="r" b="b"/>
            <a:pathLst>
              <a:path w="104140" h="52070">
                <a:moveTo>
                  <a:pt x="97790" y="0"/>
                </a:moveTo>
                <a:lnTo>
                  <a:pt x="0" y="26670"/>
                </a:lnTo>
                <a:lnTo>
                  <a:pt x="7619" y="52070"/>
                </a:lnTo>
                <a:lnTo>
                  <a:pt x="104140" y="24130"/>
                </a:lnTo>
                <a:lnTo>
                  <a:pt x="9779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83969" y="4885690"/>
            <a:ext cx="46990" cy="35560"/>
          </a:xfrm>
          <a:custGeom>
            <a:avLst/>
            <a:gdLst/>
            <a:ahLst/>
            <a:cxnLst/>
            <a:rect l="l" t="t" r="r" b="b"/>
            <a:pathLst>
              <a:path w="46990" h="35560">
                <a:moveTo>
                  <a:pt x="39370" y="0"/>
                </a:moveTo>
                <a:lnTo>
                  <a:pt x="0" y="10160"/>
                </a:lnTo>
                <a:lnTo>
                  <a:pt x="7620" y="35560"/>
                </a:lnTo>
                <a:lnTo>
                  <a:pt x="46990" y="24130"/>
                </a:lnTo>
                <a:lnTo>
                  <a:pt x="3937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 txBox="1"/>
          <p:nvPr/>
        </p:nvSpPr>
        <p:spPr>
          <a:xfrm>
            <a:off x="1562100" y="1367790"/>
            <a:ext cx="863600" cy="2387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00" b="1" dirty="0">
                <a:solidFill>
                  <a:srgbClr val="333333"/>
                </a:solidFill>
                <a:latin typeface="Arial"/>
                <a:cs typeface="Arial"/>
              </a:rPr>
              <a:t>Lock</a:t>
            </a:r>
            <a:r>
              <a:rPr sz="1400" b="1" spc="-6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400" b="1" spc="-20" dirty="0">
                <a:solidFill>
                  <a:srgbClr val="333333"/>
                </a:solidFill>
                <a:latin typeface="Arial"/>
                <a:cs typeface="Arial"/>
              </a:rPr>
              <a:t>Step</a:t>
            </a:r>
            <a:endParaRPr sz="1400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3963670" y="1184909"/>
            <a:ext cx="3885565" cy="13716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36854" marR="5080" indent="-224790">
              <a:lnSpc>
                <a:spcPct val="100000"/>
              </a:lnSpc>
              <a:spcBef>
                <a:spcPts val="100"/>
              </a:spcBef>
            </a:pPr>
            <a:r>
              <a:rPr sz="3000" baseline="2777" dirty="0">
                <a:solidFill>
                  <a:srgbClr val="333333"/>
                </a:solidFill>
                <a:latin typeface="Noto Sans Symbols2"/>
                <a:cs typeface="Noto Sans Symbols2"/>
              </a:rPr>
              <a:t>⯈</a:t>
            </a: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Two</a:t>
            </a:r>
            <a:r>
              <a:rPr sz="2000" b="1" spc="-1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VMs</a:t>
            </a:r>
            <a:r>
              <a:rPr sz="2000" b="1" spc="-1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are</a:t>
            </a:r>
            <a:r>
              <a:rPr sz="2000" b="1" spc="-1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kept</a:t>
            </a:r>
            <a:r>
              <a:rPr sz="2000" b="1" spc="-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in</a:t>
            </a:r>
            <a:r>
              <a:rPr sz="2000" b="1" spc="-2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spc="-10" dirty="0">
                <a:solidFill>
                  <a:srgbClr val="333333"/>
                </a:solidFill>
                <a:latin typeface="Arial"/>
                <a:cs typeface="Arial"/>
              </a:rPr>
              <a:t>lock-</a:t>
            </a:r>
            <a:r>
              <a:rPr sz="2000" b="1" spc="-20" dirty="0">
                <a:solidFill>
                  <a:srgbClr val="333333"/>
                </a:solidFill>
                <a:latin typeface="Arial"/>
                <a:cs typeface="Arial"/>
              </a:rPr>
              <a:t>step </a:t>
            </a: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across</a:t>
            </a:r>
            <a:r>
              <a:rPr sz="2000" b="1" spc="-7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physically</a:t>
            </a:r>
            <a:r>
              <a:rPr sz="2000" b="1" spc="-7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spc="-10" dirty="0">
                <a:solidFill>
                  <a:srgbClr val="333333"/>
                </a:solidFill>
                <a:latin typeface="Arial"/>
                <a:cs typeface="Arial"/>
              </a:rPr>
              <a:t>separate machines</a:t>
            </a:r>
            <a:endParaRPr sz="2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000"/>
              </a:spcBef>
            </a:pPr>
            <a:r>
              <a:rPr sz="3000" baseline="2777" dirty="0">
                <a:solidFill>
                  <a:srgbClr val="333333"/>
                </a:solidFill>
                <a:latin typeface="Noto Sans Symbols2"/>
                <a:cs typeface="Noto Sans Symbols2"/>
              </a:rPr>
              <a:t>⯈</a:t>
            </a: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In</a:t>
            </a:r>
            <a:r>
              <a:rPr sz="2000" b="1" spc="-2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case</a:t>
            </a:r>
            <a:r>
              <a:rPr sz="2000" b="1" spc="-1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of</a:t>
            </a:r>
            <a:r>
              <a:rPr sz="2000" b="1" spc="-1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hardware</a:t>
            </a:r>
            <a:r>
              <a:rPr sz="2000" b="1" spc="-1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spc="-10" dirty="0">
                <a:solidFill>
                  <a:srgbClr val="333333"/>
                </a:solidFill>
                <a:latin typeface="Arial"/>
                <a:cs typeface="Arial"/>
              </a:rPr>
              <a:t>failure,</a:t>
            </a:r>
            <a:endParaRPr sz="2000">
              <a:latin typeface="Arial"/>
              <a:cs typeface="Arial"/>
            </a:endParaRPr>
          </a:p>
        </p:txBody>
      </p:sp>
      <p:grpSp>
        <p:nvGrpSpPr>
          <p:cNvPr id="45" name="object 45"/>
          <p:cNvGrpSpPr/>
          <p:nvPr/>
        </p:nvGrpSpPr>
        <p:grpSpPr>
          <a:xfrm>
            <a:off x="4547870" y="3609340"/>
            <a:ext cx="144780" cy="511809"/>
            <a:chOff x="4547870" y="3609340"/>
            <a:chExt cx="144780" cy="511809"/>
          </a:xfrm>
        </p:grpSpPr>
        <p:pic>
          <p:nvPicPr>
            <p:cNvPr id="46" name="object 4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547870" y="3609340"/>
              <a:ext cx="144779" cy="123189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547870" y="3997960"/>
              <a:ext cx="144779" cy="123189"/>
            </a:xfrm>
            <a:prstGeom prst="rect">
              <a:avLst/>
            </a:prstGeom>
          </p:spPr>
        </p:pic>
      </p:grpSp>
      <p:sp>
        <p:nvSpPr>
          <p:cNvPr id="48" name="object 48"/>
          <p:cNvSpPr txBox="1"/>
          <p:nvPr/>
        </p:nvSpPr>
        <p:spPr>
          <a:xfrm>
            <a:off x="4758690" y="3910329"/>
            <a:ext cx="3058795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dirty="0">
                <a:latin typeface="Arial"/>
                <a:cs typeface="Arial"/>
              </a:rPr>
              <a:t>Protects</a:t>
            </a:r>
            <a:r>
              <a:rPr sz="1800" spc="-20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any</a:t>
            </a:r>
            <a:r>
              <a:rPr sz="1800" spc="-15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OS</a:t>
            </a:r>
            <a:r>
              <a:rPr sz="1800" spc="-5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&amp;</a:t>
            </a:r>
            <a:r>
              <a:rPr sz="1800" spc="-20" dirty="0">
                <a:latin typeface="Arial"/>
                <a:cs typeface="Arial"/>
              </a:rPr>
              <a:t> </a:t>
            </a:r>
            <a:r>
              <a:rPr sz="1800" spc="-10" dirty="0">
                <a:latin typeface="Arial"/>
                <a:cs typeface="Arial"/>
              </a:rPr>
              <a:t>application</a:t>
            </a:r>
            <a:endParaRPr sz="1800">
              <a:latin typeface="Arial"/>
              <a:cs typeface="Arial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4923790" y="4184650"/>
            <a:ext cx="1851025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dirty="0">
                <a:latin typeface="Arial"/>
                <a:cs typeface="Arial"/>
              </a:rPr>
              <a:t>ithout</a:t>
            </a:r>
            <a:r>
              <a:rPr sz="1800" spc="-40" dirty="0">
                <a:latin typeface="Arial"/>
                <a:cs typeface="Arial"/>
              </a:rPr>
              <a:t> </a:t>
            </a:r>
            <a:r>
              <a:rPr sz="1800" spc="-10" dirty="0">
                <a:latin typeface="Arial"/>
                <a:cs typeface="Arial"/>
              </a:rPr>
              <a:t>modification</a:t>
            </a:r>
            <a:endParaRPr sz="1800">
              <a:latin typeface="Arial"/>
              <a:cs typeface="Arial"/>
            </a:endParaRPr>
          </a:p>
        </p:txBody>
      </p:sp>
      <p:pic>
        <p:nvPicPr>
          <p:cNvPr id="50" name="object 50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4547870" y="4660900"/>
            <a:ext cx="144779" cy="123189"/>
          </a:xfrm>
          <a:prstGeom prst="rect">
            <a:avLst/>
          </a:prstGeom>
        </p:spPr>
      </p:pic>
      <p:pic>
        <p:nvPicPr>
          <p:cNvPr id="51" name="object 51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4547870" y="5323840"/>
            <a:ext cx="144779" cy="123190"/>
          </a:xfrm>
          <a:prstGeom prst="rect">
            <a:avLst/>
          </a:prstGeom>
        </p:spPr>
      </p:pic>
      <p:sp>
        <p:nvSpPr>
          <p:cNvPr id="52" name="object 52"/>
          <p:cNvSpPr txBox="1"/>
          <p:nvPr/>
        </p:nvSpPr>
        <p:spPr>
          <a:xfrm>
            <a:off x="4758690" y="4572000"/>
            <a:ext cx="3565525" cy="12369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409575">
              <a:lnSpc>
                <a:spcPct val="100000"/>
              </a:lnSpc>
              <a:spcBef>
                <a:spcPts val="100"/>
              </a:spcBef>
            </a:pPr>
            <a:r>
              <a:rPr sz="1800" dirty="0">
                <a:latin typeface="Arial"/>
                <a:cs typeface="Arial"/>
              </a:rPr>
              <a:t>Easier</a:t>
            </a:r>
            <a:r>
              <a:rPr sz="1800" spc="-25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to</a:t>
            </a:r>
            <a:r>
              <a:rPr sz="1800" spc="-25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setup</a:t>
            </a:r>
            <a:r>
              <a:rPr sz="1800" spc="-30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&amp;</a:t>
            </a:r>
            <a:r>
              <a:rPr sz="1800" spc="-15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manage</a:t>
            </a:r>
            <a:r>
              <a:rPr sz="1800" spc="-30" dirty="0">
                <a:latin typeface="Arial"/>
                <a:cs typeface="Arial"/>
              </a:rPr>
              <a:t> </a:t>
            </a:r>
            <a:r>
              <a:rPr sz="1800" spc="-20" dirty="0">
                <a:latin typeface="Arial"/>
                <a:cs typeface="Arial"/>
              </a:rPr>
              <a:t>than </a:t>
            </a:r>
            <a:r>
              <a:rPr sz="1800" dirty="0">
                <a:latin typeface="Arial"/>
                <a:cs typeface="Arial"/>
              </a:rPr>
              <a:t>traditional</a:t>
            </a:r>
            <a:r>
              <a:rPr sz="1800" spc="-70" dirty="0">
                <a:latin typeface="Arial"/>
                <a:cs typeface="Arial"/>
              </a:rPr>
              <a:t> </a:t>
            </a:r>
            <a:r>
              <a:rPr sz="1800" spc="-10" dirty="0">
                <a:latin typeface="Arial"/>
                <a:cs typeface="Arial"/>
              </a:rPr>
              <a:t>clustering</a:t>
            </a:r>
            <a:endParaRPr sz="1800">
              <a:latin typeface="Arial"/>
              <a:cs typeface="Arial"/>
            </a:endParaRPr>
          </a:p>
          <a:p>
            <a:pPr marL="12700" marR="5080">
              <a:lnSpc>
                <a:spcPct val="100000"/>
              </a:lnSpc>
              <a:spcBef>
                <a:spcPts val="900"/>
              </a:spcBef>
            </a:pPr>
            <a:r>
              <a:rPr sz="1800" dirty="0">
                <a:latin typeface="Arial"/>
                <a:cs typeface="Arial"/>
              </a:rPr>
              <a:t>More</a:t>
            </a:r>
            <a:r>
              <a:rPr sz="1800" spc="-40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cost</a:t>
            </a:r>
            <a:r>
              <a:rPr sz="1800" spc="-15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effective</a:t>
            </a:r>
            <a:r>
              <a:rPr sz="1800" spc="-25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than</a:t>
            </a:r>
            <a:r>
              <a:rPr sz="1800" spc="-25" dirty="0">
                <a:latin typeface="Arial"/>
                <a:cs typeface="Arial"/>
              </a:rPr>
              <a:t> </a:t>
            </a:r>
            <a:r>
              <a:rPr sz="1800" spc="-10" dirty="0">
                <a:latin typeface="Arial"/>
                <a:cs typeface="Arial"/>
              </a:rPr>
              <a:t>dedicated, fault-</a:t>
            </a:r>
            <a:r>
              <a:rPr sz="1800" dirty="0">
                <a:latin typeface="Arial"/>
                <a:cs typeface="Arial"/>
              </a:rPr>
              <a:t>tolerant</a:t>
            </a:r>
            <a:r>
              <a:rPr sz="1800" spc="-20" dirty="0">
                <a:latin typeface="Arial"/>
                <a:cs typeface="Arial"/>
              </a:rPr>
              <a:t> </a:t>
            </a:r>
            <a:r>
              <a:rPr sz="1800" spc="-10" dirty="0">
                <a:latin typeface="Arial"/>
                <a:cs typeface="Arial"/>
              </a:rPr>
              <a:t>hardware</a:t>
            </a:r>
            <a:endParaRPr sz="1800">
              <a:latin typeface="Arial"/>
              <a:cs typeface="Arial"/>
            </a:endParaRPr>
          </a:p>
        </p:txBody>
      </p:sp>
      <p:sp>
        <p:nvSpPr>
          <p:cNvPr id="53" name="object 53"/>
          <p:cNvSpPr/>
          <p:nvPr/>
        </p:nvSpPr>
        <p:spPr>
          <a:xfrm>
            <a:off x="980439" y="595630"/>
            <a:ext cx="4664710" cy="403860"/>
          </a:xfrm>
          <a:custGeom>
            <a:avLst/>
            <a:gdLst/>
            <a:ahLst/>
            <a:cxnLst/>
            <a:rect l="l" t="t" r="r" b="b"/>
            <a:pathLst>
              <a:path w="4664710" h="403859">
                <a:moveTo>
                  <a:pt x="4664710" y="0"/>
                </a:moveTo>
                <a:lnTo>
                  <a:pt x="0" y="0"/>
                </a:lnTo>
                <a:lnTo>
                  <a:pt x="0" y="403860"/>
                </a:lnTo>
                <a:lnTo>
                  <a:pt x="2332990" y="403860"/>
                </a:lnTo>
                <a:lnTo>
                  <a:pt x="4664710" y="403860"/>
                </a:lnTo>
                <a:lnTo>
                  <a:pt x="466471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 txBox="1"/>
          <p:nvPr/>
        </p:nvSpPr>
        <p:spPr>
          <a:xfrm>
            <a:off x="1013460" y="574040"/>
            <a:ext cx="445960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b="1" spc="-20" dirty="0">
                <a:solidFill>
                  <a:srgbClr val="7C9AC5"/>
                </a:solidFill>
                <a:latin typeface="Arial"/>
                <a:cs typeface="Arial"/>
              </a:rPr>
              <a:t>Server:</a:t>
            </a:r>
            <a:r>
              <a:rPr sz="2400" b="1" spc="-70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2400" b="1" spc="-10" dirty="0">
                <a:solidFill>
                  <a:srgbClr val="7C9AC5"/>
                </a:solidFill>
                <a:latin typeface="Arial"/>
                <a:cs typeface="Arial"/>
              </a:rPr>
              <a:t>Continuous</a:t>
            </a:r>
            <a:r>
              <a:rPr sz="2400" b="1" spc="-310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2400" b="1" spc="-10" dirty="0">
                <a:solidFill>
                  <a:srgbClr val="7C9AC5"/>
                </a:solidFill>
                <a:latin typeface="Arial"/>
                <a:cs typeface="Arial"/>
              </a:rPr>
              <a:t>Availability</a:t>
            </a:r>
            <a:endParaRPr sz="2400">
              <a:latin typeface="Arial"/>
              <a:cs typeface="Arial"/>
            </a:endParaRPr>
          </a:p>
        </p:txBody>
      </p:sp>
      <p:grpSp>
        <p:nvGrpSpPr>
          <p:cNvPr id="55" name="object 55"/>
          <p:cNvGrpSpPr/>
          <p:nvPr/>
        </p:nvGrpSpPr>
        <p:grpSpPr>
          <a:xfrm>
            <a:off x="215840" y="2578040"/>
            <a:ext cx="8712835" cy="1998345"/>
            <a:chOff x="215840" y="2578040"/>
            <a:chExt cx="8712835" cy="1998345"/>
          </a:xfrm>
        </p:grpSpPr>
        <p:sp>
          <p:nvSpPr>
            <p:cNvPr id="56" name="object 56"/>
            <p:cNvSpPr/>
            <p:nvPr/>
          </p:nvSpPr>
          <p:spPr>
            <a:xfrm>
              <a:off x="228599" y="2590799"/>
              <a:ext cx="8686800" cy="1972310"/>
            </a:xfrm>
            <a:custGeom>
              <a:avLst/>
              <a:gdLst/>
              <a:ahLst/>
              <a:cxnLst/>
              <a:rect l="l" t="t" r="r" b="b"/>
              <a:pathLst>
                <a:path w="8686800" h="1972310">
                  <a:moveTo>
                    <a:pt x="8686800" y="0"/>
                  </a:moveTo>
                  <a:lnTo>
                    <a:pt x="0" y="0"/>
                  </a:lnTo>
                  <a:lnTo>
                    <a:pt x="0" y="1972310"/>
                  </a:lnTo>
                  <a:lnTo>
                    <a:pt x="4343400" y="1972310"/>
                  </a:lnTo>
                  <a:lnTo>
                    <a:pt x="8686800" y="1972310"/>
                  </a:lnTo>
                  <a:lnTo>
                    <a:pt x="8686800" y="0"/>
                  </a:lnTo>
                  <a:close/>
                </a:path>
              </a:pathLst>
            </a:custGeom>
            <a:solidFill>
              <a:srgbClr val="B9B9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228599" y="2590799"/>
              <a:ext cx="8686800" cy="1972310"/>
            </a:xfrm>
            <a:custGeom>
              <a:avLst/>
              <a:gdLst/>
              <a:ahLst/>
              <a:cxnLst/>
              <a:rect l="l" t="t" r="r" b="b"/>
              <a:pathLst>
                <a:path w="8686800" h="1972310">
                  <a:moveTo>
                    <a:pt x="4343400" y="1972310"/>
                  </a:moveTo>
                  <a:lnTo>
                    <a:pt x="0" y="1972310"/>
                  </a:lnTo>
                  <a:lnTo>
                    <a:pt x="0" y="0"/>
                  </a:lnTo>
                  <a:lnTo>
                    <a:pt x="8686800" y="0"/>
                  </a:lnTo>
                  <a:lnTo>
                    <a:pt x="8686800" y="1972310"/>
                  </a:lnTo>
                  <a:lnTo>
                    <a:pt x="4343400" y="1972310"/>
                  </a:lnTo>
                  <a:close/>
                </a:path>
              </a:pathLst>
            </a:custGeom>
            <a:ln w="25518">
              <a:solidFill>
                <a:srgbClr val="33333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8" name="object 58"/>
          <p:cNvSpPr txBox="1"/>
          <p:nvPr/>
        </p:nvSpPr>
        <p:spPr>
          <a:xfrm>
            <a:off x="910589" y="2625090"/>
            <a:ext cx="7322820" cy="4521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2800" b="1" dirty="0">
                <a:solidFill>
                  <a:srgbClr val="7C9AC5"/>
                </a:solidFill>
                <a:latin typeface="Arial"/>
                <a:cs typeface="Arial"/>
              </a:rPr>
              <a:t>Watch</a:t>
            </a:r>
            <a:r>
              <a:rPr sz="2800" b="1" spc="-25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2800" b="1" spc="-10" dirty="0">
                <a:solidFill>
                  <a:srgbClr val="7C9AC5"/>
                </a:solidFill>
                <a:latin typeface="Arial"/>
                <a:cs typeface="Arial"/>
              </a:rPr>
              <a:t>Continuous</a:t>
            </a:r>
            <a:r>
              <a:rPr sz="2800" b="1" spc="-35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2800" b="1" spc="-1920" dirty="0">
                <a:solidFill>
                  <a:srgbClr val="7C9AC5"/>
                </a:solidFill>
                <a:latin typeface="Arial"/>
                <a:cs typeface="Arial"/>
              </a:rPr>
              <a:t>A</a:t>
            </a:r>
            <a:r>
              <a:rPr sz="3000" b="1" spc="-15" baseline="43055" dirty="0">
                <a:solidFill>
                  <a:srgbClr val="333333"/>
                </a:solidFill>
                <a:latin typeface="Arial"/>
                <a:cs typeface="Arial"/>
              </a:rPr>
              <a:t>s</a:t>
            </a:r>
            <a:r>
              <a:rPr sz="3000" b="1" spc="-562" baseline="43055" dirty="0">
                <a:solidFill>
                  <a:srgbClr val="333333"/>
                </a:solidFill>
                <a:latin typeface="Arial"/>
                <a:cs typeface="Arial"/>
              </a:rPr>
              <a:t>e</a:t>
            </a:r>
            <a:r>
              <a:rPr sz="2800" b="1" spc="-1240" dirty="0">
                <a:solidFill>
                  <a:srgbClr val="7C9AC5"/>
                </a:solidFill>
                <a:latin typeface="Arial"/>
                <a:cs typeface="Arial"/>
              </a:rPr>
              <a:t>v</a:t>
            </a:r>
            <a:r>
              <a:rPr sz="3000" b="1" spc="-15" baseline="43055" dirty="0">
                <a:solidFill>
                  <a:srgbClr val="333333"/>
                </a:solidFill>
                <a:latin typeface="Arial"/>
                <a:cs typeface="Arial"/>
              </a:rPr>
              <a:t>c</a:t>
            </a:r>
            <a:r>
              <a:rPr sz="3000" b="1" spc="-1747" baseline="43055" dirty="0">
                <a:solidFill>
                  <a:srgbClr val="333333"/>
                </a:solidFill>
                <a:latin typeface="Arial"/>
                <a:cs typeface="Arial"/>
              </a:rPr>
              <a:t>o</a:t>
            </a:r>
            <a:r>
              <a:rPr sz="2800" b="1" spc="-440" dirty="0">
                <a:solidFill>
                  <a:srgbClr val="7C9AC5"/>
                </a:solidFill>
                <a:latin typeface="Arial"/>
                <a:cs typeface="Arial"/>
              </a:rPr>
              <a:t>a</a:t>
            </a:r>
            <a:r>
              <a:rPr sz="3000" b="1" spc="-1245" baseline="43055" dirty="0">
                <a:solidFill>
                  <a:srgbClr val="333333"/>
                </a:solidFill>
                <a:latin typeface="Arial"/>
                <a:cs typeface="Arial"/>
              </a:rPr>
              <a:t>n</a:t>
            </a:r>
            <a:r>
              <a:rPr sz="2800" b="1" spc="-15" dirty="0">
                <a:solidFill>
                  <a:srgbClr val="7C9AC5"/>
                </a:solidFill>
                <a:latin typeface="Arial"/>
                <a:cs typeface="Arial"/>
              </a:rPr>
              <a:t>i</a:t>
            </a:r>
            <a:r>
              <a:rPr sz="2800" b="1" spc="-775" dirty="0">
                <a:solidFill>
                  <a:srgbClr val="7C9AC5"/>
                </a:solidFill>
                <a:latin typeface="Arial"/>
                <a:cs typeface="Arial"/>
              </a:rPr>
              <a:t>l</a:t>
            </a:r>
            <a:r>
              <a:rPr sz="3000" b="1" spc="-727" baseline="43055" dirty="0">
                <a:solidFill>
                  <a:srgbClr val="333333"/>
                </a:solidFill>
                <a:latin typeface="Arial"/>
                <a:cs typeface="Arial"/>
              </a:rPr>
              <a:t>d</a:t>
            </a:r>
            <a:r>
              <a:rPr sz="2800" b="1" spc="-575" dirty="0">
                <a:solidFill>
                  <a:srgbClr val="7C9AC5"/>
                </a:solidFill>
                <a:latin typeface="Arial"/>
                <a:cs typeface="Arial"/>
              </a:rPr>
              <a:t>a</a:t>
            </a:r>
            <a:r>
              <a:rPr sz="3000" b="1" spc="-1214" baseline="43055" dirty="0">
                <a:solidFill>
                  <a:srgbClr val="333333"/>
                </a:solidFill>
                <a:latin typeface="Arial"/>
                <a:cs typeface="Arial"/>
              </a:rPr>
              <a:t>V</a:t>
            </a:r>
            <a:r>
              <a:rPr sz="2800" b="1" spc="-950" dirty="0">
                <a:solidFill>
                  <a:srgbClr val="7C9AC5"/>
                </a:solidFill>
                <a:latin typeface="Arial"/>
                <a:cs typeface="Arial"/>
              </a:rPr>
              <a:t>b</a:t>
            </a:r>
            <a:r>
              <a:rPr sz="3000" b="1" spc="-1147" baseline="43055" dirty="0">
                <a:solidFill>
                  <a:srgbClr val="333333"/>
                </a:solidFill>
                <a:latin typeface="Arial"/>
                <a:cs typeface="Arial"/>
              </a:rPr>
              <a:t>M</a:t>
            </a:r>
            <a:r>
              <a:rPr sz="2800" b="1" spc="-25" dirty="0">
                <a:solidFill>
                  <a:srgbClr val="7C9AC5"/>
                </a:solidFill>
                <a:latin typeface="Arial"/>
                <a:cs typeface="Arial"/>
              </a:rPr>
              <a:t>i</a:t>
            </a:r>
            <a:r>
              <a:rPr sz="2800" b="1" spc="-265" dirty="0">
                <a:solidFill>
                  <a:srgbClr val="7C9AC5"/>
                </a:solidFill>
                <a:latin typeface="Arial"/>
                <a:cs typeface="Arial"/>
              </a:rPr>
              <a:t>l</a:t>
            </a:r>
            <a:r>
              <a:rPr sz="3000" b="1" spc="-1335" baseline="43055" dirty="0">
                <a:solidFill>
                  <a:srgbClr val="333333"/>
                </a:solidFill>
                <a:latin typeface="Arial"/>
                <a:cs typeface="Arial"/>
              </a:rPr>
              <a:t>c</a:t>
            </a:r>
            <a:r>
              <a:rPr sz="2800" b="1" spc="-5" dirty="0">
                <a:solidFill>
                  <a:srgbClr val="7C9AC5"/>
                </a:solidFill>
                <a:latin typeface="Arial"/>
                <a:cs typeface="Arial"/>
              </a:rPr>
              <a:t>i</a:t>
            </a:r>
            <a:r>
              <a:rPr sz="2800" b="1" spc="-890" dirty="0">
                <a:solidFill>
                  <a:srgbClr val="7C9AC5"/>
                </a:solidFill>
                <a:latin typeface="Arial"/>
                <a:cs typeface="Arial"/>
              </a:rPr>
              <a:t>t</a:t>
            </a:r>
            <a:r>
              <a:rPr sz="3000" b="1" spc="-577" baseline="43055" dirty="0">
                <a:solidFill>
                  <a:srgbClr val="333333"/>
                </a:solidFill>
                <a:latin typeface="Arial"/>
                <a:cs typeface="Arial"/>
              </a:rPr>
              <a:t>o</a:t>
            </a:r>
            <a:r>
              <a:rPr sz="2800" b="1" spc="-1220" dirty="0">
                <a:solidFill>
                  <a:srgbClr val="7C9AC5"/>
                </a:solidFill>
                <a:latin typeface="Arial"/>
                <a:cs typeface="Arial"/>
              </a:rPr>
              <a:t>y</a:t>
            </a:r>
            <a:r>
              <a:rPr sz="3000" b="1" spc="-37" baseline="43055" dirty="0">
                <a:solidFill>
                  <a:srgbClr val="333333"/>
                </a:solidFill>
                <a:latin typeface="Arial"/>
                <a:cs typeface="Arial"/>
              </a:rPr>
              <a:t>n</a:t>
            </a:r>
            <a:r>
              <a:rPr sz="3000" b="1" spc="-22" baseline="43055" dirty="0">
                <a:solidFill>
                  <a:srgbClr val="333333"/>
                </a:solidFill>
                <a:latin typeface="Arial"/>
                <a:cs typeface="Arial"/>
              </a:rPr>
              <a:t>t</a:t>
            </a:r>
            <a:r>
              <a:rPr sz="3000" b="1" spc="-742" baseline="43055" dirty="0">
                <a:solidFill>
                  <a:srgbClr val="333333"/>
                </a:solidFill>
                <a:latin typeface="Arial"/>
                <a:cs typeface="Arial"/>
              </a:rPr>
              <a:t>i</a:t>
            </a:r>
            <a:r>
              <a:rPr sz="2800" b="1" spc="-325" dirty="0">
                <a:solidFill>
                  <a:srgbClr val="7C9AC5"/>
                </a:solidFill>
                <a:latin typeface="Arial"/>
                <a:cs typeface="Arial"/>
              </a:rPr>
              <a:t>i</a:t>
            </a:r>
            <a:r>
              <a:rPr sz="3000" b="1" spc="-1410" baseline="43055" dirty="0">
                <a:solidFill>
                  <a:srgbClr val="333333"/>
                </a:solidFill>
                <a:latin typeface="Arial"/>
                <a:cs typeface="Arial"/>
              </a:rPr>
              <a:t>n</a:t>
            </a:r>
            <a:r>
              <a:rPr sz="2800" b="1" spc="-819" dirty="0">
                <a:solidFill>
                  <a:srgbClr val="7C9AC5"/>
                </a:solidFill>
                <a:latin typeface="Arial"/>
                <a:cs typeface="Arial"/>
              </a:rPr>
              <a:t>n</a:t>
            </a:r>
            <a:r>
              <a:rPr sz="3000" b="1" spc="-37" baseline="43055" dirty="0">
                <a:solidFill>
                  <a:srgbClr val="333333"/>
                </a:solidFill>
                <a:latin typeface="Arial"/>
                <a:cs typeface="Arial"/>
              </a:rPr>
              <a:t>u</a:t>
            </a:r>
            <a:r>
              <a:rPr sz="3000" b="1" spc="-1185" baseline="43055" dirty="0">
                <a:solidFill>
                  <a:srgbClr val="333333"/>
                </a:solidFill>
                <a:latin typeface="Arial"/>
                <a:cs typeface="Arial"/>
              </a:rPr>
              <a:t>e</a:t>
            </a:r>
            <a:r>
              <a:rPr sz="2800" b="1" spc="-1285" dirty="0">
                <a:solidFill>
                  <a:srgbClr val="7C9AC5"/>
                </a:solidFill>
                <a:latin typeface="Arial"/>
                <a:cs typeface="Arial"/>
              </a:rPr>
              <a:t>A</a:t>
            </a:r>
            <a:r>
              <a:rPr sz="3000" b="1" spc="165" baseline="43055" dirty="0">
                <a:solidFill>
                  <a:srgbClr val="333333"/>
                </a:solidFill>
                <a:latin typeface="Arial"/>
                <a:cs typeface="Arial"/>
              </a:rPr>
              <a:t>s</a:t>
            </a:r>
            <a:r>
              <a:rPr sz="2800" b="1" spc="-1160" dirty="0">
                <a:solidFill>
                  <a:srgbClr val="7C9AC5"/>
                </a:solidFill>
                <a:latin typeface="Arial"/>
                <a:cs typeface="Arial"/>
              </a:rPr>
              <a:t>c</a:t>
            </a:r>
            <a:r>
              <a:rPr sz="3000" b="1" spc="-37" baseline="43055" dirty="0">
                <a:solidFill>
                  <a:srgbClr val="333333"/>
                </a:solidFill>
                <a:latin typeface="Arial"/>
                <a:cs typeface="Arial"/>
              </a:rPr>
              <a:t>e</a:t>
            </a:r>
            <a:r>
              <a:rPr sz="3000" b="1" spc="-1687" baseline="43055" dirty="0">
                <a:solidFill>
                  <a:srgbClr val="333333"/>
                </a:solidFill>
                <a:latin typeface="Arial"/>
                <a:cs typeface="Arial"/>
              </a:rPr>
              <a:t>x</a:t>
            </a:r>
            <a:r>
              <a:rPr sz="2800" b="1" spc="-10" dirty="0">
                <a:solidFill>
                  <a:srgbClr val="7C9AC5"/>
                </a:solidFill>
                <a:latin typeface="Arial"/>
                <a:cs typeface="Arial"/>
              </a:rPr>
              <a:t>t</a:t>
            </a:r>
            <a:r>
              <a:rPr sz="2800" b="1" spc="-635" dirty="0">
                <a:solidFill>
                  <a:srgbClr val="7C9AC5"/>
                </a:solidFill>
                <a:latin typeface="Arial"/>
                <a:cs typeface="Arial"/>
              </a:rPr>
              <a:t>i</a:t>
            </a:r>
            <a:r>
              <a:rPr sz="3000" b="1" spc="-772" baseline="43055" dirty="0">
                <a:solidFill>
                  <a:srgbClr val="333333"/>
                </a:solidFill>
                <a:latin typeface="Arial"/>
                <a:cs typeface="Arial"/>
              </a:rPr>
              <a:t>e</a:t>
            </a:r>
            <a:r>
              <a:rPr sz="2800" b="1" spc="-1255" dirty="0">
                <a:solidFill>
                  <a:srgbClr val="7C9AC5"/>
                </a:solidFill>
                <a:latin typeface="Arial"/>
                <a:cs typeface="Arial"/>
              </a:rPr>
              <a:t>o</a:t>
            </a:r>
            <a:r>
              <a:rPr sz="3000" b="1" spc="-15" baseline="43055" dirty="0">
                <a:solidFill>
                  <a:srgbClr val="333333"/>
                </a:solidFill>
                <a:latin typeface="Arial"/>
                <a:cs typeface="Arial"/>
              </a:rPr>
              <a:t>c</a:t>
            </a:r>
            <a:r>
              <a:rPr sz="3000" b="1" spc="-1747" baseline="43055" dirty="0">
                <a:solidFill>
                  <a:srgbClr val="333333"/>
                </a:solidFill>
                <a:latin typeface="Arial"/>
                <a:cs typeface="Arial"/>
              </a:rPr>
              <a:t>u</a:t>
            </a:r>
            <a:r>
              <a:rPr sz="2800" b="1" spc="-600" dirty="0">
                <a:solidFill>
                  <a:srgbClr val="7C9AC5"/>
                </a:solidFill>
                <a:latin typeface="Arial"/>
                <a:cs typeface="Arial"/>
              </a:rPr>
              <a:t>n</a:t>
            </a:r>
            <a:r>
              <a:rPr sz="3000" b="1" spc="-22" baseline="43055" dirty="0">
                <a:solidFill>
                  <a:srgbClr val="333333"/>
                </a:solidFill>
                <a:latin typeface="Arial"/>
                <a:cs typeface="Arial"/>
              </a:rPr>
              <a:t>t</a:t>
            </a:r>
            <a:r>
              <a:rPr sz="3000" b="1" spc="-37" baseline="43055" dirty="0">
                <a:solidFill>
                  <a:srgbClr val="333333"/>
                </a:solidFill>
                <a:latin typeface="Arial"/>
                <a:cs typeface="Arial"/>
              </a:rPr>
              <a:t>i</a:t>
            </a:r>
            <a:r>
              <a:rPr sz="3000" b="1" spc="-1687" baseline="43055" dirty="0">
                <a:solidFill>
                  <a:srgbClr val="333333"/>
                </a:solidFill>
                <a:latin typeface="Arial"/>
                <a:cs typeface="Arial"/>
              </a:rPr>
              <a:t>n</a:t>
            </a:r>
            <a:r>
              <a:rPr sz="2800" b="1" spc="-650" dirty="0">
                <a:solidFill>
                  <a:srgbClr val="7C9AC5"/>
                </a:solidFill>
                <a:latin typeface="Arial"/>
                <a:cs typeface="Arial"/>
              </a:rPr>
              <a:t>b</a:t>
            </a:r>
            <a:r>
              <a:rPr sz="3000" b="1" spc="-960" baseline="43055" dirty="0">
                <a:solidFill>
                  <a:srgbClr val="333333"/>
                </a:solidFill>
                <a:latin typeface="Arial"/>
                <a:cs typeface="Arial"/>
              </a:rPr>
              <a:t>g</a:t>
            </a:r>
            <a:r>
              <a:rPr sz="2800" b="1" spc="-15" dirty="0">
                <a:solidFill>
                  <a:srgbClr val="7C9AC5"/>
                </a:solidFill>
                <a:latin typeface="Arial"/>
                <a:cs typeface="Arial"/>
              </a:rPr>
              <a:t>y</a:t>
            </a:r>
            <a:endParaRPr sz="2800">
              <a:latin typeface="Arial"/>
              <a:cs typeface="Arial"/>
            </a:endParaRPr>
          </a:p>
        </p:txBody>
      </p:sp>
      <p:sp>
        <p:nvSpPr>
          <p:cNvPr id="62" name="object 62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25" dirty="0"/>
              <a:t>59</a:t>
            </a:fld>
            <a:endParaRPr spc="-25" dirty="0"/>
          </a:p>
        </p:txBody>
      </p:sp>
      <p:sp>
        <p:nvSpPr>
          <p:cNvPr id="59" name="object 59"/>
          <p:cNvSpPr txBox="1"/>
          <p:nvPr/>
        </p:nvSpPr>
        <p:spPr>
          <a:xfrm>
            <a:off x="1318260" y="2835909"/>
            <a:ext cx="6927850" cy="101091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882900">
              <a:lnSpc>
                <a:spcPts val="2050"/>
              </a:lnSpc>
              <a:spcBef>
                <a:spcPts val="100"/>
              </a:spcBef>
            </a:pP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without</a:t>
            </a:r>
            <a:r>
              <a:rPr sz="2000" b="1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spc="-10" dirty="0">
                <a:solidFill>
                  <a:srgbClr val="333333"/>
                </a:solidFill>
                <a:latin typeface="Arial"/>
                <a:cs typeface="Arial"/>
              </a:rPr>
              <a:t>interruption</a:t>
            </a:r>
            <a:endParaRPr sz="2000">
              <a:latin typeface="Arial"/>
              <a:cs typeface="Arial"/>
            </a:endParaRPr>
          </a:p>
          <a:p>
            <a:pPr marL="38100">
              <a:lnSpc>
                <a:spcPts val="2680"/>
              </a:lnSpc>
            </a:pPr>
            <a:r>
              <a:rPr sz="2800" b="1" dirty="0">
                <a:solidFill>
                  <a:srgbClr val="7C9AC5"/>
                </a:solidFill>
                <a:latin typeface="Arial"/>
                <a:cs typeface="Arial"/>
              </a:rPr>
              <a:t>viewing</a:t>
            </a:r>
            <a:r>
              <a:rPr sz="2800" b="1" spc="-10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2800" b="1" dirty="0">
                <a:solidFill>
                  <a:srgbClr val="7C9AC5"/>
                </a:solidFill>
                <a:latin typeface="Arial"/>
                <a:cs typeface="Arial"/>
              </a:rPr>
              <a:t>the</a:t>
            </a:r>
            <a:r>
              <a:rPr sz="2800" b="1" spc="-5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2800" b="1" spc="-35" dirty="0">
                <a:solidFill>
                  <a:srgbClr val="7C9AC5"/>
                </a:solidFill>
                <a:latin typeface="Arial"/>
                <a:cs typeface="Arial"/>
              </a:rPr>
              <a:t>K</a:t>
            </a:r>
            <a:r>
              <a:rPr sz="2800" b="1" spc="-15" dirty="0">
                <a:solidFill>
                  <a:srgbClr val="7C9AC5"/>
                </a:solidFill>
                <a:latin typeface="Arial"/>
                <a:cs typeface="Arial"/>
              </a:rPr>
              <a:t>e</a:t>
            </a:r>
            <a:r>
              <a:rPr sz="2800" b="1" spc="-545" dirty="0">
                <a:solidFill>
                  <a:srgbClr val="7C9AC5"/>
                </a:solidFill>
                <a:latin typeface="Arial"/>
                <a:cs typeface="Arial"/>
              </a:rPr>
              <a:t>y</a:t>
            </a:r>
            <a:r>
              <a:rPr sz="3000" spc="-1852" baseline="16666" dirty="0">
                <a:solidFill>
                  <a:srgbClr val="333333"/>
                </a:solidFill>
                <a:latin typeface="Noto Sans Symbols2"/>
                <a:cs typeface="Noto Sans Symbols2"/>
              </a:rPr>
              <a:t>⯈</a:t>
            </a:r>
            <a:r>
              <a:rPr sz="2800" b="1" spc="-25" dirty="0">
                <a:solidFill>
                  <a:srgbClr val="7C9AC5"/>
                </a:solidFill>
                <a:latin typeface="Arial"/>
                <a:cs typeface="Arial"/>
              </a:rPr>
              <a:t>n</a:t>
            </a:r>
            <a:r>
              <a:rPr sz="2800" b="1" spc="-1639" dirty="0">
                <a:solidFill>
                  <a:srgbClr val="7C9AC5"/>
                </a:solidFill>
                <a:latin typeface="Arial"/>
                <a:cs typeface="Arial"/>
              </a:rPr>
              <a:t>o</a:t>
            </a:r>
            <a:r>
              <a:rPr sz="3000" b="1" spc="-15" baseline="13888" dirty="0">
                <a:solidFill>
                  <a:srgbClr val="333333"/>
                </a:solidFill>
                <a:latin typeface="Arial"/>
                <a:cs typeface="Arial"/>
              </a:rPr>
              <a:t>B</a:t>
            </a:r>
            <a:r>
              <a:rPr sz="3000" b="1" spc="-1500" baseline="13888" dirty="0">
                <a:solidFill>
                  <a:srgbClr val="333333"/>
                </a:solidFill>
                <a:latin typeface="Arial"/>
                <a:cs typeface="Arial"/>
              </a:rPr>
              <a:t>e</a:t>
            </a:r>
            <a:r>
              <a:rPr sz="2800" b="1" spc="-10" dirty="0">
                <a:solidFill>
                  <a:srgbClr val="7C9AC5"/>
                </a:solidFill>
                <a:latin typeface="Arial"/>
                <a:cs typeface="Arial"/>
              </a:rPr>
              <a:t>t</a:t>
            </a:r>
            <a:r>
              <a:rPr sz="2800" b="1" spc="-1555" dirty="0">
                <a:solidFill>
                  <a:srgbClr val="7C9AC5"/>
                </a:solidFill>
                <a:latin typeface="Arial"/>
                <a:cs typeface="Arial"/>
              </a:rPr>
              <a:t>e</a:t>
            </a:r>
            <a:r>
              <a:rPr sz="3000" b="1" spc="-37" baseline="13888" dirty="0">
                <a:solidFill>
                  <a:srgbClr val="333333"/>
                </a:solidFill>
                <a:latin typeface="Arial"/>
                <a:cs typeface="Arial"/>
              </a:rPr>
              <a:t>n</a:t>
            </a:r>
            <a:r>
              <a:rPr sz="3000" b="1" spc="-97" baseline="13888" dirty="0">
                <a:solidFill>
                  <a:srgbClr val="333333"/>
                </a:solidFill>
                <a:latin typeface="Arial"/>
                <a:cs typeface="Arial"/>
              </a:rPr>
              <a:t>e</a:t>
            </a:r>
            <a:r>
              <a:rPr sz="2800" b="1" spc="-1845" dirty="0">
                <a:solidFill>
                  <a:srgbClr val="7C9AC5"/>
                </a:solidFill>
                <a:latin typeface="Arial"/>
                <a:cs typeface="Arial"/>
              </a:rPr>
              <a:t>S</a:t>
            </a:r>
            <a:r>
              <a:rPr sz="3000" b="1" spc="-7" baseline="13888" dirty="0">
                <a:solidFill>
                  <a:srgbClr val="333333"/>
                </a:solidFill>
                <a:latin typeface="Arial"/>
                <a:cs typeface="Arial"/>
              </a:rPr>
              <a:t>f</a:t>
            </a:r>
            <a:r>
              <a:rPr sz="3000" b="1" spc="-37" baseline="13888" dirty="0">
                <a:solidFill>
                  <a:srgbClr val="333333"/>
                </a:solidFill>
                <a:latin typeface="Arial"/>
                <a:cs typeface="Arial"/>
              </a:rPr>
              <a:t>i</a:t>
            </a:r>
            <a:r>
              <a:rPr sz="3000" b="1" spc="-127" baseline="13888" dirty="0">
                <a:solidFill>
                  <a:srgbClr val="333333"/>
                </a:solidFill>
                <a:latin typeface="Arial"/>
                <a:cs typeface="Arial"/>
              </a:rPr>
              <a:t>t</a:t>
            </a:r>
            <a:r>
              <a:rPr sz="2800" b="1" spc="-1680" dirty="0">
                <a:solidFill>
                  <a:srgbClr val="7C9AC5"/>
                </a:solidFill>
                <a:latin typeface="Arial"/>
                <a:cs typeface="Arial"/>
              </a:rPr>
              <a:t>p</a:t>
            </a:r>
            <a:r>
              <a:rPr sz="3000" b="1" spc="-15" baseline="13888" dirty="0">
                <a:solidFill>
                  <a:srgbClr val="333333"/>
                </a:solidFill>
                <a:latin typeface="Arial"/>
                <a:cs typeface="Arial"/>
              </a:rPr>
              <a:t>s</a:t>
            </a:r>
            <a:r>
              <a:rPr sz="3000" b="1" spc="-262" baseline="13888" dirty="0">
                <a:solidFill>
                  <a:srgbClr val="333333"/>
                </a:solidFill>
                <a:latin typeface="Arial"/>
                <a:cs typeface="Arial"/>
              </a:rPr>
              <a:t>:</a:t>
            </a:r>
            <a:r>
              <a:rPr sz="2800" b="1" spc="-15" dirty="0">
                <a:solidFill>
                  <a:srgbClr val="7C9AC5"/>
                </a:solidFill>
                <a:latin typeface="Arial"/>
                <a:cs typeface="Arial"/>
              </a:rPr>
              <a:t>eech</a:t>
            </a:r>
            <a:r>
              <a:rPr sz="2800" b="1" spc="-10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2800" b="1" dirty="0">
                <a:solidFill>
                  <a:srgbClr val="7C9AC5"/>
                </a:solidFill>
                <a:latin typeface="Arial"/>
                <a:cs typeface="Arial"/>
              </a:rPr>
              <a:t>of</a:t>
            </a:r>
            <a:r>
              <a:rPr sz="2800" b="1" spc="-5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2800" b="1" dirty="0">
                <a:solidFill>
                  <a:srgbClr val="7C9AC5"/>
                </a:solidFill>
                <a:latin typeface="Arial"/>
                <a:cs typeface="Arial"/>
              </a:rPr>
              <a:t>day</a:t>
            </a:r>
            <a:r>
              <a:rPr sz="2800" b="1" spc="-5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2800" b="1" dirty="0">
                <a:solidFill>
                  <a:srgbClr val="7C9AC5"/>
                </a:solidFill>
                <a:latin typeface="Arial"/>
                <a:cs typeface="Arial"/>
              </a:rPr>
              <a:t>3</a:t>
            </a:r>
            <a:r>
              <a:rPr sz="2800" b="1" spc="-5" dirty="0">
                <a:solidFill>
                  <a:srgbClr val="7C9AC5"/>
                </a:solidFill>
                <a:latin typeface="Arial"/>
                <a:cs typeface="Arial"/>
              </a:rPr>
              <a:t> </a:t>
            </a:r>
            <a:r>
              <a:rPr sz="2800" b="1" spc="-25" dirty="0">
                <a:solidFill>
                  <a:srgbClr val="7C9AC5"/>
                </a:solidFill>
                <a:latin typeface="Arial"/>
                <a:cs typeface="Arial"/>
              </a:rPr>
              <a:t>at</a:t>
            </a:r>
            <a:endParaRPr sz="2800">
              <a:latin typeface="Arial"/>
              <a:cs typeface="Arial"/>
            </a:endParaRPr>
          </a:p>
          <a:p>
            <a:pPr marL="2518410">
              <a:lnSpc>
                <a:spcPts val="3030"/>
              </a:lnSpc>
            </a:pPr>
            <a:r>
              <a:rPr sz="4200" b="1" spc="-30" baseline="-12896" dirty="0">
                <a:solidFill>
                  <a:srgbClr val="7C9AC5"/>
                </a:solidFill>
                <a:latin typeface="Arial"/>
                <a:cs typeface="Arial"/>
              </a:rPr>
              <a:t>VMw</a:t>
            </a:r>
            <a:r>
              <a:rPr sz="4200" b="1" spc="-1102" baseline="-12896" dirty="0">
                <a:solidFill>
                  <a:srgbClr val="7C9AC5"/>
                </a:solidFill>
                <a:latin typeface="Arial"/>
                <a:cs typeface="Arial"/>
              </a:rPr>
              <a:t>o</a:t>
            </a:r>
            <a:r>
              <a:rPr sz="1800" spc="-415" dirty="0">
                <a:latin typeface="Arial"/>
                <a:cs typeface="Arial"/>
              </a:rPr>
              <a:t>Z</a:t>
            </a:r>
            <a:r>
              <a:rPr sz="4200" b="1" spc="-1050" baseline="-12896" dirty="0">
                <a:solidFill>
                  <a:srgbClr val="7C9AC5"/>
                </a:solidFill>
                <a:latin typeface="Arial"/>
                <a:cs typeface="Arial"/>
              </a:rPr>
              <a:t>r</a:t>
            </a:r>
            <a:r>
              <a:rPr sz="1800" spc="-325" dirty="0">
                <a:latin typeface="Arial"/>
                <a:cs typeface="Arial"/>
              </a:rPr>
              <a:t>e</a:t>
            </a:r>
            <a:r>
              <a:rPr sz="4200" b="1" spc="-719" baseline="-12896" dirty="0">
                <a:solidFill>
                  <a:srgbClr val="7C9AC5"/>
                </a:solidFill>
                <a:latin typeface="Arial"/>
                <a:cs typeface="Arial"/>
              </a:rPr>
              <a:t>l</a:t>
            </a:r>
            <a:r>
              <a:rPr sz="1800" spc="-145" dirty="0">
                <a:latin typeface="Arial"/>
                <a:cs typeface="Arial"/>
              </a:rPr>
              <a:t>r</a:t>
            </a:r>
            <a:r>
              <a:rPr sz="4200" b="1" spc="-2422" baseline="-12896" dirty="0">
                <a:solidFill>
                  <a:srgbClr val="7C9AC5"/>
                </a:solidFill>
                <a:latin typeface="Arial"/>
                <a:cs typeface="Arial"/>
              </a:rPr>
              <a:t>d</a:t>
            </a:r>
            <a:r>
              <a:rPr sz="1800" spc="-10" dirty="0">
                <a:latin typeface="Arial"/>
                <a:cs typeface="Arial"/>
              </a:rPr>
              <a:t>o</a:t>
            </a:r>
            <a:r>
              <a:rPr sz="1800" spc="10" dirty="0">
                <a:latin typeface="Arial"/>
                <a:cs typeface="Arial"/>
              </a:rPr>
              <a:t> </a:t>
            </a:r>
            <a:r>
              <a:rPr sz="1800" spc="-935" dirty="0">
                <a:latin typeface="Arial"/>
                <a:cs typeface="Arial"/>
              </a:rPr>
              <a:t>d</a:t>
            </a:r>
            <a:r>
              <a:rPr sz="4200" b="1" spc="-44" baseline="-12896" dirty="0">
                <a:solidFill>
                  <a:srgbClr val="7C9AC5"/>
                </a:solidFill>
                <a:latin typeface="Arial"/>
                <a:cs typeface="Arial"/>
              </a:rPr>
              <a:t>:</a:t>
            </a:r>
            <a:r>
              <a:rPr sz="1800" spc="-25" dirty="0">
                <a:latin typeface="Arial"/>
                <a:cs typeface="Arial"/>
              </a:rPr>
              <a:t>o</a:t>
            </a:r>
            <a:r>
              <a:rPr sz="1800" spc="-10" dirty="0">
                <a:latin typeface="Arial"/>
                <a:cs typeface="Arial"/>
              </a:rPr>
              <a:t>w</a:t>
            </a:r>
            <a:r>
              <a:rPr sz="1800" spc="-25" dirty="0">
                <a:latin typeface="Arial"/>
                <a:cs typeface="Arial"/>
              </a:rPr>
              <a:t>n</a:t>
            </a:r>
            <a:r>
              <a:rPr sz="1800" spc="-5" dirty="0">
                <a:latin typeface="Arial"/>
                <a:cs typeface="Arial"/>
              </a:rPr>
              <a:t>t</a:t>
            </a:r>
            <a:r>
              <a:rPr sz="1800" spc="-10" dirty="0">
                <a:latin typeface="Arial"/>
                <a:cs typeface="Arial"/>
              </a:rPr>
              <a:t>ime</a:t>
            </a:r>
            <a:r>
              <a:rPr sz="1800" spc="5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and</a:t>
            </a:r>
            <a:r>
              <a:rPr sz="1800" spc="10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zero</a:t>
            </a:r>
            <a:r>
              <a:rPr sz="1800" spc="15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data</a:t>
            </a:r>
            <a:r>
              <a:rPr sz="1800" spc="10" dirty="0">
                <a:latin typeface="Arial"/>
                <a:cs typeface="Arial"/>
              </a:rPr>
              <a:t> </a:t>
            </a:r>
            <a:r>
              <a:rPr sz="1800" spc="-20" dirty="0">
                <a:latin typeface="Arial"/>
                <a:cs typeface="Arial"/>
              </a:rPr>
              <a:t>loss</a:t>
            </a:r>
            <a:endParaRPr sz="1800">
              <a:latin typeface="Arial"/>
              <a:cs typeface="Arial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596900" y="3905250"/>
            <a:ext cx="4187825" cy="635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000" b="1" spc="-10" dirty="0">
                <a:solidFill>
                  <a:srgbClr val="7EC21B"/>
                </a:solidFill>
                <a:latin typeface="Arial"/>
                <a:cs typeface="Arial"/>
              </a:rPr>
              <a:t>http://www.vmwo</a:t>
            </a:r>
            <a:endParaRPr sz="4000">
              <a:latin typeface="Arial"/>
              <a:cs typeface="Arial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4758690" y="3905250"/>
            <a:ext cx="4013835" cy="635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393315" algn="l"/>
              </a:tabLst>
            </a:pPr>
            <a:r>
              <a:rPr sz="1800" spc="-1245" dirty="0">
                <a:latin typeface="Arial"/>
                <a:cs typeface="Arial"/>
              </a:rPr>
              <a:t>w</a:t>
            </a:r>
            <a:r>
              <a:rPr sz="4000" b="1" spc="-20" dirty="0">
                <a:solidFill>
                  <a:srgbClr val="7EC21B"/>
                </a:solidFill>
                <a:latin typeface="Arial"/>
                <a:cs typeface="Arial"/>
              </a:rPr>
              <a:t>r</a:t>
            </a:r>
            <a:r>
              <a:rPr sz="4000" b="1" spc="-15" dirty="0">
                <a:solidFill>
                  <a:srgbClr val="7EC21B"/>
                </a:solidFill>
                <a:latin typeface="Arial"/>
                <a:cs typeface="Arial"/>
              </a:rPr>
              <a:t>l</a:t>
            </a:r>
            <a:r>
              <a:rPr sz="4000" b="1" spc="-35" dirty="0">
                <a:solidFill>
                  <a:srgbClr val="7EC21B"/>
                </a:solidFill>
                <a:latin typeface="Arial"/>
                <a:cs typeface="Arial"/>
              </a:rPr>
              <a:t>d</a:t>
            </a:r>
            <a:r>
              <a:rPr sz="4000" b="1" spc="-15" dirty="0">
                <a:solidFill>
                  <a:srgbClr val="7EC21B"/>
                </a:solidFill>
                <a:latin typeface="Arial"/>
                <a:cs typeface="Arial"/>
              </a:rPr>
              <a:t>.</a:t>
            </a:r>
            <a:r>
              <a:rPr sz="4000" b="1" spc="-30" dirty="0">
                <a:solidFill>
                  <a:srgbClr val="7EC21B"/>
                </a:solidFill>
                <a:latin typeface="Arial"/>
                <a:cs typeface="Arial"/>
              </a:rPr>
              <a:t>c</a:t>
            </a:r>
            <a:r>
              <a:rPr sz="4000" b="1" spc="-25" dirty="0">
                <a:solidFill>
                  <a:srgbClr val="7EC21B"/>
                </a:solidFill>
                <a:latin typeface="Arial"/>
                <a:cs typeface="Arial"/>
              </a:rPr>
              <a:t>o</a:t>
            </a:r>
            <a:r>
              <a:rPr sz="4000" b="1" spc="-35" dirty="0">
                <a:solidFill>
                  <a:srgbClr val="7EC21B"/>
                </a:solidFill>
                <a:latin typeface="Arial"/>
                <a:cs typeface="Arial"/>
              </a:rPr>
              <a:t>m</a:t>
            </a:r>
            <a:r>
              <a:rPr sz="4000" b="1" spc="-30" dirty="0">
                <a:solidFill>
                  <a:srgbClr val="7EC21B"/>
                </a:solidFill>
                <a:latin typeface="Arial"/>
                <a:cs typeface="Arial"/>
              </a:rPr>
              <a:t>/</a:t>
            </a:r>
            <a:r>
              <a:rPr sz="4000" b="1" spc="-3040" dirty="0">
                <a:solidFill>
                  <a:srgbClr val="7EC21B"/>
                </a:solidFill>
                <a:latin typeface="Arial"/>
                <a:cs typeface="Arial"/>
              </a:rPr>
              <a:t>w</a:t>
            </a:r>
            <a:r>
              <a:rPr sz="1800" spc="-20" dirty="0">
                <a:latin typeface="Arial"/>
                <a:cs typeface="Arial"/>
              </a:rPr>
              <a:t>s</a:t>
            </a:r>
            <a:r>
              <a:rPr sz="1800" dirty="0">
                <a:latin typeface="Arial"/>
                <a:cs typeface="Arial"/>
              </a:rPr>
              <a:t>	</a:t>
            </a:r>
            <a:r>
              <a:rPr sz="4000" b="1" spc="-10" dirty="0">
                <a:solidFill>
                  <a:srgbClr val="7EC21B"/>
                </a:solidFill>
                <a:latin typeface="Arial"/>
                <a:cs typeface="Arial"/>
              </a:rPr>
              <a:t>ebcast</a:t>
            </a:r>
            <a:endParaRPr sz="4000">
              <a:latin typeface="Arial"/>
              <a:cs typeface="Arial"/>
            </a:endParaRPr>
          </a:p>
        </p:txBody>
      </p:sp>
    </p:spTree>
  </p:cSld>
  <p:clrMapOvr>
    <a:masterClrMapping/>
  </p:clrMapOvr>
  <p:transition>
    <p:wipe dir="r"/>
  </p:transition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864869" y="3562350"/>
            <a:ext cx="6678930" cy="488950"/>
          </a:xfrm>
          <a:custGeom>
            <a:avLst/>
            <a:gdLst/>
            <a:ahLst/>
            <a:cxnLst/>
            <a:rect l="l" t="t" r="r" b="b"/>
            <a:pathLst>
              <a:path w="6678930" h="488950">
                <a:moveTo>
                  <a:pt x="6590030" y="0"/>
                </a:moveTo>
                <a:lnTo>
                  <a:pt x="99060" y="0"/>
                </a:lnTo>
                <a:lnTo>
                  <a:pt x="88900" y="0"/>
                </a:lnTo>
                <a:lnTo>
                  <a:pt x="80010" y="1270"/>
                </a:lnTo>
                <a:lnTo>
                  <a:pt x="30480" y="30479"/>
                </a:lnTo>
                <a:lnTo>
                  <a:pt x="8890" y="62230"/>
                </a:lnTo>
                <a:lnTo>
                  <a:pt x="5080" y="69850"/>
                </a:lnTo>
                <a:lnTo>
                  <a:pt x="2540" y="80010"/>
                </a:lnTo>
                <a:lnTo>
                  <a:pt x="0" y="97789"/>
                </a:lnTo>
                <a:lnTo>
                  <a:pt x="0" y="389889"/>
                </a:lnTo>
                <a:lnTo>
                  <a:pt x="12700" y="435610"/>
                </a:lnTo>
                <a:lnTo>
                  <a:pt x="38100" y="464819"/>
                </a:lnTo>
                <a:lnTo>
                  <a:pt x="45720" y="469900"/>
                </a:lnTo>
                <a:lnTo>
                  <a:pt x="53340" y="476250"/>
                </a:lnTo>
                <a:lnTo>
                  <a:pt x="71120" y="483869"/>
                </a:lnTo>
                <a:lnTo>
                  <a:pt x="80010" y="486410"/>
                </a:lnTo>
                <a:lnTo>
                  <a:pt x="99060" y="488950"/>
                </a:lnTo>
                <a:lnTo>
                  <a:pt x="6581139" y="488950"/>
                </a:lnTo>
                <a:lnTo>
                  <a:pt x="6598920" y="486410"/>
                </a:lnTo>
                <a:lnTo>
                  <a:pt x="6607809" y="483869"/>
                </a:lnTo>
                <a:lnTo>
                  <a:pt x="6625589" y="476250"/>
                </a:lnTo>
                <a:lnTo>
                  <a:pt x="6633209" y="469900"/>
                </a:lnTo>
                <a:lnTo>
                  <a:pt x="6640830" y="464819"/>
                </a:lnTo>
                <a:lnTo>
                  <a:pt x="6666230" y="435610"/>
                </a:lnTo>
                <a:lnTo>
                  <a:pt x="6678930" y="389889"/>
                </a:lnTo>
                <a:lnTo>
                  <a:pt x="6678930" y="97789"/>
                </a:lnTo>
                <a:lnTo>
                  <a:pt x="6676389" y="80010"/>
                </a:lnTo>
                <a:lnTo>
                  <a:pt x="6673850" y="69850"/>
                </a:lnTo>
                <a:lnTo>
                  <a:pt x="6670039" y="62230"/>
                </a:lnTo>
                <a:lnTo>
                  <a:pt x="6666230" y="53339"/>
                </a:lnTo>
                <a:lnTo>
                  <a:pt x="6633209" y="17779"/>
                </a:lnTo>
                <a:lnTo>
                  <a:pt x="6598920" y="1270"/>
                </a:lnTo>
                <a:lnTo>
                  <a:pt x="6590030" y="0"/>
                </a:lnTo>
                <a:close/>
              </a:path>
            </a:pathLst>
          </a:custGeom>
          <a:solidFill>
            <a:srgbClr val="FF9900">
              <a:alpha val="29998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980439" y="595630"/>
            <a:ext cx="1369060" cy="403860"/>
          </a:xfrm>
          <a:custGeom>
            <a:avLst/>
            <a:gdLst/>
            <a:ahLst/>
            <a:cxnLst/>
            <a:rect l="l" t="t" r="r" b="b"/>
            <a:pathLst>
              <a:path w="1369060" h="403859">
                <a:moveTo>
                  <a:pt x="1369060" y="0"/>
                </a:moveTo>
                <a:lnTo>
                  <a:pt x="0" y="0"/>
                </a:lnTo>
                <a:lnTo>
                  <a:pt x="0" y="403860"/>
                </a:lnTo>
                <a:lnTo>
                  <a:pt x="684529" y="403860"/>
                </a:lnTo>
                <a:lnTo>
                  <a:pt x="1369060" y="403860"/>
                </a:lnTo>
                <a:lnTo>
                  <a:pt x="136906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08000">
              <a:lnSpc>
                <a:spcPct val="100000"/>
              </a:lnSpc>
              <a:spcBef>
                <a:spcPts val="100"/>
              </a:spcBef>
            </a:pPr>
            <a:r>
              <a:rPr spc="-10" dirty="0"/>
              <a:t>Agenda</a:t>
            </a:r>
          </a:p>
        </p:txBody>
      </p:sp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55369" y="1670050"/>
            <a:ext cx="193040" cy="165100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55369" y="2377439"/>
            <a:ext cx="193040" cy="165100"/>
          </a:xfrm>
          <a:prstGeom prst="rect">
            <a:avLst/>
          </a:prstGeom>
        </p:spPr>
      </p:pic>
      <p:pic>
        <p:nvPicPr>
          <p:cNvPr id="7" name="object 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55369" y="3086100"/>
            <a:ext cx="193040" cy="165100"/>
          </a:xfrm>
          <a:prstGeom prst="rect">
            <a:avLst/>
          </a:prstGeom>
        </p:spPr>
      </p:pic>
      <p:pic>
        <p:nvPicPr>
          <p:cNvPr id="8" name="object 8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55369" y="3794759"/>
            <a:ext cx="193040" cy="165100"/>
          </a:xfrm>
          <a:prstGeom prst="rect">
            <a:avLst/>
          </a:prstGeom>
        </p:spPr>
      </p:pic>
      <p:pic>
        <p:nvPicPr>
          <p:cNvPr id="9" name="object 9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55369" y="4503420"/>
            <a:ext cx="193040" cy="165100"/>
          </a:xfrm>
          <a:prstGeom prst="rect">
            <a:avLst/>
          </a:prstGeom>
        </p:spPr>
      </p:pic>
      <p:pic>
        <p:nvPicPr>
          <p:cNvPr id="10" name="object 10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55369" y="5212079"/>
            <a:ext cx="193040" cy="165100"/>
          </a:xfrm>
          <a:prstGeom prst="rect">
            <a:avLst/>
          </a:prstGeom>
        </p:spPr>
      </p:pic>
      <p:sp>
        <p:nvSpPr>
          <p:cNvPr id="11" name="object 11"/>
          <p:cNvSpPr txBox="1">
            <a:spLocks noGrp="1"/>
          </p:cNvSpPr>
          <p:nvPr>
            <p:ph type="body" idx="1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-20" dirty="0"/>
              <a:t>VMware</a:t>
            </a:r>
            <a:r>
              <a:rPr spc="-95" dirty="0"/>
              <a:t> </a:t>
            </a:r>
            <a:r>
              <a:rPr dirty="0"/>
              <a:t>ESX</a:t>
            </a:r>
            <a:r>
              <a:rPr spc="-165" dirty="0"/>
              <a:t> </a:t>
            </a:r>
            <a:r>
              <a:rPr spc="-20" dirty="0"/>
              <a:t>Server</a:t>
            </a:r>
            <a:r>
              <a:rPr spc="-130" dirty="0"/>
              <a:t> </a:t>
            </a:r>
            <a:r>
              <a:rPr spc="-25" dirty="0"/>
              <a:t>3i</a:t>
            </a:r>
          </a:p>
          <a:p>
            <a:pPr marL="12700" marR="5080">
              <a:lnSpc>
                <a:spcPct val="193700"/>
              </a:lnSpc>
            </a:pPr>
            <a:r>
              <a:rPr spc="-10" dirty="0"/>
              <a:t>Storage</a:t>
            </a:r>
            <a:r>
              <a:rPr spc="-105" dirty="0"/>
              <a:t> </a:t>
            </a:r>
            <a:r>
              <a:rPr spc="-10" dirty="0"/>
              <a:t>VMotion </a:t>
            </a:r>
            <a:r>
              <a:rPr dirty="0"/>
              <a:t>Continuous</a:t>
            </a:r>
            <a:r>
              <a:rPr spc="-50" dirty="0"/>
              <a:t> </a:t>
            </a:r>
            <a:r>
              <a:rPr spc="-10" dirty="0"/>
              <a:t>Availability </a:t>
            </a:r>
            <a:r>
              <a:rPr dirty="0"/>
              <a:t>Virtual</a:t>
            </a:r>
            <a:r>
              <a:rPr spc="-105" dirty="0"/>
              <a:t> </a:t>
            </a:r>
            <a:r>
              <a:rPr spc="-25" dirty="0"/>
              <a:t>Desktop</a:t>
            </a:r>
            <a:r>
              <a:rPr spc="-95" dirty="0"/>
              <a:t> </a:t>
            </a:r>
            <a:r>
              <a:rPr spc="-35" dirty="0"/>
              <a:t>Manager</a:t>
            </a:r>
            <a:r>
              <a:rPr spc="-135" dirty="0"/>
              <a:t> </a:t>
            </a:r>
            <a:r>
              <a:rPr spc="-25" dirty="0"/>
              <a:t>2.0 </a:t>
            </a:r>
            <a:r>
              <a:rPr dirty="0"/>
              <a:t>Site</a:t>
            </a:r>
            <a:r>
              <a:rPr spc="-45" dirty="0"/>
              <a:t> Recovery</a:t>
            </a:r>
            <a:r>
              <a:rPr spc="-85" dirty="0"/>
              <a:t> </a:t>
            </a:r>
            <a:r>
              <a:rPr spc="-10" dirty="0"/>
              <a:t>Manager Other</a:t>
            </a:r>
            <a:r>
              <a:rPr spc="-145" dirty="0"/>
              <a:t> </a:t>
            </a:r>
            <a:r>
              <a:rPr spc="-10" dirty="0"/>
              <a:t>announcements</a:t>
            </a:r>
          </a:p>
        </p:txBody>
      </p:sp>
      <p:sp>
        <p:nvSpPr>
          <p:cNvPr id="12" name="object 12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25" dirty="0"/>
              <a:t>60</a:t>
            </a:fld>
            <a:endParaRPr spc="-25" dirty="0"/>
          </a:p>
        </p:txBody>
      </p:sp>
    </p:spTree>
  </p:cSld>
  <p:clrMapOvr>
    <a:masterClrMapping/>
  </p:clrMapOvr>
  <p:transition>
    <p:wipe dir="r"/>
  </p:transition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533400" y="553719"/>
            <a:ext cx="4616450" cy="403860"/>
          </a:xfrm>
          <a:custGeom>
            <a:avLst/>
            <a:gdLst/>
            <a:ahLst/>
            <a:cxnLst/>
            <a:rect l="l" t="t" r="r" b="b"/>
            <a:pathLst>
              <a:path w="4616450" h="403859">
                <a:moveTo>
                  <a:pt x="4616450" y="0"/>
                </a:moveTo>
                <a:lnTo>
                  <a:pt x="0" y="0"/>
                </a:lnTo>
                <a:lnTo>
                  <a:pt x="0" y="403859"/>
                </a:lnTo>
                <a:lnTo>
                  <a:pt x="2307590" y="403859"/>
                </a:lnTo>
                <a:lnTo>
                  <a:pt x="4616450" y="403859"/>
                </a:lnTo>
                <a:lnTo>
                  <a:pt x="461645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0960">
              <a:lnSpc>
                <a:spcPct val="100000"/>
              </a:lnSpc>
              <a:spcBef>
                <a:spcPts val="100"/>
              </a:spcBef>
            </a:pPr>
            <a:r>
              <a:rPr spc="-20" dirty="0"/>
              <a:t>Introduction</a:t>
            </a:r>
            <a:r>
              <a:rPr spc="-204" dirty="0"/>
              <a:t> </a:t>
            </a:r>
            <a:r>
              <a:rPr dirty="0"/>
              <a:t>to</a:t>
            </a:r>
            <a:r>
              <a:rPr spc="-40" dirty="0"/>
              <a:t> </a:t>
            </a:r>
            <a:r>
              <a:rPr spc="-30" dirty="0"/>
              <a:t>VMware VDM</a:t>
            </a:r>
            <a:r>
              <a:rPr spc="-70" dirty="0"/>
              <a:t> </a:t>
            </a:r>
            <a:r>
              <a:rPr spc="-50" dirty="0"/>
              <a:t>2</a:t>
            </a: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26109" y="1738629"/>
            <a:ext cx="161290" cy="137160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26109" y="1997710"/>
            <a:ext cx="161290" cy="137160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26109" y="2256789"/>
            <a:ext cx="161290" cy="137160"/>
          </a:xfrm>
          <a:prstGeom prst="rect">
            <a:avLst/>
          </a:prstGeom>
        </p:spPr>
      </p:pic>
      <p:pic>
        <p:nvPicPr>
          <p:cNvPr id="7" name="object 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26109" y="3088639"/>
            <a:ext cx="161290" cy="137160"/>
          </a:xfrm>
          <a:prstGeom prst="rect">
            <a:avLst/>
          </a:prstGeom>
        </p:spPr>
      </p:pic>
      <p:pic>
        <p:nvPicPr>
          <p:cNvPr id="8" name="object 8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26109" y="3347720"/>
            <a:ext cx="161290" cy="137160"/>
          </a:xfrm>
          <a:prstGeom prst="rect">
            <a:avLst/>
          </a:prstGeom>
        </p:spPr>
      </p:pic>
      <p:pic>
        <p:nvPicPr>
          <p:cNvPr id="9" name="object 9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26109" y="3606800"/>
            <a:ext cx="161290" cy="137160"/>
          </a:xfrm>
          <a:prstGeom prst="rect">
            <a:avLst/>
          </a:prstGeom>
        </p:spPr>
      </p:pic>
      <p:pic>
        <p:nvPicPr>
          <p:cNvPr id="10" name="object 10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26109" y="3865879"/>
            <a:ext cx="161290" cy="137160"/>
          </a:xfrm>
          <a:prstGeom prst="rect">
            <a:avLst/>
          </a:prstGeom>
        </p:spPr>
      </p:pic>
      <p:pic>
        <p:nvPicPr>
          <p:cNvPr id="11" name="object 11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26109" y="4123690"/>
            <a:ext cx="161290" cy="137160"/>
          </a:xfrm>
          <a:prstGeom prst="rect">
            <a:avLst/>
          </a:prstGeom>
        </p:spPr>
      </p:pic>
      <p:pic>
        <p:nvPicPr>
          <p:cNvPr id="12" name="object 1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26109" y="4382770"/>
            <a:ext cx="161290" cy="137160"/>
          </a:xfrm>
          <a:prstGeom prst="rect">
            <a:avLst/>
          </a:prstGeom>
        </p:spPr>
      </p:pic>
      <p:pic>
        <p:nvPicPr>
          <p:cNvPr id="13" name="object 1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26109" y="5234940"/>
            <a:ext cx="161290" cy="137159"/>
          </a:xfrm>
          <a:prstGeom prst="rect">
            <a:avLst/>
          </a:prstGeom>
        </p:spPr>
      </p:pic>
      <p:pic>
        <p:nvPicPr>
          <p:cNvPr id="14" name="object 1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26109" y="5492750"/>
            <a:ext cx="161290" cy="137159"/>
          </a:xfrm>
          <a:prstGeom prst="rect">
            <a:avLst/>
          </a:prstGeom>
        </p:spPr>
      </p:pic>
      <p:pic>
        <p:nvPicPr>
          <p:cNvPr id="15" name="object 1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26109" y="5751829"/>
            <a:ext cx="161290" cy="137159"/>
          </a:xfrm>
          <a:prstGeom prst="rect">
            <a:avLst/>
          </a:prstGeom>
        </p:spPr>
      </p:pic>
      <p:sp>
        <p:nvSpPr>
          <p:cNvPr id="16" name="object 16"/>
          <p:cNvSpPr txBox="1"/>
          <p:nvPr/>
        </p:nvSpPr>
        <p:spPr>
          <a:xfrm>
            <a:off x="612140" y="1080770"/>
            <a:ext cx="7219950" cy="48590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2176145">
              <a:lnSpc>
                <a:spcPct val="121700"/>
              </a:lnSpc>
              <a:spcBef>
                <a:spcPts val="100"/>
              </a:spcBef>
            </a:pPr>
            <a:r>
              <a:rPr sz="1500" b="1" spc="-20" dirty="0">
                <a:solidFill>
                  <a:srgbClr val="333333"/>
                </a:solidFill>
                <a:latin typeface="Arial"/>
                <a:cs typeface="Arial"/>
              </a:rPr>
              <a:t>VMware</a:t>
            </a:r>
            <a:r>
              <a:rPr sz="1500" b="1" spc="-5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500" b="1" spc="-10" dirty="0">
                <a:solidFill>
                  <a:srgbClr val="333333"/>
                </a:solidFill>
                <a:latin typeface="Arial"/>
                <a:cs typeface="Arial"/>
              </a:rPr>
              <a:t>VDM</a:t>
            </a:r>
            <a:r>
              <a:rPr sz="1500" b="1" spc="-6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500" b="1" dirty="0">
                <a:solidFill>
                  <a:srgbClr val="333333"/>
                </a:solidFill>
                <a:latin typeface="Arial"/>
                <a:cs typeface="Arial"/>
              </a:rPr>
              <a:t>2</a:t>
            </a:r>
            <a:r>
              <a:rPr sz="1500" b="1" spc="-5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500" b="1" dirty="0">
                <a:solidFill>
                  <a:srgbClr val="333333"/>
                </a:solidFill>
                <a:latin typeface="Arial"/>
                <a:cs typeface="Arial"/>
              </a:rPr>
              <a:t>is</a:t>
            </a:r>
            <a:r>
              <a:rPr sz="1500" b="1" spc="-5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500" b="1" dirty="0">
                <a:solidFill>
                  <a:srgbClr val="333333"/>
                </a:solidFill>
                <a:latin typeface="Arial"/>
                <a:cs typeface="Arial"/>
              </a:rPr>
              <a:t>the</a:t>
            </a:r>
            <a:r>
              <a:rPr sz="1500" b="1" spc="-5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500" b="1" spc="-20" dirty="0">
                <a:solidFill>
                  <a:srgbClr val="333333"/>
                </a:solidFill>
                <a:latin typeface="Arial"/>
                <a:cs typeface="Arial"/>
              </a:rPr>
              <a:t>Connection</a:t>
            </a:r>
            <a:r>
              <a:rPr sz="1500" b="1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500" b="1" spc="-20" dirty="0">
                <a:solidFill>
                  <a:srgbClr val="333333"/>
                </a:solidFill>
                <a:latin typeface="Arial"/>
                <a:cs typeface="Arial"/>
              </a:rPr>
              <a:t>Broker</a:t>
            </a:r>
            <a:r>
              <a:rPr sz="1500" b="1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500" b="1" dirty="0">
                <a:solidFill>
                  <a:srgbClr val="333333"/>
                </a:solidFill>
                <a:latin typeface="Arial"/>
                <a:cs typeface="Arial"/>
              </a:rPr>
              <a:t>for</a:t>
            </a:r>
            <a:r>
              <a:rPr sz="1500" b="1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500" b="1" spc="-20" dirty="0">
                <a:solidFill>
                  <a:srgbClr val="333333"/>
                </a:solidFill>
                <a:latin typeface="Arial"/>
                <a:cs typeface="Arial"/>
              </a:rPr>
              <a:t>VMware</a:t>
            </a:r>
            <a:r>
              <a:rPr sz="1500" b="1" spc="-5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1500" b="1" spc="-25" dirty="0">
                <a:solidFill>
                  <a:srgbClr val="333333"/>
                </a:solidFill>
                <a:latin typeface="Arial"/>
                <a:cs typeface="Arial"/>
              </a:rPr>
              <a:t>VDI </a:t>
            </a:r>
            <a:r>
              <a:rPr sz="1500" b="1" spc="-10" dirty="0">
                <a:solidFill>
                  <a:srgbClr val="333333"/>
                </a:solidFill>
                <a:latin typeface="Arial"/>
                <a:cs typeface="Arial"/>
              </a:rPr>
              <a:t>Background:</a:t>
            </a:r>
            <a:endParaRPr sz="1500">
              <a:latin typeface="Arial"/>
              <a:cs typeface="Arial"/>
            </a:endParaRPr>
          </a:p>
          <a:p>
            <a:pPr marL="311785" marR="1746885">
              <a:lnSpc>
                <a:spcPct val="121400"/>
              </a:lnSpc>
              <a:spcBef>
                <a:spcPts val="40"/>
              </a:spcBef>
            </a:pPr>
            <a:r>
              <a:rPr sz="1400" dirty="0">
                <a:latin typeface="Arial"/>
                <a:cs typeface="Arial"/>
              </a:rPr>
              <a:t>Based</a:t>
            </a:r>
            <a:r>
              <a:rPr sz="1400" spc="-75" dirty="0">
                <a:latin typeface="Arial"/>
                <a:cs typeface="Arial"/>
              </a:rPr>
              <a:t> </a:t>
            </a:r>
            <a:r>
              <a:rPr sz="1400" dirty="0">
                <a:latin typeface="Arial"/>
                <a:cs typeface="Arial"/>
              </a:rPr>
              <a:t>on</a:t>
            </a:r>
            <a:r>
              <a:rPr sz="1400" spc="-60" dirty="0">
                <a:latin typeface="Arial"/>
                <a:cs typeface="Arial"/>
              </a:rPr>
              <a:t> </a:t>
            </a:r>
            <a:r>
              <a:rPr sz="1400" spc="-10" dirty="0">
                <a:latin typeface="Arial"/>
                <a:cs typeface="Arial"/>
              </a:rPr>
              <a:t>Propero</a:t>
            </a:r>
            <a:r>
              <a:rPr sz="1400" spc="-45" dirty="0">
                <a:latin typeface="Arial"/>
                <a:cs typeface="Arial"/>
              </a:rPr>
              <a:t> </a:t>
            </a:r>
            <a:r>
              <a:rPr sz="1400" spc="-10" dirty="0">
                <a:latin typeface="Arial"/>
                <a:cs typeface="Arial"/>
              </a:rPr>
              <a:t>technologies</a:t>
            </a:r>
            <a:r>
              <a:rPr sz="1400" spc="-40" dirty="0">
                <a:latin typeface="Arial"/>
                <a:cs typeface="Arial"/>
              </a:rPr>
              <a:t> </a:t>
            </a:r>
            <a:r>
              <a:rPr sz="1400" spc="-10" dirty="0">
                <a:latin typeface="Arial"/>
                <a:cs typeface="Arial"/>
              </a:rPr>
              <a:t>acquired</a:t>
            </a:r>
            <a:r>
              <a:rPr sz="1400" spc="-45" dirty="0">
                <a:latin typeface="Arial"/>
                <a:cs typeface="Arial"/>
              </a:rPr>
              <a:t> </a:t>
            </a:r>
            <a:r>
              <a:rPr sz="1400" dirty="0">
                <a:latin typeface="Arial"/>
                <a:cs typeface="Arial"/>
              </a:rPr>
              <a:t>by</a:t>
            </a:r>
            <a:r>
              <a:rPr sz="1400" spc="-50" dirty="0">
                <a:latin typeface="Arial"/>
                <a:cs typeface="Arial"/>
              </a:rPr>
              <a:t> </a:t>
            </a:r>
            <a:r>
              <a:rPr sz="1400" spc="-10" dirty="0">
                <a:latin typeface="Arial"/>
                <a:cs typeface="Arial"/>
              </a:rPr>
              <a:t>VMware</a:t>
            </a:r>
            <a:r>
              <a:rPr sz="1400" spc="-45" dirty="0">
                <a:latin typeface="Arial"/>
                <a:cs typeface="Arial"/>
              </a:rPr>
              <a:t> </a:t>
            </a:r>
            <a:r>
              <a:rPr sz="1400" dirty="0">
                <a:latin typeface="Arial"/>
                <a:cs typeface="Arial"/>
              </a:rPr>
              <a:t>in</a:t>
            </a:r>
            <a:r>
              <a:rPr sz="1400" spc="-45" dirty="0">
                <a:latin typeface="Arial"/>
                <a:cs typeface="Arial"/>
              </a:rPr>
              <a:t> </a:t>
            </a:r>
            <a:r>
              <a:rPr sz="1400" dirty="0">
                <a:latin typeface="Arial"/>
                <a:cs typeface="Arial"/>
              </a:rPr>
              <a:t>April</a:t>
            </a:r>
            <a:r>
              <a:rPr sz="1400" spc="-40" dirty="0">
                <a:latin typeface="Arial"/>
                <a:cs typeface="Arial"/>
              </a:rPr>
              <a:t> </a:t>
            </a:r>
            <a:r>
              <a:rPr sz="1400" spc="-10" dirty="0">
                <a:latin typeface="Arial"/>
                <a:cs typeface="Arial"/>
              </a:rPr>
              <a:t>2007; </a:t>
            </a:r>
            <a:r>
              <a:rPr sz="1400" dirty="0">
                <a:latin typeface="Arial"/>
                <a:cs typeface="Arial"/>
              </a:rPr>
              <a:t>Replaces</a:t>
            </a:r>
            <a:r>
              <a:rPr sz="1400" spc="-70" dirty="0">
                <a:latin typeface="Arial"/>
                <a:cs typeface="Arial"/>
              </a:rPr>
              <a:t> </a:t>
            </a:r>
            <a:r>
              <a:rPr sz="1400" spc="-20" dirty="0">
                <a:latin typeface="Arial"/>
                <a:cs typeface="Arial"/>
              </a:rPr>
              <a:t>VDM</a:t>
            </a:r>
            <a:r>
              <a:rPr sz="1400" spc="-75" dirty="0">
                <a:latin typeface="Arial"/>
                <a:cs typeface="Arial"/>
              </a:rPr>
              <a:t> </a:t>
            </a:r>
            <a:r>
              <a:rPr sz="1400" dirty="0">
                <a:latin typeface="Arial"/>
                <a:cs typeface="Arial"/>
              </a:rPr>
              <a:t>1.1</a:t>
            </a:r>
            <a:r>
              <a:rPr sz="1400" spc="-70" dirty="0">
                <a:latin typeface="Arial"/>
                <a:cs typeface="Arial"/>
              </a:rPr>
              <a:t> </a:t>
            </a:r>
            <a:r>
              <a:rPr sz="1400" dirty="0">
                <a:latin typeface="Arial"/>
                <a:cs typeface="Arial"/>
              </a:rPr>
              <a:t>PSO</a:t>
            </a:r>
            <a:r>
              <a:rPr sz="1400" spc="-65" dirty="0">
                <a:latin typeface="Arial"/>
                <a:cs typeface="Arial"/>
              </a:rPr>
              <a:t> </a:t>
            </a:r>
            <a:r>
              <a:rPr sz="1400" spc="-10" dirty="0">
                <a:latin typeface="Arial"/>
                <a:cs typeface="Arial"/>
              </a:rPr>
              <a:t>offering;</a:t>
            </a:r>
            <a:endParaRPr sz="1400">
              <a:latin typeface="Arial"/>
              <a:cs typeface="Arial"/>
            </a:endParaRPr>
          </a:p>
          <a:p>
            <a:pPr marL="311785">
              <a:lnSpc>
                <a:spcPct val="100000"/>
              </a:lnSpc>
              <a:spcBef>
                <a:spcPts val="359"/>
              </a:spcBef>
            </a:pPr>
            <a:r>
              <a:rPr sz="1400" spc="-10" dirty="0">
                <a:latin typeface="Arial"/>
                <a:cs typeface="Arial"/>
              </a:rPr>
              <a:t>VMware</a:t>
            </a:r>
            <a:r>
              <a:rPr sz="1400" spc="-70" dirty="0">
                <a:latin typeface="Arial"/>
                <a:cs typeface="Arial"/>
              </a:rPr>
              <a:t> </a:t>
            </a:r>
            <a:r>
              <a:rPr sz="1400" dirty="0">
                <a:latin typeface="Arial"/>
                <a:cs typeface="Arial"/>
              </a:rPr>
              <a:t>boxed</a:t>
            </a:r>
            <a:r>
              <a:rPr sz="1400" spc="-60" dirty="0">
                <a:latin typeface="Arial"/>
                <a:cs typeface="Arial"/>
              </a:rPr>
              <a:t> </a:t>
            </a:r>
            <a:r>
              <a:rPr sz="1400" dirty="0">
                <a:latin typeface="Arial"/>
                <a:cs typeface="Arial"/>
              </a:rPr>
              <a:t>product,</a:t>
            </a:r>
            <a:r>
              <a:rPr sz="1400" spc="-50" dirty="0">
                <a:latin typeface="Arial"/>
                <a:cs typeface="Arial"/>
              </a:rPr>
              <a:t> </a:t>
            </a:r>
            <a:r>
              <a:rPr sz="1400" dirty="0">
                <a:latin typeface="Arial"/>
                <a:cs typeface="Arial"/>
              </a:rPr>
              <a:t>fully</a:t>
            </a:r>
            <a:r>
              <a:rPr sz="1400" spc="-70" dirty="0">
                <a:latin typeface="Arial"/>
                <a:cs typeface="Arial"/>
              </a:rPr>
              <a:t> </a:t>
            </a:r>
            <a:r>
              <a:rPr sz="1400" spc="-10" dirty="0">
                <a:latin typeface="Arial"/>
                <a:cs typeface="Arial"/>
              </a:rPr>
              <a:t>supported,</a:t>
            </a:r>
            <a:r>
              <a:rPr sz="1400" spc="-50" dirty="0">
                <a:latin typeface="Arial"/>
                <a:cs typeface="Arial"/>
              </a:rPr>
              <a:t> </a:t>
            </a:r>
            <a:r>
              <a:rPr sz="1400" spc="-10" dirty="0">
                <a:latin typeface="Arial"/>
                <a:cs typeface="Arial"/>
              </a:rPr>
              <a:t>production</a:t>
            </a:r>
            <a:r>
              <a:rPr sz="1400" spc="-50" dirty="0">
                <a:latin typeface="Arial"/>
                <a:cs typeface="Arial"/>
              </a:rPr>
              <a:t> </a:t>
            </a:r>
            <a:r>
              <a:rPr sz="1400" spc="-10" dirty="0">
                <a:latin typeface="Arial"/>
                <a:cs typeface="Arial"/>
              </a:rPr>
              <a:t>ready;</a:t>
            </a:r>
            <a:endParaRPr sz="14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50"/>
              </a:spcBef>
            </a:pPr>
            <a:endParaRPr sz="1400">
              <a:latin typeface="Arial"/>
              <a:cs typeface="Arial"/>
            </a:endParaRPr>
          </a:p>
          <a:p>
            <a:pPr marL="13335">
              <a:lnSpc>
                <a:spcPct val="100000"/>
              </a:lnSpc>
            </a:pPr>
            <a:r>
              <a:rPr sz="1500" b="1" spc="-10" dirty="0">
                <a:solidFill>
                  <a:srgbClr val="333333"/>
                </a:solidFill>
                <a:latin typeface="Arial"/>
                <a:cs typeface="Arial"/>
              </a:rPr>
              <a:t>Overview:</a:t>
            </a:r>
            <a:endParaRPr sz="1500">
              <a:latin typeface="Arial"/>
              <a:cs typeface="Arial"/>
            </a:endParaRPr>
          </a:p>
          <a:p>
            <a:pPr marL="311785" marR="3656965">
              <a:lnSpc>
                <a:spcPct val="121400"/>
              </a:lnSpc>
              <a:spcBef>
                <a:spcPts val="50"/>
              </a:spcBef>
            </a:pPr>
            <a:r>
              <a:rPr sz="1400" spc="-10" dirty="0">
                <a:latin typeface="Arial"/>
                <a:cs typeface="Arial"/>
              </a:rPr>
              <a:t>Connects</a:t>
            </a:r>
            <a:r>
              <a:rPr sz="1400" spc="-45" dirty="0">
                <a:latin typeface="Arial"/>
                <a:cs typeface="Arial"/>
              </a:rPr>
              <a:t> </a:t>
            </a:r>
            <a:r>
              <a:rPr sz="1400" dirty="0">
                <a:latin typeface="Arial"/>
                <a:cs typeface="Arial"/>
              </a:rPr>
              <a:t>users</a:t>
            </a:r>
            <a:r>
              <a:rPr sz="1400" spc="-35" dirty="0">
                <a:latin typeface="Arial"/>
                <a:cs typeface="Arial"/>
              </a:rPr>
              <a:t> </a:t>
            </a:r>
            <a:r>
              <a:rPr sz="1400" dirty="0">
                <a:latin typeface="Arial"/>
                <a:cs typeface="Arial"/>
              </a:rPr>
              <a:t>to</a:t>
            </a:r>
            <a:r>
              <a:rPr sz="1400" spc="-55" dirty="0">
                <a:latin typeface="Arial"/>
                <a:cs typeface="Arial"/>
              </a:rPr>
              <a:t> </a:t>
            </a:r>
            <a:r>
              <a:rPr sz="1400" spc="-10" dirty="0">
                <a:latin typeface="Arial"/>
                <a:cs typeface="Arial"/>
              </a:rPr>
              <a:t>virtual</a:t>
            </a:r>
            <a:r>
              <a:rPr sz="1400" spc="-45" dirty="0">
                <a:latin typeface="Arial"/>
                <a:cs typeface="Arial"/>
              </a:rPr>
              <a:t> </a:t>
            </a:r>
            <a:r>
              <a:rPr sz="1400" spc="-10" dirty="0">
                <a:latin typeface="Arial"/>
                <a:cs typeface="Arial"/>
              </a:rPr>
              <a:t>desktops; </a:t>
            </a:r>
            <a:r>
              <a:rPr sz="1400" dirty="0">
                <a:latin typeface="Arial"/>
                <a:cs typeface="Arial"/>
              </a:rPr>
              <a:t>Manages</a:t>
            </a:r>
            <a:r>
              <a:rPr sz="1400" spc="-50" dirty="0">
                <a:latin typeface="Arial"/>
                <a:cs typeface="Arial"/>
              </a:rPr>
              <a:t> </a:t>
            </a:r>
            <a:r>
              <a:rPr sz="1400" spc="-10" dirty="0">
                <a:latin typeface="Arial"/>
                <a:cs typeface="Arial"/>
              </a:rPr>
              <a:t>authentication</a:t>
            </a:r>
            <a:r>
              <a:rPr sz="1400" spc="-85" dirty="0">
                <a:latin typeface="Arial"/>
                <a:cs typeface="Arial"/>
              </a:rPr>
              <a:t> </a:t>
            </a:r>
            <a:r>
              <a:rPr sz="1400" dirty="0">
                <a:latin typeface="Arial"/>
                <a:cs typeface="Arial"/>
              </a:rPr>
              <a:t>and</a:t>
            </a:r>
            <a:r>
              <a:rPr sz="1400" spc="-50" dirty="0">
                <a:latin typeface="Arial"/>
                <a:cs typeface="Arial"/>
              </a:rPr>
              <a:t> </a:t>
            </a:r>
            <a:r>
              <a:rPr sz="1400" spc="-10" dirty="0">
                <a:latin typeface="Arial"/>
                <a:cs typeface="Arial"/>
              </a:rPr>
              <a:t>entitlements;</a:t>
            </a:r>
            <a:endParaRPr sz="1400">
              <a:latin typeface="Arial"/>
              <a:cs typeface="Arial"/>
            </a:endParaRPr>
          </a:p>
          <a:p>
            <a:pPr marL="311785" marR="2761615">
              <a:lnSpc>
                <a:spcPct val="121400"/>
              </a:lnSpc>
            </a:pPr>
            <a:r>
              <a:rPr sz="1400" spc="-10" dirty="0">
                <a:latin typeface="Arial"/>
                <a:cs typeface="Arial"/>
              </a:rPr>
              <a:t>Integrated</a:t>
            </a:r>
            <a:r>
              <a:rPr sz="1400" spc="-50" dirty="0">
                <a:latin typeface="Arial"/>
                <a:cs typeface="Arial"/>
              </a:rPr>
              <a:t> </a:t>
            </a:r>
            <a:r>
              <a:rPr sz="1400" dirty="0">
                <a:latin typeface="Arial"/>
                <a:cs typeface="Arial"/>
              </a:rPr>
              <a:t>with</a:t>
            </a:r>
            <a:r>
              <a:rPr sz="1400" spc="-60" dirty="0">
                <a:latin typeface="Arial"/>
                <a:cs typeface="Arial"/>
              </a:rPr>
              <a:t> </a:t>
            </a:r>
            <a:r>
              <a:rPr sz="1400" spc="-10" dirty="0">
                <a:latin typeface="Arial"/>
                <a:cs typeface="Arial"/>
              </a:rPr>
              <a:t>VirtualCenter</a:t>
            </a:r>
            <a:r>
              <a:rPr sz="1400" spc="-55" dirty="0">
                <a:latin typeface="Arial"/>
                <a:cs typeface="Arial"/>
              </a:rPr>
              <a:t> </a:t>
            </a:r>
            <a:r>
              <a:rPr sz="1400" dirty="0">
                <a:latin typeface="Arial"/>
                <a:cs typeface="Arial"/>
              </a:rPr>
              <a:t>to</a:t>
            </a:r>
            <a:r>
              <a:rPr sz="1400" spc="-55" dirty="0">
                <a:latin typeface="Arial"/>
                <a:cs typeface="Arial"/>
              </a:rPr>
              <a:t> </a:t>
            </a:r>
            <a:r>
              <a:rPr sz="1400" dirty="0">
                <a:latin typeface="Arial"/>
                <a:cs typeface="Arial"/>
              </a:rPr>
              <a:t>manage</a:t>
            </a:r>
            <a:r>
              <a:rPr sz="1400" spc="-55" dirty="0">
                <a:latin typeface="Arial"/>
                <a:cs typeface="Arial"/>
              </a:rPr>
              <a:t> </a:t>
            </a:r>
            <a:r>
              <a:rPr sz="1400" dirty="0">
                <a:latin typeface="Arial"/>
                <a:cs typeface="Arial"/>
              </a:rPr>
              <a:t>VI3</a:t>
            </a:r>
            <a:r>
              <a:rPr sz="1400" spc="-55" dirty="0">
                <a:latin typeface="Arial"/>
                <a:cs typeface="Arial"/>
              </a:rPr>
              <a:t> </a:t>
            </a:r>
            <a:r>
              <a:rPr sz="1400" spc="-10" dirty="0">
                <a:latin typeface="Arial"/>
                <a:cs typeface="Arial"/>
              </a:rPr>
              <a:t>platform; </a:t>
            </a:r>
            <a:r>
              <a:rPr sz="1400" dirty="0">
                <a:latin typeface="Arial"/>
                <a:cs typeface="Arial"/>
              </a:rPr>
              <a:t>Robust</a:t>
            </a:r>
            <a:r>
              <a:rPr sz="1400" spc="-40" dirty="0">
                <a:latin typeface="Arial"/>
                <a:cs typeface="Arial"/>
              </a:rPr>
              <a:t> </a:t>
            </a:r>
            <a:r>
              <a:rPr sz="1400" dirty="0">
                <a:latin typeface="Arial"/>
                <a:cs typeface="Arial"/>
              </a:rPr>
              <a:t>and</a:t>
            </a:r>
            <a:r>
              <a:rPr sz="1400" spc="-45" dirty="0">
                <a:latin typeface="Arial"/>
                <a:cs typeface="Arial"/>
              </a:rPr>
              <a:t> </a:t>
            </a:r>
            <a:r>
              <a:rPr sz="1400" spc="-10" dirty="0">
                <a:latin typeface="Arial"/>
                <a:cs typeface="Arial"/>
              </a:rPr>
              <a:t>scalable</a:t>
            </a:r>
            <a:r>
              <a:rPr sz="1400" spc="-75" dirty="0">
                <a:latin typeface="Arial"/>
                <a:cs typeface="Arial"/>
              </a:rPr>
              <a:t> </a:t>
            </a:r>
            <a:r>
              <a:rPr sz="1400" dirty="0">
                <a:latin typeface="Arial"/>
                <a:cs typeface="Arial"/>
              </a:rPr>
              <a:t>for</a:t>
            </a:r>
            <a:r>
              <a:rPr sz="1400" spc="-50" dirty="0">
                <a:latin typeface="Arial"/>
                <a:cs typeface="Arial"/>
              </a:rPr>
              <a:t> </a:t>
            </a:r>
            <a:r>
              <a:rPr sz="1400" dirty="0">
                <a:latin typeface="Arial"/>
                <a:cs typeface="Arial"/>
              </a:rPr>
              <a:t>the</a:t>
            </a:r>
            <a:r>
              <a:rPr sz="1400" spc="-45" dirty="0">
                <a:latin typeface="Arial"/>
                <a:cs typeface="Arial"/>
              </a:rPr>
              <a:t> </a:t>
            </a:r>
            <a:r>
              <a:rPr sz="1400" spc="-10" dirty="0">
                <a:latin typeface="Arial"/>
                <a:cs typeface="Arial"/>
              </a:rPr>
              <a:t>Enterprise,</a:t>
            </a:r>
            <a:r>
              <a:rPr sz="1400" spc="-70" dirty="0">
                <a:latin typeface="Arial"/>
                <a:cs typeface="Arial"/>
              </a:rPr>
              <a:t> </a:t>
            </a:r>
            <a:r>
              <a:rPr sz="1400" spc="-20" dirty="0">
                <a:latin typeface="Arial"/>
                <a:cs typeface="Arial"/>
              </a:rPr>
              <a:t>yet…</a:t>
            </a:r>
            <a:endParaRPr sz="1400">
              <a:latin typeface="Arial"/>
              <a:cs typeface="Arial"/>
            </a:endParaRPr>
          </a:p>
          <a:p>
            <a:pPr marL="311785" marR="2613025">
              <a:lnSpc>
                <a:spcPct val="120800"/>
              </a:lnSpc>
              <a:spcBef>
                <a:spcPts val="10"/>
              </a:spcBef>
            </a:pPr>
            <a:r>
              <a:rPr sz="1400" dirty="0">
                <a:latin typeface="Arial"/>
                <a:cs typeface="Arial"/>
              </a:rPr>
              <a:t>Easy</a:t>
            </a:r>
            <a:r>
              <a:rPr sz="1400" spc="-60" dirty="0">
                <a:latin typeface="Arial"/>
                <a:cs typeface="Arial"/>
              </a:rPr>
              <a:t> </a:t>
            </a:r>
            <a:r>
              <a:rPr sz="1400" dirty="0">
                <a:latin typeface="Arial"/>
                <a:cs typeface="Arial"/>
              </a:rPr>
              <a:t>to</a:t>
            </a:r>
            <a:r>
              <a:rPr sz="1400" spc="-30" dirty="0">
                <a:latin typeface="Arial"/>
                <a:cs typeface="Arial"/>
              </a:rPr>
              <a:t> </a:t>
            </a:r>
            <a:r>
              <a:rPr sz="1400" spc="-10" dirty="0">
                <a:latin typeface="Arial"/>
                <a:cs typeface="Arial"/>
              </a:rPr>
              <a:t>deploy</a:t>
            </a:r>
            <a:r>
              <a:rPr sz="1400" spc="-45" dirty="0">
                <a:latin typeface="Arial"/>
                <a:cs typeface="Arial"/>
              </a:rPr>
              <a:t> </a:t>
            </a:r>
            <a:r>
              <a:rPr sz="1400" dirty="0">
                <a:latin typeface="Arial"/>
                <a:cs typeface="Arial"/>
              </a:rPr>
              <a:t>and</a:t>
            </a:r>
            <a:r>
              <a:rPr sz="1400" spc="-40" dirty="0">
                <a:latin typeface="Arial"/>
                <a:cs typeface="Arial"/>
              </a:rPr>
              <a:t> </a:t>
            </a:r>
            <a:r>
              <a:rPr sz="1400" spc="-10" dirty="0">
                <a:latin typeface="Arial"/>
                <a:cs typeface="Arial"/>
              </a:rPr>
              <a:t>administer</a:t>
            </a:r>
            <a:r>
              <a:rPr sz="1400" spc="-25" dirty="0">
                <a:latin typeface="Arial"/>
                <a:cs typeface="Arial"/>
              </a:rPr>
              <a:t> </a:t>
            </a:r>
            <a:r>
              <a:rPr sz="1400" dirty="0">
                <a:latin typeface="Arial"/>
                <a:cs typeface="Arial"/>
              </a:rPr>
              <a:t>in</a:t>
            </a:r>
            <a:r>
              <a:rPr sz="1400" spc="-60" dirty="0">
                <a:latin typeface="Arial"/>
                <a:cs typeface="Arial"/>
              </a:rPr>
              <a:t> </a:t>
            </a:r>
            <a:r>
              <a:rPr sz="1400" spc="-10" dirty="0">
                <a:latin typeface="Arial"/>
                <a:cs typeface="Arial"/>
              </a:rPr>
              <a:t>smaller</a:t>
            </a:r>
            <a:r>
              <a:rPr sz="1400" spc="-40" dirty="0">
                <a:latin typeface="Arial"/>
                <a:cs typeface="Arial"/>
              </a:rPr>
              <a:t> </a:t>
            </a:r>
            <a:r>
              <a:rPr sz="1400" spc="-10" dirty="0">
                <a:latin typeface="Arial"/>
                <a:cs typeface="Arial"/>
              </a:rPr>
              <a:t>environments; </a:t>
            </a:r>
            <a:r>
              <a:rPr sz="1400" spc="-25" dirty="0">
                <a:latin typeface="Arial"/>
                <a:cs typeface="Arial"/>
              </a:rPr>
              <a:t>Fully-</a:t>
            </a:r>
            <a:r>
              <a:rPr sz="1400" spc="-10" dirty="0">
                <a:latin typeface="Arial"/>
                <a:cs typeface="Arial"/>
              </a:rPr>
              <a:t>featured,</a:t>
            </a:r>
            <a:r>
              <a:rPr sz="1400" spc="-15" dirty="0">
                <a:latin typeface="Arial"/>
                <a:cs typeface="Arial"/>
              </a:rPr>
              <a:t> </a:t>
            </a:r>
            <a:r>
              <a:rPr sz="1400" spc="-10" dirty="0">
                <a:latin typeface="Arial"/>
                <a:cs typeface="Arial"/>
              </a:rPr>
              <a:t>enterprise-class connection</a:t>
            </a:r>
            <a:r>
              <a:rPr sz="1400" spc="-45" dirty="0">
                <a:latin typeface="Arial"/>
                <a:cs typeface="Arial"/>
              </a:rPr>
              <a:t> </a:t>
            </a:r>
            <a:r>
              <a:rPr sz="1400" spc="-10" dirty="0">
                <a:latin typeface="Arial"/>
                <a:cs typeface="Arial"/>
              </a:rPr>
              <a:t>broker.</a:t>
            </a:r>
            <a:endParaRPr sz="14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210"/>
              </a:spcBef>
            </a:pPr>
            <a:endParaRPr sz="14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sz="1500" b="1" spc="-10" dirty="0">
                <a:solidFill>
                  <a:srgbClr val="333333"/>
                </a:solidFill>
                <a:latin typeface="Arial"/>
                <a:cs typeface="Arial"/>
              </a:rPr>
              <a:t>Benefits:</a:t>
            </a:r>
            <a:endParaRPr sz="1500">
              <a:latin typeface="Arial"/>
              <a:cs typeface="Arial"/>
            </a:endParaRPr>
          </a:p>
          <a:p>
            <a:pPr marL="311785">
              <a:lnSpc>
                <a:spcPct val="100000"/>
              </a:lnSpc>
              <a:spcBef>
                <a:spcPts val="409"/>
              </a:spcBef>
            </a:pPr>
            <a:r>
              <a:rPr sz="1400" dirty="0">
                <a:latin typeface="Arial"/>
                <a:cs typeface="Arial"/>
              </a:rPr>
              <a:t>Grow</a:t>
            </a:r>
            <a:r>
              <a:rPr sz="1400" spc="-35" dirty="0">
                <a:latin typeface="Arial"/>
                <a:cs typeface="Arial"/>
              </a:rPr>
              <a:t> </a:t>
            </a:r>
            <a:r>
              <a:rPr sz="1400" dirty="0">
                <a:latin typeface="Arial"/>
                <a:cs typeface="Arial"/>
              </a:rPr>
              <a:t>the</a:t>
            </a:r>
            <a:r>
              <a:rPr sz="1400" spc="-45" dirty="0">
                <a:latin typeface="Arial"/>
                <a:cs typeface="Arial"/>
              </a:rPr>
              <a:t> </a:t>
            </a:r>
            <a:r>
              <a:rPr sz="1400" spc="-10" dirty="0">
                <a:latin typeface="Arial"/>
                <a:cs typeface="Arial"/>
              </a:rPr>
              <a:t>VMware</a:t>
            </a:r>
            <a:r>
              <a:rPr sz="1400" spc="-40" dirty="0">
                <a:latin typeface="Arial"/>
                <a:cs typeface="Arial"/>
              </a:rPr>
              <a:t> </a:t>
            </a:r>
            <a:r>
              <a:rPr sz="1400" dirty="0">
                <a:latin typeface="Arial"/>
                <a:cs typeface="Arial"/>
              </a:rPr>
              <a:t>VDI</a:t>
            </a:r>
            <a:r>
              <a:rPr sz="1400" spc="-75" dirty="0">
                <a:latin typeface="Arial"/>
                <a:cs typeface="Arial"/>
              </a:rPr>
              <a:t> </a:t>
            </a:r>
            <a:r>
              <a:rPr sz="1400" spc="-10" dirty="0">
                <a:latin typeface="Arial"/>
                <a:cs typeface="Arial"/>
              </a:rPr>
              <a:t>solution</a:t>
            </a:r>
            <a:r>
              <a:rPr sz="1400" spc="-35" dirty="0">
                <a:latin typeface="Arial"/>
                <a:cs typeface="Arial"/>
              </a:rPr>
              <a:t> </a:t>
            </a:r>
            <a:r>
              <a:rPr sz="1400" dirty="0">
                <a:latin typeface="Arial"/>
                <a:cs typeface="Arial"/>
              </a:rPr>
              <a:t>to</a:t>
            </a:r>
            <a:r>
              <a:rPr sz="1400" spc="-50" dirty="0">
                <a:latin typeface="Arial"/>
                <a:cs typeface="Arial"/>
              </a:rPr>
              <a:t> </a:t>
            </a:r>
            <a:r>
              <a:rPr sz="1400" spc="-10" dirty="0">
                <a:latin typeface="Arial"/>
                <a:cs typeface="Arial"/>
              </a:rPr>
              <a:t>increase</a:t>
            </a:r>
            <a:r>
              <a:rPr sz="1400" spc="-75" dirty="0">
                <a:latin typeface="Arial"/>
                <a:cs typeface="Arial"/>
              </a:rPr>
              <a:t> </a:t>
            </a:r>
            <a:r>
              <a:rPr sz="1400" spc="-10" dirty="0">
                <a:latin typeface="Arial"/>
                <a:cs typeface="Arial"/>
              </a:rPr>
              <a:t>customer</a:t>
            </a:r>
            <a:r>
              <a:rPr sz="1400" spc="-45" dirty="0">
                <a:latin typeface="Arial"/>
                <a:cs typeface="Arial"/>
              </a:rPr>
              <a:t> </a:t>
            </a:r>
            <a:r>
              <a:rPr sz="1400" spc="-10" dirty="0">
                <a:latin typeface="Arial"/>
                <a:cs typeface="Arial"/>
              </a:rPr>
              <a:t>penetration;</a:t>
            </a:r>
            <a:endParaRPr sz="1400">
              <a:latin typeface="Arial"/>
              <a:cs typeface="Arial"/>
            </a:endParaRPr>
          </a:p>
          <a:p>
            <a:pPr marL="311785" marR="5080">
              <a:lnSpc>
                <a:spcPct val="120800"/>
              </a:lnSpc>
              <a:spcBef>
                <a:spcPts val="10"/>
              </a:spcBef>
            </a:pPr>
            <a:r>
              <a:rPr sz="1400" spc="-10" dirty="0">
                <a:latin typeface="Arial"/>
                <a:cs typeface="Arial"/>
              </a:rPr>
              <a:t>Simplify</a:t>
            </a:r>
            <a:r>
              <a:rPr sz="1400" spc="-70" dirty="0">
                <a:latin typeface="Arial"/>
                <a:cs typeface="Arial"/>
              </a:rPr>
              <a:t> </a:t>
            </a:r>
            <a:r>
              <a:rPr sz="1400" spc="-10" dirty="0">
                <a:latin typeface="Arial"/>
                <a:cs typeface="Arial"/>
              </a:rPr>
              <a:t>VMware</a:t>
            </a:r>
            <a:r>
              <a:rPr sz="1400" spc="-75" dirty="0">
                <a:latin typeface="Arial"/>
                <a:cs typeface="Arial"/>
              </a:rPr>
              <a:t> </a:t>
            </a:r>
            <a:r>
              <a:rPr sz="1400" dirty="0">
                <a:latin typeface="Arial"/>
                <a:cs typeface="Arial"/>
              </a:rPr>
              <a:t>VDI</a:t>
            </a:r>
            <a:r>
              <a:rPr sz="1400" spc="-50" dirty="0">
                <a:latin typeface="Arial"/>
                <a:cs typeface="Arial"/>
              </a:rPr>
              <a:t> </a:t>
            </a:r>
            <a:r>
              <a:rPr sz="1400" dirty="0">
                <a:latin typeface="Arial"/>
                <a:cs typeface="Arial"/>
              </a:rPr>
              <a:t>for</a:t>
            </a:r>
            <a:r>
              <a:rPr sz="1400" spc="-50" dirty="0">
                <a:latin typeface="Arial"/>
                <a:cs typeface="Arial"/>
              </a:rPr>
              <a:t> </a:t>
            </a:r>
            <a:r>
              <a:rPr sz="1400" spc="-10" dirty="0">
                <a:latin typeface="Arial"/>
                <a:cs typeface="Arial"/>
              </a:rPr>
              <a:t>customers:</a:t>
            </a:r>
            <a:r>
              <a:rPr sz="1400" spc="-60" dirty="0">
                <a:latin typeface="Arial"/>
                <a:cs typeface="Arial"/>
              </a:rPr>
              <a:t> </a:t>
            </a:r>
            <a:r>
              <a:rPr sz="1400" dirty="0">
                <a:latin typeface="Arial"/>
                <a:cs typeface="Arial"/>
              </a:rPr>
              <a:t>easier</a:t>
            </a:r>
            <a:r>
              <a:rPr sz="1400" spc="-60" dirty="0">
                <a:latin typeface="Arial"/>
                <a:cs typeface="Arial"/>
              </a:rPr>
              <a:t> </a:t>
            </a:r>
            <a:r>
              <a:rPr sz="1400" dirty="0">
                <a:latin typeface="Arial"/>
                <a:cs typeface="Arial"/>
              </a:rPr>
              <a:t>to</a:t>
            </a:r>
            <a:r>
              <a:rPr sz="1400" spc="-50" dirty="0">
                <a:latin typeface="Arial"/>
                <a:cs typeface="Arial"/>
              </a:rPr>
              <a:t> </a:t>
            </a:r>
            <a:r>
              <a:rPr sz="1400" spc="-10" dirty="0">
                <a:latin typeface="Arial"/>
                <a:cs typeface="Arial"/>
              </a:rPr>
              <a:t>understand,</a:t>
            </a:r>
            <a:r>
              <a:rPr sz="1400" spc="-50" dirty="0">
                <a:latin typeface="Arial"/>
                <a:cs typeface="Arial"/>
              </a:rPr>
              <a:t> </a:t>
            </a:r>
            <a:r>
              <a:rPr sz="1400" dirty="0">
                <a:latin typeface="Arial"/>
                <a:cs typeface="Arial"/>
              </a:rPr>
              <a:t>deploy,</a:t>
            </a:r>
            <a:r>
              <a:rPr sz="1400" spc="-50" dirty="0">
                <a:latin typeface="Arial"/>
                <a:cs typeface="Arial"/>
              </a:rPr>
              <a:t> </a:t>
            </a:r>
            <a:r>
              <a:rPr sz="1400" spc="-10" dirty="0">
                <a:latin typeface="Arial"/>
                <a:cs typeface="Arial"/>
              </a:rPr>
              <a:t>purchase</a:t>
            </a:r>
            <a:r>
              <a:rPr sz="1400" spc="-50" dirty="0">
                <a:latin typeface="Arial"/>
                <a:cs typeface="Arial"/>
              </a:rPr>
              <a:t> </a:t>
            </a:r>
            <a:r>
              <a:rPr sz="1400" dirty="0">
                <a:latin typeface="Arial"/>
                <a:cs typeface="Arial"/>
              </a:rPr>
              <a:t>and</a:t>
            </a:r>
            <a:r>
              <a:rPr sz="1400" spc="-60" dirty="0">
                <a:latin typeface="Arial"/>
                <a:cs typeface="Arial"/>
              </a:rPr>
              <a:t> </a:t>
            </a:r>
            <a:r>
              <a:rPr sz="1400" spc="-10" dirty="0">
                <a:latin typeface="Arial"/>
                <a:cs typeface="Arial"/>
              </a:rPr>
              <a:t>support; VMware</a:t>
            </a:r>
            <a:r>
              <a:rPr sz="1400" spc="-55" dirty="0">
                <a:latin typeface="Arial"/>
                <a:cs typeface="Arial"/>
              </a:rPr>
              <a:t> </a:t>
            </a:r>
            <a:r>
              <a:rPr sz="1400" dirty="0">
                <a:latin typeface="Arial"/>
                <a:cs typeface="Arial"/>
              </a:rPr>
              <a:t>have</a:t>
            </a:r>
            <a:r>
              <a:rPr sz="1400" spc="-35" dirty="0">
                <a:latin typeface="Arial"/>
                <a:cs typeface="Arial"/>
              </a:rPr>
              <a:t> </a:t>
            </a:r>
            <a:r>
              <a:rPr sz="1400" dirty="0">
                <a:latin typeface="Arial"/>
                <a:cs typeface="Arial"/>
              </a:rPr>
              <a:t>a</a:t>
            </a:r>
            <a:r>
              <a:rPr sz="1400" spc="-50" dirty="0">
                <a:latin typeface="Arial"/>
                <a:cs typeface="Arial"/>
              </a:rPr>
              <a:t> </a:t>
            </a:r>
            <a:r>
              <a:rPr sz="1400" spc="-10" dirty="0">
                <a:latin typeface="Arial"/>
                <a:cs typeface="Arial"/>
              </a:rPr>
              <a:t>single</a:t>
            </a:r>
            <a:r>
              <a:rPr sz="1400" spc="-50" dirty="0">
                <a:latin typeface="Arial"/>
                <a:cs typeface="Arial"/>
              </a:rPr>
              <a:t> </a:t>
            </a:r>
            <a:r>
              <a:rPr sz="1400" dirty="0">
                <a:latin typeface="Arial"/>
                <a:cs typeface="Arial"/>
              </a:rPr>
              <a:t>boxed</a:t>
            </a:r>
            <a:r>
              <a:rPr sz="1400" spc="-40" dirty="0">
                <a:latin typeface="Arial"/>
                <a:cs typeface="Arial"/>
              </a:rPr>
              <a:t> </a:t>
            </a:r>
            <a:r>
              <a:rPr sz="1400" spc="-10" dirty="0">
                <a:latin typeface="Arial"/>
                <a:cs typeface="Arial"/>
              </a:rPr>
              <a:t>offering</a:t>
            </a:r>
            <a:r>
              <a:rPr sz="1400" spc="-40" dirty="0">
                <a:latin typeface="Arial"/>
                <a:cs typeface="Arial"/>
              </a:rPr>
              <a:t> </a:t>
            </a:r>
            <a:r>
              <a:rPr sz="1400" dirty="0">
                <a:latin typeface="Arial"/>
                <a:cs typeface="Arial"/>
              </a:rPr>
              <a:t>that</a:t>
            </a:r>
            <a:r>
              <a:rPr sz="1400" spc="-30" dirty="0">
                <a:latin typeface="Arial"/>
                <a:cs typeface="Arial"/>
              </a:rPr>
              <a:t> </a:t>
            </a:r>
            <a:r>
              <a:rPr sz="1400" spc="-10" dirty="0">
                <a:latin typeface="Arial"/>
                <a:cs typeface="Arial"/>
              </a:rPr>
              <a:t>provides</a:t>
            </a:r>
            <a:r>
              <a:rPr sz="1400" spc="-35" dirty="0">
                <a:latin typeface="Arial"/>
                <a:cs typeface="Arial"/>
              </a:rPr>
              <a:t> </a:t>
            </a:r>
            <a:r>
              <a:rPr sz="1400" spc="-10" dirty="0">
                <a:latin typeface="Arial"/>
                <a:cs typeface="Arial"/>
              </a:rPr>
              <a:t>entire</a:t>
            </a:r>
            <a:r>
              <a:rPr sz="1400" spc="-65" dirty="0">
                <a:latin typeface="Arial"/>
                <a:cs typeface="Arial"/>
              </a:rPr>
              <a:t> </a:t>
            </a:r>
            <a:r>
              <a:rPr sz="1400" spc="-10" dirty="0">
                <a:latin typeface="Arial"/>
                <a:cs typeface="Arial"/>
              </a:rPr>
              <a:t>VMware</a:t>
            </a:r>
            <a:r>
              <a:rPr sz="1400" spc="-40" dirty="0">
                <a:latin typeface="Arial"/>
                <a:cs typeface="Arial"/>
              </a:rPr>
              <a:t> </a:t>
            </a:r>
            <a:r>
              <a:rPr sz="1400" dirty="0">
                <a:latin typeface="Arial"/>
                <a:cs typeface="Arial"/>
              </a:rPr>
              <a:t>VDI</a:t>
            </a:r>
            <a:r>
              <a:rPr sz="1400" spc="-45" dirty="0">
                <a:latin typeface="Arial"/>
                <a:cs typeface="Arial"/>
              </a:rPr>
              <a:t> </a:t>
            </a:r>
            <a:r>
              <a:rPr sz="1400" spc="-10" dirty="0">
                <a:latin typeface="Arial"/>
                <a:cs typeface="Arial"/>
              </a:rPr>
              <a:t>solution.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5638800" y="1981200"/>
            <a:ext cx="2513330" cy="2970530"/>
            <a:chOff x="5638800" y="1981200"/>
            <a:chExt cx="2513330" cy="2970530"/>
          </a:xfrm>
        </p:grpSpPr>
        <p:pic>
          <p:nvPicPr>
            <p:cNvPr id="18" name="object 1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638800" y="1981200"/>
              <a:ext cx="2395220" cy="2970530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894830" y="3467100"/>
              <a:ext cx="1257300" cy="1187450"/>
            </a:xfrm>
            <a:prstGeom prst="rect">
              <a:avLst/>
            </a:prstGeom>
          </p:spPr>
        </p:pic>
      </p:grp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25" dirty="0"/>
              <a:t>61</a:t>
            </a:fld>
            <a:endParaRPr spc="-25" dirty="0"/>
          </a:p>
        </p:txBody>
      </p:sp>
    </p:spTree>
  </p:cSld>
  <p:clrMapOvr>
    <a:masterClrMapping/>
  </p:clrMapOvr>
  <p:transition>
    <p:wipe dir="r"/>
  </p:transition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533400" y="553719"/>
            <a:ext cx="4631690" cy="403860"/>
          </a:xfrm>
          <a:custGeom>
            <a:avLst/>
            <a:gdLst/>
            <a:ahLst/>
            <a:cxnLst/>
            <a:rect l="l" t="t" r="r" b="b"/>
            <a:pathLst>
              <a:path w="4631690" h="403859">
                <a:moveTo>
                  <a:pt x="4631690" y="0"/>
                </a:moveTo>
                <a:lnTo>
                  <a:pt x="0" y="0"/>
                </a:lnTo>
                <a:lnTo>
                  <a:pt x="0" y="403859"/>
                </a:lnTo>
                <a:lnTo>
                  <a:pt x="2315210" y="403859"/>
                </a:lnTo>
                <a:lnTo>
                  <a:pt x="4631690" y="403859"/>
                </a:lnTo>
                <a:lnTo>
                  <a:pt x="463169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0960">
              <a:lnSpc>
                <a:spcPct val="100000"/>
              </a:lnSpc>
              <a:spcBef>
                <a:spcPts val="100"/>
              </a:spcBef>
            </a:pPr>
            <a:r>
              <a:rPr dirty="0"/>
              <a:t>Components</a:t>
            </a:r>
            <a:r>
              <a:rPr spc="-85" dirty="0"/>
              <a:t> </a:t>
            </a:r>
            <a:r>
              <a:rPr dirty="0"/>
              <a:t>of</a:t>
            </a:r>
            <a:r>
              <a:rPr spc="-360" dirty="0"/>
              <a:t> </a:t>
            </a:r>
            <a:r>
              <a:rPr spc="-30" dirty="0"/>
              <a:t>VMware</a:t>
            </a:r>
            <a:r>
              <a:rPr spc="-105" dirty="0"/>
              <a:t> </a:t>
            </a:r>
            <a:r>
              <a:rPr dirty="0"/>
              <a:t>VDM</a:t>
            </a:r>
            <a:r>
              <a:rPr spc="-130" dirty="0"/>
              <a:t> </a:t>
            </a:r>
            <a:r>
              <a:rPr spc="-50" dirty="0"/>
              <a:t>2</a:t>
            </a:r>
          </a:p>
        </p:txBody>
      </p:sp>
      <p:sp>
        <p:nvSpPr>
          <p:cNvPr id="4" name="object 4"/>
          <p:cNvSpPr/>
          <p:nvPr/>
        </p:nvSpPr>
        <p:spPr>
          <a:xfrm>
            <a:off x="1371600" y="3314700"/>
            <a:ext cx="3276600" cy="228600"/>
          </a:xfrm>
          <a:custGeom>
            <a:avLst/>
            <a:gdLst/>
            <a:ahLst/>
            <a:cxnLst/>
            <a:rect l="l" t="t" r="r" b="b"/>
            <a:pathLst>
              <a:path w="3276600" h="228600">
                <a:moveTo>
                  <a:pt x="3276600" y="114300"/>
                </a:moveTo>
                <a:lnTo>
                  <a:pt x="3048000" y="0"/>
                </a:lnTo>
                <a:lnTo>
                  <a:pt x="3048000" y="76200"/>
                </a:lnTo>
                <a:lnTo>
                  <a:pt x="0" y="76200"/>
                </a:lnTo>
                <a:lnTo>
                  <a:pt x="0" y="152400"/>
                </a:lnTo>
                <a:lnTo>
                  <a:pt x="3048000" y="152400"/>
                </a:lnTo>
                <a:lnTo>
                  <a:pt x="3048000" y="228600"/>
                </a:lnTo>
                <a:lnTo>
                  <a:pt x="3276600" y="114300"/>
                </a:lnTo>
                <a:close/>
              </a:path>
            </a:pathLst>
          </a:custGeom>
          <a:solidFill>
            <a:srgbClr val="7EC21B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49909" y="1577339"/>
            <a:ext cx="128270" cy="109220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49909" y="1873250"/>
            <a:ext cx="128270" cy="109220"/>
          </a:xfrm>
          <a:prstGeom prst="rect">
            <a:avLst/>
          </a:prstGeom>
        </p:spPr>
      </p:pic>
      <p:pic>
        <p:nvPicPr>
          <p:cNvPr id="7" name="object 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49909" y="2363470"/>
            <a:ext cx="128270" cy="109220"/>
          </a:xfrm>
          <a:prstGeom prst="rect">
            <a:avLst/>
          </a:prstGeom>
        </p:spPr>
      </p:pic>
      <p:grpSp>
        <p:nvGrpSpPr>
          <p:cNvPr id="8" name="object 8"/>
          <p:cNvGrpSpPr/>
          <p:nvPr/>
        </p:nvGrpSpPr>
        <p:grpSpPr>
          <a:xfrm>
            <a:off x="5459729" y="2209800"/>
            <a:ext cx="2712720" cy="1959610"/>
            <a:chOff x="5459729" y="2209800"/>
            <a:chExt cx="2712720" cy="1959610"/>
          </a:xfrm>
        </p:grpSpPr>
        <p:sp>
          <p:nvSpPr>
            <p:cNvPr id="9" name="object 9"/>
            <p:cNvSpPr/>
            <p:nvPr/>
          </p:nvSpPr>
          <p:spPr>
            <a:xfrm>
              <a:off x="5459730" y="2895599"/>
              <a:ext cx="864869" cy="647700"/>
            </a:xfrm>
            <a:custGeom>
              <a:avLst/>
              <a:gdLst/>
              <a:ahLst/>
              <a:cxnLst/>
              <a:rect l="l" t="t" r="r" b="b"/>
              <a:pathLst>
                <a:path w="864870" h="647700">
                  <a:moveTo>
                    <a:pt x="864870" y="533400"/>
                  </a:moveTo>
                  <a:lnTo>
                    <a:pt x="636270" y="419100"/>
                  </a:lnTo>
                  <a:lnTo>
                    <a:pt x="636270" y="495300"/>
                  </a:lnTo>
                  <a:lnTo>
                    <a:pt x="221996" y="495300"/>
                  </a:lnTo>
                  <a:lnTo>
                    <a:pt x="590105" y="348373"/>
                  </a:lnTo>
                  <a:lnTo>
                    <a:pt x="618490" y="419100"/>
                  </a:lnTo>
                  <a:lnTo>
                    <a:pt x="788670" y="228600"/>
                  </a:lnTo>
                  <a:lnTo>
                    <a:pt x="533400" y="207010"/>
                  </a:lnTo>
                  <a:lnTo>
                    <a:pt x="561682" y="277545"/>
                  </a:lnTo>
                  <a:lnTo>
                    <a:pt x="184518" y="428891"/>
                  </a:lnTo>
                  <a:lnTo>
                    <a:pt x="424815" y="188595"/>
                  </a:lnTo>
                  <a:lnTo>
                    <a:pt x="478790" y="242570"/>
                  </a:lnTo>
                  <a:lnTo>
                    <a:pt x="560070" y="0"/>
                  </a:lnTo>
                  <a:lnTo>
                    <a:pt x="317500" y="81280"/>
                  </a:lnTo>
                  <a:lnTo>
                    <a:pt x="371475" y="135255"/>
                  </a:lnTo>
                  <a:lnTo>
                    <a:pt x="0" y="506730"/>
                  </a:lnTo>
                  <a:lnTo>
                    <a:pt x="26670" y="533412"/>
                  </a:lnTo>
                  <a:lnTo>
                    <a:pt x="26670" y="571500"/>
                  </a:lnTo>
                  <a:lnTo>
                    <a:pt x="636270" y="571500"/>
                  </a:lnTo>
                  <a:lnTo>
                    <a:pt x="636270" y="647700"/>
                  </a:lnTo>
                  <a:lnTo>
                    <a:pt x="864870" y="533400"/>
                  </a:lnTo>
                  <a:close/>
                </a:path>
              </a:pathLst>
            </a:custGeom>
            <a:solidFill>
              <a:srgbClr val="7EC21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172199" y="2209800"/>
              <a:ext cx="2000250" cy="1959610"/>
            </a:xfrm>
            <a:prstGeom prst="rect">
              <a:avLst/>
            </a:prstGeom>
          </p:spPr>
        </p:pic>
      </p:grpSp>
      <p:sp>
        <p:nvSpPr>
          <p:cNvPr id="11" name="object 11"/>
          <p:cNvSpPr txBox="1"/>
          <p:nvPr/>
        </p:nvSpPr>
        <p:spPr>
          <a:xfrm>
            <a:off x="535940" y="1018222"/>
            <a:ext cx="2869565" cy="1534795"/>
          </a:xfrm>
          <a:prstGeom prst="rect">
            <a:avLst/>
          </a:prstGeom>
        </p:spPr>
        <p:txBody>
          <a:bodyPr vert="horz" wrap="square" lIns="0" tIns="10922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860"/>
              </a:spcBef>
            </a:pP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VDM</a:t>
            </a:r>
            <a:r>
              <a:rPr sz="2000" b="1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spc="-10" dirty="0">
                <a:solidFill>
                  <a:srgbClr val="333333"/>
                </a:solidFill>
                <a:latin typeface="Arial"/>
                <a:cs typeface="Arial"/>
              </a:rPr>
              <a:t>Client</a:t>
            </a:r>
            <a:endParaRPr sz="2000">
              <a:latin typeface="Arial"/>
              <a:cs typeface="Arial"/>
            </a:endParaRPr>
          </a:p>
          <a:p>
            <a:pPr marL="394335">
              <a:lnSpc>
                <a:spcPct val="100000"/>
              </a:lnSpc>
              <a:spcBef>
                <a:spcPts val="610"/>
              </a:spcBef>
            </a:pPr>
            <a:r>
              <a:rPr sz="1600" dirty="0">
                <a:latin typeface="Arial"/>
                <a:cs typeface="Arial"/>
              </a:rPr>
              <a:t>Native</a:t>
            </a:r>
            <a:r>
              <a:rPr sz="1600" spc="-20" dirty="0">
                <a:latin typeface="Arial"/>
                <a:cs typeface="Arial"/>
              </a:rPr>
              <a:t> </a:t>
            </a:r>
            <a:r>
              <a:rPr sz="1600" dirty="0">
                <a:latin typeface="Arial"/>
                <a:cs typeface="Arial"/>
              </a:rPr>
              <a:t>Windows</a:t>
            </a:r>
            <a:r>
              <a:rPr sz="1600" spc="-10" dirty="0">
                <a:latin typeface="Arial"/>
                <a:cs typeface="Arial"/>
              </a:rPr>
              <a:t> client;</a:t>
            </a:r>
            <a:endParaRPr sz="1600">
              <a:latin typeface="Arial"/>
              <a:cs typeface="Arial"/>
            </a:endParaRPr>
          </a:p>
          <a:p>
            <a:pPr marL="394335" marR="5080">
              <a:lnSpc>
                <a:spcPct val="79700"/>
              </a:lnSpc>
              <a:spcBef>
                <a:spcPts val="800"/>
              </a:spcBef>
            </a:pPr>
            <a:r>
              <a:rPr sz="1600" dirty="0">
                <a:latin typeface="Arial"/>
                <a:cs typeface="Arial"/>
              </a:rPr>
              <a:t>Browser</a:t>
            </a:r>
            <a:r>
              <a:rPr sz="1600" spc="-25" dirty="0">
                <a:latin typeface="Arial"/>
                <a:cs typeface="Arial"/>
              </a:rPr>
              <a:t> </a:t>
            </a:r>
            <a:r>
              <a:rPr sz="1600" dirty="0">
                <a:latin typeface="Arial"/>
                <a:cs typeface="Arial"/>
              </a:rPr>
              <a:t>access</a:t>
            </a:r>
            <a:r>
              <a:rPr sz="1600" spc="-10" dirty="0">
                <a:latin typeface="Arial"/>
                <a:cs typeface="Arial"/>
              </a:rPr>
              <a:t> </a:t>
            </a:r>
            <a:r>
              <a:rPr sz="1600" dirty="0">
                <a:latin typeface="Arial"/>
                <a:cs typeface="Arial"/>
              </a:rPr>
              <a:t>for</a:t>
            </a:r>
            <a:r>
              <a:rPr sz="1600" spc="-20" dirty="0">
                <a:latin typeface="Arial"/>
                <a:cs typeface="Arial"/>
              </a:rPr>
              <a:t> </a:t>
            </a:r>
            <a:r>
              <a:rPr sz="1600" dirty="0">
                <a:latin typeface="Arial"/>
                <a:cs typeface="Arial"/>
              </a:rPr>
              <a:t>Linux</a:t>
            </a:r>
            <a:r>
              <a:rPr sz="1600" spc="-10" dirty="0">
                <a:latin typeface="Arial"/>
                <a:cs typeface="Arial"/>
              </a:rPr>
              <a:t> </a:t>
            </a:r>
            <a:r>
              <a:rPr sz="1600" spc="-50" dirty="0">
                <a:latin typeface="Arial"/>
                <a:cs typeface="Arial"/>
              </a:rPr>
              <a:t>&amp; </a:t>
            </a:r>
            <a:r>
              <a:rPr sz="1600" spc="-20" dirty="0">
                <a:latin typeface="Arial"/>
                <a:cs typeface="Arial"/>
              </a:rPr>
              <a:t>MAC;</a:t>
            </a:r>
            <a:endParaRPr sz="1600">
              <a:latin typeface="Arial"/>
              <a:cs typeface="Arial"/>
            </a:endParaRPr>
          </a:p>
          <a:p>
            <a:pPr marL="394335">
              <a:lnSpc>
                <a:spcPct val="100000"/>
              </a:lnSpc>
              <a:spcBef>
                <a:spcPts val="409"/>
              </a:spcBef>
            </a:pPr>
            <a:r>
              <a:rPr sz="1600" spc="-10" dirty="0">
                <a:latin typeface="Arial"/>
                <a:cs typeface="Arial"/>
              </a:rPr>
              <a:t>Thin-</a:t>
            </a:r>
            <a:r>
              <a:rPr sz="1600" dirty="0">
                <a:latin typeface="Arial"/>
                <a:cs typeface="Arial"/>
              </a:rPr>
              <a:t>client</a:t>
            </a:r>
            <a:r>
              <a:rPr sz="1600" spc="-10" dirty="0">
                <a:latin typeface="Arial"/>
                <a:cs typeface="Arial"/>
              </a:rPr>
              <a:t> support.</a:t>
            </a:r>
            <a:endParaRPr sz="1600">
              <a:latin typeface="Arial"/>
              <a:cs typeface="Arial"/>
            </a:endParaRPr>
          </a:p>
        </p:txBody>
      </p:sp>
      <p:pic>
        <p:nvPicPr>
          <p:cNvPr id="12" name="object 1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273040" y="1634489"/>
            <a:ext cx="128270" cy="109220"/>
          </a:xfrm>
          <a:prstGeom prst="rect">
            <a:avLst/>
          </a:prstGeom>
        </p:spPr>
      </p:pic>
      <p:pic>
        <p:nvPicPr>
          <p:cNvPr id="13" name="object 1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273040" y="1954529"/>
            <a:ext cx="128270" cy="109220"/>
          </a:xfrm>
          <a:prstGeom prst="rect">
            <a:avLst/>
          </a:prstGeom>
        </p:spPr>
      </p:pic>
      <p:sp>
        <p:nvSpPr>
          <p:cNvPr id="14" name="object 14"/>
          <p:cNvSpPr txBox="1"/>
          <p:nvPr/>
        </p:nvSpPr>
        <p:spPr>
          <a:xfrm>
            <a:off x="5259070" y="1018222"/>
            <a:ext cx="3310254" cy="1125855"/>
          </a:xfrm>
          <a:prstGeom prst="rect">
            <a:avLst/>
          </a:prstGeom>
        </p:spPr>
        <p:txBody>
          <a:bodyPr vert="horz" wrap="square" lIns="0" tIns="140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10"/>
              </a:spcBef>
            </a:pP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VDM</a:t>
            </a:r>
            <a:r>
              <a:rPr sz="2000" b="1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spc="-10" dirty="0">
                <a:solidFill>
                  <a:srgbClr val="333333"/>
                </a:solidFill>
                <a:latin typeface="Arial"/>
                <a:cs typeface="Arial"/>
              </a:rPr>
              <a:t>Agent</a:t>
            </a:r>
            <a:endParaRPr sz="2000">
              <a:latin typeface="Arial"/>
              <a:cs typeface="Arial"/>
            </a:endParaRPr>
          </a:p>
          <a:p>
            <a:pPr marL="394335" marR="5080">
              <a:lnSpc>
                <a:spcPct val="131300"/>
              </a:lnSpc>
              <a:spcBef>
                <a:spcPts val="210"/>
              </a:spcBef>
            </a:pPr>
            <a:r>
              <a:rPr sz="1600" dirty="0">
                <a:latin typeface="Arial"/>
                <a:cs typeface="Arial"/>
              </a:rPr>
              <a:t>Run</a:t>
            </a:r>
            <a:r>
              <a:rPr sz="1600" spc="-25" dirty="0">
                <a:latin typeface="Arial"/>
                <a:cs typeface="Arial"/>
              </a:rPr>
              <a:t> </a:t>
            </a:r>
            <a:r>
              <a:rPr sz="1600" dirty="0">
                <a:latin typeface="Arial"/>
                <a:cs typeface="Arial"/>
              </a:rPr>
              <a:t>in</a:t>
            </a:r>
            <a:r>
              <a:rPr sz="1600" spc="-20" dirty="0">
                <a:latin typeface="Arial"/>
                <a:cs typeface="Arial"/>
              </a:rPr>
              <a:t> </a:t>
            </a:r>
            <a:r>
              <a:rPr sz="1600" dirty="0">
                <a:latin typeface="Arial"/>
                <a:cs typeface="Arial"/>
              </a:rPr>
              <a:t>hosted</a:t>
            </a:r>
            <a:r>
              <a:rPr sz="1600" spc="-20" dirty="0">
                <a:latin typeface="Arial"/>
                <a:cs typeface="Arial"/>
              </a:rPr>
              <a:t> </a:t>
            </a:r>
            <a:r>
              <a:rPr sz="1600" dirty="0">
                <a:latin typeface="Arial"/>
                <a:cs typeface="Arial"/>
              </a:rPr>
              <a:t>XP</a:t>
            </a:r>
            <a:r>
              <a:rPr sz="1600" spc="-20" dirty="0">
                <a:latin typeface="Arial"/>
                <a:cs typeface="Arial"/>
              </a:rPr>
              <a:t> </a:t>
            </a:r>
            <a:r>
              <a:rPr sz="1600" dirty="0">
                <a:latin typeface="Arial"/>
                <a:cs typeface="Arial"/>
              </a:rPr>
              <a:t>and</a:t>
            </a:r>
            <a:r>
              <a:rPr sz="1600" spc="-10" dirty="0">
                <a:latin typeface="Arial"/>
                <a:cs typeface="Arial"/>
              </a:rPr>
              <a:t> </a:t>
            </a:r>
            <a:r>
              <a:rPr sz="1600" dirty="0">
                <a:latin typeface="Arial"/>
                <a:cs typeface="Arial"/>
              </a:rPr>
              <a:t>Vista</a:t>
            </a:r>
            <a:r>
              <a:rPr sz="1600" spc="-10" dirty="0">
                <a:latin typeface="Arial"/>
                <a:cs typeface="Arial"/>
              </a:rPr>
              <a:t> </a:t>
            </a:r>
            <a:r>
              <a:rPr sz="1600" spc="-25" dirty="0">
                <a:latin typeface="Arial"/>
                <a:cs typeface="Arial"/>
              </a:rPr>
              <a:t>VM; </a:t>
            </a:r>
            <a:r>
              <a:rPr sz="1600" dirty="0">
                <a:latin typeface="Arial"/>
                <a:cs typeface="Arial"/>
              </a:rPr>
              <a:t>Session</a:t>
            </a:r>
            <a:r>
              <a:rPr sz="1600" spc="-35" dirty="0">
                <a:latin typeface="Arial"/>
                <a:cs typeface="Arial"/>
              </a:rPr>
              <a:t> </a:t>
            </a:r>
            <a:r>
              <a:rPr sz="1600" spc="-10" dirty="0">
                <a:latin typeface="Arial"/>
                <a:cs typeface="Arial"/>
              </a:rPr>
              <a:t>management.</a:t>
            </a:r>
            <a:endParaRPr sz="1600">
              <a:latin typeface="Arial"/>
              <a:cs typeface="Arial"/>
            </a:endParaRPr>
          </a:p>
        </p:txBody>
      </p:sp>
      <p:pic>
        <p:nvPicPr>
          <p:cNvPr id="15" name="object 1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53439" y="5063490"/>
            <a:ext cx="128269" cy="109219"/>
          </a:xfrm>
          <a:prstGeom prst="rect">
            <a:avLst/>
          </a:prstGeom>
        </p:spPr>
      </p:pic>
      <p:sp>
        <p:nvSpPr>
          <p:cNvPr id="16" name="object 16"/>
          <p:cNvSpPr txBox="1"/>
          <p:nvPr/>
        </p:nvSpPr>
        <p:spPr>
          <a:xfrm>
            <a:off x="839469" y="4447222"/>
            <a:ext cx="3408679" cy="1024255"/>
          </a:xfrm>
          <a:prstGeom prst="rect">
            <a:avLst/>
          </a:prstGeom>
        </p:spPr>
        <p:txBody>
          <a:bodyPr vert="horz" wrap="square" lIns="0" tIns="140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10"/>
              </a:spcBef>
            </a:pP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VDM</a:t>
            </a:r>
            <a:r>
              <a:rPr sz="2000" b="1" spc="-5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Security</a:t>
            </a:r>
            <a:r>
              <a:rPr sz="2000" b="1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spc="-10" dirty="0">
                <a:solidFill>
                  <a:srgbClr val="333333"/>
                </a:solidFill>
                <a:latin typeface="Arial"/>
                <a:cs typeface="Arial"/>
              </a:rPr>
              <a:t>Server</a:t>
            </a:r>
            <a:endParaRPr sz="2000">
              <a:latin typeface="Arial"/>
              <a:cs typeface="Arial"/>
            </a:endParaRPr>
          </a:p>
          <a:p>
            <a:pPr marL="394970" marR="5080">
              <a:lnSpc>
                <a:spcPts val="1720"/>
              </a:lnSpc>
              <a:spcBef>
                <a:spcPts val="1035"/>
              </a:spcBef>
            </a:pPr>
            <a:r>
              <a:rPr sz="1600" dirty="0">
                <a:latin typeface="Arial"/>
                <a:cs typeface="Arial"/>
              </a:rPr>
              <a:t>Can</a:t>
            </a:r>
            <a:r>
              <a:rPr sz="1600" spc="-35" dirty="0">
                <a:latin typeface="Arial"/>
                <a:cs typeface="Arial"/>
              </a:rPr>
              <a:t> </a:t>
            </a:r>
            <a:r>
              <a:rPr sz="1600" dirty="0">
                <a:latin typeface="Arial"/>
                <a:cs typeface="Arial"/>
              </a:rPr>
              <a:t>install</a:t>
            </a:r>
            <a:r>
              <a:rPr sz="1600" spc="-25" dirty="0">
                <a:latin typeface="Arial"/>
                <a:cs typeface="Arial"/>
              </a:rPr>
              <a:t> </a:t>
            </a:r>
            <a:r>
              <a:rPr sz="1600" dirty="0">
                <a:latin typeface="Arial"/>
                <a:cs typeface="Arial"/>
              </a:rPr>
              <a:t>standalone</a:t>
            </a:r>
            <a:r>
              <a:rPr sz="1600" spc="-30" dirty="0">
                <a:latin typeface="Arial"/>
                <a:cs typeface="Arial"/>
              </a:rPr>
              <a:t> </a:t>
            </a:r>
            <a:r>
              <a:rPr sz="1600" spc="-25" dirty="0">
                <a:latin typeface="Arial"/>
                <a:cs typeface="Arial"/>
              </a:rPr>
              <a:t>VDM </a:t>
            </a:r>
            <a:r>
              <a:rPr sz="1600" dirty="0">
                <a:latin typeface="Arial"/>
                <a:cs typeface="Arial"/>
              </a:rPr>
              <a:t>Security</a:t>
            </a:r>
            <a:r>
              <a:rPr sz="1600" spc="-20" dirty="0">
                <a:latin typeface="Arial"/>
                <a:cs typeface="Arial"/>
              </a:rPr>
              <a:t> </a:t>
            </a:r>
            <a:r>
              <a:rPr sz="1600" dirty="0">
                <a:latin typeface="Arial"/>
                <a:cs typeface="Arial"/>
              </a:rPr>
              <a:t>Server</a:t>
            </a:r>
            <a:r>
              <a:rPr sz="1600" spc="-20" dirty="0">
                <a:latin typeface="Arial"/>
                <a:cs typeface="Arial"/>
              </a:rPr>
              <a:t> </a:t>
            </a:r>
            <a:r>
              <a:rPr sz="1600" dirty="0">
                <a:latin typeface="Arial"/>
                <a:cs typeface="Arial"/>
              </a:rPr>
              <a:t>in</a:t>
            </a:r>
            <a:r>
              <a:rPr sz="1600" spc="-20" dirty="0">
                <a:latin typeface="Arial"/>
                <a:cs typeface="Arial"/>
              </a:rPr>
              <a:t> </a:t>
            </a:r>
            <a:r>
              <a:rPr sz="1600" dirty="0">
                <a:latin typeface="Arial"/>
                <a:cs typeface="Arial"/>
              </a:rPr>
              <a:t>DMZ</a:t>
            </a:r>
            <a:r>
              <a:rPr sz="1600" spc="-25" dirty="0">
                <a:latin typeface="Arial"/>
                <a:cs typeface="Arial"/>
              </a:rPr>
              <a:t> </a:t>
            </a:r>
            <a:r>
              <a:rPr sz="1600" spc="-10" dirty="0">
                <a:latin typeface="Arial"/>
                <a:cs typeface="Arial"/>
              </a:rPr>
              <a:t>(optional)</a:t>
            </a:r>
            <a:endParaRPr sz="1600">
              <a:latin typeface="Arial"/>
              <a:cs typeface="Arial"/>
            </a:endParaRPr>
          </a:p>
        </p:txBody>
      </p:sp>
      <p:pic>
        <p:nvPicPr>
          <p:cNvPr id="17" name="object 1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196840" y="4681220"/>
            <a:ext cx="128270" cy="109219"/>
          </a:xfrm>
          <a:prstGeom prst="rect">
            <a:avLst/>
          </a:prstGeom>
        </p:spPr>
      </p:pic>
      <p:pic>
        <p:nvPicPr>
          <p:cNvPr id="18" name="object 18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196840" y="5002529"/>
            <a:ext cx="128270" cy="109219"/>
          </a:xfrm>
          <a:prstGeom prst="rect">
            <a:avLst/>
          </a:prstGeom>
        </p:spPr>
      </p:pic>
      <p:pic>
        <p:nvPicPr>
          <p:cNvPr id="19" name="object 19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196840" y="5541009"/>
            <a:ext cx="128270" cy="109219"/>
          </a:xfrm>
          <a:prstGeom prst="rect">
            <a:avLst/>
          </a:prstGeom>
        </p:spPr>
      </p:pic>
      <p:sp>
        <p:nvSpPr>
          <p:cNvPr id="20" name="object 20"/>
          <p:cNvSpPr txBox="1"/>
          <p:nvPr/>
        </p:nvSpPr>
        <p:spPr>
          <a:xfrm>
            <a:off x="5182870" y="4067809"/>
            <a:ext cx="3545204" cy="1882139"/>
          </a:xfrm>
          <a:prstGeom prst="rect">
            <a:avLst/>
          </a:prstGeom>
        </p:spPr>
        <p:txBody>
          <a:bodyPr vert="horz" wrap="square" lIns="0" tIns="139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0"/>
              </a:spcBef>
            </a:pP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VDM</a:t>
            </a:r>
            <a:r>
              <a:rPr sz="2000" b="1" spc="-6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Connection</a:t>
            </a:r>
            <a:r>
              <a:rPr sz="2000" b="1" spc="-7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spc="-10" dirty="0">
                <a:solidFill>
                  <a:srgbClr val="333333"/>
                </a:solidFill>
                <a:latin typeface="Arial"/>
                <a:cs typeface="Arial"/>
              </a:rPr>
              <a:t>Server</a:t>
            </a:r>
            <a:endParaRPr sz="2000">
              <a:latin typeface="Arial"/>
              <a:cs typeface="Arial"/>
            </a:endParaRPr>
          </a:p>
          <a:p>
            <a:pPr marL="394335">
              <a:lnSpc>
                <a:spcPct val="100000"/>
              </a:lnSpc>
              <a:spcBef>
                <a:spcPts val="800"/>
              </a:spcBef>
            </a:pPr>
            <a:r>
              <a:rPr sz="1600" dirty="0">
                <a:latin typeface="Arial"/>
                <a:cs typeface="Arial"/>
              </a:rPr>
              <a:t>Service</a:t>
            </a:r>
            <a:r>
              <a:rPr sz="1600" spc="-25" dirty="0">
                <a:latin typeface="Arial"/>
                <a:cs typeface="Arial"/>
              </a:rPr>
              <a:t> </a:t>
            </a:r>
            <a:r>
              <a:rPr sz="1600" dirty="0">
                <a:latin typeface="Arial"/>
                <a:cs typeface="Arial"/>
              </a:rPr>
              <a:t>running</a:t>
            </a:r>
            <a:r>
              <a:rPr sz="1600" spc="-15" dirty="0">
                <a:latin typeface="Arial"/>
                <a:cs typeface="Arial"/>
              </a:rPr>
              <a:t> </a:t>
            </a:r>
            <a:r>
              <a:rPr sz="1600" dirty="0">
                <a:latin typeface="Arial"/>
                <a:cs typeface="Arial"/>
              </a:rPr>
              <a:t>on</a:t>
            </a:r>
            <a:r>
              <a:rPr sz="1600" spc="-15" dirty="0">
                <a:latin typeface="Arial"/>
                <a:cs typeface="Arial"/>
              </a:rPr>
              <a:t> </a:t>
            </a:r>
            <a:r>
              <a:rPr sz="1600" dirty="0">
                <a:latin typeface="Arial"/>
                <a:cs typeface="Arial"/>
              </a:rPr>
              <a:t>Windows</a:t>
            </a:r>
            <a:r>
              <a:rPr sz="1600" spc="-15" dirty="0">
                <a:latin typeface="Arial"/>
                <a:cs typeface="Arial"/>
              </a:rPr>
              <a:t> </a:t>
            </a:r>
            <a:r>
              <a:rPr sz="1600" spc="-10" dirty="0">
                <a:latin typeface="Arial"/>
                <a:cs typeface="Arial"/>
              </a:rPr>
              <a:t>2003;</a:t>
            </a:r>
            <a:endParaRPr sz="1600">
              <a:latin typeface="Arial"/>
              <a:cs typeface="Arial"/>
            </a:endParaRPr>
          </a:p>
          <a:p>
            <a:pPr marL="394335" marR="159385">
              <a:lnSpc>
                <a:spcPts val="1720"/>
              </a:lnSpc>
              <a:spcBef>
                <a:spcPts val="835"/>
              </a:spcBef>
            </a:pPr>
            <a:r>
              <a:rPr sz="1600" dirty="0">
                <a:latin typeface="Arial"/>
                <a:cs typeface="Arial"/>
              </a:rPr>
              <a:t>Connects</a:t>
            </a:r>
            <a:r>
              <a:rPr sz="1600" spc="-30" dirty="0">
                <a:latin typeface="Arial"/>
                <a:cs typeface="Arial"/>
              </a:rPr>
              <a:t> </a:t>
            </a:r>
            <a:r>
              <a:rPr sz="1600" dirty="0">
                <a:latin typeface="Arial"/>
                <a:cs typeface="Arial"/>
              </a:rPr>
              <a:t>clients</a:t>
            </a:r>
            <a:r>
              <a:rPr sz="1600" spc="-30" dirty="0">
                <a:latin typeface="Arial"/>
                <a:cs typeface="Arial"/>
              </a:rPr>
              <a:t> </a:t>
            </a:r>
            <a:r>
              <a:rPr sz="1600" dirty="0">
                <a:latin typeface="Arial"/>
                <a:cs typeface="Arial"/>
              </a:rPr>
              <a:t>to</a:t>
            </a:r>
            <a:r>
              <a:rPr sz="1600" spc="-30" dirty="0">
                <a:latin typeface="Arial"/>
                <a:cs typeface="Arial"/>
              </a:rPr>
              <a:t> </a:t>
            </a:r>
            <a:r>
              <a:rPr sz="1600" dirty="0">
                <a:latin typeface="Arial"/>
                <a:cs typeface="Arial"/>
              </a:rPr>
              <a:t>hosted</a:t>
            </a:r>
            <a:r>
              <a:rPr sz="1600" spc="-35" dirty="0">
                <a:latin typeface="Arial"/>
                <a:cs typeface="Arial"/>
              </a:rPr>
              <a:t> </a:t>
            </a:r>
            <a:r>
              <a:rPr sz="1600" spc="-10" dirty="0">
                <a:latin typeface="Arial"/>
                <a:cs typeface="Arial"/>
              </a:rPr>
              <a:t>virtual desktops;</a:t>
            </a:r>
            <a:endParaRPr sz="1600">
              <a:latin typeface="Arial"/>
              <a:cs typeface="Arial"/>
            </a:endParaRPr>
          </a:p>
          <a:p>
            <a:pPr marL="394335" marR="331470">
              <a:lnSpc>
                <a:spcPts val="1730"/>
              </a:lnSpc>
              <a:spcBef>
                <a:spcPts val="790"/>
              </a:spcBef>
            </a:pPr>
            <a:r>
              <a:rPr sz="1600" dirty="0">
                <a:latin typeface="Arial"/>
                <a:cs typeface="Arial"/>
              </a:rPr>
              <a:t>Integrated</a:t>
            </a:r>
            <a:r>
              <a:rPr sz="1600" spc="-40" dirty="0">
                <a:latin typeface="Arial"/>
                <a:cs typeface="Arial"/>
              </a:rPr>
              <a:t> </a:t>
            </a:r>
            <a:r>
              <a:rPr sz="1600" dirty="0">
                <a:latin typeface="Arial"/>
                <a:cs typeface="Arial"/>
              </a:rPr>
              <a:t>with</a:t>
            </a:r>
            <a:r>
              <a:rPr sz="1600" spc="-40" dirty="0">
                <a:latin typeface="Arial"/>
                <a:cs typeface="Arial"/>
              </a:rPr>
              <a:t> </a:t>
            </a:r>
            <a:r>
              <a:rPr sz="1600" dirty="0">
                <a:latin typeface="Arial"/>
                <a:cs typeface="Arial"/>
              </a:rPr>
              <a:t>Active</a:t>
            </a:r>
            <a:r>
              <a:rPr sz="1600" spc="-35" dirty="0">
                <a:latin typeface="Arial"/>
                <a:cs typeface="Arial"/>
              </a:rPr>
              <a:t> </a:t>
            </a:r>
            <a:r>
              <a:rPr sz="1600" spc="-10" dirty="0">
                <a:latin typeface="Arial"/>
                <a:cs typeface="Arial"/>
              </a:rPr>
              <a:t>Directory </a:t>
            </a:r>
            <a:r>
              <a:rPr sz="1600" dirty="0">
                <a:latin typeface="Arial"/>
                <a:cs typeface="Arial"/>
              </a:rPr>
              <a:t>and</a:t>
            </a:r>
            <a:r>
              <a:rPr sz="1600" spc="-25" dirty="0">
                <a:latin typeface="Arial"/>
                <a:cs typeface="Arial"/>
              </a:rPr>
              <a:t> </a:t>
            </a:r>
            <a:r>
              <a:rPr sz="1600" spc="-10" dirty="0">
                <a:latin typeface="Arial"/>
                <a:cs typeface="Arial"/>
              </a:rPr>
              <a:t>VirtualCenter.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21" name="object 21"/>
          <p:cNvGrpSpPr/>
          <p:nvPr/>
        </p:nvGrpSpPr>
        <p:grpSpPr>
          <a:xfrm>
            <a:off x="376327" y="1062127"/>
            <a:ext cx="3971925" cy="4733925"/>
            <a:chOff x="376327" y="1062127"/>
            <a:chExt cx="3971925" cy="4733925"/>
          </a:xfrm>
        </p:grpSpPr>
        <p:pic>
          <p:nvPicPr>
            <p:cNvPr id="22" name="object 2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33399" y="3703319"/>
              <a:ext cx="3810000" cy="2087880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533399" y="3703319"/>
              <a:ext cx="3810000" cy="2087880"/>
            </a:xfrm>
            <a:custGeom>
              <a:avLst/>
              <a:gdLst/>
              <a:ahLst/>
              <a:cxnLst/>
              <a:rect l="l" t="t" r="r" b="b"/>
              <a:pathLst>
                <a:path w="3810000" h="2087879">
                  <a:moveTo>
                    <a:pt x="632460" y="716279"/>
                  </a:moveTo>
                  <a:lnTo>
                    <a:pt x="569307" y="717770"/>
                  </a:lnTo>
                  <a:lnTo>
                    <a:pt x="506717" y="722105"/>
                  </a:lnTo>
                  <a:lnTo>
                    <a:pt x="445251" y="729081"/>
                  </a:lnTo>
                  <a:lnTo>
                    <a:pt x="385472" y="738496"/>
                  </a:lnTo>
                  <a:lnTo>
                    <a:pt x="327942" y="750146"/>
                  </a:lnTo>
                  <a:lnTo>
                    <a:pt x="273222" y="763828"/>
                  </a:lnTo>
                  <a:lnTo>
                    <a:pt x="221876" y="779339"/>
                  </a:lnTo>
                  <a:lnTo>
                    <a:pt x="174465" y="796476"/>
                  </a:lnTo>
                  <a:lnTo>
                    <a:pt x="131551" y="815035"/>
                  </a:lnTo>
                  <a:lnTo>
                    <a:pt x="93697" y="834813"/>
                  </a:lnTo>
                  <a:lnTo>
                    <a:pt x="61465" y="855607"/>
                  </a:lnTo>
                  <a:lnTo>
                    <a:pt x="16116" y="899430"/>
                  </a:lnTo>
                  <a:lnTo>
                    <a:pt x="0" y="944879"/>
                  </a:lnTo>
                  <a:lnTo>
                    <a:pt x="0" y="947539"/>
                  </a:lnTo>
                  <a:lnTo>
                    <a:pt x="0" y="966152"/>
                  </a:lnTo>
                  <a:lnTo>
                    <a:pt x="0" y="1860549"/>
                  </a:lnTo>
                  <a:lnTo>
                    <a:pt x="4122" y="1883359"/>
                  </a:lnTo>
                  <a:lnTo>
                    <a:pt x="35417" y="1928083"/>
                  </a:lnTo>
                  <a:lnTo>
                    <a:pt x="93697" y="1970287"/>
                  </a:lnTo>
                  <a:lnTo>
                    <a:pt x="131551" y="1989947"/>
                  </a:lnTo>
                  <a:lnTo>
                    <a:pt x="174465" y="2008382"/>
                  </a:lnTo>
                  <a:lnTo>
                    <a:pt x="221876" y="2025391"/>
                  </a:lnTo>
                  <a:lnTo>
                    <a:pt x="273222" y="2040778"/>
                  </a:lnTo>
                  <a:lnTo>
                    <a:pt x="327942" y="2054342"/>
                  </a:lnTo>
                  <a:lnTo>
                    <a:pt x="385472" y="2065886"/>
                  </a:lnTo>
                  <a:lnTo>
                    <a:pt x="445251" y="2075210"/>
                  </a:lnTo>
                  <a:lnTo>
                    <a:pt x="506717" y="2082116"/>
                  </a:lnTo>
                  <a:lnTo>
                    <a:pt x="569307" y="2086406"/>
                  </a:lnTo>
                  <a:lnTo>
                    <a:pt x="632460" y="2087879"/>
                  </a:lnTo>
                  <a:lnTo>
                    <a:pt x="639881" y="2087879"/>
                  </a:lnTo>
                  <a:lnTo>
                    <a:pt x="691832" y="2087879"/>
                  </a:lnTo>
                  <a:lnTo>
                    <a:pt x="3176270" y="2087879"/>
                  </a:lnTo>
                  <a:lnTo>
                    <a:pt x="3239659" y="2086406"/>
                  </a:lnTo>
                  <a:lnTo>
                    <a:pt x="3302455" y="2082116"/>
                  </a:lnTo>
                  <a:lnTo>
                    <a:pt x="3364097" y="2075210"/>
                  </a:lnTo>
                  <a:lnTo>
                    <a:pt x="3424026" y="2065886"/>
                  </a:lnTo>
                  <a:lnTo>
                    <a:pt x="3481681" y="2054342"/>
                  </a:lnTo>
                  <a:lnTo>
                    <a:pt x="3536502" y="2040778"/>
                  </a:lnTo>
                  <a:lnTo>
                    <a:pt x="3587930" y="2025391"/>
                  </a:lnTo>
                  <a:lnTo>
                    <a:pt x="3635405" y="2008382"/>
                  </a:lnTo>
                  <a:lnTo>
                    <a:pt x="3678367" y="1989947"/>
                  </a:lnTo>
                  <a:lnTo>
                    <a:pt x="3716255" y="1970287"/>
                  </a:lnTo>
                  <a:lnTo>
                    <a:pt x="3748510" y="1949599"/>
                  </a:lnTo>
                  <a:lnTo>
                    <a:pt x="3793880" y="1905937"/>
                  </a:lnTo>
                  <a:lnTo>
                    <a:pt x="3810000" y="1860549"/>
                  </a:lnTo>
                  <a:lnTo>
                    <a:pt x="3810000" y="1857871"/>
                  </a:lnTo>
                  <a:lnTo>
                    <a:pt x="3810000" y="1839118"/>
                  </a:lnTo>
                  <a:lnTo>
                    <a:pt x="3810000" y="944879"/>
                  </a:lnTo>
                  <a:lnTo>
                    <a:pt x="3805876" y="922053"/>
                  </a:lnTo>
                  <a:lnTo>
                    <a:pt x="3774572" y="877214"/>
                  </a:lnTo>
                  <a:lnTo>
                    <a:pt x="3716255" y="834813"/>
                  </a:lnTo>
                  <a:lnTo>
                    <a:pt x="3678367" y="815035"/>
                  </a:lnTo>
                  <a:lnTo>
                    <a:pt x="3635405" y="796476"/>
                  </a:lnTo>
                  <a:lnTo>
                    <a:pt x="3587930" y="779339"/>
                  </a:lnTo>
                  <a:lnTo>
                    <a:pt x="3536502" y="763828"/>
                  </a:lnTo>
                  <a:lnTo>
                    <a:pt x="3481681" y="750146"/>
                  </a:lnTo>
                  <a:lnTo>
                    <a:pt x="3424026" y="738496"/>
                  </a:lnTo>
                  <a:lnTo>
                    <a:pt x="3364097" y="729081"/>
                  </a:lnTo>
                  <a:lnTo>
                    <a:pt x="3302455" y="722105"/>
                  </a:lnTo>
                  <a:lnTo>
                    <a:pt x="3239659" y="717770"/>
                  </a:lnTo>
                  <a:lnTo>
                    <a:pt x="3176270" y="716279"/>
                  </a:lnTo>
                  <a:lnTo>
                    <a:pt x="3168491" y="705088"/>
                  </a:lnTo>
                  <a:lnTo>
                    <a:pt x="3114040" y="626744"/>
                  </a:lnTo>
                  <a:lnTo>
                    <a:pt x="2966243" y="414099"/>
                  </a:lnTo>
                  <a:lnTo>
                    <a:pt x="2678430" y="0"/>
                  </a:lnTo>
                  <a:lnTo>
                    <a:pt x="2671385" y="11191"/>
                  </a:lnTo>
                  <a:lnTo>
                    <a:pt x="2622073" y="89534"/>
                  </a:lnTo>
                  <a:lnTo>
                    <a:pt x="2488227" y="302180"/>
                  </a:lnTo>
                  <a:lnTo>
                    <a:pt x="2227580" y="716279"/>
                  </a:lnTo>
                  <a:lnTo>
                    <a:pt x="2217499" y="716279"/>
                  </a:lnTo>
                  <a:lnTo>
                    <a:pt x="907057" y="716279"/>
                  </a:lnTo>
                  <a:lnTo>
                    <a:pt x="632460" y="716279"/>
                  </a:lnTo>
                  <a:close/>
                </a:path>
              </a:pathLst>
            </a:custGeom>
            <a:ln w="93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" name="object 2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80999" y="1065530"/>
              <a:ext cx="3125470" cy="2256790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380999" y="1066800"/>
              <a:ext cx="3124200" cy="2255520"/>
            </a:xfrm>
            <a:custGeom>
              <a:avLst/>
              <a:gdLst/>
              <a:ahLst/>
              <a:cxnLst/>
              <a:rect l="l" t="t" r="r" b="b"/>
              <a:pathLst>
                <a:path w="3124200" h="2255520">
                  <a:moveTo>
                    <a:pt x="518159" y="0"/>
                  </a:moveTo>
                  <a:lnTo>
                    <a:pt x="458490" y="2285"/>
                  </a:lnTo>
                  <a:lnTo>
                    <a:pt x="399528" y="8902"/>
                  </a:lnTo>
                  <a:lnTo>
                    <a:pt x="341980" y="19493"/>
                  </a:lnTo>
                  <a:lnTo>
                    <a:pt x="286556" y="33703"/>
                  </a:lnTo>
                  <a:lnTo>
                    <a:pt x="233962" y="51172"/>
                  </a:lnTo>
                  <a:lnTo>
                    <a:pt x="184905" y="71545"/>
                  </a:lnTo>
                  <a:lnTo>
                    <a:pt x="140094" y="94463"/>
                  </a:lnTo>
                  <a:lnTo>
                    <a:pt x="100235" y="119570"/>
                  </a:lnTo>
                  <a:lnTo>
                    <a:pt x="66037" y="146508"/>
                  </a:lnTo>
                  <a:lnTo>
                    <a:pt x="38207" y="174921"/>
                  </a:lnTo>
                  <a:lnTo>
                    <a:pt x="4481" y="234739"/>
                  </a:lnTo>
                  <a:lnTo>
                    <a:pt x="0" y="265429"/>
                  </a:lnTo>
                  <a:lnTo>
                    <a:pt x="0" y="268545"/>
                  </a:lnTo>
                  <a:lnTo>
                    <a:pt x="0" y="290353"/>
                  </a:lnTo>
                  <a:lnTo>
                    <a:pt x="0" y="1333500"/>
                  </a:lnTo>
                  <a:lnTo>
                    <a:pt x="4481" y="1364212"/>
                  </a:lnTo>
                  <a:lnTo>
                    <a:pt x="38207" y="1424180"/>
                  </a:lnTo>
                  <a:lnTo>
                    <a:pt x="66037" y="1452707"/>
                  </a:lnTo>
                  <a:lnTo>
                    <a:pt x="100235" y="1479778"/>
                  </a:lnTo>
                  <a:lnTo>
                    <a:pt x="140094" y="1505028"/>
                  </a:lnTo>
                  <a:lnTo>
                    <a:pt x="184905" y="1528092"/>
                  </a:lnTo>
                  <a:lnTo>
                    <a:pt x="233962" y="1548608"/>
                  </a:lnTo>
                  <a:lnTo>
                    <a:pt x="286556" y="1566210"/>
                  </a:lnTo>
                  <a:lnTo>
                    <a:pt x="341980" y="1580534"/>
                  </a:lnTo>
                  <a:lnTo>
                    <a:pt x="399528" y="1591216"/>
                  </a:lnTo>
                  <a:lnTo>
                    <a:pt x="458490" y="1597893"/>
                  </a:lnTo>
                  <a:lnTo>
                    <a:pt x="518159" y="1600200"/>
                  </a:lnTo>
                  <a:lnTo>
                    <a:pt x="522922" y="1610439"/>
                  </a:lnTo>
                  <a:lnTo>
                    <a:pt x="556260" y="1682114"/>
                  </a:lnTo>
                  <a:lnTo>
                    <a:pt x="646747" y="1876663"/>
                  </a:lnTo>
                  <a:lnTo>
                    <a:pt x="822960" y="2255520"/>
                  </a:lnTo>
                  <a:lnTo>
                    <a:pt x="830361" y="2245280"/>
                  </a:lnTo>
                  <a:lnTo>
                    <a:pt x="882173" y="2173605"/>
                  </a:lnTo>
                  <a:lnTo>
                    <a:pt x="1022806" y="1979056"/>
                  </a:lnTo>
                  <a:lnTo>
                    <a:pt x="1296670" y="1600200"/>
                  </a:lnTo>
                  <a:lnTo>
                    <a:pt x="2604770" y="1600200"/>
                  </a:lnTo>
                  <a:lnTo>
                    <a:pt x="2664461" y="1597893"/>
                  </a:lnTo>
                  <a:lnTo>
                    <a:pt x="2723482" y="1591216"/>
                  </a:lnTo>
                  <a:lnTo>
                    <a:pt x="2781120" y="1580534"/>
                  </a:lnTo>
                  <a:lnTo>
                    <a:pt x="2836660" y="1566210"/>
                  </a:lnTo>
                  <a:lnTo>
                    <a:pt x="2889387" y="1548608"/>
                  </a:lnTo>
                  <a:lnTo>
                    <a:pt x="2938586" y="1528092"/>
                  </a:lnTo>
                  <a:lnTo>
                    <a:pt x="2983543" y="1505028"/>
                  </a:lnTo>
                  <a:lnTo>
                    <a:pt x="3023545" y="1479778"/>
                  </a:lnTo>
                  <a:lnTo>
                    <a:pt x="3057875" y="1452707"/>
                  </a:lnTo>
                  <a:lnTo>
                    <a:pt x="3085820" y="1424180"/>
                  </a:lnTo>
                  <a:lnTo>
                    <a:pt x="3119697" y="1364212"/>
                  </a:lnTo>
                  <a:lnTo>
                    <a:pt x="3124200" y="1333500"/>
                  </a:lnTo>
                  <a:lnTo>
                    <a:pt x="3124200" y="1330384"/>
                  </a:lnTo>
                  <a:lnTo>
                    <a:pt x="3124200" y="1308576"/>
                  </a:lnTo>
                  <a:lnTo>
                    <a:pt x="3124200" y="265429"/>
                  </a:lnTo>
                  <a:lnTo>
                    <a:pt x="3119697" y="234739"/>
                  </a:lnTo>
                  <a:lnTo>
                    <a:pt x="3085820" y="174921"/>
                  </a:lnTo>
                  <a:lnTo>
                    <a:pt x="3057875" y="146508"/>
                  </a:lnTo>
                  <a:lnTo>
                    <a:pt x="3023545" y="119570"/>
                  </a:lnTo>
                  <a:lnTo>
                    <a:pt x="2983543" y="94463"/>
                  </a:lnTo>
                  <a:lnTo>
                    <a:pt x="2938586" y="71545"/>
                  </a:lnTo>
                  <a:lnTo>
                    <a:pt x="2889387" y="51172"/>
                  </a:lnTo>
                  <a:lnTo>
                    <a:pt x="2836660" y="33703"/>
                  </a:lnTo>
                  <a:lnTo>
                    <a:pt x="2781120" y="19493"/>
                  </a:lnTo>
                  <a:lnTo>
                    <a:pt x="2723482" y="8902"/>
                  </a:lnTo>
                  <a:lnTo>
                    <a:pt x="2664461" y="2285"/>
                  </a:lnTo>
                  <a:lnTo>
                    <a:pt x="2604770" y="0"/>
                  </a:lnTo>
                  <a:lnTo>
                    <a:pt x="2598697" y="0"/>
                  </a:lnTo>
                  <a:lnTo>
                    <a:pt x="2556192" y="0"/>
                  </a:lnTo>
                  <a:lnTo>
                    <a:pt x="743565" y="0"/>
                  </a:lnTo>
                  <a:lnTo>
                    <a:pt x="518159" y="0"/>
                  </a:lnTo>
                  <a:close/>
                </a:path>
              </a:pathLst>
            </a:custGeom>
            <a:ln w="93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" name="object 2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286000" y="2970530"/>
              <a:ext cx="520700" cy="751840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733799" y="2970530"/>
              <a:ext cx="520700" cy="751840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971800" y="3048000"/>
              <a:ext cx="581660" cy="762000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276600" y="3429000"/>
              <a:ext cx="304800" cy="304800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33399" y="3048000"/>
              <a:ext cx="734060" cy="678180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066800" y="3352800"/>
              <a:ext cx="304800" cy="304800"/>
            </a:xfrm>
            <a:prstGeom prst="rect">
              <a:avLst/>
            </a:prstGeom>
          </p:spPr>
        </p:pic>
      </p:grpSp>
      <p:grpSp>
        <p:nvGrpSpPr>
          <p:cNvPr id="32" name="object 32"/>
          <p:cNvGrpSpPr/>
          <p:nvPr/>
        </p:nvGrpSpPr>
        <p:grpSpPr>
          <a:xfrm>
            <a:off x="4724400" y="1062127"/>
            <a:ext cx="4119879" cy="4886325"/>
            <a:chOff x="4724400" y="1062127"/>
            <a:chExt cx="4119879" cy="4886325"/>
          </a:xfrm>
        </p:grpSpPr>
        <p:pic>
          <p:nvPicPr>
            <p:cNvPr id="33" name="object 33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953000" y="3733800"/>
              <a:ext cx="3887470" cy="2209800"/>
            </a:xfrm>
            <a:prstGeom prst="rect">
              <a:avLst/>
            </a:prstGeom>
          </p:spPr>
        </p:pic>
        <p:sp>
          <p:nvSpPr>
            <p:cNvPr id="34" name="object 34"/>
            <p:cNvSpPr/>
            <p:nvPr/>
          </p:nvSpPr>
          <p:spPr>
            <a:xfrm>
              <a:off x="4953000" y="3733800"/>
              <a:ext cx="3886200" cy="2209800"/>
            </a:xfrm>
            <a:custGeom>
              <a:avLst/>
              <a:gdLst/>
              <a:ahLst/>
              <a:cxnLst/>
              <a:rect l="l" t="t" r="r" b="b"/>
              <a:pathLst>
                <a:path w="3886200" h="2209800">
                  <a:moveTo>
                    <a:pt x="645160" y="304800"/>
                  </a:moveTo>
                  <a:lnTo>
                    <a:pt x="588299" y="306402"/>
                  </a:lnTo>
                  <a:lnTo>
                    <a:pt x="531833" y="311084"/>
                  </a:lnTo>
                  <a:lnTo>
                    <a:pt x="476155" y="318654"/>
                  </a:lnTo>
                  <a:lnTo>
                    <a:pt x="421658" y="328920"/>
                  </a:lnTo>
                  <a:lnTo>
                    <a:pt x="368737" y="341694"/>
                  </a:lnTo>
                  <a:lnTo>
                    <a:pt x="317786" y="356782"/>
                  </a:lnTo>
                  <a:lnTo>
                    <a:pt x="269199" y="373996"/>
                  </a:lnTo>
                  <a:lnTo>
                    <a:pt x="223370" y="393144"/>
                  </a:lnTo>
                  <a:lnTo>
                    <a:pt x="180692" y="414035"/>
                  </a:lnTo>
                  <a:lnTo>
                    <a:pt x="141559" y="436478"/>
                  </a:lnTo>
                  <a:lnTo>
                    <a:pt x="106366" y="460284"/>
                  </a:lnTo>
                  <a:lnTo>
                    <a:pt x="75507" y="485260"/>
                  </a:lnTo>
                  <a:lnTo>
                    <a:pt x="28364" y="537963"/>
                  </a:lnTo>
                  <a:lnTo>
                    <a:pt x="3282" y="593060"/>
                  </a:lnTo>
                  <a:lnTo>
                    <a:pt x="0" y="621030"/>
                  </a:lnTo>
                  <a:lnTo>
                    <a:pt x="0" y="624740"/>
                  </a:lnTo>
                  <a:lnTo>
                    <a:pt x="0" y="650716"/>
                  </a:lnTo>
                  <a:lnTo>
                    <a:pt x="0" y="1893570"/>
                  </a:lnTo>
                  <a:lnTo>
                    <a:pt x="3282" y="1921539"/>
                  </a:lnTo>
                  <a:lnTo>
                    <a:pt x="28364" y="1976636"/>
                  </a:lnTo>
                  <a:lnTo>
                    <a:pt x="75507" y="2029339"/>
                  </a:lnTo>
                  <a:lnTo>
                    <a:pt x="106366" y="2054315"/>
                  </a:lnTo>
                  <a:lnTo>
                    <a:pt x="141559" y="2078121"/>
                  </a:lnTo>
                  <a:lnTo>
                    <a:pt x="180692" y="2100564"/>
                  </a:lnTo>
                  <a:lnTo>
                    <a:pt x="223370" y="2121455"/>
                  </a:lnTo>
                  <a:lnTo>
                    <a:pt x="269199" y="2140603"/>
                  </a:lnTo>
                  <a:lnTo>
                    <a:pt x="317786" y="2157817"/>
                  </a:lnTo>
                  <a:lnTo>
                    <a:pt x="368737" y="2172905"/>
                  </a:lnTo>
                  <a:lnTo>
                    <a:pt x="421658" y="2185679"/>
                  </a:lnTo>
                  <a:lnTo>
                    <a:pt x="476155" y="2195945"/>
                  </a:lnTo>
                  <a:lnTo>
                    <a:pt x="531833" y="2203515"/>
                  </a:lnTo>
                  <a:lnTo>
                    <a:pt x="588299" y="2208197"/>
                  </a:lnTo>
                  <a:lnTo>
                    <a:pt x="645160" y="2209800"/>
                  </a:lnTo>
                  <a:lnTo>
                    <a:pt x="652720" y="2209800"/>
                  </a:lnTo>
                  <a:lnTo>
                    <a:pt x="705643" y="2209800"/>
                  </a:lnTo>
                  <a:lnTo>
                    <a:pt x="3239770" y="2209800"/>
                  </a:lnTo>
                  <a:lnTo>
                    <a:pt x="3296642" y="2208197"/>
                  </a:lnTo>
                  <a:lnTo>
                    <a:pt x="3353145" y="2203515"/>
                  </a:lnTo>
                  <a:lnTo>
                    <a:pt x="3408879" y="2195945"/>
                  </a:lnTo>
                  <a:lnTo>
                    <a:pt x="3463449" y="2185679"/>
                  </a:lnTo>
                  <a:lnTo>
                    <a:pt x="3516457" y="2172905"/>
                  </a:lnTo>
                  <a:lnTo>
                    <a:pt x="3567505" y="2157817"/>
                  </a:lnTo>
                  <a:lnTo>
                    <a:pt x="3616198" y="2140603"/>
                  </a:lnTo>
                  <a:lnTo>
                    <a:pt x="3662138" y="2121455"/>
                  </a:lnTo>
                  <a:lnTo>
                    <a:pt x="3704928" y="2100564"/>
                  </a:lnTo>
                  <a:lnTo>
                    <a:pt x="3744171" y="2078121"/>
                  </a:lnTo>
                  <a:lnTo>
                    <a:pt x="3779470" y="2054315"/>
                  </a:lnTo>
                  <a:lnTo>
                    <a:pt x="3810427" y="2029339"/>
                  </a:lnTo>
                  <a:lnTo>
                    <a:pt x="3857730" y="1976636"/>
                  </a:lnTo>
                  <a:lnTo>
                    <a:pt x="3882904" y="1921539"/>
                  </a:lnTo>
                  <a:lnTo>
                    <a:pt x="3886200" y="1893570"/>
                  </a:lnTo>
                  <a:lnTo>
                    <a:pt x="3886200" y="1889859"/>
                  </a:lnTo>
                  <a:lnTo>
                    <a:pt x="3886200" y="1863883"/>
                  </a:lnTo>
                  <a:lnTo>
                    <a:pt x="3886200" y="621030"/>
                  </a:lnTo>
                  <a:lnTo>
                    <a:pt x="3882904" y="593060"/>
                  </a:lnTo>
                  <a:lnTo>
                    <a:pt x="3857730" y="537963"/>
                  </a:lnTo>
                  <a:lnTo>
                    <a:pt x="3810427" y="485260"/>
                  </a:lnTo>
                  <a:lnTo>
                    <a:pt x="3779470" y="460284"/>
                  </a:lnTo>
                  <a:lnTo>
                    <a:pt x="3744171" y="436478"/>
                  </a:lnTo>
                  <a:lnTo>
                    <a:pt x="3704928" y="414035"/>
                  </a:lnTo>
                  <a:lnTo>
                    <a:pt x="3662138" y="393144"/>
                  </a:lnTo>
                  <a:lnTo>
                    <a:pt x="3616198" y="373996"/>
                  </a:lnTo>
                  <a:lnTo>
                    <a:pt x="3567505" y="356782"/>
                  </a:lnTo>
                  <a:lnTo>
                    <a:pt x="3516457" y="341694"/>
                  </a:lnTo>
                  <a:lnTo>
                    <a:pt x="3463449" y="328920"/>
                  </a:lnTo>
                  <a:lnTo>
                    <a:pt x="3408879" y="318654"/>
                  </a:lnTo>
                  <a:lnTo>
                    <a:pt x="3353145" y="311084"/>
                  </a:lnTo>
                  <a:lnTo>
                    <a:pt x="3296642" y="306402"/>
                  </a:lnTo>
                  <a:lnTo>
                    <a:pt x="3239770" y="304800"/>
                  </a:lnTo>
                  <a:lnTo>
                    <a:pt x="3232209" y="304800"/>
                  </a:lnTo>
                  <a:lnTo>
                    <a:pt x="3179286" y="304800"/>
                  </a:lnTo>
                  <a:lnTo>
                    <a:pt x="1612900" y="304800"/>
                  </a:lnTo>
                  <a:lnTo>
                    <a:pt x="1594306" y="300037"/>
                  </a:lnTo>
                  <a:lnTo>
                    <a:pt x="1464151" y="266700"/>
                  </a:lnTo>
                  <a:lnTo>
                    <a:pt x="1110872" y="176212"/>
                  </a:lnTo>
                  <a:lnTo>
                    <a:pt x="422910" y="0"/>
                  </a:lnTo>
                  <a:lnTo>
                    <a:pt x="426382" y="4762"/>
                  </a:lnTo>
                  <a:lnTo>
                    <a:pt x="450691" y="38100"/>
                  </a:lnTo>
                  <a:lnTo>
                    <a:pt x="516671" y="128587"/>
                  </a:lnTo>
                  <a:lnTo>
                    <a:pt x="645160" y="304800"/>
                  </a:lnTo>
                  <a:close/>
                </a:path>
              </a:pathLst>
            </a:custGeom>
            <a:ln w="93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" name="object 35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181600" y="1065530"/>
              <a:ext cx="3506470" cy="1888489"/>
            </a:xfrm>
            <a:prstGeom prst="rect">
              <a:avLst/>
            </a:prstGeom>
          </p:spPr>
        </p:pic>
        <p:sp>
          <p:nvSpPr>
            <p:cNvPr id="36" name="object 36"/>
            <p:cNvSpPr/>
            <p:nvPr/>
          </p:nvSpPr>
          <p:spPr>
            <a:xfrm>
              <a:off x="5181600" y="1066800"/>
              <a:ext cx="3505200" cy="1887220"/>
            </a:xfrm>
            <a:custGeom>
              <a:avLst/>
              <a:gdLst/>
              <a:ahLst/>
              <a:cxnLst/>
              <a:rect l="l" t="t" r="r" b="b"/>
              <a:pathLst>
                <a:path w="3505200" h="1887220">
                  <a:moveTo>
                    <a:pt x="581660" y="0"/>
                  </a:moveTo>
                  <a:lnTo>
                    <a:pt x="519445" y="1404"/>
                  </a:lnTo>
                  <a:lnTo>
                    <a:pt x="457866" y="5483"/>
                  </a:lnTo>
                  <a:lnTo>
                    <a:pt x="397559" y="12033"/>
                  </a:lnTo>
                  <a:lnTo>
                    <a:pt x="339160" y="20853"/>
                  </a:lnTo>
                  <a:lnTo>
                    <a:pt x="283304" y="31738"/>
                  </a:lnTo>
                  <a:lnTo>
                    <a:pt x="230629" y="44487"/>
                  </a:lnTo>
                  <a:lnTo>
                    <a:pt x="181768" y="58896"/>
                  </a:lnTo>
                  <a:lnTo>
                    <a:pt x="137359" y="74763"/>
                  </a:lnTo>
                  <a:lnTo>
                    <a:pt x="98038" y="91885"/>
                  </a:lnTo>
                  <a:lnTo>
                    <a:pt x="64440" y="110060"/>
                  </a:lnTo>
                  <a:lnTo>
                    <a:pt x="16958" y="148756"/>
                  </a:lnTo>
                  <a:lnTo>
                    <a:pt x="0" y="189229"/>
                  </a:lnTo>
                  <a:lnTo>
                    <a:pt x="0" y="191452"/>
                  </a:lnTo>
                  <a:lnTo>
                    <a:pt x="0" y="207010"/>
                  </a:lnTo>
                  <a:lnTo>
                    <a:pt x="0" y="952500"/>
                  </a:lnTo>
                  <a:lnTo>
                    <a:pt x="4345" y="972876"/>
                  </a:lnTo>
                  <a:lnTo>
                    <a:pt x="37201" y="1012794"/>
                  </a:lnTo>
                  <a:lnTo>
                    <a:pt x="98038" y="1050214"/>
                  </a:lnTo>
                  <a:lnTo>
                    <a:pt x="137359" y="1067466"/>
                  </a:lnTo>
                  <a:lnTo>
                    <a:pt x="181768" y="1083468"/>
                  </a:lnTo>
                  <a:lnTo>
                    <a:pt x="230629" y="1098013"/>
                  </a:lnTo>
                  <a:lnTo>
                    <a:pt x="283304" y="1110891"/>
                  </a:lnTo>
                  <a:lnTo>
                    <a:pt x="339160" y="1121895"/>
                  </a:lnTo>
                  <a:lnTo>
                    <a:pt x="397559" y="1130816"/>
                  </a:lnTo>
                  <a:lnTo>
                    <a:pt x="457866" y="1137446"/>
                  </a:lnTo>
                  <a:lnTo>
                    <a:pt x="519445" y="1141576"/>
                  </a:lnTo>
                  <a:lnTo>
                    <a:pt x="581660" y="1143000"/>
                  </a:lnTo>
                  <a:lnTo>
                    <a:pt x="588486" y="1143000"/>
                  </a:lnTo>
                  <a:lnTo>
                    <a:pt x="636270" y="1143000"/>
                  </a:lnTo>
                  <a:lnTo>
                    <a:pt x="2049779" y="1143000"/>
                  </a:lnTo>
                  <a:lnTo>
                    <a:pt x="2054840" y="1154628"/>
                  </a:lnTo>
                  <a:lnTo>
                    <a:pt x="2090261" y="1236027"/>
                  </a:lnTo>
                  <a:lnTo>
                    <a:pt x="2186404" y="1456967"/>
                  </a:lnTo>
                  <a:lnTo>
                    <a:pt x="2373629" y="1887220"/>
                  </a:lnTo>
                  <a:lnTo>
                    <a:pt x="2382202" y="1875591"/>
                  </a:lnTo>
                  <a:lnTo>
                    <a:pt x="2442209" y="1794192"/>
                  </a:lnTo>
                  <a:lnTo>
                    <a:pt x="2605087" y="1573252"/>
                  </a:lnTo>
                  <a:lnTo>
                    <a:pt x="2922270" y="1143000"/>
                  </a:lnTo>
                  <a:lnTo>
                    <a:pt x="2984503" y="1141576"/>
                  </a:lnTo>
                  <a:lnTo>
                    <a:pt x="3046133" y="1137446"/>
                  </a:lnTo>
                  <a:lnTo>
                    <a:pt x="3106520" y="1130816"/>
                  </a:lnTo>
                  <a:lnTo>
                    <a:pt x="3165021" y="1121895"/>
                  </a:lnTo>
                  <a:lnTo>
                    <a:pt x="3220995" y="1110891"/>
                  </a:lnTo>
                  <a:lnTo>
                    <a:pt x="3273800" y="1098013"/>
                  </a:lnTo>
                  <a:lnTo>
                    <a:pt x="3322796" y="1083468"/>
                  </a:lnTo>
                  <a:lnTo>
                    <a:pt x="3367340" y="1067466"/>
                  </a:lnTo>
                  <a:lnTo>
                    <a:pt x="3406791" y="1050214"/>
                  </a:lnTo>
                  <a:lnTo>
                    <a:pt x="3440507" y="1031921"/>
                  </a:lnTo>
                  <a:lnTo>
                    <a:pt x="3488171" y="993043"/>
                  </a:lnTo>
                  <a:lnTo>
                    <a:pt x="3505200" y="952500"/>
                  </a:lnTo>
                  <a:lnTo>
                    <a:pt x="3505200" y="950277"/>
                  </a:lnTo>
                  <a:lnTo>
                    <a:pt x="3505200" y="934719"/>
                  </a:lnTo>
                  <a:lnTo>
                    <a:pt x="3505200" y="189229"/>
                  </a:lnTo>
                  <a:lnTo>
                    <a:pt x="3500835" y="168872"/>
                  </a:lnTo>
                  <a:lnTo>
                    <a:pt x="3467848" y="129085"/>
                  </a:lnTo>
                  <a:lnTo>
                    <a:pt x="3406791" y="91885"/>
                  </a:lnTo>
                  <a:lnTo>
                    <a:pt x="3367340" y="74763"/>
                  </a:lnTo>
                  <a:lnTo>
                    <a:pt x="3322796" y="58896"/>
                  </a:lnTo>
                  <a:lnTo>
                    <a:pt x="3273800" y="44487"/>
                  </a:lnTo>
                  <a:lnTo>
                    <a:pt x="3220995" y="31738"/>
                  </a:lnTo>
                  <a:lnTo>
                    <a:pt x="3165021" y="20853"/>
                  </a:lnTo>
                  <a:lnTo>
                    <a:pt x="3106520" y="12033"/>
                  </a:lnTo>
                  <a:lnTo>
                    <a:pt x="3046133" y="5483"/>
                  </a:lnTo>
                  <a:lnTo>
                    <a:pt x="2984503" y="1404"/>
                  </a:lnTo>
                  <a:lnTo>
                    <a:pt x="2922270" y="0"/>
                  </a:lnTo>
                  <a:lnTo>
                    <a:pt x="2915443" y="0"/>
                  </a:lnTo>
                  <a:lnTo>
                    <a:pt x="2867659" y="0"/>
                  </a:lnTo>
                  <a:lnTo>
                    <a:pt x="834231" y="0"/>
                  </a:lnTo>
                  <a:lnTo>
                    <a:pt x="581660" y="0"/>
                  </a:lnTo>
                  <a:close/>
                </a:path>
              </a:pathLst>
            </a:custGeom>
            <a:ln w="93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" name="object 3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724400" y="3048000"/>
              <a:ext cx="581660" cy="762000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029200" y="3429000"/>
              <a:ext cx="304800" cy="304800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467600" y="2819400"/>
              <a:ext cx="228600" cy="228600"/>
            </a:xfrm>
            <a:prstGeom prst="rect">
              <a:avLst/>
            </a:prstGeom>
          </p:spPr>
        </p:pic>
      </p:grpSp>
      <p:sp>
        <p:nvSpPr>
          <p:cNvPr id="40" name="object 4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25" dirty="0"/>
              <a:t>62</a:t>
            </a:fld>
            <a:endParaRPr spc="-25" dirty="0"/>
          </a:p>
        </p:txBody>
      </p:sp>
    </p:spTree>
  </p:cSld>
  <p:clrMapOvr>
    <a:masterClrMapping/>
  </p:clrMapOvr>
  <p:transition>
    <p:wipe dir="r"/>
  </p:transition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864869" y="4267200"/>
            <a:ext cx="6678930" cy="488950"/>
          </a:xfrm>
          <a:custGeom>
            <a:avLst/>
            <a:gdLst/>
            <a:ahLst/>
            <a:cxnLst/>
            <a:rect l="l" t="t" r="r" b="b"/>
            <a:pathLst>
              <a:path w="6678930" h="488950">
                <a:moveTo>
                  <a:pt x="6590030" y="0"/>
                </a:moveTo>
                <a:lnTo>
                  <a:pt x="99060" y="0"/>
                </a:lnTo>
                <a:lnTo>
                  <a:pt x="88900" y="0"/>
                </a:lnTo>
                <a:lnTo>
                  <a:pt x="80010" y="1269"/>
                </a:lnTo>
                <a:lnTo>
                  <a:pt x="30480" y="30480"/>
                </a:lnTo>
                <a:lnTo>
                  <a:pt x="8890" y="62230"/>
                </a:lnTo>
                <a:lnTo>
                  <a:pt x="5080" y="69850"/>
                </a:lnTo>
                <a:lnTo>
                  <a:pt x="2540" y="80010"/>
                </a:lnTo>
                <a:lnTo>
                  <a:pt x="0" y="97789"/>
                </a:lnTo>
                <a:lnTo>
                  <a:pt x="0" y="389889"/>
                </a:lnTo>
                <a:lnTo>
                  <a:pt x="12700" y="435610"/>
                </a:lnTo>
                <a:lnTo>
                  <a:pt x="38100" y="464819"/>
                </a:lnTo>
                <a:lnTo>
                  <a:pt x="45720" y="469900"/>
                </a:lnTo>
                <a:lnTo>
                  <a:pt x="53340" y="476250"/>
                </a:lnTo>
                <a:lnTo>
                  <a:pt x="71120" y="483869"/>
                </a:lnTo>
                <a:lnTo>
                  <a:pt x="80010" y="486410"/>
                </a:lnTo>
                <a:lnTo>
                  <a:pt x="99060" y="488950"/>
                </a:lnTo>
                <a:lnTo>
                  <a:pt x="6581139" y="488950"/>
                </a:lnTo>
                <a:lnTo>
                  <a:pt x="6598920" y="486410"/>
                </a:lnTo>
                <a:lnTo>
                  <a:pt x="6607809" y="483869"/>
                </a:lnTo>
                <a:lnTo>
                  <a:pt x="6625589" y="476250"/>
                </a:lnTo>
                <a:lnTo>
                  <a:pt x="6633209" y="469900"/>
                </a:lnTo>
                <a:lnTo>
                  <a:pt x="6640830" y="464819"/>
                </a:lnTo>
                <a:lnTo>
                  <a:pt x="6666230" y="435610"/>
                </a:lnTo>
                <a:lnTo>
                  <a:pt x="6678930" y="389889"/>
                </a:lnTo>
                <a:lnTo>
                  <a:pt x="6678930" y="97789"/>
                </a:lnTo>
                <a:lnTo>
                  <a:pt x="6676389" y="80010"/>
                </a:lnTo>
                <a:lnTo>
                  <a:pt x="6673850" y="69850"/>
                </a:lnTo>
                <a:lnTo>
                  <a:pt x="6670039" y="62230"/>
                </a:lnTo>
                <a:lnTo>
                  <a:pt x="6666230" y="53339"/>
                </a:lnTo>
                <a:lnTo>
                  <a:pt x="6633209" y="17780"/>
                </a:lnTo>
                <a:lnTo>
                  <a:pt x="6598920" y="1269"/>
                </a:lnTo>
                <a:lnTo>
                  <a:pt x="6590030" y="0"/>
                </a:lnTo>
                <a:close/>
              </a:path>
            </a:pathLst>
          </a:custGeom>
          <a:solidFill>
            <a:srgbClr val="FF9900">
              <a:alpha val="29998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980439" y="595630"/>
            <a:ext cx="1369060" cy="403860"/>
          </a:xfrm>
          <a:custGeom>
            <a:avLst/>
            <a:gdLst/>
            <a:ahLst/>
            <a:cxnLst/>
            <a:rect l="l" t="t" r="r" b="b"/>
            <a:pathLst>
              <a:path w="1369060" h="403859">
                <a:moveTo>
                  <a:pt x="1369060" y="0"/>
                </a:moveTo>
                <a:lnTo>
                  <a:pt x="0" y="0"/>
                </a:lnTo>
                <a:lnTo>
                  <a:pt x="0" y="403860"/>
                </a:lnTo>
                <a:lnTo>
                  <a:pt x="684529" y="403860"/>
                </a:lnTo>
                <a:lnTo>
                  <a:pt x="1369060" y="403860"/>
                </a:lnTo>
                <a:lnTo>
                  <a:pt x="136906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08000">
              <a:lnSpc>
                <a:spcPct val="100000"/>
              </a:lnSpc>
              <a:spcBef>
                <a:spcPts val="100"/>
              </a:spcBef>
            </a:pPr>
            <a:r>
              <a:rPr spc="-10" dirty="0"/>
              <a:t>Agenda</a:t>
            </a:r>
          </a:p>
        </p:txBody>
      </p:sp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55369" y="1670050"/>
            <a:ext cx="193040" cy="165100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55369" y="2377439"/>
            <a:ext cx="193040" cy="165100"/>
          </a:xfrm>
          <a:prstGeom prst="rect">
            <a:avLst/>
          </a:prstGeom>
        </p:spPr>
      </p:pic>
      <p:pic>
        <p:nvPicPr>
          <p:cNvPr id="7" name="object 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55369" y="3086100"/>
            <a:ext cx="193040" cy="165100"/>
          </a:xfrm>
          <a:prstGeom prst="rect">
            <a:avLst/>
          </a:prstGeom>
        </p:spPr>
      </p:pic>
      <p:pic>
        <p:nvPicPr>
          <p:cNvPr id="8" name="object 8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55369" y="3794759"/>
            <a:ext cx="193040" cy="165100"/>
          </a:xfrm>
          <a:prstGeom prst="rect">
            <a:avLst/>
          </a:prstGeom>
        </p:spPr>
      </p:pic>
      <p:pic>
        <p:nvPicPr>
          <p:cNvPr id="9" name="object 9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55369" y="4503420"/>
            <a:ext cx="193040" cy="165100"/>
          </a:xfrm>
          <a:prstGeom prst="rect">
            <a:avLst/>
          </a:prstGeom>
        </p:spPr>
      </p:pic>
      <p:pic>
        <p:nvPicPr>
          <p:cNvPr id="10" name="object 10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55369" y="5212079"/>
            <a:ext cx="193040" cy="165100"/>
          </a:xfrm>
          <a:prstGeom prst="rect">
            <a:avLst/>
          </a:prstGeom>
        </p:spPr>
      </p:pic>
      <p:sp>
        <p:nvSpPr>
          <p:cNvPr id="11" name="object 11"/>
          <p:cNvSpPr txBox="1">
            <a:spLocks noGrp="1"/>
          </p:cNvSpPr>
          <p:nvPr>
            <p:ph type="body" idx="1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-20" dirty="0"/>
              <a:t>VMware</a:t>
            </a:r>
            <a:r>
              <a:rPr spc="-95" dirty="0"/>
              <a:t> </a:t>
            </a:r>
            <a:r>
              <a:rPr dirty="0"/>
              <a:t>ESX</a:t>
            </a:r>
            <a:r>
              <a:rPr spc="-165" dirty="0"/>
              <a:t> </a:t>
            </a:r>
            <a:r>
              <a:rPr spc="-20" dirty="0"/>
              <a:t>Server</a:t>
            </a:r>
            <a:r>
              <a:rPr spc="-130" dirty="0"/>
              <a:t> </a:t>
            </a:r>
            <a:r>
              <a:rPr spc="-25" dirty="0"/>
              <a:t>3i</a:t>
            </a:r>
          </a:p>
          <a:p>
            <a:pPr marL="12700" marR="5080">
              <a:lnSpc>
                <a:spcPct val="193700"/>
              </a:lnSpc>
            </a:pPr>
            <a:r>
              <a:rPr spc="-10" dirty="0"/>
              <a:t>Storage</a:t>
            </a:r>
            <a:r>
              <a:rPr spc="-105" dirty="0"/>
              <a:t> </a:t>
            </a:r>
            <a:r>
              <a:rPr spc="-10" dirty="0"/>
              <a:t>VMotion </a:t>
            </a:r>
            <a:r>
              <a:rPr dirty="0"/>
              <a:t>Continuous</a:t>
            </a:r>
            <a:r>
              <a:rPr spc="-50" dirty="0"/>
              <a:t> </a:t>
            </a:r>
            <a:r>
              <a:rPr spc="-10" dirty="0"/>
              <a:t>Availability </a:t>
            </a:r>
            <a:r>
              <a:rPr dirty="0"/>
              <a:t>Virtual</a:t>
            </a:r>
            <a:r>
              <a:rPr spc="-105" dirty="0"/>
              <a:t> </a:t>
            </a:r>
            <a:r>
              <a:rPr spc="-25" dirty="0"/>
              <a:t>Desktop</a:t>
            </a:r>
            <a:r>
              <a:rPr spc="-95" dirty="0"/>
              <a:t> </a:t>
            </a:r>
            <a:r>
              <a:rPr spc="-35" dirty="0"/>
              <a:t>Manager</a:t>
            </a:r>
            <a:r>
              <a:rPr spc="-135" dirty="0"/>
              <a:t> </a:t>
            </a:r>
            <a:r>
              <a:rPr spc="-25" dirty="0"/>
              <a:t>2.0 </a:t>
            </a:r>
            <a:r>
              <a:rPr dirty="0"/>
              <a:t>Site</a:t>
            </a:r>
            <a:r>
              <a:rPr spc="-45" dirty="0"/>
              <a:t> Recovery</a:t>
            </a:r>
            <a:r>
              <a:rPr spc="-85" dirty="0"/>
              <a:t> </a:t>
            </a:r>
            <a:r>
              <a:rPr spc="-10" dirty="0"/>
              <a:t>Manager Other</a:t>
            </a:r>
            <a:r>
              <a:rPr spc="-145" dirty="0"/>
              <a:t> </a:t>
            </a:r>
            <a:r>
              <a:rPr spc="-10" dirty="0"/>
              <a:t>announcements</a:t>
            </a:r>
          </a:p>
        </p:txBody>
      </p:sp>
      <p:sp>
        <p:nvSpPr>
          <p:cNvPr id="12" name="object 12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25" dirty="0"/>
              <a:t>63</a:t>
            </a:fld>
            <a:endParaRPr spc="-25" dirty="0"/>
          </a:p>
        </p:txBody>
      </p:sp>
    </p:spTree>
  </p:cSld>
  <p:clrMapOvr>
    <a:masterClrMapping/>
  </p:clrMapOvr>
  <p:transition>
    <p:wipe dir="r"/>
  </p:transition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54710" y="2057400"/>
            <a:ext cx="161290" cy="137160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54710" y="2418079"/>
            <a:ext cx="161290" cy="137160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40739" y="1297940"/>
            <a:ext cx="7146925" cy="2128520"/>
          </a:xfrm>
          <a:prstGeom prst="rect">
            <a:avLst/>
          </a:prstGeom>
        </p:spPr>
        <p:txBody>
          <a:bodyPr vert="horz" wrap="square" lIns="0" tIns="46990" rIns="0" bIns="0" rtlCol="0">
            <a:spAutoFit/>
          </a:bodyPr>
          <a:lstStyle/>
          <a:p>
            <a:pPr marL="12700" marR="437515">
              <a:lnSpc>
                <a:spcPts val="2160"/>
              </a:lnSpc>
              <a:spcBef>
                <a:spcPts val="370"/>
              </a:spcBef>
            </a:pP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Site</a:t>
            </a:r>
            <a:r>
              <a:rPr sz="2000" b="1" spc="-5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Recovery</a:t>
            </a:r>
            <a:r>
              <a:rPr sz="2000" b="1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Manager</a:t>
            </a:r>
            <a:r>
              <a:rPr sz="2000" b="1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lowers</a:t>
            </a:r>
            <a:r>
              <a:rPr sz="2000" b="1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the</a:t>
            </a:r>
            <a:r>
              <a:rPr sz="2000" b="1" spc="-5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cost</a:t>
            </a:r>
            <a:r>
              <a:rPr sz="2000" b="1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and</a:t>
            </a:r>
            <a:r>
              <a:rPr sz="2000" b="1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difficulty</a:t>
            </a:r>
            <a:r>
              <a:rPr sz="2000" b="1" spc="-5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spc="-25" dirty="0">
                <a:solidFill>
                  <a:srgbClr val="333333"/>
                </a:solidFill>
                <a:latin typeface="Arial"/>
                <a:cs typeface="Arial"/>
              </a:rPr>
              <a:t>of </a:t>
            </a: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meeting</a:t>
            </a:r>
            <a:r>
              <a:rPr sz="2000" b="1" spc="-6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DR</a:t>
            </a:r>
            <a:r>
              <a:rPr sz="2000" b="1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business</a:t>
            </a:r>
            <a:r>
              <a:rPr sz="2000" b="1" spc="-5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spc="-10" dirty="0">
                <a:solidFill>
                  <a:srgbClr val="333333"/>
                </a:solidFill>
                <a:latin typeface="Arial"/>
                <a:cs typeface="Arial"/>
              </a:rPr>
              <a:t>objectives</a:t>
            </a:r>
            <a:endParaRPr sz="2000">
              <a:latin typeface="Arial"/>
              <a:cs typeface="Arial"/>
            </a:endParaRPr>
          </a:p>
          <a:p>
            <a:pPr marL="311785" marR="5080">
              <a:lnSpc>
                <a:spcPct val="131500"/>
              </a:lnSpc>
              <a:spcBef>
                <a:spcPts val="70"/>
              </a:spcBef>
            </a:pPr>
            <a:r>
              <a:rPr sz="1800" b="1" dirty="0">
                <a:solidFill>
                  <a:srgbClr val="7EC21B"/>
                </a:solidFill>
                <a:latin typeface="Arial"/>
                <a:cs typeface="Arial"/>
              </a:rPr>
              <a:t>DR</a:t>
            </a:r>
            <a:r>
              <a:rPr sz="1800" b="1" spc="-55" dirty="0">
                <a:solidFill>
                  <a:srgbClr val="7EC21B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7EC21B"/>
                </a:solidFill>
                <a:latin typeface="Arial"/>
                <a:cs typeface="Arial"/>
              </a:rPr>
              <a:t>protection</a:t>
            </a:r>
            <a:r>
              <a:rPr sz="1800" b="1" spc="-25" dirty="0">
                <a:solidFill>
                  <a:srgbClr val="7EC21B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7EC21B"/>
                </a:solidFill>
                <a:latin typeface="Arial"/>
                <a:cs typeface="Arial"/>
              </a:rPr>
              <a:t>becomes</a:t>
            </a:r>
            <a:r>
              <a:rPr sz="1800" b="1" spc="-40" dirty="0">
                <a:solidFill>
                  <a:srgbClr val="7EC21B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7EC21B"/>
                </a:solidFill>
                <a:latin typeface="Arial"/>
                <a:cs typeface="Arial"/>
              </a:rPr>
              <a:t>a</a:t>
            </a:r>
            <a:r>
              <a:rPr sz="1800" b="1" spc="-40" dirty="0">
                <a:solidFill>
                  <a:srgbClr val="7EC21B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7EC21B"/>
                </a:solidFill>
                <a:latin typeface="Arial"/>
                <a:cs typeface="Arial"/>
              </a:rPr>
              <a:t>property</a:t>
            </a:r>
            <a:r>
              <a:rPr sz="1800" b="1" spc="-45" dirty="0">
                <a:solidFill>
                  <a:srgbClr val="7EC21B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7EC21B"/>
                </a:solidFill>
                <a:latin typeface="Arial"/>
                <a:cs typeface="Arial"/>
              </a:rPr>
              <a:t>of</a:t>
            </a:r>
            <a:r>
              <a:rPr sz="1800" b="1" spc="-35" dirty="0">
                <a:solidFill>
                  <a:srgbClr val="7EC21B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7EC21B"/>
                </a:solidFill>
                <a:latin typeface="Arial"/>
                <a:cs typeface="Arial"/>
              </a:rPr>
              <a:t>VMware</a:t>
            </a:r>
            <a:r>
              <a:rPr sz="1800" b="1" spc="-40" dirty="0">
                <a:solidFill>
                  <a:srgbClr val="7EC21B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7EC21B"/>
                </a:solidFill>
                <a:latin typeface="Arial"/>
                <a:cs typeface="Arial"/>
              </a:rPr>
              <a:t>virtual</a:t>
            </a:r>
            <a:r>
              <a:rPr sz="1800" b="1" spc="-30" dirty="0">
                <a:solidFill>
                  <a:srgbClr val="7EC21B"/>
                </a:solidFill>
                <a:latin typeface="Arial"/>
                <a:cs typeface="Arial"/>
              </a:rPr>
              <a:t> </a:t>
            </a:r>
            <a:r>
              <a:rPr sz="1800" b="1" spc="-10" dirty="0">
                <a:solidFill>
                  <a:srgbClr val="7EC21B"/>
                </a:solidFill>
                <a:latin typeface="Arial"/>
                <a:cs typeface="Arial"/>
              </a:rPr>
              <a:t>machines </a:t>
            </a:r>
            <a:r>
              <a:rPr sz="1800" b="1" dirty="0">
                <a:solidFill>
                  <a:srgbClr val="7EC21B"/>
                </a:solidFill>
                <a:latin typeface="Arial"/>
                <a:cs typeface="Arial"/>
              </a:rPr>
              <a:t>Customers</a:t>
            </a:r>
            <a:r>
              <a:rPr sz="1800" b="1" spc="-60" dirty="0">
                <a:solidFill>
                  <a:srgbClr val="7EC21B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7EC21B"/>
                </a:solidFill>
                <a:latin typeface="Arial"/>
                <a:cs typeface="Arial"/>
              </a:rPr>
              <a:t>can</a:t>
            </a:r>
            <a:r>
              <a:rPr sz="1800" b="1" spc="-30" dirty="0">
                <a:solidFill>
                  <a:srgbClr val="7EC21B"/>
                </a:solidFill>
                <a:latin typeface="Arial"/>
                <a:cs typeface="Arial"/>
              </a:rPr>
              <a:t> </a:t>
            </a:r>
            <a:r>
              <a:rPr sz="1800" b="1" spc="-10" dirty="0">
                <a:solidFill>
                  <a:srgbClr val="7EC21B"/>
                </a:solidFill>
                <a:latin typeface="Arial"/>
                <a:cs typeface="Arial"/>
              </a:rPr>
              <a:t>pre-</a:t>
            </a:r>
            <a:r>
              <a:rPr sz="1800" b="1" dirty="0">
                <a:solidFill>
                  <a:srgbClr val="7EC21B"/>
                </a:solidFill>
                <a:latin typeface="Arial"/>
                <a:cs typeface="Arial"/>
              </a:rPr>
              <a:t>program</a:t>
            </a:r>
            <a:r>
              <a:rPr sz="1800" b="1" spc="-45" dirty="0">
                <a:solidFill>
                  <a:srgbClr val="7EC21B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7EC21B"/>
                </a:solidFill>
                <a:latin typeface="Arial"/>
                <a:cs typeface="Arial"/>
              </a:rPr>
              <a:t>their</a:t>
            </a:r>
            <a:r>
              <a:rPr sz="1800" b="1" spc="-45" dirty="0">
                <a:solidFill>
                  <a:srgbClr val="7EC21B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7EC21B"/>
                </a:solidFill>
                <a:latin typeface="Arial"/>
                <a:cs typeface="Arial"/>
              </a:rPr>
              <a:t>disaster</a:t>
            </a:r>
            <a:r>
              <a:rPr sz="1800" b="1" spc="-50" dirty="0">
                <a:solidFill>
                  <a:srgbClr val="7EC21B"/>
                </a:solidFill>
                <a:latin typeface="Arial"/>
                <a:cs typeface="Arial"/>
              </a:rPr>
              <a:t> </a:t>
            </a:r>
            <a:r>
              <a:rPr sz="1800" b="1" spc="-10" dirty="0">
                <a:solidFill>
                  <a:srgbClr val="7EC21B"/>
                </a:solidFill>
                <a:latin typeface="Arial"/>
                <a:cs typeface="Arial"/>
              </a:rPr>
              <a:t>response</a:t>
            </a: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745"/>
              </a:spcBef>
            </a:pPr>
            <a:endParaRPr sz="1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Accomplish</a:t>
            </a:r>
            <a:r>
              <a:rPr sz="2000" b="1" spc="-6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this</a:t>
            </a:r>
            <a:r>
              <a:rPr sz="2000" b="1" spc="-5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through</a:t>
            </a:r>
            <a:r>
              <a:rPr sz="2000" b="1" spc="-6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FF9900"/>
                </a:solidFill>
                <a:latin typeface="Arial"/>
                <a:cs typeface="Arial"/>
              </a:rPr>
              <a:t>automating</a:t>
            </a:r>
            <a:r>
              <a:rPr sz="2000" b="1" spc="-50" dirty="0">
                <a:solidFill>
                  <a:srgbClr val="FF9900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FF9900"/>
                </a:solidFill>
                <a:latin typeface="Arial"/>
                <a:cs typeface="Arial"/>
              </a:rPr>
              <a:t>DR</a:t>
            </a:r>
            <a:r>
              <a:rPr sz="2000" b="1" spc="-55" dirty="0">
                <a:solidFill>
                  <a:srgbClr val="FF9900"/>
                </a:solidFill>
                <a:latin typeface="Arial"/>
                <a:cs typeface="Arial"/>
              </a:rPr>
              <a:t> </a:t>
            </a:r>
            <a:r>
              <a:rPr sz="2000" b="1" spc="-10" dirty="0">
                <a:solidFill>
                  <a:srgbClr val="FF9900"/>
                </a:solidFill>
                <a:latin typeface="Arial"/>
                <a:cs typeface="Arial"/>
              </a:rPr>
              <a:t>workflows</a:t>
            </a:r>
            <a:r>
              <a:rPr sz="2000" b="1" spc="-10" dirty="0">
                <a:solidFill>
                  <a:srgbClr val="333333"/>
                </a:solidFill>
                <a:latin typeface="Arial"/>
                <a:cs typeface="Arial"/>
              </a:rPr>
              <a:t>:</a:t>
            </a:r>
            <a:endParaRPr sz="2000">
              <a:latin typeface="Arial"/>
              <a:cs typeface="Arial"/>
            </a:endParaRPr>
          </a:p>
        </p:txBody>
      </p:sp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54710" y="3580129"/>
            <a:ext cx="161290" cy="137160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54710" y="3940809"/>
            <a:ext cx="161290" cy="137160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1140460" y="3411220"/>
            <a:ext cx="835660" cy="7493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1900"/>
              </a:lnSpc>
              <a:spcBef>
                <a:spcPts val="100"/>
              </a:spcBef>
            </a:pPr>
            <a:r>
              <a:rPr sz="1800" spc="-10" dirty="0">
                <a:latin typeface="Arial"/>
                <a:cs typeface="Arial"/>
              </a:rPr>
              <a:t>Setup Failover</a:t>
            </a:r>
            <a:endParaRPr sz="18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40739" y="4618990"/>
            <a:ext cx="6824345" cy="604520"/>
          </a:xfrm>
          <a:prstGeom prst="rect">
            <a:avLst/>
          </a:prstGeom>
        </p:spPr>
        <p:txBody>
          <a:bodyPr vert="horz" wrap="square" lIns="0" tIns="46990" rIns="0" bIns="0" rtlCol="0">
            <a:spAutoFit/>
          </a:bodyPr>
          <a:lstStyle/>
          <a:p>
            <a:pPr marL="12700" marR="5080">
              <a:lnSpc>
                <a:spcPts val="2160"/>
              </a:lnSpc>
              <a:spcBef>
                <a:spcPts val="370"/>
              </a:spcBef>
            </a:pP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By</a:t>
            </a:r>
            <a:r>
              <a:rPr sz="2000" b="1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adding</a:t>
            </a:r>
            <a:r>
              <a:rPr sz="2000" b="1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workflow</a:t>
            </a:r>
            <a:r>
              <a:rPr sz="2000" b="1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to</a:t>
            </a:r>
            <a:r>
              <a:rPr sz="2000" b="1" spc="-4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the</a:t>
            </a:r>
            <a:r>
              <a:rPr sz="2000" b="1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core</a:t>
            </a:r>
            <a:r>
              <a:rPr sz="2000" b="1" spc="-3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platform</a:t>
            </a:r>
            <a:r>
              <a:rPr sz="2000" b="1" spc="-55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capabilities,</a:t>
            </a:r>
            <a:r>
              <a:rPr sz="2000" b="1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spc="-35" dirty="0">
                <a:solidFill>
                  <a:srgbClr val="333333"/>
                </a:solidFill>
                <a:latin typeface="Arial"/>
                <a:cs typeface="Arial"/>
              </a:rPr>
              <a:t>we </a:t>
            </a:r>
            <a:r>
              <a:rPr sz="2000" b="1" dirty="0">
                <a:solidFill>
                  <a:srgbClr val="333333"/>
                </a:solidFill>
                <a:latin typeface="Arial"/>
                <a:cs typeface="Arial"/>
              </a:rPr>
              <a:t>further</a:t>
            </a:r>
            <a:r>
              <a:rPr sz="2000" b="1" spc="-4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FF9900"/>
                </a:solidFill>
                <a:latin typeface="Arial"/>
                <a:cs typeface="Arial"/>
              </a:rPr>
              <a:t>reduce</a:t>
            </a:r>
            <a:r>
              <a:rPr sz="2000" b="1" spc="-30" dirty="0">
                <a:solidFill>
                  <a:srgbClr val="FF9900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FF9900"/>
                </a:solidFill>
                <a:latin typeface="Arial"/>
                <a:cs typeface="Arial"/>
              </a:rPr>
              <a:t>RTO,</a:t>
            </a:r>
            <a:r>
              <a:rPr sz="2000" b="1" spc="-50" dirty="0">
                <a:solidFill>
                  <a:srgbClr val="FF9900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FF9900"/>
                </a:solidFill>
                <a:latin typeface="Arial"/>
                <a:cs typeface="Arial"/>
              </a:rPr>
              <a:t>cost,</a:t>
            </a:r>
            <a:r>
              <a:rPr sz="2000" b="1" spc="-45" dirty="0">
                <a:solidFill>
                  <a:srgbClr val="FF9900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FF9900"/>
                </a:solidFill>
                <a:latin typeface="Arial"/>
                <a:cs typeface="Arial"/>
              </a:rPr>
              <a:t>and</a:t>
            </a:r>
            <a:r>
              <a:rPr sz="2000" b="1" spc="-30" dirty="0">
                <a:solidFill>
                  <a:srgbClr val="FF9900"/>
                </a:solidFill>
                <a:latin typeface="Arial"/>
                <a:cs typeface="Arial"/>
              </a:rPr>
              <a:t> </a:t>
            </a:r>
            <a:r>
              <a:rPr sz="2000" b="1" spc="-20" dirty="0">
                <a:solidFill>
                  <a:srgbClr val="FF9900"/>
                </a:solidFill>
                <a:latin typeface="Arial"/>
                <a:cs typeface="Arial"/>
              </a:rPr>
              <a:t>risk</a:t>
            </a:r>
            <a:endParaRPr sz="2000">
              <a:latin typeface="Arial"/>
              <a:cs typeface="Arial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980439" y="595630"/>
            <a:ext cx="3670300" cy="403860"/>
          </a:xfrm>
          <a:custGeom>
            <a:avLst/>
            <a:gdLst/>
            <a:ahLst/>
            <a:cxnLst/>
            <a:rect l="l" t="t" r="r" b="b"/>
            <a:pathLst>
              <a:path w="3670300" h="403859">
                <a:moveTo>
                  <a:pt x="3670300" y="0"/>
                </a:moveTo>
                <a:lnTo>
                  <a:pt x="0" y="0"/>
                </a:lnTo>
                <a:lnTo>
                  <a:pt x="0" y="403860"/>
                </a:lnTo>
                <a:lnTo>
                  <a:pt x="1835150" y="403860"/>
                </a:lnTo>
                <a:lnTo>
                  <a:pt x="3670300" y="403860"/>
                </a:lnTo>
                <a:lnTo>
                  <a:pt x="36703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08000">
              <a:lnSpc>
                <a:spcPct val="100000"/>
              </a:lnSpc>
              <a:spcBef>
                <a:spcPts val="100"/>
              </a:spcBef>
            </a:pPr>
            <a:r>
              <a:rPr dirty="0"/>
              <a:t>Site</a:t>
            </a:r>
            <a:r>
              <a:rPr spc="-170" dirty="0"/>
              <a:t> </a:t>
            </a:r>
            <a:r>
              <a:rPr spc="-25" dirty="0"/>
              <a:t>Recovery</a:t>
            </a:r>
            <a:r>
              <a:rPr spc="-85" dirty="0"/>
              <a:t> </a:t>
            </a:r>
            <a:r>
              <a:rPr spc="-10" dirty="0"/>
              <a:t>Manager</a:t>
            </a:r>
          </a:p>
        </p:txBody>
      </p:sp>
      <p:pic>
        <p:nvPicPr>
          <p:cNvPr id="11" name="object 11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453639" y="3605529"/>
            <a:ext cx="161289" cy="137160"/>
          </a:xfrm>
          <a:prstGeom prst="rect">
            <a:avLst/>
          </a:prstGeom>
        </p:spPr>
      </p:pic>
      <p:pic>
        <p:nvPicPr>
          <p:cNvPr id="12" name="object 1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453639" y="4005579"/>
            <a:ext cx="161289" cy="137160"/>
          </a:xfrm>
          <a:prstGeom prst="rect">
            <a:avLst/>
          </a:prstGeom>
        </p:spPr>
      </p:pic>
      <p:sp>
        <p:nvSpPr>
          <p:cNvPr id="13" name="object 13"/>
          <p:cNvSpPr txBox="1"/>
          <p:nvPr/>
        </p:nvSpPr>
        <p:spPr>
          <a:xfrm>
            <a:off x="2739389" y="3412490"/>
            <a:ext cx="974090" cy="828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1700"/>
              </a:lnSpc>
              <a:spcBef>
                <a:spcPts val="100"/>
              </a:spcBef>
            </a:pPr>
            <a:r>
              <a:rPr sz="2000" spc="-10" dirty="0">
                <a:latin typeface="Arial"/>
                <a:cs typeface="Arial"/>
              </a:rPr>
              <a:t>Failback </a:t>
            </a:r>
            <a:r>
              <a:rPr sz="2000" spc="-20" dirty="0">
                <a:latin typeface="Arial"/>
                <a:cs typeface="Arial"/>
              </a:rPr>
              <a:t>Test</a:t>
            </a:r>
            <a:endParaRPr sz="2000">
              <a:latin typeface="Arial"/>
              <a:cs typeface="Arial"/>
            </a:endParaRPr>
          </a:p>
        </p:txBody>
      </p:sp>
      <p:sp>
        <p:nvSpPr>
          <p:cNvPr id="14" name="object 14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25" dirty="0"/>
              <a:t>64</a:t>
            </a:fld>
            <a:endParaRPr spc="-25" dirty="0"/>
          </a:p>
        </p:txBody>
      </p:sp>
    </p:spTree>
  </p:cSld>
  <p:clrMapOvr>
    <a:masterClrMapping/>
  </p:clrMapOvr>
  <p:transition>
    <p:wipe dir="r"/>
  </p:transition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52603" y="900203"/>
            <a:ext cx="7495993" cy="4447993"/>
          </a:xfrm>
          <a:prstGeom prst="rect">
            <a:avLst/>
          </a:prstGeom>
        </p:spPr>
      </p:pic>
      <p:grpSp>
        <p:nvGrpSpPr>
          <p:cNvPr id="3" name="object 3"/>
          <p:cNvGrpSpPr/>
          <p:nvPr/>
        </p:nvGrpSpPr>
        <p:grpSpPr>
          <a:xfrm>
            <a:off x="720090" y="5561329"/>
            <a:ext cx="7773670" cy="349250"/>
            <a:chOff x="720090" y="5561329"/>
            <a:chExt cx="7773670" cy="349250"/>
          </a:xfrm>
        </p:grpSpPr>
        <p:sp>
          <p:nvSpPr>
            <p:cNvPr id="4" name="object 4"/>
            <p:cNvSpPr/>
            <p:nvPr/>
          </p:nvSpPr>
          <p:spPr>
            <a:xfrm>
              <a:off x="720090" y="5561329"/>
              <a:ext cx="227329" cy="349250"/>
            </a:xfrm>
            <a:custGeom>
              <a:avLst/>
              <a:gdLst/>
              <a:ahLst/>
              <a:cxnLst/>
              <a:rect l="l" t="t" r="r" b="b"/>
              <a:pathLst>
                <a:path w="227330" h="349250">
                  <a:moveTo>
                    <a:pt x="227330" y="347992"/>
                  </a:moveTo>
                  <a:lnTo>
                    <a:pt x="0" y="347992"/>
                  </a:lnTo>
                  <a:lnTo>
                    <a:pt x="0" y="349250"/>
                  </a:lnTo>
                  <a:lnTo>
                    <a:pt x="227330" y="349250"/>
                  </a:lnTo>
                  <a:lnTo>
                    <a:pt x="227330" y="347992"/>
                  </a:lnTo>
                  <a:close/>
                </a:path>
                <a:path w="227330" h="349250">
                  <a:moveTo>
                    <a:pt x="227330" y="345452"/>
                  </a:moveTo>
                  <a:lnTo>
                    <a:pt x="0" y="345452"/>
                  </a:lnTo>
                  <a:lnTo>
                    <a:pt x="0" y="347980"/>
                  </a:lnTo>
                  <a:lnTo>
                    <a:pt x="227330" y="347980"/>
                  </a:lnTo>
                  <a:lnTo>
                    <a:pt x="227330" y="345452"/>
                  </a:lnTo>
                  <a:close/>
                </a:path>
                <a:path w="227330" h="349250">
                  <a:moveTo>
                    <a:pt x="227330" y="341642"/>
                  </a:moveTo>
                  <a:lnTo>
                    <a:pt x="0" y="341642"/>
                  </a:lnTo>
                  <a:lnTo>
                    <a:pt x="0" y="345440"/>
                  </a:lnTo>
                  <a:lnTo>
                    <a:pt x="227330" y="345440"/>
                  </a:lnTo>
                  <a:lnTo>
                    <a:pt x="227330" y="341642"/>
                  </a:lnTo>
                  <a:close/>
                </a:path>
                <a:path w="227330" h="349250">
                  <a:moveTo>
                    <a:pt x="227330" y="339102"/>
                  </a:moveTo>
                  <a:lnTo>
                    <a:pt x="0" y="339102"/>
                  </a:lnTo>
                  <a:lnTo>
                    <a:pt x="0" y="341630"/>
                  </a:lnTo>
                  <a:lnTo>
                    <a:pt x="227330" y="341630"/>
                  </a:lnTo>
                  <a:lnTo>
                    <a:pt x="227330" y="339102"/>
                  </a:lnTo>
                  <a:close/>
                </a:path>
                <a:path w="227330" h="349250">
                  <a:moveTo>
                    <a:pt x="227330" y="326402"/>
                  </a:moveTo>
                  <a:lnTo>
                    <a:pt x="0" y="326402"/>
                  </a:lnTo>
                  <a:lnTo>
                    <a:pt x="0" y="339090"/>
                  </a:lnTo>
                  <a:lnTo>
                    <a:pt x="227330" y="339090"/>
                  </a:lnTo>
                  <a:lnTo>
                    <a:pt x="227330" y="326402"/>
                  </a:lnTo>
                  <a:close/>
                </a:path>
                <a:path w="227330" h="349250">
                  <a:moveTo>
                    <a:pt x="227330" y="320052"/>
                  </a:moveTo>
                  <a:lnTo>
                    <a:pt x="0" y="320052"/>
                  </a:lnTo>
                  <a:lnTo>
                    <a:pt x="0" y="326390"/>
                  </a:lnTo>
                  <a:lnTo>
                    <a:pt x="227330" y="326390"/>
                  </a:lnTo>
                  <a:lnTo>
                    <a:pt x="227330" y="320052"/>
                  </a:lnTo>
                  <a:close/>
                </a:path>
                <a:path w="227330" h="349250">
                  <a:moveTo>
                    <a:pt x="227330" y="316242"/>
                  </a:moveTo>
                  <a:lnTo>
                    <a:pt x="0" y="316242"/>
                  </a:lnTo>
                  <a:lnTo>
                    <a:pt x="0" y="320040"/>
                  </a:lnTo>
                  <a:lnTo>
                    <a:pt x="227330" y="320040"/>
                  </a:lnTo>
                  <a:lnTo>
                    <a:pt x="227330" y="316242"/>
                  </a:lnTo>
                  <a:close/>
                </a:path>
                <a:path w="227330" h="349250">
                  <a:moveTo>
                    <a:pt x="227330" y="309892"/>
                  </a:moveTo>
                  <a:lnTo>
                    <a:pt x="0" y="309892"/>
                  </a:lnTo>
                  <a:lnTo>
                    <a:pt x="0" y="316230"/>
                  </a:lnTo>
                  <a:lnTo>
                    <a:pt x="227330" y="316230"/>
                  </a:lnTo>
                  <a:lnTo>
                    <a:pt x="227330" y="309892"/>
                  </a:lnTo>
                  <a:close/>
                </a:path>
                <a:path w="227330" h="349250">
                  <a:moveTo>
                    <a:pt x="227330" y="303542"/>
                  </a:moveTo>
                  <a:lnTo>
                    <a:pt x="0" y="303542"/>
                  </a:lnTo>
                  <a:lnTo>
                    <a:pt x="0" y="309880"/>
                  </a:lnTo>
                  <a:lnTo>
                    <a:pt x="227330" y="309880"/>
                  </a:lnTo>
                  <a:lnTo>
                    <a:pt x="227330" y="303542"/>
                  </a:lnTo>
                  <a:close/>
                </a:path>
                <a:path w="227330" h="349250">
                  <a:moveTo>
                    <a:pt x="227330" y="297192"/>
                  </a:moveTo>
                  <a:lnTo>
                    <a:pt x="0" y="297192"/>
                  </a:lnTo>
                  <a:lnTo>
                    <a:pt x="0" y="303530"/>
                  </a:lnTo>
                  <a:lnTo>
                    <a:pt x="227330" y="303530"/>
                  </a:lnTo>
                  <a:lnTo>
                    <a:pt x="227330" y="297192"/>
                  </a:lnTo>
                  <a:close/>
                </a:path>
                <a:path w="227330" h="349250">
                  <a:moveTo>
                    <a:pt x="227330" y="294652"/>
                  </a:moveTo>
                  <a:lnTo>
                    <a:pt x="0" y="294652"/>
                  </a:lnTo>
                  <a:lnTo>
                    <a:pt x="0" y="297180"/>
                  </a:lnTo>
                  <a:lnTo>
                    <a:pt x="227330" y="297180"/>
                  </a:lnTo>
                  <a:lnTo>
                    <a:pt x="227330" y="294652"/>
                  </a:lnTo>
                  <a:close/>
                </a:path>
                <a:path w="227330" h="349250">
                  <a:moveTo>
                    <a:pt x="227330" y="290842"/>
                  </a:moveTo>
                  <a:lnTo>
                    <a:pt x="0" y="290842"/>
                  </a:lnTo>
                  <a:lnTo>
                    <a:pt x="0" y="294640"/>
                  </a:lnTo>
                  <a:lnTo>
                    <a:pt x="227330" y="294640"/>
                  </a:lnTo>
                  <a:lnTo>
                    <a:pt x="227330" y="290842"/>
                  </a:lnTo>
                  <a:close/>
                </a:path>
                <a:path w="227330" h="349250">
                  <a:moveTo>
                    <a:pt x="227330" y="288302"/>
                  </a:moveTo>
                  <a:lnTo>
                    <a:pt x="0" y="288302"/>
                  </a:lnTo>
                  <a:lnTo>
                    <a:pt x="0" y="290830"/>
                  </a:lnTo>
                  <a:lnTo>
                    <a:pt x="227330" y="290830"/>
                  </a:lnTo>
                  <a:lnTo>
                    <a:pt x="227330" y="288302"/>
                  </a:lnTo>
                  <a:close/>
                </a:path>
                <a:path w="227330" h="349250">
                  <a:moveTo>
                    <a:pt x="227330" y="281952"/>
                  </a:moveTo>
                  <a:lnTo>
                    <a:pt x="0" y="281952"/>
                  </a:lnTo>
                  <a:lnTo>
                    <a:pt x="0" y="288290"/>
                  </a:lnTo>
                  <a:lnTo>
                    <a:pt x="227330" y="288290"/>
                  </a:lnTo>
                  <a:lnTo>
                    <a:pt x="227330" y="281952"/>
                  </a:lnTo>
                  <a:close/>
                </a:path>
                <a:path w="227330" h="349250">
                  <a:moveTo>
                    <a:pt x="227330" y="275602"/>
                  </a:moveTo>
                  <a:lnTo>
                    <a:pt x="0" y="275602"/>
                  </a:lnTo>
                  <a:lnTo>
                    <a:pt x="0" y="281940"/>
                  </a:lnTo>
                  <a:lnTo>
                    <a:pt x="227330" y="281940"/>
                  </a:lnTo>
                  <a:lnTo>
                    <a:pt x="227330" y="275602"/>
                  </a:lnTo>
                  <a:close/>
                </a:path>
                <a:path w="227330" h="349250">
                  <a:moveTo>
                    <a:pt x="227330" y="269252"/>
                  </a:moveTo>
                  <a:lnTo>
                    <a:pt x="0" y="269252"/>
                  </a:lnTo>
                  <a:lnTo>
                    <a:pt x="0" y="275590"/>
                  </a:lnTo>
                  <a:lnTo>
                    <a:pt x="227330" y="275590"/>
                  </a:lnTo>
                  <a:lnTo>
                    <a:pt x="227330" y="269252"/>
                  </a:lnTo>
                  <a:close/>
                </a:path>
                <a:path w="227330" h="349250">
                  <a:moveTo>
                    <a:pt x="227330" y="265442"/>
                  </a:moveTo>
                  <a:lnTo>
                    <a:pt x="0" y="265442"/>
                  </a:lnTo>
                  <a:lnTo>
                    <a:pt x="0" y="269240"/>
                  </a:lnTo>
                  <a:lnTo>
                    <a:pt x="227330" y="269240"/>
                  </a:lnTo>
                  <a:lnTo>
                    <a:pt x="227330" y="265442"/>
                  </a:lnTo>
                  <a:close/>
                </a:path>
                <a:path w="227330" h="349250">
                  <a:moveTo>
                    <a:pt x="227330" y="259092"/>
                  </a:moveTo>
                  <a:lnTo>
                    <a:pt x="0" y="259092"/>
                  </a:lnTo>
                  <a:lnTo>
                    <a:pt x="0" y="265430"/>
                  </a:lnTo>
                  <a:lnTo>
                    <a:pt x="227330" y="265430"/>
                  </a:lnTo>
                  <a:lnTo>
                    <a:pt x="227330" y="259092"/>
                  </a:lnTo>
                  <a:close/>
                </a:path>
                <a:path w="227330" h="349250">
                  <a:moveTo>
                    <a:pt x="227330" y="252742"/>
                  </a:moveTo>
                  <a:lnTo>
                    <a:pt x="0" y="252742"/>
                  </a:lnTo>
                  <a:lnTo>
                    <a:pt x="0" y="259080"/>
                  </a:lnTo>
                  <a:lnTo>
                    <a:pt x="227330" y="259080"/>
                  </a:lnTo>
                  <a:lnTo>
                    <a:pt x="227330" y="252742"/>
                  </a:lnTo>
                  <a:close/>
                </a:path>
                <a:path w="227330" h="349250">
                  <a:moveTo>
                    <a:pt x="227330" y="246392"/>
                  </a:moveTo>
                  <a:lnTo>
                    <a:pt x="0" y="246392"/>
                  </a:lnTo>
                  <a:lnTo>
                    <a:pt x="0" y="252730"/>
                  </a:lnTo>
                  <a:lnTo>
                    <a:pt x="227330" y="252730"/>
                  </a:lnTo>
                  <a:lnTo>
                    <a:pt x="227330" y="246392"/>
                  </a:lnTo>
                  <a:close/>
                </a:path>
                <a:path w="227330" h="349250">
                  <a:moveTo>
                    <a:pt x="22733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227330" y="246380"/>
                  </a:lnTo>
                  <a:lnTo>
                    <a:pt x="227330" y="243852"/>
                  </a:lnTo>
                  <a:close/>
                </a:path>
                <a:path w="227330" h="349250">
                  <a:moveTo>
                    <a:pt x="22733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227330" y="243840"/>
                  </a:lnTo>
                  <a:lnTo>
                    <a:pt x="227330" y="240042"/>
                  </a:lnTo>
                  <a:close/>
                </a:path>
                <a:path w="227330" h="349250">
                  <a:moveTo>
                    <a:pt x="22733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227330" y="240030"/>
                  </a:lnTo>
                  <a:lnTo>
                    <a:pt x="227330" y="237502"/>
                  </a:lnTo>
                  <a:close/>
                </a:path>
                <a:path w="227330" h="349250">
                  <a:moveTo>
                    <a:pt x="22733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227330" y="237490"/>
                  </a:lnTo>
                  <a:lnTo>
                    <a:pt x="227330" y="233692"/>
                  </a:lnTo>
                  <a:close/>
                </a:path>
                <a:path w="227330" h="349250">
                  <a:moveTo>
                    <a:pt x="22733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227330" y="233680"/>
                  </a:lnTo>
                  <a:lnTo>
                    <a:pt x="227330" y="231152"/>
                  </a:lnTo>
                  <a:close/>
                </a:path>
                <a:path w="227330" h="349250">
                  <a:moveTo>
                    <a:pt x="227330" y="224802"/>
                  </a:moveTo>
                  <a:lnTo>
                    <a:pt x="0" y="224802"/>
                  </a:lnTo>
                  <a:lnTo>
                    <a:pt x="0" y="231140"/>
                  </a:lnTo>
                  <a:lnTo>
                    <a:pt x="227330" y="231140"/>
                  </a:lnTo>
                  <a:lnTo>
                    <a:pt x="227330" y="224802"/>
                  </a:lnTo>
                  <a:close/>
                </a:path>
                <a:path w="227330" h="349250">
                  <a:moveTo>
                    <a:pt x="227330" y="218452"/>
                  </a:moveTo>
                  <a:lnTo>
                    <a:pt x="0" y="218452"/>
                  </a:lnTo>
                  <a:lnTo>
                    <a:pt x="0" y="224790"/>
                  </a:lnTo>
                  <a:lnTo>
                    <a:pt x="227330" y="224790"/>
                  </a:lnTo>
                  <a:lnTo>
                    <a:pt x="227330" y="218452"/>
                  </a:lnTo>
                  <a:close/>
                </a:path>
                <a:path w="227330" h="349250">
                  <a:moveTo>
                    <a:pt x="227330" y="212102"/>
                  </a:moveTo>
                  <a:lnTo>
                    <a:pt x="0" y="212102"/>
                  </a:lnTo>
                  <a:lnTo>
                    <a:pt x="0" y="218440"/>
                  </a:lnTo>
                  <a:lnTo>
                    <a:pt x="227330" y="218440"/>
                  </a:lnTo>
                  <a:lnTo>
                    <a:pt x="227330" y="212102"/>
                  </a:lnTo>
                  <a:close/>
                </a:path>
                <a:path w="227330" h="349250">
                  <a:moveTo>
                    <a:pt x="227330" y="208292"/>
                  </a:moveTo>
                  <a:lnTo>
                    <a:pt x="0" y="208292"/>
                  </a:lnTo>
                  <a:lnTo>
                    <a:pt x="0" y="212090"/>
                  </a:lnTo>
                  <a:lnTo>
                    <a:pt x="227330" y="212090"/>
                  </a:lnTo>
                  <a:lnTo>
                    <a:pt x="227330" y="208292"/>
                  </a:lnTo>
                  <a:close/>
                </a:path>
                <a:path w="227330" h="349250">
                  <a:moveTo>
                    <a:pt x="227330" y="201942"/>
                  </a:moveTo>
                  <a:lnTo>
                    <a:pt x="0" y="201942"/>
                  </a:lnTo>
                  <a:lnTo>
                    <a:pt x="0" y="208280"/>
                  </a:lnTo>
                  <a:lnTo>
                    <a:pt x="227330" y="208280"/>
                  </a:lnTo>
                  <a:lnTo>
                    <a:pt x="227330" y="201942"/>
                  </a:lnTo>
                  <a:close/>
                </a:path>
                <a:path w="227330" h="349250">
                  <a:moveTo>
                    <a:pt x="227330" y="195592"/>
                  </a:moveTo>
                  <a:lnTo>
                    <a:pt x="0" y="195592"/>
                  </a:lnTo>
                  <a:lnTo>
                    <a:pt x="0" y="201930"/>
                  </a:lnTo>
                  <a:lnTo>
                    <a:pt x="227330" y="201930"/>
                  </a:lnTo>
                  <a:lnTo>
                    <a:pt x="227330" y="195592"/>
                  </a:lnTo>
                  <a:close/>
                </a:path>
                <a:path w="227330" h="349250">
                  <a:moveTo>
                    <a:pt x="22733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27330" y="195580"/>
                  </a:lnTo>
                  <a:lnTo>
                    <a:pt x="227330" y="189242"/>
                  </a:lnTo>
                  <a:close/>
                </a:path>
                <a:path w="227330" h="349250">
                  <a:moveTo>
                    <a:pt x="227330" y="186702"/>
                  </a:moveTo>
                  <a:lnTo>
                    <a:pt x="0" y="186702"/>
                  </a:lnTo>
                  <a:lnTo>
                    <a:pt x="0" y="189230"/>
                  </a:lnTo>
                  <a:lnTo>
                    <a:pt x="227330" y="189230"/>
                  </a:lnTo>
                  <a:lnTo>
                    <a:pt x="227330" y="186702"/>
                  </a:lnTo>
                  <a:close/>
                </a:path>
                <a:path w="227330" h="349250">
                  <a:moveTo>
                    <a:pt x="227330" y="182892"/>
                  </a:moveTo>
                  <a:lnTo>
                    <a:pt x="0" y="182892"/>
                  </a:lnTo>
                  <a:lnTo>
                    <a:pt x="0" y="186690"/>
                  </a:lnTo>
                  <a:lnTo>
                    <a:pt x="227330" y="186690"/>
                  </a:lnTo>
                  <a:lnTo>
                    <a:pt x="227330" y="182892"/>
                  </a:lnTo>
                  <a:close/>
                </a:path>
                <a:path w="227330" h="349250">
                  <a:moveTo>
                    <a:pt x="227330" y="180352"/>
                  </a:moveTo>
                  <a:lnTo>
                    <a:pt x="0" y="180352"/>
                  </a:lnTo>
                  <a:lnTo>
                    <a:pt x="0" y="182880"/>
                  </a:lnTo>
                  <a:lnTo>
                    <a:pt x="227330" y="182880"/>
                  </a:lnTo>
                  <a:lnTo>
                    <a:pt x="227330" y="180352"/>
                  </a:lnTo>
                  <a:close/>
                </a:path>
                <a:path w="227330" h="349250">
                  <a:moveTo>
                    <a:pt x="227330" y="174002"/>
                  </a:moveTo>
                  <a:lnTo>
                    <a:pt x="0" y="174002"/>
                  </a:lnTo>
                  <a:lnTo>
                    <a:pt x="0" y="180340"/>
                  </a:lnTo>
                  <a:lnTo>
                    <a:pt x="227330" y="180340"/>
                  </a:lnTo>
                  <a:lnTo>
                    <a:pt x="227330" y="174002"/>
                  </a:lnTo>
                  <a:close/>
                </a:path>
                <a:path w="227330" h="349250">
                  <a:moveTo>
                    <a:pt x="227330" y="167652"/>
                  </a:moveTo>
                  <a:lnTo>
                    <a:pt x="0" y="167652"/>
                  </a:lnTo>
                  <a:lnTo>
                    <a:pt x="0" y="173990"/>
                  </a:lnTo>
                  <a:lnTo>
                    <a:pt x="227330" y="173990"/>
                  </a:lnTo>
                  <a:lnTo>
                    <a:pt x="227330" y="167652"/>
                  </a:lnTo>
                  <a:close/>
                </a:path>
                <a:path w="227330" h="349250">
                  <a:moveTo>
                    <a:pt x="227330" y="161302"/>
                  </a:moveTo>
                  <a:lnTo>
                    <a:pt x="0" y="161302"/>
                  </a:lnTo>
                  <a:lnTo>
                    <a:pt x="0" y="167640"/>
                  </a:lnTo>
                  <a:lnTo>
                    <a:pt x="227330" y="167640"/>
                  </a:lnTo>
                  <a:lnTo>
                    <a:pt x="227330" y="161302"/>
                  </a:lnTo>
                  <a:close/>
                </a:path>
                <a:path w="227330" h="349250">
                  <a:moveTo>
                    <a:pt x="227330" y="157492"/>
                  </a:moveTo>
                  <a:lnTo>
                    <a:pt x="0" y="157492"/>
                  </a:lnTo>
                  <a:lnTo>
                    <a:pt x="0" y="161290"/>
                  </a:lnTo>
                  <a:lnTo>
                    <a:pt x="227330" y="161290"/>
                  </a:lnTo>
                  <a:lnTo>
                    <a:pt x="227330" y="157492"/>
                  </a:lnTo>
                  <a:close/>
                </a:path>
                <a:path w="227330" h="349250">
                  <a:moveTo>
                    <a:pt x="22733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27330" y="157480"/>
                  </a:lnTo>
                  <a:lnTo>
                    <a:pt x="227330" y="151142"/>
                  </a:lnTo>
                  <a:close/>
                </a:path>
                <a:path w="227330" h="349250">
                  <a:moveTo>
                    <a:pt x="227330" y="144792"/>
                  </a:moveTo>
                  <a:lnTo>
                    <a:pt x="0" y="144792"/>
                  </a:lnTo>
                  <a:lnTo>
                    <a:pt x="0" y="151130"/>
                  </a:lnTo>
                  <a:lnTo>
                    <a:pt x="227330" y="151130"/>
                  </a:lnTo>
                  <a:lnTo>
                    <a:pt x="227330" y="144792"/>
                  </a:lnTo>
                  <a:close/>
                </a:path>
                <a:path w="227330" h="349250">
                  <a:moveTo>
                    <a:pt x="227330" y="138442"/>
                  </a:moveTo>
                  <a:lnTo>
                    <a:pt x="0" y="138442"/>
                  </a:lnTo>
                  <a:lnTo>
                    <a:pt x="0" y="144780"/>
                  </a:lnTo>
                  <a:lnTo>
                    <a:pt x="227330" y="144780"/>
                  </a:lnTo>
                  <a:lnTo>
                    <a:pt x="227330" y="138442"/>
                  </a:lnTo>
                  <a:close/>
                </a:path>
                <a:path w="227330" h="349250">
                  <a:moveTo>
                    <a:pt x="227330" y="135902"/>
                  </a:moveTo>
                  <a:lnTo>
                    <a:pt x="0" y="135902"/>
                  </a:lnTo>
                  <a:lnTo>
                    <a:pt x="0" y="138430"/>
                  </a:lnTo>
                  <a:lnTo>
                    <a:pt x="227330" y="138430"/>
                  </a:lnTo>
                  <a:lnTo>
                    <a:pt x="227330" y="135902"/>
                  </a:lnTo>
                  <a:close/>
                </a:path>
                <a:path w="227330" h="349250">
                  <a:moveTo>
                    <a:pt x="227330" y="132092"/>
                  </a:moveTo>
                  <a:lnTo>
                    <a:pt x="0" y="132092"/>
                  </a:lnTo>
                  <a:lnTo>
                    <a:pt x="0" y="135890"/>
                  </a:lnTo>
                  <a:lnTo>
                    <a:pt x="227330" y="135890"/>
                  </a:lnTo>
                  <a:lnTo>
                    <a:pt x="227330" y="132092"/>
                  </a:lnTo>
                  <a:close/>
                </a:path>
                <a:path w="227330" h="349250">
                  <a:moveTo>
                    <a:pt x="227330" y="129552"/>
                  </a:moveTo>
                  <a:lnTo>
                    <a:pt x="0" y="129552"/>
                  </a:lnTo>
                  <a:lnTo>
                    <a:pt x="0" y="132080"/>
                  </a:lnTo>
                  <a:lnTo>
                    <a:pt x="227330" y="132080"/>
                  </a:lnTo>
                  <a:lnTo>
                    <a:pt x="227330" y="129552"/>
                  </a:lnTo>
                  <a:close/>
                </a:path>
                <a:path w="227330" h="349250">
                  <a:moveTo>
                    <a:pt x="227330" y="125742"/>
                  </a:moveTo>
                  <a:lnTo>
                    <a:pt x="0" y="125742"/>
                  </a:lnTo>
                  <a:lnTo>
                    <a:pt x="0" y="129540"/>
                  </a:lnTo>
                  <a:lnTo>
                    <a:pt x="227330" y="129540"/>
                  </a:lnTo>
                  <a:lnTo>
                    <a:pt x="227330" y="125742"/>
                  </a:lnTo>
                  <a:close/>
                </a:path>
                <a:path w="227330" h="349250">
                  <a:moveTo>
                    <a:pt x="227330" y="123202"/>
                  </a:moveTo>
                  <a:lnTo>
                    <a:pt x="0" y="123202"/>
                  </a:lnTo>
                  <a:lnTo>
                    <a:pt x="0" y="125730"/>
                  </a:lnTo>
                  <a:lnTo>
                    <a:pt x="227330" y="125730"/>
                  </a:lnTo>
                  <a:lnTo>
                    <a:pt x="227330" y="123202"/>
                  </a:lnTo>
                  <a:close/>
                </a:path>
                <a:path w="227330" h="349250">
                  <a:moveTo>
                    <a:pt x="227330" y="116852"/>
                  </a:moveTo>
                  <a:lnTo>
                    <a:pt x="0" y="116852"/>
                  </a:lnTo>
                  <a:lnTo>
                    <a:pt x="0" y="123190"/>
                  </a:lnTo>
                  <a:lnTo>
                    <a:pt x="227330" y="123190"/>
                  </a:lnTo>
                  <a:lnTo>
                    <a:pt x="227330" y="116852"/>
                  </a:lnTo>
                  <a:close/>
                </a:path>
                <a:path w="227330" h="349250">
                  <a:moveTo>
                    <a:pt x="227330" y="110502"/>
                  </a:moveTo>
                  <a:lnTo>
                    <a:pt x="0" y="110502"/>
                  </a:lnTo>
                  <a:lnTo>
                    <a:pt x="0" y="116840"/>
                  </a:lnTo>
                  <a:lnTo>
                    <a:pt x="227330" y="116840"/>
                  </a:lnTo>
                  <a:lnTo>
                    <a:pt x="227330" y="110502"/>
                  </a:lnTo>
                  <a:close/>
                </a:path>
                <a:path w="227330" h="349250">
                  <a:moveTo>
                    <a:pt x="227330" y="104152"/>
                  </a:moveTo>
                  <a:lnTo>
                    <a:pt x="0" y="104152"/>
                  </a:lnTo>
                  <a:lnTo>
                    <a:pt x="0" y="110490"/>
                  </a:lnTo>
                  <a:lnTo>
                    <a:pt x="227330" y="110490"/>
                  </a:lnTo>
                  <a:lnTo>
                    <a:pt x="227330" y="104152"/>
                  </a:lnTo>
                  <a:close/>
                </a:path>
                <a:path w="227330" h="349250">
                  <a:moveTo>
                    <a:pt x="227330" y="100342"/>
                  </a:moveTo>
                  <a:lnTo>
                    <a:pt x="0" y="100342"/>
                  </a:lnTo>
                  <a:lnTo>
                    <a:pt x="0" y="104140"/>
                  </a:lnTo>
                  <a:lnTo>
                    <a:pt x="227330" y="104140"/>
                  </a:lnTo>
                  <a:lnTo>
                    <a:pt x="227330" y="100342"/>
                  </a:lnTo>
                  <a:close/>
                </a:path>
                <a:path w="227330" h="349250">
                  <a:moveTo>
                    <a:pt x="22733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27330" y="100330"/>
                  </a:lnTo>
                  <a:lnTo>
                    <a:pt x="227330" y="93992"/>
                  </a:lnTo>
                  <a:close/>
                </a:path>
                <a:path w="227330" h="349250">
                  <a:moveTo>
                    <a:pt x="22733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27330" y="93980"/>
                  </a:lnTo>
                  <a:lnTo>
                    <a:pt x="227330" y="87642"/>
                  </a:lnTo>
                  <a:close/>
                </a:path>
                <a:path w="227330" h="349250">
                  <a:moveTo>
                    <a:pt x="227330" y="81292"/>
                  </a:moveTo>
                  <a:lnTo>
                    <a:pt x="0" y="81292"/>
                  </a:lnTo>
                  <a:lnTo>
                    <a:pt x="0" y="87630"/>
                  </a:lnTo>
                  <a:lnTo>
                    <a:pt x="227330" y="87630"/>
                  </a:lnTo>
                  <a:lnTo>
                    <a:pt x="227330" y="81292"/>
                  </a:lnTo>
                  <a:close/>
                </a:path>
                <a:path w="227330" h="349250">
                  <a:moveTo>
                    <a:pt x="227330" y="78752"/>
                  </a:moveTo>
                  <a:lnTo>
                    <a:pt x="0" y="78752"/>
                  </a:lnTo>
                  <a:lnTo>
                    <a:pt x="0" y="81280"/>
                  </a:lnTo>
                  <a:lnTo>
                    <a:pt x="227330" y="81280"/>
                  </a:lnTo>
                  <a:lnTo>
                    <a:pt x="227330" y="78752"/>
                  </a:lnTo>
                  <a:close/>
                </a:path>
                <a:path w="227330" h="349250">
                  <a:moveTo>
                    <a:pt x="227330" y="74942"/>
                  </a:moveTo>
                  <a:lnTo>
                    <a:pt x="0" y="74942"/>
                  </a:lnTo>
                  <a:lnTo>
                    <a:pt x="0" y="78740"/>
                  </a:lnTo>
                  <a:lnTo>
                    <a:pt x="227330" y="78740"/>
                  </a:lnTo>
                  <a:lnTo>
                    <a:pt x="227330" y="74942"/>
                  </a:lnTo>
                  <a:close/>
                </a:path>
                <a:path w="227330" h="349250">
                  <a:moveTo>
                    <a:pt x="227330" y="72402"/>
                  </a:moveTo>
                  <a:lnTo>
                    <a:pt x="0" y="72402"/>
                  </a:lnTo>
                  <a:lnTo>
                    <a:pt x="0" y="74930"/>
                  </a:lnTo>
                  <a:lnTo>
                    <a:pt x="227330" y="74930"/>
                  </a:lnTo>
                  <a:lnTo>
                    <a:pt x="227330" y="72402"/>
                  </a:lnTo>
                  <a:close/>
                </a:path>
                <a:path w="227330" h="349250">
                  <a:moveTo>
                    <a:pt x="227330" y="66052"/>
                  </a:moveTo>
                  <a:lnTo>
                    <a:pt x="0" y="66052"/>
                  </a:lnTo>
                  <a:lnTo>
                    <a:pt x="0" y="72390"/>
                  </a:lnTo>
                  <a:lnTo>
                    <a:pt x="227330" y="72390"/>
                  </a:lnTo>
                  <a:lnTo>
                    <a:pt x="227330" y="66052"/>
                  </a:lnTo>
                  <a:close/>
                </a:path>
                <a:path w="227330" h="349250">
                  <a:moveTo>
                    <a:pt x="227330" y="59702"/>
                  </a:moveTo>
                  <a:lnTo>
                    <a:pt x="0" y="59702"/>
                  </a:lnTo>
                  <a:lnTo>
                    <a:pt x="0" y="66040"/>
                  </a:lnTo>
                  <a:lnTo>
                    <a:pt x="227330" y="66040"/>
                  </a:lnTo>
                  <a:lnTo>
                    <a:pt x="227330" y="59702"/>
                  </a:lnTo>
                  <a:close/>
                </a:path>
                <a:path w="227330" h="349250">
                  <a:moveTo>
                    <a:pt x="227330" y="53352"/>
                  </a:moveTo>
                  <a:lnTo>
                    <a:pt x="0" y="53352"/>
                  </a:lnTo>
                  <a:lnTo>
                    <a:pt x="0" y="59690"/>
                  </a:lnTo>
                  <a:lnTo>
                    <a:pt x="227330" y="59690"/>
                  </a:lnTo>
                  <a:lnTo>
                    <a:pt x="227330" y="53352"/>
                  </a:lnTo>
                  <a:close/>
                </a:path>
                <a:path w="227330" h="349250">
                  <a:moveTo>
                    <a:pt x="227330" y="49542"/>
                  </a:moveTo>
                  <a:lnTo>
                    <a:pt x="0" y="49542"/>
                  </a:lnTo>
                  <a:lnTo>
                    <a:pt x="0" y="53340"/>
                  </a:lnTo>
                  <a:lnTo>
                    <a:pt x="227330" y="53340"/>
                  </a:lnTo>
                  <a:lnTo>
                    <a:pt x="227330" y="49542"/>
                  </a:lnTo>
                  <a:close/>
                </a:path>
                <a:path w="227330" h="349250">
                  <a:moveTo>
                    <a:pt x="22733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27330" y="49530"/>
                  </a:lnTo>
                  <a:lnTo>
                    <a:pt x="227330" y="43192"/>
                  </a:lnTo>
                  <a:close/>
                </a:path>
                <a:path w="227330" h="349250">
                  <a:moveTo>
                    <a:pt x="22733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27330" y="43180"/>
                  </a:lnTo>
                  <a:lnTo>
                    <a:pt x="227330" y="36842"/>
                  </a:lnTo>
                  <a:close/>
                </a:path>
                <a:path w="227330" h="349250">
                  <a:moveTo>
                    <a:pt x="22733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27330" y="36830"/>
                  </a:lnTo>
                  <a:lnTo>
                    <a:pt x="227330" y="30492"/>
                  </a:lnTo>
                  <a:close/>
                </a:path>
                <a:path w="227330" h="349250">
                  <a:moveTo>
                    <a:pt x="227330" y="27952"/>
                  </a:moveTo>
                  <a:lnTo>
                    <a:pt x="0" y="27952"/>
                  </a:lnTo>
                  <a:lnTo>
                    <a:pt x="0" y="30480"/>
                  </a:lnTo>
                  <a:lnTo>
                    <a:pt x="227330" y="30480"/>
                  </a:lnTo>
                  <a:lnTo>
                    <a:pt x="227330" y="27952"/>
                  </a:lnTo>
                  <a:close/>
                </a:path>
                <a:path w="227330" h="349250">
                  <a:moveTo>
                    <a:pt x="227330" y="24142"/>
                  </a:moveTo>
                  <a:lnTo>
                    <a:pt x="0" y="24142"/>
                  </a:lnTo>
                  <a:lnTo>
                    <a:pt x="0" y="27940"/>
                  </a:lnTo>
                  <a:lnTo>
                    <a:pt x="227330" y="27940"/>
                  </a:lnTo>
                  <a:lnTo>
                    <a:pt x="227330" y="24142"/>
                  </a:lnTo>
                  <a:close/>
                </a:path>
                <a:path w="227330" h="349250">
                  <a:moveTo>
                    <a:pt x="227330" y="21602"/>
                  </a:moveTo>
                  <a:lnTo>
                    <a:pt x="0" y="21602"/>
                  </a:lnTo>
                  <a:lnTo>
                    <a:pt x="0" y="24130"/>
                  </a:lnTo>
                  <a:lnTo>
                    <a:pt x="227330" y="24130"/>
                  </a:lnTo>
                  <a:lnTo>
                    <a:pt x="227330" y="21602"/>
                  </a:lnTo>
                  <a:close/>
                </a:path>
                <a:path w="227330" h="349250">
                  <a:moveTo>
                    <a:pt x="227330" y="15252"/>
                  </a:moveTo>
                  <a:lnTo>
                    <a:pt x="0" y="15252"/>
                  </a:lnTo>
                  <a:lnTo>
                    <a:pt x="0" y="21590"/>
                  </a:lnTo>
                  <a:lnTo>
                    <a:pt x="227330" y="21590"/>
                  </a:lnTo>
                  <a:lnTo>
                    <a:pt x="227330" y="15252"/>
                  </a:lnTo>
                  <a:close/>
                </a:path>
                <a:path w="227330" h="349250">
                  <a:moveTo>
                    <a:pt x="22733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227330" y="15240"/>
                  </a:lnTo>
                  <a:lnTo>
                    <a:pt x="227330" y="8902"/>
                  </a:lnTo>
                  <a:close/>
                </a:path>
                <a:path w="227330" h="349250">
                  <a:moveTo>
                    <a:pt x="22733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227330" y="8890"/>
                  </a:lnTo>
                  <a:lnTo>
                    <a:pt x="227330" y="2552"/>
                  </a:lnTo>
                  <a:close/>
                </a:path>
                <a:path w="227330" h="349250">
                  <a:moveTo>
                    <a:pt x="22733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27330" y="2540"/>
                  </a:lnTo>
                  <a:lnTo>
                    <a:pt x="227330" y="0"/>
                  </a:lnTo>
                  <a:close/>
                </a:path>
              </a:pathLst>
            </a:custGeom>
            <a:solidFill>
              <a:srgbClr val="BFB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720090" y="5561329"/>
              <a:ext cx="455930" cy="349250"/>
            </a:xfrm>
            <a:custGeom>
              <a:avLst/>
              <a:gdLst/>
              <a:ahLst/>
              <a:cxnLst/>
              <a:rect l="l" t="t" r="r" b="b"/>
              <a:pathLst>
                <a:path w="455930" h="349250">
                  <a:moveTo>
                    <a:pt x="455930" y="347992"/>
                  </a:moveTo>
                  <a:lnTo>
                    <a:pt x="227330" y="347992"/>
                  </a:lnTo>
                  <a:lnTo>
                    <a:pt x="0" y="347992"/>
                  </a:lnTo>
                  <a:lnTo>
                    <a:pt x="0" y="349250"/>
                  </a:lnTo>
                  <a:lnTo>
                    <a:pt x="227330" y="349250"/>
                  </a:lnTo>
                  <a:lnTo>
                    <a:pt x="455930" y="349250"/>
                  </a:lnTo>
                  <a:lnTo>
                    <a:pt x="455930" y="347992"/>
                  </a:lnTo>
                  <a:close/>
                </a:path>
                <a:path w="455930" h="349250">
                  <a:moveTo>
                    <a:pt x="455930" y="345452"/>
                  </a:moveTo>
                  <a:lnTo>
                    <a:pt x="227330" y="345452"/>
                  </a:lnTo>
                  <a:lnTo>
                    <a:pt x="227330" y="347980"/>
                  </a:lnTo>
                  <a:lnTo>
                    <a:pt x="455930" y="347980"/>
                  </a:lnTo>
                  <a:lnTo>
                    <a:pt x="455930" y="345452"/>
                  </a:lnTo>
                  <a:close/>
                </a:path>
                <a:path w="455930" h="349250">
                  <a:moveTo>
                    <a:pt x="455930" y="341642"/>
                  </a:moveTo>
                  <a:lnTo>
                    <a:pt x="227330" y="341642"/>
                  </a:lnTo>
                  <a:lnTo>
                    <a:pt x="227330" y="345440"/>
                  </a:lnTo>
                  <a:lnTo>
                    <a:pt x="455930" y="345440"/>
                  </a:lnTo>
                  <a:lnTo>
                    <a:pt x="455930" y="341642"/>
                  </a:lnTo>
                  <a:close/>
                </a:path>
                <a:path w="455930" h="349250">
                  <a:moveTo>
                    <a:pt x="455930" y="339102"/>
                  </a:moveTo>
                  <a:lnTo>
                    <a:pt x="227330" y="339102"/>
                  </a:lnTo>
                  <a:lnTo>
                    <a:pt x="227330" y="341630"/>
                  </a:lnTo>
                  <a:lnTo>
                    <a:pt x="455930" y="341630"/>
                  </a:lnTo>
                  <a:lnTo>
                    <a:pt x="455930" y="339102"/>
                  </a:lnTo>
                  <a:close/>
                </a:path>
                <a:path w="455930" h="349250">
                  <a:moveTo>
                    <a:pt x="455930" y="326402"/>
                  </a:moveTo>
                  <a:lnTo>
                    <a:pt x="227330" y="326402"/>
                  </a:lnTo>
                  <a:lnTo>
                    <a:pt x="227330" y="339090"/>
                  </a:lnTo>
                  <a:lnTo>
                    <a:pt x="455930" y="339090"/>
                  </a:lnTo>
                  <a:lnTo>
                    <a:pt x="455930" y="326402"/>
                  </a:lnTo>
                  <a:close/>
                </a:path>
                <a:path w="455930" h="349250">
                  <a:moveTo>
                    <a:pt x="455930" y="320052"/>
                  </a:moveTo>
                  <a:lnTo>
                    <a:pt x="227330" y="320052"/>
                  </a:lnTo>
                  <a:lnTo>
                    <a:pt x="227330" y="326390"/>
                  </a:lnTo>
                  <a:lnTo>
                    <a:pt x="455930" y="326390"/>
                  </a:lnTo>
                  <a:lnTo>
                    <a:pt x="455930" y="320052"/>
                  </a:lnTo>
                  <a:close/>
                </a:path>
                <a:path w="455930" h="349250">
                  <a:moveTo>
                    <a:pt x="455930" y="316242"/>
                  </a:moveTo>
                  <a:lnTo>
                    <a:pt x="227330" y="316242"/>
                  </a:lnTo>
                  <a:lnTo>
                    <a:pt x="227330" y="320040"/>
                  </a:lnTo>
                  <a:lnTo>
                    <a:pt x="455930" y="320040"/>
                  </a:lnTo>
                  <a:lnTo>
                    <a:pt x="455930" y="316242"/>
                  </a:lnTo>
                  <a:close/>
                </a:path>
                <a:path w="455930" h="349250">
                  <a:moveTo>
                    <a:pt x="455930" y="309892"/>
                  </a:moveTo>
                  <a:lnTo>
                    <a:pt x="227330" y="309892"/>
                  </a:lnTo>
                  <a:lnTo>
                    <a:pt x="227330" y="316230"/>
                  </a:lnTo>
                  <a:lnTo>
                    <a:pt x="455930" y="316230"/>
                  </a:lnTo>
                  <a:lnTo>
                    <a:pt x="455930" y="309892"/>
                  </a:lnTo>
                  <a:close/>
                </a:path>
                <a:path w="455930" h="349250">
                  <a:moveTo>
                    <a:pt x="455930" y="303542"/>
                  </a:moveTo>
                  <a:lnTo>
                    <a:pt x="227330" y="303542"/>
                  </a:lnTo>
                  <a:lnTo>
                    <a:pt x="227330" y="309880"/>
                  </a:lnTo>
                  <a:lnTo>
                    <a:pt x="455930" y="309880"/>
                  </a:lnTo>
                  <a:lnTo>
                    <a:pt x="455930" y="303542"/>
                  </a:lnTo>
                  <a:close/>
                </a:path>
                <a:path w="455930" h="349250">
                  <a:moveTo>
                    <a:pt x="455930" y="297192"/>
                  </a:moveTo>
                  <a:lnTo>
                    <a:pt x="227330" y="297192"/>
                  </a:lnTo>
                  <a:lnTo>
                    <a:pt x="227330" y="303530"/>
                  </a:lnTo>
                  <a:lnTo>
                    <a:pt x="455930" y="303530"/>
                  </a:lnTo>
                  <a:lnTo>
                    <a:pt x="455930" y="297192"/>
                  </a:lnTo>
                  <a:close/>
                </a:path>
                <a:path w="455930" h="349250">
                  <a:moveTo>
                    <a:pt x="455930" y="294652"/>
                  </a:moveTo>
                  <a:lnTo>
                    <a:pt x="227330" y="294652"/>
                  </a:lnTo>
                  <a:lnTo>
                    <a:pt x="227330" y="297180"/>
                  </a:lnTo>
                  <a:lnTo>
                    <a:pt x="455930" y="297180"/>
                  </a:lnTo>
                  <a:lnTo>
                    <a:pt x="455930" y="294652"/>
                  </a:lnTo>
                  <a:close/>
                </a:path>
                <a:path w="455930" h="349250">
                  <a:moveTo>
                    <a:pt x="455930" y="290842"/>
                  </a:moveTo>
                  <a:lnTo>
                    <a:pt x="227330" y="290842"/>
                  </a:lnTo>
                  <a:lnTo>
                    <a:pt x="227330" y="294640"/>
                  </a:lnTo>
                  <a:lnTo>
                    <a:pt x="455930" y="294640"/>
                  </a:lnTo>
                  <a:lnTo>
                    <a:pt x="455930" y="290842"/>
                  </a:lnTo>
                  <a:close/>
                </a:path>
                <a:path w="455930" h="349250">
                  <a:moveTo>
                    <a:pt x="455930" y="288302"/>
                  </a:moveTo>
                  <a:lnTo>
                    <a:pt x="227330" y="288302"/>
                  </a:lnTo>
                  <a:lnTo>
                    <a:pt x="227330" y="290830"/>
                  </a:lnTo>
                  <a:lnTo>
                    <a:pt x="455930" y="290830"/>
                  </a:lnTo>
                  <a:lnTo>
                    <a:pt x="455930" y="288302"/>
                  </a:lnTo>
                  <a:close/>
                </a:path>
                <a:path w="455930" h="349250">
                  <a:moveTo>
                    <a:pt x="455930" y="281952"/>
                  </a:moveTo>
                  <a:lnTo>
                    <a:pt x="227330" y="281952"/>
                  </a:lnTo>
                  <a:lnTo>
                    <a:pt x="227330" y="288290"/>
                  </a:lnTo>
                  <a:lnTo>
                    <a:pt x="455930" y="288290"/>
                  </a:lnTo>
                  <a:lnTo>
                    <a:pt x="455930" y="281952"/>
                  </a:lnTo>
                  <a:close/>
                </a:path>
                <a:path w="455930" h="349250">
                  <a:moveTo>
                    <a:pt x="455930" y="275602"/>
                  </a:moveTo>
                  <a:lnTo>
                    <a:pt x="227330" y="275602"/>
                  </a:lnTo>
                  <a:lnTo>
                    <a:pt x="227330" y="281940"/>
                  </a:lnTo>
                  <a:lnTo>
                    <a:pt x="455930" y="281940"/>
                  </a:lnTo>
                  <a:lnTo>
                    <a:pt x="455930" y="275602"/>
                  </a:lnTo>
                  <a:close/>
                </a:path>
                <a:path w="455930" h="349250">
                  <a:moveTo>
                    <a:pt x="455930" y="269252"/>
                  </a:moveTo>
                  <a:lnTo>
                    <a:pt x="227330" y="269252"/>
                  </a:lnTo>
                  <a:lnTo>
                    <a:pt x="227330" y="275590"/>
                  </a:lnTo>
                  <a:lnTo>
                    <a:pt x="455930" y="275590"/>
                  </a:lnTo>
                  <a:lnTo>
                    <a:pt x="455930" y="269252"/>
                  </a:lnTo>
                  <a:close/>
                </a:path>
                <a:path w="455930" h="349250">
                  <a:moveTo>
                    <a:pt x="455930" y="265442"/>
                  </a:moveTo>
                  <a:lnTo>
                    <a:pt x="227330" y="265442"/>
                  </a:lnTo>
                  <a:lnTo>
                    <a:pt x="227330" y="269240"/>
                  </a:lnTo>
                  <a:lnTo>
                    <a:pt x="455930" y="269240"/>
                  </a:lnTo>
                  <a:lnTo>
                    <a:pt x="455930" y="265442"/>
                  </a:lnTo>
                  <a:close/>
                </a:path>
                <a:path w="455930" h="349250">
                  <a:moveTo>
                    <a:pt x="455930" y="259092"/>
                  </a:moveTo>
                  <a:lnTo>
                    <a:pt x="227330" y="259092"/>
                  </a:lnTo>
                  <a:lnTo>
                    <a:pt x="227330" y="265430"/>
                  </a:lnTo>
                  <a:lnTo>
                    <a:pt x="455930" y="265430"/>
                  </a:lnTo>
                  <a:lnTo>
                    <a:pt x="455930" y="259092"/>
                  </a:lnTo>
                  <a:close/>
                </a:path>
                <a:path w="455930" h="349250">
                  <a:moveTo>
                    <a:pt x="455930" y="252742"/>
                  </a:moveTo>
                  <a:lnTo>
                    <a:pt x="227330" y="252742"/>
                  </a:lnTo>
                  <a:lnTo>
                    <a:pt x="227330" y="259080"/>
                  </a:lnTo>
                  <a:lnTo>
                    <a:pt x="455930" y="259080"/>
                  </a:lnTo>
                  <a:lnTo>
                    <a:pt x="455930" y="252742"/>
                  </a:lnTo>
                  <a:close/>
                </a:path>
                <a:path w="455930" h="349250">
                  <a:moveTo>
                    <a:pt x="455930" y="246392"/>
                  </a:moveTo>
                  <a:lnTo>
                    <a:pt x="227330" y="246392"/>
                  </a:lnTo>
                  <a:lnTo>
                    <a:pt x="227330" y="252730"/>
                  </a:lnTo>
                  <a:lnTo>
                    <a:pt x="455930" y="252730"/>
                  </a:lnTo>
                  <a:lnTo>
                    <a:pt x="455930" y="246392"/>
                  </a:lnTo>
                  <a:close/>
                </a:path>
                <a:path w="455930" h="349250">
                  <a:moveTo>
                    <a:pt x="455930" y="243852"/>
                  </a:moveTo>
                  <a:lnTo>
                    <a:pt x="227330" y="243852"/>
                  </a:lnTo>
                  <a:lnTo>
                    <a:pt x="227330" y="246380"/>
                  </a:lnTo>
                  <a:lnTo>
                    <a:pt x="455930" y="246380"/>
                  </a:lnTo>
                  <a:lnTo>
                    <a:pt x="455930" y="243852"/>
                  </a:lnTo>
                  <a:close/>
                </a:path>
                <a:path w="455930" h="349250">
                  <a:moveTo>
                    <a:pt x="455930" y="240042"/>
                  </a:moveTo>
                  <a:lnTo>
                    <a:pt x="227330" y="240042"/>
                  </a:lnTo>
                  <a:lnTo>
                    <a:pt x="227330" y="243840"/>
                  </a:lnTo>
                  <a:lnTo>
                    <a:pt x="455930" y="243840"/>
                  </a:lnTo>
                  <a:lnTo>
                    <a:pt x="455930" y="240042"/>
                  </a:lnTo>
                  <a:close/>
                </a:path>
                <a:path w="455930" h="349250">
                  <a:moveTo>
                    <a:pt x="455930" y="237502"/>
                  </a:moveTo>
                  <a:lnTo>
                    <a:pt x="227330" y="237502"/>
                  </a:lnTo>
                  <a:lnTo>
                    <a:pt x="227330" y="240030"/>
                  </a:lnTo>
                  <a:lnTo>
                    <a:pt x="455930" y="240030"/>
                  </a:lnTo>
                  <a:lnTo>
                    <a:pt x="455930" y="237502"/>
                  </a:lnTo>
                  <a:close/>
                </a:path>
                <a:path w="455930" h="349250">
                  <a:moveTo>
                    <a:pt x="455930" y="233692"/>
                  </a:moveTo>
                  <a:lnTo>
                    <a:pt x="227330" y="233692"/>
                  </a:lnTo>
                  <a:lnTo>
                    <a:pt x="227330" y="237490"/>
                  </a:lnTo>
                  <a:lnTo>
                    <a:pt x="455930" y="237490"/>
                  </a:lnTo>
                  <a:lnTo>
                    <a:pt x="455930" y="233692"/>
                  </a:lnTo>
                  <a:close/>
                </a:path>
                <a:path w="455930" h="349250">
                  <a:moveTo>
                    <a:pt x="455930" y="231152"/>
                  </a:moveTo>
                  <a:lnTo>
                    <a:pt x="227330" y="231152"/>
                  </a:lnTo>
                  <a:lnTo>
                    <a:pt x="227330" y="233680"/>
                  </a:lnTo>
                  <a:lnTo>
                    <a:pt x="455930" y="233680"/>
                  </a:lnTo>
                  <a:lnTo>
                    <a:pt x="455930" y="231152"/>
                  </a:lnTo>
                  <a:close/>
                </a:path>
                <a:path w="455930" h="349250">
                  <a:moveTo>
                    <a:pt x="455930" y="224802"/>
                  </a:moveTo>
                  <a:lnTo>
                    <a:pt x="227330" y="224802"/>
                  </a:lnTo>
                  <a:lnTo>
                    <a:pt x="227330" y="231140"/>
                  </a:lnTo>
                  <a:lnTo>
                    <a:pt x="455930" y="231140"/>
                  </a:lnTo>
                  <a:lnTo>
                    <a:pt x="455930" y="224802"/>
                  </a:lnTo>
                  <a:close/>
                </a:path>
                <a:path w="455930" h="349250">
                  <a:moveTo>
                    <a:pt x="455930" y="218452"/>
                  </a:moveTo>
                  <a:lnTo>
                    <a:pt x="227330" y="218452"/>
                  </a:lnTo>
                  <a:lnTo>
                    <a:pt x="227330" y="224790"/>
                  </a:lnTo>
                  <a:lnTo>
                    <a:pt x="455930" y="224790"/>
                  </a:lnTo>
                  <a:lnTo>
                    <a:pt x="455930" y="218452"/>
                  </a:lnTo>
                  <a:close/>
                </a:path>
                <a:path w="455930" h="349250">
                  <a:moveTo>
                    <a:pt x="455930" y="212102"/>
                  </a:moveTo>
                  <a:lnTo>
                    <a:pt x="227330" y="212102"/>
                  </a:lnTo>
                  <a:lnTo>
                    <a:pt x="227330" y="218440"/>
                  </a:lnTo>
                  <a:lnTo>
                    <a:pt x="455930" y="218440"/>
                  </a:lnTo>
                  <a:lnTo>
                    <a:pt x="455930" y="212102"/>
                  </a:lnTo>
                  <a:close/>
                </a:path>
                <a:path w="455930" h="349250">
                  <a:moveTo>
                    <a:pt x="455930" y="208292"/>
                  </a:moveTo>
                  <a:lnTo>
                    <a:pt x="227330" y="208292"/>
                  </a:lnTo>
                  <a:lnTo>
                    <a:pt x="227330" y="212090"/>
                  </a:lnTo>
                  <a:lnTo>
                    <a:pt x="455930" y="212090"/>
                  </a:lnTo>
                  <a:lnTo>
                    <a:pt x="455930" y="208292"/>
                  </a:lnTo>
                  <a:close/>
                </a:path>
                <a:path w="455930" h="349250">
                  <a:moveTo>
                    <a:pt x="455930" y="201942"/>
                  </a:moveTo>
                  <a:lnTo>
                    <a:pt x="227330" y="201942"/>
                  </a:lnTo>
                  <a:lnTo>
                    <a:pt x="227330" y="208280"/>
                  </a:lnTo>
                  <a:lnTo>
                    <a:pt x="455930" y="208280"/>
                  </a:lnTo>
                  <a:lnTo>
                    <a:pt x="455930" y="201942"/>
                  </a:lnTo>
                  <a:close/>
                </a:path>
                <a:path w="455930" h="349250">
                  <a:moveTo>
                    <a:pt x="455930" y="195592"/>
                  </a:moveTo>
                  <a:lnTo>
                    <a:pt x="227330" y="195592"/>
                  </a:lnTo>
                  <a:lnTo>
                    <a:pt x="227330" y="201930"/>
                  </a:lnTo>
                  <a:lnTo>
                    <a:pt x="455930" y="201930"/>
                  </a:lnTo>
                  <a:lnTo>
                    <a:pt x="455930" y="195592"/>
                  </a:lnTo>
                  <a:close/>
                </a:path>
                <a:path w="455930" h="349250">
                  <a:moveTo>
                    <a:pt x="455930" y="189242"/>
                  </a:moveTo>
                  <a:lnTo>
                    <a:pt x="227330" y="189242"/>
                  </a:lnTo>
                  <a:lnTo>
                    <a:pt x="227330" y="195580"/>
                  </a:lnTo>
                  <a:lnTo>
                    <a:pt x="455930" y="195580"/>
                  </a:lnTo>
                  <a:lnTo>
                    <a:pt x="455930" y="189242"/>
                  </a:lnTo>
                  <a:close/>
                </a:path>
                <a:path w="455930" h="349250">
                  <a:moveTo>
                    <a:pt x="455930" y="186702"/>
                  </a:moveTo>
                  <a:lnTo>
                    <a:pt x="227330" y="186702"/>
                  </a:lnTo>
                  <a:lnTo>
                    <a:pt x="227330" y="189230"/>
                  </a:lnTo>
                  <a:lnTo>
                    <a:pt x="455930" y="189230"/>
                  </a:lnTo>
                  <a:lnTo>
                    <a:pt x="455930" y="186702"/>
                  </a:lnTo>
                  <a:close/>
                </a:path>
                <a:path w="455930" h="349250">
                  <a:moveTo>
                    <a:pt x="455930" y="182892"/>
                  </a:moveTo>
                  <a:lnTo>
                    <a:pt x="227330" y="182892"/>
                  </a:lnTo>
                  <a:lnTo>
                    <a:pt x="227330" y="186690"/>
                  </a:lnTo>
                  <a:lnTo>
                    <a:pt x="455930" y="186690"/>
                  </a:lnTo>
                  <a:lnTo>
                    <a:pt x="455930" y="182892"/>
                  </a:lnTo>
                  <a:close/>
                </a:path>
                <a:path w="455930" h="349250">
                  <a:moveTo>
                    <a:pt x="455930" y="180352"/>
                  </a:moveTo>
                  <a:lnTo>
                    <a:pt x="227330" y="180352"/>
                  </a:lnTo>
                  <a:lnTo>
                    <a:pt x="227330" y="182880"/>
                  </a:lnTo>
                  <a:lnTo>
                    <a:pt x="455930" y="182880"/>
                  </a:lnTo>
                  <a:lnTo>
                    <a:pt x="455930" y="180352"/>
                  </a:lnTo>
                  <a:close/>
                </a:path>
                <a:path w="455930" h="349250">
                  <a:moveTo>
                    <a:pt x="455930" y="174002"/>
                  </a:moveTo>
                  <a:lnTo>
                    <a:pt x="227330" y="174002"/>
                  </a:lnTo>
                  <a:lnTo>
                    <a:pt x="227330" y="180340"/>
                  </a:lnTo>
                  <a:lnTo>
                    <a:pt x="455930" y="180340"/>
                  </a:lnTo>
                  <a:lnTo>
                    <a:pt x="455930" y="174002"/>
                  </a:lnTo>
                  <a:close/>
                </a:path>
                <a:path w="455930" h="349250">
                  <a:moveTo>
                    <a:pt x="455930" y="167652"/>
                  </a:moveTo>
                  <a:lnTo>
                    <a:pt x="227330" y="167652"/>
                  </a:lnTo>
                  <a:lnTo>
                    <a:pt x="227330" y="173990"/>
                  </a:lnTo>
                  <a:lnTo>
                    <a:pt x="455930" y="173990"/>
                  </a:lnTo>
                  <a:lnTo>
                    <a:pt x="455930" y="167652"/>
                  </a:lnTo>
                  <a:close/>
                </a:path>
                <a:path w="455930" h="349250">
                  <a:moveTo>
                    <a:pt x="455930" y="161302"/>
                  </a:moveTo>
                  <a:lnTo>
                    <a:pt x="227330" y="161302"/>
                  </a:lnTo>
                  <a:lnTo>
                    <a:pt x="227330" y="167640"/>
                  </a:lnTo>
                  <a:lnTo>
                    <a:pt x="455930" y="167640"/>
                  </a:lnTo>
                  <a:lnTo>
                    <a:pt x="455930" y="161302"/>
                  </a:lnTo>
                  <a:close/>
                </a:path>
                <a:path w="455930" h="349250">
                  <a:moveTo>
                    <a:pt x="455930" y="157492"/>
                  </a:moveTo>
                  <a:lnTo>
                    <a:pt x="227330" y="157492"/>
                  </a:lnTo>
                  <a:lnTo>
                    <a:pt x="227330" y="161290"/>
                  </a:lnTo>
                  <a:lnTo>
                    <a:pt x="455930" y="161290"/>
                  </a:lnTo>
                  <a:lnTo>
                    <a:pt x="455930" y="157492"/>
                  </a:lnTo>
                  <a:close/>
                </a:path>
                <a:path w="455930" h="349250">
                  <a:moveTo>
                    <a:pt x="455930" y="151142"/>
                  </a:moveTo>
                  <a:lnTo>
                    <a:pt x="227330" y="151142"/>
                  </a:lnTo>
                  <a:lnTo>
                    <a:pt x="227330" y="157480"/>
                  </a:lnTo>
                  <a:lnTo>
                    <a:pt x="455930" y="157480"/>
                  </a:lnTo>
                  <a:lnTo>
                    <a:pt x="455930" y="151142"/>
                  </a:lnTo>
                  <a:close/>
                </a:path>
                <a:path w="455930" h="349250">
                  <a:moveTo>
                    <a:pt x="455930" y="144792"/>
                  </a:moveTo>
                  <a:lnTo>
                    <a:pt x="227330" y="144792"/>
                  </a:lnTo>
                  <a:lnTo>
                    <a:pt x="227330" y="151130"/>
                  </a:lnTo>
                  <a:lnTo>
                    <a:pt x="455930" y="151130"/>
                  </a:lnTo>
                  <a:lnTo>
                    <a:pt x="455930" y="144792"/>
                  </a:lnTo>
                  <a:close/>
                </a:path>
                <a:path w="455930" h="349250">
                  <a:moveTo>
                    <a:pt x="455930" y="138442"/>
                  </a:moveTo>
                  <a:lnTo>
                    <a:pt x="227330" y="138442"/>
                  </a:lnTo>
                  <a:lnTo>
                    <a:pt x="227330" y="144780"/>
                  </a:lnTo>
                  <a:lnTo>
                    <a:pt x="455930" y="144780"/>
                  </a:lnTo>
                  <a:lnTo>
                    <a:pt x="455930" y="138442"/>
                  </a:lnTo>
                  <a:close/>
                </a:path>
                <a:path w="455930" h="349250">
                  <a:moveTo>
                    <a:pt x="455930" y="135902"/>
                  </a:moveTo>
                  <a:lnTo>
                    <a:pt x="227330" y="135902"/>
                  </a:lnTo>
                  <a:lnTo>
                    <a:pt x="227330" y="138430"/>
                  </a:lnTo>
                  <a:lnTo>
                    <a:pt x="455930" y="138430"/>
                  </a:lnTo>
                  <a:lnTo>
                    <a:pt x="455930" y="135902"/>
                  </a:lnTo>
                  <a:close/>
                </a:path>
                <a:path w="455930" h="349250">
                  <a:moveTo>
                    <a:pt x="455930" y="132092"/>
                  </a:moveTo>
                  <a:lnTo>
                    <a:pt x="227330" y="132092"/>
                  </a:lnTo>
                  <a:lnTo>
                    <a:pt x="227330" y="135890"/>
                  </a:lnTo>
                  <a:lnTo>
                    <a:pt x="455930" y="135890"/>
                  </a:lnTo>
                  <a:lnTo>
                    <a:pt x="455930" y="132092"/>
                  </a:lnTo>
                  <a:close/>
                </a:path>
                <a:path w="455930" h="349250">
                  <a:moveTo>
                    <a:pt x="455930" y="129552"/>
                  </a:moveTo>
                  <a:lnTo>
                    <a:pt x="227330" y="129552"/>
                  </a:lnTo>
                  <a:lnTo>
                    <a:pt x="227330" y="132080"/>
                  </a:lnTo>
                  <a:lnTo>
                    <a:pt x="455930" y="132080"/>
                  </a:lnTo>
                  <a:lnTo>
                    <a:pt x="455930" y="129552"/>
                  </a:lnTo>
                  <a:close/>
                </a:path>
                <a:path w="455930" h="349250">
                  <a:moveTo>
                    <a:pt x="455930" y="125742"/>
                  </a:moveTo>
                  <a:lnTo>
                    <a:pt x="227330" y="125742"/>
                  </a:lnTo>
                  <a:lnTo>
                    <a:pt x="227330" y="129540"/>
                  </a:lnTo>
                  <a:lnTo>
                    <a:pt x="455930" y="129540"/>
                  </a:lnTo>
                  <a:lnTo>
                    <a:pt x="455930" y="125742"/>
                  </a:lnTo>
                  <a:close/>
                </a:path>
                <a:path w="455930" h="349250">
                  <a:moveTo>
                    <a:pt x="455930" y="123202"/>
                  </a:moveTo>
                  <a:lnTo>
                    <a:pt x="227330" y="123202"/>
                  </a:lnTo>
                  <a:lnTo>
                    <a:pt x="227330" y="125730"/>
                  </a:lnTo>
                  <a:lnTo>
                    <a:pt x="455930" y="125730"/>
                  </a:lnTo>
                  <a:lnTo>
                    <a:pt x="455930" y="123202"/>
                  </a:lnTo>
                  <a:close/>
                </a:path>
                <a:path w="455930" h="349250">
                  <a:moveTo>
                    <a:pt x="455930" y="116852"/>
                  </a:moveTo>
                  <a:lnTo>
                    <a:pt x="227330" y="116852"/>
                  </a:lnTo>
                  <a:lnTo>
                    <a:pt x="227330" y="123190"/>
                  </a:lnTo>
                  <a:lnTo>
                    <a:pt x="455930" y="123190"/>
                  </a:lnTo>
                  <a:lnTo>
                    <a:pt x="455930" y="116852"/>
                  </a:lnTo>
                  <a:close/>
                </a:path>
                <a:path w="455930" h="349250">
                  <a:moveTo>
                    <a:pt x="455930" y="110502"/>
                  </a:moveTo>
                  <a:lnTo>
                    <a:pt x="227330" y="110502"/>
                  </a:lnTo>
                  <a:lnTo>
                    <a:pt x="227330" y="116840"/>
                  </a:lnTo>
                  <a:lnTo>
                    <a:pt x="455930" y="116840"/>
                  </a:lnTo>
                  <a:lnTo>
                    <a:pt x="455930" y="110502"/>
                  </a:lnTo>
                  <a:close/>
                </a:path>
                <a:path w="455930" h="349250">
                  <a:moveTo>
                    <a:pt x="455930" y="104152"/>
                  </a:moveTo>
                  <a:lnTo>
                    <a:pt x="227330" y="104152"/>
                  </a:lnTo>
                  <a:lnTo>
                    <a:pt x="227330" y="110490"/>
                  </a:lnTo>
                  <a:lnTo>
                    <a:pt x="455930" y="110490"/>
                  </a:lnTo>
                  <a:lnTo>
                    <a:pt x="455930" y="104152"/>
                  </a:lnTo>
                  <a:close/>
                </a:path>
                <a:path w="455930" h="349250">
                  <a:moveTo>
                    <a:pt x="455930" y="100342"/>
                  </a:moveTo>
                  <a:lnTo>
                    <a:pt x="227330" y="100342"/>
                  </a:lnTo>
                  <a:lnTo>
                    <a:pt x="227330" y="104140"/>
                  </a:lnTo>
                  <a:lnTo>
                    <a:pt x="455930" y="104140"/>
                  </a:lnTo>
                  <a:lnTo>
                    <a:pt x="455930" y="100342"/>
                  </a:lnTo>
                  <a:close/>
                </a:path>
                <a:path w="455930" h="349250">
                  <a:moveTo>
                    <a:pt x="455930" y="93992"/>
                  </a:moveTo>
                  <a:lnTo>
                    <a:pt x="227330" y="93992"/>
                  </a:lnTo>
                  <a:lnTo>
                    <a:pt x="227330" y="100330"/>
                  </a:lnTo>
                  <a:lnTo>
                    <a:pt x="455930" y="100330"/>
                  </a:lnTo>
                  <a:lnTo>
                    <a:pt x="455930" y="93992"/>
                  </a:lnTo>
                  <a:close/>
                </a:path>
                <a:path w="455930" h="349250">
                  <a:moveTo>
                    <a:pt x="455930" y="87642"/>
                  </a:moveTo>
                  <a:lnTo>
                    <a:pt x="227330" y="87642"/>
                  </a:lnTo>
                  <a:lnTo>
                    <a:pt x="227330" y="93980"/>
                  </a:lnTo>
                  <a:lnTo>
                    <a:pt x="455930" y="93980"/>
                  </a:lnTo>
                  <a:lnTo>
                    <a:pt x="455930" y="87642"/>
                  </a:lnTo>
                  <a:close/>
                </a:path>
                <a:path w="455930" h="349250">
                  <a:moveTo>
                    <a:pt x="455930" y="78752"/>
                  </a:moveTo>
                  <a:lnTo>
                    <a:pt x="227330" y="78752"/>
                  </a:lnTo>
                  <a:lnTo>
                    <a:pt x="227330" y="87630"/>
                  </a:lnTo>
                  <a:lnTo>
                    <a:pt x="455930" y="87630"/>
                  </a:lnTo>
                  <a:lnTo>
                    <a:pt x="455930" y="78752"/>
                  </a:lnTo>
                  <a:close/>
                </a:path>
                <a:path w="455930" h="349250">
                  <a:moveTo>
                    <a:pt x="455930" y="74942"/>
                  </a:moveTo>
                  <a:lnTo>
                    <a:pt x="227330" y="74942"/>
                  </a:lnTo>
                  <a:lnTo>
                    <a:pt x="227330" y="78740"/>
                  </a:lnTo>
                  <a:lnTo>
                    <a:pt x="455930" y="78740"/>
                  </a:lnTo>
                  <a:lnTo>
                    <a:pt x="455930" y="74942"/>
                  </a:lnTo>
                  <a:close/>
                </a:path>
                <a:path w="455930" h="349250">
                  <a:moveTo>
                    <a:pt x="455930" y="72402"/>
                  </a:moveTo>
                  <a:lnTo>
                    <a:pt x="227330" y="72402"/>
                  </a:lnTo>
                  <a:lnTo>
                    <a:pt x="227330" y="74930"/>
                  </a:lnTo>
                  <a:lnTo>
                    <a:pt x="455930" y="74930"/>
                  </a:lnTo>
                  <a:lnTo>
                    <a:pt x="455930" y="72402"/>
                  </a:lnTo>
                  <a:close/>
                </a:path>
                <a:path w="455930" h="349250">
                  <a:moveTo>
                    <a:pt x="455930" y="66052"/>
                  </a:moveTo>
                  <a:lnTo>
                    <a:pt x="227330" y="66052"/>
                  </a:lnTo>
                  <a:lnTo>
                    <a:pt x="227330" y="72390"/>
                  </a:lnTo>
                  <a:lnTo>
                    <a:pt x="455930" y="72390"/>
                  </a:lnTo>
                  <a:lnTo>
                    <a:pt x="455930" y="66052"/>
                  </a:lnTo>
                  <a:close/>
                </a:path>
                <a:path w="455930" h="349250">
                  <a:moveTo>
                    <a:pt x="455930" y="59702"/>
                  </a:moveTo>
                  <a:lnTo>
                    <a:pt x="227330" y="59702"/>
                  </a:lnTo>
                  <a:lnTo>
                    <a:pt x="227330" y="66040"/>
                  </a:lnTo>
                  <a:lnTo>
                    <a:pt x="455930" y="66040"/>
                  </a:lnTo>
                  <a:lnTo>
                    <a:pt x="455930" y="59702"/>
                  </a:lnTo>
                  <a:close/>
                </a:path>
                <a:path w="455930" h="349250">
                  <a:moveTo>
                    <a:pt x="455930" y="53352"/>
                  </a:moveTo>
                  <a:lnTo>
                    <a:pt x="227330" y="53352"/>
                  </a:lnTo>
                  <a:lnTo>
                    <a:pt x="227330" y="59690"/>
                  </a:lnTo>
                  <a:lnTo>
                    <a:pt x="455930" y="59690"/>
                  </a:lnTo>
                  <a:lnTo>
                    <a:pt x="455930" y="53352"/>
                  </a:lnTo>
                  <a:close/>
                </a:path>
                <a:path w="455930" h="349250">
                  <a:moveTo>
                    <a:pt x="455930" y="49542"/>
                  </a:moveTo>
                  <a:lnTo>
                    <a:pt x="227330" y="49542"/>
                  </a:lnTo>
                  <a:lnTo>
                    <a:pt x="227330" y="53340"/>
                  </a:lnTo>
                  <a:lnTo>
                    <a:pt x="455930" y="53340"/>
                  </a:lnTo>
                  <a:lnTo>
                    <a:pt x="455930" y="49542"/>
                  </a:lnTo>
                  <a:close/>
                </a:path>
                <a:path w="455930" h="349250">
                  <a:moveTo>
                    <a:pt x="455930" y="43192"/>
                  </a:moveTo>
                  <a:lnTo>
                    <a:pt x="227330" y="43192"/>
                  </a:lnTo>
                  <a:lnTo>
                    <a:pt x="227330" y="49530"/>
                  </a:lnTo>
                  <a:lnTo>
                    <a:pt x="455930" y="49530"/>
                  </a:lnTo>
                  <a:lnTo>
                    <a:pt x="455930" y="43192"/>
                  </a:lnTo>
                  <a:close/>
                </a:path>
                <a:path w="455930" h="349250">
                  <a:moveTo>
                    <a:pt x="455930" y="36842"/>
                  </a:moveTo>
                  <a:lnTo>
                    <a:pt x="227330" y="36842"/>
                  </a:lnTo>
                  <a:lnTo>
                    <a:pt x="227330" y="43180"/>
                  </a:lnTo>
                  <a:lnTo>
                    <a:pt x="455930" y="43180"/>
                  </a:lnTo>
                  <a:lnTo>
                    <a:pt x="455930" y="36842"/>
                  </a:lnTo>
                  <a:close/>
                </a:path>
                <a:path w="455930" h="349250">
                  <a:moveTo>
                    <a:pt x="455930" y="30492"/>
                  </a:moveTo>
                  <a:lnTo>
                    <a:pt x="227330" y="30492"/>
                  </a:lnTo>
                  <a:lnTo>
                    <a:pt x="227330" y="36830"/>
                  </a:lnTo>
                  <a:lnTo>
                    <a:pt x="455930" y="36830"/>
                  </a:lnTo>
                  <a:lnTo>
                    <a:pt x="455930" y="30492"/>
                  </a:lnTo>
                  <a:close/>
                </a:path>
                <a:path w="455930" h="349250">
                  <a:moveTo>
                    <a:pt x="455930" y="27952"/>
                  </a:moveTo>
                  <a:lnTo>
                    <a:pt x="227330" y="27952"/>
                  </a:lnTo>
                  <a:lnTo>
                    <a:pt x="227330" y="30480"/>
                  </a:lnTo>
                  <a:lnTo>
                    <a:pt x="455930" y="30480"/>
                  </a:lnTo>
                  <a:lnTo>
                    <a:pt x="455930" y="27952"/>
                  </a:lnTo>
                  <a:close/>
                </a:path>
                <a:path w="455930" h="349250">
                  <a:moveTo>
                    <a:pt x="455930" y="24142"/>
                  </a:moveTo>
                  <a:lnTo>
                    <a:pt x="227330" y="24142"/>
                  </a:lnTo>
                  <a:lnTo>
                    <a:pt x="227330" y="27940"/>
                  </a:lnTo>
                  <a:lnTo>
                    <a:pt x="455930" y="27940"/>
                  </a:lnTo>
                  <a:lnTo>
                    <a:pt x="455930" y="24142"/>
                  </a:lnTo>
                  <a:close/>
                </a:path>
                <a:path w="455930" h="349250">
                  <a:moveTo>
                    <a:pt x="455930" y="15252"/>
                  </a:moveTo>
                  <a:lnTo>
                    <a:pt x="227330" y="15252"/>
                  </a:lnTo>
                  <a:lnTo>
                    <a:pt x="227330" y="24130"/>
                  </a:lnTo>
                  <a:lnTo>
                    <a:pt x="455930" y="24130"/>
                  </a:lnTo>
                  <a:lnTo>
                    <a:pt x="455930" y="15252"/>
                  </a:lnTo>
                  <a:close/>
                </a:path>
                <a:path w="455930" h="349250">
                  <a:moveTo>
                    <a:pt x="455930" y="8902"/>
                  </a:moveTo>
                  <a:lnTo>
                    <a:pt x="227330" y="8902"/>
                  </a:lnTo>
                  <a:lnTo>
                    <a:pt x="227330" y="15240"/>
                  </a:lnTo>
                  <a:lnTo>
                    <a:pt x="455930" y="15240"/>
                  </a:lnTo>
                  <a:lnTo>
                    <a:pt x="455930" y="8902"/>
                  </a:lnTo>
                  <a:close/>
                </a:path>
                <a:path w="455930" h="349250">
                  <a:moveTo>
                    <a:pt x="455930" y="2552"/>
                  </a:moveTo>
                  <a:lnTo>
                    <a:pt x="227330" y="2552"/>
                  </a:lnTo>
                  <a:lnTo>
                    <a:pt x="227330" y="8890"/>
                  </a:lnTo>
                  <a:lnTo>
                    <a:pt x="455930" y="8890"/>
                  </a:lnTo>
                  <a:lnTo>
                    <a:pt x="455930" y="2552"/>
                  </a:lnTo>
                  <a:close/>
                </a:path>
                <a:path w="455930" h="349250">
                  <a:moveTo>
                    <a:pt x="455930" y="0"/>
                  </a:moveTo>
                  <a:lnTo>
                    <a:pt x="227330" y="0"/>
                  </a:lnTo>
                  <a:lnTo>
                    <a:pt x="227330" y="2540"/>
                  </a:lnTo>
                  <a:lnTo>
                    <a:pt x="455930" y="2540"/>
                  </a:lnTo>
                  <a:lnTo>
                    <a:pt x="455930" y="0"/>
                  </a:lnTo>
                  <a:close/>
                </a:path>
              </a:pathLst>
            </a:custGeom>
            <a:solidFill>
              <a:srgbClr val="BFB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1176020" y="5561329"/>
              <a:ext cx="228600" cy="349250"/>
            </a:xfrm>
            <a:custGeom>
              <a:avLst/>
              <a:gdLst/>
              <a:ahLst/>
              <a:cxnLst/>
              <a:rect l="l" t="t" r="r" b="b"/>
              <a:pathLst>
                <a:path w="228600" h="349250">
                  <a:moveTo>
                    <a:pt x="228600" y="347992"/>
                  </a:moveTo>
                  <a:lnTo>
                    <a:pt x="0" y="347992"/>
                  </a:lnTo>
                  <a:lnTo>
                    <a:pt x="0" y="349250"/>
                  </a:lnTo>
                  <a:lnTo>
                    <a:pt x="228600" y="349250"/>
                  </a:lnTo>
                  <a:lnTo>
                    <a:pt x="228600" y="347992"/>
                  </a:lnTo>
                  <a:close/>
                </a:path>
                <a:path w="228600" h="349250">
                  <a:moveTo>
                    <a:pt x="228600" y="345452"/>
                  </a:moveTo>
                  <a:lnTo>
                    <a:pt x="0" y="345452"/>
                  </a:lnTo>
                  <a:lnTo>
                    <a:pt x="0" y="347980"/>
                  </a:lnTo>
                  <a:lnTo>
                    <a:pt x="228600" y="347980"/>
                  </a:lnTo>
                  <a:lnTo>
                    <a:pt x="228600" y="345452"/>
                  </a:lnTo>
                  <a:close/>
                </a:path>
                <a:path w="228600" h="349250">
                  <a:moveTo>
                    <a:pt x="228600" y="341642"/>
                  </a:moveTo>
                  <a:lnTo>
                    <a:pt x="0" y="341642"/>
                  </a:lnTo>
                  <a:lnTo>
                    <a:pt x="0" y="345440"/>
                  </a:lnTo>
                  <a:lnTo>
                    <a:pt x="228600" y="345440"/>
                  </a:lnTo>
                  <a:lnTo>
                    <a:pt x="228600" y="341642"/>
                  </a:lnTo>
                  <a:close/>
                </a:path>
                <a:path w="228600" h="349250">
                  <a:moveTo>
                    <a:pt x="228600" y="339102"/>
                  </a:moveTo>
                  <a:lnTo>
                    <a:pt x="0" y="339102"/>
                  </a:lnTo>
                  <a:lnTo>
                    <a:pt x="0" y="341630"/>
                  </a:lnTo>
                  <a:lnTo>
                    <a:pt x="228600" y="341630"/>
                  </a:lnTo>
                  <a:lnTo>
                    <a:pt x="228600" y="339102"/>
                  </a:lnTo>
                  <a:close/>
                </a:path>
                <a:path w="228600" h="349250">
                  <a:moveTo>
                    <a:pt x="228600" y="326402"/>
                  </a:moveTo>
                  <a:lnTo>
                    <a:pt x="0" y="326402"/>
                  </a:lnTo>
                  <a:lnTo>
                    <a:pt x="0" y="339090"/>
                  </a:lnTo>
                  <a:lnTo>
                    <a:pt x="228600" y="339090"/>
                  </a:lnTo>
                  <a:lnTo>
                    <a:pt x="228600" y="326402"/>
                  </a:lnTo>
                  <a:close/>
                </a:path>
                <a:path w="228600" h="349250">
                  <a:moveTo>
                    <a:pt x="228600" y="320052"/>
                  </a:moveTo>
                  <a:lnTo>
                    <a:pt x="0" y="320052"/>
                  </a:lnTo>
                  <a:lnTo>
                    <a:pt x="0" y="326390"/>
                  </a:lnTo>
                  <a:lnTo>
                    <a:pt x="228600" y="326390"/>
                  </a:lnTo>
                  <a:lnTo>
                    <a:pt x="228600" y="320052"/>
                  </a:lnTo>
                  <a:close/>
                </a:path>
                <a:path w="228600" h="349250">
                  <a:moveTo>
                    <a:pt x="228600" y="316242"/>
                  </a:moveTo>
                  <a:lnTo>
                    <a:pt x="0" y="316242"/>
                  </a:lnTo>
                  <a:lnTo>
                    <a:pt x="0" y="320040"/>
                  </a:lnTo>
                  <a:lnTo>
                    <a:pt x="228600" y="320040"/>
                  </a:lnTo>
                  <a:lnTo>
                    <a:pt x="228600" y="316242"/>
                  </a:lnTo>
                  <a:close/>
                </a:path>
                <a:path w="228600" h="349250">
                  <a:moveTo>
                    <a:pt x="228600" y="309892"/>
                  </a:moveTo>
                  <a:lnTo>
                    <a:pt x="0" y="309892"/>
                  </a:lnTo>
                  <a:lnTo>
                    <a:pt x="0" y="316230"/>
                  </a:lnTo>
                  <a:lnTo>
                    <a:pt x="228600" y="316230"/>
                  </a:lnTo>
                  <a:lnTo>
                    <a:pt x="228600" y="309892"/>
                  </a:lnTo>
                  <a:close/>
                </a:path>
                <a:path w="228600" h="349250">
                  <a:moveTo>
                    <a:pt x="228600" y="303542"/>
                  </a:moveTo>
                  <a:lnTo>
                    <a:pt x="0" y="303542"/>
                  </a:lnTo>
                  <a:lnTo>
                    <a:pt x="0" y="309880"/>
                  </a:lnTo>
                  <a:lnTo>
                    <a:pt x="228600" y="309880"/>
                  </a:lnTo>
                  <a:lnTo>
                    <a:pt x="228600" y="303542"/>
                  </a:lnTo>
                  <a:close/>
                </a:path>
                <a:path w="228600" h="349250">
                  <a:moveTo>
                    <a:pt x="228600" y="297192"/>
                  </a:moveTo>
                  <a:lnTo>
                    <a:pt x="0" y="297192"/>
                  </a:lnTo>
                  <a:lnTo>
                    <a:pt x="0" y="303530"/>
                  </a:lnTo>
                  <a:lnTo>
                    <a:pt x="228600" y="303530"/>
                  </a:lnTo>
                  <a:lnTo>
                    <a:pt x="228600" y="297192"/>
                  </a:lnTo>
                  <a:close/>
                </a:path>
                <a:path w="228600" h="349250">
                  <a:moveTo>
                    <a:pt x="228600" y="294652"/>
                  </a:moveTo>
                  <a:lnTo>
                    <a:pt x="0" y="294652"/>
                  </a:lnTo>
                  <a:lnTo>
                    <a:pt x="0" y="297180"/>
                  </a:lnTo>
                  <a:lnTo>
                    <a:pt x="228600" y="297180"/>
                  </a:lnTo>
                  <a:lnTo>
                    <a:pt x="228600" y="294652"/>
                  </a:lnTo>
                  <a:close/>
                </a:path>
                <a:path w="228600" h="349250">
                  <a:moveTo>
                    <a:pt x="228600" y="290842"/>
                  </a:moveTo>
                  <a:lnTo>
                    <a:pt x="0" y="290842"/>
                  </a:lnTo>
                  <a:lnTo>
                    <a:pt x="0" y="294640"/>
                  </a:lnTo>
                  <a:lnTo>
                    <a:pt x="228600" y="294640"/>
                  </a:lnTo>
                  <a:lnTo>
                    <a:pt x="228600" y="290842"/>
                  </a:lnTo>
                  <a:close/>
                </a:path>
                <a:path w="228600" h="349250">
                  <a:moveTo>
                    <a:pt x="228600" y="288302"/>
                  </a:moveTo>
                  <a:lnTo>
                    <a:pt x="0" y="288302"/>
                  </a:lnTo>
                  <a:lnTo>
                    <a:pt x="0" y="290830"/>
                  </a:lnTo>
                  <a:lnTo>
                    <a:pt x="228600" y="290830"/>
                  </a:lnTo>
                  <a:lnTo>
                    <a:pt x="228600" y="288302"/>
                  </a:lnTo>
                  <a:close/>
                </a:path>
                <a:path w="228600" h="349250">
                  <a:moveTo>
                    <a:pt x="228600" y="281952"/>
                  </a:moveTo>
                  <a:lnTo>
                    <a:pt x="0" y="281952"/>
                  </a:lnTo>
                  <a:lnTo>
                    <a:pt x="0" y="288290"/>
                  </a:lnTo>
                  <a:lnTo>
                    <a:pt x="228600" y="288290"/>
                  </a:lnTo>
                  <a:lnTo>
                    <a:pt x="228600" y="281952"/>
                  </a:lnTo>
                  <a:close/>
                </a:path>
                <a:path w="228600" h="349250">
                  <a:moveTo>
                    <a:pt x="228600" y="275602"/>
                  </a:moveTo>
                  <a:lnTo>
                    <a:pt x="0" y="275602"/>
                  </a:lnTo>
                  <a:lnTo>
                    <a:pt x="0" y="281940"/>
                  </a:lnTo>
                  <a:lnTo>
                    <a:pt x="228600" y="281940"/>
                  </a:lnTo>
                  <a:lnTo>
                    <a:pt x="228600" y="275602"/>
                  </a:lnTo>
                  <a:close/>
                </a:path>
                <a:path w="228600" h="349250">
                  <a:moveTo>
                    <a:pt x="228600" y="269252"/>
                  </a:moveTo>
                  <a:lnTo>
                    <a:pt x="0" y="269252"/>
                  </a:lnTo>
                  <a:lnTo>
                    <a:pt x="0" y="275590"/>
                  </a:lnTo>
                  <a:lnTo>
                    <a:pt x="228600" y="275590"/>
                  </a:lnTo>
                  <a:lnTo>
                    <a:pt x="228600" y="269252"/>
                  </a:lnTo>
                  <a:close/>
                </a:path>
                <a:path w="228600" h="349250">
                  <a:moveTo>
                    <a:pt x="228600" y="265442"/>
                  </a:moveTo>
                  <a:lnTo>
                    <a:pt x="0" y="265442"/>
                  </a:lnTo>
                  <a:lnTo>
                    <a:pt x="0" y="269240"/>
                  </a:lnTo>
                  <a:lnTo>
                    <a:pt x="228600" y="269240"/>
                  </a:lnTo>
                  <a:lnTo>
                    <a:pt x="228600" y="265442"/>
                  </a:lnTo>
                  <a:close/>
                </a:path>
                <a:path w="228600" h="349250">
                  <a:moveTo>
                    <a:pt x="228600" y="259092"/>
                  </a:moveTo>
                  <a:lnTo>
                    <a:pt x="0" y="259092"/>
                  </a:lnTo>
                  <a:lnTo>
                    <a:pt x="0" y="265430"/>
                  </a:lnTo>
                  <a:lnTo>
                    <a:pt x="228600" y="265430"/>
                  </a:lnTo>
                  <a:lnTo>
                    <a:pt x="228600" y="259092"/>
                  </a:lnTo>
                  <a:close/>
                </a:path>
                <a:path w="228600" h="349250">
                  <a:moveTo>
                    <a:pt x="228600" y="252742"/>
                  </a:moveTo>
                  <a:lnTo>
                    <a:pt x="0" y="252742"/>
                  </a:lnTo>
                  <a:lnTo>
                    <a:pt x="0" y="259080"/>
                  </a:lnTo>
                  <a:lnTo>
                    <a:pt x="228600" y="259080"/>
                  </a:lnTo>
                  <a:lnTo>
                    <a:pt x="228600" y="252742"/>
                  </a:lnTo>
                  <a:close/>
                </a:path>
                <a:path w="228600" h="349250">
                  <a:moveTo>
                    <a:pt x="228600" y="246392"/>
                  </a:moveTo>
                  <a:lnTo>
                    <a:pt x="0" y="246392"/>
                  </a:lnTo>
                  <a:lnTo>
                    <a:pt x="0" y="252730"/>
                  </a:lnTo>
                  <a:lnTo>
                    <a:pt x="228600" y="252730"/>
                  </a:lnTo>
                  <a:lnTo>
                    <a:pt x="228600" y="246392"/>
                  </a:lnTo>
                  <a:close/>
                </a:path>
                <a:path w="228600" h="349250">
                  <a:moveTo>
                    <a:pt x="22860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228600" y="246380"/>
                  </a:lnTo>
                  <a:lnTo>
                    <a:pt x="228600" y="243852"/>
                  </a:lnTo>
                  <a:close/>
                </a:path>
                <a:path w="228600" h="349250">
                  <a:moveTo>
                    <a:pt x="22860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228600" y="243840"/>
                  </a:lnTo>
                  <a:lnTo>
                    <a:pt x="228600" y="240042"/>
                  </a:lnTo>
                  <a:close/>
                </a:path>
                <a:path w="228600" h="349250">
                  <a:moveTo>
                    <a:pt x="22860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228600" y="240030"/>
                  </a:lnTo>
                  <a:lnTo>
                    <a:pt x="228600" y="237502"/>
                  </a:lnTo>
                  <a:close/>
                </a:path>
                <a:path w="228600" h="349250">
                  <a:moveTo>
                    <a:pt x="22860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228600" y="237490"/>
                  </a:lnTo>
                  <a:lnTo>
                    <a:pt x="228600" y="233692"/>
                  </a:lnTo>
                  <a:close/>
                </a:path>
                <a:path w="228600" h="349250">
                  <a:moveTo>
                    <a:pt x="22860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228600" y="233680"/>
                  </a:lnTo>
                  <a:lnTo>
                    <a:pt x="228600" y="231152"/>
                  </a:lnTo>
                  <a:close/>
                </a:path>
                <a:path w="228600" h="349250">
                  <a:moveTo>
                    <a:pt x="228600" y="224802"/>
                  </a:moveTo>
                  <a:lnTo>
                    <a:pt x="0" y="224802"/>
                  </a:lnTo>
                  <a:lnTo>
                    <a:pt x="0" y="231140"/>
                  </a:lnTo>
                  <a:lnTo>
                    <a:pt x="228600" y="231140"/>
                  </a:lnTo>
                  <a:lnTo>
                    <a:pt x="228600" y="224802"/>
                  </a:lnTo>
                  <a:close/>
                </a:path>
                <a:path w="228600" h="349250">
                  <a:moveTo>
                    <a:pt x="228600" y="218452"/>
                  </a:moveTo>
                  <a:lnTo>
                    <a:pt x="0" y="218452"/>
                  </a:lnTo>
                  <a:lnTo>
                    <a:pt x="0" y="224790"/>
                  </a:lnTo>
                  <a:lnTo>
                    <a:pt x="228600" y="224790"/>
                  </a:lnTo>
                  <a:lnTo>
                    <a:pt x="228600" y="218452"/>
                  </a:lnTo>
                  <a:close/>
                </a:path>
                <a:path w="228600" h="349250">
                  <a:moveTo>
                    <a:pt x="228600" y="212102"/>
                  </a:moveTo>
                  <a:lnTo>
                    <a:pt x="0" y="212102"/>
                  </a:lnTo>
                  <a:lnTo>
                    <a:pt x="0" y="218440"/>
                  </a:lnTo>
                  <a:lnTo>
                    <a:pt x="228600" y="218440"/>
                  </a:lnTo>
                  <a:lnTo>
                    <a:pt x="228600" y="212102"/>
                  </a:lnTo>
                  <a:close/>
                </a:path>
                <a:path w="228600" h="349250">
                  <a:moveTo>
                    <a:pt x="228600" y="208292"/>
                  </a:moveTo>
                  <a:lnTo>
                    <a:pt x="0" y="208292"/>
                  </a:lnTo>
                  <a:lnTo>
                    <a:pt x="0" y="212090"/>
                  </a:lnTo>
                  <a:lnTo>
                    <a:pt x="228600" y="212090"/>
                  </a:lnTo>
                  <a:lnTo>
                    <a:pt x="228600" y="208292"/>
                  </a:lnTo>
                  <a:close/>
                </a:path>
                <a:path w="228600" h="349250">
                  <a:moveTo>
                    <a:pt x="228600" y="201942"/>
                  </a:moveTo>
                  <a:lnTo>
                    <a:pt x="0" y="201942"/>
                  </a:lnTo>
                  <a:lnTo>
                    <a:pt x="0" y="208280"/>
                  </a:lnTo>
                  <a:lnTo>
                    <a:pt x="228600" y="208280"/>
                  </a:lnTo>
                  <a:lnTo>
                    <a:pt x="228600" y="201942"/>
                  </a:lnTo>
                  <a:close/>
                </a:path>
                <a:path w="228600" h="349250">
                  <a:moveTo>
                    <a:pt x="228600" y="195592"/>
                  </a:moveTo>
                  <a:lnTo>
                    <a:pt x="0" y="195592"/>
                  </a:lnTo>
                  <a:lnTo>
                    <a:pt x="0" y="201930"/>
                  </a:lnTo>
                  <a:lnTo>
                    <a:pt x="228600" y="201930"/>
                  </a:lnTo>
                  <a:lnTo>
                    <a:pt x="228600" y="195592"/>
                  </a:lnTo>
                  <a:close/>
                </a:path>
                <a:path w="228600" h="349250">
                  <a:moveTo>
                    <a:pt x="22860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28600" y="195580"/>
                  </a:lnTo>
                  <a:lnTo>
                    <a:pt x="228600" y="189242"/>
                  </a:lnTo>
                  <a:close/>
                </a:path>
                <a:path w="228600" h="349250">
                  <a:moveTo>
                    <a:pt x="228600" y="186702"/>
                  </a:moveTo>
                  <a:lnTo>
                    <a:pt x="0" y="186702"/>
                  </a:lnTo>
                  <a:lnTo>
                    <a:pt x="0" y="189230"/>
                  </a:lnTo>
                  <a:lnTo>
                    <a:pt x="228600" y="189230"/>
                  </a:lnTo>
                  <a:lnTo>
                    <a:pt x="228600" y="186702"/>
                  </a:lnTo>
                  <a:close/>
                </a:path>
                <a:path w="228600" h="349250">
                  <a:moveTo>
                    <a:pt x="228600" y="182892"/>
                  </a:moveTo>
                  <a:lnTo>
                    <a:pt x="0" y="182892"/>
                  </a:lnTo>
                  <a:lnTo>
                    <a:pt x="0" y="186690"/>
                  </a:lnTo>
                  <a:lnTo>
                    <a:pt x="228600" y="186690"/>
                  </a:lnTo>
                  <a:lnTo>
                    <a:pt x="228600" y="182892"/>
                  </a:lnTo>
                  <a:close/>
                </a:path>
                <a:path w="228600" h="349250">
                  <a:moveTo>
                    <a:pt x="228600" y="180352"/>
                  </a:moveTo>
                  <a:lnTo>
                    <a:pt x="0" y="180352"/>
                  </a:lnTo>
                  <a:lnTo>
                    <a:pt x="0" y="182880"/>
                  </a:lnTo>
                  <a:lnTo>
                    <a:pt x="228600" y="182880"/>
                  </a:lnTo>
                  <a:lnTo>
                    <a:pt x="228600" y="180352"/>
                  </a:lnTo>
                  <a:close/>
                </a:path>
                <a:path w="228600" h="349250">
                  <a:moveTo>
                    <a:pt x="228600" y="174002"/>
                  </a:moveTo>
                  <a:lnTo>
                    <a:pt x="0" y="174002"/>
                  </a:lnTo>
                  <a:lnTo>
                    <a:pt x="0" y="180340"/>
                  </a:lnTo>
                  <a:lnTo>
                    <a:pt x="228600" y="180340"/>
                  </a:lnTo>
                  <a:lnTo>
                    <a:pt x="228600" y="174002"/>
                  </a:lnTo>
                  <a:close/>
                </a:path>
                <a:path w="228600" h="349250">
                  <a:moveTo>
                    <a:pt x="228600" y="167652"/>
                  </a:moveTo>
                  <a:lnTo>
                    <a:pt x="0" y="167652"/>
                  </a:lnTo>
                  <a:lnTo>
                    <a:pt x="0" y="173990"/>
                  </a:lnTo>
                  <a:lnTo>
                    <a:pt x="228600" y="173990"/>
                  </a:lnTo>
                  <a:lnTo>
                    <a:pt x="228600" y="167652"/>
                  </a:lnTo>
                  <a:close/>
                </a:path>
                <a:path w="228600" h="349250">
                  <a:moveTo>
                    <a:pt x="228600" y="161302"/>
                  </a:moveTo>
                  <a:lnTo>
                    <a:pt x="0" y="161302"/>
                  </a:lnTo>
                  <a:lnTo>
                    <a:pt x="0" y="167640"/>
                  </a:lnTo>
                  <a:lnTo>
                    <a:pt x="228600" y="167640"/>
                  </a:lnTo>
                  <a:lnTo>
                    <a:pt x="228600" y="161302"/>
                  </a:lnTo>
                  <a:close/>
                </a:path>
                <a:path w="228600" h="349250">
                  <a:moveTo>
                    <a:pt x="228600" y="157492"/>
                  </a:moveTo>
                  <a:lnTo>
                    <a:pt x="0" y="157492"/>
                  </a:lnTo>
                  <a:lnTo>
                    <a:pt x="0" y="161290"/>
                  </a:lnTo>
                  <a:lnTo>
                    <a:pt x="228600" y="161290"/>
                  </a:lnTo>
                  <a:lnTo>
                    <a:pt x="228600" y="157492"/>
                  </a:lnTo>
                  <a:close/>
                </a:path>
                <a:path w="228600" h="349250">
                  <a:moveTo>
                    <a:pt x="22860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28600" y="157480"/>
                  </a:lnTo>
                  <a:lnTo>
                    <a:pt x="228600" y="151142"/>
                  </a:lnTo>
                  <a:close/>
                </a:path>
                <a:path w="228600" h="349250">
                  <a:moveTo>
                    <a:pt x="228600" y="144792"/>
                  </a:moveTo>
                  <a:lnTo>
                    <a:pt x="0" y="144792"/>
                  </a:lnTo>
                  <a:lnTo>
                    <a:pt x="0" y="151130"/>
                  </a:lnTo>
                  <a:lnTo>
                    <a:pt x="228600" y="151130"/>
                  </a:lnTo>
                  <a:lnTo>
                    <a:pt x="228600" y="144792"/>
                  </a:lnTo>
                  <a:close/>
                </a:path>
                <a:path w="228600" h="349250">
                  <a:moveTo>
                    <a:pt x="228600" y="138442"/>
                  </a:moveTo>
                  <a:lnTo>
                    <a:pt x="0" y="138442"/>
                  </a:lnTo>
                  <a:lnTo>
                    <a:pt x="0" y="144780"/>
                  </a:lnTo>
                  <a:lnTo>
                    <a:pt x="228600" y="144780"/>
                  </a:lnTo>
                  <a:lnTo>
                    <a:pt x="228600" y="138442"/>
                  </a:lnTo>
                  <a:close/>
                </a:path>
                <a:path w="228600" h="349250">
                  <a:moveTo>
                    <a:pt x="228600" y="135902"/>
                  </a:moveTo>
                  <a:lnTo>
                    <a:pt x="0" y="135902"/>
                  </a:lnTo>
                  <a:lnTo>
                    <a:pt x="0" y="138430"/>
                  </a:lnTo>
                  <a:lnTo>
                    <a:pt x="228600" y="138430"/>
                  </a:lnTo>
                  <a:lnTo>
                    <a:pt x="228600" y="135902"/>
                  </a:lnTo>
                  <a:close/>
                </a:path>
                <a:path w="228600" h="349250">
                  <a:moveTo>
                    <a:pt x="228600" y="132092"/>
                  </a:moveTo>
                  <a:lnTo>
                    <a:pt x="0" y="132092"/>
                  </a:lnTo>
                  <a:lnTo>
                    <a:pt x="0" y="135890"/>
                  </a:lnTo>
                  <a:lnTo>
                    <a:pt x="228600" y="135890"/>
                  </a:lnTo>
                  <a:lnTo>
                    <a:pt x="228600" y="132092"/>
                  </a:lnTo>
                  <a:close/>
                </a:path>
                <a:path w="228600" h="349250">
                  <a:moveTo>
                    <a:pt x="228600" y="129552"/>
                  </a:moveTo>
                  <a:lnTo>
                    <a:pt x="0" y="129552"/>
                  </a:lnTo>
                  <a:lnTo>
                    <a:pt x="0" y="132080"/>
                  </a:lnTo>
                  <a:lnTo>
                    <a:pt x="228600" y="132080"/>
                  </a:lnTo>
                  <a:lnTo>
                    <a:pt x="228600" y="129552"/>
                  </a:lnTo>
                  <a:close/>
                </a:path>
                <a:path w="228600" h="349250">
                  <a:moveTo>
                    <a:pt x="228600" y="125742"/>
                  </a:moveTo>
                  <a:lnTo>
                    <a:pt x="0" y="125742"/>
                  </a:lnTo>
                  <a:lnTo>
                    <a:pt x="0" y="129540"/>
                  </a:lnTo>
                  <a:lnTo>
                    <a:pt x="228600" y="129540"/>
                  </a:lnTo>
                  <a:lnTo>
                    <a:pt x="228600" y="125742"/>
                  </a:lnTo>
                  <a:close/>
                </a:path>
                <a:path w="228600" h="349250">
                  <a:moveTo>
                    <a:pt x="228600" y="123202"/>
                  </a:moveTo>
                  <a:lnTo>
                    <a:pt x="0" y="123202"/>
                  </a:lnTo>
                  <a:lnTo>
                    <a:pt x="0" y="125730"/>
                  </a:lnTo>
                  <a:lnTo>
                    <a:pt x="228600" y="125730"/>
                  </a:lnTo>
                  <a:lnTo>
                    <a:pt x="228600" y="123202"/>
                  </a:lnTo>
                  <a:close/>
                </a:path>
                <a:path w="228600" h="349250">
                  <a:moveTo>
                    <a:pt x="228600" y="116852"/>
                  </a:moveTo>
                  <a:lnTo>
                    <a:pt x="0" y="116852"/>
                  </a:lnTo>
                  <a:lnTo>
                    <a:pt x="0" y="123190"/>
                  </a:lnTo>
                  <a:lnTo>
                    <a:pt x="228600" y="123190"/>
                  </a:lnTo>
                  <a:lnTo>
                    <a:pt x="228600" y="116852"/>
                  </a:lnTo>
                  <a:close/>
                </a:path>
                <a:path w="228600" h="349250">
                  <a:moveTo>
                    <a:pt x="228600" y="110502"/>
                  </a:moveTo>
                  <a:lnTo>
                    <a:pt x="0" y="110502"/>
                  </a:lnTo>
                  <a:lnTo>
                    <a:pt x="0" y="116840"/>
                  </a:lnTo>
                  <a:lnTo>
                    <a:pt x="228600" y="116840"/>
                  </a:lnTo>
                  <a:lnTo>
                    <a:pt x="228600" y="110502"/>
                  </a:lnTo>
                  <a:close/>
                </a:path>
                <a:path w="228600" h="349250">
                  <a:moveTo>
                    <a:pt x="228600" y="104152"/>
                  </a:moveTo>
                  <a:lnTo>
                    <a:pt x="0" y="104152"/>
                  </a:lnTo>
                  <a:lnTo>
                    <a:pt x="0" y="110490"/>
                  </a:lnTo>
                  <a:lnTo>
                    <a:pt x="228600" y="110490"/>
                  </a:lnTo>
                  <a:lnTo>
                    <a:pt x="228600" y="104152"/>
                  </a:lnTo>
                  <a:close/>
                </a:path>
                <a:path w="228600" h="349250">
                  <a:moveTo>
                    <a:pt x="228600" y="100342"/>
                  </a:moveTo>
                  <a:lnTo>
                    <a:pt x="0" y="100342"/>
                  </a:lnTo>
                  <a:lnTo>
                    <a:pt x="0" y="104140"/>
                  </a:lnTo>
                  <a:lnTo>
                    <a:pt x="228600" y="104140"/>
                  </a:lnTo>
                  <a:lnTo>
                    <a:pt x="228600" y="100342"/>
                  </a:lnTo>
                  <a:close/>
                </a:path>
                <a:path w="228600" h="349250">
                  <a:moveTo>
                    <a:pt x="22860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28600" y="100330"/>
                  </a:lnTo>
                  <a:lnTo>
                    <a:pt x="228600" y="93992"/>
                  </a:lnTo>
                  <a:close/>
                </a:path>
                <a:path w="228600" h="349250">
                  <a:moveTo>
                    <a:pt x="22860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28600" y="93980"/>
                  </a:lnTo>
                  <a:lnTo>
                    <a:pt x="228600" y="87642"/>
                  </a:lnTo>
                  <a:close/>
                </a:path>
                <a:path w="228600" h="349250">
                  <a:moveTo>
                    <a:pt x="228600" y="78752"/>
                  </a:moveTo>
                  <a:lnTo>
                    <a:pt x="0" y="78752"/>
                  </a:lnTo>
                  <a:lnTo>
                    <a:pt x="0" y="87630"/>
                  </a:lnTo>
                  <a:lnTo>
                    <a:pt x="228600" y="87630"/>
                  </a:lnTo>
                  <a:lnTo>
                    <a:pt x="228600" y="78752"/>
                  </a:lnTo>
                  <a:close/>
                </a:path>
                <a:path w="228600" h="349250">
                  <a:moveTo>
                    <a:pt x="228600" y="74942"/>
                  </a:moveTo>
                  <a:lnTo>
                    <a:pt x="0" y="74942"/>
                  </a:lnTo>
                  <a:lnTo>
                    <a:pt x="0" y="78740"/>
                  </a:lnTo>
                  <a:lnTo>
                    <a:pt x="228600" y="78740"/>
                  </a:lnTo>
                  <a:lnTo>
                    <a:pt x="228600" y="74942"/>
                  </a:lnTo>
                  <a:close/>
                </a:path>
                <a:path w="228600" h="349250">
                  <a:moveTo>
                    <a:pt x="228600" y="72402"/>
                  </a:moveTo>
                  <a:lnTo>
                    <a:pt x="0" y="72402"/>
                  </a:lnTo>
                  <a:lnTo>
                    <a:pt x="0" y="74930"/>
                  </a:lnTo>
                  <a:lnTo>
                    <a:pt x="228600" y="74930"/>
                  </a:lnTo>
                  <a:lnTo>
                    <a:pt x="228600" y="72402"/>
                  </a:lnTo>
                  <a:close/>
                </a:path>
                <a:path w="228600" h="349250">
                  <a:moveTo>
                    <a:pt x="228600" y="66052"/>
                  </a:moveTo>
                  <a:lnTo>
                    <a:pt x="0" y="66052"/>
                  </a:lnTo>
                  <a:lnTo>
                    <a:pt x="0" y="72390"/>
                  </a:lnTo>
                  <a:lnTo>
                    <a:pt x="228600" y="72390"/>
                  </a:lnTo>
                  <a:lnTo>
                    <a:pt x="228600" y="66052"/>
                  </a:lnTo>
                  <a:close/>
                </a:path>
                <a:path w="228600" h="349250">
                  <a:moveTo>
                    <a:pt x="228600" y="59702"/>
                  </a:moveTo>
                  <a:lnTo>
                    <a:pt x="0" y="59702"/>
                  </a:lnTo>
                  <a:lnTo>
                    <a:pt x="0" y="66040"/>
                  </a:lnTo>
                  <a:lnTo>
                    <a:pt x="228600" y="66040"/>
                  </a:lnTo>
                  <a:lnTo>
                    <a:pt x="228600" y="59702"/>
                  </a:lnTo>
                  <a:close/>
                </a:path>
                <a:path w="228600" h="349250">
                  <a:moveTo>
                    <a:pt x="228600" y="53352"/>
                  </a:moveTo>
                  <a:lnTo>
                    <a:pt x="0" y="53352"/>
                  </a:lnTo>
                  <a:lnTo>
                    <a:pt x="0" y="59690"/>
                  </a:lnTo>
                  <a:lnTo>
                    <a:pt x="228600" y="59690"/>
                  </a:lnTo>
                  <a:lnTo>
                    <a:pt x="228600" y="53352"/>
                  </a:lnTo>
                  <a:close/>
                </a:path>
                <a:path w="228600" h="349250">
                  <a:moveTo>
                    <a:pt x="228600" y="49542"/>
                  </a:moveTo>
                  <a:lnTo>
                    <a:pt x="0" y="49542"/>
                  </a:lnTo>
                  <a:lnTo>
                    <a:pt x="0" y="53340"/>
                  </a:lnTo>
                  <a:lnTo>
                    <a:pt x="228600" y="53340"/>
                  </a:lnTo>
                  <a:lnTo>
                    <a:pt x="228600" y="49542"/>
                  </a:lnTo>
                  <a:close/>
                </a:path>
                <a:path w="228600" h="349250">
                  <a:moveTo>
                    <a:pt x="22860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28600" y="49530"/>
                  </a:lnTo>
                  <a:lnTo>
                    <a:pt x="228600" y="43192"/>
                  </a:lnTo>
                  <a:close/>
                </a:path>
                <a:path w="228600" h="349250">
                  <a:moveTo>
                    <a:pt x="22860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28600" y="43180"/>
                  </a:lnTo>
                  <a:lnTo>
                    <a:pt x="228600" y="36842"/>
                  </a:lnTo>
                  <a:close/>
                </a:path>
                <a:path w="228600" h="349250">
                  <a:moveTo>
                    <a:pt x="22860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28600" y="36830"/>
                  </a:lnTo>
                  <a:lnTo>
                    <a:pt x="228600" y="30492"/>
                  </a:lnTo>
                  <a:close/>
                </a:path>
                <a:path w="228600" h="349250">
                  <a:moveTo>
                    <a:pt x="228600" y="27952"/>
                  </a:moveTo>
                  <a:lnTo>
                    <a:pt x="0" y="27952"/>
                  </a:lnTo>
                  <a:lnTo>
                    <a:pt x="0" y="30480"/>
                  </a:lnTo>
                  <a:lnTo>
                    <a:pt x="228600" y="30480"/>
                  </a:lnTo>
                  <a:lnTo>
                    <a:pt x="228600" y="27952"/>
                  </a:lnTo>
                  <a:close/>
                </a:path>
                <a:path w="228600" h="349250">
                  <a:moveTo>
                    <a:pt x="228600" y="24142"/>
                  </a:moveTo>
                  <a:lnTo>
                    <a:pt x="0" y="24142"/>
                  </a:lnTo>
                  <a:lnTo>
                    <a:pt x="0" y="27940"/>
                  </a:lnTo>
                  <a:lnTo>
                    <a:pt x="228600" y="27940"/>
                  </a:lnTo>
                  <a:lnTo>
                    <a:pt x="228600" y="24142"/>
                  </a:lnTo>
                  <a:close/>
                </a:path>
                <a:path w="228600" h="349250">
                  <a:moveTo>
                    <a:pt x="228600" y="15252"/>
                  </a:moveTo>
                  <a:lnTo>
                    <a:pt x="0" y="15252"/>
                  </a:lnTo>
                  <a:lnTo>
                    <a:pt x="0" y="24130"/>
                  </a:lnTo>
                  <a:lnTo>
                    <a:pt x="228600" y="24130"/>
                  </a:lnTo>
                  <a:lnTo>
                    <a:pt x="228600" y="15252"/>
                  </a:lnTo>
                  <a:close/>
                </a:path>
                <a:path w="228600" h="349250">
                  <a:moveTo>
                    <a:pt x="22860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228600" y="15240"/>
                  </a:lnTo>
                  <a:lnTo>
                    <a:pt x="228600" y="8902"/>
                  </a:lnTo>
                  <a:close/>
                </a:path>
                <a:path w="228600" h="349250">
                  <a:moveTo>
                    <a:pt x="22860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228600" y="8890"/>
                  </a:lnTo>
                  <a:lnTo>
                    <a:pt x="228600" y="2552"/>
                  </a:lnTo>
                  <a:close/>
                </a:path>
                <a:path w="228600" h="349250">
                  <a:moveTo>
                    <a:pt x="22860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28600" y="2540"/>
                  </a:lnTo>
                  <a:lnTo>
                    <a:pt x="228600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404620" y="5561329"/>
              <a:ext cx="228600" cy="349250"/>
            </a:xfrm>
            <a:custGeom>
              <a:avLst/>
              <a:gdLst/>
              <a:ahLst/>
              <a:cxnLst/>
              <a:rect l="l" t="t" r="r" b="b"/>
              <a:pathLst>
                <a:path w="228600" h="349250">
                  <a:moveTo>
                    <a:pt x="228600" y="347992"/>
                  </a:moveTo>
                  <a:lnTo>
                    <a:pt x="0" y="347992"/>
                  </a:lnTo>
                  <a:lnTo>
                    <a:pt x="0" y="349250"/>
                  </a:lnTo>
                  <a:lnTo>
                    <a:pt x="228600" y="349250"/>
                  </a:lnTo>
                  <a:lnTo>
                    <a:pt x="228600" y="347992"/>
                  </a:lnTo>
                  <a:close/>
                </a:path>
                <a:path w="228600" h="349250">
                  <a:moveTo>
                    <a:pt x="228600" y="345452"/>
                  </a:moveTo>
                  <a:lnTo>
                    <a:pt x="0" y="345452"/>
                  </a:lnTo>
                  <a:lnTo>
                    <a:pt x="0" y="347980"/>
                  </a:lnTo>
                  <a:lnTo>
                    <a:pt x="228600" y="347980"/>
                  </a:lnTo>
                  <a:lnTo>
                    <a:pt x="228600" y="345452"/>
                  </a:lnTo>
                  <a:close/>
                </a:path>
                <a:path w="228600" h="349250">
                  <a:moveTo>
                    <a:pt x="228600" y="341642"/>
                  </a:moveTo>
                  <a:lnTo>
                    <a:pt x="0" y="341642"/>
                  </a:lnTo>
                  <a:lnTo>
                    <a:pt x="0" y="345440"/>
                  </a:lnTo>
                  <a:lnTo>
                    <a:pt x="228600" y="345440"/>
                  </a:lnTo>
                  <a:lnTo>
                    <a:pt x="228600" y="341642"/>
                  </a:lnTo>
                  <a:close/>
                </a:path>
                <a:path w="228600" h="349250">
                  <a:moveTo>
                    <a:pt x="228600" y="339102"/>
                  </a:moveTo>
                  <a:lnTo>
                    <a:pt x="0" y="339102"/>
                  </a:lnTo>
                  <a:lnTo>
                    <a:pt x="0" y="341630"/>
                  </a:lnTo>
                  <a:lnTo>
                    <a:pt x="228600" y="341630"/>
                  </a:lnTo>
                  <a:lnTo>
                    <a:pt x="228600" y="339102"/>
                  </a:lnTo>
                  <a:close/>
                </a:path>
                <a:path w="228600" h="349250">
                  <a:moveTo>
                    <a:pt x="228600" y="326402"/>
                  </a:moveTo>
                  <a:lnTo>
                    <a:pt x="0" y="326402"/>
                  </a:lnTo>
                  <a:lnTo>
                    <a:pt x="0" y="339090"/>
                  </a:lnTo>
                  <a:lnTo>
                    <a:pt x="228600" y="339090"/>
                  </a:lnTo>
                  <a:lnTo>
                    <a:pt x="228600" y="326402"/>
                  </a:lnTo>
                  <a:close/>
                </a:path>
                <a:path w="228600" h="349250">
                  <a:moveTo>
                    <a:pt x="228600" y="320052"/>
                  </a:moveTo>
                  <a:lnTo>
                    <a:pt x="0" y="320052"/>
                  </a:lnTo>
                  <a:lnTo>
                    <a:pt x="0" y="326390"/>
                  </a:lnTo>
                  <a:lnTo>
                    <a:pt x="228600" y="326390"/>
                  </a:lnTo>
                  <a:lnTo>
                    <a:pt x="228600" y="320052"/>
                  </a:lnTo>
                  <a:close/>
                </a:path>
                <a:path w="228600" h="349250">
                  <a:moveTo>
                    <a:pt x="228600" y="316242"/>
                  </a:moveTo>
                  <a:lnTo>
                    <a:pt x="0" y="316242"/>
                  </a:lnTo>
                  <a:lnTo>
                    <a:pt x="0" y="320040"/>
                  </a:lnTo>
                  <a:lnTo>
                    <a:pt x="228600" y="320040"/>
                  </a:lnTo>
                  <a:lnTo>
                    <a:pt x="228600" y="316242"/>
                  </a:lnTo>
                  <a:close/>
                </a:path>
                <a:path w="228600" h="349250">
                  <a:moveTo>
                    <a:pt x="228600" y="309892"/>
                  </a:moveTo>
                  <a:lnTo>
                    <a:pt x="0" y="309892"/>
                  </a:lnTo>
                  <a:lnTo>
                    <a:pt x="0" y="316230"/>
                  </a:lnTo>
                  <a:lnTo>
                    <a:pt x="228600" y="316230"/>
                  </a:lnTo>
                  <a:lnTo>
                    <a:pt x="228600" y="309892"/>
                  </a:lnTo>
                  <a:close/>
                </a:path>
                <a:path w="228600" h="349250">
                  <a:moveTo>
                    <a:pt x="228600" y="303542"/>
                  </a:moveTo>
                  <a:lnTo>
                    <a:pt x="0" y="303542"/>
                  </a:lnTo>
                  <a:lnTo>
                    <a:pt x="0" y="309880"/>
                  </a:lnTo>
                  <a:lnTo>
                    <a:pt x="228600" y="309880"/>
                  </a:lnTo>
                  <a:lnTo>
                    <a:pt x="228600" y="303542"/>
                  </a:lnTo>
                  <a:close/>
                </a:path>
                <a:path w="228600" h="349250">
                  <a:moveTo>
                    <a:pt x="228600" y="297192"/>
                  </a:moveTo>
                  <a:lnTo>
                    <a:pt x="0" y="297192"/>
                  </a:lnTo>
                  <a:lnTo>
                    <a:pt x="0" y="303530"/>
                  </a:lnTo>
                  <a:lnTo>
                    <a:pt x="228600" y="303530"/>
                  </a:lnTo>
                  <a:lnTo>
                    <a:pt x="228600" y="297192"/>
                  </a:lnTo>
                  <a:close/>
                </a:path>
                <a:path w="228600" h="349250">
                  <a:moveTo>
                    <a:pt x="228600" y="294652"/>
                  </a:moveTo>
                  <a:lnTo>
                    <a:pt x="0" y="294652"/>
                  </a:lnTo>
                  <a:lnTo>
                    <a:pt x="0" y="297180"/>
                  </a:lnTo>
                  <a:lnTo>
                    <a:pt x="228600" y="297180"/>
                  </a:lnTo>
                  <a:lnTo>
                    <a:pt x="228600" y="294652"/>
                  </a:lnTo>
                  <a:close/>
                </a:path>
                <a:path w="228600" h="349250">
                  <a:moveTo>
                    <a:pt x="228600" y="290842"/>
                  </a:moveTo>
                  <a:lnTo>
                    <a:pt x="0" y="290842"/>
                  </a:lnTo>
                  <a:lnTo>
                    <a:pt x="0" y="294640"/>
                  </a:lnTo>
                  <a:lnTo>
                    <a:pt x="228600" y="294640"/>
                  </a:lnTo>
                  <a:lnTo>
                    <a:pt x="228600" y="290842"/>
                  </a:lnTo>
                  <a:close/>
                </a:path>
                <a:path w="228600" h="349250">
                  <a:moveTo>
                    <a:pt x="228600" y="288302"/>
                  </a:moveTo>
                  <a:lnTo>
                    <a:pt x="0" y="288302"/>
                  </a:lnTo>
                  <a:lnTo>
                    <a:pt x="0" y="290830"/>
                  </a:lnTo>
                  <a:lnTo>
                    <a:pt x="228600" y="290830"/>
                  </a:lnTo>
                  <a:lnTo>
                    <a:pt x="228600" y="288302"/>
                  </a:lnTo>
                  <a:close/>
                </a:path>
                <a:path w="228600" h="349250">
                  <a:moveTo>
                    <a:pt x="228600" y="281952"/>
                  </a:moveTo>
                  <a:lnTo>
                    <a:pt x="0" y="281952"/>
                  </a:lnTo>
                  <a:lnTo>
                    <a:pt x="0" y="288290"/>
                  </a:lnTo>
                  <a:lnTo>
                    <a:pt x="228600" y="288290"/>
                  </a:lnTo>
                  <a:lnTo>
                    <a:pt x="228600" y="281952"/>
                  </a:lnTo>
                  <a:close/>
                </a:path>
                <a:path w="228600" h="349250">
                  <a:moveTo>
                    <a:pt x="228600" y="275602"/>
                  </a:moveTo>
                  <a:lnTo>
                    <a:pt x="0" y="275602"/>
                  </a:lnTo>
                  <a:lnTo>
                    <a:pt x="0" y="281940"/>
                  </a:lnTo>
                  <a:lnTo>
                    <a:pt x="228600" y="281940"/>
                  </a:lnTo>
                  <a:lnTo>
                    <a:pt x="228600" y="275602"/>
                  </a:lnTo>
                  <a:close/>
                </a:path>
                <a:path w="228600" h="349250">
                  <a:moveTo>
                    <a:pt x="228600" y="269252"/>
                  </a:moveTo>
                  <a:lnTo>
                    <a:pt x="0" y="269252"/>
                  </a:lnTo>
                  <a:lnTo>
                    <a:pt x="0" y="275590"/>
                  </a:lnTo>
                  <a:lnTo>
                    <a:pt x="228600" y="275590"/>
                  </a:lnTo>
                  <a:lnTo>
                    <a:pt x="228600" y="269252"/>
                  </a:lnTo>
                  <a:close/>
                </a:path>
                <a:path w="228600" h="349250">
                  <a:moveTo>
                    <a:pt x="228600" y="265442"/>
                  </a:moveTo>
                  <a:lnTo>
                    <a:pt x="0" y="265442"/>
                  </a:lnTo>
                  <a:lnTo>
                    <a:pt x="0" y="269240"/>
                  </a:lnTo>
                  <a:lnTo>
                    <a:pt x="228600" y="269240"/>
                  </a:lnTo>
                  <a:lnTo>
                    <a:pt x="228600" y="265442"/>
                  </a:lnTo>
                  <a:close/>
                </a:path>
                <a:path w="228600" h="349250">
                  <a:moveTo>
                    <a:pt x="228600" y="259092"/>
                  </a:moveTo>
                  <a:lnTo>
                    <a:pt x="0" y="259092"/>
                  </a:lnTo>
                  <a:lnTo>
                    <a:pt x="0" y="265430"/>
                  </a:lnTo>
                  <a:lnTo>
                    <a:pt x="228600" y="265430"/>
                  </a:lnTo>
                  <a:lnTo>
                    <a:pt x="228600" y="259092"/>
                  </a:lnTo>
                  <a:close/>
                </a:path>
                <a:path w="228600" h="349250">
                  <a:moveTo>
                    <a:pt x="228600" y="252742"/>
                  </a:moveTo>
                  <a:lnTo>
                    <a:pt x="0" y="252742"/>
                  </a:lnTo>
                  <a:lnTo>
                    <a:pt x="0" y="259080"/>
                  </a:lnTo>
                  <a:lnTo>
                    <a:pt x="228600" y="259080"/>
                  </a:lnTo>
                  <a:lnTo>
                    <a:pt x="228600" y="252742"/>
                  </a:lnTo>
                  <a:close/>
                </a:path>
                <a:path w="228600" h="349250">
                  <a:moveTo>
                    <a:pt x="228600" y="246392"/>
                  </a:moveTo>
                  <a:lnTo>
                    <a:pt x="0" y="246392"/>
                  </a:lnTo>
                  <a:lnTo>
                    <a:pt x="0" y="252730"/>
                  </a:lnTo>
                  <a:lnTo>
                    <a:pt x="228600" y="252730"/>
                  </a:lnTo>
                  <a:lnTo>
                    <a:pt x="228600" y="246392"/>
                  </a:lnTo>
                  <a:close/>
                </a:path>
                <a:path w="228600" h="349250">
                  <a:moveTo>
                    <a:pt x="22860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228600" y="246380"/>
                  </a:lnTo>
                  <a:lnTo>
                    <a:pt x="228600" y="243852"/>
                  </a:lnTo>
                  <a:close/>
                </a:path>
                <a:path w="228600" h="349250">
                  <a:moveTo>
                    <a:pt x="22860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228600" y="243840"/>
                  </a:lnTo>
                  <a:lnTo>
                    <a:pt x="228600" y="240042"/>
                  </a:lnTo>
                  <a:close/>
                </a:path>
                <a:path w="228600" h="349250">
                  <a:moveTo>
                    <a:pt x="22860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228600" y="240030"/>
                  </a:lnTo>
                  <a:lnTo>
                    <a:pt x="228600" y="237502"/>
                  </a:lnTo>
                  <a:close/>
                </a:path>
                <a:path w="228600" h="349250">
                  <a:moveTo>
                    <a:pt x="22860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228600" y="237490"/>
                  </a:lnTo>
                  <a:lnTo>
                    <a:pt x="228600" y="233692"/>
                  </a:lnTo>
                  <a:close/>
                </a:path>
                <a:path w="228600" h="349250">
                  <a:moveTo>
                    <a:pt x="22860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228600" y="233680"/>
                  </a:lnTo>
                  <a:lnTo>
                    <a:pt x="228600" y="231152"/>
                  </a:lnTo>
                  <a:close/>
                </a:path>
                <a:path w="228600" h="349250">
                  <a:moveTo>
                    <a:pt x="228600" y="224802"/>
                  </a:moveTo>
                  <a:lnTo>
                    <a:pt x="0" y="224802"/>
                  </a:lnTo>
                  <a:lnTo>
                    <a:pt x="0" y="231140"/>
                  </a:lnTo>
                  <a:lnTo>
                    <a:pt x="228600" y="231140"/>
                  </a:lnTo>
                  <a:lnTo>
                    <a:pt x="228600" y="224802"/>
                  </a:lnTo>
                  <a:close/>
                </a:path>
                <a:path w="228600" h="349250">
                  <a:moveTo>
                    <a:pt x="228600" y="218452"/>
                  </a:moveTo>
                  <a:lnTo>
                    <a:pt x="0" y="218452"/>
                  </a:lnTo>
                  <a:lnTo>
                    <a:pt x="0" y="224790"/>
                  </a:lnTo>
                  <a:lnTo>
                    <a:pt x="228600" y="224790"/>
                  </a:lnTo>
                  <a:lnTo>
                    <a:pt x="228600" y="218452"/>
                  </a:lnTo>
                  <a:close/>
                </a:path>
                <a:path w="228600" h="349250">
                  <a:moveTo>
                    <a:pt x="228600" y="212102"/>
                  </a:moveTo>
                  <a:lnTo>
                    <a:pt x="0" y="212102"/>
                  </a:lnTo>
                  <a:lnTo>
                    <a:pt x="0" y="218440"/>
                  </a:lnTo>
                  <a:lnTo>
                    <a:pt x="228600" y="218440"/>
                  </a:lnTo>
                  <a:lnTo>
                    <a:pt x="228600" y="212102"/>
                  </a:lnTo>
                  <a:close/>
                </a:path>
                <a:path w="228600" h="349250">
                  <a:moveTo>
                    <a:pt x="228600" y="208292"/>
                  </a:moveTo>
                  <a:lnTo>
                    <a:pt x="0" y="208292"/>
                  </a:lnTo>
                  <a:lnTo>
                    <a:pt x="0" y="212090"/>
                  </a:lnTo>
                  <a:lnTo>
                    <a:pt x="228600" y="212090"/>
                  </a:lnTo>
                  <a:lnTo>
                    <a:pt x="228600" y="208292"/>
                  </a:lnTo>
                  <a:close/>
                </a:path>
                <a:path w="228600" h="349250">
                  <a:moveTo>
                    <a:pt x="228600" y="201942"/>
                  </a:moveTo>
                  <a:lnTo>
                    <a:pt x="0" y="201942"/>
                  </a:lnTo>
                  <a:lnTo>
                    <a:pt x="0" y="208280"/>
                  </a:lnTo>
                  <a:lnTo>
                    <a:pt x="228600" y="208280"/>
                  </a:lnTo>
                  <a:lnTo>
                    <a:pt x="228600" y="201942"/>
                  </a:lnTo>
                  <a:close/>
                </a:path>
                <a:path w="228600" h="349250">
                  <a:moveTo>
                    <a:pt x="228600" y="195592"/>
                  </a:moveTo>
                  <a:lnTo>
                    <a:pt x="0" y="195592"/>
                  </a:lnTo>
                  <a:lnTo>
                    <a:pt x="0" y="201930"/>
                  </a:lnTo>
                  <a:lnTo>
                    <a:pt x="228600" y="201930"/>
                  </a:lnTo>
                  <a:lnTo>
                    <a:pt x="228600" y="195592"/>
                  </a:lnTo>
                  <a:close/>
                </a:path>
                <a:path w="228600" h="349250">
                  <a:moveTo>
                    <a:pt x="22860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28600" y="195580"/>
                  </a:lnTo>
                  <a:lnTo>
                    <a:pt x="228600" y="189242"/>
                  </a:lnTo>
                  <a:close/>
                </a:path>
                <a:path w="228600" h="349250">
                  <a:moveTo>
                    <a:pt x="228600" y="186702"/>
                  </a:moveTo>
                  <a:lnTo>
                    <a:pt x="0" y="186702"/>
                  </a:lnTo>
                  <a:lnTo>
                    <a:pt x="0" y="189230"/>
                  </a:lnTo>
                  <a:lnTo>
                    <a:pt x="228600" y="189230"/>
                  </a:lnTo>
                  <a:lnTo>
                    <a:pt x="228600" y="186702"/>
                  </a:lnTo>
                  <a:close/>
                </a:path>
                <a:path w="228600" h="349250">
                  <a:moveTo>
                    <a:pt x="228600" y="182892"/>
                  </a:moveTo>
                  <a:lnTo>
                    <a:pt x="0" y="182892"/>
                  </a:lnTo>
                  <a:lnTo>
                    <a:pt x="0" y="186690"/>
                  </a:lnTo>
                  <a:lnTo>
                    <a:pt x="228600" y="186690"/>
                  </a:lnTo>
                  <a:lnTo>
                    <a:pt x="228600" y="182892"/>
                  </a:lnTo>
                  <a:close/>
                </a:path>
                <a:path w="228600" h="349250">
                  <a:moveTo>
                    <a:pt x="228600" y="180352"/>
                  </a:moveTo>
                  <a:lnTo>
                    <a:pt x="0" y="180352"/>
                  </a:lnTo>
                  <a:lnTo>
                    <a:pt x="0" y="182880"/>
                  </a:lnTo>
                  <a:lnTo>
                    <a:pt x="228600" y="182880"/>
                  </a:lnTo>
                  <a:lnTo>
                    <a:pt x="228600" y="180352"/>
                  </a:lnTo>
                  <a:close/>
                </a:path>
                <a:path w="228600" h="349250">
                  <a:moveTo>
                    <a:pt x="228600" y="174002"/>
                  </a:moveTo>
                  <a:lnTo>
                    <a:pt x="0" y="174002"/>
                  </a:lnTo>
                  <a:lnTo>
                    <a:pt x="0" y="180340"/>
                  </a:lnTo>
                  <a:lnTo>
                    <a:pt x="228600" y="180340"/>
                  </a:lnTo>
                  <a:lnTo>
                    <a:pt x="228600" y="174002"/>
                  </a:lnTo>
                  <a:close/>
                </a:path>
                <a:path w="228600" h="349250">
                  <a:moveTo>
                    <a:pt x="228600" y="167652"/>
                  </a:moveTo>
                  <a:lnTo>
                    <a:pt x="0" y="167652"/>
                  </a:lnTo>
                  <a:lnTo>
                    <a:pt x="0" y="173990"/>
                  </a:lnTo>
                  <a:lnTo>
                    <a:pt x="228600" y="173990"/>
                  </a:lnTo>
                  <a:lnTo>
                    <a:pt x="228600" y="167652"/>
                  </a:lnTo>
                  <a:close/>
                </a:path>
                <a:path w="228600" h="349250">
                  <a:moveTo>
                    <a:pt x="228600" y="161302"/>
                  </a:moveTo>
                  <a:lnTo>
                    <a:pt x="0" y="161302"/>
                  </a:lnTo>
                  <a:lnTo>
                    <a:pt x="0" y="167640"/>
                  </a:lnTo>
                  <a:lnTo>
                    <a:pt x="228600" y="167640"/>
                  </a:lnTo>
                  <a:lnTo>
                    <a:pt x="228600" y="161302"/>
                  </a:lnTo>
                  <a:close/>
                </a:path>
                <a:path w="228600" h="349250">
                  <a:moveTo>
                    <a:pt x="228600" y="157492"/>
                  </a:moveTo>
                  <a:lnTo>
                    <a:pt x="0" y="157492"/>
                  </a:lnTo>
                  <a:lnTo>
                    <a:pt x="0" y="161290"/>
                  </a:lnTo>
                  <a:lnTo>
                    <a:pt x="228600" y="161290"/>
                  </a:lnTo>
                  <a:lnTo>
                    <a:pt x="228600" y="157492"/>
                  </a:lnTo>
                  <a:close/>
                </a:path>
                <a:path w="228600" h="349250">
                  <a:moveTo>
                    <a:pt x="22860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28600" y="157480"/>
                  </a:lnTo>
                  <a:lnTo>
                    <a:pt x="228600" y="151142"/>
                  </a:lnTo>
                  <a:close/>
                </a:path>
                <a:path w="228600" h="349250">
                  <a:moveTo>
                    <a:pt x="228600" y="144792"/>
                  </a:moveTo>
                  <a:lnTo>
                    <a:pt x="0" y="144792"/>
                  </a:lnTo>
                  <a:lnTo>
                    <a:pt x="0" y="151130"/>
                  </a:lnTo>
                  <a:lnTo>
                    <a:pt x="228600" y="151130"/>
                  </a:lnTo>
                  <a:lnTo>
                    <a:pt x="228600" y="144792"/>
                  </a:lnTo>
                  <a:close/>
                </a:path>
                <a:path w="228600" h="349250">
                  <a:moveTo>
                    <a:pt x="228600" y="138442"/>
                  </a:moveTo>
                  <a:lnTo>
                    <a:pt x="0" y="138442"/>
                  </a:lnTo>
                  <a:lnTo>
                    <a:pt x="0" y="144780"/>
                  </a:lnTo>
                  <a:lnTo>
                    <a:pt x="228600" y="144780"/>
                  </a:lnTo>
                  <a:lnTo>
                    <a:pt x="228600" y="138442"/>
                  </a:lnTo>
                  <a:close/>
                </a:path>
                <a:path w="228600" h="349250">
                  <a:moveTo>
                    <a:pt x="228600" y="135902"/>
                  </a:moveTo>
                  <a:lnTo>
                    <a:pt x="0" y="135902"/>
                  </a:lnTo>
                  <a:lnTo>
                    <a:pt x="0" y="138430"/>
                  </a:lnTo>
                  <a:lnTo>
                    <a:pt x="228600" y="138430"/>
                  </a:lnTo>
                  <a:lnTo>
                    <a:pt x="228600" y="135902"/>
                  </a:lnTo>
                  <a:close/>
                </a:path>
                <a:path w="228600" h="349250">
                  <a:moveTo>
                    <a:pt x="228600" y="132092"/>
                  </a:moveTo>
                  <a:lnTo>
                    <a:pt x="0" y="132092"/>
                  </a:lnTo>
                  <a:lnTo>
                    <a:pt x="0" y="135890"/>
                  </a:lnTo>
                  <a:lnTo>
                    <a:pt x="228600" y="135890"/>
                  </a:lnTo>
                  <a:lnTo>
                    <a:pt x="228600" y="132092"/>
                  </a:lnTo>
                  <a:close/>
                </a:path>
                <a:path w="228600" h="349250">
                  <a:moveTo>
                    <a:pt x="228600" y="129552"/>
                  </a:moveTo>
                  <a:lnTo>
                    <a:pt x="0" y="129552"/>
                  </a:lnTo>
                  <a:lnTo>
                    <a:pt x="0" y="132080"/>
                  </a:lnTo>
                  <a:lnTo>
                    <a:pt x="228600" y="132080"/>
                  </a:lnTo>
                  <a:lnTo>
                    <a:pt x="228600" y="129552"/>
                  </a:lnTo>
                  <a:close/>
                </a:path>
                <a:path w="228600" h="349250">
                  <a:moveTo>
                    <a:pt x="228600" y="125742"/>
                  </a:moveTo>
                  <a:lnTo>
                    <a:pt x="0" y="125742"/>
                  </a:lnTo>
                  <a:lnTo>
                    <a:pt x="0" y="129540"/>
                  </a:lnTo>
                  <a:lnTo>
                    <a:pt x="228600" y="129540"/>
                  </a:lnTo>
                  <a:lnTo>
                    <a:pt x="228600" y="125742"/>
                  </a:lnTo>
                  <a:close/>
                </a:path>
                <a:path w="228600" h="349250">
                  <a:moveTo>
                    <a:pt x="228600" y="123202"/>
                  </a:moveTo>
                  <a:lnTo>
                    <a:pt x="0" y="123202"/>
                  </a:lnTo>
                  <a:lnTo>
                    <a:pt x="0" y="125730"/>
                  </a:lnTo>
                  <a:lnTo>
                    <a:pt x="228600" y="125730"/>
                  </a:lnTo>
                  <a:lnTo>
                    <a:pt x="228600" y="123202"/>
                  </a:lnTo>
                  <a:close/>
                </a:path>
                <a:path w="228600" h="349250">
                  <a:moveTo>
                    <a:pt x="228600" y="116852"/>
                  </a:moveTo>
                  <a:lnTo>
                    <a:pt x="0" y="116852"/>
                  </a:lnTo>
                  <a:lnTo>
                    <a:pt x="0" y="123190"/>
                  </a:lnTo>
                  <a:lnTo>
                    <a:pt x="228600" y="123190"/>
                  </a:lnTo>
                  <a:lnTo>
                    <a:pt x="228600" y="116852"/>
                  </a:lnTo>
                  <a:close/>
                </a:path>
                <a:path w="228600" h="349250">
                  <a:moveTo>
                    <a:pt x="228600" y="110502"/>
                  </a:moveTo>
                  <a:lnTo>
                    <a:pt x="0" y="110502"/>
                  </a:lnTo>
                  <a:lnTo>
                    <a:pt x="0" y="116840"/>
                  </a:lnTo>
                  <a:lnTo>
                    <a:pt x="228600" y="116840"/>
                  </a:lnTo>
                  <a:lnTo>
                    <a:pt x="228600" y="110502"/>
                  </a:lnTo>
                  <a:close/>
                </a:path>
                <a:path w="228600" h="349250">
                  <a:moveTo>
                    <a:pt x="228600" y="104152"/>
                  </a:moveTo>
                  <a:lnTo>
                    <a:pt x="0" y="104152"/>
                  </a:lnTo>
                  <a:lnTo>
                    <a:pt x="0" y="110490"/>
                  </a:lnTo>
                  <a:lnTo>
                    <a:pt x="228600" y="110490"/>
                  </a:lnTo>
                  <a:lnTo>
                    <a:pt x="228600" y="104152"/>
                  </a:lnTo>
                  <a:close/>
                </a:path>
                <a:path w="228600" h="349250">
                  <a:moveTo>
                    <a:pt x="228600" y="100342"/>
                  </a:moveTo>
                  <a:lnTo>
                    <a:pt x="0" y="100342"/>
                  </a:lnTo>
                  <a:lnTo>
                    <a:pt x="0" y="104140"/>
                  </a:lnTo>
                  <a:lnTo>
                    <a:pt x="228600" y="104140"/>
                  </a:lnTo>
                  <a:lnTo>
                    <a:pt x="228600" y="100342"/>
                  </a:lnTo>
                  <a:close/>
                </a:path>
                <a:path w="228600" h="349250">
                  <a:moveTo>
                    <a:pt x="22860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28600" y="100330"/>
                  </a:lnTo>
                  <a:lnTo>
                    <a:pt x="228600" y="93992"/>
                  </a:lnTo>
                  <a:close/>
                </a:path>
                <a:path w="228600" h="349250">
                  <a:moveTo>
                    <a:pt x="22860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28600" y="93980"/>
                  </a:lnTo>
                  <a:lnTo>
                    <a:pt x="228600" y="87642"/>
                  </a:lnTo>
                  <a:close/>
                </a:path>
                <a:path w="228600" h="349250">
                  <a:moveTo>
                    <a:pt x="228600" y="78752"/>
                  </a:moveTo>
                  <a:lnTo>
                    <a:pt x="0" y="78752"/>
                  </a:lnTo>
                  <a:lnTo>
                    <a:pt x="0" y="87630"/>
                  </a:lnTo>
                  <a:lnTo>
                    <a:pt x="228600" y="87630"/>
                  </a:lnTo>
                  <a:lnTo>
                    <a:pt x="228600" y="78752"/>
                  </a:lnTo>
                  <a:close/>
                </a:path>
                <a:path w="228600" h="349250">
                  <a:moveTo>
                    <a:pt x="228600" y="74942"/>
                  </a:moveTo>
                  <a:lnTo>
                    <a:pt x="0" y="74942"/>
                  </a:lnTo>
                  <a:lnTo>
                    <a:pt x="0" y="78740"/>
                  </a:lnTo>
                  <a:lnTo>
                    <a:pt x="228600" y="78740"/>
                  </a:lnTo>
                  <a:lnTo>
                    <a:pt x="228600" y="74942"/>
                  </a:lnTo>
                  <a:close/>
                </a:path>
                <a:path w="228600" h="349250">
                  <a:moveTo>
                    <a:pt x="228600" y="72402"/>
                  </a:moveTo>
                  <a:lnTo>
                    <a:pt x="0" y="72402"/>
                  </a:lnTo>
                  <a:lnTo>
                    <a:pt x="0" y="74930"/>
                  </a:lnTo>
                  <a:lnTo>
                    <a:pt x="228600" y="74930"/>
                  </a:lnTo>
                  <a:lnTo>
                    <a:pt x="228600" y="72402"/>
                  </a:lnTo>
                  <a:close/>
                </a:path>
                <a:path w="228600" h="349250">
                  <a:moveTo>
                    <a:pt x="228600" y="66052"/>
                  </a:moveTo>
                  <a:lnTo>
                    <a:pt x="0" y="66052"/>
                  </a:lnTo>
                  <a:lnTo>
                    <a:pt x="0" y="72390"/>
                  </a:lnTo>
                  <a:lnTo>
                    <a:pt x="228600" y="72390"/>
                  </a:lnTo>
                  <a:lnTo>
                    <a:pt x="228600" y="66052"/>
                  </a:lnTo>
                  <a:close/>
                </a:path>
                <a:path w="228600" h="349250">
                  <a:moveTo>
                    <a:pt x="228600" y="59702"/>
                  </a:moveTo>
                  <a:lnTo>
                    <a:pt x="0" y="59702"/>
                  </a:lnTo>
                  <a:lnTo>
                    <a:pt x="0" y="66040"/>
                  </a:lnTo>
                  <a:lnTo>
                    <a:pt x="228600" y="66040"/>
                  </a:lnTo>
                  <a:lnTo>
                    <a:pt x="228600" y="59702"/>
                  </a:lnTo>
                  <a:close/>
                </a:path>
                <a:path w="228600" h="349250">
                  <a:moveTo>
                    <a:pt x="228600" y="53352"/>
                  </a:moveTo>
                  <a:lnTo>
                    <a:pt x="0" y="53352"/>
                  </a:lnTo>
                  <a:lnTo>
                    <a:pt x="0" y="59690"/>
                  </a:lnTo>
                  <a:lnTo>
                    <a:pt x="228600" y="59690"/>
                  </a:lnTo>
                  <a:lnTo>
                    <a:pt x="228600" y="53352"/>
                  </a:lnTo>
                  <a:close/>
                </a:path>
                <a:path w="228600" h="349250">
                  <a:moveTo>
                    <a:pt x="228600" y="49542"/>
                  </a:moveTo>
                  <a:lnTo>
                    <a:pt x="0" y="49542"/>
                  </a:lnTo>
                  <a:lnTo>
                    <a:pt x="0" y="53340"/>
                  </a:lnTo>
                  <a:lnTo>
                    <a:pt x="228600" y="53340"/>
                  </a:lnTo>
                  <a:lnTo>
                    <a:pt x="228600" y="49542"/>
                  </a:lnTo>
                  <a:close/>
                </a:path>
                <a:path w="228600" h="349250">
                  <a:moveTo>
                    <a:pt x="22860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28600" y="49530"/>
                  </a:lnTo>
                  <a:lnTo>
                    <a:pt x="228600" y="43192"/>
                  </a:lnTo>
                  <a:close/>
                </a:path>
                <a:path w="228600" h="349250">
                  <a:moveTo>
                    <a:pt x="22860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28600" y="43180"/>
                  </a:lnTo>
                  <a:lnTo>
                    <a:pt x="228600" y="36842"/>
                  </a:lnTo>
                  <a:close/>
                </a:path>
                <a:path w="228600" h="349250">
                  <a:moveTo>
                    <a:pt x="22860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28600" y="36830"/>
                  </a:lnTo>
                  <a:lnTo>
                    <a:pt x="228600" y="30492"/>
                  </a:lnTo>
                  <a:close/>
                </a:path>
                <a:path w="228600" h="349250">
                  <a:moveTo>
                    <a:pt x="228600" y="27952"/>
                  </a:moveTo>
                  <a:lnTo>
                    <a:pt x="0" y="27952"/>
                  </a:lnTo>
                  <a:lnTo>
                    <a:pt x="0" y="30480"/>
                  </a:lnTo>
                  <a:lnTo>
                    <a:pt x="228600" y="30480"/>
                  </a:lnTo>
                  <a:lnTo>
                    <a:pt x="228600" y="27952"/>
                  </a:lnTo>
                  <a:close/>
                </a:path>
                <a:path w="228600" h="349250">
                  <a:moveTo>
                    <a:pt x="228600" y="24142"/>
                  </a:moveTo>
                  <a:lnTo>
                    <a:pt x="0" y="24142"/>
                  </a:lnTo>
                  <a:lnTo>
                    <a:pt x="0" y="27940"/>
                  </a:lnTo>
                  <a:lnTo>
                    <a:pt x="228600" y="27940"/>
                  </a:lnTo>
                  <a:lnTo>
                    <a:pt x="228600" y="24142"/>
                  </a:lnTo>
                  <a:close/>
                </a:path>
                <a:path w="228600" h="349250">
                  <a:moveTo>
                    <a:pt x="228600" y="15252"/>
                  </a:moveTo>
                  <a:lnTo>
                    <a:pt x="0" y="15252"/>
                  </a:lnTo>
                  <a:lnTo>
                    <a:pt x="0" y="24130"/>
                  </a:lnTo>
                  <a:lnTo>
                    <a:pt x="228600" y="24130"/>
                  </a:lnTo>
                  <a:lnTo>
                    <a:pt x="228600" y="15252"/>
                  </a:lnTo>
                  <a:close/>
                </a:path>
                <a:path w="228600" h="349250">
                  <a:moveTo>
                    <a:pt x="22860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228600" y="15240"/>
                  </a:lnTo>
                  <a:lnTo>
                    <a:pt x="228600" y="8902"/>
                  </a:lnTo>
                  <a:close/>
                </a:path>
                <a:path w="228600" h="349250">
                  <a:moveTo>
                    <a:pt x="22860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228600" y="8890"/>
                  </a:lnTo>
                  <a:lnTo>
                    <a:pt x="228600" y="2552"/>
                  </a:lnTo>
                  <a:close/>
                </a:path>
                <a:path w="228600" h="349250">
                  <a:moveTo>
                    <a:pt x="22860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28600" y="2540"/>
                  </a:lnTo>
                  <a:lnTo>
                    <a:pt x="228600" y="0"/>
                  </a:lnTo>
                  <a:close/>
                </a:path>
              </a:pathLst>
            </a:custGeom>
            <a:solidFill>
              <a:srgbClr val="C1C1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633220" y="5561329"/>
              <a:ext cx="228600" cy="349250"/>
            </a:xfrm>
            <a:custGeom>
              <a:avLst/>
              <a:gdLst/>
              <a:ahLst/>
              <a:cxnLst/>
              <a:rect l="l" t="t" r="r" b="b"/>
              <a:pathLst>
                <a:path w="228600" h="349250">
                  <a:moveTo>
                    <a:pt x="228600" y="347992"/>
                  </a:moveTo>
                  <a:lnTo>
                    <a:pt x="0" y="347992"/>
                  </a:lnTo>
                  <a:lnTo>
                    <a:pt x="0" y="349250"/>
                  </a:lnTo>
                  <a:lnTo>
                    <a:pt x="228600" y="349250"/>
                  </a:lnTo>
                  <a:lnTo>
                    <a:pt x="228600" y="347992"/>
                  </a:lnTo>
                  <a:close/>
                </a:path>
                <a:path w="228600" h="349250">
                  <a:moveTo>
                    <a:pt x="228600" y="345452"/>
                  </a:moveTo>
                  <a:lnTo>
                    <a:pt x="0" y="345452"/>
                  </a:lnTo>
                  <a:lnTo>
                    <a:pt x="0" y="347980"/>
                  </a:lnTo>
                  <a:lnTo>
                    <a:pt x="228600" y="347980"/>
                  </a:lnTo>
                  <a:lnTo>
                    <a:pt x="228600" y="345452"/>
                  </a:lnTo>
                  <a:close/>
                </a:path>
                <a:path w="228600" h="349250">
                  <a:moveTo>
                    <a:pt x="228600" y="341642"/>
                  </a:moveTo>
                  <a:lnTo>
                    <a:pt x="0" y="341642"/>
                  </a:lnTo>
                  <a:lnTo>
                    <a:pt x="0" y="345440"/>
                  </a:lnTo>
                  <a:lnTo>
                    <a:pt x="228600" y="345440"/>
                  </a:lnTo>
                  <a:lnTo>
                    <a:pt x="228600" y="341642"/>
                  </a:lnTo>
                  <a:close/>
                </a:path>
                <a:path w="228600" h="349250">
                  <a:moveTo>
                    <a:pt x="228600" y="339102"/>
                  </a:moveTo>
                  <a:lnTo>
                    <a:pt x="0" y="339102"/>
                  </a:lnTo>
                  <a:lnTo>
                    <a:pt x="0" y="341630"/>
                  </a:lnTo>
                  <a:lnTo>
                    <a:pt x="228600" y="341630"/>
                  </a:lnTo>
                  <a:lnTo>
                    <a:pt x="228600" y="339102"/>
                  </a:lnTo>
                  <a:close/>
                </a:path>
                <a:path w="228600" h="349250">
                  <a:moveTo>
                    <a:pt x="228600" y="326402"/>
                  </a:moveTo>
                  <a:lnTo>
                    <a:pt x="0" y="326402"/>
                  </a:lnTo>
                  <a:lnTo>
                    <a:pt x="0" y="339090"/>
                  </a:lnTo>
                  <a:lnTo>
                    <a:pt x="228600" y="339090"/>
                  </a:lnTo>
                  <a:lnTo>
                    <a:pt x="228600" y="326402"/>
                  </a:lnTo>
                  <a:close/>
                </a:path>
                <a:path w="228600" h="349250">
                  <a:moveTo>
                    <a:pt x="228600" y="320052"/>
                  </a:moveTo>
                  <a:lnTo>
                    <a:pt x="0" y="320052"/>
                  </a:lnTo>
                  <a:lnTo>
                    <a:pt x="0" y="326390"/>
                  </a:lnTo>
                  <a:lnTo>
                    <a:pt x="228600" y="326390"/>
                  </a:lnTo>
                  <a:lnTo>
                    <a:pt x="228600" y="320052"/>
                  </a:lnTo>
                  <a:close/>
                </a:path>
                <a:path w="228600" h="349250">
                  <a:moveTo>
                    <a:pt x="228600" y="316242"/>
                  </a:moveTo>
                  <a:lnTo>
                    <a:pt x="0" y="316242"/>
                  </a:lnTo>
                  <a:lnTo>
                    <a:pt x="0" y="320040"/>
                  </a:lnTo>
                  <a:lnTo>
                    <a:pt x="228600" y="320040"/>
                  </a:lnTo>
                  <a:lnTo>
                    <a:pt x="228600" y="316242"/>
                  </a:lnTo>
                  <a:close/>
                </a:path>
                <a:path w="228600" h="349250">
                  <a:moveTo>
                    <a:pt x="228600" y="309892"/>
                  </a:moveTo>
                  <a:lnTo>
                    <a:pt x="0" y="309892"/>
                  </a:lnTo>
                  <a:lnTo>
                    <a:pt x="0" y="316230"/>
                  </a:lnTo>
                  <a:lnTo>
                    <a:pt x="228600" y="316230"/>
                  </a:lnTo>
                  <a:lnTo>
                    <a:pt x="228600" y="309892"/>
                  </a:lnTo>
                  <a:close/>
                </a:path>
                <a:path w="228600" h="349250">
                  <a:moveTo>
                    <a:pt x="228600" y="303542"/>
                  </a:moveTo>
                  <a:lnTo>
                    <a:pt x="0" y="303542"/>
                  </a:lnTo>
                  <a:lnTo>
                    <a:pt x="0" y="309880"/>
                  </a:lnTo>
                  <a:lnTo>
                    <a:pt x="228600" y="309880"/>
                  </a:lnTo>
                  <a:lnTo>
                    <a:pt x="228600" y="303542"/>
                  </a:lnTo>
                  <a:close/>
                </a:path>
                <a:path w="228600" h="349250">
                  <a:moveTo>
                    <a:pt x="228600" y="297192"/>
                  </a:moveTo>
                  <a:lnTo>
                    <a:pt x="0" y="297192"/>
                  </a:lnTo>
                  <a:lnTo>
                    <a:pt x="0" y="303530"/>
                  </a:lnTo>
                  <a:lnTo>
                    <a:pt x="228600" y="303530"/>
                  </a:lnTo>
                  <a:lnTo>
                    <a:pt x="228600" y="297192"/>
                  </a:lnTo>
                  <a:close/>
                </a:path>
                <a:path w="228600" h="349250">
                  <a:moveTo>
                    <a:pt x="228600" y="294652"/>
                  </a:moveTo>
                  <a:lnTo>
                    <a:pt x="0" y="294652"/>
                  </a:lnTo>
                  <a:lnTo>
                    <a:pt x="0" y="297180"/>
                  </a:lnTo>
                  <a:lnTo>
                    <a:pt x="228600" y="297180"/>
                  </a:lnTo>
                  <a:lnTo>
                    <a:pt x="228600" y="294652"/>
                  </a:lnTo>
                  <a:close/>
                </a:path>
                <a:path w="228600" h="349250">
                  <a:moveTo>
                    <a:pt x="228600" y="290842"/>
                  </a:moveTo>
                  <a:lnTo>
                    <a:pt x="0" y="290842"/>
                  </a:lnTo>
                  <a:lnTo>
                    <a:pt x="0" y="294640"/>
                  </a:lnTo>
                  <a:lnTo>
                    <a:pt x="228600" y="294640"/>
                  </a:lnTo>
                  <a:lnTo>
                    <a:pt x="228600" y="290842"/>
                  </a:lnTo>
                  <a:close/>
                </a:path>
                <a:path w="228600" h="349250">
                  <a:moveTo>
                    <a:pt x="228600" y="288302"/>
                  </a:moveTo>
                  <a:lnTo>
                    <a:pt x="0" y="288302"/>
                  </a:lnTo>
                  <a:lnTo>
                    <a:pt x="0" y="290830"/>
                  </a:lnTo>
                  <a:lnTo>
                    <a:pt x="228600" y="290830"/>
                  </a:lnTo>
                  <a:lnTo>
                    <a:pt x="228600" y="288302"/>
                  </a:lnTo>
                  <a:close/>
                </a:path>
                <a:path w="228600" h="349250">
                  <a:moveTo>
                    <a:pt x="228600" y="281952"/>
                  </a:moveTo>
                  <a:lnTo>
                    <a:pt x="0" y="281952"/>
                  </a:lnTo>
                  <a:lnTo>
                    <a:pt x="0" y="288290"/>
                  </a:lnTo>
                  <a:lnTo>
                    <a:pt x="228600" y="288290"/>
                  </a:lnTo>
                  <a:lnTo>
                    <a:pt x="228600" y="281952"/>
                  </a:lnTo>
                  <a:close/>
                </a:path>
                <a:path w="228600" h="349250">
                  <a:moveTo>
                    <a:pt x="228600" y="275602"/>
                  </a:moveTo>
                  <a:lnTo>
                    <a:pt x="0" y="275602"/>
                  </a:lnTo>
                  <a:lnTo>
                    <a:pt x="0" y="281940"/>
                  </a:lnTo>
                  <a:lnTo>
                    <a:pt x="228600" y="281940"/>
                  </a:lnTo>
                  <a:lnTo>
                    <a:pt x="228600" y="275602"/>
                  </a:lnTo>
                  <a:close/>
                </a:path>
                <a:path w="228600" h="349250">
                  <a:moveTo>
                    <a:pt x="228600" y="269252"/>
                  </a:moveTo>
                  <a:lnTo>
                    <a:pt x="0" y="269252"/>
                  </a:lnTo>
                  <a:lnTo>
                    <a:pt x="0" y="275590"/>
                  </a:lnTo>
                  <a:lnTo>
                    <a:pt x="228600" y="275590"/>
                  </a:lnTo>
                  <a:lnTo>
                    <a:pt x="228600" y="269252"/>
                  </a:lnTo>
                  <a:close/>
                </a:path>
                <a:path w="228600" h="349250">
                  <a:moveTo>
                    <a:pt x="228600" y="265442"/>
                  </a:moveTo>
                  <a:lnTo>
                    <a:pt x="0" y="265442"/>
                  </a:lnTo>
                  <a:lnTo>
                    <a:pt x="0" y="269240"/>
                  </a:lnTo>
                  <a:lnTo>
                    <a:pt x="228600" y="269240"/>
                  </a:lnTo>
                  <a:lnTo>
                    <a:pt x="228600" y="265442"/>
                  </a:lnTo>
                  <a:close/>
                </a:path>
                <a:path w="228600" h="349250">
                  <a:moveTo>
                    <a:pt x="228600" y="259092"/>
                  </a:moveTo>
                  <a:lnTo>
                    <a:pt x="0" y="259092"/>
                  </a:lnTo>
                  <a:lnTo>
                    <a:pt x="0" y="265430"/>
                  </a:lnTo>
                  <a:lnTo>
                    <a:pt x="228600" y="265430"/>
                  </a:lnTo>
                  <a:lnTo>
                    <a:pt x="228600" y="259092"/>
                  </a:lnTo>
                  <a:close/>
                </a:path>
                <a:path w="228600" h="349250">
                  <a:moveTo>
                    <a:pt x="228600" y="252742"/>
                  </a:moveTo>
                  <a:lnTo>
                    <a:pt x="0" y="252742"/>
                  </a:lnTo>
                  <a:lnTo>
                    <a:pt x="0" y="259080"/>
                  </a:lnTo>
                  <a:lnTo>
                    <a:pt x="228600" y="259080"/>
                  </a:lnTo>
                  <a:lnTo>
                    <a:pt x="228600" y="252742"/>
                  </a:lnTo>
                  <a:close/>
                </a:path>
                <a:path w="228600" h="349250">
                  <a:moveTo>
                    <a:pt x="228600" y="246392"/>
                  </a:moveTo>
                  <a:lnTo>
                    <a:pt x="0" y="246392"/>
                  </a:lnTo>
                  <a:lnTo>
                    <a:pt x="0" y="252730"/>
                  </a:lnTo>
                  <a:lnTo>
                    <a:pt x="228600" y="252730"/>
                  </a:lnTo>
                  <a:lnTo>
                    <a:pt x="228600" y="246392"/>
                  </a:lnTo>
                  <a:close/>
                </a:path>
                <a:path w="228600" h="349250">
                  <a:moveTo>
                    <a:pt x="22860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228600" y="246380"/>
                  </a:lnTo>
                  <a:lnTo>
                    <a:pt x="228600" y="243852"/>
                  </a:lnTo>
                  <a:close/>
                </a:path>
                <a:path w="228600" h="349250">
                  <a:moveTo>
                    <a:pt x="22860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228600" y="243840"/>
                  </a:lnTo>
                  <a:lnTo>
                    <a:pt x="228600" y="240042"/>
                  </a:lnTo>
                  <a:close/>
                </a:path>
                <a:path w="228600" h="349250">
                  <a:moveTo>
                    <a:pt x="22860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228600" y="240030"/>
                  </a:lnTo>
                  <a:lnTo>
                    <a:pt x="228600" y="237502"/>
                  </a:lnTo>
                  <a:close/>
                </a:path>
                <a:path w="228600" h="349250">
                  <a:moveTo>
                    <a:pt x="22860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228600" y="237490"/>
                  </a:lnTo>
                  <a:lnTo>
                    <a:pt x="228600" y="233692"/>
                  </a:lnTo>
                  <a:close/>
                </a:path>
                <a:path w="228600" h="349250">
                  <a:moveTo>
                    <a:pt x="22860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228600" y="233680"/>
                  </a:lnTo>
                  <a:lnTo>
                    <a:pt x="228600" y="231152"/>
                  </a:lnTo>
                  <a:close/>
                </a:path>
                <a:path w="228600" h="349250">
                  <a:moveTo>
                    <a:pt x="228600" y="224802"/>
                  </a:moveTo>
                  <a:lnTo>
                    <a:pt x="0" y="224802"/>
                  </a:lnTo>
                  <a:lnTo>
                    <a:pt x="0" y="231140"/>
                  </a:lnTo>
                  <a:lnTo>
                    <a:pt x="228600" y="231140"/>
                  </a:lnTo>
                  <a:lnTo>
                    <a:pt x="228600" y="224802"/>
                  </a:lnTo>
                  <a:close/>
                </a:path>
                <a:path w="228600" h="349250">
                  <a:moveTo>
                    <a:pt x="228600" y="218452"/>
                  </a:moveTo>
                  <a:lnTo>
                    <a:pt x="0" y="218452"/>
                  </a:lnTo>
                  <a:lnTo>
                    <a:pt x="0" y="224790"/>
                  </a:lnTo>
                  <a:lnTo>
                    <a:pt x="228600" y="224790"/>
                  </a:lnTo>
                  <a:lnTo>
                    <a:pt x="228600" y="218452"/>
                  </a:lnTo>
                  <a:close/>
                </a:path>
                <a:path w="228600" h="349250">
                  <a:moveTo>
                    <a:pt x="228600" y="212102"/>
                  </a:moveTo>
                  <a:lnTo>
                    <a:pt x="0" y="212102"/>
                  </a:lnTo>
                  <a:lnTo>
                    <a:pt x="0" y="218440"/>
                  </a:lnTo>
                  <a:lnTo>
                    <a:pt x="228600" y="218440"/>
                  </a:lnTo>
                  <a:lnTo>
                    <a:pt x="228600" y="212102"/>
                  </a:lnTo>
                  <a:close/>
                </a:path>
                <a:path w="228600" h="349250">
                  <a:moveTo>
                    <a:pt x="228600" y="208292"/>
                  </a:moveTo>
                  <a:lnTo>
                    <a:pt x="0" y="208292"/>
                  </a:lnTo>
                  <a:lnTo>
                    <a:pt x="0" y="212090"/>
                  </a:lnTo>
                  <a:lnTo>
                    <a:pt x="228600" y="212090"/>
                  </a:lnTo>
                  <a:lnTo>
                    <a:pt x="228600" y="208292"/>
                  </a:lnTo>
                  <a:close/>
                </a:path>
                <a:path w="228600" h="349250">
                  <a:moveTo>
                    <a:pt x="228600" y="201942"/>
                  </a:moveTo>
                  <a:lnTo>
                    <a:pt x="0" y="201942"/>
                  </a:lnTo>
                  <a:lnTo>
                    <a:pt x="0" y="208280"/>
                  </a:lnTo>
                  <a:lnTo>
                    <a:pt x="228600" y="208280"/>
                  </a:lnTo>
                  <a:lnTo>
                    <a:pt x="228600" y="201942"/>
                  </a:lnTo>
                  <a:close/>
                </a:path>
                <a:path w="228600" h="349250">
                  <a:moveTo>
                    <a:pt x="228600" y="195592"/>
                  </a:moveTo>
                  <a:lnTo>
                    <a:pt x="0" y="195592"/>
                  </a:lnTo>
                  <a:lnTo>
                    <a:pt x="0" y="201930"/>
                  </a:lnTo>
                  <a:lnTo>
                    <a:pt x="228600" y="201930"/>
                  </a:lnTo>
                  <a:lnTo>
                    <a:pt x="228600" y="195592"/>
                  </a:lnTo>
                  <a:close/>
                </a:path>
                <a:path w="228600" h="349250">
                  <a:moveTo>
                    <a:pt x="22860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28600" y="195580"/>
                  </a:lnTo>
                  <a:lnTo>
                    <a:pt x="228600" y="189242"/>
                  </a:lnTo>
                  <a:close/>
                </a:path>
                <a:path w="228600" h="349250">
                  <a:moveTo>
                    <a:pt x="228600" y="186702"/>
                  </a:moveTo>
                  <a:lnTo>
                    <a:pt x="0" y="186702"/>
                  </a:lnTo>
                  <a:lnTo>
                    <a:pt x="0" y="189230"/>
                  </a:lnTo>
                  <a:lnTo>
                    <a:pt x="228600" y="189230"/>
                  </a:lnTo>
                  <a:lnTo>
                    <a:pt x="228600" y="186702"/>
                  </a:lnTo>
                  <a:close/>
                </a:path>
                <a:path w="228600" h="349250">
                  <a:moveTo>
                    <a:pt x="228600" y="182892"/>
                  </a:moveTo>
                  <a:lnTo>
                    <a:pt x="0" y="182892"/>
                  </a:lnTo>
                  <a:lnTo>
                    <a:pt x="0" y="186690"/>
                  </a:lnTo>
                  <a:lnTo>
                    <a:pt x="228600" y="186690"/>
                  </a:lnTo>
                  <a:lnTo>
                    <a:pt x="228600" y="182892"/>
                  </a:lnTo>
                  <a:close/>
                </a:path>
                <a:path w="228600" h="349250">
                  <a:moveTo>
                    <a:pt x="228600" y="180352"/>
                  </a:moveTo>
                  <a:lnTo>
                    <a:pt x="0" y="180352"/>
                  </a:lnTo>
                  <a:lnTo>
                    <a:pt x="0" y="182880"/>
                  </a:lnTo>
                  <a:lnTo>
                    <a:pt x="228600" y="182880"/>
                  </a:lnTo>
                  <a:lnTo>
                    <a:pt x="228600" y="180352"/>
                  </a:lnTo>
                  <a:close/>
                </a:path>
                <a:path w="228600" h="349250">
                  <a:moveTo>
                    <a:pt x="228600" y="174002"/>
                  </a:moveTo>
                  <a:lnTo>
                    <a:pt x="0" y="174002"/>
                  </a:lnTo>
                  <a:lnTo>
                    <a:pt x="0" y="180340"/>
                  </a:lnTo>
                  <a:lnTo>
                    <a:pt x="228600" y="180340"/>
                  </a:lnTo>
                  <a:lnTo>
                    <a:pt x="228600" y="174002"/>
                  </a:lnTo>
                  <a:close/>
                </a:path>
                <a:path w="228600" h="349250">
                  <a:moveTo>
                    <a:pt x="228600" y="167652"/>
                  </a:moveTo>
                  <a:lnTo>
                    <a:pt x="0" y="167652"/>
                  </a:lnTo>
                  <a:lnTo>
                    <a:pt x="0" y="173990"/>
                  </a:lnTo>
                  <a:lnTo>
                    <a:pt x="228600" y="173990"/>
                  </a:lnTo>
                  <a:lnTo>
                    <a:pt x="228600" y="167652"/>
                  </a:lnTo>
                  <a:close/>
                </a:path>
                <a:path w="228600" h="349250">
                  <a:moveTo>
                    <a:pt x="228600" y="161302"/>
                  </a:moveTo>
                  <a:lnTo>
                    <a:pt x="0" y="161302"/>
                  </a:lnTo>
                  <a:lnTo>
                    <a:pt x="0" y="167640"/>
                  </a:lnTo>
                  <a:lnTo>
                    <a:pt x="228600" y="167640"/>
                  </a:lnTo>
                  <a:lnTo>
                    <a:pt x="228600" y="161302"/>
                  </a:lnTo>
                  <a:close/>
                </a:path>
                <a:path w="228600" h="349250">
                  <a:moveTo>
                    <a:pt x="228600" y="157492"/>
                  </a:moveTo>
                  <a:lnTo>
                    <a:pt x="0" y="157492"/>
                  </a:lnTo>
                  <a:lnTo>
                    <a:pt x="0" y="161290"/>
                  </a:lnTo>
                  <a:lnTo>
                    <a:pt x="228600" y="161290"/>
                  </a:lnTo>
                  <a:lnTo>
                    <a:pt x="228600" y="157492"/>
                  </a:lnTo>
                  <a:close/>
                </a:path>
                <a:path w="228600" h="349250">
                  <a:moveTo>
                    <a:pt x="22860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28600" y="157480"/>
                  </a:lnTo>
                  <a:lnTo>
                    <a:pt x="228600" y="151142"/>
                  </a:lnTo>
                  <a:close/>
                </a:path>
                <a:path w="228600" h="349250">
                  <a:moveTo>
                    <a:pt x="228600" y="144792"/>
                  </a:moveTo>
                  <a:lnTo>
                    <a:pt x="0" y="144792"/>
                  </a:lnTo>
                  <a:lnTo>
                    <a:pt x="0" y="151130"/>
                  </a:lnTo>
                  <a:lnTo>
                    <a:pt x="228600" y="151130"/>
                  </a:lnTo>
                  <a:lnTo>
                    <a:pt x="228600" y="144792"/>
                  </a:lnTo>
                  <a:close/>
                </a:path>
                <a:path w="228600" h="349250">
                  <a:moveTo>
                    <a:pt x="228600" y="138442"/>
                  </a:moveTo>
                  <a:lnTo>
                    <a:pt x="0" y="138442"/>
                  </a:lnTo>
                  <a:lnTo>
                    <a:pt x="0" y="144780"/>
                  </a:lnTo>
                  <a:lnTo>
                    <a:pt x="228600" y="144780"/>
                  </a:lnTo>
                  <a:lnTo>
                    <a:pt x="228600" y="138442"/>
                  </a:lnTo>
                  <a:close/>
                </a:path>
                <a:path w="228600" h="349250">
                  <a:moveTo>
                    <a:pt x="228600" y="135902"/>
                  </a:moveTo>
                  <a:lnTo>
                    <a:pt x="0" y="135902"/>
                  </a:lnTo>
                  <a:lnTo>
                    <a:pt x="0" y="138430"/>
                  </a:lnTo>
                  <a:lnTo>
                    <a:pt x="228600" y="138430"/>
                  </a:lnTo>
                  <a:lnTo>
                    <a:pt x="228600" y="135902"/>
                  </a:lnTo>
                  <a:close/>
                </a:path>
                <a:path w="228600" h="349250">
                  <a:moveTo>
                    <a:pt x="228600" y="132092"/>
                  </a:moveTo>
                  <a:lnTo>
                    <a:pt x="0" y="132092"/>
                  </a:lnTo>
                  <a:lnTo>
                    <a:pt x="0" y="135890"/>
                  </a:lnTo>
                  <a:lnTo>
                    <a:pt x="228600" y="135890"/>
                  </a:lnTo>
                  <a:lnTo>
                    <a:pt x="228600" y="132092"/>
                  </a:lnTo>
                  <a:close/>
                </a:path>
                <a:path w="228600" h="349250">
                  <a:moveTo>
                    <a:pt x="228600" y="129552"/>
                  </a:moveTo>
                  <a:lnTo>
                    <a:pt x="0" y="129552"/>
                  </a:lnTo>
                  <a:lnTo>
                    <a:pt x="0" y="132080"/>
                  </a:lnTo>
                  <a:lnTo>
                    <a:pt x="228600" y="132080"/>
                  </a:lnTo>
                  <a:lnTo>
                    <a:pt x="228600" y="129552"/>
                  </a:lnTo>
                  <a:close/>
                </a:path>
                <a:path w="228600" h="349250">
                  <a:moveTo>
                    <a:pt x="228600" y="125742"/>
                  </a:moveTo>
                  <a:lnTo>
                    <a:pt x="0" y="125742"/>
                  </a:lnTo>
                  <a:lnTo>
                    <a:pt x="0" y="129540"/>
                  </a:lnTo>
                  <a:lnTo>
                    <a:pt x="228600" y="129540"/>
                  </a:lnTo>
                  <a:lnTo>
                    <a:pt x="228600" y="125742"/>
                  </a:lnTo>
                  <a:close/>
                </a:path>
                <a:path w="228600" h="349250">
                  <a:moveTo>
                    <a:pt x="228600" y="123202"/>
                  </a:moveTo>
                  <a:lnTo>
                    <a:pt x="0" y="123202"/>
                  </a:lnTo>
                  <a:lnTo>
                    <a:pt x="0" y="125730"/>
                  </a:lnTo>
                  <a:lnTo>
                    <a:pt x="228600" y="125730"/>
                  </a:lnTo>
                  <a:lnTo>
                    <a:pt x="228600" y="123202"/>
                  </a:lnTo>
                  <a:close/>
                </a:path>
                <a:path w="228600" h="349250">
                  <a:moveTo>
                    <a:pt x="228600" y="116852"/>
                  </a:moveTo>
                  <a:lnTo>
                    <a:pt x="0" y="116852"/>
                  </a:lnTo>
                  <a:lnTo>
                    <a:pt x="0" y="123190"/>
                  </a:lnTo>
                  <a:lnTo>
                    <a:pt x="228600" y="123190"/>
                  </a:lnTo>
                  <a:lnTo>
                    <a:pt x="228600" y="116852"/>
                  </a:lnTo>
                  <a:close/>
                </a:path>
                <a:path w="228600" h="349250">
                  <a:moveTo>
                    <a:pt x="228600" y="110502"/>
                  </a:moveTo>
                  <a:lnTo>
                    <a:pt x="0" y="110502"/>
                  </a:lnTo>
                  <a:lnTo>
                    <a:pt x="0" y="116840"/>
                  </a:lnTo>
                  <a:lnTo>
                    <a:pt x="228600" y="116840"/>
                  </a:lnTo>
                  <a:lnTo>
                    <a:pt x="228600" y="110502"/>
                  </a:lnTo>
                  <a:close/>
                </a:path>
                <a:path w="228600" h="349250">
                  <a:moveTo>
                    <a:pt x="228600" y="104152"/>
                  </a:moveTo>
                  <a:lnTo>
                    <a:pt x="0" y="104152"/>
                  </a:lnTo>
                  <a:lnTo>
                    <a:pt x="0" y="110490"/>
                  </a:lnTo>
                  <a:lnTo>
                    <a:pt x="228600" y="110490"/>
                  </a:lnTo>
                  <a:lnTo>
                    <a:pt x="228600" y="104152"/>
                  </a:lnTo>
                  <a:close/>
                </a:path>
                <a:path w="228600" h="349250">
                  <a:moveTo>
                    <a:pt x="228600" y="100342"/>
                  </a:moveTo>
                  <a:lnTo>
                    <a:pt x="0" y="100342"/>
                  </a:lnTo>
                  <a:lnTo>
                    <a:pt x="0" y="104140"/>
                  </a:lnTo>
                  <a:lnTo>
                    <a:pt x="228600" y="104140"/>
                  </a:lnTo>
                  <a:lnTo>
                    <a:pt x="228600" y="100342"/>
                  </a:lnTo>
                  <a:close/>
                </a:path>
                <a:path w="228600" h="349250">
                  <a:moveTo>
                    <a:pt x="22860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28600" y="100330"/>
                  </a:lnTo>
                  <a:lnTo>
                    <a:pt x="228600" y="93992"/>
                  </a:lnTo>
                  <a:close/>
                </a:path>
                <a:path w="228600" h="349250">
                  <a:moveTo>
                    <a:pt x="22860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28600" y="93980"/>
                  </a:lnTo>
                  <a:lnTo>
                    <a:pt x="228600" y="87642"/>
                  </a:lnTo>
                  <a:close/>
                </a:path>
                <a:path w="228600" h="349250">
                  <a:moveTo>
                    <a:pt x="228600" y="78752"/>
                  </a:moveTo>
                  <a:lnTo>
                    <a:pt x="0" y="78752"/>
                  </a:lnTo>
                  <a:lnTo>
                    <a:pt x="0" y="87630"/>
                  </a:lnTo>
                  <a:lnTo>
                    <a:pt x="228600" y="87630"/>
                  </a:lnTo>
                  <a:lnTo>
                    <a:pt x="228600" y="78752"/>
                  </a:lnTo>
                  <a:close/>
                </a:path>
                <a:path w="228600" h="349250">
                  <a:moveTo>
                    <a:pt x="228600" y="74942"/>
                  </a:moveTo>
                  <a:lnTo>
                    <a:pt x="0" y="74942"/>
                  </a:lnTo>
                  <a:lnTo>
                    <a:pt x="0" y="78740"/>
                  </a:lnTo>
                  <a:lnTo>
                    <a:pt x="228600" y="78740"/>
                  </a:lnTo>
                  <a:lnTo>
                    <a:pt x="228600" y="74942"/>
                  </a:lnTo>
                  <a:close/>
                </a:path>
                <a:path w="228600" h="349250">
                  <a:moveTo>
                    <a:pt x="228600" y="72402"/>
                  </a:moveTo>
                  <a:lnTo>
                    <a:pt x="0" y="72402"/>
                  </a:lnTo>
                  <a:lnTo>
                    <a:pt x="0" y="74930"/>
                  </a:lnTo>
                  <a:lnTo>
                    <a:pt x="228600" y="74930"/>
                  </a:lnTo>
                  <a:lnTo>
                    <a:pt x="228600" y="72402"/>
                  </a:lnTo>
                  <a:close/>
                </a:path>
                <a:path w="228600" h="349250">
                  <a:moveTo>
                    <a:pt x="228600" y="66052"/>
                  </a:moveTo>
                  <a:lnTo>
                    <a:pt x="0" y="66052"/>
                  </a:lnTo>
                  <a:lnTo>
                    <a:pt x="0" y="72390"/>
                  </a:lnTo>
                  <a:lnTo>
                    <a:pt x="228600" y="72390"/>
                  </a:lnTo>
                  <a:lnTo>
                    <a:pt x="228600" y="66052"/>
                  </a:lnTo>
                  <a:close/>
                </a:path>
                <a:path w="228600" h="349250">
                  <a:moveTo>
                    <a:pt x="228600" y="59702"/>
                  </a:moveTo>
                  <a:lnTo>
                    <a:pt x="0" y="59702"/>
                  </a:lnTo>
                  <a:lnTo>
                    <a:pt x="0" y="66040"/>
                  </a:lnTo>
                  <a:lnTo>
                    <a:pt x="228600" y="66040"/>
                  </a:lnTo>
                  <a:lnTo>
                    <a:pt x="228600" y="59702"/>
                  </a:lnTo>
                  <a:close/>
                </a:path>
                <a:path w="228600" h="349250">
                  <a:moveTo>
                    <a:pt x="228600" y="53352"/>
                  </a:moveTo>
                  <a:lnTo>
                    <a:pt x="0" y="53352"/>
                  </a:lnTo>
                  <a:lnTo>
                    <a:pt x="0" y="59690"/>
                  </a:lnTo>
                  <a:lnTo>
                    <a:pt x="228600" y="59690"/>
                  </a:lnTo>
                  <a:lnTo>
                    <a:pt x="228600" y="53352"/>
                  </a:lnTo>
                  <a:close/>
                </a:path>
                <a:path w="228600" h="349250">
                  <a:moveTo>
                    <a:pt x="228600" y="49542"/>
                  </a:moveTo>
                  <a:lnTo>
                    <a:pt x="0" y="49542"/>
                  </a:lnTo>
                  <a:lnTo>
                    <a:pt x="0" y="53340"/>
                  </a:lnTo>
                  <a:lnTo>
                    <a:pt x="228600" y="53340"/>
                  </a:lnTo>
                  <a:lnTo>
                    <a:pt x="228600" y="49542"/>
                  </a:lnTo>
                  <a:close/>
                </a:path>
                <a:path w="228600" h="349250">
                  <a:moveTo>
                    <a:pt x="22860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28600" y="49530"/>
                  </a:lnTo>
                  <a:lnTo>
                    <a:pt x="228600" y="43192"/>
                  </a:lnTo>
                  <a:close/>
                </a:path>
                <a:path w="228600" h="349250">
                  <a:moveTo>
                    <a:pt x="22860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28600" y="43180"/>
                  </a:lnTo>
                  <a:lnTo>
                    <a:pt x="228600" y="36842"/>
                  </a:lnTo>
                  <a:close/>
                </a:path>
                <a:path w="228600" h="349250">
                  <a:moveTo>
                    <a:pt x="22860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28600" y="36830"/>
                  </a:lnTo>
                  <a:lnTo>
                    <a:pt x="228600" y="30492"/>
                  </a:lnTo>
                  <a:close/>
                </a:path>
                <a:path w="228600" h="349250">
                  <a:moveTo>
                    <a:pt x="228600" y="27952"/>
                  </a:moveTo>
                  <a:lnTo>
                    <a:pt x="0" y="27952"/>
                  </a:lnTo>
                  <a:lnTo>
                    <a:pt x="0" y="30480"/>
                  </a:lnTo>
                  <a:lnTo>
                    <a:pt x="228600" y="30480"/>
                  </a:lnTo>
                  <a:lnTo>
                    <a:pt x="228600" y="27952"/>
                  </a:lnTo>
                  <a:close/>
                </a:path>
                <a:path w="228600" h="349250">
                  <a:moveTo>
                    <a:pt x="228600" y="24142"/>
                  </a:moveTo>
                  <a:lnTo>
                    <a:pt x="0" y="24142"/>
                  </a:lnTo>
                  <a:lnTo>
                    <a:pt x="0" y="27940"/>
                  </a:lnTo>
                  <a:lnTo>
                    <a:pt x="228600" y="27940"/>
                  </a:lnTo>
                  <a:lnTo>
                    <a:pt x="228600" y="24142"/>
                  </a:lnTo>
                  <a:close/>
                </a:path>
                <a:path w="228600" h="349250">
                  <a:moveTo>
                    <a:pt x="228600" y="15252"/>
                  </a:moveTo>
                  <a:lnTo>
                    <a:pt x="0" y="15252"/>
                  </a:lnTo>
                  <a:lnTo>
                    <a:pt x="0" y="24130"/>
                  </a:lnTo>
                  <a:lnTo>
                    <a:pt x="228600" y="24130"/>
                  </a:lnTo>
                  <a:lnTo>
                    <a:pt x="228600" y="15252"/>
                  </a:lnTo>
                  <a:close/>
                </a:path>
                <a:path w="228600" h="349250">
                  <a:moveTo>
                    <a:pt x="22860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228600" y="15240"/>
                  </a:lnTo>
                  <a:lnTo>
                    <a:pt x="228600" y="8902"/>
                  </a:lnTo>
                  <a:close/>
                </a:path>
                <a:path w="228600" h="349250">
                  <a:moveTo>
                    <a:pt x="22860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228600" y="8890"/>
                  </a:lnTo>
                  <a:lnTo>
                    <a:pt x="228600" y="2552"/>
                  </a:lnTo>
                  <a:close/>
                </a:path>
                <a:path w="228600" h="349250">
                  <a:moveTo>
                    <a:pt x="22860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28600" y="2540"/>
                  </a:lnTo>
                  <a:lnTo>
                    <a:pt x="228600" y="0"/>
                  </a:lnTo>
                  <a:close/>
                </a:path>
              </a:pathLst>
            </a:custGeom>
            <a:solidFill>
              <a:srgbClr val="C2C2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861820" y="5561329"/>
              <a:ext cx="229870" cy="349250"/>
            </a:xfrm>
            <a:custGeom>
              <a:avLst/>
              <a:gdLst/>
              <a:ahLst/>
              <a:cxnLst/>
              <a:rect l="l" t="t" r="r" b="b"/>
              <a:pathLst>
                <a:path w="229869" h="349250">
                  <a:moveTo>
                    <a:pt x="229870" y="347992"/>
                  </a:moveTo>
                  <a:lnTo>
                    <a:pt x="0" y="347992"/>
                  </a:lnTo>
                  <a:lnTo>
                    <a:pt x="0" y="349250"/>
                  </a:lnTo>
                  <a:lnTo>
                    <a:pt x="229870" y="349250"/>
                  </a:lnTo>
                  <a:lnTo>
                    <a:pt x="229870" y="347992"/>
                  </a:lnTo>
                  <a:close/>
                </a:path>
                <a:path w="229869" h="349250">
                  <a:moveTo>
                    <a:pt x="229870" y="345452"/>
                  </a:moveTo>
                  <a:lnTo>
                    <a:pt x="0" y="345452"/>
                  </a:lnTo>
                  <a:lnTo>
                    <a:pt x="0" y="347980"/>
                  </a:lnTo>
                  <a:lnTo>
                    <a:pt x="229870" y="347980"/>
                  </a:lnTo>
                  <a:lnTo>
                    <a:pt x="229870" y="345452"/>
                  </a:lnTo>
                  <a:close/>
                </a:path>
                <a:path w="229869" h="349250">
                  <a:moveTo>
                    <a:pt x="229870" y="341642"/>
                  </a:moveTo>
                  <a:lnTo>
                    <a:pt x="0" y="341642"/>
                  </a:lnTo>
                  <a:lnTo>
                    <a:pt x="0" y="345440"/>
                  </a:lnTo>
                  <a:lnTo>
                    <a:pt x="229870" y="345440"/>
                  </a:lnTo>
                  <a:lnTo>
                    <a:pt x="229870" y="341642"/>
                  </a:lnTo>
                  <a:close/>
                </a:path>
                <a:path w="229869" h="349250">
                  <a:moveTo>
                    <a:pt x="229870" y="339102"/>
                  </a:moveTo>
                  <a:lnTo>
                    <a:pt x="0" y="339102"/>
                  </a:lnTo>
                  <a:lnTo>
                    <a:pt x="0" y="341630"/>
                  </a:lnTo>
                  <a:lnTo>
                    <a:pt x="229870" y="341630"/>
                  </a:lnTo>
                  <a:lnTo>
                    <a:pt x="229870" y="339102"/>
                  </a:lnTo>
                  <a:close/>
                </a:path>
                <a:path w="229869" h="349250">
                  <a:moveTo>
                    <a:pt x="229870" y="326402"/>
                  </a:moveTo>
                  <a:lnTo>
                    <a:pt x="0" y="326402"/>
                  </a:lnTo>
                  <a:lnTo>
                    <a:pt x="0" y="339090"/>
                  </a:lnTo>
                  <a:lnTo>
                    <a:pt x="229870" y="339090"/>
                  </a:lnTo>
                  <a:lnTo>
                    <a:pt x="229870" y="326402"/>
                  </a:lnTo>
                  <a:close/>
                </a:path>
                <a:path w="229869" h="349250">
                  <a:moveTo>
                    <a:pt x="229870" y="320052"/>
                  </a:moveTo>
                  <a:lnTo>
                    <a:pt x="0" y="320052"/>
                  </a:lnTo>
                  <a:lnTo>
                    <a:pt x="0" y="326390"/>
                  </a:lnTo>
                  <a:lnTo>
                    <a:pt x="229870" y="326390"/>
                  </a:lnTo>
                  <a:lnTo>
                    <a:pt x="229870" y="320052"/>
                  </a:lnTo>
                  <a:close/>
                </a:path>
                <a:path w="229869" h="349250">
                  <a:moveTo>
                    <a:pt x="229870" y="316242"/>
                  </a:moveTo>
                  <a:lnTo>
                    <a:pt x="0" y="316242"/>
                  </a:lnTo>
                  <a:lnTo>
                    <a:pt x="0" y="320040"/>
                  </a:lnTo>
                  <a:lnTo>
                    <a:pt x="229870" y="320040"/>
                  </a:lnTo>
                  <a:lnTo>
                    <a:pt x="229870" y="316242"/>
                  </a:lnTo>
                  <a:close/>
                </a:path>
                <a:path w="229869" h="349250">
                  <a:moveTo>
                    <a:pt x="229870" y="309892"/>
                  </a:moveTo>
                  <a:lnTo>
                    <a:pt x="0" y="309892"/>
                  </a:lnTo>
                  <a:lnTo>
                    <a:pt x="0" y="316230"/>
                  </a:lnTo>
                  <a:lnTo>
                    <a:pt x="229870" y="316230"/>
                  </a:lnTo>
                  <a:lnTo>
                    <a:pt x="229870" y="309892"/>
                  </a:lnTo>
                  <a:close/>
                </a:path>
                <a:path w="229869" h="349250">
                  <a:moveTo>
                    <a:pt x="229870" y="303542"/>
                  </a:moveTo>
                  <a:lnTo>
                    <a:pt x="0" y="303542"/>
                  </a:lnTo>
                  <a:lnTo>
                    <a:pt x="0" y="309880"/>
                  </a:lnTo>
                  <a:lnTo>
                    <a:pt x="229870" y="309880"/>
                  </a:lnTo>
                  <a:lnTo>
                    <a:pt x="229870" y="303542"/>
                  </a:lnTo>
                  <a:close/>
                </a:path>
                <a:path w="229869" h="349250">
                  <a:moveTo>
                    <a:pt x="229870" y="297192"/>
                  </a:moveTo>
                  <a:lnTo>
                    <a:pt x="0" y="297192"/>
                  </a:lnTo>
                  <a:lnTo>
                    <a:pt x="0" y="303530"/>
                  </a:lnTo>
                  <a:lnTo>
                    <a:pt x="229870" y="303530"/>
                  </a:lnTo>
                  <a:lnTo>
                    <a:pt x="229870" y="297192"/>
                  </a:lnTo>
                  <a:close/>
                </a:path>
                <a:path w="229869" h="349250">
                  <a:moveTo>
                    <a:pt x="229870" y="294652"/>
                  </a:moveTo>
                  <a:lnTo>
                    <a:pt x="0" y="294652"/>
                  </a:lnTo>
                  <a:lnTo>
                    <a:pt x="0" y="297180"/>
                  </a:lnTo>
                  <a:lnTo>
                    <a:pt x="229870" y="297180"/>
                  </a:lnTo>
                  <a:lnTo>
                    <a:pt x="229870" y="294652"/>
                  </a:lnTo>
                  <a:close/>
                </a:path>
                <a:path w="229869" h="349250">
                  <a:moveTo>
                    <a:pt x="229870" y="290842"/>
                  </a:moveTo>
                  <a:lnTo>
                    <a:pt x="0" y="290842"/>
                  </a:lnTo>
                  <a:lnTo>
                    <a:pt x="0" y="294640"/>
                  </a:lnTo>
                  <a:lnTo>
                    <a:pt x="229870" y="294640"/>
                  </a:lnTo>
                  <a:lnTo>
                    <a:pt x="229870" y="290842"/>
                  </a:lnTo>
                  <a:close/>
                </a:path>
                <a:path w="229869" h="349250">
                  <a:moveTo>
                    <a:pt x="229870" y="288302"/>
                  </a:moveTo>
                  <a:lnTo>
                    <a:pt x="0" y="288302"/>
                  </a:lnTo>
                  <a:lnTo>
                    <a:pt x="0" y="290830"/>
                  </a:lnTo>
                  <a:lnTo>
                    <a:pt x="229870" y="290830"/>
                  </a:lnTo>
                  <a:lnTo>
                    <a:pt x="229870" y="288302"/>
                  </a:lnTo>
                  <a:close/>
                </a:path>
                <a:path w="229869" h="349250">
                  <a:moveTo>
                    <a:pt x="229870" y="281952"/>
                  </a:moveTo>
                  <a:lnTo>
                    <a:pt x="0" y="281952"/>
                  </a:lnTo>
                  <a:lnTo>
                    <a:pt x="0" y="288290"/>
                  </a:lnTo>
                  <a:lnTo>
                    <a:pt x="229870" y="288290"/>
                  </a:lnTo>
                  <a:lnTo>
                    <a:pt x="229870" y="281952"/>
                  </a:lnTo>
                  <a:close/>
                </a:path>
                <a:path w="229869" h="349250">
                  <a:moveTo>
                    <a:pt x="229870" y="275602"/>
                  </a:moveTo>
                  <a:lnTo>
                    <a:pt x="0" y="275602"/>
                  </a:lnTo>
                  <a:lnTo>
                    <a:pt x="0" y="281940"/>
                  </a:lnTo>
                  <a:lnTo>
                    <a:pt x="229870" y="281940"/>
                  </a:lnTo>
                  <a:lnTo>
                    <a:pt x="229870" y="275602"/>
                  </a:lnTo>
                  <a:close/>
                </a:path>
                <a:path w="229869" h="349250">
                  <a:moveTo>
                    <a:pt x="229870" y="269252"/>
                  </a:moveTo>
                  <a:lnTo>
                    <a:pt x="0" y="269252"/>
                  </a:lnTo>
                  <a:lnTo>
                    <a:pt x="0" y="275590"/>
                  </a:lnTo>
                  <a:lnTo>
                    <a:pt x="229870" y="275590"/>
                  </a:lnTo>
                  <a:lnTo>
                    <a:pt x="229870" y="269252"/>
                  </a:lnTo>
                  <a:close/>
                </a:path>
                <a:path w="229869" h="349250">
                  <a:moveTo>
                    <a:pt x="229870" y="265442"/>
                  </a:moveTo>
                  <a:lnTo>
                    <a:pt x="0" y="265442"/>
                  </a:lnTo>
                  <a:lnTo>
                    <a:pt x="0" y="269240"/>
                  </a:lnTo>
                  <a:lnTo>
                    <a:pt x="229870" y="269240"/>
                  </a:lnTo>
                  <a:lnTo>
                    <a:pt x="229870" y="265442"/>
                  </a:lnTo>
                  <a:close/>
                </a:path>
                <a:path w="229869" h="349250">
                  <a:moveTo>
                    <a:pt x="229870" y="259092"/>
                  </a:moveTo>
                  <a:lnTo>
                    <a:pt x="0" y="259092"/>
                  </a:lnTo>
                  <a:lnTo>
                    <a:pt x="0" y="265430"/>
                  </a:lnTo>
                  <a:lnTo>
                    <a:pt x="229870" y="265430"/>
                  </a:lnTo>
                  <a:lnTo>
                    <a:pt x="229870" y="259092"/>
                  </a:lnTo>
                  <a:close/>
                </a:path>
                <a:path w="229869" h="349250">
                  <a:moveTo>
                    <a:pt x="229870" y="252742"/>
                  </a:moveTo>
                  <a:lnTo>
                    <a:pt x="0" y="252742"/>
                  </a:lnTo>
                  <a:lnTo>
                    <a:pt x="0" y="259080"/>
                  </a:lnTo>
                  <a:lnTo>
                    <a:pt x="229870" y="259080"/>
                  </a:lnTo>
                  <a:lnTo>
                    <a:pt x="229870" y="252742"/>
                  </a:lnTo>
                  <a:close/>
                </a:path>
                <a:path w="229869" h="349250">
                  <a:moveTo>
                    <a:pt x="229870" y="246392"/>
                  </a:moveTo>
                  <a:lnTo>
                    <a:pt x="0" y="246392"/>
                  </a:lnTo>
                  <a:lnTo>
                    <a:pt x="0" y="252730"/>
                  </a:lnTo>
                  <a:lnTo>
                    <a:pt x="229870" y="252730"/>
                  </a:lnTo>
                  <a:lnTo>
                    <a:pt x="229870" y="246392"/>
                  </a:lnTo>
                  <a:close/>
                </a:path>
                <a:path w="229869" h="349250">
                  <a:moveTo>
                    <a:pt x="22987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229870" y="246380"/>
                  </a:lnTo>
                  <a:lnTo>
                    <a:pt x="229870" y="243852"/>
                  </a:lnTo>
                  <a:close/>
                </a:path>
                <a:path w="229869" h="349250">
                  <a:moveTo>
                    <a:pt x="22987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229870" y="243840"/>
                  </a:lnTo>
                  <a:lnTo>
                    <a:pt x="229870" y="240042"/>
                  </a:lnTo>
                  <a:close/>
                </a:path>
                <a:path w="229869" h="349250">
                  <a:moveTo>
                    <a:pt x="22987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229870" y="240030"/>
                  </a:lnTo>
                  <a:lnTo>
                    <a:pt x="229870" y="237502"/>
                  </a:lnTo>
                  <a:close/>
                </a:path>
                <a:path w="229869" h="349250">
                  <a:moveTo>
                    <a:pt x="22987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229870" y="237490"/>
                  </a:lnTo>
                  <a:lnTo>
                    <a:pt x="229870" y="233692"/>
                  </a:lnTo>
                  <a:close/>
                </a:path>
                <a:path w="229869" h="349250">
                  <a:moveTo>
                    <a:pt x="22987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229870" y="233680"/>
                  </a:lnTo>
                  <a:lnTo>
                    <a:pt x="229870" y="231152"/>
                  </a:lnTo>
                  <a:close/>
                </a:path>
                <a:path w="229869" h="349250">
                  <a:moveTo>
                    <a:pt x="229870" y="224802"/>
                  </a:moveTo>
                  <a:lnTo>
                    <a:pt x="0" y="224802"/>
                  </a:lnTo>
                  <a:lnTo>
                    <a:pt x="0" y="231140"/>
                  </a:lnTo>
                  <a:lnTo>
                    <a:pt x="229870" y="231140"/>
                  </a:lnTo>
                  <a:lnTo>
                    <a:pt x="229870" y="224802"/>
                  </a:lnTo>
                  <a:close/>
                </a:path>
                <a:path w="229869" h="349250">
                  <a:moveTo>
                    <a:pt x="229870" y="218452"/>
                  </a:moveTo>
                  <a:lnTo>
                    <a:pt x="0" y="218452"/>
                  </a:lnTo>
                  <a:lnTo>
                    <a:pt x="0" y="224790"/>
                  </a:lnTo>
                  <a:lnTo>
                    <a:pt x="229870" y="224790"/>
                  </a:lnTo>
                  <a:lnTo>
                    <a:pt x="229870" y="218452"/>
                  </a:lnTo>
                  <a:close/>
                </a:path>
                <a:path w="229869" h="349250">
                  <a:moveTo>
                    <a:pt x="229870" y="212102"/>
                  </a:moveTo>
                  <a:lnTo>
                    <a:pt x="0" y="212102"/>
                  </a:lnTo>
                  <a:lnTo>
                    <a:pt x="0" y="218440"/>
                  </a:lnTo>
                  <a:lnTo>
                    <a:pt x="229870" y="218440"/>
                  </a:lnTo>
                  <a:lnTo>
                    <a:pt x="229870" y="212102"/>
                  </a:lnTo>
                  <a:close/>
                </a:path>
                <a:path w="229869" h="349250">
                  <a:moveTo>
                    <a:pt x="229870" y="208292"/>
                  </a:moveTo>
                  <a:lnTo>
                    <a:pt x="0" y="208292"/>
                  </a:lnTo>
                  <a:lnTo>
                    <a:pt x="0" y="212090"/>
                  </a:lnTo>
                  <a:lnTo>
                    <a:pt x="229870" y="212090"/>
                  </a:lnTo>
                  <a:lnTo>
                    <a:pt x="229870" y="208292"/>
                  </a:lnTo>
                  <a:close/>
                </a:path>
                <a:path w="229869" h="349250">
                  <a:moveTo>
                    <a:pt x="229870" y="201942"/>
                  </a:moveTo>
                  <a:lnTo>
                    <a:pt x="0" y="201942"/>
                  </a:lnTo>
                  <a:lnTo>
                    <a:pt x="0" y="208280"/>
                  </a:lnTo>
                  <a:lnTo>
                    <a:pt x="229870" y="208280"/>
                  </a:lnTo>
                  <a:lnTo>
                    <a:pt x="229870" y="201942"/>
                  </a:lnTo>
                  <a:close/>
                </a:path>
                <a:path w="229869" h="349250">
                  <a:moveTo>
                    <a:pt x="229870" y="195592"/>
                  </a:moveTo>
                  <a:lnTo>
                    <a:pt x="0" y="195592"/>
                  </a:lnTo>
                  <a:lnTo>
                    <a:pt x="0" y="201930"/>
                  </a:lnTo>
                  <a:lnTo>
                    <a:pt x="229870" y="201930"/>
                  </a:lnTo>
                  <a:lnTo>
                    <a:pt x="229870" y="195592"/>
                  </a:lnTo>
                  <a:close/>
                </a:path>
                <a:path w="229869" h="349250">
                  <a:moveTo>
                    <a:pt x="22987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29870" y="195580"/>
                  </a:lnTo>
                  <a:lnTo>
                    <a:pt x="229870" y="189242"/>
                  </a:lnTo>
                  <a:close/>
                </a:path>
                <a:path w="229869" h="349250">
                  <a:moveTo>
                    <a:pt x="229870" y="186702"/>
                  </a:moveTo>
                  <a:lnTo>
                    <a:pt x="0" y="186702"/>
                  </a:lnTo>
                  <a:lnTo>
                    <a:pt x="0" y="189230"/>
                  </a:lnTo>
                  <a:lnTo>
                    <a:pt x="229870" y="189230"/>
                  </a:lnTo>
                  <a:lnTo>
                    <a:pt x="229870" y="186702"/>
                  </a:lnTo>
                  <a:close/>
                </a:path>
                <a:path w="229869" h="349250">
                  <a:moveTo>
                    <a:pt x="229870" y="182892"/>
                  </a:moveTo>
                  <a:lnTo>
                    <a:pt x="0" y="182892"/>
                  </a:lnTo>
                  <a:lnTo>
                    <a:pt x="0" y="186690"/>
                  </a:lnTo>
                  <a:lnTo>
                    <a:pt x="229870" y="186690"/>
                  </a:lnTo>
                  <a:lnTo>
                    <a:pt x="229870" y="182892"/>
                  </a:lnTo>
                  <a:close/>
                </a:path>
                <a:path w="229869" h="349250">
                  <a:moveTo>
                    <a:pt x="229870" y="180352"/>
                  </a:moveTo>
                  <a:lnTo>
                    <a:pt x="0" y="180352"/>
                  </a:lnTo>
                  <a:lnTo>
                    <a:pt x="0" y="182880"/>
                  </a:lnTo>
                  <a:lnTo>
                    <a:pt x="229870" y="182880"/>
                  </a:lnTo>
                  <a:lnTo>
                    <a:pt x="229870" y="180352"/>
                  </a:lnTo>
                  <a:close/>
                </a:path>
                <a:path w="229869" h="349250">
                  <a:moveTo>
                    <a:pt x="229870" y="174002"/>
                  </a:moveTo>
                  <a:lnTo>
                    <a:pt x="0" y="174002"/>
                  </a:lnTo>
                  <a:lnTo>
                    <a:pt x="0" y="180340"/>
                  </a:lnTo>
                  <a:lnTo>
                    <a:pt x="229870" y="180340"/>
                  </a:lnTo>
                  <a:lnTo>
                    <a:pt x="229870" y="174002"/>
                  </a:lnTo>
                  <a:close/>
                </a:path>
                <a:path w="229869" h="349250">
                  <a:moveTo>
                    <a:pt x="229870" y="167652"/>
                  </a:moveTo>
                  <a:lnTo>
                    <a:pt x="0" y="167652"/>
                  </a:lnTo>
                  <a:lnTo>
                    <a:pt x="0" y="173990"/>
                  </a:lnTo>
                  <a:lnTo>
                    <a:pt x="229870" y="173990"/>
                  </a:lnTo>
                  <a:lnTo>
                    <a:pt x="229870" y="167652"/>
                  </a:lnTo>
                  <a:close/>
                </a:path>
                <a:path w="229869" h="349250">
                  <a:moveTo>
                    <a:pt x="229870" y="161302"/>
                  </a:moveTo>
                  <a:lnTo>
                    <a:pt x="0" y="161302"/>
                  </a:lnTo>
                  <a:lnTo>
                    <a:pt x="0" y="167640"/>
                  </a:lnTo>
                  <a:lnTo>
                    <a:pt x="229870" y="167640"/>
                  </a:lnTo>
                  <a:lnTo>
                    <a:pt x="229870" y="161302"/>
                  </a:lnTo>
                  <a:close/>
                </a:path>
                <a:path w="229869" h="349250">
                  <a:moveTo>
                    <a:pt x="229870" y="157492"/>
                  </a:moveTo>
                  <a:lnTo>
                    <a:pt x="0" y="157492"/>
                  </a:lnTo>
                  <a:lnTo>
                    <a:pt x="0" y="161290"/>
                  </a:lnTo>
                  <a:lnTo>
                    <a:pt x="229870" y="161290"/>
                  </a:lnTo>
                  <a:lnTo>
                    <a:pt x="229870" y="157492"/>
                  </a:lnTo>
                  <a:close/>
                </a:path>
                <a:path w="229869" h="349250">
                  <a:moveTo>
                    <a:pt x="22987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29870" y="157480"/>
                  </a:lnTo>
                  <a:lnTo>
                    <a:pt x="229870" y="151142"/>
                  </a:lnTo>
                  <a:close/>
                </a:path>
                <a:path w="229869" h="349250">
                  <a:moveTo>
                    <a:pt x="229870" y="144792"/>
                  </a:moveTo>
                  <a:lnTo>
                    <a:pt x="0" y="144792"/>
                  </a:lnTo>
                  <a:lnTo>
                    <a:pt x="0" y="151130"/>
                  </a:lnTo>
                  <a:lnTo>
                    <a:pt x="229870" y="151130"/>
                  </a:lnTo>
                  <a:lnTo>
                    <a:pt x="229870" y="144792"/>
                  </a:lnTo>
                  <a:close/>
                </a:path>
                <a:path w="229869" h="349250">
                  <a:moveTo>
                    <a:pt x="229870" y="138442"/>
                  </a:moveTo>
                  <a:lnTo>
                    <a:pt x="0" y="138442"/>
                  </a:lnTo>
                  <a:lnTo>
                    <a:pt x="0" y="144780"/>
                  </a:lnTo>
                  <a:lnTo>
                    <a:pt x="229870" y="144780"/>
                  </a:lnTo>
                  <a:lnTo>
                    <a:pt x="229870" y="138442"/>
                  </a:lnTo>
                  <a:close/>
                </a:path>
                <a:path w="229869" h="349250">
                  <a:moveTo>
                    <a:pt x="229870" y="135902"/>
                  </a:moveTo>
                  <a:lnTo>
                    <a:pt x="0" y="135902"/>
                  </a:lnTo>
                  <a:lnTo>
                    <a:pt x="0" y="138430"/>
                  </a:lnTo>
                  <a:lnTo>
                    <a:pt x="229870" y="138430"/>
                  </a:lnTo>
                  <a:lnTo>
                    <a:pt x="229870" y="135902"/>
                  </a:lnTo>
                  <a:close/>
                </a:path>
                <a:path w="229869" h="349250">
                  <a:moveTo>
                    <a:pt x="229870" y="132092"/>
                  </a:moveTo>
                  <a:lnTo>
                    <a:pt x="0" y="132092"/>
                  </a:lnTo>
                  <a:lnTo>
                    <a:pt x="0" y="135890"/>
                  </a:lnTo>
                  <a:lnTo>
                    <a:pt x="229870" y="135890"/>
                  </a:lnTo>
                  <a:lnTo>
                    <a:pt x="229870" y="132092"/>
                  </a:lnTo>
                  <a:close/>
                </a:path>
                <a:path w="229869" h="349250">
                  <a:moveTo>
                    <a:pt x="229870" y="129552"/>
                  </a:moveTo>
                  <a:lnTo>
                    <a:pt x="0" y="129552"/>
                  </a:lnTo>
                  <a:lnTo>
                    <a:pt x="0" y="132080"/>
                  </a:lnTo>
                  <a:lnTo>
                    <a:pt x="229870" y="132080"/>
                  </a:lnTo>
                  <a:lnTo>
                    <a:pt x="229870" y="129552"/>
                  </a:lnTo>
                  <a:close/>
                </a:path>
                <a:path w="229869" h="349250">
                  <a:moveTo>
                    <a:pt x="229870" y="125742"/>
                  </a:moveTo>
                  <a:lnTo>
                    <a:pt x="0" y="125742"/>
                  </a:lnTo>
                  <a:lnTo>
                    <a:pt x="0" y="129540"/>
                  </a:lnTo>
                  <a:lnTo>
                    <a:pt x="229870" y="129540"/>
                  </a:lnTo>
                  <a:lnTo>
                    <a:pt x="229870" y="125742"/>
                  </a:lnTo>
                  <a:close/>
                </a:path>
                <a:path w="229869" h="349250">
                  <a:moveTo>
                    <a:pt x="229870" y="123202"/>
                  </a:moveTo>
                  <a:lnTo>
                    <a:pt x="0" y="123202"/>
                  </a:lnTo>
                  <a:lnTo>
                    <a:pt x="0" y="125730"/>
                  </a:lnTo>
                  <a:lnTo>
                    <a:pt x="229870" y="125730"/>
                  </a:lnTo>
                  <a:lnTo>
                    <a:pt x="229870" y="123202"/>
                  </a:lnTo>
                  <a:close/>
                </a:path>
                <a:path w="229869" h="349250">
                  <a:moveTo>
                    <a:pt x="229870" y="116852"/>
                  </a:moveTo>
                  <a:lnTo>
                    <a:pt x="0" y="116852"/>
                  </a:lnTo>
                  <a:lnTo>
                    <a:pt x="0" y="123190"/>
                  </a:lnTo>
                  <a:lnTo>
                    <a:pt x="229870" y="123190"/>
                  </a:lnTo>
                  <a:lnTo>
                    <a:pt x="229870" y="116852"/>
                  </a:lnTo>
                  <a:close/>
                </a:path>
                <a:path w="229869" h="349250">
                  <a:moveTo>
                    <a:pt x="229870" y="110502"/>
                  </a:moveTo>
                  <a:lnTo>
                    <a:pt x="0" y="110502"/>
                  </a:lnTo>
                  <a:lnTo>
                    <a:pt x="0" y="116840"/>
                  </a:lnTo>
                  <a:lnTo>
                    <a:pt x="229870" y="116840"/>
                  </a:lnTo>
                  <a:lnTo>
                    <a:pt x="229870" y="110502"/>
                  </a:lnTo>
                  <a:close/>
                </a:path>
                <a:path w="229869" h="349250">
                  <a:moveTo>
                    <a:pt x="229870" y="104152"/>
                  </a:moveTo>
                  <a:lnTo>
                    <a:pt x="0" y="104152"/>
                  </a:lnTo>
                  <a:lnTo>
                    <a:pt x="0" y="110490"/>
                  </a:lnTo>
                  <a:lnTo>
                    <a:pt x="229870" y="110490"/>
                  </a:lnTo>
                  <a:lnTo>
                    <a:pt x="229870" y="104152"/>
                  </a:lnTo>
                  <a:close/>
                </a:path>
                <a:path w="229869" h="349250">
                  <a:moveTo>
                    <a:pt x="229870" y="100342"/>
                  </a:moveTo>
                  <a:lnTo>
                    <a:pt x="0" y="100342"/>
                  </a:lnTo>
                  <a:lnTo>
                    <a:pt x="0" y="104140"/>
                  </a:lnTo>
                  <a:lnTo>
                    <a:pt x="229870" y="104140"/>
                  </a:lnTo>
                  <a:lnTo>
                    <a:pt x="229870" y="100342"/>
                  </a:lnTo>
                  <a:close/>
                </a:path>
                <a:path w="229869" h="349250">
                  <a:moveTo>
                    <a:pt x="22987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29870" y="100330"/>
                  </a:lnTo>
                  <a:lnTo>
                    <a:pt x="229870" y="93992"/>
                  </a:lnTo>
                  <a:close/>
                </a:path>
                <a:path w="229869" h="349250">
                  <a:moveTo>
                    <a:pt x="22987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29870" y="93980"/>
                  </a:lnTo>
                  <a:lnTo>
                    <a:pt x="229870" y="87642"/>
                  </a:lnTo>
                  <a:close/>
                </a:path>
                <a:path w="229869" h="349250">
                  <a:moveTo>
                    <a:pt x="229870" y="78752"/>
                  </a:moveTo>
                  <a:lnTo>
                    <a:pt x="0" y="78752"/>
                  </a:lnTo>
                  <a:lnTo>
                    <a:pt x="0" y="87630"/>
                  </a:lnTo>
                  <a:lnTo>
                    <a:pt x="229870" y="87630"/>
                  </a:lnTo>
                  <a:lnTo>
                    <a:pt x="229870" y="78752"/>
                  </a:lnTo>
                  <a:close/>
                </a:path>
                <a:path w="229869" h="349250">
                  <a:moveTo>
                    <a:pt x="229870" y="74942"/>
                  </a:moveTo>
                  <a:lnTo>
                    <a:pt x="0" y="74942"/>
                  </a:lnTo>
                  <a:lnTo>
                    <a:pt x="0" y="78740"/>
                  </a:lnTo>
                  <a:lnTo>
                    <a:pt x="229870" y="78740"/>
                  </a:lnTo>
                  <a:lnTo>
                    <a:pt x="229870" y="74942"/>
                  </a:lnTo>
                  <a:close/>
                </a:path>
                <a:path w="229869" h="349250">
                  <a:moveTo>
                    <a:pt x="229870" y="72402"/>
                  </a:moveTo>
                  <a:lnTo>
                    <a:pt x="0" y="72402"/>
                  </a:lnTo>
                  <a:lnTo>
                    <a:pt x="0" y="74930"/>
                  </a:lnTo>
                  <a:lnTo>
                    <a:pt x="229870" y="74930"/>
                  </a:lnTo>
                  <a:lnTo>
                    <a:pt x="229870" y="72402"/>
                  </a:lnTo>
                  <a:close/>
                </a:path>
                <a:path w="229869" h="349250">
                  <a:moveTo>
                    <a:pt x="229870" y="66052"/>
                  </a:moveTo>
                  <a:lnTo>
                    <a:pt x="0" y="66052"/>
                  </a:lnTo>
                  <a:lnTo>
                    <a:pt x="0" y="72390"/>
                  </a:lnTo>
                  <a:lnTo>
                    <a:pt x="229870" y="72390"/>
                  </a:lnTo>
                  <a:lnTo>
                    <a:pt x="229870" y="66052"/>
                  </a:lnTo>
                  <a:close/>
                </a:path>
                <a:path w="229869" h="349250">
                  <a:moveTo>
                    <a:pt x="229870" y="59702"/>
                  </a:moveTo>
                  <a:lnTo>
                    <a:pt x="0" y="59702"/>
                  </a:lnTo>
                  <a:lnTo>
                    <a:pt x="0" y="66040"/>
                  </a:lnTo>
                  <a:lnTo>
                    <a:pt x="229870" y="66040"/>
                  </a:lnTo>
                  <a:lnTo>
                    <a:pt x="229870" y="59702"/>
                  </a:lnTo>
                  <a:close/>
                </a:path>
                <a:path w="229869" h="349250">
                  <a:moveTo>
                    <a:pt x="229870" y="53352"/>
                  </a:moveTo>
                  <a:lnTo>
                    <a:pt x="0" y="53352"/>
                  </a:lnTo>
                  <a:lnTo>
                    <a:pt x="0" y="59690"/>
                  </a:lnTo>
                  <a:lnTo>
                    <a:pt x="229870" y="59690"/>
                  </a:lnTo>
                  <a:lnTo>
                    <a:pt x="229870" y="53352"/>
                  </a:lnTo>
                  <a:close/>
                </a:path>
                <a:path w="229869" h="349250">
                  <a:moveTo>
                    <a:pt x="229870" y="49542"/>
                  </a:moveTo>
                  <a:lnTo>
                    <a:pt x="0" y="49542"/>
                  </a:lnTo>
                  <a:lnTo>
                    <a:pt x="0" y="53340"/>
                  </a:lnTo>
                  <a:lnTo>
                    <a:pt x="229870" y="53340"/>
                  </a:lnTo>
                  <a:lnTo>
                    <a:pt x="229870" y="49542"/>
                  </a:lnTo>
                  <a:close/>
                </a:path>
                <a:path w="229869" h="349250">
                  <a:moveTo>
                    <a:pt x="22987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29870" y="49530"/>
                  </a:lnTo>
                  <a:lnTo>
                    <a:pt x="229870" y="43192"/>
                  </a:lnTo>
                  <a:close/>
                </a:path>
                <a:path w="229869" h="349250">
                  <a:moveTo>
                    <a:pt x="22987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29870" y="43180"/>
                  </a:lnTo>
                  <a:lnTo>
                    <a:pt x="229870" y="36842"/>
                  </a:lnTo>
                  <a:close/>
                </a:path>
                <a:path w="229869" h="349250">
                  <a:moveTo>
                    <a:pt x="22987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29870" y="36830"/>
                  </a:lnTo>
                  <a:lnTo>
                    <a:pt x="229870" y="30492"/>
                  </a:lnTo>
                  <a:close/>
                </a:path>
                <a:path w="229869" h="349250">
                  <a:moveTo>
                    <a:pt x="229870" y="27952"/>
                  </a:moveTo>
                  <a:lnTo>
                    <a:pt x="0" y="27952"/>
                  </a:lnTo>
                  <a:lnTo>
                    <a:pt x="0" y="30480"/>
                  </a:lnTo>
                  <a:lnTo>
                    <a:pt x="229870" y="30480"/>
                  </a:lnTo>
                  <a:lnTo>
                    <a:pt x="229870" y="27952"/>
                  </a:lnTo>
                  <a:close/>
                </a:path>
                <a:path w="229869" h="349250">
                  <a:moveTo>
                    <a:pt x="229870" y="24142"/>
                  </a:moveTo>
                  <a:lnTo>
                    <a:pt x="0" y="24142"/>
                  </a:lnTo>
                  <a:lnTo>
                    <a:pt x="0" y="27940"/>
                  </a:lnTo>
                  <a:lnTo>
                    <a:pt x="229870" y="27940"/>
                  </a:lnTo>
                  <a:lnTo>
                    <a:pt x="229870" y="24142"/>
                  </a:lnTo>
                  <a:close/>
                </a:path>
                <a:path w="229869" h="349250">
                  <a:moveTo>
                    <a:pt x="229870" y="15252"/>
                  </a:moveTo>
                  <a:lnTo>
                    <a:pt x="0" y="15252"/>
                  </a:lnTo>
                  <a:lnTo>
                    <a:pt x="0" y="24130"/>
                  </a:lnTo>
                  <a:lnTo>
                    <a:pt x="229870" y="24130"/>
                  </a:lnTo>
                  <a:lnTo>
                    <a:pt x="229870" y="15252"/>
                  </a:lnTo>
                  <a:close/>
                </a:path>
                <a:path w="229869" h="349250">
                  <a:moveTo>
                    <a:pt x="22987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229870" y="15240"/>
                  </a:lnTo>
                  <a:lnTo>
                    <a:pt x="229870" y="8902"/>
                  </a:lnTo>
                  <a:close/>
                </a:path>
                <a:path w="229869" h="349250">
                  <a:moveTo>
                    <a:pt x="22987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229870" y="8890"/>
                  </a:lnTo>
                  <a:lnTo>
                    <a:pt x="229870" y="2552"/>
                  </a:lnTo>
                  <a:close/>
                </a:path>
                <a:path w="229869" h="349250">
                  <a:moveTo>
                    <a:pt x="22987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29870" y="2540"/>
                  </a:lnTo>
                  <a:lnTo>
                    <a:pt x="229870" y="0"/>
                  </a:lnTo>
                  <a:close/>
                </a:path>
              </a:pathLst>
            </a:custGeom>
            <a:solidFill>
              <a:srgbClr val="C3C3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2091690" y="5561329"/>
              <a:ext cx="228600" cy="349250"/>
            </a:xfrm>
            <a:custGeom>
              <a:avLst/>
              <a:gdLst/>
              <a:ahLst/>
              <a:cxnLst/>
              <a:rect l="l" t="t" r="r" b="b"/>
              <a:pathLst>
                <a:path w="228600" h="349250">
                  <a:moveTo>
                    <a:pt x="228600" y="347992"/>
                  </a:moveTo>
                  <a:lnTo>
                    <a:pt x="0" y="347992"/>
                  </a:lnTo>
                  <a:lnTo>
                    <a:pt x="0" y="349250"/>
                  </a:lnTo>
                  <a:lnTo>
                    <a:pt x="228600" y="349250"/>
                  </a:lnTo>
                  <a:lnTo>
                    <a:pt x="228600" y="347992"/>
                  </a:lnTo>
                  <a:close/>
                </a:path>
                <a:path w="228600" h="349250">
                  <a:moveTo>
                    <a:pt x="228600" y="345452"/>
                  </a:moveTo>
                  <a:lnTo>
                    <a:pt x="0" y="345452"/>
                  </a:lnTo>
                  <a:lnTo>
                    <a:pt x="0" y="347980"/>
                  </a:lnTo>
                  <a:lnTo>
                    <a:pt x="228600" y="347980"/>
                  </a:lnTo>
                  <a:lnTo>
                    <a:pt x="228600" y="345452"/>
                  </a:lnTo>
                  <a:close/>
                </a:path>
                <a:path w="228600" h="349250">
                  <a:moveTo>
                    <a:pt x="228600" y="341642"/>
                  </a:moveTo>
                  <a:lnTo>
                    <a:pt x="0" y="341642"/>
                  </a:lnTo>
                  <a:lnTo>
                    <a:pt x="0" y="345440"/>
                  </a:lnTo>
                  <a:lnTo>
                    <a:pt x="228600" y="345440"/>
                  </a:lnTo>
                  <a:lnTo>
                    <a:pt x="228600" y="341642"/>
                  </a:lnTo>
                  <a:close/>
                </a:path>
                <a:path w="228600" h="349250">
                  <a:moveTo>
                    <a:pt x="228600" y="339102"/>
                  </a:moveTo>
                  <a:lnTo>
                    <a:pt x="0" y="339102"/>
                  </a:lnTo>
                  <a:lnTo>
                    <a:pt x="0" y="341630"/>
                  </a:lnTo>
                  <a:lnTo>
                    <a:pt x="228600" y="341630"/>
                  </a:lnTo>
                  <a:lnTo>
                    <a:pt x="228600" y="339102"/>
                  </a:lnTo>
                  <a:close/>
                </a:path>
                <a:path w="228600" h="349250">
                  <a:moveTo>
                    <a:pt x="228600" y="326402"/>
                  </a:moveTo>
                  <a:lnTo>
                    <a:pt x="0" y="326402"/>
                  </a:lnTo>
                  <a:lnTo>
                    <a:pt x="0" y="339090"/>
                  </a:lnTo>
                  <a:lnTo>
                    <a:pt x="228600" y="339090"/>
                  </a:lnTo>
                  <a:lnTo>
                    <a:pt x="228600" y="326402"/>
                  </a:lnTo>
                  <a:close/>
                </a:path>
                <a:path w="228600" h="349250">
                  <a:moveTo>
                    <a:pt x="228600" y="320052"/>
                  </a:moveTo>
                  <a:lnTo>
                    <a:pt x="0" y="320052"/>
                  </a:lnTo>
                  <a:lnTo>
                    <a:pt x="0" y="326390"/>
                  </a:lnTo>
                  <a:lnTo>
                    <a:pt x="228600" y="326390"/>
                  </a:lnTo>
                  <a:lnTo>
                    <a:pt x="228600" y="320052"/>
                  </a:lnTo>
                  <a:close/>
                </a:path>
                <a:path w="228600" h="349250">
                  <a:moveTo>
                    <a:pt x="228600" y="316242"/>
                  </a:moveTo>
                  <a:lnTo>
                    <a:pt x="0" y="316242"/>
                  </a:lnTo>
                  <a:lnTo>
                    <a:pt x="0" y="320040"/>
                  </a:lnTo>
                  <a:lnTo>
                    <a:pt x="228600" y="320040"/>
                  </a:lnTo>
                  <a:lnTo>
                    <a:pt x="228600" y="316242"/>
                  </a:lnTo>
                  <a:close/>
                </a:path>
                <a:path w="228600" h="349250">
                  <a:moveTo>
                    <a:pt x="228600" y="309892"/>
                  </a:moveTo>
                  <a:lnTo>
                    <a:pt x="0" y="309892"/>
                  </a:lnTo>
                  <a:lnTo>
                    <a:pt x="0" y="316230"/>
                  </a:lnTo>
                  <a:lnTo>
                    <a:pt x="228600" y="316230"/>
                  </a:lnTo>
                  <a:lnTo>
                    <a:pt x="228600" y="309892"/>
                  </a:lnTo>
                  <a:close/>
                </a:path>
                <a:path w="228600" h="349250">
                  <a:moveTo>
                    <a:pt x="228600" y="303542"/>
                  </a:moveTo>
                  <a:lnTo>
                    <a:pt x="0" y="303542"/>
                  </a:lnTo>
                  <a:lnTo>
                    <a:pt x="0" y="309880"/>
                  </a:lnTo>
                  <a:lnTo>
                    <a:pt x="228600" y="309880"/>
                  </a:lnTo>
                  <a:lnTo>
                    <a:pt x="228600" y="303542"/>
                  </a:lnTo>
                  <a:close/>
                </a:path>
                <a:path w="228600" h="349250">
                  <a:moveTo>
                    <a:pt x="228600" y="297192"/>
                  </a:moveTo>
                  <a:lnTo>
                    <a:pt x="0" y="297192"/>
                  </a:lnTo>
                  <a:lnTo>
                    <a:pt x="0" y="303530"/>
                  </a:lnTo>
                  <a:lnTo>
                    <a:pt x="228600" y="303530"/>
                  </a:lnTo>
                  <a:lnTo>
                    <a:pt x="228600" y="297192"/>
                  </a:lnTo>
                  <a:close/>
                </a:path>
                <a:path w="228600" h="349250">
                  <a:moveTo>
                    <a:pt x="228600" y="294652"/>
                  </a:moveTo>
                  <a:lnTo>
                    <a:pt x="0" y="294652"/>
                  </a:lnTo>
                  <a:lnTo>
                    <a:pt x="0" y="297180"/>
                  </a:lnTo>
                  <a:lnTo>
                    <a:pt x="228600" y="297180"/>
                  </a:lnTo>
                  <a:lnTo>
                    <a:pt x="228600" y="294652"/>
                  </a:lnTo>
                  <a:close/>
                </a:path>
                <a:path w="228600" h="349250">
                  <a:moveTo>
                    <a:pt x="228600" y="290842"/>
                  </a:moveTo>
                  <a:lnTo>
                    <a:pt x="0" y="290842"/>
                  </a:lnTo>
                  <a:lnTo>
                    <a:pt x="0" y="294640"/>
                  </a:lnTo>
                  <a:lnTo>
                    <a:pt x="228600" y="294640"/>
                  </a:lnTo>
                  <a:lnTo>
                    <a:pt x="228600" y="290842"/>
                  </a:lnTo>
                  <a:close/>
                </a:path>
                <a:path w="228600" h="349250">
                  <a:moveTo>
                    <a:pt x="228600" y="288302"/>
                  </a:moveTo>
                  <a:lnTo>
                    <a:pt x="0" y="288302"/>
                  </a:lnTo>
                  <a:lnTo>
                    <a:pt x="0" y="290830"/>
                  </a:lnTo>
                  <a:lnTo>
                    <a:pt x="228600" y="290830"/>
                  </a:lnTo>
                  <a:lnTo>
                    <a:pt x="228600" y="288302"/>
                  </a:lnTo>
                  <a:close/>
                </a:path>
                <a:path w="228600" h="349250">
                  <a:moveTo>
                    <a:pt x="228600" y="281952"/>
                  </a:moveTo>
                  <a:lnTo>
                    <a:pt x="0" y="281952"/>
                  </a:lnTo>
                  <a:lnTo>
                    <a:pt x="0" y="288290"/>
                  </a:lnTo>
                  <a:lnTo>
                    <a:pt x="228600" y="288290"/>
                  </a:lnTo>
                  <a:lnTo>
                    <a:pt x="228600" y="281952"/>
                  </a:lnTo>
                  <a:close/>
                </a:path>
                <a:path w="228600" h="349250">
                  <a:moveTo>
                    <a:pt x="228600" y="275602"/>
                  </a:moveTo>
                  <a:lnTo>
                    <a:pt x="0" y="275602"/>
                  </a:lnTo>
                  <a:lnTo>
                    <a:pt x="0" y="281940"/>
                  </a:lnTo>
                  <a:lnTo>
                    <a:pt x="228600" y="281940"/>
                  </a:lnTo>
                  <a:lnTo>
                    <a:pt x="228600" y="275602"/>
                  </a:lnTo>
                  <a:close/>
                </a:path>
                <a:path w="228600" h="349250">
                  <a:moveTo>
                    <a:pt x="228600" y="269252"/>
                  </a:moveTo>
                  <a:lnTo>
                    <a:pt x="0" y="269252"/>
                  </a:lnTo>
                  <a:lnTo>
                    <a:pt x="0" y="275590"/>
                  </a:lnTo>
                  <a:lnTo>
                    <a:pt x="228600" y="275590"/>
                  </a:lnTo>
                  <a:lnTo>
                    <a:pt x="228600" y="269252"/>
                  </a:lnTo>
                  <a:close/>
                </a:path>
                <a:path w="228600" h="349250">
                  <a:moveTo>
                    <a:pt x="228600" y="265442"/>
                  </a:moveTo>
                  <a:lnTo>
                    <a:pt x="0" y="265442"/>
                  </a:lnTo>
                  <a:lnTo>
                    <a:pt x="0" y="269240"/>
                  </a:lnTo>
                  <a:lnTo>
                    <a:pt x="228600" y="269240"/>
                  </a:lnTo>
                  <a:lnTo>
                    <a:pt x="228600" y="265442"/>
                  </a:lnTo>
                  <a:close/>
                </a:path>
                <a:path w="228600" h="349250">
                  <a:moveTo>
                    <a:pt x="228600" y="259092"/>
                  </a:moveTo>
                  <a:lnTo>
                    <a:pt x="0" y="259092"/>
                  </a:lnTo>
                  <a:lnTo>
                    <a:pt x="0" y="265430"/>
                  </a:lnTo>
                  <a:lnTo>
                    <a:pt x="228600" y="265430"/>
                  </a:lnTo>
                  <a:lnTo>
                    <a:pt x="228600" y="259092"/>
                  </a:lnTo>
                  <a:close/>
                </a:path>
                <a:path w="228600" h="349250">
                  <a:moveTo>
                    <a:pt x="228600" y="252742"/>
                  </a:moveTo>
                  <a:lnTo>
                    <a:pt x="0" y="252742"/>
                  </a:lnTo>
                  <a:lnTo>
                    <a:pt x="0" y="259080"/>
                  </a:lnTo>
                  <a:lnTo>
                    <a:pt x="228600" y="259080"/>
                  </a:lnTo>
                  <a:lnTo>
                    <a:pt x="228600" y="252742"/>
                  </a:lnTo>
                  <a:close/>
                </a:path>
                <a:path w="228600" h="349250">
                  <a:moveTo>
                    <a:pt x="228600" y="246392"/>
                  </a:moveTo>
                  <a:lnTo>
                    <a:pt x="0" y="246392"/>
                  </a:lnTo>
                  <a:lnTo>
                    <a:pt x="0" y="252730"/>
                  </a:lnTo>
                  <a:lnTo>
                    <a:pt x="228600" y="252730"/>
                  </a:lnTo>
                  <a:lnTo>
                    <a:pt x="228600" y="246392"/>
                  </a:lnTo>
                  <a:close/>
                </a:path>
                <a:path w="228600" h="349250">
                  <a:moveTo>
                    <a:pt x="22860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228600" y="246380"/>
                  </a:lnTo>
                  <a:lnTo>
                    <a:pt x="228600" y="243852"/>
                  </a:lnTo>
                  <a:close/>
                </a:path>
                <a:path w="228600" h="349250">
                  <a:moveTo>
                    <a:pt x="22860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228600" y="243840"/>
                  </a:lnTo>
                  <a:lnTo>
                    <a:pt x="228600" y="240042"/>
                  </a:lnTo>
                  <a:close/>
                </a:path>
                <a:path w="228600" h="349250">
                  <a:moveTo>
                    <a:pt x="22860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228600" y="240030"/>
                  </a:lnTo>
                  <a:lnTo>
                    <a:pt x="228600" y="237502"/>
                  </a:lnTo>
                  <a:close/>
                </a:path>
                <a:path w="228600" h="349250">
                  <a:moveTo>
                    <a:pt x="22860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228600" y="237490"/>
                  </a:lnTo>
                  <a:lnTo>
                    <a:pt x="228600" y="233692"/>
                  </a:lnTo>
                  <a:close/>
                </a:path>
                <a:path w="228600" h="349250">
                  <a:moveTo>
                    <a:pt x="22860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228600" y="233680"/>
                  </a:lnTo>
                  <a:lnTo>
                    <a:pt x="228600" y="231152"/>
                  </a:lnTo>
                  <a:close/>
                </a:path>
                <a:path w="228600" h="349250">
                  <a:moveTo>
                    <a:pt x="228600" y="224802"/>
                  </a:moveTo>
                  <a:lnTo>
                    <a:pt x="0" y="224802"/>
                  </a:lnTo>
                  <a:lnTo>
                    <a:pt x="0" y="231140"/>
                  </a:lnTo>
                  <a:lnTo>
                    <a:pt x="228600" y="231140"/>
                  </a:lnTo>
                  <a:lnTo>
                    <a:pt x="228600" y="224802"/>
                  </a:lnTo>
                  <a:close/>
                </a:path>
                <a:path w="228600" h="349250">
                  <a:moveTo>
                    <a:pt x="228600" y="218452"/>
                  </a:moveTo>
                  <a:lnTo>
                    <a:pt x="0" y="218452"/>
                  </a:lnTo>
                  <a:lnTo>
                    <a:pt x="0" y="224790"/>
                  </a:lnTo>
                  <a:lnTo>
                    <a:pt x="228600" y="224790"/>
                  </a:lnTo>
                  <a:lnTo>
                    <a:pt x="228600" y="218452"/>
                  </a:lnTo>
                  <a:close/>
                </a:path>
                <a:path w="228600" h="349250">
                  <a:moveTo>
                    <a:pt x="228600" y="212102"/>
                  </a:moveTo>
                  <a:lnTo>
                    <a:pt x="0" y="212102"/>
                  </a:lnTo>
                  <a:lnTo>
                    <a:pt x="0" y="218440"/>
                  </a:lnTo>
                  <a:lnTo>
                    <a:pt x="228600" y="218440"/>
                  </a:lnTo>
                  <a:lnTo>
                    <a:pt x="228600" y="212102"/>
                  </a:lnTo>
                  <a:close/>
                </a:path>
                <a:path w="228600" h="349250">
                  <a:moveTo>
                    <a:pt x="228600" y="208292"/>
                  </a:moveTo>
                  <a:lnTo>
                    <a:pt x="0" y="208292"/>
                  </a:lnTo>
                  <a:lnTo>
                    <a:pt x="0" y="212090"/>
                  </a:lnTo>
                  <a:lnTo>
                    <a:pt x="228600" y="212090"/>
                  </a:lnTo>
                  <a:lnTo>
                    <a:pt x="228600" y="208292"/>
                  </a:lnTo>
                  <a:close/>
                </a:path>
                <a:path w="228600" h="349250">
                  <a:moveTo>
                    <a:pt x="228600" y="201942"/>
                  </a:moveTo>
                  <a:lnTo>
                    <a:pt x="0" y="201942"/>
                  </a:lnTo>
                  <a:lnTo>
                    <a:pt x="0" y="208280"/>
                  </a:lnTo>
                  <a:lnTo>
                    <a:pt x="228600" y="208280"/>
                  </a:lnTo>
                  <a:lnTo>
                    <a:pt x="228600" y="201942"/>
                  </a:lnTo>
                  <a:close/>
                </a:path>
                <a:path w="228600" h="349250">
                  <a:moveTo>
                    <a:pt x="228600" y="195592"/>
                  </a:moveTo>
                  <a:lnTo>
                    <a:pt x="0" y="195592"/>
                  </a:lnTo>
                  <a:lnTo>
                    <a:pt x="0" y="201930"/>
                  </a:lnTo>
                  <a:lnTo>
                    <a:pt x="228600" y="201930"/>
                  </a:lnTo>
                  <a:lnTo>
                    <a:pt x="228600" y="195592"/>
                  </a:lnTo>
                  <a:close/>
                </a:path>
                <a:path w="228600" h="349250">
                  <a:moveTo>
                    <a:pt x="22860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28600" y="195580"/>
                  </a:lnTo>
                  <a:lnTo>
                    <a:pt x="228600" y="189242"/>
                  </a:lnTo>
                  <a:close/>
                </a:path>
                <a:path w="228600" h="349250">
                  <a:moveTo>
                    <a:pt x="228600" y="186702"/>
                  </a:moveTo>
                  <a:lnTo>
                    <a:pt x="0" y="186702"/>
                  </a:lnTo>
                  <a:lnTo>
                    <a:pt x="0" y="189230"/>
                  </a:lnTo>
                  <a:lnTo>
                    <a:pt x="228600" y="189230"/>
                  </a:lnTo>
                  <a:lnTo>
                    <a:pt x="228600" y="186702"/>
                  </a:lnTo>
                  <a:close/>
                </a:path>
                <a:path w="228600" h="349250">
                  <a:moveTo>
                    <a:pt x="228600" y="182892"/>
                  </a:moveTo>
                  <a:lnTo>
                    <a:pt x="0" y="182892"/>
                  </a:lnTo>
                  <a:lnTo>
                    <a:pt x="0" y="186690"/>
                  </a:lnTo>
                  <a:lnTo>
                    <a:pt x="228600" y="186690"/>
                  </a:lnTo>
                  <a:lnTo>
                    <a:pt x="228600" y="182892"/>
                  </a:lnTo>
                  <a:close/>
                </a:path>
                <a:path w="228600" h="349250">
                  <a:moveTo>
                    <a:pt x="228600" y="180352"/>
                  </a:moveTo>
                  <a:lnTo>
                    <a:pt x="0" y="180352"/>
                  </a:lnTo>
                  <a:lnTo>
                    <a:pt x="0" y="182880"/>
                  </a:lnTo>
                  <a:lnTo>
                    <a:pt x="228600" y="182880"/>
                  </a:lnTo>
                  <a:lnTo>
                    <a:pt x="228600" y="180352"/>
                  </a:lnTo>
                  <a:close/>
                </a:path>
                <a:path w="228600" h="349250">
                  <a:moveTo>
                    <a:pt x="228600" y="174002"/>
                  </a:moveTo>
                  <a:lnTo>
                    <a:pt x="0" y="174002"/>
                  </a:lnTo>
                  <a:lnTo>
                    <a:pt x="0" y="180340"/>
                  </a:lnTo>
                  <a:lnTo>
                    <a:pt x="228600" y="180340"/>
                  </a:lnTo>
                  <a:lnTo>
                    <a:pt x="228600" y="174002"/>
                  </a:lnTo>
                  <a:close/>
                </a:path>
                <a:path w="228600" h="349250">
                  <a:moveTo>
                    <a:pt x="228600" y="167652"/>
                  </a:moveTo>
                  <a:lnTo>
                    <a:pt x="0" y="167652"/>
                  </a:lnTo>
                  <a:lnTo>
                    <a:pt x="0" y="173990"/>
                  </a:lnTo>
                  <a:lnTo>
                    <a:pt x="228600" y="173990"/>
                  </a:lnTo>
                  <a:lnTo>
                    <a:pt x="228600" y="167652"/>
                  </a:lnTo>
                  <a:close/>
                </a:path>
                <a:path w="228600" h="349250">
                  <a:moveTo>
                    <a:pt x="228600" y="161302"/>
                  </a:moveTo>
                  <a:lnTo>
                    <a:pt x="0" y="161302"/>
                  </a:lnTo>
                  <a:lnTo>
                    <a:pt x="0" y="167640"/>
                  </a:lnTo>
                  <a:lnTo>
                    <a:pt x="228600" y="167640"/>
                  </a:lnTo>
                  <a:lnTo>
                    <a:pt x="228600" y="161302"/>
                  </a:lnTo>
                  <a:close/>
                </a:path>
                <a:path w="228600" h="349250">
                  <a:moveTo>
                    <a:pt x="228600" y="157492"/>
                  </a:moveTo>
                  <a:lnTo>
                    <a:pt x="0" y="157492"/>
                  </a:lnTo>
                  <a:lnTo>
                    <a:pt x="0" y="161290"/>
                  </a:lnTo>
                  <a:lnTo>
                    <a:pt x="228600" y="161290"/>
                  </a:lnTo>
                  <a:lnTo>
                    <a:pt x="228600" y="157492"/>
                  </a:lnTo>
                  <a:close/>
                </a:path>
                <a:path w="228600" h="349250">
                  <a:moveTo>
                    <a:pt x="22860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28600" y="157480"/>
                  </a:lnTo>
                  <a:lnTo>
                    <a:pt x="228600" y="151142"/>
                  </a:lnTo>
                  <a:close/>
                </a:path>
                <a:path w="228600" h="349250">
                  <a:moveTo>
                    <a:pt x="228600" y="144792"/>
                  </a:moveTo>
                  <a:lnTo>
                    <a:pt x="0" y="144792"/>
                  </a:lnTo>
                  <a:lnTo>
                    <a:pt x="0" y="151130"/>
                  </a:lnTo>
                  <a:lnTo>
                    <a:pt x="228600" y="151130"/>
                  </a:lnTo>
                  <a:lnTo>
                    <a:pt x="228600" y="144792"/>
                  </a:lnTo>
                  <a:close/>
                </a:path>
                <a:path w="228600" h="349250">
                  <a:moveTo>
                    <a:pt x="228600" y="138442"/>
                  </a:moveTo>
                  <a:lnTo>
                    <a:pt x="0" y="138442"/>
                  </a:lnTo>
                  <a:lnTo>
                    <a:pt x="0" y="144780"/>
                  </a:lnTo>
                  <a:lnTo>
                    <a:pt x="228600" y="144780"/>
                  </a:lnTo>
                  <a:lnTo>
                    <a:pt x="228600" y="138442"/>
                  </a:lnTo>
                  <a:close/>
                </a:path>
                <a:path w="228600" h="349250">
                  <a:moveTo>
                    <a:pt x="228600" y="135902"/>
                  </a:moveTo>
                  <a:lnTo>
                    <a:pt x="0" y="135902"/>
                  </a:lnTo>
                  <a:lnTo>
                    <a:pt x="0" y="138430"/>
                  </a:lnTo>
                  <a:lnTo>
                    <a:pt x="228600" y="138430"/>
                  </a:lnTo>
                  <a:lnTo>
                    <a:pt x="228600" y="135902"/>
                  </a:lnTo>
                  <a:close/>
                </a:path>
                <a:path w="228600" h="349250">
                  <a:moveTo>
                    <a:pt x="228600" y="132092"/>
                  </a:moveTo>
                  <a:lnTo>
                    <a:pt x="0" y="132092"/>
                  </a:lnTo>
                  <a:lnTo>
                    <a:pt x="0" y="135890"/>
                  </a:lnTo>
                  <a:lnTo>
                    <a:pt x="228600" y="135890"/>
                  </a:lnTo>
                  <a:lnTo>
                    <a:pt x="228600" y="132092"/>
                  </a:lnTo>
                  <a:close/>
                </a:path>
                <a:path w="228600" h="349250">
                  <a:moveTo>
                    <a:pt x="228600" y="129552"/>
                  </a:moveTo>
                  <a:lnTo>
                    <a:pt x="0" y="129552"/>
                  </a:lnTo>
                  <a:lnTo>
                    <a:pt x="0" y="132080"/>
                  </a:lnTo>
                  <a:lnTo>
                    <a:pt x="228600" y="132080"/>
                  </a:lnTo>
                  <a:lnTo>
                    <a:pt x="228600" y="129552"/>
                  </a:lnTo>
                  <a:close/>
                </a:path>
                <a:path w="228600" h="349250">
                  <a:moveTo>
                    <a:pt x="228600" y="125742"/>
                  </a:moveTo>
                  <a:lnTo>
                    <a:pt x="0" y="125742"/>
                  </a:lnTo>
                  <a:lnTo>
                    <a:pt x="0" y="129540"/>
                  </a:lnTo>
                  <a:lnTo>
                    <a:pt x="228600" y="129540"/>
                  </a:lnTo>
                  <a:lnTo>
                    <a:pt x="228600" y="125742"/>
                  </a:lnTo>
                  <a:close/>
                </a:path>
                <a:path w="228600" h="349250">
                  <a:moveTo>
                    <a:pt x="228600" y="123202"/>
                  </a:moveTo>
                  <a:lnTo>
                    <a:pt x="0" y="123202"/>
                  </a:lnTo>
                  <a:lnTo>
                    <a:pt x="0" y="125730"/>
                  </a:lnTo>
                  <a:lnTo>
                    <a:pt x="228600" y="125730"/>
                  </a:lnTo>
                  <a:lnTo>
                    <a:pt x="228600" y="123202"/>
                  </a:lnTo>
                  <a:close/>
                </a:path>
                <a:path w="228600" h="349250">
                  <a:moveTo>
                    <a:pt x="228600" y="116852"/>
                  </a:moveTo>
                  <a:lnTo>
                    <a:pt x="0" y="116852"/>
                  </a:lnTo>
                  <a:lnTo>
                    <a:pt x="0" y="123190"/>
                  </a:lnTo>
                  <a:lnTo>
                    <a:pt x="228600" y="123190"/>
                  </a:lnTo>
                  <a:lnTo>
                    <a:pt x="228600" y="116852"/>
                  </a:lnTo>
                  <a:close/>
                </a:path>
                <a:path w="228600" h="349250">
                  <a:moveTo>
                    <a:pt x="228600" y="110502"/>
                  </a:moveTo>
                  <a:lnTo>
                    <a:pt x="0" y="110502"/>
                  </a:lnTo>
                  <a:lnTo>
                    <a:pt x="0" y="116840"/>
                  </a:lnTo>
                  <a:lnTo>
                    <a:pt x="228600" y="116840"/>
                  </a:lnTo>
                  <a:lnTo>
                    <a:pt x="228600" y="110502"/>
                  </a:lnTo>
                  <a:close/>
                </a:path>
                <a:path w="228600" h="349250">
                  <a:moveTo>
                    <a:pt x="228600" y="104152"/>
                  </a:moveTo>
                  <a:lnTo>
                    <a:pt x="0" y="104152"/>
                  </a:lnTo>
                  <a:lnTo>
                    <a:pt x="0" y="110490"/>
                  </a:lnTo>
                  <a:lnTo>
                    <a:pt x="228600" y="110490"/>
                  </a:lnTo>
                  <a:lnTo>
                    <a:pt x="228600" y="104152"/>
                  </a:lnTo>
                  <a:close/>
                </a:path>
                <a:path w="228600" h="349250">
                  <a:moveTo>
                    <a:pt x="228600" y="100342"/>
                  </a:moveTo>
                  <a:lnTo>
                    <a:pt x="0" y="100342"/>
                  </a:lnTo>
                  <a:lnTo>
                    <a:pt x="0" y="104140"/>
                  </a:lnTo>
                  <a:lnTo>
                    <a:pt x="228600" y="104140"/>
                  </a:lnTo>
                  <a:lnTo>
                    <a:pt x="228600" y="100342"/>
                  </a:lnTo>
                  <a:close/>
                </a:path>
                <a:path w="228600" h="349250">
                  <a:moveTo>
                    <a:pt x="22860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28600" y="100330"/>
                  </a:lnTo>
                  <a:lnTo>
                    <a:pt x="228600" y="93992"/>
                  </a:lnTo>
                  <a:close/>
                </a:path>
                <a:path w="228600" h="349250">
                  <a:moveTo>
                    <a:pt x="22860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28600" y="93980"/>
                  </a:lnTo>
                  <a:lnTo>
                    <a:pt x="228600" y="87642"/>
                  </a:lnTo>
                  <a:close/>
                </a:path>
                <a:path w="228600" h="349250">
                  <a:moveTo>
                    <a:pt x="228600" y="78752"/>
                  </a:moveTo>
                  <a:lnTo>
                    <a:pt x="0" y="78752"/>
                  </a:lnTo>
                  <a:lnTo>
                    <a:pt x="0" y="87630"/>
                  </a:lnTo>
                  <a:lnTo>
                    <a:pt x="228600" y="87630"/>
                  </a:lnTo>
                  <a:lnTo>
                    <a:pt x="228600" y="78752"/>
                  </a:lnTo>
                  <a:close/>
                </a:path>
                <a:path w="228600" h="349250">
                  <a:moveTo>
                    <a:pt x="228600" y="74942"/>
                  </a:moveTo>
                  <a:lnTo>
                    <a:pt x="0" y="74942"/>
                  </a:lnTo>
                  <a:lnTo>
                    <a:pt x="0" y="78740"/>
                  </a:lnTo>
                  <a:lnTo>
                    <a:pt x="228600" y="78740"/>
                  </a:lnTo>
                  <a:lnTo>
                    <a:pt x="228600" y="74942"/>
                  </a:lnTo>
                  <a:close/>
                </a:path>
                <a:path w="228600" h="349250">
                  <a:moveTo>
                    <a:pt x="228600" y="72402"/>
                  </a:moveTo>
                  <a:lnTo>
                    <a:pt x="0" y="72402"/>
                  </a:lnTo>
                  <a:lnTo>
                    <a:pt x="0" y="74930"/>
                  </a:lnTo>
                  <a:lnTo>
                    <a:pt x="228600" y="74930"/>
                  </a:lnTo>
                  <a:lnTo>
                    <a:pt x="228600" y="72402"/>
                  </a:lnTo>
                  <a:close/>
                </a:path>
                <a:path w="228600" h="349250">
                  <a:moveTo>
                    <a:pt x="228600" y="66052"/>
                  </a:moveTo>
                  <a:lnTo>
                    <a:pt x="0" y="66052"/>
                  </a:lnTo>
                  <a:lnTo>
                    <a:pt x="0" y="72390"/>
                  </a:lnTo>
                  <a:lnTo>
                    <a:pt x="228600" y="72390"/>
                  </a:lnTo>
                  <a:lnTo>
                    <a:pt x="228600" y="66052"/>
                  </a:lnTo>
                  <a:close/>
                </a:path>
                <a:path w="228600" h="349250">
                  <a:moveTo>
                    <a:pt x="228600" y="59702"/>
                  </a:moveTo>
                  <a:lnTo>
                    <a:pt x="0" y="59702"/>
                  </a:lnTo>
                  <a:lnTo>
                    <a:pt x="0" y="66040"/>
                  </a:lnTo>
                  <a:lnTo>
                    <a:pt x="228600" y="66040"/>
                  </a:lnTo>
                  <a:lnTo>
                    <a:pt x="228600" y="59702"/>
                  </a:lnTo>
                  <a:close/>
                </a:path>
                <a:path w="228600" h="349250">
                  <a:moveTo>
                    <a:pt x="228600" y="53352"/>
                  </a:moveTo>
                  <a:lnTo>
                    <a:pt x="0" y="53352"/>
                  </a:lnTo>
                  <a:lnTo>
                    <a:pt x="0" y="59690"/>
                  </a:lnTo>
                  <a:lnTo>
                    <a:pt x="228600" y="59690"/>
                  </a:lnTo>
                  <a:lnTo>
                    <a:pt x="228600" y="53352"/>
                  </a:lnTo>
                  <a:close/>
                </a:path>
                <a:path w="228600" h="349250">
                  <a:moveTo>
                    <a:pt x="228600" y="49542"/>
                  </a:moveTo>
                  <a:lnTo>
                    <a:pt x="0" y="49542"/>
                  </a:lnTo>
                  <a:lnTo>
                    <a:pt x="0" y="53340"/>
                  </a:lnTo>
                  <a:lnTo>
                    <a:pt x="228600" y="53340"/>
                  </a:lnTo>
                  <a:lnTo>
                    <a:pt x="228600" y="49542"/>
                  </a:lnTo>
                  <a:close/>
                </a:path>
                <a:path w="228600" h="349250">
                  <a:moveTo>
                    <a:pt x="22860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28600" y="49530"/>
                  </a:lnTo>
                  <a:lnTo>
                    <a:pt x="228600" y="43192"/>
                  </a:lnTo>
                  <a:close/>
                </a:path>
                <a:path w="228600" h="349250">
                  <a:moveTo>
                    <a:pt x="22860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28600" y="43180"/>
                  </a:lnTo>
                  <a:lnTo>
                    <a:pt x="228600" y="36842"/>
                  </a:lnTo>
                  <a:close/>
                </a:path>
                <a:path w="228600" h="349250">
                  <a:moveTo>
                    <a:pt x="22860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28600" y="36830"/>
                  </a:lnTo>
                  <a:lnTo>
                    <a:pt x="228600" y="30492"/>
                  </a:lnTo>
                  <a:close/>
                </a:path>
                <a:path w="228600" h="349250">
                  <a:moveTo>
                    <a:pt x="228600" y="27952"/>
                  </a:moveTo>
                  <a:lnTo>
                    <a:pt x="0" y="27952"/>
                  </a:lnTo>
                  <a:lnTo>
                    <a:pt x="0" y="30480"/>
                  </a:lnTo>
                  <a:lnTo>
                    <a:pt x="228600" y="30480"/>
                  </a:lnTo>
                  <a:lnTo>
                    <a:pt x="228600" y="27952"/>
                  </a:lnTo>
                  <a:close/>
                </a:path>
                <a:path w="228600" h="349250">
                  <a:moveTo>
                    <a:pt x="228600" y="24142"/>
                  </a:moveTo>
                  <a:lnTo>
                    <a:pt x="0" y="24142"/>
                  </a:lnTo>
                  <a:lnTo>
                    <a:pt x="0" y="27940"/>
                  </a:lnTo>
                  <a:lnTo>
                    <a:pt x="228600" y="27940"/>
                  </a:lnTo>
                  <a:lnTo>
                    <a:pt x="228600" y="24142"/>
                  </a:lnTo>
                  <a:close/>
                </a:path>
                <a:path w="228600" h="349250">
                  <a:moveTo>
                    <a:pt x="228600" y="15252"/>
                  </a:moveTo>
                  <a:lnTo>
                    <a:pt x="0" y="15252"/>
                  </a:lnTo>
                  <a:lnTo>
                    <a:pt x="0" y="24130"/>
                  </a:lnTo>
                  <a:lnTo>
                    <a:pt x="228600" y="24130"/>
                  </a:lnTo>
                  <a:lnTo>
                    <a:pt x="228600" y="15252"/>
                  </a:lnTo>
                  <a:close/>
                </a:path>
                <a:path w="228600" h="349250">
                  <a:moveTo>
                    <a:pt x="22860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228600" y="15240"/>
                  </a:lnTo>
                  <a:lnTo>
                    <a:pt x="228600" y="8902"/>
                  </a:lnTo>
                  <a:close/>
                </a:path>
                <a:path w="228600" h="349250">
                  <a:moveTo>
                    <a:pt x="22860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228600" y="8890"/>
                  </a:lnTo>
                  <a:lnTo>
                    <a:pt x="228600" y="2552"/>
                  </a:lnTo>
                  <a:close/>
                </a:path>
                <a:path w="228600" h="349250">
                  <a:moveTo>
                    <a:pt x="22860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28600" y="2540"/>
                  </a:lnTo>
                  <a:lnTo>
                    <a:pt x="228600" y="0"/>
                  </a:lnTo>
                  <a:close/>
                </a:path>
              </a:pathLst>
            </a:custGeom>
            <a:solidFill>
              <a:srgbClr val="C4C4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2320290" y="5561329"/>
              <a:ext cx="228600" cy="349250"/>
            </a:xfrm>
            <a:custGeom>
              <a:avLst/>
              <a:gdLst/>
              <a:ahLst/>
              <a:cxnLst/>
              <a:rect l="l" t="t" r="r" b="b"/>
              <a:pathLst>
                <a:path w="228600" h="349250">
                  <a:moveTo>
                    <a:pt x="228600" y="347992"/>
                  </a:moveTo>
                  <a:lnTo>
                    <a:pt x="0" y="347992"/>
                  </a:lnTo>
                  <a:lnTo>
                    <a:pt x="0" y="349250"/>
                  </a:lnTo>
                  <a:lnTo>
                    <a:pt x="228600" y="349250"/>
                  </a:lnTo>
                  <a:lnTo>
                    <a:pt x="228600" y="347992"/>
                  </a:lnTo>
                  <a:close/>
                </a:path>
                <a:path w="228600" h="349250">
                  <a:moveTo>
                    <a:pt x="228600" y="345452"/>
                  </a:moveTo>
                  <a:lnTo>
                    <a:pt x="0" y="345452"/>
                  </a:lnTo>
                  <a:lnTo>
                    <a:pt x="0" y="347980"/>
                  </a:lnTo>
                  <a:lnTo>
                    <a:pt x="228600" y="347980"/>
                  </a:lnTo>
                  <a:lnTo>
                    <a:pt x="228600" y="345452"/>
                  </a:lnTo>
                  <a:close/>
                </a:path>
                <a:path w="228600" h="349250">
                  <a:moveTo>
                    <a:pt x="228600" y="341642"/>
                  </a:moveTo>
                  <a:lnTo>
                    <a:pt x="0" y="341642"/>
                  </a:lnTo>
                  <a:lnTo>
                    <a:pt x="0" y="345440"/>
                  </a:lnTo>
                  <a:lnTo>
                    <a:pt x="228600" y="345440"/>
                  </a:lnTo>
                  <a:lnTo>
                    <a:pt x="228600" y="341642"/>
                  </a:lnTo>
                  <a:close/>
                </a:path>
                <a:path w="228600" h="349250">
                  <a:moveTo>
                    <a:pt x="228600" y="339102"/>
                  </a:moveTo>
                  <a:lnTo>
                    <a:pt x="0" y="339102"/>
                  </a:lnTo>
                  <a:lnTo>
                    <a:pt x="0" y="341630"/>
                  </a:lnTo>
                  <a:lnTo>
                    <a:pt x="228600" y="341630"/>
                  </a:lnTo>
                  <a:lnTo>
                    <a:pt x="228600" y="339102"/>
                  </a:lnTo>
                  <a:close/>
                </a:path>
                <a:path w="228600" h="349250">
                  <a:moveTo>
                    <a:pt x="228600" y="326402"/>
                  </a:moveTo>
                  <a:lnTo>
                    <a:pt x="0" y="326402"/>
                  </a:lnTo>
                  <a:lnTo>
                    <a:pt x="0" y="339090"/>
                  </a:lnTo>
                  <a:lnTo>
                    <a:pt x="228600" y="339090"/>
                  </a:lnTo>
                  <a:lnTo>
                    <a:pt x="228600" y="326402"/>
                  </a:lnTo>
                  <a:close/>
                </a:path>
                <a:path w="228600" h="349250">
                  <a:moveTo>
                    <a:pt x="228600" y="320052"/>
                  </a:moveTo>
                  <a:lnTo>
                    <a:pt x="0" y="320052"/>
                  </a:lnTo>
                  <a:lnTo>
                    <a:pt x="0" y="326390"/>
                  </a:lnTo>
                  <a:lnTo>
                    <a:pt x="228600" y="326390"/>
                  </a:lnTo>
                  <a:lnTo>
                    <a:pt x="228600" y="320052"/>
                  </a:lnTo>
                  <a:close/>
                </a:path>
                <a:path w="228600" h="349250">
                  <a:moveTo>
                    <a:pt x="228600" y="316242"/>
                  </a:moveTo>
                  <a:lnTo>
                    <a:pt x="0" y="316242"/>
                  </a:lnTo>
                  <a:lnTo>
                    <a:pt x="0" y="320040"/>
                  </a:lnTo>
                  <a:lnTo>
                    <a:pt x="228600" y="320040"/>
                  </a:lnTo>
                  <a:lnTo>
                    <a:pt x="228600" y="316242"/>
                  </a:lnTo>
                  <a:close/>
                </a:path>
                <a:path w="228600" h="349250">
                  <a:moveTo>
                    <a:pt x="228600" y="309892"/>
                  </a:moveTo>
                  <a:lnTo>
                    <a:pt x="0" y="309892"/>
                  </a:lnTo>
                  <a:lnTo>
                    <a:pt x="0" y="316230"/>
                  </a:lnTo>
                  <a:lnTo>
                    <a:pt x="228600" y="316230"/>
                  </a:lnTo>
                  <a:lnTo>
                    <a:pt x="228600" y="309892"/>
                  </a:lnTo>
                  <a:close/>
                </a:path>
                <a:path w="228600" h="349250">
                  <a:moveTo>
                    <a:pt x="228600" y="303542"/>
                  </a:moveTo>
                  <a:lnTo>
                    <a:pt x="0" y="303542"/>
                  </a:lnTo>
                  <a:lnTo>
                    <a:pt x="0" y="309880"/>
                  </a:lnTo>
                  <a:lnTo>
                    <a:pt x="228600" y="309880"/>
                  </a:lnTo>
                  <a:lnTo>
                    <a:pt x="228600" y="303542"/>
                  </a:lnTo>
                  <a:close/>
                </a:path>
                <a:path w="228600" h="349250">
                  <a:moveTo>
                    <a:pt x="228600" y="297192"/>
                  </a:moveTo>
                  <a:lnTo>
                    <a:pt x="0" y="297192"/>
                  </a:lnTo>
                  <a:lnTo>
                    <a:pt x="0" y="303530"/>
                  </a:lnTo>
                  <a:lnTo>
                    <a:pt x="228600" y="303530"/>
                  </a:lnTo>
                  <a:lnTo>
                    <a:pt x="228600" y="297192"/>
                  </a:lnTo>
                  <a:close/>
                </a:path>
                <a:path w="228600" h="349250">
                  <a:moveTo>
                    <a:pt x="228600" y="294652"/>
                  </a:moveTo>
                  <a:lnTo>
                    <a:pt x="0" y="294652"/>
                  </a:lnTo>
                  <a:lnTo>
                    <a:pt x="0" y="297180"/>
                  </a:lnTo>
                  <a:lnTo>
                    <a:pt x="228600" y="297180"/>
                  </a:lnTo>
                  <a:lnTo>
                    <a:pt x="228600" y="294652"/>
                  </a:lnTo>
                  <a:close/>
                </a:path>
                <a:path w="228600" h="349250">
                  <a:moveTo>
                    <a:pt x="228600" y="290842"/>
                  </a:moveTo>
                  <a:lnTo>
                    <a:pt x="0" y="290842"/>
                  </a:lnTo>
                  <a:lnTo>
                    <a:pt x="0" y="294640"/>
                  </a:lnTo>
                  <a:lnTo>
                    <a:pt x="228600" y="294640"/>
                  </a:lnTo>
                  <a:lnTo>
                    <a:pt x="228600" y="290842"/>
                  </a:lnTo>
                  <a:close/>
                </a:path>
                <a:path w="228600" h="349250">
                  <a:moveTo>
                    <a:pt x="228600" y="288302"/>
                  </a:moveTo>
                  <a:lnTo>
                    <a:pt x="0" y="288302"/>
                  </a:lnTo>
                  <a:lnTo>
                    <a:pt x="0" y="290830"/>
                  </a:lnTo>
                  <a:lnTo>
                    <a:pt x="228600" y="290830"/>
                  </a:lnTo>
                  <a:lnTo>
                    <a:pt x="228600" y="288302"/>
                  </a:lnTo>
                  <a:close/>
                </a:path>
                <a:path w="228600" h="349250">
                  <a:moveTo>
                    <a:pt x="228600" y="281952"/>
                  </a:moveTo>
                  <a:lnTo>
                    <a:pt x="0" y="281952"/>
                  </a:lnTo>
                  <a:lnTo>
                    <a:pt x="0" y="288290"/>
                  </a:lnTo>
                  <a:lnTo>
                    <a:pt x="228600" y="288290"/>
                  </a:lnTo>
                  <a:lnTo>
                    <a:pt x="228600" y="281952"/>
                  </a:lnTo>
                  <a:close/>
                </a:path>
                <a:path w="228600" h="349250">
                  <a:moveTo>
                    <a:pt x="228600" y="275602"/>
                  </a:moveTo>
                  <a:lnTo>
                    <a:pt x="0" y="275602"/>
                  </a:lnTo>
                  <a:lnTo>
                    <a:pt x="0" y="281940"/>
                  </a:lnTo>
                  <a:lnTo>
                    <a:pt x="228600" y="281940"/>
                  </a:lnTo>
                  <a:lnTo>
                    <a:pt x="228600" y="275602"/>
                  </a:lnTo>
                  <a:close/>
                </a:path>
                <a:path w="228600" h="349250">
                  <a:moveTo>
                    <a:pt x="228600" y="269252"/>
                  </a:moveTo>
                  <a:lnTo>
                    <a:pt x="0" y="269252"/>
                  </a:lnTo>
                  <a:lnTo>
                    <a:pt x="0" y="275590"/>
                  </a:lnTo>
                  <a:lnTo>
                    <a:pt x="228600" y="275590"/>
                  </a:lnTo>
                  <a:lnTo>
                    <a:pt x="228600" y="269252"/>
                  </a:lnTo>
                  <a:close/>
                </a:path>
                <a:path w="228600" h="349250">
                  <a:moveTo>
                    <a:pt x="228600" y="265442"/>
                  </a:moveTo>
                  <a:lnTo>
                    <a:pt x="0" y="265442"/>
                  </a:lnTo>
                  <a:lnTo>
                    <a:pt x="0" y="269240"/>
                  </a:lnTo>
                  <a:lnTo>
                    <a:pt x="228600" y="269240"/>
                  </a:lnTo>
                  <a:lnTo>
                    <a:pt x="228600" y="265442"/>
                  </a:lnTo>
                  <a:close/>
                </a:path>
                <a:path w="228600" h="349250">
                  <a:moveTo>
                    <a:pt x="228600" y="259092"/>
                  </a:moveTo>
                  <a:lnTo>
                    <a:pt x="0" y="259092"/>
                  </a:lnTo>
                  <a:lnTo>
                    <a:pt x="0" y="265430"/>
                  </a:lnTo>
                  <a:lnTo>
                    <a:pt x="228600" y="265430"/>
                  </a:lnTo>
                  <a:lnTo>
                    <a:pt x="228600" y="259092"/>
                  </a:lnTo>
                  <a:close/>
                </a:path>
                <a:path w="228600" h="349250">
                  <a:moveTo>
                    <a:pt x="228600" y="252742"/>
                  </a:moveTo>
                  <a:lnTo>
                    <a:pt x="0" y="252742"/>
                  </a:lnTo>
                  <a:lnTo>
                    <a:pt x="0" y="259080"/>
                  </a:lnTo>
                  <a:lnTo>
                    <a:pt x="228600" y="259080"/>
                  </a:lnTo>
                  <a:lnTo>
                    <a:pt x="228600" y="252742"/>
                  </a:lnTo>
                  <a:close/>
                </a:path>
                <a:path w="228600" h="349250">
                  <a:moveTo>
                    <a:pt x="228600" y="246392"/>
                  </a:moveTo>
                  <a:lnTo>
                    <a:pt x="0" y="246392"/>
                  </a:lnTo>
                  <a:lnTo>
                    <a:pt x="0" y="252730"/>
                  </a:lnTo>
                  <a:lnTo>
                    <a:pt x="228600" y="252730"/>
                  </a:lnTo>
                  <a:lnTo>
                    <a:pt x="228600" y="246392"/>
                  </a:lnTo>
                  <a:close/>
                </a:path>
                <a:path w="228600" h="349250">
                  <a:moveTo>
                    <a:pt x="22860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228600" y="246380"/>
                  </a:lnTo>
                  <a:lnTo>
                    <a:pt x="228600" y="243852"/>
                  </a:lnTo>
                  <a:close/>
                </a:path>
                <a:path w="228600" h="349250">
                  <a:moveTo>
                    <a:pt x="22860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228600" y="243840"/>
                  </a:lnTo>
                  <a:lnTo>
                    <a:pt x="228600" y="240042"/>
                  </a:lnTo>
                  <a:close/>
                </a:path>
                <a:path w="228600" h="349250">
                  <a:moveTo>
                    <a:pt x="22860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228600" y="240030"/>
                  </a:lnTo>
                  <a:lnTo>
                    <a:pt x="228600" y="237502"/>
                  </a:lnTo>
                  <a:close/>
                </a:path>
                <a:path w="228600" h="349250">
                  <a:moveTo>
                    <a:pt x="22860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228600" y="237490"/>
                  </a:lnTo>
                  <a:lnTo>
                    <a:pt x="228600" y="233692"/>
                  </a:lnTo>
                  <a:close/>
                </a:path>
                <a:path w="228600" h="349250">
                  <a:moveTo>
                    <a:pt x="22860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228600" y="233680"/>
                  </a:lnTo>
                  <a:lnTo>
                    <a:pt x="228600" y="231152"/>
                  </a:lnTo>
                  <a:close/>
                </a:path>
                <a:path w="228600" h="349250">
                  <a:moveTo>
                    <a:pt x="228600" y="224802"/>
                  </a:moveTo>
                  <a:lnTo>
                    <a:pt x="0" y="224802"/>
                  </a:lnTo>
                  <a:lnTo>
                    <a:pt x="0" y="231140"/>
                  </a:lnTo>
                  <a:lnTo>
                    <a:pt x="228600" y="231140"/>
                  </a:lnTo>
                  <a:lnTo>
                    <a:pt x="228600" y="224802"/>
                  </a:lnTo>
                  <a:close/>
                </a:path>
                <a:path w="228600" h="349250">
                  <a:moveTo>
                    <a:pt x="228600" y="218452"/>
                  </a:moveTo>
                  <a:lnTo>
                    <a:pt x="0" y="218452"/>
                  </a:lnTo>
                  <a:lnTo>
                    <a:pt x="0" y="224790"/>
                  </a:lnTo>
                  <a:lnTo>
                    <a:pt x="228600" y="224790"/>
                  </a:lnTo>
                  <a:lnTo>
                    <a:pt x="228600" y="218452"/>
                  </a:lnTo>
                  <a:close/>
                </a:path>
                <a:path w="228600" h="349250">
                  <a:moveTo>
                    <a:pt x="228600" y="212102"/>
                  </a:moveTo>
                  <a:lnTo>
                    <a:pt x="0" y="212102"/>
                  </a:lnTo>
                  <a:lnTo>
                    <a:pt x="0" y="218440"/>
                  </a:lnTo>
                  <a:lnTo>
                    <a:pt x="228600" y="218440"/>
                  </a:lnTo>
                  <a:lnTo>
                    <a:pt x="228600" y="212102"/>
                  </a:lnTo>
                  <a:close/>
                </a:path>
                <a:path w="228600" h="349250">
                  <a:moveTo>
                    <a:pt x="228600" y="208292"/>
                  </a:moveTo>
                  <a:lnTo>
                    <a:pt x="0" y="208292"/>
                  </a:lnTo>
                  <a:lnTo>
                    <a:pt x="0" y="212090"/>
                  </a:lnTo>
                  <a:lnTo>
                    <a:pt x="228600" y="212090"/>
                  </a:lnTo>
                  <a:lnTo>
                    <a:pt x="228600" y="208292"/>
                  </a:lnTo>
                  <a:close/>
                </a:path>
                <a:path w="228600" h="349250">
                  <a:moveTo>
                    <a:pt x="228600" y="201942"/>
                  </a:moveTo>
                  <a:lnTo>
                    <a:pt x="0" y="201942"/>
                  </a:lnTo>
                  <a:lnTo>
                    <a:pt x="0" y="208280"/>
                  </a:lnTo>
                  <a:lnTo>
                    <a:pt x="228600" y="208280"/>
                  </a:lnTo>
                  <a:lnTo>
                    <a:pt x="228600" y="201942"/>
                  </a:lnTo>
                  <a:close/>
                </a:path>
                <a:path w="228600" h="349250">
                  <a:moveTo>
                    <a:pt x="228600" y="195592"/>
                  </a:moveTo>
                  <a:lnTo>
                    <a:pt x="0" y="195592"/>
                  </a:lnTo>
                  <a:lnTo>
                    <a:pt x="0" y="201930"/>
                  </a:lnTo>
                  <a:lnTo>
                    <a:pt x="228600" y="201930"/>
                  </a:lnTo>
                  <a:lnTo>
                    <a:pt x="228600" y="195592"/>
                  </a:lnTo>
                  <a:close/>
                </a:path>
                <a:path w="228600" h="349250">
                  <a:moveTo>
                    <a:pt x="22860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28600" y="195580"/>
                  </a:lnTo>
                  <a:lnTo>
                    <a:pt x="228600" y="189242"/>
                  </a:lnTo>
                  <a:close/>
                </a:path>
                <a:path w="228600" h="349250">
                  <a:moveTo>
                    <a:pt x="228600" y="186702"/>
                  </a:moveTo>
                  <a:lnTo>
                    <a:pt x="0" y="186702"/>
                  </a:lnTo>
                  <a:lnTo>
                    <a:pt x="0" y="189230"/>
                  </a:lnTo>
                  <a:lnTo>
                    <a:pt x="228600" y="189230"/>
                  </a:lnTo>
                  <a:lnTo>
                    <a:pt x="228600" y="186702"/>
                  </a:lnTo>
                  <a:close/>
                </a:path>
                <a:path w="228600" h="349250">
                  <a:moveTo>
                    <a:pt x="228600" y="182892"/>
                  </a:moveTo>
                  <a:lnTo>
                    <a:pt x="0" y="182892"/>
                  </a:lnTo>
                  <a:lnTo>
                    <a:pt x="0" y="186690"/>
                  </a:lnTo>
                  <a:lnTo>
                    <a:pt x="228600" y="186690"/>
                  </a:lnTo>
                  <a:lnTo>
                    <a:pt x="228600" y="182892"/>
                  </a:lnTo>
                  <a:close/>
                </a:path>
                <a:path w="228600" h="349250">
                  <a:moveTo>
                    <a:pt x="228600" y="180352"/>
                  </a:moveTo>
                  <a:lnTo>
                    <a:pt x="0" y="180352"/>
                  </a:lnTo>
                  <a:lnTo>
                    <a:pt x="0" y="182880"/>
                  </a:lnTo>
                  <a:lnTo>
                    <a:pt x="228600" y="182880"/>
                  </a:lnTo>
                  <a:lnTo>
                    <a:pt x="228600" y="180352"/>
                  </a:lnTo>
                  <a:close/>
                </a:path>
                <a:path w="228600" h="349250">
                  <a:moveTo>
                    <a:pt x="228600" y="174002"/>
                  </a:moveTo>
                  <a:lnTo>
                    <a:pt x="0" y="174002"/>
                  </a:lnTo>
                  <a:lnTo>
                    <a:pt x="0" y="180340"/>
                  </a:lnTo>
                  <a:lnTo>
                    <a:pt x="228600" y="180340"/>
                  </a:lnTo>
                  <a:lnTo>
                    <a:pt x="228600" y="174002"/>
                  </a:lnTo>
                  <a:close/>
                </a:path>
                <a:path w="228600" h="349250">
                  <a:moveTo>
                    <a:pt x="228600" y="167652"/>
                  </a:moveTo>
                  <a:lnTo>
                    <a:pt x="0" y="167652"/>
                  </a:lnTo>
                  <a:lnTo>
                    <a:pt x="0" y="173990"/>
                  </a:lnTo>
                  <a:lnTo>
                    <a:pt x="228600" y="173990"/>
                  </a:lnTo>
                  <a:lnTo>
                    <a:pt x="228600" y="167652"/>
                  </a:lnTo>
                  <a:close/>
                </a:path>
                <a:path w="228600" h="349250">
                  <a:moveTo>
                    <a:pt x="228600" y="161302"/>
                  </a:moveTo>
                  <a:lnTo>
                    <a:pt x="0" y="161302"/>
                  </a:lnTo>
                  <a:lnTo>
                    <a:pt x="0" y="167640"/>
                  </a:lnTo>
                  <a:lnTo>
                    <a:pt x="228600" y="167640"/>
                  </a:lnTo>
                  <a:lnTo>
                    <a:pt x="228600" y="161302"/>
                  </a:lnTo>
                  <a:close/>
                </a:path>
                <a:path w="228600" h="349250">
                  <a:moveTo>
                    <a:pt x="228600" y="157492"/>
                  </a:moveTo>
                  <a:lnTo>
                    <a:pt x="0" y="157492"/>
                  </a:lnTo>
                  <a:lnTo>
                    <a:pt x="0" y="161290"/>
                  </a:lnTo>
                  <a:lnTo>
                    <a:pt x="228600" y="161290"/>
                  </a:lnTo>
                  <a:lnTo>
                    <a:pt x="228600" y="157492"/>
                  </a:lnTo>
                  <a:close/>
                </a:path>
                <a:path w="228600" h="349250">
                  <a:moveTo>
                    <a:pt x="22860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28600" y="157480"/>
                  </a:lnTo>
                  <a:lnTo>
                    <a:pt x="228600" y="151142"/>
                  </a:lnTo>
                  <a:close/>
                </a:path>
                <a:path w="228600" h="349250">
                  <a:moveTo>
                    <a:pt x="228600" y="144792"/>
                  </a:moveTo>
                  <a:lnTo>
                    <a:pt x="0" y="144792"/>
                  </a:lnTo>
                  <a:lnTo>
                    <a:pt x="0" y="151130"/>
                  </a:lnTo>
                  <a:lnTo>
                    <a:pt x="228600" y="151130"/>
                  </a:lnTo>
                  <a:lnTo>
                    <a:pt x="228600" y="144792"/>
                  </a:lnTo>
                  <a:close/>
                </a:path>
                <a:path w="228600" h="349250">
                  <a:moveTo>
                    <a:pt x="228600" y="138442"/>
                  </a:moveTo>
                  <a:lnTo>
                    <a:pt x="0" y="138442"/>
                  </a:lnTo>
                  <a:lnTo>
                    <a:pt x="0" y="144780"/>
                  </a:lnTo>
                  <a:lnTo>
                    <a:pt x="228600" y="144780"/>
                  </a:lnTo>
                  <a:lnTo>
                    <a:pt x="228600" y="138442"/>
                  </a:lnTo>
                  <a:close/>
                </a:path>
                <a:path w="228600" h="349250">
                  <a:moveTo>
                    <a:pt x="228600" y="135902"/>
                  </a:moveTo>
                  <a:lnTo>
                    <a:pt x="0" y="135902"/>
                  </a:lnTo>
                  <a:lnTo>
                    <a:pt x="0" y="138430"/>
                  </a:lnTo>
                  <a:lnTo>
                    <a:pt x="228600" y="138430"/>
                  </a:lnTo>
                  <a:lnTo>
                    <a:pt x="228600" y="135902"/>
                  </a:lnTo>
                  <a:close/>
                </a:path>
                <a:path w="228600" h="349250">
                  <a:moveTo>
                    <a:pt x="228600" y="132092"/>
                  </a:moveTo>
                  <a:lnTo>
                    <a:pt x="0" y="132092"/>
                  </a:lnTo>
                  <a:lnTo>
                    <a:pt x="0" y="135890"/>
                  </a:lnTo>
                  <a:lnTo>
                    <a:pt x="228600" y="135890"/>
                  </a:lnTo>
                  <a:lnTo>
                    <a:pt x="228600" y="132092"/>
                  </a:lnTo>
                  <a:close/>
                </a:path>
                <a:path w="228600" h="349250">
                  <a:moveTo>
                    <a:pt x="228600" y="129552"/>
                  </a:moveTo>
                  <a:lnTo>
                    <a:pt x="0" y="129552"/>
                  </a:lnTo>
                  <a:lnTo>
                    <a:pt x="0" y="132080"/>
                  </a:lnTo>
                  <a:lnTo>
                    <a:pt x="228600" y="132080"/>
                  </a:lnTo>
                  <a:lnTo>
                    <a:pt x="228600" y="129552"/>
                  </a:lnTo>
                  <a:close/>
                </a:path>
                <a:path w="228600" h="349250">
                  <a:moveTo>
                    <a:pt x="228600" y="125742"/>
                  </a:moveTo>
                  <a:lnTo>
                    <a:pt x="0" y="125742"/>
                  </a:lnTo>
                  <a:lnTo>
                    <a:pt x="0" y="129540"/>
                  </a:lnTo>
                  <a:lnTo>
                    <a:pt x="228600" y="129540"/>
                  </a:lnTo>
                  <a:lnTo>
                    <a:pt x="228600" y="125742"/>
                  </a:lnTo>
                  <a:close/>
                </a:path>
                <a:path w="228600" h="349250">
                  <a:moveTo>
                    <a:pt x="228600" y="123202"/>
                  </a:moveTo>
                  <a:lnTo>
                    <a:pt x="0" y="123202"/>
                  </a:lnTo>
                  <a:lnTo>
                    <a:pt x="0" y="125730"/>
                  </a:lnTo>
                  <a:lnTo>
                    <a:pt x="228600" y="125730"/>
                  </a:lnTo>
                  <a:lnTo>
                    <a:pt x="228600" y="123202"/>
                  </a:lnTo>
                  <a:close/>
                </a:path>
                <a:path w="228600" h="349250">
                  <a:moveTo>
                    <a:pt x="228600" y="116852"/>
                  </a:moveTo>
                  <a:lnTo>
                    <a:pt x="0" y="116852"/>
                  </a:lnTo>
                  <a:lnTo>
                    <a:pt x="0" y="123190"/>
                  </a:lnTo>
                  <a:lnTo>
                    <a:pt x="228600" y="123190"/>
                  </a:lnTo>
                  <a:lnTo>
                    <a:pt x="228600" y="116852"/>
                  </a:lnTo>
                  <a:close/>
                </a:path>
                <a:path w="228600" h="349250">
                  <a:moveTo>
                    <a:pt x="228600" y="110502"/>
                  </a:moveTo>
                  <a:lnTo>
                    <a:pt x="0" y="110502"/>
                  </a:lnTo>
                  <a:lnTo>
                    <a:pt x="0" y="116840"/>
                  </a:lnTo>
                  <a:lnTo>
                    <a:pt x="228600" y="116840"/>
                  </a:lnTo>
                  <a:lnTo>
                    <a:pt x="228600" y="110502"/>
                  </a:lnTo>
                  <a:close/>
                </a:path>
                <a:path w="228600" h="349250">
                  <a:moveTo>
                    <a:pt x="228600" y="104152"/>
                  </a:moveTo>
                  <a:lnTo>
                    <a:pt x="0" y="104152"/>
                  </a:lnTo>
                  <a:lnTo>
                    <a:pt x="0" y="110490"/>
                  </a:lnTo>
                  <a:lnTo>
                    <a:pt x="228600" y="110490"/>
                  </a:lnTo>
                  <a:lnTo>
                    <a:pt x="228600" y="104152"/>
                  </a:lnTo>
                  <a:close/>
                </a:path>
                <a:path w="228600" h="349250">
                  <a:moveTo>
                    <a:pt x="228600" y="100342"/>
                  </a:moveTo>
                  <a:lnTo>
                    <a:pt x="0" y="100342"/>
                  </a:lnTo>
                  <a:lnTo>
                    <a:pt x="0" y="104140"/>
                  </a:lnTo>
                  <a:lnTo>
                    <a:pt x="228600" y="104140"/>
                  </a:lnTo>
                  <a:lnTo>
                    <a:pt x="228600" y="100342"/>
                  </a:lnTo>
                  <a:close/>
                </a:path>
                <a:path w="228600" h="349250">
                  <a:moveTo>
                    <a:pt x="22860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28600" y="100330"/>
                  </a:lnTo>
                  <a:lnTo>
                    <a:pt x="228600" y="93992"/>
                  </a:lnTo>
                  <a:close/>
                </a:path>
                <a:path w="228600" h="349250">
                  <a:moveTo>
                    <a:pt x="22860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28600" y="93980"/>
                  </a:lnTo>
                  <a:lnTo>
                    <a:pt x="228600" y="87642"/>
                  </a:lnTo>
                  <a:close/>
                </a:path>
                <a:path w="228600" h="349250">
                  <a:moveTo>
                    <a:pt x="228600" y="78752"/>
                  </a:moveTo>
                  <a:lnTo>
                    <a:pt x="0" y="78752"/>
                  </a:lnTo>
                  <a:lnTo>
                    <a:pt x="0" y="87630"/>
                  </a:lnTo>
                  <a:lnTo>
                    <a:pt x="228600" y="87630"/>
                  </a:lnTo>
                  <a:lnTo>
                    <a:pt x="228600" y="78752"/>
                  </a:lnTo>
                  <a:close/>
                </a:path>
                <a:path w="228600" h="349250">
                  <a:moveTo>
                    <a:pt x="228600" y="74942"/>
                  </a:moveTo>
                  <a:lnTo>
                    <a:pt x="0" y="74942"/>
                  </a:lnTo>
                  <a:lnTo>
                    <a:pt x="0" y="78740"/>
                  </a:lnTo>
                  <a:lnTo>
                    <a:pt x="228600" y="78740"/>
                  </a:lnTo>
                  <a:lnTo>
                    <a:pt x="228600" y="74942"/>
                  </a:lnTo>
                  <a:close/>
                </a:path>
                <a:path w="228600" h="349250">
                  <a:moveTo>
                    <a:pt x="228600" y="72402"/>
                  </a:moveTo>
                  <a:lnTo>
                    <a:pt x="0" y="72402"/>
                  </a:lnTo>
                  <a:lnTo>
                    <a:pt x="0" y="74930"/>
                  </a:lnTo>
                  <a:lnTo>
                    <a:pt x="228600" y="74930"/>
                  </a:lnTo>
                  <a:lnTo>
                    <a:pt x="228600" y="72402"/>
                  </a:lnTo>
                  <a:close/>
                </a:path>
                <a:path w="228600" h="349250">
                  <a:moveTo>
                    <a:pt x="228600" y="66052"/>
                  </a:moveTo>
                  <a:lnTo>
                    <a:pt x="0" y="66052"/>
                  </a:lnTo>
                  <a:lnTo>
                    <a:pt x="0" y="72390"/>
                  </a:lnTo>
                  <a:lnTo>
                    <a:pt x="228600" y="72390"/>
                  </a:lnTo>
                  <a:lnTo>
                    <a:pt x="228600" y="66052"/>
                  </a:lnTo>
                  <a:close/>
                </a:path>
                <a:path w="228600" h="349250">
                  <a:moveTo>
                    <a:pt x="228600" y="59702"/>
                  </a:moveTo>
                  <a:lnTo>
                    <a:pt x="0" y="59702"/>
                  </a:lnTo>
                  <a:lnTo>
                    <a:pt x="0" y="66040"/>
                  </a:lnTo>
                  <a:lnTo>
                    <a:pt x="228600" y="66040"/>
                  </a:lnTo>
                  <a:lnTo>
                    <a:pt x="228600" y="59702"/>
                  </a:lnTo>
                  <a:close/>
                </a:path>
                <a:path w="228600" h="349250">
                  <a:moveTo>
                    <a:pt x="228600" y="53352"/>
                  </a:moveTo>
                  <a:lnTo>
                    <a:pt x="0" y="53352"/>
                  </a:lnTo>
                  <a:lnTo>
                    <a:pt x="0" y="59690"/>
                  </a:lnTo>
                  <a:lnTo>
                    <a:pt x="228600" y="59690"/>
                  </a:lnTo>
                  <a:lnTo>
                    <a:pt x="228600" y="53352"/>
                  </a:lnTo>
                  <a:close/>
                </a:path>
                <a:path w="228600" h="349250">
                  <a:moveTo>
                    <a:pt x="228600" y="49542"/>
                  </a:moveTo>
                  <a:lnTo>
                    <a:pt x="0" y="49542"/>
                  </a:lnTo>
                  <a:lnTo>
                    <a:pt x="0" y="53340"/>
                  </a:lnTo>
                  <a:lnTo>
                    <a:pt x="228600" y="53340"/>
                  </a:lnTo>
                  <a:lnTo>
                    <a:pt x="228600" y="49542"/>
                  </a:lnTo>
                  <a:close/>
                </a:path>
                <a:path w="228600" h="349250">
                  <a:moveTo>
                    <a:pt x="22860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28600" y="49530"/>
                  </a:lnTo>
                  <a:lnTo>
                    <a:pt x="228600" y="43192"/>
                  </a:lnTo>
                  <a:close/>
                </a:path>
                <a:path w="228600" h="349250">
                  <a:moveTo>
                    <a:pt x="22860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28600" y="43180"/>
                  </a:lnTo>
                  <a:lnTo>
                    <a:pt x="228600" y="36842"/>
                  </a:lnTo>
                  <a:close/>
                </a:path>
                <a:path w="228600" h="349250">
                  <a:moveTo>
                    <a:pt x="22860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28600" y="36830"/>
                  </a:lnTo>
                  <a:lnTo>
                    <a:pt x="228600" y="30492"/>
                  </a:lnTo>
                  <a:close/>
                </a:path>
                <a:path w="228600" h="349250">
                  <a:moveTo>
                    <a:pt x="228600" y="27952"/>
                  </a:moveTo>
                  <a:lnTo>
                    <a:pt x="0" y="27952"/>
                  </a:lnTo>
                  <a:lnTo>
                    <a:pt x="0" y="30480"/>
                  </a:lnTo>
                  <a:lnTo>
                    <a:pt x="228600" y="30480"/>
                  </a:lnTo>
                  <a:lnTo>
                    <a:pt x="228600" y="27952"/>
                  </a:lnTo>
                  <a:close/>
                </a:path>
                <a:path w="228600" h="349250">
                  <a:moveTo>
                    <a:pt x="228600" y="24142"/>
                  </a:moveTo>
                  <a:lnTo>
                    <a:pt x="0" y="24142"/>
                  </a:lnTo>
                  <a:lnTo>
                    <a:pt x="0" y="27940"/>
                  </a:lnTo>
                  <a:lnTo>
                    <a:pt x="228600" y="27940"/>
                  </a:lnTo>
                  <a:lnTo>
                    <a:pt x="228600" y="24142"/>
                  </a:lnTo>
                  <a:close/>
                </a:path>
                <a:path w="228600" h="349250">
                  <a:moveTo>
                    <a:pt x="228600" y="15252"/>
                  </a:moveTo>
                  <a:lnTo>
                    <a:pt x="0" y="15252"/>
                  </a:lnTo>
                  <a:lnTo>
                    <a:pt x="0" y="24130"/>
                  </a:lnTo>
                  <a:lnTo>
                    <a:pt x="228600" y="24130"/>
                  </a:lnTo>
                  <a:lnTo>
                    <a:pt x="228600" y="15252"/>
                  </a:lnTo>
                  <a:close/>
                </a:path>
                <a:path w="228600" h="349250">
                  <a:moveTo>
                    <a:pt x="22860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228600" y="15240"/>
                  </a:lnTo>
                  <a:lnTo>
                    <a:pt x="228600" y="8902"/>
                  </a:lnTo>
                  <a:close/>
                </a:path>
                <a:path w="228600" h="349250">
                  <a:moveTo>
                    <a:pt x="22860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228600" y="8890"/>
                  </a:lnTo>
                  <a:lnTo>
                    <a:pt x="228600" y="2552"/>
                  </a:lnTo>
                  <a:close/>
                </a:path>
                <a:path w="228600" h="349250">
                  <a:moveTo>
                    <a:pt x="22860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28600" y="2540"/>
                  </a:lnTo>
                  <a:lnTo>
                    <a:pt x="228600" y="0"/>
                  </a:lnTo>
                  <a:close/>
                </a:path>
              </a:pathLst>
            </a:custGeom>
            <a:solidFill>
              <a:srgbClr val="C5C5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2548890" y="5561329"/>
              <a:ext cx="228600" cy="349250"/>
            </a:xfrm>
            <a:custGeom>
              <a:avLst/>
              <a:gdLst/>
              <a:ahLst/>
              <a:cxnLst/>
              <a:rect l="l" t="t" r="r" b="b"/>
              <a:pathLst>
                <a:path w="228600" h="349250">
                  <a:moveTo>
                    <a:pt x="228600" y="347992"/>
                  </a:moveTo>
                  <a:lnTo>
                    <a:pt x="0" y="347992"/>
                  </a:lnTo>
                  <a:lnTo>
                    <a:pt x="0" y="349250"/>
                  </a:lnTo>
                  <a:lnTo>
                    <a:pt x="228600" y="349250"/>
                  </a:lnTo>
                  <a:lnTo>
                    <a:pt x="228600" y="347992"/>
                  </a:lnTo>
                  <a:close/>
                </a:path>
                <a:path w="228600" h="349250">
                  <a:moveTo>
                    <a:pt x="228600" y="345452"/>
                  </a:moveTo>
                  <a:lnTo>
                    <a:pt x="0" y="345452"/>
                  </a:lnTo>
                  <a:lnTo>
                    <a:pt x="0" y="347980"/>
                  </a:lnTo>
                  <a:lnTo>
                    <a:pt x="228600" y="347980"/>
                  </a:lnTo>
                  <a:lnTo>
                    <a:pt x="228600" y="345452"/>
                  </a:lnTo>
                  <a:close/>
                </a:path>
                <a:path w="228600" h="349250">
                  <a:moveTo>
                    <a:pt x="228600" y="341642"/>
                  </a:moveTo>
                  <a:lnTo>
                    <a:pt x="0" y="341642"/>
                  </a:lnTo>
                  <a:lnTo>
                    <a:pt x="0" y="345440"/>
                  </a:lnTo>
                  <a:lnTo>
                    <a:pt x="228600" y="345440"/>
                  </a:lnTo>
                  <a:lnTo>
                    <a:pt x="228600" y="341642"/>
                  </a:lnTo>
                  <a:close/>
                </a:path>
                <a:path w="228600" h="349250">
                  <a:moveTo>
                    <a:pt x="228600" y="339102"/>
                  </a:moveTo>
                  <a:lnTo>
                    <a:pt x="0" y="339102"/>
                  </a:lnTo>
                  <a:lnTo>
                    <a:pt x="0" y="341630"/>
                  </a:lnTo>
                  <a:lnTo>
                    <a:pt x="228600" y="341630"/>
                  </a:lnTo>
                  <a:lnTo>
                    <a:pt x="228600" y="339102"/>
                  </a:lnTo>
                  <a:close/>
                </a:path>
                <a:path w="228600" h="349250">
                  <a:moveTo>
                    <a:pt x="228600" y="326402"/>
                  </a:moveTo>
                  <a:lnTo>
                    <a:pt x="0" y="326402"/>
                  </a:lnTo>
                  <a:lnTo>
                    <a:pt x="0" y="339090"/>
                  </a:lnTo>
                  <a:lnTo>
                    <a:pt x="228600" y="339090"/>
                  </a:lnTo>
                  <a:lnTo>
                    <a:pt x="228600" y="326402"/>
                  </a:lnTo>
                  <a:close/>
                </a:path>
                <a:path w="228600" h="349250">
                  <a:moveTo>
                    <a:pt x="228600" y="320052"/>
                  </a:moveTo>
                  <a:lnTo>
                    <a:pt x="0" y="320052"/>
                  </a:lnTo>
                  <a:lnTo>
                    <a:pt x="0" y="326390"/>
                  </a:lnTo>
                  <a:lnTo>
                    <a:pt x="228600" y="326390"/>
                  </a:lnTo>
                  <a:lnTo>
                    <a:pt x="228600" y="320052"/>
                  </a:lnTo>
                  <a:close/>
                </a:path>
                <a:path w="228600" h="349250">
                  <a:moveTo>
                    <a:pt x="228600" y="316242"/>
                  </a:moveTo>
                  <a:lnTo>
                    <a:pt x="0" y="316242"/>
                  </a:lnTo>
                  <a:lnTo>
                    <a:pt x="0" y="320040"/>
                  </a:lnTo>
                  <a:lnTo>
                    <a:pt x="228600" y="320040"/>
                  </a:lnTo>
                  <a:lnTo>
                    <a:pt x="228600" y="316242"/>
                  </a:lnTo>
                  <a:close/>
                </a:path>
                <a:path w="228600" h="349250">
                  <a:moveTo>
                    <a:pt x="228600" y="309892"/>
                  </a:moveTo>
                  <a:lnTo>
                    <a:pt x="0" y="309892"/>
                  </a:lnTo>
                  <a:lnTo>
                    <a:pt x="0" y="316230"/>
                  </a:lnTo>
                  <a:lnTo>
                    <a:pt x="228600" y="316230"/>
                  </a:lnTo>
                  <a:lnTo>
                    <a:pt x="228600" y="309892"/>
                  </a:lnTo>
                  <a:close/>
                </a:path>
                <a:path w="228600" h="349250">
                  <a:moveTo>
                    <a:pt x="228600" y="303542"/>
                  </a:moveTo>
                  <a:lnTo>
                    <a:pt x="0" y="303542"/>
                  </a:lnTo>
                  <a:lnTo>
                    <a:pt x="0" y="309880"/>
                  </a:lnTo>
                  <a:lnTo>
                    <a:pt x="228600" y="309880"/>
                  </a:lnTo>
                  <a:lnTo>
                    <a:pt x="228600" y="303542"/>
                  </a:lnTo>
                  <a:close/>
                </a:path>
                <a:path w="228600" h="349250">
                  <a:moveTo>
                    <a:pt x="228600" y="297192"/>
                  </a:moveTo>
                  <a:lnTo>
                    <a:pt x="0" y="297192"/>
                  </a:lnTo>
                  <a:lnTo>
                    <a:pt x="0" y="303530"/>
                  </a:lnTo>
                  <a:lnTo>
                    <a:pt x="228600" y="303530"/>
                  </a:lnTo>
                  <a:lnTo>
                    <a:pt x="228600" y="297192"/>
                  </a:lnTo>
                  <a:close/>
                </a:path>
                <a:path w="228600" h="349250">
                  <a:moveTo>
                    <a:pt x="228600" y="294652"/>
                  </a:moveTo>
                  <a:lnTo>
                    <a:pt x="0" y="294652"/>
                  </a:lnTo>
                  <a:lnTo>
                    <a:pt x="0" y="297180"/>
                  </a:lnTo>
                  <a:lnTo>
                    <a:pt x="228600" y="297180"/>
                  </a:lnTo>
                  <a:lnTo>
                    <a:pt x="228600" y="294652"/>
                  </a:lnTo>
                  <a:close/>
                </a:path>
                <a:path w="228600" h="349250">
                  <a:moveTo>
                    <a:pt x="228600" y="290842"/>
                  </a:moveTo>
                  <a:lnTo>
                    <a:pt x="0" y="290842"/>
                  </a:lnTo>
                  <a:lnTo>
                    <a:pt x="0" y="294640"/>
                  </a:lnTo>
                  <a:lnTo>
                    <a:pt x="228600" y="294640"/>
                  </a:lnTo>
                  <a:lnTo>
                    <a:pt x="228600" y="290842"/>
                  </a:lnTo>
                  <a:close/>
                </a:path>
                <a:path w="228600" h="349250">
                  <a:moveTo>
                    <a:pt x="228600" y="288302"/>
                  </a:moveTo>
                  <a:lnTo>
                    <a:pt x="0" y="288302"/>
                  </a:lnTo>
                  <a:lnTo>
                    <a:pt x="0" y="290830"/>
                  </a:lnTo>
                  <a:lnTo>
                    <a:pt x="228600" y="290830"/>
                  </a:lnTo>
                  <a:lnTo>
                    <a:pt x="228600" y="288302"/>
                  </a:lnTo>
                  <a:close/>
                </a:path>
                <a:path w="228600" h="349250">
                  <a:moveTo>
                    <a:pt x="228600" y="281952"/>
                  </a:moveTo>
                  <a:lnTo>
                    <a:pt x="0" y="281952"/>
                  </a:lnTo>
                  <a:lnTo>
                    <a:pt x="0" y="288290"/>
                  </a:lnTo>
                  <a:lnTo>
                    <a:pt x="228600" y="288290"/>
                  </a:lnTo>
                  <a:lnTo>
                    <a:pt x="228600" y="281952"/>
                  </a:lnTo>
                  <a:close/>
                </a:path>
                <a:path w="228600" h="349250">
                  <a:moveTo>
                    <a:pt x="228600" y="275602"/>
                  </a:moveTo>
                  <a:lnTo>
                    <a:pt x="0" y="275602"/>
                  </a:lnTo>
                  <a:lnTo>
                    <a:pt x="0" y="281940"/>
                  </a:lnTo>
                  <a:lnTo>
                    <a:pt x="228600" y="281940"/>
                  </a:lnTo>
                  <a:lnTo>
                    <a:pt x="228600" y="275602"/>
                  </a:lnTo>
                  <a:close/>
                </a:path>
                <a:path w="228600" h="349250">
                  <a:moveTo>
                    <a:pt x="228600" y="269252"/>
                  </a:moveTo>
                  <a:lnTo>
                    <a:pt x="0" y="269252"/>
                  </a:lnTo>
                  <a:lnTo>
                    <a:pt x="0" y="275590"/>
                  </a:lnTo>
                  <a:lnTo>
                    <a:pt x="228600" y="275590"/>
                  </a:lnTo>
                  <a:lnTo>
                    <a:pt x="228600" y="269252"/>
                  </a:lnTo>
                  <a:close/>
                </a:path>
                <a:path w="228600" h="349250">
                  <a:moveTo>
                    <a:pt x="228600" y="265442"/>
                  </a:moveTo>
                  <a:lnTo>
                    <a:pt x="0" y="265442"/>
                  </a:lnTo>
                  <a:lnTo>
                    <a:pt x="0" y="269240"/>
                  </a:lnTo>
                  <a:lnTo>
                    <a:pt x="228600" y="269240"/>
                  </a:lnTo>
                  <a:lnTo>
                    <a:pt x="228600" y="265442"/>
                  </a:lnTo>
                  <a:close/>
                </a:path>
                <a:path w="228600" h="349250">
                  <a:moveTo>
                    <a:pt x="228600" y="259092"/>
                  </a:moveTo>
                  <a:lnTo>
                    <a:pt x="0" y="259092"/>
                  </a:lnTo>
                  <a:lnTo>
                    <a:pt x="0" y="265430"/>
                  </a:lnTo>
                  <a:lnTo>
                    <a:pt x="228600" y="265430"/>
                  </a:lnTo>
                  <a:lnTo>
                    <a:pt x="228600" y="259092"/>
                  </a:lnTo>
                  <a:close/>
                </a:path>
                <a:path w="228600" h="349250">
                  <a:moveTo>
                    <a:pt x="228600" y="252742"/>
                  </a:moveTo>
                  <a:lnTo>
                    <a:pt x="0" y="252742"/>
                  </a:lnTo>
                  <a:lnTo>
                    <a:pt x="0" y="259080"/>
                  </a:lnTo>
                  <a:lnTo>
                    <a:pt x="228600" y="259080"/>
                  </a:lnTo>
                  <a:lnTo>
                    <a:pt x="228600" y="252742"/>
                  </a:lnTo>
                  <a:close/>
                </a:path>
                <a:path w="228600" h="349250">
                  <a:moveTo>
                    <a:pt x="228600" y="246392"/>
                  </a:moveTo>
                  <a:lnTo>
                    <a:pt x="0" y="246392"/>
                  </a:lnTo>
                  <a:lnTo>
                    <a:pt x="0" y="252730"/>
                  </a:lnTo>
                  <a:lnTo>
                    <a:pt x="228600" y="252730"/>
                  </a:lnTo>
                  <a:lnTo>
                    <a:pt x="228600" y="246392"/>
                  </a:lnTo>
                  <a:close/>
                </a:path>
                <a:path w="228600" h="349250">
                  <a:moveTo>
                    <a:pt x="22860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228600" y="246380"/>
                  </a:lnTo>
                  <a:lnTo>
                    <a:pt x="228600" y="243852"/>
                  </a:lnTo>
                  <a:close/>
                </a:path>
                <a:path w="228600" h="349250">
                  <a:moveTo>
                    <a:pt x="22860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228600" y="243840"/>
                  </a:lnTo>
                  <a:lnTo>
                    <a:pt x="228600" y="240042"/>
                  </a:lnTo>
                  <a:close/>
                </a:path>
                <a:path w="228600" h="349250">
                  <a:moveTo>
                    <a:pt x="22860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228600" y="240030"/>
                  </a:lnTo>
                  <a:lnTo>
                    <a:pt x="228600" y="237502"/>
                  </a:lnTo>
                  <a:close/>
                </a:path>
                <a:path w="228600" h="349250">
                  <a:moveTo>
                    <a:pt x="22860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228600" y="237490"/>
                  </a:lnTo>
                  <a:lnTo>
                    <a:pt x="228600" y="233692"/>
                  </a:lnTo>
                  <a:close/>
                </a:path>
                <a:path w="228600" h="349250">
                  <a:moveTo>
                    <a:pt x="22860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228600" y="233680"/>
                  </a:lnTo>
                  <a:lnTo>
                    <a:pt x="228600" y="231152"/>
                  </a:lnTo>
                  <a:close/>
                </a:path>
                <a:path w="228600" h="349250">
                  <a:moveTo>
                    <a:pt x="228600" y="224802"/>
                  </a:moveTo>
                  <a:lnTo>
                    <a:pt x="0" y="224802"/>
                  </a:lnTo>
                  <a:lnTo>
                    <a:pt x="0" y="231140"/>
                  </a:lnTo>
                  <a:lnTo>
                    <a:pt x="228600" y="231140"/>
                  </a:lnTo>
                  <a:lnTo>
                    <a:pt x="228600" y="224802"/>
                  </a:lnTo>
                  <a:close/>
                </a:path>
                <a:path w="228600" h="349250">
                  <a:moveTo>
                    <a:pt x="228600" y="218452"/>
                  </a:moveTo>
                  <a:lnTo>
                    <a:pt x="0" y="218452"/>
                  </a:lnTo>
                  <a:lnTo>
                    <a:pt x="0" y="224790"/>
                  </a:lnTo>
                  <a:lnTo>
                    <a:pt x="228600" y="224790"/>
                  </a:lnTo>
                  <a:lnTo>
                    <a:pt x="228600" y="218452"/>
                  </a:lnTo>
                  <a:close/>
                </a:path>
                <a:path w="228600" h="349250">
                  <a:moveTo>
                    <a:pt x="228600" y="212102"/>
                  </a:moveTo>
                  <a:lnTo>
                    <a:pt x="0" y="212102"/>
                  </a:lnTo>
                  <a:lnTo>
                    <a:pt x="0" y="218440"/>
                  </a:lnTo>
                  <a:lnTo>
                    <a:pt x="228600" y="218440"/>
                  </a:lnTo>
                  <a:lnTo>
                    <a:pt x="228600" y="212102"/>
                  </a:lnTo>
                  <a:close/>
                </a:path>
                <a:path w="228600" h="349250">
                  <a:moveTo>
                    <a:pt x="228600" y="208292"/>
                  </a:moveTo>
                  <a:lnTo>
                    <a:pt x="0" y="208292"/>
                  </a:lnTo>
                  <a:lnTo>
                    <a:pt x="0" y="212090"/>
                  </a:lnTo>
                  <a:lnTo>
                    <a:pt x="228600" y="212090"/>
                  </a:lnTo>
                  <a:lnTo>
                    <a:pt x="228600" y="208292"/>
                  </a:lnTo>
                  <a:close/>
                </a:path>
                <a:path w="228600" h="349250">
                  <a:moveTo>
                    <a:pt x="228600" y="201942"/>
                  </a:moveTo>
                  <a:lnTo>
                    <a:pt x="0" y="201942"/>
                  </a:lnTo>
                  <a:lnTo>
                    <a:pt x="0" y="208280"/>
                  </a:lnTo>
                  <a:lnTo>
                    <a:pt x="228600" y="208280"/>
                  </a:lnTo>
                  <a:lnTo>
                    <a:pt x="228600" y="201942"/>
                  </a:lnTo>
                  <a:close/>
                </a:path>
                <a:path w="228600" h="349250">
                  <a:moveTo>
                    <a:pt x="228600" y="195592"/>
                  </a:moveTo>
                  <a:lnTo>
                    <a:pt x="0" y="195592"/>
                  </a:lnTo>
                  <a:lnTo>
                    <a:pt x="0" y="201930"/>
                  </a:lnTo>
                  <a:lnTo>
                    <a:pt x="228600" y="201930"/>
                  </a:lnTo>
                  <a:lnTo>
                    <a:pt x="228600" y="195592"/>
                  </a:lnTo>
                  <a:close/>
                </a:path>
                <a:path w="228600" h="349250">
                  <a:moveTo>
                    <a:pt x="22860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28600" y="195580"/>
                  </a:lnTo>
                  <a:lnTo>
                    <a:pt x="228600" y="189242"/>
                  </a:lnTo>
                  <a:close/>
                </a:path>
                <a:path w="228600" h="349250">
                  <a:moveTo>
                    <a:pt x="228600" y="186702"/>
                  </a:moveTo>
                  <a:lnTo>
                    <a:pt x="0" y="186702"/>
                  </a:lnTo>
                  <a:lnTo>
                    <a:pt x="0" y="189230"/>
                  </a:lnTo>
                  <a:lnTo>
                    <a:pt x="228600" y="189230"/>
                  </a:lnTo>
                  <a:lnTo>
                    <a:pt x="228600" y="186702"/>
                  </a:lnTo>
                  <a:close/>
                </a:path>
                <a:path w="228600" h="349250">
                  <a:moveTo>
                    <a:pt x="228600" y="182892"/>
                  </a:moveTo>
                  <a:lnTo>
                    <a:pt x="0" y="182892"/>
                  </a:lnTo>
                  <a:lnTo>
                    <a:pt x="0" y="186690"/>
                  </a:lnTo>
                  <a:lnTo>
                    <a:pt x="228600" y="186690"/>
                  </a:lnTo>
                  <a:lnTo>
                    <a:pt x="228600" y="182892"/>
                  </a:lnTo>
                  <a:close/>
                </a:path>
                <a:path w="228600" h="349250">
                  <a:moveTo>
                    <a:pt x="228600" y="180352"/>
                  </a:moveTo>
                  <a:lnTo>
                    <a:pt x="0" y="180352"/>
                  </a:lnTo>
                  <a:lnTo>
                    <a:pt x="0" y="182880"/>
                  </a:lnTo>
                  <a:lnTo>
                    <a:pt x="228600" y="182880"/>
                  </a:lnTo>
                  <a:lnTo>
                    <a:pt x="228600" y="180352"/>
                  </a:lnTo>
                  <a:close/>
                </a:path>
                <a:path w="228600" h="349250">
                  <a:moveTo>
                    <a:pt x="228600" y="174002"/>
                  </a:moveTo>
                  <a:lnTo>
                    <a:pt x="0" y="174002"/>
                  </a:lnTo>
                  <a:lnTo>
                    <a:pt x="0" y="180340"/>
                  </a:lnTo>
                  <a:lnTo>
                    <a:pt x="228600" y="180340"/>
                  </a:lnTo>
                  <a:lnTo>
                    <a:pt x="228600" y="174002"/>
                  </a:lnTo>
                  <a:close/>
                </a:path>
                <a:path w="228600" h="349250">
                  <a:moveTo>
                    <a:pt x="228600" y="167652"/>
                  </a:moveTo>
                  <a:lnTo>
                    <a:pt x="0" y="167652"/>
                  </a:lnTo>
                  <a:lnTo>
                    <a:pt x="0" y="173990"/>
                  </a:lnTo>
                  <a:lnTo>
                    <a:pt x="228600" y="173990"/>
                  </a:lnTo>
                  <a:lnTo>
                    <a:pt x="228600" y="167652"/>
                  </a:lnTo>
                  <a:close/>
                </a:path>
                <a:path w="228600" h="349250">
                  <a:moveTo>
                    <a:pt x="228600" y="161302"/>
                  </a:moveTo>
                  <a:lnTo>
                    <a:pt x="0" y="161302"/>
                  </a:lnTo>
                  <a:lnTo>
                    <a:pt x="0" y="167640"/>
                  </a:lnTo>
                  <a:lnTo>
                    <a:pt x="228600" y="167640"/>
                  </a:lnTo>
                  <a:lnTo>
                    <a:pt x="228600" y="161302"/>
                  </a:lnTo>
                  <a:close/>
                </a:path>
                <a:path w="228600" h="349250">
                  <a:moveTo>
                    <a:pt x="228600" y="157492"/>
                  </a:moveTo>
                  <a:lnTo>
                    <a:pt x="0" y="157492"/>
                  </a:lnTo>
                  <a:lnTo>
                    <a:pt x="0" y="161290"/>
                  </a:lnTo>
                  <a:lnTo>
                    <a:pt x="228600" y="161290"/>
                  </a:lnTo>
                  <a:lnTo>
                    <a:pt x="228600" y="157492"/>
                  </a:lnTo>
                  <a:close/>
                </a:path>
                <a:path w="228600" h="349250">
                  <a:moveTo>
                    <a:pt x="22860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28600" y="157480"/>
                  </a:lnTo>
                  <a:lnTo>
                    <a:pt x="228600" y="151142"/>
                  </a:lnTo>
                  <a:close/>
                </a:path>
                <a:path w="228600" h="349250">
                  <a:moveTo>
                    <a:pt x="228600" y="144792"/>
                  </a:moveTo>
                  <a:lnTo>
                    <a:pt x="0" y="144792"/>
                  </a:lnTo>
                  <a:lnTo>
                    <a:pt x="0" y="151130"/>
                  </a:lnTo>
                  <a:lnTo>
                    <a:pt x="228600" y="151130"/>
                  </a:lnTo>
                  <a:lnTo>
                    <a:pt x="228600" y="144792"/>
                  </a:lnTo>
                  <a:close/>
                </a:path>
                <a:path w="228600" h="349250">
                  <a:moveTo>
                    <a:pt x="228600" y="138442"/>
                  </a:moveTo>
                  <a:lnTo>
                    <a:pt x="0" y="138442"/>
                  </a:lnTo>
                  <a:lnTo>
                    <a:pt x="0" y="144780"/>
                  </a:lnTo>
                  <a:lnTo>
                    <a:pt x="228600" y="144780"/>
                  </a:lnTo>
                  <a:lnTo>
                    <a:pt x="228600" y="138442"/>
                  </a:lnTo>
                  <a:close/>
                </a:path>
                <a:path w="228600" h="349250">
                  <a:moveTo>
                    <a:pt x="228600" y="135902"/>
                  </a:moveTo>
                  <a:lnTo>
                    <a:pt x="0" y="135902"/>
                  </a:lnTo>
                  <a:lnTo>
                    <a:pt x="0" y="138430"/>
                  </a:lnTo>
                  <a:lnTo>
                    <a:pt x="228600" y="138430"/>
                  </a:lnTo>
                  <a:lnTo>
                    <a:pt x="228600" y="135902"/>
                  </a:lnTo>
                  <a:close/>
                </a:path>
                <a:path w="228600" h="349250">
                  <a:moveTo>
                    <a:pt x="228600" y="132092"/>
                  </a:moveTo>
                  <a:lnTo>
                    <a:pt x="0" y="132092"/>
                  </a:lnTo>
                  <a:lnTo>
                    <a:pt x="0" y="135890"/>
                  </a:lnTo>
                  <a:lnTo>
                    <a:pt x="228600" y="135890"/>
                  </a:lnTo>
                  <a:lnTo>
                    <a:pt x="228600" y="132092"/>
                  </a:lnTo>
                  <a:close/>
                </a:path>
                <a:path w="228600" h="349250">
                  <a:moveTo>
                    <a:pt x="228600" y="129552"/>
                  </a:moveTo>
                  <a:lnTo>
                    <a:pt x="0" y="129552"/>
                  </a:lnTo>
                  <a:lnTo>
                    <a:pt x="0" y="132080"/>
                  </a:lnTo>
                  <a:lnTo>
                    <a:pt x="228600" y="132080"/>
                  </a:lnTo>
                  <a:lnTo>
                    <a:pt x="228600" y="129552"/>
                  </a:lnTo>
                  <a:close/>
                </a:path>
                <a:path w="228600" h="349250">
                  <a:moveTo>
                    <a:pt x="228600" y="125742"/>
                  </a:moveTo>
                  <a:lnTo>
                    <a:pt x="0" y="125742"/>
                  </a:lnTo>
                  <a:lnTo>
                    <a:pt x="0" y="129540"/>
                  </a:lnTo>
                  <a:lnTo>
                    <a:pt x="228600" y="129540"/>
                  </a:lnTo>
                  <a:lnTo>
                    <a:pt x="228600" y="125742"/>
                  </a:lnTo>
                  <a:close/>
                </a:path>
                <a:path w="228600" h="349250">
                  <a:moveTo>
                    <a:pt x="228600" y="123202"/>
                  </a:moveTo>
                  <a:lnTo>
                    <a:pt x="0" y="123202"/>
                  </a:lnTo>
                  <a:lnTo>
                    <a:pt x="0" y="125730"/>
                  </a:lnTo>
                  <a:lnTo>
                    <a:pt x="228600" y="125730"/>
                  </a:lnTo>
                  <a:lnTo>
                    <a:pt x="228600" y="123202"/>
                  </a:lnTo>
                  <a:close/>
                </a:path>
                <a:path w="228600" h="349250">
                  <a:moveTo>
                    <a:pt x="228600" y="116852"/>
                  </a:moveTo>
                  <a:lnTo>
                    <a:pt x="0" y="116852"/>
                  </a:lnTo>
                  <a:lnTo>
                    <a:pt x="0" y="123190"/>
                  </a:lnTo>
                  <a:lnTo>
                    <a:pt x="228600" y="123190"/>
                  </a:lnTo>
                  <a:lnTo>
                    <a:pt x="228600" y="116852"/>
                  </a:lnTo>
                  <a:close/>
                </a:path>
                <a:path w="228600" h="349250">
                  <a:moveTo>
                    <a:pt x="228600" y="110502"/>
                  </a:moveTo>
                  <a:lnTo>
                    <a:pt x="0" y="110502"/>
                  </a:lnTo>
                  <a:lnTo>
                    <a:pt x="0" y="116840"/>
                  </a:lnTo>
                  <a:lnTo>
                    <a:pt x="228600" y="116840"/>
                  </a:lnTo>
                  <a:lnTo>
                    <a:pt x="228600" y="110502"/>
                  </a:lnTo>
                  <a:close/>
                </a:path>
                <a:path w="228600" h="349250">
                  <a:moveTo>
                    <a:pt x="228600" y="104152"/>
                  </a:moveTo>
                  <a:lnTo>
                    <a:pt x="0" y="104152"/>
                  </a:lnTo>
                  <a:lnTo>
                    <a:pt x="0" y="110490"/>
                  </a:lnTo>
                  <a:lnTo>
                    <a:pt x="228600" y="110490"/>
                  </a:lnTo>
                  <a:lnTo>
                    <a:pt x="228600" y="104152"/>
                  </a:lnTo>
                  <a:close/>
                </a:path>
                <a:path w="228600" h="349250">
                  <a:moveTo>
                    <a:pt x="228600" y="100342"/>
                  </a:moveTo>
                  <a:lnTo>
                    <a:pt x="0" y="100342"/>
                  </a:lnTo>
                  <a:lnTo>
                    <a:pt x="0" y="104140"/>
                  </a:lnTo>
                  <a:lnTo>
                    <a:pt x="228600" y="104140"/>
                  </a:lnTo>
                  <a:lnTo>
                    <a:pt x="228600" y="100342"/>
                  </a:lnTo>
                  <a:close/>
                </a:path>
                <a:path w="228600" h="349250">
                  <a:moveTo>
                    <a:pt x="22860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28600" y="100330"/>
                  </a:lnTo>
                  <a:lnTo>
                    <a:pt x="228600" y="93992"/>
                  </a:lnTo>
                  <a:close/>
                </a:path>
                <a:path w="228600" h="349250">
                  <a:moveTo>
                    <a:pt x="22860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28600" y="93980"/>
                  </a:lnTo>
                  <a:lnTo>
                    <a:pt x="228600" y="87642"/>
                  </a:lnTo>
                  <a:close/>
                </a:path>
                <a:path w="228600" h="349250">
                  <a:moveTo>
                    <a:pt x="228600" y="78752"/>
                  </a:moveTo>
                  <a:lnTo>
                    <a:pt x="0" y="78752"/>
                  </a:lnTo>
                  <a:lnTo>
                    <a:pt x="0" y="87630"/>
                  </a:lnTo>
                  <a:lnTo>
                    <a:pt x="228600" y="87630"/>
                  </a:lnTo>
                  <a:lnTo>
                    <a:pt x="228600" y="78752"/>
                  </a:lnTo>
                  <a:close/>
                </a:path>
                <a:path w="228600" h="349250">
                  <a:moveTo>
                    <a:pt x="228600" y="74942"/>
                  </a:moveTo>
                  <a:lnTo>
                    <a:pt x="0" y="74942"/>
                  </a:lnTo>
                  <a:lnTo>
                    <a:pt x="0" y="78740"/>
                  </a:lnTo>
                  <a:lnTo>
                    <a:pt x="228600" y="78740"/>
                  </a:lnTo>
                  <a:lnTo>
                    <a:pt x="228600" y="74942"/>
                  </a:lnTo>
                  <a:close/>
                </a:path>
                <a:path w="228600" h="349250">
                  <a:moveTo>
                    <a:pt x="228600" y="72402"/>
                  </a:moveTo>
                  <a:lnTo>
                    <a:pt x="0" y="72402"/>
                  </a:lnTo>
                  <a:lnTo>
                    <a:pt x="0" y="74930"/>
                  </a:lnTo>
                  <a:lnTo>
                    <a:pt x="228600" y="74930"/>
                  </a:lnTo>
                  <a:lnTo>
                    <a:pt x="228600" y="72402"/>
                  </a:lnTo>
                  <a:close/>
                </a:path>
                <a:path w="228600" h="349250">
                  <a:moveTo>
                    <a:pt x="228600" y="66052"/>
                  </a:moveTo>
                  <a:lnTo>
                    <a:pt x="0" y="66052"/>
                  </a:lnTo>
                  <a:lnTo>
                    <a:pt x="0" y="72390"/>
                  </a:lnTo>
                  <a:lnTo>
                    <a:pt x="228600" y="72390"/>
                  </a:lnTo>
                  <a:lnTo>
                    <a:pt x="228600" y="66052"/>
                  </a:lnTo>
                  <a:close/>
                </a:path>
                <a:path w="228600" h="349250">
                  <a:moveTo>
                    <a:pt x="228600" y="59702"/>
                  </a:moveTo>
                  <a:lnTo>
                    <a:pt x="0" y="59702"/>
                  </a:lnTo>
                  <a:lnTo>
                    <a:pt x="0" y="66040"/>
                  </a:lnTo>
                  <a:lnTo>
                    <a:pt x="228600" y="66040"/>
                  </a:lnTo>
                  <a:lnTo>
                    <a:pt x="228600" y="59702"/>
                  </a:lnTo>
                  <a:close/>
                </a:path>
                <a:path w="228600" h="349250">
                  <a:moveTo>
                    <a:pt x="228600" y="53352"/>
                  </a:moveTo>
                  <a:lnTo>
                    <a:pt x="0" y="53352"/>
                  </a:lnTo>
                  <a:lnTo>
                    <a:pt x="0" y="59690"/>
                  </a:lnTo>
                  <a:lnTo>
                    <a:pt x="228600" y="59690"/>
                  </a:lnTo>
                  <a:lnTo>
                    <a:pt x="228600" y="53352"/>
                  </a:lnTo>
                  <a:close/>
                </a:path>
                <a:path w="228600" h="349250">
                  <a:moveTo>
                    <a:pt x="228600" y="49542"/>
                  </a:moveTo>
                  <a:lnTo>
                    <a:pt x="0" y="49542"/>
                  </a:lnTo>
                  <a:lnTo>
                    <a:pt x="0" y="53340"/>
                  </a:lnTo>
                  <a:lnTo>
                    <a:pt x="228600" y="53340"/>
                  </a:lnTo>
                  <a:lnTo>
                    <a:pt x="228600" y="49542"/>
                  </a:lnTo>
                  <a:close/>
                </a:path>
                <a:path w="228600" h="349250">
                  <a:moveTo>
                    <a:pt x="22860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28600" y="49530"/>
                  </a:lnTo>
                  <a:lnTo>
                    <a:pt x="228600" y="43192"/>
                  </a:lnTo>
                  <a:close/>
                </a:path>
                <a:path w="228600" h="349250">
                  <a:moveTo>
                    <a:pt x="22860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28600" y="43180"/>
                  </a:lnTo>
                  <a:lnTo>
                    <a:pt x="228600" y="36842"/>
                  </a:lnTo>
                  <a:close/>
                </a:path>
                <a:path w="228600" h="349250">
                  <a:moveTo>
                    <a:pt x="22860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28600" y="36830"/>
                  </a:lnTo>
                  <a:lnTo>
                    <a:pt x="228600" y="30492"/>
                  </a:lnTo>
                  <a:close/>
                </a:path>
                <a:path w="228600" h="349250">
                  <a:moveTo>
                    <a:pt x="228600" y="27952"/>
                  </a:moveTo>
                  <a:lnTo>
                    <a:pt x="0" y="27952"/>
                  </a:lnTo>
                  <a:lnTo>
                    <a:pt x="0" y="30480"/>
                  </a:lnTo>
                  <a:lnTo>
                    <a:pt x="228600" y="30480"/>
                  </a:lnTo>
                  <a:lnTo>
                    <a:pt x="228600" y="27952"/>
                  </a:lnTo>
                  <a:close/>
                </a:path>
                <a:path w="228600" h="349250">
                  <a:moveTo>
                    <a:pt x="228600" y="24142"/>
                  </a:moveTo>
                  <a:lnTo>
                    <a:pt x="0" y="24142"/>
                  </a:lnTo>
                  <a:lnTo>
                    <a:pt x="0" y="27940"/>
                  </a:lnTo>
                  <a:lnTo>
                    <a:pt x="228600" y="27940"/>
                  </a:lnTo>
                  <a:lnTo>
                    <a:pt x="228600" y="24142"/>
                  </a:lnTo>
                  <a:close/>
                </a:path>
                <a:path w="228600" h="349250">
                  <a:moveTo>
                    <a:pt x="228600" y="15252"/>
                  </a:moveTo>
                  <a:lnTo>
                    <a:pt x="0" y="15252"/>
                  </a:lnTo>
                  <a:lnTo>
                    <a:pt x="0" y="24130"/>
                  </a:lnTo>
                  <a:lnTo>
                    <a:pt x="228600" y="24130"/>
                  </a:lnTo>
                  <a:lnTo>
                    <a:pt x="228600" y="15252"/>
                  </a:lnTo>
                  <a:close/>
                </a:path>
                <a:path w="228600" h="349250">
                  <a:moveTo>
                    <a:pt x="22860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228600" y="15240"/>
                  </a:lnTo>
                  <a:lnTo>
                    <a:pt x="228600" y="8902"/>
                  </a:lnTo>
                  <a:close/>
                </a:path>
                <a:path w="228600" h="349250">
                  <a:moveTo>
                    <a:pt x="22860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228600" y="8890"/>
                  </a:lnTo>
                  <a:lnTo>
                    <a:pt x="228600" y="2552"/>
                  </a:lnTo>
                  <a:close/>
                </a:path>
                <a:path w="228600" h="349250">
                  <a:moveTo>
                    <a:pt x="22860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28600" y="2540"/>
                  </a:lnTo>
                  <a:lnTo>
                    <a:pt x="228600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2777490" y="5561329"/>
              <a:ext cx="228600" cy="349250"/>
            </a:xfrm>
            <a:custGeom>
              <a:avLst/>
              <a:gdLst/>
              <a:ahLst/>
              <a:cxnLst/>
              <a:rect l="l" t="t" r="r" b="b"/>
              <a:pathLst>
                <a:path w="228600" h="349250">
                  <a:moveTo>
                    <a:pt x="228600" y="347992"/>
                  </a:moveTo>
                  <a:lnTo>
                    <a:pt x="0" y="347992"/>
                  </a:lnTo>
                  <a:lnTo>
                    <a:pt x="0" y="349250"/>
                  </a:lnTo>
                  <a:lnTo>
                    <a:pt x="228600" y="349250"/>
                  </a:lnTo>
                  <a:lnTo>
                    <a:pt x="228600" y="347992"/>
                  </a:lnTo>
                  <a:close/>
                </a:path>
                <a:path w="228600" h="349250">
                  <a:moveTo>
                    <a:pt x="228600" y="345452"/>
                  </a:moveTo>
                  <a:lnTo>
                    <a:pt x="0" y="345452"/>
                  </a:lnTo>
                  <a:lnTo>
                    <a:pt x="0" y="347980"/>
                  </a:lnTo>
                  <a:lnTo>
                    <a:pt x="228600" y="347980"/>
                  </a:lnTo>
                  <a:lnTo>
                    <a:pt x="228600" y="345452"/>
                  </a:lnTo>
                  <a:close/>
                </a:path>
                <a:path w="228600" h="349250">
                  <a:moveTo>
                    <a:pt x="228600" y="341642"/>
                  </a:moveTo>
                  <a:lnTo>
                    <a:pt x="0" y="341642"/>
                  </a:lnTo>
                  <a:lnTo>
                    <a:pt x="0" y="345440"/>
                  </a:lnTo>
                  <a:lnTo>
                    <a:pt x="228600" y="345440"/>
                  </a:lnTo>
                  <a:lnTo>
                    <a:pt x="228600" y="341642"/>
                  </a:lnTo>
                  <a:close/>
                </a:path>
                <a:path w="228600" h="349250">
                  <a:moveTo>
                    <a:pt x="228600" y="339102"/>
                  </a:moveTo>
                  <a:lnTo>
                    <a:pt x="0" y="339102"/>
                  </a:lnTo>
                  <a:lnTo>
                    <a:pt x="0" y="341630"/>
                  </a:lnTo>
                  <a:lnTo>
                    <a:pt x="228600" y="341630"/>
                  </a:lnTo>
                  <a:lnTo>
                    <a:pt x="228600" y="339102"/>
                  </a:lnTo>
                  <a:close/>
                </a:path>
                <a:path w="228600" h="349250">
                  <a:moveTo>
                    <a:pt x="228600" y="326402"/>
                  </a:moveTo>
                  <a:lnTo>
                    <a:pt x="0" y="326402"/>
                  </a:lnTo>
                  <a:lnTo>
                    <a:pt x="0" y="339090"/>
                  </a:lnTo>
                  <a:lnTo>
                    <a:pt x="228600" y="339090"/>
                  </a:lnTo>
                  <a:lnTo>
                    <a:pt x="228600" y="326402"/>
                  </a:lnTo>
                  <a:close/>
                </a:path>
                <a:path w="228600" h="349250">
                  <a:moveTo>
                    <a:pt x="228600" y="320052"/>
                  </a:moveTo>
                  <a:lnTo>
                    <a:pt x="0" y="320052"/>
                  </a:lnTo>
                  <a:lnTo>
                    <a:pt x="0" y="326390"/>
                  </a:lnTo>
                  <a:lnTo>
                    <a:pt x="228600" y="326390"/>
                  </a:lnTo>
                  <a:lnTo>
                    <a:pt x="228600" y="320052"/>
                  </a:lnTo>
                  <a:close/>
                </a:path>
                <a:path w="228600" h="349250">
                  <a:moveTo>
                    <a:pt x="228600" y="316242"/>
                  </a:moveTo>
                  <a:lnTo>
                    <a:pt x="0" y="316242"/>
                  </a:lnTo>
                  <a:lnTo>
                    <a:pt x="0" y="320040"/>
                  </a:lnTo>
                  <a:lnTo>
                    <a:pt x="228600" y="320040"/>
                  </a:lnTo>
                  <a:lnTo>
                    <a:pt x="228600" y="316242"/>
                  </a:lnTo>
                  <a:close/>
                </a:path>
                <a:path w="228600" h="349250">
                  <a:moveTo>
                    <a:pt x="228600" y="309892"/>
                  </a:moveTo>
                  <a:lnTo>
                    <a:pt x="0" y="309892"/>
                  </a:lnTo>
                  <a:lnTo>
                    <a:pt x="0" y="316230"/>
                  </a:lnTo>
                  <a:lnTo>
                    <a:pt x="228600" y="316230"/>
                  </a:lnTo>
                  <a:lnTo>
                    <a:pt x="228600" y="309892"/>
                  </a:lnTo>
                  <a:close/>
                </a:path>
                <a:path w="228600" h="349250">
                  <a:moveTo>
                    <a:pt x="228600" y="303542"/>
                  </a:moveTo>
                  <a:lnTo>
                    <a:pt x="0" y="303542"/>
                  </a:lnTo>
                  <a:lnTo>
                    <a:pt x="0" y="309880"/>
                  </a:lnTo>
                  <a:lnTo>
                    <a:pt x="228600" y="309880"/>
                  </a:lnTo>
                  <a:lnTo>
                    <a:pt x="228600" y="303542"/>
                  </a:lnTo>
                  <a:close/>
                </a:path>
                <a:path w="228600" h="349250">
                  <a:moveTo>
                    <a:pt x="228600" y="297192"/>
                  </a:moveTo>
                  <a:lnTo>
                    <a:pt x="0" y="297192"/>
                  </a:lnTo>
                  <a:lnTo>
                    <a:pt x="0" y="303530"/>
                  </a:lnTo>
                  <a:lnTo>
                    <a:pt x="228600" y="303530"/>
                  </a:lnTo>
                  <a:lnTo>
                    <a:pt x="228600" y="297192"/>
                  </a:lnTo>
                  <a:close/>
                </a:path>
                <a:path w="228600" h="349250">
                  <a:moveTo>
                    <a:pt x="228600" y="294652"/>
                  </a:moveTo>
                  <a:lnTo>
                    <a:pt x="0" y="294652"/>
                  </a:lnTo>
                  <a:lnTo>
                    <a:pt x="0" y="297180"/>
                  </a:lnTo>
                  <a:lnTo>
                    <a:pt x="228600" y="297180"/>
                  </a:lnTo>
                  <a:lnTo>
                    <a:pt x="228600" y="294652"/>
                  </a:lnTo>
                  <a:close/>
                </a:path>
                <a:path w="228600" h="349250">
                  <a:moveTo>
                    <a:pt x="228600" y="290842"/>
                  </a:moveTo>
                  <a:lnTo>
                    <a:pt x="0" y="290842"/>
                  </a:lnTo>
                  <a:lnTo>
                    <a:pt x="0" y="294640"/>
                  </a:lnTo>
                  <a:lnTo>
                    <a:pt x="228600" y="294640"/>
                  </a:lnTo>
                  <a:lnTo>
                    <a:pt x="228600" y="290842"/>
                  </a:lnTo>
                  <a:close/>
                </a:path>
                <a:path w="228600" h="349250">
                  <a:moveTo>
                    <a:pt x="228600" y="288302"/>
                  </a:moveTo>
                  <a:lnTo>
                    <a:pt x="0" y="288302"/>
                  </a:lnTo>
                  <a:lnTo>
                    <a:pt x="0" y="290830"/>
                  </a:lnTo>
                  <a:lnTo>
                    <a:pt x="228600" y="290830"/>
                  </a:lnTo>
                  <a:lnTo>
                    <a:pt x="228600" y="288302"/>
                  </a:lnTo>
                  <a:close/>
                </a:path>
                <a:path w="228600" h="349250">
                  <a:moveTo>
                    <a:pt x="228600" y="281952"/>
                  </a:moveTo>
                  <a:lnTo>
                    <a:pt x="0" y="281952"/>
                  </a:lnTo>
                  <a:lnTo>
                    <a:pt x="0" y="288290"/>
                  </a:lnTo>
                  <a:lnTo>
                    <a:pt x="228600" y="288290"/>
                  </a:lnTo>
                  <a:lnTo>
                    <a:pt x="228600" y="281952"/>
                  </a:lnTo>
                  <a:close/>
                </a:path>
                <a:path w="228600" h="349250">
                  <a:moveTo>
                    <a:pt x="228600" y="275602"/>
                  </a:moveTo>
                  <a:lnTo>
                    <a:pt x="0" y="275602"/>
                  </a:lnTo>
                  <a:lnTo>
                    <a:pt x="0" y="281940"/>
                  </a:lnTo>
                  <a:lnTo>
                    <a:pt x="228600" y="281940"/>
                  </a:lnTo>
                  <a:lnTo>
                    <a:pt x="228600" y="275602"/>
                  </a:lnTo>
                  <a:close/>
                </a:path>
                <a:path w="228600" h="349250">
                  <a:moveTo>
                    <a:pt x="228600" y="269252"/>
                  </a:moveTo>
                  <a:lnTo>
                    <a:pt x="0" y="269252"/>
                  </a:lnTo>
                  <a:lnTo>
                    <a:pt x="0" y="275590"/>
                  </a:lnTo>
                  <a:lnTo>
                    <a:pt x="228600" y="275590"/>
                  </a:lnTo>
                  <a:lnTo>
                    <a:pt x="228600" y="269252"/>
                  </a:lnTo>
                  <a:close/>
                </a:path>
                <a:path w="228600" h="349250">
                  <a:moveTo>
                    <a:pt x="228600" y="265442"/>
                  </a:moveTo>
                  <a:lnTo>
                    <a:pt x="0" y="265442"/>
                  </a:lnTo>
                  <a:lnTo>
                    <a:pt x="0" y="269240"/>
                  </a:lnTo>
                  <a:lnTo>
                    <a:pt x="228600" y="269240"/>
                  </a:lnTo>
                  <a:lnTo>
                    <a:pt x="228600" y="265442"/>
                  </a:lnTo>
                  <a:close/>
                </a:path>
                <a:path w="228600" h="349250">
                  <a:moveTo>
                    <a:pt x="228600" y="259092"/>
                  </a:moveTo>
                  <a:lnTo>
                    <a:pt x="0" y="259092"/>
                  </a:lnTo>
                  <a:lnTo>
                    <a:pt x="0" y="265430"/>
                  </a:lnTo>
                  <a:lnTo>
                    <a:pt x="228600" y="265430"/>
                  </a:lnTo>
                  <a:lnTo>
                    <a:pt x="228600" y="259092"/>
                  </a:lnTo>
                  <a:close/>
                </a:path>
                <a:path w="228600" h="349250">
                  <a:moveTo>
                    <a:pt x="228600" y="252742"/>
                  </a:moveTo>
                  <a:lnTo>
                    <a:pt x="0" y="252742"/>
                  </a:lnTo>
                  <a:lnTo>
                    <a:pt x="0" y="259080"/>
                  </a:lnTo>
                  <a:lnTo>
                    <a:pt x="228600" y="259080"/>
                  </a:lnTo>
                  <a:lnTo>
                    <a:pt x="228600" y="252742"/>
                  </a:lnTo>
                  <a:close/>
                </a:path>
                <a:path w="228600" h="349250">
                  <a:moveTo>
                    <a:pt x="228600" y="246392"/>
                  </a:moveTo>
                  <a:lnTo>
                    <a:pt x="0" y="246392"/>
                  </a:lnTo>
                  <a:lnTo>
                    <a:pt x="0" y="252730"/>
                  </a:lnTo>
                  <a:lnTo>
                    <a:pt x="228600" y="252730"/>
                  </a:lnTo>
                  <a:lnTo>
                    <a:pt x="228600" y="246392"/>
                  </a:lnTo>
                  <a:close/>
                </a:path>
                <a:path w="228600" h="349250">
                  <a:moveTo>
                    <a:pt x="22860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228600" y="246380"/>
                  </a:lnTo>
                  <a:lnTo>
                    <a:pt x="228600" y="243852"/>
                  </a:lnTo>
                  <a:close/>
                </a:path>
                <a:path w="228600" h="349250">
                  <a:moveTo>
                    <a:pt x="22860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228600" y="243840"/>
                  </a:lnTo>
                  <a:lnTo>
                    <a:pt x="228600" y="240042"/>
                  </a:lnTo>
                  <a:close/>
                </a:path>
                <a:path w="228600" h="349250">
                  <a:moveTo>
                    <a:pt x="22860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228600" y="240030"/>
                  </a:lnTo>
                  <a:lnTo>
                    <a:pt x="228600" y="237502"/>
                  </a:lnTo>
                  <a:close/>
                </a:path>
                <a:path w="228600" h="349250">
                  <a:moveTo>
                    <a:pt x="22860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228600" y="237490"/>
                  </a:lnTo>
                  <a:lnTo>
                    <a:pt x="228600" y="233692"/>
                  </a:lnTo>
                  <a:close/>
                </a:path>
                <a:path w="228600" h="349250">
                  <a:moveTo>
                    <a:pt x="22860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228600" y="233680"/>
                  </a:lnTo>
                  <a:lnTo>
                    <a:pt x="228600" y="231152"/>
                  </a:lnTo>
                  <a:close/>
                </a:path>
                <a:path w="228600" h="349250">
                  <a:moveTo>
                    <a:pt x="228600" y="224802"/>
                  </a:moveTo>
                  <a:lnTo>
                    <a:pt x="0" y="224802"/>
                  </a:lnTo>
                  <a:lnTo>
                    <a:pt x="0" y="231140"/>
                  </a:lnTo>
                  <a:lnTo>
                    <a:pt x="228600" y="231140"/>
                  </a:lnTo>
                  <a:lnTo>
                    <a:pt x="228600" y="224802"/>
                  </a:lnTo>
                  <a:close/>
                </a:path>
                <a:path w="228600" h="349250">
                  <a:moveTo>
                    <a:pt x="228600" y="218452"/>
                  </a:moveTo>
                  <a:lnTo>
                    <a:pt x="0" y="218452"/>
                  </a:lnTo>
                  <a:lnTo>
                    <a:pt x="0" y="224790"/>
                  </a:lnTo>
                  <a:lnTo>
                    <a:pt x="228600" y="224790"/>
                  </a:lnTo>
                  <a:lnTo>
                    <a:pt x="228600" y="218452"/>
                  </a:lnTo>
                  <a:close/>
                </a:path>
                <a:path w="228600" h="349250">
                  <a:moveTo>
                    <a:pt x="228600" y="212102"/>
                  </a:moveTo>
                  <a:lnTo>
                    <a:pt x="0" y="212102"/>
                  </a:lnTo>
                  <a:lnTo>
                    <a:pt x="0" y="218440"/>
                  </a:lnTo>
                  <a:lnTo>
                    <a:pt x="228600" y="218440"/>
                  </a:lnTo>
                  <a:lnTo>
                    <a:pt x="228600" y="212102"/>
                  </a:lnTo>
                  <a:close/>
                </a:path>
                <a:path w="228600" h="349250">
                  <a:moveTo>
                    <a:pt x="228600" y="208292"/>
                  </a:moveTo>
                  <a:lnTo>
                    <a:pt x="0" y="208292"/>
                  </a:lnTo>
                  <a:lnTo>
                    <a:pt x="0" y="212090"/>
                  </a:lnTo>
                  <a:lnTo>
                    <a:pt x="228600" y="212090"/>
                  </a:lnTo>
                  <a:lnTo>
                    <a:pt x="228600" y="208292"/>
                  </a:lnTo>
                  <a:close/>
                </a:path>
                <a:path w="228600" h="349250">
                  <a:moveTo>
                    <a:pt x="228600" y="201942"/>
                  </a:moveTo>
                  <a:lnTo>
                    <a:pt x="0" y="201942"/>
                  </a:lnTo>
                  <a:lnTo>
                    <a:pt x="0" y="208280"/>
                  </a:lnTo>
                  <a:lnTo>
                    <a:pt x="228600" y="208280"/>
                  </a:lnTo>
                  <a:lnTo>
                    <a:pt x="228600" y="201942"/>
                  </a:lnTo>
                  <a:close/>
                </a:path>
                <a:path w="228600" h="349250">
                  <a:moveTo>
                    <a:pt x="228600" y="195592"/>
                  </a:moveTo>
                  <a:lnTo>
                    <a:pt x="0" y="195592"/>
                  </a:lnTo>
                  <a:lnTo>
                    <a:pt x="0" y="201930"/>
                  </a:lnTo>
                  <a:lnTo>
                    <a:pt x="228600" y="201930"/>
                  </a:lnTo>
                  <a:lnTo>
                    <a:pt x="228600" y="195592"/>
                  </a:lnTo>
                  <a:close/>
                </a:path>
                <a:path w="228600" h="349250">
                  <a:moveTo>
                    <a:pt x="22860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28600" y="195580"/>
                  </a:lnTo>
                  <a:lnTo>
                    <a:pt x="228600" y="189242"/>
                  </a:lnTo>
                  <a:close/>
                </a:path>
                <a:path w="228600" h="349250">
                  <a:moveTo>
                    <a:pt x="228600" y="186702"/>
                  </a:moveTo>
                  <a:lnTo>
                    <a:pt x="0" y="186702"/>
                  </a:lnTo>
                  <a:lnTo>
                    <a:pt x="0" y="189230"/>
                  </a:lnTo>
                  <a:lnTo>
                    <a:pt x="228600" y="189230"/>
                  </a:lnTo>
                  <a:lnTo>
                    <a:pt x="228600" y="186702"/>
                  </a:lnTo>
                  <a:close/>
                </a:path>
                <a:path w="228600" h="349250">
                  <a:moveTo>
                    <a:pt x="228600" y="182892"/>
                  </a:moveTo>
                  <a:lnTo>
                    <a:pt x="0" y="182892"/>
                  </a:lnTo>
                  <a:lnTo>
                    <a:pt x="0" y="186690"/>
                  </a:lnTo>
                  <a:lnTo>
                    <a:pt x="228600" y="186690"/>
                  </a:lnTo>
                  <a:lnTo>
                    <a:pt x="228600" y="182892"/>
                  </a:lnTo>
                  <a:close/>
                </a:path>
                <a:path w="228600" h="349250">
                  <a:moveTo>
                    <a:pt x="228600" y="180352"/>
                  </a:moveTo>
                  <a:lnTo>
                    <a:pt x="0" y="180352"/>
                  </a:lnTo>
                  <a:lnTo>
                    <a:pt x="0" y="182880"/>
                  </a:lnTo>
                  <a:lnTo>
                    <a:pt x="228600" y="182880"/>
                  </a:lnTo>
                  <a:lnTo>
                    <a:pt x="228600" y="180352"/>
                  </a:lnTo>
                  <a:close/>
                </a:path>
                <a:path w="228600" h="349250">
                  <a:moveTo>
                    <a:pt x="228600" y="174002"/>
                  </a:moveTo>
                  <a:lnTo>
                    <a:pt x="0" y="174002"/>
                  </a:lnTo>
                  <a:lnTo>
                    <a:pt x="0" y="180340"/>
                  </a:lnTo>
                  <a:lnTo>
                    <a:pt x="228600" y="180340"/>
                  </a:lnTo>
                  <a:lnTo>
                    <a:pt x="228600" y="174002"/>
                  </a:lnTo>
                  <a:close/>
                </a:path>
                <a:path w="228600" h="349250">
                  <a:moveTo>
                    <a:pt x="228600" y="167652"/>
                  </a:moveTo>
                  <a:lnTo>
                    <a:pt x="0" y="167652"/>
                  </a:lnTo>
                  <a:lnTo>
                    <a:pt x="0" y="173990"/>
                  </a:lnTo>
                  <a:lnTo>
                    <a:pt x="228600" y="173990"/>
                  </a:lnTo>
                  <a:lnTo>
                    <a:pt x="228600" y="167652"/>
                  </a:lnTo>
                  <a:close/>
                </a:path>
                <a:path w="228600" h="349250">
                  <a:moveTo>
                    <a:pt x="228600" y="161302"/>
                  </a:moveTo>
                  <a:lnTo>
                    <a:pt x="0" y="161302"/>
                  </a:lnTo>
                  <a:lnTo>
                    <a:pt x="0" y="167640"/>
                  </a:lnTo>
                  <a:lnTo>
                    <a:pt x="228600" y="167640"/>
                  </a:lnTo>
                  <a:lnTo>
                    <a:pt x="228600" y="161302"/>
                  </a:lnTo>
                  <a:close/>
                </a:path>
                <a:path w="228600" h="349250">
                  <a:moveTo>
                    <a:pt x="228600" y="157492"/>
                  </a:moveTo>
                  <a:lnTo>
                    <a:pt x="0" y="157492"/>
                  </a:lnTo>
                  <a:lnTo>
                    <a:pt x="0" y="161290"/>
                  </a:lnTo>
                  <a:lnTo>
                    <a:pt x="228600" y="161290"/>
                  </a:lnTo>
                  <a:lnTo>
                    <a:pt x="228600" y="157492"/>
                  </a:lnTo>
                  <a:close/>
                </a:path>
                <a:path w="228600" h="349250">
                  <a:moveTo>
                    <a:pt x="22860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28600" y="157480"/>
                  </a:lnTo>
                  <a:lnTo>
                    <a:pt x="228600" y="151142"/>
                  </a:lnTo>
                  <a:close/>
                </a:path>
                <a:path w="228600" h="349250">
                  <a:moveTo>
                    <a:pt x="228600" y="144792"/>
                  </a:moveTo>
                  <a:lnTo>
                    <a:pt x="0" y="144792"/>
                  </a:lnTo>
                  <a:lnTo>
                    <a:pt x="0" y="151130"/>
                  </a:lnTo>
                  <a:lnTo>
                    <a:pt x="228600" y="151130"/>
                  </a:lnTo>
                  <a:lnTo>
                    <a:pt x="228600" y="144792"/>
                  </a:lnTo>
                  <a:close/>
                </a:path>
                <a:path w="228600" h="349250">
                  <a:moveTo>
                    <a:pt x="228600" y="138442"/>
                  </a:moveTo>
                  <a:lnTo>
                    <a:pt x="0" y="138442"/>
                  </a:lnTo>
                  <a:lnTo>
                    <a:pt x="0" y="144780"/>
                  </a:lnTo>
                  <a:lnTo>
                    <a:pt x="228600" y="144780"/>
                  </a:lnTo>
                  <a:lnTo>
                    <a:pt x="228600" y="138442"/>
                  </a:lnTo>
                  <a:close/>
                </a:path>
                <a:path w="228600" h="349250">
                  <a:moveTo>
                    <a:pt x="228600" y="135902"/>
                  </a:moveTo>
                  <a:lnTo>
                    <a:pt x="0" y="135902"/>
                  </a:lnTo>
                  <a:lnTo>
                    <a:pt x="0" y="138430"/>
                  </a:lnTo>
                  <a:lnTo>
                    <a:pt x="228600" y="138430"/>
                  </a:lnTo>
                  <a:lnTo>
                    <a:pt x="228600" y="135902"/>
                  </a:lnTo>
                  <a:close/>
                </a:path>
                <a:path w="228600" h="349250">
                  <a:moveTo>
                    <a:pt x="228600" y="132092"/>
                  </a:moveTo>
                  <a:lnTo>
                    <a:pt x="0" y="132092"/>
                  </a:lnTo>
                  <a:lnTo>
                    <a:pt x="0" y="135890"/>
                  </a:lnTo>
                  <a:lnTo>
                    <a:pt x="228600" y="135890"/>
                  </a:lnTo>
                  <a:lnTo>
                    <a:pt x="228600" y="132092"/>
                  </a:lnTo>
                  <a:close/>
                </a:path>
                <a:path w="228600" h="349250">
                  <a:moveTo>
                    <a:pt x="228600" y="129552"/>
                  </a:moveTo>
                  <a:lnTo>
                    <a:pt x="0" y="129552"/>
                  </a:lnTo>
                  <a:lnTo>
                    <a:pt x="0" y="132080"/>
                  </a:lnTo>
                  <a:lnTo>
                    <a:pt x="228600" y="132080"/>
                  </a:lnTo>
                  <a:lnTo>
                    <a:pt x="228600" y="129552"/>
                  </a:lnTo>
                  <a:close/>
                </a:path>
                <a:path w="228600" h="349250">
                  <a:moveTo>
                    <a:pt x="228600" y="125742"/>
                  </a:moveTo>
                  <a:lnTo>
                    <a:pt x="0" y="125742"/>
                  </a:lnTo>
                  <a:lnTo>
                    <a:pt x="0" y="129540"/>
                  </a:lnTo>
                  <a:lnTo>
                    <a:pt x="228600" y="129540"/>
                  </a:lnTo>
                  <a:lnTo>
                    <a:pt x="228600" y="125742"/>
                  </a:lnTo>
                  <a:close/>
                </a:path>
                <a:path w="228600" h="349250">
                  <a:moveTo>
                    <a:pt x="228600" y="123202"/>
                  </a:moveTo>
                  <a:lnTo>
                    <a:pt x="0" y="123202"/>
                  </a:lnTo>
                  <a:lnTo>
                    <a:pt x="0" y="125730"/>
                  </a:lnTo>
                  <a:lnTo>
                    <a:pt x="228600" y="125730"/>
                  </a:lnTo>
                  <a:lnTo>
                    <a:pt x="228600" y="123202"/>
                  </a:lnTo>
                  <a:close/>
                </a:path>
                <a:path w="228600" h="349250">
                  <a:moveTo>
                    <a:pt x="228600" y="116852"/>
                  </a:moveTo>
                  <a:lnTo>
                    <a:pt x="0" y="116852"/>
                  </a:lnTo>
                  <a:lnTo>
                    <a:pt x="0" y="123190"/>
                  </a:lnTo>
                  <a:lnTo>
                    <a:pt x="228600" y="123190"/>
                  </a:lnTo>
                  <a:lnTo>
                    <a:pt x="228600" y="116852"/>
                  </a:lnTo>
                  <a:close/>
                </a:path>
                <a:path w="228600" h="349250">
                  <a:moveTo>
                    <a:pt x="228600" y="110502"/>
                  </a:moveTo>
                  <a:lnTo>
                    <a:pt x="0" y="110502"/>
                  </a:lnTo>
                  <a:lnTo>
                    <a:pt x="0" y="116840"/>
                  </a:lnTo>
                  <a:lnTo>
                    <a:pt x="228600" y="116840"/>
                  </a:lnTo>
                  <a:lnTo>
                    <a:pt x="228600" y="110502"/>
                  </a:lnTo>
                  <a:close/>
                </a:path>
                <a:path w="228600" h="349250">
                  <a:moveTo>
                    <a:pt x="228600" y="104152"/>
                  </a:moveTo>
                  <a:lnTo>
                    <a:pt x="0" y="104152"/>
                  </a:lnTo>
                  <a:lnTo>
                    <a:pt x="0" y="110490"/>
                  </a:lnTo>
                  <a:lnTo>
                    <a:pt x="228600" y="110490"/>
                  </a:lnTo>
                  <a:lnTo>
                    <a:pt x="228600" y="104152"/>
                  </a:lnTo>
                  <a:close/>
                </a:path>
                <a:path w="228600" h="349250">
                  <a:moveTo>
                    <a:pt x="228600" y="100342"/>
                  </a:moveTo>
                  <a:lnTo>
                    <a:pt x="0" y="100342"/>
                  </a:lnTo>
                  <a:lnTo>
                    <a:pt x="0" y="104140"/>
                  </a:lnTo>
                  <a:lnTo>
                    <a:pt x="228600" y="104140"/>
                  </a:lnTo>
                  <a:lnTo>
                    <a:pt x="228600" y="100342"/>
                  </a:lnTo>
                  <a:close/>
                </a:path>
                <a:path w="228600" h="349250">
                  <a:moveTo>
                    <a:pt x="22860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28600" y="100330"/>
                  </a:lnTo>
                  <a:lnTo>
                    <a:pt x="228600" y="93992"/>
                  </a:lnTo>
                  <a:close/>
                </a:path>
                <a:path w="228600" h="349250">
                  <a:moveTo>
                    <a:pt x="22860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28600" y="93980"/>
                  </a:lnTo>
                  <a:lnTo>
                    <a:pt x="228600" y="87642"/>
                  </a:lnTo>
                  <a:close/>
                </a:path>
                <a:path w="228600" h="349250">
                  <a:moveTo>
                    <a:pt x="228600" y="78752"/>
                  </a:moveTo>
                  <a:lnTo>
                    <a:pt x="0" y="78752"/>
                  </a:lnTo>
                  <a:lnTo>
                    <a:pt x="0" y="87630"/>
                  </a:lnTo>
                  <a:lnTo>
                    <a:pt x="228600" y="87630"/>
                  </a:lnTo>
                  <a:lnTo>
                    <a:pt x="228600" y="78752"/>
                  </a:lnTo>
                  <a:close/>
                </a:path>
                <a:path w="228600" h="349250">
                  <a:moveTo>
                    <a:pt x="228600" y="74942"/>
                  </a:moveTo>
                  <a:lnTo>
                    <a:pt x="0" y="74942"/>
                  </a:lnTo>
                  <a:lnTo>
                    <a:pt x="0" y="78740"/>
                  </a:lnTo>
                  <a:lnTo>
                    <a:pt x="228600" y="78740"/>
                  </a:lnTo>
                  <a:lnTo>
                    <a:pt x="228600" y="74942"/>
                  </a:lnTo>
                  <a:close/>
                </a:path>
                <a:path w="228600" h="349250">
                  <a:moveTo>
                    <a:pt x="228600" y="72402"/>
                  </a:moveTo>
                  <a:lnTo>
                    <a:pt x="0" y="72402"/>
                  </a:lnTo>
                  <a:lnTo>
                    <a:pt x="0" y="74930"/>
                  </a:lnTo>
                  <a:lnTo>
                    <a:pt x="228600" y="74930"/>
                  </a:lnTo>
                  <a:lnTo>
                    <a:pt x="228600" y="72402"/>
                  </a:lnTo>
                  <a:close/>
                </a:path>
                <a:path w="228600" h="349250">
                  <a:moveTo>
                    <a:pt x="228600" y="66052"/>
                  </a:moveTo>
                  <a:lnTo>
                    <a:pt x="0" y="66052"/>
                  </a:lnTo>
                  <a:lnTo>
                    <a:pt x="0" y="72390"/>
                  </a:lnTo>
                  <a:lnTo>
                    <a:pt x="228600" y="72390"/>
                  </a:lnTo>
                  <a:lnTo>
                    <a:pt x="228600" y="66052"/>
                  </a:lnTo>
                  <a:close/>
                </a:path>
                <a:path w="228600" h="349250">
                  <a:moveTo>
                    <a:pt x="228600" y="59702"/>
                  </a:moveTo>
                  <a:lnTo>
                    <a:pt x="0" y="59702"/>
                  </a:lnTo>
                  <a:lnTo>
                    <a:pt x="0" y="66040"/>
                  </a:lnTo>
                  <a:lnTo>
                    <a:pt x="228600" y="66040"/>
                  </a:lnTo>
                  <a:lnTo>
                    <a:pt x="228600" y="59702"/>
                  </a:lnTo>
                  <a:close/>
                </a:path>
                <a:path w="228600" h="349250">
                  <a:moveTo>
                    <a:pt x="228600" y="53352"/>
                  </a:moveTo>
                  <a:lnTo>
                    <a:pt x="0" y="53352"/>
                  </a:lnTo>
                  <a:lnTo>
                    <a:pt x="0" y="59690"/>
                  </a:lnTo>
                  <a:lnTo>
                    <a:pt x="228600" y="59690"/>
                  </a:lnTo>
                  <a:lnTo>
                    <a:pt x="228600" y="53352"/>
                  </a:lnTo>
                  <a:close/>
                </a:path>
                <a:path w="228600" h="349250">
                  <a:moveTo>
                    <a:pt x="228600" y="49542"/>
                  </a:moveTo>
                  <a:lnTo>
                    <a:pt x="0" y="49542"/>
                  </a:lnTo>
                  <a:lnTo>
                    <a:pt x="0" y="53340"/>
                  </a:lnTo>
                  <a:lnTo>
                    <a:pt x="228600" y="53340"/>
                  </a:lnTo>
                  <a:lnTo>
                    <a:pt x="228600" y="49542"/>
                  </a:lnTo>
                  <a:close/>
                </a:path>
                <a:path w="228600" h="349250">
                  <a:moveTo>
                    <a:pt x="22860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28600" y="49530"/>
                  </a:lnTo>
                  <a:lnTo>
                    <a:pt x="228600" y="43192"/>
                  </a:lnTo>
                  <a:close/>
                </a:path>
                <a:path w="228600" h="349250">
                  <a:moveTo>
                    <a:pt x="22860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28600" y="43180"/>
                  </a:lnTo>
                  <a:lnTo>
                    <a:pt x="228600" y="36842"/>
                  </a:lnTo>
                  <a:close/>
                </a:path>
                <a:path w="228600" h="349250">
                  <a:moveTo>
                    <a:pt x="22860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28600" y="36830"/>
                  </a:lnTo>
                  <a:lnTo>
                    <a:pt x="228600" y="30492"/>
                  </a:lnTo>
                  <a:close/>
                </a:path>
                <a:path w="228600" h="349250">
                  <a:moveTo>
                    <a:pt x="228600" y="27952"/>
                  </a:moveTo>
                  <a:lnTo>
                    <a:pt x="0" y="27952"/>
                  </a:lnTo>
                  <a:lnTo>
                    <a:pt x="0" y="30480"/>
                  </a:lnTo>
                  <a:lnTo>
                    <a:pt x="228600" y="30480"/>
                  </a:lnTo>
                  <a:lnTo>
                    <a:pt x="228600" y="27952"/>
                  </a:lnTo>
                  <a:close/>
                </a:path>
                <a:path w="228600" h="349250">
                  <a:moveTo>
                    <a:pt x="228600" y="24142"/>
                  </a:moveTo>
                  <a:lnTo>
                    <a:pt x="0" y="24142"/>
                  </a:lnTo>
                  <a:lnTo>
                    <a:pt x="0" y="27940"/>
                  </a:lnTo>
                  <a:lnTo>
                    <a:pt x="228600" y="27940"/>
                  </a:lnTo>
                  <a:lnTo>
                    <a:pt x="228600" y="24142"/>
                  </a:lnTo>
                  <a:close/>
                </a:path>
                <a:path w="228600" h="349250">
                  <a:moveTo>
                    <a:pt x="228600" y="15252"/>
                  </a:moveTo>
                  <a:lnTo>
                    <a:pt x="0" y="15252"/>
                  </a:lnTo>
                  <a:lnTo>
                    <a:pt x="0" y="24130"/>
                  </a:lnTo>
                  <a:lnTo>
                    <a:pt x="228600" y="24130"/>
                  </a:lnTo>
                  <a:lnTo>
                    <a:pt x="228600" y="15252"/>
                  </a:lnTo>
                  <a:close/>
                </a:path>
                <a:path w="228600" h="349250">
                  <a:moveTo>
                    <a:pt x="22860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228600" y="15240"/>
                  </a:lnTo>
                  <a:lnTo>
                    <a:pt x="228600" y="8902"/>
                  </a:lnTo>
                  <a:close/>
                </a:path>
                <a:path w="228600" h="349250">
                  <a:moveTo>
                    <a:pt x="22860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228600" y="8890"/>
                  </a:lnTo>
                  <a:lnTo>
                    <a:pt x="228600" y="2552"/>
                  </a:lnTo>
                  <a:close/>
                </a:path>
                <a:path w="228600" h="349250">
                  <a:moveTo>
                    <a:pt x="22860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28600" y="2540"/>
                  </a:lnTo>
                  <a:lnTo>
                    <a:pt x="228600" y="0"/>
                  </a:lnTo>
                  <a:close/>
                </a:path>
              </a:pathLst>
            </a:custGeom>
            <a:solidFill>
              <a:srgbClr val="C7C7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3006090" y="5561329"/>
              <a:ext cx="228600" cy="349250"/>
            </a:xfrm>
            <a:custGeom>
              <a:avLst/>
              <a:gdLst/>
              <a:ahLst/>
              <a:cxnLst/>
              <a:rect l="l" t="t" r="r" b="b"/>
              <a:pathLst>
                <a:path w="228600" h="349250">
                  <a:moveTo>
                    <a:pt x="228600" y="347992"/>
                  </a:moveTo>
                  <a:lnTo>
                    <a:pt x="0" y="347992"/>
                  </a:lnTo>
                  <a:lnTo>
                    <a:pt x="0" y="349250"/>
                  </a:lnTo>
                  <a:lnTo>
                    <a:pt x="228600" y="349250"/>
                  </a:lnTo>
                  <a:lnTo>
                    <a:pt x="228600" y="347992"/>
                  </a:lnTo>
                  <a:close/>
                </a:path>
                <a:path w="228600" h="349250">
                  <a:moveTo>
                    <a:pt x="228600" y="345452"/>
                  </a:moveTo>
                  <a:lnTo>
                    <a:pt x="0" y="345452"/>
                  </a:lnTo>
                  <a:lnTo>
                    <a:pt x="0" y="347980"/>
                  </a:lnTo>
                  <a:lnTo>
                    <a:pt x="228600" y="347980"/>
                  </a:lnTo>
                  <a:lnTo>
                    <a:pt x="228600" y="345452"/>
                  </a:lnTo>
                  <a:close/>
                </a:path>
                <a:path w="228600" h="349250">
                  <a:moveTo>
                    <a:pt x="228600" y="341642"/>
                  </a:moveTo>
                  <a:lnTo>
                    <a:pt x="0" y="341642"/>
                  </a:lnTo>
                  <a:lnTo>
                    <a:pt x="0" y="345440"/>
                  </a:lnTo>
                  <a:lnTo>
                    <a:pt x="228600" y="345440"/>
                  </a:lnTo>
                  <a:lnTo>
                    <a:pt x="228600" y="341642"/>
                  </a:lnTo>
                  <a:close/>
                </a:path>
                <a:path w="228600" h="349250">
                  <a:moveTo>
                    <a:pt x="228600" y="339102"/>
                  </a:moveTo>
                  <a:lnTo>
                    <a:pt x="0" y="339102"/>
                  </a:lnTo>
                  <a:lnTo>
                    <a:pt x="0" y="341630"/>
                  </a:lnTo>
                  <a:lnTo>
                    <a:pt x="228600" y="341630"/>
                  </a:lnTo>
                  <a:lnTo>
                    <a:pt x="228600" y="339102"/>
                  </a:lnTo>
                  <a:close/>
                </a:path>
                <a:path w="228600" h="349250">
                  <a:moveTo>
                    <a:pt x="228600" y="326402"/>
                  </a:moveTo>
                  <a:lnTo>
                    <a:pt x="0" y="326402"/>
                  </a:lnTo>
                  <a:lnTo>
                    <a:pt x="0" y="339090"/>
                  </a:lnTo>
                  <a:lnTo>
                    <a:pt x="228600" y="339090"/>
                  </a:lnTo>
                  <a:lnTo>
                    <a:pt x="228600" y="326402"/>
                  </a:lnTo>
                  <a:close/>
                </a:path>
                <a:path w="228600" h="349250">
                  <a:moveTo>
                    <a:pt x="228600" y="320052"/>
                  </a:moveTo>
                  <a:lnTo>
                    <a:pt x="0" y="320052"/>
                  </a:lnTo>
                  <a:lnTo>
                    <a:pt x="0" y="326390"/>
                  </a:lnTo>
                  <a:lnTo>
                    <a:pt x="228600" y="326390"/>
                  </a:lnTo>
                  <a:lnTo>
                    <a:pt x="228600" y="320052"/>
                  </a:lnTo>
                  <a:close/>
                </a:path>
                <a:path w="228600" h="349250">
                  <a:moveTo>
                    <a:pt x="228600" y="316242"/>
                  </a:moveTo>
                  <a:lnTo>
                    <a:pt x="0" y="316242"/>
                  </a:lnTo>
                  <a:lnTo>
                    <a:pt x="0" y="320040"/>
                  </a:lnTo>
                  <a:lnTo>
                    <a:pt x="228600" y="320040"/>
                  </a:lnTo>
                  <a:lnTo>
                    <a:pt x="228600" y="316242"/>
                  </a:lnTo>
                  <a:close/>
                </a:path>
                <a:path w="228600" h="349250">
                  <a:moveTo>
                    <a:pt x="228600" y="309892"/>
                  </a:moveTo>
                  <a:lnTo>
                    <a:pt x="0" y="309892"/>
                  </a:lnTo>
                  <a:lnTo>
                    <a:pt x="0" y="316230"/>
                  </a:lnTo>
                  <a:lnTo>
                    <a:pt x="228600" y="316230"/>
                  </a:lnTo>
                  <a:lnTo>
                    <a:pt x="228600" y="309892"/>
                  </a:lnTo>
                  <a:close/>
                </a:path>
                <a:path w="228600" h="349250">
                  <a:moveTo>
                    <a:pt x="228600" y="303542"/>
                  </a:moveTo>
                  <a:lnTo>
                    <a:pt x="0" y="303542"/>
                  </a:lnTo>
                  <a:lnTo>
                    <a:pt x="0" y="309880"/>
                  </a:lnTo>
                  <a:lnTo>
                    <a:pt x="228600" y="309880"/>
                  </a:lnTo>
                  <a:lnTo>
                    <a:pt x="228600" y="303542"/>
                  </a:lnTo>
                  <a:close/>
                </a:path>
                <a:path w="228600" h="349250">
                  <a:moveTo>
                    <a:pt x="228600" y="297192"/>
                  </a:moveTo>
                  <a:lnTo>
                    <a:pt x="0" y="297192"/>
                  </a:lnTo>
                  <a:lnTo>
                    <a:pt x="0" y="303530"/>
                  </a:lnTo>
                  <a:lnTo>
                    <a:pt x="228600" y="303530"/>
                  </a:lnTo>
                  <a:lnTo>
                    <a:pt x="228600" y="297192"/>
                  </a:lnTo>
                  <a:close/>
                </a:path>
                <a:path w="228600" h="349250">
                  <a:moveTo>
                    <a:pt x="228600" y="294652"/>
                  </a:moveTo>
                  <a:lnTo>
                    <a:pt x="0" y="294652"/>
                  </a:lnTo>
                  <a:lnTo>
                    <a:pt x="0" y="297180"/>
                  </a:lnTo>
                  <a:lnTo>
                    <a:pt x="228600" y="297180"/>
                  </a:lnTo>
                  <a:lnTo>
                    <a:pt x="228600" y="294652"/>
                  </a:lnTo>
                  <a:close/>
                </a:path>
                <a:path w="228600" h="349250">
                  <a:moveTo>
                    <a:pt x="228600" y="290842"/>
                  </a:moveTo>
                  <a:lnTo>
                    <a:pt x="0" y="290842"/>
                  </a:lnTo>
                  <a:lnTo>
                    <a:pt x="0" y="294640"/>
                  </a:lnTo>
                  <a:lnTo>
                    <a:pt x="228600" y="294640"/>
                  </a:lnTo>
                  <a:lnTo>
                    <a:pt x="228600" y="290842"/>
                  </a:lnTo>
                  <a:close/>
                </a:path>
                <a:path w="228600" h="349250">
                  <a:moveTo>
                    <a:pt x="228600" y="288302"/>
                  </a:moveTo>
                  <a:lnTo>
                    <a:pt x="0" y="288302"/>
                  </a:lnTo>
                  <a:lnTo>
                    <a:pt x="0" y="290830"/>
                  </a:lnTo>
                  <a:lnTo>
                    <a:pt x="228600" y="290830"/>
                  </a:lnTo>
                  <a:lnTo>
                    <a:pt x="228600" y="288302"/>
                  </a:lnTo>
                  <a:close/>
                </a:path>
                <a:path w="228600" h="349250">
                  <a:moveTo>
                    <a:pt x="228600" y="281952"/>
                  </a:moveTo>
                  <a:lnTo>
                    <a:pt x="0" y="281952"/>
                  </a:lnTo>
                  <a:lnTo>
                    <a:pt x="0" y="288290"/>
                  </a:lnTo>
                  <a:lnTo>
                    <a:pt x="228600" y="288290"/>
                  </a:lnTo>
                  <a:lnTo>
                    <a:pt x="228600" y="281952"/>
                  </a:lnTo>
                  <a:close/>
                </a:path>
                <a:path w="228600" h="349250">
                  <a:moveTo>
                    <a:pt x="228600" y="275602"/>
                  </a:moveTo>
                  <a:lnTo>
                    <a:pt x="0" y="275602"/>
                  </a:lnTo>
                  <a:lnTo>
                    <a:pt x="0" y="281940"/>
                  </a:lnTo>
                  <a:lnTo>
                    <a:pt x="228600" y="281940"/>
                  </a:lnTo>
                  <a:lnTo>
                    <a:pt x="228600" y="275602"/>
                  </a:lnTo>
                  <a:close/>
                </a:path>
                <a:path w="228600" h="349250">
                  <a:moveTo>
                    <a:pt x="228600" y="269252"/>
                  </a:moveTo>
                  <a:lnTo>
                    <a:pt x="0" y="269252"/>
                  </a:lnTo>
                  <a:lnTo>
                    <a:pt x="0" y="275590"/>
                  </a:lnTo>
                  <a:lnTo>
                    <a:pt x="228600" y="275590"/>
                  </a:lnTo>
                  <a:lnTo>
                    <a:pt x="228600" y="269252"/>
                  </a:lnTo>
                  <a:close/>
                </a:path>
                <a:path w="228600" h="349250">
                  <a:moveTo>
                    <a:pt x="228600" y="265442"/>
                  </a:moveTo>
                  <a:lnTo>
                    <a:pt x="0" y="265442"/>
                  </a:lnTo>
                  <a:lnTo>
                    <a:pt x="0" y="269240"/>
                  </a:lnTo>
                  <a:lnTo>
                    <a:pt x="228600" y="269240"/>
                  </a:lnTo>
                  <a:lnTo>
                    <a:pt x="228600" y="265442"/>
                  </a:lnTo>
                  <a:close/>
                </a:path>
                <a:path w="228600" h="349250">
                  <a:moveTo>
                    <a:pt x="228600" y="259092"/>
                  </a:moveTo>
                  <a:lnTo>
                    <a:pt x="0" y="259092"/>
                  </a:lnTo>
                  <a:lnTo>
                    <a:pt x="0" y="265430"/>
                  </a:lnTo>
                  <a:lnTo>
                    <a:pt x="228600" y="265430"/>
                  </a:lnTo>
                  <a:lnTo>
                    <a:pt x="228600" y="259092"/>
                  </a:lnTo>
                  <a:close/>
                </a:path>
                <a:path w="228600" h="349250">
                  <a:moveTo>
                    <a:pt x="228600" y="252742"/>
                  </a:moveTo>
                  <a:lnTo>
                    <a:pt x="0" y="252742"/>
                  </a:lnTo>
                  <a:lnTo>
                    <a:pt x="0" y="259080"/>
                  </a:lnTo>
                  <a:lnTo>
                    <a:pt x="228600" y="259080"/>
                  </a:lnTo>
                  <a:lnTo>
                    <a:pt x="228600" y="252742"/>
                  </a:lnTo>
                  <a:close/>
                </a:path>
                <a:path w="228600" h="349250">
                  <a:moveTo>
                    <a:pt x="228600" y="246392"/>
                  </a:moveTo>
                  <a:lnTo>
                    <a:pt x="0" y="246392"/>
                  </a:lnTo>
                  <a:lnTo>
                    <a:pt x="0" y="252730"/>
                  </a:lnTo>
                  <a:lnTo>
                    <a:pt x="228600" y="252730"/>
                  </a:lnTo>
                  <a:lnTo>
                    <a:pt x="228600" y="246392"/>
                  </a:lnTo>
                  <a:close/>
                </a:path>
                <a:path w="228600" h="349250">
                  <a:moveTo>
                    <a:pt x="22860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228600" y="246380"/>
                  </a:lnTo>
                  <a:lnTo>
                    <a:pt x="228600" y="243852"/>
                  </a:lnTo>
                  <a:close/>
                </a:path>
                <a:path w="228600" h="349250">
                  <a:moveTo>
                    <a:pt x="22860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228600" y="243840"/>
                  </a:lnTo>
                  <a:lnTo>
                    <a:pt x="228600" y="240042"/>
                  </a:lnTo>
                  <a:close/>
                </a:path>
                <a:path w="228600" h="349250">
                  <a:moveTo>
                    <a:pt x="22860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228600" y="240030"/>
                  </a:lnTo>
                  <a:lnTo>
                    <a:pt x="228600" y="237502"/>
                  </a:lnTo>
                  <a:close/>
                </a:path>
                <a:path w="228600" h="349250">
                  <a:moveTo>
                    <a:pt x="22860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228600" y="237490"/>
                  </a:lnTo>
                  <a:lnTo>
                    <a:pt x="228600" y="233692"/>
                  </a:lnTo>
                  <a:close/>
                </a:path>
                <a:path w="228600" h="349250">
                  <a:moveTo>
                    <a:pt x="22860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228600" y="233680"/>
                  </a:lnTo>
                  <a:lnTo>
                    <a:pt x="228600" y="231152"/>
                  </a:lnTo>
                  <a:close/>
                </a:path>
                <a:path w="228600" h="349250">
                  <a:moveTo>
                    <a:pt x="228600" y="224802"/>
                  </a:moveTo>
                  <a:lnTo>
                    <a:pt x="0" y="224802"/>
                  </a:lnTo>
                  <a:lnTo>
                    <a:pt x="0" y="231140"/>
                  </a:lnTo>
                  <a:lnTo>
                    <a:pt x="228600" y="231140"/>
                  </a:lnTo>
                  <a:lnTo>
                    <a:pt x="228600" y="224802"/>
                  </a:lnTo>
                  <a:close/>
                </a:path>
                <a:path w="228600" h="349250">
                  <a:moveTo>
                    <a:pt x="228600" y="218452"/>
                  </a:moveTo>
                  <a:lnTo>
                    <a:pt x="0" y="218452"/>
                  </a:lnTo>
                  <a:lnTo>
                    <a:pt x="0" y="224790"/>
                  </a:lnTo>
                  <a:lnTo>
                    <a:pt x="228600" y="224790"/>
                  </a:lnTo>
                  <a:lnTo>
                    <a:pt x="228600" y="218452"/>
                  </a:lnTo>
                  <a:close/>
                </a:path>
                <a:path w="228600" h="349250">
                  <a:moveTo>
                    <a:pt x="228600" y="212102"/>
                  </a:moveTo>
                  <a:lnTo>
                    <a:pt x="0" y="212102"/>
                  </a:lnTo>
                  <a:lnTo>
                    <a:pt x="0" y="218440"/>
                  </a:lnTo>
                  <a:lnTo>
                    <a:pt x="228600" y="218440"/>
                  </a:lnTo>
                  <a:lnTo>
                    <a:pt x="228600" y="212102"/>
                  </a:lnTo>
                  <a:close/>
                </a:path>
                <a:path w="228600" h="349250">
                  <a:moveTo>
                    <a:pt x="228600" y="208292"/>
                  </a:moveTo>
                  <a:lnTo>
                    <a:pt x="0" y="208292"/>
                  </a:lnTo>
                  <a:lnTo>
                    <a:pt x="0" y="212090"/>
                  </a:lnTo>
                  <a:lnTo>
                    <a:pt x="228600" y="212090"/>
                  </a:lnTo>
                  <a:lnTo>
                    <a:pt x="228600" y="208292"/>
                  </a:lnTo>
                  <a:close/>
                </a:path>
                <a:path w="228600" h="349250">
                  <a:moveTo>
                    <a:pt x="228600" y="201942"/>
                  </a:moveTo>
                  <a:lnTo>
                    <a:pt x="0" y="201942"/>
                  </a:lnTo>
                  <a:lnTo>
                    <a:pt x="0" y="208280"/>
                  </a:lnTo>
                  <a:lnTo>
                    <a:pt x="228600" y="208280"/>
                  </a:lnTo>
                  <a:lnTo>
                    <a:pt x="228600" y="201942"/>
                  </a:lnTo>
                  <a:close/>
                </a:path>
                <a:path w="228600" h="349250">
                  <a:moveTo>
                    <a:pt x="228600" y="195592"/>
                  </a:moveTo>
                  <a:lnTo>
                    <a:pt x="0" y="195592"/>
                  </a:lnTo>
                  <a:lnTo>
                    <a:pt x="0" y="201930"/>
                  </a:lnTo>
                  <a:lnTo>
                    <a:pt x="228600" y="201930"/>
                  </a:lnTo>
                  <a:lnTo>
                    <a:pt x="228600" y="195592"/>
                  </a:lnTo>
                  <a:close/>
                </a:path>
                <a:path w="228600" h="349250">
                  <a:moveTo>
                    <a:pt x="22860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28600" y="195580"/>
                  </a:lnTo>
                  <a:lnTo>
                    <a:pt x="228600" y="189242"/>
                  </a:lnTo>
                  <a:close/>
                </a:path>
                <a:path w="228600" h="349250">
                  <a:moveTo>
                    <a:pt x="228600" y="186702"/>
                  </a:moveTo>
                  <a:lnTo>
                    <a:pt x="0" y="186702"/>
                  </a:lnTo>
                  <a:lnTo>
                    <a:pt x="0" y="189230"/>
                  </a:lnTo>
                  <a:lnTo>
                    <a:pt x="228600" y="189230"/>
                  </a:lnTo>
                  <a:lnTo>
                    <a:pt x="228600" y="186702"/>
                  </a:lnTo>
                  <a:close/>
                </a:path>
                <a:path w="228600" h="349250">
                  <a:moveTo>
                    <a:pt x="228600" y="182892"/>
                  </a:moveTo>
                  <a:lnTo>
                    <a:pt x="0" y="182892"/>
                  </a:lnTo>
                  <a:lnTo>
                    <a:pt x="0" y="186690"/>
                  </a:lnTo>
                  <a:lnTo>
                    <a:pt x="228600" y="186690"/>
                  </a:lnTo>
                  <a:lnTo>
                    <a:pt x="228600" y="182892"/>
                  </a:lnTo>
                  <a:close/>
                </a:path>
                <a:path w="228600" h="349250">
                  <a:moveTo>
                    <a:pt x="228600" y="180352"/>
                  </a:moveTo>
                  <a:lnTo>
                    <a:pt x="0" y="180352"/>
                  </a:lnTo>
                  <a:lnTo>
                    <a:pt x="0" y="182880"/>
                  </a:lnTo>
                  <a:lnTo>
                    <a:pt x="228600" y="182880"/>
                  </a:lnTo>
                  <a:lnTo>
                    <a:pt x="228600" y="180352"/>
                  </a:lnTo>
                  <a:close/>
                </a:path>
                <a:path w="228600" h="349250">
                  <a:moveTo>
                    <a:pt x="228600" y="174002"/>
                  </a:moveTo>
                  <a:lnTo>
                    <a:pt x="0" y="174002"/>
                  </a:lnTo>
                  <a:lnTo>
                    <a:pt x="0" y="180340"/>
                  </a:lnTo>
                  <a:lnTo>
                    <a:pt x="228600" y="180340"/>
                  </a:lnTo>
                  <a:lnTo>
                    <a:pt x="228600" y="174002"/>
                  </a:lnTo>
                  <a:close/>
                </a:path>
                <a:path w="228600" h="349250">
                  <a:moveTo>
                    <a:pt x="228600" y="167652"/>
                  </a:moveTo>
                  <a:lnTo>
                    <a:pt x="0" y="167652"/>
                  </a:lnTo>
                  <a:lnTo>
                    <a:pt x="0" y="173990"/>
                  </a:lnTo>
                  <a:lnTo>
                    <a:pt x="228600" y="173990"/>
                  </a:lnTo>
                  <a:lnTo>
                    <a:pt x="228600" y="167652"/>
                  </a:lnTo>
                  <a:close/>
                </a:path>
                <a:path w="228600" h="349250">
                  <a:moveTo>
                    <a:pt x="228600" y="161302"/>
                  </a:moveTo>
                  <a:lnTo>
                    <a:pt x="0" y="161302"/>
                  </a:lnTo>
                  <a:lnTo>
                    <a:pt x="0" y="167640"/>
                  </a:lnTo>
                  <a:lnTo>
                    <a:pt x="228600" y="167640"/>
                  </a:lnTo>
                  <a:lnTo>
                    <a:pt x="228600" y="161302"/>
                  </a:lnTo>
                  <a:close/>
                </a:path>
                <a:path w="228600" h="349250">
                  <a:moveTo>
                    <a:pt x="228600" y="157492"/>
                  </a:moveTo>
                  <a:lnTo>
                    <a:pt x="0" y="157492"/>
                  </a:lnTo>
                  <a:lnTo>
                    <a:pt x="0" y="161290"/>
                  </a:lnTo>
                  <a:lnTo>
                    <a:pt x="228600" y="161290"/>
                  </a:lnTo>
                  <a:lnTo>
                    <a:pt x="228600" y="157492"/>
                  </a:lnTo>
                  <a:close/>
                </a:path>
                <a:path w="228600" h="349250">
                  <a:moveTo>
                    <a:pt x="22860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28600" y="157480"/>
                  </a:lnTo>
                  <a:lnTo>
                    <a:pt x="228600" y="151142"/>
                  </a:lnTo>
                  <a:close/>
                </a:path>
                <a:path w="228600" h="349250">
                  <a:moveTo>
                    <a:pt x="228600" y="144792"/>
                  </a:moveTo>
                  <a:lnTo>
                    <a:pt x="0" y="144792"/>
                  </a:lnTo>
                  <a:lnTo>
                    <a:pt x="0" y="151130"/>
                  </a:lnTo>
                  <a:lnTo>
                    <a:pt x="228600" y="151130"/>
                  </a:lnTo>
                  <a:lnTo>
                    <a:pt x="228600" y="144792"/>
                  </a:lnTo>
                  <a:close/>
                </a:path>
                <a:path w="228600" h="349250">
                  <a:moveTo>
                    <a:pt x="228600" y="138442"/>
                  </a:moveTo>
                  <a:lnTo>
                    <a:pt x="0" y="138442"/>
                  </a:lnTo>
                  <a:lnTo>
                    <a:pt x="0" y="144780"/>
                  </a:lnTo>
                  <a:lnTo>
                    <a:pt x="228600" y="144780"/>
                  </a:lnTo>
                  <a:lnTo>
                    <a:pt x="228600" y="138442"/>
                  </a:lnTo>
                  <a:close/>
                </a:path>
                <a:path w="228600" h="349250">
                  <a:moveTo>
                    <a:pt x="228600" y="135902"/>
                  </a:moveTo>
                  <a:lnTo>
                    <a:pt x="0" y="135902"/>
                  </a:lnTo>
                  <a:lnTo>
                    <a:pt x="0" y="138430"/>
                  </a:lnTo>
                  <a:lnTo>
                    <a:pt x="228600" y="138430"/>
                  </a:lnTo>
                  <a:lnTo>
                    <a:pt x="228600" y="135902"/>
                  </a:lnTo>
                  <a:close/>
                </a:path>
                <a:path w="228600" h="349250">
                  <a:moveTo>
                    <a:pt x="228600" y="132092"/>
                  </a:moveTo>
                  <a:lnTo>
                    <a:pt x="0" y="132092"/>
                  </a:lnTo>
                  <a:lnTo>
                    <a:pt x="0" y="135890"/>
                  </a:lnTo>
                  <a:lnTo>
                    <a:pt x="228600" y="135890"/>
                  </a:lnTo>
                  <a:lnTo>
                    <a:pt x="228600" y="132092"/>
                  </a:lnTo>
                  <a:close/>
                </a:path>
                <a:path w="228600" h="349250">
                  <a:moveTo>
                    <a:pt x="228600" y="129552"/>
                  </a:moveTo>
                  <a:lnTo>
                    <a:pt x="0" y="129552"/>
                  </a:lnTo>
                  <a:lnTo>
                    <a:pt x="0" y="132080"/>
                  </a:lnTo>
                  <a:lnTo>
                    <a:pt x="228600" y="132080"/>
                  </a:lnTo>
                  <a:lnTo>
                    <a:pt x="228600" y="129552"/>
                  </a:lnTo>
                  <a:close/>
                </a:path>
                <a:path w="228600" h="349250">
                  <a:moveTo>
                    <a:pt x="228600" y="125742"/>
                  </a:moveTo>
                  <a:lnTo>
                    <a:pt x="0" y="125742"/>
                  </a:lnTo>
                  <a:lnTo>
                    <a:pt x="0" y="129540"/>
                  </a:lnTo>
                  <a:lnTo>
                    <a:pt x="228600" y="129540"/>
                  </a:lnTo>
                  <a:lnTo>
                    <a:pt x="228600" y="125742"/>
                  </a:lnTo>
                  <a:close/>
                </a:path>
                <a:path w="228600" h="349250">
                  <a:moveTo>
                    <a:pt x="228600" y="123202"/>
                  </a:moveTo>
                  <a:lnTo>
                    <a:pt x="0" y="123202"/>
                  </a:lnTo>
                  <a:lnTo>
                    <a:pt x="0" y="125730"/>
                  </a:lnTo>
                  <a:lnTo>
                    <a:pt x="228600" y="125730"/>
                  </a:lnTo>
                  <a:lnTo>
                    <a:pt x="228600" y="123202"/>
                  </a:lnTo>
                  <a:close/>
                </a:path>
                <a:path w="228600" h="349250">
                  <a:moveTo>
                    <a:pt x="228600" y="116852"/>
                  </a:moveTo>
                  <a:lnTo>
                    <a:pt x="0" y="116852"/>
                  </a:lnTo>
                  <a:lnTo>
                    <a:pt x="0" y="123190"/>
                  </a:lnTo>
                  <a:lnTo>
                    <a:pt x="228600" y="123190"/>
                  </a:lnTo>
                  <a:lnTo>
                    <a:pt x="228600" y="116852"/>
                  </a:lnTo>
                  <a:close/>
                </a:path>
                <a:path w="228600" h="349250">
                  <a:moveTo>
                    <a:pt x="228600" y="110502"/>
                  </a:moveTo>
                  <a:lnTo>
                    <a:pt x="0" y="110502"/>
                  </a:lnTo>
                  <a:lnTo>
                    <a:pt x="0" y="116840"/>
                  </a:lnTo>
                  <a:lnTo>
                    <a:pt x="228600" y="116840"/>
                  </a:lnTo>
                  <a:lnTo>
                    <a:pt x="228600" y="110502"/>
                  </a:lnTo>
                  <a:close/>
                </a:path>
                <a:path w="228600" h="349250">
                  <a:moveTo>
                    <a:pt x="228600" y="104152"/>
                  </a:moveTo>
                  <a:lnTo>
                    <a:pt x="0" y="104152"/>
                  </a:lnTo>
                  <a:lnTo>
                    <a:pt x="0" y="110490"/>
                  </a:lnTo>
                  <a:lnTo>
                    <a:pt x="228600" y="110490"/>
                  </a:lnTo>
                  <a:lnTo>
                    <a:pt x="228600" y="104152"/>
                  </a:lnTo>
                  <a:close/>
                </a:path>
                <a:path w="228600" h="349250">
                  <a:moveTo>
                    <a:pt x="228600" y="100342"/>
                  </a:moveTo>
                  <a:lnTo>
                    <a:pt x="0" y="100342"/>
                  </a:lnTo>
                  <a:lnTo>
                    <a:pt x="0" y="104140"/>
                  </a:lnTo>
                  <a:lnTo>
                    <a:pt x="228600" y="104140"/>
                  </a:lnTo>
                  <a:lnTo>
                    <a:pt x="228600" y="100342"/>
                  </a:lnTo>
                  <a:close/>
                </a:path>
                <a:path w="228600" h="349250">
                  <a:moveTo>
                    <a:pt x="22860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28600" y="100330"/>
                  </a:lnTo>
                  <a:lnTo>
                    <a:pt x="228600" y="93992"/>
                  </a:lnTo>
                  <a:close/>
                </a:path>
                <a:path w="228600" h="349250">
                  <a:moveTo>
                    <a:pt x="22860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28600" y="93980"/>
                  </a:lnTo>
                  <a:lnTo>
                    <a:pt x="228600" y="87642"/>
                  </a:lnTo>
                  <a:close/>
                </a:path>
                <a:path w="228600" h="349250">
                  <a:moveTo>
                    <a:pt x="228600" y="78752"/>
                  </a:moveTo>
                  <a:lnTo>
                    <a:pt x="0" y="78752"/>
                  </a:lnTo>
                  <a:lnTo>
                    <a:pt x="0" y="87630"/>
                  </a:lnTo>
                  <a:lnTo>
                    <a:pt x="228600" y="87630"/>
                  </a:lnTo>
                  <a:lnTo>
                    <a:pt x="228600" y="78752"/>
                  </a:lnTo>
                  <a:close/>
                </a:path>
                <a:path w="228600" h="349250">
                  <a:moveTo>
                    <a:pt x="228600" y="74942"/>
                  </a:moveTo>
                  <a:lnTo>
                    <a:pt x="0" y="74942"/>
                  </a:lnTo>
                  <a:lnTo>
                    <a:pt x="0" y="78740"/>
                  </a:lnTo>
                  <a:lnTo>
                    <a:pt x="228600" y="78740"/>
                  </a:lnTo>
                  <a:lnTo>
                    <a:pt x="228600" y="74942"/>
                  </a:lnTo>
                  <a:close/>
                </a:path>
                <a:path w="228600" h="349250">
                  <a:moveTo>
                    <a:pt x="228600" y="72402"/>
                  </a:moveTo>
                  <a:lnTo>
                    <a:pt x="0" y="72402"/>
                  </a:lnTo>
                  <a:lnTo>
                    <a:pt x="0" y="74930"/>
                  </a:lnTo>
                  <a:lnTo>
                    <a:pt x="228600" y="74930"/>
                  </a:lnTo>
                  <a:lnTo>
                    <a:pt x="228600" y="72402"/>
                  </a:lnTo>
                  <a:close/>
                </a:path>
                <a:path w="228600" h="349250">
                  <a:moveTo>
                    <a:pt x="228600" y="66052"/>
                  </a:moveTo>
                  <a:lnTo>
                    <a:pt x="0" y="66052"/>
                  </a:lnTo>
                  <a:lnTo>
                    <a:pt x="0" y="72390"/>
                  </a:lnTo>
                  <a:lnTo>
                    <a:pt x="228600" y="72390"/>
                  </a:lnTo>
                  <a:lnTo>
                    <a:pt x="228600" y="66052"/>
                  </a:lnTo>
                  <a:close/>
                </a:path>
                <a:path w="228600" h="349250">
                  <a:moveTo>
                    <a:pt x="228600" y="59702"/>
                  </a:moveTo>
                  <a:lnTo>
                    <a:pt x="0" y="59702"/>
                  </a:lnTo>
                  <a:lnTo>
                    <a:pt x="0" y="66040"/>
                  </a:lnTo>
                  <a:lnTo>
                    <a:pt x="228600" y="66040"/>
                  </a:lnTo>
                  <a:lnTo>
                    <a:pt x="228600" y="59702"/>
                  </a:lnTo>
                  <a:close/>
                </a:path>
                <a:path w="228600" h="349250">
                  <a:moveTo>
                    <a:pt x="228600" y="53352"/>
                  </a:moveTo>
                  <a:lnTo>
                    <a:pt x="0" y="53352"/>
                  </a:lnTo>
                  <a:lnTo>
                    <a:pt x="0" y="59690"/>
                  </a:lnTo>
                  <a:lnTo>
                    <a:pt x="228600" y="59690"/>
                  </a:lnTo>
                  <a:lnTo>
                    <a:pt x="228600" y="53352"/>
                  </a:lnTo>
                  <a:close/>
                </a:path>
                <a:path w="228600" h="349250">
                  <a:moveTo>
                    <a:pt x="228600" y="49542"/>
                  </a:moveTo>
                  <a:lnTo>
                    <a:pt x="0" y="49542"/>
                  </a:lnTo>
                  <a:lnTo>
                    <a:pt x="0" y="53340"/>
                  </a:lnTo>
                  <a:lnTo>
                    <a:pt x="228600" y="53340"/>
                  </a:lnTo>
                  <a:lnTo>
                    <a:pt x="228600" y="49542"/>
                  </a:lnTo>
                  <a:close/>
                </a:path>
                <a:path w="228600" h="349250">
                  <a:moveTo>
                    <a:pt x="22860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28600" y="49530"/>
                  </a:lnTo>
                  <a:lnTo>
                    <a:pt x="228600" y="43192"/>
                  </a:lnTo>
                  <a:close/>
                </a:path>
                <a:path w="228600" h="349250">
                  <a:moveTo>
                    <a:pt x="22860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28600" y="43180"/>
                  </a:lnTo>
                  <a:lnTo>
                    <a:pt x="228600" y="36842"/>
                  </a:lnTo>
                  <a:close/>
                </a:path>
                <a:path w="228600" h="349250">
                  <a:moveTo>
                    <a:pt x="22860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28600" y="36830"/>
                  </a:lnTo>
                  <a:lnTo>
                    <a:pt x="228600" y="30492"/>
                  </a:lnTo>
                  <a:close/>
                </a:path>
                <a:path w="228600" h="349250">
                  <a:moveTo>
                    <a:pt x="228600" y="27952"/>
                  </a:moveTo>
                  <a:lnTo>
                    <a:pt x="0" y="27952"/>
                  </a:lnTo>
                  <a:lnTo>
                    <a:pt x="0" y="30480"/>
                  </a:lnTo>
                  <a:lnTo>
                    <a:pt x="228600" y="30480"/>
                  </a:lnTo>
                  <a:lnTo>
                    <a:pt x="228600" y="27952"/>
                  </a:lnTo>
                  <a:close/>
                </a:path>
                <a:path w="228600" h="349250">
                  <a:moveTo>
                    <a:pt x="228600" y="24142"/>
                  </a:moveTo>
                  <a:lnTo>
                    <a:pt x="0" y="24142"/>
                  </a:lnTo>
                  <a:lnTo>
                    <a:pt x="0" y="27940"/>
                  </a:lnTo>
                  <a:lnTo>
                    <a:pt x="228600" y="27940"/>
                  </a:lnTo>
                  <a:lnTo>
                    <a:pt x="228600" y="24142"/>
                  </a:lnTo>
                  <a:close/>
                </a:path>
                <a:path w="228600" h="349250">
                  <a:moveTo>
                    <a:pt x="228600" y="15252"/>
                  </a:moveTo>
                  <a:lnTo>
                    <a:pt x="0" y="15252"/>
                  </a:lnTo>
                  <a:lnTo>
                    <a:pt x="0" y="24130"/>
                  </a:lnTo>
                  <a:lnTo>
                    <a:pt x="228600" y="24130"/>
                  </a:lnTo>
                  <a:lnTo>
                    <a:pt x="228600" y="15252"/>
                  </a:lnTo>
                  <a:close/>
                </a:path>
                <a:path w="228600" h="349250">
                  <a:moveTo>
                    <a:pt x="22860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228600" y="15240"/>
                  </a:lnTo>
                  <a:lnTo>
                    <a:pt x="228600" y="8902"/>
                  </a:lnTo>
                  <a:close/>
                </a:path>
                <a:path w="228600" h="349250">
                  <a:moveTo>
                    <a:pt x="22860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228600" y="8890"/>
                  </a:lnTo>
                  <a:lnTo>
                    <a:pt x="228600" y="2552"/>
                  </a:lnTo>
                  <a:close/>
                </a:path>
                <a:path w="228600" h="349250">
                  <a:moveTo>
                    <a:pt x="22860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28600" y="2540"/>
                  </a:lnTo>
                  <a:lnTo>
                    <a:pt x="228600" y="0"/>
                  </a:lnTo>
                  <a:close/>
                </a:path>
              </a:pathLst>
            </a:custGeom>
            <a:solidFill>
              <a:srgbClr val="C8C8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3234690" y="5561329"/>
              <a:ext cx="228600" cy="349250"/>
            </a:xfrm>
            <a:custGeom>
              <a:avLst/>
              <a:gdLst/>
              <a:ahLst/>
              <a:cxnLst/>
              <a:rect l="l" t="t" r="r" b="b"/>
              <a:pathLst>
                <a:path w="228600" h="349250">
                  <a:moveTo>
                    <a:pt x="228600" y="347992"/>
                  </a:moveTo>
                  <a:lnTo>
                    <a:pt x="0" y="347992"/>
                  </a:lnTo>
                  <a:lnTo>
                    <a:pt x="0" y="349250"/>
                  </a:lnTo>
                  <a:lnTo>
                    <a:pt x="228600" y="349250"/>
                  </a:lnTo>
                  <a:lnTo>
                    <a:pt x="228600" y="347992"/>
                  </a:lnTo>
                  <a:close/>
                </a:path>
                <a:path w="228600" h="349250">
                  <a:moveTo>
                    <a:pt x="228600" y="345452"/>
                  </a:moveTo>
                  <a:lnTo>
                    <a:pt x="0" y="345452"/>
                  </a:lnTo>
                  <a:lnTo>
                    <a:pt x="0" y="347980"/>
                  </a:lnTo>
                  <a:lnTo>
                    <a:pt x="228600" y="347980"/>
                  </a:lnTo>
                  <a:lnTo>
                    <a:pt x="228600" y="345452"/>
                  </a:lnTo>
                  <a:close/>
                </a:path>
                <a:path w="228600" h="349250">
                  <a:moveTo>
                    <a:pt x="228600" y="341642"/>
                  </a:moveTo>
                  <a:lnTo>
                    <a:pt x="0" y="341642"/>
                  </a:lnTo>
                  <a:lnTo>
                    <a:pt x="0" y="345440"/>
                  </a:lnTo>
                  <a:lnTo>
                    <a:pt x="228600" y="345440"/>
                  </a:lnTo>
                  <a:lnTo>
                    <a:pt x="228600" y="341642"/>
                  </a:lnTo>
                  <a:close/>
                </a:path>
                <a:path w="228600" h="349250">
                  <a:moveTo>
                    <a:pt x="228600" y="339102"/>
                  </a:moveTo>
                  <a:lnTo>
                    <a:pt x="0" y="339102"/>
                  </a:lnTo>
                  <a:lnTo>
                    <a:pt x="0" y="341630"/>
                  </a:lnTo>
                  <a:lnTo>
                    <a:pt x="228600" y="341630"/>
                  </a:lnTo>
                  <a:lnTo>
                    <a:pt x="228600" y="339102"/>
                  </a:lnTo>
                  <a:close/>
                </a:path>
                <a:path w="228600" h="349250">
                  <a:moveTo>
                    <a:pt x="228600" y="326402"/>
                  </a:moveTo>
                  <a:lnTo>
                    <a:pt x="0" y="326402"/>
                  </a:lnTo>
                  <a:lnTo>
                    <a:pt x="0" y="339090"/>
                  </a:lnTo>
                  <a:lnTo>
                    <a:pt x="228600" y="339090"/>
                  </a:lnTo>
                  <a:lnTo>
                    <a:pt x="228600" y="326402"/>
                  </a:lnTo>
                  <a:close/>
                </a:path>
                <a:path w="228600" h="349250">
                  <a:moveTo>
                    <a:pt x="228600" y="320052"/>
                  </a:moveTo>
                  <a:lnTo>
                    <a:pt x="0" y="320052"/>
                  </a:lnTo>
                  <a:lnTo>
                    <a:pt x="0" y="326390"/>
                  </a:lnTo>
                  <a:lnTo>
                    <a:pt x="228600" y="326390"/>
                  </a:lnTo>
                  <a:lnTo>
                    <a:pt x="228600" y="320052"/>
                  </a:lnTo>
                  <a:close/>
                </a:path>
                <a:path w="228600" h="349250">
                  <a:moveTo>
                    <a:pt x="228600" y="316242"/>
                  </a:moveTo>
                  <a:lnTo>
                    <a:pt x="0" y="316242"/>
                  </a:lnTo>
                  <a:lnTo>
                    <a:pt x="0" y="320040"/>
                  </a:lnTo>
                  <a:lnTo>
                    <a:pt x="228600" y="320040"/>
                  </a:lnTo>
                  <a:lnTo>
                    <a:pt x="228600" y="316242"/>
                  </a:lnTo>
                  <a:close/>
                </a:path>
                <a:path w="228600" h="349250">
                  <a:moveTo>
                    <a:pt x="228600" y="309892"/>
                  </a:moveTo>
                  <a:lnTo>
                    <a:pt x="0" y="309892"/>
                  </a:lnTo>
                  <a:lnTo>
                    <a:pt x="0" y="316230"/>
                  </a:lnTo>
                  <a:lnTo>
                    <a:pt x="228600" y="316230"/>
                  </a:lnTo>
                  <a:lnTo>
                    <a:pt x="228600" y="309892"/>
                  </a:lnTo>
                  <a:close/>
                </a:path>
                <a:path w="228600" h="349250">
                  <a:moveTo>
                    <a:pt x="228600" y="303542"/>
                  </a:moveTo>
                  <a:lnTo>
                    <a:pt x="0" y="303542"/>
                  </a:lnTo>
                  <a:lnTo>
                    <a:pt x="0" y="309880"/>
                  </a:lnTo>
                  <a:lnTo>
                    <a:pt x="228600" y="309880"/>
                  </a:lnTo>
                  <a:lnTo>
                    <a:pt x="228600" y="303542"/>
                  </a:lnTo>
                  <a:close/>
                </a:path>
                <a:path w="228600" h="349250">
                  <a:moveTo>
                    <a:pt x="228600" y="297192"/>
                  </a:moveTo>
                  <a:lnTo>
                    <a:pt x="0" y="297192"/>
                  </a:lnTo>
                  <a:lnTo>
                    <a:pt x="0" y="303530"/>
                  </a:lnTo>
                  <a:lnTo>
                    <a:pt x="228600" y="303530"/>
                  </a:lnTo>
                  <a:lnTo>
                    <a:pt x="228600" y="297192"/>
                  </a:lnTo>
                  <a:close/>
                </a:path>
                <a:path w="228600" h="349250">
                  <a:moveTo>
                    <a:pt x="228600" y="294652"/>
                  </a:moveTo>
                  <a:lnTo>
                    <a:pt x="0" y="294652"/>
                  </a:lnTo>
                  <a:lnTo>
                    <a:pt x="0" y="297180"/>
                  </a:lnTo>
                  <a:lnTo>
                    <a:pt x="228600" y="297180"/>
                  </a:lnTo>
                  <a:lnTo>
                    <a:pt x="228600" y="294652"/>
                  </a:lnTo>
                  <a:close/>
                </a:path>
                <a:path w="228600" h="349250">
                  <a:moveTo>
                    <a:pt x="228600" y="290842"/>
                  </a:moveTo>
                  <a:lnTo>
                    <a:pt x="0" y="290842"/>
                  </a:lnTo>
                  <a:lnTo>
                    <a:pt x="0" y="294640"/>
                  </a:lnTo>
                  <a:lnTo>
                    <a:pt x="228600" y="294640"/>
                  </a:lnTo>
                  <a:lnTo>
                    <a:pt x="228600" y="290842"/>
                  </a:lnTo>
                  <a:close/>
                </a:path>
                <a:path w="228600" h="349250">
                  <a:moveTo>
                    <a:pt x="228600" y="288302"/>
                  </a:moveTo>
                  <a:lnTo>
                    <a:pt x="0" y="288302"/>
                  </a:lnTo>
                  <a:lnTo>
                    <a:pt x="0" y="290830"/>
                  </a:lnTo>
                  <a:lnTo>
                    <a:pt x="228600" y="290830"/>
                  </a:lnTo>
                  <a:lnTo>
                    <a:pt x="228600" y="288302"/>
                  </a:lnTo>
                  <a:close/>
                </a:path>
                <a:path w="228600" h="349250">
                  <a:moveTo>
                    <a:pt x="228600" y="281952"/>
                  </a:moveTo>
                  <a:lnTo>
                    <a:pt x="0" y="281952"/>
                  </a:lnTo>
                  <a:lnTo>
                    <a:pt x="0" y="288290"/>
                  </a:lnTo>
                  <a:lnTo>
                    <a:pt x="228600" y="288290"/>
                  </a:lnTo>
                  <a:lnTo>
                    <a:pt x="228600" y="281952"/>
                  </a:lnTo>
                  <a:close/>
                </a:path>
                <a:path w="228600" h="349250">
                  <a:moveTo>
                    <a:pt x="228600" y="275602"/>
                  </a:moveTo>
                  <a:lnTo>
                    <a:pt x="0" y="275602"/>
                  </a:lnTo>
                  <a:lnTo>
                    <a:pt x="0" y="281940"/>
                  </a:lnTo>
                  <a:lnTo>
                    <a:pt x="228600" y="281940"/>
                  </a:lnTo>
                  <a:lnTo>
                    <a:pt x="228600" y="275602"/>
                  </a:lnTo>
                  <a:close/>
                </a:path>
                <a:path w="228600" h="349250">
                  <a:moveTo>
                    <a:pt x="228600" y="269252"/>
                  </a:moveTo>
                  <a:lnTo>
                    <a:pt x="0" y="269252"/>
                  </a:lnTo>
                  <a:lnTo>
                    <a:pt x="0" y="275590"/>
                  </a:lnTo>
                  <a:lnTo>
                    <a:pt x="228600" y="275590"/>
                  </a:lnTo>
                  <a:lnTo>
                    <a:pt x="228600" y="269252"/>
                  </a:lnTo>
                  <a:close/>
                </a:path>
                <a:path w="228600" h="349250">
                  <a:moveTo>
                    <a:pt x="228600" y="265442"/>
                  </a:moveTo>
                  <a:lnTo>
                    <a:pt x="0" y="265442"/>
                  </a:lnTo>
                  <a:lnTo>
                    <a:pt x="0" y="269240"/>
                  </a:lnTo>
                  <a:lnTo>
                    <a:pt x="228600" y="269240"/>
                  </a:lnTo>
                  <a:lnTo>
                    <a:pt x="228600" y="265442"/>
                  </a:lnTo>
                  <a:close/>
                </a:path>
                <a:path w="228600" h="349250">
                  <a:moveTo>
                    <a:pt x="228600" y="259092"/>
                  </a:moveTo>
                  <a:lnTo>
                    <a:pt x="0" y="259092"/>
                  </a:lnTo>
                  <a:lnTo>
                    <a:pt x="0" y="265430"/>
                  </a:lnTo>
                  <a:lnTo>
                    <a:pt x="228600" y="265430"/>
                  </a:lnTo>
                  <a:lnTo>
                    <a:pt x="228600" y="259092"/>
                  </a:lnTo>
                  <a:close/>
                </a:path>
                <a:path w="228600" h="349250">
                  <a:moveTo>
                    <a:pt x="228600" y="252742"/>
                  </a:moveTo>
                  <a:lnTo>
                    <a:pt x="0" y="252742"/>
                  </a:lnTo>
                  <a:lnTo>
                    <a:pt x="0" y="259080"/>
                  </a:lnTo>
                  <a:lnTo>
                    <a:pt x="228600" y="259080"/>
                  </a:lnTo>
                  <a:lnTo>
                    <a:pt x="228600" y="252742"/>
                  </a:lnTo>
                  <a:close/>
                </a:path>
                <a:path w="228600" h="349250">
                  <a:moveTo>
                    <a:pt x="228600" y="246392"/>
                  </a:moveTo>
                  <a:lnTo>
                    <a:pt x="0" y="246392"/>
                  </a:lnTo>
                  <a:lnTo>
                    <a:pt x="0" y="252730"/>
                  </a:lnTo>
                  <a:lnTo>
                    <a:pt x="228600" y="252730"/>
                  </a:lnTo>
                  <a:lnTo>
                    <a:pt x="228600" y="246392"/>
                  </a:lnTo>
                  <a:close/>
                </a:path>
                <a:path w="228600" h="349250">
                  <a:moveTo>
                    <a:pt x="22860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228600" y="246380"/>
                  </a:lnTo>
                  <a:lnTo>
                    <a:pt x="228600" y="243852"/>
                  </a:lnTo>
                  <a:close/>
                </a:path>
                <a:path w="228600" h="349250">
                  <a:moveTo>
                    <a:pt x="22860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228600" y="243840"/>
                  </a:lnTo>
                  <a:lnTo>
                    <a:pt x="228600" y="240042"/>
                  </a:lnTo>
                  <a:close/>
                </a:path>
                <a:path w="228600" h="349250">
                  <a:moveTo>
                    <a:pt x="22860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228600" y="240030"/>
                  </a:lnTo>
                  <a:lnTo>
                    <a:pt x="228600" y="237502"/>
                  </a:lnTo>
                  <a:close/>
                </a:path>
                <a:path w="228600" h="349250">
                  <a:moveTo>
                    <a:pt x="22860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228600" y="237490"/>
                  </a:lnTo>
                  <a:lnTo>
                    <a:pt x="228600" y="233692"/>
                  </a:lnTo>
                  <a:close/>
                </a:path>
                <a:path w="228600" h="349250">
                  <a:moveTo>
                    <a:pt x="22860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228600" y="233680"/>
                  </a:lnTo>
                  <a:lnTo>
                    <a:pt x="228600" y="231152"/>
                  </a:lnTo>
                  <a:close/>
                </a:path>
                <a:path w="228600" h="349250">
                  <a:moveTo>
                    <a:pt x="228600" y="224802"/>
                  </a:moveTo>
                  <a:lnTo>
                    <a:pt x="0" y="224802"/>
                  </a:lnTo>
                  <a:lnTo>
                    <a:pt x="0" y="231140"/>
                  </a:lnTo>
                  <a:lnTo>
                    <a:pt x="228600" y="231140"/>
                  </a:lnTo>
                  <a:lnTo>
                    <a:pt x="228600" y="224802"/>
                  </a:lnTo>
                  <a:close/>
                </a:path>
                <a:path w="228600" h="349250">
                  <a:moveTo>
                    <a:pt x="228600" y="218452"/>
                  </a:moveTo>
                  <a:lnTo>
                    <a:pt x="0" y="218452"/>
                  </a:lnTo>
                  <a:lnTo>
                    <a:pt x="0" y="224790"/>
                  </a:lnTo>
                  <a:lnTo>
                    <a:pt x="228600" y="224790"/>
                  </a:lnTo>
                  <a:lnTo>
                    <a:pt x="228600" y="218452"/>
                  </a:lnTo>
                  <a:close/>
                </a:path>
                <a:path w="228600" h="349250">
                  <a:moveTo>
                    <a:pt x="228600" y="212102"/>
                  </a:moveTo>
                  <a:lnTo>
                    <a:pt x="0" y="212102"/>
                  </a:lnTo>
                  <a:lnTo>
                    <a:pt x="0" y="218440"/>
                  </a:lnTo>
                  <a:lnTo>
                    <a:pt x="228600" y="218440"/>
                  </a:lnTo>
                  <a:lnTo>
                    <a:pt x="228600" y="212102"/>
                  </a:lnTo>
                  <a:close/>
                </a:path>
                <a:path w="228600" h="349250">
                  <a:moveTo>
                    <a:pt x="228600" y="208292"/>
                  </a:moveTo>
                  <a:lnTo>
                    <a:pt x="0" y="208292"/>
                  </a:lnTo>
                  <a:lnTo>
                    <a:pt x="0" y="212090"/>
                  </a:lnTo>
                  <a:lnTo>
                    <a:pt x="228600" y="212090"/>
                  </a:lnTo>
                  <a:lnTo>
                    <a:pt x="228600" y="208292"/>
                  </a:lnTo>
                  <a:close/>
                </a:path>
                <a:path w="228600" h="349250">
                  <a:moveTo>
                    <a:pt x="228600" y="201942"/>
                  </a:moveTo>
                  <a:lnTo>
                    <a:pt x="0" y="201942"/>
                  </a:lnTo>
                  <a:lnTo>
                    <a:pt x="0" y="208280"/>
                  </a:lnTo>
                  <a:lnTo>
                    <a:pt x="228600" y="208280"/>
                  </a:lnTo>
                  <a:lnTo>
                    <a:pt x="228600" y="201942"/>
                  </a:lnTo>
                  <a:close/>
                </a:path>
                <a:path w="228600" h="349250">
                  <a:moveTo>
                    <a:pt x="228600" y="195592"/>
                  </a:moveTo>
                  <a:lnTo>
                    <a:pt x="0" y="195592"/>
                  </a:lnTo>
                  <a:lnTo>
                    <a:pt x="0" y="201930"/>
                  </a:lnTo>
                  <a:lnTo>
                    <a:pt x="228600" y="201930"/>
                  </a:lnTo>
                  <a:lnTo>
                    <a:pt x="228600" y="195592"/>
                  </a:lnTo>
                  <a:close/>
                </a:path>
                <a:path w="228600" h="349250">
                  <a:moveTo>
                    <a:pt x="22860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28600" y="195580"/>
                  </a:lnTo>
                  <a:lnTo>
                    <a:pt x="228600" y="189242"/>
                  </a:lnTo>
                  <a:close/>
                </a:path>
                <a:path w="228600" h="349250">
                  <a:moveTo>
                    <a:pt x="228600" y="186702"/>
                  </a:moveTo>
                  <a:lnTo>
                    <a:pt x="0" y="186702"/>
                  </a:lnTo>
                  <a:lnTo>
                    <a:pt x="0" y="189230"/>
                  </a:lnTo>
                  <a:lnTo>
                    <a:pt x="228600" y="189230"/>
                  </a:lnTo>
                  <a:lnTo>
                    <a:pt x="228600" y="186702"/>
                  </a:lnTo>
                  <a:close/>
                </a:path>
                <a:path w="228600" h="349250">
                  <a:moveTo>
                    <a:pt x="228600" y="182892"/>
                  </a:moveTo>
                  <a:lnTo>
                    <a:pt x="0" y="182892"/>
                  </a:lnTo>
                  <a:lnTo>
                    <a:pt x="0" y="186690"/>
                  </a:lnTo>
                  <a:lnTo>
                    <a:pt x="228600" y="186690"/>
                  </a:lnTo>
                  <a:lnTo>
                    <a:pt x="228600" y="182892"/>
                  </a:lnTo>
                  <a:close/>
                </a:path>
                <a:path w="228600" h="349250">
                  <a:moveTo>
                    <a:pt x="228600" y="180352"/>
                  </a:moveTo>
                  <a:lnTo>
                    <a:pt x="0" y="180352"/>
                  </a:lnTo>
                  <a:lnTo>
                    <a:pt x="0" y="182880"/>
                  </a:lnTo>
                  <a:lnTo>
                    <a:pt x="228600" y="182880"/>
                  </a:lnTo>
                  <a:lnTo>
                    <a:pt x="228600" y="180352"/>
                  </a:lnTo>
                  <a:close/>
                </a:path>
                <a:path w="228600" h="349250">
                  <a:moveTo>
                    <a:pt x="228600" y="174002"/>
                  </a:moveTo>
                  <a:lnTo>
                    <a:pt x="0" y="174002"/>
                  </a:lnTo>
                  <a:lnTo>
                    <a:pt x="0" y="180340"/>
                  </a:lnTo>
                  <a:lnTo>
                    <a:pt x="228600" y="180340"/>
                  </a:lnTo>
                  <a:lnTo>
                    <a:pt x="228600" y="174002"/>
                  </a:lnTo>
                  <a:close/>
                </a:path>
                <a:path w="228600" h="349250">
                  <a:moveTo>
                    <a:pt x="228600" y="167652"/>
                  </a:moveTo>
                  <a:lnTo>
                    <a:pt x="0" y="167652"/>
                  </a:lnTo>
                  <a:lnTo>
                    <a:pt x="0" y="173990"/>
                  </a:lnTo>
                  <a:lnTo>
                    <a:pt x="228600" y="173990"/>
                  </a:lnTo>
                  <a:lnTo>
                    <a:pt x="228600" y="167652"/>
                  </a:lnTo>
                  <a:close/>
                </a:path>
                <a:path w="228600" h="349250">
                  <a:moveTo>
                    <a:pt x="228600" y="161302"/>
                  </a:moveTo>
                  <a:lnTo>
                    <a:pt x="0" y="161302"/>
                  </a:lnTo>
                  <a:lnTo>
                    <a:pt x="0" y="167640"/>
                  </a:lnTo>
                  <a:lnTo>
                    <a:pt x="228600" y="167640"/>
                  </a:lnTo>
                  <a:lnTo>
                    <a:pt x="228600" y="161302"/>
                  </a:lnTo>
                  <a:close/>
                </a:path>
                <a:path w="228600" h="349250">
                  <a:moveTo>
                    <a:pt x="228600" y="157492"/>
                  </a:moveTo>
                  <a:lnTo>
                    <a:pt x="0" y="157492"/>
                  </a:lnTo>
                  <a:lnTo>
                    <a:pt x="0" y="161290"/>
                  </a:lnTo>
                  <a:lnTo>
                    <a:pt x="228600" y="161290"/>
                  </a:lnTo>
                  <a:lnTo>
                    <a:pt x="228600" y="157492"/>
                  </a:lnTo>
                  <a:close/>
                </a:path>
                <a:path w="228600" h="349250">
                  <a:moveTo>
                    <a:pt x="22860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28600" y="157480"/>
                  </a:lnTo>
                  <a:lnTo>
                    <a:pt x="228600" y="151142"/>
                  </a:lnTo>
                  <a:close/>
                </a:path>
                <a:path w="228600" h="349250">
                  <a:moveTo>
                    <a:pt x="228600" y="144792"/>
                  </a:moveTo>
                  <a:lnTo>
                    <a:pt x="0" y="144792"/>
                  </a:lnTo>
                  <a:lnTo>
                    <a:pt x="0" y="151130"/>
                  </a:lnTo>
                  <a:lnTo>
                    <a:pt x="228600" y="151130"/>
                  </a:lnTo>
                  <a:lnTo>
                    <a:pt x="228600" y="144792"/>
                  </a:lnTo>
                  <a:close/>
                </a:path>
                <a:path w="228600" h="349250">
                  <a:moveTo>
                    <a:pt x="228600" y="138442"/>
                  </a:moveTo>
                  <a:lnTo>
                    <a:pt x="0" y="138442"/>
                  </a:lnTo>
                  <a:lnTo>
                    <a:pt x="0" y="144780"/>
                  </a:lnTo>
                  <a:lnTo>
                    <a:pt x="228600" y="144780"/>
                  </a:lnTo>
                  <a:lnTo>
                    <a:pt x="228600" y="138442"/>
                  </a:lnTo>
                  <a:close/>
                </a:path>
                <a:path w="228600" h="349250">
                  <a:moveTo>
                    <a:pt x="228600" y="135902"/>
                  </a:moveTo>
                  <a:lnTo>
                    <a:pt x="0" y="135902"/>
                  </a:lnTo>
                  <a:lnTo>
                    <a:pt x="0" y="138430"/>
                  </a:lnTo>
                  <a:lnTo>
                    <a:pt x="228600" y="138430"/>
                  </a:lnTo>
                  <a:lnTo>
                    <a:pt x="228600" y="135902"/>
                  </a:lnTo>
                  <a:close/>
                </a:path>
                <a:path w="228600" h="349250">
                  <a:moveTo>
                    <a:pt x="228600" y="132092"/>
                  </a:moveTo>
                  <a:lnTo>
                    <a:pt x="0" y="132092"/>
                  </a:lnTo>
                  <a:lnTo>
                    <a:pt x="0" y="135890"/>
                  </a:lnTo>
                  <a:lnTo>
                    <a:pt x="228600" y="135890"/>
                  </a:lnTo>
                  <a:lnTo>
                    <a:pt x="228600" y="132092"/>
                  </a:lnTo>
                  <a:close/>
                </a:path>
                <a:path w="228600" h="349250">
                  <a:moveTo>
                    <a:pt x="228600" y="129552"/>
                  </a:moveTo>
                  <a:lnTo>
                    <a:pt x="0" y="129552"/>
                  </a:lnTo>
                  <a:lnTo>
                    <a:pt x="0" y="132080"/>
                  </a:lnTo>
                  <a:lnTo>
                    <a:pt x="228600" y="132080"/>
                  </a:lnTo>
                  <a:lnTo>
                    <a:pt x="228600" y="129552"/>
                  </a:lnTo>
                  <a:close/>
                </a:path>
                <a:path w="228600" h="349250">
                  <a:moveTo>
                    <a:pt x="228600" y="125742"/>
                  </a:moveTo>
                  <a:lnTo>
                    <a:pt x="0" y="125742"/>
                  </a:lnTo>
                  <a:lnTo>
                    <a:pt x="0" y="129540"/>
                  </a:lnTo>
                  <a:lnTo>
                    <a:pt x="228600" y="129540"/>
                  </a:lnTo>
                  <a:lnTo>
                    <a:pt x="228600" y="125742"/>
                  </a:lnTo>
                  <a:close/>
                </a:path>
                <a:path w="228600" h="349250">
                  <a:moveTo>
                    <a:pt x="228600" y="123202"/>
                  </a:moveTo>
                  <a:lnTo>
                    <a:pt x="0" y="123202"/>
                  </a:lnTo>
                  <a:lnTo>
                    <a:pt x="0" y="125730"/>
                  </a:lnTo>
                  <a:lnTo>
                    <a:pt x="228600" y="125730"/>
                  </a:lnTo>
                  <a:lnTo>
                    <a:pt x="228600" y="123202"/>
                  </a:lnTo>
                  <a:close/>
                </a:path>
                <a:path w="228600" h="349250">
                  <a:moveTo>
                    <a:pt x="228600" y="116852"/>
                  </a:moveTo>
                  <a:lnTo>
                    <a:pt x="0" y="116852"/>
                  </a:lnTo>
                  <a:lnTo>
                    <a:pt x="0" y="123190"/>
                  </a:lnTo>
                  <a:lnTo>
                    <a:pt x="228600" y="123190"/>
                  </a:lnTo>
                  <a:lnTo>
                    <a:pt x="228600" y="116852"/>
                  </a:lnTo>
                  <a:close/>
                </a:path>
                <a:path w="228600" h="349250">
                  <a:moveTo>
                    <a:pt x="228600" y="110502"/>
                  </a:moveTo>
                  <a:lnTo>
                    <a:pt x="0" y="110502"/>
                  </a:lnTo>
                  <a:lnTo>
                    <a:pt x="0" y="116840"/>
                  </a:lnTo>
                  <a:lnTo>
                    <a:pt x="228600" y="116840"/>
                  </a:lnTo>
                  <a:lnTo>
                    <a:pt x="228600" y="110502"/>
                  </a:lnTo>
                  <a:close/>
                </a:path>
                <a:path w="228600" h="349250">
                  <a:moveTo>
                    <a:pt x="228600" y="104152"/>
                  </a:moveTo>
                  <a:lnTo>
                    <a:pt x="0" y="104152"/>
                  </a:lnTo>
                  <a:lnTo>
                    <a:pt x="0" y="110490"/>
                  </a:lnTo>
                  <a:lnTo>
                    <a:pt x="228600" y="110490"/>
                  </a:lnTo>
                  <a:lnTo>
                    <a:pt x="228600" y="104152"/>
                  </a:lnTo>
                  <a:close/>
                </a:path>
                <a:path w="228600" h="349250">
                  <a:moveTo>
                    <a:pt x="228600" y="100342"/>
                  </a:moveTo>
                  <a:lnTo>
                    <a:pt x="0" y="100342"/>
                  </a:lnTo>
                  <a:lnTo>
                    <a:pt x="0" y="104140"/>
                  </a:lnTo>
                  <a:lnTo>
                    <a:pt x="228600" y="104140"/>
                  </a:lnTo>
                  <a:lnTo>
                    <a:pt x="228600" y="100342"/>
                  </a:lnTo>
                  <a:close/>
                </a:path>
                <a:path w="228600" h="349250">
                  <a:moveTo>
                    <a:pt x="22860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28600" y="100330"/>
                  </a:lnTo>
                  <a:lnTo>
                    <a:pt x="228600" y="93992"/>
                  </a:lnTo>
                  <a:close/>
                </a:path>
                <a:path w="228600" h="349250">
                  <a:moveTo>
                    <a:pt x="22860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28600" y="93980"/>
                  </a:lnTo>
                  <a:lnTo>
                    <a:pt x="228600" y="87642"/>
                  </a:lnTo>
                  <a:close/>
                </a:path>
                <a:path w="228600" h="349250">
                  <a:moveTo>
                    <a:pt x="228600" y="78752"/>
                  </a:moveTo>
                  <a:lnTo>
                    <a:pt x="0" y="78752"/>
                  </a:lnTo>
                  <a:lnTo>
                    <a:pt x="0" y="87630"/>
                  </a:lnTo>
                  <a:lnTo>
                    <a:pt x="228600" y="87630"/>
                  </a:lnTo>
                  <a:lnTo>
                    <a:pt x="228600" y="78752"/>
                  </a:lnTo>
                  <a:close/>
                </a:path>
                <a:path w="228600" h="349250">
                  <a:moveTo>
                    <a:pt x="228600" y="74942"/>
                  </a:moveTo>
                  <a:lnTo>
                    <a:pt x="0" y="74942"/>
                  </a:lnTo>
                  <a:lnTo>
                    <a:pt x="0" y="78740"/>
                  </a:lnTo>
                  <a:lnTo>
                    <a:pt x="228600" y="78740"/>
                  </a:lnTo>
                  <a:lnTo>
                    <a:pt x="228600" y="74942"/>
                  </a:lnTo>
                  <a:close/>
                </a:path>
                <a:path w="228600" h="349250">
                  <a:moveTo>
                    <a:pt x="228600" y="72402"/>
                  </a:moveTo>
                  <a:lnTo>
                    <a:pt x="0" y="72402"/>
                  </a:lnTo>
                  <a:lnTo>
                    <a:pt x="0" y="74930"/>
                  </a:lnTo>
                  <a:lnTo>
                    <a:pt x="228600" y="74930"/>
                  </a:lnTo>
                  <a:lnTo>
                    <a:pt x="228600" y="72402"/>
                  </a:lnTo>
                  <a:close/>
                </a:path>
                <a:path w="228600" h="349250">
                  <a:moveTo>
                    <a:pt x="228600" y="66052"/>
                  </a:moveTo>
                  <a:lnTo>
                    <a:pt x="0" y="66052"/>
                  </a:lnTo>
                  <a:lnTo>
                    <a:pt x="0" y="72390"/>
                  </a:lnTo>
                  <a:lnTo>
                    <a:pt x="228600" y="72390"/>
                  </a:lnTo>
                  <a:lnTo>
                    <a:pt x="228600" y="66052"/>
                  </a:lnTo>
                  <a:close/>
                </a:path>
                <a:path w="228600" h="349250">
                  <a:moveTo>
                    <a:pt x="228600" y="59702"/>
                  </a:moveTo>
                  <a:lnTo>
                    <a:pt x="0" y="59702"/>
                  </a:lnTo>
                  <a:lnTo>
                    <a:pt x="0" y="66040"/>
                  </a:lnTo>
                  <a:lnTo>
                    <a:pt x="228600" y="66040"/>
                  </a:lnTo>
                  <a:lnTo>
                    <a:pt x="228600" y="59702"/>
                  </a:lnTo>
                  <a:close/>
                </a:path>
                <a:path w="228600" h="349250">
                  <a:moveTo>
                    <a:pt x="228600" y="53352"/>
                  </a:moveTo>
                  <a:lnTo>
                    <a:pt x="0" y="53352"/>
                  </a:lnTo>
                  <a:lnTo>
                    <a:pt x="0" y="59690"/>
                  </a:lnTo>
                  <a:lnTo>
                    <a:pt x="228600" y="59690"/>
                  </a:lnTo>
                  <a:lnTo>
                    <a:pt x="228600" y="53352"/>
                  </a:lnTo>
                  <a:close/>
                </a:path>
                <a:path w="228600" h="349250">
                  <a:moveTo>
                    <a:pt x="228600" y="49542"/>
                  </a:moveTo>
                  <a:lnTo>
                    <a:pt x="0" y="49542"/>
                  </a:lnTo>
                  <a:lnTo>
                    <a:pt x="0" y="53340"/>
                  </a:lnTo>
                  <a:lnTo>
                    <a:pt x="228600" y="53340"/>
                  </a:lnTo>
                  <a:lnTo>
                    <a:pt x="228600" y="49542"/>
                  </a:lnTo>
                  <a:close/>
                </a:path>
                <a:path w="228600" h="349250">
                  <a:moveTo>
                    <a:pt x="22860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28600" y="49530"/>
                  </a:lnTo>
                  <a:lnTo>
                    <a:pt x="228600" y="43192"/>
                  </a:lnTo>
                  <a:close/>
                </a:path>
                <a:path w="228600" h="349250">
                  <a:moveTo>
                    <a:pt x="22860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28600" y="43180"/>
                  </a:lnTo>
                  <a:lnTo>
                    <a:pt x="228600" y="36842"/>
                  </a:lnTo>
                  <a:close/>
                </a:path>
                <a:path w="228600" h="349250">
                  <a:moveTo>
                    <a:pt x="22860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28600" y="36830"/>
                  </a:lnTo>
                  <a:lnTo>
                    <a:pt x="228600" y="30492"/>
                  </a:lnTo>
                  <a:close/>
                </a:path>
                <a:path w="228600" h="349250">
                  <a:moveTo>
                    <a:pt x="228600" y="27952"/>
                  </a:moveTo>
                  <a:lnTo>
                    <a:pt x="0" y="27952"/>
                  </a:lnTo>
                  <a:lnTo>
                    <a:pt x="0" y="30480"/>
                  </a:lnTo>
                  <a:lnTo>
                    <a:pt x="228600" y="30480"/>
                  </a:lnTo>
                  <a:lnTo>
                    <a:pt x="228600" y="27952"/>
                  </a:lnTo>
                  <a:close/>
                </a:path>
                <a:path w="228600" h="349250">
                  <a:moveTo>
                    <a:pt x="228600" y="24142"/>
                  </a:moveTo>
                  <a:lnTo>
                    <a:pt x="0" y="24142"/>
                  </a:lnTo>
                  <a:lnTo>
                    <a:pt x="0" y="27940"/>
                  </a:lnTo>
                  <a:lnTo>
                    <a:pt x="228600" y="27940"/>
                  </a:lnTo>
                  <a:lnTo>
                    <a:pt x="228600" y="24142"/>
                  </a:lnTo>
                  <a:close/>
                </a:path>
                <a:path w="228600" h="349250">
                  <a:moveTo>
                    <a:pt x="228600" y="15252"/>
                  </a:moveTo>
                  <a:lnTo>
                    <a:pt x="0" y="15252"/>
                  </a:lnTo>
                  <a:lnTo>
                    <a:pt x="0" y="24130"/>
                  </a:lnTo>
                  <a:lnTo>
                    <a:pt x="228600" y="24130"/>
                  </a:lnTo>
                  <a:lnTo>
                    <a:pt x="228600" y="15252"/>
                  </a:lnTo>
                  <a:close/>
                </a:path>
                <a:path w="228600" h="349250">
                  <a:moveTo>
                    <a:pt x="22860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228600" y="15240"/>
                  </a:lnTo>
                  <a:lnTo>
                    <a:pt x="228600" y="8902"/>
                  </a:lnTo>
                  <a:close/>
                </a:path>
                <a:path w="228600" h="349250">
                  <a:moveTo>
                    <a:pt x="22860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228600" y="8890"/>
                  </a:lnTo>
                  <a:lnTo>
                    <a:pt x="228600" y="2552"/>
                  </a:lnTo>
                  <a:close/>
                </a:path>
                <a:path w="228600" h="349250">
                  <a:moveTo>
                    <a:pt x="22860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28600" y="2540"/>
                  </a:lnTo>
                  <a:lnTo>
                    <a:pt x="228600" y="0"/>
                  </a:lnTo>
                  <a:close/>
                </a:path>
              </a:pathLst>
            </a:custGeom>
            <a:solidFill>
              <a:srgbClr val="C9C9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3463290" y="5561329"/>
              <a:ext cx="228600" cy="349250"/>
            </a:xfrm>
            <a:custGeom>
              <a:avLst/>
              <a:gdLst/>
              <a:ahLst/>
              <a:cxnLst/>
              <a:rect l="l" t="t" r="r" b="b"/>
              <a:pathLst>
                <a:path w="228600" h="349250">
                  <a:moveTo>
                    <a:pt x="228600" y="347992"/>
                  </a:moveTo>
                  <a:lnTo>
                    <a:pt x="0" y="347992"/>
                  </a:lnTo>
                  <a:lnTo>
                    <a:pt x="0" y="349250"/>
                  </a:lnTo>
                  <a:lnTo>
                    <a:pt x="228600" y="349250"/>
                  </a:lnTo>
                  <a:lnTo>
                    <a:pt x="228600" y="347992"/>
                  </a:lnTo>
                  <a:close/>
                </a:path>
                <a:path w="228600" h="349250">
                  <a:moveTo>
                    <a:pt x="228600" y="345452"/>
                  </a:moveTo>
                  <a:lnTo>
                    <a:pt x="0" y="345452"/>
                  </a:lnTo>
                  <a:lnTo>
                    <a:pt x="0" y="347980"/>
                  </a:lnTo>
                  <a:lnTo>
                    <a:pt x="228600" y="347980"/>
                  </a:lnTo>
                  <a:lnTo>
                    <a:pt x="228600" y="345452"/>
                  </a:lnTo>
                  <a:close/>
                </a:path>
                <a:path w="228600" h="349250">
                  <a:moveTo>
                    <a:pt x="228600" y="341642"/>
                  </a:moveTo>
                  <a:lnTo>
                    <a:pt x="0" y="341642"/>
                  </a:lnTo>
                  <a:lnTo>
                    <a:pt x="0" y="345440"/>
                  </a:lnTo>
                  <a:lnTo>
                    <a:pt x="228600" y="345440"/>
                  </a:lnTo>
                  <a:lnTo>
                    <a:pt x="228600" y="341642"/>
                  </a:lnTo>
                  <a:close/>
                </a:path>
                <a:path w="228600" h="349250">
                  <a:moveTo>
                    <a:pt x="228600" y="339102"/>
                  </a:moveTo>
                  <a:lnTo>
                    <a:pt x="0" y="339102"/>
                  </a:lnTo>
                  <a:lnTo>
                    <a:pt x="0" y="341630"/>
                  </a:lnTo>
                  <a:lnTo>
                    <a:pt x="228600" y="341630"/>
                  </a:lnTo>
                  <a:lnTo>
                    <a:pt x="228600" y="339102"/>
                  </a:lnTo>
                  <a:close/>
                </a:path>
                <a:path w="228600" h="349250">
                  <a:moveTo>
                    <a:pt x="228600" y="326402"/>
                  </a:moveTo>
                  <a:lnTo>
                    <a:pt x="0" y="326402"/>
                  </a:lnTo>
                  <a:lnTo>
                    <a:pt x="0" y="339090"/>
                  </a:lnTo>
                  <a:lnTo>
                    <a:pt x="228600" y="339090"/>
                  </a:lnTo>
                  <a:lnTo>
                    <a:pt x="228600" y="326402"/>
                  </a:lnTo>
                  <a:close/>
                </a:path>
                <a:path w="228600" h="349250">
                  <a:moveTo>
                    <a:pt x="228600" y="320052"/>
                  </a:moveTo>
                  <a:lnTo>
                    <a:pt x="0" y="320052"/>
                  </a:lnTo>
                  <a:lnTo>
                    <a:pt x="0" y="326390"/>
                  </a:lnTo>
                  <a:lnTo>
                    <a:pt x="228600" y="326390"/>
                  </a:lnTo>
                  <a:lnTo>
                    <a:pt x="228600" y="320052"/>
                  </a:lnTo>
                  <a:close/>
                </a:path>
                <a:path w="228600" h="349250">
                  <a:moveTo>
                    <a:pt x="228600" y="316242"/>
                  </a:moveTo>
                  <a:lnTo>
                    <a:pt x="0" y="316242"/>
                  </a:lnTo>
                  <a:lnTo>
                    <a:pt x="0" y="320040"/>
                  </a:lnTo>
                  <a:lnTo>
                    <a:pt x="228600" y="320040"/>
                  </a:lnTo>
                  <a:lnTo>
                    <a:pt x="228600" y="316242"/>
                  </a:lnTo>
                  <a:close/>
                </a:path>
                <a:path w="228600" h="349250">
                  <a:moveTo>
                    <a:pt x="228600" y="309892"/>
                  </a:moveTo>
                  <a:lnTo>
                    <a:pt x="0" y="309892"/>
                  </a:lnTo>
                  <a:lnTo>
                    <a:pt x="0" y="316230"/>
                  </a:lnTo>
                  <a:lnTo>
                    <a:pt x="228600" y="316230"/>
                  </a:lnTo>
                  <a:lnTo>
                    <a:pt x="228600" y="309892"/>
                  </a:lnTo>
                  <a:close/>
                </a:path>
                <a:path w="228600" h="349250">
                  <a:moveTo>
                    <a:pt x="228600" y="303542"/>
                  </a:moveTo>
                  <a:lnTo>
                    <a:pt x="0" y="303542"/>
                  </a:lnTo>
                  <a:lnTo>
                    <a:pt x="0" y="309880"/>
                  </a:lnTo>
                  <a:lnTo>
                    <a:pt x="228600" y="309880"/>
                  </a:lnTo>
                  <a:lnTo>
                    <a:pt x="228600" y="303542"/>
                  </a:lnTo>
                  <a:close/>
                </a:path>
                <a:path w="228600" h="349250">
                  <a:moveTo>
                    <a:pt x="228600" y="297192"/>
                  </a:moveTo>
                  <a:lnTo>
                    <a:pt x="0" y="297192"/>
                  </a:lnTo>
                  <a:lnTo>
                    <a:pt x="0" y="303530"/>
                  </a:lnTo>
                  <a:lnTo>
                    <a:pt x="228600" y="303530"/>
                  </a:lnTo>
                  <a:lnTo>
                    <a:pt x="228600" y="297192"/>
                  </a:lnTo>
                  <a:close/>
                </a:path>
                <a:path w="228600" h="349250">
                  <a:moveTo>
                    <a:pt x="228600" y="294652"/>
                  </a:moveTo>
                  <a:lnTo>
                    <a:pt x="0" y="294652"/>
                  </a:lnTo>
                  <a:lnTo>
                    <a:pt x="0" y="297180"/>
                  </a:lnTo>
                  <a:lnTo>
                    <a:pt x="228600" y="297180"/>
                  </a:lnTo>
                  <a:lnTo>
                    <a:pt x="228600" y="294652"/>
                  </a:lnTo>
                  <a:close/>
                </a:path>
                <a:path w="228600" h="349250">
                  <a:moveTo>
                    <a:pt x="228600" y="290842"/>
                  </a:moveTo>
                  <a:lnTo>
                    <a:pt x="0" y="290842"/>
                  </a:lnTo>
                  <a:lnTo>
                    <a:pt x="0" y="294640"/>
                  </a:lnTo>
                  <a:lnTo>
                    <a:pt x="228600" y="294640"/>
                  </a:lnTo>
                  <a:lnTo>
                    <a:pt x="228600" y="290842"/>
                  </a:lnTo>
                  <a:close/>
                </a:path>
                <a:path w="228600" h="349250">
                  <a:moveTo>
                    <a:pt x="228600" y="288302"/>
                  </a:moveTo>
                  <a:lnTo>
                    <a:pt x="0" y="288302"/>
                  </a:lnTo>
                  <a:lnTo>
                    <a:pt x="0" y="290830"/>
                  </a:lnTo>
                  <a:lnTo>
                    <a:pt x="228600" y="290830"/>
                  </a:lnTo>
                  <a:lnTo>
                    <a:pt x="228600" y="288302"/>
                  </a:lnTo>
                  <a:close/>
                </a:path>
                <a:path w="228600" h="349250">
                  <a:moveTo>
                    <a:pt x="228600" y="281952"/>
                  </a:moveTo>
                  <a:lnTo>
                    <a:pt x="0" y="281952"/>
                  </a:lnTo>
                  <a:lnTo>
                    <a:pt x="0" y="288290"/>
                  </a:lnTo>
                  <a:lnTo>
                    <a:pt x="228600" y="288290"/>
                  </a:lnTo>
                  <a:lnTo>
                    <a:pt x="228600" y="281952"/>
                  </a:lnTo>
                  <a:close/>
                </a:path>
                <a:path w="228600" h="349250">
                  <a:moveTo>
                    <a:pt x="228600" y="275602"/>
                  </a:moveTo>
                  <a:lnTo>
                    <a:pt x="0" y="275602"/>
                  </a:lnTo>
                  <a:lnTo>
                    <a:pt x="0" y="281940"/>
                  </a:lnTo>
                  <a:lnTo>
                    <a:pt x="228600" y="281940"/>
                  </a:lnTo>
                  <a:lnTo>
                    <a:pt x="228600" y="275602"/>
                  </a:lnTo>
                  <a:close/>
                </a:path>
                <a:path w="228600" h="349250">
                  <a:moveTo>
                    <a:pt x="228600" y="269252"/>
                  </a:moveTo>
                  <a:lnTo>
                    <a:pt x="0" y="269252"/>
                  </a:lnTo>
                  <a:lnTo>
                    <a:pt x="0" y="275590"/>
                  </a:lnTo>
                  <a:lnTo>
                    <a:pt x="228600" y="275590"/>
                  </a:lnTo>
                  <a:lnTo>
                    <a:pt x="228600" y="269252"/>
                  </a:lnTo>
                  <a:close/>
                </a:path>
                <a:path w="228600" h="349250">
                  <a:moveTo>
                    <a:pt x="228600" y="265442"/>
                  </a:moveTo>
                  <a:lnTo>
                    <a:pt x="0" y="265442"/>
                  </a:lnTo>
                  <a:lnTo>
                    <a:pt x="0" y="269240"/>
                  </a:lnTo>
                  <a:lnTo>
                    <a:pt x="228600" y="269240"/>
                  </a:lnTo>
                  <a:lnTo>
                    <a:pt x="228600" y="265442"/>
                  </a:lnTo>
                  <a:close/>
                </a:path>
                <a:path w="228600" h="349250">
                  <a:moveTo>
                    <a:pt x="228600" y="259092"/>
                  </a:moveTo>
                  <a:lnTo>
                    <a:pt x="0" y="259092"/>
                  </a:lnTo>
                  <a:lnTo>
                    <a:pt x="0" y="265430"/>
                  </a:lnTo>
                  <a:lnTo>
                    <a:pt x="228600" y="265430"/>
                  </a:lnTo>
                  <a:lnTo>
                    <a:pt x="228600" y="259092"/>
                  </a:lnTo>
                  <a:close/>
                </a:path>
                <a:path w="228600" h="349250">
                  <a:moveTo>
                    <a:pt x="228600" y="252742"/>
                  </a:moveTo>
                  <a:lnTo>
                    <a:pt x="0" y="252742"/>
                  </a:lnTo>
                  <a:lnTo>
                    <a:pt x="0" y="259080"/>
                  </a:lnTo>
                  <a:lnTo>
                    <a:pt x="228600" y="259080"/>
                  </a:lnTo>
                  <a:lnTo>
                    <a:pt x="228600" y="252742"/>
                  </a:lnTo>
                  <a:close/>
                </a:path>
                <a:path w="228600" h="349250">
                  <a:moveTo>
                    <a:pt x="228600" y="246392"/>
                  </a:moveTo>
                  <a:lnTo>
                    <a:pt x="0" y="246392"/>
                  </a:lnTo>
                  <a:lnTo>
                    <a:pt x="0" y="252730"/>
                  </a:lnTo>
                  <a:lnTo>
                    <a:pt x="228600" y="252730"/>
                  </a:lnTo>
                  <a:lnTo>
                    <a:pt x="228600" y="246392"/>
                  </a:lnTo>
                  <a:close/>
                </a:path>
                <a:path w="228600" h="349250">
                  <a:moveTo>
                    <a:pt x="22860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228600" y="246380"/>
                  </a:lnTo>
                  <a:lnTo>
                    <a:pt x="228600" y="243852"/>
                  </a:lnTo>
                  <a:close/>
                </a:path>
                <a:path w="228600" h="349250">
                  <a:moveTo>
                    <a:pt x="22860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228600" y="243840"/>
                  </a:lnTo>
                  <a:lnTo>
                    <a:pt x="228600" y="240042"/>
                  </a:lnTo>
                  <a:close/>
                </a:path>
                <a:path w="228600" h="349250">
                  <a:moveTo>
                    <a:pt x="22860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228600" y="240030"/>
                  </a:lnTo>
                  <a:lnTo>
                    <a:pt x="228600" y="237502"/>
                  </a:lnTo>
                  <a:close/>
                </a:path>
                <a:path w="228600" h="349250">
                  <a:moveTo>
                    <a:pt x="22860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228600" y="237490"/>
                  </a:lnTo>
                  <a:lnTo>
                    <a:pt x="228600" y="233692"/>
                  </a:lnTo>
                  <a:close/>
                </a:path>
                <a:path w="228600" h="349250">
                  <a:moveTo>
                    <a:pt x="22860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228600" y="233680"/>
                  </a:lnTo>
                  <a:lnTo>
                    <a:pt x="228600" y="231152"/>
                  </a:lnTo>
                  <a:close/>
                </a:path>
                <a:path w="228600" h="349250">
                  <a:moveTo>
                    <a:pt x="228600" y="224802"/>
                  </a:moveTo>
                  <a:lnTo>
                    <a:pt x="0" y="224802"/>
                  </a:lnTo>
                  <a:lnTo>
                    <a:pt x="0" y="231140"/>
                  </a:lnTo>
                  <a:lnTo>
                    <a:pt x="228600" y="231140"/>
                  </a:lnTo>
                  <a:lnTo>
                    <a:pt x="228600" y="224802"/>
                  </a:lnTo>
                  <a:close/>
                </a:path>
                <a:path w="228600" h="349250">
                  <a:moveTo>
                    <a:pt x="228600" y="218452"/>
                  </a:moveTo>
                  <a:lnTo>
                    <a:pt x="0" y="218452"/>
                  </a:lnTo>
                  <a:lnTo>
                    <a:pt x="0" y="224790"/>
                  </a:lnTo>
                  <a:lnTo>
                    <a:pt x="228600" y="224790"/>
                  </a:lnTo>
                  <a:lnTo>
                    <a:pt x="228600" y="218452"/>
                  </a:lnTo>
                  <a:close/>
                </a:path>
                <a:path w="228600" h="349250">
                  <a:moveTo>
                    <a:pt x="228600" y="212102"/>
                  </a:moveTo>
                  <a:lnTo>
                    <a:pt x="0" y="212102"/>
                  </a:lnTo>
                  <a:lnTo>
                    <a:pt x="0" y="218440"/>
                  </a:lnTo>
                  <a:lnTo>
                    <a:pt x="228600" y="218440"/>
                  </a:lnTo>
                  <a:lnTo>
                    <a:pt x="228600" y="212102"/>
                  </a:lnTo>
                  <a:close/>
                </a:path>
                <a:path w="228600" h="349250">
                  <a:moveTo>
                    <a:pt x="228600" y="208292"/>
                  </a:moveTo>
                  <a:lnTo>
                    <a:pt x="0" y="208292"/>
                  </a:lnTo>
                  <a:lnTo>
                    <a:pt x="0" y="212090"/>
                  </a:lnTo>
                  <a:lnTo>
                    <a:pt x="228600" y="212090"/>
                  </a:lnTo>
                  <a:lnTo>
                    <a:pt x="228600" y="208292"/>
                  </a:lnTo>
                  <a:close/>
                </a:path>
                <a:path w="228600" h="349250">
                  <a:moveTo>
                    <a:pt x="228600" y="201942"/>
                  </a:moveTo>
                  <a:lnTo>
                    <a:pt x="0" y="201942"/>
                  </a:lnTo>
                  <a:lnTo>
                    <a:pt x="0" y="208280"/>
                  </a:lnTo>
                  <a:lnTo>
                    <a:pt x="228600" y="208280"/>
                  </a:lnTo>
                  <a:lnTo>
                    <a:pt x="228600" y="201942"/>
                  </a:lnTo>
                  <a:close/>
                </a:path>
                <a:path w="228600" h="349250">
                  <a:moveTo>
                    <a:pt x="228600" y="195592"/>
                  </a:moveTo>
                  <a:lnTo>
                    <a:pt x="0" y="195592"/>
                  </a:lnTo>
                  <a:lnTo>
                    <a:pt x="0" y="201930"/>
                  </a:lnTo>
                  <a:lnTo>
                    <a:pt x="228600" y="201930"/>
                  </a:lnTo>
                  <a:lnTo>
                    <a:pt x="228600" y="195592"/>
                  </a:lnTo>
                  <a:close/>
                </a:path>
                <a:path w="228600" h="349250">
                  <a:moveTo>
                    <a:pt x="22860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28600" y="195580"/>
                  </a:lnTo>
                  <a:lnTo>
                    <a:pt x="228600" y="189242"/>
                  </a:lnTo>
                  <a:close/>
                </a:path>
                <a:path w="228600" h="349250">
                  <a:moveTo>
                    <a:pt x="228600" y="186702"/>
                  </a:moveTo>
                  <a:lnTo>
                    <a:pt x="0" y="186702"/>
                  </a:lnTo>
                  <a:lnTo>
                    <a:pt x="0" y="189230"/>
                  </a:lnTo>
                  <a:lnTo>
                    <a:pt x="228600" y="189230"/>
                  </a:lnTo>
                  <a:lnTo>
                    <a:pt x="228600" y="186702"/>
                  </a:lnTo>
                  <a:close/>
                </a:path>
                <a:path w="228600" h="349250">
                  <a:moveTo>
                    <a:pt x="228600" y="182892"/>
                  </a:moveTo>
                  <a:lnTo>
                    <a:pt x="0" y="182892"/>
                  </a:lnTo>
                  <a:lnTo>
                    <a:pt x="0" y="186690"/>
                  </a:lnTo>
                  <a:lnTo>
                    <a:pt x="228600" y="186690"/>
                  </a:lnTo>
                  <a:lnTo>
                    <a:pt x="228600" y="182892"/>
                  </a:lnTo>
                  <a:close/>
                </a:path>
                <a:path w="228600" h="349250">
                  <a:moveTo>
                    <a:pt x="228600" y="180352"/>
                  </a:moveTo>
                  <a:lnTo>
                    <a:pt x="0" y="180352"/>
                  </a:lnTo>
                  <a:lnTo>
                    <a:pt x="0" y="182880"/>
                  </a:lnTo>
                  <a:lnTo>
                    <a:pt x="228600" y="182880"/>
                  </a:lnTo>
                  <a:lnTo>
                    <a:pt x="228600" y="180352"/>
                  </a:lnTo>
                  <a:close/>
                </a:path>
                <a:path w="228600" h="349250">
                  <a:moveTo>
                    <a:pt x="228600" y="174002"/>
                  </a:moveTo>
                  <a:lnTo>
                    <a:pt x="0" y="174002"/>
                  </a:lnTo>
                  <a:lnTo>
                    <a:pt x="0" y="180340"/>
                  </a:lnTo>
                  <a:lnTo>
                    <a:pt x="228600" y="180340"/>
                  </a:lnTo>
                  <a:lnTo>
                    <a:pt x="228600" y="174002"/>
                  </a:lnTo>
                  <a:close/>
                </a:path>
                <a:path w="228600" h="349250">
                  <a:moveTo>
                    <a:pt x="228600" y="167652"/>
                  </a:moveTo>
                  <a:lnTo>
                    <a:pt x="0" y="167652"/>
                  </a:lnTo>
                  <a:lnTo>
                    <a:pt x="0" y="173990"/>
                  </a:lnTo>
                  <a:lnTo>
                    <a:pt x="228600" y="173990"/>
                  </a:lnTo>
                  <a:lnTo>
                    <a:pt x="228600" y="167652"/>
                  </a:lnTo>
                  <a:close/>
                </a:path>
                <a:path w="228600" h="349250">
                  <a:moveTo>
                    <a:pt x="228600" y="161302"/>
                  </a:moveTo>
                  <a:lnTo>
                    <a:pt x="0" y="161302"/>
                  </a:lnTo>
                  <a:lnTo>
                    <a:pt x="0" y="167640"/>
                  </a:lnTo>
                  <a:lnTo>
                    <a:pt x="228600" y="167640"/>
                  </a:lnTo>
                  <a:lnTo>
                    <a:pt x="228600" y="161302"/>
                  </a:lnTo>
                  <a:close/>
                </a:path>
                <a:path w="228600" h="349250">
                  <a:moveTo>
                    <a:pt x="228600" y="157492"/>
                  </a:moveTo>
                  <a:lnTo>
                    <a:pt x="0" y="157492"/>
                  </a:lnTo>
                  <a:lnTo>
                    <a:pt x="0" y="161290"/>
                  </a:lnTo>
                  <a:lnTo>
                    <a:pt x="228600" y="161290"/>
                  </a:lnTo>
                  <a:lnTo>
                    <a:pt x="228600" y="157492"/>
                  </a:lnTo>
                  <a:close/>
                </a:path>
                <a:path w="228600" h="349250">
                  <a:moveTo>
                    <a:pt x="22860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28600" y="157480"/>
                  </a:lnTo>
                  <a:lnTo>
                    <a:pt x="228600" y="151142"/>
                  </a:lnTo>
                  <a:close/>
                </a:path>
                <a:path w="228600" h="349250">
                  <a:moveTo>
                    <a:pt x="228600" y="144792"/>
                  </a:moveTo>
                  <a:lnTo>
                    <a:pt x="0" y="144792"/>
                  </a:lnTo>
                  <a:lnTo>
                    <a:pt x="0" y="151130"/>
                  </a:lnTo>
                  <a:lnTo>
                    <a:pt x="228600" y="151130"/>
                  </a:lnTo>
                  <a:lnTo>
                    <a:pt x="228600" y="144792"/>
                  </a:lnTo>
                  <a:close/>
                </a:path>
                <a:path w="228600" h="349250">
                  <a:moveTo>
                    <a:pt x="228600" y="138442"/>
                  </a:moveTo>
                  <a:lnTo>
                    <a:pt x="0" y="138442"/>
                  </a:lnTo>
                  <a:lnTo>
                    <a:pt x="0" y="144780"/>
                  </a:lnTo>
                  <a:lnTo>
                    <a:pt x="228600" y="144780"/>
                  </a:lnTo>
                  <a:lnTo>
                    <a:pt x="228600" y="138442"/>
                  </a:lnTo>
                  <a:close/>
                </a:path>
                <a:path w="228600" h="349250">
                  <a:moveTo>
                    <a:pt x="228600" y="135902"/>
                  </a:moveTo>
                  <a:lnTo>
                    <a:pt x="0" y="135902"/>
                  </a:lnTo>
                  <a:lnTo>
                    <a:pt x="0" y="138430"/>
                  </a:lnTo>
                  <a:lnTo>
                    <a:pt x="228600" y="138430"/>
                  </a:lnTo>
                  <a:lnTo>
                    <a:pt x="228600" y="135902"/>
                  </a:lnTo>
                  <a:close/>
                </a:path>
                <a:path w="228600" h="349250">
                  <a:moveTo>
                    <a:pt x="228600" y="132092"/>
                  </a:moveTo>
                  <a:lnTo>
                    <a:pt x="0" y="132092"/>
                  </a:lnTo>
                  <a:lnTo>
                    <a:pt x="0" y="135890"/>
                  </a:lnTo>
                  <a:lnTo>
                    <a:pt x="228600" y="135890"/>
                  </a:lnTo>
                  <a:lnTo>
                    <a:pt x="228600" y="132092"/>
                  </a:lnTo>
                  <a:close/>
                </a:path>
                <a:path w="228600" h="349250">
                  <a:moveTo>
                    <a:pt x="228600" y="129552"/>
                  </a:moveTo>
                  <a:lnTo>
                    <a:pt x="0" y="129552"/>
                  </a:lnTo>
                  <a:lnTo>
                    <a:pt x="0" y="132080"/>
                  </a:lnTo>
                  <a:lnTo>
                    <a:pt x="228600" y="132080"/>
                  </a:lnTo>
                  <a:lnTo>
                    <a:pt x="228600" y="129552"/>
                  </a:lnTo>
                  <a:close/>
                </a:path>
                <a:path w="228600" h="349250">
                  <a:moveTo>
                    <a:pt x="228600" y="125742"/>
                  </a:moveTo>
                  <a:lnTo>
                    <a:pt x="0" y="125742"/>
                  </a:lnTo>
                  <a:lnTo>
                    <a:pt x="0" y="129540"/>
                  </a:lnTo>
                  <a:lnTo>
                    <a:pt x="228600" y="129540"/>
                  </a:lnTo>
                  <a:lnTo>
                    <a:pt x="228600" y="125742"/>
                  </a:lnTo>
                  <a:close/>
                </a:path>
                <a:path w="228600" h="349250">
                  <a:moveTo>
                    <a:pt x="228600" y="123202"/>
                  </a:moveTo>
                  <a:lnTo>
                    <a:pt x="0" y="123202"/>
                  </a:lnTo>
                  <a:lnTo>
                    <a:pt x="0" y="125730"/>
                  </a:lnTo>
                  <a:lnTo>
                    <a:pt x="228600" y="125730"/>
                  </a:lnTo>
                  <a:lnTo>
                    <a:pt x="228600" y="123202"/>
                  </a:lnTo>
                  <a:close/>
                </a:path>
                <a:path w="228600" h="349250">
                  <a:moveTo>
                    <a:pt x="228600" y="116852"/>
                  </a:moveTo>
                  <a:lnTo>
                    <a:pt x="0" y="116852"/>
                  </a:lnTo>
                  <a:lnTo>
                    <a:pt x="0" y="123190"/>
                  </a:lnTo>
                  <a:lnTo>
                    <a:pt x="228600" y="123190"/>
                  </a:lnTo>
                  <a:lnTo>
                    <a:pt x="228600" y="116852"/>
                  </a:lnTo>
                  <a:close/>
                </a:path>
                <a:path w="228600" h="349250">
                  <a:moveTo>
                    <a:pt x="228600" y="110502"/>
                  </a:moveTo>
                  <a:lnTo>
                    <a:pt x="0" y="110502"/>
                  </a:lnTo>
                  <a:lnTo>
                    <a:pt x="0" y="116840"/>
                  </a:lnTo>
                  <a:lnTo>
                    <a:pt x="228600" y="116840"/>
                  </a:lnTo>
                  <a:lnTo>
                    <a:pt x="228600" y="110502"/>
                  </a:lnTo>
                  <a:close/>
                </a:path>
                <a:path w="228600" h="349250">
                  <a:moveTo>
                    <a:pt x="228600" y="104152"/>
                  </a:moveTo>
                  <a:lnTo>
                    <a:pt x="0" y="104152"/>
                  </a:lnTo>
                  <a:lnTo>
                    <a:pt x="0" y="110490"/>
                  </a:lnTo>
                  <a:lnTo>
                    <a:pt x="228600" y="110490"/>
                  </a:lnTo>
                  <a:lnTo>
                    <a:pt x="228600" y="104152"/>
                  </a:lnTo>
                  <a:close/>
                </a:path>
                <a:path w="228600" h="349250">
                  <a:moveTo>
                    <a:pt x="228600" y="100342"/>
                  </a:moveTo>
                  <a:lnTo>
                    <a:pt x="0" y="100342"/>
                  </a:lnTo>
                  <a:lnTo>
                    <a:pt x="0" y="104140"/>
                  </a:lnTo>
                  <a:lnTo>
                    <a:pt x="228600" y="104140"/>
                  </a:lnTo>
                  <a:lnTo>
                    <a:pt x="228600" y="100342"/>
                  </a:lnTo>
                  <a:close/>
                </a:path>
                <a:path w="228600" h="349250">
                  <a:moveTo>
                    <a:pt x="22860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28600" y="100330"/>
                  </a:lnTo>
                  <a:lnTo>
                    <a:pt x="228600" y="93992"/>
                  </a:lnTo>
                  <a:close/>
                </a:path>
                <a:path w="228600" h="349250">
                  <a:moveTo>
                    <a:pt x="22860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28600" y="93980"/>
                  </a:lnTo>
                  <a:lnTo>
                    <a:pt x="228600" y="87642"/>
                  </a:lnTo>
                  <a:close/>
                </a:path>
                <a:path w="228600" h="349250">
                  <a:moveTo>
                    <a:pt x="228600" y="78752"/>
                  </a:moveTo>
                  <a:lnTo>
                    <a:pt x="0" y="78752"/>
                  </a:lnTo>
                  <a:lnTo>
                    <a:pt x="0" y="87630"/>
                  </a:lnTo>
                  <a:lnTo>
                    <a:pt x="228600" y="87630"/>
                  </a:lnTo>
                  <a:lnTo>
                    <a:pt x="228600" y="78752"/>
                  </a:lnTo>
                  <a:close/>
                </a:path>
                <a:path w="228600" h="349250">
                  <a:moveTo>
                    <a:pt x="228600" y="74942"/>
                  </a:moveTo>
                  <a:lnTo>
                    <a:pt x="0" y="74942"/>
                  </a:lnTo>
                  <a:lnTo>
                    <a:pt x="0" y="78740"/>
                  </a:lnTo>
                  <a:lnTo>
                    <a:pt x="228600" y="78740"/>
                  </a:lnTo>
                  <a:lnTo>
                    <a:pt x="228600" y="74942"/>
                  </a:lnTo>
                  <a:close/>
                </a:path>
                <a:path w="228600" h="349250">
                  <a:moveTo>
                    <a:pt x="228600" y="72402"/>
                  </a:moveTo>
                  <a:lnTo>
                    <a:pt x="0" y="72402"/>
                  </a:lnTo>
                  <a:lnTo>
                    <a:pt x="0" y="74930"/>
                  </a:lnTo>
                  <a:lnTo>
                    <a:pt x="228600" y="74930"/>
                  </a:lnTo>
                  <a:lnTo>
                    <a:pt x="228600" y="72402"/>
                  </a:lnTo>
                  <a:close/>
                </a:path>
                <a:path w="228600" h="349250">
                  <a:moveTo>
                    <a:pt x="228600" y="66052"/>
                  </a:moveTo>
                  <a:lnTo>
                    <a:pt x="0" y="66052"/>
                  </a:lnTo>
                  <a:lnTo>
                    <a:pt x="0" y="72390"/>
                  </a:lnTo>
                  <a:lnTo>
                    <a:pt x="228600" y="72390"/>
                  </a:lnTo>
                  <a:lnTo>
                    <a:pt x="228600" y="66052"/>
                  </a:lnTo>
                  <a:close/>
                </a:path>
                <a:path w="228600" h="349250">
                  <a:moveTo>
                    <a:pt x="228600" y="59702"/>
                  </a:moveTo>
                  <a:lnTo>
                    <a:pt x="0" y="59702"/>
                  </a:lnTo>
                  <a:lnTo>
                    <a:pt x="0" y="66040"/>
                  </a:lnTo>
                  <a:lnTo>
                    <a:pt x="228600" y="66040"/>
                  </a:lnTo>
                  <a:lnTo>
                    <a:pt x="228600" y="59702"/>
                  </a:lnTo>
                  <a:close/>
                </a:path>
                <a:path w="228600" h="349250">
                  <a:moveTo>
                    <a:pt x="228600" y="53352"/>
                  </a:moveTo>
                  <a:lnTo>
                    <a:pt x="0" y="53352"/>
                  </a:lnTo>
                  <a:lnTo>
                    <a:pt x="0" y="59690"/>
                  </a:lnTo>
                  <a:lnTo>
                    <a:pt x="228600" y="59690"/>
                  </a:lnTo>
                  <a:lnTo>
                    <a:pt x="228600" y="53352"/>
                  </a:lnTo>
                  <a:close/>
                </a:path>
                <a:path w="228600" h="349250">
                  <a:moveTo>
                    <a:pt x="228600" y="49542"/>
                  </a:moveTo>
                  <a:lnTo>
                    <a:pt x="0" y="49542"/>
                  </a:lnTo>
                  <a:lnTo>
                    <a:pt x="0" y="53340"/>
                  </a:lnTo>
                  <a:lnTo>
                    <a:pt x="228600" y="53340"/>
                  </a:lnTo>
                  <a:lnTo>
                    <a:pt x="228600" y="49542"/>
                  </a:lnTo>
                  <a:close/>
                </a:path>
                <a:path w="228600" h="349250">
                  <a:moveTo>
                    <a:pt x="22860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28600" y="49530"/>
                  </a:lnTo>
                  <a:lnTo>
                    <a:pt x="228600" y="43192"/>
                  </a:lnTo>
                  <a:close/>
                </a:path>
                <a:path w="228600" h="349250">
                  <a:moveTo>
                    <a:pt x="22860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28600" y="43180"/>
                  </a:lnTo>
                  <a:lnTo>
                    <a:pt x="228600" y="36842"/>
                  </a:lnTo>
                  <a:close/>
                </a:path>
                <a:path w="228600" h="349250">
                  <a:moveTo>
                    <a:pt x="22860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28600" y="36830"/>
                  </a:lnTo>
                  <a:lnTo>
                    <a:pt x="228600" y="30492"/>
                  </a:lnTo>
                  <a:close/>
                </a:path>
                <a:path w="228600" h="349250">
                  <a:moveTo>
                    <a:pt x="228600" y="27952"/>
                  </a:moveTo>
                  <a:lnTo>
                    <a:pt x="0" y="27952"/>
                  </a:lnTo>
                  <a:lnTo>
                    <a:pt x="0" y="30480"/>
                  </a:lnTo>
                  <a:lnTo>
                    <a:pt x="228600" y="30480"/>
                  </a:lnTo>
                  <a:lnTo>
                    <a:pt x="228600" y="27952"/>
                  </a:lnTo>
                  <a:close/>
                </a:path>
                <a:path w="228600" h="349250">
                  <a:moveTo>
                    <a:pt x="228600" y="24142"/>
                  </a:moveTo>
                  <a:lnTo>
                    <a:pt x="0" y="24142"/>
                  </a:lnTo>
                  <a:lnTo>
                    <a:pt x="0" y="27940"/>
                  </a:lnTo>
                  <a:lnTo>
                    <a:pt x="228600" y="27940"/>
                  </a:lnTo>
                  <a:lnTo>
                    <a:pt x="228600" y="24142"/>
                  </a:lnTo>
                  <a:close/>
                </a:path>
                <a:path w="228600" h="349250">
                  <a:moveTo>
                    <a:pt x="228600" y="15252"/>
                  </a:moveTo>
                  <a:lnTo>
                    <a:pt x="0" y="15252"/>
                  </a:lnTo>
                  <a:lnTo>
                    <a:pt x="0" y="24130"/>
                  </a:lnTo>
                  <a:lnTo>
                    <a:pt x="228600" y="24130"/>
                  </a:lnTo>
                  <a:lnTo>
                    <a:pt x="228600" y="15252"/>
                  </a:lnTo>
                  <a:close/>
                </a:path>
                <a:path w="228600" h="349250">
                  <a:moveTo>
                    <a:pt x="22860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228600" y="15240"/>
                  </a:lnTo>
                  <a:lnTo>
                    <a:pt x="228600" y="8902"/>
                  </a:lnTo>
                  <a:close/>
                </a:path>
                <a:path w="228600" h="349250">
                  <a:moveTo>
                    <a:pt x="22860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228600" y="8890"/>
                  </a:lnTo>
                  <a:lnTo>
                    <a:pt x="228600" y="2552"/>
                  </a:lnTo>
                  <a:close/>
                </a:path>
                <a:path w="228600" h="349250">
                  <a:moveTo>
                    <a:pt x="22860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28600" y="2540"/>
                  </a:lnTo>
                  <a:lnTo>
                    <a:pt x="228600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3691890" y="5561329"/>
              <a:ext cx="457200" cy="349250"/>
            </a:xfrm>
            <a:custGeom>
              <a:avLst/>
              <a:gdLst/>
              <a:ahLst/>
              <a:cxnLst/>
              <a:rect l="l" t="t" r="r" b="b"/>
              <a:pathLst>
                <a:path w="457200" h="349250">
                  <a:moveTo>
                    <a:pt x="228600" y="347992"/>
                  </a:moveTo>
                  <a:lnTo>
                    <a:pt x="0" y="347992"/>
                  </a:lnTo>
                  <a:lnTo>
                    <a:pt x="0" y="349250"/>
                  </a:lnTo>
                  <a:lnTo>
                    <a:pt x="228600" y="349250"/>
                  </a:lnTo>
                  <a:lnTo>
                    <a:pt x="228600" y="347992"/>
                  </a:lnTo>
                  <a:close/>
                </a:path>
                <a:path w="457200" h="349250">
                  <a:moveTo>
                    <a:pt x="228600" y="345452"/>
                  </a:moveTo>
                  <a:lnTo>
                    <a:pt x="0" y="345452"/>
                  </a:lnTo>
                  <a:lnTo>
                    <a:pt x="0" y="347980"/>
                  </a:lnTo>
                  <a:lnTo>
                    <a:pt x="228600" y="347980"/>
                  </a:lnTo>
                  <a:lnTo>
                    <a:pt x="228600" y="345452"/>
                  </a:lnTo>
                  <a:close/>
                </a:path>
                <a:path w="457200" h="349250">
                  <a:moveTo>
                    <a:pt x="228600" y="341642"/>
                  </a:moveTo>
                  <a:lnTo>
                    <a:pt x="0" y="341642"/>
                  </a:lnTo>
                  <a:lnTo>
                    <a:pt x="0" y="345440"/>
                  </a:lnTo>
                  <a:lnTo>
                    <a:pt x="228600" y="345440"/>
                  </a:lnTo>
                  <a:lnTo>
                    <a:pt x="228600" y="341642"/>
                  </a:lnTo>
                  <a:close/>
                </a:path>
                <a:path w="457200" h="349250">
                  <a:moveTo>
                    <a:pt x="228600" y="339102"/>
                  </a:moveTo>
                  <a:lnTo>
                    <a:pt x="0" y="339102"/>
                  </a:lnTo>
                  <a:lnTo>
                    <a:pt x="0" y="341630"/>
                  </a:lnTo>
                  <a:lnTo>
                    <a:pt x="228600" y="341630"/>
                  </a:lnTo>
                  <a:lnTo>
                    <a:pt x="228600" y="339102"/>
                  </a:lnTo>
                  <a:close/>
                </a:path>
                <a:path w="457200" h="349250">
                  <a:moveTo>
                    <a:pt x="228600" y="326402"/>
                  </a:moveTo>
                  <a:lnTo>
                    <a:pt x="0" y="326402"/>
                  </a:lnTo>
                  <a:lnTo>
                    <a:pt x="0" y="339090"/>
                  </a:lnTo>
                  <a:lnTo>
                    <a:pt x="228600" y="339090"/>
                  </a:lnTo>
                  <a:lnTo>
                    <a:pt x="228600" y="326402"/>
                  </a:lnTo>
                  <a:close/>
                </a:path>
                <a:path w="457200" h="349250">
                  <a:moveTo>
                    <a:pt x="228600" y="320052"/>
                  </a:moveTo>
                  <a:lnTo>
                    <a:pt x="0" y="320052"/>
                  </a:lnTo>
                  <a:lnTo>
                    <a:pt x="0" y="326390"/>
                  </a:lnTo>
                  <a:lnTo>
                    <a:pt x="228600" y="326390"/>
                  </a:lnTo>
                  <a:lnTo>
                    <a:pt x="228600" y="320052"/>
                  </a:lnTo>
                  <a:close/>
                </a:path>
                <a:path w="457200" h="349250">
                  <a:moveTo>
                    <a:pt x="228600" y="316242"/>
                  </a:moveTo>
                  <a:lnTo>
                    <a:pt x="0" y="316242"/>
                  </a:lnTo>
                  <a:lnTo>
                    <a:pt x="0" y="320040"/>
                  </a:lnTo>
                  <a:lnTo>
                    <a:pt x="228600" y="320040"/>
                  </a:lnTo>
                  <a:lnTo>
                    <a:pt x="228600" y="316242"/>
                  </a:lnTo>
                  <a:close/>
                </a:path>
                <a:path w="457200" h="349250">
                  <a:moveTo>
                    <a:pt x="228600" y="309892"/>
                  </a:moveTo>
                  <a:lnTo>
                    <a:pt x="0" y="309892"/>
                  </a:lnTo>
                  <a:lnTo>
                    <a:pt x="0" y="316230"/>
                  </a:lnTo>
                  <a:lnTo>
                    <a:pt x="228600" y="316230"/>
                  </a:lnTo>
                  <a:lnTo>
                    <a:pt x="228600" y="309892"/>
                  </a:lnTo>
                  <a:close/>
                </a:path>
                <a:path w="457200" h="349250">
                  <a:moveTo>
                    <a:pt x="228600" y="303542"/>
                  </a:moveTo>
                  <a:lnTo>
                    <a:pt x="0" y="303542"/>
                  </a:lnTo>
                  <a:lnTo>
                    <a:pt x="0" y="309880"/>
                  </a:lnTo>
                  <a:lnTo>
                    <a:pt x="228600" y="309880"/>
                  </a:lnTo>
                  <a:lnTo>
                    <a:pt x="228600" y="303542"/>
                  </a:lnTo>
                  <a:close/>
                </a:path>
                <a:path w="457200" h="349250">
                  <a:moveTo>
                    <a:pt x="228600" y="297192"/>
                  </a:moveTo>
                  <a:lnTo>
                    <a:pt x="0" y="297192"/>
                  </a:lnTo>
                  <a:lnTo>
                    <a:pt x="0" y="303530"/>
                  </a:lnTo>
                  <a:lnTo>
                    <a:pt x="228600" y="303530"/>
                  </a:lnTo>
                  <a:lnTo>
                    <a:pt x="228600" y="297192"/>
                  </a:lnTo>
                  <a:close/>
                </a:path>
                <a:path w="457200" h="349250">
                  <a:moveTo>
                    <a:pt x="228600" y="294652"/>
                  </a:moveTo>
                  <a:lnTo>
                    <a:pt x="0" y="294652"/>
                  </a:lnTo>
                  <a:lnTo>
                    <a:pt x="0" y="297180"/>
                  </a:lnTo>
                  <a:lnTo>
                    <a:pt x="228600" y="297180"/>
                  </a:lnTo>
                  <a:lnTo>
                    <a:pt x="228600" y="294652"/>
                  </a:lnTo>
                  <a:close/>
                </a:path>
                <a:path w="457200" h="349250">
                  <a:moveTo>
                    <a:pt x="228600" y="290842"/>
                  </a:moveTo>
                  <a:lnTo>
                    <a:pt x="0" y="290842"/>
                  </a:lnTo>
                  <a:lnTo>
                    <a:pt x="0" y="294640"/>
                  </a:lnTo>
                  <a:lnTo>
                    <a:pt x="228600" y="294640"/>
                  </a:lnTo>
                  <a:lnTo>
                    <a:pt x="228600" y="290842"/>
                  </a:lnTo>
                  <a:close/>
                </a:path>
                <a:path w="457200" h="349250">
                  <a:moveTo>
                    <a:pt x="228600" y="288302"/>
                  </a:moveTo>
                  <a:lnTo>
                    <a:pt x="0" y="288302"/>
                  </a:lnTo>
                  <a:lnTo>
                    <a:pt x="0" y="290830"/>
                  </a:lnTo>
                  <a:lnTo>
                    <a:pt x="228600" y="290830"/>
                  </a:lnTo>
                  <a:lnTo>
                    <a:pt x="228600" y="288302"/>
                  </a:lnTo>
                  <a:close/>
                </a:path>
                <a:path w="457200" h="349250">
                  <a:moveTo>
                    <a:pt x="228600" y="281952"/>
                  </a:moveTo>
                  <a:lnTo>
                    <a:pt x="0" y="281952"/>
                  </a:lnTo>
                  <a:lnTo>
                    <a:pt x="0" y="288290"/>
                  </a:lnTo>
                  <a:lnTo>
                    <a:pt x="228600" y="288290"/>
                  </a:lnTo>
                  <a:lnTo>
                    <a:pt x="228600" y="281952"/>
                  </a:lnTo>
                  <a:close/>
                </a:path>
                <a:path w="457200" h="349250">
                  <a:moveTo>
                    <a:pt x="228600" y="275602"/>
                  </a:moveTo>
                  <a:lnTo>
                    <a:pt x="0" y="275602"/>
                  </a:lnTo>
                  <a:lnTo>
                    <a:pt x="0" y="281940"/>
                  </a:lnTo>
                  <a:lnTo>
                    <a:pt x="228600" y="281940"/>
                  </a:lnTo>
                  <a:lnTo>
                    <a:pt x="228600" y="275602"/>
                  </a:lnTo>
                  <a:close/>
                </a:path>
                <a:path w="457200" h="349250">
                  <a:moveTo>
                    <a:pt x="228600" y="269252"/>
                  </a:moveTo>
                  <a:lnTo>
                    <a:pt x="0" y="269252"/>
                  </a:lnTo>
                  <a:lnTo>
                    <a:pt x="0" y="275590"/>
                  </a:lnTo>
                  <a:lnTo>
                    <a:pt x="228600" y="275590"/>
                  </a:lnTo>
                  <a:lnTo>
                    <a:pt x="228600" y="269252"/>
                  </a:lnTo>
                  <a:close/>
                </a:path>
                <a:path w="457200" h="349250">
                  <a:moveTo>
                    <a:pt x="228600" y="265442"/>
                  </a:moveTo>
                  <a:lnTo>
                    <a:pt x="0" y="265442"/>
                  </a:lnTo>
                  <a:lnTo>
                    <a:pt x="0" y="269240"/>
                  </a:lnTo>
                  <a:lnTo>
                    <a:pt x="228600" y="269240"/>
                  </a:lnTo>
                  <a:lnTo>
                    <a:pt x="228600" y="265442"/>
                  </a:lnTo>
                  <a:close/>
                </a:path>
                <a:path w="457200" h="349250">
                  <a:moveTo>
                    <a:pt x="228600" y="259092"/>
                  </a:moveTo>
                  <a:lnTo>
                    <a:pt x="0" y="259092"/>
                  </a:lnTo>
                  <a:lnTo>
                    <a:pt x="0" y="265430"/>
                  </a:lnTo>
                  <a:lnTo>
                    <a:pt x="228600" y="265430"/>
                  </a:lnTo>
                  <a:lnTo>
                    <a:pt x="228600" y="259092"/>
                  </a:lnTo>
                  <a:close/>
                </a:path>
                <a:path w="457200" h="349250">
                  <a:moveTo>
                    <a:pt x="228600" y="252742"/>
                  </a:moveTo>
                  <a:lnTo>
                    <a:pt x="0" y="252742"/>
                  </a:lnTo>
                  <a:lnTo>
                    <a:pt x="0" y="259080"/>
                  </a:lnTo>
                  <a:lnTo>
                    <a:pt x="228600" y="259080"/>
                  </a:lnTo>
                  <a:lnTo>
                    <a:pt x="228600" y="252742"/>
                  </a:lnTo>
                  <a:close/>
                </a:path>
                <a:path w="457200" h="349250">
                  <a:moveTo>
                    <a:pt x="228600" y="246392"/>
                  </a:moveTo>
                  <a:lnTo>
                    <a:pt x="0" y="246392"/>
                  </a:lnTo>
                  <a:lnTo>
                    <a:pt x="0" y="252730"/>
                  </a:lnTo>
                  <a:lnTo>
                    <a:pt x="228600" y="252730"/>
                  </a:lnTo>
                  <a:lnTo>
                    <a:pt x="228600" y="246392"/>
                  </a:lnTo>
                  <a:close/>
                </a:path>
                <a:path w="457200" h="349250">
                  <a:moveTo>
                    <a:pt x="22860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228600" y="246380"/>
                  </a:lnTo>
                  <a:lnTo>
                    <a:pt x="228600" y="243852"/>
                  </a:lnTo>
                  <a:close/>
                </a:path>
                <a:path w="457200" h="349250">
                  <a:moveTo>
                    <a:pt x="22860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228600" y="243840"/>
                  </a:lnTo>
                  <a:lnTo>
                    <a:pt x="228600" y="240042"/>
                  </a:lnTo>
                  <a:close/>
                </a:path>
                <a:path w="457200" h="349250">
                  <a:moveTo>
                    <a:pt x="22860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228600" y="240030"/>
                  </a:lnTo>
                  <a:lnTo>
                    <a:pt x="228600" y="237502"/>
                  </a:lnTo>
                  <a:close/>
                </a:path>
                <a:path w="457200" h="349250">
                  <a:moveTo>
                    <a:pt x="22860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228600" y="237490"/>
                  </a:lnTo>
                  <a:lnTo>
                    <a:pt x="228600" y="233692"/>
                  </a:lnTo>
                  <a:close/>
                </a:path>
                <a:path w="457200" h="349250">
                  <a:moveTo>
                    <a:pt x="22860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228600" y="233680"/>
                  </a:lnTo>
                  <a:lnTo>
                    <a:pt x="228600" y="231152"/>
                  </a:lnTo>
                  <a:close/>
                </a:path>
                <a:path w="457200" h="349250">
                  <a:moveTo>
                    <a:pt x="228600" y="224802"/>
                  </a:moveTo>
                  <a:lnTo>
                    <a:pt x="0" y="224802"/>
                  </a:lnTo>
                  <a:lnTo>
                    <a:pt x="0" y="231140"/>
                  </a:lnTo>
                  <a:lnTo>
                    <a:pt x="228600" y="231140"/>
                  </a:lnTo>
                  <a:lnTo>
                    <a:pt x="228600" y="224802"/>
                  </a:lnTo>
                  <a:close/>
                </a:path>
                <a:path w="457200" h="349250">
                  <a:moveTo>
                    <a:pt x="228600" y="218452"/>
                  </a:moveTo>
                  <a:lnTo>
                    <a:pt x="0" y="218452"/>
                  </a:lnTo>
                  <a:lnTo>
                    <a:pt x="0" y="224790"/>
                  </a:lnTo>
                  <a:lnTo>
                    <a:pt x="228600" y="224790"/>
                  </a:lnTo>
                  <a:lnTo>
                    <a:pt x="228600" y="218452"/>
                  </a:lnTo>
                  <a:close/>
                </a:path>
                <a:path w="457200" h="349250">
                  <a:moveTo>
                    <a:pt x="228600" y="212102"/>
                  </a:moveTo>
                  <a:lnTo>
                    <a:pt x="0" y="212102"/>
                  </a:lnTo>
                  <a:lnTo>
                    <a:pt x="0" y="218440"/>
                  </a:lnTo>
                  <a:lnTo>
                    <a:pt x="228600" y="218440"/>
                  </a:lnTo>
                  <a:lnTo>
                    <a:pt x="228600" y="212102"/>
                  </a:lnTo>
                  <a:close/>
                </a:path>
                <a:path w="457200" h="349250">
                  <a:moveTo>
                    <a:pt x="228600" y="208292"/>
                  </a:moveTo>
                  <a:lnTo>
                    <a:pt x="0" y="208292"/>
                  </a:lnTo>
                  <a:lnTo>
                    <a:pt x="0" y="212090"/>
                  </a:lnTo>
                  <a:lnTo>
                    <a:pt x="228600" y="212090"/>
                  </a:lnTo>
                  <a:lnTo>
                    <a:pt x="228600" y="208292"/>
                  </a:lnTo>
                  <a:close/>
                </a:path>
                <a:path w="457200" h="349250">
                  <a:moveTo>
                    <a:pt x="228600" y="201942"/>
                  </a:moveTo>
                  <a:lnTo>
                    <a:pt x="0" y="201942"/>
                  </a:lnTo>
                  <a:lnTo>
                    <a:pt x="0" y="208280"/>
                  </a:lnTo>
                  <a:lnTo>
                    <a:pt x="228600" y="208280"/>
                  </a:lnTo>
                  <a:lnTo>
                    <a:pt x="228600" y="201942"/>
                  </a:lnTo>
                  <a:close/>
                </a:path>
                <a:path w="457200" h="349250">
                  <a:moveTo>
                    <a:pt x="228600" y="195592"/>
                  </a:moveTo>
                  <a:lnTo>
                    <a:pt x="0" y="195592"/>
                  </a:lnTo>
                  <a:lnTo>
                    <a:pt x="0" y="201930"/>
                  </a:lnTo>
                  <a:lnTo>
                    <a:pt x="228600" y="201930"/>
                  </a:lnTo>
                  <a:lnTo>
                    <a:pt x="228600" y="195592"/>
                  </a:lnTo>
                  <a:close/>
                </a:path>
                <a:path w="457200" h="349250">
                  <a:moveTo>
                    <a:pt x="22860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28600" y="195580"/>
                  </a:lnTo>
                  <a:lnTo>
                    <a:pt x="228600" y="189242"/>
                  </a:lnTo>
                  <a:close/>
                </a:path>
                <a:path w="457200" h="349250">
                  <a:moveTo>
                    <a:pt x="228600" y="186702"/>
                  </a:moveTo>
                  <a:lnTo>
                    <a:pt x="0" y="186702"/>
                  </a:lnTo>
                  <a:lnTo>
                    <a:pt x="0" y="189230"/>
                  </a:lnTo>
                  <a:lnTo>
                    <a:pt x="228600" y="189230"/>
                  </a:lnTo>
                  <a:lnTo>
                    <a:pt x="228600" y="186702"/>
                  </a:lnTo>
                  <a:close/>
                </a:path>
                <a:path w="457200" h="349250">
                  <a:moveTo>
                    <a:pt x="228600" y="182892"/>
                  </a:moveTo>
                  <a:lnTo>
                    <a:pt x="0" y="182892"/>
                  </a:lnTo>
                  <a:lnTo>
                    <a:pt x="0" y="186690"/>
                  </a:lnTo>
                  <a:lnTo>
                    <a:pt x="228600" y="186690"/>
                  </a:lnTo>
                  <a:lnTo>
                    <a:pt x="228600" y="182892"/>
                  </a:lnTo>
                  <a:close/>
                </a:path>
                <a:path w="457200" h="349250">
                  <a:moveTo>
                    <a:pt x="228600" y="180352"/>
                  </a:moveTo>
                  <a:lnTo>
                    <a:pt x="0" y="180352"/>
                  </a:lnTo>
                  <a:lnTo>
                    <a:pt x="0" y="182880"/>
                  </a:lnTo>
                  <a:lnTo>
                    <a:pt x="228600" y="182880"/>
                  </a:lnTo>
                  <a:lnTo>
                    <a:pt x="228600" y="180352"/>
                  </a:lnTo>
                  <a:close/>
                </a:path>
                <a:path w="457200" h="349250">
                  <a:moveTo>
                    <a:pt x="228600" y="174002"/>
                  </a:moveTo>
                  <a:lnTo>
                    <a:pt x="0" y="174002"/>
                  </a:lnTo>
                  <a:lnTo>
                    <a:pt x="0" y="180340"/>
                  </a:lnTo>
                  <a:lnTo>
                    <a:pt x="228600" y="180340"/>
                  </a:lnTo>
                  <a:lnTo>
                    <a:pt x="228600" y="174002"/>
                  </a:lnTo>
                  <a:close/>
                </a:path>
                <a:path w="457200" h="349250">
                  <a:moveTo>
                    <a:pt x="228600" y="167652"/>
                  </a:moveTo>
                  <a:lnTo>
                    <a:pt x="0" y="167652"/>
                  </a:lnTo>
                  <a:lnTo>
                    <a:pt x="0" y="173990"/>
                  </a:lnTo>
                  <a:lnTo>
                    <a:pt x="228600" y="173990"/>
                  </a:lnTo>
                  <a:lnTo>
                    <a:pt x="228600" y="167652"/>
                  </a:lnTo>
                  <a:close/>
                </a:path>
                <a:path w="457200" h="349250">
                  <a:moveTo>
                    <a:pt x="228600" y="161302"/>
                  </a:moveTo>
                  <a:lnTo>
                    <a:pt x="0" y="161302"/>
                  </a:lnTo>
                  <a:lnTo>
                    <a:pt x="0" y="167640"/>
                  </a:lnTo>
                  <a:lnTo>
                    <a:pt x="228600" y="167640"/>
                  </a:lnTo>
                  <a:lnTo>
                    <a:pt x="228600" y="161302"/>
                  </a:lnTo>
                  <a:close/>
                </a:path>
                <a:path w="457200" h="349250">
                  <a:moveTo>
                    <a:pt x="228600" y="157492"/>
                  </a:moveTo>
                  <a:lnTo>
                    <a:pt x="0" y="157492"/>
                  </a:lnTo>
                  <a:lnTo>
                    <a:pt x="0" y="161290"/>
                  </a:lnTo>
                  <a:lnTo>
                    <a:pt x="228600" y="161290"/>
                  </a:lnTo>
                  <a:lnTo>
                    <a:pt x="228600" y="157492"/>
                  </a:lnTo>
                  <a:close/>
                </a:path>
                <a:path w="457200" h="349250">
                  <a:moveTo>
                    <a:pt x="22860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28600" y="157480"/>
                  </a:lnTo>
                  <a:lnTo>
                    <a:pt x="228600" y="151142"/>
                  </a:lnTo>
                  <a:close/>
                </a:path>
                <a:path w="457200" h="349250">
                  <a:moveTo>
                    <a:pt x="228600" y="144792"/>
                  </a:moveTo>
                  <a:lnTo>
                    <a:pt x="0" y="144792"/>
                  </a:lnTo>
                  <a:lnTo>
                    <a:pt x="0" y="151130"/>
                  </a:lnTo>
                  <a:lnTo>
                    <a:pt x="228600" y="151130"/>
                  </a:lnTo>
                  <a:lnTo>
                    <a:pt x="228600" y="144792"/>
                  </a:lnTo>
                  <a:close/>
                </a:path>
                <a:path w="457200" h="349250">
                  <a:moveTo>
                    <a:pt x="228600" y="138442"/>
                  </a:moveTo>
                  <a:lnTo>
                    <a:pt x="0" y="138442"/>
                  </a:lnTo>
                  <a:lnTo>
                    <a:pt x="0" y="144780"/>
                  </a:lnTo>
                  <a:lnTo>
                    <a:pt x="228600" y="144780"/>
                  </a:lnTo>
                  <a:lnTo>
                    <a:pt x="228600" y="138442"/>
                  </a:lnTo>
                  <a:close/>
                </a:path>
                <a:path w="457200" h="349250">
                  <a:moveTo>
                    <a:pt x="228600" y="135902"/>
                  </a:moveTo>
                  <a:lnTo>
                    <a:pt x="0" y="135902"/>
                  </a:lnTo>
                  <a:lnTo>
                    <a:pt x="0" y="138430"/>
                  </a:lnTo>
                  <a:lnTo>
                    <a:pt x="228600" y="138430"/>
                  </a:lnTo>
                  <a:lnTo>
                    <a:pt x="228600" y="135902"/>
                  </a:lnTo>
                  <a:close/>
                </a:path>
                <a:path w="457200" h="349250">
                  <a:moveTo>
                    <a:pt x="228600" y="132092"/>
                  </a:moveTo>
                  <a:lnTo>
                    <a:pt x="0" y="132092"/>
                  </a:lnTo>
                  <a:lnTo>
                    <a:pt x="0" y="135890"/>
                  </a:lnTo>
                  <a:lnTo>
                    <a:pt x="228600" y="135890"/>
                  </a:lnTo>
                  <a:lnTo>
                    <a:pt x="228600" y="132092"/>
                  </a:lnTo>
                  <a:close/>
                </a:path>
                <a:path w="457200" h="349250">
                  <a:moveTo>
                    <a:pt x="228600" y="129552"/>
                  </a:moveTo>
                  <a:lnTo>
                    <a:pt x="0" y="129552"/>
                  </a:lnTo>
                  <a:lnTo>
                    <a:pt x="0" y="132080"/>
                  </a:lnTo>
                  <a:lnTo>
                    <a:pt x="228600" y="132080"/>
                  </a:lnTo>
                  <a:lnTo>
                    <a:pt x="228600" y="129552"/>
                  </a:lnTo>
                  <a:close/>
                </a:path>
                <a:path w="457200" h="349250">
                  <a:moveTo>
                    <a:pt x="228600" y="125742"/>
                  </a:moveTo>
                  <a:lnTo>
                    <a:pt x="0" y="125742"/>
                  </a:lnTo>
                  <a:lnTo>
                    <a:pt x="0" y="129540"/>
                  </a:lnTo>
                  <a:lnTo>
                    <a:pt x="228600" y="129540"/>
                  </a:lnTo>
                  <a:lnTo>
                    <a:pt x="228600" y="125742"/>
                  </a:lnTo>
                  <a:close/>
                </a:path>
                <a:path w="457200" h="349250">
                  <a:moveTo>
                    <a:pt x="228600" y="123202"/>
                  </a:moveTo>
                  <a:lnTo>
                    <a:pt x="0" y="123202"/>
                  </a:lnTo>
                  <a:lnTo>
                    <a:pt x="0" y="125730"/>
                  </a:lnTo>
                  <a:lnTo>
                    <a:pt x="228600" y="125730"/>
                  </a:lnTo>
                  <a:lnTo>
                    <a:pt x="228600" y="123202"/>
                  </a:lnTo>
                  <a:close/>
                </a:path>
                <a:path w="457200" h="349250">
                  <a:moveTo>
                    <a:pt x="228600" y="116852"/>
                  </a:moveTo>
                  <a:lnTo>
                    <a:pt x="0" y="116852"/>
                  </a:lnTo>
                  <a:lnTo>
                    <a:pt x="0" y="123190"/>
                  </a:lnTo>
                  <a:lnTo>
                    <a:pt x="228600" y="123190"/>
                  </a:lnTo>
                  <a:lnTo>
                    <a:pt x="228600" y="116852"/>
                  </a:lnTo>
                  <a:close/>
                </a:path>
                <a:path w="457200" h="349250">
                  <a:moveTo>
                    <a:pt x="228600" y="110502"/>
                  </a:moveTo>
                  <a:lnTo>
                    <a:pt x="0" y="110502"/>
                  </a:lnTo>
                  <a:lnTo>
                    <a:pt x="0" y="116840"/>
                  </a:lnTo>
                  <a:lnTo>
                    <a:pt x="228600" y="116840"/>
                  </a:lnTo>
                  <a:lnTo>
                    <a:pt x="228600" y="110502"/>
                  </a:lnTo>
                  <a:close/>
                </a:path>
                <a:path w="457200" h="349250">
                  <a:moveTo>
                    <a:pt x="228600" y="104152"/>
                  </a:moveTo>
                  <a:lnTo>
                    <a:pt x="0" y="104152"/>
                  </a:lnTo>
                  <a:lnTo>
                    <a:pt x="0" y="110490"/>
                  </a:lnTo>
                  <a:lnTo>
                    <a:pt x="228600" y="110490"/>
                  </a:lnTo>
                  <a:lnTo>
                    <a:pt x="228600" y="104152"/>
                  </a:lnTo>
                  <a:close/>
                </a:path>
                <a:path w="457200" h="349250">
                  <a:moveTo>
                    <a:pt x="228600" y="100342"/>
                  </a:moveTo>
                  <a:lnTo>
                    <a:pt x="0" y="100342"/>
                  </a:lnTo>
                  <a:lnTo>
                    <a:pt x="0" y="104140"/>
                  </a:lnTo>
                  <a:lnTo>
                    <a:pt x="228600" y="104140"/>
                  </a:lnTo>
                  <a:lnTo>
                    <a:pt x="228600" y="100342"/>
                  </a:lnTo>
                  <a:close/>
                </a:path>
                <a:path w="457200" h="349250">
                  <a:moveTo>
                    <a:pt x="22860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28600" y="100330"/>
                  </a:lnTo>
                  <a:lnTo>
                    <a:pt x="228600" y="93992"/>
                  </a:lnTo>
                  <a:close/>
                </a:path>
                <a:path w="457200" h="349250">
                  <a:moveTo>
                    <a:pt x="22860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28600" y="93980"/>
                  </a:lnTo>
                  <a:lnTo>
                    <a:pt x="228600" y="87642"/>
                  </a:lnTo>
                  <a:close/>
                </a:path>
                <a:path w="457200" h="349250">
                  <a:moveTo>
                    <a:pt x="228600" y="78752"/>
                  </a:moveTo>
                  <a:lnTo>
                    <a:pt x="0" y="78752"/>
                  </a:lnTo>
                  <a:lnTo>
                    <a:pt x="0" y="87630"/>
                  </a:lnTo>
                  <a:lnTo>
                    <a:pt x="228600" y="87630"/>
                  </a:lnTo>
                  <a:lnTo>
                    <a:pt x="228600" y="78752"/>
                  </a:lnTo>
                  <a:close/>
                </a:path>
                <a:path w="457200" h="349250">
                  <a:moveTo>
                    <a:pt x="228600" y="74942"/>
                  </a:moveTo>
                  <a:lnTo>
                    <a:pt x="0" y="74942"/>
                  </a:lnTo>
                  <a:lnTo>
                    <a:pt x="0" y="78740"/>
                  </a:lnTo>
                  <a:lnTo>
                    <a:pt x="228600" y="78740"/>
                  </a:lnTo>
                  <a:lnTo>
                    <a:pt x="228600" y="74942"/>
                  </a:lnTo>
                  <a:close/>
                </a:path>
                <a:path w="457200" h="349250">
                  <a:moveTo>
                    <a:pt x="228600" y="72402"/>
                  </a:moveTo>
                  <a:lnTo>
                    <a:pt x="0" y="72402"/>
                  </a:lnTo>
                  <a:lnTo>
                    <a:pt x="0" y="74930"/>
                  </a:lnTo>
                  <a:lnTo>
                    <a:pt x="228600" y="74930"/>
                  </a:lnTo>
                  <a:lnTo>
                    <a:pt x="228600" y="72402"/>
                  </a:lnTo>
                  <a:close/>
                </a:path>
                <a:path w="457200" h="349250">
                  <a:moveTo>
                    <a:pt x="228600" y="66052"/>
                  </a:moveTo>
                  <a:lnTo>
                    <a:pt x="0" y="66052"/>
                  </a:lnTo>
                  <a:lnTo>
                    <a:pt x="0" y="72390"/>
                  </a:lnTo>
                  <a:lnTo>
                    <a:pt x="228600" y="72390"/>
                  </a:lnTo>
                  <a:lnTo>
                    <a:pt x="228600" y="66052"/>
                  </a:lnTo>
                  <a:close/>
                </a:path>
                <a:path w="457200" h="349250">
                  <a:moveTo>
                    <a:pt x="228600" y="59702"/>
                  </a:moveTo>
                  <a:lnTo>
                    <a:pt x="0" y="59702"/>
                  </a:lnTo>
                  <a:lnTo>
                    <a:pt x="0" y="66040"/>
                  </a:lnTo>
                  <a:lnTo>
                    <a:pt x="228600" y="66040"/>
                  </a:lnTo>
                  <a:lnTo>
                    <a:pt x="228600" y="59702"/>
                  </a:lnTo>
                  <a:close/>
                </a:path>
                <a:path w="457200" h="349250">
                  <a:moveTo>
                    <a:pt x="228600" y="53352"/>
                  </a:moveTo>
                  <a:lnTo>
                    <a:pt x="0" y="53352"/>
                  </a:lnTo>
                  <a:lnTo>
                    <a:pt x="0" y="59690"/>
                  </a:lnTo>
                  <a:lnTo>
                    <a:pt x="228600" y="59690"/>
                  </a:lnTo>
                  <a:lnTo>
                    <a:pt x="228600" y="53352"/>
                  </a:lnTo>
                  <a:close/>
                </a:path>
                <a:path w="457200" h="349250">
                  <a:moveTo>
                    <a:pt x="228600" y="49542"/>
                  </a:moveTo>
                  <a:lnTo>
                    <a:pt x="0" y="49542"/>
                  </a:lnTo>
                  <a:lnTo>
                    <a:pt x="0" y="53340"/>
                  </a:lnTo>
                  <a:lnTo>
                    <a:pt x="228600" y="53340"/>
                  </a:lnTo>
                  <a:lnTo>
                    <a:pt x="228600" y="49542"/>
                  </a:lnTo>
                  <a:close/>
                </a:path>
                <a:path w="457200" h="349250">
                  <a:moveTo>
                    <a:pt x="22860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28600" y="49530"/>
                  </a:lnTo>
                  <a:lnTo>
                    <a:pt x="228600" y="43192"/>
                  </a:lnTo>
                  <a:close/>
                </a:path>
                <a:path w="457200" h="349250">
                  <a:moveTo>
                    <a:pt x="22860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28600" y="43180"/>
                  </a:lnTo>
                  <a:lnTo>
                    <a:pt x="228600" y="36842"/>
                  </a:lnTo>
                  <a:close/>
                </a:path>
                <a:path w="457200" h="349250">
                  <a:moveTo>
                    <a:pt x="22860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28600" y="36830"/>
                  </a:lnTo>
                  <a:lnTo>
                    <a:pt x="228600" y="30492"/>
                  </a:lnTo>
                  <a:close/>
                </a:path>
                <a:path w="457200" h="349250">
                  <a:moveTo>
                    <a:pt x="228600" y="27952"/>
                  </a:moveTo>
                  <a:lnTo>
                    <a:pt x="0" y="27952"/>
                  </a:lnTo>
                  <a:lnTo>
                    <a:pt x="0" y="30480"/>
                  </a:lnTo>
                  <a:lnTo>
                    <a:pt x="228600" y="30480"/>
                  </a:lnTo>
                  <a:lnTo>
                    <a:pt x="228600" y="27952"/>
                  </a:lnTo>
                  <a:close/>
                </a:path>
                <a:path w="457200" h="349250">
                  <a:moveTo>
                    <a:pt x="228600" y="24142"/>
                  </a:moveTo>
                  <a:lnTo>
                    <a:pt x="0" y="24142"/>
                  </a:lnTo>
                  <a:lnTo>
                    <a:pt x="0" y="27940"/>
                  </a:lnTo>
                  <a:lnTo>
                    <a:pt x="228600" y="27940"/>
                  </a:lnTo>
                  <a:lnTo>
                    <a:pt x="228600" y="24142"/>
                  </a:lnTo>
                  <a:close/>
                </a:path>
                <a:path w="457200" h="349250">
                  <a:moveTo>
                    <a:pt x="228600" y="15252"/>
                  </a:moveTo>
                  <a:lnTo>
                    <a:pt x="0" y="15252"/>
                  </a:lnTo>
                  <a:lnTo>
                    <a:pt x="0" y="24130"/>
                  </a:lnTo>
                  <a:lnTo>
                    <a:pt x="228600" y="24130"/>
                  </a:lnTo>
                  <a:lnTo>
                    <a:pt x="228600" y="15252"/>
                  </a:lnTo>
                  <a:close/>
                </a:path>
                <a:path w="457200" h="349250">
                  <a:moveTo>
                    <a:pt x="22860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228600" y="15240"/>
                  </a:lnTo>
                  <a:lnTo>
                    <a:pt x="228600" y="8902"/>
                  </a:lnTo>
                  <a:close/>
                </a:path>
                <a:path w="457200" h="349250">
                  <a:moveTo>
                    <a:pt x="457200" y="2552"/>
                  </a:moveTo>
                  <a:lnTo>
                    <a:pt x="228600" y="2552"/>
                  </a:lnTo>
                  <a:lnTo>
                    <a:pt x="0" y="2552"/>
                  </a:lnTo>
                  <a:lnTo>
                    <a:pt x="0" y="8890"/>
                  </a:lnTo>
                  <a:lnTo>
                    <a:pt x="228600" y="8890"/>
                  </a:lnTo>
                  <a:lnTo>
                    <a:pt x="457200" y="8890"/>
                  </a:lnTo>
                  <a:lnTo>
                    <a:pt x="457200" y="2552"/>
                  </a:lnTo>
                  <a:close/>
                </a:path>
                <a:path w="457200" h="349250">
                  <a:moveTo>
                    <a:pt x="457200" y="0"/>
                  </a:moveTo>
                  <a:lnTo>
                    <a:pt x="22860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228600" y="2540"/>
                  </a:lnTo>
                  <a:lnTo>
                    <a:pt x="457200" y="2540"/>
                  </a:lnTo>
                  <a:lnTo>
                    <a:pt x="457200" y="0"/>
                  </a:lnTo>
                  <a:close/>
                </a:path>
              </a:pathLst>
            </a:custGeom>
            <a:solidFill>
              <a:srgbClr val="CCCC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920490" y="5563882"/>
              <a:ext cx="228600" cy="346710"/>
            </a:xfrm>
            <a:custGeom>
              <a:avLst/>
              <a:gdLst/>
              <a:ahLst/>
              <a:cxnLst/>
              <a:rect l="l" t="t" r="r" b="b"/>
              <a:pathLst>
                <a:path w="228600" h="346710">
                  <a:moveTo>
                    <a:pt x="228600" y="345440"/>
                  </a:moveTo>
                  <a:lnTo>
                    <a:pt x="0" y="345440"/>
                  </a:lnTo>
                  <a:lnTo>
                    <a:pt x="0" y="346697"/>
                  </a:lnTo>
                  <a:lnTo>
                    <a:pt x="228600" y="346697"/>
                  </a:lnTo>
                  <a:lnTo>
                    <a:pt x="228600" y="345440"/>
                  </a:lnTo>
                  <a:close/>
                </a:path>
                <a:path w="228600" h="346710">
                  <a:moveTo>
                    <a:pt x="228600" y="342900"/>
                  </a:moveTo>
                  <a:lnTo>
                    <a:pt x="0" y="342900"/>
                  </a:lnTo>
                  <a:lnTo>
                    <a:pt x="0" y="345427"/>
                  </a:lnTo>
                  <a:lnTo>
                    <a:pt x="228600" y="345427"/>
                  </a:lnTo>
                  <a:lnTo>
                    <a:pt x="228600" y="342900"/>
                  </a:lnTo>
                  <a:close/>
                </a:path>
                <a:path w="228600" h="346710">
                  <a:moveTo>
                    <a:pt x="228600" y="339090"/>
                  </a:moveTo>
                  <a:lnTo>
                    <a:pt x="0" y="339090"/>
                  </a:lnTo>
                  <a:lnTo>
                    <a:pt x="0" y="342887"/>
                  </a:lnTo>
                  <a:lnTo>
                    <a:pt x="228600" y="342887"/>
                  </a:lnTo>
                  <a:lnTo>
                    <a:pt x="228600" y="339090"/>
                  </a:lnTo>
                  <a:close/>
                </a:path>
                <a:path w="228600" h="346710">
                  <a:moveTo>
                    <a:pt x="228600" y="336550"/>
                  </a:moveTo>
                  <a:lnTo>
                    <a:pt x="0" y="336550"/>
                  </a:lnTo>
                  <a:lnTo>
                    <a:pt x="0" y="339077"/>
                  </a:lnTo>
                  <a:lnTo>
                    <a:pt x="228600" y="339077"/>
                  </a:lnTo>
                  <a:lnTo>
                    <a:pt x="228600" y="336550"/>
                  </a:lnTo>
                  <a:close/>
                </a:path>
                <a:path w="228600" h="346710">
                  <a:moveTo>
                    <a:pt x="228600" y="323850"/>
                  </a:moveTo>
                  <a:lnTo>
                    <a:pt x="0" y="323850"/>
                  </a:lnTo>
                  <a:lnTo>
                    <a:pt x="0" y="336537"/>
                  </a:lnTo>
                  <a:lnTo>
                    <a:pt x="228600" y="336537"/>
                  </a:lnTo>
                  <a:lnTo>
                    <a:pt x="228600" y="323850"/>
                  </a:lnTo>
                  <a:close/>
                </a:path>
                <a:path w="228600" h="346710">
                  <a:moveTo>
                    <a:pt x="228600" y="317500"/>
                  </a:moveTo>
                  <a:lnTo>
                    <a:pt x="0" y="317500"/>
                  </a:lnTo>
                  <a:lnTo>
                    <a:pt x="0" y="323837"/>
                  </a:lnTo>
                  <a:lnTo>
                    <a:pt x="228600" y="323837"/>
                  </a:lnTo>
                  <a:lnTo>
                    <a:pt x="228600" y="317500"/>
                  </a:lnTo>
                  <a:close/>
                </a:path>
                <a:path w="228600" h="346710">
                  <a:moveTo>
                    <a:pt x="228600" y="313690"/>
                  </a:moveTo>
                  <a:lnTo>
                    <a:pt x="0" y="313690"/>
                  </a:lnTo>
                  <a:lnTo>
                    <a:pt x="0" y="317487"/>
                  </a:lnTo>
                  <a:lnTo>
                    <a:pt x="228600" y="317487"/>
                  </a:lnTo>
                  <a:lnTo>
                    <a:pt x="228600" y="313690"/>
                  </a:lnTo>
                  <a:close/>
                </a:path>
                <a:path w="228600" h="346710">
                  <a:moveTo>
                    <a:pt x="228600" y="307340"/>
                  </a:moveTo>
                  <a:lnTo>
                    <a:pt x="0" y="307340"/>
                  </a:lnTo>
                  <a:lnTo>
                    <a:pt x="0" y="313677"/>
                  </a:lnTo>
                  <a:lnTo>
                    <a:pt x="228600" y="313677"/>
                  </a:lnTo>
                  <a:lnTo>
                    <a:pt x="228600" y="307340"/>
                  </a:lnTo>
                  <a:close/>
                </a:path>
                <a:path w="228600" h="346710">
                  <a:moveTo>
                    <a:pt x="228600" y="300990"/>
                  </a:moveTo>
                  <a:lnTo>
                    <a:pt x="0" y="300990"/>
                  </a:lnTo>
                  <a:lnTo>
                    <a:pt x="0" y="307327"/>
                  </a:lnTo>
                  <a:lnTo>
                    <a:pt x="228600" y="307327"/>
                  </a:lnTo>
                  <a:lnTo>
                    <a:pt x="228600" y="300990"/>
                  </a:lnTo>
                  <a:close/>
                </a:path>
                <a:path w="228600" h="346710">
                  <a:moveTo>
                    <a:pt x="228600" y="294640"/>
                  </a:moveTo>
                  <a:lnTo>
                    <a:pt x="0" y="294640"/>
                  </a:lnTo>
                  <a:lnTo>
                    <a:pt x="0" y="300977"/>
                  </a:lnTo>
                  <a:lnTo>
                    <a:pt x="228600" y="300977"/>
                  </a:lnTo>
                  <a:lnTo>
                    <a:pt x="228600" y="294640"/>
                  </a:lnTo>
                  <a:close/>
                </a:path>
                <a:path w="228600" h="346710">
                  <a:moveTo>
                    <a:pt x="228600" y="292100"/>
                  </a:moveTo>
                  <a:lnTo>
                    <a:pt x="0" y="292100"/>
                  </a:lnTo>
                  <a:lnTo>
                    <a:pt x="0" y="294627"/>
                  </a:lnTo>
                  <a:lnTo>
                    <a:pt x="228600" y="294627"/>
                  </a:lnTo>
                  <a:lnTo>
                    <a:pt x="228600" y="292100"/>
                  </a:lnTo>
                  <a:close/>
                </a:path>
                <a:path w="228600" h="346710">
                  <a:moveTo>
                    <a:pt x="228600" y="288290"/>
                  </a:moveTo>
                  <a:lnTo>
                    <a:pt x="0" y="288290"/>
                  </a:lnTo>
                  <a:lnTo>
                    <a:pt x="0" y="292087"/>
                  </a:lnTo>
                  <a:lnTo>
                    <a:pt x="228600" y="292087"/>
                  </a:lnTo>
                  <a:lnTo>
                    <a:pt x="228600" y="288290"/>
                  </a:lnTo>
                  <a:close/>
                </a:path>
                <a:path w="228600" h="346710">
                  <a:moveTo>
                    <a:pt x="228600" y="285750"/>
                  </a:moveTo>
                  <a:lnTo>
                    <a:pt x="0" y="285750"/>
                  </a:lnTo>
                  <a:lnTo>
                    <a:pt x="0" y="288277"/>
                  </a:lnTo>
                  <a:lnTo>
                    <a:pt x="228600" y="288277"/>
                  </a:lnTo>
                  <a:lnTo>
                    <a:pt x="228600" y="285750"/>
                  </a:lnTo>
                  <a:close/>
                </a:path>
                <a:path w="228600" h="346710">
                  <a:moveTo>
                    <a:pt x="228600" y="279400"/>
                  </a:moveTo>
                  <a:lnTo>
                    <a:pt x="0" y="279400"/>
                  </a:lnTo>
                  <a:lnTo>
                    <a:pt x="0" y="285737"/>
                  </a:lnTo>
                  <a:lnTo>
                    <a:pt x="228600" y="285737"/>
                  </a:lnTo>
                  <a:lnTo>
                    <a:pt x="228600" y="279400"/>
                  </a:lnTo>
                  <a:close/>
                </a:path>
                <a:path w="228600" h="346710">
                  <a:moveTo>
                    <a:pt x="228600" y="273050"/>
                  </a:moveTo>
                  <a:lnTo>
                    <a:pt x="0" y="273050"/>
                  </a:lnTo>
                  <a:lnTo>
                    <a:pt x="0" y="279387"/>
                  </a:lnTo>
                  <a:lnTo>
                    <a:pt x="228600" y="279387"/>
                  </a:lnTo>
                  <a:lnTo>
                    <a:pt x="228600" y="273050"/>
                  </a:lnTo>
                  <a:close/>
                </a:path>
                <a:path w="228600" h="346710">
                  <a:moveTo>
                    <a:pt x="228600" y="266700"/>
                  </a:moveTo>
                  <a:lnTo>
                    <a:pt x="0" y="266700"/>
                  </a:lnTo>
                  <a:lnTo>
                    <a:pt x="0" y="273037"/>
                  </a:lnTo>
                  <a:lnTo>
                    <a:pt x="228600" y="273037"/>
                  </a:lnTo>
                  <a:lnTo>
                    <a:pt x="228600" y="266700"/>
                  </a:lnTo>
                  <a:close/>
                </a:path>
                <a:path w="228600" h="346710">
                  <a:moveTo>
                    <a:pt x="228600" y="262890"/>
                  </a:moveTo>
                  <a:lnTo>
                    <a:pt x="0" y="262890"/>
                  </a:lnTo>
                  <a:lnTo>
                    <a:pt x="0" y="266687"/>
                  </a:lnTo>
                  <a:lnTo>
                    <a:pt x="228600" y="266687"/>
                  </a:lnTo>
                  <a:lnTo>
                    <a:pt x="228600" y="262890"/>
                  </a:lnTo>
                  <a:close/>
                </a:path>
                <a:path w="228600" h="346710">
                  <a:moveTo>
                    <a:pt x="228600" y="256540"/>
                  </a:moveTo>
                  <a:lnTo>
                    <a:pt x="0" y="256540"/>
                  </a:lnTo>
                  <a:lnTo>
                    <a:pt x="0" y="262877"/>
                  </a:lnTo>
                  <a:lnTo>
                    <a:pt x="228600" y="262877"/>
                  </a:lnTo>
                  <a:lnTo>
                    <a:pt x="228600" y="256540"/>
                  </a:lnTo>
                  <a:close/>
                </a:path>
                <a:path w="228600" h="346710">
                  <a:moveTo>
                    <a:pt x="228600" y="250190"/>
                  </a:moveTo>
                  <a:lnTo>
                    <a:pt x="0" y="250190"/>
                  </a:lnTo>
                  <a:lnTo>
                    <a:pt x="0" y="256527"/>
                  </a:lnTo>
                  <a:lnTo>
                    <a:pt x="228600" y="256527"/>
                  </a:lnTo>
                  <a:lnTo>
                    <a:pt x="228600" y="250190"/>
                  </a:lnTo>
                  <a:close/>
                </a:path>
                <a:path w="228600" h="346710">
                  <a:moveTo>
                    <a:pt x="228600" y="243840"/>
                  </a:moveTo>
                  <a:lnTo>
                    <a:pt x="0" y="243840"/>
                  </a:lnTo>
                  <a:lnTo>
                    <a:pt x="0" y="250177"/>
                  </a:lnTo>
                  <a:lnTo>
                    <a:pt x="228600" y="250177"/>
                  </a:lnTo>
                  <a:lnTo>
                    <a:pt x="228600" y="243840"/>
                  </a:lnTo>
                  <a:close/>
                </a:path>
                <a:path w="228600" h="346710">
                  <a:moveTo>
                    <a:pt x="22860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228600" y="243827"/>
                  </a:lnTo>
                  <a:lnTo>
                    <a:pt x="228600" y="241300"/>
                  </a:lnTo>
                  <a:close/>
                </a:path>
                <a:path w="228600" h="346710">
                  <a:moveTo>
                    <a:pt x="22860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228600" y="241287"/>
                  </a:lnTo>
                  <a:lnTo>
                    <a:pt x="228600" y="237490"/>
                  </a:lnTo>
                  <a:close/>
                </a:path>
                <a:path w="228600" h="346710">
                  <a:moveTo>
                    <a:pt x="22860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228600" y="237477"/>
                  </a:lnTo>
                  <a:lnTo>
                    <a:pt x="228600" y="234950"/>
                  </a:lnTo>
                  <a:close/>
                </a:path>
                <a:path w="228600" h="346710">
                  <a:moveTo>
                    <a:pt x="22860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228600" y="234937"/>
                  </a:lnTo>
                  <a:lnTo>
                    <a:pt x="228600" y="231140"/>
                  </a:lnTo>
                  <a:close/>
                </a:path>
                <a:path w="228600" h="346710">
                  <a:moveTo>
                    <a:pt x="22860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228600" y="231127"/>
                  </a:lnTo>
                  <a:lnTo>
                    <a:pt x="228600" y="228600"/>
                  </a:lnTo>
                  <a:close/>
                </a:path>
                <a:path w="228600" h="346710">
                  <a:moveTo>
                    <a:pt x="228600" y="222250"/>
                  </a:moveTo>
                  <a:lnTo>
                    <a:pt x="0" y="222250"/>
                  </a:lnTo>
                  <a:lnTo>
                    <a:pt x="0" y="228587"/>
                  </a:lnTo>
                  <a:lnTo>
                    <a:pt x="228600" y="228587"/>
                  </a:lnTo>
                  <a:lnTo>
                    <a:pt x="228600" y="222250"/>
                  </a:lnTo>
                  <a:close/>
                </a:path>
                <a:path w="228600" h="346710">
                  <a:moveTo>
                    <a:pt x="2286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228600" y="222237"/>
                  </a:lnTo>
                  <a:lnTo>
                    <a:pt x="228600" y="215900"/>
                  </a:lnTo>
                  <a:close/>
                </a:path>
                <a:path w="228600" h="346710">
                  <a:moveTo>
                    <a:pt x="2286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228600" y="215887"/>
                  </a:lnTo>
                  <a:lnTo>
                    <a:pt x="228600" y="209550"/>
                  </a:lnTo>
                  <a:close/>
                </a:path>
                <a:path w="228600" h="346710">
                  <a:moveTo>
                    <a:pt x="228600" y="205740"/>
                  </a:moveTo>
                  <a:lnTo>
                    <a:pt x="0" y="205740"/>
                  </a:lnTo>
                  <a:lnTo>
                    <a:pt x="0" y="209537"/>
                  </a:lnTo>
                  <a:lnTo>
                    <a:pt x="228600" y="209537"/>
                  </a:lnTo>
                  <a:lnTo>
                    <a:pt x="228600" y="205740"/>
                  </a:lnTo>
                  <a:close/>
                </a:path>
                <a:path w="228600" h="346710">
                  <a:moveTo>
                    <a:pt x="228600" y="199390"/>
                  </a:moveTo>
                  <a:lnTo>
                    <a:pt x="0" y="199390"/>
                  </a:lnTo>
                  <a:lnTo>
                    <a:pt x="0" y="205727"/>
                  </a:lnTo>
                  <a:lnTo>
                    <a:pt x="228600" y="205727"/>
                  </a:lnTo>
                  <a:lnTo>
                    <a:pt x="228600" y="199390"/>
                  </a:lnTo>
                  <a:close/>
                </a:path>
                <a:path w="228600" h="346710">
                  <a:moveTo>
                    <a:pt x="228600" y="193040"/>
                  </a:moveTo>
                  <a:lnTo>
                    <a:pt x="0" y="193040"/>
                  </a:lnTo>
                  <a:lnTo>
                    <a:pt x="0" y="199377"/>
                  </a:lnTo>
                  <a:lnTo>
                    <a:pt x="228600" y="199377"/>
                  </a:lnTo>
                  <a:lnTo>
                    <a:pt x="228600" y="193040"/>
                  </a:lnTo>
                  <a:close/>
                </a:path>
                <a:path w="228600" h="346710">
                  <a:moveTo>
                    <a:pt x="228600" y="186690"/>
                  </a:moveTo>
                  <a:lnTo>
                    <a:pt x="0" y="186690"/>
                  </a:lnTo>
                  <a:lnTo>
                    <a:pt x="0" y="193027"/>
                  </a:lnTo>
                  <a:lnTo>
                    <a:pt x="228600" y="193027"/>
                  </a:lnTo>
                  <a:lnTo>
                    <a:pt x="228600" y="186690"/>
                  </a:lnTo>
                  <a:close/>
                </a:path>
                <a:path w="228600" h="346710">
                  <a:moveTo>
                    <a:pt x="228600" y="184150"/>
                  </a:moveTo>
                  <a:lnTo>
                    <a:pt x="0" y="184150"/>
                  </a:lnTo>
                  <a:lnTo>
                    <a:pt x="0" y="186677"/>
                  </a:lnTo>
                  <a:lnTo>
                    <a:pt x="228600" y="186677"/>
                  </a:lnTo>
                  <a:lnTo>
                    <a:pt x="228600" y="184150"/>
                  </a:lnTo>
                  <a:close/>
                </a:path>
                <a:path w="228600" h="346710">
                  <a:moveTo>
                    <a:pt x="228600" y="180340"/>
                  </a:moveTo>
                  <a:lnTo>
                    <a:pt x="0" y="180340"/>
                  </a:lnTo>
                  <a:lnTo>
                    <a:pt x="0" y="184137"/>
                  </a:lnTo>
                  <a:lnTo>
                    <a:pt x="228600" y="184137"/>
                  </a:lnTo>
                  <a:lnTo>
                    <a:pt x="228600" y="180340"/>
                  </a:lnTo>
                  <a:close/>
                </a:path>
                <a:path w="228600" h="346710">
                  <a:moveTo>
                    <a:pt x="228600" y="177800"/>
                  </a:moveTo>
                  <a:lnTo>
                    <a:pt x="0" y="177800"/>
                  </a:lnTo>
                  <a:lnTo>
                    <a:pt x="0" y="180327"/>
                  </a:lnTo>
                  <a:lnTo>
                    <a:pt x="228600" y="180327"/>
                  </a:lnTo>
                  <a:lnTo>
                    <a:pt x="228600" y="177800"/>
                  </a:lnTo>
                  <a:close/>
                </a:path>
                <a:path w="228600" h="346710">
                  <a:moveTo>
                    <a:pt x="228600" y="171450"/>
                  </a:moveTo>
                  <a:lnTo>
                    <a:pt x="0" y="171450"/>
                  </a:lnTo>
                  <a:lnTo>
                    <a:pt x="0" y="177787"/>
                  </a:lnTo>
                  <a:lnTo>
                    <a:pt x="228600" y="177787"/>
                  </a:lnTo>
                  <a:lnTo>
                    <a:pt x="228600" y="171450"/>
                  </a:lnTo>
                  <a:close/>
                </a:path>
                <a:path w="228600" h="346710">
                  <a:moveTo>
                    <a:pt x="228600" y="165100"/>
                  </a:moveTo>
                  <a:lnTo>
                    <a:pt x="0" y="165100"/>
                  </a:lnTo>
                  <a:lnTo>
                    <a:pt x="0" y="171437"/>
                  </a:lnTo>
                  <a:lnTo>
                    <a:pt x="228600" y="171437"/>
                  </a:lnTo>
                  <a:lnTo>
                    <a:pt x="228600" y="165100"/>
                  </a:lnTo>
                  <a:close/>
                </a:path>
                <a:path w="228600" h="346710">
                  <a:moveTo>
                    <a:pt x="228600" y="158750"/>
                  </a:moveTo>
                  <a:lnTo>
                    <a:pt x="0" y="158750"/>
                  </a:lnTo>
                  <a:lnTo>
                    <a:pt x="0" y="165087"/>
                  </a:lnTo>
                  <a:lnTo>
                    <a:pt x="228600" y="165087"/>
                  </a:lnTo>
                  <a:lnTo>
                    <a:pt x="228600" y="158750"/>
                  </a:lnTo>
                  <a:close/>
                </a:path>
                <a:path w="228600" h="346710">
                  <a:moveTo>
                    <a:pt x="228600" y="154940"/>
                  </a:moveTo>
                  <a:lnTo>
                    <a:pt x="0" y="154940"/>
                  </a:lnTo>
                  <a:lnTo>
                    <a:pt x="0" y="158737"/>
                  </a:lnTo>
                  <a:lnTo>
                    <a:pt x="228600" y="158737"/>
                  </a:lnTo>
                  <a:lnTo>
                    <a:pt x="228600" y="154940"/>
                  </a:lnTo>
                  <a:close/>
                </a:path>
                <a:path w="228600" h="346710">
                  <a:moveTo>
                    <a:pt x="228600" y="148590"/>
                  </a:moveTo>
                  <a:lnTo>
                    <a:pt x="0" y="148590"/>
                  </a:lnTo>
                  <a:lnTo>
                    <a:pt x="0" y="154927"/>
                  </a:lnTo>
                  <a:lnTo>
                    <a:pt x="228600" y="154927"/>
                  </a:lnTo>
                  <a:lnTo>
                    <a:pt x="228600" y="148590"/>
                  </a:lnTo>
                  <a:close/>
                </a:path>
                <a:path w="228600" h="346710">
                  <a:moveTo>
                    <a:pt x="228600" y="142240"/>
                  </a:moveTo>
                  <a:lnTo>
                    <a:pt x="0" y="142240"/>
                  </a:lnTo>
                  <a:lnTo>
                    <a:pt x="0" y="148577"/>
                  </a:lnTo>
                  <a:lnTo>
                    <a:pt x="228600" y="148577"/>
                  </a:lnTo>
                  <a:lnTo>
                    <a:pt x="228600" y="142240"/>
                  </a:lnTo>
                  <a:close/>
                </a:path>
                <a:path w="228600" h="346710">
                  <a:moveTo>
                    <a:pt x="228600" y="135890"/>
                  </a:moveTo>
                  <a:lnTo>
                    <a:pt x="0" y="135890"/>
                  </a:lnTo>
                  <a:lnTo>
                    <a:pt x="0" y="142227"/>
                  </a:lnTo>
                  <a:lnTo>
                    <a:pt x="228600" y="142227"/>
                  </a:lnTo>
                  <a:lnTo>
                    <a:pt x="228600" y="135890"/>
                  </a:lnTo>
                  <a:close/>
                </a:path>
                <a:path w="228600" h="346710">
                  <a:moveTo>
                    <a:pt x="228600" y="133350"/>
                  </a:moveTo>
                  <a:lnTo>
                    <a:pt x="0" y="133350"/>
                  </a:lnTo>
                  <a:lnTo>
                    <a:pt x="0" y="135877"/>
                  </a:lnTo>
                  <a:lnTo>
                    <a:pt x="228600" y="135877"/>
                  </a:lnTo>
                  <a:lnTo>
                    <a:pt x="228600" y="133350"/>
                  </a:lnTo>
                  <a:close/>
                </a:path>
                <a:path w="228600" h="346710">
                  <a:moveTo>
                    <a:pt x="228600" y="129540"/>
                  </a:moveTo>
                  <a:lnTo>
                    <a:pt x="0" y="129540"/>
                  </a:lnTo>
                  <a:lnTo>
                    <a:pt x="0" y="133337"/>
                  </a:lnTo>
                  <a:lnTo>
                    <a:pt x="228600" y="133337"/>
                  </a:lnTo>
                  <a:lnTo>
                    <a:pt x="228600" y="129540"/>
                  </a:lnTo>
                  <a:close/>
                </a:path>
                <a:path w="228600" h="346710">
                  <a:moveTo>
                    <a:pt x="228600" y="127000"/>
                  </a:moveTo>
                  <a:lnTo>
                    <a:pt x="0" y="127000"/>
                  </a:lnTo>
                  <a:lnTo>
                    <a:pt x="0" y="129527"/>
                  </a:lnTo>
                  <a:lnTo>
                    <a:pt x="228600" y="129527"/>
                  </a:lnTo>
                  <a:lnTo>
                    <a:pt x="228600" y="127000"/>
                  </a:lnTo>
                  <a:close/>
                </a:path>
                <a:path w="228600" h="346710">
                  <a:moveTo>
                    <a:pt x="228600" y="123190"/>
                  </a:moveTo>
                  <a:lnTo>
                    <a:pt x="0" y="123190"/>
                  </a:lnTo>
                  <a:lnTo>
                    <a:pt x="0" y="126987"/>
                  </a:lnTo>
                  <a:lnTo>
                    <a:pt x="228600" y="126987"/>
                  </a:lnTo>
                  <a:lnTo>
                    <a:pt x="228600" y="123190"/>
                  </a:lnTo>
                  <a:close/>
                </a:path>
                <a:path w="228600" h="346710">
                  <a:moveTo>
                    <a:pt x="228600" y="120650"/>
                  </a:moveTo>
                  <a:lnTo>
                    <a:pt x="0" y="120650"/>
                  </a:lnTo>
                  <a:lnTo>
                    <a:pt x="0" y="123177"/>
                  </a:lnTo>
                  <a:lnTo>
                    <a:pt x="228600" y="123177"/>
                  </a:lnTo>
                  <a:lnTo>
                    <a:pt x="228600" y="120650"/>
                  </a:lnTo>
                  <a:close/>
                </a:path>
                <a:path w="228600" h="346710">
                  <a:moveTo>
                    <a:pt x="2286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228600" y="120637"/>
                  </a:lnTo>
                  <a:lnTo>
                    <a:pt x="228600" y="114300"/>
                  </a:lnTo>
                  <a:close/>
                </a:path>
                <a:path w="228600" h="346710">
                  <a:moveTo>
                    <a:pt x="2286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228600" y="114287"/>
                  </a:lnTo>
                  <a:lnTo>
                    <a:pt x="228600" y="107950"/>
                  </a:lnTo>
                  <a:close/>
                </a:path>
                <a:path w="228600" h="346710">
                  <a:moveTo>
                    <a:pt x="228600" y="101600"/>
                  </a:moveTo>
                  <a:lnTo>
                    <a:pt x="0" y="101600"/>
                  </a:lnTo>
                  <a:lnTo>
                    <a:pt x="0" y="107937"/>
                  </a:lnTo>
                  <a:lnTo>
                    <a:pt x="228600" y="107937"/>
                  </a:lnTo>
                  <a:lnTo>
                    <a:pt x="228600" y="101600"/>
                  </a:lnTo>
                  <a:close/>
                </a:path>
                <a:path w="228600" h="346710">
                  <a:moveTo>
                    <a:pt x="228600" y="97790"/>
                  </a:moveTo>
                  <a:lnTo>
                    <a:pt x="0" y="97790"/>
                  </a:lnTo>
                  <a:lnTo>
                    <a:pt x="0" y="101587"/>
                  </a:lnTo>
                  <a:lnTo>
                    <a:pt x="228600" y="101587"/>
                  </a:lnTo>
                  <a:lnTo>
                    <a:pt x="228600" y="97790"/>
                  </a:lnTo>
                  <a:close/>
                </a:path>
                <a:path w="228600" h="346710">
                  <a:moveTo>
                    <a:pt x="228600" y="91440"/>
                  </a:moveTo>
                  <a:lnTo>
                    <a:pt x="0" y="91440"/>
                  </a:lnTo>
                  <a:lnTo>
                    <a:pt x="0" y="97777"/>
                  </a:lnTo>
                  <a:lnTo>
                    <a:pt x="228600" y="97777"/>
                  </a:lnTo>
                  <a:lnTo>
                    <a:pt x="228600" y="91440"/>
                  </a:lnTo>
                  <a:close/>
                </a:path>
                <a:path w="228600" h="346710">
                  <a:moveTo>
                    <a:pt x="228600" y="85090"/>
                  </a:moveTo>
                  <a:lnTo>
                    <a:pt x="0" y="85090"/>
                  </a:lnTo>
                  <a:lnTo>
                    <a:pt x="0" y="91427"/>
                  </a:lnTo>
                  <a:lnTo>
                    <a:pt x="228600" y="91427"/>
                  </a:lnTo>
                  <a:lnTo>
                    <a:pt x="228600" y="85090"/>
                  </a:lnTo>
                  <a:close/>
                </a:path>
                <a:path w="228600" h="346710">
                  <a:moveTo>
                    <a:pt x="228600" y="76200"/>
                  </a:moveTo>
                  <a:lnTo>
                    <a:pt x="0" y="76200"/>
                  </a:lnTo>
                  <a:lnTo>
                    <a:pt x="0" y="85077"/>
                  </a:lnTo>
                  <a:lnTo>
                    <a:pt x="228600" y="85077"/>
                  </a:lnTo>
                  <a:lnTo>
                    <a:pt x="228600" y="76200"/>
                  </a:lnTo>
                  <a:close/>
                </a:path>
                <a:path w="228600" h="346710">
                  <a:moveTo>
                    <a:pt x="228600" y="72390"/>
                  </a:moveTo>
                  <a:lnTo>
                    <a:pt x="0" y="72390"/>
                  </a:lnTo>
                  <a:lnTo>
                    <a:pt x="0" y="76187"/>
                  </a:lnTo>
                  <a:lnTo>
                    <a:pt x="228600" y="76187"/>
                  </a:lnTo>
                  <a:lnTo>
                    <a:pt x="228600" y="72390"/>
                  </a:lnTo>
                  <a:close/>
                </a:path>
                <a:path w="228600" h="346710">
                  <a:moveTo>
                    <a:pt x="228600" y="69850"/>
                  </a:moveTo>
                  <a:lnTo>
                    <a:pt x="0" y="69850"/>
                  </a:lnTo>
                  <a:lnTo>
                    <a:pt x="0" y="72377"/>
                  </a:lnTo>
                  <a:lnTo>
                    <a:pt x="228600" y="72377"/>
                  </a:lnTo>
                  <a:lnTo>
                    <a:pt x="228600" y="69850"/>
                  </a:lnTo>
                  <a:close/>
                </a:path>
                <a:path w="228600" h="346710">
                  <a:moveTo>
                    <a:pt x="228600" y="63500"/>
                  </a:moveTo>
                  <a:lnTo>
                    <a:pt x="0" y="63500"/>
                  </a:lnTo>
                  <a:lnTo>
                    <a:pt x="0" y="69837"/>
                  </a:lnTo>
                  <a:lnTo>
                    <a:pt x="228600" y="69837"/>
                  </a:lnTo>
                  <a:lnTo>
                    <a:pt x="228600" y="63500"/>
                  </a:lnTo>
                  <a:close/>
                </a:path>
                <a:path w="228600" h="346710">
                  <a:moveTo>
                    <a:pt x="228600" y="57150"/>
                  </a:moveTo>
                  <a:lnTo>
                    <a:pt x="0" y="57150"/>
                  </a:lnTo>
                  <a:lnTo>
                    <a:pt x="0" y="63487"/>
                  </a:lnTo>
                  <a:lnTo>
                    <a:pt x="228600" y="63487"/>
                  </a:lnTo>
                  <a:lnTo>
                    <a:pt x="228600" y="57150"/>
                  </a:lnTo>
                  <a:close/>
                </a:path>
                <a:path w="228600" h="346710">
                  <a:moveTo>
                    <a:pt x="228600" y="50800"/>
                  </a:moveTo>
                  <a:lnTo>
                    <a:pt x="0" y="50800"/>
                  </a:lnTo>
                  <a:lnTo>
                    <a:pt x="0" y="57137"/>
                  </a:lnTo>
                  <a:lnTo>
                    <a:pt x="228600" y="57137"/>
                  </a:lnTo>
                  <a:lnTo>
                    <a:pt x="228600" y="50800"/>
                  </a:lnTo>
                  <a:close/>
                </a:path>
                <a:path w="228600" h="346710">
                  <a:moveTo>
                    <a:pt x="228600" y="46990"/>
                  </a:moveTo>
                  <a:lnTo>
                    <a:pt x="0" y="46990"/>
                  </a:lnTo>
                  <a:lnTo>
                    <a:pt x="0" y="50787"/>
                  </a:lnTo>
                  <a:lnTo>
                    <a:pt x="228600" y="50787"/>
                  </a:lnTo>
                  <a:lnTo>
                    <a:pt x="228600" y="46990"/>
                  </a:lnTo>
                  <a:close/>
                </a:path>
                <a:path w="228600" h="346710">
                  <a:moveTo>
                    <a:pt x="228600" y="40640"/>
                  </a:moveTo>
                  <a:lnTo>
                    <a:pt x="0" y="40640"/>
                  </a:lnTo>
                  <a:lnTo>
                    <a:pt x="0" y="46977"/>
                  </a:lnTo>
                  <a:lnTo>
                    <a:pt x="228600" y="46977"/>
                  </a:lnTo>
                  <a:lnTo>
                    <a:pt x="228600" y="40640"/>
                  </a:lnTo>
                  <a:close/>
                </a:path>
                <a:path w="228600" h="346710">
                  <a:moveTo>
                    <a:pt x="228600" y="34290"/>
                  </a:moveTo>
                  <a:lnTo>
                    <a:pt x="0" y="34290"/>
                  </a:lnTo>
                  <a:lnTo>
                    <a:pt x="0" y="40627"/>
                  </a:lnTo>
                  <a:lnTo>
                    <a:pt x="228600" y="40627"/>
                  </a:lnTo>
                  <a:lnTo>
                    <a:pt x="228600" y="34290"/>
                  </a:lnTo>
                  <a:close/>
                </a:path>
                <a:path w="228600" h="346710">
                  <a:moveTo>
                    <a:pt x="228600" y="27940"/>
                  </a:moveTo>
                  <a:lnTo>
                    <a:pt x="0" y="27940"/>
                  </a:lnTo>
                  <a:lnTo>
                    <a:pt x="0" y="34277"/>
                  </a:lnTo>
                  <a:lnTo>
                    <a:pt x="228600" y="34277"/>
                  </a:lnTo>
                  <a:lnTo>
                    <a:pt x="228600" y="27940"/>
                  </a:lnTo>
                  <a:close/>
                </a:path>
                <a:path w="228600" h="346710">
                  <a:moveTo>
                    <a:pt x="228600" y="25400"/>
                  </a:moveTo>
                  <a:lnTo>
                    <a:pt x="0" y="25400"/>
                  </a:lnTo>
                  <a:lnTo>
                    <a:pt x="0" y="27927"/>
                  </a:lnTo>
                  <a:lnTo>
                    <a:pt x="228600" y="27927"/>
                  </a:lnTo>
                  <a:lnTo>
                    <a:pt x="228600" y="25400"/>
                  </a:lnTo>
                  <a:close/>
                </a:path>
                <a:path w="228600" h="346710">
                  <a:moveTo>
                    <a:pt x="22860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228600" y="25387"/>
                  </a:lnTo>
                  <a:lnTo>
                    <a:pt x="228600" y="21590"/>
                  </a:lnTo>
                  <a:close/>
                </a:path>
                <a:path w="228600" h="346710">
                  <a:moveTo>
                    <a:pt x="228600" y="12700"/>
                  </a:moveTo>
                  <a:lnTo>
                    <a:pt x="0" y="12700"/>
                  </a:lnTo>
                  <a:lnTo>
                    <a:pt x="0" y="21577"/>
                  </a:lnTo>
                  <a:lnTo>
                    <a:pt x="228600" y="21577"/>
                  </a:lnTo>
                  <a:lnTo>
                    <a:pt x="228600" y="12700"/>
                  </a:lnTo>
                  <a:close/>
                </a:path>
                <a:path w="228600" h="346710">
                  <a:moveTo>
                    <a:pt x="2286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228600" y="12687"/>
                  </a:lnTo>
                  <a:lnTo>
                    <a:pt x="228600" y="6350"/>
                  </a:lnTo>
                  <a:close/>
                </a:path>
                <a:path w="228600" h="346710">
                  <a:moveTo>
                    <a:pt x="2286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228600" y="6337"/>
                  </a:lnTo>
                  <a:lnTo>
                    <a:pt x="228600" y="0"/>
                  </a:lnTo>
                  <a:close/>
                </a:path>
              </a:pathLst>
            </a:custGeom>
            <a:solidFill>
              <a:srgbClr val="CCCC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4149090" y="5561329"/>
              <a:ext cx="228600" cy="349250"/>
            </a:xfrm>
            <a:custGeom>
              <a:avLst/>
              <a:gdLst/>
              <a:ahLst/>
              <a:cxnLst/>
              <a:rect l="l" t="t" r="r" b="b"/>
              <a:pathLst>
                <a:path w="228600" h="349250">
                  <a:moveTo>
                    <a:pt x="228600" y="347992"/>
                  </a:moveTo>
                  <a:lnTo>
                    <a:pt x="0" y="347992"/>
                  </a:lnTo>
                  <a:lnTo>
                    <a:pt x="0" y="349250"/>
                  </a:lnTo>
                  <a:lnTo>
                    <a:pt x="228600" y="349250"/>
                  </a:lnTo>
                  <a:lnTo>
                    <a:pt x="228600" y="347992"/>
                  </a:lnTo>
                  <a:close/>
                </a:path>
                <a:path w="228600" h="349250">
                  <a:moveTo>
                    <a:pt x="228600" y="345452"/>
                  </a:moveTo>
                  <a:lnTo>
                    <a:pt x="0" y="345452"/>
                  </a:lnTo>
                  <a:lnTo>
                    <a:pt x="0" y="347980"/>
                  </a:lnTo>
                  <a:lnTo>
                    <a:pt x="228600" y="347980"/>
                  </a:lnTo>
                  <a:lnTo>
                    <a:pt x="228600" y="345452"/>
                  </a:lnTo>
                  <a:close/>
                </a:path>
                <a:path w="228600" h="349250">
                  <a:moveTo>
                    <a:pt x="228600" y="341642"/>
                  </a:moveTo>
                  <a:lnTo>
                    <a:pt x="0" y="341642"/>
                  </a:lnTo>
                  <a:lnTo>
                    <a:pt x="0" y="345440"/>
                  </a:lnTo>
                  <a:lnTo>
                    <a:pt x="228600" y="345440"/>
                  </a:lnTo>
                  <a:lnTo>
                    <a:pt x="228600" y="341642"/>
                  </a:lnTo>
                  <a:close/>
                </a:path>
                <a:path w="228600" h="349250">
                  <a:moveTo>
                    <a:pt x="228600" y="339102"/>
                  </a:moveTo>
                  <a:lnTo>
                    <a:pt x="0" y="339102"/>
                  </a:lnTo>
                  <a:lnTo>
                    <a:pt x="0" y="341630"/>
                  </a:lnTo>
                  <a:lnTo>
                    <a:pt x="228600" y="341630"/>
                  </a:lnTo>
                  <a:lnTo>
                    <a:pt x="228600" y="339102"/>
                  </a:lnTo>
                  <a:close/>
                </a:path>
                <a:path w="228600" h="349250">
                  <a:moveTo>
                    <a:pt x="228600" y="326402"/>
                  </a:moveTo>
                  <a:lnTo>
                    <a:pt x="0" y="326402"/>
                  </a:lnTo>
                  <a:lnTo>
                    <a:pt x="0" y="339090"/>
                  </a:lnTo>
                  <a:lnTo>
                    <a:pt x="228600" y="339090"/>
                  </a:lnTo>
                  <a:lnTo>
                    <a:pt x="228600" y="326402"/>
                  </a:lnTo>
                  <a:close/>
                </a:path>
                <a:path w="228600" h="349250">
                  <a:moveTo>
                    <a:pt x="228600" y="320052"/>
                  </a:moveTo>
                  <a:lnTo>
                    <a:pt x="0" y="320052"/>
                  </a:lnTo>
                  <a:lnTo>
                    <a:pt x="0" y="326390"/>
                  </a:lnTo>
                  <a:lnTo>
                    <a:pt x="228600" y="326390"/>
                  </a:lnTo>
                  <a:lnTo>
                    <a:pt x="228600" y="320052"/>
                  </a:lnTo>
                  <a:close/>
                </a:path>
                <a:path w="228600" h="349250">
                  <a:moveTo>
                    <a:pt x="228600" y="316242"/>
                  </a:moveTo>
                  <a:lnTo>
                    <a:pt x="0" y="316242"/>
                  </a:lnTo>
                  <a:lnTo>
                    <a:pt x="0" y="320040"/>
                  </a:lnTo>
                  <a:lnTo>
                    <a:pt x="228600" y="320040"/>
                  </a:lnTo>
                  <a:lnTo>
                    <a:pt x="228600" y="316242"/>
                  </a:lnTo>
                  <a:close/>
                </a:path>
                <a:path w="228600" h="349250">
                  <a:moveTo>
                    <a:pt x="228600" y="309892"/>
                  </a:moveTo>
                  <a:lnTo>
                    <a:pt x="0" y="309892"/>
                  </a:lnTo>
                  <a:lnTo>
                    <a:pt x="0" y="316230"/>
                  </a:lnTo>
                  <a:lnTo>
                    <a:pt x="228600" y="316230"/>
                  </a:lnTo>
                  <a:lnTo>
                    <a:pt x="228600" y="309892"/>
                  </a:lnTo>
                  <a:close/>
                </a:path>
                <a:path w="228600" h="349250">
                  <a:moveTo>
                    <a:pt x="228600" y="303542"/>
                  </a:moveTo>
                  <a:lnTo>
                    <a:pt x="0" y="303542"/>
                  </a:lnTo>
                  <a:lnTo>
                    <a:pt x="0" y="309880"/>
                  </a:lnTo>
                  <a:lnTo>
                    <a:pt x="228600" y="309880"/>
                  </a:lnTo>
                  <a:lnTo>
                    <a:pt x="228600" y="303542"/>
                  </a:lnTo>
                  <a:close/>
                </a:path>
                <a:path w="228600" h="349250">
                  <a:moveTo>
                    <a:pt x="228600" y="297192"/>
                  </a:moveTo>
                  <a:lnTo>
                    <a:pt x="0" y="297192"/>
                  </a:lnTo>
                  <a:lnTo>
                    <a:pt x="0" y="303530"/>
                  </a:lnTo>
                  <a:lnTo>
                    <a:pt x="228600" y="303530"/>
                  </a:lnTo>
                  <a:lnTo>
                    <a:pt x="228600" y="297192"/>
                  </a:lnTo>
                  <a:close/>
                </a:path>
                <a:path w="228600" h="349250">
                  <a:moveTo>
                    <a:pt x="228600" y="294652"/>
                  </a:moveTo>
                  <a:lnTo>
                    <a:pt x="0" y="294652"/>
                  </a:lnTo>
                  <a:lnTo>
                    <a:pt x="0" y="297180"/>
                  </a:lnTo>
                  <a:lnTo>
                    <a:pt x="228600" y="297180"/>
                  </a:lnTo>
                  <a:lnTo>
                    <a:pt x="228600" y="294652"/>
                  </a:lnTo>
                  <a:close/>
                </a:path>
                <a:path w="228600" h="349250">
                  <a:moveTo>
                    <a:pt x="228600" y="290842"/>
                  </a:moveTo>
                  <a:lnTo>
                    <a:pt x="0" y="290842"/>
                  </a:lnTo>
                  <a:lnTo>
                    <a:pt x="0" y="294640"/>
                  </a:lnTo>
                  <a:lnTo>
                    <a:pt x="228600" y="294640"/>
                  </a:lnTo>
                  <a:lnTo>
                    <a:pt x="228600" y="290842"/>
                  </a:lnTo>
                  <a:close/>
                </a:path>
                <a:path w="228600" h="349250">
                  <a:moveTo>
                    <a:pt x="228600" y="288302"/>
                  </a:moveTo>
                  <a:lnTo>
                    <a:pt x="0" y="288302"/>
                  </a:lnTo>
                  <a:lnTo>
                    <a:pt x="0" y="290830"/>
                  </a:lnTo>
                  <a:lnTo>
                    <a:pt x="228600" y="290830"/>
                  </a:lnTo>
                  <a:lnTo>
                    <a:pt x="228600" y="288302"/>
                  </a:lnTo>
                  <a:close/>
                </a:path>
                <a:path w="228600" h="349250">
                  <a:moveTo>
                    <a:pt x="228600" y="281952"/>
                  </a:moveTo>
                  <a:lnTo>
                    <a:pt x="0" y="281952"/>
                  </a:lnTo>
                  <a:lnTo>
                    <a:pt x="0" y="288290"/>
                  </a:lnTo>
                  <a:lnTo>
                    <a:pt x="228600" y="288290"/>
                  </a:lnTo>
                  <a:lnTo>
                    <a:pt x="228600" y="281952"/>
                  </a:lnTo>
                  <a:close/>
                </a:path>
                <a:path w="228600" h="349250">
                  <a:moveTo>
                    <a:pt x="228600" y="275602"/>
                  </a:moveTo>
                  <a:lnTo>
                    <a:pt x="0" y="275602"/>
                  </a:lnTo>
                  <a:lnTo>
                    <a:pt x="0" y="281940"/>
                  </a:lnTo>
                  <a:lnTo>
                    <a:pt x="228600" y="281940"/>
                  </a:lnTo>
                  <a:lnTo>
                    <a:pt x="228600" y="275602"/>
                  </a:lnTo>
                  <a:close/>
                </a:path>
                <a:path w="228600" h="349250">
                  <a:moveTo>
                    <a:pt x="228600" y="269252"/>
                  </a:moveTo>
                  <a:lnTo>
                    <a:pt x="0" y="269252"/>
                  </a:lnTo>
                  <a:lnTo>
                    <a:pt x="0" y="275590"/>
                  </a:lnTo>
                  <a:lnTo>
                    <a:pt x="228600" y="275590"/>
                  </a:lnTo>
                  <a:lnTo>
                    <a:pt x="228600" y="269252"/>
                  </a:lnTo>
                  <a:close/>
                </a:path>
                <a:path w="228600" h="349250">
                  <a:moveTo>
                    <a:pt x="228600" y="265442"/>
                  </a:moveTo>
                  <a:lnTo>
                    <a:pt x="0" y="265442"/>
                  </a:lnTo>
                  <a:lnTo>
                    <a:pt x="0" y="269240"/>
                  </a:lnTo>
                  <a:lnTo>
                    <a:pt x="228600" y="269240"/>
                  </a:lnTo>
                  <a:lnTo>
                    <a:pt x="228600" y="265442"/>
                  </a:lnTo>
                  <a:close/>
                </a:path>
                <a:path w="228600" h="349250">
                  <a:moveTo>
                    <a:pt x="228600" y="259092"/>
                  </a:moveTo>
                  <a:lnTo>
                    <a:pt x="0" y="259092"/>
                  </a:lnTo>
                  <a:lnTo>
                    <a:pt x="0" y="265430"/>
                  </a:lnTo>
                  <a:lnTo>
                    <a:pt x="228600" y="265430"/>
                  </a:lnTo>
                  <a:lnTo>
                    <a:pt x="228600" y="259092"/>
                  </a:lnTo>
                  <a:close/>
                </a:path>
                <a:path w="228600" h="349250">
                  <a:moveTo>
                    <a:pt x="228600" y="252742"/>
                  </a:moveTo>
                  <a:lnTo>
                    <a:pt x="0" y="252742"/>
                  </a:lnTo>
                  <a:lnTo>
                    <a:pt x="0" y="259080"/>
                  </a:lnTo>
                  <a:lnTo>
                    <a:pt x="228600" y="259080"/>
                  </a:lnTo>
                  <a:lnTo>
                    <a:pt x="228600" y="252742"/>
                  </a:lnTo>
                  <a:close/>
                </a:path>
                <a:path w="228600" h="349250">
                  <a:moveTo>
                    <a:pt x="228600" y="246392"/>
                  </a:moveTo>
                  <a:lnTo>
                    <a:pt x="0" y="246392"/>
                  </a:lnTo>
                  <a:lnTo>
                    <a:pt x="0" y="252730"/>
                  </a:lnTo>
                  <a:lnTo>
                    <a:pt x="228600" y="252730"/>
                  </a:lnTo>
                  <a:lnTo>
                    <a:pt x="228600" y="246392"/>
                  </a:lnTo>
                  <a:close/>
                </a:path>
                <a:path w="228600" h="349250">
                  <a:moveTo>
                    <a:pt x="22860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228600" y="246380"/>
                  </a:lnTo>
                  <a:lnTo>
                    <a:pt x="228600" y="243852"/>
                  </a:lnTo>
                  <a:close/>
                </a:path>
                <a:path w="228600" h="349250">
                  <a:moveTo>
                    <a:pt x="22860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228600" y="243840"/>
                  </a:lnTo>
                  <a:lnTo>
                    <a:pt x="228600" y="240042"/>
                  </a:lnTo>
                  <a:close/>
                </a:path>
                <a:path w="228600" h="349250">
                  <a:moveTo>
                    <a:pt x="22860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228600" y="240030"/>
                  </a:lnTo>
                  <a:lnTo>
                    <a:pt x="228600" y="237502"/>
                  </a:lnTo>
                  <a:close/>
                </a:path>
                <a:path w="228600" h="349250">
                  <a:moveTo>
                    <a:pt x="22860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228600" y="237490"/>
                  </a:lnTo>
                  <a:lnTo>
                    <a:pt x="228600" y="233692"/>
                  </a:lnTo>
                  <a:close/>
                </a:path>
                <a:path w="228600" h="349250">
                  <a:moveTo>
                    <a:pt x="22860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228600" y="233680"/>
                  </a:lnTo>
                  <a:lnTo>
                    <a:pt x="228600" y="231152"/>
                  </a:lnTo>
                  <a:close/>
                </a:path>
                <a:path w="228600" h="349250">
                  <a:moveTo>
                    <a:pt x="228600" y="224802"/>
                  </a:moveTo>
                  <a:lnTo>
                    <a:pt x="0" y="224802"/>
                  </a:lnTo>
                  <a:lnTo>
                    <a:pt x="0" y="231140"/>
                  </a:lnTo>
                  <a:lnTo>
                    <a:pt x="228600" y="231140"/>
                  </a:lnTo>
                  <a:lnTo>
                    <a:pt x="228600" y="224802"/>
                  </a:lnTo>
                  <a:close/>
                </a:path>
                <a:path w="228600" h="349250">
                  <a:moveTo>
                    <a:pt x="228600" y="218452"/>
                  </a:moveTo>
                  <a:lnTo>
                    <a:pt x="0" y="218452"/>
                  </a:lnTo>
                  <a:lnTo>
                    <a:pt x="0" y="224790"/>
                  </a:lnTo>
                  <a:lnTo>
                    <a:pt x="228600" y="224790"/>
                  </a:lnTo>
                  <a:lnTo>
                    <a:pt x="228600" y="218452"/>
                  </a:lnTo>
                  <a:close/>
                </a:path>
                <a:path w="228600" h="349250">
                  <a:moveTo>
                    <a:pt x="228600" y="212102"/>
                  </a:moveTo>
                  <a:lnTo>
                    <a:pt x="0" y="212102"/>
                  </a:lnTo>
                  <a:lnTo>
                    <a:pt x="0" y="218440"/>
                  </a:lnTo>
                  <a:lnTo>
                    <a:pt x="228600" y="218440"/>
                  </a:lnTo>
                  <a:lnTo>
                    <a:pt x="228600" y="212102"/>
                  </a:lnTo>
                  <a:close/>
                </a:path>
                <a:path w="228600" h="349250">
                  <a:moveTo>
                    <a:pt x="228600" y="208292"/>
                  </a:moveTo>
                  <a:lnTo>
                    <a:pt x="0" y="208292"/>
                  </a:lnTo>
                  <a:lnTo>
                    <a:pt x="0" y="212090"/>
                  </a:lnTo>
                  <a:lnTo>
                    <a:pt x="228600" y="212090"/>
                  </a:lnTo>
                  <a:lnTo>
                    <a:pt x="228600" y="208292"/>
                  </a:lnTo>
                  <a:close/>
                </a:path>
                <a:path w="228600" h="349250">
                  <a:moveTo>
                    <a:pt x="228600" y="201942"/>
                  </a:moveTo>
                  <a:lnTo>
                    <a:pt x="0" y="201942"/>
                  </a:lnTo>
                  <a:lnTo>
                    <a:pt x="0" y="208280"/>
                  </a:lnTo>
                  <a:lnTo>
                    <a:pt x="228600" y="208280"/>
                  </a:lnTo>
                  <a:lnTo>
                    <a:pt x="228600" y="201942"/>
                  </a:lnTo>
                  <a:close/>
                </a:path>
                <a:path w="228600" h="349250">
                  <a:moveTo>
                    <a:pt x="228600" y="195592"/>
                  </a:moveTo>
                  <a:lnTo>
                    <a:pt x="0" y="195592"/>
                  </a:lnTo>
                  <a:lnTo>
                    <a:pt x="0" y="201930"/>
                  </a:lnTo>
                  <a:lnTo>
                    <a:pt x="228600" y="201930"/>
                  </a:lnTo>
                  <a:lnTo>
                    <a:pt x="228600" y="195592"/>
                  </a:lnTo>
                  <a:close/>
                </a:path>
                <a:path w="228600" h="349250">
                  <a:moveTo>
                    <a:pt x="22860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28600" y="195580"/>
                  </a:lnTo>
                  <a:lnTo>
                    <a:pt x="228600" y="189242"/>
                  </a:lnTo>
                  <a:close/>
                </a:path>
                <a:path w="228600" h="349250">
                  <a:moveTo>
                    <a:pt x="228600" y="186702"/>
                  </a:moveTo>
                  <a:lnTo>
                    <a:pt x="0" y="186702"/>
                  </a:lnTo>
                  <a:lnTo>
                    <a:pt x="0" y="189230"/>
                  </a:lnTo>
                  <a:lnTo>
                    <a:pt x="228600" y="189230"/>
                  </a:lnTo>
                  <a:lnTo>
                    <a:pt x="228600" y="186702"/>
                  </a:lnTo>
                  <a:close/>
                </a:path>
                <a:path w="228600" h="349250">
                  <a:moveTo>
                    <a:pt x="228600" y="182892"/>
                  </a:moveTo>
                  <a:lnTo>
                    <a:pt x="0" y="182892"/>
                  </a:lnTo>
                  <a:lnTo>
                    <a:pt x="0" y="186690"/>
                  </a:lnTo>
                  <a:lnTo>
                    <a:pt x="228600" y="186690"/>
                  </a:lnTo>
                  <a:lnTo>
                    <a:pt x="228600" y="182892"/>
                  </a:lnTo>
                  <a:close/>
                </a:path>
                <a:path w="228600" h="349250">
                  <a:moveTo>
                    <a:pt x="228600" y="180352"/>
                  </a:moveTo>
                  <a:lnTo>
                    <a:pt x="0" y="180352"/>
                  </a:lnTo>
                  <a:lnTo>
                    <a:pt x="0" y="182880"/>
                  </a:lnTo>
                  <a:lnTo>
                    <a:pt x="228600" y="182880"/>
                  </a:lnTo>
                  <a:lnTo>
                    <a:pt x="228600" y="180352"/>
                  </a:lnTo>
                  <a:close/>
                </a:path>
                <a:path w="228600" h="349250">
                  <a:moveTo>
                    <a:pt x="228600" y="174002"/>
                  </a:moveTo>
                  <a:lnTo>
                    <a:pt x="0" y="174002"/>
                  </a:lnTo>
                  <a:lnTo>
                    <a:pt x="0" y="180340"/>
                  </a:lnTo>
                  <a:lnTo>
                    <a:pt x="228600" y="180340"/>
                  </a:lnTo>
                  <a:lnTo>
                    <a:pt x="228600" y="174002"/>
                  </a:lnTo>
                  <a:close/>
                </a:path>
                <a:path w="228600" h="349250">
                  <a:moveTo>
                    <a:pt x="228600" y="167652"/>
                  </a:moveTo>
                  <a:lnTo>
                    <a:pt x="0" y="167652"/>
                  </a:lnTo>
                  <a:lnTo>
                    <a:pt x="0" y="173990"/>
                  </a:lnTo>
                  <a:lnTo>
                    <a:pt x="228600" y="173990"/>
                  </a:lnTo>
                  <a:lnTo>
                    <a:pt x="228600" y="167652"/>
                  </a:lnTo>
                  <a:close/>
                </a:path>
                <a:path w="228600" h="349250">
                  <a:moveTo>
                    <a:pt x="228600" y="161302"/>
                  </a:moveTo>
                  <a:lnTo>
                    <a:pt x="0" y="161302"/>
                  </a:lnTo>
                  <a:lnTo>
                    <a:pt x="0" y="167640"/>
                  </a:lnTo>
                  <a:lnTo>
                    <a:pt x="228600" y="167640"/>
                  </a:lnTo>
                  <a:lnTo>
                    <a:pt x="228600" y="161302"/>
                  </a:lnTo>
                  <a:close/>
                </a:path>
                <a:path w="228600" h="349250">
                  <a:moveTo>
                    <a:pt x="228600" y="157492"/>
                  </a:moveTo>
                  <a:lnTo>
                    <a:pt x="0" y="157492"/>
                  </a:lnTo>
                  <a:lnTo>
                    <a:pt x="0" y="161290"/>
                  </a:lnTo>
                  <a:lnTo>
                    <a:pt x="228600" y="161290"/>
                  </a:lnTo>
                  <a:lnTo>
                    <a:pt x="228600" y="157492"/>
                  </a:lnTo>
                  <a:close/>
                </a:path>
                <a:path w="228600" h="349250">
                  <a:moveTo>
                    <a:pt x="22860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28600" y="157480"/>
                  </a:lnTo>
                  <a:lnTo>
                    <a:pt x="228600" y="151142"/>
                  </a:lnTo>
                  <a:close/>
                </a:path>
                <a:path w="228600" h="349250">
                  <a:moveTo>
                    <a:pt x="228600" y="144792"/>
                  </a:moveTo>
                  <a:lnTo>
                    <a:pt x="0" y="144792"/>
                  </a:lnTo>
                  <a:lnTo>
                    <a:pt x="0" y="151130"/>
                  </a:lnTo>
                  <a:lnTo>
                    <a:pt x="228600" y="151130"/>
                  </a:lnTo>
                  <a:lnTo>
                    <a:pt x="228600" y="144792"/>
                  </a:lnTo>
                  <a:close/>
                </a:path>
                <a:path w="228600" h="349250">
                  <a:moveTo>
                    <a:pt x="228600" y="138442"/>
                  </a:moveTo>
                  <a:lnTo>
                    <a:pt x="0" y="138442"/>
                  </a:lnTo>
                  <a:lnTo>
                    <a:pt x="0" y="144780"/>
                  </a:lnTo>
                  <a:lnTo>
                    <a:pt x="228600" y="144780"/>
                  </a:lnTo>
                  <a:lnTo>
                    <a:pt x="228600" y="138442"/>
                  </a:lnTo>
                  <a:close/>
                </a:path>
                <a:path w="228600" h="349250">
                  <a:moveTo>
                    <a:pt x="228600" y="135902"/>
                  </a:moveTo>
                  <a:lnTo>
                    <a:pt x="0" y="135902"/>
                  </a:lnTo>
                  <a:lnTo>
                    <a:pt x="0" y="138430"/>
                  </a:lnTo>
                  <a:lnTo>
                    <a:pt x="228600" y="138430"/>
                  </a:lnTo>
                  <a:lnTo>
                    <a:pt x="228600" y="135902"/>
                  </a:lnTo>
                  <a:close/>
                </a:path>
                <a:path w="228600" h="349250">
                  <a:moveTo>
                    <a:pt x="228600" y="132092"/>
                  </a:moveTo>
                  <a:lnTo>
                    <a:pt x="0" y="132092"/>
                  </a:lnTo>
                  <a:lnTo>
                    <a:pt x="0" y="135890"/>
                  </a:lnTo>
                  <a:lnTo>
                    <a:pt x="228600" y="135890"/>
                  </a:lnTo>
                  <a:lnTo>
                    <a:pt x="228600" y="132092"/>
                  </a:lnTo>
                  <a:close/>
                </a:path>
                <a:path w="228600" h="349250">
                  <a:moveTo>
                    <a:pt x="228600" y="129552"/>
                  </a:moveTo>
                  <a:lnTo>
                    <a:pt x="0" y="129552"/>
                  </a:lnTo>
                  <a:lnTo>
                    <a:pt x="0" y="132080"/>
                  </a:lnTo>
                  <a:lnTo>
                    <a:pt x="228600" y="132080"/>
                  </a:lnTo>
                  <a:lnTo>
                    <a:pt x="228600" y="129552"/>
                  </a:lnTo>
                  <a:close/>
                </a:path>
                <a:path w="228600" h="349250">
                  <a:moveTo>
                    <a:pt x="228600" y="125742"/>
                  </a:moveTo>
                  <a:lnTo>
                    <a:pt x="0" y="125742"/>
                  </a:lnTo>
                  <a:lnTo>
                    <a:pt x="0" y="129540"/>
                  </a:lnTo>
                  <a:lnTo>
                    <a:pt x="228600" y="129540"/>
                  </a:lnTo>
                  <a:lnTo>
                    <a:pt x="228600" y="125742"/>
                  </a:lnTo>
                  <a:close/>
                </a:path>
                <a:path w="228600" h="349250">
                  <a:moveTo>
                    <a:pt x="228600" y="123202"/>
                  </a:moveTo>
                  <a:lnTo>
                    <a:pt x="0" y="123202"/>
                  </a:lnTo>
                  <a:lnTo>
                    <a:pt x="0" y="125730"/>
                  </a:lnTo>
                  <a:lnTo>
                    <a:pt x="228600" y="125730"/>
                  </a:lnTo>
                  <a:lnTo>
                    <a:pt x="228600" y="123202"/>
                  </a:lnTo>
                  <a:close/>
                </a:path>
                <a:path w="228600" h="349250">
                  <a:moveTo>
                    <a:pt x="228600" y="116852"/>
                  </a:moveTo>
                  <a:lnTo>
                    <a:pt x="0" y="116852"/>
                  </a:lnTo>
                  <a:lnTo>
                    <a:pt x="0" y="123190"/>
                  </a:lnTo>
                  <a:lnTo>
                    <a:pt x="228600" y="123190"/>
                  </a:lnTo>
                  <a:lnTo>
                    <a:pt x="228600" y="116852"/>
                  </a:lnTo>
                  <a:close/>
                </a:path>
                <a:path w="228600" h="349250">
                  <a:moveTo>
                    <a:pt x="228600" y="110502"/>
                  </a:moveTo>
                  <a:lnTo>
                    <a:pt x="0" y="110502"/>
                  </a:lnTo>
                  <a:lnTo>
                    <a:pt x="0" y="116840"/>
                  </a:lnTo>
                  <a:lnTo>
                    <a:pt x="228600" y="116840"/>
                  </a:lnTo>
                  <a:lnTo>
                    <a:pt x="228600" y="110502"/>
                  </a:lnTo>
                  <a:close/>
                </a:path>
                <a:path w="228600" h="349250">
                  <a:moveTo>
                    <a:pt x="228600" y="104152"/>
                  </a:moveTo>
                  <a:lnTo>
                    <a:pt x="0" y="104152"/>
                  </a:lnTo>
                  <a:lnTo>
                    <a:pt x="0" y="110490"/>
                  </a:lnTo>
                  <a:lnTo>
                    <a:pt x="228600" y="110490"/>
                  </a:lnTo>
                  <a:lnTo>
                    <a:pt x="228600" y="104152"/>
                  </a:lnTo>
                  <a:close/>
                </a:path>
                <a:path w="228600" h="349250">
                  <a:moveTo>
                    <a:pt x="228600" y="100342"/>
                  </a:moveTo>
                  <a:lnTo>
                    <a:pt x="0" y="100342"/>
                  </a:lnTo>
                  <a:lnTo>
                    <a:pt x="0" y="104140"/>
                  </a:lnTo>
                  <a:lnTo>
                    <a:pt x="228600" y="104140"/>
                  </a:lnTo>
                  <a:lnTo>
                    <a:pt x="228600" y="100342"/>
                  </a:lnTo>
                  <a:close/>
                </a:path>
                <a:path w="228600" h="349250">
                  <a:moveTo>
                    <a:pt x="22860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28600" y="100330"/>
                  </a:lnTo>
                  <a:lnTo>
                    <a:pt x="228600" y="93992"/>
                  </a:lnTo>
                  <a:close/>
                </a:path>
                <a:path w="228600" h="349250">
                  <a:moveTo>
                    <a:pt x="22860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28600" y="93980"/>
                  </a:lnTo>
                  <a:lnTo>
                    <a:pt x="228600" y="87642"/>
                  </a:lnTo>
                  <a:close/>
                </a:path>
                <a:path w="228600" h="349250">
                  <a:moveTo>
                    <a:pt x="228600" y="78752"/>
                  </a:moveTo>
                  <a:lnTo>
                    <a:pt x="0" y="78752"/>
                  </a:lnTo>
                  <a:lnTo>
                    <a:pt x="0" y="87630"/>
                  </a:lnTo>
                  <a:lnTo>
                    <a:pt x="228600" y="87630"/>
                  </a:lnTo>
                  <a:lnTo>
                    <a:pt x="228600" y="78752"/>
                  </a:lnTo>
                  <a:close/>
                </a:path>
                <a:path w="228600" h="349250">
                  <a:moveTo>
                    <a:pt x="228600" y="74942"/>
                  </a:moveTo>
                  <a:lnTo>
                    <a:pt x="0" y="74942"/>
                  </a:lnTo>
                  <a:lnTo>
                    <a:pt x="0" y="78740"/>
                  </a:lnTo>
                  <a:lnTo>
                    <a:pt x="228600" y="78740"/>
                  </a:lnTo>
                  <a:lnTo>
                    <a:pt x="228600" y="74942"/>
                  </a:lnTo>
                  <a:close/>
                </a:path>
                <a:path w="228600" h="349250">
                  <a:moveTo>
                    <a:pt x="228600" y="72402"/>
                  </a:moveTo>
                  <a:lnTo>
                    <a:pt x="0" y="72402"/>
                  </a:lnTo>
                  <a:lnTo>
                    <a:pt x="0" y="74930"/>
                  </a:lnTo>
                  <a:lnTo>
                    <a:pt x="228600" y="74930"/>
                  </a:lnTo>
                  <a:lnTo>
                    <a:pt x="228600" y="72402"/>
                  </a:lnTo>
                  <a:close/>
                </a:path>
                <a:path w="228600" h="349250">
                  <a:moveTo>
                    <a:pt x="228600" y="66052"/>
                  </a:moveTo>
                  <a:lnTo>
                    <a:pt x="0" y="66052"/>
                  </a:lnTo>
                  <a:lnTo>
                    <a:pt x="0" y="72390"/>
                  </a:lnTo>
                  <a:lnTo>
                    <a:pt x="228600" y="72390"/>
                  </a:lnTo>
                  <a:lnTo>
                    <a:pt x="228600" y="66052"/>
                  </a:lnTo>
                  <a:close/>
                </a:path>
                <a:path w="228600" h="349250">
                  <a:moveTo>
                    <a:pt x="228600" y="59702"/>
                  </a:moveTo>
                  <a:lnTo>
                    <a:pt x="0" y="59702"/>
                  </a:lnTo>
                  <a:lnTo>
                    <a:pt x="0" y="66040"/>
                  </a:lnTo>
                  <a:lnTo>
                    <a:pt x="228600" y="66040"/>
                  </a:lnTo>
                  <a:lnTo>
                    <a:pt x="228600" y="59702"/>
                  </a:lnTo>
                  <a:close/>
                </a:path>
                <a:path w="228600" h="349250">
                  <a:moveTo>
                    <a:pt x="228600" y="53352"/>
                  </a:moveTo>
                  <a:lnTo>
                    <a:pt x="0" y="53352"/>
                  </a:lnTo>
                  <a:lnTo>
                    <a:pt x="0" y="59690"/>
                  </a:lnTo>
                  <a:lnTo>
                    <a:pt x="228600" y="59690"/>
                  </a:lnTo>
                  <a:lnTo>
                    <a:pt x="228600" y="53352"/>
                  </a:lnTo>
                  <a:close/>
                </a:path>
                <a:path w="228600" h="349250">
                  <a:moveTo>
                    <a:pt x="228600" y="49542"/>
                  </a:moveTo>
                  <a:lnTo>
                    <a:pt x="0" y="49542"/>
                  </a:lnTo>
                  <a:lnTo>
                    <a:pt x="0" y="53340"/>
                  </a:lnTo>
                  <a:lnTo>
                    <a:pt x="228600" y="53340"/>
                  </a:lnTo>
                  <a:lnTo>
                    <a:pt x="228600" y="49542"/>
                  </a:lnTo>
                  <a:close/>
                </a:path>
                <a:path w="228600" h="349250">
                  <a:moveTo>
                    <a:pt x="22860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28600" y="49530"/>
                  </a:lnTo>
                  <a:lnTo>
                    <a:pt x="228600" y="43192"/>
                  </a:lnTo>
                  <a:close/>
                </a:path>
                <a:path w="228600" h="349250">
                  <a:moveTo>
                    <a:pt x="22860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28600" y="43180"/>
                  </a:lnTo>
                  <a:lnTo>
                    <a:pt x="228600" y="36842"/>
                  </a:lnTo>
                  <a:close/>
                </a:path>
                <a:path w="228600" h="349250">
                  <a:moveTo>
                    <a:pt x="22860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28600" y="36830"/>
                  </a:lnTo>
                  <a:lnTo>
                    <a:pt x="228600" y="30492"/>
                  </a:lnTo>
                  <a:close/>
                </a:path>
                <a:path w="228600" h="349250">
                  <a:moveTo>
                    <a:pt x="228600" y="27952"/>
                  </a:moveTo>
                  <a:lnTo>
                    <a:pt x="0" y="27952"/>
                  </a:lnTo>
                  <a:lnTo>
                    <a:pt x="0" y="30480"/>
                  </a:lnTo>
                  <a:lnTo>
                    <a:pt x="228600" y="30480"/>
                  </a:lnTo>
                  <a:lnTo>
                    <a:pt x="228600" y="27952"/>
                  </a:lnTo>
                  <a:close/>
                </a:path>
                <a:path w="228600" h="349250">
                  <a:moveTo>
                    <a:pt x="228600" y="24142"/>
                  </a:moveTo>
                  <a:lnTo>
                    <a:pt x="0" y="24142"/>
                  </a:lnTo>
                  <a:lnTo>
                    <a:pt x="0" y="27940"/>
                  </a:lnTo>
                  <a:lnTo>
                    <a:pt x="228600" y="27940"/>
                  </a:lnTo>
                  <a:lnTo>
                    <a:pt x="228600" y="24142"/>
                  </a:lnTo>
                  <a:close/>
                </a:path>
                <a:path w="228600" h="349250">
                  <a:moveTo>
                    <a:pt x="228600" y="15252"/>
                  </a:moveTo>
                  <a:lnTo>
                    <a:pt x="0" y="15252"/>
                  </a:lnTo>
                  <a:lnTo>
                    <a:pt x="0" y="24130"/>
                  </a:lnTo>
                  <a:lnTo>
                    <a:pt x="228600" y="24130"/>
                  </a:lnTo>
                  <a:lnTo>
                    <a:pt x="228600" y="15252"/>
                  </a:lnTo>
                  <a:close/>
                </a:path>
                <a:path w="228600" h="349250">
                  <a:moveTo>
                    <a:pt x="22860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228600" y="15240"/>
                  </a:lnTo>
                  <a:lnTo>
                    <a:pt x="228600" y="8902"/>
                  </a:lnTo>
                  <a:close/>
                </a:path>
                <a:path w="228600" h="349250">
                  <a:moveTo>
                    <a:pt x="22860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228600" y="8890"/>
                  </a:lnTo>
                  <a:lnTo>
                    <a:pt x="228600" y="2552"/>
                  </a:lnTo>
                  <a:close/>
                </a:path>
                <a:path w="228600" h="349250">
                  <a:moveTo>
                    <a:pt x="22860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28600" y="2540"/>
                  </a:lnTo>
                  <a:lnTo>
                    <a:pt x="228600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4377690" y="5561329"/>
              <a:ext cx="228600" cy="349250"/>
            </a:xfrm>
            <a:custGeom>
              <a:avLst/>
              <a:gdLst/>
              <a:ahLst/>
              <a:cxnLst/>
              <a:rect l="l" t="t" r="r" b="b"/>
              <a:pathLst>
                <a:path w="228600" h="349250">
                  <a:moveTo>
                    <a:pt x="228600" y="347992"/>
                  </a:moveTo>
                  <a:lnTo>
                    <a:pt x="0" y="347992"/>
                  </a:lnTo>
                  <a:lnTo>
                    <a:pt x="0" y="349250"/>
                  </a:lnTo>
                  <a:lnTo>
                    <a:pt x="228600" y="349250"/>
                  </a:lnTo>
                  <a:lnTo>
                    <a:pt x="228600" y="347992"/>
                  </a:lnTo>
                  <a:close/>
                </a:path>
                <a:path w="228600" h="349250">
                  <a:moveTo>
                    <a:pt x="228600" y="345452"/>
                  </a:moveTo>
                  <a:lnTo>
                    <a:pt x="0" y="345452"/>
                  </a:lnTo>
                  <a:lnTo>
                    <a:pt x="0" y="347980"/>
                  </a:lnTo>
                  <a:lnTo>
                    <a:pt x="228600" y="347980"/>
                  </a:lnTo>
                  <a:lnTo>
                    <a:pt x="228600" y="345452"/>
                  </a:lnTo>
                  <a:close/>
                </a:path>
                <a:path w="228600" h="349250">
                  <a:moveTo>
                    <a:pt x="228600" y="341642"/>
                  </a:moveTo>
                  <a:lnTo>
                    <a:pt x="0" y="341642"/>
                  </a:lnTo>
                  <a:lnTo>
                    <a:pt x="0" y="345440"/>
                  </a:lnTo>
                  <a:lnTo>
                    <a:pt x="228600" y="345440"/>
                  </a:lnTo>
                  <a:lnTo>
                    <a:pt x="228600" y="341642"/>
                  </a:lnTo>
                  <a:close/>
                </a:path>
                <a:path w="228600" h="349250">
                  <a:moveTo>
                    <a:pt x="228600" y="339102"/>
                  </a:moveTo>
                  <a:lnTo>
                    <a:pt x="0" y="339102"/>
                  </a:lnTo>
                  <a:lnTo>
                    <a:pt x="0" y="341630"/>
                  </a:lnTo>
                  <a:lnTo>
                    <a:pt x="228600" y="341630"/>
                  </a:lnTo>
                  <a:lnTo>
                    <a:pt x="228600" y="339102"/>
                  </a:lnTo>
                  <a:close/>
                </a:path>
                <a:path w="228600" h="349250">
                  <a:moveTo>
                    <a:pt x="228600" y="326402"/>
                  </a:moveTo>
                  <a:lnTo>
                    <a:pt x="0" y="326402"/>
                  </a:lnTo>
                  <a:lnTo>
                    <a:pt x="0" y="339090"/>
                  </a:lnTo>
                  <a:lnTo>
                    <a:pt x="228600" y="339090"/>
                  </a:lnTo>
                  <a:lnTo>
                    <a:pt x="228600" y="326402"/>
                  </a:lnTo>
                  <a:close/>
                </a:path>
                <a:path w="228600" h="349250">
                  <a:moveTo>
                    <a:pt x="228600" y="320052"/>
                  </a:moveTo>
                  <a:lnTo>
                    <a:pt x="0" y="320052"/>
                  </a:lnTo>
                  <a:lnTo>
                    <a:pt x="0" y="326390"/>
                  </a:lnTo>
                  <a:lnTo>
                    <a:pt x="228600" y="326390"/>
                  </a:lnTo>
                  <a:lnTo>
                    <a:pt x="228600" y="320052"/>
                  </a:lnTo>
                  <a:close/>
                </a:path>
                <a:path w="228600" h="349250">
                  <a:moveTo>
                    <a:pt x="228600" y="316242"/>
                  </a:moveTo>
                  <a:lnTo>
                    <a:pt x="0" y="316242"/>
                  </a:lnTo>
                  <a:lnTo>
                    <a:pt x="0" y="320040"/>
                  </a:lnTo>
                  <a:lnTo>
                    <a:pt x="228600" y="320040"/>
                  </a:lnTo>
                  <a:lnTo>
                    <a:pt x="228600" y="316242"/>
                  </a:lnTo>
                  <a:close/>
                </a:path>
                <a:path w="228600" h="349250">
                  <a:moveTo>
                    <a:pt x="228600" y="309892"/>
                  </a:moveTo>
                  <a:lnTo>
                    <a:pt x="0" y="309892"/>
                  </a:lnTo>
                  <a:lnTo>
                    <a:pt x="0" y="316230"/>
                  </a:lnTo>
                  <a:lnTo>
                    <a:pt x="228600" y="316230"/>
                  </a:lnTo>
                  <a:lnTo>
                    <a:pt x="228600" y="309892"/>
                  </a:lnTo>
                  <a:close/>
                </a:path>
                <a:path w="228600" h="349250">
                  <a:moveTo>
                    <a:pt x="228600" y="303542"/>
                  </a:moveTo>
                  <a:lnTo>
                    <a:pt x="0" y="303542"/>
                  </a:lnTo>
                  <a:lnTo>
                    <a:pt x="0" y="309880"/>
                  </a:lnTo>
                  <a:lnTo>
                    <a:pt x="228600" y="309880"/>
                  </a:lnTo>
                  <a:lnTo>
                    <a:pt x="228600" y="303542"/>
                  </a:lnTo>
                  <a:close/>
                </a:path>
                <a:path w="228600" h="349250">
                  <a:moveTo>
                    <a:pt x="228600" y="297192"/>
                  </a:moveTo>
                  <a:lnTo>
                    <a:pt x="0" y="297192"/>
                  </a:lnTo>
                  <a:lnTo>
                    <a:pt x="0" y="303530"/>
                  </a:lnTo>
                  <a:lnTo>
                    <a:pt x="228600" y="303530"/>
                  </a:lnTo>
                  <a:lnTo>
                    <a:pt x="228600" y="297192"/>
                  </a:lnTo>
                  <a:close/>
                </a:path>
                <a:path w="228600" h="349250">
                  <a:moveTo>
                    <a:pt x="228600" y="294652"/>
                  </a:moveTo>
                  <a:lnTo>
                    <a:pt x="0" y="294652"/>
                  </a:lnTo>
                  <a:lnTo>
                    <a:pt x="0" y="297180"/>
                  </a:lnTo>
                  <a:lnTo>
                    <a:pt x="228600" y="297180"/>
                  </a:lnTo>
                  <a:lnTo>
                    <a:pt x="228600" y="294652"/>
                  </a:lnTo>
                  <a:close/>
                </a:path>
                <a:path w="228600" h="349250">
                  <a:moveTo>
                    <a:pt x="228600" y="290842"/>
                  </a:moveTo>
                  <a:lnTo>
                    <a:pt x="0" y="290842"/>
                  </a:lnTo>
                  <a:lnTo>
                    <a:pt x="0" y="294640"/>
                  </a:lnTo>
                  <a:lnTo>
                    <a:pt x="228600" y="294640"/>
                  </a:lnTo>
                  <a:lnTo>
                    <a:pt x="228600" y="290842"/>
                  </a:lnTo>
                  <a:close/>
                </a:path>
                <a:path w="228600" h="349250">
                  <a:moveTo>
                    <a:pt x="228600" y="288302"/>
                  </a:moveTo>
                  <a:lnTo>
                    <a:pt x="0" y="288302"/>
                  </a:lnTo>
                  <a:lnTo>
                    <a:pt x="0" y="290830"/>
                  </a:lnTo>
                  <a:lnTo>
                    <a:pt x="228600" y="290830"/>
                  </a:lnTo>
                  <a:lnTo>
                    <a:pt x="228600" y="288302"/>
                  </a:lnTo>
                  <a:close/>
                </a:path>
                <a:path w="228600" h="349250">
                  <a:moveTo>
                    <a:pt x="228600" y="281952"/>
                  </a:moveTo>
                  <a:lnTo>
                    <a:pt x="0" y="281952"/>
                  </a:lnTo>
                  <a:lnTo>
                    <a:pt x="0" y="288290"/>
                  </a:lnTo>
                  <a:lnTo>
                    <a:pt x="228600" y="288290"/>
                  </a:lnTo>
                  <a:lnTo>
                    <a:pt x="228600" y="281952"/>
                  </a:lnTo>
                  <a:close/>
                </a:path>
                <a:path w="228600" h="349250">
                  <a:moveTo>
                    <a:pt x="228600" y="275602"/>
                  </a:moveTo>
                  <a:lnTo>
                    <a:pt x="0" y="275602"/>
                  </a:lnTo>
                  <a:lnTo>
                    <a:pt x="0" y="281940"/>
                  </a:lnTo>
                  <a:lnTo>
                    <a:pt x="228600" y="281940"/>
                  </a:lnTo>
                  <a:lnTo>
                    <a:pt x="228600" y="275602"/>
                  </a:lnTo>
                  <a:close/>
                </a:path>
                <a:path w="228600" h="349250">
                  <a:moveTo>
                    <a:pt x="228600" y="269252"/>
                  </a:moveTo>
                  <a:lnTo>
                    <a:pt x="0" y="269252"/>
                  </a:lnTo>
                  <a:lnTo>
                    <a:pt x="0" y="275590"/>
                  </a:lnTo>
                  <a:lnTo>
                    <a:pt x="228600" y="275590"/>
                  </a:lnTo>
                  <a:lnTo>
                    <a:pt x="228600" y="269252"/>
                  </a:lnTo>
                  <a:close/>
                </a:path>
                <a:path w="228600" h="349250">
                  <a:moveTo>
                    <a:pt x="228600" y="265442"/>
                  </a:moveTo>
                  <a:lnTo>
                    <a:pt x="0" y="265442"/>
                  </a:lnTo>
                  <a:lnTo>
                    <a:pt x="0" y="269240"/>
                  </a:lnTo>
                  <a:lnTo>
                    <a:pt x="228600" y="269240"/>
                  </a:lnTo>
                  <a:lnTo>
                    <a:pt x="228600" y="265442"/>
                  </a:lnTo>
                  <a:close/>
                </a:path>
                <a:path w="228600" h="349250">
                  <a:moveTo>
                    <a:pt x="228600" y="259092"/>
                  </a:moveTo>
                  <a:lnTo>
                    <a:pt x="0" y="259092"/>
                  </a:lnTo>
                  <a:lnTo>
                    <a:pt x="0" y="265430"/>
                  </a:lnTo>
                  <a:lnTo>
                    <a:pt x="228600" y="265430"/>
                  </a:lnTo>
                  <a:lnTo>
                    <a:pt x="228600" y="259092"/>
                  </a:lnTo>
                  <a:close/>
                </a:path>
                <a:path w="228600" h="349250">
                  <a:moveTo>
                    <a:pt x="228600" y="252742"/>
                  </a:moveTo>
                  <a:lnTo>
                    <a:pt x="0" y="252742"/>
                  </a:lnTo>
                  <a:lnTo>
                    <a:pt x="0" y="259080"/>
                  </a:lnTo>
                  <a:lnTo>
                    <a:pt x="228600" y="259080"/>
                  </a:lnTo>
                  <a:lnTo>
                    <a:pt x="228600" y="252742"/>
                  </a:lnTo>
                  <a:close/>
                </a:path>
                <a:path w="228600" h="349250">
                  <a:moveTo>
                    <a:pt x="228600" y="246392"/>
                  </a:moveTo>
                  <a:lnTo>
                    <a:pt x="0" y="246392"/>
                  </a:lnTo>
                  <a:lnTo>
                    <a:pt x="0" y="252730"/>
                  </a:lnTo>
                  <a:lnTo>
                    <a:pt x="228600" y="252730"/>
                  </a:lnTo>
                  <a:lnTo>
                    <a:pt x="228600" y="246392"/>
                  </a:lnTo>
                  <a:close/>
                </a:path>
                <a:path w="228600" h="349250">
                  <a:moveTo>
                    <a:pt x="22860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228600" y="246380"/>
                  </a:lnTo>
                  <a:lnTo>
                    <a:pt x="228600" y="243852"/>
                  </a:lnTo>
                  <a:close/>
                </a:path>
                <a:path w="228600" h="349250">
                  <a:moveTo>
                    <a:pt x="22860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228600" y="243840"/>
                  </a:lnTo>
                  <a:lnTo>
                    <a:pt x="228600" y="240042"/>
                  </a:lnTo>
                  <a:close/>
                </a:path>
                <a:path w="228600" h="349250">
                  <a:moveTo>
                    <a:pt x="22860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228600" y="240030"/>
                  </a:lnTo>
                  <a:lnTo>
                    <a:pt x="228600" y="237502"/>
                  </a:lnTo>
                  <a:close/>
                </a:path>
                <a:path w="228600" h="349250">
                  <a:moveTo>
                    <a:pt x="22860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228600" y="237490"/>
                  </a:lnTo>
                  <a:lnTo>
                    <a:pt x="228600" y="233692"/>
                  </a:lnTo>
                  <a:close/>
                </a:path>
                <a:path w="228600" h="349250">
                  <a:moveTo>
                    <a:pt x="22860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228600" y="233680"/>
                  </a:lnTo>
                  <a:lnTo>
                    <a:pt x="228600" y="231152"/>
                  </a:lnTo>
                  <a:close/>
                </a:path>
                <a:path w="228600" h="349250">
                  <a:moveTo>
                    <a:pt x="228600" y="224802"/>
                  </a:moveTo>
                  <a:lnTo>
                    <a:pt x="0" y="224802"/>
                  </a:lnTo>
                  <a:lnTo>
                    <a:pt x="0" y="231140"/>
                  </a:lnTo>
                  <a:lnTo>
                    <a:pt x="228600" y="231140"/>
                  </a:lnTo>
                  <a:lnTo>
                    <a:pt x="228600" y="224802"/>
                  </a:lnTo>
                  <a:close/>
                </a:path>
                <a:path w="228600" h="349250">
                  <a:moveTo>
                    <a:pt x="228600" y="218452"/>
                  </a:moveTo>
                  <a:lnTo>
                    <a:pt x="0" y="218452"/>
                  </a:lnTo>
                  <a:lnTo>
                    <a:pt x="0" y="224790"/>
                  </a:lnTo>
                  <a:lnTo>
                    <a:pt x="228600" y="224790"/>
                  </a:lnTo>
                  <a:lnTo>
                    <a:pt x="228600" y="218452"/>
                  </a:lnTo>
                  <a:close/>
                </a:path>
                <a:path w="228600" h="349250">
                  <a:moveTo>
                    <a:pt x="228600" y="212102"/>
                  </a:moveTo>
                  <a:lnTo>
                    <a:pt x="0" y="212102"/>
                  </a:lnTo>
                  <a:lnTo>
                    <a:pt x="0" y="218440"/>
                  </a:lnTo>
                  <a:lnTo>
                    <a:pt x="228600" y="218440"/>
                  </a:lnTo>
                  <a:lnTo>
                    <a:pt x="228600" y="212102"/>
                  </a:lnTo>
                  <a:close/>
                </a:path>
                <a:path w="228600" h="349250">
                  <a:moveTo>
                    <a:pt x="228600" y="208292"/>
                  </a:moveTo>
                  <a:lnTo>
                    <a:pt x="0" y="208292"/>
                  </a:lnTo>
                  <a:lnTo>
                    <a:pt x="0" y="212090"/>
                  </a:lnTo>
                  <a:lnTo>
                    <a:pt x="228600" y="212090"/>
                  </a:lnTo>
                  <a:lnTo>
                    <a:pt x="228600" y="208292"/>
                  </a:lnTo>
                  <a:close/>
                </a:path>
                <a:path w="228600" h="349250">
                  <a:moveTo>
                    <a:pt x="228600" y="201942"/>
                  </a:moveTo>
                  <a:lnTo>
                    <a:pt x="0" y="201942"/>
                  </a:lnTo>
                  <a:lnTo>
                    <a:pt x="0" y="208280"/>
                  </a:lnTo>
                  <a:lnTo>
                    <a:pt x="228600" y="208280"/>
                  </a:lnTo>
                  <a:lnTo>
                    <a:pt x="228600" y="201942"/>
                  </a:lnTo>
                  <a:close/>
                </a:path>
                <a:path w="228600" h="349250">
                  <a:moveTo>
                    <a:pt x="228600" y="195592"/>
                  </a:moveTo>
                  <a:lnTo>
                    <a:pt x="0" y="195592"/>
                  </a:lnTo>
                  <a:lnTo>
                    <a:pt x="0" y="201930"/>
                  </a:lnTo>
                  <a:lnTo>
                    <a:pt x="228600" y="201930"/>
                  </a:lnTo>
                  <a:lnTo>
                    <a:pt x="228600" y="195592"/>
                  </a:lnTo>
                  <a:close/>
                </a:path>
                <a:path w="228600" h="349250">
                  <a:moveTo>
                    <a:pt x="22860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28600" y="195580"/>
                  </a:lnTo>
                  <a:lnTo>
                    <a:pt x="228600" y="189242"/>
                  </a:lnTo>
                  <a:close/>
                </a:path>
                <a:path w="228600" h="349250">
                  <a:moveTo>
                    <a:pt x="228600" y="186702"/>
                  </a:moveTo>
                  <a:lnTo>
                    <a:pt x="0" y="186702"/>
                  </a:lnTo>
                  <a:lnTo>
                    <a:pt x="0" y="189230"/>
                  </a:lnTo>
                  <a:lnTo>
                    <a:pt x="228600" y="189230"/>
                  </a:lnTo>
                  <a:lnTo>
                    <a:pt x="228600" y="186702"/>
                  </a:lnTo>
                  <a:close/>
                </a:path>
                <a:path w="228600" h="349250">
                  <a:moveTo>
                    <a:pt x="228600" y="182892"/>
                  </a:moveTo>
                  <a:lnTo>
                    <a:pt x="0" y="182892"/>
                  </a:lnTo>
                  <a:lnTo>
                    <a:pt x="0" y="186690"/>
                  </a:lnTo>
                  <a:lnTo>
                    <a:pt x="228600" y="186690"/>
                  </a:lnTo>
                  <a:lnTo>
                    <a:pt x="228600" y="182892"/>
                  </a:lnTo>
                  <a:close/>
                </a:path>
                <a:path w="228600" h="349250">
                  <a:moveTo>
                    <a:pt x="228600" y="180352"/>
                  </a:moveTo>
                  <a:lnTo>
                    <a:pt x="0" y="180352"/>
                  </a:lnTo>
                  <a:lnTo>
                    <a:pt x="0" y="182880"/>
                  </a:lnTo>
                  <a:lnTo>
                    <a:pt x="228600" y="182880"/>
                  </a:lnTo>
                  <a:lnTo>
                    <a:pt x="228600" y="180352"/>
                  </a:lnTo>
                  <a:close/>
                </a:path>
                <a:path w="228600" h="349250">
                  <a:moveTo>
                    <a:pt x="228600" y="174002"/>
                  </a:moveTo>
                  <a:lnTo>
                    <a:pt x="0" y="174002"/>
                  </a:lnTo>
                  <a:lnTo>
                    <a:pt x="0" y="180340"/>
                  </a:lnTo>
                  <a:lnTo>
                    <a:pt x="228600" y="180340"/>
                  </a:lnTo>
                  <a:lnTo>
                    <a:pt x="228600" y="174002"/>
                  </a:lnTo>
                  <a:close/>
                </a:path>
                <a:path w="228600" h="349250">
                  <a:moveTo>
                    <a:pt x="228600" y="167652"/>
                  </a:moveTo>
                  <a:lnTo>
                    <a:pt x="0" y="167652"/>
                  </a:lnTo>
                  <a:lnTo>
                    <a:pt x="0" y="173990"/>
                  </a:lnTo>
                  <a:lnTo>
                    <a:pt x="228600" y="173990"/>
                  </a:lnTo>
                  <a:lnTo>
                    <a:pt x="228600" y="167652"/>
                  </a:lnTo>
                  <a:close/>
                </a:path>
                <a:path w="228600" h="349250">
                  <a:moveTo>
                    <a:pt x="228600" y="161302"/>
                  </a:moveTo>
                  <a:lnTo>
                    <a:pt x="0" y="161302"/>
                  </a:lnTo>
                  <a:lnTo>
                    <a:pt x="0" y="167640"/>
                  </a:lnTo>
                  <a:lnTo>
                    <a:pt x="228600" y="167640"/>
                  </a:lnTo>
                  <a:lnTo>
                    <a:pt x="228600" y="161302"/>
                  </a:lnTo>
                  <a:close/>
                </a:path>
                <a:path w="228600" h="349250">
                  <a:moveTo>
                    <a:pt x="228600" y="157492"/>
                  </a:moveTo>
                  <a:lnTo>
                    <a:pt x="0" y="157492"/>
                  </a:lnTo>
                  <a:lnTo>
                    <a:pt x="0" y="161290"/>
                  </a:lnTo>
                  <a:lnTo>
                    <a:pt x="228600" y="161290"/>
                  </a:lnTo>
                  <a:lnTo>
                    <a:pt x="228600" y="157492"/>
                  </a:lnTo>
                  <a:close/>
                </a:path>
                <a:path w="228600" h="349250">
                  <a:moveTo>
                    <a:pt x="22860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28600" y="157480"/>
                  </a:lnTo>
                  <a:lnTo>
                    <a:pt x="228600" y="151142"/>
                  </a:lnTo>
                  <a:close/>
                </a:path>
                <a:path w="228600" h="349250">
                  <a:moveTo>
                    <a:pt x="228600" y="144792"/>
                  </a:moveTo>
                  <a:lnTo>
                    <a:pt x="0" y="144792"/>
                  </a:lnTo>
                  <a:lnTo>
                    <a:pt x="0" y="151130"/>
                  </a:lnTo>
                  <a:lnTo>
                    <a:pt x="228600" y="151130"/>
                  </a:lnTo>
                  <a:lnTo>
                    <a:pt x="228600" y="144792"/>
                  </a:lnTo>
                  <a:close/>
                </a:path>
                <a:path w="228600" h="349250">
                  <a:moveTo>
                    <a:pt x="228600" y="138442"/>
                  </a:moveTo>
                  <a:lnTo>
                    <a:pt x="0" y="138442"/>
                  </a:lnTo>
                  <a:lnTo>
                    <a:pt x="0" y="144780"/>
                  </a:lnTo>
                  <a:lnTo>
                    <a:pt x="228600" y="144780"/>
                  </a:lnTo>
                  <a:lnTo>
                    <a:pt x="228600" y="138442"/>
                  </a:lnTo>
                  <a:close/>
                </a:path>
                <a:path w="228600" h="349250">
                  <a:moveTo>
                    <a:pt x="228600" y="135902"/>
                  </a:moveTo>
                  <a:lnTo>
                    <a:pt x="0" y="135902"/>
                  </a:lnTo>
                  <a:lnTo>
                    <a:pt x="0" y="138430"/>
                  </a:lnTo>
                  <a:lnTo>
                    <a:pt x="228600" y="138430"/>
                  </a:lnTo>
                  <a:lnTo>
                    <a:pt x="228600" y="135902"/>
                  </a:lnTo>
                  <a:close/>
                </a:path>
                <a:path w="228600" h="349250">
                  <a:moveTo>
                    <a:pt x="228600" y="132092"/>
                  </a:moveTo>
                  <a:lnTo>
                    <a:pt x="0" y="132092"/>
                  </a:lnTo>
                  <a:lnTo>
                    <a:pt x="0" y="135890"/>
                  </a:lnTo>
                  <a:lnTo>
                    <a:pt x="228600" y="135890"/>
                  </a:lnTo>
                  <a:lnTo>
                    <a:pt x="228600" y="132092"/>
                  </a:lnTo>
                  <a:close/>
                </a:path>
                <a:path w="228600" h="349250">
                  <a:moveTo>
                    <a:pt x="228600" y="129552"/>
                  </a:moveTo>
                  <a:lnTo>
                    <a:pt x="0" y="129552"/>
                  </a:lnTo>
                  <a:lnTo>
                    <a:pt x="0" y="132080"/>
                  </a:lnTo>
                  <a:lnTo>
                    <a:pt x="228600" y="132080"/>
                  </a:lnTo>
                  <a:lnTo>
                    <a:pt x="228600" y="129552"/>
                  </a:lnTo>
                  <a:close/>
                </a:path>
                <a:path w="228600" h="349250">
                  <a:moveTo>
                    <a:pt x="228600" y="125742"/>
                  </a:moveTo>
                  <a:lnTo>
                    <a:pt x="0" y="125742"/>
                  </a:lnTo>
                  <a:lnTo>
                    <a:pt x="0" y="129540"/>
                  </a:lnTo>
                  <a:lnTo>
                    <a:pt x="228600" y="129540"/>
                  </a:lnTo>
                  <a:lnTo>
                    <a:pt x="228600" y="125742"/>
                  </a:lnTo>
                  <a:close/>
                </a:path>
                <a:path w="228600" h="349250">
                  <a:moveTo>
                    <a:pt x="228600" y="123202"/>
                  </a:moveTo>
                  <a:lnTo>
                    <a:pt x="0" y="123202"/>
                  </a:lnTo>
                  <a:lnTo>
                    <a:pt x="0" y="125730"/>
                  </a:lnTo>
                  <a:lnTo>
                    <a:pt x="228600" y="125730"/>
                  </a:lnTo>
                  <a:lnTo>
                    <a:pt x="228600" y="123202"/>
                  </a:lnTo>
                  <a:close/>
                </a:path>
                <a:path w="228600" h="349250">
                  <a:moveTo>
                    <a:pt x="228600" y="116852"/>
                  </a:moveTo>
                  <a:lnTo>
                    <a:pt x="0" y="116852"/>
                  </a:lnTo>
                  <a:lnTo>
                    <a:pt x="0" y="123190"/>
                  </a:lnTo>
                  <a:lnTo>
                    <a:pt x="228600" y="123190"/>
                  </a:lnTo>
                  <a:lnTo>
                    <a:pt x="228600" y="116852"/>
                  </a:lnTo>
                  <a:close/>
                </a:path>
                <a:path w="228600" h="349250">
                  <a:moveTo>
                    <a:pt x="228600" y="110502"/>
                  </a:moveTo>
                  <a:lnTo>
                    <a:pt x="0" y="110502"/>
                  </a:lnTo>
                  <a:lnTo>
                    <a:pt x="0" y="116840"/>
                  </a:lnTo>
                  <a:lnTo>
                    <a:pt x="228600" y="116840"/>
                  </a:lnTo>
                  <a:lnTo>
                    <a:pt x="228600" y="110502"/>
                  </a:lnTo>
                  <a:close/>
                </a:path>
                <a:path w="228600" h="349250">
                  <a:moveTo>
                    <a:pt x="228600" y="104152"/>
                  </a:moveTo>
                  <a:lnTo>
                    <a:pt x="0" y="104152"/>
                  </a:lnTo>
                  <a:lnTo>
                    <a:pt x="0" y="110490"/>
                  </a:lnTo>
                  <a:lnTo>
                    <a:pt x="228600" y="110490"/>
                  </a:lnTo>
                  <a:lnTo>
                    <a:pt x="228600" y="104152"/>
                  </a:lnTo>
                  <a:close/>
                </a:path>
                <a:path w="228600" h="349250">
                  <a:moveTo>
                    <a:pt x="228600" y="100342"/>
                  </a:moveTo>
                  <a:lnTo>
                    <a:pt x="0" y="100342"/>
                  </a:lnTo>
                  <a:lnTo>
                    <a:pt x="0" y="104140"/>
                  </a:lnTo>
                  <a:lnTo>
                    <a:pt x="228600" y="104140"/>
                  </a:lnTo>
                  <a:lnTo>
                    <a:pt x="228600" y="100342"/>
                  </a:lnTo>
                  <a:close/>
                </a:path>
                <a:path w="228600" h="349250">
                  <a:moveTo>
                    <a:pt x="22860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28600" y="100330"/>
                  </a:lnTo>
                  <a:lnTo>
                    <a:pt x="228600" y="93992"/>
                  </a:lnTo>
                  <a:close/>
                </a:path>
                <a:path w="228600" h="349250">
                  <a:moveTo>
                    <a:pt x="22860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28600" y="93980"/>
                  </a:lnTo>
                  <a:lnTo>
                    <a:pt x="228600" y="87642"/>
                  </a:lnTo>
                  <a:close/>
                </a:path>
                <a:path w="228600" h="349250">
                  <a:moveTo>
                    <a:pt x="228600" y="78752"/>
                  </a:moveTo>
                  <a:lnTo>
                    <a:pt x="0" y="78752"/>
                  </a:lnTo>
                  <a:lnTo>
                    <a:pt x="0" y="87630"/>
                  </a:lnTo>
                  <a:lnTo>
                    <a:pt x="228600" y="87630"/>
                  </a:lnTo>
                  <a:lnTo>
                    <a:pt x="228600" y="78752"/>
                  </a:lnTo>
                  <a:close/>
                </a:path>
                <a:path w="228600" h="349250">
                  <a:moveTo>
                    <a:pt x="228600" y="74942"/>
                  </a:moveTo>
                  <a:lnTo>
                    <a:pt x="0" y="74942"/>
                  </a:lnTo>
                  <a:lnTo>
                    <a:pt x="0" y="78740"/>
                  </a:lnTo>
                  <a:lnTo>
                    <a:pt x="228600" y="78740"/>
                  </a:lnTo>
                  <a:lnTo>
                    <a:pt x="228600" y="74942"/>
                  </a:lnTo>
                  <a:close/>
                </a:path>
                <a:path w="228600" h="349250">
                  <a:moveTo>
                    <a:pt x="228600" y="72402"/>
                  </a:moveTo>
                  <a:lnTo>
                    <a:pt x="0" y="72402"/>
                  </a:lnTo>
                  <a:lnTo>
                    <a:pt x="0" y="74930"/>
                  </a:lnTo>
                  <a:lnTo>
                    <a:pt x="228600" y="74930"/>
                  </a:lnTo>
                  <a:lnTo>
                    <a:pt x="228600" y="72402"/>
                  </a:lnTo>
                  <a:close/>
                </a:path>
                <a:path w="228600" h="349250">
                  <a:moveTo>
                    <a:pt x="228600" y="66052"/>
                  </a:moveTo>
                  <a:lnTo>
                    <a:pt x="0" y="66052"/>
                  </a:lnTo>
                  <a:lnTo>
                    <a:pt x="0" y="72390"/>
                  </a:lnTo>
                  <a:lnTo>
                    <a:pt x="228600" y="72390"/>
                  </a:lnTo>
                  <a:lnTo>
                    <a:pt x="228600" y="66052"/>
                  </a:lnTo>
                  <a:close/>
                </a:path>
                <a:path w="228600" h="349250">
                  <a:moveTo>
                    <a:pt x="228600" y="59702"/>
                  </a:moveTo>
                  <a:lnTo>
                    <a:pt x="0" y="59702"/>
                  </a:lnTo>
                  <a:lnTo>
                    <a:pt x="0" y="66040"/>
                  </a:lnTo>
                  <a:lnTo>
                    <a:pt x="228600" y="66040"/>
                  </a:lnTo>
                  <a:lnTo>
                    <a:pt x="228600" y="59702"/>
                  </a:lnTo>
                  <a:close/>
                </a:path>
                <a:path w="228600" h="349250">
                  <a:moveTo>
                    <a:pt x="228600" y="53352"/>
                  </a:moveTo>
                  <a:lnTo>
                    <a:pt x="0" y="53352"/>
                  </a:lnTo>
                  <a:lnTo>
                    <a:pt x="0" y="59690"/>
                  </a:lnTo>
                  <a:lnTo>
                    <a:pt x="228600" y="59690"/>
                  </a:lnTo>
                  <a:lnTo>
                    <a:pt x="228600" y="53352"/>
                  </a:lnTo>
                  <a:close/>
                </a:path>
                <a:path w="228600" h="349250">
                  <a:moveTo>
                    <a:pt x="228600" y="49542"/>
                  </a:moveTo>
                  <a:lnTo>
                    <a:pt x="0" y="49542"/>
                  </a:lnTo>
                  <a:lnTo>
                    <a:pt x="0" y="53340"/>
                  </a:lnTo>
                  <a:lnTo>
                    <a:pt x="228600" y="53340"/>
                  </a:lnTo>
                  <a:lnTo>
                    <a:pt x="228600" y="49542"/>
                  </a:lnTo>
                  <a:close/>
                </a:path>
                <a:path w="228600" h="349250">
                  <a:moveTo>
                    <a:pt x="22860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28600" y="49530"/>
                  </a:lnTo>
                  <a:lnTo>
                    <a:pt x="228600" y="43192"/>
                  </a:lnTo>
                  <a:close/>
                </a:path>
                <a:path w="228600" h="349250">
                  <a:moveTo>
                    <a:pt x="22860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28600" y="43180"/>
                  </a:lnTo>
                  <a:lnTo>
                    <a:pt x="228600" y="36842"/>
                  </a:lnTo>
                  <a:close/>
                </a:path>
                <a:path w="228600" h="349250">
                  <a:moveTo>
                    <a:pt x="22860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28600" y="36830"/>
                  </a:lnTo>
                  <a:lnTo>
                    <a:pt x="228600" y="30492"/>
                  </a:lnTo>
                  <a:close/>
                </a:path>
                <a:path w="228600" h="349250">
                  <a:moveTo>
                    <a:pt x="228600" y="27952"/>
                  </a:moveTo>
                  <a:lnTo>
                    <a:pt x="0" y="27952"/>
                  </a:lnTo>
                  <a:lnTo>
                    <a:pt x="0" y="30480"/>
                  </a:lnTo>
                  <a:lnTo>
                    <a:pt x="228600" y="30480"/>
                  </a:lnTo>
                  <a:lnTo>
                    <a:pt x="228600" y="27952"/>
                  </a:lnTo>
                  <a:close/>
                </a:path>
                <a:path w="228600" h="349250">
                  <a:moveTo>
                    <a:pt x="228600" y="24142"/>
                  </a:moveTo>
                  <a:lnTo>
                    <a:pt x="0" y="24142"/>
                  </a:lnTo>
                  <a:lnTo>
                    <a:pt x="0" y="27940"/>
                  </a:lnTo>
                  <a:lnTo>
                    <a:pt x="228600" y="27940"/>
                  </a:lnTo>
                  <a:lnTo>
                    <a:pt x="228600" y="24142"/>
                  </a:lnTo>
                  <a:close/>
                </a:path>
                <a:path w="228600" h="349250">
                  <a:moveTo>
                    <a:pt x="228600" y="15252"/>
                  </a:moveTo>
                  <a:lnTo>
                    <a:pt x="0" y="15252"/>
                  </a:lnTo>
                  <a:lnTo>
                    <a:pt x="0" y="24130"/>
                  </a:lnTo>
                  <a:lnTo>
                    <a:pt x="228600" y="24130"/>
                  </a:lnTo>
                  <a:lnTo>
                    <a:pt x="228600" y="15252"/>
                  </a:lnTo>
                  <a:close/>
                </a:path>
                <a:path w="228600" h="349250">
                  <a:moveTo>
                    <a:pt x="22860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228600" y="15240"/>
                  </a:lnTo>
                  <a:lnTo>
                    <a:pt x="228600" y="8902"/>
                  </a:lnTo>
                  <a:close/>
                </a:path>
                <a:path w="228600" h="349250">
                  <a:moveTo>
                    <a:pt x="22860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228600" y="8890"/>
                  </a:lnTo>
                  <a:lnTo>
                    <a:pt x="228600" y="2552"/>
                  </a:lnTo>
                  <a:close/>
                </a:path>
                <a:path w="228600" h="349250">
                  <a:moveTo>
                    <a:pt x="22860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28600" y="2540"/>
                  </a:lnTo>
                  <a:lnTo>
                    <a:pt x="228600" y="0"/>
                  </a:lnTo>
                  <a:close/>
                </a:path>
              </a:pathLst>
            </a:custGeom>
            <a:solidFill>
              <a:srgbClr val="CECE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4606290" y="5561329"/>
              <a:ext cx="228600" cy="349250"/>
            </a:xfrm>
            <a:custGeom>
              <a:avLst/>
              <a:gdLst/>
              <a:ahLst/>
              <a:cxnLst/>
              <a:rect l="l" t="t" r="r" b="b"/>
              <a:pathLst>
                <a:path w="228600" h="349250">
                  <a:moveTo>
                    <a:pt x="228600" y="347992"/>
                  </a:moveTo>
                  <a:lnTo>
                    <a:pt x="0" y="347992"/>
                  </a:lnTo>
                  <a:lnTo>
                    <a:pt x="0" y="349250"/>
                  </a:lnTo>
                  <a:lnTo>
                    <a:pt x="228600" y="349250"/>
                  </a:lnTo>
                  <a:lnTo>
                    <a:pt x="228600" y="347992"/>
                  </a:lnTo>
                  <a:close/>
                </a:path>
                <a:path w="228600" h="349250">
                  <a:moveTo>
                    <a:pt x="228600" y="345452"/>
                  </a:moveTo>
                  <a:lnTo>
                    <a:pt x="0" y="345452"/>
                  </a:lnTo>
                  <a:lnTo>
                    <a:pt x="0" y="347980"/>
                  </a:lnTo>
                  <a:lnTo>
                    <a:pt x="228600" y="347980"/>
                  </a:lnTo>
                  <a:lnTo>
                    <a:pt x="228600" y="345452"/>
                  </a:lnTo>
                  <a:close/>
                </a:path>
                <a:path w="228600" h="349250">
                  <a:moveTo>
                    <a:pt x="228600" y="341642"/>
                  </a:moveTo>
                  <a:lnTo>
                    <a:pt x="0" y="341642"/>
                  </a:lnTo>
                  <a:lnTo>
                    <a:pt x="0" y="345440"/>
                  </a:lnTo>
                  <a:lnTo>
                    <a:pt x="228600" y="345440"/>
                  </a:lnTo>
                  <a:lnTo>
                    <a:pt x="228600" y="341642"/>
                  </a:lnTo>
                  <a:close/>
                </a:path>
                <a:path w="228600" h="349250">
                  <a:moveTo>
                    <a:pt x="228600" y="339102"/>
                  </a:moveTo>
                  <a:lnTo>
                    <a:pt x="0" y="339102"/>
                  </a:lnTo>
                  <a:lnTo>
                    <a:pt x="0" y="341630"/>
                  </a:lnTo>
                  <a:lnTo>
                    <a:pt x="228600" y="341630"/>
                  </a:lnTo>
                  <a:lnTo>
                    <a:pt x="228600" y="339102"/>
                  </a:lnTo>
                  <a:close/>
                </a:path>
                <a:path w="228600" h="349250">
                  <a:moveTo>
                    <a:pt x="228600" y="326402"/>
                  </a:moveTo>
                  <a:lnTo>
                    <a:pt x="0" y="326402"/>
                  </a:lnTo>
                  <a:lnTo>
                    <a:pt x="0" y="339090"/>
                  </a:lnTo>
                  <a:lnTo>
                    <a:pt x="228600" y="339090"/>
                  </a:lnTo>
                  <a:lnTo>
                    <a:pt x="228600" y="326402"/>
                  </a:lnTo>
                  <a:close/>
                </a:path>
                <a:path w="228600" h="349250">
                  <a:moveTo>
                    <a:pt x="228600" y="320052"/>
                  </a:moveTo>
                  <a:lnTo>
                    <a:pt x="0" y="320052"/>
                  </a:lnTo>
                  <a:lnTo>
                    <a:pt x="0" y="326390"/>
                  </a:lnTo>
                  <a:lnTo>
                    <a:pt x="228600" y="326390"/>
                  </a:lnTo>
                  <a:lnTo>
                    <a:pt x="228600" y="320052"/>
                  </a:lnTo>
                  <a:close/>
                </a:path>
                <a:path w="228600" h="349250">
                  <a:moveTo>
                    <a:pt x="228600" y="316242"/>
                  </a:moveTo>
                  <a:lnTo>
                    <a:pt x="0" y="316242"/>
                  </a:lnTo>
                  <a:lnTo>
                    <a:pt x="0" y="320040"/>
                  </a:lnTo>
                  <a:lnTo>
                    <a:pt x="228600" y="320040"/>
                  </a:lnTo>
                  <a:lnTo>
                    <a:pt x="228600" y="316242"/>
                  </a:lnTo>
                  <a:close/>
                </a:path>
                <a:path w="228600" h="349250">
                  <a:moveTo>
                    <a:pt x="228600" y="309892"/>
                  </a:moveTo>
                  <a:lnTo>
                    <a:pt x="0" y="309892"/>
                  </a:lnTo>
                  <a:lnTo>
                    <a:pt x="0" y="316230"/>
                  </a:lnTo>
                  <a:lnTo>
                    <a:pt x="228600" y="316230"/>
                  </a:lnTo>
                  <a:lnTo>
                    <a:pt x="228600" y="309892"/>
                  </a:lnTo>
                  <a:close/>
                </a:path>
                <a:path w="228600" h="349250">
                  <a:moveTo>
                    <a:pt x="228600" y="303542"/>
                  </a:moveTo>
                  <a:lnTo>
                    <a:pt x="0" y="303542"/>
                  </a:lnTo>
                  <a:lnTo>
                    <a:pt x="0" y="309880"/>
                  </a:lnTo>
                  <a:lnTo>
                    <a:pt x="228600" y="309880"/>
                  </a:lnTo>
                  <a:lnTo>
                    <a:pt x="228600" y="303542"/>
                  </a:lnTo>
                  <a:close/>
                </a:path>
                <a:path w="228600" h="349250">
                  <a:moveTo>
                    <a:pt x="228600" y="297192"/>
                  </a:moveTo>
                  <a:lnTo>
                    <a:pt x="0" y="297192"/>
                  </a:lnTo>
                  <a:lnTo>
                    <a:pt x="0" y="303530"/>
                  </a:lnTo>
                  <a:lnTo>
                    <a:pt x="228600" y="303530"/>
                  </a:lnTo>
                  <a:lnTo>
                    <a:pt x="228600" y="297192"/>
                  </a:lnTo>
                  <a:close/>
                </a:path>
                <a:path w="228600" h="349250">
                  <a:moveTo>
                    <a:pt x="228600" y="294652"/>
                  </a:moveTo>
                  <a:lnTo>
                    <a:pt x="0" y="294652"/>
                  </a:lnTo>
                  <a:lnTo>
                    <a:pt x="0" y="297180"/>
                  </a:lnTo>
                  <a:lnTo>
                    <a:pt x="228600" y="297180"/>
                  </a:lnTo>
                  <a:lnTo>
                    <a:pt x="228600" y="294652"/>
                  </a:lnTo>
                  <a:close/>
                </a:path>
                <a:path w="228600" h="349250">
                  <a:moveTo>
                    <a:pt x="228600" y="290842"/>
                  </a:moveTo>
                  <a:lnTo>
                    <a:pt x="0" y="290842"/>
                  </a:lnTo>
                  <a:lnTo>
                    <a:pt x="0" y="294640"/>
                  </a:lnTo>
                  <a:lnTo>
                    <a:pt x="228600" y="294640"/>
                  </a:lnTo>
                  <a:lnTo>
                    <a:pt x="228600" y="290842"/>
                  </a:lnTo>
                  <a:close/>
                </a:path>
                <a:path w="228600" h="349250">
                  <a:moveTo>
                    <a:pt x="228600" y="288302"/>
                  </a:moveTo>
                  <a:lnTo>
                    <a:pt x="0" y="288302"/>
                  </a:lnTo>
                  <a:lnTo>
                    <a:pt x="0" y="290830"/>
                  </a:lnTo>
                  <a:lnTo>
                    <a:pt x="228600" y="290830"/>
                  </a:lnTo>
                  <a:lnTo>
                    <a:pt x="228600" y="288302"/>
                  </a:lnTo>
                  <a:close/>
                </a:path>
                <a:path w="228600" h="349250">
                  <a:moveTo>
                    <a:pt x="228600" y="281952"/>
                  </a:moveTo>
                  <a:lnTo>
                    <a:pt x="0" y="281952"/>
                  </a:lnTo>
                  <a:lnTo>
                    <a:pt x="0" y="288290"/>
                  </a:lnTo>
                  <a:lnTo>
                    <a:pt x="228600" y="288290"/>
                  </a:lnTo>
                  <a:lnTo>
                    <a:pt x="228600" y="281952"/>
                  </a:lnTo>
                  <a:close/>
                </a:path>
                <a:path w="228600" h="349250">
                  <a:moveTo>
                    <a:pt x="228600" y="275602"/>
                  </a:moveTo>
                  <a:lnTo>
                    <a:pt x="0" y="275602"/>
                  </a:lnTo>
                  <a:lnTo>
                    <a:pt x="0" y="281940"/>
                  </a:lnTo>
                  <a:lnTo>
                    <a:pt x="228600" y="281940"/>
                  </a:lnTo>
                  <a:lnTo>
                    <a:pt x="228600" y="275602"/>
                  </a:lnTo>
                  <a:close/>
                </a:path>
                <a:path w="228600" h="349250">
                  <a:moveTo>
                    <a:pt x="228600" y="269252"/>
                  </a:moveTo>
                  <a:lnTo>
                    <a:pt x="0" y="269252"/>
                  </a:lnTo>
                  <a:lnTo>
                    <a:pt x="0" y="275590"/>
                  </a:lnTo>
                  <a:lnTo>
                    <a:pt x="228600" y="275590"/>
                  </a:lnTo>
                  <a:lnTo>
                    <a:pt x="228600" y="269252"/>
                  </a:lnTo>
                  <a:close/>
                </a:path>
                <a:path w="228600" h="349250">
                  <a:moveTo>
                    <a:pt x="228600" y="265442"/>
                  </a:moveTo>
                  <a:lnTo>
                    <a:pt x="0" y="265442"/>
                  </a:lnTo>
                  <a:lnTo>
                    <a:pt x="0" y="269240"/>
                  </a:lnTo>
                  <a:lnTo>
                    <a:pt x="228600" y="269240"/>
                  </a:lnTo>
                  <a:lnTo>
                    <a:pt x="228600" y="265442"/>
                  </a:lnTo>
                  <a:close/>
                </a:path>
                <a:path w="228600" h="349250">
                  <a:moveTo>
                    <a:pt x="228600" y="259092"/>
                  </a:moveTo>
                  <a:lnTo>
                    <a:pt x="0" y="259092"/>
                  </a:lnTo>
                  <a:lnTo>
                    <a:pt x="0" y="265430"/>
                  </a:lnTo>
                  <a:lnTo>
                    <a:pt x="228600" y="265430"/>
                  </a:lnTo>
                  <a:lnTo>
                    <a:pt x="228600" y="259092"/>
                  </a:lnTo>
                  <a:close/>
                </a:path>
                <a:path w="228600" h="349250">
                  <a:moveTo>
                    <a:pt x="228600" y="252742"/>
                  </a:moveTo>
                  <a:lnTo>
                    <a:pt x="0" y="252742"/>
                  </a:lnTo>
                  <a:lnTo>
                    <a:pt x="0" y="259080"/>
                  </a:lnTo>
                  <a:lnTo>
                    <a:pt x="228600" y="259080"/>
                  </a:lnTo>
                  <a:lnTo>
                    <a:pt x="228600" y="252742"/>
                  </a:lnTo>
                  <a:close/>
                </a:path>
                <a:path w="228600" h="349250">
                  <a:moveTo>
                    <a:pt x="228600" y="246392"/>
                  </a:moveTo>
                  <a:lnTo>
                    <a:pt x="0" y="246392"/>
                  </a:lnTo>
                  <a:lnTo>
                    <a:pt x="0" y="252730"/>
                  </a:lnTo>
                  <a:lnTo>
                    <a:pt x="228600" y="252730"/>
                  </a:lnTo>
                  <a:lnTo>
                    <a:pt x="228600" y="246392"/>
                  </a:lnTo>
                  <a:close/>
                </a:path>
                <a:path w="228600" h="349250">
                  <a:moveTo>
                    <a:pt x="22860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228600" y="246380"/>
                  </a:lnTo>
                  <a:lnTo>
                    <a:pt x="228600" y="243852"/>
                  </a:lnTo>
                  <a:close/>
                </a:path>
                <a:path w="228600" h="349250">
                  <a:moveTo>
                    <a:pt x="22860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228600" y="243840"/>
                  </a:lnTo>
                  <a:lnTo>
                    <a:pt x="228600" y="240042"/>
                  </a:lnTo>
                  <a:close/>
                </a:path>
                <a:path w="228600" h="349250">
                  <a:moveTo>
                    <a:pt x="22860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228600" y="240030"/>
                  </a:lnTo>
                  <a:lnTo>
                    <a:pt x="228600" y="237502"/>
                  </a:lnTo>
                  <a:close/>
                </a:path>
                <a:path w="228600" h="349250">
                  <a:moveTo>
                    <a:pt x="22860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228600" y="237490"/>
                  </a:lnTo>
                  <a:lnTo>
                    <a:pt x="228600" y="233692"/>
                  </a:lnTo>
                  <a:close/>
                </a:path>
                <a:path w="228600" h="349250">
                  <a:moveTo>
                    <a:pt x="22860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228600" y="233680"/>
                  </a:lnTo>
                  <a:lnTo>
                    <a:pt x="228600" y="231152"/>
                  </a:lnTo>
                  <a:close/>
                </a:path>
                <a:path w="228600" h="349250">
                  <a:moveTo>
                    <a:pt x="228600" y="224802"/>
                  </a:moveTo>
                  <a:lnTo>
                    <a:pt x="0" y="224802"/>
                  </a:lnTo>
                  <a:lnTo>
                    <a:pt x="0" y="231140"/>
                  </a:lnTo>
                  <a:lnTo>
                    <a:pt x="228600" y="231140"/>
                  </a:lnTo>
                  <a:lnTo>
                    <a:pt x="228600" y="224802"/>
                  </a:lnTo>
                  <a:close/>
                </a:path>
                <a:path w="228600" h="349250">
                  <a:moveTo>
                    <a:pt x="228600" y="218452"/>
                  </a:moveTo>
                  <a:lnTo>
                    <a:pt x="0" y="218452"/>
                  </a:lnTo>
                  <a:lnTo>
                    <a:pt x="0" y="224790"/>
                  </a:lnTo>
                  <a:lnTo>
                    <a:pt x="228600" y="224790"/>
                  </a:lnTo>
                  <a:lnTo>
                    <a:pt x="228600" y="218452"/>
                  </a:lnTo>
                  <a:close/>
                </a:path>
                <a:path w="228600" h="349250">
                  <a:moveTo>
                    <a:pt x="228600" y="212102"/>
                  </a:moveTo>
                  <a:lnTo>
                    <a:pt x="0" y="212102"/>
                  </a:lnTo>
                  <a:lnTo>
                    <a:pt x="0" y="218440"/>
                  </a:lnTo>
                  <a:lnTo>
                    <a:pt x="228600" y="218440"/>
                  </a:lnTo>
                  <a:lnTo>
                    <a:pt x="228600" y="212102"/>
                  </a:lnTo>
                  <a:close/>
                </a:path>
                <a:path w="228600" h="349250">
                  <a:moveTo>
                    <a:pt x="228600" y="208292"/>
                  </a:moveTo>
                  <a:lnTo>
                    <a:pt x="0" y="208292"/>
                  </a:lnTo>
                  <a:lnTo>
                    <a:pt x="0" y="212090"/>
                  </a:lnTo>
                  <a:lnTo>
                    <a:pt x="228600" y="212090"/>
                  </a:lnTo>
                  <a:lnTo>
                    <a:pt x="228600" y="208292"/>
                  </a:lnTo>
                  <a:close/>
                </a:path>
                <a:path w="228600" h="349250">
                  <a:moveTo>
                    <a:pt x="228600" y="201942"/>
                  </a:moveTo>
                  <a:lnTo>
                    <a:pt x="0" y="201942"/>
                  </a:lnTo>
                  <a:lnTo>
                    <a:pt x="0" y="208280"/>
                  </a:lnTo>
                  <a:lnTo>
                    <a:pt x="228600" y="208280"/>
                  </a:lnTo>
                  <a:lnTo>
                    <a:pt x="228600" y="201942"/>
                  </a:lnTo>
                  <a:close/>
                </a:path>
                <a:path w="228600" h="349250">
                  <a:moveTo>
                    <a:pt x="228600" y="195592"/>
                  </a:moveTo>
                  <a:lnTo>
                    <a:pt x="0" y="195592"/>
                  </a:lnTo>
                  <a:lnTo>
                    <a:pt x="0" y="201930"/>
                  </a:lnTo>
                  <a:lnTo>
                    <a:pt x="228600" y="201930"/>
                  </a:lnTo>
                  <a:lnTo>
                    <a:pt x="228600" y="195592"/>
                  </a:lnTo>
                  <a:close/>
                </a:path>
                <a:path w="228600" h="349250">
                  <a:moveTo>
                    <a:pt x="22860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28600" y="195580"/>
                  </a:lnTo>
                  <a:lnTo>
                    <a:pt x="228600" y="189242"/>
                  </a:lnTo>
                  <a:close/>
                </a:path>
                <a:path w="228600" h="349250">
                  <a:moveTo>
                    <a:pt x="228600" y="186702"/>
                  </a:moveTo>
                  <a:lnTo>
                    <a:pt x="0" y="186702"/>
                  </a:lnTo>
                  <a:lnTo>
                    <a:pt x="0" y="189230"/>
                  </a:lnTo>
                  <a:lnTo>
                    <a:pt x="228600" y="189230"/>
                  </a:lnTo>
                  <a:lnTo>
                    <a:pt x="228600" y="186702"/>
                  </a:lnTo>
                  <a:close/>
                </a:path>
                <a:path w="228600" h="349250">
                  <a:moveTo>
                    <a:pt x="228600" y="182892"/>
                  </a:moveTo>
                  <a:lnTo>
                    <a:pt x="0" y="182892"/>
                  </a:lnTo>
                  <a:lnTo>
                    <a:pt x="0" y="186690"/>
                  </a:lnTo>
                  <a:lnTo>
                    <a:pt x="228600" y="186690"/>
                  </a:lnTo>
                  <a:lnTo>
                    <a:pt x="228600" y="182892"/>
                  </a:lnTo>
                  <a:close/>
                </a:path>
                <a:path w="228600" h="349250">
                  <a:moveTo>
                    <a:pt x="228600" y="180352"/>
                  </a:moveTo>
                  <a:lnTo>
                    <a:pt x="0" y="180352"/>
                  </a:lnTo>
                  <a:lnTo>
                    <a:pt x="0" y="182880"/>
                  </a:lnTo>
                  <a:lnTo>
                    <a:pt x="228600" y="182880"/>
                  </a:lnTo>
                  <a:lnTo>
                    <a:pt x="228600" y="180352"/>
                  </a:lnTo>
                  <a:close/>
                </a:path>
                <a:path w="228600" h="349250">
                  <a:moveTo>
                    <a:pt x="228600" y="174002"/>
                  </a:moveTo>
                  <a:lnTo>
                    <a:pt x="0" y="174002"/>
                  </a:lnTo>
                  <a:lnTo>
                    <a:pt x="0" y="180340"/>
                  </a:lnTo>
                  <a:lnTo>
                    <a:pt x="228600" y="180340"/>
                  </a:lnTo>
                  <a:lnTo>
                    <a:pt x="228600" y="174002"/>
                  </a:lnTo>
                  <a:close/>
                </a:path>
                <a:path w="228600" h="349250">
                  <a:moveTo>
                    <a:pt x="228600" y="167652"/>
                  </a:moveTo>
                  <a:lnTo>
                    <a:pt x="0" y="167652"/>
                  </a:lnTo>
                  <a:lnTo>
                    <a:pt x="0" y="173990"/>
                  </a:lnTo>
                  <a:lnTo>
                    <a:pt x="228600" y="173990"/>
                  </a:lnTo>
                  <a:lnTo>
                    <a:pt x="228600" y="167652"/>
                  </a:lnTo>
                  <a:close/>
                </a:path>
                <a:path w="228600" h="349250">
                  <a:moveTo>
                    <a:pt x="228600" y="161302"/>
                  </a:moveTo>
                  <a:lnTo>
                    <a:pt x="0" y="161302"/>
                  </a:lnTo>
                  <a:lnTo>
                    <a:pt x="0" y="167640"/>
                  </a:lnTo>
                  <a:lnTo>
                    <a:pt x="228600" y="167640"/>
                  </a:lnTo>
                  <a:lnTo>
                    <a:pt x="228600" y="161302"/>
                  </a:lnTo>
                  <a:close/>
                </a:path>
                <a:path w="228600" h="349250">
                  <a:moveTo>
                    <a:pt x="228600" y="157492"/>
                  </a:moveTo>
                  <a:lnTo>
                    <a:pt x="0" y="157492"/>
                  </a:lnTo>
                  <a:lnTo>
                    <a:pt x="0" y="161290"/>
                  </a:lnTo>
                  <a:lnTo>
                    <a:pt x="228600" y="161290"/>
                  </a:lnTo>
                  <a:lnTo>
                    <a:pt x="228600" y="157492"/>
                  </a:lnTo>
                  <a:close/>
                </a:path>
                <a:path w="228600" h="349250">
                  <a:moveTo>
                    <a:pt x="22860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28600" y="157480"/>
                  </a:lnTo>
                  <a:lnTo>
                    <a:pt x="228600" y="151142"/>
                  </a:lnTo>
                  <a:close/>
                </a:path>
                <a:path w="228600" h="349250">
                  <a:moveTo>
                    <a:pt x="228600" y="144792"/>
                  </a:moveTo>
                  <a:lnTo>
                    <a:pt x="0" y="144792"/>
                  </a:lnTo>
                  <a:lnTo>
                    <a:pt x="0" y="151130"/>
                  </a:lnTo>
                  <a:lnTo>
                    <a:pt x="228600" y="151130"/>
                  </a:lnTo>
                  <a:lnTo>
                    <a:pt x="228600" y="144792"/>
                  </a:lnTo>
                  <a:close/>
                </a:path>
                <a:path w="228600" h="349250">
                  <a:moveTo>
                    <a:pt x="228600" y="138442"/>
                  </a:moveTo>
                  <a:lnTo>
                    <a:pt x="0" y="138442"/>
                  </a:lnTo>
                  <a:lnTo>
                    <a:pt x="0" y="144780"/>
                  </a:lnTo>
                  <a:lnTo>
                    <a:pt x="228600" y="144780"/>
                  </a:lnTo>
                  <a:lnTo>
                    <a:pt x="228600" y="138442"/>
                  </a:lnTo>
                  <a:close/>
                </a:path>
                <a:path w="228600" h="349250">
                  <a:moveTo>
                    <a:pt x="228600" y="135902"/>
                  </a:moveTo>
                  <a:lnTo>
                    <a:pt x="0" y="135902"/>
                  </a:lnTo>
                  <a:lnTo>
                    <a:pt x="0" y="138430"/>
                  </a:lnTo>
                  <a:lnTo>
                    <a:pt x="228600" y="138430"/>
                  </a:lnTo>
                  <a:lnTo>
                    <a:pt x="228600" y="135902"/>
                  </a:lnTo>
                  <a:close/>
                </a:path>
                <a:path w="228600" h="349250">
                  <a:moveTo>
                    <a:pt x="228600" y="132092"/>
                  </a:moveTo>
                  <a:lnTo>
                    <a:pt x="0" y="132092"/>
                  </a:lnTo>
                  <a:lnTo>
                    <a:pt x="0" y="135890"/>
                  </a:lnTo>
                  <a:lnTo>
                    <a:pt x="228600" y="135890"/>
                  </a:lnTo>
                  <a:lnTo>
                    <a:pt x="228600" y="132092"/>
                  </a:lnTo>
                  <a:close/>
                </a:path>
                <a:path w="228600" h="349250">
                  <a:moveTo>
                    <a:pt x="228600" y="129552"/>
                  </a:moveTo>
                  <a:lnTo>
                    <a:pt x="0" y="129552"/>
                  </a:lnTo>
                  <a:lnTo>
                    <a:pt x="0" y="132080"/>
                  </a:lnTo>
                  <a:lnTo>
                    <a:pt x="228600" y="132080"/>
                  </a:lnTo>
                  <a:lnTo>
                    <a:pt x="228600" y="129552"/>
                  </a:lnTo>
                  <a:close/>
                </a:path>
                <a:path w="228600" h="349250">
                  <a:moveTo>
                    <a:pt x="228600" y="125742"/>
                  </a:moveTo>
                  <a:lnTo>
                    <a:pt x="0" y="125742"/>
                  </a:lnTo>
                  <a:lnTo>
                    <a:pt x="0" y="129540"/>
                  </a:lnTo>
                  <a:lnTo>
                    <a:pt x="228600" y="129540"/>
                  </a:lnTo>
                  <a:lnTo>
                    <a:pt x="228600" y="125742"/>
                  </a:lnTo>
                  <a:close/>
                </a:path>
                <a:path w="228600" h="349250">
                  <a:moveTo>
                    <a:pt x="228600" y="123202"/>
                  </a:moveTo>
                  <a:lnTo>
                    <a:pt x="0" y="123202"/>
                  </a:lnTo>
                  <a:lnTo>
                    <a:pt x="0" y="125730"/>
                  </a:lnTo>
                  <a:lnTo>
                    <a:pt x="228600" y="125730"/>
                  </a:lnTo>
                  <a:lnTo>
                    <a:pt x="228600" y="123202"/>
                  </a:lnTo>
                  <a:close/>
                </a:path>
                <a:path w="228600" h="349250">
                  <a:moveTo>
                    <a:pt x="228600" y="116852"/>
                  </a:moveTo>
                  <a:lnTo>
                    <a:pt x="0" y="116852"/>
                  </a:lnTo>
                  <a:lnTo>
                    <a:pt x="0" y="123190"/>
                  </a:lnTo>
                  <a:lnTo>
                    <a:pt x="228600" y="123190"/>
                  </a:lnTo>
                  <a:lnTo>
                    <a:pt x="228600" y="116852"/>
                  </a:lnTo>
                  <a:close/>
                </a:path>
                <a:path w="228600" h="349250">
                  <a:moveTo>
                    <a:pt x="228600" y="110502"/>
                  </a:moveTo>
                  <a:lnTo>
                    <a:pt x="0" y="110502"/>
                  </a:lnTo>
                  <a:lnTo>
                    <a:pt x="0" y="116840"/>
                  </a:lnTo>
                  <a:lnTo>
                    <a:pt x="228600" y="116840"/>
                  </a:lnTo>
                  <a:lnTo>
                    <a:pt x="228600" y="110502"/>
                  </a:lnTo>
                  <a:close/>
                </a:path>
                <a:path w="228600" h="349250">
                  <a:moveTo>
                    <a:pt x="228600" y="104152"/>
                  </a:moveTo>
                  <a:lnTo>
                    <a:pt x="0" y="104152"/>
                  </a:lnTo>
                  <a:lnTo>
                    <a:pt x="0" y="110490"/>
                  </a:lnTo>
                  <a:lnTo>
                    <a:pt x="228600" y="110490"/>
                  </a:lnTo>
                  <a:lnTo>
                    <a:pt x="228600" y="104152"/>
                  </a:lnTo>
                  <a:close/>
                </a:path>
                <a:path w="228600" h="349250">
                  <a:moveTo>
                    <a:pt x="228600" y="100342"/>
                  </a:moveTo>
                  <a:lnTo>
                    <a:pt x="0" y="100342"/>
                  </a:lnTo>
                  <a:lnTo>
                    <a:pt x="0" y="104140"/>
                  </a:lnTo>
                  <a:lnTo>
                    <a:pt x="228600" y="104140"/>
                  </a:lnTo>
                  <a:lnTo>
                    <a:pt x="228600" y="100342"/>
                  </a:lnTo>
                  <a:close/>
                </a:path>
                <a:path w="228600" h="349250">
                  <a:moveTo>
                    <a:pt x="22860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28600" y="100330"/>
                  </a:lnTo>
                  <a:lnTo>
                    <a:pt x="228600" y="93992"/>
                  </a:lnTo>
                  <a:close/>
                </a:path>
                <a:path w="228600" h="349250">
                  <a:moveTo>
                    <a:pt x="22860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28600" y="93980"/>
                  </a:lnTo>
                  <a:lnTo>
                    <a:pt x="228600" y="87642"/>
                  </a:lnTo>
                  <a:close/>
                </a:path>
                <a:path w="228600" h="349250">
                  <a:moveTo>
                    <a:pt x="228600" y="78752"/>
                  </a:moveTo>
                  <a:lnTo>
                    <a:pt x="0" y="78752"/>
                  </a:lnTo>
                  <a:lnTo>
                    <a:pt x="0" y="87630"/>
                  </a:lnTo>
                  <a:lnTo>
                    <a:pt x="228600" y="87630"/>
                  </a:lnTo>
                  <a:lnTo>
                    <a:pt x="228600" y="78752"/>
                  </a:lnTo>
                  <a:close/>
                </a:path>
                <a:path w="228600" h="349250">
                  <a:moveTo>
                    <a:pt x="228600" y="74942"/>
                  </a:moveTo>
                  <a:lnTo>
                    <a:pt x="0" y="74942"/>
                  </a:lnTo>
                  <a:lnTo>
                    <a:pt x="0" y="78740"/>
                  </a:lnTo>
                  <a:lnTo>
                    <a:pt x="228600" y="78740"/>
                  </a:lnTo>
                  <a:lnTo>
                    <a:pt x="228600" y="74942"/>
                  </a:lnTo>
                  <a:close/>
                </a:path>
                <a:path w="228600" h="349250">
                  <a:moveTo>
                    <a:pt x="228600" y="72402"/>
                  </a:moveTo>
                  <a:lnTo>
                    <a:pt x="0" y="72402"/>
                  </a:lnTo>
                  <a:lnTo>
                    <a:pt x="0" y="74930"/>
                  </a:lnTo>
                  <a:lnTo>
                    <a:pt x="228600" y="74930"/>
                  </a:lnTo>
                  <a:lnTo>
                    <a:pt x="228600" y="72402"/>
                  </a:lnTo>
                  <a:close/>
                </a:path>
                <a:path w="228600" h="349250">
                  <a:moveTo>
                    <a:pt x="228600" y="66052"/>
                  </a:moveTo>
                  <a:lnTo>
                    <a:pt x="0" y="66052"/>
                  </a:lnTo>
                  <a:lnTo>
                    <a:pt x="0" y="72390"/>
                  </a:lnTo>
                  <a:lnTo>
                    <a:pt x="228600" y="72390"/>
                  </a:lnTo>
                  <a:lnTo>
                    <a:pt x="228600" y="66052"/>
                  </a:lnTo>
                  <a:close/>
                </a:path>
                <a:path w="228600" h="349250">
                  <a:moveTo>
                    <a:pt x="228600" y="59702"/>
                  </a:moveTo>
                  <a:lnTo>
                    <a:pt x="0" y="59702"/>
                  </a:lnTo>
                  <a:lnTo>
                    <a:pt x="0" y="66040"/>
                  </a:lnTo>
                  <a:lnTo>
                    <a:pt x="228600" y="66040"/>
                  </a:lnTo>
                  <a:lnTo>
                    <a:pt x="228600" y="59702"/>
                  </a:lnTo>
                  <a:close/>
                </a:path>
                <a:path w="228600" h="349250">
                  <a:moveTo>
                    <a:pt x="228600" y="53352"/>
                  </a:moveTo>
                  <a:lnTo>
                    <a:pt x="0" y="53352"/>
                  </a:lnTo>
                  <a:lnTo>
                    <a:pt x="0" y="59690"/>
                  </a:lnTo>
                  <a:lnTo>
                    <a:pt x="228600" y="59690"/>
                  </a:lnTo>
                  <a:lnTo>
                    <a:pt x="228600" y="53352"/>
                  </a:lnTo>
                  <a:close/>
                </a:path>
                <a:path w="228600" h="349250">
                  <a:moveTo>
                    <a:pt x="228600" y="49542"/>
                  </a:moveTo>
                  <a:lnTo>
                    <a:pt x="0" y="49542"/>
                  </a:lnTo>
                  <a:lnTo>
                    <a:pt x="0" y="53340"/>
                  </a:lnTo>
                  <a:lnTo>
                    <a:pt x="228600" y="53340"/>
                  </a:lnTo>
                  <a:lnTo>
                    <a:pt x="228600" y="49542"/>
                  </a:lnTo>
                  <a:close/>
                </a:path>
                <a:path w="228600" h="349250">
                  <a:moveTo>
                    <a:pt x="22860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28600" y="49530"/>
                  </a:lnTo>
                  <a:lnTo>
                    <a:pt x="228600" y="43192"/>
                  </a:lnTo>
                  <a:close/>
                </a:path>
                <a:path w="228600" h="349250">
                  <a:moveTo>
                    <a:pt x="22860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28600" y="43180"/>
                  </a:lnTo>
                  <a:lnTo>
                    <a:pt x="228600" y="36842"/>
                  </a:lnTo>
                  <a:close/>
                </a:path>
                <a:path w="228600" h="349250">
                  <a:moveTo>
                    <a:pt x="22860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28600" y="36830"/>
                  </a:lnTo>
                  <a:lnTo>
                    <a:pt x="228600" y="30492"/>
                  </a:lnTo>
                  <a:close/>
                </a:path>
                <a:path w="228600" h="349250">
                  <a:moveTo>
                    <a:pt x="228600" y="27952"/>
                  </a:moveTo>
                  <a:lnTo>
                    <a:pt x="0" y="27952"/>
                  </a:lnTo>
                  <a:lnTo>
                    <a:pt x="0" y="30480"/>
                  </a:lnTo>
                  <a:lnTo>
                    <a:pt x="228600" y="30480"/>
                  </a:lnTo>
                  <a:lnTo>
                    <a:pt x="228600" y="27952"/>
                  </a:lnTo>
                  <a:close/>
                </a:path>
                <a:path w="228600" h="349250">
                  <a:moveTo>
                    <a:pt x="228600" y="24142"/>
                  </a:moveTo>
                  <a:lnTo>
                    <a:pt x="0" y="24142"/>
                  </a:lnTo>
                  <a:lnTo>
                    <a:pt x="0" y="27940"/>
                  </a:lnTo>
                  <a:lnTo>
                    <a:pt x="228600" y="27940"/>
                  </a:lnTo>
                  <a:lnTo>
                    <a:pt x="228600" y="24142"/>
                  </a:lnTo>
                  <a:close/>
                </a:path>
                <a:path w="228600" h="349250">
                  <a:moveTo>
                    <a:pt x="228600" y="15252"/>
                  </a:moveTo>
                  <a:lnTo>
                    <a:pt x="0" y="15252"/>
                  </a:lnTo>
                  <a:lnTo>
                    <a:pt x="0" y="24130"/>
                  </a:lnTo>
                  <a:lnTo>
                    <a:pt x="228600" y="24130"/>
                  </a:lnTo>
                  <a:lnTo>
                    <a:pt x="228600" y="15252"/>
                  </a:lnTo>
                  <a:close/>
                </a:path>
                <a:path w="228600" h="349250">
                  <a:moveTo>
                    <a:pt x="22860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228600" y="15240"/>
                  </a:lnTo>
                  <a:lnTo>
                    <a:pt x="228600" y="8902"/>
                  </a:lnTo>
                  <a:close/>
                </a:path>
                <a:path w="228600" h="349250">
                  <a:moveTo>
                    <a:pt x="22860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228600" y="8890"/>
                  </a:lnTo>
                  <a:lnTo>
                    <a:pt x="228600" y="2552"/>
                  </a:lnTo>
                  <a:close/>
                </a:path>
                <a:path w="228600" h="349250">
                  <a:moveTo>
                    <a:pt x="22860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28600" y="2540"/>
                  </a:lnTo>
                  <a:lnTo>
                    <a:pt x="228600" y="0"/>
                  </a:lnTo>
                  <a:close/>
                </a:path>
              </a:pathLst>
            </a:custGeom>
            <a:solidFill>
              <a:srgbClr val="CFCF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4834890" y="5561329"/>
              <a:ext cx="228600" cy="349250"/>
            </a:xfrm>
            <a:custGeom>
              <a:avLst/>
              <a:gdLst/>
              <a:ahLst/>
              <a:cxnLst/>
              <a:rect l="l" t="t" r="r" b="b"/>
              <a:pathLst>
                <a:path w="228600" h="349250">
                  <a:moveTo>
                    <a:pt x="228600" y="347992"/>
                  </a:moveTo>
                  <a:lnTo>
                    <a:pt x="0" y="347992"/>
                  </a:lnTo>
                  <a:lnTo>
                    <a:pt x="0" y="349250"/>
                  </a:lnTo>
                  <a:lnTo>
                    <a:pt x="228600" y="349250"/>
                  </a:lnTo>
                  <a:lnTo>
                    <a:pt x="228600" y="347992"/>
                  </a:lnTo>
                  <a:close/>
                </a:path>
                <a:path w="228600" h="349250">
                  <a:moveTo>
                    <a:pt x="228600" y="345452"/>
                  </a:moveTo>
                  <a:lnTo>
                    <a:pt x="0" y="345452"/>
                  </a:lnTo>
                  <a:lnTo>
                    <a:pt x="0" y="347980"/>
                  </a:lnTo>
                  <a:lnTo>
                    <a:pt x="228600" y="347980"/>
                  </a:lnTo>
                  <a:lnTo>
                    <a:pt x="228600" y="345452"/>
                  </a:lnTo>
                  <a:close/>
                </a:path>
                <a:path w="228600" h="349250">
                  <a:moveTo>
                    <a:pt x="228600" y="341642"/>
                  </a:moveTo>
                  <a:lnTo>
                    <a:pt x="0" y="341642"/>
                  </a:lnTo>
                  <a:lnTo>
                    <a:pt x="0" y="345440"/>
                  </a:lnTo>
                  <a:lnTo>
                    <a:pt x="228600" y="345440"/>
                  </a:lnTo>
                  <a:lnTo>
                    <a:pt x="228600" y="341642"/>
                  </a:lnTo>
                  <a:close/>
                </a:path>
                <a:path w="228600" h="349250">
                  <a:moveTo>
                    <a:pt x="228600" y="339102"/>
                  </a:moveTo>
                  <a:lnTo>
                    <a:pt x="0" y="339102"/>
                  </a:lnTo>
                  <a:lnTo>
                    <a:pt x="0" y="341630"/>
                  </a:lnTo>
                  <a:lnTo>
                    <a:pt x="228600" y="341630"/>
                  </a:lnTo>
                  <a:lnTo>
                    <a:pt x="228600" y="339102"/>
                  </a:lnTo>
                  <a:close/>
                </a:path>
                <a:path w="228600" h="349250">
                  <a:moveTo>
                    <a:pt x="228600" y="326402"/>
                  </a:moveTo>
                  <a:lnTo>
                    <a:pt x="0" y="326402"/>
                  </a:lnTo>
                  <a:lnTo>
                    <a:pt x="0" y="339090"/>
                  </a:lnTo>
                  <a:lnTo>
                    <a:pt x="228600" y="339090"/>
                  </a:lnTo>
                  <a:lnTo>
                    <a:pt x="228600" y="326402"/>
                  </a:lnTo>
                  <a:close/>
                </a:path>
                <a:path w="228600" h="349250">
                  <a:moveTo>
                    <a:pt x="228600" y="320052"/>
                  </a:moveTo>
                  <a:lnTo>
                    <a:pt x="0" y="320052"/>
                  </a:lnTo>
                  <a:lnTo>
                    <a:pt x="0" y="326390"/>
                  </a:lnTo>
                  <a:lnTo>
                    <a:pt x="228600" y="326390"/>
                  </a:lnTo>
                  <a:lnTo>
                    <a:pt x="228600" y="320052"/>
                  </a:lnTo>
                  <a:close/>
                </a:path>
                <a:path w="228600" h="349250">
                  <a:moveTo>
                    <a:pt x="228600" y="316242"/>
                  </a:moveTo>
                  <a:lnTo>
                    <a:pt x="0" y="316242"/>
                  </a:lnTo>
                  <a:lnTo>
                    <a:pt x="0" y="320040"/>
                  </a:lnTo>
                  <a:lnTo>
                    <a:pt x="228600" y="320040"/>
                  </a:lnTo>
                  <a:lnTo>
                    <a:pt x="228600" y="316242"/>
                  </a:lnTo>
                  <a:close/>
                </a:path>
                <a:path w="228600" h="349250">
                  <a:moveTo>
                    <a:pt x="228600" y="309892"/>
                  </a:moveTo>
                  <a:lnTo>
                    <a:pt x="0" y="309892"/>
                  </a:lnTo>
                  <a:lnTo>
                    <a:pt x="0" y="316230"/>
                  </a:lnTo>
                  <a:lnTo>
                    <a:pt x="228600" y="316230"/>
                  </a:lnTo>
                  <a:lnTo>
                    <a:pt x="228600" y="309892"/>
                  </a:lnTo>
                  <a:close/>
                </a:path>
                <a:path w="228600" h="349250">
                  <a:moveTo>
                    <a:pt x="228600" y="303542"/>
                  </a:moveTo>
                  <a:lnTo>
                    <a:pt x="0" y="303542"/>
                  </a:lnTo>
                  <a:lnTo>
                    <a:pt x="0" y="309880"/>
                  </a:lnTo>
                  <a:lnTo>
                    <a:pt x="228600" y="309880"/>
                  </a:lnTo>
                  <a:lnTo>
                    <a:pt x="228600" y="303542"/>
                  </a:lnTo>
                  <a:close/>
                </a:path>
                <a:path w="228600" h="349250">
                  <a:moveTo>
                    <a:pt x="228600" y="297192"/>
                  </a:moveTo>
                  <a:lnTo>
                    <a:pt x="0" y="297192"/>
                  </a:lnTo>
                  <a:lnTo>
                    <a:pt x="0" y="303530"/>
                  </a:lnTo>
                  <a:lnTo>
                    <a:pt x="228600" y="303530"/>
                  </a:lnTo>
                  <a:lnTo>
                    <a:pt x="228600" y="297192"/>
                  </a:lnTo>
                  <a:close/>
                </a:path>
                <a:path w="228600" h="349250">
                  <a:moveTo>
                    <a:pt x="228600" y="294652"/>
                  </a:moveTo>
                  <a:lnTo>
                    <a:pt x="0" y="294652"/>
                  </a:lnTo>
                  <a:lnTo>
                    <a:pt x="0" y="297180"/>
                  </a:lnTo>
                  <a:lnTo>
                    <a:pt x="228600" y="297180"/>
                  </a:lnTo>
                  <a:lnTo>
                    <a:pt x="228600" y="294652"/>
                  </a:lnTo>
                  <a:close/>
                </a:path>
                <a:path w="228600" h="349250">
                  <a:moveTo>
                    <a:pt x="228600" y="290842"/>
                  </a:moveTo>
                  <a:lnTo>
                    <a:pt x="0" y="290842"/>
                  </a:lnTo>
                  <a:lnTo>
                    <a:pt x="0" y="294640"/>
                  </a:lnTo>
                  <a:lnTo>
                    <a:pt x="228600" y="294640"/>
                  </a:lnTo>
                  <a:lnTo>
                    <a:pt x="228600" y="290842"/>
                  </a:lnTo>
                  <a:close/>
                </a:path>
                <a:path w="228600" h="349250">
                  <a:moveTo>
                    <a:pt x="228600" y="288302"/>
                  </a:moveTo>
                  <a:lnTo>
                    <a:pt x="0" y="288302"/>
                  </a:lnTo>
                  <a:lnTo>
                    <a:pt x="0" y="290830"/>
                  </a:lnTo>
                  <a:lnTo>
                    <a:pt x="228600" y="290830"/>
                  </a:lnTo>
                  <a:lnTo>
                    <a:pt x="228600" y="288302"/>
                  </a:lnTo>
                  <a:close/>
                </a:path>
                <a:path w="228600" h="349250">
                  <a:moveTo>
                    <a:pt x="228600" y="281952"/>
                  </a:moveTo>
                  <a:lnTo>
                    <a:pt x="0" y="281952"/>
                  </a:lnTo>
                  <a:lnTo>
                    <a:pt x="0" y="288290"/>
                  </a:lnTo>
                  <a:lnTo>
                    <a:pt x="228600" y="288290"/>
                  </a:lnTo>
                  <a:lnTo>
                    <a:pt x="228600" y="281952"/>
                  </a:lnTo>
                  <a:close/>
                </a:path>
                <a:path w="228600" h="349250">
                  <a:moveTo>
                    <a:pt x="228600" y="275602"/>
                  </a:moveTo>
                  <a:lnTo>
                    <a:pt x="0" y="275602"/>
                  </a:lnTo>
                  <a:lnTo>
                    <a:pt x="0" y="281940"/>
                  </a:lnTo>
                  <a:lnTo>
                    <a:pt x="228600" y="281940"/>
                  </a:lnTo>
                  <a:lnTo>
                    <a:pt x="228600" y="275602"/>
                  </a:lnTo>
                  <a:close/>
                </a:path>
                <a:path w="228600" h="349250">
                  <a:moveTo>
                    <a:pt x="228600" y="269252"/>
                  </a:moveTo>
                  <a:lnTo>
                    <a:pt x="0" y="269252"/>
                  </a:lnTo>
                  <a:lnTo>
                    <a:pt x="0" y="275590"/>
                  </a:lnTo>
                  <a:lnTo>
                    <a:pt x="228600" y="275590"/>
                  </a:lnTo>
                  <a:lnTo>
                    <a:pt x="228600" y="269252"/>
                  </a:lnTo>
                  <a:close/>
                </a:path>
                <a:path w="228600" h="349250">
                  <a:moveTo>
                    <a:pt x="228600" y="265442"/>
                  </a:moveTo>
                  <a:lnTo>
                    <a:pt x="0" y="265442"/>
                  </a:lnTo>
                  <a:lnTo>
                    <a:pt x="0" y="269240"/>
                  </a:lnTo>
                  <a:lnTo>
                    <a:pt x="228600" y="269240"/>
                  </a:lnTo>
                  <a:lnTo>
                    <a:pt x="228600" y="265442"/>
                  </a:lnTo>
                  <a:close/>
                </a:path>
                <a:path w="228600" h="349250">
                  <a:moveTo>
                    <a:pt x="228600" y="259092"/>
                  </a:moveTo>
                  <a:lnTo>
                    <a:pt x="0" y="259092"/>
                  </a:lnTo>
                  <a:lnTo>
                    <a:pt x="0" y="265430"/>
                  </a:lnTo>
                  <a:lnTo>
                    <a:pt x="228600" y="265430"/>
                  </a:lnTo>
                  <a:lnTo>
                    <a:pt x="228600" y="259092"/>
                  </a:lnTo>
                  <a:close/>
                </a:path>
                <a:path w="228600" h="349250">
                  <a:moveTo>
                    <a:pt x="228600" y="252742"/>
                  </a:moveTo>
                  <a:lnTo>
                    <a:pt x="0" y="252742"/>
                  </a:lnTo>
                  <a:lnTo>
                    <a:pt x="0" y="259080"/>
                  </a:lnTo>
                  <a:lnTo>
                    <a:pt x="228600" y="259080"/>
                  </a:lnTo>
                  <a:lnTo>
                    <a:pt x="228600" y="252742"/>
                  </a:lnTo>
                  <a:close/>
                </a:path>
                <a:path w="228600" h="349250">
                  <a:moveTo>
                    <a:pt x="228600" y="246392"/>
                  </a:moveTo>
                  <a:lnTo>
                    <a:pt x="0" y="246392"/>
                  </a:lnTo>
                  <a:lnTo>
                    <a:pt x="0" y="252730"/>
                  </a:lnTo>
                  <a:lnTo>
                    <a:pt x="228600" y="252730"/>
                  </a:lnTo>
                  <a:lnTo>
                    <a:pt x="228600" y="246392"/>
                  </a:lnTo>
                  <a:close/>
                </a:path>
                <a:path w="228600" h="349250">
                  <a:moveTo>
                    <a:pt x="22860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228600" y="246380"/>
                  </a:lnTo>
                  <a:lnTo>
                    <a:pt x="228600" y="243852"/>
                  </a:lnTo>
                  <a:close/>
                </a:path>
                <a:path w="228600" h="349250">
                  <a:moveTo>
                    <a:pt x="22860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228600" y="243840"/>
                  </a:lnTo>
                  <a:lnTo>
                    <a:pt x="228600" y="240042"/>
                  </a:lnTo>
                  <a:close/>
                </a:path>
                <a:path w="228600" h="349250">
                  <a:moveTo>
                    <a:pt x="22860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228600" y="240030"/>
                  </a:lnTo>
                  <a:lnTo>
                    <a:pt x="228600" y="237502"/>
                  </a:lnTo>
                  <a:close/>
                </a:path>
                <a:path w="228600" h="349250">
                  <a:moveTo>
                    <a:pt x="22860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228600" y="237490"/>
                  </a:lnTo>
                  <a:lnTo>
                    <a:pt x="228600" y="233692"/>
                  </a:lnTo>
                  <a:close/>
                </a:path>
                <a:path w="228600" h="349250">
                  <a:moveTo>
                    <a:pt x="22860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228600" y="233680"/>
                  </a:lnTo>
                  <a:lnTo>
                    <a:pt x="228600" y="231152"/>
                  </a:lnTo>
                  <a:close/>
                </a:path>
                <a:path w="228600" h="349250">
                  <a:moveTo>
                    <a:pt x="228600" y="224802"/>
                  </a:moveTo>
                  <a:lnTo>
                    <a:pt x="0" y="224802"/>
                  </a:lnTo>
                  <a:lnTo>
                    <a:pt x="0" y="231140"/>
                  </a:lnTo>
                  <a:lnTo>
                    <a:pt x="228600" y="231140"/>
                  </a:lnTo>
                  <a:lnTo>
                    <a:pt x="228600" y="224802"/>
                  </a:lnTo>
                  <a:close/>
                </a:path>
                <a:path w="228600" h="349250">
                  <a:moveTo>
                    <a:pt x="228600" y="218452"/>
                  </a:moveTo>
                  <a:lnTo>
                    <a:pt x="0" y="218452"/>
                  </a:lnTo>
                  <a:lnTo>
                    <a:pt x="0" y="224790"/>
                  </a:lnTo>
                  <a:lnTo>
                    <a:pt x="228600" y="224790"/>
                  </a:lnTo>
                  <a:lnTo>
                    <a:pt x="228600" y="218452"/>
                  </a:lnTo>
                  <a:close/>
                </a:path>
                <a:path w="228600" h="349250">
                  <a:moveTo>
                    <a:pt x="228600" y="212102"/>
                  </a:moveTo>
                  <a:lnTo>
                    <a:pt x="0" y="212102"/>
                  </a:lnTo>
                  <a:lnTo>
                    <a:pt x="0" y="218440"/>
                  </a:lnTo>
                  <a:lnTo>
                    <a:pt x="228600" y="218440"/>
                  </a:lnTo>
                  <a:lnTo>
                    <a:pt x="228600" y="212102"/>
                  </a:lnTo>
                  <a:close/>
                </a:path>
                <a:path w="228600" h="349250">
                  <a:moveTo>
                    <a:pt x="228600" y="208292"/>
                  </a:moveTo>
                  <a:lnTo>
                    <a:pt x="0" y="208292"/>
                  </a:lnTo>
                  <a:lnTo>
                    <a:pt x="0" y="212090"/>
                  </a:lnTo>
                  <a:lnTo>
                    <a:pt x="228600" y="212090"/>
                  </a:lnTo>
                  <a:lnTo>
                    <a:pt x="228600" y="208292"/>
                  </a:lnTo>
                  <a:close/>
                </a:path>
                <a:path w="228600" h="349250">
                  <a:moveTo>
                    <a:pt x="228600" y="201942"/>
                  </a:moveTo>
                  <a:lnTo>
                    <a:pt x="0" y="201942"/>
                  </a:lnTo>
                  <a:lnTo>
                    <a:pt x="0" y="208280"/>
                  </a:lnTo>
                  <a:lnTo>
                    <a:pt x="228600" y="208280"/>
                  </a:lnTo>
                  <a:lnTo>
                    <a:pt x="228600" y="201942"/>
                  </a:lnTo>
                  <a:close/>
                </a:path>
                <a:path w="228600" h="349250">
                  <a:moveTo>
                    <a:pt x="228600" y="195592"/>
                  </a:moveTo>
                  <a:lnTo>
                    <a:pt x="0" y="195592"/>
                  </a:lnTo>
                  <a:lnTo>
                    <a:pt x="0" y="201930"/>
                  </a:lnTo>
                  <a:lnTo>
                    <a:pt x="228600" y="201930"/>
                  </a:lnTo>
                  <a:lnTo>
                    <a:pt x="228600" y="195592"/>
                  </a:lnTo>
                  <a:close/>
                </a:path>
                <a:path w="228600" h="349250">
                  <a:moveTo>
                    <a:pt x="22860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28600" y="195580"/>
                  </a:lnTo>
                  <a:lnTo>
                    <a:pt x="228600" y="189242"/>
                  </a:lnTo>
                  <a:close/>
                </a:path>
                <a:path w="228600" h="349250">
                  <a:moveTo>
                    <a:pt x="228600" y="186702"/>
                  </a:moveTo>
                  <a:lnTo>
                    <a:pt x="0" y="186702"/>
                  </a:lnTo>
                  <a:lnTo>
                    <a:pt x="0" y="189230"/>
                  </a:lnTo>
                  <a:lnTo>
                    <a:pt x="228600" y="189230"/>
                  </a:lnTo>
                  <a:lnTo>
                    <a:pt x="228600" y="186702"/>
                  </a:lnTo>
                  <a:close/>
                </a:path>
                <a:path w="228600" h="349250">
                  <a:moveTo>
                    <a:pt x="228600" y="182892"/>
                  </a:moveTo>
                  <a:lnTo>
                    <a:pt x="0" y="182892"/>
                  </a:lnTo>
                  <a:lnTo>
                    <a:pt x="0" y="186690"/>
                  </a:lnTo>
                  <a:lnTo>
                    <a:pt x="228600" y="186690"/>
                  </a:lnTo>
                  <a:lnTo>
                    <a:pt x="228600" y="182892"/>
                  </a:lnTo>
                  <a:close/>
                </a:path>
                <a:path w="228600" h="349250">
                  <a:moveTo>
                    <a:pt x="228600" y="180352"/>
                  </a:moveTo>
                  <a:lnTo>
                    <a:pt x="0" y="180352"/>
                  </a:lnTo>
                  <a:lnTo>
                    <a:pt x="0" y="182880"/>
                  </a:lnTo>
                  <a:lnTo>
                    <a:pt x="228600" y="182880"/>
                  </a:lnTo>
                  <a:lnTo>
                    <a:pt x="228600" y="180352"/>
                  </a:lnTo>
                  <a:close/>
                </a:path>
                <a:path w="228600" h="349250">
                  <a:moveTo>
                    <a:pt x="228600" y="174002"/>
                  </a:moveTo>
                  <a:lnTo>
                    <a:pt x="0" y="174002"/>
                  </a:lnTo>
                  <a:lnTo>
                    <a:pt x="0" y="180340"/>
                  </a:lnTo>
                  <a:lnTo>
                    <a:pt x="228600" y="180340"/>
                  </a:lnTo>
                  <a:lnTo>
                    <a:pt x="228600" y="174002"/>
                  </a:lnTo>
                  <a:close/>
                </a:path>
                <a:path w="228600" h="349250">
                  <a:moveTo>
                    <a:pt x="228600" y="167652"/>
                  </a:moveTo>
                  <a:lnTo>
                    <a:pt x="0" y="167652"/>
                  </a:lnTo>
                  <a:lnTo>
                    <a:pt x="0" y="173990"/>
                  </a:lnTo>
                  <a:lnTo>
                    <a:pt x="228600" y="173990"/>
                  </a:lnTo>
                  <a:lnTo>
                    <a:pt x="228600" y="167652"/>
                  </a:lnTo>
                  <a:close/>
                </a:path>
                <a:path w="228600" h="349250">
                  <a:moveTo>
                    <a:pt x="228600" y="161302"/>
                  </a:moveTo>
                  <a:lnTo>
                    <a:pt x="0" y="161302"/>
                  </a:lnTo>
                  <a:lnTo>
                    <a:pt x="0" y="167640"/>
                  </a:lnTo>
                  <a:lnTo>
                    <a:pt x="228600" y="167640"/>
                  </a:lnTo>
                  <a:lnTo>
                    <a:pt x="228600" y="161302"/>
                  </a:lnTo>
                  <a:close/>
                </a:path>
                <a:path w="228600" h="349250">
                  <a:moveTo>
                    <a:pt x="228600" y="157492"/>
                  </a:moveTo>
                  <a:lnTo>
                    <a:pt x="0" y="157492"/>
                  </a:lnTo>
                  <a:lnTo>
                    <a:pt x="0" y="161290"/>
                  </a:lnTo>
                  <a:lnTo>
                    <a:pt x="228600" y="161290"/>
                  </a:lnTo>
                  <a:lnTo>
                    <a:pt x="228600" y="157492"/>
                  </a:lnTo>
                  <a:close/>
                </a:path>
                <a:path w="228600" h="349250">
                  <a:moveTo>
                    <a:pt x="22860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28600" y="157480"/>
                  </a:lnTo>
                  <a:lnTo>
                    <a:pt x="228600" y="151142"/>
                  </a:lnTo>
                  <a:close/>
                </a:path>
                <a:path w="228600" h="349250">
                  <a:moveTo>
                    <a:pt x="228600" y="144792"/>
                  </a:moveTo>
                  <a:lnTo>
                    <a:pt x="0" y="144792"/>
                  </a:lnTo>
                  <a:lnTo>
                    <a:pt x="0" y="151130"/>
                  </a:lnTo>
                  <a:lnTo>
                    <a:pt x="228600" y="151130"/>
                  </a:lnTo>
                  <a:lnTo>
                    <a:pt x="228600" y="144792"/>
                  </a:lnTo>
                  <a:close/>
                </a:path>
                <a:path w="228600" h="349250">
                  <a:moveTo>
                    <a:pt x="228600" y="138442"/>
                  </a:moveTo>
                  <a:lnTo>
                    <a:pt x="0" y="138442"/>
                  </a:lnTo>
                  <a:lnTo>
                    <a:pt x="0" y="144780"/>
                  </a:lnTo>
                  <a:lnTo>
                    <a:pt x="228600" y="144780"/>
                  </a:lnTo>
                  <a:lnTo>
                    <a:pt x="228600" y="138442"/>
                  </a:lnTo>
                  <a:close/>
                </a:path>
                <a:path w="228600" h="349250">
                  <a:moveTo>
                    <a:pt x="228600" y="135902"/>
                  </a:moveTo>
                  <a:lnTo>
                    <a:pt x="0" y="135902"/>
                  </a:lnTo>
                  <a:lnTo>
                    <a:pt x="0" y="138430"/>
                  </a:lnTo>
                  <a:lnTo>
                    <a:pt x="228600" y="138430"/>
                  </a:lnTo>
                  <a:lnTo>
                    <a:pt x="228600" y="135902"/>
                  </a:lnTo>
                  <a:close/>
                </a:path>
                <a:path w="228600" h="349250">
                  <a:moveTo>
                    <a:pt x="228600" y="132092"/>
                  </a:moveTo>
                  <a:lnTo>
                    <a:pt x="0" y="132092"/>
                  </a:lnTo>
                  <a:lnTo>
                    <a:pt x="0" y="135890"/>
                  </a:lnTo>
                  <a:lnTo>
                    <a:pt x="228600" y="135890"/>
                  </a:lnTo>
                  <a:lnTo>
                    <a:pt x="228600" y="132092"/>
                  </a:lnTo>
                  <a:close/>
                </a:path>
                <a:path w="228600" h="349250">
                  <a:moveTo>
                    <a:pt x="228600" y="129552"/>
                  </a:moveTo>
                  <a:lnTo>
                    <a:pt x="0" y="129552"/>
                  </a:lnTo>
                  <a:lnTo>
                    <a:pt x="0" y="132080"/>
                  </a:lnTo>
                  <a:lnTo>
                    <a:pt x="228600" y="132080"/>
                  </a:lnTo>
                  <a:lnTo>
                    <a:pt x="228600" y="129552"/>
                  </a:lnTo>
                  <a:close/>
                </a:path>
                <a:path w="228600" h="349250">
                  <a:moveTo>
                    <a:pt x="228600" y="125742"/>
                  </a:moveTo>
                  <a:lnTo>
                    <a:pt x="0" y="125742"/>
                  </a:lnTo>
                  <a:lnTo>
                    <a:pt x="0" y="129540"/>
                  </a:lnTo>
                  <a:lnTo>
                    <a:pt x="228600" y="129540"/>
                  </a:lnTo>
                  <a:lnTo>
                    <a:pt x="228600" y="125742"/>
                  </a:lnTo>
                  <a:close/>
                </a:path>
                <a:path w="228600" h="349250">
                  <a:moveTo>
                    <a:pt x="228600" y="123202"/>
                  </a:moveTo>
                  <a:lnTo>
                    <a:pt x="0" y="123202"/>
                  </a:lnTo>
                  <a:lnTo>
                    <a:pt x="0" y="125730"/>
                  </a:lnTo>
                  <a:lnTo>
                    <a:pt x="228600" y="125730"/>
                  </a:lnTo>
                  <a:lnTo>
                    <a:pt x="228600" y="123202"/>
                  </a:lnTo>
                  <a:close/>
                </a:path>
                <a:path w="228600" h="349250">
                  <a:moveTo>
                    <a:pt x="228600" y="116852"/>
                  </a:moveTo>
                  <a:lnTo>
                    <a:pt x="0" y="116852"/>
                  </a:lnTo>
                  <a:lnTo>
                    <a:pt x="0" y="123190"/>
                  </a:lnTo>
                  <a:lnTo>
                    <a:pt x="228600" y="123190"/>
                  </a:lnTo>
                  <a:lnTo>
                    <a:pt x="228600" y="116852"/>
                  </a:lnTo>
                  <a:close/>
                </a:path>
                <a:path w="228600" h="349250">
                  <a:moveTo>
                    <a:pt x="228600" y="110502"/>
                  </a:moveTo>
                  <a:lnTo>
                    <a:pt x="0" y="110502"/>
                  </a:lnTo>
                  <a:lnTo>
                    <a:pt x="0" y="116840"/>
                  </a:lnTo>
                  <a:lnTo>
                    <a:pt x="228600" y="116840"/>
                  </a:lnTo>
                  <a:lnTo>
                    <a:pt x="228600" y="110502"/>
                  </a:lnTo>
                  <a:close/>
                </a:path>
                <a:path w="228600" h="349250">
                  <a:moveTo>
                    <a:pt x="228600" y="104152"/>
                  </a:moveTo>
                  <a:lnTo>
                    <a:pt x="0" y="104152"/>
                  </a:lnTo>
                  <a:lnTo>
                    <a:pt x="0" y="110490"/>
                  </a:lnTo>
                  <a:lnTo>
                    <a:pt x="228600" y="110490"/>
                  </a:lnTo>
                  <a:lnTo>
                    <a:pt x="228600" y="104152"/>
                  </a:lnTo>
                  <a:close/>
                </a:path>
                <a:path w="228600" h="349250">
                  <a:moveTo>
                    <a:pt x="228600" y="100342"/>
                  </a:moveTo>
                  <a:lnTo>
                    <a:pt x="0" y="100342"/>
                  </a:lnTo>
                  <a:lnTo>
                    <a:pt x="0" y="104140"/>
                  </a:lnTo>
                  <a:lnTo>
                    <a:pt x="228600" y="104140"/>
                  </a:lnTo>
                  <a:lnTo>
                    <a:pt x="228600" y="100342"/>
                  </a:lnTo>
                  <a:close/>
                </a:path>
                <a:path w="228600" h="349250">
                  <a:moveTo>
                    <a:pt x="22860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28600" y="100330"/>
                  </a:lnTo>
                  <a:lnTo>
                    <a:pt x="228600" y="93992"/>
                  </a:lnTo>
                  <a:close/>
                </a:path>
                <a:path w="228600" h="349250">
                  <a:moveTo>
                    <a:pt x="22860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28600" y="93980"/>
                  </a:lnTo>
                  <a:lnTo>
                    <a:pt x="228600" y="87642"/>
                  </a:lnTo>
                  <a:close/>
                </a:path>
                <a:path w="228600" h="349250">
                  <a:moveTo>
                    <a:pt x="228600" y="78752"/>
                  </a:moveTo>
                  <a:lnTo>
                    <a:pt x="0" y="78752"/>
                  </a:lnTo>
                  <a:lnTo>
                    <a:pt x="0" y="87630"/>
                  </a:lnTo>
                  <a:lnTo>
                    <a:pt x="228600" y="87630"/>
                  </a:lnTo>
                  <a:lnTo>
                    <a:pt x="228600" y="78752"/>
                  </a:lnTo>
                  <a:close/>
                </a:path>
                <a:path w="228600" h="349250">
                  <a:moveTo>
                    <a:pt x="228600" y="74942"/>
                  </a:moveTo>
                  <a:lnTo>
                    <a:pt x="0" y="74942"/>
                  </a:lnTo>
                  <a:lnTo>
                    <a:pt x="0" y="78740"/>
                  </a:lnTo>
                  <a:lnTo>
                    <a:pt x="228600" y="78740"/>
                  </a:lnTo>
                  <a:lnTo>
                    <a:pt x="228600" y="74942"/>
                  </a:lnTo>
                  <a:close/>
                </a:path>
                <a:path w="228600" h="349250">
                  <a:moveTo>
                    <a:pt x="228600" y="72402"/>
                  </a:moveTo>
                  <a:lnTo>
                    <a:pt x="0" y="72402"/>
                  </a:lnTo>
                  <a:lnTo>
                    <a:pt x="0" y="74930"/>
                  </a:lnTo>
                  <a:lnTo>
                    <a:pt x="228600" y="74930"/>
                  </a:lnTo>
                  <a:lnTo>
                    <a:pt x="228600" y="72402"/>
                  </a:lnTo>
                  <a:close/>
                </a:path>
                <a:path w="228600" h="349250">
                  <a:moveTo>
                    <a:pt x="228600" y="66052"/>
                  </a:moveTo>
                  <a:lnTo>
                    <a:pt x="0" y="66052"/>
                  </a:lnTo>
                  <a:lnTo>
                    <a:pt x="0" y="72390"/>
                  </a:lnTo>
                  <a:lnTo>
                    <a:pt x="228600" y="72390"/>
                  </a:lnTo>
                  <a:lnTo>
                    <a:pt x="228600" y="66052"/>
                  </a:lnTo>
                  <a:close/>
                </a:path>
                <a:path w="228600" h="349250">
                  <a:moveTo>
                    <a:pt x="228600" y="59702"/>
                  </a:moveTo>
                  <a:lnTo>
                    <a:pt x="0" y="59702"/>
                  </a:lnTo>
                  <a:lnTo>
                    <a:pt x="0" y="66040"/>
                  </a:lnTo>
                  <a:lnTo>
                    <a:pt x="228600" y="66040"/>
                  </a:lnTo>
                  <a:lnTo>
                    <a:pt x="228600" y="59702"/>
                  </a:lnTo>
                  <a:close/>
                </a:path>
                <a:path w="228600" h="349250">
                  <a:moveTo>
                    <a:pt x="228600" y="53352"/>
                  </a:moveTo>
                  <a:lnTo>
                    <a:pt x="0" y="53352"/>
                  </a:lnTo>
                  <a:lnTo>
                    <a:pt x="0" y="59690"/>
                  </a:lnTo>
                  <a:lnTo>
                    <a:pt x="228600" y="59690"/>
                  </a:lnTo>
                  <a:lnTo>
                    <a:pt x="228600" y="53352"/>
                  </a:lnTo>
                  <a:close/>
                </a:path>
                <a:path w="228600" h="349250">
                  <a:moveTo>
                    <a:pt x="228600" y="49542"/>
                  </a:moveTo>
                  <a:lnTo>
                    <a:pt x="0" y="49542"/>
                  </a:lnTo>
                  <a:lnTo>
                    <a:pt x="0" y="53340"/>
                  </a:lnTo>
                  <a:lnTo>
                    <a:pt x="228600" y="53340"/>
                  </a:lnTo>
                  <a:lnTo>
                    <a:pt x="228600" y="49542"/>
                  </a:lnTo>
                  <a:close/>
                </a:path>
                <a:path w="228600" h="349250">
                  <a:moveTo>
                    <a:pt x="22860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28600" y="49530"/>
                  </a:lnTo>
                  <a:lnTo>
                    <a:pt x="228600" y="43192"/>
                  </a:lnTo>
                  <a:close/>
                </a:path>
                <a:path w="228600" h="349250">
                  <a:moveTo>
                    <a:pt x="22860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28600" y="43180"/>
                  </a:lnTo>
                  <a:lnTo>
                    <a:pt x="228600" y="36842"/>
                  </a:lnTo>
                  <a:close/>
                </a:path>
                <a:path w="228600" h="349250">
                  <a:moveTo>
                    <a:pt x="22860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28600" y="36830"/>
                  </a:lnTo>
                  <a:lnTo>
                    <a:pt x="228600" y="30492"/>
                  </a:lnTo>
                  <a:close/>
                </a:path>
                <a:path w="228600" h="349250">
                  <a:moveTo>
                    <a:pt x="228600" y="27952"/>
                  </a:moveTo>
                  <a:lnTo>
                    <a:pt x="0" y="27952"/>
                  </a:lnTo>
                  <a:lnTo>
                    <a:pt x="0" y="30480"/>
                  </a:lnTo>
                  <a:lnTo>
                    <a:pt x="228600" y="30480"/>
                  </a:lnTo>
                  <a:lnTo>
                    <a:pt x="228600" y="27952"/>
                  </a:lnTo>
                  <a:close/>
                </a:path>
                <a:path w="228600" h="349250">
                  <a:moveTo>
                    <a:pt x="228600" y="24142"/>
                  </a:moveTo>
                  <a:lnTo>
                    <a:pt x="0" y="24142"/>
                  </a:lnTo>
                  <a:lnTo>
                    <a:pt x="0" y="27940"/>
                  </a:lnTo>
                  <a:lnTo>
                    <a:pt x="228600" y="27940"/>
                  </a:lnTo>
                  <a:lnTo>
                    <a:pt x="228600" y="24142"/>
                  </a:lnTo>
                  <a:close/>
                </a:path>
                <a:path w="228600" h="349250">
                  <a:moveTo>
                    <a:pt x="228600" y="15252"/>
                  </a:moveTo>
                  <a:lnTo>
                    <a:pt x="0" y="15252"/>
                  </a:lnTo>
                  <a:lnTo>
                    <a:pt x="0" y="24130"/>
                  </a:lnTo>
                  <a:lnTo>
                    <a:pt x="228600" y="24130"/>
                  </a:lnTo>
                  <a:lnTo>
                    <a:pt x="228600" y="15252"/>
                  </a:lnTo>
                  <a:close/>
                </a:path>
                <a:path w="228600" h="349250">
                  <a:moveTo>
                    <a:pt x="22860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228600" y="15240"/>
                  </a:lnTo>
                  <a:lnTo>
                    <a:pt x="228600" y="8902"/>
                  </a:lnTo>
                  <a:close/>
                </a:path>
                <a:path w="228600" h="349250">
                  <a:moveTo>
                    <a:pt x="22860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228600" y="8890"/>
                  </a:lnTo>
                  <a:lnTo>
                    <a:pt x="228600" y="2552"/>
                  </a:lnTo>
                  <a:close/>
                </a:path>
                <a:path w="228600" h="349250">
                  <a:moveTo>
                    <a:pt x="22860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28600" y="2540"/>
                  </a:lnTo>
                  <a:lnTo>
                    <a:pt x="228600" y="0"/>
                  </a:lnTo>
                  <a:close/>
                </a:path>
              </a:pathLst>
            </a:custGeom>
            <a:solidFill>
              <a:srgbClr val="D0D0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5063490" y="5561329"/>
              <a:ext cx="228600" cy="349250"/>
            </a:xfrm>
            <a:custGeom>
              <a:avLst/>
              <a:gdLst/>
              <a:ahLst/>
              <a:cxnLst/>
              <a:rect l="l" t="t" r="r" b="b"/>
              <a:pathLst>
                <a:path w="228600" h="349250">
                  <a:moveTo>
                    <a:pt x="228600" y="347992"/>
                  </a:moveTo>
                  <a:lnTo>
                    <a:pt x="0" y="347992"/>
                  </a:lnTo>
                  <a:lnTo>
                    <a:pt x="0" y="349250"/>
                  </a:lnTo>
                  <a:lnTo>
                    <a:pt x="228600" y="349250"/>
                  </a:lnTo>
                  <a:lnTo>
                    <a:pt x="228600" y="347992"/>
                  </a:lnTo>
                  <a:close/>
                </a:path>
                <a:path w="228600" h="349250">
                  <a:moveTo>
                    <a:pt x="228600" y="345452"/>
                  </a:moveTo>
                  <a:lnTo>
                    <a:pt x="0" y="345452"/>
                  </a:lnTo>
                  <a:lnTo>
                    <a:pt x="0" y="347980"/>
                  </a:lnTo>
                  <a:lnTo>
                    <a:pt x="228600" y="347980"/>
                  </a:lnTo>
                  <a:lnTo>
                    <a:pt x="228600" y="345452"/>
                  </a:lnTo>
                  <a:close/>
                </a:path>
                <a:path w="228600" h="349250">
                  <a:moveTo>
                    <a:pt x="228600" y="341642"/>
                  </a:moveTo>
                  <a:lnTo>
                    <a:pt x="0" y="341642"/>
                  </a:lnTo>
                  <a:lnTo>
                    <a:pt x="0" y="345440"/>
                  </a:lnTo>
                  <a:lnTo>
                    <a:pt x="228600" y="345440"/>
                  </a:lnTo>
                  <a:lnTo>
                    <a:pt x="228600" y="341642"/>
                  </a:lnTo>
                  <a:close/>
                </a:path>
                <a:path w="228600" h="349250">
                  <a:moveTo>
                    <a:pt x="228600" y="339102"/>
                  </a:moveTo>
                  <a:lnTo>
                    <a:pt x="0" y="339102"/>
                  </a:lnTo>
                  <a:lnTo>
                    <a:pt x="0" y="341630"/>
                  </a:lnTo>
                  <a:lnTo>
                    <a:pt x="228600" y="341630"/>
                  </a:lnTo>
                  <a:lnTo>
                    <a:pt x="228600" y="339102"/>
                  </a:lnTo>
                  <a:close/>
                </a:path>
                <a:path w="228600" h="349250">
                  <a:moveTo>
                    <a:pt x="228600" y="326402"/>
                  </a:moveTo>
                  <a:lnTo>
                    <a:pt x="0" y="326402"/>
                  </a:lnTo>
                  <a:lnTo>
                    <a:pt x="0" y="339090"/>
                  </a:lnTo>
                  <a:lnTo>
                    <a:pt x="228600" y="339090"/>
                  </a:lnTo>
                  <a:lnTo>
                    <a:pt x="228600" y="326402"/>
                  </a:lnTo>
                  <a:close/>
                </a:path>
                <a:path w="228600" h="349250">
                  <a:moveTo>
                    <a:pt x="228600" y="320052"/>
                  </a:moveTo>
                  <a:lnTo>
                    <a:pt x="0" y="320052"/>
                  </a:lnTo>
                  <a:lnTo>
                    <a:pt x="0" y="326390"/>
                  </a:lnTo>
                  <a:lnTo>
                    <a:pt x="228600" y="326390"/>
                  </a:lnTo>
                  <a:lnTo>
                    <a:pt x="228600" y="320052"/>
                  </a:lnTo>
                  <a:close/>
                </a:path>
                <a:path w="228600" h="349250">
                  <a:moveTo>
                    <a:pt x="228600" y="316242"/>
                  </a:moveTo>
                  <a:lnTo>
                    <a:pt x="0" y="316242"/>
                  </a:lnTo>
                  <a:lnTo>
                    <a:pt x="0" y="320040"/>
                  </a:lnTo>
                  <a:lnTo>
                    <a:pt x="228600" y="320040"/>
                  </a:lnTo>
                  <a:lnTo>
                    <a:pt x="228600" y="316242"/>
                  </a:lnTo>
                  <a:close/>
                </a:path>
                <a:path w="228600" h="349250">
                  <a:moveTo>
                    <a:pt x="228600" y="309892"/>
                  </a:moveTo>
                  <a:lnTo>
                    <a:pt x="0" y="309892"/>
                  </a:lnTo>
                  <a:lnTo>
                    <a:pt x="0" y="316230"/>
                  </a:lnTo>
                  <a:lnTo>
                    <a:pt x="228600" y="316230"/>
                  </a:lnTo>
                  <a:lnTo>
                    <a:pt x="228600" y="309892"/>
                  </a:lnTo>
                  <a:close/>
                </a:path>
                <a:path w="228600" h="349250">
                  <a:moveTo>
                    <a:pt x="228600" y="303542"/>
                  </a:moveTo>
                  <a:lnTo>
                    <a:pt x="0" y="303542"/>
                  </a:lnTo>
                  <a:lnTo>
                    <a:pt x="0" y="309880"/>
                  </a:lnTo>
                  <a:lnTo>
                    <a:pt x="228600" y="309880"/>
                  </a:lnTo>
                  <a:lnTo>
                    <a:pt x="228600" y="303542"/>
                  </a:lnTo>
                  <a:close/>
                </a:path>
                <a:path w="228600" h="349250">
                  <a:moveTo>
                    <a:pt x="228600" y="297192"/>
                  </a:moveTo>
                  <a:lnTo>
                    <a:pt x="0" y="297192"/>
                  </a:lnTo>
                  <a:lnTo>
                    <a:pt x="0" y="303530"/>
                  </a:lnTo>
                  <a:lnTo>
                    <a:pt x="228600" y="303530"/>
                  </a:lnTo>
                  <a:lnTo>
                    <a:pt x="228600" y="297192"/>
                  </a:lnTo>
                  <a:close/>
                </a:path>
                <a:path w="228600" h="349250">
                  <a:moveTo>
                    <a:pt x="228600" y="294652"/>
                  </a:moveTo>
                  <a:lnTo>
                    <a:pt x="0" y="294652"/>
                  </a:lnTo>
                  <a:lnTo>
                    <a:pt x="0" y="297180"/>
                  </a:lnTo>
                  <a:lnTo>
                    <a:pt x="228600" y="297180"/>
                  </a:lnTo>
                  <a:lnTo>
                    <a:pt x="228600" y="294652"/>
                  </a:lnTo>
                  <a:close/>
                </a:path>
                <a:path w="228600" h="349250">
                  <a:moveTo>
                    <a:pt x="228600" y="290842"/>
                  </a:moveTo>
                  <a:lnTo>
                    <a:pt x="0" y="290842"/>
                  </a:lnTo>
                  <a:lnTo>
                    <a:pt x="0" y="294640"/>
                  </a:lnTo>
                  <a:lnTo>
                    <a:pt x="228600" y="294640"/>
                  </a:lnTo>
                  <a:lnTo>
                    <a:pt x="228600" y="290842"/>
                  </a:lnTo>
                  <a:close/>
                </a:path>
                <a:path w="228600" h="349250">
                  <a:moveTo>
                    <a:pt x="228600" y="288302"/>
                  </a:moveTo>
                  <a:lnTo>
                    <a:pt x="0" y="288302"/>
                  </a:lnTo>
                  <a:lnTo>
                    <a:pt x="0" y="290830"/>
                  </a:lnTo>
                  <a:lnTo>
                    <a:pt x="228600" y="290830"/>
                  </a:lnTo>
                  <a:lnTo>
                    <a:pt x="228600" y="288302"/>
                  </a:lnTo>
                  <a:close/>
                </a:path>
                <a:path w="228600" h="349250">
                  <a:moveTo>
                    <a:pt x="228600" y="281952"/>
                  </a:moveTo>
                  <a:lnTo>
                    <a:pt x="0" y="281952"/>
                  </a:lnTo>
                  <a:lnTo>
                    <a:pt x="0" y="288290"/>
                  </a:lnTo>
                  <a:lnTo>
                    <a:pt x="228600" y="288290"/>
                  </a:lnTo>
                  <a:lnTo>
                    <a:pt x="228600" y="281952"/>
                  </a:lnTo>
                  <a:close/>
                </a:path>
                <a:path w="228600" h="349250">
                  <a:moveTo>
                    <a:pt x="228600" y="275602"/>
                  </a:moveTo>
                  <a:lnTo>
                    <a:pt x="0" y="275602"/>
                  </a:lnTo>
                  <a:lnTo>
                    <a:pt x="0" y="281940"/>
                  </a:lnTo>
                  <a:lnTo>
                    <a:pt x="228600" y="281940"/>
                  </a:lnTo>
                  <a:lnTo>
                    <a:pt x="228600" y="275602"/>
                  </a:lnTo>
                  <a:close/>
                </a:path>
                <a:path w="228600" h="349250">
                  <a:moveTo>
                    <a:pt x="228600" y="269252"/>
                  </a:moveTo>
                  <a:lnTo>
                    <a:pt x="0" y="269252"/>
                  </a:lnTo>
                  <a:lnTo>
                    <a:pt x="0" y="275590"/>
                  </a:lnTo>
                  <a:lnTo>
                    <a:pt x="228600" y="275590"/>
                  </a:lnTo>
                  <a:lnTo>
                    <a:pt x="228600" y="269252"/>
                  </a:lnTo>
                  <a:close/>
                </a:path>
                <a:path w="228600" h="349250">
                  <a:moveTo>
                    <a:pt x="228600" y="265442"/>
                  </a:moveTo>
                  <a:lnTo>
                    <a:pt x="0" y="265442"/>
                  </a:lnTo>
                  <a:lnTo>
                    <a:pt x="0" y="269240"/>
                  </a:lnTo>
                  <a:lnTo>
                    <a:pt x="228600" y="269240"/>
                  </a:lnTo>
                  <a:lnTo>
                    <a:pt x="228600" y="265442"/>
                  </a:lnTo>
                  <a:close/>
                </a:path>
                <a:path w="228600" h="349250">
                  <a:moveTo>
                    <a:pt x="228600" y="259092"/>
                  </a:moveTo>
                  <a:lnTo>
                    <a:pt x="0" y="259092"/>
                  </a:lnTo>
                  <a:lnTo>
                    <a:pt x="0" y="265430"/>
                  </a:lnTo>
                  <a:lnTo>
                    <a:pt x="228600" y="265430"/>
                  </a:lnTo>
                  <a:lnTo>
                    <a:pt x="228600" y="259092"/>
                  </a:lnTo>
                  <a:close/>
                </a:path>
                <a:path w="228600" h="349250">
                  <a:moveTo>
                    <a:pt x="228600" y="252742"/>
                  </a:moveTo>
                  <a:lnTo>
                    <a:pt x="0" y="252742"/>
                  </a:lnTo>
                  <a:lnTo>
                    <a:pt x="0" y="259080"/>
                  </a:lnTo>
                  <a:lnTo>
                    <a:pt x="228600" y="259080"/>
                  </a:lnTo>
                  <a:lnTo>
                    <a:pt x="228600" y="252742"/>
                  </a:lnTo>
                  <a:close/>
                </a:path>
                <a:path w="228600" h="349250">
                  <a:moveTo>
                    <a:pt x="228600" y="246392"/>
                  </a:moveTo>
                  <a:lnTo>
                    <a:pt x="0" y="246392"/>
                  </a:lnTo>
                  <a:lnTo>
                    <a:pt x="0" y="252730"/>
                  </a:lnTo>
                  <a:lnTo>
                    <a:pt x="228600" y="252730"/>
                  </a:lnTo>
                  <a:lnTo>
                    <a:pt x="228600" y="246392"/>
                  </a:lnTo>
                  <a:close/>
                </a:path>
                <a:path w="228600" h="349250">
                  <a:moveTo>
                    <a:pt x="22860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228600" y="246380"/>
                  </a:lnTo>
                  <a:lnTo>
                    <a:pt x="228600" y="243852"/>
                  </a:lnTo>
                  <a:close/>
                </a:path>
                <a:path w="228600" h="349250">
                  <a:moveTo>
                    <a:pt x="22860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228600" y="243840"/>
                  </a:lnTo>
                  <a:lnTo>
                    <a:pt x="228600" y="240042"/>
                  </a:lnTo>
                  <a:close/>
                </a:path>
                <a:path w="228600" h="349250">
                  <a:moveTo>
                    <a:pt x="22860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228600" y="240030"/>
                  </a:lnTo>
                  <a:lnTo>
                    <a:pt x="228600" y="237502"/>
                  </a:lnTo>
                  <a:close/>
                </a:path>
                <a:path w="228600" h="349250">
                  <a:moveTo>
                    <a:pt x="22860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228600" y="237490"/>
                  </a:lnTo>
                  <a:lnTo>
                    <a:pt x="228600" y="233692"/>
                  </a:lnTo>
                  <a:close/>
                </a:path>
                <a:path w="228600" h="349250">
                  <a:moveTo>
                    <a:pt x="22860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228600" y="233680"/>
                  </a:lnTo>
                  <a:lnTo>
                    <a:pt x="228600" y="231152"/>
                  </a:lnTo>
                  <a:close/>
                </a:path>
                <a:path w="228600" h="349250">
                  <a:moveTo>
                    <a:pt x="228600" y="224802"/>
                  </a:moveTo>
                  <a:lnTo>
                    <a:pt x="0" y="224802"/>
                  </a:lnTo>
                  <a:lnTo>
                    <a:pt x="0" y="231140"/>
                  </a:lnTo>
                  <a:lnTo>
                    <a:pt x="228600" y="231140"/>
                  </a:lnTo>
                  <a:lnTo>
                    <a:pt x="228600" y="224802"/>
                  </a:lnTo>
                  <a:close/>
                </a:path>
                <a:path w="228600" h="349250">
                  <a:moveTo>
                    <a:pt x="228600" y="218452"/>
                  </a:moveTo>
                  <a:lnTo>
                    <a:pt x="0" y="218452"/>
                  </a:lnTo>
                  <a:lnTo>
                    <a:pt x="0" y="224790"/>
                  </a:lnTo>
                  <a:lnTo>
                    <a:pt x="228600" y="224790"/>
                  </a:lnTo>
                  <a:lnTo>
                    <a:pt x="228600" y="218452"/>
                  </a:lnTo>
                  <a:close/>
                </a:path>
                <a:path w="228600" h="349250">
                  <a:moveTo>
                    <a:pt x="228600" y="212102"/>
                  </a:moveTo>
                  <a:lnTo>
                    <a:pt x="0" y="212102"/>
                  </a:lnTo>
                  <a:lnTo>
                    <a:pt x="0" y="218440"/>
                  </a:lnTo>
                  <a:lnTo>
                    <a:pt x="228600" y="218440"/>
                  </a:lnTo>
                  <a:lnTo>
                    <a:pt x="228600" y="212102"/>
                  </a:lnTo>
                  <a:close/>
                </a:path>
                <a:path w="228600" h="349250">
                  <a:moveTo>
                    <a:pt x="228600" y="208292"/>
                  </a:moveTo>
                  <a:lnTo>
                    <a:pt x="0" y="208292"/>
                  </a:lnTo>
                  <a:lnTo>
                    <a:pt x="0" y="212090"/>
                  </a:lnTo>
                  <a:lnTo>
                    <a:pt x="228600" y="212090"/>
                  </a:lnTo>
                  <a:lnTo>
                    <a:pt x="228600" y="208292"/>
                  </a:lnTo>
                  <a:close/>
                </a:path>
                <a:path w="228600" h="349250">
                  <a:moveTo>
                    <a:pt x="228600" y="201942"/>
                  </a:moveTo>
                  <a:lnTo>
                    <a:pt x="0" y="201942"/>
                  </a:lnTo>
                  <a:lnTo>
                    <a:pt x="0" y="208280"/>
                  </a:lnTo>
                  <a:lnTo>
                    <a:pt x="228600" y="208280"/>
                  </a:lnTo>
                  <a:lnTo>
                    <a:pt x="228600" y="201942"/>
                  </a:lnTo>
                  <a:close/>
                </a:path>
                <a:path w="228600" h="349250">
                  <a:moveTo>
                    <a:pt x="228600" y="195592"/>
                  </a:moveTo>
                  <a:lnTo>
                    <a:pt x="0" y="195592"/>
                  </a:lnTo>
                  <a:lnTo>
                    <a:pt x="0" y="201930"/>
                  </a:lnTo>
                  <a:lnTo>
                    <a:pt x="228600" y="201930"/>
                  </a:lnTo>
                  <a:lnTo>
                    <a:pt x="228600" y="195592"/>
                  </a:lnTo>
                  <a:close/>
                </a:path>
                <a:path w="228600" h="349250">
                  <a:moveTo>
                    <a:pt x="22860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28600" y="195580"/>
                  </a:lnTo>
                  <a:lnTo>
                    <a:pt x="228600" y="189242"/>
                  </a:lnTo>
                  <a:close/>
                </a:path>
                <a:path w="228600" h="349250">
                  <a:moveTo>
                    <a:pt x="228600" y="186702"/>
                  </a:moveTo>
                  <a:lnTo>
                    <a:pt x="0" y="186702"/>
                  </a:lnTo>
                  <a:lnTo>
                    <a:pt x="0" y="189230"/>
                  </a:lnTo>
                  <a:lnTo>
                    <a:pt x="228600" y="189230"/>
                  </a:lnTo>
                  <a:lnTo>
                    <a:pt x="228600" y="186702"/>
                  </a:lnTo>
                  <a:close/>
                </a:path>
                <a:path w="228600" h="349250">
                  <a:moveTo>
                    <a:pt x="228600" y="182892"/>
                  </a:moveTo>
                  <a:lnTo>
                    <a:pt x="0" y="182892"/>
                  </a:lnTo>
                  <a:lnTo>
                    <a:pt x="0" y="186690"/>
                  </a:lnTo>
                  <a:lnTo>
                    <a:pt x="228600" y="186690"/>
                  </a:lnTo>
                  <a:lnTo>
                    <a:pt x="228600" y="182892"/>
                  </a:lnTo>
                  <a:close/>
                </a:path>
                <a:path w="228600" h="349250">
                  <a:moveTo>
                    <a:pt x="228600" y="180352"/>
                  </a:moveTo>
                  <a:lnTo>
                    <a:pt x="0" y="180352"/>
                  </a:lnTo>
                  <a:lnTo>
                    <a:pt x="0" y="182880"/>
                  </a:lnTo>
                  <a:lnTo>
                    <a:pt x="228600" y="182880"/>
                  </a:lnTo>
                  <a:lnTo>
                    <a:pt x="228600" y="180352"/>
                  </a:lnTo>
                  <a:close/>
                </a:path>
                <a:path w="228600" h="349250">
                  <a:moveTo>
                    <a:pt x="228600" y="174002"/>
                  </a:moveTo>
                  <a:lnTo>
                    <a:pt x="0" y="174002"/>
                  </a:lnTo>
                  <a:lnTo>
                    <a:pt x="0" y="180340"/>
                  </a:lnTo>
                  <a:lnTo>
                    <a:pt x="228600" y="180340"/>
                  </a:lnTo>
                  <a:lnTo>
                    <a:pt x="228600" y="174002"/>
                  </a:lnTo>
                  <a:close/>
                </a:path>
                <a:path w="228600" h="349250">
                  <a:moveTo>
                    <a:pt x="228600" y="167652"/>
                  </a:moveTo>
                  <a:lnTo>
                    <a:pt x="0" y="167652"/>
                  </a:lnTo>
                  <a:lnTo>
                    <a:pt x="0" y="173990"/>
                  </a:lnTo>
                  <a:lnTo>
                    <a:pt x="228600" y="173990"/>
                  </a:lnTo>
                  <a:lnTo>
                    <a:pt x="228600" y="167652"/>
                  </a:lnTo>
                  <a:close/>
                </a:path>
                <a:path w="228600" h="349250">
                  <a:moveTo>
                    <a:pt x="228600" y="161302"/>
                  </a:moveTo>
                  <a:lnTo>
                    <a:pt x="0" y="161302"/>
                  </a:lnTo>
                  <a:lnTo>
                    <a:pt x="0" y="167640"/>
                  </a:lnTo>
                  <a:lnTo>
                    <a:pt x="228600" y="167640"/>
                  </a:lnTo>
                  <a:lnTo>
                    <a:pt x="228600" y="161302"/>
                  </a:lnTo>
                  <a:close/>
                </a:path>
                <a:path w="228600" h="349250">
                  <a:moveTo>
                    <a:pt x="228600" y="157492"/>
                  </a:moveTo>
                  <a:lnTo>
                    <a:pt x="0" y="157492"/>
                  </a:lnTo>
                  <a:lnTo>
                    <a:pt x="0" y="161290"/>
                  </a:lnTo>
                  <a:lnTo>
                    <a:pt x="228600" y="161290"/>
                  </a:lnTo>
                  <a:lnTo>
                    <a:pt x="228600" y="157492"/>
                  </a:lnTo>
                  <a:close/>
                </a:path>
                <a:path w="228600" h="349250">
                  <a:moveTo>
                    <a:pt x="22860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28600" y="157480"/>
                  </a:lnTo>
                  <a:lnTo>
                    <a:pt x="228600" y="151142"/>
                  </a:lnTo>
                  <a:close/>
                </a:path>
                <a:path w="228600" h="349250">
                  <a:moveTo>
                    <a:pt x="228600" y="144792"/>
                  </a:moveTo>
                  <a:lnTo>
                    <a:pt x="0" y="144792"/>
                  </a:lnTo>
                  <a:lnTo>
                    <a:pt x="0" y="151130"/>
                  </a:lnTo>
                  <a:lnTo>
                    <a:pt x="228600" y="151130"/>
                  </a:lnTo>
                  <a:lnTo>
                    <a:pt x="228600" y="144792"/>
                  </a:lnTo>
                  <a:close/>
                </a:path>
                <a:path w="228600" h="349250">
                  <a:moveTo>
                    <a:pt x="228600" y="138442"/>
                  </a:moveTo>
                  <a:lnTo>
                    <a:pt x="0" y="138442"/>
                  </a:lnTo>
                  <a:lnTo>
                    <a:pt x="0" y="144780"/>
                  </a:lnTo>
                  <a:lnTo>
                    <a:pt x="228600" y="144780"/>
                  </a:lnTo>
                  <a:lnTo>
                    <a:pt x="228600" y="138442"/>
                  </a:lnTo>
                  <a:close/>
                </a:path>
                <a:path w="228600" h="349250">
                  <a:moveTo>
                    <a:pt x="228600" y="135902"/>
                  </a:moveTo>
                  <a:lnTo>
                    <a:pt x="0" y="135902"/>
                  </a:lnTo>
                  <a:lnTo>
                    <a:pt x="0" y="138430"/>
                  </a:lnTo>
                  <a:lnTo>
                    <a:pt x="228600" y="138430"/>
                  </a:lnTo>
                  <a:lnTo>
                    <a:pt x="228600" y="135902"/>
                  </a:lnTo>
                  <a:close/>
                </a:path>
                <a:path w="228600" h="349250">
                  <a:moveTo>
                    <a:pt x="228600" y="132092"/>
                  </a:moveTo>
                  <a:lnTo>
                    <a:pt x="0" y="132092"/>
                  </a:lnTo>
                  <a:lnTo>
                    <a:pt x="0" y="135890"/>
                  </a:lnTo>
                  <a:lnTo>
                    <a:pt x="228600" y="135890"/>
                  </a:lnTo>
                  <a:lnTo>
                    <a:pt x="228600" y="132092"/>
                  </a:lnTo>
                  <a:close/>
                </a:path>
                <a:path w="228600" h="349250">
                  <a:moveTo>
                    <a:pt x="228600" y="129552"/>
                  </a:moveTo>
                  <a:lnTo>
                    <a:pt x="0" y="129552"/>
                  </a:lnTo>
                  <a:lnTo>
                    <a:pt x="0" y="132080"/>
                  </a:lnTo>
                  <a:lnTo>
                    <a:pt x="228600" y="132080"/>
                  </a:lnTo>
                  <a:lnTo>
                    <a:pt x="228600" y="129552"/>
                  </a:lnTo>
                  <a:close/>
                </a:path>
                <a:path w="228600" h="349250">
                  <a:moveTo>
                    <a:pt x="228600" y="125742"/>
                  </a:moveTo>
                  <a:lnTo>
                    <a:pt x="0" y="125742"/>
                  </a:lnTo>
                  <a:lnTo>
                    <a:pt x="0" y="129540"/>
                  </a:lnTo>
                  <a:lnTo>
                    <a:pt x="228600" y="129540"/>
                  </a:lnTo>
                  <a:lnTo>
                    <a:pt x="228600" y="125742"/>
                  </a:lnTo>
                  <a:close/>
                </a:path>
                <a:path w="228600" h="349250">
                  <a:moveTo>
                    <a:pt x="228600" y="123202"/>
                  </a:moveTo>
                  <a:lnTo>
                    <a:pt x="0" y="123202"/>
                  </a:lnTo>
                  <a:lnTo>
                    <a:pt x="0" y="125730"/>
                  </a:lnTo>
                  <a:lnTo>
                    <a:pt x="228600" y="125730"/>
                  </a:lnTo>
                  <a:lnTo>
                    <a:pt x="228600" y="123202"/>
                  </a:lnTo>
                  <a:close/>
                </a:path>
                <a:path w="228600" h="349250">
                  <a:moveTo>
                    <a:pt x="228600" y="116852"/>
                  </a:moveTo>
                  <a:lnTo>
                    <a:pt x="0" y="116852"/>
                  </a:lnTo>
                  <a:lnTo>
                    <a:pt x="0" y="123190"/>
                  </a:lnTo>
                  <a:lnTo>
                    <a:pt x="228600" y="123190"/>
                  </a:lnTo>
                  <a:lnTo>
                    <a:pt x="228600" y="116852"/>
                  </a:lnTo>
                  <a:close/>
                </a:path>
                <a:path w="228600" h="349250">
                  <a:moveTo>
                    <a:pt x="228600" y="110502"/>
                  </a:moveTo>
                  <a:lnTo>
                    <a:pt x="0" y="110502"/>
                  </a:lnTo>
                  <a:lnTo>
                    <a:pt x="0" y="116840"/>
                  </a:lnTo>
                  <a:lnTo>
                    <a:pt x="228600" y="116840"/>
                  </a:lnTo>
                  <a:lnTo>
                    <a:pt x="228600" y="110502"/>
                  </a:lnTo>
                  <a:close/>
                </a:path>
                <a:path w="228600" h="349250">
                  <a:moveTo>
                    <a:pt x="228600" y="104152"/>
                  </a:moveTo>
                  <a:lnTo>
                    <a:pt x="0" y="104152"/>
                  </a:lnTo>
                  <a:lnTo>
                    <a:pt x="0" y="110490"/>
                  </a:lnTo>
                  <a:lnTo>
                    <a:pt x="228600" y="110490"/>
                  </a:lnTo>
                  <a:lnTo>
                    <a:pt x="228600" y="104152"/>
                  </a:lnTo>
                  <a:close/>
                </a:path>
                <a:path w="228600" h="349250">
                  <a:moveTo>
                    <a:pt x="228600" y="100342"/>
                  </a:moveTo>
                  <a:lnTo>
                    <a:pt x="0" y="100342"/>
                  </a:lnTo>
                  <a:lnTo>
                    <a:pt x="0" y="104140"/>
                  </a:lnTo>
                  <a:lnTo>
                    <a:pt x="228600" y="104140"/>
                  </a:lnTo>
                  <a:lnTo>
                    <a:pt x="228600" y="100342"/>
                  </a:lnTo>
                  <a:close/>
                </a:path>
                <a:path w="228600" h="349250">
                  <a:moveTo>
                    <a:pt x="22860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28600" y="100330"/>
                  </a:lnTo>
                  <a:lnTo>
                    <a:pt x="228600" y="93992"/>
                  </a:lnTo>
                  <a:close/>
                </a:path>
                <a:path w="228600" h="349250">
                  <a:moveTo>
                    <a:pt x="22860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28600" y="93980"/>
                  </a:lnTo>
                  <a:lnTo>
                    <a:pt x="228600" y="87642"/>
                  </a:lnTo>
                  <a:close/>
                </a:path>
                <a:path w="228600" h="349250">
                  <a:moveTo>
                    <a:pt x="228600" y="78752"/>
                  </a:moveTo>
                  <a:lnTo>
                    <a:pt x="0" y="78752"/>
                  </a:lnTo>
                  <a:lnTo>
                    <a:pt x="0" y="87630"/>
                  </a:lnTo>
                  <a:lnTo>
                    <a:pt x="228600" y="87630"/>
                  </a:lnTo>
                  <a:lnTo>
                    <a:pt x="228600" y="78752"/>
                  </a:lnTo>
                  <a:close/>
                </a:path>
                <a:path w="228600" h="349250">
                  <a:moveTo>
                    <a:pt x="228600" y="74942"/>
                  </a:moveTo>
                  <a:lnTo>
                    <a:pt x="0" y="74942"/>
                  </a:lnTo>
                  <a:lnTo>
                    <a:pt x="0" y="78740"/>
                  </a:lnTo>
                  <a:lnTo>
                    <a:pt x="228600" y="78740"/>
                  </a:lnTo>
                  <a:lnTo>
                    <a:pt x="228600" y="74942"/>
                  </a:lnTo>
                  <a:close/>
                </a:path>
                <a:path w="228600" h="349250">
                  <a:moveTo>
                    <a:pt x="228600" y="72402"/>
                  </a:moveTo>
                  <a:lnTo>
                    <a:pt x="0" y="72402"/>
                  </a:lnTo>
                  <a:lnTo>
                    <a:pt x="0" y="74930"/>
                  </a:lnTo>
                  <a:lnTo>
                    <a:pt x="228600" y="74930"/>
                  </a:lnTo>
                  <a:lnTo>
                    <a:pt x="228600" y="72402"/>
                  </a:lnTo>
                  <a:close/>
                </a:path>
                <a:path w="228600" h="349250">
                  <a:moveTo>
                    <a:pt x="228600" y="66052"/>
                  </a:moveTo>
                  <a:lnTo>
                    <a:pt x="0" y="66052"/>
                  </a:lnTo>
                  <a:lnTo>
                    <a:pt x="0" y="72390"/>
                  </a:lnTo>
                  <a:lnTo>
                    <a:pt x="228600" y="72390"/>
                  </a:lnTo>
                  <a:lnTo>
                    <a:pt x="228600" y="66052"/>
                  </a:lnTo>
                  <a:close/>
                </a:path>
                <a:path w="228600" h="349250">
                  <a:moveTo>
                    <a:pt x="228600" y="59702"/>
                  </a:moveTo>
                  <a:lnTo>
                    <a:pt x="0" y="59702"/>
                  </a:lnTo>
                  <a:lnTo>
                    <a:pt x="0" y="66040"/>
                  </a:lnTo>
                  <a:lnTo>
                    <a:pt x="228600" y="66040"/>
                  </a:lnTo>
                  <a:lnTo>
                    <a:pt x="228600" y="59702"/>
                  </a:lnTo>
                  <a:close/>
                </a:path>
                <a:path w="228600" h="349250">
                  <a:moveTo>
                    <a:pt x="228600" y="53352"/>
                  </a:moveTo>
                  <a:lnTo>
                    <a:pt x="0" y="53352"/>
                  </a:lnTo>
                  <a:lnTo>
                    <a:pt x="0" y="59690"/>
                  </a:lnTo>
                  <a:lnTo>
                    <a:pt x="228600" y="59690"/>
                  </a:lnTo>
                  <a:lnTo>
                    <a:pt x="228600" y="53352"/>
                  </a:lnTo>
                  <a:close/>
                </a:path>
                <a:path w="228600" h="349250">
                  <a:moveTo>
                    <a:pt x="228600" y="49542"/>
                  </a:moveTo>
                  <a:lnTo>
                    <a:pt x="0" y="49542"/>
                  </a:lnTo>
                  <a:lnTo>
                    <a:pt x="0" y="53340"/>
                  </a:lnTo>
                  <a:lnTo>
                    <a:pt x="228600" y="53340"/>
                  </a:lnTo>
                  <a:lnTo>
                    <a:pt x="228600" y="49542"/>
                  </a:lnTo>
                  <a:close/>
                </a:path>
                <a:path w="228600" h="349250">
                  <a:moveTo>
                    <a:pt x="22860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28600" y="49530"/>
                  </a:lnTo>
                  <a:lnTo>
                    <a:pt x="228600" y="43192"/>
                  </a:lnTo>
                  <a:close/>
                </a:path>
                <a:path w="228600" h="349250">
                  <a:moveTo>
                    <a:pt x="22860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28600" y="43180"/>
                  </a:lnTo>
                  <a:lnTo>
                    <a:pt x="228600" y="36842"/>
                  </a:lnTo>
                  <a:close/>
                </a:path>
                <a:path w="228600" h="349250">
                  <a:moveTo>
                    <a:pt x="22860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28600" y="36830"/>
                  </a:lnTo>
                  <a:lnTo>
                    <a:pt x="228600" y="30492"/>
                  </a:lnTo>
                  <a:close/>
                </a:path>
                <a:path w="228600" h="349250">
                  <a:moveTo>
                    <a:pt x="228600" y="27952"/>
                  </a:moveTo>
                  <a:lnTo>
                    <a:pt x="0" y="27952"/>
                  </a:lnTo>
                  <a:lnTo>
                    <a:pt x="0" y="30480"/>
                  </a:lnTo>
                  <a:lnTo>
                    <a:pt x="228600" y="30480"/>
                  </a:lnTo>
                  <a:lnTo>
                    <a:pt x="228600" y="27952"/>
                  </a:lnTo>
                  <a:close/>
                </a:path>
                <a:path w="228600" h="349250">
                  <a:moveTo>
                    <a:pt x="228600" y="24142"/>
                  </a:moveTo>
                  <a:lnTo>
                    <a:pt x="0" y="24142"/>
                  </a:lnTo>
                  <a:lnTo>
                    <a:pt x="0" y="27940"/>
                  </a:lnTo>
                  <a:lnTo>
                    <a:pt x="228600" y="27940"/>
                  </a:lnTo>
                  <a:lnTo>
                    <a:pt x="228600" y="24142"/>
                  </a:lnTo>
                  <a:close/>
                </a:path>
                <a:path w="228600" h="349250">
                  <a:moveTo>
                    <a:pt x="228600" y="15252"/>
                  </a:moveTo>
                  <a:lnTo>
                    <a:pt x="0" y="15252"/>
                  </a:lnTo>
                  <a:lnTo>
                    <a:pt x="0" y="24130"/>
                  </a:lnTo>
                  <a:lnTo>
                    <a:pt x="228600" y="24130"/>
                  </a:lnTo>
                  <a:lnTo>
                    <a:pt x="228600" y="15252"/>
                  </a:lnTo>
                  <a:close/>
                </a:path>
                <a:path w="228600" h="349250">
                  <a:moveTo>
                    <a:pt x="22860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228600" y="15240"/>
                  </a:lnTo>
                  <a:lnTo>
                    <a:pt x="228600" y="8902"/>
                  </a:lnTo>
                  <a:close/>
                </a:path>
                <a:path w="228600" h="349250">
                  <a:moveTo>
                    <a:pt x="22860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228600" y="8890"/>
                  </a:lnTo>
                  <a:lnTo>
                    <a:pt x="228600" y="2552"/>
                  </a:lnTo>
                  <a:close/>
                </a:path>
                <a:path w="228600" h="349250">
                  <a:moveTo>
                    <a:pt x="22860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28600" y="2540"/>
                  </a:lnTo>
                  <a:lnTo>
                    <a:pt x="228600" y="0"/>
                  </a:lnTo>
                  <a:close/>
                </a:path>
              </a:pathLst>
            </a:custGeom>
            <a:solidFill>
              <a:srgbClr val="D1D1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5292090" y="5561329"/>
              <a:ext cx="228600" cy="349250"/>
            </a:xfrm>
            <a:custGeom>
              <a:avLst/>
              <a:gdLst/>
              <a:ahLst/>
              <a:cxnLst/>
              <a:rect l="l" t="t" r="r" b="b"/>
              <a:pathLst>
                <a:path w="228600" h="349250">
                  <a:moveTo>
                    <a:pt x="228600" y="347992"/>
                  </a:moveTo>
                  <a:lnTo>
                    <a:pt x="0" y="347992"/>
                  </a:lnTo>
                  <a:lnTo>
                    <a:pt x="0" y="349250"/>
                  </a:lnTo>
                  <a:lnTo>
                    <a:pt x="228600" y="349250"/>
                  </a:lnTo>
                  <a:lnTo>
                    <a:pt x="228600" y="347992"/>
                  </a:lnTo>
                  <a:close/>
                </a:path>
                <a:path w="228600" h="349250">
                  <a:moveTo>
                    <a:pt x="228600" y="345452"/>
                  </a:moveTo>
                  <a:lnTo>
                    <a:pt x="0" y="345452"/>
                  </a:lnTo>
                  <a:lnTo>
                    <a:pt x="0" y="347980"/>
                  </a:lnTo>
                  <a:lnTo>
                    <a:pt x="228600" y="347980"/>
                  </a:lnTo>
                  <a:lnTo>
                    <a:pt x="228600" y="345452"/>
                  </a:lnTo>
                  <a:close/>
                </a:path>
                <a:path w="228600" h="349250">
                  <a:moveTo>
                    <a:pt x="228600" y="341642"/>
                  </a:moveTo>
                  <a:lnTo>
                    <a:pt x="0" y="341642"/>
                  </a:lnTo>
                  <a:lnTo>
                    <a:pt x="0" y="345440"/>
                  </a:lnTo>
                  <a:lnTo>
                    <a:pt x="228600" y="345440"/>
                  </a:lnTo>
                  <a:lnTo>
                    <a:pt x="228600" y="341642"/>
                  </a:lnTo>
                  <a:close/>
                </a:path>
                <a:path w="228600" h="349250">
                  <a:moveTo>
                    <a:pt x="228600" y="339102"/>
                  </a:moveTo>
                  <a:lnTo>
                    <a:pt x="0" y="339102"/>
                  </a:lnTo>
                  <a:lnTo>
                    <a:pt x="0" y="341630"/>
                  </a:lnTo>
                  <a:lnTo>
                    <a:pt x="228600" y="341630"/>
                  </a:lnTo>
                  <a:lnTo>
                    <a:pt x="228600" y="339102"/>
                  </a:lnTo>
                  <a:close/>
                </a:path>
                <a:path w="228600" h="349250">
                  <a:moveTo>
                    <a:pt x="228600" y="326402"/>
                  </a:moveTo>
                  <a:lnTo>
                    <a:pt x="0" y="326402"/>
                  </a:lnTo>
                  <a:lnTo>
                    <a:pt x="0" y="339090"/>
                  </a:lnTo>
                  <a:lnTo>
                    <a:pt x="228600" y="339090"/>
                  </a:lnTo>
                  <a:lnTo>
                    <a:pt x="228600" y="326402"/>
                  </a:lnTo>
                  <a:close/>
                </a:path>
                <a:path w="228600" h="349250">
                  <a:moveTo>
                    <a:pt x="228600" y="320052"/>
                  </a:moveTo>
                  <a:lnTo>
                    <a:pt x="0" y="320052"/>
                  </a:lnTo>
                  <a:lnTo>
                    <a:pt x="0" y="326390"/>
                  </a:lnTo>
                  <a:lnTo>
                    <a:pt x="228600" y="326390"/>
                  </a:lnTo>
                  <a:lnTo>
                    <a:pt x="228600" y="320052"/>
                  </a:lnTo>
                  <a:close/>
                </a:path>
                <a:path w="228600" h="349250">
                  <a:moveTo>
                    <a:pt x="228600" y="316242"/>
                  </a:moveTo>
                  <a:lnTo>
                    <a:pt x="0" y="316242"/>
                  </a:lnTo>
                  <a:lnTo>
                    <a:pt x="0" y="320040"/>
                  </a:lnTo>
                  <a:lnTo>
                    <a:pt x="228600" y="320040"/>
                  </a:lnTo>
                  <a:lnTo>
                    <a:pt x="228600" y="316242"/>
                  </a:lnTo>
                  <a:close/>
                </a:path>
                <a:path w="228600" h="349250">
                  <a:moveTo>
                    <a:pt x="228600" y="309892"/>
                  </a:moveTo>
                  <a:lnTo>
                    <a:pt x="0" y="309892"/>
                  </a:lnTo>
                  <a:lnTo>
                    <a:pt x="0" y="316230"/>
                  </a:lnTo>
                  <a:lnTo>
                    <a:pt x="228600" y="316230"/>
                  </a:lnTo>
                  <a:lnTo>
                    <a:pt x="228600" y="309892"/>
                  </a:lnTo>
                  <a:close/>
                </a:path>
                <a:path w="228600" h="349250">
                  <a:moveTo>
                    <a:pt x="228600" y="303542"/>
                  </a:moveTo>
                  <a:lnTo>
                    <a:pt x="0" y="303542"/>
                  </a:lnTo>
                  <a:lnTo>
                    <a:pt x="0" y="309880"/>
                  </a:lnTo>
                  <a:lnTo>
                    <a:pt x="228600" y="309880"/>
                  </a:lnTo>
                  <a:lnTo>
                    <a:pt x="228600" y="303542"/>
                  </a:lnTo>
                  <a:close/>
                </a:path>
                <a:path w="228600" h="349250">
                  <a:moveTo>
                    <a:pt x="228600" y="297192"/>
                  </a:moveTo>
                  <a:lnTo>
                    <a:pt x="0" y="297192"/>
                  </a:lnTo>
                  <a:lnTo>
                    <a:pt x="0" y="303530"/>
                  </a:lnTo>
                  <a:lnTo>
                    <a:pt x="228600" y="303530"/>
                  </a:lnTo>
                  <a:lnTo>
                    <a:pt x="228600" y="297192"/>
                  </a:lnTo>
                  <a:close/>
                </a:path>
                <a:path w="228600" h="349250">
                  <a:moveTo>
                    <a:pt x="228600" y="294652"/>
                  </a:moveTo>
                  <a:lnTo>
                    <a:pt x="0" y="294652"/>
                  </a:lnTo>
                  <a:lnTo>
                    <a:pt x="0" y="297180"/>
                  </a:lnTo>
                  <a:lnTo>
                    <a:pt x="228600" y="297180"/>
                  </a:lnTo>
                  <a:lnTo>
                    <a:pt x="228600" y="294652"/>
                  </a:lnTo>
                  <a:close/>
                </a:path>
                <a:path w="228600" h="349250">
                  <a:moveTo>
                    <a:pt x="228600" y="290842"/>
                  </a:moveTo>
                  <a:lnTo>
                    <a:pt x="0" y="290842"/>
                  </a:lnTo>
                  <a:lnTo>
                    <a:pt x="0" y="294640"/>
                  </a:lnTo>
                  <a:lnTo>
                    <a:pt x="228600" y="294640"/>
                  </a:lnTo>
                  <a:lnTo>
                    <a:pt x="228600" y="290842"/>
                  </a:lnTo>
                  <a:close/>
                </a:path>
                <a:path w="228600" h="349250">
                  <a:moveTo>
                    <a:pt x="228600" y="288302"/>
                  </a:moveTo>
                  <a:lnTo>
                    <a:pt x="0" y="288302"/>
                  </a:lnTo>
                  <a:lnTo>
                    <a:pt x="0" y="290830"/>
                  </a:lnTo>
                  <a:lnTo>
                    <a:pt x="228600" y="290830"/>
                  </a:lnTo>
                  <a:lnTo>
                    <a:pt x="228600" y="288302"/>
                  </a:lnTo>
                  <a:close/>
                </a:path>
                <a:path w="228600" h="349250">
                  <a:moveTo>
                    <a:pt x="228600" y="281952"/>
                  </a:moveTo>
                  <a:lnTo>
                    <a:pt x="0" y="281952"/>
                  </a:lnTo>
                  <a:lnTo>
                    <a:pt x="0" y="288290"/>
                  </a:lnTo>
                  <a:lnTo>
                    <a:pt x="228600" y="288290"/>
                  </a:lnTo>
                  <a:lnTo>
                    <a:pt x="228600" y="281952"/>
                  </a:lnTo>
                  <a:close/>
                </a:path>
                <a:path w="228600" h="349250">
                  <a:moveTo>
                    <a:pt x="228600" y="275602"/>
                  </a:moveTo>
                  <a:lnTo>
                    <a:pt x="0" y="275602"/>
                  </a:lnTo>
                  <a:lnTo>
                    <a:pt x="0" y="281940"/>
                  </a:lnTo>
                  <a:lnTo>
                    <a:pt x="228600" y="281940"/>
                  </a:lnTo>
                  <a:lnTo>
                    <a:pt x="228600" y="275602"/>
                  </a:lnTo>
                  <a:close/>
                </a:path>
                <a:path w="228600" h="349250">
                  <a:moveTo>
                    <a:pt x="228600" y="269252"/>
                  </a:moveTo>
                  <a:lnTo>
                    <a:pt x="0" y="269252"/>
                  </a:lnTo>
                  <a:lnTo>
                    <a:pt x="0" y="275590"/>
                  </a:lnTo>
                  <a:lnTo>
                    <a:pt x="228600" y="275590"/>
                  </a:lnTo>
                  <a:lnTo>
                    <a:pt x="228600" y="269252"/>
                  </a:lnTo>
                  <a:close/>
                </a:path>
                <a:path w="228600" h="349250">
                  <a:moveTo>
                    <a:pt x="228600" y="265442"/>
                  </a:moveTo>
                  <a:lnTo>
                    <a:pt x="0" y="265442"/>
                  </a:lnTo>
                  <a:lnTo>
                    <a:pt x="0" y="269240"/>
                  </a:lnTo>
                  <a:lnTo>
                    <a:pt x="228600" y="269240"/>
                  </a:lnTo>
                  <a:lnTo>
                    <a:pt x="228600" y="265442"/>
                  </a:lnTo>
                  <a:close/>
                </a:path>
                <a:path w="228600" h="349250">
                  <a:moveTo>
                    <a:pt x="228600" y="259092"/>
                  </a:moveTo>
                  <a:lnTo>
                    <a:pt x="0" y="259092"/>
                  </a:lnTo>
                  <a:lnTo>
                    <a:pt x="0" y="265430"/>
                  </a:lnTo>
                  <a:lnTo>
                    <a:pt x="228600" y="265430"/>
                  </a:lnTo>
                  <a:lnTo>
                    <a:pt x="228600" y="259092"/>
                  </a:lnTo>
                  <a:close/>
                </a:path>
                <a:path w="228600" h="349250">
                  <a:moveTo>
                    <a:pt x="228600" y="252742"/>
                  </a:moveTo>
                  <a:lnTo>
                    <a:pt x="0" y="252742"/>
                  </a:lnTo>
                  <a:lnTo>
                    <a:pt x="0" y="259080"/>
                  </a:lnTo>
                  <a:lnTo>
                    <a:pt x="228600" y="259080"/>
                  </a:lnTo>
                  <a:lnTo>
                    <a:pt x="228600" y="252742"/>
                  </a:lnTo>
                  <a:close/>
                </a:path>
                <a:path w="228600" h="349250">
                  <a:moveTo>
                    <a:pt x="228600" y="246392"/>
                  </a:moveTo>
                  <a:lnTo>
                    <a:pt x="0" y="246392"/>
                  </a:lnTo>
                  <a:lnTo>
                    <a:pt x="0" y="252730"/>
                  </a:lnTo>
                  <a:lnTo>
                    <a:pt x="228600" y="252730"/>
                  </a:lnTo>
                  <a:lnTo>
                    <a:pt x="228600" y="246392"/>
                  </a:lnTo>
                  <a:close/>
                </a:path>
                <a:path w="228600" h="349250">
                  <a:moveTo>
                    <a:pt x="22860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228600" y="246380"/>
                  </a:lnTo>
                  <a:lnTo>
                    <a:pt x="228600" y="243852"/>
                  </a:lnTo>
                  <a:close/>
                </a:path>
                <a:path w="228600" h="349250">
                  <a:moveTo>
                    <a:pt x="22860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228600" y="243840"/>
                  </a:lnTo>
                  <a:lnTo>
                    <a:pt x="228600" y="240042"/>
                  </a:lnTo>
                  <a:close/>
                </a:path>
                <a:path w="228600" h="349250">
                  <a:moveTo>
                    <a:pt x="22860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228600" y="240030"/>
                  </a:lnTo>
                  <a:lnTo>
                    <a:pt x="228600" y="237502"/>
                  </a:lnTo>
                  <a:close/>
                </a:path>
                <a:path w="228600" h="349250">
                  <a:moveTo>
                    <a:pt x="22860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228600" y="237490"/>
                  </a:lnTo>
                  <a:lnTo>
                    <a:pt x="228600" y="233692"/>
                  </a:lnTo>
                  <a:close/>
                </a:path>
                <a:path w="228600" h="349250">
                  <a:moveTo>
                    <a:pt x="22860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228600" y="233680"/>
                  </a:lnTo>
                  <a:lnTo>
                    <a:pt x="228600" y="231152"/>
                  </a:lnTo>
                  <a:close/>
                </a:path>
                <a:path w="228600" h="349250">
                  <a:moveTo>
                    <a:pt x="228600" y="224802"/>
                  </a:moveTo>
                  <a:lnTo>
                    <a:pt x="0" y="224802"/>
                  </a:lnTo>
                  <a:lnTo>
                    <a:pt x="0" y="231140"/>
                  </a:lnTo>
                  <a:lnTo>
                    <a:pt x="228600" y="231140"/>
                  </a:lnTo>
                  <a:lnTo>
                    <a:pt x="228600" y="224802"/>
                  </a:lnTo>
                  <a:close/>
                </a:path>
                <a:path w="228600" h="349250">
                  <a:moveTo>
                    <a:pt x="228600" y="218452"/>
                  </a:moveTo>
                  <a:lnTo>
                    <a:pt x="0" y="218452"/>
                  </a:lnTo>
                  <a:lnTo>
                    <a:pt x="0" y="224790"/>
                  </a:lnTo>
                  <a:lnTo>
                    <a:pt x="228600" y="224790"/>
                  </a:lnTo>
                  <a:lnTo>
                    <a:pt x="228600" y="218452"/>
                  </a:lnTo>
                  <a:close/>
                </a:path>
                <a:path w="228600" h="349250">
                  <a:moveTo>
                    <a:pt x="228600" y="212102"/>
                  </a:moveTo>
                  <a:lnTo>
                    <a:pt x="0" y="212102"/>
                  </a:lnTo>
                  <a:lnTo>
                    <a:pt x="0" y="218440"/>
                  </a:lnTo>
                  <a:lnTo>
                    <a:pt x="228600" y="218440"/>
                  </a:lnTo>
                  <a:lnTo>
                    <a:pt x="228600" y="212102"/>
                  </a:lnTo>
                  <a:close/>
                </a:path>
                <a:path w="228600" h="349250">
                  <a:moveTo>
                    <a:pt x="228600" y="208292"/>
                  </a:moveTo>
                  <a:lnTo>
                    <a:pt x="0" y="208292"/>
                  </a:lnTo>
                  <a:lnTo>
                    <a:pt x="0" y="212090"/>
                  </a:lnTo>
                  <a:lnTo>
                    <a:pt x="228600" y="212090"/>
                  </a:lnTo>
                  <a:lnTo>
                    <a:pt x="228600" y="208292"/>
                  </a:lnTo>
                  <a:close/>
                </a:path>
                <a:path w="228600" h="349250">
                  <a:moveTo>
                    <a:pt x="228600" y="201942"/>
                  </a:moveTo>
                  <a:lnTo>
                    <a:pt x="0" y="201942"/>
                  </a:lnTo>
                  <a:lnTo>
                    <a:pt x="0" y="208280"/>
                  </a:lnTo>
                  <a:lnTo>
                    <a:pt x="228600" y="208280"/>
                  </a:lnTo>
                  <a:lnTo>
                    <a:pt x="228600" y="201942"/>
                  </a:lnTo>
                  <a:close/>
                </a:path>
                <a:path w="228600" h="349250">
                  <a:moveTo>
                    <a:pt x="228600" y="195592"/>
                  </a:moveTo>
                  <a:lnTo>
                    <a:pt x="0" y="195592"/>
                  </a:lnTo>
                  <a:lnTo>
                    <a:pt x="0" y="201930"/>
                  </a:lnTo>
                  <a:lnTo>
                    <a:pt x="228600" y="201930"/>
                  </a:lnTo>
                  <a:lnTo>
                    <a:pt x="228600" y="195592"/>
                  </a:lnTo>
                  <a:close/>
                </a:path>
                <a:path w="228600" h="349250">
                  <a:moveTo>
                    <a:pt x="22860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28600" y="195580"/>
                  </a:lnTo>
                  <a:lnTo>
                    <a:pt x="228600" y="189242"/>
                  </a:lnTo>
                  <a:close/>
                </a:path>
                <a:path w="228600" h="349250">
                  <a:moveTo>
                    <a:pt x="228600" y="186702"/>
                  </a:moveTo>
                  <a:lnTo>
                    <a:pt x="0" y="186702"/>
                  </a:lnTo>
                  <a:lnTo>
                    <a:pt x="0" y="189230"/>
                  </a:lnTo>
                  <a:lnTo>
                    <a:pt x="228600" y="189230"/>
                  </a:lnTo>
                  <a:lnTo>
                    <a:pt x="228600" y="186702"/>
                  </a:lnTo>
                  <a:close/>
                </a:path>
                <a:path w="228600" h="349250">
                  <a:moveTo>
                    <a:pt x="228600" y="182892"/>
                  </a:moveTo>
                  <a:lnTo>
                    <a:pt x="0" y="182892"/>
                  </a:lnTo>
                  <a:lnTo>
                    <a:pt x="0" y="186690"/>
                  </a:lnTo>
                  <a:lnTo>
                    <a:pt x="228600" y="186690"/>
                  </a:lnTo>
                  <a:lnTo>
                    <a:pt x="228600" y="182892"/>
                  </a:lnTo>
                  <a:close/>
                </a:path>
                <a:path w="228600" h="349250">
                  <a:moveTo>
                    <a:pt x="228600" y="180352"/>
                  </a:moveTo>
                  <a:lnTo>
                    <a:pt x="0" y="180352"/>
                  </a:lnTo>
                  <a:lnTo>
                    <a:pt x="0" y="182880"/>
                  </a:lnTo>
                  <a:lnTo>
                    <a:pt x="228600" y="182880"/>
                  </a:lnTo>
                  <a:lnTo>
                    <a:pt x="228600" y="180352"/>
                  </a:lnTo>
                  <a:close/>
                </a:path>
                <a:path w="228600" h="349250">
                  <a:moveTo>
                    <a:pt x="228600" y="174002"/>
                  </a:moveTo>
                  <a:lnTo>
                    <a:pt x="0" y="174002"/>
                  </a:lnTo>
                  <a:lnTo>
                    <a:pt x="0" y="180340"/>
                  </a:lnTo>
                  <a:lnTo>
                    <a:pt x="228600" y="180340"/>
                  </a:lnTo>
                  <a:lnTo>
                    <a:pt x="228600" y="174002"/>
                  </a:lnTo>
                  <a:close/>
                </a:path>
                <a:path w="228600" h="349250">
                  <a:moveTo>
                    <a:pt x="228600" y="167652"/>
                  </a:moveTo>
                  <a:lnTo>
                    <a:pt x="0" y="167652"/>
                  </a:lnTo>
                  <a:lnTo>
                    <a:pt x="0" y="173990"/>
                  </a:lnTo>
                  <a:lnTo>
                    <a:pt x="228600" y="173990"/>
                  </a:lnTo>
                  <a:lnTo>
                    <a:pt x="228600" y="167652"/>
                  </a:lnTo>
                  <a:close/>
                </a:path>
                <a:path w="228600" h="349250">
                  <a:moveTo>
                    <a:pt x="228600" y="161302"/>
                  </a:moveTo>
                  <a:lnTo>
                    <a:pt x="0" y="161302"/>
                  </a:lnTo>
                  <a:lnTo>
                    <a:pt x="0" y="167640"/>
                  </a:lnTo>
                  <a:lnTo>
                    <a:pt x="228600" y="167640"/>
                  </a:lnTo>
                  <a:lnTo>
                    <a:pt x="228600" y="161302"/>
                  </a:lnTo>
                  <a:close/>
                </a:path>
                <a:path w="228600" h="349250">
                  <a:moveTo>
                    <a:pt x="228600" y="157492"/>
                  </a:moveTo>
                  <a:lnTo>
                    <a:pt x="0" y="157492"/>
                  </a:lnTo>
                  <a:lnTo>
                    <a:pt x="0" y="161290"/>
                  </a:lnTo>
                  <a:lnTo>
                    <a:pt x="228600" y="161290"/>
                  </a:lnTo>
                  <a:lnTo>
                    <a:pt x="228600" y="157492"/>
                  </a:lnTo>
                  <a:close/>
                </a:path>
                <a:path w="228600" h="349250">
                  <a:moveTo>
                    <a:pt x="22860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28600" y="157480"/>
                  </a:lnTo>
                  <a:lnTo>
                    <a:pt x="228600" y="151142"/>
                  </a:lnTo>
                  <a:close/>
                </a:path>
                <a:path w="228600" h="349250">
                  <a:moveTo>
                    <a:pt x="228600" y="144792"/>
                  </a:moveTo>
                  <a:lnTo>
                    <a:pt x="0" y="144792"/>
                  </a:lnTo>
                  <a:lnTo>
                    <a:pt x="0" y="151130"/>
                  </a:lnTo>
                  <a:lnTo>
                    <a:pt x="228600" y="151130"/>
                  </a:lnTo>
                  <a:lnTo>
                    <a:pt x="228600" y="144792"/>
                  </a:lnTo>
                  <a:close/>
                </a:path>
                <a:path w="228600" h="349250">
                  <a:moveTo>
                    <a:pt x="228600" y="138442"/>
                  </a:moveTo>
                  <a:lnTo>
                    <a:pt x="0" y="138442"/>
                  </a:lnTo>
                  <a:lnTo>
                    <a:pt x="0" y="144780"/>
                  </a:lnTo>
                  <a:lnTo>
                    <a:pt x="228600" y="144780"/>
                  </a:lnTo>
                  <a:lnTo>
                    <a:pt x="228600" y="138442"/>
                  </a:lnTo>
                  <a:close/>
                </a:path>
                <a:path w="228600" h="349250">
                  <a:moveTo>
                    <a:pt x="228600" y="135902"/>
                  </a:moveTo>
                  <a:lnTo>
                    <a:pt x="0" y="135902"/>
                  </a:lnTo>
                  <a:lnTo>
                    <a:pt x="0" y="138430"/>
                  </a:lnTo>
                  <a:lnTo>
                    <a:pt x="228600" y="138430"/>
                  </a:lnTo>
                  <a:lnTo>
                    <a:pt x="228600" y="135902"/>
                  </a:lnTo>
                  <a:close/>
                </a:path>
                <a:path w="228600" h="349250">
                  <a:moveTo>
                    <a:pt x="228600" y="132092"/>
                  </a:moveTo>
                  <a:lnTo>
                    <a:pt x="0" y="132092"/>
                  </a:lnTo>
                  <a:lnTo>
                    <a:pt x="0" y="135890"/>
                  </a:lnTo>
                  <a:lnTo>
                    <a:pt x="228600" y="135890"/>
                  </a:lnTo>
                  <a:lnTo>
                    <a:pt x="228600" y="132092"/>
                  </a:lnTo>
                  <a:close/>
                </a:path>
                <a:path w="228600" h="349250">
                  <a:moveTo>
                    <a:pt x="228600" y="129552"/>
                  </a:moveTo>
                  <a:lnTo>
                    <a:pt x="0" y="129552"/>
                  </a:lnTo>
                  <a:lnTo>
                    <a:pt x="0" y="132080"/>
                  </a:lnTo>
                  <a:lnTo>
                    <a:pt x="228600" y="132080"/>
                  </a:lnTo>
                  <a:lnTo>
                    <a:pt x="228600" y="129552"/>
                  </a:lnTo>
                  <a:close/>
                </a:path>
                <a:path w="228600" h="349250">
                  <a:moveTo>
                    <a:pt x="228600" y="125742"/>
                  </a:moveTo>
                  <a:lnTo>
                    <a:pt x="0" y="125742"/>
                  </a:lnTo>
                  <a:lnTo>
                    <a:pt x="0" y="129540"/>
                  </a:lnTo>
                  <a:lnTo>
                    <a:pt x="228600" y="129540"/>
                  </a:lnTo>
                  <a:lnTo>
                    <a:pt x="228600" y="125742"/>
                  </a:lnTo>
                  <a:close/>
                </a:path>
                <a:path w="228600" h="349250">
                  <a:moveTo>
                    <a:pt x="228600" y="123202"/>
                  </a:moveTo>
                  <a:lnTo>
                    <a:pt x="0" y="123202"/>
                  </a:lnTo>
                  <a:lnTo>
                    <a:pt x="0" y="125730"/>
                  </a:lnTo>
                  <a:lnTo>
                    <a:pt x="228600" y="125730"/>
                  </a:lnTo>
                  <a:lnTo>
                    <a:pt x="228600" y="123202"/>
                  </a:lnTo>
                  <a:close/>
                </a:path>
                <a:path w="228600" h="349250">
                  <a:moveTo>
                    <a:pt x="228600" y="116852"/>
                  </a:moveTo>
                  <a:lnTo>
                    <a:pt x="0" y="116852"/>
                  </a:lnTo>
                  <a:lnTo>
                    <a:pt x="0" y="123190"/>
                  </a:lnTo>
                  <a:lnTo>
                    <a:pt x="228600" y="123190"/>
                  </a:lnTo>
                  <a:lnTo>
                    <a:pt x="228600" y="116852"/>
                  </a:lnTo>
                  <a:close/>
                </a:path>
                <a:path w="228600" h="349250">
                  <a:moveTo>
                    <a:pt x="228600" y="110502"/>
                  </a:moveTo>
                  <a:lnTo>
                    <a:pt x="0" y="110502"/>
                  </a:lnTo>
                  <a:lnTo>
                    <a:pt x="0" y="116840"/>
                  </a:lnTo>
                  <a:lnTo>
                    <a:pt x="228600" y="116840"/>
                  </a:lnTo>
                  <a:lnTo>
                    <a:pt x="228600" y="110502"/>
                  </a:lnTo>
                  <a:close/>
                </a:path>
                <a:path w="228600" h="349250">
                  <a:moveTo>
                    <a:pt x="228600" y="104152"/>
                  </a:moveTo>
                  <a:lnTo>
                    <a:pt x="0" y="104152"/>
                  </a:lnTo>
                  <a:lnTo>
                    <a:pt x="0" y="110490"/>
                  </a:lnTo>
                  <a:lnTo>
                    <a:pt x="228600" y="110490"/>
                  </a:lnTo>
                  <a:lnTo>
                    <a:pt x="228600" y="104152"/>
                  </a:lnTo>
                  <a:close/>
                </a:path>
                <a:path w="228600" h="349250">
                  <a:moveTo>
                    <a:pt x="228600" y="100342"/>
                  </a:moveTo>
                  <a:lnTo>
                    <a:pt x="0" y="100342"/>
                  </a:lnTo>
                  <a:lnTo>
                    <a:pt x="0" y="104140"/>
                  </a:lnTo>
                  <a:lnTo>
                    <a:pt x="228600" y="104140"/>
                  </a:lnTo>
                  <a:lnTo>
                    <a:pt x="228600" y="100342"/>
                  </a:lnTo>
                  <a:close/>
                </a:path>
                <a:path w="228600" h="349250">
                  <a:moveTo>
                    <a:pt x="22860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28600" y="100330"/>
                  </a:lnTo>
                  <a:lnTo>
                    <a:pt x="228600" y="93992"/>
                  </a:lnTo>
                  <a:close/>
                </a:path>
                <a:path w="228600" h="349250">
                  <a:moveTo>
                    <a:pt x="22860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28600" y="93980"/>
                  </a:lnTo>
                  <a:lnTo>
                    <a:pt x="228600" y="87642"/>
                  </a:lnTo>
                  <a:close/>
                </a:path>
                <a:path w="228600" h="349250">
                  <a:moveTo>
                    <a:pt x="228600" y="78752"/>
                  </a:moveTo>
                  <a:lnTo>
                    <a:pt x="0" y="78752"/>
                  </a:lnTo>
                  <a:lnTo>
                    <a:pt x="0" y="87630"/>
                  </a:lnTo>
                  <a:lnTo>
                    <a:pt x="228600" y="87630"/>
                  </a:lnTo>
                  <a:lnTo>
                    <a:pt x="228600" y="78752"/>
                  </a:lnTo>
                  <a:close/>
                </a:path>
                <a:path w="228600" h="349250">
                  <a:moveTo>
                    <a:pt x="228600" y="74942"/>
                  </a:moveTo>
                  <a:lnTo>
                    <a:pt x="0" y="74942"/>
                  </a:lnTo>
                  <a:lnTo>
                    <a:pt x="0" y="78740"/>
                  </a:lnTo>
                  <a:lnTo>
                    <a:pt x="228600" y="78740"/>
                  </a:lnTo>
                  <a:lnTo>
                    <a:pt x="228600" y="74942"/>
                  </a:lnTo>
                  <a:close/>
                </a:path>
                <a:path w="228600" h="349250">
                  <a:moveTo>
                    <a:pt x="228600" y="72402"/>
                  </a:moveTo>
                  <a:lnTo>
                    <a:pt x="0" y="72402"/>
                  </a:lnTo>
                  <a:lnTo>
                    <a:pt x="0" y="74930"/>
                  </a:lnTo>
                  <a:lnTo>
                    <a:pt x="228600" y="74930"/>
                  </a:lnTo>
                  <a:lnTo>
                    <a:pt x="228600" y="72402"/>
                  </a:lnTo>
                  <a:close/>
                </a:path>
                <a:path w="228600" h="349250">
                  <a:moveTo>
                    <a:pt x="228600" y="66052"/>
                  </a:moveTo>
                  <a:lnTo>
                    <a:pt x="0" y="66052"/>
                  </a:lnTo>
                  <a:lnTo>
                    <a:pt x="0" y="72390"/>
                  </a:lnTo>
                  <a:lnTo>
                    <a:pt x="228600" y="72390"/>
                  </a:lnTo>
                  <a:lnTo>
                    <a:pt x="228600" y="66052"/>
                  </a:lnTo>
                  <a:close/>
                </a:path>
                <a:path w="228600" h="349250">
                  <a:moveTo>
                    <a:pt x="228600" y="59702"/>
                  </a:moveTo>
                  <a:lnTo>
                    <a:pt x="0" y="59702"/>
                  </a:lnTo>
                  <a:lnTo>
                    <a:pt x="0" y="66040"/>
                  </a:lnTo>
                  <a:lnTo>
                    <a:pt x="228600" y="66040"/>
                  </a:lnTo>
                  <a:lnTo>
                    <a:pt x="228600" y="59702"/>
                  </a:lnTo>
                  <a:close/>
                </a:path>
                <a:path w="228600" h="349250">
                  <a:moveTo>
                    <a:pt x="228600" y="53352"/>
                  </a:moveTo>
                  <a:lnTo>
                    <a:pt x="0" y="53352"/>
                  </a:lnTo>
                  <a:lnTo>
                    <a:pt x="0" y="59690"/>
                  </a:lnTo>
                  <a:lnTo>
                    <a:pt x="228600" y="59690"/>
                  </a:lnTo>
                  <a:lnTo>
                    <a:pt x="228600" y="53352"/>
                  </a:lnTo>
                  <a:close/>
                </a:path>
                <a:path w="228600" h="349250">
                  <a:moveTo>
                    <a:pt x="228600" y="49542"/>
                  </a:moveTo>
                  <a:lnTo>
                    <a:pt x="0" y="49542"/>
                  </a:lnTo>
                  <a:lnTo>
                    <a:pt x="0" y="53340"/>
                  </a:lnTo>
                  <a:lnTo>
                    <a:pt x="228600" y="53340"/>
                  </a:lnTo>
                  <a:lnTo>
                    <a:pt x="228600" y="49542"/>
                  </a:lnTo>
                  <a:close/>
                </a:path>
                <a:path w="228600" h="349250">
                  <a:moveTo>
                    <a:pt x="22860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28600" y="49530"/>
                  </a:lnTo>
                  <a:lnTo>
                    <a:pt x="228600" y="43192"/>
                  </a:lnTo>
                  <a:close/>
                </a:path>
                <a:path w="228600" h="349250">
                  <a:moveTo>
                    <a:pt x="22860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28600" y="43180"/>
                  </a:lnTo>
                  <a:lnTo>
                    <a:pt x="228600" y="36842"/>
                  </a:lnTo>
                  <a:close/>
                </a:path>
                <a:path w="228600" h="349250">
                  <a:moveTo>
                    <a:pt x="22860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28600" y="36830"/>
                  </a:lnTo>
                  <a:lnTo>
                    <a:pt x="228600" y="30492"/>
                  </a:lnTo>
                  <a:close/>
                </a:path>
                <a:path w="228600" h="349250">
                  <a:moveTo>
                    <a:pt x="228600" y="27952"/>
                  </a:moveTo>
                  <a:lnTo>
                    <a:pt x="0" y="27952"/>
                  </a:lnTo>
                  <a:lnTo>
                    <a:pt x="0" y="30480"/>
                  </a:lnTo>
                  <a:lnTo>
                    <a:pt x="228600" y="30480"/>
                  </a:lnTo>
                  <a:lnTo>
                    <a:pt x="228600" y="27952"/>
                  </a:lnTo>
                  <a:close/>
                </a:path>
                <a:path w="228600" h="349250">
                  <a:moveTo>
                    <a:pt x="228600" y="24142"/>
                  </a:moveTo>
                  <a:lnTo>
                    <a:pt x="0" y="24142"/>
                  </a:lnTo>
                  <a:lnTo>
                    <a:pt x="0" y="27940"/>
                  </a:lnTo>
                  <a:lnTo>
                    <a:pt x="228600" y="27940"/>
                  </a:lnTo>
                  <a:lnTo>
                    <a:pt x="228600" y="24142"/>
                  </a:lnTo>
                  <a:close/>
                </a:path>
                <a:path w="228600" h="349250">
                  <a:moveTo>
                    <a:pt x="228600" y="15252"/>
                  </a:moveTo>
                  <a:lnTo>
                    <a:pt x="0" y="15252"/>
                  </a:lnTo>
                  <a:lnTo>
                    <a:pt x="0" y="24130"/>
                  </a:lnTo>
                  <a:lnTo>
                    <a:pt x="228600" y="24130"/>
                  </a:lnTo>
                  <a:lnTo>
                    <a:pt x="228600" y="15252"/>
                  </a:lnTo>
                  <a:close/>
                </a:path>
                <a:path w="228600" h="349250">
                  <a:moveTo>
                    <a:pt x="22860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228600" y="15240"/>
                  </a:lnTo>
                  <a:lnTo>
                    <a:pt x="228600" y="8902"/>
                  </a:lnTo>
                  <a:close/>
                </a:path>
                <a:path w="228600" h="349250">
                  <a:moveTo>
                    <a:pt x="22860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228600" y="8890"/>
                  </a:lnTo>
                  <a:lnTo>
                    <a:pt x="228600" y="2552"/>
                  </a:lnTo>
                  <a:close/>
                </a:path>
                <a:path w="228600" h="349250">
                  <a:moveTo>
                    <a:pt x="22860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28600" y="2540"/>
                  </a:lnTo>
                  <a:lnTo>
                    <a:pt x="228600" y="0"/>
                  </a:lnTo>
                  <a:close/>
                </a:path>
              </a:pathLst>
            </a:custGeom>
            <a:solidFill>
              <a:srgbClr val="D2D2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520690" y="5561329"/>
              <a:ext cx="228600" cy="349250"/>
            </a:xfrm>
            <a:custGeom>
              <a:avLst/>
              <a:gdLst/>
              <a:ahLst/>
              <a:cxnLst/>
              <a:rect l="l" t="t" r="r" b="b"/>
              <a:pathLst>
                <a:path w="228600" h="349250">
                  <a:moveTo>
                    <a:pt x="228600" y="347992"/>
                  </a:moveTo>
                  <a:lnTo>
                    <a:pt x="0" y="347992"/>
                  </a:lnTo>
                  <a:lnTo>
                    <a:pt x="0" y="349250"/>
                  </a:lnTo>
                  <a:lnTo>
                    <a:pt x="228600" y="349250"/>
                  </a:lnTo>
                  <a:lnTo>
                    <a:pt x="228600" y="347992"/>
                  </a:lnTo>
                  <a:close/>
                </a:path>
                <a:path w="228600" h="349250">
                  <a:moveTo>
                    <a:pt x="228600" y="345452"/>
                  </a:moveTo>
                  <a:lnTo>
                    <a:pt x="0" y="345452"/>
                  </a:lnTo>
                  <a:lnTo>
                    <a:pt x="0" y="347980"/>
                  </a:lnTo>
                  <a:lnTo>
                    <a:pt x="228600" y="347980"/>
                  </a:lnTo>
                  <a:lnTo>
                    <a:pt x="228600" y="345452"/>
                  </a:lnTo>
                  <a:close/>
                </a:path>
                <a:path w="228600" h="349250">
                  <a:moveTo>
                    <a:pt x="228600" y="341642"/>
                  </a:moveTo>
                  <a:lnTo>
                    <a:pt x="0" y="341642"/>
                  </a:lnTo>
                  <a:lnTo>
                    <a:pt x="0" y="345440"/>
                  </a:lnTo>
                  <a:lnTo>
                    <a:pt x="228600" y="345440"/>
                  </a:lnTo>
                  <a:lnTo>
                    <a:pt x="228600" y="341642"/>
                  </a:lnTo>
                  <a:close/>
                </a:path>
                <a:path w="228600" h="349250">
                  <a:moveTo>
                    <a:pt x="228600" y="339102"/>
                  </a:moveTo>
                  <a:lnTo>
                    <a:pt x="0" y="339102"/>
                  </a:lnTo>
                  <a:lnTo>
                    <a:pt x="0" y="341630"/>
                  </a:lnTo>
                  <a:lnTo>
                    <a:pt x="228600" y="341630"/>
                  </a:lnTo>
                  <a:lnTo>
                    <a:pt x="228600" y="339102"/>
                  </a:lnTo>
                  <a:close/>
                </a:path>
                <a:path w="228600" h="349250">
                  <a:moveTo>
                    <a:pt x="228600" y="326402"/>
                  </a:moveTo>
                  <a:lnTo>
                    <a:pt x="0" y="326402"/>
                  </a:lnTo>
                  <a:lnTo>
                    <a:pt x="0" y="339090"/>
                  </a:lnTo>
                  <a:lnTo>
                    <a:pt x="228600" y="339090"/>
                  </a:lnTo>
                  <a:lnTo>
                    <a:pt x="228600" y="326402"/>
                  </a:lnTo>
                  <a:close/>
                </a:path>
                <a:path w="228600" h="349250">
                  <a:moveTo>
                    <a:pt x="228600" y="320052"/>
                  </a:moveTo>
                  <a:lnTo>
                    <a:pt x="0" y="320052"/>
                  </a:lnTo>
                  <a:lnTo>
                    <a:pt x="0" y="326390"/>
                  </a:lnTo>
                  <a:lnTo>
                    <a:pt x="228600" y="326390"/>
                  </a:lnTo>
                  <a:lnTo>
                    <a:pt x="228600" y="320052"/>
                  </a:lnTo>
                  <a:close/>
                </a:path>
                <a:path w="228600" h="349250">
                  <a:moveTo>
                    <a:pt x="228600" y="316242"/>
                  </a:moveTo>
                  <a:lnTo>
                    <a:pt x="0" y="316242"/>
                  </a:lnTo>
                  <a:lnTo>
                    <a:pt x="0" y="320040"/>
                  </a:lnTo>
                  <a:lnTo>
                    <a:pt x="228600" y="320040"/>
                  </a:lnTo>
                  <a:lnTo>
                    <a:pt x="228600" y="316242"/>
                  </a:lnTo>
                  <a:close/>
                </a:path>
                <a:path w="228600" h="349250">
                  <a:moveTo>
                    <a:pt x="228600" y="309892"/>
                  </a:moveTo>
                  <a:lnTo>
                    <a:pt x="0" y="309892"/>
                  </a:lnTo>
                  <a:lnTo>
                    <a:pt x="0" y="316230"/>
                  </a:lnTo>
                  <a:lnTo>
                    <a:pt x="228600" y="316230"/>
                  </a:lnTo>
                  <a:lnTo>
                    <a:pt x="228600" y="309892"/>
                  </a:lnTo>
                  <a:close/>
                </a:path>
                <a:path w="228600" h="349250">
                  <a:moveTo>
                    <a:pt x="228600" y="303542"/>
                  </a:moveTo>
                  <a:lnTo>
                    <a:pt x="0" y="303542"/>
                  </a:lnTo>
                  <a:lnTo>
                    <a:pt x="0" y="309880"/>
                  </a:lnTo>
                  <a:lnTo>
                    <a:pt x="228600" y="309880"/>
                  </a:lnTo>
                  <a:lnTo>
                    <a:pt x="228600" y="303542"/>
                  </a:lnTo>
                  <a:close/>
                </a:path>
                <a:path w="228600" h="349250">
                  <a:moveTo>
                    <a:pt x="228600" y="297192"/>
                  </a:moveTo>
                  <a:lnTo>
                    <a:pt x="0" y="297192"/>
                  </a:lnTo>
                  <a:lnTo>
                    <a:pt x="0" y="303530"/>
                  </a:lnTo>
                  <a:lnTo>
                    <a:pt x="228600" y="303530"/>
                  </a:lnTo>
                  <a:lnTo>
                    <a:pt x="228600" y="297192"/>
                  </a:lnTo>
                  <a:close/>
                </a:path>
                <a:path w="228600" h="349250">
                  <a:moveTo>
                    <a:pt x="228600" y="294652"/>
                  </a:moveTo>
                  <a:lnTo>
                    <a:pt x="0" y="294652"/>
                  </a:lnTo>
                  <a:lnTo>
                    <a:pt x="0" y="297180"/>
                  </a:lnTo>
                  <a:lnTo>
                    <a:pt x="228600" y="297180"/>
                  </a:lnTo>
                  <a:lnTo>
                    <a:pt x="228600" y="294652"/>
                  </a:lnTo>
                  <a:close/>
                </a:path>
                <a:path w="228600" h="349250">
                  <a:moveTo>
                    <a:pt x="228600" y="290842"/>
                  </a:moveTo>
                  <a:lnTo>
                    <a:pt x="0" y="290842"/>
                  </a:lnTo>
                  <a:lnTo>
                    <a:pt x="0" y="294640"/>
                  </a:lnTo>
                  <a:lnTo>
                    <a:pt x="228600" y="294640"/>
                  </a:lnTo>
                  <a:lnTo>
                    <a:pt x="228600" y="290842"/>
                  </a:lnTo>
                  <a:close/>
                </a:path>
                <a:path w="228600" h="349250">
                  <a:moveTo>
                    <a:pt x="228600" y="288302"/>
                  </a:moveTo>
                  <a:lnTo>
                    <a:pt x="0" y="288302"/>
                  </a:lnTo>
                  <a:lnTo>
                    <a:pt x="0" y="290830"/>
                  </a:lnTo>
                  <a:lnTo>
                    <a:pt x="228600" y="290830"/>
                  </a:lnTo>
                  <a:lnTo>
                    <a:pt x="228600" y="288302"/>
                  </a:lnTo>
                  <a:close/>
                </a:path>
                <a:path w="228600" h="349250">
                  <a:moveTo>
                    <a:pt x="228600" y="281952"/>
                  </a:moveTo>
                  <a:lnTo>
                    <a:pt x="0" y="281952"/>
                  </a:lnTo>
                  <a:lnTo>
                    <a:pt x="0" y="288290"/>
                  </a:lnTo>
                  <a:lnTo>
                    <a:pt x="228600" y="288290"/>
                  </a:lnTo>
                  <a:lnTo>
                    <a:pt x="228600" y="281952"/>
                  </a:lnTo>
                  <a:close/>
                </a:path>
                <a:path w="228600" h="349250">
                  <a:moveTo>
                    <a:pt x="228600" y="275602"/>
                  </a:moveTo>
                  <a:lnTo>
                    <a:pt x="0" y="275602"/>
                  </a:lnTo>
                  <a:lnTo>
                    <a:pt x="0" y="281940"/>
                  </a:lnTo>
                  <a:lnTo>
                    <a:pt x="228600" y="281940"/>
                  </a:lnTo>
                  <a:lnTo>
                    <a:pt x="228600" y="275602"/>
                  </a:lnTo>
                  <a:close/>
                </a:path>
                <a:path w="228600" h="349250">
                  <a:moveTo>
                    <a:pt x="228600" y="269252"/>
                  </a:moveTo>
                  <a:lnTo>
                    <a:pt x="0" y="269252"/>
                  </a:lnTo>
                  <a:lnTo>
                    <a:pt x="0" y="275590"/>
                  </a:lnTo>
                  <a:lnTo>
                    <a:pt x="228600" y="275590"/>
                  </a:lnTo>
                  <a:lnTo>
                    <a:pt x="228600" y="269252"/>
                  </a:lnTo>
                  <a:close/>
                </a:path>
                <a:path w="228600" h="349250">
                  <a:moveTo>
                    <a:pt x="228600" y="265442"/>
                  </a:moveTo>
                  <a:lnTo>
                    <a:pt x="0" y="265442"/>
                  </a:lnTo>
                  <a:lnTo>
                    <a:pt x="0" y="269240"/>
                  </a:lnTo>
                  <a:lnTo>
                    <a:pt x="228600" y="269240"/>
                  </a:lnTo>
                  <a:lnTo>
                    <a:pt x="228600" y="265442"/>
                  </a:lnTo>
                  <a:close/>
                </a:path>
                <a:path w="228600" h="349250">
                  <a:moveTo>
                    <a:pt x="228600" y="259092"/>
                  </a:moveTo>
                  <a:lnTo>
                    <a:pt x="0" y="259092"/>
                  </a:lnTo>
                  <a:lnTo>
                    <a:pt x="0" y="265430"/>
                  </a:lnTo>
                  <a:lnTo>
                    <a:pt x="228600" y="265430"/>
                  </a:lnTo>
                  <a:lnTo>
                    <a:pt x="228600" y="259092"/>
                  </a:lnTo>
                  <a:close/>
                </a:path>
                <a:path w="228600" h="349250">
                  <a:moveTo>
                    <a:pt x="228600" y="252742"/>
                  </a:moveTo>
                  <a:lnTo>
                    <a:pt x="0" y="252742"/>
                  </a:lnTo>
                  <a:lnTo>
                    <a:pt x="0" y="259080"/>
                  </a:lnTo>
                  <a:lnTo>
                    <a:pt x="228600" y="259080"/>
                  </a:lnTo>
                  <a:lnTo>
                    <a:pt x="228600" y="252742"/>
                  </a:lnTo>
                  <a:close/>
                </a:path>
                <a:path w="228600" h="349250">
                  <a:moveTo>
                    <a:pt x="228600" y="246392"/>
                  </a:moveTo>
                  <a:lnTo>
                    <a:pt x="0" y="246392"/>
                  </a:lnTo>
                  <a:lnTo>
                    <a:pt x="0" y="252730"/>
                  </a:lnTo>
                  <a:lnTo>
                    <a:pt x="228600" y="252730"/>
                  </a:lnTo>
                  <a:lnTo>
                    <a:pt x="228600" y="246392"/>
                  </a:lnTo>
                  <a:close/>
                </a:path>
                <a:path w="228600" h="349250">
                  <a:moveTo>
                    <a:pt x="22860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228600" y="246380"/>
                  </a:lnTo>
                  <a:lnTo>
                    <a:pt x="228600" y="243852"/>
                  </a:lnTo>
                  <a:close/>
                </a:path>
                <a:path w="228600" h="349250">
                  <a:moveTo>
                    <a:pt x="22860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228600" y="243840"/>
                  </a:lnTo>
                  <a:lnTo>
                    <a:pt x="228600" y="240042"/>
                  </a:lnTo>
                  <a:close/>
                </a:path>
                <a:path w="228600" h="349250">
                  <a:moveTo>
                    <a:pt x="22860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228600" y="240030"/>
                  </a:lnTo>
                  <a:lnTo>
                    <a:pt x="228600" y="237502"/>
                  </a:lnTo>
                  <a:close/>
                </a:path>
                <a:path w="228600" h="349250">
                  <a:moveTo>
                    <a:pt x="22860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228600" y="237490"/>
                  </a:lnTo>
                  <a:lnTo>
                    <a:pt x="228600" y="233692"/>
                  </a:lnTo>
                  <a:close/>
                </a:path>
                <a:path w="228600" h="349250">
                  <a:moveTo>
                    <a:pt x="22860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228600" y="233680"/>
                  </a:lnTo>
                  <a:lnTo>
                    <a:pt x="228600" y="231152"/>
                  </a:lnTo>
                  <a:close/>
                </a:path>
                <a:path w="228600" h="349250">
                  <a:moveTo>
                    <a:pt x="228600" y="224802"/>
                  </a:moveTo>
                  <a:lnTo>
                    <a:pt x="0" y="224802"/>
                  </a:lnTo>
                  <a:lnTo>
                    <a:pt x="0" y="231140"/>
                  </a:lnTo>
                  <a:lnTo>
                    <a:pt x="228600" y="231140"/>
                  </a:lnTo>
                  <a:lnTo>
                    <a:pt x="228600" y="224802"/>
                  </a:lnTo>
                  <a:close/>
                </a:path>
                <a:path w="228600" h="349250">
                  <a:moveTo>
                    <a:pt x="228600" y="218452"/>
                  </a:moveTo>
                  <a:lnTo>
                    <a:pt x="0" y="218452"/>
                  </a:lnTo>
                  <a:lnTo>
                    <a:pt x="0" y="224790"/>
                  </a:lnTo>
                  <a:lnTo>
                    <a:pt x="228600" y="224790"/>
                  </a:lnTo>
                  <a:lnTo>
                    <a:pt x="228600" y="218452"/>
                  </a:lnTo>
                  <a:close/>
                </a:path>
                <a:path w="228600" h="349250">
                  <a:moveTo>
                    <a:pt x="228600" y="212102"/>
                  </a:moveTo>
                  <a:lnTo>
                    <a:pt x="0" y="212102"/>
                  </a:lnTo>
                  <a:lnTo>
                    <a:pt x="0" y="218440"/>
                  </a:lnTo>
                  <a:lnTo>
                    <a:pt x="228600" y="218440"/>
                  </a:lnTo>
                  <a:lnTo>
                    <a:pt x="228600" y="212102"/>
                  </a:lnTo>
                  <a:close/>
                </a:path>
                <a:path w="228600" h="349250">
                  <a:moveTo>
                    <a:pt x="228600" y="208292"/>
                  </a:moveTo>
                  <a:lnTo>
                    <a:pt x="0" y="208292"/>
                  </a:lnTo>
                  <a:lnTo>
                    <a:pt x="0" y="212090"/>
                  </a:lnTo>
                  <a:lnTo>
                    <a:pt x="228600" y="212090"/>
                  </a:lnTo>
                  <a:lnTo>
                    <a:pt x="228600" y="208292"/>
                  </a:lnTo>
                  <a:close/>
                </a:path>
                <a:path w="228600" h="349250">
                  <a:moveTo>
                    <a:pt x="228600" y="201942"/>
                  </a:moveTo>
                  <a:lnTo>
                    <a:pt x="0" y="201942"/>
                  </a:lnTo>
                  <a:lnTo>
                    <a:pt x="0" y="208280"/>
                  </a:lnTo>
                  <a:lnTo>
                    <a:pt x="228600" y="208280"/>
                  </a:lnTo>
                  <a:lnTo>
                    <a:pt x="228600" y="201942"/>
                  </a:lnTo>
                  <a:close/>
                </a:path>
                <a:path w="228600" h="349250">
                  <a:moveTo>
                    <a:pt x="228600" y="195592"/>
                  </a:moveTo>
                  <a:lnTo>
                    <a:pt x="0" y="195592"/>
                  </a:lnTo>
                  <a:lnTo>
                    <a:pt x="0" y="201930"/>
                  </a:lnTo>
                  <a:lnTo>
                    <a:pt x="228600" y="201930"/>
                  </a:lnTo>
                  <a:lnTo>
                    <a:pt x="228600" y="195592"/>
                  </a:lnTo>
                  <a:close/>
                </a:path>
                <a:path w="228600" h="349250">
                  <a:moveTo>
                    <a:pt x="22860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28600" y="195580"/>
                  </a:lnTo>
                  <a:lnTo>
                    <a:pt x="228600" y="189242"/>
                  </a:lnTo>
                  <a:close/>
                </a:path>
                <a:path w="228600" h="349250">
                  <a:moveTo>
                    <a:pt x="228600" y="186702"/>
                  </a:moveTo>
                  <a:lnTo>
                    <a:pt x="0" y="186702"/>
                  </a:lnTo>
                  <a:lnTo>
                    <a:pt x="0" y="189230"/>
                  </a:lnTo>
                  <a:lnTo>
                    <a:pt x="228600" y="189230"/>
                  </a:lnTo>
                  <a:lnTo>
                    <a:pt x="228600" y="186702"/>
                  </a:lnTo>
                  <a:close/>
                </a:path>
                <a:path w="228600" h="349250">
                  <a:moveTo>
                    <a:pt x="228600" y="182892"/>
                  </a:moveTo>
                  <a:lnTo>
                    <a:pt x="0" y="182892"/>
                  </a:lnTo>
                  <a:lnTo>
                    <a:pt x="0" y="186690"/>
                  </a:lnTo>
                  <a:lnTo>
                    <a:pt x="228600" y="186690"/>
                  </a:lnTo>
                  <a:lnTo>
                    <a:pt x="228600" y="182892"/>
                  </a:lnTo>
                  <a:close/>
                </a:path>
                <a:path w="228600" h="349250">
                  <a:moveTo>
                    <a:pt x="228600" y="180352"/>
                  </a:moveTo>
                  <a:lnTo>
                    <a:pt x="0" y="180352"/>
                  </a:lnTo>
                  <a:lnTo>
                    <a:pt x="0" y="182880"/>
                  </a:lnTo>
                  <a:lnTo>
                    <a:pt x="228600" y="182880"/>
                  </a:lnTo>
                  <a:lnTo>
                    <a:pt x="228600" y="180352"/>
                  </a:lnTo>
                  <a:close/>
                </a:path>
                <a:path w="228600" h="349250">
                  <a:moveTo>
                    <a:pt x="228600" y="174002"/>
                  </a:moveTo>
                  <a:lnTo>
                    <a:pt x="0" y="174002"/>
                  </a:lnTo>
                  <a:lnTo>
                    <a:pt x="0" y="180340"/>
                  </a:lnTo>
                  <a:lnTo>
                    <a:pt x="228600" y="180340"/>
                  </a:lnTo>
                  <a:lnTo>
                    <a:pt x="228600" y="174002"/>
                  </a:lnTo>
                  <a:close/>
                </a:path>
                <a:path w="228600" h="349250">
                  <a:moveTo>
                    <a:pt x="228600" y="167652"/>
                  </a:moveTo>
                  <a:lnTo>
                    <a:pt x="0" y="167652"/>
                  </a:lnTo>
                  <a:lnTo>
                    <a:pt x="0" y="173990"/>
                  </a:lnTo>
                  <a:lnTo>
                    <a:pt x="228600" y="173990"/>
                  </a:lnTo>
                  <a:lnTo>
                    <a:pt x="228600" y="167652"/>
                  </a:lnTo>
                  <a:close/>
                </a:path>
                <a:path w="228600" h="349250">
                  <a:moveTo>
                    <a:pt x="228600" y="161302"/>
                  </a:moveTo>
                  <a:lnTo>
                    <a:pt x="0" y="161302"/>
                  </a:lnTo>
                  <a:lnTo>
                    <a:pt x="0" y="167640"/>
                  </a:lnTo>
                  <a:lnTo>
                    <a:pt x="228600" y="167640"/>
                  </a:lnTo>
                  <a:lnTo>
                    <a:pt x="228600" y="161302"/>
                  </a:lnTo>
                  <a:close/>
                </a:path>
                <a:path w="228600" h="349250">
                  <a:moveTo>
                    <a:pt x="228600" y="157492"/>
                  </a:moveTo>
                  <a:lnTo>
                    <a:pt x="0" y="157492"/>
                  </a:lnTo>
                  <a:lnTo>
                    <a:pt x="0" y="161290"/>
                  </a:lnTo>
                  <a:lnTo>
                    <a:pt x="228600" y="161290"/>
                  </a:lnTo>
                  <a:lnTo>
                    <a:pt x="228600" y="157492"/>
                  </a:lnTo>
                  <a:close/>
                </a:path>
                <a:path w="228600" h="349250">
                  <a:moveTo>
                    <a:pt x="22860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28600" y="157480"/>
                  </a:lnTo>
                  <a:lnTo>
                    <a:pt x="228600" y="151142"/>
                  </a:lnTo>
                  <a:close/>
                </a:path>
                <a:path w="228600" h="349250">
                  <a:moveTo>
                    <a:pt x="228600" y="144792"/>
                  </a:moveTo>
                  <a:lnTo>
                    <a:pt x="0" y="144792"/>
                  </a:lnTo>
                  <a:lnTo>
                    <a:pt x="0" y="151130"/>
                  </a:lnTo>
                  <a:lnTo>
                    <a:pt x="228600" y="151130"/>
                  </a:lnTo>
                  <a:lnTo>
                    <a:pt x="228600" y="144792"/>
                  </a:lnTo>
                  <a:close/>
                </a:path>
                <a:path w="228600" h="349250">
                  <a:moveTo>
                    <a:pt x="228600" y="138442"/>
                  </a:moveTo>
                  <a:lnTo>
                    <a:pt x="0" y="138442"/>
                  </a:lnTo>
                  <a:lnTo>
                    <a:pt x="0" y="144780"/>
                  </a:lnTo>
                  <a:lnTo>
                    <a:pt x="228600" y="144780"/>
                  </a:lnTo>
                  <a:lnTo>
                    <a:pt x="228600" y="138442"/>
                  </a:lnTo>
                  <a:close/>
                </a:path>
                <a:path w="228600" h="349250">
                  <a:moveTo>
                    <a:pt x="228600" y="135902"/>
                  </a:moveTo>
                  <a:lnTo>
                    <a:pt x="0" y="135902"/>
                  </a:lnTo>
                  <a:lnTo>
                    <a:pt x="0" y="138430"/>
                  </a:lnTo>
                  <a:lnTo>
                    <a:pt x="228600" y="138430"/>
                  </a:lnTo>
                  <a:lnTo>
                    <a:pt x="228600" y="135902"/>
                  </a:lnTo>
                  <a:close/>
                </a:path>
                <a:path w="228600" h="349250">
                  <a:moveTo>
                    <a:pt x="228600" y="132092"/>
                  </a:moveTo>
                  <a:lnTo>
                    <a:pt x="0" y="132092"/>
                  </a:lnTo>
                  <a:lnTo>
                    <a:pt x="0" y="135890"/>
                  </a:lnTo>
                  <a:lnTo>
                    <a:pt x="228600" y="135890"/>
                  </a:lnTo>
                  <a:lnTo>
                    <a:pt x="228600" y="132092"/>
                  </a:lnTo>
                  <a:close/>
                </a:path>
                <a:path w="228600" h="349250">
                  <a:moveTo>
                    <a:pt x="228600" y="129552"/>
                  </a:moveTo>
                  <a:lnTo>
                    <a:pt x="0" y="129552"/>
                  </a:lnTo>
                  <a:lnTo>
                    <a:pt x="0" y="132080"/>
                  </a:lnTo>
                  <a:lnTo>
                    <a:pt x="228600" y="132080"/>
                  </a:lnTo>
                  <a:lnTo>
                    <a:pt x="228600" y="129552"/>
                  </a:lnTo>
                  <a:close/>
                </a:path>
                <a:path w="228600" h="349250">
                  <a:moveTo>
                    <a:pt x="228600" y="125742"/>
                  </a:moveTo>
                  <a:lnTo>
                    <a:pt x="0" y="125742"/>
                  </a:lnTo>
                  <a:lnTo>
                    <a:pt x="0" y="129540"/>
                  </a:lnTo>
                  <a:lnTo>
                    <a:pt x="228600" y="129540"/>
                  </a:lnTo>
                  <a:lnTo>
                    <a:pt x="228600" y="125742"/>
                  </a:lnTo>
                  <a:close/>
                </a:path>
                <a:path w="228600" h="349250">
                  <a:moveTo>
                    <a:pt x="228600" y="123202"/>
                  </a:moveTo>
                  <a:lnTo>
                    <a:pt x="0" y="123202"/>
                  </a:lnTo>
                  <a:lnTo>
                    <a:pt x="0" y="125730"/>
                  </a:lnTo>
                  <a:lnTo>
                    <a:pt x="228600" y="125730"/>
                  </a:lnTo>
                  <a:lnTo>
                    <a:pt x="228600" y="123202"/>
                  </a:lnTo>
                  <a:close/>
                </a:path>
                <a:path w="228600" h="349250">
                  <a:moveTo>
                    <a:pt x="228600" y="116852"/>
                  </a:moveTo>
                  <a:lnTo>
                    <a:pt x="0" y="116852"/>
                  </a:lnTo>
                  <a:lnTo>
                    <a:pt x="0" y="123190"/>
                  </a:lnTo>
                  <a:lnTo>
                    <a:pt x="228600" y="123190"/>
                  </a:lnTo>
                  <a:lnTo>
                    <a:pt x="228600" y="116852"/>
                  </a:lnTo>
                  <a:close/>
                </a:path>
                <a:path w="228600" h="349250">
                  <a:moveTo>
                    <a:pt x="228600" y="110502"/>
                  </a:moveTo>
                  <a:lnTo>
                    <a:pt x="0" y="110502"/>
                  </a:lnTo>
                  <a:lnTo>
                    <a:pt x="0" y="116840"/>
                  </a:lnTo>
                  <a:lnTo>
                    <a:pt x="228600" y="116840"/>
                  </a:lnTo>
                  <a:lnTo>
                    <a:pt x="228600" y="110502"/>
                  </a:lnTo>
                  <a:close/>
                </a:path>
                <a:path w="228600" h="349250">
                  <a:moveTo>
                    <a:pt x="228600" y="104152"/>
                  </a:moveTo>
                  <a:lnTo>
                    <a:pt x="0" y="104152"/>
                  </a:lnTo>
                  <a:lnTo>
                    <a:pt x="0" y="110490"/>
                  </a:lnTo>
                  <a:lnTo>
                    <a:pt x="228600" y="110490"/>
                  </a:lnTo>
                  <a:lnTo>
                    <a:pt x="228600" y="104152"/>
                  </a:lnTo>
                  <a:close/>
                </a:path>
                <a:path w="228600" h="349250">
                  <a:moveTo>
                    <a:pt x="228600" y="100342"/>
                  </a:moveTo>
                  <a:lnTo>
                    <a:pt x="0" y="100342"/>
                  </a:lnTo>
                  <a:lnTo>
                    <a:pt x="0" y="104140"/>
                  </a:lnTo>
                  <a:lnTo>
                    <a:pt x="228600" y="104140"/>
                  </a:lnTo>
                  <a:lnTo>
                    <a:pt x="228600" y="100342"/>
                  </a:lnTo>
                  <a:close/>
                </a:path>
                <a:path w="228600" h="349250">
                  <a:moveTo>
                    <a:pt x="22860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28600" y="100330"/>
                  </a:lnTo>
                  <a:lnTo>
                    <a:pt x="228600" y="93992"/>
                  </a:lnTo>
                  <a:close/>
                </a:path>
                <a:path w="228600" h="349250">
                  <a:moveTo>
                    <a:pt x="22860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28600" y="93980"/>
                  </a:lnTo>
                  <a:lnTo>
                    <a:pt x="228600" y="87642"/>
                  </a:lnTo>
                  <a:close/>
                </a:path>
                <a:path w="228600" h="349250">
                  <a:moveTo>
                    <a:pt x="228600" y="78752"/>
                  </a:moveTo>
                  <a:lnTo>
                    <a:pt x="0" y="78752"/>
                  </a:lnTo>
                  <a:lnTo>
                    <a:pt x="0" y="87630"/>
                  </a:lnTo>
                  <a:lnTo>
                    <a:pt x="228600" y="87630"/>
                  </a:lnTo>
                  <a:lnTo>
                    <a:pt x="228600" y="78752"/>
                  </a:lnTo>
                  <a:close/>
                </a:path>
                <a:path w="228600" h="349250">
                  <a:moveTo>
                    <a:pt x="228600" y="74942"/>
                  </a:moveTo>
                  <a:lnTo>
                    <a:pt x="0" y="74942"/>
                  </a:lnTo>
                  <a:lnTo>
                    <a:pt x="0" y="78740"/>
                  </a:lnTo>
                  <a:lnTo>
                    <a:pt x="228600" y="78740"/>
                  </a:lnTo>
                  <a:lnTo>
                    <a:pt x="228600" y="74942"/>
                  </a:lnTo>
                  <a:close/>
                </a:path>
                <a:path w="228600" h="349250">
                  <a:moveTo>
                    <a:pt x="228600" y="72402"/>
                  </a:moveTo>
                  <a:lnTo>
                    <a:pt x="0" y="72402"/>
                  </a:lnTo>
                  <a:lnTo>
                    <a:pt x="0" y="74930"/>
                  </a:lnTo>
                  <a:lnTo>
                    <a:pt x="228600" y="74930"/>
                  </a:lnTo>
                  <a:lnTo>
                    <a:pt x="228600" y="72402"/>
                  </a:lnTo>
                  <a:close/>
                </a:path>
                <a:path w="228600" h="349250">
                  <a:moveTo>
                    <a:pt x="228600" y="66052"/>
                  </a:moveTo>
                  <a:lnTo>
                    <a:pt x="0" y="66052"/>
                  </a:lnTo>
                  <a:lnTo>
                    <a:pt x="0" y="72390"/>
                  </a:lnTo>
                  <a:lnTo>
                    <a:pt x="228600" y="72390"/>
                  </a:lnTo>
                  <a:lnTo>
                    <a:pt x="228600" y="66052"/>
                  </a:lnTo>
                  <a:close/>
                </a:path>
                <a:path w="228600" h="349250">
                  <a:moveTo>
                    <a:pt x="228600" y="59702"/>
                  </a:moveTo>
                  <a:lnTo>
                    <a:pt x="0" y="59702"/>
                  </a:lnTo>
                  <a:lnTo>
                    <a:pt x="0" y="66040"/>
                  </a:lnTo>
                  <a:lnTo>
                    <a:pt x="228600" y="66040"/>
                  </a:lnTo>
                  <a:lnTo>
                    <a:pt x="228600" y="59702"/>
                  </a:lnTo>
                  <a:close/>
                </a:path>
                <a:path w="228600" h="349250">
                  <a:moveTo>
                    <a:pt x="228600" y="53352"/>
                  </a:moveTo>
                  <a:lnTo>
                    <a:pt x="0" y="53352"/>
                  </a:lnTo>
                  <a:lnTo>
                    <a:pt x="0" y="59690"/>
                  </a:lnTo>
                  <a:lnTo>
                    <a:pt x="228600" y="59690"/>
                  </a:lnTo>
                  <a:lnTo>
                    <a:pt x="228600" y="53352"/>
                  </a:lnTo>
                  <a:close/>
                </a:path>
                <a:path w="228600" h="349250">
                  <a:moveTo>
                    <a:pt x="228600" y="49542"/>
                  </a:moveTo>
                  <a:lnTo>
                    <a:pt x="0" y="49542"/>
                  </a:lnTo>
                  <a:lnTo>
                    <a:pt x="0" y="53340"/>
                  </a:lnTo>
                  <a:lnTo>
                    <a:pt x="228600" y="53340"/>
                  </a:lnTo>
                  <a:lnTo>
                    <a:pt x="228600" y="49542"/>
                  </a:lnTo>
                  <a:close/>
                </a:path>
                <a:path w="228600" h="349250">
                  <a:moveTo>
                    <a:pt x="22860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28600" y="49530"/>
                  </a:lnTo>
                  <a:lnTo>
                    <a:pt x="228600" y="43192"/>
                  </a:lnTo>
                  <a:close/>
                </a:path>
                <a:path w="228600" h="349250">
                  <a:moveTo>
                    <a:pt x="22860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28600" y="43180"/>
                  </a:lnTo>
                  <a:lnTo>
                    <a:pt x="228600" y="36842"/>
                  </a:lnTo>
                  <a:close/>
                </a:path>
                <a:path w="228600" h="349250">
                  <a:moveTo>
                    <a:pt x="22860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28600" y="36830"/>
                  </a:lnTo>
                  <a:lnTo>
                    <a:pt x="228600" y="30492"/>
                  </a:lnTo>
                  <a:close/>
                </a:path>
                <a:path w="228600" h="349250">
                  <a:moveTo>
                    <a:pt x="228600" y="27952"/>
                  </a:moveTo>
                  <a:lnTo>
                    <a:pt x="0" y="27952"/>
                  </a:lnTo>
                  <a:lnTo>
                    <a:pt x="0" y="30480"/>
                  </a:lnTo>
                  <a:lnTo>
                    <a:pt x="228600" y="30480"/>
                  </a:lnTo>
                  <a:lnTo>
                    <a:pt x="228600" y="27952"/>
                  </a:lnTo>
                  <a:close/>
                </a:path>
                <a:path w="228600" h="349250">
                  <a:moveTo>
                    <a:pt x="228600" y="24142"/>
                  </a:moveTo>
                  <a:lnTo>
                    <a:pt x="0" y="24142"/>
                  </a:lnTo>
                  <a:lnTo>
                    <a:pt x="0" y="27940"/>
                  </a:lnTo>
                  <a:lnTo>
                    <a:pt x="228600" y="27940"/>
                  </a:lnTo>
                  <a:lnTo>
                    <a:pt x="228600" y="24142"/>
                  </a:lnTo>
                  <a:close/>
                </a:path>
                <a:path w="228600" h="349250">
                  <a:moveTo>
                    <a:pt x="228600" y="15252"/>
                  </a:moveTo>
                  <a:lnTo>
                    <a:pt x="0" y="15252"/>
                  </a:lnTo>
                  <a:lnTo>
                    <a:pt x="0" y="24130"/>
                  </a:lnTo>
                  <a:lnTo>
                    <a:pt x="228600" y="24130"/>
                  </a:lnTo>
                  <a:lnTo>
                    <a:pt x="228600" y="15252"/>
                  </a:lnTo>
                  <a:close/>
                </a:path>
                <a:path w="228600" h="349250">
                  <a:moveTo>
                    <a:pt x="22860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228600" y="15240"/>
                  </a:lnTo>
                  <a:lnTo>
                    <a:pt x="228600" y="8902"/>
                  </a:lnTo>
                  <a:close/>
                </a:path>
                <a:path w="228600" h="349250">
                  <a:moveTo>
                    <a:pt x="22860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228600" y="8890"/>
                  </a:lnTo>
                  <a:lnTo>
                    <a:pt x="228600" y="2552"/>
                  </a:lnTo>
                  <a:close/>
                </a:path>
                <a:path w="228600" h="349250">
                  <a:moveTo>
                    <a:pt x="22860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28600" y="2540"/>
                  </a:lnTo>
                  <a:lnTo>
                    <a:pt x="228600" y="0"/>
                  </a:lnTo>
                  <a:close/>
                </a:path>
              </a:pathLst>
            </a:custGeom>
            <a:solidFill>
              <a:srgbClr val="D3D3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5749290" y="5561329"/>
              <a:ext cx="228600" cy="349250"/>
            </a:xfrm>
            <a:custGeom>
              <a:avLst/>
              <a:gdLst/>
              <a:ahLst/>
              <a:cxnLst/>
              <a:rect l="l" t="t" r="r" b="b"/>
              <a:pathLst>
                <a:path w="228600" h="349250">
                  <a:moveTo>
                    <a:pt x="228600" y="347992"/>
                  </a:moveTo>
                  <a:lnTo>
                    <a:pt x="0" y="347992"/>
                  </a:lnTo>
                  <a:lnTo>
                    <a:pt x="0" y="349250"/>
                  </a:lnTo>
                  <a:lnTo>
                    <a:pt x="228600" y="349250"/>
                  </a:lnTo>
                  <a:lnTo>
                    <a:pt x="228600" y="347992"/>
                  </a:lnTo>
                  <a:close/>
                </a:path>
                <a:path w="228600" h="349250">
                  <a:moveTo>
                    <a:pt x="228600" y="345452"/>
                  </a:moveTo>
                  <a:lnTo>
                    <a:pt x="0" y="345452"/>
                  </a:lnTo>
                  <a:lnTo>
                    <a:pt x="0" y="347980"/>
                  </a:lnTo>
                  <a:lnTo>
                    <a:pt x="228600" y="347980"/>
                  </a:lnTo>
                  <a:lnTo>
                    <a:pt x="228600" y="345452"/>
                  </a:lnTo>
                  <a:close/>
                </a:path>
                <a:path w="228600" h="349250">
                  <a:moveTo>
                    <a:pt x="228600" y="341642"/>
                  </a:moveTo>
                  <a:lnTo>
                    <a:pt x="0" y="341642"/>
                  </a:lnTo>
                  <a:lnTo>
                    <a:pt x="0" y="345440"/>
                  </a:lnTo>
                  <a:lnTo>
                    <a:pt x="228600" y="345440"/>
                  </a:lnTo>
                  <a:lnTo>
                    <a:pt x="228600" y="341642"/>
                  </a:lnTo>
                  <a:close/>
                </a:path>
                <a:path w="228600" h="349250">
                  <a:moveTo>
                    <a:pt x="228600" y="339102"/>
                  </a:moveTo>
                  <a:lnTo>
                    <a:pt x="0" y="339102"/>
                  </a:lnTo>
                  <a:lnTo>
                    <a:pt x="0" y="341630"/>
                  </a:lnTo>
                  <a:lnTo>
                    <a:pt x="228600" y="341630"/>
                  </a:lnTo>
                  <a:lnTo>
                    <a:pt x="228600" y="339102"/>
                  </a:lnTo>
                  <a:close/>
                </a:path>
                <a:path w="228600" h="349250">
                  <a:moveTo>
                    <a:pt x="228600" y="326402"/>
                  </a:moveTo>
                  <a:lnTo>
                    <a:pt x="0" y="326402"/>
                  </a:lnTo>
                  <a:lnTo>
                    <a:pt x="0" y="339090"/>
                  </a:lnTo>
                  <a:lnTo>
                    <a:pt x="228600" y="339090"/>
                  </a:lnTo>
                  <a:lnTo>
                    <a:pt x="228600" y="326402"/>
                  </a:lnTo>
                  <a:close/>
                </a:path>
                <a:path w="228600" h="349250">
                  <a:moveTo>
                    <a:pt x="228600" y="320052"/>
                  </a:moveTo>
                  <a:lnTo>
                    <a:pt x="0" y="320052"/>
                  </a:lnTo>
                  <a:lnTo>
                    <a:pt x="0" y="326390"/>
                  </a:lnTo>
                  <a:lnTo>
                    <a:pt x="228600" y="326390"/>
                  </a:lnTo>
                  <a:lnTo>
                    <a:pt x="228600" y="320052"/>
                  </a:lnTo>
                  <a:close/>
                </a:path>
                <a:path w="228600" h="349250">
                  <a:moveTo>
                    <a:pt x="228600" y="316242"/>
                  </a:moveTo>
                  <a:lnTo>
                    <a:pt x="0" y="316242"/>
                  </a:lnTo>
                  <a:lnTo>
                    <a:pt x="0" y="320040"/>
                  </a:lnTo>
                  <a:lnTo>
                    <a:pt x="228600" y="320040"/>
                  </a:lnTo>
                  <a:lnTo>
                    <a:pt x="228600" y="316242"/>
                  </a:lnTo>
                  <a:close/>
                </a:path>
                <a:path w="228600" h="349250">
                  <a:moveTo>
                    <a:pt x="228600" y="309892"/>
                  </a:moveTo>
                  <a:lnTo>
                    <a:pt x="0" y="309892"/>
                  </a:lnTo>
                  <a:lnTo>
                    <a:pt x="0" y="316230"/>
                  </a:lnTo>
                  <a:lnTo>
                    <a:pt x="228600" y="316230"/>
                  </a:lnTo>
                  <a:lnTo>
                    <a:pt x="228600" y="309892"/>
                  </a:lnTo>
                  <a:close/>
                </a:path>
                <a:path w="228600" h="349250">
                  <a:moveTo>
                    <a:pt x="228600" y="303542"/>
                  </a:moveTo>
                  <a:lnTo>
                    <a:pt x="0" y="303542"/>
                  </a:lnTo>
                  <a:lnTo>
                    <a:pt x="0" y="309880"/>
                  </a:lnTo>
                  <a:lnTo>
                    <a:pt x="228600" y="309880"/>
                  </a:lnTo>
                  <a:lnTo>
                    <a:pt x="228600" y="303542"/>
                  </a:lnTo>
                  <a:close/>
                </a:path>
                <a:path w="228600" h="349250">
                  <a:moveTo>
                    <a:pt x="228600" y="297192"/>
                  </a:moveTo>
                  <a:lnTo>
                    <a:pt x="0" y="297192"/>
                  </a:lnTo>
                  <a:lnTo>
                    <a:pt x="0" y="303530"/>
                  </a:lnTo>
                  <a:lnTo>
                    <a:pt x="228600" y="303530"/>
                  </a:lnTo>
                  <a:lnTo>
                    <a:pt x="228600" y="297192"/>
                  </a:lnTo>
                  <a:close/>
                </a:path>
                <a:path w="228600" h="349250">
                  <a:moveTo>
                    <a:pt x="228600" y="294652"/>
                  </a:moveTo>
                  <a:lnTo>
                    <a:pt x="0" y="294652"/>
                  </a:lnTo>
                  <a:lnTo>
                    <a:pt x="0" y="297180"/>
                  </a:lnTo>
                  <a:lnTo>
                    <a:pt x="228600" y="297180"/>
                  </a:lnTo>
                  <a:lnTo>
                    <a:pt x="228600" y="294652"/>
                  </a:lnTo>
                  <a:close/>
                </a:path>
                <a:path w="228600" h="349250">
                  <a:moveTo>
                    <a:pt x="228600" y="290842"/>
                  </a:moveTo>
                  <a:lnTo>
                    <a:pt x="0" y="290842"/>
                  </a:lnTo>
                  <a:lnTo>
                    <a:pt x="0" y="294640"/>
                  </a:lnTo>
                  <a:lnTo>
                    <a:pt x="228600" y="294640"/>
                  </a:lnTo>
                  <a:lnTo>
                    <a:pt x="228600" y="290842"/>
                  </a:lnTo>
                  <a:close/>
                </a:path>
                <a:path w="228600" h="349250">
                  <a:moveTo>
                    <a:pt x="228600" y="288302"/>
                  </a:moveTo>
                  <a:lnTo>
                    <a:pt x="0" y="288302"/>
                  </a:lnTo>
                  <a:lnTo>
                    <a:pt x="0" y="290830"/>
                  </a:lnTo>
                  <a:lnTo>
                    <a:pt x="228600" y="290830"/>
                  </a:lnTo>
                  <a:lnTo>
                    <a:pt x="228600" y="288302"/>
                  </a:lnTo>
                  <a:close/>
                </a:path>
                <a:path w="228600" h="349250">
                  <a:moveTo>
                    <a:pt x="228600" y="281952"/>
                  </a:moveTo>
                  <a:lnTo>
                    <a:pt x="0" y="281952"/>
                  </a:lnTo>
                  <a:lnTo>
                    <a:pt x="0" y="288290"/>
                  </a:lnTo>
                  <a:lnTo>
                    <a:pt x="228600" y="288290"/>
                  </a:lnTo>
                  <a:lnTo>
                    <a:pt x="228600" y="281952"/>
                  </a:lnTo>
                  <a:close/>
                </a:path>
                <a:path w="228600" h="349250">
                  <a:moveTo>
                    <a:pt x="228600" y="275602"/>
                  </a:moveTo>
                  <a:lnTo>
                    <a:pt x="0" y="275602"/>
                  </a:lnTo>
                  <a:lnTo>
                    <a:pt x="0" y="281940"/>
                  </a:lnTo>
                  <a:lnTo>
                    <a:pt x="228600" y="281940"/>
                  </a:lnTo>
                  <a:lnTo>
                    <a:pt x="228600" y="275602"/>
                  </a:lnTo>
                  <a:close/>
                </a:path>
                <a:path w="228600" h="349250">
                  <a:moveTo>
                    <a:pt x="228600" y="269252"/>
                  </a:moveTo>
                  <a:lnTo>
                    <a:pt x="0" y="269252"/>
                  </a:lnTo>
                  <a:lnTo>
                    <a:pt x="0" y="275590"/>
                  </a:lnTo>
                  <a:lnTo>
                    <a:pt x="228600" y="275590"/>
                  </a:lnTo>
                  <a:lnTo>
                    <a:pt x="228600" y="269252"/>
                  </a:lnTo>
                  <a:close/>
                </a:path>
                <a:path w="228600" h="349250">
                  <a:moveTo>
                    <a:pt x="228600" y="265442"/>
                  </a:moveTo>
                  <a:lnTo>
                    <a:pt x="0" y="265442"/>
                  </a:lnTo>
                  <a:lnTo>
                    <a:pt x="0" y="269240"/>
                  </a:lnTo>
                  <a:lnTo>
                    <a:pt x="228600" y="269240"/>
                  </a:lnTo>
                  <a:lnTo>
                    <a:pt x="228600" y="265442"/>
                  </a:lnTo>
                  <a:close/>
                </a:path>
                <a:path w="228600" h="349250">
                  <a:moveTo>
                    <a:pt x="228600" y="259092"/>
                  </a:moveTo>
                  <a:lnTo>
                    <a:pt x="0" y="259092"/>
                  </a:lnTo>
                  <a:lnTo>
                    <a:pt x="0" y="265430"/>
                  </a:lnTo>
                  <a:lnTo>
                    <a:pt x="228600" y="265430"/>
                  </a:lnTo>
                  <a:lnTo>
                    <a:pt x="228600" y="259092"/>
                  </a:lnTo>
                  <a:close/>
                </a:path>
                <a:path w="228600" h="349250">
                  <a:moveTo>
                    <a:pt x="228600" y="252742"/>
                  </a:moveTo>
                  <a:lnTo>
                    <a:pt x="0" y="252742"/>
                  </a:lnTo>
                  <a:lnTo>
                    <a:pt x="0" y="259080"/>
                  </a:lnTo>
                  <a:lnTo>
                    <a:pt x="228600" y="259080"/>
                  </a:lnTo>
                  <a:lnTo>
                    <a:pt x="228600" y="252742"/>
                  </a:lnTo>
                  <a:close/>
                </a:path>
                <a:path w="228600" h="349250">
                  <a:moveTo>
                    <a:pt x="228600" y="246392"/>
                  </a:moveTo>
                  <a:lnTo>
                    <a:pt x="0" y="246392"/>
                  </a:lnTo>
                  <a:lnTo>
                    <a:pt x="0" y="252730"/>
                  </a:lnTo>
                  <a:lnTo>
                    <a:pt x="228600" y="252730"/>
                  </a:lnTo>
                  <a:lnTo>
                    <a:pt x="228600" y="246392"/>
                  </a:lnTo>
                  <a:close/>
                </a:path>
                <a:path w="228600" h="349250">
                  <a:moveTo>
                    <a:pt x="22860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228600" y="246380"/>
                  </a:lnTo>
                  <a:lnTo>
                    <a:pt x="228600" y="243852"/>
                  </a:lnTo>
                  <a:close/>
                </a:path>
                <a:path w="228600" h="349250">
                  <a:moveTo>
                    <a:pt x="22860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228600" y="243840"/>
                  </a:lnTo>
                  <a:lnTo>
                    <a:pt x="228600" y="240042"/>
                  </a:lnTo>
                  <a:close/>
                </a:path>
                <a:path w="228600" h="349250">
                  <a:moveTo>
                    <a:pt x="22860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228600" y="240030"/>
                  </a:lnTo>
                  <a:lnTo>
                    <a:pt x="228600" y="237502"/>
                  </a:lnTo>
                  <a:close/>
                </a:path>
                <a:path w="228600" h="349250">
                  <a:moveTo>
                    <a:pt x="22860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228600" y="237490"/>
                  </a:lnTo>
                  <a:lnTo>
                    <a:pt x="228600" y="233692"/>
                  </a:lnTo>
                  <a:close/>
                </a:path>
                <a:path w="228600" h="349250">
                  <a:moveTo>
                    <a:pt x="22860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228600" y="233680"/>
                  </a:lnTo>
                  <a:lnTo>
                    <a:pt x="228600" y="231152"/>
                  </a:lnTo>
                  <a:close/>
                </a:path>
                <a:path w="228600" h="349250">
                  <a:moveTo>
                    <a:pt x="228600" y="224802"/>
                  </a:moveTo>
                  <a:lnTo>
                    <a:pt x="0" y="224802"/>
                  </a:lnTo>
                  <a:lnTo>
                    <a:pt x="0" y="231140"/>
                  </a:lnTo>
                  <a:lnTo>
                    <a:pt x="228600" y="231140"/>
                  </a:lnTo>
                  <a:lnTo>
                    <a:pt x="228600" y="224802"/>
                  </a:lnTo>
                  <a:close/>
                </a:path>
                <a:path w="228600" h="349250">
                  <a:moveTo>
                    <a:pt x="228600" y="218452"/>
                  </a:moveTo>
                  <a:lnTo>
                    <a:pt x="0" y="218452"/>
                  </a:lnTo>
                  <a:lnTo>
                    <a:pt x="0" y="224790"/>
                  </a:lnTo>
                  <a:lnTo>
                    <a:pt x="228600" y="224790"/>
                  </a:lnTo>
                  <a:lnTo>
                    <a:pt x="228600" y="218452"/>
                  </a:lnTo>
                  <a:close/>
                </a:path>
                <a:path w="228600" h="349250">
                  <a:moveTo>
                    <a:pt x="228600" y="212102"/>
                  </a:moveTo>
                  <a:lnTo>
                    <a:pt x="0" y="212102"/>
                  </a:lnTo>
                  <a:lnTo>
                    <a:pt x="0" y="218440"/>
                  </a:lnTo>
                  <a:lnTo>
                    <a:pt x="228600" y="218440"/>
                  </a:lnTo>
                  <a:lnTo>
                    <a:pt x="228600" y="212102"/>
                  </a:lnTo>
                  <a:close/>
                </a:path>
                <a:path w="228600" h="349250">
                  <a:moveTo>
                    <a:pt x="228600" y="208292"/>
                  </a:moveTo>
                  <a:lnTo>
                    <a:pt x="0" y="208292"/>
                  </a:lnTo>
                  <a:lnTo>
                    <a:pt x="0" y="212090"/>
                  </a:lnTo>
                  <a:lnTo>
                    <a:pt x="228600" y="212090"/>
                  </a:lnTo>
                  <a:lnTo>
                    <a:pt x="228600" y="208292"/>
                  </a:lnTo>
                  <a:close/>
                </a:path>
                <a:path w="228600" h="349250">
                  <a:moveTo>
                    <a:pt x="228600" y="201942"/>
                  </a:moveTo>
                  <a:lnTo>
                    <a:pt x="0" y="201942"/>
                  </a:lnTo>
                  <a:lnTo>
                    <a:pt x="0" y="208280"/>
                  </a:lnTo>
                  <a:lnTo>
                    <a:pt x="228600" y="208280"/>
                  </a:lnTo>
                  <a:lnTo>
                    <a:pt x="228600" y="201942"/>
                  </a:lnTo>
                  <a:close/>
                </a:path>
                <a:path w="228600" h="349250">
                  <a:moveTo>
                    <a:pt x="228600" y="195592"/>
                  </a:moveTo>
                  <a:lnTo>
                    <a:pt x="0" y="195592"/>
                  </a:lnTo>
                  <a:lnTo>
                    <a:pt x="0" y="201930"/>
                  </a:lnTo>
                  <a:lnTo>
                    <a:pt x="228600" y="201930"/>
                  </a:lnTo>
                  <a:lnTo>
                    <a:pt x="228600" y="195592"/>
                  </a:lnTo>
                  <a:close/>
                </a:path>
                <a:path w="228600" h="349250">
                  <a:moveTo>
                    <a:pt x="22860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28600" y="195580"/>
                  </a:lnTo>
                  <a:lnTo>
                    <a:pt x="228600" y="189242"/>
                  </a:lnTo>
                  <a:close/>
                </a:path>
                <a:path w="228600" h="349250">
                  <a:moveTo>
                    <a:pt x="228600" y="186702"/>
                  </a:moveTo>
                  <a:lnTo>
                    <a:pt x="0" y="186702"/>
                  </a:lnTo>
                  <a:lnTo>
                    <a:pt x="0" y="189230"/>
                  </a:lnTo>
                  <a:lnTo>
                    <a:pt x="228600" y="189230"/>
                  </a:lnTo>
                  <a:lnTo>
                    <a:pt x="228600" y="186702"/>
                  </a:lnTo>
                  <a:close/>
                </a:path>
                <a:path w="228600" h="349250">
                  <a:moveTo>
                    <a:pt x="228600" y="182892"/>
                  </a:moveTo>
                  <a:lnTo>
                    <a:pt x="0" y="182892"/>
                  </a:lnTo>
                  <a:lnTo>
                    <a:pt x="0" y="186690"/>
                  </a:lnTo>
                  <a:lnTo>
                    <a:pt x="228600" y="186690"/>
                  </a:lnTo>
                  <a:lnTo>
                    <a:pt x="228600" y="182892"/>
                  </a:lnTo>
                  <a:close/>
                </a:path>
                <a:path w="228600" h="349250">
                  <a:moveTo>
                    <a:pt x="228600" y="180352"/>
                  </a:moveTo>
                  <a:lnTo>
                    <a:pt x="0" y="180352"/>
                  </a:lnTo>
                  <a:lnTo>
                    <a:pt x="0" y="182880"/>
                  </a:lnTo>
                  <a:lnTo>
                    <a:pt x="228600" y="182880"/>
                  </a:lnTo>
                  <a:lnTo>
                    <a:pt x="228600" y="180352"/>
                  </a:lnTo>
                  <a:close/>
                </a:path>
                <a:path w="228600" h="349250">
                  <a:moveTo>
                    <a:pt x="228600" y="174002"/>
                  </a:moveTo>
                  <a:lnTo>
                    <a:pt x="0" y="174002"/>
                  </a:lnTo>
                  <a:lnTo>
                    <a:pt x="0" y="180340"/>
                  </a:lnTo>
                  <a:lnTo>
                    <a:pt x="228600" y="180340"/>
                  </a:lnTo>
                  <a:lnTo>
                    <a:pt x="228600" y="174002"/>
                  </a:lnTo>
                  <a:close/>
                </a:path>
                <a:path w="228600" h="349250">
                  <a:moveTo>
                    <a:pt x="228600" y="167652"/>
                  </a:moveTo>
                  <a:lnTo>
                    <a:pt x="0" y="167652"/>
                  </a:lnTo>
                  <a:lnTo>
                    <a:pt x="0" y="173990"/>
                  </a:lnTo>
                  <a:lnTo>
                    <a:pt x="228600" y="173990"/>
                  </a:lnTo>
                  <a:lnTo>
                    <a:pt x="228600" y="167652"/>
                  </a:lnTo>
                  <a:close/>
                </a:path>
                <a:path w="228600" h="349250">
                  <a:moveTo>
                    <a:pt x="228600" y="161302"/>
                  </a:moveTo>
                  <a:lnTo>
                    <a:pt x="0" y="161302"/>
                  </a:lnTo>
                  <a:lnTo>
                    <a:pt x="0" y="167640"/>
                  </a:lnTo>
                  <a:lnTo>
                    <a:pt x="228600" y="167640"/>
                  </a:lnTo>
                  <a:lnTo>
                    <a:pt x="228600" y="161302"/>
                  </a:lnTo>
                  <a:close/>
                </a:path>
                <a:path w="228600" h="349250">
                  <a:moveTo>
                    <a:pt x="228600" y="157492"/>
                  </a:moveTo>
                  <a:lnTo>
                    <a:pt x="0" y="157492"/>
                  </a:lnTo>
                  <a:lnTo>
                    <a:pt x="0" y="161290"/>
                  </a:lnTo>
                  <a:lnTo>
                    <a:pt x="228600" y="161290"/>
                  </a:lnTo>
                  <a:lnTo>
                    <a:pt x="228600" y="157492"/>
                  </a:lnTo>
                  <a:close/>
                </a:path>
                <a:path w="228600" h="349250">
                  <a:moveTo>
                    <a:pt x="22860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28600" y="157480"/>
                  </a:lnTo>
                  <a:lnTo>
                    <a:pt x="228600" y="151142"/>
                  </a:lnTo>
                  <a:close/>
                </a:path>
                <a:path w="228600" h="349250">
                  <a:moveTo>
                    <a:pt x="228600" y="144792"/>
                  </a:moveTo>
                  <a:lnTo>
                    <a:pt x="0" y="144792"/>
                  </a:lnTo>
                  <a:lnTo>
                    <a:pt x="0" y="151130"/>
                  </a:lnTo>
                  <a:lnTo>
                    <a:pt x="228600" y="151130"/>
                  </a:lnTo>
                  <a:lnTo>
                    <a:pt x="228600" y="144792"/>
                  </a:lnTo>
                  <a:close/>
                </a:path>
                <a:path w="228600" h="349250">
                  <a:moveTo>
                    <a:pt x="228600" y="138442"/>
                  </a:moveTo>
                  <a:lnTo>
                    <a:pt x="0" y="138442"/>
                  </a:lnTo>
                  <a:lnTo>
                    <a:pt x="0" y="144780"/>
                  </a:lnTo>
                  <a:lnTo>
                    <a:pt x="228600" y="144780"/>
                  </a:lnTo>
                  <a:lnTo>
                    <a:pt x="228600" y="138442"/>
                  </a:lnTo>
                  <a:close/>
                </a:path>
                <a:path w="228600" h="349250">
                  <a:moveTo>
                    <a:pt x="228600" y="135902"/>
                  </a:moveTo>
                  <a:lnTo>
                    <a:pt x="0" y="135902"/>
                  </a:lnTo>
                  <a:lnTo>
                    <a:pt x="0" y="138430"/>
                  </a:lnTo>
                  <a:lnTo>
                    <a:pt x="228600" y="138430"/>
                  </a:lnTo>
                  <a:lnTo>
                    <a:pt x="228600" y="135902"/>
                  </a:lnTo>
                  <a:close/>
                </a:path>
                <a:path w="228600" h="349250">
                  <a:moveTo>
                    <a:pt x="228600" y="132092"/>
                  </a:moveTo>
                  <a:lnTo>
                    <a:pt x="0" y="132092"/>
                  </a:lnTo>
                  <a:lnTo>
                    <a:pt x="0" y="135890"/>
                  </a:lnTo>
                  <a:lnTo>
                    <a:pt x="228600" y="135890"/>
                  </a:lnTo>
                  <a:lnTo>
                    <a:pt x="228600" y="132092"/>
                  </a:lnTo>
                  <a:close/>
                </a:path>
                <a:path w="228600" h="349250">
                  <a:moveTo>
                    <a:pt x="228600" y="129552"/>
                  </a:moveTo>
                  <a:lnTo>
                    <a:pt x="0" y="129552"/>
                  </a:lnTo>
                  <a:lnTo>
                    <a:pt x="0" y="132080"/>
                  </a:lnTo>
                  <a:lnTo>
                    <a:pt x="228600" y="132080"/>
                  </a:lnTo>
                  <a:lnTo>
                    <a:pt x="228600" y="129552"/>
                  </a:lnTo>
                  <a:close/>
                </a:path>
                <a:path w="228600" h="349250">
                  <a:moveTo>
                    <a:pt x="228600" y="125742"/>
                  </a:moveTo>
                  <a:lnTo>
                    <a:pt x="0" y="125742"/>
                  </a:lnTo>
                  <a:lnTo>
                    <a:pt x="0" y="129540"/>
                  </a:lnTo>
                  <a:lnTo>
                    <a:pt x="228600" y="129540"/>
                  </a:lnTo>
                  <a:lnTo>
                    <a:pt x="228600" y="125742"/>
                  </a:lnTo>
                  <a:close/>
                </a:path>
                <a:path w="228600" h="349250">
                  <a:moveTo>
                    <a:pt x="228600" y="123202"/>
                  </a:moveTo>
                  <a:lnTo>
                    <a:pt x="0" y="123202"/>
                  </a:lnTo>
                  <a:lnTo>
                    <a:pt x="0" y="125730"/>
                  </a:lnTo>
                  <a:lnTo>
                    <a:pt x="228600" y="125730"/>
                  </a:lnTo>
                  <a:lnTo>
                    <a:pt x="228600" y="123202"/>
                  </a:lnTo>
                  <a:close/>
                </a:path>
                <a:path w="228600" h="349250">
                  <a:moveTo>
                    <a:pt x="228600" y="116852"/>
                  </a:moveTo>
                  <a:lnTo>
                    <a:pt x="0" y="116852"/>
                  </a:lnTo>
                  <a:lnTo>
                    <a:pt x="0" y="123190"/>
                  </a:lnTo>
                  <a:lnTo>
                    <a:pt x="228600" y="123190"/>
                  </a:lnTo>
                  <a:lnTo>
                    <a:pt x="228600" y="116852"/>
                  </a:lnTo>
                  <a:close/>
                </a:path>
                <a:path w="228600" h="349250">
                  <a:moveTo>
                    <a:pt x="228600" y="110502"/>
                  </a:moveTo>
                  <a:lnTo>
                    <a:pt x="0" y="110502"/>
                  </a:lnTo>
                  <a:lnTo>
                    <a:pt x="0" y="116840"/>
                  </a:lnTo>
                  <a:lnTo>
                    <a:pt x="228600" y="116840"/>
                  </a:lnTo>
                  <a:lnTo>
                    <a:pt x="228600" y="110502"/>
                  </a:lnTo>
                  <a:close/>
                </a:path>
                <a:path w="228600" h="349250">
                  <a:moveTo>
                    <a:pt x="228600" y="104152"/>
                  </a:moveTo>
                  <a:lnTo>
                    <a:pt x="0" y="104152"/>
                  </a:lnTo>
                  <a:lnTo>
                    <a:pt x="0" y="110490"/>
                  </a:lnTo>
                  <a:lnTo>
                    <a:pt x="228600" y="110490"/>
                  </a:lnTo>
                  <a:lnTo>
                    <a:pt x="228600" y="104152"/>
                  </a:lnTo>
                  <a:close/>
                </a:path>
                <a:path w="228600" h="349250">
                  <a:moveTo>
                    <a:pt x="228600" y="100342"/>
                  </a:moveTo>
                  <a:lnTo>
                    <a:pt x="0" y="100342"/>
                  </a:lnTo>
                  <a:lnTo>
                    <a:pt x="0" y="104140"/>
                  </a:lnTo>
                  <a:lnTo>
                    <a:pt x="228600" y="104140"/>
                  </a:lnTo>
                  <a:lnTo>
                    <a:pt x="228600" y="100342"/>
                  </a:lnTo>
                  <a:close/>
                </a:path>
                <a:path w="228600" h="349250">
                  <a:moveTo>
                    <a:pt x="22860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28600" y="100330"/>
                  </a:lnTo>
                  <a:lnTo>
                    <a:pt x="228600" y="93992"/>
                  </a:lnTo>
                  <a:close/>
                </a:path>
                <a:path w="228600" h="349250">
                  <a:moveTo>
                    <a:pt x="22860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28600" y="93980"/>
                  </a:lnTo>
                  <a:lnTo>
                    <a:pt x="228600" y="87642"/>
                  </a:lnTo>
                  <a:close/>
                </a:path>
                <a:path w="228600" h="349250">
                  <a:moveTo>
                    <a:pt x="228600" y="78752"/>
                  </a:moveTo>
                  <a:lnTo>
                    <a:pt x="0" y="78752"/>
                  </a:lnTo>
                  <a:lnTo>
                    <a:pt x="0" y="87630"/>
                  </a:lnTo>
                  <a:lnTo>
                    <a:pt x="228600" y="87630"/>
                  </a:lnTo>
                  <a:lnTo>
                    <a:pt x="228600" y="78752"/>
                  </a:lnTo>
                  <a:close/>
                </a:path>
                <a:path w="228600" h="349250">
                  <a:moveTo>
                    <a:pt x="228600" y="74942"/>
                  </a:moveTo>
                  <a:lnTo>
                    <a:pt x="0" y="74942"/>
                  </a:lnTo>
                  <a:lnTo>
                    <a:pt x="0" y="78740"/>
                  </a:lnTo>
                  <a:lnTo>
                    <a:pt x="228600" y="78740"/>
                  </a:lnTo>
                  <a:lnTo>
                    <a:pt x="228600" y="74942"/>
                  </a:lnTo>
                  <a:close/>
                </a:path>
                <a:path w="228600" h="349250">
                  <a:moveTo>
                    <a:pt x="228600" y="72402"/>
                  </a:moveTo>
                  <a:lnTo>
                    <a:pt x="0" y="72402"/>
                  </a:lnTo>
                  <a:lnTo>
                    <a:pt x="0" y="74930"/>
                  </a:lnTo>
                  <a:lnTo>
                    <a:pt x="228600" y="74930"/>
                  </a:lnTo>
                  <a:lnTo>
                    <a:pt x="228600" y="72402"/>
                  </a:lnTo>
                  <a:close/>
                </a:path>
                <a:path w="228600" h="349250">
                  <a:moveTo>
                    <a:pt x="228600" y="66052"/>
                  </a:moveTo>
                  <a:lnTo>
                    <a:pt x="0" y="66052"/>
                  </a:lnTo>
                  <a:lnTo>
                    <a:pt x="0" y="72390"/>
                  </a:lnTo>
                  <a:lnTo>
                    <a:pt x="228600" y="72390"/>
                  </a:lnTo>
                  <a:lnTo>
                    <a:pt x="228600" y="66052"/>
                  </a:lnTo>
                  <a:close/>
                </a:path>
                <a:path w="228600" h="349250">
                  <a:moveTo>
                    <a:pt x="228600" y="59702"/>
                  </a:moveTo>
                  <a:lnTo>
                    <a:pt x="0" y="59702"/>
                  </a:lnTo>
                  <a:lnTo>
                    <a:pt x="0" y="66040"/>
                  </a:lnTo>
                  <a:lnTo>
                    <a:pt x="228600" y="66040"/>
                  </a:lnTo>
                  <a:lnTo>
                    <a:pt x="228600" y="59702"/>
                  </a:lnTo>
                  <a:close/>
                </a:path>
                <a:path w="228600" h="349250">
                  <a:moveTo>
                    <a:pt x="228600" y="53352"/>
                  </a:moveTo>
                  <a:lnTo>
                    <a:pt x="0" y="53352"/>
                  </a:lnTo>
                  <a:lnTo>
                    <a:pt x="0" y="59690"/>
                  </a:lnTo>
                  <a:lnTo>
                    <a:pt x="228600" y="59690"/>
                  </a:lnTo>
                  <a:lnTo>
                    <a:pt x="228600" y="53352"/>
                  </a:lnTo>
                  <a:close/>
                </a:path>
                <a:path w="228600" h="349250">
                  <a:moveTo>
                    <a:pt x="228600" y="49542"/>
                  </a:moveTo>
                  <a:lnTo>
                    <a:pt x="0" y="49542"/>
                  </a:lnTo>
                  <a:lnTo>
                    <a:pt x="0" y="53340"/>
                  </a:lnTo>
                  <a:lnTo>
                    <a:pt x="228600" y="53340"/>
                  </a:lnTo>
                  <a:lnTo>
                    <a:pt x="228600" y="49542"/>
                  </a:lnTo>
                  <a:close/>
                </a:path>
                <a:path w="228600" h="349250">
                  <a:moveTo>
                    <a:pt x="22860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28600" y="49530"/>
                  </a:lnTo>
                  <a:lnTo>
                    <a:pt x="228600" y="43192"/>
                  </a:lnTo>
                  <a:close/>
                </a:path>
                <a:path w="228600" h="349250">
                  <a:moveTo>
                    <a:pt x="22860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28600" y="43180"/>
                  </a:lnTo>
                  <a:lnTo>
                    <a:pt x="228600" y="36842"/>
                  </a:lnTo>
                  <a:close/>
                </a:path>
                <a:path w="228600" h="349250">
                  <a:moveTo>
                    <a:pt x="22860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28600" y="36830"/>
                  </a:lnTo>
                  <a:lnTo>
                    <a:pt x="228600" y="30492"/>
                  </a:lnTo>
                  <a:close/>
                </a:path>
                <a:path w="228600" h="349250">
                  <a:moveTo>
                    <a:pt x="228600" y="27952"/>
                  </a:moveTo>
                  <a:lnTo>
                    <a:pt x="0" y="27952"/>
                  </a:lnTo>
                  <a:lnTo>
                    <a:pt x="0" y="30480"/>
                  </a:lnTo>
                  <a:lnTo>
                    <a:pt x="228600" y="30480"/>
                  </a:lnTo>
                  <a:lnTo>
                    <a:pt x="228600" y="27952"/>
                  </a:lnTo>
                  <a:close/>
                </a:path>
                <a:path w="228600" h="349250">
                  <a:moveTo>
                    <a:pt x="228600" y="24142"/>
                  </a:moveTo>
                  <a:lnTo>
                    <a:pt x="0" y="24142"/>
                  </a:lnTo>
                  <a:lnTo>
                    <a:pt x="0" y="27940"/>
                  </a:lnTo>
                  <a:lnTo>
                    <a:pt x="228600" y="27940"/>
                  </a:lnTo>
                  <a:lnTo>
                    <a:pt x="228600" y="24142"/>
                  </a:lnTo>
                  <a:close/>
                </a:path>
                <a:path w="228600" h="349250">
                  <a:moveTo>
                    <a:pt x="228600" y="15252"/>
                  </a:moveTo>
                  <a:lnTo>
                    <a:pt x="0" y="15252"/>
                  </a:lnTo>
                  <a:lnTo>
                    <a:pt x="0" y="24130"/>
                  </a:lnTo>
                  <a:lnTo>
                    <a:pt x="228600" y="24130"/>
                  </a:lnTo>
                  <a:lnTo>
                    <a:pt x="228600" y="15252"/>
                  </a:lnTo>
                  <a:close/>
                </a:path>
                <a:path w="228600" h="349250">
                  <a:moveTo>
                    <a:pt x="22860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228600" y="15240"/>
                  </a:lnTo>
                  <a:lnTo>
                    <a:pt x="228600" y="8902"/>
                  </a:lnTo>
                  <a:close/>
                </a:path>
                <a:path w="228600" h="349250">
                  <a:moveTo>
                    <a:pt x="22860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228600" y="8890"/>
                  </a:lnTo>
                  <a:lnTo>
                    <a:pt x="228600" y="2552"/>
                  </a:lnTo>
                  <a:close/>
                </a:path>
                <a:path w="228600" h="349250">
                  <a:moveTo>
                    <a:pt x="22860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28600" y="2540"/>
                  </a:lnTo>
                  <a:lnTo>
                    <a:pt x="228600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5977890" y="5561329"/>
              <a:ext cx="228600" cy="349250"/>
            </a:xfrm>
            <a:custGeom>
              <a:avLst/>
              <a:gdLst/>
              <a:ahLst/>
              <a:cxnLst/>
              <a:rect l="l" t="t" r="r" b="b"/>
              <a:pathLst>
                <a:path w="228600" h="349250">
                  <a:moveTo>
                    <a:pt x="228600" y="347992"/>
                  </a:moveTo>
                  <a:lnTo>
                    <a:pt x="0" y="347992"/>
                  </a:lnTo>
                  <a:lnTo>
                    <a:pt x="0" y="349250"/>
                  </a:lnTo>
                  <a:lnTo>
                    <a:pt x="228600" y="349250"/>
                  </a:lnTo>
                  <a:lnTo>
                    <a:pt x="228600" y="347992"/>
                  </a:lnTo>
                  <a:close/>
                </a:path>
                <a:path w="228600" h="349250">
                  <a:moveTo>
                    <a:pt x="228600" y="345452"/>
                  </a:moveTo>
                  <a:lnTo>
                    <a:pt x="0" y="345452"/>
                  </a:lnTo>
                  <a:lnTo>
                    <a:pt x="0" y="347980"/>
                  </a:lnTo>
                  <a:lnTo>
                    <a:pt x="228600" y="347980"/>
                  </a:lnTo>
                  <a:lnTo>
                    <a:pt x="228600" y="345452"/>
                  </a:lnTo>
                  <a:close/>
                </a:path>
                <a:path w="228600" h="349250">
                  <a:moveTo>
                    <a:pt x="228600" y="341642"/>
                  </a:moveTo>
                  <a:lnTo>
                    <a:pt x="0" y="341642"/>
                  </a:lnTo>
                  <a:lnTo>
                    <a:pt x="0" y="345440"/>
                  </a:lnTo>
                  <a:lnTo>
                    <a:pt x="228600" y="345440"/>
                  </a:lnTo>
                  <a:lnTo>
                    <a:pt x="228600" y="341642"/>
                  </a:lnTo>
                  <a:close/>
                </a:path>
                <a:path w="228600" h="349250">
                  <a:moveTo>
                    <a:pt x="228600" y="339102"/>
                  </a:moveTo>
                  <a:lnTo>
                    <a:pt x="0" y="339102"/>
                  </a:lnTo>
                  <a:lnTo>
                    <a:pt x="0" y="341630"/>
                  </a:lnTo>
                  <a:lnTo>
                    <a:pt x="228600" y="341630"/>
                  </a:lnTo>
                  <a:lnTo>
                    <a:pt x="228600" y="339102"/>
                  </a:lnTo>
                  <a:close/>
                </a:path>
                <a:path w="228600" h="349250">
                  <a:moveTo>
                    <a:pt x="228600" y="326402"/>
                  </a:moveTo>
                  <a:lnTo>
                    <a:pt x="0" y="326402"/>
                  </a:lnTo>
                  <a:lnTo>
                    <a:pt x="0" y="339090"/>
                  </a:lnTo>
                  <a:lnTo>
                    <a:pt x="228600" y="339090"/>
                  </a:lnTo>
                  <a:lnTo>
                    <a:pt x="228600" y="326402"/>
                  </a:lnTo>
                  <a:close/>
                </a:path>
                <a:path w="228600" h="349250">
                  <a:moveTo>
                    <a:pt x="228600" y="320052"/>
                  </a:moveTo>
                  <a:lnTo>
                    <a:pt x="0" y="320052"/>
                  </a:lnTo>
                  <a:lnTo>
                    <a:pt x="0" y="326390"/>
                  </a:lnTo>
                  <a:lnTo>
                    <a:pt x="228600" y="326390"/>
                  </a:lnTo>
                  <a:lnTo>
                    <a:pt x="228600" y="320052"/>
                  </a:lnTo>
                  <a:close/>
                </a:path>
                <a:path w="228600" h="349250">
                  <a:moveTo>
                    <a:pt x="228600" y="316242"/>
                  </a:moveTo>
                  <a:lnTo>
                    <a:pt x="0" y="316242"/>
                  </a:lnTo>
                  <a:lnTo>
                    <a:pt x="0" y="320040"/>
                  </a:lnTo>
                  <a:lnTo>
                    <a:pt x="228600" y="320040"/>
                  </a:lnTo>
                  <a:lnTo>
                    <a:pt x="228600" y="316242"/>
                  </a:lnTo>
                  <a:close/>
                </a:path>
                <a:path w="228600" h="349250">
                  <a:moveTo>
                    <a:pt x="228600" y="309892"/>
                  </a:moveTo>
                  <a:lnTo>
                    <a:pt x="0" y="309892"/>
                  </a:lnTo>
                  <a:lnTo>
                    <a:pt x="0" y="316230"/>
                  </a:lnTo>
                  <a:lnTo>
                    <a:pt x="228600" y="316230"/>
                  </a:lnTo>
                  <a:lnTo>
                    <a:pt x="228600" y="309892"/>
                  </a:lnTo>
                  <a:close/>
                </a:path>
                <a:path w="228600" h="349250">
                  <a:moveTo>
                    <a:pt x="228600" y="303542"/>
                  </a:moveTo>
                  <a:lnTo>
                    <a:pt x="0" y="303542"/>
                  </a:lnTo>
                  <a:lnTo>
                    <a:pt x="0" y="309880"/>
                  </a:lnTo>
                  <a:lnTo>
                    <a:pt x="228600" y="309880"/>
                  </a:lnTo>
                  <a:lnTo>
                    <a:pt x="228600" y="303542"/>
                  </a:lnTo>
                  <a:close/>
                </a:path>
                <a:path w="228600" h="349250">
                  <a:moveTo>
                    <a:pt x="228600" y="297192"/>
                  </a:moveTo>
                  <a:lnTo>
                    <a:pt x="0" y="297192"/>
                  </a:lnTo>
                  <a:lnTo>
                    <a:pt x="0" y="303530"/>
                  </a:lnTo>
                  <a:lnTo>
                    <a:pt x="228600" y="303530"/>
                  </a:lnTo>
                  <a:lnTo>
                    <a:pt x="228600" y="297192"/>
                  </a:lnTo>
                  <a:close/>
                </a:path>
                <a:path w="228600" h="349250">
                  <a:moveTo>
                    <a:pt x="228600" y="294652"/>
                  </a:moveTo>
                  <a:lnTo>
                    <a:pt x="0" y="294652"/>
                  </a:lnTo>
                  <a:lnTo>
                    <a:pt x="0" y="297180"/>
                  </a:lnTo>
                  <a:lnTo>
                    <a:pt x="228600" y="297180"/>
                  </a:lnTo>
                  <a:lnTo>
                    <a:pt x="228600" y="294652"/>
                  </a:lnTo>
                  <a:close/>
                </a:path>
                <a:path w="228600" h="349250">
                  <a:moveTo>
                    <a:pt x="228600" y="290842"/>
                  </a:moveTo>
                  <a:lnTo>
                    <a:pt x="0" y="290842"/>
                  </a:lnTo>
                  <a:lnTo>
                    <a:pt x="0" y="294640"/>
                  </a:lnTo>
                  <a:lnTo>
                    <a:pt x="228600" y="294640"/>
                  </a:lnTo>
                  <a:lnTo>
                    <a:pt x="228600" y="290842"/>
                  </a:lnTo>
                  <a:close/>
                </a:path>
                <a:path w="228600" h="349250">
                  <a:moveTo>
                    <a:pt x="228600" y="288302"/>
                  </a:moveTo>
                  <a:lnTo>
                    <a:pt x="0" y="288302"/>
                  </a:lnTo>
                  <a:lnTo>
                    <a:pt x="0" y="290830"/>
                  </a:lnTo>
                  <a:lnTo>
                    <a:pt x="228600" y="290830"/>
                  </a:lnTo>
                  <a:lnTo>
                    <a:pt x="228600" y="288302"/>
                  </a:lnTo>
                  <a:close/>
                </a:path>
                <a:path w="228600" h="349250">
                  <a:moveTo>
                    <a:pt x="228600" y="281952"/>
                  </a:moveTo>
                  <a:lnTo>
                    <a:pt x="0" y="281952"/>
                  </a:lnTo>
                  <a:lnTo>
                    <a:pt x="0" y="288290"/>
                  </a:lnTo>
                  <a:lnTo>
                    <a:pt x="228600" y="288290"/>
                  </a:lnTo>
                  <a:lnTo>
                    <a:pt x="228600" y="281952"/>
                  </a:lnTo>
                  <a:close/>
                </a:path>
                <a:path w="228600" h="349250">
                  <a:moveTo>
                    <a:pt x="228600" y="275602"/>
                  </a:moveTo>
                  <a:lnTo>
                    <a:pt x="0" y="275602"/>
                  </a:lnTo>
                  <a:lnTo>
                    <a:pt x="0" y="281940"/>
                  </a:lnTo>
                  <a:lnTo>
                    <a:pt x="228600" y="281940"/>
                  </a:lnTo>
                  <a:lnTo>
                    <a:pt x="228600" y="275602"/>
                  </a:lnTo>
                  <a:close/>
                </a:path>
                <a:path w="228600" h="349250">
                  <a:moveTo>
                    <a:pt x="228600" y="269252"/>
                  </a:moveTo>
                  <a:lnTo>
                    <a:pt x="0" y="269252"/>
                  </a:lnTo>
                  <a:lnTo>
                    <a:pt x="0" y="275590"/>
                  </a:lnTo>
                  <a:lnTo>
                    <a:pt x="228600" y="275590"/>
                  </a:lnTo>
                  <a:lnTo>
                    <a:pt x="228600" y="269252"/>
                  </a:lnTo>
                  <a:close/>
                </a:path>
                <a:path w="228600" h="349250">
                  <a:moveTo>
                    <a:pt x="228600" y="265442"/>
                  </a:moveTo>
                  <a:lnTo>
                    <a:pt x="0" y="265442"/>
                  </a:lnTo>
                  <a:lnTo>
                    <a:pt x="0" y="269240"/>
                  </a:lnTo>
                  <a:lnTo>
                    <a:pt x="228600" y="269240"/>
                  </a:lnTo>
                  <a:lnTo>
                    <a:pt x="228600" y="265442"/>
                  </a:lnTo>
                  <a:close/>
                </a:path>
                <a:path w="228600" h="349250">
                  <a:moveTo>
                    <a:pt x="228600" y="259092"/>
                  </a:moveTo>
                  <a:lnTo>
                    <a:pt x="0" y="259092"/>
                  </a:lnTo>
                  <a:lnTo>
                    <a:pt x="0" y="265430"/>
                  </a:lnTo>
                  <a:lnTo>
                    <a:pt x="228600" y="265430"/>
                  </a:lnTo>
                  <a:lnTo>
                    <a:pt x="228600" y="259092"/>
                  </a:lnTo>
                  <a:close/>
                </a:path>
                <a:path w="228600" h="349250">
                  <a:moveTo>
                    <a:pt x="228600" y="252742"/>
                  </a:moveTo>
                  <a:lnTo>
                    <a:pt x="0" y="252742"/>
                  </a:lnTo>
                  <a:lnTo>
                    <a:pt x="0" y="259080"/>
                  </a:lnTo>
                  <a:lnTo>
                    <a:pt x="228600" y="259080"/>
                  </a:lnTo>
                  <a:lnTo>
                    <a:pt x="228600" y="252742"/>
                  </a:lnTo>
                  <a:close/>
                </a:path>
                <a:path w="228600" h="349250">
                  <a:moveTo>
                    <a:pt x="228600" y="246392"/>
                  </a:moveTo>
                  <a:lnTo>
                    <a:pt x="0" y="246392"/>
                  </a:lnTo>
                  <a:lnTo>
                    <a:pt x="0" y="252730"/>
                  </a:lnTo>
                  <a:lnTo>
                    <a:pt x="228600" y="252730"/>
                  </a:lnTo>
                  <a:lnTo>
                    <a:pt x="228600" y="246392"/>
                  </a:lnTo>
                  <a:close/>
                </a:path>
                <a:path w="228600" h="349250">
                  <a:moveTo>
                    <a:pt x="22860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228600" y="246380"/>
                  </a:lnTo>
                  <a:lnTo>
                    <a:pt x="228600" y="243852"/>
                  </a:lnTo>
                  <a:close/>
                </a:path>
                <a:path w="228600" h="349250">
                  <a:moveTo>
                    <a:pt x="22860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228600" y="243840"/>
                  </a:lnTo>
                  <a:lnTo>
                    <a:pt x="228600" y="240042"/>
                  </a:lnTo>
                  <a:close/>
                </a:path>
                <a:path w="228600" h="349250">
                  <a:moveTo>
                    <a:pt x="22860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228600" y="240030"/>
                  </a:lnTo>
                  <a:lnTo>
                    <a:pt x="228600" y="237502"/>
                  </a:lnTo>
                  <a:close/>
                </a:path>
                <a:path w="228600" h="349250">
                  <a:moveTo>
                    <a:pt x="22860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228600" y="237490"/>
                  </a:lnTo>
                  <a:lnTo>
                    <a:pt x="228600" y="233692"/>
                  </a:lnTo>
                  <a:close/>
                </a:path>
                <a:path w="228600" h="349250">
                  <a:moveTo>
                    <a:pt x="22860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228600" y="233680"/>
                  </a:lnTo>
                  <a:lnTo>
                    <a:pt x="228600" y="231152"/>
                  </a:lnTo>
                  <a:close/>
                </a:path>
                <a:path w="228600" h="349250">
                  <a:moveTo>
                    <a:pt x="228600" y="224802"/>
                  </a:moveTo>
                  <a:lnTo>
                    <a:pt x="0" y="224802"/>
                  </a:lnTo>
                  <a:lnTo>
                    <a:pt x="0" y="231140"/>
                  </a:lnTo>
                  <a:lnTo>
                    <a:pt x="228600" y="231140"/>
                  </a:lnTo>
                  <a:lnTo>
                    <a:pt x="228600" y="224802"/>
                  </a:lnTo>
                  <a:close/>
                </a:path>
                <a:path w="228600" h="349250">
                  <a:moveTo>
                    <a:pt x="228600" y="218452"/>
                  </a:moveTo>
                  <a:lnTo>
                    <a:pt x="0" y="218452"/>
                  </a:lnTo>
                  <a:lnTo>
                    <a:pt x="0" y="224790"/>
                  </a:lnTo>
                  <a:lnTo>
                    <a:pt x="228600" y="224790"/>
                  </a:lnTo>
                  <a:lnTo>
                    <a:pt x="228600" y="218452"/>
                  </a:lnTo>
                  <a:close/>
                </a:path>
                <a:path w="228600" h="349250">
                  <a:moveTo>
                    <a:pt x="228600" y="212102"/>
                  </a:moveTo>
                  <a:lnTo>
                    <a:pt x="0" y="212102"/>
                  </a:lnTo>
                  <a:lnTo>
                    <a:pt x="0" y="218440"/>
                  </a:lnTo>
                  <a:lnTo>
                    <a:pt x="228600" y="218440"/>
                  </a:lnTo>
                  <a:lnTo>
                    <a:pt x="228600" y="212102"/>
                  </a:lnTo>
                  <a:close/>
                </a:path>
                <a:path w="228600" h="349250">
                  <a:moveTo>
                    <a:pt x="228600" y="208292"/>
                  </a:moveTo>
                  <a:lnTo>
                    <a:pt x="0" y="208292"/>
                  </a:lnTo>
                  <a:lnTo>
                    <a:pt x="0" y="212090"/>
                  </a:lnTo>
                  <a:lnTo>
                    <a:pt x="228600" y="212090"/>
                  </a:lnTo>
                  <a:lnTo>
                    <a:pt x="228600" y="208292"/>
                  </a:lnTo>
                  <a:close/>
                </a:path>
                <a:path w="228600" h="349250">
                  <a:moveTo>
                    <a:pt x="228600" y="201942"/>
                  </a:moveTo>
                  <a:lnTo>
                    <a:pt x="0" y="201942"/>
                  </a:lnTo>
                  <a:lnTo>
                    <a:pt x="0" y="208280"/>
                  </a:lnTo>
                  <a:lnTo>
                    <a:pt x="228600" y="208280"/>
                  </a:lnTo>
                  <a:lnTo>
                    <a:pt x="228600" y="201942"/>
                  </a:lnTo>
                  <a:close/>
                </a:path>
                <a:path w="228600" h="349250">
                  <a:moveTo>
                    <a:pt x="228600" y="195592"/>
                  </a:moveTo>
                  <a:lnTo>
                    <a:pt x="0" y="195592"/>
                  </a:lnTo>
                  <a:lnTo>
                    <a:pt x="0" y="201930"/>
                  </a:lnTo>
                  <a:lnTo>
                    <a:pt x="228600" y="201930"/>
                  </a:lnTo>
                  <a:lnTo>
                    <a:pt x="228600" y="195592"/>
                  </a:lnTo>
                  <a:close/>
                </a:path>
                <a:path w="228600" h="349250">
                  <a:moveTo>
                    <a:pt x="22860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28600" y="195580"/>
                  </a:lnTo>
                  <a:lnTo>
                    <a:pt x="228600" y="189242"/>
                  </a:lnTo>
                  <a:close/>
                </a:path>
                <a:path w="228600" h="349250">
                  <a:moveTo>
                    <a:pt x="228600" y="186702"/>
                  </a:moveTo>
                  <a:lnTo>
                    <a:pt x="0" y="186702"/>
                  </a:lnTo>
                  <a:lnTo>
                    <a:pt x="0" y="189230"/>
                  </a:lnTo>
                  <a:lnTo>
                    <a:pt x="228600" y="189230"/>
                  </a:lnTo>
                  <a:lnTo>
                    <a:pt x="228600" y="186702"/>
                  </a:lnTo>
                  <a:close/>
                </a:path>
                <a:path w="228600" h="349250">
                  <a:moveTo>
                    <a:pt x="228600" y="182892"/>
                  </a:moveTo>
                  <a:lnTo>
                    <a:pt x="0" y="182892"/>
                  </a:lnTo>
                  <a:lnTo>
                    <a:pt x="0" y="186690"/>
                  </a:lnTo>
                  <a:lnTo>
                    <a:pt x="228600" y="186690"/>
                  </a:lnTo>
                  <a:lnTo>
                    <a:pt x="228600" y="182892"/>
                  </a:lnTo>
                  <a:close/>
                </a:path>
                <a:path w="228600" h="349250">
                  <a:moveTo>
                    <a:pt x="228600" y="180352"/>
                  </a:moveTo>
                  <a:lnTo>
                    <a:pt x="0" y="180352"/>
                  </a:lnTo>
                  <a:lnTo>
                    <a:pt x="0" y="182880"/>
                  </a:lnTo>
                  <a:lnTo>
                    <a:pt x="228600" y="182880"/>
                  </a:lnTo>
                  <a:lnTo>
                    <a:pt x="228600" y="180352"/>
                  </a:lnTo>
                  <a:close/>
                </a:path>
                <a:path w="228600" h="349250">
                  <a:moveTo>
                    <a:pt x="228600" y="174002"/>
                  </a:moveTo>
                  <a:lnTo>
                    <a:pt x="0" y="174002"/>
                  </a:lnTo>
                  <a:lnTo>
                    <a:pt x="0" y="180340"/>
                  </a:lnTo>
                  <a:lnTo>
                    <a:pt x="228600" y="180340"/>
                  </a:lnTo>
                  <a:lnTo>
                    <a:pt x="228600" y="174002"/>
                  </a:lnTo>
                  <a:close/>
                </a:path>
                <a:path w="228600" h="349250">
                  <a:moveTo>
                    <a:pt x="228600" y="167652"/>
                  </a:moveTo>
                  <a:lnTo>
                    <a:pt x="0" y="167652"/>
                  </a:lnTo>
                  <a:lnTo>
                    <a:pt x="0" y="173990"/>
                  </a:lnTo>
                  <a:lnTo>
                    <a:pt x="228600" y="173990"/>
                  </a:lnTo>
                  <a:lnTo>
                    <a:pt x="228600" y="167652"/>
                  </a:lnTo>
                  <a:close/>
                </a:path>
                <a:path w="228600" h="349250">
                  <a:moveTo>
                    <a:pt x="228600" y="161302"/>
                  </a:moveTo>
                  <a:lnTo>
                    <a:pt x="0" y="161302"/>
                  </a:lnTo>
                  <a:lnTo>
                    <a:pt x="0" y="167640"/>
                  </a:lnTo>
                  <a:lnTo>
                    <a:pt x="228600" y="167640"/>
                  </a:lnTo>
                  <a:lnTo>
                    <a:pt x="228600" y="161302"/>
                  </a:lnTo>
                  <a:close/>
                </a:path>
                <a:path w="228600" h="349250">
                  <a:moveTo>
                    <a:pt x="228600" y="157492"/>
                  </a:moveTo>
                  <a:lnTo>
                    <a:pt x="0" y="157492"/>
                  </a:lnTo>
                  <a:lnTo>
                    <a:pt x="0" y="161290"/>
                  </a:lnTo>
                  <a:lnTo>
                    <a:pt x="228600" y="161290"/>
                  </a:lnTo>
                  <a:lnTo>
                    <a:pt x="228600" y="157492"/>
                  </a:lnTo>
                  <a:close/>
                </a:path>
                <a:path w="228600" h="349250">
                  <a:moveTo>
                    <a:pt x="22860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28600" y="157480"/>
                  </a:lnTo>
                  <a:lnTo>
                    <a:pt x="228600" y="151142"/>
                  </a:lnTo>
                  <a:close/>
                </a:path>
                <a:path w="228600" h="349250">
                  <a:moveTo>
                    <a:pt x="228600" y="144792"/>
                  </a:moveTo>
                  <a:lnTo>
                    <a:pt x="0" y="144792"/>
                  </a:lnTo>
                  <a:lnTo>
                    <a:pt x="0" y="151130"/>
                  </a:lnTo>
                  <a:lnTo>
                    <a:pt x="228600" y="151130"/>
                  </a:lnTo>
                  <a:lnTo>
                    <a:pt x="228600" y="144792"/>
                  </a:lnTo>
                  <a:close/>
                </a:path>
                <a:path w="228600" h="349250">
                  <a:moveTo>
                    <a:pt x="228600" y="138442"/>
                  </a:moveTo>
                  <a:lnTo>
                    <a:pt x="0" y="138442"/>
                  </a:lnTo>
                  <a:lnTo>
                    <a:pt x="0" y="144780"/>
                  </a:lnTo>
                  <a:lnTo>
                    <a:pt x="228600" y="144780"/>
                  </a:lnTo>
                  <a:lnTo>
                    <a:pt x="228600" y="138442"/>
                  </a:lnTo>
                  <a:close/>
                </a:path>
                <a:path w="228600" h="349250">
                  <a:moveTo>
                    <a:pt x="228600" y="135902"/>
                  </a:moveTo>
                  <a:lnTo>
                    <a:pt x="0" y="135902"/>
                  </a:lnTo>
                  <a:lnTo>
                    <a:pt x="0" y="138430"/>
                  </a:lnTo>
                  <a:lnTo>
                    <a:pt x="228600" y="138430"/>
                  </a:lnTo>
                  <a:lnTo>
                    <a:pt x="228600" y="135902"/>
                  </a:lnTo>
                  <a:close/>
                </a:path>
                <a:path w="228600" h="349250">
                  <a:moveTo>
                    <a:pt x="228600" y="132092"/>
                  </a:moveTo>
                  <a:lnTo>
                    <a:pt x="0" y="132092"/>
                  </a:lnTo>
                  <a:lnTo>
                    <a:pt x="0" y="135890"/>
                  </a:lnTo>
                  <a:lnTo>
                    <a:pt x="228600" y="135890"/>
                  </a:lnTo>
                  <a:lnTo>
                    <a:pt x="228600" y="132092"/>
                  </a:lnTo>
                  <a:close/>
                </a:path>
                <a:path w="228600" h="349250">
                  <a:moveTo>
                    <a:pt x="228600" y="129552"/>
                  </a:moveTo>
                  <a:lnTo>
                    <a:pt x="0" y="129552"/>
                  </a:lnTo>
                  <a:lnTo>
                    <a:pt x="0" y="132080"/>
                  </a:lnTo>
                  <a:lnTo>
                    <a:pt x="228600" y="132080"/>
                  </a:lnTo>
                  <a:lnTo>
                    <a:pt x="228600" y="129552"/>
                  </a:lnTo>
                  <a:close/>
                </a:path>
                <a:path w="228600" h="349250">
                  <a:moveTo>
                    <a:pt x="228600" y="125742"/>
                  </a:moveTo>
                  <a:lnTo>
                    <a:pt x="0" y="125742"/>
                  </a:lnTo>
                  <a:lnTo>
                    <a:pt x="0" y="129540"/>
                  </a:lnTo>
                  <a:lnTo>
                    <a:pt x="228600" y="129540"/>
                  </a:lnTo>
                  <a:lnTo>
                    <a:pt x="228600" y="125742"/>
                  </a:lnTo>
                  <a:close/>
                </a:path>
                <a:path w="228600" h="349250">
                  <a:moveTo>
                    <a:pt x="228600" y="123202"/>
                  </a:moveTo>
                  <a:lnTo>
                    <a:pt x="0" y="123202"/>
                  </a:lnTo>
                  <a:lnTo>
                    <a:pt x="0" y="125730"/>
                  </a:lnTo>
                  <a:lnTo>
                    <a:pt x="228600" y="125730"/>
                  </a:lnTo>
                  <a:lnTo>
                    <a:pt x="228600" y="123202"/>
                  </a:lnTo>
                  <a:close/>
                </a:path>
                <a:path w="228600" h="349250">
                  <a:moveTo>
                    <a:pt x="228600" y="116852"/>
                  </a:moveTo>
                  <a:lnTo>
                    <a:pt x="0" y="116852"/>
                  </a:lnTo>
                  <a:lnTo>
                    <a:pt x="0" y="123190"/>
                  </a:lnTo>
                  <a:lnTo>
                    <a:pt x="228600" y="123190"/>
                  </a:lnTo>
                  <a:lnTo>
                    <a:pt x="228600" y="116852"/>
                  </a:lnTo>
                  <a:close/>
                </a:path>
                <a:path w="228600" h="349250">
                  <a:moveTo>
                    <a:pt x="228600" y="110502"/>
                  </a:moveTo>
                  <a:lnTo>
                    <a:pt x="0" y="110502"/>
                  </a:lnTo>
                  <a:lnTo>
                    <a:pt x="0" y="116840"/>
                  </a:lnTo>
                  <a:lnTo>
                    <a:pt x="228600" y="116840"/>
                  </a:lnTo>
                  <a:lnTo>
                    <a:pt x="228600" y="110502"/>
                  </a:lnTo>
                  <a:close/>
                </a:path>
                <a:path w="228600" h="349250">
                  <a:moveTo>
                    <a:pt x="228600" y="104152"/>
                  </a:moveTo>
                  <a:lnTo>
                    <a:pt x="0" y="104152"/>
                  </a:lnTo>
                  <a:lnTo>
                    <a:pt x="0" y="110490"/>
                  </a:lnTo>
                  <a:lnTo>
                    <a:pt x="228600" y="110490"/>
                  </a:lnTo>
                  <a:lnTo>
                    <a:pt x="228600" y="104152"/>
                  </a:lnTo>
                  <a:close/>
                </a:path>
                <a:path w="228600" h="349250">
                  <a:moveTo>
                    <a:pt x="228600" y="100342"/>
                  </a:moveTo>
                  <a:lnTo>
                    <a:pt x="0" y="100342"/>
                  </a:lnTo>
                  <a:lnTo>
                    <a:pt x="0" y="104140"/>
                  </a:lnTo>
                  <a:lnTo>
                    <a:pt x="228600" y="104140"/>
                  </a:lnTo>
                  <a:lnTo>
                    <a:pt x="228600" y="100342"/>
                  </a:lnTo>
                  <a:close/>
                </a:path>
                <a:path w="228600" h="349250">
                  <a:moveTo>
                    <a:pt x="22860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28600" y="100330"/>
                  </a:lnTo>
                  <a:lnTo>
                    <a:pt x="228600" y="93992"/>
                  </a:lnTo>
                  <a:close/>
                </a:path>
                <a:path w="228600" h="349250">
                  <a:moveTo>
                    <a:pt x="22860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28600" y="93980"/>
                  </a:lnTo>
                  <a:lnTo>
                    <a:pt x="228600" y="87642"/>
                  </a:lnTo>
                  <a:close/>
                </a:path>
                <a:path w="228600" h="349250">
                  <a:moveTo>
                    <a:pt x="228600" y="78752"/>
                  </a:moveTo>
                  <a:lnTo>
                    <a:pt x="0" y="78752"/>
                  </a:lnTo>
                  <a:lnTo>
                    <a:pt x="0" y="87630"/>
                  </a:lnTo>
                  <a:lnTo>
                    <a:pt x="228600" y="87630"/>
                  </a:lnTo>
                  <a:lnTo>
                    <a:pt x="228600" y="78752"/>
                  </a:lnTo>
                  <a:close/>
                </a:path>
                <a:path w="228600" h="349250">
                  <a:moveTo>
                    <a:pt x="228600" y="74942"/>
                  </a:moveTo>
                  <a:lnTo>
                    <a:pt x="0" y="74942"/>
                  </a:lnTo>
                  <a:lnTo>
                    <a:pt x="0" y="78740"/>
                  </a:lnTo>
                  <a:lnTo>
                    <a:pt x="228600" y="78740"/>
                  </a:lnTo>
                  <a:lnTo>
                    <a:pt x="228600" y="74942"/>
                  </a:lnTo>
                  <a:close/>
                </a:path>
                <a:path w="228600" h="349250">
                  <a:moveTo>
                    <a:pt x="228600" y="72402"/>
                  </a:moveTo>
                  <a:lnTo>
                    <a:pt x="0" y="72402"/>
                  </a:lnTo>
                  <a:lnTo>
                    <a:pt x="0" y="74930"/>
                  </a:lnTo>
                  <a:lnTo>
                    <a:pt x="228600" y="74930"/>
                  </a:lnTo>
                  <a:lnTo>
                    <a:pt x="228600" y="72402"/>
                  </a:lnTo>
                  <a:close/>
                </a:path>
                <a:path w="228600" h="349250">
                  <a:moveTo>
                    <a:pt x="228600" y="66052"/>
                  </a:moveTo>
                  <a:lnTo>
                    <a:pt x="0" y="66052"/>
                  </a:lnTo>
                  <a:lnTo>
                    <a:pt x="0" y="72390"/>
                  </a:lnTo>
                  <a:lnTo>
                    <a:pt x="228600" y="72390"/>
                  </a:lnTo>
                  <a:lnTo>
                    <a:pt x="228600" y="66052"/>
                  </a:lnTo>
                  <a:close/>
                </a:path>
                <a:path w="228600" h="349250">
                  <a:moveTo>
                    <a:pt x="228600" y="59702"/>
                  </a:moveTo>
                  <a:lnTo>
                    <a:pt x="0" y="59702"/>
                  </a:lnTo>
                  <a:lnTo>
                    <a:pt x="0" y="66040"/>
                  </a:lnTo>
                  <a:lnTo>
                    <a:pt x="228600" y="66040"/>
                  </a:lnTo>
                  <a:lnTo>
                    <a:pt x="228600" y="59702"/>
                  </a:lnTo>
                  <a:close/>
                </a:path>
                <a:path w="228600" h="349250">
                  <a:moveTo>
                    <a:pt x="228600" y="53352"/>
                  </a:moveTo>
                  <a:lnTo>
                    <a:pt x="0" y="53352"/>
                  </a:lnTo>
                  <a:lnTo>
                    <a:pt x="0" y="59690"/>
                  </a:lnTo>
                  <a:lnTo>
                    <a:pt x="228600" y="59690"/>
                  </a:lnTo>
                  <a:lnTo>
                    <a:pt x="228600" y="53352"/>
                  </a:lnTo>
                  <a:close/>
                </a:path>
                <a:path w="228600" h="349250">
                  <a:moveTo>
                    <a:pt x="228600" y="49542"/>
                  </a:moveTo>
                  <a:lnTo>
                    <a:pt x="0" y="49542"/>
                  </a:lnTo>
                  <a:lnTo>
                    <a:pt x="0" y="53340"/>
                  </a:lnTo>
                  <a:lnTo>
                    <a:pt x="228600" y="53340"/>
                  </a:lnTo>
                  <a:lnTo>
                    <a:pt x="228600" y="49542"/>
                  </a:lnTo>
                  <a:close/>
                </a:path>
                <a:path w="228600" h="349250">
                  <a:moveTo>
                    <a:pt x="22860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28600" y="49530"/>
                  </a:lnTo>
                  <a:lnTo>
                    <a:pt x="228600" y="43192"/>
                  </a:lnTo>
                  <a:close/>
                </a:path>
                <a:path w="228600" h="349250">
                  <a:moveTo>
                    <a:pt x="22860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28600" y="43180"/>
                  </a:lnTo>
                  <a:lnTo>
                    <a:pt x="228600" y="36842"/>
                  </a:lnTo>
                  <a:close/>
                </a:path>
                <a:path w="228600" h="349250">
                  <a:moveTo>
                    <a:pt x="22860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28600" y="36830"/>
                  </a:lnTo>
                  <a:lnTo>
                    <a:pt x="228600" y="30492"/>
                  </a:lnTo>
                  <a:close/>
                </a:path>
                <a:path w="228600" h="349250">
                  <a:moveTo>
                    <a:pt x="228600" y="27952"/>
                  </a:moveTo>
                  <a:lnTo>
                    <a:pt x="0" y="27952"/>
                  </a:lnTo>
                  <a:lnTo>
                    <a:pt x="0" y="30480"/>
                  </a:lnTo>
                  <a:lnTo>
                    <a:pt x="228600" y="30480"/>
                  </a:lnTo>
                  <a:lnTo>
                    <a:pt x="228600" y="27952"/>
                  </a:lnTo>
                  <a:close/>
                </a:path>
                <a:path w="228600" h="349250">
                  <a:moveTo>
                    <a:pt x="228600" y="24142"/>
                  </a:moveTo>
                  <a:lnTo>
                    <a:pt x="0" y="24142"/>
                  </a:lnTo>
                  <a:lnTo>
                    <a:pt x="0" y="27940"/>
                  </a:lnTo>
                  <a:lnTo>
                    <a:pt x="228600" y="27940"/>
                  </a:lnTo>
                  <a:lnTo>
                    <a:pt x="228600" y="24142"/>
                  </a:lnTo>
                  <a:close/>
                </a:path>
                <a:path w="228600" h="349250">
                  <a:moveTo>
                    <a:pt x="228600" y="15252"/>
                  </a:moveTo>
                  <a:lnTo>
                    <a:pt x="0" y="15252"/>
                  </a:lnTo>
                  <a:lnTo>
                    <a:pt x="0" y="24130"/>
                  </a:lnTo>
                  <a:lnTo>
                    <a:pt x="228600" y="24130"/>
                  </a:lnTo>
                  <a:lnTo>
                    <a:pt x="228600" y="15252"/>
                  </a:lnTo>
                  <a:close/>
                </a:path>
                <a:path w="228600" h="349250">
                  <a:moveTo>
                    <a:pt x="22860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228600" y="15240"/>
                  </a:lnTo>
                  <a:lnTo>
                    <a:pt x="228600" y="8902"/>
                  </a:lnTo>
                  <a:close/>
                </a:path>
                <a:path w="228600" h="349250">
                  <a:moveTo>
                    <a:pt x="22860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228600" y="8890"/>
                  </a:lnTo>
                  <a:lnTo>
                    <a:pt x="228600" y="2552"/>
                  </a:lnTo>
                  <a:close/>
                </a:path>
                <a:path w="228600" h="349250">
                  <a:moveTo>
                    <a:pt x="22860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28600" y="2540"/>
                  </a:lnTo>
                  <a:lnTo>
                    <a:pt x="228600" y="0"/>
                  </a:lnTo>
                  <a:close/>
                </a:path>
              </a:pathLst>
            </a:custGeom>
            <a:solidFill>
              <a:srgbClr val="D5D5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6206490" y="5561329"/>
              <a:ext cx="229870" cy="349250"/>
            </a:xfrm>
            <a:custGeom>
              <a:avLst/>
              <a:gdLst/>
              <a:ahLst/>
              <a:cxnLst/>
              <a:rect l="l" t="t" r="r" b="b"/>
              <a:pathLst>
                <a:path w="229870" h="349250">
                  <a:moveTo>
                    <a:pt x="229870" y="347992"/>
                  </a:moveTo>
                  <a:lnTo>
                    <a:pt x="0" y="347992"/>
                  </a:lnTo>
                  <a:lnTo>
                    <a:pt x="0" y="349250"/>
                  </a:lnTo>
                  <a:lnTo>
                    <a:pt x="229870" y="349250"/>
                  </a:lnTo>
                  <a:lnTo>
                    <a:pt x="229870" y="347992"/>
                  </a:lnTo>
                  <a:close/>
                </a:path>
                <a:path w="229870" h="349250">
                  <a:moveTo>
                    <a:pt x="229870" y="345452"/>
                  </a:moveTo>
                  <a:lnTo>
                    <a:pt x="0" y="345452"/>
                  </a:lnTo>
                  <a:lnTo>
                    <a:pt x="0" y="347980"/>
                  </a:lnTo>
                  <a:lnTo>
                    <a:pt x="229870" y="347980"/>
                  </a:lnTo>
                  <a:lnTo>
                    <a:pt x="229870" y="345452"/>
                  </a:lnTo>
                  <a:close/>
                </a:path>
                <a:path w="229870" h="349250">
                  <a:moveTo>
                    <a:pt x="229870" y="341642"/>
                  </a:moveTo>
                  <a:lnTo>
                    <a:pt x="0" y="341642"/>
                  </a:lnTo>
                  <a:lnTo>
                    <a:pt x="0" y="345440"/>
                  </a:lnTo>
                  <a:lnTo>
                    <a:pt x="229870" y="345440"/>
                  </a:lnTo>
                  <a:lnTo>
                    <a:pt x="229870" y="341642"/>
                  </a:lnTo>
                  <a:close/>
                </a:path>
                <a:path w="229870" h="349250">
                  <a:moveTo>
                    <a:pt x="229870" y="339102"/>
                  </a:moveTo>
                  <a:lnTo>
                    <a:pt x="0" y="339102"/>
                  </a:lnTo>
                  <a:lnTo>
                    <a:pt x="0" y="341630"/>
                  </a:lnTo>
                  <a:lnTo>
                    <a:pt x="229870" y="341630"/>
                  </a:lnTo>
                  <a:lnTo>
                    <a:pt x="229870" y="339102"/>
                  </a:lnTo>
                  <a:close/>
                </a:path>
                <a:path w="229870" h="349250">
                  <a:moveTo>
                    <a:pt x="229870" y="326402"/>
                  </a:moveTo>
                  <a:lnTo>
                    <a:pt x="0" y="326402"/>
                  </a:lnTo>
                  <a:lnTo>
                    <a:pt x="0" y="339090"/>
                  </a:lnTo>
                  <a:lnTo>
                    <a:pt x="229870" y="339090"/>
                  </a:lnTo>
                  <a:lnTo>
                    <a:pt x="229870" y="326402"/>
                  </a:lnTo>
                  <a:close/>
                </a:path>
                <a:path w="229870" h="349250">
                  <a:moveTo>
                    <a:pt x="229870" y="320052"/>
                  </a:moveTo>
                  <a:lnTo>
                    <a:pt x="0" y="320052"/>
                  </a:lnTo>
                  <a:lnTo>
                    <a:pt x="0" y="326390"/>
                  </a:lnTo>
                  <a:lnTo>
                    <a:pt x="229870" y="326390"/>
                  </a:lnTo>
                  <a:lnTo>
                    <a:pt x="229870" y="320052"/>
                  </a:lnTo>
                  <a:close/>
                </a:path>
                <a:path w="229870" h="349250">
                  <a:moveTo>
                    <a:pt x="229870" y="316242"/>
                  </a:moveTo>
                  <a:lnTo>
                    <a:pt x="0" y="316242"/>
                  </a:lnTo>
                  <a:lnTo>
                    <a:pt x="0" y="320040"/>
                  </a:lnTo>
                  <a:lnTo>
                    <a:pt x="229870" y="320040"/>
                  </a:lnTo>
                  <a:lnTo>
                    <a:pt x="229870" y="316242"/>
                  </a:lnTo>
                  <a:close/>
                </a:path>
                <a:path w="229870" h="349250">
                  <a:moveTo>
                    <a:pt x="229870" y="309892"/>
                  </a:moveTo>
                  <a:lnTo>
                    <a:pt x="0" y="309892"/>
                  </a:lnTo>
                  <a:lnTo>
                    <a:pt x="0" y="316230"/>
                  </a:lnTo>
                  <a:lnTo>
                    <a:pt x="229870" y="316230"/>
                  </a:lnTo>
                  <a:lnTo>
                    <a:pt x="229870" y="309892"/>
                  </a:lnTo>
                  <a:close/>
                </a:path>
                <a:path w="229870" h="349250">
                  <a:moveTo>
                    <a:pt x="229870" y="303542"/>
                  </a:moveTo>
                  <a:lnTo>
                    <a:pt x="0" y="303542"/>
                  </a:lnTo>
                  <a:lnTo>
                    <a:pt x="0" y="309880"/>
                  </a:lnTo>
                  <a:lnTo>
                    <a:pt x="229870" y="309880"/>
                  </a:lnTo>
                  <a:lnTo>
                    <a:pt x="229870" y="303542"/>
                  </a:lnTo>
                  <a:close/>
                </a:path>
                <a:path w="229870" h="349250">
                  <a:moveTo>
                    <a:pt x="229870" y="297192"/>
                  </a:moveTo>
                  <a:lnTo>
                    <a:pt x="0" y="297192"/>
                  </a:lnTo>
                  <a:lnTo>
                    <a:pt x="0" y="303530"/>
                  </a:lnTo>
                  <a:lnTo>
                    <a:pt x="229870" y="303530"/>
                  </a:lnTo>
                  <a:lnTo>
                    <a:pt x="229870" y="297192"/>
                  </a:lnTo>
                  <a:close/>
                </a:path>
                <a:path w="229870" h="349250">
                  <a:moveTo>
                    <a:pt x="229870" y="294652"/>
                  </a:moveTo>
                  <a:lnTo>
                    <a:pt x="0" y="294652"/>
                  </a:lnTo>
                  <a:lnTo>
                    <a:pt x="0" y="297180"/>
                  </a:lnTo>
                  <a:lnTo>
                    <a:pt x="229870" y="297180"/>
                  </a:lnTo>
                  <a:lnTo>
                    <a:pt x="229870" y="294652"/>
                  </a:lnTo>
                  <a:close/>
                </a:path>
                <a:path w="229870" h="349250">
                  <a:moveTo>
                    <a:pt x="229870" y="290842"/>
                  </a:moveTo>
                  <a:lnTo>
                    <a:pt x="0" y="290842"/>
                  </a:lnTo>
                  <a:lnTo>
                    <a:pt x="0" y="294640"/>
                  </a:lnTo>
                  <a:lnTo>
                    <a:pt x="229870" y="294640"/>
                  </a:lnTo>
                  <a:lnTo>
                    <a:pt x="229870" y="290842"/>
                  </a:lnTo>
                  <a:close/>
                </a:path>
                <a:path w="229870" h="349250">
                  <a:moveTo>
                    <a:pt x="229870" y="288302"/>
                  </a:moveTo>
                  <a:lnTo>
                    <a:pt x="0" y="288302"/>
                  </a:lnTo>
                  <a:lnTo>
                    <a:pt x="0" y="290830"/>
                  </a:lnTo>
                  <a:lnTo>
                    <a:pt x="229870" y="290830"/>
                  </a:lnTo>
                  <a:lnTo>
                    <a:pt x="229870" y="288302"/>
                  </a:lnTo>
                  <a:close/>
                </a:path>
                <a:path w="229870" h="349250">
                  <a:moveTo>
                    <a:pt x="229870" y="281952"/>
                  </a:moveTo>
                  <a:lnTo>
                    <a:pt x="0" y="281952"/>
                  </a:lnTo>
                  <a:lnTo>
                    <a:pt x="0" y="288290"/>
                  </a:lnTo>
                  <a:lnTo>
                    <a:pt x="229870" y="288290"/>
                  </a:lnTo>
                  <a:lnTo>
                    <a:pt x="229870" y="281952"/>
                  </a:lnTo>
                  <a:close/>
                </a:path>
                <a:path w="229870" h="349250">
                  <a:moveTo>
                    <a:pt x="229870" y="275602"/>
                  </a:moveTo>
                  <a:lnTo>
                    <a:pt x="0" y="275602"/>
                  </a:lnTo>
                  <a:lnTo>
                    <a:pt x="0" y="281940"/>
                  </a:lnTo>
                  <a:lnTo>
                    <a:pt x="229870" y="281940"/>
                  </a:lnTo>
                  <a:lnTo>
                    <a:pt x="229870" y="275602"/>
                  </a:lnTo>
                  <a:close/>
                </a:path>
                <a:path w="229870" h="349250">
                  <a:moveTo>
                    <a:pt x="229870" y="269252"/>
                  </a:moveTo>
                  <a:lnTo>
                    <a:pt x="0" y="269252"/>
                  </a:lnTo>
                  <a:lnTo>
                    <a:pt x="0" y="275590"/>
                  </a:lnTo>
                  <a:lnTo>
                    <a:pt x="229870" y="275590"/>
                  </a:lnTo>
                  <a:lnTo>
                    <a:pt x="229870" y="269252"/>
                  </a:lnTo>
                  <a:close/>
                </a:path>
                <a:path w="229870" h="349250">
                  <a:moveTo>
                    <a:pt x="229870" y="265442"/>
                  </a:moveTo>
                  <a:lnTo>
                    <a:pt x="0" y="265442"/>
                  </a:lnTo>
                  <a:lnTo>
                    <a:pt x="0" y="269240"/>
                  </a:lnTo>
                  <a:lnTo>
                    <a:pt x="229870" y="269240"/>
                  </a:lnTo>
                  <a:lnTo>
                    <a:pt x="229870" y="265442"/>
                  </a:lnTo>
                  <a:close/>
                </a:path>
                <a:path w="229870" h="349250">
                  <a:moveTo>
                    <a:pt x="229870" y="259092"/>
                  </a:moveTo>
                  <a:lnTo>
                    <a:pt x="0" y="259092"/>
                  </a:lnTo>
                  <a:lnTo>
                    <a:pt x="0" y="265430"/>
                  </a:lnTo>
                  <a:lnTo>
                    <a:pt x="229870" y="265430"/>
                  </a:lnTo>
                  <a:lnTo>
                    <a:pt x="229870" y="259092"/>
                  </a:lnTo>
                  <a:close/>
                </a:path>
                <a:path w="229870" h="349250">
                  <a:moveTo>
                    <a:pt x="229870" y="252742"/>
                  </a:moveTo>
                  <a:lnTo>
                    <a:pt x="0" y="252742"/>
                  </a:lnTo>
                  <a:lnTo>
                    <a:pt x="0" y="259080"/>
                  </a:lnTo>
                  <a:lnTo>
                    <a:pt x="229870" y="259080"/>
                  </a:lnTo>
                  <a:lnTo>
                    <a:pt x="229870" y="252742"/>
                  </a:lnTo>
                  <a:close/>
                </a:path>
                <a:path w="229870" h="349250">
                  <a:moveTo>
                    <a:pt x="229870" y="246392"/>
                  </a:moveTo>
                  <a:lnTo>
                    <a:pt x="0" y="246392"/>
                  </a:lnTo>
                  <a:lnTo>
                    <a:pt x="0" y="252730"/>
                  </a:lnTo>
                  <a:lnTo>
                    <a:pt x="229870" y="252730"/>
                  </a:lnTo>
                  <a:lnTo>
                    <a:pt x="229870" y="246392"/>
                  </a:lnTo>
                  <a:close/>
                </a:path>
                <a:path w="229870" h="349250">
                  <a:moveTo>
                    <a:pt x="22987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229870" y="246380"/>
                  </a:lnTo>
                  <a:lnTo>
                    <a:pt x="229870" y="243852"/>
                  </a:lnTo>
                  <a:close/>
                </a:path>
                <a:path w="229870" h="349250">
                  <a:moveTo>
                    <a:pt x="22987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229870" y="243840"/>
                  </a:lnTo>
                  <a:lnTo>
                    <a:pt x="229870" y="240042"/>
                  </a:lnTo>
                  <a:close/>
                </a:path>
                <a:path w="229870" h="349250">
                  <a:moveTo>
                    <a:pt x="22987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229870" y="240030"/>
                  </a:lnTo>
                  <a:lnTo>
                    <a:pt x="229870" y="237502"/>
                  </a:lnTo>
                  <a:close/>
                </a:path>
                <a:path w="229870" h="349250">
                  <a:moveTo>
                    <a:pt x="22987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229870" y="237490"/>
                  </a:lnTo>
                  <a:lnTo>
                    <a:pt x="229870" y="233692"/>
                  </a:lnTo>
                  <a:close/>
                </a:path>
                <a:path w="229870" h="349250">
                  <a:moveTo>
                    <a:pt x="22987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229870" y="233680"/>
                  </a:lnTo>
                  <a:lnTo>
                    <a:pt x="229870" y="231152"/>
                  </a:lnTo>
                  <a:close/>
                </a:path>
                <a:path w="229870" h="349250">
                  <a:moveTo>
                    <a:pt x="229870" y="224802"/>
                  </a:moveTo>
                  <a:lnTo>
                    <a:pt x="0" y="224802"/>
                  </a:lnTo>
                  <a:lnTo>
                    <a:pt x="0" y="231140"/>
                  </a:lnTo>
                  <a:lnTo>
                    <a:pt x="229870" y="231140"/>
                  </a:lnTo>
                  <a:lnTo>
                    <a:pt x="229870" y="224802"/>
                  </a:lnTo>
                  <a:close/>
                </a:path>
                <a:path w="229870" h="349250">
                  <a:moveTo>
                    <a:pt x="229870" y="218452"/>
                  </a:moveTo>
                  <a:lnTo>
                    <a:pt x="0" y="218452"/>
                  </a:lnTo>
                  <a:lnTo>
                    <a:pt x="0" y="224790"/>
                  </a:lnTo>
                  <a:lnTo>
                    <a:pt x="229870" y="224790"/>
                  </a:lnTo>
                  <a:lnTo>
                    <a:pt x="229870" y="218452"/>
                  </a:lnTo>
                  <a:close/>
                </a:path>
                <a:path w="229870" h="349250">
                  <a:moveTo>
                    <a:pt x="229870" y="212102"/>
                  </a:moveTo>
                  <a:lnTo>
                    <a:pt x="0" y="212102"/>
                  </a:lnTo>
                  <a:lnTo>
                    <a:pt x="0" y="218440"/>
                  </a:lnTo>
                  <a:lnTo>
                    <a:pt x="229870" y="218440"/>
                  </a:lnTo>
                  <a:lnTo>
                    <a:pt x="229870" y="212102"/>
                  </a:lnTo>
                  <a:close/>
                </a:path>
                <a:path w="229870" h="349250">
                  <a:moveTo>
                    <a:pt x="229870" y="208292"/>
                  </a:moveTo>
                  <a:lnTo>
                    <a:pt x="0" y="208292"/>
                  </a:lnTo>
                  <a:lnTo>
                    <a:pt x="0" y="212090"/>
                  </a:lnTo>
                  <a:lnTo>
                    <a:pt x="229870" y="212090"/>
                  </a:lnTo>
                  <a:lnTo>
                    <a:pt x="229870" y="208292"/>
                  </a:lnTo>
                  <a:close/>
                </a:path>
                <a:path w="229870" h="349250">
                  <a:moveTo>
                    <a:pt x="229870" y="201942"/>
                  </a:moveTo>
                  <a:lnTo>
                    <a:pt x="0" y="201942"/>
                  </a:lnTo>
                  <a:lnTo>
                    <a:pt x="0" y="208280"/>
                  </a:lnTo>
                  <a:lnTo>
                    <a:pt x="229870" y="208280"/>
                  </a:lnTo>
                  <a:lnTo>
                    <a:pt x="229870" y="201942"/>
                  </a:lnTo>
                  <a:close/>
                </a:path>
                <a:path w="229870" h="349250">
                  <a:moveTo>
                    <a:pt x="229870" y="195592"/>
                  </a:moveTo>
                  <a:lnTo>
                    <a:pt x="0" y="195592"/>
                  </a:lnTo>
                  <a:lnTo>
                    <a:pt x="0" y="201930"/>
                  </a:lnTo>
                  <a:lnTo>
                    <a:pt x="229870" y="201930"/>
                  </a:lnTo>
                  <a:lnTo>
                    <a:pt x="229870" y="195592"/>
                  </a:lnTo>
                  <a:close/>
                </a:path>
                <a:path w="229870" h="349250">
                  <a:moveTo>
                    <a:pt x="22987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29870" y="195580"/>
                  </a:lnTo>
                  <a:lnTo>
                    <a:pt x="229870" y="189242"/>
                  </a:lnTo>
                  <a:close/>
                </a:path>
                <a:path w="229870" h="349250">
                  <a:moveTo>
                    <a:pt x="229870" y="186702"/>
                  </a:moveTo>
                  <a:lnTo>
                    <a:pt x="0" y="186702"/>
                  </a:lnTo>
                  <a:lnTo>
                    <a:pt x="0" y="189230"/>
                  </a:lnTo>
                  <a:lnTo>
                    <a:pt x="229870" y="189230"/>
                  </a:lnTo>
                  <a:lnTo>
                    <a:pt x="229870" y="186702"/>
                  </a:lnTo>
                  <a:close/>
                </a:path>
                <a:path w="229870" h="349250">
                  <a:moveTo>
                    <a:pt x="229870" y="182892"/>
                  </a:moveTo>
                  <a:lnTo>
                    <a:pt x="0" y="182892"/>
                  </a:lnTo>
                  <a:lnTo>
                    <a:pt x="0" y="186690"/>
                  </a:lnTo>
                  <a:lnTo>
                    <a:pt x="229870" y="186690"/>
                  </a:lnTo>
                  <a:lnTo>
                    <a:pt x="229870" y="182892"/>
                  </a:lnTo>
                  <a:close/>
                </a:path>
                <a:path w="229870" h="349250">
                  <a:moveTo>
                    <a:pt x="229870" y="180352"/>
                  </a:moveTo>
                  <a:lnTo>
                    <a:pt x="0" y="180352"/>
                  </a:lnTo>
                  <a:lnTo>
                    <a:pt x="0" y="182880"/>
                  </a:lnTo>
                  <a:lnTo>
                    <a:pt x="229870" y="182880"/>
                  </a:lnTo>
                  <a:lnTo>
                    <a:pt x="229870" y="180352"/>
                  </a:lnTo>
                  <a:close/>
                </a:path>
                <a:path w="229870" h="349250">
                  <a:moveTo>
                    <a:pt x="229870" y="174002"/>
                  </a:moveTo>
                  <a:lnTo>
                    <a:pt x="0" y="174002"/>
                  </a:lnTo>
                  <a:lnTo>
                    <a:pt x="0" y="180340"/>
                  </a:lnTo>
                  <a:lnTo>
                    <a:pt x="229870" y="180340"/>
                  </a:lnTo>
                  <a:lnTo>
                    <a:pt x="229870" y="174002"/>
                  </a:lnTo>
                  <a:close/>
                </a:path>
                <a:path w="229870" h="349250">
                  <a:moveTo>
                    <a:pt x="229870" y="167652"/>
                  </a:moveTo>
                  <a:lnTo>
                    <a:pt x="0" y="167652"/>
                  </a:lnTo>
                  <a:lnTo>
                    <a:pt x="0" y="173990"/>
                  </a:lnTo>
                  <a:lnTo>
                    <a:pt x="229870" y="173990"/>
                  </a:lnTo>
                  <a:lnTo>
                    <a:pt x="229870" y="167652"/>
                  </a:lnTo>
                  <a:close/>
                </a:path>
                <a:path w="229870" h="349250">
                  <a:moveTo>
                    <a:pt x="229870" y="161302"/>
                  </a:moveTo>
                  <a:lnTo>
                    <a:pt x="0" y="161302"/>
                  </a:lnTo>
                  <a:lnTo>
                    <a:pt x="0" y="167640"/>
                  </a:lnTo>
                  <a:lnTo>
                    <a:pt x="229870" y="167640"/>
                  </a:lnTo>
                  <a:lnTo>
                    <a:pt x="229870" y="161302"/>
                  </a:lnTo>
                  <a:close/>
                </a:path>
                <a:path w="229870" h="349250">
                  <a:moveTo>
                    <a:pt x="229870" y="157492"/>
                  </a:moveTo>
                  <a:lnTo>
                    <a:pt x="0" y="157492"/>
                  </a:lnTo>
                  <a:lnTo>
                    <a:pt x="0" y="161290"/>
                  </a:lnTo>
                  <a:lnTo>
                    <a:pt x="229870" y="161290"/>
                  </a:lnTo>
                  <a:lnTo>
                    <a:pt x="229870" y="157492"/>
                  </a:lnTo>
                  <a:close/>
                </a:path>
                <a:path w="229870" h="349250">
                  <a:moveTo>
                    <a:pt x="22987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29870" y="157480"/>
                  </a:lnTo>
                  <a:lnTo>
                    <a:pt x="229870" y="151142"/>
                  </a:lnTo>
                  <a:close/>
                </a:path>
                <a:path w="229870" h="349250">
                  <a:moveTo>
                    <a:pt x="229870" y="144792"/>
                  </a:moveTo>
                  <a:lnTo>
                    <a:pt x="0" y="144792"/>
                  </a:lnTo>
                  <a:lnTo>
                    <a:pt x="0" y="151130"/>
                  </a:lnTo>
                  <a:lnTo>
                    <a:pt x="229870" y="151130"/>
                  </a:lnTo>
                  <a:lnTo>
                    <a:pt x="229870" y="144792"/>
                  </a:lnTo>
                  <a:close/>
                </a:path>
                <a:path w="229870" h="349250">
                  <a:moveTo>
                    <a:pt x="229870" y="138442"/>
                  </a:moveTo>
                  <a:lnTo>
                    <a:pt x="0" y="138442"/>
                  </a:lnTo>
                  <a:lnTo>
                    <a:pt x="0" y="144780"/>
                  </a:lnTo>
                  <a:lnTo>
                    <a:pt x="229870" y="144780"/>
                  </a:lnTo>
                  <a:lnTo>
                    <a:pt x="229870" y="138442"/>
                  </a:lnTo>
                  <a:close/>
                </a:path>
                <a:path w="229870" h="349250">
                  <a:moveTo>
                    <a:pt x="229870" y="135902"/>
                  </a:moveTo>
                  <a:lnTo>
                    <a:pt x="0" y="135902"/>
                  </a:lnTo>
                  <a:lnTo>
                    <a:pt x="0" y="138430"/>
                  </a:lnTo>
                  <a:lnTo>
                    <a:pt x="229870" y="138430"/>
                  </a:lnTo>
                  <a:lnTo>
                    <a:pt x="229870" y="135902"/>
                  </a:lnTo>
                  <a:close/>
                </a:path>
                <a:path w="229870" h="349250">
                  <a:moveTo>
                    <a:pt x="229870" y="132092"/>
                  </a:moveTo>
                  <a:lnTo>
                    <a:pt x="0" y="132092"/>
                  </a:lnTo>
                  <a:lnTo>
                    <a:pt x="0" y="135890"/>
                  </a:lnTo>
                  <a:lnTo>
                    <a:pt x="229870" y="135890"/>
                  </a:lnTo>
                  <a:lnTo>
                    <a:pt x="229870" y="132092"/>
                  </a:lnTo>
                  <a:close/>
                </a:path>
                <a:path w="229870" h="349250">
                  <a:moveTo>
                    <a:pt x="229870" y="129552"/>
                  </a:moveTo>
                  <a:lnTo>
                    <a:pt x="0" y="129552"/>
                  </a:lnTo>
                  <a:lnTo>
                    <a:pt x="0" y="132080"/>
                  </a:lnTo>
                  <a:lnTo>
                    <a:pt x="229870" y="132080"/>
                  </a:lnTo>
                  <a:lnTo>
                    <a:pt x="229870" y="129552"/>
                  </a:lnTo>
                  <a:close/>
                </a:path>
                <a:path w="229870" h="349250">
                  <a:moveTo>
                    <a:pt x="229870" y="125742"/>
                  </a:moveTo>
                  <a:lnTo>
                    <a:pt x="0" y="125742"/>
                  </a:lnTo>
                  <a:lnTo>
                    <a:pt x="0" y="129540"/>
                  </a:lnTo>
                  <a:lnTo>
                    <a:pt x="229870" y="129540"/>
                  </a:lnTo>
                  <a:lnTo>
                    <a:pt x="229870" y="125742"/>
                  </a:lnTo>
                  <a:close/>
                </a:path>
                <a:path w="229870" h="349250">
                  <a:moveTo>
                    <a:pt x="229870" y="123202"/>
                  </a:moveTo>
                  <a:lnTo>
                    <a:pt x="0" y="123202"/>
                  </a:lnTo>
                  <a:lnTo>
                    <a:pt x="0" y="125730"/>
                  </a:lnTo>
                  <a:lnTo>
                    <a:pt x="229870" y="125730"/>
                  </a:lnTo>
                  <a:lnTo>
                    <a:pt x="229870" y="123202"/>
                  </a:lnTo>
                  <a:close/>
                </a:path>
                <a:path w="229870" h="349250">
                  <a:moveTo>
                    <a:pt x="229870" y="116852"/>
                  </a:moveTo>
                  <a:lnTo>
                    <a:pt x="0" y="116852"/>
                  </a:lnTo>
                  <a:lnTo>
                    <a:pt x="0" y="123190"/>
                  </a:lnTo>
                  <a:lnTo>
                    <a:pt x="229870" y="123190"/>
                  </a:lnTo>
                  <a:lnTo>
                    <a:pt x="229870" y="116852"/>
                  </a:lnTo>
                  <a:close/>
                </a:path>
                <a:path w="229870" h="349250">
                  <a:moveTo>
                    <a:pt x="229870" y="110502"/>
                  </a:moveTo>
                  <a:lnTo>
                    <a:pt x="0" y="110502"/>
                  </a:lnTo>
                  <a:lnTo>
                    <a:pt x="0" y="116840"/>
                  </a:lnTo>
                  <a:lnTo>
                    <a:pt x="229870" y="116840"/>
                  </a:lnTo>
                  <a:lnTo>
                    <a:pt x="229870" y="110502"/>
                  </a:lnTo>
                  <a:close/>
                </a:path>
                <a:path w="229870" h="349250">
                  <a:moveTo>
                    <a:pt x="229870" y="104152"/>
                  </a:moveTo>
                  <a:lnTo>
                    <a:pt x="0" y="104152"/>
                  </a:lnTo>
                  <a:lnTo>
                    <a:pt x="0" y="110490"/>
                  </a:lnTo>
                  <a:lnTo>
                    <a:pt x="229870" y="110490"/>
                  </a:lnTo>
                  <a:lnTo>
                    <a:pt x="229870" y="104152"/>
                  </a:lnTo>
                  <a:close/>
                </a:path>
                <a:path w="229870" h="349250">
                  <a:moveTo>
                    <a:pt x="229870" y="100342"/>
                  </a:moveTo>
                  <a:lnTo>
                    <a:pt x="0" y="100342"/>
                  </a:lnTo>
                  <a:lnTo>
                    <a:pt x="0" y="104140"/>
                  </a:lnTo>
                  <a:lnTo>
                    <a:pt x="229870" y="104140"/>
                  </a:lnTo>
                  <a:lnTo>
                    <a:pt x="229870" y="100342"/>
                  </a:lnTo>
                  <a:close/>
                </a:path>
                <a:path w="229870" h="349250">
                  <a:moveTo>
                    <a:pt x="22987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29870" y="100330"/>
                  </a:lnTo>
                  <a:lnTo>
                    <a:pt x="229870" y="93992"/>
                  </a:lnTo>
                  <a:close/>
                </a:path>
                <a:path w="229870" h="349250">
                  <a:moveTo>
                    <a:pt x="22987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29870" y="93980"/>
                  </a:lnTo>
                  <a:lnTo>
                    <a:pt x="229870" y="87642"/>
                  </a:lnTo>
                  <a:close/>
                </a:path>
                <a:path w="229870" h="349250">
                  <a:moveTo>
                    <a:pt x="229870" y="78752"/>
                  </a:moveTo>
                  <a:lnTo>
                    <a:pt x="0" y="78752"/>
                  </a:lnTo>
                  <a:lnTo>
                    <a:pt x="0" y="87630"/>
                  </a:lnTo>
                  <a:lnTo>
                    <a:pt x="229870" y="87630"/>
                  </a:lnTo>
                  <a:lnTo>
                    <a:pt x="229870" y="78752"/>
                  </a:lnTo>
                  <a:close/>
                </a:path>
                <a:path w="229870" h="349250">
                  <a:moveTo>
                    <a:pt x="229870" y="74942"/>
                  </a:moveTo>
                  <a:lnTo>
                    <a:pt x="0" y="74942"/>
                  </a:lnTo>
                  <a:lnTo>
                    <a:pt x="0" y="78740"/>
                  </a:lnTo>
                  <a:lnTo>
                    <a:pt x="229870" y="78740"/>
                  </a:lnTo>
                  <a:lnTo>
                    <a:pt x="229870" y="74942"/>
                  </a:lnTo>
                  <a:close/>
                </a:path>
                <a:path w="229870" h="349250">
                  <a:moveTo>
                    <a:pt x="229870" y="72402"/>
                  </a:moveTo>
                  <a:lnTo>
                    <a:pt x="0" y="72402"/>
                  </a:lnTo>
                  <a:lnTo>
                    <a:pt x="0" y="74930"/>
                  </a:lnTo>
                  <a:lnTo>
                    <a:pt x="229870" y="74930"/>
                  </a:lnTo>
                  <a:lnTo>
                    <a:pt x="229870" y="72402"/>
                  </a:lnTo>
                  <a:close/>
                </a:path>
                <a:path w="229870" h="349250">
                  <a:moveTo>
                    <a:pt x="229870" y="66052"/>
                  </a:moveTo>
                  <a:lnTo>
                    <a:pt x="0" y="66052"/>
                  </a:lnTo>
                  <a:lnTo>
                    <a:pt x="0" y="72390"/>
                  </a:lnTo>
                  <a:lnTo>
                    <a:pt x="229870" y="72390"/>
                  </a:lnTo>
                  <a:lnTo>
                    <a:pt x="229870" y="66052"/>
                  </a:lnTo>
                  <a:close/>
                </a:path>
                <a:path w="229870" h="349250">
                  <a:moveTo>
                    <a:pt x="229870" y="59702"/>
                  </a:moveTo>
                  <a:lnTo>
                    <a:pt x="0" y="59702"/>
                  </a:lnTo>
                  <a:lnTo>
                    <a:pt x="0" y="66040"/>
                  </a:lnTo>
                  <a:lnTo>
                    <a:pt x="229870" y="66040"/>
                  </a:lnTo>
                  <a:lnTo>
                    <a:pt x="229870" y="59702"/>
                  </a:lnTo>
                  <a:close/>
                </a:path>
                <a:path w="229870" h="349250">
                  <a:moveTo>
                    <a:pt x="229870" y="53352"/>
                  </a:moveTo>
                  <a:lnTo>
                    <a:pt x="0" y="53352"/>
                  </a:lnTo>
                  <a:lnTo>
                    <a:pt x="0" y="59690"/>
                  </a:lnTo>
                  <a:lnTo>
                    <a:pt x="229870" y="59690"/>
                  </a:lnTo>
                  <a:lnTo>
                    <a:pt x="229870" y="53352"/>
                  </a:lnTo>
                  <a:close/>
                </a:path>
                <a:path w="229870" h="349250">
                  <a:moveTo>
                    <a:pt x="229870" y="49542"/>
                  </a:moveTo>
                  <a:lnTo>
                    <a:pt x="0" y="49542"/>
                  </a:lnTo>
                  <a:lnTo>
                    <a:pt x="0" y="53340"/>
                  </a:lnTo>
                  <a:lnTo>
                    <a:pt x="229870" y="53340"/>
                  </a:lnTo>
                  <a:lnTo>
                    <a:pt x="229870" y="49542"/>
                  </a:lnTo>
                  <a:close/>
                </a:path>
                <a:path w="229870" h="349250">
                  <a:moveTo>
                    <a:pt x="22987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29870" y="49530"/>
                  </a:lnTo>
                  <a:lnTo>
                    <a:pt x="229870" y="43192"/>
                  </a:lnTo>
                  <a:close/>
                </a:path>
                <a:path w="229870" h="349250">
                  <a:moveTo>
                    <a:pt x="22987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29870" y="43180"/>
                  </a:lnTo>
                  <a:lnTo>
                    <a:pt x="229870" y="36842"/>
                  </a:lnTo>
                  <a:close/>
                </a:path>
                <a:path w="229870" h="349250">
                  <a:moveTo>
                    <a:pt x="22987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29870" y="36830"/>
                  </a:lnTo>
                  <a:lnTo>
                    <a:pt x="229870" y="30492"/>
                  </a:lnTo>
                  <a:close/>
                </a:path>
                <a:path w="229870" h="349250">
                  <a:moveTo>
                    <a:pt x="229870" y="27952"/>
                  </a:moveTo>
                  <a:lnTo>
                    <a:pt x="0" y="27952"/>
                  </a:lnTo>
                  <a:lnTo>
                    <a:pt x="0" y="30480"/>
                  </a:lnTo>
                  <a:lnTo>
                    <a:pt x="229870" y="30480"/>
                  </a:lnTo>
                  <a:lnTo>
                    <a:pt x="229870" y="27952"/>
                  </a:lnTo>
                  <a:close/>
                </a:path>
                <a:path w="229870" h="349250">
                  <a:moveTo>
                    <a:pt x="229870" y="24142"/>
                  </a:moveTo>
                  <a:lnTo>
                    <a:pt x="0" y="24142"/>
                  </a:lnTo>
                  <a:lnTo>
                    <a:pt x="0" y="27940"/>
                  </a:lnTo>
                  <a:lnTo>
                    <a:pt x="229870" y="27940"/>
                  </a:lnTo>
                  <a:lnTo>
                    <a:pt x="229870" y="24142"/>
                  </a:lnTo>
                  <a:close/>
                </a:path>
                <a:path w="229870" h="349250">
                  <a:moveTo>
                    <a:pt x="229870" y="15252"/>
                  </a:moveTo>
                  <a:lnTo>
                    <a:pt x="0" y="15252"/>
                  </a:lnTo>
                  <a:lnTo>
                    <a:pt x="0" y="24130"/>
                  </a:lnTo>
                  <a:lnTo>
                    <a:pt x="229870" y="24130"/>
                  </a:lnTo>
                  <a:lnTo>
                    <a:pt x="229870" y="15252"/>
                  </a:lnTo>
                  <a:close/>
                </a:path>
                <a:path w="229870" h="349250">
                  <a:moveTo>
                    <a:pt x="22987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229870" y="15240"/>
                  </a:lnTo>
                  <a:lnTo>
                    <a:pt x="229870" y="8902"/>
                  </a:lnTo>
                  <a:close/>
                </a:path>
                <a:path w="229870" h="349250">
                  <a:moveTo>
                    <a:pt x="22987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229870" y="8890"/>
                  </a:lnTo>
                  <a:lnTo>
                    <a:pt x="229870" y="2552"/>
                  </a:lnTo>
                  <a:close/>
                </a:path>
                <a:path w="229870" h="349250">
                  <a:moveTo>
                    <a:pt x="22987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29870" y="2540"/>
                  </a:lnTo>
                  <a:lnTo>
                    <a:pt x="229870" y="0"/>
                  </a:lnTo>
                  <a:close/>
                </a:path>
              </a:pathLst>
            </a:custGeom>
            <a:solidFill>
              <a:srgbClr val="D6D6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6436360" y="5561329"/>
              <a:ext cx="228600" cy="349250"/>
            </a:xfrm>
            <a:custGeom>
              <a:avLst/>
              <a:gdLst/>
              <a:ahLst/>
              <a:cxnLst/>
              <a:rect l="l" t="t" r="r" b="b"/>
              <a:pathLst>
                <a:path w="228600" h="349250">
                  <a:moveTo>
                    <a:pt x="228600" y="347992"/>
                  </a:moveTo>
                  <a:lnTo>
                    <a:pt x="0" y="347992"/>
                  </a:lnTo>
                  <a:lnTo>
                    <a:pt x="0" y="349250"/>
                  </a:lnTo>
                  <a:lnTo>
                    <a:pt x="228600" y="349250"/>
                  </a:lnTo>
                  <a:lnTo>
                    <a:pt x="228600" y="347992"/>
                  </a:lnTo>
                  <a:close/>
                </a:path>
                <a:path w="228600" h="349250">
                  <a:moveTo>
                    <a:pt x="228600" y="345452"/>
                  </a:moveTo>
                  <a:lnTo>
                    <a:pt x="0" y="345452"/>
                  </a:lnTo>
                  <a:lnTo>
                    <a:pt x="0" y="347980"/>
                  </a:lnTo>
                  <a:lnTo>
                    <a:pt x="228600" y="347980"/>
                  </a:lnTo>
                  <a:lnTo>
                    <a:pt x="228600" y="345452"/>
                  </a:lnTo>
                  <a:close/>
                </a:path>
                <a:path w="228600" h="349250">
                  <a:moveTo>
                    <a:pt x="228600" y="341642"/>
                  </a:moveTo>
                  <a:lnTo>
                    <a:pt x="0" y="341642"/>
                  </a:lnTo>
                  <a:lnTo>
                    <a:pt x="0" y="345440"/>
                  </a:lnTo>
                  <a:lnTo>
                    <a:pt x="228600" y="345440"/>
                  </a:lnTo>
                  <a:lnTo>
                    <a:pt x="228600" y="341642"/>
                  </a:lnTo>
                  <a:close/>
                </a:path>
                <a:path w="228600" h="349250">
                  <a:moveTo>
                    <a:pt x="228600" y="339102"/>
                  </a:moveTo>
                  <a:lnTo>
                    <a:pt x="0" y="339102"/>
                  </a:lnTo>
                  <a:lnTo>
                    <a:pt x="0" y="341630"/>
                  </a:lnTo>
                  <a:lnTo>
                    <a:pt x="228600" y="341630"/>
                  </a:lnTo>
                  <a:lnTo>
                    <a:pt x="228600" y="339102"/>
                  </a:lnTo>
                  <a:close/>
                </a:path>
                <a:path w="228600" h="349250">
                  <a:moveTo>
                    <a:pt x="228600" y="326402"/>
                  </a:moveTo>
                  <a:lnTo>
                    <a:pt x="0" y="326402"/>
                  </a:lnTo>
                  <a:lnTo>
                    <a:pt x="0" y="339090"/>
                  </a:lnTo>
                  <a:lnTo>
                    <a:pt x="228600" y="339090"/>
                  </a:lnTo>
                  <a:lnTo>
                    <a:pt x="228600" y="326402"/>
                  </a:lnTo>
                  <a:close/>
                </a:path>
                <a:path w="228600" h="349250">
                  <a:moveTo>
                    <a:pt x="228600" y="320052"/>
                  </a:moveTo>
                  <a:lnTo>
                    <a:pt x="0" y="320052"/>
                  </a:lnTo>
                  <a:lnTo>
                    <a:pt x="0" y="326390"/>
                  </a:lnTo>
                  <a:lnTo>
                    <a:pt x="228600" y="326390"/>
                  </a:lnTo>
                  <a:lnTo>
                    <a:pt x="228600" y="320052"/>
                  </a:lnTo>
                  <a:close/>
                </a:path>
                <a:path w="228600" h="349250">
                  <a:moveTo>
                    <a:pt x="228600" y="316242"/>
                  </a:moveTo>
                  <a:lnTo>
                    <a:pt x="0" y="316242"/>
                  </a:lnTo>
                  <a:lnTo>
                    <a:pt x="0" y="320040"/>
                  </a:lnTo>
                  <a:lnTo>
                    <a:pt x="228600" y="320040"/>
                  </a:lnTo>
                  <a:lnTo>
                    <a:pt x="228600" y="316242"/>
                  </a:lnTo>
                  <a:close/>
                </a:path>
                <a:path w="228600" h="349250">
                  <a:moveTo>
                    <a:pt x="228600" y="309892"/>
                  </a:moveTo>
                  <a:lnTo>
                    <a:pt x="0" y="309892"/>
                  </a:lnTo>
                  <a:lnTo>
                    <a:pt x="0" y="316230"/>
                  </a:lnTo>
                  <a:lnTo>
                    <a:pt x="228600" y="316230"/>
                  </a:lnTo>
                  <a:lnTo>
                    <a:pt x="228600" y="309892"/>
                  </a:lnTo>
                  <a:close/>
                </a:path>
                <a:path w="228600" h="349250">
                  <a:moveTo>
                    <a:pt x="228600" y="303542"/>
                  </a:moveTo>
                  <a:lnTo>
                    <a:pt x="0" y="303542"/>
                  </a:lnTo>
                  <a:lnTo>
                    <a:pt x="0" y="309880"/>
                  </a:lnTo>
                  <a:lnTo>
                    <a:pt x="228600" y="309880"/>
                  </a:lnTo>
                  <a:lnTo>
                    <a:pt x="228600" y="303542"/>
                  </a:lnTo>
                  <a:close/>
                </a:path>
                <a:path w="228600" h="349250">
                  <a:moveTo>
                    <a:pt x="228600" y="297192"/>
                  </a:moveTo>
                  <a:lnTo>
                    <a:pt x="0" y="297192"/>
                  </a:lnTo>
                  <a:lnTo>
                    <a:pt x="0" y="303530"/>
                  </a:lnTo>
                  <a:lnTo>
                    <a:pt x="228600" y="303530"/>
                  </a:lnTo>
                  <a:lnTo>
                    <a:pt x="228600" y="297192"/>
                  </a:lnTo>
                  <a:close/>
                </a:path>
                <a:path w="228600" h="349250">
                  <a:moveTo>
                    <a:pt x="228600" y="294652"/>
                  </a:moveTo>
                  <a:lnTo>
                    <a:pt x="0" y="294652"/>
                  </a:lnTo>
                  <a:lnTo>
                    <a:pt x="0" y="297180"/>
                  </a:lnTo>
                  <a:lnTo>
                    <a:pt x="228600" y="297180"/>
                  </a:lnTo>
                  <a:lnTo>
                    <a:pt x="228600" y="294652"/>
                  </a:lnTo>
                  <a:close/>
                </a:path>
                <a:path w="228600" h="349250">
                  <a:moveTo>
                    <a:pt x="228600" y="290842"/>
                  </a:moveTo>
                  <a:lnTo>
                    <a:pt x="0" y="290842"/>
                  </a:lnTo>
                  <a:lnTo>
                    <a:pt x="0" y="294640"/>
                  </a:lnTo>
                  <a:lnTo>
                    <a:pt x="228600" y="294640"/>
                  </a:lnTo>
                  <a:lnTo>
                    <a:pt x="228600" y="290842"/>
                  </a:lnTo>
                  <a:close/>
                </a:path>
                <a:path w="228600" h="349250">
                  <a:moveTo>
                    <a:pt x="228600" y="288302"/>
                  </a:moveTo>
                  <a:lnTo>
                    <a:pt x="0" y="288302"/>
                  </a:lnTo>
                  <a:lnTo>
                    <a:pt x="0" y="290830"/>
                  </a:lnTo>
                  <a:lnTo>
                    <a:pt x="228600" y="290830"/>
                  </a:lnTo>
                  <a:lnTo>
                    <a:pt x="228600" y="288302"/>
                  </a:lnTo>
                  <a:close/>
                </a:path>
                <a:path w="228600" h="349250">
                  <a:moveTo>
                    <a:pt x="228600" y="281952"/>
                  </a:moveTo>
                  <a:lnTo>
                    <a:pt x="0" y="281952"/>
                  </a:lnTo>
                  <a:lnTo>
                    <a:pt x="0" y="288290"/>
                  </a:lnTo>
                  <a:lnTo>
                    <a:pt x="228600" y="288290"/>
                  </a:lnTo>
                  <a:lnTo>
                    <a:pt x="228600" y="281952"/>
                  </a:lnTo>
                  <a:close/>
                </a:path>
                <a:path w="228600" h="349250">
                  <a:moveTo>
                    <a:pt x="228600" y="275602"/>
                  </a:moveTo>
                  <a:lnTo>
                    <a:pt x="0" y="275602"/>
                  </a:lnTo>
                  <a:lnTo>
                    <a:pt x="0" y="281940"/>
                  </a:lnTo>
                  <a:lnTo>
                    <a:pt x="228600" y="281940"/>
                  </a:lnTo>
                  <a:lnTo>
                    <a:pt x="228600" y="275602"/>
                  </a:lnTo>
                  <a:close/>
                </a:path>
                <a:path w="228600" h="349250">
                  <a:moveTo>
                    <a:pt x="228600" y="269252"/>
                  </a:moveTo>
                  <a:lnTo>
                    <a:pt x="0" y="269252"/>
                  </a:lnTo>
                  <a:lnTo>
                    <a:pt x="0" y="275590"/>
                  </a:lnTo>
                  <a:lnTo>
                    <a:pt x="228600" y="275590"/>
                  </a:lnTo>
                  <a:lnTo>
                    <a:pt x="228600" y="269252"/>
                  </a:lnTo>
                  <a:close/>
                </a:path>
                <a:path w="228600" h="349250">
                  <a:moveTo>
                    <a:pt x="228600" y="265442"/>
                  </a:moveTo>
                  <a:lnTo>
                    <a:pt x="0" y="265442"/>
                  </a:lnTo>
                  <a:lnTo>
                    <a:pt x="0" y="269240"/>
                  </a:lnTo>
                  <a:lnTo>
                    <a:pt x="228600" y="269240"/>
                  </a:lnTo>
                  <a:lnTo>
                    <a:pt x="228600" y="265442"/>
                  </a:lnTo>
                  <a:close/>
                </a:path>
                <a:path w="228600" h="349250">
                  <a:moveTo>
                    <a:pt x="228600" y="259092"/>
                  </a:moveTo>
                  <a:lnTo>
                    <a:pt x="0" y="259092"/>
                  </a:lnTo>
                  <a:lnTo>
                    <a:pt x="0" y="265430"/>
                  </a:lnTo>
                  <a:lnTo>
                    <a:pt x="228600" y="265430"/>
                  </a:lnTo>
                  <a:lnTo>
                    <a:pt x="228600" y="259092"/>
                  </a:lnTo>
                  <a:close/>
                </a:path>
                <a:path w="228600" h="349250">
                  <a:moveTo>
                    <a:pt x="228600" y="252742"/>
                  </a:moveTo>
                  <a:lnTo>
                    <a:pt x="0" y="252742"/>
                  </a:lnTo>
                  <a:lnTo>
                    <a:pt x="0" y="259080"/>
                  </a:lnTo>
                  <a:lnTo>
                    <a:pt x="228600" y="259080"/>
                  </a:lnTo>
                  <a:lnTo>
                    <a:pt x="228600" y="252742"/>
                  </a:lnTo>
                  <a:close/>
                </a:path>
                <a:path w="228600" h="349250">
                  <a:moveTo>
                    <a:pt x="228600" y="246392"/>
                  </a:moveTo>
                  <a:lnTo>
                    <a:pt x="0" y="246392"/>
                  </a:lnTo>
                  <a:lnTo>
                    <a:pt x="0" y="252730"/>
                  </a:lnTo>
                  <a:lnTo>
                    <a:pt x="228600" y="252730"/>
                  </a:lnTo>
                  <a:lnTo>
                    <a:pt x="228600" y="246392"/>
                  </a:lnTo>
                  <a:close/>
                </a:path>
                <a:path w="228600" h="349250">
                  <a:moveTo>
                    <a:pt x="22860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228600" y="246380"/>
                  </a:lnTo>
                  <a:lnTo>
                    <a:pt x="228600" y="243852"/>
                  </a:lnTo>
                  <a:close/>
                </a:path>
                <a:path w="228600" h="349250">
                  <a:moveTo>
                    <a:pt x="22860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228600" y="243840"/>
                  </a:lnTo>
                  <a:lnTo>
                    <a:pt x="228600" y="240042"/>
                  </a:lnTo>
                  <a:close/>
                </a:path>
                <a:path w="228600" h="349250">
                  <a:moveTo>
                    <a:pt x="22860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228600" y="240030"/>
                  </a:lnTo>
                  <a:lnTo>
                    <a:pt x="228600" y="237502"/>
                  </a:lnTo>
                  <a:close/>
                </a:path>
                <a:path w="228600" h="349250">
                  <a:moveTo>
                    <a:pt x="22860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228600" y="237490"/>
                  </a:lnTo>
                  <a:lnTo>
                    <a:pt x="228600" y="233692"/>
                  </a:lnTo>
                  <a:close/>
                </a:path>
                <a:path w="228600" h="349250">
                  <a:moveTo>
                    <a:pt x="22860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228600" y="233680"/>
                  </a:lnTo>
                  <a:lnTo>
                    <a:pt x="228600" y="231152"/>
                  </a:lnTo>
                  <a:close/>
                </a:path>
                <a:path w="228600" h="349250">
                  <a:moveTo>
                    <a:pt x="228600" y="224802"/>
                  </a:moveTo>
                  <a:lnTo>
                    <a:pt x="0" y="224802"/>
                  </a:lnTo>
                  <a:lnTo>
                    <a:pt x="0" y="231140"/>
                  </a:lnTo>
                  <a:lnTo>
                    <a:pt x="228600" y="231140"/>
                  </a:lnTo>
                  <a:lnTo>
                    <a:pt x="228600" y="224802"/>
                  </a:lnTo>
                  <a:close/>
                </a:path>
                <a:path w="228600" h="349250">
                  <a:moveTo>
                    <a:pt x="228600" y="218452"/>
                  </a:moveTo>
                  <a:lnTo>
                    <a:pt x="0" y="218452"/>
                  </a:lnTo>
                  <a:lnTo>
                    <a:pt x="0" y="224790"/>
                  </a:lnTo>
                  <a:lnTo>
                    <a:pt x="228600" y="224790"/>
                  </a:lnTo>
                  <a:lnTo>
                    <a:pt x="228600" y="218452"/>
                  </a:lnTo>
                  <a:close/>
                </a:path>
                <a:path w="228600" h="349250">
                  <a:moveTo>
                    <a:pt x="228600" y="212102"/>
                  </a:moveTo>
                  <a:lnTo>
                    <a:pt x="0" y="212102"/>
                  </a:lnTo>
                  <a:lnTo>
                    <a:pt x="0" y="218440"/>
                  </a:lnTo>
                  <a:lnTo>
                    <a:pt x="228600" y="218440"/>
                  </a:lnTo>
                  <a:lnTo>
                    <a:pt x="228600" y="212102"/>
                  </a:lnTo>
                  <a:close/>
                </a:path>
                <a:path w="228600" h="349250">
                  <a:moveTo>
                    <a:pt x="228600" y="208292"/>
                  </a:moveTo>
                  <a:lnTo>
                    <a:pt x="0" y="208292"/>
                  </a:lnTo>
                  <a:lnTo>
                    <a:pt x="0" y="212090"/>
                  </a:lnTo>
                  <a:lnTo>
                    <a:pt x="228600" y="212090"/>
                  </a:lnTo>
                  <a:lnTo>
                    <a:pt x="228600" y="208292"/>
                  </a:lnTo>
                  <a:close/>
                </a:path>
                <a:path w="228600" h="349250">
                  <a:moveTo>
                    <a:pt x="228600" y="201942"/>
                  </a:moveTo>
                  <a:lnTo>
                    <a:pt x="0" y="201942"/>
                  </a:lnTo>
                  <a:lnTo>
                    <a:pt x="0" y="208280"/>
                  </a:lnTo>
                  <a:lnTo>
                    <a:pt x="228600" y="208280"/>
                  </a:lnTo>
                  <a:lnTo>
                    <a:pt x="228600" y="201942"/>
                  </a:lnTo>
                  <a:close/>
                </a:path>
                <a:path w="228600" h="349250">
                  <a:moveTo>
                    <a:pt x="228600" y="195592"/>
                  </a:moveTo>
                  <a:lnTo>
                    <a:pt x="0" y="195592"/>
                  </a:lnTo>
                  <a:lnTo>
                    <a:pt x="0" y="201930"/>
                  </a:lnTo>
                  <a:lnTo>
                    <a:pt x="228600" y="201930"/>
                  </a:lnTo>
                  <a:lnTo>
                    <a:pt x="228600" y="195592"/>
                  </a:lnTo>
                  <a:close/>
                </a:path>
                <a:path w="228600" h="349250">
                  <a:moveTo>
                    <a:pt x="22860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28600" y="195580"/>
                  </a:lnTo>
                  <a:lnTo>
                    <a:pt x="228600" y="189242"/>
                  </a:lnTo>
                  <a:close/>
                </a:path>
                <a:path w="228600" h="349250">
                  <a:moveTo>
                    <a:pt x="228600" y="186702"/>
                  </a:moveTo>
                  <a:lnTo>
                    <a:pt x="0" y="186702"/>
                  </a:lnTo>
                  <a:lnTo>
                    <a:pt x="0" y="189230"/>
                  </a:lnTo>
                  <a:lnTo>
                    <a:pt x="228600" y="189230"/>
                  </a:lnTo>
                  <a:lnTo>
                    <a:pt x="228600" y="186702"/>
                  </a:lnTo>
                  <a:close/>
                </a:path>
                <a:path w="228600" h="349250">
                  <a:moveTo>
                    <a:pt x="228600" y="182892"/>
                  </a:moveTo>
                  <a:lnTo>
                    <a:pt x="0" y="182892"/>
                  </a:lnTo>
                  <a:lnTo>
                    <a:pt x="0" y="186690"/>
                  </a:lnTo>
                  <a:lnTo>
                    <a:pt x="228600" y="186690"/>
                  </a:lnTo>
                  <a:lnTo>
                    <a:pt x="228600" y="182892"/>
                  </a:lnTo>
                  <a:close/>
                </a:path>
                <a:path w="228600" h="349250">
                  <a:moveTo>
                    <a:pt x="228600" y="180352"/>
                  </a:moveTo>
                  <a:lnTo>
                    <a:pt x="0" y="180352"/>
                  </a:lnTo>
                  <a:lnTo>
                    <a:pt x="0" y="182880"/>
                  </a:lnTo>
                  <a:lnTo>
                    <a:pt x="228600" y="182880"/>
                  </a:lnTo>
                  <a:lnTo>
                    <a:pt x="228600" y="180352"/>
                  </a:lnTo>
                  <a:close/>
                </a:path>
                <a:path w="228600" h="349250">
                  <a:moveTo>
                    <a:pt x="228600" y="174002"/>
                  </a:moveTo>
                  <a:lnTo>
                    <a:pt x="0" y="174002"/>
                  </a:lnTo>
                  <a:lnTo>
                    <a:pt x="0" y="180340"/>
                  </a:lnTo>
                  <a:lnTo>
                    <a:pt x="228600" y="180340"/>
                  </a:lnTo>
                  <a:lnTo>
                    <a:pt x="228600" y="174002"/>
                  </a:lnTo>
                  <a:close/>
                </a:path>
                <a:path w="228600" h="349250">
                  <a:moveTo>
                    <a:pt x="228600" y="167652"/>
                  </a:moveTo>
                  <a:lnTo>
                    <a:pt x="0" y="167652"/>
                  </a:lnTo>
                  <a:lnTo>
                    <a:pt x="0" y="173990"/>
                  </a:lnTo>
                  <a:lnTo>
                    <a:pt x="228600" y="173990"/>
                  </a:lnTo>
                  <a:lnTo>
                    <a:pt x="228600" y="167652"/>
                  </a:lnTo>
                  <a:close/>
                </a:path>
                <a:path w="228600" h="349250">
                  <a:moveTo>
                    <a:pt x="228600" y="161302"/>
                  </a:moveTo>
                  <a:lnTo>
                    <a:pt x="0" y="161302"/>
                  </a:lnTo>
                  <a:lnTo>
                    <a:pt x="0" y="167640"/>
                  </a:lnTo>
                  <a:lnTo>
                    <a:pt x="228600" y="167640"/>
                  </a:lnTo>
                  <a:lnTo>
                    <a:pt x="228600" y="161302"/>
                  </a:lnTo>
                  <a:close/>
                </a:path>
                <a:path w="228600" h="349250">
                  <a:moveTo>
                    <a:pt x="228600" y="157492"/>
                  </a:moveTo>
                  <a:lnTo>
                    <a:pt x="0" y="157492"/>
                  </a:lnTo>
                  <a:lnTo>
                    <a:pt x="0" y="161290"/>
                  </a:lnTo>
                  <a:lnTo>
                    <a:pt x="228600" y="161290"/>
                  </a:lnTo>
                  <a:lnTo>
                    <a:pt x="228600" y="157492"/>
                  </a:lnTo>
                  <a:close/>
                </a:path>
                <a:path w="228600" h="349250">
                  <a:moveTo>
                    <a:pt x="22860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28600" y="157480"/>
                  </a:lnTo>
                  <a:lnTo>
                    <a:pt x="228600" y="151142"/>
                  </a:lnTo>
                  <a:close/>
                </a:path>
                <a:path w="228600" h="349250">
                  <a:moveTo>
                    <a:pt x="228600" y="144792"/>
                  </a:moveTo>
                  <a:lnTo>
                    <a:pt x="0" y="144792"/>
                  </a:lnTo>
                  <a:lnTo>
                    <a:pt x="0" y="151130"/>
                  </a:lnTo>
                  <a:lnTo>
                    <a:pt x="228600" y="151130"/>
                  </a:lnTo>
                  <a:lnTo>
                    <a:pt x="228600" y="144792"/>
                  </a:lnTo>
                  <a:close/>
                </a:path>
                <a:path w="228600" h="349250">
                  <a:moveTo>
                    <a:pt x="228600" y="138442"/>
                  </a:moveTo>
                  <a:lnTo>
                    <a:pt x="0" y="138442"/>
                  </a:lnTo>
                  <a:lnTo>
                    <a:pt x="0" y="144780"/>
                  </a:lnTo>
                  <a:lnTo>
                    <a:pt x="228600" y="144780"/>
                  </a:lnTo>
                  <a:lnTo>
                    <a:pt x="228600" y="138442"/>
                  </a:lnTo>
                  <a:close/>
                </a:path>
                <a:path w="228600" h="349250">
                  <a:moveTo>
                    <a:pt x="228600" y="135902"/>
                  </a:moveTo>
                  <a:lnTo>
                    <a:pt x="0" y="135902"/>
                  </a:lnTo>
                  <a:lnTo>
                    <a:pt x="0" y="138430"/>
                  </a:lnTo>
                  <a:lnTo>
                    <a:pt x="228600" y="138430"/>
                  </a:lnTo>
                  <a:lnTo>
                    <a:pt x="228600" y="135902"/>
                  </a:lnTo>
                  <a:close/>
                </a:path>
                <a:path w="228600" h="349250">
                  <a:moveTo>
                    <a:pt x="228600" y="132092"/>
                  </a:moveTo>
                  <a:lnTo>
                    <a:pt x="0" y="132092"/>
                  </a:lnTo>
                  <a:lnTo>
                    <a:pt x="0" y="135890"/>
                  </a:lnTo>
                  <a:lnTo>
                    <a:pt x="228600" y="135890"/>
                  </a:lnTo>
                  <a:lnTo>
                    <a:pt x="228600" y="132092"/>
                  </a:lnTo>
                  <a:close/>
                </a:path>
                <a:path w="228600" h="349250">
                  <a:moveTo>
                    <a:pt x="228600" y="129552"/>
                  </a:moveTo>
                  <a:lnTo>
                    <a:pt x="0" y="129552"/>
                  </a:lnTo>
                  <a:lnTo>
                    <a:pt x="0" y="132080"/>
                  </a:lnTo>
                  <a:lnTo>
                    <a:pt x="228600" y="132080"/>
                  </a:lnTo>
                  <a:lnTo>
                    <a:pt x="228600" y="129552"/>
                  </a:lnTo>
                  <a:close/>
                </a:path>
                <a:path w="228600" h="349250">
                  <a:moveTo>
                    <a:pt x="228600" y="125742"/>
                  </a:moveTo>
                  <a:lnTo>
                    <a:pt x="0" y="125742"/>
                  </a:lnTo>
                  <a:lnTo>
                    <a:pt x="0" y="129540"/>
                  </a:lnTo>
                  <a:lnTo>
                    <a:pt x="228600" y="129540"/>
                  </a:lnTo>
                  <a:lnTo>
                    <a:pt x="228600" y="125742"/>
                  </a:lnTo>
                  <a:close/>
                </a:path>
                <a:path w="228600" h="349250">
                  <a:moveTo>
                    <a:pt x="228600" y="123202"/>
                  </a:moveTo>
                  <a:lnTo>
                    <a:pt x="0" y="123202"/>
                  </a:lnTo>
                  <a:lnTo>
                    <a:pt x="0" y="125730"/>
                  </a:lnTo>
                  <a:lnTo>
                    <a:pt x="228600" y="125730"/>
                  </a:lnTo>
                  <a:lnTo>
                    <a:pt x="228600" y="123202"/>
                  </a:lnTo>
                  <a:close/>
                </a:path>
                <a:path w="228600" h="349250">
                  <a:moveTo>
                    <a:pt x="228600" y="116852"/>
                  </a:moveTo>
                  <a:lnTo>
                    <a:pt x="0" y="116852"/>
                  </a:lnTo>
                  <a:lnTo>
                    <a:pt x="0" y="123190"/>
                  </a:lnTo>
                  <a:lnTo>
                    <a:pt x="228600" y="123190"/>
                  </a:lnTo>
                  <a:lnTo>
                    <a:pt x="228600" y="116852"/>
                  </a:lnTo>
                  <a:close/>
                </a:path>
                <a:path w="228600" h="349250">
                  <a:moveTo>
                    <a:pt x="228600" y="110502"/>
                  </a:moveTo>
                  <a:lnTo>
                    <a:pt x="0" y="110502"/>
                  </a:lnTo>
                  <a:lnTo>
                    <a:pt x="0" y="116840"/>
                  </a:lnTo>
                  <a:lnTo>
                    <a:pt x="228600" y="116840"/>
                  </a:lnTo>
                  <a:lnTo>
                    <a:pt x="228600" y="110502"/>
                  </a:lnTo>
                  <a:close/>
                </a:path>
                <a:path w="228600" h="349250">
                  <a:moveTo>
                    <a:pt x="228600" y="104152"/>
                  </a:moveTo>
                  <a:lnTo>
                    <a:pt x="0" y="104152"/>
                  </a:lnTo>
                  <a:lnTo>
                    <a:pt x="0" y="110490"/>
                  </a:lnTo>
                  <a:lnTo>
                    <a:pt x="228600" y="110490"/>
                  </a:lnTo>
                  <a:lnTo>
                    <a:pt x="228600" y="104152"/>
                  </a:lnTo>
                  <a:close/>
                </a:path>
                <a:path w="228600" h="349250">
                  <a:moveTo>
                    <a:pt x="228600" y="100342"/>
                  </a:moveTo>
                  <a:lnTo>
                    <a:pt x="0" y="100342"/>
                  </a:lnTo>
                  <a:lnTo>
                    <a:pt x="0" y="104140"/>
                  </a:lnTo>
                  <a:lnTo>
                    <a:pt x="228600" y="104140"/>
                  </a:lnTo>
                  <a:lnTo>
                    <a:pt x="228600" y="100342"/>
                  </a:lnTo>
                  <a:close/>
                </a:path>
                <a:path w="228600" h="349250">
                  <a:moveTo>
                    <a:pt x="22860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28600" y="100330"/>
                  </a:lnTo>
                  <a:lnTo>
                    <a:pt x="228600" y="93992"/>
                  </a:lnTo>
                  <a:close/>
                </a:path>
                <a:path w="228600" h="349250">
                  <a:moveTo>
                    <a:pt x="22860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28600" y="93980"/>
                  </a:lnTo>
                  <a:lnTo>
                    <a:pt x="228600" y="87642"/>
                  </a:lnTo>
                  <a:close/>
                </a:path>
                <a:path w="228600" h="349250">
                  <a:moveTo>
                    <a:pt x="228600" y="78752"/>
                  </a:moveTo>
                  <a:lnTo>
                    <a:pt x="0" y="78752"/>
                  </a:lnTo>
                  <a:lnTo>
                    <a:pt x="0" y="87630"/>
                  </a:lnTo>
                  <a:lnTo>
                    <a:pt x="228600" y="87630"/>
                  </a:lnTo>
                  <a:lnTo>
                    <a:pt x="228600" y="78752"/>
                  </a:lnTo>
                  <a:close/>
                </a:path>
                <a:path w="228600" h="349250">
                  <a:moveTo>
                    <a:pt x="228600" y="74942"/>
                  </a:moveTo>
                  <a:lnTo>
                    <a:pt x="0" y="74942"/>
                  </a:lnTo>
                  <a:lnTo>
                    <a:pt x="0" y="78740"/>
                  </a:lnTo>
                  <a:lnTo>
                    <a:pt x="228600" y="78740"/>
                  </a:lnTo>
                  <a:lnTo>
                    <a:pt x="228600" y="74942"/>
                  </a:lnTo>
                  <a:close/>
                </a:path>
                <a:path w="228600" h="349250">
                  <a:moveTo>
                    <a:pt x="228600" y="72402"/>
                  </a:moveTo>
                  <a:lnTo>
                    <a:pt x="0" y="72402"/>
                  </a:lnTo>
                  <a:lnTo>
                    <a:pt x="0" y="74930"/>
                  </a:lnTo>
                  <a:lnTo>
                    <a:pt x="228600" y="74930"/>
                  </a:lnTo>
                  <a:lnTo>
                    <a:pt x="228600" y="72402"/>
                  </a:lnTo>
                  <a:close/>
                </a:path>
                <a:path w="228600" h="349250">
                  <a:moveTo>
                    <a:pt x="228600" y="66052"/>
                  </a:moveTo>
                  <a:lnTo>
                    <a:pt x="0" y="66052"/>
                  </a:lnTo>
                  <a:lnTo>
                    <a:pt x="0" y="72390"/>
                  </a:lnTo>
                  <a:lnTo>
                    <a:pt x="228600" y="72390"/>
                  </a:lnTo>
                  <a:lnTo>
                    <a:pt x="228600" y="66052"/>
                  </a:lnTo>
                  <a:close/>
                </a:path>
                <a:path w="228600" h="349250">
                  <a:moveTo>
                    <a:pt x="228600" y="59702"/>
                  </a:moveTo>
                  <a:lnTo>
                    <a:pt x="0" y="59702"/>
                  </a:lnTo>
                  <a:lnTo>
                    <a:pt x="0" y="66040"/>
                  </a:lnTo>
                  <a:lnTo>
                    <a:pt x="228600" y="66040"/>
                  </a:lnTo>
                  <a:lnTo>
                    <a:pt x="228600" y="59702"/>
                  </a:lnTo>
                  <a:close/>
                </a:path>
                <a:path w="228600" h="349250">
                  <a:moveTo>
                    <a:pt x="228600" y="53352"/>
                  </a:moveTo>
                  <a:lnTo>
                    <a:pt x="0" y="53352"/>
                  </a:lnTo>
                  <a:lnTo>
                    <a:pt x="0" y="59690"/>
                  </a:lnTo>
                  <a:lnTo>
                    <a:pt x="228600" y="59690"/>
                  </a:lnTo>
                  <a:lnTo>
                    <a:pt x="228600" y="53352"/>
                  </a:lnTo>
                  <a:close/>
                </a:path>
                <a:path w="228600" h="349250">
                  <a:moveTo>
                    <a:pt x="228600" y="49542"/>
                  </a:moveTo>
                  <a:lnTo>
                    <a:pt x="0" y="49542"/>
                  </a:lnTo>
                  <a:lnTo>
                    <a:pt x="0" y="53340"/>
                  </a:lnTo>
                  <a:lnTo>
                    <a:pt x="228600" y="53340"/>
                  </a:lnTo>
                  <a:lnTo>
                    <a:pt x="228600" y="49542"/>
                  </a:lnTo>
                  <a:close/>
                </a:path>
                <a:path w="228600" h="349250">
                  <a:moveTo>
                    <a:pt x="22860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28600" y="49530"/>
                  </a:lnTo>
                  <a:lnTo>
                    <a:pt x="228600" y="43192"/>
                  </a:lnTo>
                  <a:close/>
                </a:path>
                <a:path w="228600" h="349250">
                  <a:moveTo>
                    <a:pt x="22860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28600" y="43180"/>
                  </a:lnTo>
                  <a:lnTo>
                    <a:pt x="228600" y="36842"/>
                  </a:lnTo>
                  <a:close/>
                </a:path>
                <a:path w="228600" h="349250">
                  <a:moveTo>
                    <a:pt x="22860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28600" y="36830"/>
                  </a:lnTo>
                  <a:lnTo>
                    <a:pt x="228600" y="30492"/>
                  </a:lnTo>
                  <a:close/>
                </a:path>
                <a:path w="228600" h="349250">
                  <a:moveTo>
                    <a:pt x="228600" y="27952"/>
                  </a:moveTo>
                  <a:lnTo>
                    <a:pt x="0" y="27952"/>
                  </a:lnTo>
                  <a:lnTo>
                    <a:pt x="0" y="30480"/>
                  </a:lnTo>
                  <a:lnTo>
                    <a:pt x="228600" y="30480"/>
                  </a:lnTo>
                  <a:lnTo>
                    <a:pt x="228600" y="27952"/>
                  </a:lnTo>
                  <a:close/>
                </a:path>
                <a:path w="228600" h="349250">
                  <a:moveTo>
                    <a:pt x="228600" y="24142"/>
                  </a:moveTo>
                  <a:lnTo>
                    <a:pt x="0" y="24142"/>
                  </a:lnTo>
                  <a:lnTo>
                    <a:pt x="0" y="27940"/>
                  </a:lnTo>
                  <a:lnTo>
                    <a:pt x="228600" y="27940"/>
                  </a:lnTo>
                  <a:lnTo>
                    <a:pt x="228600" y="24142"/>
                  </a:lnTo>
                  <a:close/>
                </a:path>
                <a:path w="228600" h="349250">
                  <a:moveTo>
                    <a:pt x="228600" y="15252"/>
                  </a:moveTo>
                  <a:lnTo>
                    <a:pt x="0" y="15252"/>
                  </a:lnTo>
                  <a:lnTo>
                    <a:pt x="0" y="24130"/>
                  </a:lnTo>
                  <a:lnTo>
                    <a:pt x="228600" y="24130"/>
                  </a:lnTo>
                  <a:lnTo>
                    <a:pt x="228600" y="15252"/>
                  </a:lnTo>
                  <a:close/>
                </a:path>
                <a:path w="228600" h="349250">
                  <a:moveTo>
                    <a:pt x="22860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228600" y="15240"/>
                  </a:lnTo>
                  <a:lnTo>
                    <a:pt x="228600" y="8902"/>
                  </a:lnTo>
                  <a:close/>
                </a:path>
                <a:path w="228600" h="349250">
                  <a:moveTo>
                    <a:pt x="22860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228600" y="8890"/>
                  </a:lnTo>
                  <a:lnTo>
                    <a:pt x="228600" y="2552"/>
                  </a:lnTo>
                  <a:close/>
                </a:path>
                <a:path w="228600" h="349250">
                  <a:moveTo>
                    <a:pt x="22860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28600" y="2540"/>
                  </a:lnTo>
                  <a:lnTo>
                    <a:pt x="228600" y="0"/>
                  </a:lnTo>
                  <a:close/>
                </a:path>
              </a:pathLst>
            </a:custGeom>
            <a:solidFill>
              <a:srgbClr val="D7D7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6664960" y="5561329"/>
              <a:ext cx="228600" cy="349250"/>
            </a:xfrm>
            <a:custGeom>
              <a:avLst/>
              <a:gdLst/>
              <a:ahLst/>
              <a:cxnLst/>
              <a:rect l="l" t="t" r="r" b="b"/>
              <a:pathLst>
                <a:path w="228600" h="349250">
                  <a:moveTo>
                    <a:pt x="228600" y="347992"/>
                  </a:moveTo>
                  <a:lnTo>
                    <a:pt x="0" y="347992"/>
                  </a:lnTo>
                  <a:lnTo>
                    <a:pt x="0" y="349250"/>
                  </a:lnTo>
                  <a:lnTo>
                    <a:pt x="228600" y="349250"/>
                  </a:lnTo>
                  <a:lnTo>
                    <a:pt x="228600" y="347992"/>
                  </a:lnTo>
                  <a:close/>
                </a:path>
                <a:path w="228600" h="349250">
                  <a:moveTo>
                    <a:pt x="228600" y="345452"/>
                  </a:moveTo>
                  <a:lnTo>
                    <a:pt x="0" y="345452"/>
                  </a:lnTo>
                  <a:lnTo>
                    <a:pt x="0" y="347980"/>
                  </a:lnTo>
                  <a:lnTo>
                    <a:pt x="228600" y="347980"/>
                  </a:lnTo>
                  <a:lnTo>
                    <a:pt x="228600" y="345452"/>
                  </a:lnTo>
                  <a:close/>
                </a:path>
                <a:path w="228600" h="349250">
                  <a:moveTo>
                    <a:pt x="228600" y="341642"/>
                  </a:moveTo>
                  <a:lnTo>
                    <a:pt x="0" y="341642"/>
                  </a:lnTo>
                  <a:lnTo>
                    <a:pt x="0" y="345440"/>
                  </a:lnTo>
                  <a:lnTo>
                    <a:pt x="228600" y="345440"/>
                  </a:lnTo>
                  <a:lnTo>
                    <a:pt x="228600" y="341642"/>
                  </a:lnTo>
                  <a:close/>
                </a:path>
                <a:path w="228600" h="349250">
                  <a:moveTo>
                    <a:pt x="228600" y="339102"/>
                  </a:moveTo>
                  <a:lnTo>
                    <a:pt x="0" y="339102"/>
                  </a:lnTo>
                  <a:lnTo>
                    <a:pt x="0" y="341630"/>
                  </a:lnTo>
                  <a:lnTo>
                    <a:pt x="228600" y="341630"/>
                  </a:lnTo>
                  <a:lnTo>
                    <a:pt x="228600" y="339102"/>
                  </a:lnTo>
                  <a:close/>
                </a:path>
                <a:path w="228600" h="349250">
                  <a:moveTo>
                    <a:pt x="228600" y="326402"/>
                  </a:moveTo>
                  <a:lnTo>
                    <a:pt x="0" y="326402"/>
                  </a:lnTo>
                  <a:lnTo>
                    <a:pt x="0" y="339090"/>
                  </a:lnTo>
                  <a:lnTo>
                    <a:pt x="228600" y="339090"/>
                  </a:lnTo>
                  <a:lnTo>
                    <a:pt x="228600" y="326402"/>
                  </a:lnTo>
                  <a:close/>
                </a:path>
                <a:path w="228600" h="349250">
                  <a:moveTo>
                    <a:pt x="228600" y="320052"/>
                  </a:moveTo>
                  <a:lnTo>
                    <a:pt x="0" y="320052"/>
                  </a:lnTo>
                  <a:lnTo>
                    <a:pt x="0" y="326390"/>
                  </a:lnTo>
                  <a:lnTo>
                    <a:pt x="228600" y="326390"/>
                  </a:lnTo>
                  <a:lnTo>
                    <a:pt x="228600" y="320052"/>
                  </a:lnTo>
                  <a:close/>
                </a:path>
                <a:path w="228600" h="349250">
                  <a:moveTo>
                    <a:pt x="228600" y="316242"/>
                  </a:moveTo>
                  <a:lnTo>
                    <a:pt x="0" y="316242"/>
                  </a:lnTo>
                  <a:lnTo>
                    <a:pt x="0" y="320040"/>
                  </a:lnTo>
                  <a:lnTo>
                    <a:pt x="228600" y="320040"/>
                  </a:lnTo>
                  <a:lnTo>
                    <a:pt x="228600" y="316242"/>
                  </a:lnTo>
                  <a:close/>
                </a:path>
                <a:path w="228600" h="349250">
                  <a:moveTo>
                    <a:pt x="228600" y="309892"/>
                  </a:moveTo>
                  <a:lnTo>
                    <a:pt x="0" y="309892"/>
                  </a:lnTo>
                  <a:lnTo>
                    <a:pt x="0" y="316230"/>
                  </a:lnTo>
                  <a:lnTo>
                    <a:pt x="228600" y="316230"/>
                  </a:lnTo>
                  <a:lnTo>
                    <a:pt x="228600" y="309892"/>
                  </a:lnTo>
                  <a:close/>
                </a:path>
                <a:path w="228600" h="349250">
                  <a:moveTo>
                    <a:pt x="228600" y="303542"/>
                  </a:moveTo>
                  <a:lnTo>
                    <a:pt x="0" y="303542"/>
                  </a:lnTo>
                  <a:lnTo>
                    <a:pt x="0" y="309880"/>
                  </a:lnTo>
                  <a:lnTo>
                    <a:pt x="228600" y="309880"/>
                  </a:lnTo>
                  <a:lnTo>
                    <a:pt x="228600" y="303542"/>
                  </a:lnTo>
                  <a:close/>
                </a:path>
                <a:path w="228600" h="349250">
                  <a:moveTo>
                    <a:pt x="228600" y="297192"/>
                  </a:moveTo>
                  <a:lnTo>
                    <a:pt x="0" y="297192"/>
                  </a:lnTo>
                  <a:lnTo>
                    <a:pt x="0" y="303530"/>
                  </a:lnTo>
                  <a:lnTo>
                    <a:pt x="228600" y="303530"/>
                  </a:lnTo>
                  <a:lnTo>
                    <a:pt x="228600" y="297192"/>
                  </a:lnTo>
                  <a:close/>
                </a:path>
                <a:path w="228600" h="349250">
                  <a:moveTo>
                    <a:pt x="228600" y="294652"/>
                  </a:moveTo>
                  <a:lnTo>
                    <a:pt x="0" y="294652"/>
                  </a:lnTo>
                  <a:lnTo>
                    <a:pt x="0" y="297180"/>
                  </a:lnTo>
                  <a:lnTo>
                    <a:pt x="228600" y="297180"/>
                  </a:lnTo>
                  <a:lnTo>
                    <a:pt x="228600" y="294652"/>
                  </a:lnTo>
                  <a:close/>
                </a:path>
                <a:path w="228600" h="349250">
                  <a:moveTo>
                    <a:pt x="228600" y="290842"/>
                  </a:moveTo>
                  <a:lnTo>
                    <a:pt x="0" y="290842"/>
                  </a:lnTo>
                  <a:lnTo>
                    <a:pt x="0" y="294640"/>
                  </a:lnTo>
                  <a:lnTo>
                    <a:pt x="228600" y="294640"/>
                  </a:lnTo>
                  <a:lnTo>
                    <a:pt x="228600" y="290842"/>
                  </a:lnTo>
                  <a:close/>
                </a:path>
                <a:path w="228600" h="349250">
                  <a:moveTo>
                    <a:pt x="228600" y="288302"/>
                  </a:moveTo>
                  <a:lnTo>
                    <a:pt x="0" y="288302"/>
                  </a:lnTo>
                  <a:lnTo>
                    <a:pt x="0" y="290830"/>
                  </a:lnTo>
                  <a:lnTo>
                    <a:pt x="228600" y="290830"/>
                  </a:lnTo>
                  <a:lnTo>
                    <a:pt x="228600" y="288302"/>
                  </a:lnTo>
                  <a:close/>
                </a:path>
                <a:path w="228600" h="349250">
                  <a:moveTo>
                    <a:pt x="228600" y="281952"/>
                  </a:moveTo>
                  <a:lnTo>
                    <a:pt x="0" y="281952"/>
                  </a:lnTo>
                  <a:lnTo>
                    <a:pt x="0" y="288290"/>
                  </a:lnTo>
                  <a:lnTo>
                    <a:pt x="228600" y="288290"/>
                  </a:lnTo>
                  <a:lnTo>
                    <a:pt x="228600" y="281952"/>
                  </a:lnTo>
                  <a:close/>
                </a:path>
                <a:path w="228600" h="349250">
                  <a:moveTo>
                    <a:pt x="228600" y="275602"/>
                  </a:moveTo>
                  <a:lnTo>
                    <a:pt x="0" y="275602"/>
                  </a:lnTo>
                  <a:lnTo>
                    <a:pt x="0" y="281940"/>
                  </a:lnTo>
                  <a:lnTo>
                    <a:pt x="228600" y="281940"/>
                  </a:lnTo>
                  <a:lnTo>
                    <a:pt x="228600" y="275602"/>
                  </a:lnTo>
                  <a:close/>
                </a:path>
                <a:path w="228600" h="349250">
                  <a:moveTo>
                    <a:pt x="228600" y="269252"/>
                  </a:moveTo>
                  <a:lnTo>
                    <a:pt x="0" y="269252"/>
                  </a:lnTo>
                  <a:lnTo>
                    <a:pt x="0" y="275590"/>
                  </a:lnTo>
                  <a:lnTo>
                    <a:pt x="228600" y="275590"/>
                  </a:lnTo>
                  <a:lnTo>
                    <a:pt x="228600" y="269252"/>
                  </a:lnTo>
                  <a:close/>
                </a:path>
                <a:path w="228600" h="349250">
                  <a:moveTo>
                    <a:pt x="228600" y="265442"/>
                  </a:moveTo>
                  <a:lnTo>
                    <a:pt x="0" y="265442"/>
                  </a:lnTo>
                  <a:lnTo>
                    <a:pt x="0" y="269240"/>
                  </a:lnTo>
                  <a:lnTo>
                    <a:pt x="228600" y="269240"/>
                  </a:lnTo>
                  <a:lnTo>
                    <a:pt x="228600" y="265442"/>
                  </a:lnTo>
                  <a:close/>
                </a:path>
                <a:path w="228600" h="349250">
                  <a:moveTo>
                    <a:pt x="228600" y="259092"/>
                  </a:moveTo>
                  <a:lnTo>
                    <a:pt x="0" y="259092"/>
                  </a:lnTo>
                  <a:lnTo>
                    <a:pt x="0" y="265430"/>
                  </a:lnTo>
                  <a:lnTo>
                    <a:pt x="228600" y="265430"/>
                  </a:lnTo>
                  <a:lnTo>
                    <a:pt x="228600" y="259092"/>
                  </a:lnTo>
                  <a:close/>
                </a:path>
                <a:path w="228600" h="349250">
                  <a:moveTo>
                    <a:pt x="228600" y="252742"/>
                  </a:moveTo>
                  <a:lnTo>
                    <a:pt x="0" y="252742"/>
                  </a:lnTo>
                  <a:lnTo>
                    <a:pt x="0" y="259080"/>
                  </a:lnTo>
                  <a:lnTo>
                    <a:pt x="228600" y="259080"/>
                  </a:lnTo>
                  <a:lnTo>
                    <a:pt x="228600" y="252742"/>
                  </a:lnTo>
                  <a:close/>
                </a:path>
                <a:path w="228600" h="349250">
                  <a:moveTo>
                    <a:pt x="228600" y="246392"/>
                  </a:moveTo>
                  <a:lnTo>
                    <a:pt x="0" y="246392"/>
                  </a:lnTo>
                  <a:lnTo>
                    <a:pt x="0" y="252730"/>
                  </a:lnTo>
                  <a:lnTo>
                    <a:pt x="228600" y="252730"/>
                  </a:lnTo>
                  <a:lnTo>
                    <a:pt x="228600" y="246392"/>
                  </a:lnTo>
                  <a:close/>
                </a:path>
                <a:path w="228600" h="349250">
                  <a:moveTo>
                    <a:pt x="22860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228600" y="246380"/>
                  </a:lnTo>
                  <a:lnTo>
                    <a:pt x="228600" y="243852"/>
                  </a:lnTo>
                  <a:close/>
                </a:path>
                <a:path w="228600" h="349250">
                  <a:moveTo>
                    <a:pt x="22860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228600" y="243840"/>
                  </a:lnTo>
                  <a:lnTo>
                    <a:pt x="228600" y="240042"/>
                  </a:lnTo>
                  <a:close/>
                </a:path>
                <a:path w="228600" h="349250">
                  <a:moveTo>
                    <a:pt x="22860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228600" y="240030"/>
                  </a:lnTo>
                  <a:lnTo>
                    <a:pt x="228600" y="237502"/>
                  </a:lnTo>
                  <a:close/>
                </a:path>
                <a:path w="228600" h="349250">
                  <a:moveTo>
                    <a:pt x="22860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228600" y="237490"/>
                  </a:lnTo>
                  <a:lnTo>
                    <a:pt x="228600" y="233692"/>
                  </a:lnTo>
                  <a:close/>
                </a:path>
                <a:path w="228600" h="349250">
                  <a:moveTo>
                    <a:pt x="22860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228600" y="233680"/>
                  </a:lnTo>
                  <a:lnTo>
                    <a:pt x="228600" y="231152"/>
                  </a:lnTo>
                  <a:close/>
                </a:path>
                <a:path w="228600" h="349250">
                  <a:moveTo>
                    <a:pt x="228600" y="224802"/>
                  </a:moveTo>
                  <a:lnTo>
                    <a:pt x="0" y="224802"/>
                  </a:lnTo>
                  <a:lnTo>
                    <a:pt x="0" y="231140"/>
                  </a:lnTo>
                  <a:lnTo>
                    <a:pt x="228600" y="231140"/>
                  </a:lnTo>
                  <a:lnTo>
                    <a:pt x="228600" y="224802"/>
                  </a:lnTo>
                  <a:close/>
                </a:path>
                <a:path w="228600" h="349250">
                  <a:moveTo>
                    <a:pt x="228600" y="218452"/>
                  </a:moveTo>
                  <a:lnTo>
                    <a:pt x="0" y="218452"/>
                  </a:lnTo>
                  <a:lnTo>
                    <a:pt x="0" y="224790"/>
                  </a:lnTo>
                  <a:lnTo>
                    <a:pt x="228600" y="224790"/>
                  </a:lnTo>
                  <a:lnTo>
                    <a:pt x="228600" y="218452"/>
                  </a:lnTo>
                  <a:close/>
                </a:path>
                <a:path w="228600" h="349250">
                  <a:moveTo>
                    <a:pt x="228600" y="212102"/>
                  </a:moveTo>
                  <a:lnTo>
                    <a:pt x="0" y="212102"/>
                  </a:lnTo>
                  <a:lnTo>
                    <a:pt x="0" y="218440"/>
                  </a:lnTo>
                  <a:lnTo>
                    <a:pt x="228600" y="218440"/>
                  </a:lnTo>
                  <a:lnTo>
                    <a:pt x="228600" y="212102"/>
                  </a:lnTo>
                  <a:close/>
                </a:path>
                <a:path w="228600" h="349250">
                  <a:moveTo>
                    <a:pt x="228600" y="208292"/>
                  </a:moveTo>
                  <a:lnTo>
                    <a:pt x="0" y="208292"/>
                  </a:lnTo>
                  <a:lnTo>
                    <a:pt x="0" y="212090"/>
                  </a:lnTo>
                  <a:lnTo>
                    <a:pt x="228600" y="212090"/>
                  </a:lnTo>
                  <a:lnTo>
                    <a:pt x="228600" y="208292"/>
                  </a:lnTo>
                  <a:close/>
                </a:path>
                <a:path w="228600" h="349250">
                  <a:moveTo>
                    <a:pt x="228600" y="201942"/>
                  </a:moveTo>
                  <a:lnTo>
                    <a:pt x="0" y="201942"/>
                  </a:lnTo>
                  <a:lnTo>
                    <a:pt x="0" y="208280"/>
                  </a:lnTo>
                  <a:lnTo>
                    <a:pt x="228600" y="208280"/>
                  </a:lnTo>
                  <a:lnTo>
                    <a:pt x="228600" y="201942"/>
                  </a:lnTo>
                  <a:close/>
                </a:path>
                <a:path w="228600" h="349250">
                  <a:moveTo>
                    <a:pt x="228600" y="195592"/>
                  </a:moveTo>
                  <a:lnTo>
                    <a:pt x="0" y="195592"/>
                  </a:lnTo>
                  <a:lnTo>
                    <a:pt x="0" y="201930"/>
                  </a:lnTo>
                  <a:lnTo>
                    <a:pt x="228600" y="201930"/>
                  </a:lnTo>
                  <a:lnTo>
                    <a:pt x="228600" y="195592"/>
                  </a:lnTo>
                  <a:close/>
                </a:path>
                <a:path w="228600" h="349250">
                  <a:moveTo>
                    <a:pt x="22860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28600" y="195580"/>
                  </a:lnTo>
                  <a:lnTo>
                    <a:pt x="228600" y="189242"/>
                  </a:lnTo>
                  <a:close/>
                </a:path>
                <a:path w="228600" h="349250">
                  <a:moveTo>
                    <a:pt x="228600" y="186702"/>
                  </a:moveTo>
                  <a:lnTo>
                    <a:pt x="0" y="186702"/>
                  </a:lnTo>
                  <a:lnTo>
                    <a:pt x="0" y="189230"/>
                  </a:lnTo>
                  <a:lnTo>
                    <a:pt x="228600" y="189230"/>
                  </a:lnTo>
                  <a:lnTo>
                    <a:pt x="228600" y="186702"/>
                  </a:lnTo>
                  <a:close/>
                </a:path>
                <a:path w="228600" h="349250">
                  <a:moveTo>
                    <a:pt x="228600" y="182892"/>
                  </a:moveTo>
                  <a:lnTo>
                    <a:pt x="0" y="182892"/>
                  </a:lnTo>
                  <a:lnTo>
                    <a:pt x="0" y="186690"/>
                  </a:lnTo>
                  <a:lnTo>
                    <a:pt x="228600" y="186690"/>
                  </a:lnTo>
                  <a:lnTo>
                    <a:pt x="228600" y="182892"/>
                  </a:lnTo>
                  <a:close/>
                </a:path>
                <a:path w="228600" h="349250">
                  <a:moveTo>
                    <a:pt x="228600" y="180352"/>
                  </a:moveTo>
                  <a:lnTo>
                    <a:pt x="0" y="180352"/>
                  </a:lnTo>
                  <a:lnTo>
                    <a:pt x="0" y="182880"/>
                  </a:lnTo>
                  <a:lnTo>
                    <a:pt x="228600" y="182880"/>
                  </a:lnTo>
                  <a:lnTo>
                    <a:pt x="228600" y="180352"/>
                  </a:lnTo>
                  <a:close/>
                </a:path>
                <a:path w="228600" h="349250">
                  <a:moveTo>
                    <a:pt x="228600" y="174002"/>
                  </a:moveTo>
                  <a:lnTo>
                    <a:pt x="0" y="174002"/>
                  </a:lnTo>
                  <a:lnTo>
                    <a:pt x="0" y="180340"/>
                  </a:lnTo>
                  <a:lnTo>
                    <a:pt x="228600" y="180340"/>
                  </a:lnTo>
                  <a:lnTo>
                    <a:pt x="228600" y="174002"/>
                  </a:lnTo>
                  <a:close/>
                </a:path>
                <a:path w="228600" h="349250">
                  <a:moveTo>
                    <a:pt x="228600" y="167652"/>
                  </a:moveTo>
                  <a:lnTo>
                    <a:pt x="0" y="167652"/>
                  </a:lnTo>
                  <a:lnTo>
                    <a:pt x="0" y="173990"/>
                  </a:lnTo>
                  <a:lnTo>
                    <a:pt x="228600" y="173990"/>
                  </a:lnTo>
                  <a:lnTo>
                    <a:pt x="228600" y="167652"/>
                  </a:lnTo>
                  <a:close/>
                </a:path>
                <a:path w="228600" h="349250">
                  <a:moveTo>
                    <a:pt x="228600" y="161302"/>
                  </a:moveTo>
                  <a:lnTo>
                    <a:pt x="0" y="161302"/>
                  </a:lnTo>
                  <a:lnTo>
                    <a:pt x="0" y="167640"/>
                  </a:lnTo>
                  <a:lnTo>
                    <a:pt x="228600" y="167640"/>
                  </a:lnTo>
                  <a:lnTo>
                    <a:pt x="228600" y="161302"/>
                  </a:lnTo>
                  <a:close/>
                </a:path>
                <a:path w="228600" h="349250">
                  <a:moveTo>
                    <a:pt x="228600" y="157492"/>
                  </a:moveTo>
                  <a:lnTo>
                    <a:pt x="0" y="157492"/>
                  </a:lnTo>
                  <a:lnTo>
                    <a:pt x="0" y="161290"/>
                  </a:lnTo>
                  <a:lnTo>
                    <a:pt x="228600" y="161290"/>
                  </a:lnTo>
                  <a:lnTo>
                    <a:pt x="228600" y="157492"/>
                  </a:lnTo>
                  <a:close/>
                </a:path>
                <a:path w="228600" h="349250">
                  <a:moveTo>
                    <a:pt x="22860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28600" y="157480"/>
                  </a:lnTo>
                  <a:lnTo>
                    <a:pt x="228600" y="151142"/>
                  </a:lnTo>
                  <a:close/>
                </a:path>
                <a:path w="228600" h="349250">
                  <a:moveTo>
                    <a:pt x="228600" y="144792"/>
                  </a:moveTo>
                  <a:lnTo>
                    <a:pt x="0" y="144792"/>
                  </a:lnTo>
                  <a:lnTo>
                    <a:pt x="0" y="151130"/>
                  </a:lnTo>
                  <a:lnTo>
                    <a:pt x="228600" y="151130"/>
                  </a:lnTo>
                  <a:lnTo>
                    <a:pt x="228600" y="144792"/>
                  </a:lnTo>
                  <a:close/>
                </a:path>
                <a:path w="228600" h="349250">
                  <a:moveTo>
                    <a:pt x="228600" y="138442"/>
                  </a:moveTo>
                  <a:lnTo>
                    <a:pt x="0" y="138442"/>
                  </a:lnTo>
                  <a:lnTo>
                    <a:pt x="0" y="144780"/>
                  </a:lnTo>
                  <a:lnTo>
                    <a:pt x="228600" y="144780"/>
                  </a:lnTo>
                  <a:lnTo>
                    <a:pt x="228600" y="138442"/>
                  </a:lnTo>
                  <a:close/>
                </a:path>
                <a:path w="228600" h="349250">
                  <a:moveTo>
                    <a:pt x="228600" y="135902"/>
                  </a:moveTo>
                  <a:lnTo>
                    <a:pt x="0" y="135902"/>
                  </a:lnTo>
                  <a:lnTo>
                    <a:pt x="0" y="138430"/>
                  </a:lnTo>
                  <a:lnTo>
                    <a:pt x="228600" y="138430"/>
                  </a:lnTo>
                  <a:lnTo>
                    <a:pt x="228600" y="135902"/>
                  </a:lnTo>
                  <a:close/>
                </a:path>
                <a:path w="228600" h="349250">
                  <a:moveTo>
                    <a:pt x="228600" y="132092"/>
                  </a:moveTo>
                  <a:lnTo>
                    <a:pt x="0" y="132092"/>
                  </a:lnTo>
                  <a:lnTo>
                    <a:pt x="0" y="135890"/>
                  </a:lnTo>
                  <a:lnTo>
                    <a:pt x="228600" y="135890"/>
                  </a:lnTo>
                  <a:lnTo>
                    <a:pt x="228600" y="132092"/>
                  </a:lnTo>
                  <a:close/>
                </a:path>
                <a:path w="228600" h="349250">
                  <a:moveTo>
                    <a:pt x="228600" y="129552"/>
                  </a:moveTo>
                  <a:lnTo>
                    <a:pt x="0" y="129552"/>
                  </a:lnTo>
                  <a:lnTo>
                    <a:pt x="0" y="132080"/>
                  </a:lnTo>
                  <a:lnTo>
                    <a:pt x="228600" y="132080"/>
                  </a:lnTo>
                  <a:lnTo>
                    <a:pt x="228600" y="129552"/>
                  </a:lnTo>
                  <a:close/>
                </a:path>
                <a:path w="228600" h="349250">
                  <a:moveTo>
                    <a:pt x="228600" y="125742"/>
                  </a:moveTo>
                  <a:lnTo>
                    <a:pt x="0" y="125742"/>
                  </a:lnTo>
                  <a:lnTo>
                    <a:pt x="0" y="129540"/>
                  </a:lnTo>
                  <a:lnTo>
                    <a:pt x="228600" y="129540"/>
                  </a:lnTo>
                  <a:lnTo>
                    <a:pt x="228600" y="125742"/>
                  </a:lnTo>
                  <a:close/>
                </a:path>
                <a:path w="228600" h="349250">
                  <a:moveTo>
                    <a:pt x="228600" y="123202"/>
                  </a:moveTo>
                  <a:lnTo>
                    <a:pt x="0" y="123202"/>
                  </a:lnTo>
                  <a:lnTo>
                    <a:pt x="0" y="125730"/>
                  </a:lnTo>
                  <a:lnTo>
                    <a:pt x="228600" y="125730"/>
                  </a:lnTo>
                  <a:lnTo>
                    <a:pt x="228600" y="123202"/>
                  </a:lnTo>
                  <a:close/>
                </a:path>
                <a:path w="228600" h="349250">
                  <a:moveTo>
                    <a:pt x="228600" y="116852"/>
                  </a:moveTo>
                  <a:lnTo>
                    <a:pt x="0" y="116852"/>
                  </a:lnTo>
                  <a:lnTo>
                    <a:pt x="0" y="123190"/>
                  </a:lnTo>
                  <a:lnTo>
                    <a:pt x="228600" y="123190"/>
                  </a:lnTo>
                  <a:lnTo>
                    <a:pt x="228600" y="116852"/>
                  </a:lnTo>
                  <a:close/>
                </a:path>
                <a:path w="228600" h="349250">
                  <a:moveTo>
                    <a:pt x="228600" y="110502"/>
                  </a:moveTo>
                  <a:lnTo>
                    <a:pt x="0" y="110502"/>
                  </a:lnTo>
                  <a:lnTo>
                    <a:pt x="0" y="116840"/>
                  </a:lnTo>
                  <a:lnTo>
                    <a:pt x="228600" y="116840"/>
                  </a:lnTo>
                  <a:lnTo>
                    <a:pt x="228600" y="110502"/>
                  </a:lnTo>
                  <a:close/>
                </a:path>
                <a:path w="228600" h="349250">
                  <a:moveTo>
                    <a:pt x="228600" y="104152"/>
                  </a:moveTo>
                  <a:lnTo>
                    <a:pt x="0" y="104152"/>
                  </a:lnTo>
                  <a:lnTo>
                    <a:pt x="0" y="110490"/>
                  </a:lnTo>
                  <a:lnTo>
                    <a:pt x="228600" y="110490"/>
                  </a:lnTo>
                  <a:lnTo>
                    <a:pt x="228600" y="104152"/>
                  </a:lnTo>
                  <a:close/>
                </a:path>
                <a:path w="228600" h="349250">
                  <a:moveTo>
                    <a:pt x="228600" y="100342"/>
                  </a:moveTo>
                  <a:lnTo>
                    <a:pt x="0" y="100342"/>
                  </a:lnTo>
                  <a:lnTo>
                    <a:pt x="0" y="104140"/>
                  </a:lnTo>
                  <a:lnTo>
                    <a:pt x="228600" y="104140"/>
                  </a:lnTo>
                  <a:lnTo>
                    <a:pt x="228600" y="100342"/>
                  </a:lnTo>
                  <a:close/>
                </a:path>
                <a:path w="228600" h="349250">
                  <a:moveTo>
                    <a:pt x="22860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28600" y="100330"/>
                  </a:lnTo>
                  <a:lnTo>
                    <a:pt x="228600" y="93992"/>
                  </a:lnTo>
                  <a:close/>
                </a:path>
                <a:path w="228600" h="349250">
                  <a:moveTo>
                    <a:pt x="22860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28600" y="93980"/>
                  </a:lnTo>
                  <a:lnTo>
                    <a:pt x="228600" y="87642"/>
                  </a:lnTo>
                  <a:close/>
                </a:path>
                <a:path w="228600" h="349250">
                  <a:moveTo>
                    <a:pt x="228600" y="78752"/>
                  </a:moveTo>
                  <a:lnTo>
                    <a:pt x="0" y="78752"/>
                  </a:lnTo>
                  <a:lnTo>
                    <a:pt x="0" y="87630"/>
                  </a:lnTo>
                  <a:lnTo>
                    <a:pt x="228600" y="87630"/>
                  </a:lnTo>
                  <a:lnTo>
                    <a:pt x="228600" y="78752"/>
                  </a:lnTo>
                  <a:close/>
                </a:path>
                <a:path w="228600" h="349250">
                  <a:moveTo>
                    <a:pt x="228600" y="74942"/>
                  </a:moveTo>
                  <a:lnTo>
                    <a:pt x="0" y="74942"/>
                  </a:lnTo>
                  <a:lnTo>
                    <a:pt x="0" y="78740"/>
                  </a:lnTo>
                  <a:lnTo>
                    <a:pt x="228600" y="78740"/>
                  </a:lnTo>
                  <a:lnTo>
                    <a:pt x="228600" y="74942"/>
                  </a:lnTo>
                  <a:close/>
                </a:path>
                <a:path w="228600" h="349250">
                  <a:moveTo>
                    <a:pt x="228600" y="72402"/>
                  </a:moveTo>
                  <a:lnTo>
                    <a:pt x="0" y="72402"/>
                  </a:lnTo>
                  <a:lnTo>
                    <a:pt x="0" y="74930"/>
                  </a:lnTo>
                  <a:lnTo>
                    <a:pt x="228600" y="74930"/>
                  </a:lnTo>
                  <a:lnTo>
                    <a:pt x="228600" y="72402"/>
                  </a:lnTo>
                  <a:close/>
                </a:path>
                <a:path w="228600" h="349250">
                  <a:moveTo>
                    <a:pt x="228600" y="66052"/>
                  </a:moveTo>
                  <a:lnTo>
                    <a:pt x="0" y="66052"/>
                  </a:lnTo>
                  <a:lnTo>
                    <a:pt x="0" y="72390"/>
                  </a:lnTo>
                  <a:lnTo>
                    <a:pt x="228600" y="72390"/>
                  </a:lnTo>
                  <a:lnTo>
                    <a:pt x="228600" y="66052"/>
                  </a:lnTo>
                  <a:close/>
                </a:path>
                <a:path w="228600" h="349250">
                  <a:moveTo>
                    <a:pt x="228600" y="59702"/>
                  </a:moveTo>
                  <a:lnTo>
                    <a:pt x="0" y="59702"/>
                  </a:lnTo>
                  <a:lnTo>
                    <a:pt x="0" y="66040"/>
                  </a:lnTo>
                  <a:lnTo>
                    <a:pt x="228600" y="66040"/>
                  </a:lnTo>
                  <a:lnTo>
                    <a:pt x="228600" y="59702"/>
                  </a:lnTo>
                  <a:close/>
                </a:path>
                <a:path w="228600" h="349250">
                  <a:moveTo>
                    <a:pt x="228600" y="53352"/>
                  </a:moveTo>
                  <a:lnTo>
                    <a:pt x="0" y="53352"/>
                  </a:lnTo>
                  <a:lnTo>
                    <a:pt x="0" y="59690"/>
                  </a:lnTo>
                  <a:lnTo>
                    <a:pt x="228600" y="59690"/>
                  </a:lnTo>
                  <a:lnTo>
                    <a:pt x="228600" y="53352"/>
                  </a:lnTo>
                  <a:close/>
                </a:path>
                <a:path w="228600" h="349250">
                  <a:moveTo>
                    <a:pt x="228600" y="49542"/>
                  </a:moveTo>
                  <a:lnTo>
                    <a:pt x="0" y="49542"/>
                  </a:lnTo>
                  <a:lnTo>
                    <a:pt x="0" y="53340"/>
                  </a:lnTo>
                  <a:lnTo>
                    <a:pt x="228600" y="53340"/>
                  </a:lnTo>
                  <a:lnTo>
                    <a:pt x="228600" y="49542"/>
                  </a:lnTo>
                  <a:close/>
                </a:path>
                <a:path w="228600" h="349250">
                  <a:moveTo>
                    <a:pt x="22860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28600" y="49530"/>
                  </a:lnTo>
                  <a:lnTo>
                    <a:pt x="228600" y="43192"/>
                  </a:lnTo>
                  <a:close/>
                </a:path>
                <a:path w="228600" h="349250">
                  <a:moveTo>
                    <a:pt x="22860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28600" y="43180"/>
                  </a:lnTo>
                  <a:lnTo>
                    <a:pt x="228600" y="36842"/>
                  </a:lnTo>
                  <a:close/>
                </a:path>
                <a:path w="228600" h="349250">
                  <a:moveTo>
                    <a:pt x="22860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28600" y="36830"/>
                  </a:lnTo>
                  <a:lnTo>
                    <a:pt x="228600" y="30492"/>
                  </a:lnTo>
                  <a:close/>
                </a:path>
                <a:path w="228600" h="349250">
                  <a:moveTo>
                    <a:pt x="228600" y="27952"/>
                  </a:moveTo>
                  <a:lnTo>
                    <a:pt x="0" y="27952"/>
                  </a:lnTo>
                  <a:lnTo>
                    <a:pt x="0" y="30480"/>
                  </a:lnTo>
                  <a:lnTo>
                    <a:pt x="228600" y="30480"/>
                  </a:lnTo>
                  <a:lnTo>
                    <a:pt x="228600" y="27952"/>
                  </a:lnTo>
                  <a:close/>
                </a:path>
                <a:path w="228600" h="349250">
                  <a:moveTo>
                    <a:pt x="228600" y="24142"/>
                  </a:moveTo>
                  <a:lnTo>
                    <a:pt x="0" y="24142"/>
                  </a:lnTo>
                  <a:lnTo>
                    <a:pt x="0" y="27940"/>
                  </a:lnTo>
                  <a:lnTo>
                    <a:pt x="228600" y="27940"/>
                  </a:lnTo>
                  <a:lnTo>
                    <a:pt x="228600" y="24142"/>
                  </a:lnTo>
                  <a:close/>
                </a:path>
                <a:path w="228600" h="349250">
                  <a:moveTo>
                    <a:pt x="228600" y="15252"/>
                  </a:moveTo>
                  <a:lnTo>
                    <a:pt x="0" y="15252"/>
                  </a:lnTo>
                  <a:lnTo>
                    <a:pt x="0" y="24130"/>
                  </a:lnTo>
                  <a:lnTo>
                    <a:pt x="228600" y="24130"/>
                  </a:lnTo>
                  <a:lnTo>
                    <a:pt x="228600" y="15252"/>
                  </a:lnTo>
                  <a:close/>
                </a:path>
                <a:path w="228600" h="349250">
                  <a:moveTo>
                    <a:pt x="22860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228600" y="15240"/>
                  </a:lnTo>
                  <a:lnTo>
                    <a:pt x="228600" y="8902"/>
                  </a:lnTo>
                  <a:close/>
                </a:path>
                <a:path w="228600" h="349250">
                  <a:moveTo>
                    <a:pt x="22860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228600" y="8890"/>
                  </a:lnTo>
                  <a:lnTo>
                    <a:pt x="228600" y="2552"/>
                  </a:lnTo>
                  <a:close/>
                </a:path>
                <a:path w="228600" h="349250">
                  <a:moveTo>
                    <a:pt x="22860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28600" y="2540"/>
                  </a:lnTo>
                  <a:lnTo>
                    <a:pt x="228600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6893560" y="5561329"/>
              <a:ext cx="228600" cy="349250"/>
            </a:xfrm>
            <a:custGeom>
              <a:avLst/>
              <a:gdLst/>
              <a:ahLst/>
              <a:cxnLst/>
              <a:rect l="l" t="t" r="r" b="b"/>
              <a:pathLst>
                <a:path w="228600" h="349250">
                  <a:moveTo>
                    <a:pt x="228600" y="347992"/>
                  </a:moveTo>
                  <a:lnTo>
                    <a:pt x="0" y="347992"/>
                  </a:lnTo>
                  <a:lnTo>
                    <a:pt x="0" y="349250"/>
                  </a:lnTo>
                  <a:lnTo>
                    <a:pt x="228600" y="349250"/>
                  </a:lnTo>
                  <a:lnTo>
                    <a:pt x="228600" y="347992"/>
                  </a:lnTo>
                  <a:close/>
                </a:path>
                <a:path w="228600" h="349250">
                  <a:moveTo>
                    <a:pt x="228600" y="345452"/>
                  </a:moveTo>
                  <a:lnTo>
                    <a:pt x="0" y="345452"/>
                  </a:lnTo>
                  <a:lnTo>
                    <a:pt x="0" y="347980"/>
                  </a:lnTo>
                  <a:lnTo>
                    <a:pt x="228600" y="347980"/>
                  </a:lnTo>
                  <a:lnTo>
                    <a:pt x="228600" y="345452"/>
                  </a:lnTo>
                  <a:close/>
                </a:path>
                <a:path w="228600" h="349250">
                  <a:moveTo>
                    <a:pt x="228600" y="341642"/>
                  </a:moveTo>
                  <a:lnTo>
                    <a:pt x="0" y="341642"/>
                  </a:lnTo>
                  <a:lnTo>
                    <a:pt x="0" y="345440"/>
                  </a:lnTo>
                  <a:lnTo>
                    <a:pt x="228600" y="345440"/>
                  </a:lnTo>
                  <a:lnTo>
                    <a:pt x="228600" y="341642"/>
                  </a:lnTo>
                  <a:close/>
                </a:path>
                <a:path w="228600" h="349250">
                  <a:moveTo>
                    <a:pt x="228600" y="339102"/>
                  </a:moveTo>
                  <a:lnTo>
                    <a:pt x="0" y="339102"/>
                  </a:lnTo>
                  <a:lnTo>
                    <a:pt x="0" y="341630"/>
                  </a:lnTo>
                  <a:lnTo>
                    <a:pt x="228600" y="341630"/>
                  </a:lnTo>
                  <a:lnTo>
                    <a:pt x="228600" y="339102"/>
                  </a:lnTo>
                  <a:close/>
                </a:path>
                <a:path w="228600" h="349250">
                  <a:moveTo>
                    <a:pt x="228600" y="326402"/>
                  </a:moveTo>
                  <a:lnTo>
                    <a:pt x="0" y="326402"/>
                  </a:lnTo>
                  <a:lnTo>
                    <a:pt x="0" y="339090"/>
                  </a:lnTo>
                  <a:lnTo>
                    <a:pt x="228600" y="339090"/>
                  </a:lnTo>
                  <a:lnTo>
                    <a:pt x="228600" y="326402"/>
                  </a:lnTo>
                  <a:close/>
                </a:path>
                <a:path w="228600" h="349250">
                  <a:moveTo>
                    <a:pt x="228600" y="320052"/>
                  </a:moveTo>
                  <a:lnTo>
                    <a:pt x="0" y="320052"/>
                  </a:lnTo>
                  <a:lnTo>
                    <a:pt x="0" y="326390"/>
                  </a:lnTo>
                  <a:lnTo>
                    <a:pt x="228600" y="326390"/>
                  </a:lnTo>
                  <a:lnTo>
                    <a:pt x="228600" y="320052"/>
                  </a:lnTo>
                  <a:close/>
                </a:path>
                <a:path w="228600" h="349250">
                  <a:moveTo>
                    <a:pt x="228600" y="316242"/>
                  </a:moveTo>
                  <a:lnTo>
                    <a:pt x="0" y="316242"/>
                  </a:lnTo>
                  <a:lnTo>
                    <a:pt x="0" y="320040"/>
                  </a:lnTo>
                  <a:lnTo>
                    <a:pt x="228600" y="320040"/>
                  </a:lnTo>
                  <a:lnTo>
                    <a:pt x="228600" y="316242"/>
                  </a:lnTo>
                  <a:close/>
                </a:path>
                <a:path w="228600" h="349250">
                  <a:moveTo>
                    <a:pt x="228600" y="309892"/>
                  </a:moveTo>
                  <a:lnTo>
                    <a:pt x="0" y="309892"/>
                  </a:lnTo>
                  <a:lnTo>
                    <a:pt x="0" y="316230"/>
                  </a:lnTo>
                  <a:lnTo>
                    <a:pt x="228600" y="316230"/>
                  </a:lnTo>
                  <a:lnTo>
                    <a:pt x="228600" y="309892"/>
                  </a:lnTo>
                  <a:close/>
                </a:path>
                <a:path w="228600" h="349250">
                  <a:moveTo>
                    <a:pt x="228600" y="303542"/>
                  </a:moveTo>
                  <a:lnTo>
                    <a:pt x="0" y="303542"/>
                  </a:lnTo>
                  <a:lnTo>
                    <a:pt x="0" y="309880"/>
                  </a:lnTo>
                  <a:lnTo>
                    <a:pt x="228600" y="309880"/>
                  </a:lnTo>
                  <a:lnTo>
                    <a:pt x="228600" y="303542"/>
                  </a:lnTo>
                  <a:close/>
                </a:path>
                <a:path w="228600" h="349250">
                  <a:moveTo>
                    <a:pt x="228600" y="297192"/>
                  </a:moveTo>
                  <a:lnTo>
                    <a:pt x="0" y="297192"/>
                  </a:lnTo>
                  <a:lnTo>
                    <a:pt x="0" y="303530"/>
                  </a:lnTo>
                  <a:lnTo>
                    <a:pt x="228600" y="303530"/>
                  </a:lnTo>
                  <a:lnTo>
                    <a:pt x="228600" y="297192"/>
                  </a:lnTo>
                  <a:close/>
                </a:path>
                <a:path w="228600" h="349250">
                  <a:moveTo>
                    <a:pt x="228600" y="294652"/>
                  </a:moveTo>
                  <a:lnTo>
                    <a:pt x="0" y="294652"/>
                  </a:lnTo>
                  <a:lnTo>
                    <a:pt x="0" y="297180"/>
                  </a:lnTo>
                  <a:lnTo>
                    <a:pt x="228600" y="297180"/>
                  </a:lnTo>
                  <a:lnTo>
                    <a:pt x="228600" y="294652"/>
                  </a:lnTo>
                  <a:close/>
                </a:path>
                <a:path w="228600" h="349250">
                  <a:moveTo>
                    <a:pt x="228600" y="290842"/>
                  </a:moveTo>
                  <a:lnTo>
                    <a:pt x="0" y="290842"/>
                  </a:lnTo>
                  <a:lnTo>
                    <a:pt x="0" y="294640"/>
                  </a:lnTo>
                  <a:lnTo>
                    <a:pt x="228600" y="294640"/>
                  </a:lnTo>
                  <a:lnTo>
                    <a:pt x="228600" y="290842"/>
                  </a:lnTo>
                  <a:close/>
                </a:path>
                <a:path w="228600" h="349250">
                  <a:moveTo>
                    <a:pt x="228600" y="288302"/>
                  </a:moveTo>
                  <a:lnTo>
                    <a:pt x="0" y="288302"/>
                  </a:lnTo>
                  <a:lnTo>
                    <a:pt x="0" y="290830"/>
                  </a:lnTo>
                  <a:lnTo>
                    <a:pt x="228600" y="290830"/>
                  </a:lnTo>
                  <a:lnTo>
                    <a:pt x="228600" y="288302"/>
                  </a:lnTo>
                  <a:close/>
                </a:path>
                <a:path w="228600" h="349250">
                  <a:moveTo>
                    <a:pt x="228600" y="281952"/>
                  </a:moveTo>
                  <a:lnTo>
                    <a:pt x="0" y="281952"/>
                  </a:lnTo>
                  <a:lnTo>
                    <a:pt x="0" y="288290"/>
                  </a:lnTo>
                  <a:lnTo>
                    <a:pt x="228600" y="288290"/>
                  </a:lnTo>
                  <a:lnTo>
                    <a:pt x="228600" y="281952"/>
                  </a:lnTo>
                  <a:close/>
                </a:path>
                <a:path w="228600" h="349250">
                  <a:moveTo>
                    <a:pt x="228600" y="275602"/>
                  </a:moveTo>
                  <a:lnTo>
                    <a:pt x="0" y="275602"/>
                  </a:lnTo>
                  <a:lnTo>
                    <a:pt x="0" y="281940"/>
                  </a:lnTo>
                  <a:lnTo>
                    <a:pt x="228600" y="281940"/>
                  </a:lnTo>
                  <a:lnTo>
                    <a:pt x="228600" y="275602"/>
                  </a:lnTo>
                  <a:close/>
                </a:path>
                <a:path w="228600" h="349250">
                  <a:moveTo>
                    <a:pt x="228600" y="269252"/>
                  </a:moveTo>
                  <a:lnTo>
                    <a:pt x="0" y="269252"/>
                  </a:lnTo>
                  <a:lnTo>
                    <a:pt x="0" y="275590"/>
                  </a:lnTo>
                  <a:lnTo>
                    <a:pt x="228600" y="275590"/>
                  </a:lnTo>
                  <a:lnTo>
                    <a:pt x="228600" y="269252"/>
                  </a:lnTo>
                  <a:close/>
                </a:path>
                <a:path w="228600" h="349250">
                  <a:moveTo>
                    <a:pt x="228600" y="265442"/>
                  </a:moveTo>
                  <a:lnTo>
                    <a:pt x="0" y="265442"/>
                  </a:lnTo>
                  <a:lnTo>
                    <a:pt x="0" y="269240"/>
                  </a:lnTo>
                  <a:lnTo>
                    <a:pt x="228600" y="269240"/>
                  </a:lnTo>
                  <a:lnTo>
                    <a:pt x="228600" y="265442"/>
                  </a:lnTo>
                  <a:close/>
                </a:path>
                <a:path w="228600" h="349250">
                  <a:moveTo>
                    <a:pt x="228600" y="259092"/>
                  </a:moveTo>
                  <a:lnTo>
                    <a:pt x="0" y="259092"/>
                  </a:lnTo>
                  <a:lnTo>
                    <a:pt x="0" y="265430"/>
                  </a:lnTo>
                  <a:lnTo>
                    <a:pt x="228600" y="265430"/>
                  </a:lnTo>
                  <a:lnTo>
                    <a:pt x="228600" y="259092"/>
                  </a:lnTo>
                  <a:close/>
                </a:path>
                <a:path w="228600" h="349250">
                  <a:moveTo>
                    <a:pt x="228600" y="252742"/>
                  </a:moveTo>
                  <a:lnTo>
                    <a:pt x="0" y="252742"/>
                  </a:lnTo>
                  <a:lnTo>
                    <a:pt x="0" y="259080"/>
                  </a:lnTo>
                  <a:lnTo>
                    <a:pt x="228600" y="259080"/>
                  </a:lnTo>
                  <a:lnTo>
                    <a:pt x="228600" y="252742"/>
                  </a:lnTo>
                  <a:close/>
                </a:path>
                <a:path w="228600" h="349250">
                  <a:moveTo>
                    <a:pt x="228600" y="246392"/>
                  </a:moveTo>
                  <a:lnTo>
                    <a:pt x="0" y="246392"/>
                  </a:lnTo>
                  <a:lnTo>
                    <a:pt x="0" y="252730"/>
                  </a:lnTo>
                  <a:lnTo>
                    <a:pt x="228600" y="252730"/>
                  </a:lnTo>
                  <a:lnTo>
                    <a:pt x="228600" y="246392"/>
                  </a:lnTo>
                  <a:close/>
                </a:path>
                <a:path w="228600" h="349250">
                  <a:moveTo>
                    <a:pt x="22860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228600" y="246380"/>
                  </a:lnTo>
                  <a:lnTo>
                    <a:pt x="228600" y="243852"/>
                  </a:lnTo>
                  <a:close/>
                </a:path>
                <a:path w="228600" h="349250">
                  <a:moveTo>
                    <a:pt x="22860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228600" y="243840"/>
                  </a:lnTo>
                  <a:lnTo>
                    <a:pt x="228600" y="240042"/>
                  </a:lnTo>
                  <a:close/>
                </a:path>
                <a:path w="228600" h="349250">
                  <a:moveTo>
                    <a:pt x="22860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228600" y="240030"/>
                  </a:lnTo>
                  <a:lnTo>
                    <a:pt x="228600" y="237502"/>
                  </a:lnTo>
                  <a:close/>
                </a:path>
                <a:path w="228600" h="349250">
                  <a:moveTo>
                    <a:pt x="22860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228600" y="237490"/>
                  </a:lnTo>
                  <a:lnTo>
                    <a:pt x="228600" y="233692"/>
                  </a:lnTo>
                  <a:close/>
                </a:path>
                <a:path w="228600" h="349250">
                  <a:moveTo>
                    <a:pt x="22860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228600" y="233680"/>
                  </a:lnTo>
                  <a:lnTo>
                    <a:pt x="228600" y="231152"/>
                  </a:lnTo>
                  <a:close/>
                </a:path>
                <a:path w="228600" h="349250">
                  <a:moveTo>
                    <a:pt x="228600" y="224802"/>
                  </a:moveTo>
                  <a:lnTo>
                    <a:pt x="0" y="224802"/>
                  </a:lnTo>
                  <a:lnTo>
                    <a:pt x="0" y="231140"/>
                  </a:lnTo>
                  <a:lnTo>
                    <a:pt x="228600" y="231140"/>
                  </a:lnTo>
                  <a:lnTo>
                    <a:pt x="228600" y="224802"/>
                  </a:lnTo>
                  <a:close/>
                </a:path>
                <a:path w="228600" h="349250">
                  <a:moveTo>
                    <a:pt x="228600" y="218452"/>
                  </a:moveTo>
                  <a:lnTo>
                    <a:pt x="0" y="218452"/>
                  </a:lnTo>
                  <a:lnTo>
                    <a:pt x="0" y="224790"/>
                  </a:lnTo>
                  <a:lnTo>
                    <a:pt x="228600" y="224790"/>
                  </a:lnTo>
                  <a:lnTo>
                    <a:pt x="228600" y="218452"/>
                  </a:lnTo>
                  <a:close/>
                </a:path>
                <a:path w="228600" h="349250">
                  <a:moveTo>
                    <a:pt x="228600" y="212102"/>
                  </a:moveTo>
                  <a:lnTo>
                    <a:pt x="0" y="212102"/>
                  </a:lnTo>
                  <a:lnTo>
                    <a:pt x="0" y="218440"/>
                  </a:lnTo>
                  <a:lnTo>
                    <a:pt x="228600" y="218440"/>
                  </a:lnTo>
                  <a:lnTo>
                    <a:pt x="228600" y="212102"/>
                  </a:lnTo>
                  <a:close/>
                </a:path>
                <a:path w="228600" h="349250">
                  <a:moveTo>
                    <a:pt x="228600" y="208292"/>
                  </a:moveTo>
                  <a:lnTo>
                    <a:pt x="0" y="208292"/>
                  </a:lnTo>
                  <a:lnTo>
                    <a:pt x="0" y="212090"/>
                  </a:lnTo>
                  <a:lnTo>
                    <a:pt x="228600" y="212090"/>
                  </a:lnTo>
                  <a:lnTo>
                    <a:pt x="228600" y="208292"/>
                  </a:lnTo>
                  <a:close/>
                </a:path>
                <a:path w="228600" h="349250">
                  <a:moveTo>
                    <a:pt x="228600" y="201942"/>
                  </a:moveTo>
                  <a:lnTo>
                    <a:pt x="0" y="201942"/>
                  </a:lnTo>
                  <a:lnTo>
                    <a:pt x="0" y="208280"/>
                  </a:lnTo>
                  <a:lnTo>
                    <a:pt x="228600" y="208280"/>
                  </a:lnTo>
                  <a:lnTo>
                    <a:pt x="228600" y="201942"/>
                  </a:lnTo>
                  <a:close/>
                </a:path>
                <a:path w="228600" h="349250">
                  <a:moveTo>
                    <a:pt x="228600" y="195592"/>
                  </a:moveTo>
                  <a:lnTo>
                    <a:pt x="0" y="195592"/>
                  </a:lnTo>
                  <a:lnTo>
                    <a:pt x="0" y="201930"/>
                  </a:lnTo>
                  <a:lnTo>
                    <a:pt x="228600" y="201930"/>
                  </a:lnTo>
                  <a:lnTo>
                    <a:pt x="228600" y="195592"/>
                  </a:lnTo>
                  <a:close/>
                </a:path>
                <a:path w="228600" h="349250">
                  <a:moveTo>
                    <a:pt x="22860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28600" y="195580"/>
                  </a:lnTo>
                  <a:lnTo>
                    <a:pt x="228600" y="189242"/>
                  </a:lnTo>
                  <a:close/>
                </a:path>
                <a:path w="228600" h="349250">
                  <a:moveTo>
                    <a:pt x="228600" y="186702"/>
                  </a:moveTo>
                  <a:lnTo>
                    <a:pt x="0" y="186702"/>
                  </a:lnTo>
                  <a:lnTo>
                    <a:pt x="0" y="189230"/>
                  </a:lnTo>
                  <a:lnTo>
                    <a:pt x="228600" y="189230"/>
                  </a:lnTo>
                  <a:lnTo>
                    <a:pt x="228600" y="186702"/>
                  </a:lnTo>
                  <a:close/>
                </a:path>
                <a:path w="228600" h="349250">
                  <a:moveTo>
                    <a:pt x="228600" y="182892"/>
                  </a:moveTo>
                  <a:lnTo>
                    <a:pt x="0" y="182892"/>
                  </a:lnTo>
                  <a:lnTo>
                    <a:pt x="0" y="186690"/>
                  </a:lnTo>
                  <a:lnTo>
                    <a:pt x="228600" y="186690"/>
                  </a:lnTo>
                  <a:lnTo>
                    <a:pt x="228600" y="182892"/>
                  </a:lnTo>
                  <a:close/>
                </a:path>
                <a:path w="228600" h="349250">
                  <a:moveTo>
                    <a:pt x="228600" y="180352"/>
                  </a:moveTo>
                  <a:lnTo>
                    <a:pt x="0" y="180352"/>
                  </a:lnTo>
                  <a:lnTo>
                    <a:pt x="0" y="182880"/>
                  </a:lnTo>
                  <a:lnTo>
                    <a:pt x="228600" y="182880"/>
                  </a:lnTo>
                  <a:lnTo>
                    <a:pt x="228600" y="180352"/>
                  </a:lnTo>
                  <a:close/>
                </a:path>
                <a:path w="228600" h="349250">
                  <a:moveTo>
                    <a:pt x="228600" y="174002"/>
                  </a:moveTo>
                  <a:lnTo>
                    <a:pt x="0" y="174002"/>
                  </a:lnTo>
                  <a:lnTo>
                    <a:pt x="0" y="180340"/>
                  </a:lnTo>
                  <a:lnTo>
                    <a:pt x="228600" y="180340"/>
                  </a:lnTo>
                  <a:lnTo>
                    <a:pt x="228600" y="174002"/>
                  </a:lnTo>
                  <a:close/>
                </a:path>
                <a:path w="228600" h="349250">
                  <a:moveTo>
                    <a:pt x="228600" y="167652"/>
                  </a:moveTo>
                  <a:lnTo>
                    <a:pt x="0" y="167652"/>
                  </a:lnTo>
                  <a:lnTo>
                    <a:pt x="0" y="173990"/>
                  </a:lnTo>
                  <a:lnTo>
                    <a:pt x="228600" y="173990"/>
                  </a:lnTo>
                  <a:lnTo>
                    <a:pt x="228600" y="167652"/>
                  </a:lnTo>
                  <a:close/>
                </a:path>
                <a:path w="228600" h="349250">
                  <a:moveTo>
                    <a:pt x="228600" y="161302"/>
                  </a:moveTo>
                  <a:lnTo>
                    <a:pt x="0" y="161302"/>
                  </a:lnTo>
                  <a:lnTo>
                    <a:pt x="0" y="167640"/>
                  </a:lnTo>
                  <a:lnTo>
                    <a:pt x="228600" y="167640"/>
                  </a:lnTo>
                  <a:lnTo>
                    <a:pt x="228600" y="161302"/>
                  </a:lnTo>
                  <a:close/>
                </a:path>
                <a:path w="228600" h="349250">
                  <a:moveTo>
                    <a:pt x="228600" y="157492"/>
                  </a:moveTo>
                  <a:lnTo>
                    <a:pt x="0" y="157492"/>
                  </a:lnTo>
                  <a:lnTo>
                    <a:pt x="0" y="161290"/>
                  </a:lnTo>
                  <a:lnTo>
                    <a:pt x="228600" y="161290"/>
                  </a:lnTo>
                  <a:lnTo>
                    <a:pt x="228600" y="157492"/>
                  </a:lnTo>
                  <a:close/>
                </a:path>
                <a:path w="228600" h="349250">
                  <a:moveTo>
                    <a:pt x="22860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28600" y="157480"/>
                  </a:lnTo>
                  <a:lnTo>
                    <a:pt x="228600" y="151142"/>
                  </a:lnTo>
                  <a:close/>
                </a:path>
                <a:path w="228600" h="349250">
                  <a:moveTo>
                    <a:pt x="228600" y="144792"/>
                  </a:moveTo>
                  <a:lnTo>
                    <a:pt x="0" y="144792"/>
                  </a:lnTo>
                  <a:lnTo>
                    <a:pt x="0" y="151130"/>
                  </a:lnTo>
                  <a:lnTo>
                    <a:pt x="228600" y="151130"/>
                  </a:lnTo>
                  <a:lnTo>
                    <a:pt x="228600" y="144792"/>
                  </a:lnTo>
                  <a:close/>
                </a:path>
                <a:path w="228600" h="349250">
                  <a:moveTo>
                    <a:pt x="228600" y="138442"/>
                  </a:moveTo>
                  <a:lnTo>
                    <a:pt x="0" y="138442"/>
                  </a:lnTo>
                  <a:lnTo>
                    <a:pt x="0" y="144780"/>
                  </a:lnTo>
                  <a:lnTo>
                    <a:pt x="228600" y="144780"/>
                  </a:lnTo>
                  <a:lnTo>
                    <a:pt x="228600" y="138442"/>
                  </a:lnTo>
                  <a:close/>
                </a:path>
                <a:path w="228600" h="349250">
                  <a:moveTo>
                    <a:pt x="228600" y="135902"/>
                  </a:moveTo>
                  <a:lnTo>
                    <a:pt x="0" y="135902"/>
                  </a:lnTo>
                  <a:lnTo>
                    <a:pt x="0" y="138430"/>
                  </a:lnTo>
                  <a:lnTo>
                    <a:pt x="228600" y="138430"/>
                  </a:lnTo>
                  <a:lnTo>
                    <a:pt x="228600" y="135902"/>
                  </a:lnTo>
                  <a:close/>
                </a:path>
                <a:path w="228600" h="349250">
                  <a:moveTo>
                    <a:pt x="228600" y="132092"/>
                  </a:moveTo>
                  <a:lnTo>
                    <a:pt x="0" y="132092"/>
                  </a:lnTo>
                  <a:lnTo>
                    <a:pt x="0" y="135890"/>
                  </a:lnTo>
                  <a:lnTo>
                    <a:pt x="228600" y="135890"/>
                  </a:lnTo>
                  <a:lnTo>
                    <a:pt x="228600" y="132092"/>
                  </a:lnTo>
                  <a:close/>
                </a:path>
                <a:path w="228600" h="349250">
                  <a:moveTo>
                    <a:pt x="228600" y="129552"/>
                  </a:moveTo>
                  <a:lnTo>
                    <a:pt x="0" y="129552"/>
                  </a:lnTo>
                  <a:lnTo>
                    <a:pt x="0" y="132080"/>
                  </a:lnTo>
                  <a:lnTo>
                    <a:pt x="228600" y="132080"/>
                  </a:lnTo>
                  <a:lnTo>
                    <a:pt x="228600" y="129552"/>
                  </a:lnTo>
                  <a:close/>
                </a:path>
                <a:path w="228600" h="349250">
                  <a:moveTo>
                    <a:pt x="228600" y="125742"/>
                  </a:moveTo>
                  <a:lnTo>
                    <a:pt x="0" y="125742"/>
                  </a:lnTo>
                  <a:lnTo>
                    <a:pt x="0" y="129540"/>
                  </a:lnTo>
                  <a:lnTo>
                    <a:pt x="228600" y="129540"/>
                  </a:lnTo>
                  <a:lnTo>
                    <a:pt x="228600" y="125742"/>
                  </a:lnTo>
                  <a:close/>
                </a:path>
                <a:path w="228600" h="349250">
                  <a:moveTo>
                    <a:pt x="228600" y="123202"/>
                  </a:moveTo>
                  <a:lnTo>
                    <a:pt x="0" y="123202"/>
                  </a:lnTo>
                  <a:lnTo>
                    <a:pt x="0" y="125730"/>
                  </a:lnTo>
                  <a:lnTo>
                    <a:pt x="228600" y="125730"/>
                  </a:lnTo>
                  <a:lnTo>
                    <a:pt x="228600" y="123202"/>
                  </a:lnTo>
                  <a:close/>
                </a:path>
                <a:path w="228600" h="349250">
                  <a:moveTo>
                    <a:pt x="228600" y="116852"/>
                  </a:moveTo>
                  <a:lnTo>
                    <a:pt x="0" y="116852"/>
                  </a:lnTo>
                  <a:lnTo>
                    <a:pt x="0" y="123190"/>
                  </a:lnTo>
                  <a:lnTo>
                    <a:pt x="228600" y="123190"/>
                  </a:lnTo>
                  <a:lnTo>
                    <a:pt x="228600" y="116852"/>
                  </a:lnTo>
                  <a:close/>
                </a:path>
                <a:path w="228600" h="349250">
                  <a:moveTo>
                    <a:pt x="228600" y="110502"/>
                  </a:moveTo>
                  <a:lnTo>
                    <a:pt x="0" y="110502"/>
                  </a:lnTo>
                  <a:lnTo>
                    <a:pt x="0" y="116840"/>
                  </a:lnTo>
                  <a:lnTo>
                    <a:pt x="228600" y="116840"/>
                  </a:lnTo>
                  <a:lnTo>
                    <a:pt x="228600" y="110502"/>
                  </a:lnTo>
                  <a:close/>
                </a:path>
                <a:path w="228600" h="349250">
                  <a:moveTo>
                    <a:pt x="228600" y="104152"/>
                  </a:moveTo>
                  <a:lnTo>
                    <a:pt x="0" y="104152"/>
                  </a:lnTo>
                  <a:lnTo>
                    <a:pt x="0" y="110490"/>
                  </a:lnTo>
                  <a:lnTo>
                    <a:pt x="228600" y="110490"/>
                  </a:lnTo>
                  <a:lnTo>
                    <a:pt x="228600" y="104152"/>
                  </a:lnTo>
                  <a:close/>
                </a:path>
                <a:path w="228600" h="349250">
                  <a:moveTo>
                    <a:pt x="228600" y="100342"/>
                  </a:moveTo>
                  <a:lnTo>
                    <a:pt x="0" y="100342"/>
                  </a:lnTo>
                  <a:lnTo>
                    <a:pt x="0" y="104140"/>
                  </a:lnTo>
                  <a:lnTo>
                    <a:pt x="228600" y="104140"/>
                  </a:lnTo>
                  <a:lnTo>
                    <a:pt x="228600" y="100342"/>
                  </a:lnTo>
                  <a:close/>
                </a:path>
                <a:path w="228600" h="349250">
                  <a:moveTo>
                    <a:pt x="22860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28600" y="100330"/>
                  </a:lnTo>
                  <a:lnTo>
                    <a:pt x="228600" y="93992"/>
                  </a:lnTo>
                  <a:close/>
                </a:path>
                <a:path w="228600" h="349250">
                  <a:moveTo>
                    <a:pt x="22860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28600" y="93980"/>
                  </a:lnTo>
                  <a:lnTo>
                    <a:pt x="228600" y="87642"/>
                  </a:lnTo>
                  <a:close/>
                </a:path>
                <a:path w="228600" h="349250">
                  <a:moveTo>
                    <a:pt x="228600" y="78752"/>
                  </a:moveTo>
                  <a:lnTo>
                    <a:pt x="0" y="78752"/>
                  </a:lnTo>
                  <a:lnTo>
                    <a:pt x="0" y="87630"/>
                  </a:lnTo>
                  <a:lnTo>
                    <a:pt x="228600" y="87630"/>
                  </a:lnTo>
                  <a:lnTo>
                    <a:pt x="228600" y="78752"/>
                  </a:lnTo>
                  <a:close/>
                </a:path>
                <a:path w="228600" h="349250">
                  <a:moveTo>
                    <a:pt x="228600" y="74942"/>
                  </a:moveTo>
                  <a:lnTo>
                    <a:pt x="0" y="74942"/>
                  </a:lnTo>
                  <a:lnTo>
                    <a:pt x="0" y="78740"/>
                  </a:lnTo>
                  <a:lnTo>
                    <a:pt x="228600" y="78740"/>
                  </a:lnTo>
                  <a:lnTo>
                    <a:pt x="228600" y="74942"/>
                  </a:lnTo>
                  <a:close/>
                </a:path>
                <a:path w="228600" h="349250">
                  <a:moveTo>
                    <a:pt x="228600" y="72402"/>
                  </a:moveTo>
                  <a:lnTo>
                    <a:pt x="0" y="72402"/>
                  </a:lnTo>
                  <a:lnTo>
                    <a:pt x="0" y="74930"/>
                  </a:lnTo>
                  <a:lnTo>
                    <a:pt x="228600" y="74930"/>
                  </a:lnTo>
                  <a:lnTo>
                    <a:pt x="228600" y="72402"/>
                  </a:lnTo>
                  <a:close/>
                </a:path>
                <a:path w="228600" h="349250">
                  <a:moveTo>
                    <a:pt x="228600" y="66052"/>
                  </a:moveTo>
                  <a:lnTo>
                    <a:pt x="0" y="66052"/>
                  </a:lnTo>
                  <a:lnTo>
                    <a:pt x="0" y="72390"/>
                  </a:lnTo>
                  <a:lnTo>
                    <a:pt x="228600" y="72390"/>
                  </a:lnTo>
                  <a:lnTo>
                    <a:pt x="228600" y="66052"/>
                  </a:lnTo>
                  <a:close/>
                </a:path>
                <a:path w="228600" h="349250">
                  <a:moveTo>
                    <a:pt x="228600" y="59702"/>
                  </a:moveTo>
                  <a:lnTo>
                    <a:pt x="0" y="59702"/>
                  </a:lnTo>
                  <a:lnTo>
                    <a:pt x="0" y="66040"/>
                  </a:lnTo>
                  <a:lnTo>
                    <a:pt x="228600" y="66040"/>
                  </a:lnTo>
                  <a:lnTo>
                    <a:pt x="228600" y="59702"/>
                  </a:lnTo>
                  <a:close/>
                </a:path>
                <a:path w="228600" h="349250">
                  <a:moveTo>
                    <a:pt x="228600" y="53352"/>
                  </a:moveTo>
                  <a:lnTo>
                    <a:pt x="0" y="53352"/>
                  </a:lnTo>
                  <a:lnTo>
                    <a:pt x="0" y="59690"/>
                  </a:lnTo>
                  <a:lnTo>
                    <a:pt x="228600" y="59690"/>
                  </a:lnTo>
                  <a:lnTo>
                    <a:pt x="228600" y="53352"/>
                  </a:lnTo>
                  <a:close/>
                </a:path>
                <a:path w="228600" h="349250">
                  <a:moveTo>
                    <a:pt x="228600" y="49542"/>
                  </a:moveTo>
                  <a:lnTo>
                    <a:pt x="0" y="49542"/>
                  </a:lnTo>
                  <a:lnTo>
                    <a:pt x="0" y="53340"/>
                  </a:lnTo>
                  <a:lnTo>
                    <a:pt x="228600" y="53340"/>
                  </a:lnTo>
                  <a:lnTo>
                    <a:pt x="228600" y="49542"/>
                  </a:lnTo>
                  <a:close/>
                </a:path>
                <a:path w="228600" h="349250">
                  <a:moveTo>
                    <a:pt x="22860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28600" y="49530"/>
                  </a:lnTo>
                  <a:lnTo>
                    <a:pt x="228600" y="43192"/>
                  </a:lnTo>
                  <a:close/>
                </a:path>
                <a:path w="228600" h="349250">
                  <a:moveTo>
                    <a:pt x="22860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28600" y="43180"/>
                  </a:lnTo>
                  <a:lnTo>
                    <a:pt x="228600" y="36842"/>
                  </a:lnTo>
                  <a:close/>
                </a:path>
                <a:path w="228600" h="349250">
                  <a:moveTo>
                    <a:pt x="22860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28600" y="36830"/>
                  </a:lnTo>
                  <a:lnTo>
                    <a:pt x="228600" y="30492"/>
                  </a:lnTo>
                  <a:close/>
                </a:path>
                <a:path w="228600" h="349250">
                  <a:moveTo>
                    <a:pt x="228600" y="27952"/>
                  </a:moveTo>
                  <a:lnTo>
                    <a:pt x="0" y="27952"/>
                  </a:lnTo>
                  <a:lnTo>
                    <a:pt x="0" y="30480"/>
                  </a:lnTo>
                  <a:lnTo>
                    <a:pt x="228600" y="30480"/>
                  </a:lnTo>
                  <a:lnTo>
                    <a:pt x="228600" y="27952"/>
                  </a:lnTo>
                  <a:close/>
                </a:path>
                <a:path w="228600" h="349250">
                  <a:moveTo>
                    <a:pt x="228600" y="24142"/>
                  </a:moveTo>
                  <a:lnTo>
                    <a:pt x="0" y="24142"/>
                  </a:lnTo>
                  <a:lnTo>
                    <a:pt x="0" y="27940"/>
                  </a:lnTo>
                  <a:lnTo>
                    <a:pt x="228600" y="27940"/>
                  </a:lnTo>
                  <a:lnTo>
                    <a:pt x="228600" y="24142"/>
                  </a:lnTo>
                  <a:close/>
                </a:path>
                <a:path w="228600" h="349250">
                  <a:moveTo>
                    <a:pt x="228600" y="15252"/>
                  </a:moveTo>
                  <a:lnTo>
                    <a:pt x="0" y="15252"/>
                  </a:lnTo>
                  <a:lnTo>
                    <a:pt x="0" y="24130"/>
                  </a:lnTo>
                  <a:lnTo>
                    <a:pt x="228600" y="24130"/>
                  </a:lnTo>
                  <a:lnTo>
                    <a:pt x="228600" y="15252"/>
                  </a:lnTo>
                  <a:close/>
                </a:path>
                <a:path w="228600" h="349250">
                  <a:moveTo>
                    <a:pt x="22860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228600" y="15240"/>
                  </a:lnTo>
                  <a:lnTo>
                    <a:pt x="228600" y="8902"/>
                  </a:lnTo>
                  <a:close/>
                </a:path>
                <a:path w="228600" h="349250">
                  <a:moveTo>
                    <a:pt x="22860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228600" y="8890"/>
                  </a:lnTo>
                  <a:lnTo>
                    <a:pt x="228600" y="2552"/>
                  </a:lnTo>
                  <a:close/>
                </a:path>
                <a:path w="228600" h="349250">
                  <a:moveTo>
                    <a:pt x="22860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28600" y="2540"/>
                  </a:lnTo>
                  <a:lnTo>
                    <a:pt x="228600" y="0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7122160" y="5561329"/>
              <a:ext cx="228600" cy="349250"/>
            </a:xfrm>
            <a:custGeom>
              <a:avLst/>
              <a:gdLst/>
              <a:ahLst/>
              <a:cxnLst/>
              <a:rect l="l" t="t" r="r" b="b"/>
              <a:pathLst>
                <a:path w="228600" h="349250">
                  <a:moveTo>
                    <a:pt x="228600" y="347992"/>
                  </a:moveTo>
                  <a:lnTo>
                    <a:pt x="0" y="347992"/>
                  </a:lnTo>
                  <a:lnTo>
                    <a:pt x="0" y="349250"/>
                  </a:lnTo>
                  <a:lnTo>
                    <a:pt x="228600" y="349250"/>
                  </a:lnTo>
                  <a:lnTo>
                    <a:pt x="228600" y="347992"/>
                  </a:lnTo>
                  <a:close/>
                </a:path>
                <a:path w="228600" h="349250">
                  <a:moveTo>
                    <a:pt x="228600" y="345452"/>
                  </a:moveTo>
                  <a:lnTo>
                    <a:pt x="0" y="345452"/>
                  </a:lnTo>
                  <a:lnTo>
                    <a:pt x="0" y="347980"/>
                  </a:lnTo>
                  <a:lnTo>
                    <a:pt x="228600" y="347980"/>
                  </a:lnTo>
                  <a:lnTo>
                    <a:pt x="228600" y="345452"/>
                  </a:lnTo>
                  <a:close/>
                </a:path>
                <a:path w="228600" h="349250">
                  <a:moveTo>
                    <a:pt x="228600" y="341642"/>
                  </a:moveTo>
                  <a:lnTo>
                    <a:pt x="0" y="341642"/>
                  </a:lnTo>
                  <a:lnTo>
                    <a:pt x="0" y="345440"/>
                  </a:lnTo>
                  <a:lnTo>
                    <a:pt x="228600" y="345440"/>
                  </a:lnTo>
                  <a:lnTo>
                    <a:pt x="228600" y="341642"/>
                  </a:lnTo>
                  <a:close/>
                </a:path>
                <a:path w="228600" h="349250">
                  <a:moveTo>
                    <a:pt x="228600" y="339102"/>
                  </a:moveTo>
                  <a:lnTo>
                    <a:pt x="0" y="339102"/>
                  </a:lnTo>
                  <a:lnTo>
                    <a:pt x="0" y="341630"/>
                  </a:lnTo>
                  <a:lnTo>
                    <a:pt x="228600" y="341630"/>
                  </a:lnTo>
                  <a:lnTo>
                    <a:pt x="228600" y="339102"/>
                  </a:lnTo>
                  <a:close/>
                </a:path>
                <a:path w="228600" h="349250">
                  <a:moveTo>
                    <a:pt x="228600" y="326402"/>
                  </a:moveTo>
                  <a:lnTo>
                    <a:pt x="0" y="326402"/>
                  </a:lnTo>
                  <a:lnTo>
                    <a:pt x="0" y="339090"/>
                  </a:lnTo>
                  <a:lnTo>
                    <a:pt x="228600" y="339090"/>
                  </a:lnTo>
                  <a:lnTo>
                    <a:pt x="228600" y="326402"/>
                  </a:lnTo>
                  <a:close/>
                </a:path>
                <a:path w="228600" h="349250">
                  <a:moveTo>
                    <a:pt x="228600" y="320052"/>
                  </a:moveTo>
                  <a:lnTo>
                    <a:pt x="0" y="320052"/>
                  </a:lnTo>
                  <a:lnTo>
                    <a:pt x="0" y="326390"/>
                  </a:lnTo>
                  <a:lnTo>
                    <a:pt x="228600" y="326390"/>
                  </a:lnTo>
                  <a:lnTo>
                    <a:pt x="228600" y="320052"/>
                  </a:lnTo>
                  <a:close/>
                </a:path>
                <a:path w="228600" h="349250">
                  <a:moveTo>
                    <a:pt x="228600" y="316242"/>
                  </a:moveTo>
                  <a:lnTo>
                    <a:pt x="0" y="316242"/>
                  </a:lnTo>
                  <a:lnTo>
                    <a:pt x="0" y="320040"/>
                  </a:lnTo>
                  <a:lnTo>
                    <a:pt x="228600" y="320040"/>
                  </a:lnTo>
                  <a:lnTo>
                    <a:pt x="228600" y="316242"/>
                  </a:lnTo>
                  <a:close/>
                </a:path>
                <a:path w="228600" h="349250">
                  <a:moveTo>
                    <a:pt x="228600" y="309892"/>
                  </a:moveTo>
                  <a:lnTo>
                    <a:pt x="0" y="309892"/>
                  </a:lnTo>
                  <a:lnTo>
                    <a:pt x="0" y="316230"/>
                  </a:lnTo>
                  <a:lnTo>
                    <a:pt x="228600" y="316230"/>
                  </a:lnTo>
                  <a:lnTo>
                    <a:pt x="228600" y="309892"/>
                  </a:lnTo>
                  <a:close/>
                </a:path>
                <a:path w="228600" h="349250">
                  <a:moveTo>
                    <a:pt x="228600" y="303542"/>
                  </a:moveTo>
                  <a:lnTo>
                    <a:pt x="0" y="303542"/>
                  </a:lnTo>
                  <a:lnTo>
                    <a:pt x="0" y="309880"/>
                  </a:lnTo>
                  <a:lnTo>
                    <a:pt x="228600" y="309880"/>
                  </a:lnTo>
                  <a:lnTo>
                    <a:pt x="228600" y="303542"/>
                  </a:lnTo>
                  <a:close/>
                </a:path>
                <a:path w="228600" h="349250">
                  <a:moveTo>
                    <a:pt x="228600" y="297192"/>
                  </a:moveTo>
                  <a:lnTo>
                    <a:pt x="0" y="297192"/>
                  </a:lnTo>
                  <a:lnTo>
                    <a:pt x="0" y="303530"/>
                  </a:lnTo>
                  <a:lnTo>
                    <a:pt x="228600" y="303530"/>
                  </a:lnTo>
                  <a:lnTo>
                    <a:pt x="228600" y="297192"/>
                  </a:lnTo>
                  <a:close/>
                </a:path>
                <a:path w="228600" h="349250">
                  <a:moveTo>
                    <a:pt x="228600" y="294652"/>
                  </a:moveTo>
                  <a:lnTo>
                    <a:pt x="0" y="294652"/>
                  </a:lnTo>
                  <a:lnTo>
                    <a:pt x="0" y="297180"/>
                  </a:lnTo>
                  <a:lnTo>
                    <a:pt x="228600" y="297180"/>
                  </a:lnTo>
                  <a:lnTo>
                    <a:pt x="228600" y="294652"/>
                  </a:lnTo>
                  <a:close/>
                </a:path>
                <a:path w="228600" h="349250">
                  <a:moveTo>
                    <a:pt x="228600" y="290842"/>
                  </a:moveTo>
                  <a:lnTo>
                    <a:pt x="0" y="290842"/>
                  </a:lnTo>
                  <a:lnTo>
                    <a:pt x="0" y="294640"/>
                  </a:lnTo>
                  <a:lnTo>
                    <a:pt x="228600" y="294640"/>
                  </a:lnTo>
                  <a:lnTo>
                    <a:pt x="228600" y="290842"/>
                  </a:lnTo>
                  <a:close/>
                </a:path>
                <a:path w="228600" h="349250">
                  <a:moveTo>
                    <a:pt x="228600" y="288302"/>
                  </a:moveTo>
                  <a:lnTo>
                    <a:pt x="0" y="288302"/>
                  </a:lnTo>
                  <a:lnTo>
                    <a:pt x="0" y="290830"/>
                  </a:lnTo>
                  <a:lnTo>
                    <a:pt x="228600" y="290830"/>
                  </a:lnTo>
                  <a:lnTo>
                    <a:pt x="228600" y="288302"/>
                  </a:lnTo>
                  <a:close/>
                </a:path>
                <a:path w="228600" h="349250">
                  <a:moveTo>
                    <a:pt x="228600" y="281952"/>
                  </a:moveTo>
                  <a:lnTo>
                    <a:pt x="0" y="281952"/>
                  </a:lnTo>
                  <a:lnTo>
                    <a:pt x="0" y="288290"/>
                  </a:lnTo>
                  <a:lnTo>
                    <a:pt x="228600" y="288290"/>
                  </a:lnTo>
                  <a:lnTo>
                    <a:pt x="228600" y="281952"/>
                  </a:lnTo>
                  <a:close/>
                </a:path>
                <a:path w="228600" h="349250">
                  <a:moveTo>
                    <a:pt x="228600" y="275602"/>
                  </a:moveTo>
                  <a:lnTo>
                    <a:pt x="0" y="275602"/>
                  </a:lnTo>
                  <a:lnTo>
                    <a:pt x="0" y="281940"/>
                  </a:lnTo>
                  <a:lnTo>
                    <a:pt x="228600" y="281940"/>
                  </a:lnTo>
                  <a:lnTo>
                    <a:pt x="228600" y="275602"/>
                  </a:lnTo>
                  <a:close/>
                </a:path>
                <a:path w="228600" h="349250">
                  <a:moveTo>
                    <a:pt x="228600" y="269252"/>
                  </a:moveTo>
                  <a:lnTo>
                    <a:pt x="0" y="269252"/>
                  </a:lnTo>
                  <a:lnTo>
                    <a:pt x="0" y="275590"/>
                  </a:lnTo>
                  <a:lnTo>
                    <a:pt x="228600" y="275590"/>
                  </a:lnTo>
                  <a:lnTo>
                    <a:pt x="228600" y="269252"/>
                  </a:lnTo>
                  <a:close/>
                </a:path>
                <a:path w="228600" h="349250">
                  <a:moveTo>
                    <a:pt x="228600" y="265442"/>
                  </a:moveTo>
                  <a:lnTo>
                    <a:pt x="0" y="265442"/>
                  </a:lnTo>
                  <a:lnTo>
                    <a:pt x="0" y="269240"/>
                  </a:lnTo>
                  <a:lnTo>
                    <a:pt x="228600" y="269240"/>
                  </a:lnTo>
                  <a:lnTo>
                    <a:pt x="228600" y="265442"/>
                  </a:lnTo>
                  <a:close/>
                </a:path>
                <a:path w="228600" h="349250">
                  <a:moveTo>
                    <a:pt x="228600" y="259092"/>
                  </a:moveTo>
                  <a:lnTo>
                    <a:pt x="0" y="259092"/>
                  </a:lnTo>
                  <a:lnTo>
                    <a:pt x="0" y="265430"/>
                  </a:lnTo>
                  <a:lnTo>
                    <a:pt x="228600" y="265430"/>
                  </a:lnTo>
                  <a:lnTo>
                    <a:pt x="228600" y="259092"/>
                  </a:lnTo>
                  <a:close/>
                </a:path>
                <a:path w="228600" h="349250">
                  <a:moveTo>
                    <a:pt x="228600" y="252742"/>
                  </a:moveTo>
                  <a:lnTo>
                    <a:pt x="0" y="252742"/>
                  </a:lnTo>
                  <a:lnTo>
                    <a:pt x="0" y="259080"/>
                  </a:lnTo>
                  <a:lnTo>
                    <a:pt x="228600" y="259080"/>
                  </a:lnTo>
                  <a:lnTo>
                    <a:pt x="228600" y="252742"/>
                  </a:lnTo>
                  <a:close/>
                </a:path>
                <a:path w="228600" h="349250">
                  <a:moveTo>
                    <a:pt x="228600" y="246392"/>
                  </a:moveTo>
                  <a:lnTo>
                    <a:pt x="0" y="246392"/>
                  </a:lnTo>
                  <a:lnTo>
                    <a:pt x="0" y="252730"/>
                  </a:lnTo>
                  <a:lnTo>
                    <a:pt x="228600" y="252730"/>
                  </a:lnTo>
                  <a:lnTo>
                    <a:pt x="228600" y="246392"/>
                  </a:lnTo>
                  <a:close/>
                </a:path>
                <a:path w="228600" h="349250">
                  <a:moveTo>
                    <a:pt x="22860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228600" y="246380"/>
                  </a:lnTo>
                  <a:lnTo>
                    <a:pt x="228600" y="243852"/>
                  </a:lnTo>
                  <a:close/>
                </a:path>
                <a:path w="228600" h="349250">
                  <a:moveTo>
                    <a:pt x="22860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228600" y="243840"/>
                  </a:lnTo>
                  <a:lnTo>
                    <a:pt x="228600" y="240042"/>
                  </a:lnTo>
                  <a:close/>
                </a:path>
                <a:path w="228600" h="349250">
                  <a:moveTo>
                    <a:pt x="22860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228600" y="240030"/>
                  </a:lnTo>
                  <a:lnTo>
                    <a:pt x="228600" y="237502"/>
                  </a:lnTo>
                  <a:close/>
                </a:path>
                <a:path w="228600" h="349250">
                  <a:moveTo>
                    <a:pt x="22860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228600" y="237490"/>
                  </a:lnTo>
                  <a:lnTo>
                    <a:pt x="228600" y="233692"/>
                  </a:lnTo>
                  <a:close/>
                </a:path>
                <a:path w="228600" h="349250">
                  <a:moveTo>
                    <a:pt x="22860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228600" y="233680"/>
                  </a:lnTo>
                  <a:lnTo>
                    <a:pt x="228600" y="231152"/>
                  </a:lnTo>
                  <a:close/>
                </a:path>
                <a:path w="228600" h="349250">
                  <a:moveTo>
                    <a:pt x="228600" y="224802"/>
                  </a:moveTo>
                  <a:lnTo>
                    <a:pt x="0" y="224802"/>
                  </a:lnTo>
                  <a:lnTo>
                    <a:pt x="0" y="231140"/>
                  </a:lnTo>
                  <a:lnTo>
                    <a:pt x="228600" y="231140"/>
                  </a:lnTo>
                  <a:lnTo>
                    <a:pt x="228600" y="224802"/>
                  </a:lnTo>
                  <a:close/>
                </a:path>
                <a:path w="228600" h="349250">
                  <a:moveTo>
                    <a:pt x="228600" y="218452"/>
                  </a:moveTo>
                  <a:lnTo>
                    <a:pt x="0" y="218452"/>
                  </a:lnTo>
                  <a:lnTo>
                    <a:pt x="0" y="224790"/>
                  </a:lnTo>
                  <a:lnTo>
                    <a:pt x="228600" y="224790"/>
                  </a:lnTo>
                  <a:lnTo>
                    <a:pt x="228600" y="218452"/>
                  </a:lnTo>
                  <a:close/>
                </a:path>
                <a:path w="228600" h="349250">
                  <a:moveTo>
                    <a:pt x="228600" y="212102"/>
                  </a:moveTo>
                  <a:lnTo>
                    <a:pt x="0" y="212102"/>
                  </a:lnTo>
                  <a:lnTo>
                    <a:pt x="0" y="218440"/>
                  </a:lnTo>
                  <a:lnTo>
                    <a:pt x="228600" y="218440"/>
                  </a:lnTo>
                  <a:lnTo>
                    <a:pt x="228600" y="212102"/>
                  </a:lnTo>
                  <a:close/>
                </a:path>
                <a:path w="228600" h="349250">
                  <a:moveTo>
                    <a:pt x="228600" y="208292"/>
                  </a:moveTo>
                  <a:lnTo>
                    <a:pt x="0" y="208292"/>
                  </a:lnTo>
                  <a:lnTo>
                    <a:pt x="0" y="212090"/>
                  </a:lnTo>
                  <a:lnTo>
                    <a:pt x="228600" y="212090"/>
                  </a:lnTo>
                  <a:lnTo>
                    <a:pt x="228600" y="208292"/>
                  </a:lnTo>
                  <a:close/>
                </a:path>
                <a:path w="228600" h="349250">
                  <a:moveTo>
                    <a:pt x="228600" y="201942"/>
                  </a:moveTo>
                  <a:lnTo>
                    <a:pt x="0" y="201942"/>
                  </a:lnTo>
                  <a:lnTo>
                    <a:pt x="0" y="208280"/>
                  </a:lnTo>
                  <a:lnTo>
                    <a:pt x="228600" y="208280"/>
                  </a:lnTo>
                  <a:lnTo>
                    <a:pt x="228600" y="201942"/>
                  </a:lnTo>
                  <a:close/>
                </a:path>
                <a:path w="228600" h="349250">
                  <a:moveTo>
                    <a:pt x="228600" y="195592"/>
                  </a:moveTo>
                  <a:lnTo>
                    <a:pt x="0" y="195592"/>
                  </a:lnTo>
                  <a:lnTo>
                    <a:pt x="0" y="201930"/>
                  </a:lnTo>
                  <a:lnTo>
                    <a:pt x="228600" y="201930"/>
                  </a:lnTo>
                  <a:lnTo>
                    <a:pt x="228600" y="195592"/>
                  </a:lnTo>
                  <a:close/>
                </a:path>
                <a:path w="228600" h="349250">
                  <a:moveTo>
                    <a:pt x="22860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28600" y="195580"/>
                  </a:lnTo>
                  <a:lnTo>
                    <a:pt x="228600" y="189242"/>
                  </a:lnTo>
                  <a:close/>
                </a:path>
                <a:path w="228600" h="349250">
                  <a:moveTo>
                    <a:pt x="228600" y="186702"/>
                  </a:moveTo>
                  <a:lnTo>
                    <a:pt x="0" y="186702"/>
                  </a:lnTo>
                  <a:lnTo>
                    <a:pt x="0" y="189230"/>
                  </a:lnTo>
                  <a:lnTo>
                    <a:pt x="228600" y="189230"/>
                  </a:lnTo>
                  <a:lnTo>
                    <a:pt x="228600" y="186702"/>
                  </a:lnTo>
                  <a:close/>
                </a:path>
                <a:path w="228600" h="349250">
                  <a:moveTo>
                    <a:pt x="228600" y="182892"/>
                  </a:moveTo>
                  <a:lnTo>
                    <a:pt x="0" y="182892"/>
                  </a:lnTo>
                  <a:lnTo>
                    <a:pt x="0" y="186690"/>
                  </a:lnTo>
                  <a:lnTo>
                    <a:pt x="228600" y="186690"/>
                  </a:lnTo>
                  <a:lnTo>
                    <a:pt x="228600" y="182892"/>
                  </a:lnTo>
                  <a:close/>
                </a:path>
                <a:path w="228600" h="349250">
                  <a:moveTo>
                    <a:pt x="228600" y="180352"/>
                  </a:moveTo>
                  <a:lnTo>
                    <a:pt x="0" y="180352"/>
                  </a:lnTo>
                  <a:lnTo>
                    <a:pt x="0" y="182880"/>
                  </a:lnTo>
                  <a:lnTo>
                    <a:pt x="228600" y="182880"/>
                  </a:lnTo>
                  <a:lnTo>
                    <a:pt x="228600" y="180352"/>
                  </a:lnTo>
                  <a:close/>
                </a:path>
                <a:path w="228600" h="349250">
                  <a:moveTo>
                    <a:pt x="228600" y="174002"/>
                  </a:moveTo>
                  <a:lnTo>
                    <a:pt x="0" y="174002"/>
                  </a:lnTo>
                  <a:lnTo>
                    <a:pt x="0" y="180340"/>
                  </a:lnTo>
                  <a:lnTo>
                    <a:pt x="228600" y="180340"/>
                  </a:lnTo>
                  <a:lnTo>
                    <a:pt x="228600" y="174002"/>
                  </a:lnTo>
                  <a:close/>
                </a:path>
                <a:path w="228600" h="349250">
                  <a:moveTo>
                    <a:pt x="228600" y="167652"/>
                  </a:moveTo>
                  <a:lnTo>
                    <a:pt x="0" y="167652"/>
                  </a:lnTo>
                  <a:lnTo>
                    <a:pt x="0" y="173990"/>
                  </a:lnTo>
                  <a:lnTo>
                    <a:pt x="228600" y="173990"/>
                  </a:lnTo>
                  <a:lnTo>
                    <a:pt x="228600" y="167652"/>
                  </a:lnTo>
                  <a:close/>
                </a:path>
                <a:path w="228600" h="349250">
                  <a:moveTo>
                    <a:pt x="228600" y="161302"/>
                  </a:moveTo>
                  <a:lnTo>
                    <a:pt x="0" y="161302"/>
                  </a:lnTo>
                  <a:lnTo>
                    <a:pt x="0" y="167640"/>
                  </a:lnTo>
                  <a:lnTo>
                    <a:pt x="228600" y="167640"/>
                  </a:lnTo>
                  <a:lnTo>
                    <a:pt x="228600" y="161302"/>
                  </a:lnTo>
                  <a:close/>
                </a:path>
                <a:path w="228600" h="349250">
                  <a:moveTo>
                    <a:pt x="228600" y="157492"/>
                  </a:moveTo>
                  <a:lnTo>
                    <a:pt x="0" y="157492"/>
                  </a:lnTo>
                  <a:lnTo>
                    <a:pt x="0" y="161290"/>
                  </a:lnTo>
                  <a:lnTo>
                    <a:pt x="228600" y="161290"/>
                  </a:lnTo>
                  <a:lnTo>
                    <a:pt x="228600" y="157492"/>
                  </a:lnTo>
                  <a:close/>
                </a:path>
                <a:path w="228600" h="349250">
                  <a:moveTo>
                    <a:pt x="22860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28600" y="157480"/>
                  </a:lnTo>
                  <a:lnTo>
                    <a:pt x="228600" y="151142"/>
                  </a:lnTo>
                  <a:close/>
                </a:path>
                <a:path w="228600" h="349250">
                  <a:moveTo>
                    <a:pt x="228600" y="144792"/>
                  </a:moveTo>
                  <a:lnTo>
                    <a:pt x="0" y="144792"/>
                  </a:lnTo>
                  <a:lnTo>
                    <a:pt x="0" y="151130"/>
                  </a:lnTo>
                  <a:lnTo>
                    <a:pt x="228600" y="151130"/>
                  </a:lnTo>
                  <a:lnTo>
                    <a:pt x="228600" y="144792"/>
                  </a:lnTo>
                  <a:close/>
                </a:path>
                <a:path w="228600" h="349250">
                  <a:moveTo>
                    <a:pt x="228600" y="138442"/>
                  </a:moveTo>
                  <a:lnTo>
                    <a:pt x="0" y="138442"/>
                  </a:lnTo>
                  <a:lnTo>
                    <a:pt x="0" y="144780"/>
                  </a:lnTo>
                  <a:lnTo>
                    <a:pt x="228600" y="144780"/>
                  </a:lnTo>
                  <a:lnTo>
                    <a:pt x="228600" y="138442"/>
                  </a:lnTo>
                  <a:close/>
                </a:path>
                <a:path w="228600" h="349250">
                  <a:moveTo>
                    <a:pt x="228600" y="135902"/>
                  </a:moveTo>
                  <a:lnTo>
                    <a:pt x="0" y="135902"/>
                  </a:lnTo>
                  <a:lnTo>
                    <a:pt x="0" y="138430"/>
                  </a:lnTo>
                  <a:lnTo>
                    <a:pt x="228600" y="138430"/>
                  </a:lnTo>
                  <a:lnTo>
                    <a:pt x="228600" y="135902"/>
                  </a:lnTo>
                  <a:close/>
                </a:path>
                <a:path w="228600" h="349250">
                  <a:moveTo>
                    <a:pt x="228600" y="132092"/>
                  </a:moveTo>
                  <a:lnTo>
                    <a:pt x="0" y="132092"/>
                  </a:lnTo>
                  <a:lnTo>
                    <a:pt x="0" y="135890"/>
                  </a:lnTo>
                  <a:lnTo>
                    <a:pt x="228600" y="135890"/>
                  </a:lnTo>
                  <a:lnTo>
                    <a:pt x="228600" y="132092"/>
                  </a:lnTo>
                  <a:close/>
                </a:path>
                <a:path w="228600" h="349250">
                  <a:moveTo>
                    <a:pt x="228600" y="129552"/>
                  </a:moveTo>
                  <a:lnTo>
                    <a:pt x="0" y="129552"/>
                  </a:lnTo>
                  <a:lnTo>
                    <a:pt x="0" y="132080"/>
                  </a:lnTo>
                  <a:lnTo>
                    <a:pt x="228600" y="132080"/>
                  </a:lnTo>
                  <a:lnTo>
                    <a:pt x="228600" y="129552"/>
                  </a:lnTo>
                  <a:close/>
                </a:path>
                <a:path w="228600" h="349250">
                  <a:moveTo>
                    <a:pt x="228600" y="125742"/>
                  </a:moveTo>
                  <a:lnTo>
                    <a:pt x="0" y="125742"/>
                  </a:lnTo>
                  <a:lnTo>
                    <a:pt x="0" y="129540"/>
                  </a:lnTo>
                  <a:lnTo>
                    <a:pt x="228600" y="129540"/>
                  </a:lnTo>
                  <a:lnTo>
                    <a:pt x="228600" y="125742"/>
                  </a:lnTo>
                  <a:close/>
                </a:path>
                <a:path w="228600" h="349250">
                  <a:moveTo>
                    <a:pt x="228600" y="123202"/>
                  </a:moveTo>
                  <a:lnTo>
                    <a:pt x="0" y="123202"/>
                  </a:lnTo>
                  <a:lnTo>
                    <a:pt x="0" y="125730"/>
                  </a:lnTo>
                  <a:lnTo>
                    <a:pt x="228600" y="125730"/>
                  </a:lnTo>
                  <a:lnTo>
                    <a:pt x="228600" y="123202"/>
                  </a:lnTo>
                  <a:close/>
                </a:path>
                <a:path w="228600" h="349250">
                  <a:moveTo>
                    <a:pt x="228600" y="116852"/>
                  </a:moveTo>
                  <a:lnTo>
                    <a:pt x="0" y="116852"/>
                  </a:lnTo>
                  <a:lnTo>
                    <a:pt x="0" y="123190"/>
                  </a:lnTo>
                  <a:lnTo>
                    <a:pt x="228600" y="123190"/>
                  </a:lnTo>
                  <a:lnTo>
                    <a:pt x="228600" y="116852"/>
                  </a:lnTo>
                  <a:close/>
                </a:path>
                <a:path w="228600" h="349250">
                  <a:moveTo>
                    <a:pt x="228600" y="110502"/>
                  </a:moveTo>
                  <a:lnTo>
                    <a:pt x="0" y="110502"/>
                  </a:lnTo>
                  <a:lnTo>
                    <a:pt x="0" y="116840"/>
                  </a:lnTo>
                  <a:lnTo>
                    <a:pt x="228600" y="116840"/>
                  </a:lnTo>
                  <a:lnTo>
                    <a:pt x="228600" y="110502"/>
                  </a:lnTo>
                  <a:close/>
                </a:path>
                <a:path w="228600" h="349250">
                  <a:moveTo>
                    <a:pt x="228600" y="104152"/>
                  </a:moveTo>
                  <a:lnTo>
                    <a:pt x="0" y="104152"/>
                  </a:lnTo>
                  <a:lnTo>
                    <a:pt x="0" y="110490"/>
                  </a:lnTo>
                  <a:lnTo>
                    <a:pt x="228600" y="110490"/>
                  </a:lnTo>
                  <a:lnTo>
                    <a:pt x="228600" y="104152"/>
                  </a:lnTo>
                  <a:close/>
                </a:path>
                <a:path w="228600" h="349250">
                  <a:moveTo>
                    <a:pt x="228600" y="100342"/>
                  </a:moveTo>
                  <a:lnTo>
                    <a:pt x="0" y="100342"/>
                  </a:lnTo>
                  <a:lnTo>
                    <a:pt x="0" y="104140"/>
                  </a:lnTo>
                  <a:lnTo>
                    <a:pt x="228600" y="104140"/>
                  </a:lnTo>
                  <a:lnTo>
                    <a:pt x="228600" y="100342"/>
                  </a:lnTo>
                  <a:close/>
                </a:path>
                <a:path w="228600" h="349250">
                  <a:moveTo>
                    <a:pt x="22860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28600" y="100330"/>
                  </a:lnTo>
                  <a:lnTo>
                    <a:pt x="228600" y="93992"/>
                  </a:lnTo>
                  <a:close/>
                </a:path>
                <a:path w="228600" h="349250">
                  <a:moveTo>
                    <a:pt x="22860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28600" y="93980"/>
                  </a:lnTo>
                  <a:lnTo>
                    <a:pt x="228600" y="87642"/>
                  </a:lnTo>
                  <a:close/>
                </a:path>
                <a:path w="228600" h="349250">
                  <a:moveTo>
                    <a:pt x="228600" y="78752"/>
                  </a:moveTo>
                  <a:lnTo>
                    <a:pt x="0" y="78752"/>
                  </a:lnTo>
                  <a:lnTo>
                    <a:pt x="0" y="87630"/>
                  </a:lnTo>
                  <a:lnTo>
                    <a:pt x="228600" y="87630"/>
                  </a:lnTo>
                  <a:lnTo>
                    <a:pt x="228600" y="78752"/>
                  </a:lnTo>
                  <a:close/>
                </a:path>
                <a:path w="228600" h="349250">
                  <a:moveTo>
                    <a:pt x="228600" y="74942"/>
                  </a:moveTo>
                  <a:lnTo>
                    <a:pt x="0" y="74942"/>
                  </a:lnTo>
                  <a:lnTo>
                    <a:pt x="0" y="78740"/>
                  </a:lnTo>
                  <a:lnTo>
                    <a:pt x="228600" y="78740"/>
                  </a:lnTo>
                  <a:lnTo>
                    <a:pt x="228600" y="74942"/>
                  </a:lnTo>
                  <a:close/>
                </a:path>
                <a:path w="228600" h="349250">
                  <a:moveTo>
                    <a:pt x="228600" y="72402"/>
                  </a:moveTo>
                  <a:lnTo>
                    <a:pt x="0" y="72402"/>
                  </a:lnTo>
                  <a:lnTo>
                    <a:pt x="0" y="74930"/>
                  </a:lnTo>
                  <a:lnTo>
                    <a:pt x="228600" y="74930"/>
                  </a:lnTo>
                  <a:lnTo>
                    <a:pt x="228600" y="72402"/>
                  </a:lnTo>
                  <a:close/>
                </a:path>
                <a:path w="228600" h="349250">
                  <a:moveTo>
                    <a:pt x="228600" y="66052"/>
                  </a:moveTo>
                  <a:lnTo>
                    <a:pt x="0" y="66052"/>
                  </a:lnTo>
                  <a:lnTo>
                    <a:pt x="0" y="72390"/>
                  </a:lnTo>
                  <a:lnTo>
                    <a:pt x="228600" y="72390"/>
                  </a:lnTo>
                  <a:lnTo>
                    <a:pt x="228600" y="66052"/>
                  </a:lnTo>
                  <a:close/>
                </a:path>
                <a:path w="228600" h="349250">
                  <a:moveTo>
                    <a:pt x="228600" y="59702"/>
                  </a:moveTo>
                  <a:lnTo>
                    <a:pt x="0" y="59702"/>
                  </a:lnTo>
                  <a:lnTo>
                    <a:pt x="0" y="66040"/>
                  </a:lnTo>
                  <a:lnTo>
                    <a:pt x="228600" y="66040"/>
                  </a:lnTo>
                  <a:lnTo>
                    <a:pt x="228600" y="59702"/>
                  </a:lnTo>
                  <a:close/>
                </a:path>
                <a:path w="228600" h="349250">
                  <a:moveTo>
                    <a:pt x="228600" y="53352"/>
                  </a:moveTo>
                  <a:lnTo>
                    <a:pt x="0" y="53352"/>
                  </a:lnTo>
                  <a:lnTo>
                    <a:pt x="0" y="59690"/>
                  </a:lnTo>
                  <a:lnTo>
                    <a:pt x="228600" y="59690"/>
                  </a:lnTo>
                  <a:lnTo>
                    <a:pt x="228600" y="53352"/>
                  </a:lnTo>
                  <a:close/>
                </a:path>
                <a:path w="228600" h="349250">
                  <a:moveTo>
                    <a:pt x="228600" y="49542"/>
                  </a:moveTo>
                  <a:lnTo>
                    <a:pt x="0" y="49542"/>
                  </a:lnTo>
                  <a:lnTo>
                    <a:pt x="0" y="53340"/>
                  </a:lnTo>
                  <a:lnTo>
                    <a:pt x="228600" y="53340"/>
                  </a:lnTo>
                  <a:lnTo>
                    <a:pt x="228600" y="49542"/>
                  </a:lnTo>
                  <a:close/>
                </a:path>
                <a:path w="228600" h="349250">
                  <a:moveTo>
                    <a:pt x="22860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28600" y="49530"/>
                  </a:lnTo>
                  <a:lnTo>
                    <a:pt x="228600" y="43192"/>
                  </a:lnTo>
                  <a:close/>
                </a:path>
                <a:path w="228600" h="349250">
                  <a:moveTo>
                    <a:pt x="22860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28600" y="43180"/>
                  </a:lnTo>
                  <a:lnTo>
                    <a:pt x="228600" y="36842"/>
                  </a:lnTo>
                  <a:close/>
                </a:path>
                <a:path w="228600" h="349250">
                  <a:moveTo>
                    <a:pt x="22860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28600" y="36830"/>
                  </a:lnTo>
                  <a:lnTo>
                    <a:pt x="228600" y="30492"/>
                  </a:lnTo>
                  <a:close/>
                </a:path>
                <a:path w="228600" h="349250">
                  <a:moveTo>
                    <a:pt x="228600" y="27952"/>
                  </a:moveTo>
                  <a:lnTo>
                    <a:pt x="0" y="27952"/>
                  </a:lnTo>
                  <a:lnTo>
                    <a:pt x="0" y="30480"/>
                  </a:lnTo>
                  <a:lnTo>
                    <a:pt x="228600" y="30480"/>
                  </a:lnTo>
                  <a:lnTo>
                    <a:pt x="228600" y="27952"/>
                  </a:lnTo>
                  <a:close/>
                </a:path>
                <a:path w="228600" h="349250">
                  <a:moveTo>
                    <a:pt x="228600" y="24142"/>
                  </a:moveTo>
                  <a:lnTo>
                    <a:pt x="0" y="24142"/>
                  </a:lnTo>
                  <a:lnTo>
                    <a:pt x="0" y="27940"/>
                  </a:lnTo>
                  <a:lnTo>
                    <a:pt x="228600" y="27940"/>
                  </a:lnTo>
                  <a:lnTo>
                    <a:pt x="228600" y="24142"/>
                  </a:lnTo>
                  <a:close/>
                </a:path>
                <a:path w="228600" h="349250">
                  <a:moveTo>
                    <a:pt x="228600" y="15252"/>
                  </a:moveTo>
                  <a:lnTo>
                    <a:pt x="0" y="15252"/>
                  </a:lnTo>
                  <a:lnTo>
                    <a:pt x="0" y="24130"/>
                  </a:lnTo>
                  <a:lnTo>
                    <a:pt x="228600" y="24130"/>
                  </a:lnTo>
                  <a:lnTo>
                    <a:pt x="228600" y="15252"/>
                  </a:lnTo>
                  <a:close/>
                </a:path>
                <a:path w="228600" h="349250">
                  <a:moveTo>
                    <a:pt x="22860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228600" y="15240"/>
                  </a:lnTo>
                  <a:lnTo>
                    <a:pt x="228600" y="8902"/>
                  </a:lnTo>
                  <a:close/>
                </a:path>
                <a:path w="228600" h="349250">
                  <a:moveTo>
                    <a:pt x="22860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228600" y="8890"/>
                  </a:lnTo>
                  <a:lnTo>
                    <a:pt x="228600" y="2552"/>
                  </a:lnTo>
                  <a:close/>
                </a:path>
                <a:path w="228600" h="349250">
                  <a:moveTo>
                    <a:pt x="22860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28600" y="2540"/>
                  </a:lnTo>
                  <a:lnTo>
                    <a:pt x="228600" y="0"/>
                  </a:lnTo>
                  <a:close/>
                </a:path>
              </a:pathLst>
            </a:custGeom>
            <a:solidFill>
              <a:srgbClr val="DADA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7350760" y="5561329"/>
              <a:ext cx="228600" cy="349250"/>
            </a:xfrm>
            <a:custGeom>
              <a:avLst/>
              <a:gdLst/>
              <a:ahLst/>
              <a:cxnLst/>
              <a:rect l="l" t="t" r="r" b="b"/>
              <a:pathLst>
                <a:path w="228600" h="349250">
                  <a:moveTo>
                    <a:pt x="228600" y="347992"/>
                  </a:moveTo>
                  <a:lnTo>
                    <a:pt x="0" y="347992"/>
                  </a:lnTo>
                  <a:lnTo>
                    <a:pt x="0" y="349250"/>
                  </a:lnTo>
                  <a:lnTo>
                    <a:pt x="228600" y="349250"/>
                  </a:lnTo>
                  <a:lnTo>
                    <a:pt x="228600" y="347992"/>
                  </a:lnTo>
                  <a:close/>
                </a:path>
                <a:path w="228600" h="349250">
                  <a:moveTo>
                    <a:pt x="228600" y="345452"/>
                  </a:moveTo>
                  <a:lnTo>
                    <a:pt x="0" y="345452"/>
                  </a:lnTo>
                  <a:lnTo>
                    <a:pt x="0" y="347980"/>
                  </a:lnTo>
                  <a:lnTo>
                    <a:pt x="228600" y="347980"/>
                  </a:lnTo>
                  <a:lnTo>
                    <a:pt x="228600" y="345452"/>
                  </a:lnTo>
                  <a:close/>
                </a:path>
                <a:path w="228600" h="349250">
                  <a:moveTo>
                    <a:pt x="228600" y="341642"/>
                  </a:moveTo>
                  <a:lnTo>
                    <a:pt x="0" y="341642"/>
                  </a:lnTo>
                  <a:lnTo>
                    <a:pt x="0" y="345440"/>
                  </a:lnTo>
                  <a:lnTo>
                    <a:pt x="228600" y="345440"/>
                  </a:lnTo>
                  <a:lnTo>
                    <a:pt x="228600" y="341642"/>
                  </a:lnTo>
                  <a:close/>
                </a:path>
                <a:path w="228600" h="349250">
                  <a:moveTo>
                    <a:pt x="228600" y="339102"/>
                  </a:moveTo>
                  <a:lnTo>
                    <a:pt x="0" y="339102"/>
                  </a:lnTo>
                  <a:lnTo>
                    <a:pt x="0" y="341630"/>
                  </a:lnTo>
                  <a:lnTo>
                    <a:pt x="228600" y="341630"/>
                  </a:lnTo>
                  <a:lnTo>
                    <a:pt x="228600" y="339102"/>
                  </a:lnTo>
                  <a:close/>
                </a:path>
                <a:path w="228600" h="349250">
                  <a:moveTo>
                    <a:pt x="228600" y="326402"/>
                  </a:moveTo>
                  <a:lnTo>
                    <a:pt x="0" y="326402"/>
                  </a:lnTo>
                  <a:lnTo>
                    <a:pt x="0" y="339090"/>
                  </a:lnTo>
                  <a:lnTo>
                    <a:pt x="228600" y="339090"/>
                  </a:lnTo>
                  <a:lnTo>
                    <a:pt x="228600" y="326402"/>
                  </a:lnTo>
                  <a:close/>
                </a:path>
                <a:path w="228600" h="349250">
                  <a:moveTo>
                    <a:pt x="228600" y="320052"/>
                  </a:moveTo>
                  <a:lnTo>
                    <a:pt x="0" y="320052"/>
                  </a:lnTo>
                  <a:lnTo>
                    <a:pt x="0" y="326390"/>
                  </a:lnTo>
                  <a:lnTo>
                    <a:pt x="228600" y="326390"/>
                  </a:lnTo>
                  <a:lnTo>
                    <a:pt x="228600" y="320052"/>
                  </a:lnTo>
                  <a:close/>
                </a:path>
                <a:path w="228600" h="349250">
                  <a:moveTo>
                    <a:pt x="228600" y="316242"/>
                  </a:moveTo>
                  <a:lnTo>
                    <a:pt x="0" y="316242"/>
                  </a:lnTo>
                  <a:lnTo>
                    <a:pt x="0" y="320040"/>
                  </a:lnTo>
                  <a:lnTo>
                    <a:pt x="228600" y="320040"/>
                  </a:lnTo>
                  <a:lnTo>
                    <a:pt x="228600" y="316242"/>
                  </a:lnTo>
                  <a:close/>
                </a:path>
                <a:path w="228600" h="349250">
                  <a:moveTo>
                    <a:pt x="228600" y="309892"/>
                  </a:moveTo>
                  <a:lnTo>
                    <a:pt x="0" y="309892"/>
                  </a:lnTo>
                  <a:lnTo>
                    <a:pt x="0" y="316230"/>
                  </a:lnTo>
                  <a:lnTo>
                    <a:pt x="228600" y="316230"/>
                  </a:lnTo>
                  <a:lnTo>
                    <a:pt x="228600" y="309892"/>
                  </a:lnTo>
                  <a:close/>
                </a:path>
                <a:path w="228600" h="349250">
                  <a:moveTo>
                    <a:pt x="228600" y="303542"/>
                  </a:moveTo>
                  <a:lnTo>
                    <a:pt x="0" y="303542"/>
                  </a:lnTo>
                  <a:lnTo>
                    <a:pt x="0" y="309880"/>
                  </a:lnTo>
                  <a:lnTo>
                    <a:pt x="228600" y="309880"/>
                  </a:lnTo>
                  <a:lnTo>
                    <a:pt x="228600" y="303542"/>
                  </a:lnTo>
                  <a:close/>
                </a:path>
                <a:path w="228600" h="349250">
                  <a:moveTo>
                    <a:pt x="228600" y="297192"/>
                  </a:moveTo>
                  <a:lnTo>
                    <a:pt x="0" y="297192"/>
                  </a:lnTo>
                  <a:lnTo>
                    <a:pt x="0" y="303530"/>
                  </a:lnTo>
                  <a:lnTo>
                    <a:pt x="228600" y="303530"/>
                  </a:lnTo>
                  <a:lnTo>
                    <a:pt x="228600" y="297192"/>
                  </a:lnTo>
                  <a:close/>
                </a:path>
                <a:path w="228600" h="349250">
                  <a:moveTo>
                    <a:pt x="228600" y="294652"/>
                  </a:moveTo>
                  <a:lnTo>
                    <a:pt x="0" y="294652"/>
                  </a:lnTo>
                  <a:lnTo>
                    <a:pt x="0" y="297180"/>
                  </a:lnTo>
                  <a:lnTo>
                    <a:pt x="228600" y="297180"/>
                  </a:lnTo>
                  <a:lnTo>
                    <a:pt x="228600" y="294652"/>
                  </a:lnTo>
                  <a:close/>
                </a:path>
                <a:path w="228600" h="349250">
                  <a:moveTo>
                    <a:pt x="228600" y="290842"/>
                  </a:moveTo>
                  <a:lnTo>
                    <a:pt x="0" y="290842"/>
                  </a:lnTo>
                  <a:lnTo>
                    <a:pt x="0" y="294640"/>
                  </a:lnTo>
                  <a:lnTo>
                    <a:pt x="228600" y="294640"/>
                  </a:lnTo>
                  <a:lnTo>
                    <a:pt x="228600" y="290842"/>
                  </a:lnTo>
                  <a:close/>
                </a:path>
                <a:path w="228600" h="349250">
                  <a:moveTo>
                    <a:pt x="228600" y="288302"/>
                  </a:moveTo>
                  <a:lnTo>
                    <a:pt x="0" y="288302"/>
                  </a:lnTo>
                  <a:lnTo>
                    <a:pt x="0" y="290830"/>
                  </a:lnTo>
                  <a:lnTo>
                    <a:pt x="228600" y="290830"/>
                  </a:lnTo>
                  <a:lnTo>
                    <a:pt x="228600" y="288302"/>
                  </a:lnTo>
                  <a:close/>
                </a:path>
                <a:path w="228600" h="349250">
                  <a:moveTo>
                    <a:pt x="228600" y="281952"/>
                  </a:moveTo>
                  <a:lnTo>
                    <a:pt x="0" y="281952"/>
                  </a:lnTo>
                  <a:lnTo>
                    <a:pt x="0" y="288290"/>
                  </a:lnTo>
                  <a:lnTo>
                    <a:pt x="228600" y="288290"/>
                  </a:lnTo>
                  <a:lnTo>
                    <a:pt x="228600" y="281952"/>
                  </a:lnTo>
                  <a:close/>
                </a:path>
                <a:path w="228600" h="349250">
                  <a:moveTo>
                    <a:pt x="228600" y="275602"/>
                  </a:moveTo>
                  <a:lnTo>
                    <a:pt x="0" y="275602"/>
                  </a:lnTo>
                  <a:lnTo>
                    <a:pt x="0" y="281940"/>
                  </a:lnTo>
                  <a:lnTo>
                    <a:pt x="228600" y="281940"/>
                  </a:lnTo>
                  <a:lnTo>
                    <a:pt x="228600" y="275602"/>
                  </a:lnTo>
                  <a:close/>
                </a:path>
                <a:path w="228600" h="349250">
                  <a:moveTo>
                    <a:pt x="228600" y="269252"/>
                  </a:moveTo>
                  <a:lnTo>
                    <a:pt x="0" y="269252"/>
                  </a:lnTo>
                  <a:lnTo>
                    <a:pt x="0" y="275590"/>
                  </a:lnTo>
                  <a:lnTo>
                    <a:pt x="228600" y="275590"/>
                  </a:lnTo>
                  <a:lnTo>
                    <a:pt x="228600" y="269252"/>
                  </a:lnTo>
                  <a:close/>
                </a:path>
                <a:path w="228600" h="349250">
                  <a:moveTo>
                    <a:pt x="228600" y="265442"/>
                  </a:moveTo>
                  <a:lnTo>
                    <a:pt x="0" y="265442"/>
                  </a:lnTo>
                  <a:lnTo>
                    <a:pt x="0" y="269240"/>
                  </a:lnTo>
                  <a:lnTo>
                    <a:pt x="228600" y="269240"/>
                  </a:lnTo>
                  <a:lnTo>
                    <a:pt x="228600" y="265442"/>
                  </a:lnTo>
                  <a:close/>
                </a:path>
                <a:path w="228600" h="349250">
                  <a:moveTo>
                    <a:pt x="228600" y="259092"/>
                  </a:moveTo>
                  <a:lnTo>
                    <a:pt x="0" y="259092"/>
                  </a:lnTo>
                  <a:lnTo>
                    <a:pt x="0" y="265430"/>
                  </a:lnTo>
                  <a:lnTo>
                    <a:pt x="228600" y="265430"/>
                  </a:lnTo>
                  <a:lnTo>
                    <a:pt x="228600" y="259092"/>
                  </a:lnTo>
                  <a:close/>
                </a:path>
                <a:path w="228600" h="349250">
                  <a:moveTo>
                    <a:pt x="228600" y="252742"/>
                  </a:moveTo>
                  <a:lnTo>
                    <a:pt x="0" y="252742"/>
                  </a:lnTo>
                  <a:lnTo>
                    <a:pt x="0" y="259080"/>
                  </a:lnTo>
                  <a:lnTo>
                    <a:pt x="228600" y="259080"/>
                  </a:lnTo>
                  <a:lnTo>
                    <a:pt x="228600" y="252742"/>
                  </a:lnTo>
                  <a:close/>
                </a:path>
                <a:path w="228600" h="349250">
                  <a:moveTo>
                    <a:pt x="228600" y="246392"/>
                  </a:moveTo>
                  <a:lnTo>
                    <a:pt x="0" y="246392"/>
                  </a:lnTo>
                  <a:lnTo>
                    <a:pt x="0" y="252730"/>
                  </a:lnTo>
                  <a:lnTo>
                    <a:pt x="228600" y="252730"/>
                  </a:lnTo>
                  <a:lnTo>
                    <a:pt x="228600" y="246392"/>
                  </a:lnTo>
                  <a:close/>
                </a:path>
                <a:path w="228600" h="349250">
                  <a:moveTo>
                    <a:pt x="22860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228600" y="246380"/>
                  </a:lnTo>
                  <a:lnTo>
                    <a:pt x="228600" y="243852"/>
                  </a:lnTo>
                  <a:close/>
                </a:path>
                <a:path w="228600" h="349250">
                  <a:moveTo>
                    <a:pt x="22860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228600" y="243840"/>
                  </a:lnTo>
                  <a:lnTo>
                    <a:pt x="228600" y="240042"/>
                  </a:lnTo>
                  <a:close/>
                </a:path>
                <a:path w="228600" h="349250">
                  <a:moveTo>
                    <a:pt x="22860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228600" y="240030"/>
                  </a:lnTo>
                  <a:lnTo>
                    <a:pt x="228600" y="237502"/>
                  </a:lnTo>
                  <a:close/>
                </a:path>
                <a:path w="228600" h="349250">
                  <a:moveTo>
                    <a:pt x="22860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228600" y="237490"/>
                  </a:lnTo>
                  <a:lnTo>
                    <a:pt x="228600" y="233692"/>
                  </a:lnTo>
                  <a:close/>
                </a:path>
                <a:path w="228600" h="349250">
                  <a:moveTo>
                    <a:pt x="22860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228600" y="233680"/>
                  </a:lnTo>
                  <a:lnTo>
                    <a:pt x="228600" y="231152"/>
                  </a:lnTo>
                  <a:close/>
                </a:path>
                <a:path w="228600" h="349250">
                  <a:moveTo>
                    <a:pt x="228600" y="224802"/>
                  </a:moveTo>
                  <a:lnTo>
                    <a:pt x="0" y="224802"/>
                  </a:lnTo>
                  <a:lnTo>
                    <a:pt x="0" y="231140"/>
                  </a:lnTo>
                  <a:lnTo>
                    <a:pt x="228600" y="231140"/>
                  </a:lnTo>
                  <a:lnTo>
                    <a:pt x="228600" y="224802"/>
                  </a:lnTo>
                  <a:close/>
                </a:path>
                <a:path w="228600" h="349250">
                  <a:moveTo>
                    <a:pt x="228600" y="218452"/>
                  </a:moveTo>
                  <a:lnTo>
                    <a:pt x="0" y="218452"/>
                  </a:lnTo>
                  <a:lnTo>
                    <a:pt x="0" y="224790"/>
                  </a:lnTo>
                  <a:lnTo>
                    <a:pt x="228600" y="224790"/>
                  </a:lnTo>
                  <a:lnTo>
                    <a:pt x="228600" y="218452"/>
                  </a:lnTo>
                  <a:close/>
                </a:path>
                <a:path w="228600" h="349250">
                  <a:moveTo>
                    <a:pt x="228600" y="212102"/>
                  </a:moveTo>
                  <a:lnTo>
                    <a:pt x="0" y="212102"/>
                  </a:lnTo>
                  <a:lnTo>
                    <a:pt x="0" y="218440"/>
                  </a:lnTo>
                  <a:lnTo>
                    <a:pt x="228600" y="218440"/>
                  </a:lnTo>
                  <a:lnTo>
                    <a:pt x="228600" y="212102"/>
                  </a:lnTo>
                  <a:close/>
                </a:path>
                <a:path w="228600" h="349250">
                  <a:moveTo>
                    <a:pt x="228600" y="208292"/>
                  </a:moveTo>
                  <a:lnTo>
                    <a:pt x="0" y="208292"/>
                  </a:lnTo>
                  <a:lnTo>
                    <a:pt x="0" y="212090"/>
                  </a:lnTo>
                  <a:lnTo>
                    <a:pt x="228600" y="212090"/>
                  </a:lnTo>
                  <a:lnTo>
                    <a:pt x="228600" y="208292"/>
                  </a:lnTo>
                  <a:close/>
                </a:path>
                <a:path w="228600" h="349250">
                  <a:moveTo>
                    <a:pt x="228600" y="201942"/>
                  </a:moveTo>
                  <a:lnTo>
                    <a:pt x="0" y="201942"/>
                  </a:lnTo>
                  <a:lnTo>
                    <a:pt x="0" y="208280"/>
                  </a:lnTo>
                  <a:lnTo>
                    <a:pt x="228600" y="208280"/>
                  </a:lnTo>
                  <a:lnTo>
                    <a:pt x="228600" y="201942"/>
                  </a:lnTo>
                  <a:close/>
                </a:path>
                <a:path w="228600" h="349250">
                  <a:moveTo>
                    <a:pt x="228600" y="195592"/>
                  </a:moveTo>
                  <a:lnTo>
                    <a:pt x="0" y="195592"/>
                  </a:lnTo>
                  <a:lnTo>
                    <a:pt x="0" y="201930"/>
                  </a:lnTo>
                  <a:lnTo>
                    <a:pt x="228600" y="201930"/>
                  </a:lnTo>
                  <a:lnTo>
                    <a:pt x="228600" y="195592"/>
                  </a:lnTo>
                  <a:close/>
                </a:path>
                <a:path w="228600" h="349250">
                  <a:moveTo>
                    <a:pt x="22860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28600" y="195580"/>
                  </a:lnTo>
                  <a:lnTo>
                    <a:pt x="228600" y="189242"/>
                  </a:lnTo>
                  <a:close/>
                </a:path>
                <a:path w="228600" h="349250">
                  <a:moveTo>
                    <a:pt x="228600" y="186702"/>
                  </a:moveTo>
                  <a:lnTo>
                    <a:pt x="0" y="186702"/>
                  </a:lnTo>
                  <a:lnTo>
                    <a:pt x="0" y="189230"/>
                  </a:lnTo>
                  <a:lnTo>
                    <a:pt x="228600" y="189230"/>
                  </a:lnTo>
                  <a:lnTo>
                    <a:pt x="228600" y="186702"/>
                  </a:lnTo>
                  <a:close/>
                </a:path>
                <a:path w="228600" h="349250">
                  <a:moveTo>
                    <a:pt x="228600" y="182892"/>
                  </a:moveTo>
                  <a:lnTo>
                    <a:pt x="0" y="182892"/>
                  </a:lnTo>
                  <a:lnTo>
                    <a:pt x="0" y="186690"/>
                  </a:lnTo>
                  <a:lnTo>
                    <a:pt x="228600" y="186690"/>
                  </a:lnTo>
                  <a:lnTo>
                    <a:pt x="228600" y="182892"/>
                  </a:lnTo>
                  <a:close/>
                </a:path>
                <a:path w="228600" h="349250">
                  <a:moveTo>
                    <a:pt x="228600" y="180352"/>
                  </a:moveTo>
                  <a:lnTo>
                    <a:pt x="0" y="180352"/>
                  </a:lnTo>
                  <a:lnTo>
                    <a:pt x="0" y="182880"/>
                  </a:lnTo>
                  <a:lnTo>
                    <a:pt x="228600" y="182880"/>
                  </a:lnTo>
                  <a:lnTo>
                    <a:pt x="228600" y="180352"/>
                  </a:lnTo>
                  <a:close/>
                </a:path>
                <a:path w="228600" h="349250">
                  <a:moveTo>
                    <a:pt x="228600" y="174002"/>
                  </a:moveTo>
                  <a:lnTo>
                    <a:pt x="0" y="174002"/>
                  </a:lnTo>
                  <a:lnTo>
                    <a:pt x="0" y="180340"/>
                  </a:lnTo>
                  <a:lnTo>
                    <a:pt x="228600" y="180340"/>
                  </a:lnTo>
                  <a:lnTo>
                    <a:pt x="228600" y="174002"/>
                  </a:lnTo>
                  <a:close/>
                </a:path>
                <a:path w="228600" h="349250">
                  <a:moveTo>
                    <a:pt x="228600" y="167652"/>
                  </a:moveTo>
                  <a:lnTo>
                    <a:pt x="0" y="167652"/>
                  </a:lnTo>
                  <a:lnTo>
                    <a:pt x="0" y="173990"/>
                  </a:lnTo>
                  <a:lnTo>
                    <a:pt x="228600" y="173990"/>
                  </a:lnTo>
                  <a:lnTo>
                    <a:pt x="228600" y="167652"/>
                  </a:lnTo>
                  <a:close/>
                </a:path>
                <a:path w="228600" h="349250">
                  <a:moveTo>
                    <a:pt x="228600" y="161302"/>
                  </a:moveTo>
                  <a:lnTo>
                    <a:pt x="0" y="161302"/>
                  </a:lnTo>
                  <a:lnTo>
                    <a:pt x="0" y="167640"/>
                  </a:lnTo>
                  <a:lnTo>
                    <a:pt x="228600" y="167640"/>
                  </a:lnTo>
                  <a:lnTo>
                    <a:pt x="228600" y="161302"/>
                  </a:lnTo>
                  <a:close/>
                </a:path>
                <a:path w="228600" h="349250">
                  <a:moveTo>
                    <a:pt x="228600" y="157492"/>
                  </a:moveTo>
                  <a:lnTo>
                    <a:pt x="0" y="157492"/>
                  </a:lnTo>
                  <a:lnTo>
                    <a:pt x="0" y="161290"/>
                  </a:lnTo>
                  <a:lnTo>
                    <a:pt x="228600" y="161290"/>
                  </a:lnTo>
                  <a:lnTo>
                    <a:pt x="228600" y="157492"/>
                  </a:lnTo>
                  <a:close/>
                </a:path>
                <a:path w="228600" h="349250">
                  <a:moveTo>
                    <a:pt x="22860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28600" y="157480"/>
                  </a:lnTo>
                  <a:lnTo>
                    <a:pt x="228600" y="151142"/>
                  </a:lnTo>
                  <a:close/>
                </a:path>
                <a:path w="228600" h="349250">
                  <a:moveTo>
                    <a:pt x="228600" y="144792"/>
                  </a:moveTo>
                  <a:lnTo>
                    <a:pt x="0" y="144792"/>
                  </a:lnTo>
                  <a:lnTo>
                    <a:pt x="0" y="151130"/>
                  </a:lnTo>
                  <a:lnTo>
                    <a:pt x="228600" y="151130"/>
                  </a:lnTo>
                  <a:lnTo>
                    <a:pt x="228600" y="144792"/>
                  </a:lnTo>
                  <a:close/>
                </a:path>
                <a:path w="228600" h="349250">
                  <a:moveTo>
                    <a:pt x="228600" y="138442"/>
                  </a:moveTo>
                  <a:lnTo>
                    <a:pt x="0" y="138442"/>
                  </a:lnTo>
                  <a:lnTo>
                    <a:pt x="0" y="144780"/>
                  </a:lnTo>
                  <a:lnTo>
                    <a:pt x="228600" y="144780"/>
                  </a:lnTo>
                  <a:lnTo>
                    <a:pt x="228600" y="138442"/>
                  </a:lnTo>
                  <a:close/>
                </a:path>
                <a:path w="228600" h="349250">
                  <a:moveTo>
                    <a:pt x="228600" y="135902"/>
                  </a:moveTo>
                  <a:lnTo>
                    <a:pt x="0" y="135902"/>
                  </a:lnTo>
                  <a:lnTo>
                    <a:pt x="0" y="138430"/>
                  </a:lnTo>
                  <a:lnTo>
                    <a:pt x="228600" y="138430"/>
                  </a:lnTo>
                  <a:lnTo>
                    <a:pt x="228600" y="135902"/>
                  </a:lnTo>
                  <a:close/>
                </a:path>
                <a:path w="228600" h="349250">
                  <a:moveTo>
                    <a:pt x="228600" y="132092"/>
                  </a:moveTo>
                  <a:lnTo>
                    <a:pt x="0" y="132092"/>
                  </a:lnTo>
                  <a:lnTo>
                    <a:pt x="0" y="135890"/>
                  </a:lnTo>
                  <a:lnTo>
                    <a:pt x="228600" y="135890"/>
                  </a:lnTo>
                  <a:lnTo>
                    <a:pt x="228600" y="132092"/>
                  </a:lnTo>
                  <a:close/>
                </a:path>
                <a:path w="228600" h="349250">
                  <a:moveTo>
                    <a:pt x="228600" y="129552"/>
                  </a:moveTo>
                  <a:lnTo>
                    <a:pt x="0" y="129552"/>
                  </a:lnTo>
                  <a:lnTo>
                    <a:pt x="0" y="132080"/>
                  </a:lnTo>
                  <a:lnTo>
                    <a:pt x="228600" y="132080"/>
                  </a:lnTo>
                  <a:lnTo>
                    <a:pt x="228600" y="129552"/>
                  </a:lnTo>
                  <a:close/>
                </a:path>
                <a:path w="228600" h="349250">
                  <a:moveTo>
                    <a:pt x="228600" y="125742"/>
                  </a:moveTo>
                  <a:lnTo>
                    <a:pt x="0" y="125742"/>
                  </a:lnTo>
                  <a:lnTo>
                    <a:pt x="0" y="129540"/>
                  </a:lnTo>
                  <a:lnTo>
                    <a:pt x="228600" y="129540"/>
                  </a:lnTo>
                  <a:lnTo>
                    <a:pt x="228600" y="125742"/>
                  </a:lnTo>
                  <a:close/>
                </a:path>
                <a:path w="228600" h="349250">
                  <a:moveTo>
                    <a:pt x="228600" y="123202"/>
                  </a:moveTo>
                  <a:lnTo>
                    <a:pt x="0" y="123202"/>
                  </a:lnTo>
                  <a:lnTo>
                    <a:pt x="0" y="125730"/>
                  </a:lnTo>
                  <a:lnTo>
                    <a:pt x="228600" y="125730"/>
                  </a:lnTo>
                  <a:lnTo>
                    <a:pt x="228600" y="123202"/>
                  </a:lnTo>
                  <a:close/>
                </a:path>
                <a:path w="228600" h="349250">
                  <a:moveTo>
                    <a:pt x="228600" y="116852"/>
                  </a:moveTo>
                  <a:lnTo>
                    <a:pt x="0" y="116852"/>
                  </a:lnTo>
                  <a:lnTo>
                    <a:pt x="0" y="123190"/>
                  </a:lnTo>
                  <a:lnTo>
                    <a:pt x="228600" y="123190"/>
                  </a:lnTo>
                  <a:lnTo>
                    <a:pt x="228600" y="116852"/>
                  </a:lnTo>
                  <a:close/>
                </a:path>
                <a:path w="228600" h="349250">
                  <a:moveTo>
                    <a:pt x="228600" y="110502"/>
                  </a:moveTo>
                  <a:lnTo>
                    <a:pt x="0" y="110502"/>
                  </a:lnTo>
                  <a:lnTo>
                    <a:pt x="0" y="116840"/>
                  </a:lnTo>
                  <a:lnTo>
                    <a:pt x="228600" y="116840"/>
                  </a:lnTo>
                  <a:lnTo>
                    <a:pt x="228600" y="110502"/>
                  </a:lnTo>
                  <a:close/>
                </a:path>
                <a:path w="228600" h="349250">
                  <a:moveTo>
                    <a:pt x="228600" y="104152"/>
                  </a:moveTo>
                  <a:lnTo>
                    <a:pt x="0" y="104152"/>
                  </a:lnTo>
                  <a:lnTo>
                    <a:pt x="0" y="110490"/>
                  </a:lnTo>
                  <a:lnTo>
                    <a:pt x="228600" y="110490"/>
                  </a:lnTo>
                  <a:lnTo>
                    <a:pt x="228600" y="104152"/>
                  </a:lnTo>
                  <a:close/>
                </a:path>
                <a:path w="228600" h="349250">
                  <a:moveTo>
                    <a:pt x="228600" y="100342"/>
                  </a:moveTo>
                  <a:lnTo>
                    <a:pt x="0" y="100342"/>
                  </a:lnTo>
                  <a:lnTo>
                    <a:pt x="0" y="104140"/>
                  </a:lnTo>
                  <a:lnTo>
                    <a:pt x="228600" y="104140"/>
                  </a:lnTo>
                  <a:lnTo>
                    <a:pt x="228600" y="100342"/>
                  </a:lnTo>
                  <a:close/>
                </a:path>
                <a:path w="228600" h="349250">
                  <a:moveTo>
                    <a:pt x="22860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28600" y="100330"/>
                  </a:lnTo>
                  <a:lnTo>
                    <a:pt x="228600" y="93992"/>
                  </a:lnTo>
                  <a:close/>
                </a:path>
                <a:path w="228600" h="349250">
                  <a:moveTo>
                    <a:pt x="22860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28600" y="93980"/>
                  </a:lnTo>
                  <a:lnTo>
                    <a:pt x="228600" y="87642"/>
                  </a:lnTo>
                  <a:close/>
                </a:path>
                <a:path w="228600" h="349250">
                  <a:moveTo>
                    <a:pt x="228600" y="78752"/>
                  </a:moveTo>
                  <a:lnTo>
                    <a:pt x="0" y="78752"/>
                  </a:lnTo>
                  <a:lnTo>
                    <a:pt x="0" y="87630"/>
                  </a:lnTo>
                  <a:lnTo>
                    <a:pt x="228600" y="87630"/>
                  </a:lnTo>
                  <a:lnTo>
                    <a:pt x="228600" y="78752"/>
                  </a:lnTo>
                  <a:close/>
                </a:path>
                <a:path w="228600" h="349250">
                  <a:moveTo>
                    <a:pt x="228600" y="74942"/>
                  </a:moveTo>
                  <a:lnTo>
                    <a:pt x="0" y="74942"/>
                  </a:lnTo>
                  <a:lnTo>
                    <a:pt x="0" y="78740"/>
                  </a:lnTo>
                  <a:lnTo>
                    <a:pt x="228600" y="78740"/>
                  </a:lnTo>
                  <a:lnTo>
                    <a:pt x="228600" y="74942"/>
                  </a:lnTo>
                  <a:close/>
                </a:path>
                <a:path w="228600" h="349250">
                  <a:moveTo>
                    <a:pt x="228600" y="72402"/>
                  </a:moveTo>
                  <a:lnTo>
                    <a:pt x="0" y="72402"/>
                  </a:lnTo>
                  <a:lnTo>
                    <a:pt x="0" y="74930"/>
                  </a:lnTo>
                  <a:lnTo>
                    <a:pt x="228600" y="74930"/>
                  </a:lnTo>
                  <a:lnTo>
                    <a:pt x="228600" y="72402"/>
                  </a:lnTo>
                  <a:close/>
                </a:path>
                <a:path w="228600" h="349250">
                  <a:moveTo>
                    <a:pt x="228600" y="66052"/>
                  </a:moveTo>
                  <a:lnTo>
                    <a:pt x="0" y="66052"/>
                  </a:lnTo>
                  <a:lnTo>
                    <a:pt x="0" y="72390"/>
                  </a:lnTo>
                  <a:lnTo>
                    <a:pt x="228600" y="72390"/>
                  </a:lnTo>
                  <a:lnTo>
                    <a:pt x="228600" y="66052"/>
                  </a:lnTo>
                  <a:close/>
                </a:path>
                <a:path w="228600" h="349250">
                  <a:moveTo>
                    <a:pt x="228600" y="59702"/>
                  </a:moveTo>
                  <a:lnTo>
                    <a:pt x="0" y="59702"/>
                  </a:lnTo>
                  <a:lnTo>
                    <a:pt x="0" y="66040"/>
                  </a:lnTo>
                  <a:lnTo>
                    <a:pt x="228600" y="66040"/>
                  </a:lnTo>
                  <a:lnTo>
                    <a:pt x="228600" y="59702"/>
                  </a:lnTo>
                  <a:close/>
                </a:path>
                <a:path w="228600" h="349250">
                  <a:moveTo>
                    <a:pt x="228600" y="53352"/>
                  </a:moveTo>
                  <a:lnTo>
                    <a:pt x="0" y="53352"/>
                  </a:lnTo>
                  <a:lnTo>
                    <a:pt x="0" y="59690"/>
                  </a:lnTo>
                  <a:lnTo>
                    <a:pt x="228600" y="59690"/>
                  </a:lnTo>
                  <a:lnTo>
                    <a:pt x="228600" y="53352"/>
                  </a:lnTo>
                  <a:close/>
                </a:path>
                <a:path w="228600" h="349250">
                  <a:moveTo>
                    <a:pt x="228600" y="49542"/>
                  </a:moveTo>
                  <a:lnTo>
                    <a:pt x="0" y="49542"/>
                  </a:lnTo>
                  <a:lnTo>
                    <a:pt x="0" y="53340"/>
                  </a:lnTo>
                  <a:lnTo>
                    <a:pt x="228600" y="53340"/>
                  </a:lnTo>
                  <a:lnTo>
                    <a:pt x="228600" y="49542"/>
                  </a:lnTo>
                  <a:close/>
                </a:path>
                <a:path w="228600" h="349250">
                  <a:moveTo>
                    <a:pt x="22860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28600" y="49530"/>
                  </a:lnTo>
                  <a:lnTo>
                    <a:pt x="228600" y="43192"/>
                  </a:lnTo>
                  <a:close/>
                </a:path>
                <a:path w="228600" h="349250">
                  <a:moveTo>
                    <a:pt x="22860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28600" y="43180"/>
                  </a:lnTo>
                  <a:lnTo>
                    <a:pt x="228600" y="36842"/>
                  </a:lnTo>
                  <a:close/>
                </a:path>
                <a:path w="228600" h="349250">
                  <a:moveTo>
                    <a:pt x="22860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28600" y="36830"/>
                  </a:lnTo>
                  <a:lnTo>
                    <a:pt x="228600" y="30492"/>
                  </a:lnTo>
                  <a:close/>
                </a:path>
                <a:path w="228600" h="349250">
                  <a:moveTo>
                    <a:pt x="228600" y="27952"/>
                  </a:moveTo>
                  <a:lnTo>
                    <a:pt x="0" y="27952"/>
                  </a:lnTo>
                  <a:lnTo>
                    <a:pt x="0" y="30480"/>
                  </a:lnTo>
                  <a:lnTo>
                    <a:pt x="228600" y="30480"/>
                  </a:lnTo>
                  <a:lnTo>
                    <a:pt x="228600" y="27952"/>
                  </a:lnTo>
                  <a:close/>
                </a:path>
                <a:path w="228600" h="349250">
                  <a:moveTo>
                    <a:pt x="228600" y="24142"/>
                  </a:moveTo>
                  <a:lnTo>
                    <a:pt x="0" y="24142"/>
                  </a:lnTo>
                  <a:lnTo>
                    <a:pt x="0" y="27940"/>
                  </a:lnTo>
                  <a:lnTo>
                    <a:pt x="228600" y="27940"/>
                  </a:lnTo>
                  <a:lnTo>
                    <a:pt x="228600" y="24142"/>
                  </a:lnTo>
                  <a:close/>
                </a:path>
                <a:path w="228600" h="349250">
                  <a:moveTo>
                    <a:pt x="228600" y="15252"/>
                  </a:moveTo>
                  <a:lnTo>
                    <a:pt x="0" y="15252"/>
                  </a:lnTo>
                  <a:lnTo>
                    <a:pt x="0" y="24130"/>
                  </a:lnTo>
                  <a:lnTo>
                    <a:pt x="228600" y="24130"/>
                  </a:lnTo>
                  <a:lnTo>
                    <a:pt x="228600" y="15252"/>
                  </a:lnTo>
                  <a:close/>
                </a:path>
                <a:path w="228600" h="349250">
                  <a:moveTo>
                    <a:pt x="22860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228600" y="15240"/>
                  </a:lnTo>
                  <a:lnTo>
                    <a:pt x="228600" y="8902"/>
                  </a:lnTo>
                  <a:close/>
                </a:path>
                <a:path w="228600" h="349250">
                  <a:moveTo>
                    <a:pt x="22860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228600" y="8890"/>
                  </a:lnTo>
                  <a:lnTo>
                    <a:pt x="228600" y="2552"/>
                  </a:lnTo>
                  <a:close/>
                </a:path>
                <a:path w="228600" h="349250">
                  <a:moveTo>
                    <a:pt x="22860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28600" y="2540"/>
                  </a:lnTo>
                  <a:lnTo>
                    <a:pt x="228600" y="0"/>
                  </a:lnTo>
                  <a:close/>
                </a:path>
              </a:pathLst>
            </a:custGeom>
            <a:solidFill>
              <a:srgbClr val="DBDB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7579360" y="5561329"/>
              <a:ext cx="228600" cy="349250"/>
            </a:xfrm>
            <a:custGeom>
              <a:avLst/>
              <a:gdLst/>
              <a:ahLst/>
              <a:cxnLst/>
              <a:rect l="l" t="t" r="r" b="b"/>
              <a:pathLst>
                <a:path w="228600" h="349250">
                  <a:moveTo>
                    <a:pt x="228600" y="347992"/>
                  </a:moveTo>
                  <a:lnTo>
                    <a:pt x="0" y="347992"/>
                  </a:lnTo>
                  <a:lnTo>
                    <a:pt x="0" y="349250"/>
                  </a:lnTo>
                  <a:lnTo>
                    <a:pt x="228600" y="349250"/>
                  </a:lnTo>
                  <a:lnTo>
                    <a:pt x="228600" y="347992"/>
                  </a:lnTo>
                  <a:close/>
                </a:path>
                <a:path w="228600" h="349250">
                  <a:moveTo>
                    <a:pt x="228600" y="345452"/>
                  </a:moveTo>
                  <a:lnTo>
                    <a:pt x="0" y="345452"/>
                  </a:lnTo>
                  <a:lnTo>
                    <a:pt x="0" y="347980"/>
                  </a:lnTo>
                  <a:lnTo>
                    <a:pt x="228600" y="347980"/>
                  </a:lnTo>
                  <a:lnTo>
                    <a:pt x="228600" y="345452"/>
                  </a:lnTo>
                  <a:close/>
                </a:path>
                <a:path w="228600" h="349250">
                  <a:moveTo>
                    <a:pt x="228600" y="341642"/>
                  </a:moveTo>
                  <a:lnTo>
                    <a:pt x="0" y="341642"/>
                  </a:lnTo>
                  <a:lnTo>
                    <a:pt x="0" y="345440"/>
                  </a:lnTo>
                  <a:lnTo>
                    <a:pt x="228600" y="345440"/>
                  </a:lnTo>
                  <a:lnTo>
                    <a:pt x="228600" y="341642"/>
                  </a:lnTo>
                  <a:close/>
                </a:path>
                <a:path w="228600" h="349250">
                  <a:moveTo>
                    <a:pt x="228600" y="339102"/>
                  </a:moveTo>
                  <a:lnTo>
                    <a:pt x="0" y="339102"/>
                  </a:lnTo>
                  <a:lnTo>
                    <a:pt x="0" y="341630"/>
                  </a:lnTo>
                  <a:lnTo>
                    <a:pt x="228600" y="341630"/>
                  </a:lnTo>
                  <a:lnTo>
                    <a:pt x="228600" y="339102"/>
                  </a:lnTo>
                  <a:close/>
                </a:path>
                <a:path w="228600" h="349250">
                  <a:moveTo>
                    <a:pt x="228600" y="326402"/>
                  </a:moveTo>
                  <a:lnTo>
                    <a:pt x="0" y="326402"/>
                  </a:lnTo>
                  <a:lnTo>
                    <a:pt x="0" y="339090"/>
                  </a:lnTo>
                  <a:lnTo>
                    <a:pt x="228600" y="339090"/>
                  </a:lnTo>
                  <a:lnTo>
                    <a:pt x="228600" y="326402"/>
                  </a:lnTo>
                  <a:close/>
                </a:path>
                <a:path w="228600" h="349250">
                  <a:moveTo>
                    <a:pt x="228600" y="320052"/>
                  </a:moveTo>
                  <a:lnTo>
                    <a:pt x="0" y="320052"/>
                  </a:lnTo>
                  <a:lnTo>
                    <a:pt x="0" y="326390"/>
                  </a:lnTo>
                  <a:lnTo>
                    <a:pt x="228600" y="326390"/>
                  </a:lnTo>
                  <a:lnTo>
                    <a:pt x="228600" y="320052"/>
                  </a:lnTo>
                  <a:close/>
                </a:path>
                <a:path w="228600" h="349250">
                  <a:moveTo>
                    <a:pt x="228600" y="316242"/>
                  </a:moveTo>
                  <a:lnTo>
                    <a:pt x="0" y="316242"/>
                  </a:lnTo>
                  <a:lnTo>
                    <a:pt x="0" y="320040"/>
                  </a:lnTo>
                  <a:lnTo>
                    <a:pt x="228600" y="320040"/>
                  </a:lnTo>
                  <a:lnTo>
                    <a:pt x="228600" y="316242"/>
                  </a:lnTo>
                  <a:close/>
                </a:path>
                <a:path w="228600" h="349250">
                  <a:moveTo>
                    <a:pt x="228600" y="309892"/>
                  </a:moveTo>
                  <a:lnTo>
                    <a:pt x="0" y="309892"/>
                  </a:lnTo>
                  <a:lnTo>
                    <a:pt x="0" y="316230"/>
                  </a:lnTo>
                  <a:lnTo>
                    <a:pt x="228600" y="316230"/>
                  </a:lnTo>
                  <a:lnTo>
                    <a:pt x="228600" y="309892"/>
                  </a:lnTo>
                  <a:close/>
                </a:path>
                <a:path w="228600" h="349250">
                  <a:moveTo>
                    <a:pt x="228600" y="303542"/>
                  </a:moveTo>
                  <a:lnTo>
                    <a:pt x="0" y="303542"/>
                  </a:lnTo>
                  <a:lnTo>
                    <a:pt x="0" y="309880"/>
                  </a:lnTo>
                  <a:lnTo>
                    <a:pt x="228600" y="309880"/>
                  </a:lnTo>
                  <a:lnTo>
                    <a:pt x="228600" y="303542"/>
                  </a:lnTo>
                  <a:close/>
                </a:path>
                <a:path w="228600" h="349250">
                  <a:moveTo>
                    <a:pt x="228600" y="297192"/>
                  </a:moveTo>
                  <a:lnTo>
                    <a:pt x="0" y="297192"/>
                  </a:lnTo>
                  <a:lnTo>
                    <a:pt x="0" y="303530"/>
                  </a:lnTo>
                  <a:lnTo>
                    <a:pt x="228600" y="303530"/>
                  </a:lnTo>
                  <a:lnTo>
                    <a:pt x="228600" y="297192"/>
                  </a:lnTo>
                  <a:close/>
                </a:path>
                <a:path w="228600" h="349250">
                  <a:moveTo>
                    <a:pt x="228600" y="294652"/>
                  </a:moveTo>
                  <a:lnTo>
                    <a:pt x="0" y="294652"/>
                  </a:lnTo>
                  <a:lnTo>
                    <a:pt x="0" y="297180"/>
                  </a:lnTo>
                  <a:lnTo>
                    <a:pt x="228600" y="297180"/>
                  </a:lnTo>
                  <a:lnTo>
                    <a:pt x="228600" y="294652"/>
                  </a:lnTo>
                  <a:close/>
                </a:path>
                <a:path w="228600" h="349250">
                  <a:moveTo>
                    <a:pt x="228600" y="290842"/>
                  </a:moveTo>
                  <a:lnTo>
                    <a:pt x="0" y="290842"/>
                  </a:lnTo>
                  <a:lnTo>
                    <a:pt x="0" y="294640"/>
                  </a:lnTo>
                  <a:lnTo>
                    <a:pt x="228600" y="294640"/>
                  </a:lnTo>
                  <a:lnTo>
                    <a:pt x="228600" y="290842"/>
                  </a:lnTo>
                  <a:close/>
                </a:path>
                <a:path w="228600" h="349250">
                  <a:moveTo>
                    <a:pt x="228600" y="288302"/>
                  </a:moveTo>
                  <a:lnTo>
                    <a:pt x="0" y="288302"/>
                  </a:lnTo>
                  <a:lnTo>
                    <a:pt x="0" y="290830"/>
                  </a:lnTo>
                  <a:lnTo>
                    <a:pt x="228600" y="290830"/>
                  </a:lnTo>
                  <a:lnTo>
                    <a:pt x="228600" y="288302"/>
                  </a:lnTo>
                  <a:close/>
                </a:path>
                <a:path w="228600" h="349250">
                  <a:moveTo>
                    <a:pt x="228600" y="281952"/>
                  </a:moveTo>
                  <a:lnTo>
                    <a:pt x="0" y="281952"/>
                  </a:lnTo>
                  <a:lnTo>
                    <a:pt x="0" y="288290"/>
                  </a:lnTo>
                  <a:lnTo>
                    <a:pt x="228600" y="288290"/>
                  </a:lnTo>
                  <a:lnTo>
                    <a:pt x="228600" y="281952"/>
                  </a:lnTo>
                  <a:close/>
                </a:path>
                <a:path w="228600" h="349250">
                  <a:moveTo>
                    <a:pt x="228600" y="275602"/>
                  </a:moveTo>
                  <a:lnTo>
                    <a:pt x="0" y="275602"/>
                  </a:lnTo>
                  <a:lnTo>
                    <a:pt x="0" y="281940"/>
                  </a:lnTo>
                  <a:lnTo>
                    <a:pt x="228600" y="281940"/>
                  </a:lnTo>
                  <a:lnTo>
                    <a:pt x="228600" y="275602"/>
                  </a:lnTo>
                  <a:close/>
                </a:path>
                <a:path w="228600" h="349250">
                  <a:moveTo>
                    <a:pt x="228600" y="269252"/>
                  </a:moveTo>
                  <a:lnTo>
                    <a:pt x="0" y="269252"/>
                  </a:lnTo>
                  <a:lnTo>
                    <a:pt x="0" y="275590"/>
                  </a:lnTo>
                  <a:lnTo>
                    <a:pt x="228600" y="275590"/>
                  </a:lnTo>
                  <a:lnTo>
                    <a:pt x="228600" y="269252"/>
                  </a:lnTo>
                  <a:close/>
                </a:path>
                <a:path w="228600" h="349250">
                  <a:moveTo>
                    <a:pt x="228600" y="265442"/>
                  </a:moveTo>
                  <a:lnTo>
                    <a:pt x="0" y="265442"/>
                  </a:lnTo>
                  <a:lnTo>
                    <a:pt x="0" y="269240"/>
                  </a:lnTo>
                  <a:lnTo>
                    <a:pt x="228600" y="269240"/>
                  </a:lnTo>
                  <a:lnTo>
                    <a:pt x="228600" y="265442"/>
                  </a:lnTo>
                  <a:close/>
                </a:path>
                <a:path w="228600" h="349250">
                  <a:moveTo>
                    <a:pt x="228600" y="259092"/>
                  </a:moveTo>
                  <a:lnTo>
                    <a:pt x="0" y="259092"/>
                  </a:lnTo>
                  <a:lnTo>
                    <a:pt x="0" y="265430"/>
                  </a:lnTo>
                  <a:lnTo>
                    <a:pt x="228600" y="265430"/>
                  </a:lnTo>
                  <a:lnTo>
                    <a:pt x="228600" y="259092"/>
                  </a:lnTo>
                  <a:close/>
                </a:path>
                <a:path w="228600" h="349250">
                  <a:moveTo>
                    <a:pt x="228600" y="252742"/>
                  </a:moveTo>
                  <a:lnTo>
                    <a:pt x="0" y="252742"/>
                  </a:lnTo>
                  <a:lnTo>
                    <a:pt x="0" y="259080"/>
                  </a:lnTo>
                  <a:lnTo>
                    <a:pt x="228600" y="259080"/>
                  </a:lnTo>
                  <a:lnTo>
                    <a:pt x="228600" y="252742"/>
                  </a:lnTo>
                  <a:close/>
                </a:path>
                <a:path w="228600" h="349250">
                  <a:moveTo>
                    <a:pt x="228600" y="246392"/>
                  </a:moveTo>
                  <a:lnTo>
                    <a:pt x="0" y="246392"/>
                  </a:lnTo>
                  <a:lnTo>
                    <a:pt x="0" y="252730"/>
                  </a:lnTo>
                  <a:lnTo>
                    <a:pt x="228600" y="252730"/>
                  </a:lnTo>
                  <a:lnTo>
                    <a:pt x="228600" y="246392"/>
                  </a:lnTo>
                  <a:close/>
                </a:path>
                <a:path w="228600" h="349250">
                  <a:moveTo>
                    <a:pt x="22860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228600" y="246380"/>
                  </a:lnTo>
                  <a:lnTo>
                    <a:pt x="228600" y="243852"/>
                  </a:lnTo>
                  <a:close/>
                </a:path>
                <a:path w="228600" h="349250">
                  <a:moveTo>
                    <a:pt x="22860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228600" y="243840"/>
                  </a:lnTo>
                  <a:lnTo>
                    <a:pt x="228600" y="240042"/>
                  </a:lnTo>
                  <a:close/>
                </a:path>
                <a:path w="228600" h="349250">
                  <a:moveTo>
                    <a:pt x="22860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228600" y="240030"/>
                  </a:lnTo>
                  <a:lnTo>
                    <a:pt x="228600" y="237502"/>
                  </a:lnTo>
                  <a:close/>
                </a:path>
                <a:path w="228600" h="349250">
                  <a:moveTo>
                    <a:pt x="22860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228600" y="237490"/>
                  </a:lnTo>
                  <a:lnTo>
                    <a:pt x="228600" y="233692"/>
                  </a:lnTo>
                  <a:close/>
                </a:path>
                <a:path w="228600" h="349250">
                  <a:moveTo>
                    <a:pt x="22860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228600" y="233680"/>
                  </a:lnTo>
                  <a:lnTo>
                    <a:pt x="228600" y="231152"/>
                  </a:lnTo>
                  <a:close/>
                </a:path>
                <a:path w="228600" h="349250">
                  <a:moveTo>
                    <a:pt x="228600" y="224802"/>
                  </a:moveTo>
                  <a:lnTo>
                    <a:pt x="0" y="224802"/>
                  </a:lnTo>
                  <a:lnTo>
                    <a:pt x="0" y="231140"/>
                  </a:lnTo>
                  <a:lnTo>
                    <a:pt x="228600" y="231140"/>
                  </a:lnTo>
                  <a:lnTo>
                    <a:pt x="228600" y="224802"/>
                  </a:lnTo>
                  <a:close/>
                </a:path>
                <a:path w="228600" h="349250">
                  <a:moveTo>
                    <a:pt x="228600" y="218452"/>
                  </a:moveTo>
                  <a:lnTo>
                    <a:pt x="0" y="218452"/>
                  </a:lnTo>
                  <a:lnTo>
                    <a:pt x="0" y="224790"/>
                  </a:lnTo>
                  <a:lnTo>
                    <a:pt x="228600" y="224790"/>
                  </a:lnTo>
                  <a:lnTo>
                    <a:pt x="228600" y="218452"/>
                  </a:lnTo>
                  <a:close/>
                </a:path>
                <a:path w="228600" h="349250">
                  <a:moveTo>
                    <a:pt x="228600" y="212102"/>
                  </a:moveTo>
                  <a:lnTo>
                    <a:pt x="0" y="212102"/>
                  </a:lnTo>
                  <a:lnTo>
                    <a:pt x="0" y="218440"/>
                  </a:lnTo>
                  <a:lnTo>
                    <a:pt x="228600" y="218440"/>
                  </a:lnTo>
                  <a:lnTo>
                    <a:pt x="228600" y="212102"/>
                  </a:lnTo>
                  <a:close/>
                </a:path>
                <a:path w="228600" h="349250">
                  <a:moveTo>
                    <a:pt x="228600" y="208292"/>
                  </a:moveTo>
                  <a:lnTo>
                    <a:pt x="0" y="208292"/>
                  </a:lnTo>
                  <a:lnTo>
                    <a:pt x="0" y="212090"/>
                  </a:lnTo>
                  <a:lnTo>
                    <a:pt x="228600" y="212090"/>
                  </a:lnTo>
                  <a:lnTo>
                    <a:pt x="228600" y="208292"/>
                  </a:lnTo>
                  <a:close/>
                </a:path>
                <a:path w="228600" h="349250">
                  <a:moveTo>
                    <a:pt x="228600" y="201942"/>
                  </a:moveTo>
                  <a:lnTo>
                    <a:pt x="0" y="201942"/>
                  </a:lnTo>
                  <a:lnTo>
                    <a:pt x="0" y="208280"/>
                  </a:lnTo>
                  <a:lnTo>
                    <a:pt x="228600" y="208280"/>
                  </a:lnTo>
                  <a:lnTo>
                    <a:pt x="228600" y="201942"/>
                  </a:lnTo>
                  <a:close/>
                </a:path>
                <a:path w="228600" h="349250">
                  <a:moveTo>
                    <a:pt x="228600" y="195592"/>
                  </a:moveTo>
                  <a:lnTo>
                    <a:pt x="0" y="195592"/>
                  </a:lnTo>
                  <a:lnTo>
                    <a:pt x="0" y="201930"/>
                  </a:lnTo>
                  <a:lnTo>
                    <a:pt x="228600" y="201930"/>
                  </a:lnTo>
                  <a:lnTo>
                    <a:pt x="228600" y="195592"/>
                  </a:lnTo>
                  <a:close/>
                </a:path>
                <a:path w="228600" h="349250">
                  <a:moveTo>
                    <a:pt x="22860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28600" y="195580"/>
                  </a:lnTo>
                  <a:lnTo>
                    <a:pt x="228600" y="189242"/>
                  </a:lnTo>
                  <a:close/>
                </a:path>
                <a:path w="228600" h="349250">
                  <a:moveTo>
                    <a:pt x="228600" y="186702"/>
                  </a:moveTo>
                  <a:lnTo>
                    <a:pt x="0" y="186702"/>
                  </a:lnTo>
                  <a:lnTo>
                    <a:pt x="0" y="189230"/>
                  </a:lnTo>
                  <a:lnTo>
                    <a:pt x="228600" y="189230"/>
                  </a:lnTo>
                  <a:lnTo>
                    <a:pt x="228600" y="186702"/>
                  </a:lnTo>
                  <a:close/>
                </a:path>
                <a:path w="228600" h="349250">
                  <a:moveTo>
                    <a:pt x="228600" y="182892"/>
                  </a:moveTo>
                  <a:lnTo>
                    <a:pt x="0" y="182892"/>
                  </a:lnTo>
                  <a:lnTo>
                    <a:pt x="0" y="186690"/>
                  </a:lnTo>
                  <a:lnTo>
                    <a:pt x="228600" y="186690"/>
                  </a:lnTo>
                  <a:lnTo>
                    <a:pt x="228600" y="182892"/>
                  </a:lnTo>
                  <a:close/>
                </a:path>
                <a:path w="228600" h="349250">
                  <a:moveTo>
                    <a:pt x="228600" y="180352"/>
                  </a:moveTo>
                  <a:lnTo>
                    <a:pt x="0" y="180352"/>
                  </a:lnTo>
                  <a:lnTo>
                    <a:pt x="0" y="182880"/>
                  </a:lnTo>
                  <a:lnTo>
                    <a:pt x="228600" y="182880"/>
                  </a:lnTo>
                  <a:lnTo>
                    <a:pt x="228600" y="180352"/>
                  </a:lnTo>
                  <a:close/>
                </a:path>
                <a:path w="228600" h="349250">
                  <a:moveTo>
                    <a:pt x="228600" y="174002"/>
                  </a:moveTo>
                  <a:lnTo>
                    <a:pt x="0" y="174002"/>
                  </a:lnTo>
                  <a:lnTo>
                    <a:pt x="0" y="180340"/>
                  </a:lnTo>
                  <a:lnTo>
                    <a:pt x="228600" y="180340"/>
                  </a:lnTo>
                  <a:lnTo>
                    <a:pt x="228600" y="174002"/>
                  </a:lnTo>
                  <a:close/>
                </a:path>
                <a:path w="228600" h="349250">
                  <a:moveTo>
                    <a:pt x="228600" y="167652"/>
                  </a:moveTo>
                  <a:lnTo>
                    <a:pt x="0" y="167652"/>
                  </a:lnTo>
                  <a:lnTo>
                    <a:pt x="0" y="173990"/>
                  </a:lnTo>
                  <a:lnTo>
                    <a:pt x="228600" y="173990"/>
                  </a:lnTo>
                  <a:lnTo>
                    <a:pt x="228600" y="167652"/>
                  </a:lnTo>
                  <a:close/>
                </a:path>
                <a:path w="228600" h="349250">
                  <a:moveTo>
                    <a:pt x="228600" y="161302"/>
                  </a:moveTo>
                  <a:lnTo>
                    <a:pt x="0" y="161302"/>
                  </a:lnTo>
                  <a:lnTo>
                    <a:pt x="0" y="167640"/>
                  </a:lnTo>
                  <a:lnTo>
                    <a:pt x="228600" y="167640"/>
                  </a:lnTo>
                  <a:lnTo>
                    <a:pt x="228600" y="161302"/>
                  </a:lnTo>
                  <a:close/>
                </a:path>
                <a:path w="228600" h="349250">
                  <a:moveTo>
                    <a:pt x="228600" y="157492"/>
                  </a:moveTo>
                  <a:lnTo>
                    <a:pt x="0" y="157492"/>
                  </a:lnTo>
                  <a:lnTo>
                    <a:pt x="0" y="161290"/>
                  </a:lnTo>
                  <a:lnTo>
                    <a:pt x="228600" y="161290"/>
                  </a:lnTo>
                  <a:lnTo>
                    <a:pt x="228600" y="157492"/>
                  </a:lnTo>
                  <a:close/>
                </a:path>
                <a:path w="228600" h="349250">
                  <a:moveTo>
                    <a:pt x="22860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28600" y="157480"/>
                  </a:lnTo>
                  <a:lnTo>
                    <a:pt x="228600" y="151142"/>
                  </a:lnTo>
                  <a:close/>
                </a:path>
                <a:path w="228600" h="349250">
                  <a:moveTo>
                    <a:pt x="228600" y="144792"/>
                  </a:moveTo>
                  <a:lnTo>
                    <a:pt x="0" y="144792"/>
                  </a:lnTo>
                  <a:lnTo>
                    <a:pt x="0" y="151130"/>
                  </a:lnTo>
                  <a:lnTo>
                    <a:pt x="228600" y="151130"/>
                  </a:lnTo>
                  <a:lnTo>
                    <a:pt x="228600" y="144792"/>
                  </a:lnTo>
                  <a:close/>
                </a:path>
                <a:path w="228600" h="349250">
                  <a:moveTo>
                    <a:pt x="228600" y="138442"/>
                  </a:moveTo>
                  <a:lnTo>
                    <a:pt x="0" y="138442"/>
                  </a:lnTo>
                  <a:lnTo>
                    <a:pt x="0" y="144780"/>
                  </a:lnTo>
                  <a:lnTo>
                    <a:pt x="228600" y="144780"/>
                  </a:lnTo>
                  <a:lnTo>
                    <a:pt x="228600" y="138442"/>
                  </a:lnTo>
                  <a:close/>
                </a:path>
                <a:path w="228600" h="349250">
                  <a:moveTo>
                    <a:pt x="228600" y="135902"/>
                  </a:moveTo>
                  <a:lnTo>
                    <a:pt x="0" y="135902"/>
                  </a:lnTo>
                  <a:lnTo>
                    <a:pt x="0" y="138430"/>
                  </a:lnTo>
                  <a:lnTo>
                    <a:pt x="228600" y="138430"/>
                  </a:lnTo>
                  <a:lnTo>
                    <a:pt x="228600" y="135902"/>
                  </a:lnTo>
                  <a:close/>
                </a:path>
                <a:path w="228600" h="349250">
                  <a:moveTo>
                    <a:pt x="228600" y="132092"/>
                  </a:moveTo>
                  <a:lnTo>
                    <a:pt x="0" y="132092"/>
                  </a:lnTo>
                  <a:lnTo>
                    <a:pt x="0" y="135890"/>
                  </a:lnTo>
                  <a:lnTo>
                    <a:pt x="228600" y="135890"/>
                  </a:lnTo>
                  <a:lnTo>
                    <a:pt x="228600" y="132092"/>
                  </a:lnTo>
                  <a:close/>
                </a:path>
                <a:path w="228600" h="349250">
                  <a:moveTo>
                    <a:pt x="228600" y="129552"/>
                  </a:moveTo>
                  <a:lnTo>
                    <a:pt x="0" y="129552"/>
                  </a:lnTo>
                  <a:lnTo>
                    <a:pt x="0" y="132080"/>
                  </a:lnTo>
                  <a:lnTo>
                    <a:pt x="228600" y="132080"/>
                  </a:lnTo>
                  <a:lnTo>
                    <a:pt x="228600" y="129552"/>
                  </a:lnTo>
                  <a:close/>
                </a:path>
                <a:path w="228600" h="349250">
                  <a:moveTo>
                    <a:pt x="228600" y="125742"/>
                  </a:moveTo>
                  <a:lnTo>
                    <a:pt x="0" y="125742"/>
                  </a:lnTo>
                  <a:lnTo>
                    <a:pt x="0" y="129540"/>
                  </a:lnTo>
                  <a:lnTo>
                    <a:pt x="228600" y="129540"/>
                  </a:lnTo>
                  <a:lnTo>
                    <a:pt x="228600" y="125742"/>
                  </a:lnTo>
                  <a:close/>
                </a:path>
                <a:path w="228600" h="349250">
                  <a:moveTo>
                    <a:pt x="228600" y="123202"/>
                  </a:moveTo>
                  <a:lnTo>
                    <a:pt x="0" y="123202"/>
                  </a:lnTo>
                  <a:lnTo>
                    <a:pt x="0" y="125730"/>
                  </a:lnTo>
                  <a:lnTo>
                    <a:pt x="228600" y="125730"/>
                  </a:lnTo>
                  <a:lnTo>
                    <a:pt x="228600" y="123202"/>
                  </a:lnTo>
                  <a:close/>
                </a:path>
                <a:path w="228600" h="349250">
                  <a:moveTo>
                    <a:pt x="228600" y="116852"/>
                  </a:moveTo>
                  <a:lnTo>
                    <a:pt x="0" y="116852"/>
                  </a:lnTo>
                  <a:lnTo>
                    <a:pt x="0" y="123190"/>
                  </a:lnTo>
                  <a:lnTo>
                    <a:pt x="228600" y="123190"/>
                  </a:lnTo>
                  <a:lnTo>
                    <a:pt x="228600" y="116852"/>
                  </a:lnTo>
                  <a:close/>
                </a:path>
                <a:path w="228600" h="349250">
                  <a:moveTo>
                    <a:pt x="228600" y="110502"/>
                  </a:moveTo>
                  <a:lnTo>
                    <a:pt x="0" y="110502"/>
                  </a:lnTo>
                  <a:lnTo>
                    <a:pt x="0" y="116840"/>
                  </a:lnTo>
                  <a:lnTo>
                    <a:pt x="228600" y="116840"/>
                  </a:lnTo>
                  <a:lnTo>
                    <a:pt x="228600" y="110502"/>
                  </a:lnTo>
                  <a:close/>
                </a:path>
                <a:path w="228600" h="349250">
                  <a:moveTo>
                    <a:pt x="228600" y="104152"/>
                  </a:moveTo>
                  <a:lnTo>
                    <a:pt x="0" y="104152"/>
                  </a:lnTo>
                  <a:lnTo>
                    <a:pt x="0" y="110490"/>
                  </a:lnTo>
                  <a:lnTo>
                    <a:pt x="228600" y="110490"/>
                  </a:lnTo>
                  <a:lnTo>
                    <a:pt x="228600" y="104152"/>
                  </a:lnTo>
                  <a:close/>
                </a:path>
                <a:path w="228600" h="349250">
                  <a:moveTo>
                    <a:pt x="228600" y="100342"/>
                  </a:moveTo>
                  <a:lnTo>
                    <a:pt x="0" y="100342"/>
                  </a:lnTo>
                  <a:lnTo>
                    <a:pt x="0" y="104140"/>
                  </a:lnTo>
                  <a:lnTo>
                    <a:pt x="228600" y="104140"/>
                  </a:lnTo>
                  <a:lnTo>
                    <a:pt x="228600" y="100342"/>
                  </a:lnTo>
                  <a:close/>
                </a:path>
                <a:path w="228600" h="349250">
                  <a:moveTo>
                    <a:pt x="22860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28600" y="100330"/>
                  </a:lnTo>
                  <a:lnTo>
                    <a:pt x="228600" y="93992"/>
                  </a:lnTo>
                  <a:close/>
                </a:path>
                <a:path w="228600" h="349250">
                  <a:moveTo>
                    <a:pt x="22860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28600" y="93980"/>
                  </a:lnTo>
                  <a:lnTo>
                    <a:pt x="228600" y="87642"/>
                  </a:lnTo>
                  <a:close/>
                </a:path>
                <a:path w="228600" h="349250">
                  <a:moveTo>
                    <a:pt x="228600" y="78752"/>
                  </a:moveTo>
                  <a:lnTo>
                    <a:pt x="0" y="78752"/>
                  </a:lnTo>
                  <a:lnTo>
                    <a:pt x="0" y="87630"/>
                  </a:lnTo>
                  <a:lnTo>
                    <a:pt x="228600" y="87630"/>
                  </a:lnTo>
                  <a:lnTo>
                    <a:pt x="228600" y="78752"/>
                  </a:lnTo>
                  <a:close/>
                </a:path>
                <a:path w="228600" h="349250">
                  <a:moveTo>
                    <a:pt x="228600" y="74942"/>
                  </a:moveTo>
                  <a:lnTo>
                    <a:pt x="0" y="74942"/>
                  </a:lnTo>
                  <a:lnTo>
                    <a:pt x="0" y="78740"/>
                  </a:lnTo>
                  <a:lnTo>
                    <a:pt x="228600" y="78740"/>
                  </a:lnTo>
                  <a:lnTo>
                    <a:pt x="228600" y="74942"/>
                  </a:lnTo>
                  <a:close/>
                </a:path>
                <a:path w="228600" h="349250">
                  <a:moveTo>
                    <a:pt x="228600" y="72402"/>
                  </a:moveTo>
                  <a:lnTo>
                    <a:pt x="0" y="72402"/>
                  </a:lnTo>
                  <a:lnTo>
                    <a:pt x="0" y="74930"/>
                  </a:lnTo>
                  <a:lnTo>
                    <a:pt x="228600" y="74930"/>
                  </a:lnTo>
                  <a:lnTo>
                    <a:pt x="228600" y="72402"/>
                  </a:lnTo>
                  <a:close/>
                </a:path>
                <a:path w="228600" h="349250">
                  <a:moveTo>
                    <a:pt x="228600" y="66052"/>
                  </a:moveTo>
                  <a:lnTo>
                    <a:pt x="0" y="66052"/>
                  </a:lnTo>
                  <a:lnTo>
                    <a:pt x="0" y="72390"/>
                  </a:lnTo>
                  <a:lnTo>
                    <a:pt x="228600" y="72390"/>
                  </a:lnTo>
                  <a:lnTo>
                    <a:pt x="228600" y="66052"/>
                  </a:lnTo>
                  <a:close/>
                </a:path>
                <a:path w="228600" h="349250">
                  <a:moveTo>
                    <a:pt x="228600" y="59702"/>
                  </a:moveTo>
                  <a:lnTo>
                    <a:pt x="0" y="59702"/>
                  </a:lnTo>
                  <a:lnTo>
                    <a:pt x="0" y="66040"/>
                  </a:lnTo>
                  <a:lnTo>
                    <a:pt x="228600" y="66040"/>
                  </a:lnTo>
                  <a:lnTo>
                    <a:pt x="228600" y="59702"/>
                  </a:lnTo>
                  <a:close/>
                </a:path>
                <a:path w="228600" h="349250">
                  <a:moveTo>
                    <a:pt x="228600" y="53352"/>
                  </a:moveTo>
                  <a:lnTo>
                    <a:pt x="0" y="53352"/>
                  </a:lnTo>
                  <a:lnTo>
                    <a:pt x="0" y="59690"/>
                  </a:lnTo>
                  <a:lnTo>
                    <a:pt x="228600" y="59690"/>
                  </a:lnTo>
                  <a:lnTo>
                    <a:pt x="228600" y="53352"/>
                  </a:lnTo>
                  <a:close/>
                </a:path>
                <a:path w="228600" h="349250">
                  <a:moveTo>
                    <a:pt x="228600" y="49542"/>
                  </a:moveTo>
                  <a:lnTo>
                    <a:pt x="0" y="49542"/>
                  </a:lnTo>
                  <a:lnTo>
                    <a:pt x="0" y="53340"/>
                  </a:lnTo>
                  <a:lnTo>
                    <a:pt x="228600" y="53340"/>
                  </a:lnTo>
                  <a:lnTo>
                    <a:pt x="228600" y="49542"/>
                  </a:lnTo>
                  <a:close/>
                </a:path>
                <a:path w="228600" h="349250">
                  <a:moveTo>
                    <a:pt x="22860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28600" y="49530"/>
                  </a:lnTo>
                  <a:lnTo>
                    <a:pt x="228600" y="43192"/>
                  </a:lnTo>
                  <a:close/>
                </a:path>
                <a:path w="228600" h="349250">
                  <a:moveTo>
                    <a:pt x="22860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28600" y="43180"/>
                  </a:lnTo>
                  <a:lnTo>
                    <a:pt x="228600" y="36842"/>
                  </a:lnTo>
                  <a:close/>
                </a:path>
                <a:path w="228600" h="349250">
                  <a:moveTo>
                    <a:pt x="22860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28600" y="36830"/>
                  </a:lnTo>
                  <a:lnTo>
                    <a:pt x="228600" y="30492"/>
                  </a:lnTo>
                  <a:close/>
                </a:path>
                <a:path w="228600" h="349250">
                  <a:moveTo>
                    <a:pt x="228600" y="27952"/>
                  </a:moveTo>
                  <a:lnTo>
                    <a:pt x="0" y="27952"/>
                  </a:lnTo>
                  <a:lnTo>
                    <a:pt x="0" y="30480"/>
                  </a:lnTo>
                  <a:lnTo>
                    <a:pt x="228600" y="30480"/>
                  </a:lnTo>
                  <a:lnTo>
                    <a:pt x="228600" y="27952"/>
                  </a:lnTo>
                  <a:close/>
                </a:path>
                <a:path w="228600" h="349250">
                  <a:moveTo>
                    <a:pt x="228600" y="24142"/>
                  </a:moveTo>
                  <a:lnTo>
                    <a:pt x="0" y="24142"/>
                  </a:lnTo>
                  <a:lnTo>
                    <a:pt x="0" y="27940"/>
                  </a:lnTo>
                  <a:lnTo>
                    <a:pt x="228600" y="27940"/>
                  </a:lnTo>
                  <a:lnTo>
                    <a:pt x="228600" y="24142"/>
                  </a:lnTo>
                  <a:close/>
                </a:path>
                <a:path w="228600" h="349250">
                  <a:moveTo>
                    <a:pt x="228600" y="15252"/>
                  </a:moveTo>
                  <a:lnTo>
                    <a:pt x="0" y="15252"/>
                  </a:lnTo>
                  <a:lnTo>
                    <a:pt x="0" y="24130"/>
                  </a:lnTo>
                  <a:lnTo>
                    <a:pt x="228600" y="24130"/>
                  </a:lnTo>
                  <a:lnTo>
                    <a:pt x="228600" y="15252"/>
                  </a:lnTo>
                  <a:close/>
                </a:path>
                <a:path w="228600" h="349250">
                  <a:moveTo>
                    <a:pt x="22860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228600" y="15240"/>
                  </a:lnTo>
                  <a:lnTo>
                    <a:pt x="228600" y="8902"/>
                  </a:lnTo>
                  <a:close/>
                </a:path>
                <a:path w="228600" h="349250">
                  <a:moveTo>
                    <a:pt x="22860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228600" y="8890"/>
                  </a:lnTo>
                  <a:lnTo>
                    <a:pt x="228600" y="2552"/>
                  </a:lnTo>
                  <a:close/>
                </a:path>
                <a:path w="228600" h="349250">
                  <a:moveTo>
                    <a:pt x="22860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28600" y="2540"/>
                  </a:lnTo>
                  <a:lnTo>
                    <a:pt x="228600" y="0"/>
                  </a:lnTo>
                  <a:close/>
                </a:path>
              </a:pathLst>
            </a:custGeom>
            <a:solidFill>
              <a:srgbClr val="DCDC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7807960" y="5561329"/>
              <a:ext cx="228600" cy="349250"/>
            </a:xfrm>
            <a:custGeom>
              <a:avLst/>
              <a:gdLst/>
              <a:ahLst/>
              <a:cxnLst/>
              <a:rect l="l" t="t" r="r" b="b"/>
              <a:pathLst>
                <a:path w="228600" h="349250">
                  <a:moveTo>
                    <a:pt x="228600" y="347992"/>
                  </a:moveTo>
                  <a:lnTo>
                    <a:pt x="0" y="347992"/>
                  </a:lnTo>
                  <a:lnTo>
                    <a:pt x="0" y="349250"/>
                  </a:lnTo>
                  <a:lnTo>
                    <a:pt x="228600" y="349250"/>
                  </a:lnTo>
                  <a:lnTo>
                    <a:pt x="228600" y="347992"/>
                  </a:lnTo>
                  <a:close/>
                </a:path>
                <a:path w="228600" h="349250">
                  <a:moveTo>
                    <a:pt x="228600" y="345452"/>
                  </a:moveTo>
                  <a:lnTo>
                    <a:pt x="0" y="345452"/>
                  </a:lnTo>
                  <a:lnTo>
                    <a:pt x="0" y="347980"/>
                  </a:lnTo>
                  <a:lnTo>
                    <a:pt x="228600" y="347980"/>
                  </a:lnTo>
                  <a:lnTo>
                    <a:pt x="228600" y="345452"/>
                  </a:lnTo>
                  <a:close/>
                </a:path>
                <a:path w="228600" h="349250">
                  <a:moveTo>
                    <a:pt x="228600" y="341642"/>
                  </a:moveTo>
                  <a:lnTo>
                    <a:pt x="0" y="341642"/>
                  </a:lnTo>
                  <a:lnTo>
                    <a:pt x="0" y="345440"/>
                  </a:lnTo>
                  <a:lnTo>
                    <a:pt x="228600" y="345440"/>
                  </a:lnTo>
                  <a:lnTo>
                    <a:pt x="228600" y="341642"/>
                  </a:lnTo>
                  <a:close/>
                </a:path>
                <a:path w="228600" h="349250">
                  <a:moveTo>
                    <a:pt x="228600" y="339102"/>
                  </a:moveTo>
                  <a:lnTo>
                    <a:pt x="0" y="339102"/>
                  </a:lnTo>
                  <a:lnTo>
                    <a:pt x="0" y="341630"/>
                  </a:lnTo>
                  <a:lnTo>
                    <a:pt x="228600" y="341630"/>
                  </a:lnTo>
                  <a:lnTo>
                    <a:pt x="228600" y="339102"/>
                  </a:lnTo>
                  <a:close/>
                </a:path>
                <a:path w="228600" h="349250">
                  <a:moveTo>
                    <a:pt x="228600" y="326402"/>
                  </a:moveTo>
                  <a:lnTo>
                    <a:pt x="0" y="326402"/>
                  </a:lnTo>
                  <a:lnTo>
                    <a:pt x="0" y="339090"/>
                  </a:lnTo>
                  <a:lnTo>
                    <a:pt x="228600" y="339090"/>
                  </a:lnTo>
                  <a:lnTo>
                    <a:pt x="228600" y="326402"/>
                  </a:lnTo>
                  <a:close/>
                </a:path>
                <a:path w="228600" h="349250">
                  <a:moveTo>
                    <a:pt x="228600" y="320052"/>
                  </a:moveTo>
                  <a:lnTo>
                    <a:pt x="0" y="320052"/>
                  </a:lnTo>
                  <a:lnTo>
                    <a:pt x="0" y="326390"/>
                  </a:lnTo>
                  <a:lnTo>
                    <a:pt x="228600" y="326390"/>
                  </a:lnTo>
                  <a:lnTo>
                    <a:pt x="228600" y="320052"/>
                  </a:lnTo>
                  <a:close/>
                </a:path>
                <a:path w="228600" h="349250">
                  <a:moveTo>
                    <a:pt x="228600" y="316242"/>
                  </a:moveTo>
                  <a:lnTo>
                    <a:pt x="0" y="316242"/>
                  </a:lnTo>
                  <a:lnTo>
                    <a:pt x="0" y="320040"/>
                  </a:lnTo>
                  <a:lnTo>
                    <a:pt x="228600" y="320040"/>
                  </a:lnTo>
                  <a:lnTo>
                    <a:pt x="228600" y="316242"/>
                  </a:lnTo>
                  <a:close/>
                </a:path>
                <a:path w="228600" h="349250">
                  <a:moveTo>
                    <a:pt x="228600" y="309892"/>
                  </a:moveTo>
                  <a:lnTo>
                    <a:pt x="0" y="309892"/>
                  </a:lnTo>
                  <a:lnTo>
                    <a:pt x="0" y="316230"/>
                  </a:lnTo>
                  <a:lnTo>
                    <a:pt x="228600" y="316230"/>
                  </a:lnTo>
                  <a:lnTo>
                    <a:pt x="228600" y="309892"/>
                  </a:lnTo>
                  <a:close/>
                </a:path>
                <a:path w="228600" h="349250">
                  <a:moveTo>
                    <a:pt x="228600" y="303542"/>
                  </a:moveTo>
                  <a:lnTo>
                    <a:pt x="0" y="303542"/>
                  </a:lnTo>
                  <a:lnTo>
                    <a:pt x="0" y="309880"/>
                  </a:lnTo>
                  <a:lnTo>
                    <a:pt x="228600" y="309880"/>
                  </a:lnTo>
                  <a:lnTo>
                    <a:pt x="228600" y="303542"/>
                  </a:lnTo>
                  <a:close/>
                </a:path>
                <a:path w="228600" h="349250">
                  <a:moveTo>
                    <a:pt x="228600" y="297192"/>
                  </a:moveTo>
                  <a:lnTo>
                    <a:pt x="0" y="297192"/>
                  </a:lnTo>
                  <a:lnTo>
                    <a:pt x="0" y="303530"/>
                  </a:lnTo>
                  <a:lnTo>
                    <a:pt x="228600" y="303530"/>
                  </a:lnTo>
                  <a:lnTo>
                    <a:pt x="228600" y="297192"/>
                  </a:lnTo>
                  <a:close/>
                </a:path>
                <a:path w="228600" h="349250">
                  <a:moveTo>
                    <a:pt x="228600" y="294652"/>
                  </a:moveTo>
                  <a:lnTo>
                    <a:pt x="0" y="294652"/>
                  </a:lnTo>
                  <a:lnTo>
                    <a:pt x="0" y="297180"/>
                  </a:lnTo>
                  <a:lnTo>
                    <a:pt x="228600" y="297180"/>
                  </a:lnTo>
                  <a:lnTo>
                    <a:pt x="228600" y="294652"/>
                  </a:lnTo>
                  <a:close/>
                </a:path>
                <a:path w="228600" h="349250">
                  <a:moveTo>
                    <a:pt x="228600" y="290842"/>
                  </a:moveTo>
                  <a:lnTo>
                    <a:pt x="0" y="290842"/>
                  </a:lnTo>
                  <a:lnTo>
                    <a:pt x="0" y="294640"/>
                  </a:lnTo>
                  <a:lnTo>
                    <a:pt x="228600" y="294640"/>
                  </a:lnTo>
                  <a:lnTo>
                    <a:pt x="228600" y="290842"/>
                  </a:lnTo>
                  <a:close/>
                </a:path>
                <a:path w="228600" h="349250">
                  <a:moveTo>
                    <a:pt x="228600" y="288302"/>
                  </a:moveTo>
                  <a:lnTo>
                    <a:pt x="0" y="288302"/>
                  </a:lnTo>
                  <a:lnTo>
                    <a:pt x="0" y="290830"/>
                  </a:lnTo>
                  <a:lnTo>
                    <a:pt x="228600" y="290830"/>
                  </a:lnTo>
                  <a:lnTo>
                    <a:pt x="228600" y="288302"/>
                  </a:lnTo>
                  <a:close/>
                </a:path>
                <a:path w="228600" h="349250">
                  <a:moveTo>
                    <a:pt x="228600" y="281952"/>
                  </a:moveTo>
                  <a:lnTo>
                    <a:pt x="0" y="281952"/>
                  </a:lnTo>
                  <a:lnTo>
                    <a:pt x="0" y="288290"/>
                  </a:lnTo>
                  <a:lnTo>
                    <a:pt x="228600" y="288290"/>
                  </a:lnTo>
                  <a:lnTo>
                    <a:pt x="228600" y="281952"/>
                  </a:lnTo>
                  <a:close/>
                </a:path>
                <a:path w="228600" h="349250">
                  <a:moveTo>
                    <a:pt x="228600" y="275602"/>
                  </a:moveTo>
                  <a:lnTo>
                    <a:pt x="0" y="275602"/>
                  </a:lnTo>
                  <a:lnTo>
                    <a:pt x="0" y="281940"/>
                  </a:lnTo>
                  <a:lnTo>
                    <a:pt x="228600" y="281940"/>
                  </a:lnTo>
                  <a:lnTo>
                    <a:pt x="228600" y="275602"/>
                  </a:lnTo>
                  <a:close/>
                </a:path>
                <a:path w="228600" h="349250">
                  <a:moveTo>
                    <a:pt x="228600" y="269252"/>
                  </a:moveTo>
                  <a:lnTo>
                    <a:pt x="0" y="269252"/>
                  </a:lnTo>
                  <a:lnTo>
                    <a:pt x="0" y="275590"/>
                  </a:lnTo>
                  <a:lnTo>
                    <a:pt x="228600" y="275590"/>
                  </a:lnTo>
                  <a:lnTo>
                    <a:pt x="228600" y="269252"/>
                  </a:lnTo>
                  <a:close/>
                </a:path>
                <a:path w="228600" h="349250">
                  <a:moveTo>
                    <a:pt x="228600" y="265442"/>
                  </a:moveTo>
                  <a:lnTo>
                    <a:pt x="0" y="265442"/>
                  </a:lnTo>
                  <a:lnTo>
                    <a:pt x="0" y="269240"/>
                  </a:lnTo>
                  <a:lnTo>
                    <a:pt x="228600" y="269240"/>
                  </a:lnTo>
                  <a:lnTo>
                    <a:pt x="228600" y="265442"/>
                  </a:lnTo>
                  <a:close/>
                </a:path>
                <a:path w="228600" h="349250">
                  <a:moveTo>
                    <a:pt x="228600" y="259092"/>
                  </a:moveTo>
                  <a:lnTo>
                    <a:pt x="0" y="259092"/>
                  </a:lnTo>
                  <a:lnTo>
                    <a:pt x="0" y="265430"/>
                  </a:lnTo>
                  <a:lnTo>
                    <a:pt x="228600" y="265430"/>
                  </a:lnTo>
                  <a:lnTo>
                    <a:pt x="228600" y="259092"/>
                  </a:lnTo>
                  <a:close/>
                </a:path>
                <a:path w="228600" h="349250">
                  <a:moveTo>
                    <a:pt x="228600" y="252742"/>
                  </a:moveTo>
                  <a:lnTo>
                    <a:pt x="0" y="252742"/>
                  </a:lnTo>
                  <a:lnTo>
                    <a:pt x="0" y="259080"/>
                  </a:lnTo>
                  <a:lnTo>
                    <a:pt x="228600" y="259080"/>
                  </a:lnTo>
                  <a:lnTo>
                    <a:pt x="228600" y="252742"/>
                  </a:lnTo>
                  <a:close/>
                </a:path>
                <a:path w="228600" h="349250">
                  <a:moveTo>
                    <a:pt x="228600" y="246392"/>
                  </a:moveTo>
                  <a:lnTo>
                    <a:pt x="0" y="246392"/>
                  </a:lnTo>
                  <a:lnTo>
                    <a:pt x="0" y="252730"/>
                  </a:lnTo>
                  <a:lnTo>
                    <a:pt x="228600" y="252730"/>
                  </a:lnTo>
                  <a:lnTo>
                    <a:pt x="228600" y="246392"/>
                  </a:lnTo>
                  <a:close/>
                </a:path>
                <a:path w="228600" h="349250">
                  <a:moveTo>
                    <a:pt x="22860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228600" y="246380"/>
                  </a:lnTo>
                  <a:lnTo>
                    <a:pt x="228600" y="243852"/>
                  </a:lnTo>
                  <a:close/>
                </a:path>
                <a:path w="228600" h="349250">
                  <a:moveTo>
                    <a:pt x="22860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228600" y="243840"/>
                  </a:lnTo>
                  <a:lnTo>
                    <a:pt x="228600" y="240042"/>
                  </a:lnTo>
                  <a:close/>
                </a:path>
                <a:path w="228600" h="349250">
                  <a:moveTo>
                    <a:pt x="22860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228600" y="240030"/>
                  </a:lnTo>
                  <a:lnTo>
                    <a:pt x="228600" y="237502"/>
                  </a:lnTo>
                  <a:close/>
                </a:path>
                <a:path w="228600" h="349250">
                  <a:moveTo>
                    <a:pt x="22860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228600" y="237490"/>
                  </a:lnTo>
                  <a:lnTo>
                    <a:pt x="228600" y="233692"/>
                  </a:lnTo>
                  <a:close/>
                </a:path>
                <a:path w="228600" h="349250">
                  <a:moveTo>
                    <a:pt x="22860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228600" y="233680"/>
                  </a:lnTo>
                  <a:lnTo>
                    <a:pt x="228600" y="231152"/>
                  </a:lnTo>
                  <a:close/>
                </a:path>
                <a:path w="228600" h="349250">
                  <a:moveTo>
                    <a:pt x="228600" y="224802"/>
                  </a:moveTo>
                  <a:lnTo>
                    <a:pt x="0" y="224802"/>
                  </a:lnTo>
                  <a:lnTo>
                    <a:pt x="0" y="231140"/>
                  </a:lnTo>
                  <a:lnTo>
                    <a:pt x="228600" y="231140"/>
                  </a:lnTo>
                  <a:lnTo>
                    <a:pt x="228600" y="224802"/>
                  </a:lnTo>
                  <a:close/>
                </a:path>
                <a:path w="228600" h="349250">
                  <a:moveTo>
                    <a:pt x="228600" y="218452"/>
                  </a:moveTo>
                  <a:lnTo>
                    <a:pt x="0" y="218452"/>
                  </a:lnTo>
                  <a:lnTo>
                    <a:pt x="0" y="224790"/>
                  </a:lnTo>
                  <a:lnTo>
                    <a:pt x="228600" y="224790"/>
                  </a:lnTo>
                  <a:lnTo>
                    <a:pt x="228600" y="218452"/>
                  </a:lnTo>
                  <a:close/>
                </a:path>
                <a:path w="228600" h="349250">
                  <a:moveTo>
                    <a:pt x="228600" y="212102"/>
                  </a:moveTo>
                  <a:lnTo>
                    <a:pt x="0" y="212102"/>
                  </a:lnTo>
                  <a:lnTo>
                    <a:pt x="0" y="218440"/>
                  </a:lnTo>
                  <a:lnTo>
                    <a:pt x="228600" y="218440"/>
                  </a:lnTo>
                  <a:lnTo>
                    <a:pt x="228600" y="212102"/>
                  </a:lnTo>
                  <a:close/>
                </a:path>
                <a:path w="228600" h="349250">
                  <a:moveTo>
                    <a:pt x="228600" y="208292"/>
                  </a:moveTo>
                  <a:lnTo>
                    <a:pt x="0" y="208292"/>
                  </a:lnTo>
                  <a:lnTo>
                    <a:pt x="0" y="212090"/>
                  </a:lnTo>
                  <a:lnTo>
                    <a:pt x="228600" y="212090"/>
                  </a:lnTo>
                  <a:lnTo>
                    <a:pt x="228600" y="208292"/>
                  </a:lnTo>
                  <a:close/>
                </a:path>
                <a:path w="228600" h="349250">
                  <a:moveTo>
                    <a:pt x="228600" y="201942"/>
                  </a:moveTo>
                  <a:lnTo>
                    <a:pt x="0" y="201942"/>
                  </a:lnTo>
                  <a:lnTo>
                    <a:pt x="0" y="208280"/>
                  </a:lnTo>
                  <a:lnTo>
                    <a:pt x="228600" y="208280"/>
                  </a:lnTo>
                  <a:lnTo>
                    <a:pt x="228600" y="201942"/>
                  </a:lnTo>
                  <a:close/>
                </a:path>
                <a:path w="228600" h="349250">
                  <a:moveTo>
                    <a:pt x="228600" y="195592"/>
                  </a:moveTo>
                  <a:lnTo>
                    <a:pt x="0" y="195592"/>
                  </a:lnTo>
                  <a:lnTo>
                    <a:pt x="0" y="201930"/>
                  </a:lnTo>
                  <a:lnTo>
                    <a:pt x="228600" y="201930"/>
                  </a:lnTo>
                  <a:lnTo>
                    <a:pt x="228600" y="195592"/>
                  </a:lnTo>
                  <a:close/>
                </a:path>
                <a:path w="228600" h="349250">
                  <a:moveTo>
                    <a:pt x="22860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28600" y="195580"/>
                  </a:lnTo>
                  <a:lnTo>
                    <a:pt x="228600" y="189242"/>
                  </a:lnTo>
                  <a:close/>
                </a:path>
                <a:path w="228600" h="349250">
                  <a:moveTo>
                    <a:pt x="228600" y="186702"/>
                  </a:moveTo>
                  <a:lnTo>
                    <a:pt x="0" y="186702"/>
                  </a:lnTo>
                  <a:lnTo>
                    <a:pt x="0" y="189230"/>
                  </a:lnTo>
                  <a:lnTo>
                    <a:pt x="228600" y="189230"/>
                  </a:lnTo>
                  <a:lnTo>
                    <a:pt x="228600" y="186702"/>
                  </a:lnTo>
                  <a:close/>
                </a:path>
                <a:path w="228600" h="349250">
                  <a:moveTo>
                    <a:pt x="228600" y="182892"/>
                  </a:moveTo>
                  <a:lnTo>
                    <a:pt x="0" y="182892"/>
                  </a:lnTo>
                  <a:lnTo>
                    <a:pt x="0" y="186690"/>
                  </a:lnTo>
                  <a:lnTo>
                    <a:pt x="228600" y="186690"/>
                  </a:lnTo>
                  <a:lnTo>
                    <a:pt x="228600" y="182892"/>
                  </a:lnTo>
                  <a:close/>
                </a:path>
                <a:path w="228600" h="349250">
                  <a:moveTo>
                    <a:pt x="228600" y="180352"/>
                  </a:moveTo>
                  <a:lnTo>
                    <a:pt x="0" y="180352"/>
                  </a:lnTo>
                  <a:lnTo>
                    <a:pt x="0" y="182880"/>
                  </a:lnTo>
                  <a:lnTo>
                    <a:pt x="228600" y="182880"/>
                  </a:lnTo>
                  <a:lnTo>
                    <a:pt x="228600" y="180352"/>
                  </a:lnTo>
                  <a:close/>
                </a:path>
                <a:path w="228600" h="349250">
                  <a:moveTo>
                    <a:pt x="228600" y="174002"/>
                  </a:moveTo>
                  <a:lnTo>
                    <a:pt x="0" y="174002"/>
                  </a:lnTo>
                  <a:lnTo>
                    <a:pt x="0" y="180340"/>
                  </a:lnTo>
                  <a:lnTo>
                    <a:pt x="228600" y="180340"/>
                  </a:lnTo>
                  <a:lnTo>
                    <a:pt x="228600" y="174002"/>
                  </a:lnTo>
                  <a:close/>
                </a:path>
                <a:path w="228600" h="349250">
                  <a:moveTo>
                    <a:pt x="228600" y="167652"/>
                  </a:moveTo>
                  <a:lnTo>
                    <a:pt x="0" y="167652"/>
                  </a:lnTo>
                  <a:lnTo>
                    <a:pt x="0" y="173990"/>
                  </a:lnTo>
                  <a:lnTo>
                    <a:pt x="228600" y="173990"/>
                  </a:lnTo>
                  <a:lnTo>
                    <a:pt x="228600" y="167652"/>
                  </a:lnTo>
                  <a:close/>
                </a:path>
                <a:path w="228600" h="349250">
                  <a:moveTo>
                    <a:pt x="228600" y="161302"/>
                  </a:moveTo>
                  <a:lnTo>
                    <a:pt x="0" y="161302"/>
                  </a:lnTo>
                  <a:lnTo>
                    <a:pt x="0" y="167640"/>
                  </a:lnTo>
                  <a:lnTo>
                    <a:pt x="228600" y="167640"/>
                  </a:lnTo>
                  <a:lnTo>
                    <a:pt x="228600" y="161302"/>
                  </a:lnTo>
                  <a:close/>
                </a:path>
                <a:path w="228600" h="349250">
                  <a:moveTo>
                    <a:pt x="228600" y="157492"/>
                  </a:moveTo>
                  <a:lnTo>
                    <a:pt x="0" y="157492"/>
                  </a:lnTo>
                  <a:lnTo>
                    <a:pt x="0" y="161290"/>
                  </a:lnTo>
                  <a:lnTo>
                    <a:pt x="228600" y="161290"/>
                  </a:lnTo>
                  <a:lnTo>
                    <a:pt x="228600" y="157492"/>
                  </a:lnTo>
                  <a:close/>
                </a:path>
                <a:path w="228600" h="349250">
                  <a:moveTo>
                    <a:pt x="22860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28600" y="157480"/>
                  </a:lnTo>
                  <a:lnTo>
                    <a:pt x="228600" y="151142"/>
                  </a:lnTo>
                  <a:close/>
                </a:path>
                <a:path w="228600" h="349250">
                  <a:moveTo>
                    <a:pt x="228600" y="144792"/>
                  </a:moveTo>
                  <a:lnTo>
                    <a:pt x="0" y="144792"/>
                  </a:lnTo>
                  <a:lnTo>
                    <a:pt x="0" y="151130"/>
                  </a:lnTo>
                  <a:lnTo>
                    <a:pt x="228600" y="151130"/>
                  </a:lnTo>
                  <a:lnTo>
                    <a:pt x="228600" y="144792"/>
                  </a:lnTo>
                  <a:close/>
                </a:path>
                <a:path w="228600" h="349250">
                  <a:moveTo>
                    <a:pt x="228600" y="138442"/>
                  </a:moveTo>
                  <a:lnTo>
                    <a:pt x="0" y="138442"/>
                  </a:lnTo>
                  <a:lnTo>
                    <a:pt x="0" y="144780"/>
                  </a:lnTo>
                  <a:lnTo>
                    <a:pt x="228600" y="144780"/>
                  </a:lnTo>
                  <a:lnTo>
                    <a:pt x="228600" y="138442"/>
                  </a:lnTo>
                  <a:close/>
                </a:path>
                <a:path w="228600" h="349250">
                  <a:moveTo>
                    <a:pt x="228600" y="135902"/>
                  </a:moveTo>
                  <a:lnTo>
                    <a:pt x="0" y="135902"/>
                  </a:lnTo>
                  <a:lnTo>
                    <a:pt x="0" y="138430"/>
                  </a:lnTo>
                  <a:lnTo>
                    <a:pt x="228600" y="138430"/>
                  </a:lnTo>
                  <a:lnTo>
                    <a:pt x="228600" y="135902"/>
                  </a:lnTo>
                  <a:close/>
                </a:path>
                <a:path w="228600" h="349250">
                  <a:moveTo>
                    <a:pt x="228600" y="132092"/>
                  </a:moveTo>
                  <a:lnTo>
                    <a:pt x="0" y="132092"/>
                  </a:lnTo>
                  <a:lnTo>
                    <a:pt x="0" y="135890"/>
                  </a:lnTo>
                  <a:lnTo>
                    <a:pt x="228600" y="135890"/>
                  </a:lnTo>
                  <a:lnTo>
                    <a:pt x="228600" y="132092"/>
                  </a:lnTo>
                  <a:close/>
                </a:path>
                <a:path w="228600" h="349250">
                  <a:moveTo>
                    <a:pt x="228600" y="129552"/>
                  </a:moveTo>
                  <a:lnTo>
                    <a:pt x="0" y="129552"/>
                  </a:lnTo>
                  <a:lnTo>
                    <a:pt x="0" y="132080"/>
                  </a:lnTo>
                  <a:lnTo>
                    <a:pt x="228600" y="132080"/>
                  </a:lnTo>
                  <a:lnTo>
                    <a:pt x="228600" y="129552"/>
                  </a:lnTo>
                  <a:close/>
                </a:path>
                <a:path w="228600" h="349250">
                  <a:moveTo>
                    <a:pt x="228600" y="125742"/>
                  </a:moveTo>
                  <a:lnTo>
                    <a:pt x="0" y="125742"/>
                  </a:lnTo>
                  <a:lnTo>
                    <a:pt x="0" y="129540"/>
                  </a:lnTo>
                  <a:lnTo>
                    <a:pt x="228600" y="129540"/>
                  </a:lnTo>
                  <a:lnTo>
                    <a:pt x="228600" y="125742"/>
                  </a:lnTo>
                  <a:close/>
                </a:path>
                <a:path w="228600" h="349250">
                  <a:moveTo>
                    <a:pt x="228600" y="123202"/>
                  </a:moveTo>
                  <a:lnTo>
                    <a:pt x="0" y="123202"/>
                  </a:lnTo>
                  <a:lnTo>
                    <a:pt x="0" y="125730"/>
                  </a:lnTo>
                  <a:lnTo>
                    <a:pt x="228600" y="125730"/>
                  </a:lnTo>
                  <a:lnTo>
                    <a:pt x="228600" y="123202"/>
                  </a:lnTo>
                  <a:close/>
                </a:path>
                <a:path w="228600" h="349250">
                  <a:moveTo>
                    <a:pt x="228600" y="116852"/>
                  </a:moveTo>
                  <a:lnTo>
                    <a:pt x="0" y="116852"/>
                  </a:lnTo>
                  <a:lnTo>
                    <a:pt x="0" y="123190"/>
                  </a:lnTo>
                  <a:lnTo>
                    <a:pt x="228600" y="123190"/>
                  </a:lnTo>
                  <a:lnTo>
                    <a:pt x="228600" y="116852"/>
                  </a:lnTo>
                  <a:close/>
                </a:path>
                <a:path w="228600" h="349250">
                  <a:moveTo>
                    <a:pt x="228600" y="110502"/>
                  </a:moveTo>
                  <a:lnTo>
                    <a:pt x="0" y="110502"/>
                  </a:lnTo>
                  <a:lnTo>
                    <a:pt x="0" y="116840"/>
                  </a:lnTo>
                  <a:lnTo>
                    <a:pt x="228600" y="116840"/>
                  </a:lnTo>
                  <a:lnTo>
                    <a:pt x="228600" y="110502"/>
                  </a:lnTo>
                  <a:close/>
                </a:path>
                <a:path w="228600" h="349250">
                  <a:moveTo>
                    <a:pt x="228600" y="104152"/>
                  </a:moveTo>
                  <a:lnTo>
                    <a:pt x="0" y="104152"/>
                  </a:lnTo>
                  <a:lnTo>
                    <a:pt x="0" y="110490"/>
                  </a:lnTo>
                  <a:lnTo>
                    <a:pt x="228600" y="110490"/>
                  </a:lnTo>
                  <a:lnTo>
                    <a:pt x="228600" y="104152"/>
                  </a:lnTo>
                  <a:close/>
                </a:path>
                <a:path w="228600" h="349250">
                  <a:moveTo>
                    <a:pt x="228600" y="100342"/>
                  </a:moveTo>
                  <a:lnTo>
                    <a:pt x="0" y="100342"/>
                  </a:lnTo>
                  <a:lnTo>
                    <a:pt x="0" y="104140"/>
                  </a:lnTo>
                  <a:lnTo>
                    <a:pt x="228600" y="104140"/>
                  </a:lnTo>
                  <a:lnTo>
                    <a:pt x="228600" y="100342"/>
                  </a:lnTo>
                  <a:close/>
                </a:path>
                <a:path w="228600" h="349250">
                  <a:moveTo>
                    <a:pt x="22860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28600" y="100330"/>
                  </a:lnTo>
                  <a:lnTo>
                    <a:pt x="228600" y="93992"/>
                  </a:lnTo>
                  <a:close/>
                </a:path>
                <a:path w="228600" h="349250">
                  <a:moveTo>
                    <a:pt x="22860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28600" y="93980"/>
                  </a:lnTo>
                  <a:lnTo>
                    <a:pt x="228600" y="87642"/>
                  </a:lnTo>
                  <a:close/>
                </a:path>
                <a:path w="228600" h="349250">
                  <a:moveTo>
                    <a:pt x="228600" y="78752"/>
                  </a:moveTo>
                  <a:lnTo>
                    <a:pt x="0" y="78752"/>
                  </a:lnTo>
                  <a:lnTo>
                    <a:pt x="0" y="87630"/>
                  </a:lnTo>
                  <a:lnTo>
                    <a:pt x="228600" y="87630"/>
                  </a:lnTo>
                  <a:lnTo>
                    <a:pt x="228600" y="78752"/>
                  </a:lnTo>
                  <a:close/>
                </a:path>
                <a:path w="228600" h="349250">
                  <a:moveTo>
                    <a:pt x="228600" y="74942"/>
                  </a:moveTo>
                  <a:lnTo>
                    <a:pt x="0" y="74942"/>
                  </a:lnTo>
                  <a:lnTo>
                    <a:pt x="0" y="78740"/>
                  </a:lnTo>
                  <a:lnTo>
                    <a:pt x="228600" y="78740"/>
                  </a:lnTo>
                  <a:lnTo>
                    <a:pt x="228600" y="74942"/>
                  </a:lnTo>
                  <a:close/>
                </a:path>
                <a:path w="228600" h="349250">
                  <a:moveTo>
                    <a:pt x="228600" y="72402"/>
                  </a:moveTo>
                  <a:lnTo>
                    <a:pt x="0" y="72402"/>
                  </a:lnTo>
                  <a:lnTo>
                    <a:pt x="0" y="74930"/>
                  </a:lnTo>
                  <a:lnTo>
                    <a:pt x="228600" y="74930"/>
                  </a:lnTo>
                  <a:lnTo>
                    <a:pt x="228600" y="72402"/>
                  </a:lnTo>
                  <a:close/>
                </a:path>
                <a:path w="228600" h="349250">
                  <a:moveTo>
                    <a:pt x="228600" y="66052"/>
                  </a:moveTo>
                  <a:lnTo>
                    <a:pt x="0" y="66052"/>
                  </a:lnTo>
                  <a:lnTo>
                    <a:pt x="0" y="72390"/>
                  </a:lnTo>
                  <a:lnTo>
                    <a:pt x="228600" y="72390"/>
                  </a:lnTo>
                  <a:lnTo>
                    <a:pt x="228600" y="66052"/>
                  </a:lnTo>
                  <a:close/>
                </a:path>
                <a:path w="228600" h="349250">
                  <a:moveTo>
                    <a:pt x="228600" y="59702"/>
                  </a:moveTo>
                  <a:lnTo>
                    <a:pt x="0" y="59702"/>
                  </a:lnTo>
                  <a:lnTo>
                    <a:pt x="0" y="66040"/>
                  </a:lnTo>
                  <a:lnTo>
                    <a:pt x="228600" y="66040"/>
                  </a:lnTo>
                  <a:lnTo>
                    <a:pt x="228600" y="59702"/>
                  </a:lnTo>
                  <a:close/>
                </a:path>
                <a:path w="228600" h="349250">
                  <a:moveTo>
                    <a:pt x="228600" y="53352"/>
                  </a:moveTo>
                  <a:lnTo>
                    <a:pt x="0" y="53352"/>
                  </a:lnTo>
                  <a:lnTo>
                    <a:pt x="0" y="59690"/>
                  </a:lnTo>
                  <a:lnTo>
                    <a:pt x="228600" y="59690"/>
                  </a:lnTo>
                  <a:lnTo>
                    <a:pt x="228600" y="53352"/>
                  </a:lnTo>
                  <a:close/>
                </a:path>
                <a:path w="228600" h="349250">
                  <a:moveTo>
                    <a:pt x="228600" y="49542"/>
                  </a:moveTo>
                  <a:lnTo>
                    <a:pt x="0" y="49542"/>
                  </a:lnTo>
                  <a:lnTo>
                    <a:pt x="0" y="53340"/>
                  </a:lnTo>
                  <a:lnTo>
                    <a:pt x="228600" y="53340"/>
                  </a:lnTo>
                  <a:lnTo>
                    <a:pt x="228600" y="49542"/>
                  </a:lnTo>
                  <a:close/>
                </a:path>
                <a:path w="228600" h="349250">
                  <a:moveTo>
                    <a:pt x="22860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28600" y="49530"/>
                  </a:lnTo>
                  <a:lnTo>
                    <a:pt x="228600" y="43192"/>
                  </a:lnTo>
                  <a:close/>
                </a:path>
                <a:path w="228600" h="349250">
                  <a:moveTo>
                    <a:pt x="22860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28600" y="43180"/>
                  </a:lnTo>
                  <a:lnTo>
                    <a:pt x="228600" y="36842"/>
                  </a:lnTo>
                  <a:close/>
                </a:path>
                <a:path w="228600" h="349250">
                  <a:moveTo>
                    <a:pt x="22860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28600" y="36830"/>
                  </a:lnTo>
                  <a:lnTo>
                    <a:pt x="228600" y="30492"/>
                  </a:lnTo>
                  <a:close/>
                </a:path>
                <a:path w="228600" h="349250">
                  <a:moveTo>
                    <a:pt x="228600" y="27952"/>
                  </a:moveTo>
                  <a:lnTo>
                    <a:pt x="0" y="27952"/>
                  </a:lnTo>
                  <a:lnTo>
                    <a:pt x="0" y="30480"/>
                  </a:lnTo>
                  <a:lnTo>
                    <a:pt x="228600" y="30480"/>
                  </a:lnTo>
                  <a:lnTo>
                    <a:pt x="228600" y="27952"/>
                  </a:lnTo>
                  <a:close/>
                </a:path>
                <a:path w="228600" h="349250">
                  <a:moveTo>
                    <a:pt x="228600" y="24142"/>
                  </a:moveTo>
                  <a:lnTo>
                    <a:pt x="0" y="24142"/>
                  </a:lnTo>
                  <a:lnTo>
                    <a:pt x="0" y="27940"/>
                  </a:lnTo>
                  <a:lnTo>
                    <a:pt x="228600" y="27940"/>
                  </a:lnTo>
                  <a:lnTo>
                    <a:pt x="228600" y="24142"/>
                  </a:lnTo>
                  <a:close/>
                </a:path>
                <a:path w="228600" h="349250">
                  <a:moveTo>
                    <a:pt x="228600" y="15252"/>
                  </a:moveTo>
                  <a:lnTo>
                    <a:pt x="0" y="15252"/>
                  </a:lnTo>
                  <a:lnTo>
                    <a:pt x="0" y="24130"/>
                  </a:lnTo>
                  <a:lnTo>
                    <a:pt x="228600" y="24130"/>
                  </a:lnTo>
                  <a:lnTo>
                    <a:pt x="228600" y="15252"/>
                  </a:lnTo>
                  <a:close/>
                </a:path>
                <a:path w="228600" h="349250">
                  <a:moveTo>
                    <a:pt x="22860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228600" y="15240"/>
                  </a:lnTo>
                  <a:lnTo>
                    <a:pt x="228600" y="8902"/>
                  </a:lnTo>
                  <a:close/>
                </a:path>
                <a:path w="228600" h="349250">
                  <a:moveTo>
                    <a:pt x="22860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228600" y="8890"/>
                  </a:lnTo>
                  <a:lnTo>
                    <a:pt x="228600" y="2552"/>
                  </a:lnTo>
                  <a:close/>
                </a:path>
                <a:path w="228600" h="349250">
                  <a:moveTo>
                    <a:pt x="22860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28600" y="2540"/>
                  </a:lnTo>
                  <a:lnTo>
                    <a:pt x="228600" y="0"/>
                  </a:lnTo>
                  <a:close/>
                </a:path>
              </a:pathLst>
            </a:custGeom>
            <a:solidFill>
              <a:srgbClr val="DDDD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8036560" y="5561329"/>
              <a:ext cx="228600" cy="349250"/>
            </a:xfrm>
            <a:custGeom>
              <a:avLst/>
              <a:gdLst/>
              <a:ahLst/>
              <a:cxnLst/>
              <a:rect l="l" t="t" r="r" b="b"/>
              <a:pathLst>
                <a:path w="228600" h="349250">
                  <a:moveTo>
                    <a:pt x="228600" y="347992"/>
                  </a:moveTo>
                  <a:lnTo>
                    <a:pt x="0" y="347992"/>
                  </a:lnTo>
                  <a:lnTo>
                    <a:pt x="0" y="349250"/>
                  </a:lnTo>
                  <a:lnTo>
                    <a:pt x="228600" y="349250"/>
                  </a:lnTo>
                  <a:lnTo>
                    <a:pt x="228600" y="347992"/>
                  </a:lnTo>
                  <a:close/>
                </a:path>
                <a:path w="228600" h="349250">
                  <a:moveTo>
                    <a:pt x="228600" y="345452"/>
                  </a:moveTo>
                  <a:lnTo>
                    <a:pt x="0" y="345452"/>
                  </a:lnTo>
                  <a:lnTo>
                    <a:pt x="0" y="347980"/>
                  </a:lnTo>
                  <a:lnTo>
                    <a:pt x="228600" y="347980"/>
                  </a:lnTo>
                  <a:lnTo>
                    <a:pt x="228600" y="345452"/>
                  </a:lnTo>
                  <a:close/>
                </a:path>
                <a:path w="228600" h="349250">
                  <a:moveTo>
                    <a:pt x="228600" y="341642"/>
                  </a:moveTo>
                  <a:lnTo>
                    <a:pt x="0" y="341642"/>
                  </a:lnTo>
                  <a:lnTo>
                    <a:pt x="0" y="345440"/>
                  </a:lnTo>
                  <a:lnTo>
                    <a:pt x="228600" y="345440"/>
                  </a:lnTo>
                  <a:lnTo>
                    <a:pt x="228600" y="341642"/>
                  </a:lnTo>
                  <a:close/>
                </a:path>
                <a:path w="228600" h="349250">
                  <a:moveTo>
                    <a:pt x="228600" y="339102"/>
                  </a:moveTo>
                  <a:lnTo>
                    <a:pt x="0" y="339102"/>
                  </a:lnTo>
                  <a:lnTo>
                    <a:pt x="0" y="341630"/>
                  </a:lnTo>
                  <a:lnTo>
                    <a:pt x="228600" y="341630"/>
                  </a:lnTo>
                  <a:lnTo>
                    <a:pt x="228600" y="339102"/>
                  </a:lnTo>
                  <a:close/>
                </a:path>
                <a:path w="228600" h="349250">
                  <a:moveTo>
                    <a:pt x="228600" y="326402"/>
                  </a:moveTo>
                  <a:lnTo>
                    <a:pt x="0" y="326402"/>
                  </a:lnTo>
                  <a:lnTo>
                    <a:pt x="0" y="339090"/>
                  </a:lnTo>
                  <a:lnTo>
                    <a:pt x="228600" y="339090"/>
                  </a:lnTo>
                  <a:lnTo>
                    <a:pt x="228600" y="326402"/>
                  </a:lnTo>
                  <a:close/>
                </a:path>
                <a:path w="228600" h="349250">
                  <a:moveTo>
                    <a:pt x="228600" y="320052"/>
                  </a:moveTo>
                  <a:lnTo>
                    <a:pt x="0" y="320052"/>
                  </a:lnTo>
                  <a:lnTo>
                    <a:pt x="0" y="326390"/>
                  </a:lnTo>
                  <a:lnTo>
                    <a:pt x="228600" y="326390"/>
                  </a:lnTo>
                  <a:lnTo>
                    <a:pt x="228600" y="320052"/>
                  </a:lnTo>
                  <a:close/>
                </a:path>
                <a:path w="228600" h="349250">
                  <a:moveTo>
                    <a:pt x="228600" y="316242"/>
                  </a:moveTo>
                  <a:lnTo>
                    <a:pt x="0" y="316242"/>
                  </a:lnTo>
                  <a:lnTo>
                    <a:pt x="0" y="320040"/>
                  </a:lnTo>
                  <a:lnTo>
                    <a:pt x="228600" y="320040"/>
                  </a:lnTo>
                  <a:lnTo>
                    <a:pt x="228600" y="316242"/>
                  </a:lnTo>
                  <a:close/>
                </a:path>
                <a:path w="228600" h="349250">
                  <a:moveTo>
                    <a:pt x="228600" y="309892"/>
                  </a:moveTo>
                  <a:lnTo>
                    <a:pt x="0" y="309892"/>
                  </a:lnTo>
                  <a:lnTo>
                    <a:pt x="0" y="316230"/>
                  </a:lnTo>
                  <a:lnTo>
                    <a:pt x="228600" y="316230"/>
                  </a:lnTo>
                  <a:lnTo>
                    <a:pt x="228600" y="309892"/>
                  </a:lnTo>
                  <a:close/>
                </a:path>
                <a:path w="228600" h="349250">
                  <a:moveTo>
                    <a:pt x="228600" y="303542"/>
                  </a:moveTo>
                  <a:lnTo>
                    <a:pt x="0" y="303542"/>
                  </a:lnTo>
                  <a:lnTo>
                    <a:pt x="0" y="309880"/>
                  </a:lnTo>
                  <a:lnTo>
                    <a:pt x="228600" y="309880"/>
                  </a:lnTo>
                  <a:lnTo>
                    <a:pt x="228600" y="303542"/>
                  </a:lnTo>
                  <a:close/>
                </a:path>
                <a:path w="228600" h="349250">
                  <a:moveTo>
                    <a:pt x="228600" y="297192"/>
                  </a:moveTo>
                  <a:lnTo>
                    <a:pt x="0" y="297192"/>
                  </a:lnTo>
                  <a:lnTo>
                    <a:pt x="0" y="303530"/>
                  </a:lnTo>
                  <a:lnTo>
                    <a:pt x="228600" y="303530"/>
                  </a:lnTo>
                  <a:lnTo>
                    <a:pt x="228600" y="297192"/>
                  </a:lnTo>
                  <a:close/>
                </a:path>
                <a:path w="228600" h="349250">
                  <a:moveTo>
                    <a:pt x="228600" y="294652"/>
                  </a:moveTo>
                  <a:lnTo>
                    <a:pt x="0" y="294652"/>
                  </a:lnTo>
                  <a:lnTo>
                    <a:pt x="0" y="297180"/>
                  </a:lnTo>
                  <a:lnTo>
                    <a:pt x="228600" y="297180"/>
                  </a:lnTo>
                  <a:lnTo>
                    <a:pt x="228600" y="294652"/>
                  </a:lnTo>
                  <a:close/>
                </a:path>
                <a:path w="228600" h="349250">
                  <a:moveTo>
                    <a:pt x="228600" y="290842"/>
                  </a:moveTo>
                  <a:lnTo>
                    <a:pt x="0" y="290842"/>
                  </a:lnTo>
                  <a:lnTo>
                    <a:pt x="0" y="294640"/>
                  </a:lnTo>
                  <a:lnTo>
                    <a:pt x="228600" y="294640"/>
                  </a:lnTo>
                  <a:lnTo>
                    <a:pt x="228600" y="290842"/>
                  </a:lnTo>
                  <a:close/>
                </a:path>
                <a:path w="228600" h="349250">
                  <a:moveTo>
                    <a:pt x="228600" y="288302"/>
                  </a:moveTo>
                  <a:lnTo>
                    <a:pt x="0" y="288302"/>
                  </a:lnTo>
                  <a:lnTo>
                    <a:pt x="0" y="290830"/>
                  </a:lnTo>
                  <a:lnTo>
                    <a:pt x="228600" y="290830"/>
                  </a:lnTo>
                  <a:lnTo>
                    <a:pt x="228600" y="288302"/>
                  </a:lnTo>
                  <a:close/>
                </a:path>
                <a:path w="228600" h="349250">
                  <a:moveTo>
                    <a:pt x="228600" y="281952"/>
                  </a:moveTo>
                  <a:lnTo>
                    <a:pt x="0" y="281952"/>
                  </a:lnTo>
                  <a:lnTo>
                    <a:pt x="0" y="288290"/>
                  </a:lnTo>
                  <a:lnTo>
                    <a:pt x="228600" y="288290"/>
                  </a:lnTo>
                  <a:lnTo>
                    <a:pt x="228600" y="281952"/>
                  </a:lnTo>
                  <a:close/>
                </a:path>
                <a:path w="228600" h="349250">
                  <a:moveTo>
                    <a:pt x="228600" y="275602"/>
                  </a:moveTo>
                  <a:lnTo>
                    <a:pt x="0" y="275602"/>
                  </a:lnTo>
                  <a:lnTo>
                    <a:pt x="0" y="281940"/>
                  </a:lnTo>
                  <a:lnTo>
                    <a:pt x="228600" y="281940"/>
                  </a:lnTo>
                  <a:lnTo>
                    <a:pt x="228600" y="275602"/>
                  </a:lnTo>
                  <a:close/>
                </a:path>
                <a:path w="228600" h="349250">
                  <a:moveTo>
                    <a:pt x="228600" y="269252"/>
                  </a:moveTo>
                  <a:lnTo>
                    <a:pt x="0" y="269252"/>
                  </a:lnTo>
                  <a:lnTo>
                    <a:pt x="0" y="275590"/>
                  </a:lnTo>
                  <a:lnTo>
                    <a:pt x="228600" y="275590"/>
                  </a:lnTo>
                  <a:lnTo>
                    <a:pt x="228600" y="269252"/>
                  </a:lnTo>
                  <a:close/>
                </a:path>
                <a:path w="228600" h="349250">
                  <a:moveTo>
                    <a:pt x="228600" y="265442"/>
                  </a:moveTo>
                  <a:lnTo>
                    <a:pt x="0" y="265442"/>
                  </a:lnTo>
                  <a:lnTo>
                    <a:pt x="0" y="269240"/>
                  </a:lnTo>
                  <a:lnTo>
                    <a:pt x="228600" y="269240"/>
                  </a:lnTo>
                  <a:lnTo>
                    <a:pt x="228600" y="265442"/>
                  </a:lnTo>
                  <a:close/>
                </a:path>
                <a:path w="228600" h="349250">
                  <a:moveTo>
                    <a:pt x="228600" y="259092"/>
                  </a:moveTo>
                  <a:lnTo>
                    <a:pt x="0" y="259092"/>
                  </a:lnTo>
                  <a:lnTo>
                    <a:pt x="0" y="265430"/>
                  </a:lnTo>
                  <a:lnTo>
                    <a:pt x="228600" y="265430"/>
                  </a:lnTo>
                  <a:lnTo>
                    <a:pt x="228600" y="259092"/>
                  </a:lnTo>
                  <a:close/>
                </a:path>
                <a:path w="228600" h="349250">
                  <a:moveTo>
                    <a:pt x="228600" y="252742"/>
                  </a:moveTo>
                  <a:lnTo>
                    <a:pt x="0" y="252742"/>
                  </a:lnTo>
                  <a:lnTo>
                    <a:pt x="0" y="259080"/>
                  </a:lnTo>
                  <a:lnTo>
                    <a:pt x="228600" y="259080"/>
                  </a:lnTo>
                  <a:lnTo>
                    <a:pt x="228600" y="252742"/>
                  </a:lnTo>
                  <a:close/>
                </a:path>
                <a:path w="228600" h="349250">
                  <a:moveTo>
                    <a:pt x="228600" y="246392"/>
                  </a:moveTo>
                  <a:lnTo>
                    <a:pt x="0" y="246392"/>
                  </a:lnTo>
                  <a:lnTo>
                    <a:pt x="0" y="252730"/>
                  </a:lnTo>
                  <a:lnTo>
                    <a:pt x="228600" y="252730"/>
                  </a:lnTo>
                  <a:lnTo>
                    <a:pt x="228600" y="246392"/>
                  </a:lnTo>
                  <a:close/>
                </a:path>
                <a:path w="228600" h="349250">
                  <a:moveTo>
                    <a:pt x="22860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228600" y="246380"/>
                  </a:lnTo>
                  <a:lnTo>
                    <a:pt x="228600" y="243852"/>
                  </a:lnTo>
                  <a:close/>
                </a:path>
                <a:path w="228600" h="349250">
                  <a:moveTo>
                    <a:pt x="22860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228600" y="243840"/>
                  </a:lnTo>
                  <a:lnTo>
                    <a:pt x="228600" y="240042"/>
                  </a:lnTo>
                  <a:close/>
                </a:path>
                <a:path w="228600" h="349250">
                  <a:moveTo>
                    <a:pt x="22860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228600" y="240030"/>
                  </a:lnTo>
                  <a:lnTo>
                    <a:pt x="228600" y="237502"/>
                  </a:lnTo>
                  <a:close/>
                </a:path>
                <a:path w="228600" h="349250">
                  <a:moveTo>
                    <a:pt x="22860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228600" y="237490"/>
                  </a:lnTo>
                  <a:lnTo>
                    <a:pt x="228600" y="233692"/>
                  </a:lnTo>
                  <a:close/>
                </a:path>
                <a:path w="228600" h="349250">
                  <a:moveTo>
                    <a:pt x="22860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228600" y="233680"/>
                  </a:lnTo>
                  <a:lnTo>
                    <a:pt x="228600" y="231152"/>
                  </a:lnTo>
                  <a:close/>
                </a:path>
                <a:path w="228600" h="349250">
                  <a:moveTo>
                    <a:pt x="228600" y="224802"/>
                  </a:moveTo>
                  <a:lnTo>
                    <a:pt x="0" y="224802"/>
                  </a:lnTo>
                  <a:lnTo>
                    <a:pt x="0" y="231140"/>
                  </a:lnTo>
                  <a:lnTo>
                    <a:pt x="228600" y="231140"/>
                  </a:lnTo>
                  <a:lnTo>
                    <a:pt x="228600" y="224802"/>
                  </a:lnTo>
                  <a:close/>
                </a:path>
                <a:path w="228600" h="349250">
                  <a:moveTo>
                    <a:pt x="228600" y="218452"/>
                  </a:moveTo>
                  <a:lnTo>
                    <a:pt x="0" y="218452"/>
                  </a:lnTo>
                  <a:lnTo>
                    <a:pt x="0" y="224790"/>
                  </a:lnTo>
                  <a:lnTo>
                    <a:pt x="228600" y="224790"/>
                  </a:lnTo>
                  <a:lnTo>
                    <a:pt x="228600" y="218452"/>
                  </a:lnTo>
                  <a:close/>
                </a:path>
                <a:path w="228600" h="349250">
                  <a:moveTo>
                    <a:pt x="228600" y="212102"/>
                  </a:moveTo>
                  <a:lnTo>
                    <a:pt x="0" y="212102"/>
                  </a:lnTo>
                  <a:lnTo>
                    <a:pt x="0" y="218440"/>
                  </a:lnTo>
                  <a:lnTo>
                    <a:pt x="228600" y="218440"/>
                  </a:lnTo>
                  <a:lnTo>
                    <a:pt x="228600" y="212102"/>
                  </a:lnTo>
                  <a:close/>
                </a:path>
                <a:path w="228600" h="349250">
                  <a:moveTo>
                    <a:pt x="228600" y="208292"/>
                  </a:moveTo>
                  <a:lnTo>
                    <a:pt x="0" y="208292"/>
                  </a:lnTo>
                  <a:lnTo>
                    <a:pt x="0" y="212090"/>
                  </a:lnTo>
                  <a:lnTo>
                    <a:pt x="228600" y="212090"/>
                  </a:lnTo>
                  <a:lnTo>
                    <a:pt x="228600" y="208292"/>
                  </a:lnTo>
                  <a:close/>
                </a:path>
                <a:path w="228600" h="349250">
                  <a:moveTo>
                    <a:pt x="228600" y="201942"/>
                  </a:moveTo>
                  <a:lnTo>
                    <a:pt x="0" y="201942"/>
                  </a:lnTo>
                  <a:lnTo>
                    <a:pt x="0" y="208280"/>
                  </a:lnTo>
                  <a:lnTo>
                    <a:pt x="228600" y="208280"/>
                  </a:lnTo>
                  <a:lnTo>
                    <a:pt x="228600" y="201942"/>
                  </a:lnTo>
                  <a:close/>
                </a:path>
                <a:path w="228600" h="349250">
                  <a:moveTo>
                    <a:pt x="228600" y="195592"/>
                  </a:moveTo>
                  <a:lnTo>
                    <a:pt x="0" y="195592"/>
                  </a:lnTo>
                  <a:lnTo>
                    <a:pt x="0" y="201930"/>
                  </a:lnTo>
                  <a:lnTo>
                    <a:pt x="228600" y="201930"/>
                  </a:lnTo>
                  <a:lnTo>
                    <a:pt x="228600" y="195592"/>
                  </a:lnTo>
                  <a:close/>
                </a:path>
                <a:path w="228600" h="349250">
                  <a:moveTo>
                    <a:pt x="22860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28600" y="195580"/>
                  </a:lnTo>
                  <a:lnTo>
                    <a:pt x="228600" y="189242"/>
                  </a:lnTo>
                  <a:close/>
                </a:path>
                <a:path w="228600" h="349250">
                  <a:moveTo>
                    <a:pt x="228600" y="186702"/>
                  </a:moveTo>
                  <a:lnTo>
                    <a:pt x="0" y="186702"/>
                  </a:lnTo>
                  <a:lnTo>
                    <a:pt x="0" y="189230"/>
                  </a:lnTo>
                  <a:lnTo>
                    <a:pt x="228600" y="189230"/>
                  </a:lnTo>
                  <a:lnTo>
                    <a:pt x="228600" y="186702"/>
                  </a:lnTo>
                  <a:close/>
                </a:path>
                <a:path w="228600" h="349250">
                  <a:moveTo>
                    <a:pt x="228600" y="182892"/>
                  </a:moveTo>
                  <a:lnTo>
                    <a:pt x="0" y="182892"/>
                  </a:lnTo>
                  <a:lnTo>
                    <a:pt x="0" y="186690"/>
                  </a:lnTo>
                  <a:lnTo>
                    <a:pt x="228600" y="186690"/>
                  </a:lnTo>
                  <a:lnTo>
                    <a:pt x="228600" y="182892"/>
                  </a:lnTo>
                  <a:close/>
                </a:path>
                <a:path w="228600" h="349250">
                  <a:moveTo>
                    <a:pt x="228600" y="180352"/>
                  </a:moveTo>
                  <a:lnTo>
                    <a:pt x="0" y="180352"/>
                  </a:lnTo>
                  <a:lnTo>
                    <a:pt x="0" y="182880"/>
                  </a:lnTo>
                  <a:lnTo>
                    <a:pt x="228600" y="182880"/>
                  </a:lnTo>
                  <a:lnTo>
                    <a:pt x="228600" y="180352"/>
                  </a:lnTo>
                  <a:close/>
                </a:path>
                <a:path w="228600" h="349250">
                  <a:moveTo>
                    <a:pt x="228600" y="174002"/>
                  </a:moveTo>
                  <a:lnTo>
                    <a:pt x="0" y="174002"/>
                  </a:lnTo>
                  <a:lnTo>
                    <a:pt x="0" y="180340"/>
                  </a:lnTo>
                  <a:lnTo>
                    <a:pt x="228600" y="180340"/>
                  </a:lnTo>
                  <a:lnTo>
                    <a:pt x="228600" y="174002"/>
                  </a:lnTo>
                  <a:close/>
                </a:path>
                <a:path w="228600" h="349250">
                  <a:moveTo>
                    <a:pt x="228600" y="167652"/>
                  </a:moveTo>
                  <a:lnTo>
                    <a:pt x="0" y="167652"/>
                  </a:lnTo>
                  <a:lnTo>
                    <a:pt x="0" y="173990"/>
                  </a:lnTo>
                  <a:lnTo>
                    <a:pt x="228600" y="173990"/>
                  </a:lnTo>
                  <a:lnTo>
                    <a:pt x="228600" y="167652"/>
                  </a:lnTo>
                  <a:close/>
                </a:path>
                <a:path w="228600" h="349250">
                  <a:moveTo>
                    <a:pt x="228600" y="161302"/>
                  </a:moveTo>
                  <a:lnTo>
                    <a:pt x="0" y="161302"/>
                  </a:lnTo>
                  <a:lnTo>
                    <a:pt x="0" y="167640"/>
                  </a:lnTo>
                  <a:lnTo>
                    <a:pt x="228600" y="167640"/>
                  </a:lnTo>
                  <a:lnTo>
                    <a:pt x="228600" y="161302"/>
                  </a:lnTo>
                  <a:close/>
                </a:path>
                <a:path w="228600" h="349250">
                  <a:moveTo>
                    <a:pt x="228600" y="157492"/>
                  </a:moveTo>
                  <a:lnTo>
                    <a:pt x="0" y="157492"/>
                  </a:lnTo>
                  <a:lnTo>
                    <a:pt x="0" y="161290"/>
                  </a:lnTo>
                  <a:lnTo>
                    <a:pt x="228600" y="161290"/>
                  </a:lnTo>
                  <a:lnTo>
                    <a:pt x="228600" y="157492"/>
                  </a:lnTo>
                  <a:close/>
                </a:path>
                <a:path w="228600" h="349250">
                  <a:moveTo>
                    <a:pt x="22860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28600" y="157480"/>
                  </a:lnTo>
                  <a:lnTo>
                    <a:pt x="228600" y="151142"/>
                  </a:lnTo>
                  <a:close/>
                </a:path>
                <a:path w="228600" h="349250">
                  <a:moveTo>
                    <a:pt x="228600" y="144792"/>
                  </a:moveTo>
                  <a:lnTo>
                    <a:pt x="0" y="144792"/>
                  </a:lnTo>
                  <a:lnTo>
                    <a:pt x="0" y="151130"/>
                  </a:lnTo>
                  <a:lnTo>
                    <a:pt x="228600" y="151130"/>
                  </a:lnTo>
                  <a:lnTo>
                    <a:pt x="228600" y="144792"/>
                  </a:lnTo>
                  <a:close/>
                </a:path>
                <a:path w="228600" h="349250">
                  <a:moveTo>
                    <a:pt x="228600" y="138442"/>
                  </a:moveTo>
                  <a:lnTo>
                    <a:pt x="0" y="138442"/>
                  </a:lnTo>
                  <a:lnTo>
                    <a:pt x="0" y="144780"/>
                  </a:lnTo>
                  <a:lnTo>
                    <a:pt x="228600" y="144780"/>
                  </a:lnTo>
                  <a:lnTo>
                    <a:pt x="228600" y="138442"/>
                  </a:lnTo>
                  <a:close/>
                </a:path>
                <a:path w="228600" h="349250">
                  <a:moveTo>
                    <a:pt x="228600" y="135902"/>
                  </a:moveTo>
                  <a:lnTo>
                    <a:pt x="0" y="135902"/>
                  </a:lnTo>
                  <a:lnTo>
                    <a:pt x="0" y="138430"/>
                  </a:lnTo>
                  <a:lnTo>
                    <a:pt x="228600" y="138430"/>
                  </a:lnTo>
                  <a:lnTo>
                    <a:pt x="228600" y="135902"/>
                  </a:lnTo>
                  <a:close/>
                </a:path>
                <a:path w="228600" h="349250">
                  <a:moveTo>
                    <a:pt x="228600" y="132092"/>
                  </a:moveTo>
                  <a:lnTo>
                    <a:pt x="0" y="132092"/>
                  </a:lnTo>
                  <a:lnTo>
                    <a:pt x="0" y="135890"/>
                  </a:lnTo>
                  <a:lnTo>
                    <a:pt x="228600" y="135890"/>
                  </a:lnTo>
                  <a:lnTo>
                    <a:pt x="228600" y="132092"/>
                  </a:lnTo>
                  <a:close/>
                </a:path>
                <a:path w="228600" h="349250">
                  <a:moveTo>
                    <a:pt x="228600" y="129552"/>
                  </a:moveTo>
                  <a:lnTo>
                    <a:pt x="0" y="129552"/>
                  </a:lnTo>
                  <a:lnTo>
                    <a:pt x="0" y="132080"/>
                  </a:lnTo>
                  <a:lnTo>
                    <a:pt x="228600" y="132080"/>
                  </a:lnTo>
                  <a:lnTo>
                    <a:pt x="228600" y="129552"/>
                  </a:lnTo>
                  <a:close/>
                </a:path>
                <a:path w="228600" h="349250">
                  <a:moveTo>
                    <a:pt x="228600" y="125742"/>
                  </a:moveTo>
                  <a:lnTo>
                    <a:pt x="0" y="125742"/>
                  </a:lnTo>
                  <a:lnTo>
                    <a:pt x="0" y="129540"/>
                  </a:lnTo>
                  <a:lnTo>
                    <a:pt x="228600" y="129540"/>
                  </a:lnTo>
                  <a:lnTo>
                    <a:pt x="228600" y="125742"/>
                  </a:lnTo>
                  <a:close/>
                </a:path>
                <a:path w="228600" h="349250">
                  <a:moveTo>
                    <a:pt x="228600" y="123202"/>
                  </a:moveTo>
                  <a:lnTo>
                    <a:pt x="0" y="123202"/>
                  </a:lnTo>
                  <a:lnTo>
                    <a:pt x="0" y="125730"/>
                  </a:lnTo>
                  <a:lnTo>
                    <a:pt x="228600" y="125730"/>
                  </a:lnTo>
                  <a:lnTo>
                    <a:pt x="228600" y="123202"/>
                  </a:lnTo>
                  <a:close/>
                </a:path>
                <a:path w="228600" h="349250">
                  <a:moveTo>
                    <a:pt x="228600" y="116852"/>
                  </a:moveTo>
                  <a:lnTo>
                    <a:pt x="0" y="116852"/>
                  </a:lnTo>
                  <a:lnTo>
                    <a:pt x="0" y="123190"/>
                  </a:lnTo>
                  <a:lnTo>
                    <a:pt x="228600" y="123190"/>
                  </a:lnTo>
                  <a:lnTo>
                    <a:pt x="228600" y="116852"/>
                  </a:lnTo>
                  <a:close/>
                </a:path>
                <a:path w="228600" h="349250">
                  <a:moveTo>
                    <a:pt x="228600" y="110502"/>
                  </a:moveTo>
                  <a:lnTo>
                    <a:pt x="0" y="110502"/>
                  </a:lnTo>
                  <a:lnTo>
                    <a:pt x="0" y="116840"/>
                  </a:lnTo>
                  <a:lnTo>
                    <a:pt x="228600" y="116840"/>
                  </a:lnTo>
                  <a:lnTo>
                    <a:pt x="228600" y="110502"/>
                  </a:lnTo>
                  <a:close/>
                </a:path>
                <a:path w="228600" h="349250">
                  <a:moveTo>
                    <a:pt x="228600" y="104152"/>
                  </a:moveTo>
                  <a:lnTo>
                    <a:pt x="0" y="104152"/>
                  </a:lnTo>
                  <a:lnTo>
                    <a:pt x="0" y="110490"/>
                  </a:lnTo>
                  <a:lnTo>
                    <a:pt x="228600" y="110490"/>
                  </a:lnTo>
                  <a:lnTo>
                    <a:pt x="228600" y="104152"/>
                  </a:lnTo>
                  <a:close/>
                </a:path>
                <a:path w="228600" h="349250">
                  <a:moveTo>
                    <a:pt x="228600" y="100342"/>
                  </a:moveTo>
                  <a:lnTo>
                    <a:pt x="0" y="100342"/>
                  </a:lnTo>
                  <a:lnTo>
                    <a:pt x="0" y="104140"/>
                  </a:lnTo>
                  <a:lnTo>
                    <a:pt x="228600" y="104140"/>
                  </a:lnTo>
                  <a:lnTo>
                    <a:pt x="228600" y="100342"/>
                  </a:lnTo>
                  <a:close/>
                </a:path>
                <a:path w="228600" h="349250">
                  <a:moveTo>
                    <a:pt x="22860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28600" y="100330"/>
                  </a:lnTo>
                  <a:lnTo>
                    <a:pt x="228600" y="93992"/>
                  </a:lnTo>
                  <a:close/>
                </a:path>
                <a:path w="228600" h="349250">
                  <a:moveTo>
                    <a:pt x="22860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28600" y="93980"/>
                  </a:lnTo>
                  <a:lnTo>
                    <a:pt x="228600" y="87642"/>
                  </a:lnTo>
                  <a:close/>
                </a:path>
                <a:path w="228600" h="349250">
                  <a:moveTo>
                    <a:pt x="228600" y="78752"/>
                  </a:moveTo>
                  <a:lnTo>
                    <a:pt x="0" y="78752"/>
                  </a:lnTo>
                  <a:lnTo>
                    <a:pt x="0" y="87630"/>
                  </a:lnTo>
                  <a:lnTo>
                    <a:pt x="228600" y="87630"/>
                  </a:lnTo>
                  <a:lnTo>
                    <a:pt x="228600" y="78752"/>
                  </a:lnTo>
                  <a:close/>
                </a:path>
                <a:path w="228600" h="349250">
                  <a:moveTo>
                    <a:pt x="228600" y="74942"/>
                  </a:moveTo>
                  <a:lnTo>
                    <a:pt x="0" y="74942"/>
                  </a:lnTo>
                  <a:lnTo>
                    <a:pt x="0" y="78740"/>
                  </a:lnTo>
                  <a:lnTo>
                    <a:pt x="228600" y="78740"/>
                  </a:lnTo>
                  <a:lnTo>
                    <a:pt x="228600" y="74942"/>
                  </a:lnTo>
                  <a:close/>
                </a:path>
                <a:path w="228600" h="349250">
                  <a:moveTo>
                    <a:pt x="228600" y="72402"/>
                  </a:moveTo>
                  <a:lnTo>
                    <a:pt x="0" y="72402"/>
                  </a:lnTo>
                  <a:lnTo>
                    <a:pt x="0" y="74930"/>
                  </a:lnTo>
                  <a:lnTo>
                    <a:pt x="228600" y="74930"/>
                  </a:lnTo>
                  <a:lnTo>
                    <a:pt x="228600" y="72402"/>
                  </a:lnTo>
                  <a:close/>
                </a:path>
                <a:path w="228600" h="349250">
                  <a:moveTo>
                    <a:pt x="228600" y="66052"/>
                  </a:moveTo>
                  <a:lnTo>
                    <a:pt x="0" y="66052"/>
                  </a:lnTo>
                  <a:lnTo>
                    <a:pt x="0" y="72390"/>
                  </a:lnTo>
                  <a:lnTo>
                    <a:pt x="228600" y="72390"/>
                  </a:lnTo>
                  <a:lnTo>
                    <a:pt x="228600" y="66052"/>
                  </a:lnTo>
                  <a:close/>
                </a:path>
                <a:path w="228600" h="349250">
                  <a:moveTo>
                    <a:pt x="228600" y="59702"/>
                  </a:moveTo>
                  <a:lnTo>
                    <a:pt x="0" y="59702"/>
                  </a:lnTo>
                  <a:lnTo>
                    <a:pt x="0" y="66040"/>
                  </a:lnTo>
                  <a:lnTo>
                    <a:pt x="228600" y="66040"/>
                  </a:lnTo>
                  <a:lnTo>
                    <a:pt x="228600" y="59702"/>
                  </a:lnTo>
                  <a:close/>
                </a:path>
                <a:path w="228600" h="349250">
                  <a:moveTo>
                    <a:pt x="228600" y="53352"/>
                  </a:moveTo>
                  <a:lnTo>
                    <a:pt x="0" y="53352"/>
                  </a:lnTo>
                  <a:lnTo>
                    <a:pt x="0" y="59690"/>
                  </a:lnTo>
                  <a:lnTo>
                    <a:pt x="228600" y="59690"/>
                  </a:lnTo>
                  <a:lnTo>
                    <a:pt x="228600" y="53352"/>
                  </a:lnTo>
                  <a:close/>
                </a:path>
                <a:path w="228600" h="349250">
                  <a:moveTo>
                    <a:pt x="228600" y="49542"/>
                  </a:moveTo>
                  <a:lnTo>
                    <a:pt x="0" y="49542"/>
                  </a:lnTo>
                  <a:lnTo>
                    <a:pt x="0" y="53340"/>
                  </a:lnTo>
                  <a:lnTo>
                    <a:pt x="228600" y="53340"/>
                  </a:lnTo>
                  <a:lnTo>
                    <a:pt x="228600" y="49542"/>
                  </a:lnTo>
                  <a:close/>
                </a:path>
                <a:path w="228600" h="349250">
                  <a:moveTo>
                    <a:pt x="22860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28600" y="49530"/>
                  </a:lnTo>
                  <a:lnTo>
                    <a:pt x="228600" y="43192"/>
                  </a:lnTo>
                  <a:close/>
                </a:path>
                <a:path w="228600" h="349250">
                  <a:moveTo>
                    <a:pt x="22860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28600" y="43180"/>
                  </a:lnTo>
                  <a:lnTo>
                    <a:pt x="228600" y="36842"/>
                  </a:lnTo>
                  <a:close/>
                </a:path>
                <a:path w="228600" h="349250">
                  <a:moveTo>
                    <a:pt x="22860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28600" y="36830"/>
                  </a:lnTo>
                  <a:lnTo>
                    <a:pt x="228600" y="30492"/>
                  </a:lnTo>
                  <a:close/>
                </a:path>
                <a:path w="228600" h="349250">
                  <a:moveTo>
                    <a:pt x="228600" y="27952"/>
                  </a:moveTo>
                  <a:lnTo>
                    <a:pt x="0" y="27952"/>
                  </a:lnTo>
                  <a:lnTo>
                    <a:pt x="0" y="30480"/>
                  </a:lnTo>
                  <a:lnTo>
                    <a:pt x="228600" y="30480"/>
                  </a:lnTo>
                  <a:lnTo>
                    <a:pt x="228600" y="27952"/>
                  </a:lnTo>
                  <a:close/>
                </a:path>
                <a:path w="228600" h="349250">
                  <a:moveTo>
                    <a:pt x="228600" y="24142"/>
                  </a:moveTo>
                  <a:lnTo>
                    <a:pt x="0" y="24142"/>
                  </a:lnTo>
                  <a:lnTo>
                    <a:pt x="0" y="27940"/>
                  </a:lnTo>
                  <a:lnTo>
                    <a:pt x="228600" y="27940"/>
                  </a:lnTo>
                  <a:lnTo>
                    <a:pt x="228600" y="24142"/>
                  </a:lnTo>
                  <a:close/>
                </a:path>
                <a:path w="228600" h="349250">
                  <a:moveTo>
                    <a:pt x="228600" y="15252"/>
                  </a:moveTo>
                  <a:lnTo>
                    <a:pt x="0" y="15252"/>
                  </a:lnTo>
                  <a:lnTo>
                    <a:pt x="0" y="24130"/>
                  </a:lnTo>
                  <a:lnTo>
                    <a:pt x="228600" y="24130"/>
                  </a:lnTo>
                  <a:lnTo>
                    <a:pt x="228600" y="15252"/>
                  </a:lnTo>
                  <a:close/>
                </a:path>
                <a:path w="228600" h="349250">
                  <a:moveTo>
                    <a:pt x="22860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228600" y="15240"/>
                  </a:lnTo>
                  <a:lnTo>
                    <a:pt x="228600" y="8902"/>
                  </a:lnTo>
                  <a:close/>
                </a:path>
                <a:path w="228600" h="349250">
                  <a:moveTo>
                    <a:pt x="22860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228600" y="8890"/>
                  </a:lnTo>
                  <a:lnTo>
                    <a:pt x="228600" y="2552"/>
                  </a:lnTo>
                  <a:close/>
                </a:path>
                <a:path w="228600" h="349250">
                  <a:moveTo>
                    <a:pt x="22860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28600" y="2540"/>
                  </a:lnTo>
                  <a:lnTo>
                    <a:pt x="228600" y="0"/>
                  </a:lnTo>
                  <a:close/>
                </a:path>
              </a:pathLst>
            </a:custGeom>
            <a:solidFill>
              <a:srgbClr val="DEDE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8265160" y="5561329"/>
              <a:ext cx="228600" cy="349250"/>
            </a:xfrm>
            <a:custGeom>
              <a:avLst/>
              <a:gdLst/>
              <a:ahLst/>
              <a:cxnLst/>
              <a:rect l="l" t="t" r="r" b="b"/>
              <a:pathLst>
                <a:path w="228600" h="349250">
                  <a:moveTo>
                    <a:pt x="228600" y="347992"/>
                  </a:moveTo>
                  <a:lnTo>
                    <a:pt x="0" y="347992"/>
                  </a:lnTo>
                  <a:lnTo>
                    <a:pt x="0" y="349250"/>
                  </a:lnTo>
                  <a:lnTo>
                    <a:pt x="228600" y="349250"/>
                  </a:lnTo>
                  <a:lnTo>
                    <a:pt x="228600" y="347992"/>
                  </a:lnTo>
                  <a:close/>
                </a:path>
                <a:path w="228600" h="349250">
                  <a:moveTo>
                    <a:pt x="228600" y="345452"/>
                  </a:moveTo>
                  <a:lnTo>
                    <a:pt x="0" y="345452"/>
                  </a:lnTo>
                  <a:lnTo>
                    <a:pt x="0" y="347980"/>
                  </a:lnTo>
                  <a:lnTo>
                    <a:pt x="228600" y="347980"/>
                  </a:lnTo>
                  <a:lnTo>
                    <a:pt x="228600" y="345452"/>
                  </a:lnTo>
                  <a:close/>
                </a:path>
                <a:path w="228600" h="349250">
                  <a:moveTo>
                    <a:pt x="228600" y="341642"/>
                  </a:moveTo>
                  <a:lnTo>
                    <a:pt x="0" y="341642"/>
                  </a:lnTo>
                  <a:lnTo>
                    <a:pt x="0" y="345440"/>
                  </a:lnTo>
                  <a:lnTo>
                    <a:pt x="228600" y="345440"/>
                  </a:lnTo>
                  <a:lnTo>
                    <a:pt x="228600" y="341642"/>
                  </a:lnTo>
                  <a:close/>
                </a:path>
                <a:path w="228600" h="349250">
                  <a:moveTo>
                    <a:pt x="228600" y="339102"/>
                  </a:moveTo>
                  <a:lnTo>
                    <a:pt x="0" y="339102"/>
                  </a:lnTo>
                  <a:lnTo>
                    <a:pt x="0" y="341630"/>
                  </a:lnTo>
                  <a:lnTo>
                    <a:pt x="228600" y="341630"/>
                  </a:lnTo>
                  <a:lnTo>
                    <a:pt x="228600" y="339102"/>
                  </a:lnTo>
                  <a:close/>
                </a:path>
                <a:path w="228600" h="349250">
                  <a:moveTo>
                    <a:pt x="228600" y="326402"/>
                  </a:moveTo>
                  <a:lnTo>
                    <a:pt x="0" y="326402"/>
                  </a:lnTo>
                  <a:lnTo>
                    <a:pt x="0" y="339090"/>
                  </a:lnTo>
                  <a:lnTo>
                    <a:pt x="228600" y="339090"/>
                  </a:lnTo>
                  <a:lnTo>
                    <a:pt x="228600" y="326402"/>
                  </a:lnTo>
                  <a:close/>
                </a:path>
                <a:path w="228600" h="349250">
                  <a:moveTo>
                    <a:pt x="228600" y="320052"/>
                  </a:moveTo>
                  <a:lnTo>
                    <a:pt x="0" y="320052"/>
                  </a:lnTo>
                  <a:lnTo>
                    <a:pt x="0" y="326390"/>
                  </a:lnTo>
                  <a:lnTo>
                    <a:pt x="228600" y="326390"/>
                  </a:lnTo>
                  <a:lnTo>
                    <a:pt x="228600" y="320052"/>
                  </a:lnTo>
                  <a:close/>
                </a:path>
                <a:path w="228600" h="349250">
                  <a:moveTo>
                    <a:pt x="228600" y="316242"/>
                  </a:moveTo>
                  <a:lnTo>
                    <a:pt x="0" y="316242"/>
                  </a:lnTo>
                  <a:lnTo>
                    <a:pt x="0" y="320040"/>
                  </a:lnTo>
                  <a:lnTo>
                    <a:pt x="228600" y="320040"/>
                  </a:lnTo>
                  <a:lnTo>
                    <a:pt x="228600" y="316242"/>
                  </a:lnTo>
                  <a:close/>
                </a:path>
                <a:path w="228600" h="349250">
                  <a:moveTo>
                    <a:pt x="228600" y="309892"/>
                  </a:moveTo>
                  <a:lnTo>
                    <a:pt x="0" y="309892"/>
                  </a:lnTo>
                  <a:lnTo>
                    <a:pt x="0" y="316230"/>
                  </a:lnTo>
                  <a:lnTo>
                    <a:pt x="228600" y="316230"/>
                  </a:lnTo>
                  <a:lnTo>
                    <a:pt x="228600" y="309892"/>
                  </a:lnTo>
                  <a:close/>
                </a:path>
                <a:path w="228600" h="349250">
                  <a:moveTo>
                    <a:pt x="228600" y="303542"/>
                  </a:moveTo>
                  <a:lnTo>
                    <a:pt x="0" y="303542"/>
                  </a:lnTo>
                  <a:lnTo>
                    <a:pt x="0" y="309880"/>
                  </a:lnTo>
                  <a:lnTo>
                    <a:pt x="228600" y="309880"/>
                  </a:lnTo>
                  <a:lnTo>
                    <a:pt x="228600" y="303542"/>
                  </a:lnTo>
                  <a:close/>
                </a:path>
                <a:path w="228600" h="349250">
                  <a:moveTo>
                    <a:pt x="228600" y="297192"/>
                  </a:moveTo>
                  <a:lnTo>
                    <a:pt x="0" y="297192"/>
                  </a:lnTo>
                  <a:lnTo>
                    <a:pt x="0" y="303530"/>
                  </a:lnTo>
                  <a:lnTo>
                    <a:pt x="228600" y="303530"/>
                  </a:lnTo>
                  <a:lnTo>
                    <a:pt x="228600" y="297192"/>
                  </a:lnTo>
                  <a:close/>
                </a:path>
                <a:path w="228600" h="349250">
                  <a:moveTo>
                    <a:pt x="228600" y="294652"/>
                  </a:moveTo>
                  <a:lnTo>
                    <a:pt x="0" y="294652"/>
                  </a:lnTo>
                  <a:lnTo>
                    <a:pt x="0" y="297180"/>
                  </a:lnTo>
                  <a:lnTo>
                    <a:pt x="228600" y="297180"/>
                  </a:lnTo>
                  <a:lnTo>
                    <a:pt x="228600" y="294652"/>
                  </a:lnTo>
                  <a:close/>
                </a:path>
                <a:path w="228600" h="349250">
                  <a:moveTo>
                    <a:pt x="228600" y="290842"/>
                  </a:moveTo>
                  <a:lnTo>
                    <a:pt x="0" y="290842"/>
                  </a:lnTo>
                  <a:lnTo>
                    <a:pt x="0" y="294640"/>
                  </a:lnTo>
                  <a:lnTo>
                    <a:pt x="228600" y="294640"/>
                  </a:lnTo>
                  <a:lnTo>
                    <a:pt x="228600" y="290842"/>
                  </a:lnTo>
                  <a:close/>
                </a:path>
                <a:path w="228600" h="349250">
                  <a:moveTo>
                    <a:pt x="228600" y="288302"/>
                  </a:moveTo>
                  <a:lnTo>
                    <a:pt x="0" y="288302"/>
                  </a:lnTo>
                  <a:lnTo>
                    <a:pt x="0" y="290830"/>
                  </a:lnTo>
                  <a:lnTo>
                    <a:pt x="228600" y="290830"/>
                  </a:lnTo>
                  <a:lnTo>
                    <a:pt x="228600" y="288302"/>
                  </a:lnTo>
                  <a:close/>
                </a:path>
                <a:path w="228600" h="349250">
                  <a:moveTo>
                    <a:pt x="228600" y="281952"/>
                  </a:moveTo>
                  <a:lnTo>
                    <a:pt x="0" y="281952"/>
                  </a:lnTo>
                  <a:lnTo>
                    <a:pt x="0" y="288290"/>
                  </a:lnTo>
                  <a:lnTo>
                    <a:pt x="228600" y="288290"/>
                  </a:lnTo>
                  <a:lnTo>
                    <a:pt x="228600" y="281952"/>
                  </a:lnTo>
                  <a:close/>
                </a:path>
                <a:path w="228600" h="349250">
                  <a:moveTo>
                    <a:pt x="228600" y="275602"/>
                  </a:moveTo>
                  <a:lnTo>
                    <a:pt x="0" y="275602"/>
                  </a:lnTo>
                  <a:lnTo>
                    <a:pt x="0" y="281940"/>
                  </a:lnTo>
                  <a:lnTo>
                    <a:pt x="228600" y="281940"/>
                  </a:lnTo>
                  <a:lnTo>
                    <a:pt x="228600" y="275602"/>
                  </a:lnTo>
                  <a:close/>
                </a:path>
                <a:path w="228600" h="349250">
                  <a:moveTo>
                    <a:pt x="228600" y="269252"/>
                  </a:moveTo>
                  <a:lnTo>
                    <a:pt x="0" y="269252"/>
                  </a:lnTo>
                  <a:lnTo>
                    <a:pt x="0" y="275590"/>
                  </a:lnTo>
                  <a:lnTo>
                    <a:pt x="228600" y="275590"/>
                  </a:lnTo>
                  <a:lnTo>
                    <a:pt x="228600" y="269252"/>
                  </a:lnTo>
                  <a:close/>
                </a:path>
                <a:path w="228600" h="349250">
                  <a:moveTo>
                    <a:pt x="228600" y="265442"/>
                  </a:moveTo>
                  <a:lnTo>
                    <a:pt x="0" y="265442"/>
                  </a:lnTo>
                  <a:lnTo>
                    <a:pt x="0" y="269240"/>
                  </a:lnTo>
                  <a:lnTo>
                    <a:pt x="228600" y="269240"/>
                  </a:lnTo>
                  <a:lnTo>
                    <a:pt x="228600" y="265442"/>
                  </a:lnTo>
                  <a:close/>
                </a:path>
                <a:path w="228600" h="349250">
                  <a:moveTo>
                    <a:pt x="228600" y="259092"/>
                  </a:moveTo>
                  <a:lnTo>
                    <a:pt x="0" y="259092"/>
                  </a:lnTo>
                  <a:lnTo>
                    <a:pt x="0" y="265430"/>
                  </a:lnTo>
                  <a:lnTo>
                    <a:pt x="228600" y="265430"/>
                  </a:lnTo>
                  <a:lnTo>
                    <a:pt x="228600" y="259092"/>
                  </a:lnTo>
                  <a:close/>
                </a:path>
                <a:path w="228600" h="349250">
                  <a:moveTo>
                    <a:pt x="228600" y="252742"/>
                  </a:moveTo>
                  <a:lnTo>
                    <a:pt x="0" y="252742"/>
                  </a:lnTo>
                  <a:lnTo>
                    <a:pt x="0" y="259080"/>
                  </a:lnTo>
                  <a:lnTo>
                    <a:pt x="228600" y="259080"/>
                  </a:lnTo>
                  <a:lnTo>
                    <a:pt x="228600" y="252742"/>
                  </a:lnTo>
                  <a:close/>
                </a:path>
                <a:path w="228600" h="349250">
                  <a:moveTo>
                    <a:pt x="228600" y="246392"/>
                  </a:moveTo>
                  <a:lnTo>
                    <a:pt x="0" y="246392"/>
                  </a:lnTo>
                  <a:lnTo>
                    <a:pt x="0" y="252730"/>
                  </a:lnTo>
                  <a:lnTo>
                    <a:pt x="228600" y="252730"/>
                  </a:lnTo>
                  <a:lnTo>
                    <a:pt x="228600" y="246392"/>
                  </a:lnTo>
                  <a:close/>
                </a:path>
                <a:path w="228600" h="349250">
                  <a:moveTo>
                    <a:pt x="22860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228600" y="246380"/>
                  </a:lnTo>
                  <a:lnTo>
                    <a:pt x="228600" y="243852"/>
                  </a:lnTo>
                  <a:close/>
                </a:path>
                <a:path w="228600" h="349250">
                  <a:moveTo>
                    <a:pt x="22860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228600" y="243840"/>
                  </a:lnTo>
                  <a:lnTo>
                    <a:pt x="228600" y="240042"/>
                  </a:lnTo>
                  <a:close/>
                </a:path>
                <a:path w="228600" h="349250">
                  <a:moveTo>
                    <a:pt x="22860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228600" y="240030"/>
                  </a:lnTo>
                  <a:lnTo>
                    <a:pt x="228600" y="237502"/>
                  </a:lnTo>
                  <a:close/>
                </a:path>
                <a:path w="228600" h="349250">
                  <a:moveTo>
                    <a:pt x="22860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228600" y="237490"/>
                  </a:lnTo>
                  <a:lnTo>
                    <a:pt x="228600" y="233692"/>
                  </a:lnTo>
                  <a:close/>
                </a:path>
                <a:path w="228600" h="349250">
                  <a:moveTo>
                    <a:pt x="22860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228600" y="233680"/>
                  </a:lnTo>
                  <a:lnTo>
                    <a:pt x="228600" y="231152"/>
                  </a:lnTo>
                  <a:close/>
                </a:path>
                <a:path w="228600" h="349250">
                  <a:moveTo>
                    <a:pt x="228600" y="224802"/>
                  </a:moveTo>
                  <a:lnTo>
                    <a:pt x="0" y="224802"/>
                  </a:lnTo>
                  <a:lnTo>
                    <a:pt x="0" y="231140"/>
                  </a:lnTo>
                  <a:lnTo>
                    <a:pt x="228600" y="231140"/>
                  </a:lnTo>
                  <a:lnTo>
                    <a:pt x="228600" y="224802"/>
                  </a:lnTo>
                  <a:close/>
                </a:path>
                <a:path w="228600" h="349250">
                  <a:moveTo>
                    <a:pt x="228600" y="218452"/>
                  </a:moveTo>
                  <a:lnTo>
                    <a:pt x="0" y="218452"/>
                  </a:lnTo>
                  <a:lnTo>
                    <a:pt x="0" y="224790"/>
                  </a:lnTo>
                  <a:lnTo>
                    <a:pt x="228600" y="224790"/>
                  </a:lnTo>
                  <a:lnTo>
                    <a:pt x="228600" y="218452"/>
                  </a:lnTo>
                  <a:close/>
                </a:path>
                <a:path w="228600" h="349250">
                  <a:moveTo>
                    <a:pt x="228600" y="212102"/>
                  </a:moveTo>
                  <a:lnTo>
                    <a:pt x="0" y="212102"/>
                  </a:lnTo>
                  <a:lnTo>
                    <a:pt x="0" y="218440"/>
                  </a:lnTo>
                  <a:lnTo>
                    <a:pt x="228600" y="218440"/>
                  </a:lnTo>
                  <a:lnTo>
                    <a:pt x="228600" y="212102"/>
                  </a:lnTo>
                  <a:close/>
                </a:path>
                <a:path w="228600" h="349250">
                  <a:moveTo>
                    <a:pt x="228600" y="208292"/>
                  </a:moveTo>
                  <a:lnTo>
                    <a:pt x="0" y="208292"/>
                  </a:lnTo>
                  <a:lnTo>
                    <a:pt x="0" y="212090"/>
                  </a:lnTo>
                  <a:lnTo>
                    <a:pt x="228600" y="212090"/>
                  </a:lnTo>
                  <a:lnTo>
                    <a:pt x="228600" y="208292"/>
                  </a:lnTo>
                  <a:close/>
                </a:path>
                <a:path w="228600" h="349250">
                  <a:moveTo>
                    <a:pt x="228600" y="201942"/>
                  </a:moveTo>
                  <a:lnTo>
                    <a:pt x="0" y="201942"/>
                  </a:lnTo>
                  <a:lnTo>
                    <a:pt x="0" y="208280"/>
                  </a:lnTo>
                  <a:lnTo>
                    <a:pt x="228600" y="208280"/>
                  </a:lnTo>
                  <a:lnTo>
                    <a:pt x="228600" y="201942"/>
                  </a:lnTo>
                  <a:close/>
                </a:path>
                <a:path w="228600" h="349250">
                  <a:moveTo>
                    <a:pt x="228600" y="195592"/>
                  </a:moveTo>
                  <a:lnTo>
                    <a:pt x="0" y="195592"/>
                  </a:lnTo>
                  <a:lnTo>
                    <a:pt x="0" y="201930"/>
                  </a:lnTo>
                  <a:lnTo>
                    <a:pt x="228600" y="201930"/>
                  </a:lnTo>
                  <a:lnTo>
                    <a:pt x="228600" y="195592"/>
                  </a:lnTo>
                  <a:close/>
                </a:path>
                <a:path w="228600" h="349250">
                  <a:moveTo>
                    <a:pt x="22860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28600" y="195580"/>
                  </a:lnTo>
                  <a:lnTo>
                    <a:pt x="228600" y="189242"/>
                  </a:lnTo>
                  <a:close/>
                </a:path>
                <a:path w="228600" h="349250">
                  <a:moveTo>
                    <a:pt x="228600" y="186702"/>
                  </a:moveTo>
                  <a:lnTo>
                    <a:pt x="0" y="186702"/>
                  </a:lnTo>
                  <a:lnTo>
                    <a:pt x="0" y="189230"/>
                  </a:lnTo>
                  <a:lnTo>
                    <a:pt x="228600" y="189230"/>
                  </a:lnTo>
                  <a:lnTo>
                    <a:pt x="228600" y="186702"/>
                  </a:lnTo>
                  <a:close/>
                </a:path>
                <a:path w="228600" h="349250">
                  <a:moveTo>
                    <a:pt x="228600" y="182892"/>
                  </a:moveTo>
                  <a:lnTo>
                    <a:pt x="0" y="182892"/>
                  </a:lnTo>
                  <a:lnTo>
                    <a:pt x="0" y="186690"/>
                  </a:lnTo>
                  <a:lnTo>
                    <a:pt x="228600" y="186690"/>
                  </a:lnTo>
                  <a:lnTo>
                    <a:pt x="228600" y="182892"/>
                  </a:lnTo>
                  <a:close/>
                </a:path>
                <a:path w="228600" h="349250">
                  <a:moveTo>
                    <a:pt x="228600" y="180352"/>
                  </a:moveTo>
                  <a:lnTo>
                    <a:pt x="0" y="180352"/>
                  </a:lnTo>
                  <a:lnTo>
                    <a:pt x="0" y="182880"/>
                  </a:lnTo>
                  <a:lnTo>
                    <a:pt x="228600" y="182880"/>
                  </a:lnTo>
                  <a:lnTo>
                    <a:pt x="228600" y="180352"/>
                  </a:lnTo>
                  <a:close/>
                </a:path>
                <a:path w="228600" h="349250">
                  <a:moveTo>
                    <a:pt x="228600" y="174002"/>
                  </a:moveTo>
                  <a:lnTo>
                    <a:pt x="0" y="174002"/>
                  </a:lnTo>
                  <a:lnTo>
                    <a:pt x="0" y="180340"/>
                  </a:lnTo>
                  <a:lnTo>
                    <a:pt x="228600" y="180340"/>
                  </a:lnTo>
                  <a:lnTo>
                    <a:pt x="228600" y="174002"/>
                  </a:lnTo>
                  <a:close/>
                </a:path>
                <a:path w="228600" h="349250">
                  <a:moveTo>
                    <a:pt x="228600" y="167652"/>
                  </a:moveTo>
                  <a:lnTo>
                    <a:pt x="0" y="167652"/>
                  </a:lnTo>
                  <a:lnTo>
                    <a:pt x="0" y="173990"/>
                  </a:lnTo>
                  <a:lnTo>
                    <a:pt x="228600" y="173990"/>
                  </a:lnTo>
                  <a:lnTo>
                    <a:pt x="228600" y="167652"/>
                  </a:lnTo>
                  <a:close/>
                </a:path>
                <a:path w="228600" h="349250">
                  <a:moveTo>
                    <a:pt x="228600" y="161302"/>
                  </a:moveTo>
                  <a:lnTo>
                    <a:pt x="0" y="161302"/>
                  </a:lnTo>
                  <a:lnTo>
                    <a:pt x="0" y="167640"/>
                  </a:lnTo>
                  <a:lnTo>
                    <a:pt x="228600" y="167640"/>
                  </a:lnTo>
                  <a:lnTo>
                    <a:pt x="228600" y="161302"/>
                  </a:lnTo>
                  <a:close/>
                </a:path>
                <a:path w="228600" h="349250">
                  <a:moveTo>
                    <a:pt x="228600" y="157492"/>
                  </a:moveTo>
                  <a:lnTo>
                    <a:pt x="0" y="157492"/>
                  </a:lnTo>
                  <a:lnTo>
                    <a:pt x="0" y="161290"/>
                  </a:lnTo>
                  <a:lnTo>
                    <a:pt x="228600" y="161290"/>
                  </a:lnTo>
                  <a:lnTo>
                    <a:pt x="228600" y="157492"/>
                  </a:lnTo>
                  <a:close/>
                </a:path>
                <a:path w="228600" h="349250">
                  <a:moveTo>
                    <a:pt x="22860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28600" y="157480"/>
                  </a:lnTo>
                  <a:lnTo>
                    <a:pt x="228600" y="151142"/>
                  </a:lnTo>
                  <a:close/>
                </a:path>
                <a:path w="228600" h="349250">
                  <a:moveTo>
                    <a:pt x="228600" y="144792"/>
                  </a:moveTo>
                  <a:lnTo>
                    <a:pt x="0" y="144792"/>
                  </a:lnTo>
                  <a:lnTo>
                    <a:pt x="0" y="151130"/>
                  </a:lnTo>
                  <a:lnTo>
                    <a:pt x="228600" y="151130"/>
                  </a:lnTo>
                  <a:lnTo>
                    <a:pt x="228600" y="144792"/>
                  </a:lnTo>
                  <a:close/>
                </a:path>
                <a:path w="228600" h="349250">
                  <a:moveTo>
                    <a:pt x="228600" y="138442"/>
                  </a:moveTo>
                  <a:lnTo>
                    <a:pt x="0" y="138442"/>
                  </a:lnTo>
                  <a:lnTo>
                    <a:pt x="0" y="144780"/>
                  </a:lnTo>
                  <a:lnTo>
                    <a:pt x="228600" y="144780"/>
                  </a:lnTo>
                  <a:lnTo>
                    <a:pt x="228600" y="138442"/>
                  </a:lnTo>
                  <a:close/>
                </a:path>
                <a:path w="228600" h="349250">
                  <a:moveTo>
                    <a:pt x="228600" y="135902"/>
                  </a:moveTo>
                  <a:lnTo>
                    <a:pt x="0" y="135902"/>
                  </a:lnTo>
                  <a:lnTo>
                    <a:pt x="0" y="138430"/>
                  </a:lnTo>
                  <a:lnTo>
                    <a:pt x="228600" y="138430"/>
                  </a:lnTo>
                  <a:lnTo>
                    <a:pt x="228600" y="135902"/>
                  </a:lnTo>
                  <a:close/>
                </a:path>
                <a:path w="228600" h="349250">
                  <a:moveTo>
                    <a:pt x="228600" y="132092"/>
                  </a:moveTo>
                  <a:lnTo>
                    <a:pt x="0" y="132092"/>
                  </a:lnTo>
                  <a:lnTo>
                    <a:pt x="0" y="135890"/>
                  </a:lnTo>
                  <a:lnTo>
                    <a:pt x="228600" y="135890"/>
                  </a:lnTo>
                  <a:lnTo>
                    <a:pt x="228600" y="132092"/>
                  </a:lnTo>
                  <a:close/>
                </a:path>
                <a:path w="228600" h="349250">
                  <a:moveTo>
                    <a:pt x="228600" y="129552"/>
                  </a:moveTo>
                  <a:lnTo>
                    <a:pt x="0" y="129552"/>
                  </a:lnTo>
                  <a:lnTo>
                    <a:pt x="0" y="132080"/>
                  </a:lnTo>
                  <a:lnTo>
                    <a:pt x="228600" y="132080"/>
                  </a:lnTo>
                  <a:lnTo>
                    <a:pt x="228600" y="129552"/>
                  </a:lnTo>
                  <a:close/>
                </a:path>
                <a:path w="228600" h="349250">
                  <a:moveTo>
                    <a:pt x="228600" y="125742"/>
                  </a:moveTo>
                  <a:lnTo>
                    <a:pt x="0" y="125742"/>
                  </a:lnTo>
                  <a:lnTo>
                    <a:pt x="0" y="129540"/>
                  </a:lnTo>
                  <a:lnTo>
                    <a:pt x="228600" y="129540"/>
                  </a:lnTo>
                  <a:lnTo>
                    <a:pt x="228600" y="125742"/>
                  </a:lnTo>
                  <a:close/>
                </a:path>
                <a:path w="228600" h="349250">
                  <a:moveTo>
                    <a:pt x="228600" y="123202"/>
                  </a:moveTo>
                  <a:lnTo>
                    <a:pt x="0" y="123202"/>
                  </a:lnTo>
                  <a:lnTo>
                    <a:pt x="0" y="125730"/>
                  </a:lnTo>
                  <a:lnTo>
                    <a:pt x="228600" y="125730"/>
                  </a:lnTo>
                  <a:lnTo>
                    <a:pt x="228600" y="123202"/>
                  </a:lnTo>
                  <a:close/>
                </a:path>
                <a:path w="228600" h="349250">
                  <a:moveTo>
                    <a:pt x="228600" y="116852"/>
                  </a:moveTo>
                  <a:lnTo>
                    <a:pt x="0" y="116852"/>
                  </a:lnTo>
                  <a:lnTo>
                    <a:pt x="0" y="123190"/>
                  </a:lnTo>
                  <a:lnTo>
                    <a:pt x="228600" y="123190"/>
                  </a:lnTo>
                  <a:lnTo>
                    <a:pt x="228600" y="116852"/>
                  </a:lnTo>
                  <a:close/>
                </a:path>
                <a:path w="228600" h="349250">
                  <a:moveTo>
                    <a:pt x="228600" y="110502"/>
                  </a:moveTo>
                  <a:lnTo>
                    <a:pt x="0" y="110502"/>
                  </a:lnTo>
                  <a:lnTo>
                    <a:pt x="0" y="116840"/>
                  </a:lnTo>
                  <a:lnTo>
                    <a:pt x="228600" y="116840"/>
                  </a:lnTo>
                  <a:lnTo>
                    <a:pt x="228600" y="110502"/>
                  </a:lnTo>
                  <a:close/>
                </a:path>
                <a:path w="228600" h="349250">
                  <a:moveTo>
                    <a:pt x="228600" y="104152"/>
                  </a:moveTo>
                  <a:lnTo>
                    <a:pt x="0" y="104152"/>
                  </a:lnTo>
                  <a:lnTo>
                    <a:pt x="0" y="110490"/>
                  </a:lnTo>
                  <a:lnTo>
                    <a:pt x="228600" y="110490"/>
                  </a:lnTo>
                  <a:lnTo>
                    <a:pt x="228600" y="104152"/>
                  </a:lnTo>
                  <a:close/>
                </a:path>
                <a:path w="228600" h="349250">
                  <a:moveTo>
                    <a:pt x="228600" y="100342"/>
                  </a:moveTo>
                  <a:lnTo>
                    <a:pt x="0" y="100342"/>
                  </a:lnTo>
                  <a:lnTo>
                    <a:pt x="0" y="104140"/>
                  </a:lnTo>
                  <a:lnTo>
                    <a:pt x="228600" y="104140"/>
                  </a:lnTo>
                  <a:lnTo>
                    <a:pt x="228600" y="100342"/>
                  </a:lnTo>
                  <a:close/>
                </a:path>
                <a:path w="228600" h="349250">
                  <a:moveTo>
                    <a:pt x="22860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28600" y="100330"/>
                  </a:lnTo>
                  <a:lnTo>
                    <a:pt x="228600" y="93992"/>
                  </a:lnTo>
                  <a:close/>
                </a:path>
                <a:path w="228600" h="349250">
                  <a:moveTo>
                    <a:pt x="22860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28600" y="93980"/>
                  </a:lnTo>
                  <a:lnTo>
                    <a:pt x="228600" y="87642"/>
                  </a:lnTo>
                  <a:close/>
                </a:path>
                <a:path w="228600" h="349250">
                  <a:moveTo>
                    <a:pt x="228600" y="78752"/>
                  </a:moveTo>
                  <a:lnTo>
                    <a:pt x="0" y="78752"/>
                  </a:lnTo>
                  <a:lnTo>
                    <a:pt x="0" y="87630"/>
                  </a:lnTo>
                  <a:lnTo>
                    <a:pt x="228600" y="87630"/>
                  </a:lnTo>
                  <a:lnTo>
                    <a:pt x="228600" y="78752"/>
                  </a:lnTo>
                  <a:close/>
                </a:path>
                <a:path w="228600" h="349250">
                  <a:moveTo>
                    <a:pt x="228600" y="74942"/>
                  </a:moveTo>
                  <a:lnTo>
                    <a:pt x="0" y="74942"/>
                  </a:lnTo>
                  <a:lnTo>
                    <a:pt x="0" y="78740"/>
                  </a:lnTo>
                  <a:lnTo>
                    <a:pt x="228600" y="78740"/>
                  </a:lnTo>
                  <a:lnTo>
                    <a:pt x="228600" y="74942"/>
                  </a:lnTo>
                  <a:close/>
                </a:path>
                <a:path w="228600" h="349250">
                  <a:moveTo>
                    <a:pt x="228600" y="72402"/>
                  </a:moveTo>
                  <a:lnTo>
                    <a:pt x="0" y="72402"/>
                  </a:lnTo>
                  <a:lnTo>
                    <a:pt x="0" y="74930"/>
                  </a:lnTo>
                  <a:lnTo>
                    <a:pt x="228600" y="74930"/>
                  </a:lnTo>
                  <a:lnTo>
                    <a:pt x="228600" y="72402"/>
                  </a:lnTo>
                  <a:close/>
                </a:path>
                <a:path w="228600" h="349250">
                  <a:moveTo>
                    <a:pt x="228600" y="66052"/>
                  </a:moveTo>
                  <a:lnTo>
                    <a:pt x="0" y="66052"/>
                  </a:lnTo>
                  <a:lnTo>
                    <a:pt x="0" y="72390"/>
                  </a:lnTo>
                  <a:lnTo>
                    <a:pt x="228600" y="72390"/>
                  </a:lnTo>
                  <a:lnTo>
                    <a:pt x="228600" y="66052"/>
                  </a:lnTo>
                  <a:close/>
                </a:path>
                <a:path w="228600" h="349250">
                  <a:moveTo>
                    <a:pt x="228600" y="59702"/>
                  </a:moveTo>
                  <a:lnTo>
                    <a:pt x="0" y="59702"/>
                  </a:lnTo>
                  <a:lnTo>
                    <a:pt x="0" y="66040"/>
                  </a:lnTo>
                  <a:lnTo>
                    <a:pt x="228600" y="66040"/>
                  </a:lnTo>
                  <a:lnTo>
                    <a:pt x="228600" y="59702"/>
                  </a:lnTo>
                  <a:close/>
                </a:path>
                <a:path w="228600" h="349250">
                  <a:moveTo>
                    <a:pt x="228600" y="53352"/>
                  </a:moveTo>
                  <a:lnTo>
                    <a:pt x="0" y="53352"/>
                  </a:lnTo>
                  <a:lnTo>
                    <a:pt x="0" y="59690"/>
                  </a:lnTo>
                  <a:lnTo>
                    <a:pt x="228600" y="59690"/>
                  </a:lnTo>
                  <a:lnTo>
                    <a:pt x="228600" y="53352"/>
                  </a:lnTo>
                  <a:close/>
                </a:path>
                <a:path w="228600" h="349250">
                  <a:moveTo>
                    <a:pt x="228600" y="49542"/>
                  </a:moveTo>
                  <a:lnTo>
                    <a:pt x="0" y="49542"/>
                  </a:lnTo>
                  <a:lnTo>
                    <a:pt x="0" y="53340"/>
                  </a:lnTo>
                  <a:lnTo>
                    <a:pt x="228600" y="53340"/>
                  </a:lnTo>
                  <a:lnTo>
                    <a:pt x="228600" y="49542"/>
                  </a:lnTo>
                  <a:close/>
                </a:path>
                <a:path w="228600" h="349250">
                  <a:moveTo>
                    <a:pt x="22860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28600" y="49530"/>
                  </a:lnTo>
                  <a:lnTo>
                    <a:pt x="228600" y="43192"/>
                  </a:lnTo>
                  <a:close/>
                </a:path>
                <a:path w="228600" h="349250">
                  <a:moveTo>
                    <a:pt x="22860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28600" y="43180"/>
                  </a:lnTo>
                  <a:lnTo>
                    <a:pt x="228600" y="36842"/>
                  </a:lnTo>
                  <a:close/>
                </a:path>
                <a:path w="228600" h="349250">
                  <a:moveTo>
                    <a:pt x="22860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28600" y="36830"/>
                  </a:lnTo>
                  <a:lnTo>
                    <a:pt x="228600" y="30492"/>
                  </a:lnTo>
                  <a:close/>
                </a:path>
                <a:path w="228600" h="349250">
                  <a:moveTo>
                    <a:pt x="228600" y="27952"/>
                  </a:moveTo>
                  <a:lnTo>
                    <a:pt x="0" y="27952"/>
                  </a:lnTo>
                  <a:lnTo>
                    <a:pt x="0" y="30480"/>
                  </a:lnTo>
                  <a:lnTo>
                    <a:pt x="228600" y="30480"/>
                  </a:lnTo>
                  <a:lnTo>
                    <a:pt x="228600" y="27952"/>
                  </a:lnTo>
                  <a:close/>
                </a:path>
                <a:path w="228600" h="349250">
                  <a:moveTo>
                    <a:pt x="228600" y="24142"/>
                  </a:moveTo>
                  <a:lnTo>
                    <a:pt x="0" y="24142"/>
                  </a:lnTo>
                  <a:lnTo>
                    <a:pt x="0" y="27940"/>
                  </a:lnTo>
                  <a:lnTo>
                    <a:pt x="228600" y="27940"/>
                  </a:lnTo>
                  <a:lnTo>
                    <a:pt x="228600" y="24142"/>
                  </a:lnTo>
                  <a:close/>
                </a:path>
                <a:path w="228600" h="349250">
                  <a:moveTo>
                    <a:pt x="228600" y="15252"/>
                  </a:moveTo>
                  <a:lnTo>
                    <a:pt x="0" y="15252"/>
                  </a:lnTo>
                  <a:lnTo>
                    <a:pt x="0" y="24130"/>
                  </a:lnTo>
                  <a:lnTo>
                    <a:pt x="228600" y="24130"/>
                  </a:lnTo>
                  <a:lnTo>
                    <a:pt x="228600" y="15252"/>
                  </a:lnTo>
                  <a:close/>
                </a:path>
                <a:path w="228600" h="349250">
                  <a:moveTo>
                    <a:pt x="22860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228600" y="15240"/>
                  </a:lnTo>
                  <a:lnTo>
                    <a:pt x="228600" y="8902"/>
                  </a:lnTo>
                  <a:close/>
                </a:path>
                <a:path w="228600" h="349250">
                  <a:moveTo>
                    <a:pt x="22860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228600" y="8890"/>
                  </a:lnTo>
                  <a:lnTo>
                    <a:pt x="228600" y="2552"/>
                  </a:lnTo>
                  <a:close/>
                </a:path>
                <a:path w="228600" h="349250">
                  <a:moveTo>
                    <a:pt x="22860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28600" y="2540"/>
                  </a:lnTo>
                  <a:lnTo>
                    <a:pt x="228600" y="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8" name="object 38"/>
          <p:cNvGrpSpPr/>
          <p:nvPr/>
        </p:nvGrpSpPr>
        <p:grpSpPr>
          <a:xfrm>
            <a:off x="715417" y="5463947"/>
            <a:ext cx="8010525" cy="542925"/>
            <a:chOff x="715417" y="5463947"/>
            <a:chExt cx="8010525" cy="542925"/>
          </a:xfrm>
        </p:grpSpPr>
        <p:sp>
          <p:nvSpPr>
            <p:cNvPr id="39" name="object 39"/>
            <p:cNvSpPr/>
            <p:nvPr/>
          </p:nvSpPr>
          <p:spPr>
            <a:xfrm>
              <a:off x="8493760" y="5468619"/>
              <a:ext cx="104139" cy="116839"/>
            </a:xfrm>
            <a:custGeom>
              <a:avLst/>
              <a:gdLst/>
              <a:ahLst/>
              <a:cxnLst/>
              <a:rect l="l" t="t" r="r" b="b"/>
              <a:pathLst>
                <a:path w="104140" h="116839">
                  <a:moveTo>
                    <a:pt x="82550" y="88900"/>
                  </a:moveTo>
                  <a:lnTo>
                    <a:pt x="81267" y="88900"/>
                  </a:lnTo>
                  <a:lnTo>
                    <a:pt x="81267" y="87630"/>
                  </a:lnTo>
                  <a:lnTo>
                    <a:pt x="80010" y="87630"/>
                  </a:lnTo>
                  <a:lnTo>
                    <a:pt x="80010" y="86360"/>
                  </a:lnTo>
                  <a:lnTo>
                    <a:pt x="78740" y="86360"/>
                  </a:lnTo>
                  <a:lnTo>
                    <a:pt x="78740" y="85090"/>
                  </a:lnTo>
                  <a:lnTo>
                    <a:pt x="77470" y="85090"/>
                  </a:lnTo>
                  <a:lnTo>
                    <a:pt x="77470" y="82550"/>
                  </a:lnTo>
                  <a:lnTo>
                    <a:pt x="76200" y="82550"/>
                  </a:lnTo>
                  <a:lnTo>
                    <a:pt x="76200" y="81280"/>
                  </a:lnTo>
                  <a:lnTo>
                    <a:pt x="74917" y="81280"/>
                  </a:lnTo>
                  <a:lnTo>
                    <a:pt x="74917" y="80010"/>
                  </a:lnTo>
                  <a:lnTo>
                    <a:pt x="73660" y="80010"/>
                  </a:lnTo>
                  <a:lnTo>
                    <a:pt x="73660" y="78740"/>
                  </a:lnTo>
                  <a:lnTo>
                    <a:pt x="72390" y="78740"/>
                  </a:lnTo>
                  <a:lnTo>
                    <a:pt x="72390" y="77470"/>
                  </a:lnTo>
                  <a:lnTo>
                    <a:pt x="71120" y="77470"/>
                  </a:lnTo>
                  <a:lnTo>
                    <a:pt x="71120" y="74930"/>
                  </a:lnTo>
                  <a:lnTo>
                    <a:pt x="69850" y="74930"/>
                  </a:lnTo>
                  <a:lnTo>
                    <a:pt x="69850" y="73660"/>
                  </a:lnTo>
                  <a:lnTo>
                    <a:pt x="68567" y="73660"/>
                  </a:lnTo>
                  <a:lnTo>
                    <a:pt x="68567" y="72390"/>
                  </a:lnTo>
                  <a:lnTo>
                    <a:pt x="67310" y="72390"/>
                  </a:lnTo>
                  <a:lnTo>
                    <a:pt x="67310" y="71120"/>
                  </a:lnTo>
                  <a:lnTo>
                    <a:pt x="66040" y="71120"/>
                  </a:lnTo>
                  <a:lnTo>
                    <a:pt x="66040" y="69850"/>
                  </a:lnTo>
                  <a:lnTo>
                    <a:pt x="64770" y="69850"/>
                  </a:lnTo>
                  <a:lnTo>
                    <a:pt x="64770" y="67310"/>
                  </a:lnTo>
                  <a:lnTo>
                    <a:pt x="63500" y="67310"/>
                  </a:lnTo>
                  <a:lnTo>
                    <a:pt x="63500" y="66040"/>
                  </a:lnTo>
                  <a:lnTo>
                    <a:pt x="62217" y="66040"/>
                  </a:lnTo>
                  <a:lnTo>
                    <a:pt x="62217" y="64770"/>
                  </a:lnTo>
                  <a:lnTo>
                    <a:pt x="60960" y="64770"/>
                  </a:lnTo>
                  <a:lnTo>
                    <a:pt x="60960" y="63500"/>
                  </a:lnTo>
                  <a:lnTo>
                    <a:pt x="59690" y="63500"/>
                  </a:lnTo>
                  <a:lnTo>
                    <a:pt x="59690" y="60960"/>
                  </a:lnTo>
                  <a:lnTo>
                    <a:pt x="58420" y="60960"/>
                  </a:lnTo>
                  <a:lnTo>
                    <a:pt x="58420" y="59690"/>
                  </a:lnTo>
                  <a:lnTo>
                    <a:pt x="57150" y="59690"/>
                  </a:lnTo>
                  <a:lnTo>
                    <a:pt x="57150" y="58420"/>
                  </a:lnTo>
                  <a:lnTo>
                    <a:pt x="55867" y="58420"/>
                  </a:lnTo>
                  <a:lnTo>
                    <a:pt x="55867" y="57150"/>
                  </a:lnTo>
                  <a:lnTo>
                    <a:pt x="54610" y="57150"/>
                  </a:lnTo>
                  <a:lnTo>
                    <a:pt x="54610" y="55880"/>
                  </a:lnTo>
                  <a:lnTo>
                    <a:pt x="53340" y="55880"/>
                  </a:lnTo>
                  <a:lnTo>
                    <a:pt x="53340" y="53340"/>
                  </a:lnTo>
                  <a:lnTo>
                    <a:pt x="52070" y="53340"/>
                  </a:lnTo>
                  <a:lnTo>
                    <a:pt x="52070" y="52070"/>
                  </a:lnTo>
                  <a:lnTo>
                    <a:pt x="50800" y="52070"/>
                  </a:lnTo>
                  <a:lnTo>
                    <a:pt x="50800" y="50800"/>
                  </a:lnTo>
                  <a:lnTo>
                    <a:pt x="49517" y="50800"/>
                  </a:lnTo>
                  <a:lnTo>
                    <a:pt x="49517" y="49530"/>
                  </a:lnTo>
                  <a:lnTo>
                    <a:pt x="48260" y="49530"/>
                  </a:lnTo>
                  <a:lnTo>
                    <a:pt x="48260" y="48260"/>
                  </a:lnTo>
                  <a:lnTo>
                    <a:pt x="46990" y="48260"/>
                  </a:lnTo>
                  <a:lnTo>
                    <a:pt x="46990" y="45720"/>
                  </a:lnTo>
                  <a:lnTo>
                    <a:pt x="45720" y="45720"/>
                  </a:lnTo>
                  <a:lnTo>
                    <a:pt x="45720" y="44450"/>
                  </a:lnTo>
                  <a:lnTo>
                    <a:pt x="44450" y="44450"/>
                  </a:lnTo>
                  <a:lnTo>
                    <a:pt x="44450" y="43180"/>
                  </a:lnTo>
                  <a:lnTo>
                    <a:pt x="43167" y="43180"/>
                  </a:lnTo>
                  <a:lnTo>
                    <a:pt x="43167" y="41910"/>
                  </a:lnTo>
                  <a:lnTo>
                    <a:pt x="41910" y="41910"/>
                  </a:lnTo>
                  <a:lnTo>
                    <a:pt x="41910" y="39370"/>
                  </a:lnTo>
                  <a:lnTo>
                    <a:pt x="40640" y="39370"/>
                  </a:lnTo>
                  <a:lnTo>
                    <a:pt x="40640" y="38100"/>
                  </a:lnTo>
                  <a:lnTo>
                    <a:pt x="39370" y="38100"/>
                  </a:lnTo>
                  <a:lnTo>
                    <a:pt x="39370" y="36830"/>
                  </a:lnTo>
                  <a:lnTo>
                    <a:pt x="38100" y="36830"/>
                  </a:lnTo>
                  <a:lnTo>
                    <a:pt x="38100" y="35560"/>
                  </a:lnTo>
                  <a:lnTo>
                    <a:pt x="36817" y="35560"/>
                  </a:lnTo>
                  <a:lnTo>
                    <a:pt x="36817" y="34290"/>
                  </a:lnTo>
                  <a:lnTo>
                    <a:pt x="35560" y="34290"/>
                  </a:lnTo>
                  <a:lnTo>
                    <a:pt x="35560" y="31750"/>
                  </a:lnTo>
                  <a:lnTo>
                    <a:pt x="34290" y="31750"/>
                  </a:lnTo>
                  <a:lnTo>
                    <a:pt x="34290" y="30480"/>
                  </a:lnTo>
                  <a:lnTo>
                    <a:pt x="33020" y="30480"/>
                  </a:lnTo>
                  <a:lnTo>
                    <a:pt x="33020" y="29210"/>
                  </a:lnTo>
                  <a:lnTo>
                    <a:pt x="31750" y="29210"/>
                  </a:lnTo>
                  <a:lnTo>
                    <a:pt x="31750" y="27940"/>
                  </a:lnTo>
                  <a:lnTo>
                    <a:pt x="30467" y="27940"/>
                  </a:lnTo>
                  <a:lnTo>
                    <a:pt x="30467" y="26670"/>
                  </a:lnTo>
                  <a:lnTo>
                    <a:pt x="29210" y="26670"/>
                  </a:lnTo>
                  <a:lnTo>
                    <a:pt x="29210" y="24130"/>
                  </a:lnTo>
                  <a:lnTo>
                    <a:pt x="27940" y="24130"/>
                  </a:lnTo>
                  <a:lnTo>
                    <a:pt x="27940" y="22860"/>
                  </a:lnTo>
                  <a:lnTo>
                    <a:pt x="26670" y="22860"/>
                  </a:lnTo>
                  <a:lnTo>
                    <a:pt x="26670" y="21590"/>
                  </a:lnTo>
                  <a:lnTo>
                    <a:pt x="25400" y="21590"/>
                  </a:lnTo>
                  <a:lnTo>
                    <a:pt x="25400" y="20320"/>
                  </a:lnTo>
                  <a:lnTo>
                    <a:pt x="24117" y="20320"/>
                  </a:lnTo>
                  <a:lnTo>
                    <a:pt x="24117" y="17780"/>
                  </a:lnTo>
                  <a:lnTo>
                    <a:pt x="22860" y="17780"/>
                  </a:lnTo>
                  <a:lnTo>
                    <a:pt x="22860" y="16510"/>
                  </a:lnTo>
                  <a:lnTo>
                    <a:pt x="21590" y="16510"/>
                  </a:lnTo>
                  <a:lnTo>
                    <a:pt x="21590" y="15240"/>
                  </a:lnTo>
                  <a:lnTo>
                    <a:pt x="20320" y="15240"/>
                  </a:lnTo>
                  <a:lnTo>
                    <a:pt x="20320" y="13970"/>
                  </a:lnTo>
                  <a:lnTo>
                    <a:pt x="19050" y="13970"/>
                  </a:lnTo>
                  <a:lnTo>
                    <a:pt x="19050" y="12700"/>
                  </a:lnTo>
                  <a:lnTo>
                    <a:pt x="17767" y="12700"/>
                  </a:lnTo>
                  <a:lnTo>
                    <a:pt x="17767" y="10160"/>
                  </a:lnTo>
                  <a:lnTo>
                    <a:pt x="16510" y="10160"/>
                  </a:lnTo>
                  <a:lnTo>
                    <a:pt x="16510" y="8890"/>
                  </a:lnTo>
                  <a:lnTo>
                    <a:pt x="15240" y="8890"/>
                  </a:lnTo>
                  <a:lnTo>
                    <a:pt x="15240" y="7620"/>
                  </a:lnTo>
                  <a:lnTo>
                    <a:pt x="13970" y="7620"/>
                  </a:lnTo>
                  <a:lnTo>
                    <a:pt x="13970" y="6350"/>
                  </a:lnTo>
                  <a:lnTo>
                    <a:pt x="12700" y="6350"/>
                  </a:lnTo>
                  <a:lnTo>
                    <a:pt x="12700" y="5080"/>
                  </a:lnTo>
                  <a:lnTo>
                    <a:pt x="11417" y="5080"/>
                  </a:lnTo>
                  <a:lnTo>
                    <a:pt x="11417" y="2540"/>
                  </a:lnTo>
                  <a:lnTo>
                    <a:pt x="10160" y="2540"/>
                  </a:lnTo>
                  <a:lnTo>
                    <a:pt x="10160" y="1270"/>
                  </a:lnTo>
                  <a:lnTo>
                    <a:pt x="8890" y="1270"/>
                  </a:lnTo>
                  <a:lnTo>
                    <a:pt x="8890" y="0"/>
                  </a:lnTo>
                  <a:lnTo>
                    <a:pt x="7620" y="0"/>
                  </a:lnTo>
                  <a:lnTo>
                    <a:pt x="7620" y="91440"/>
                  </a:lnTo>
                  <a:lnTo>
                    <a:pt x="82550" y="91440"/>
                  </a:lnTo>
                  <a:lnTo>
                    <a:pt x="82550" y="88900"/>
                  </a:lnTo>
                  <a:close/>
                </a:path>
                <a:path w="104140" h="116839">
                  <a:moveTo>
                    <a:pt x="96520" y="106680"/>
                  </a:moveTo>
                  <a:lnTo>
                    <a:pt x="95250" y="106680"/>
                  </a:lnTo>
                  <a:lnTo>
                    <a:pt x="95250" y="104140"/>
                  </a:lnTo>
                  <a:lnTo>
                    <a:pt x="93980" y="104140"/>
                  </a:lnTo>
                  <a:lnTo>
                    <a:pt x="93980" y="102870"/>
                  </a:lnTo>
                  <a:lnTo>
                    <a:pt x="92710" y="102870"/>
                  </a:lnTo>
                  <a:lnTo>
                    <a:pt x="92710" y="101600"/>
                  </a:lnTo>
                  <a:lnTo>
                    <a:pt x="91440" y="101600"/>
                  </a:lnTo>
                  <a:lnTo>
                    <a:pt x="91440" y="100330"/>
                  </a:lnTo>
                  <a:lnTo>
                    <a:pt x="90170" y="100330"/>
                  </a:lnTo>
                  <a:lnTo>
                    <a:pt x="90170" y="99060"/>
                  </a:lnTo>
                  <a:lnTo>
                    <a:pt x="88900" y="99060"/>
                  </a:lnTo>
                  <a:lnTo>
                    <a:pt x="88900" y="96520"/>
                  </a:lnTo>
                  <a:lnTo>
                    <a:pt x="87630" y="96520"/>
                  </a:lnTo>
                  <a:lnTo>
                    <a:pt x="87630" y="95250"/>
                  </a:lnTo>
                  <a:lnTo>
                    <a:pt x="86360" y="95250"/>
                  </a:lnTo>
                  <a:lnTo>
                    <a:pt x="86360" y="93980"/>
                  </a:lnTo>
                  <a:lnTo>
                    <a:pt x="85090" y="93980"/>
                  </a:lnTo>
                  <a:lnTo>
                    <a:pt x="85090" y="92710"/>
                  </a:lnTo>
                  <a:lnTo>
                    <a:pt x="83820" y="92710"/>
                  </a:lnTo>
                  <a:lnTo>
                    <a:pt x="83820" y="91452"/>
                  </a:lnTo>
                  <a:lnTo>
                    <a:pt x="7620" y="91452"/>
                  </a:lnTo>
                  <a:lnTo>
                    <a:pt x="7620" y="92710"/>
                  </a:lnTo>
                  <a:lnTo>
                    <a:pt x="0" y="92710"/>
                  </a:lnTo>
                  <a:lnTo>
                    <a:pt x="0" y="93980"/>
                  </a:lnTo>
                  <a:lnTo>
                    <a:pt x="0" y="107950"/>
                  </a:lnTo>
                  <a:lnTo>
                    <a:pt x="96520" y="107950"/>
                  </a:lnTo>
                  <a:lnTo>
                    <a:pt x="96520" y="106680"/>
                  </a:lnTo>
                  <a:close/>
                </a:path>
                <a:path w="104140" h="116839">
                  <a:moveTo>
                    <a:pt x="104140" y="115570"/>
                  </a:moveTo>
                  <a:lnTo>
                    <a:pt x="0" y="115570"/>
                  </a:lnTo>
                  <a:lnTo>
                    <a:pt x="0" y="116840"/>
                  </a:lnTo>
                  <a:lnTo>
                    <a:pt x="104140" y="116840"/>
                  </a:lnTo>
                  <a:lnTo>
                    <a:pt x="104140" y="115570"/>
                  </a:lnTo>
                  <a:close/>
                </a:path>
              </a:pathLst>
            </a:custGeom>
            <a:solidFill>
              <a:srgbClr val="E0E0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8493760" y="5576569"/>
              <a:ext cx="187960" cy="110489"/>
            </a:xfrm>
            <a:custGeom>
              <a:avLst/>
              <a:gdLst/>
              <a:ahLst/>
              <a:cxnLst/>
              <a:rect l="l" t="t" r="r" b="b"/>
              <a:pathLst>
                <a:path w="187959" h="110489">
                  <a:moveTo>
                    <a:pt x="185420" y="106680"/>
                  </a:moveTo>
                  <a:lnTo>
                    <a:pt x="184150" y="106680"/>
                  </a:lnTo>
                  <a:lnTo>
                    <a:pt x="184150" y="104140"/>
                  </a:lnTo>
                  <a:lnTo>
                    <a:pt x="182880" y="104140"/>
                  </a:lnTo>
                  <a:lnTo>
                    <a:pt x="182880" y="102870"/>
                  </a:lnTo>
                  <a:lnTo>
                    <a:pt x="181610" y="102870"/>
                  </a:lnTo>
                  <a:lnTo>
                    <a:pt x="181610" y="101600"/>
                  </a:lnTo>
                  <a:lnTo>
                    <a:pt x="180340" y="101600"/>
                  </a:lnTo>
                  <a:lnTo>
                    <a:pt x="180340" y="100330"/>
                  </a:lnTo>
                  <a:lnTo>
                    <a:pt x="179070" y="100330"/>
                  </a:lnTo>
                  <a:lnTo>
                    <a:pt x="179070" y="99060"/>
                  </a:lnTo>
                  <a:lnTo>
                    <a:pt x="177800" y="99060"/>
                  </a:lnTo>
                  <a:lnTo>
                    <a:pt x="177800" y="96520"/>
                  </a:lnTo>
                  <a:lnTo>
                    <a:pt x="176530" y="96520"/>
                  </a:lnTo>
                  <a:lnTo>
                    <a:pt x="176530" y="95250"/>
                  </a:lnTo>
                  <a:lnTo>
                    <a:pt x="175260" y="95250"/>
                  </a:lnTo>
                  <a:lnTo>
                    <a:pt x="175260" y="93980"/>
                  </a:lnTo>
                  <a:lnTo>
                    <a:pt x="173990" y="93980"/>
                  </a:lnTo>
                  <a:lnTo>
                    <a:pt x="173990" y="92710"/>
                  </a:lnTo>
                  <a:lnTo>
                    <a:pt x="172720" y="92710"/>
                  </a:lnTo>
                  <a:lnTo>
                    <a:pt x="172720" y="90170"/>
                  </a:lnTo>
                  <a:lnTo>
                    <a:pt x="171450" y="90170"/>
                  </a:lnTo>
                  <a:lnTo>
                    <a:pt x="171450" y="88900"/>
                  </a:lnTo>
                  <a:lnTo>
                    <a:pt x="170180" y="88900"/>
                  </a:lnTo>
                  <a:lnTo>
                    <a:pt x="170180" y="87630"/>
                  </a:lnTo>
                  <a:lnTo>
                    <a:pt x="168910" y="87630"/>
                  </a:lnTo>
                  <a:lnTo>
                    <a:pt x="168910" y="86360"/>
                  </a:lnTo>
                  <a:lnTo>
                    <a:pt x="167640" y="86360"/>
                  </a:lnTo>
                  <a:lnTo>
                    <a:pt x="167640" y="85090"/>
                  </a:lnTo>
                  <a:lnTo>
                    <a:pt x="166370" y="85090"/>
                  </a:lnTo>
                  <a:lnTo>
                    <a:pt x="166370" y="82550"/>
                  </a:lnTo>
                  <a:lnTo>
                    <a:pt x="165100" y="82550"/>
                  </a:lnTo>
                  <a:lnTo>
                    <a:pt x="165100" y="81280"/>
                  </a:lnTo>
                  <a:lnTo>
                    <a:pt x="163830" y="81280"/>
                  </a:lnTo>
                  <a:lnTo>
                    <a:pt x="163830" y="80010"/>
                  </a:lnTo>
                  <a:lnTo>
                    <a:pt x="162560" y="80010"/>
                  </a:lnTo>
                  <a:lnTo>
                    <a:pt x="162560" y="78740"/>
                  </a:lnTo>
                  <a:lnTo>
                    <a:pt x="161290" y="78740"/>
                  </a:lnTo>
                  <a:lnTo>
                    <a:pt x="161290" y="77470"/>
                  </a:lnTo>
                  <a:lnTo>
                    <a:pt x="160020" y="77470"/>
                  </a:lnTo>
                  <a:lnTo>
                    <a:pt x="160020" y="74930"/>
                  </a:lnTo>
                  <a:lnTo>
                    <a:pt x="158750" y="74930"/>
                  </a:lnTo>
                  <a:lnTo>
                    <a:pt x="158750" y="73660"/>
                  </a:lnTo>
                  <a:lnTo>
                    <a:pt x="157480" y="73660"/>
                  </a:lnTo>
                  <a:lnTo>
                    <a:pt x="157480" y="72390"/>
                  </a:lnTo>
                  <a:lnTo>
                    <a:pt x="156210" y="72390"/>
                  </a:lnTo>
                  <a:lnTo>
                    <a:pt x="156210" y="71120"/>
                  </a:lnTo>
                  <a:lnTo>
                    <a:pt x="154940" y="71120"/>
                  </a:lnTo>
                  <a:lnTo>
                    <a:pt x="154940" y="68580"/>
                  </a:lnTo>
                  <a:lnTo>
                    <a:pt x="153670" y="68580"/>
                  </a:lnTo>
                  <a:lnTo>
                    <a:pt x="153670" y="67310"/>
                  </a:lnTo>
                  <a:lnTo>
                    <a:pt x="152400" y="67310"/>
                  </a:lnTo>
                  <a:lnTo>
                    <a:pt x="152400" y="66040"/>
                  </a:lnTo>
                  <a:lnTo>
                    <a:pt x="151130" y="66040"/>
                  </a:lnTo>
                  <a:lnTo>
                    <a:pt x="151130" y="64770"/>
                  </a:lnTo>
                  <a:lnTo>
                    <a:pt x="149860" y="64770"/>
                  </a:lnTo>
                  <a:lnTo>
                    <a:pt x="149860" y="63500"/>
                  </a:lnTo>
                  <a:lnTo>
                    <a:pt x="148590" y="63500"/>
                  </a:lnTo>
                  <a:lnTo>
                    <a:pt x="148590" y="60960"/>
                  </a:lnTo>
                  <a:lnTo>
                    <a:pt x="147320" y="60960"/>
                  </a:lnTo>
                  <a:lnTo>
                    <a:pt x="147320" y="59690"/>
                  </a:lnTo>
                  <a:lnTo>
                    <a:pt x="146050" y="59690"/>
                  </a:lnTo>
                  <a:lnTo>
                    <a:pt x="146050" y="58420"/>
                  </a:lnTo>
                  <a:lnTo>
                    <a:pt x="144780" y="58420"/>
                  </a:lnTo>
                  <a:lnTo>
                    <a:pt x="144780" y="57150"/>
                  </a:lnTo>
                  <a:lnTo>
                    <a:pt x="143510" y="57150"/>
                  </a:lnTo>
                  <a:lnTo>
                    <a:pt x="143510" y="55880"/>
                  </a:lnTo>
                  <a:lnTo>
                    <a:pt x="142240" y="55880"/>
                  </a:lnTo>
                  <a:lnTo>
                    <a:pt x="142240" y="53340"/>
                  </a:lnTo>
                  <a:lnTo>
                    <a:pt x="140970" y="53340"/>
                  </a:lnTo>
                  <a:lnTo>
                    <a:pt x="140970" y="52070"/>
                  </a:lnTo>
                  <a:lnTo>
                    <a:pt x="139700" y="52070"/>
                  </a:lnTo>
                  <a:lnTo>
                    <a:pt x="139700" y="50800"/>
                  </a:lnTo>
                  <a:lnTo>
                    <a:pt x="138430" y="50800"/>
                  </a:lnTo>
                  <a:lnTo>
                    <a:pt x="138430" y="49530"/>
                  </a:lnTo>
                  <a:lnTo>
                    <a:pt x="137160" y="49530"/>
                  </a:lnTo>
                  <a:lnTo>
                    <a:pt x="137160" y="46990"/>
                  </a:lnTo>
                  <a:lnTo>
                    <a:pt x="135890" y="46990"/>
                  </a:lnTo>
                  <a:lnTo>
                    <a:pt x="135890" y="45720"/>
                  </a:lnTo>
                  <a:lnTo>
                    <a:pt x="134620" y="45720"/>
                  </a:lnTo>
                  <a:lnTo>
                    <a:pt x="134620" y="44450"/>
                  </a:lnTo>
                  <a:lnTo>
                    <a:pt x="133350" y="44450"/>
                  </a:lnTo>
                  <a:lnTo>
                    <a:pt x="133350" y="43180"/>
                  </a:lnTo>
                  <a:lnTo>
                    <a:pt x="132080" y="43180"/>
                  </a:lnTo>
                  <a:lnTo>
                    <a:pt x="132080" y="41910"/>
                  </a:lnTo>
                  <a:lnTo>
                    <a:pt x="130810" y="41910"/>
                  </a:lnTo>
                  <a:lnTo>
                    <a:pt x="130810" y="39370"/>
                  </a:lnTo>
                  <a:lnTo>
                    <a:pt x="129540" y="39370"/>
                  </a:lnTo>
                  <a:lnTo>
                    <a:pt x="129540" y="38100"/>
                  </a:lnTo>
                  <a:lnTo>
                    <a:pt x="128270" y="38100"/>
                  </a:lnTo>
                  <a:lnTo>
                    <a:pt x="128270" y="36830"/>
                  </a:lnTo>
                  <a:lnTo>
                    <a:pt x="127000" y="36830"/>
                  </a:lnTo>
                  <a:lnTo>
                    <a:pt x="127000" y="35560"/>
                  </a:lnTo>
                  <a:lnTo>
                    <a:pt x="125730" y="35560"/>
                  </a:lnTo>
                  <a:lnTo>
                    <a:pt x="125730" y="34290"/>
                  </a:lnTo>
                  <a:lnTo>
                    <a:pt x="124460" y="34290"/>
                  </a:lnTo>
                  <a:lnTo>
                    <a:pt x="124460" y="31750"/>
                  </a:lnTo>
                  <a:lnTo>
                    <a:pt x="123190" y="31750"/>
                  </a:lnTo>
                  <a:lnTo>
                    <a:pt x="123190" y="30480"/>
                  </a:lnTo>
                  <a:lnTo>
                    <a:pt x="121920" y="30480"/>
                  </a:lnTo>
                  <a:lnTo>
                    <a:pt x="121920" y="29210"/>
                  </a:lnTo>
                  <a:lnTo>
                    <a:pt x="120650" y="29210"/>
                  </a:lnTo>
                  <a:lnTo>
                    <a:pt x="120650" y="27940"/>
                  </a:lnTo>
                  <a:lnTo>
                    <a:pt x="119380" y="27940"/>
                  </a:lnTo>
                  <a:lnTo>
                    <a:pt x="119380" y="25400"/>
                  </a:lnTo>
                  <a:lnTo>
                    <a:pt x="118110" y="25400"/>
                  </a:lnTo>
                  <a:lnTo>
                    <a:pt x="118110" y="24130"/>
                  </a:lnTo>
                  <a:lnTo>
                    <a:pt x="116840" y="24130"/>
                  </a:lnTo>
                  <a:lnTo>
                    <a:pt x="116840" y="22860"/>
                  </a:lnTo>
                  <a:lnTo>
                    <a:pt x="115570" y="22860"/>
                  </a:lnTo>
                  <a:lnTo>
                    <a:pt x="115570" y="21590"/>
                  </a:lnTo>
                  <a:lnTo>
                    <a:pt x="114300" y="21590"/>
                  </a:lnTo>
                  <a:lnTo>
                    <a:pt x="114300" y="20320"/>
                  </a:lnTo>
                  <a:lnTo>
                    <a:pt x="113030" y="20320"/>
                  </a:lnTo>
                  <a:lnTo>
                    <a:pt x="113030" y="17780"/>
                  </a:lnTo>
                  <a:lnTo>
                    <a:pt x="111760" y="17780"/>
                  </a:lnTo>
                  <a:lnTo>
                    <a:pt x="111760" y="16510"/>
                  </a:lnTo>
                  <a:lnTo>
                    <a:pt x="110490" y="16510"/>
                  </a:lnTo>
                  <a:lnTo>
                    <a:pt x="110490" y="15240"/>
                  </a:lnTo>
                  <a:lnTo>
                    <a:pt x="109220" y="15240"/>
                  </a:lnTo>
                  <a:lnTo>
                    <a:pt x="109220" y="13970"/>
                  </a:lnTo>
                  <a:lnTo>
                    <a:pt x="107950" y="13970"/>
                  </a:lnTo>
                  <a:lnTo>
                    <a:pt x="107950" y="12700"/>
                  </a:lnTo>
                  <a:lnTo>
                    <a:pt x="106680" y="12700"/>
                  </a:lnTo>
                  <a:lnTo>
                    <a:pt x="106680" y="10160"/>
                  </a:lnTo>
                  <a:lnTo>
                    <a:pt x="105410" y="10160"/>
                  </a:lnTo>
                  <a:lnTo>
                    <a:pt x="105410" y="8890"/>
                  </a:lnTo>
                  <a:lnTo>
                    <a:pt x="104140" y="8890"/>
                  </a:lnTo>
                  <a:lnTo>
                    <a:pt x="104140" y="7620"/>
                  </a:lnTo>
                  <a:lnTo>
                    <a:pt x="102870" y="7620"/>
                  </a:lnTo>
                  <a:lnTo>
                    <a:pt x="102870" y="6350"/>
                  </a:lnTo>
                  <a:lnTo>
                    <a:pt x="101600" y="6350"/>
                  </a:lnTo>
                  <a:lnTo>
                    <a:pt x="101600" y="5080"/>
                  </a:lnTo>
                  <a:lnTo>
                    <a:pt x="100330" y="5080"/>
                  </a:lnTo>
                  <a:lnTo>
                    <a:pt x="100330" y="2540"/>
                  </a:lnTo>
                  <a:lnTo>
                    <a:pt x="99060" y="2540"/>
                  </a:lnTo>
                  <a:lnTo>
                    <a:pt x="99060" y="1270"/>
                  </a:lnTo>
                  <a:lnTo>
                    <a:pt x="97790" y="1270"/>
                  </a:lnTo>
                  <a:lnTo>
                    <a:pt x="97790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0" y="107950"/>
                  </a:lnTo>
                  <a:lnTo>
                    <a:pt x="185420" y="107950"/>
                  </a:lnTo>
                  <a:lnTo>
                    <a:pt x="185420" y="106680"/>
                  </a:lnTo>
                  <a:close/>
                </a:path>
                <a:path w="187959" h="110489">
                  <a:moveTo>
                    <a:pt x="187960" y="109220"/>
                  </a:moveTo>
                  <a:lnTo>
                    <a:pt x="0" y="109220"/>
                  </a:lnTo>
                  <a:lnTo>
                    <a:pt x="0" y="110490"/>
                  </a:lnTo>
                  <a:lnTo>
                    <a:pt x="187960" y="110490"/>
                  </a:lnTo>
                  <a:lnTo>
                    <a:pt x="187960" y="109220"/>
                  </a:lnTo>
                  <a:close/>
                </a:path>
              </a:pathLst>
            </a:custGeom>
            <a:solidFill>
              <a:srgbClr val="E0E0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8493760" y="5684519"/>
              <a:ext cx="228600" cy="110489"/>
            </a:xfrm>
            <a:custGeom>
              <a:avLst/>
              <a:gdLst/>
              <a:ahLst/>
              <a:cxnLst/>
              <a:rect l="l" t="t" r="r" b="b"/>
              <a:pathLst>
                <a:path w="228600" h="110489">
                  <a:moveTo>
                    <a:pt x="180340" y="109220"/>
                  </a:moveTo>
                  <a:lnTo>
                    <a:pt x="0" y="109220"/>
                  </a:lnTo>
                  <a:lnTo>
                    <a:pt x="0" y="110490"/>
                  </a:lnTo>
                  <a:lnTo>
                    <a:pt x="180340" y="110490"/>
                  </a:lnTo>
                  <a:lnTo>
                    <a:pt x="180340" y="109220"/>
                  </a:lnTo>
                  <a:close/>
                </a:path>
                <a:path w="228600" h="110489">
                  <a:moveTo>
                    <a:pt x="228600" y="50800"/>
                  </a:moveTo>
                  <a:lnTo>
                    <a:pt x="227330" y="50800"/>
                  </a:lnTo>
                  <a:lnTo>
                    <a:pt x="227330" y="49530"/>
                  </a:lnTo>
                  <a:lnTo>
                    <a:pt x="226060" y="49530"/>
                  </a:lnTo>
                  <a:lnTo>
                    <a:pt x="226060" y="46990"/>
                  </a:lnTo>
                  <a:lnTo>
                    <a:pt x="224790" y="46990"/>
                  </a:lnTo>
                  <a:lnTo>
                    <a:pt x="224790" y="45720"/>
                  </a:lnTo>
                  <a:lnTo>
                    <a:pt x="223520" y="45720"/>
                  </a:lnTo>
                  <a:lnTo>
                    <a:pt x="223520" y="44450"/>
                  </a:lnTo>
                  <a:lnTo>
                    <a:pt x="222250" y="44450"/>
                  </a:lnTo>
                  <a:lnTo>
                    <a:pt x="222250" y="43180"/>
                  </a:lnTo>
                  <a:lnTo>
                    <a:pt x="220980" y="43180"/>
                  </a:lnTo>
                  <a:lnTo>
                    <a:pt x="220980" y="41910"/>
                  </a:lnTo>
                  <a:lnTo>
                    <a:pt x="219710" y="41910"/>
                  </a:lnTo>
                  <a:lnTo>
                    <a:pt x="219710" y="39370"/>
                  </a:lnTo>
                  <a:lnTo>
                    <a:pt x="218440" y="39370"/>
                  </a:lnTo>
                  <a:lnTo>
                    <a:pt x="218440" y="38100"/>
                  </a:lnTo>
                  <a:lnTo>
                    <a:pt x="217170" y="38100"/>
                  </a:lnTo>
                  <a:lnTo>
                    <a:pt x="217170" y="36830"/>
                  </a:lnTo>
                  <a:lnTo>
                    <a:pt x="215900" y="36830"/>
                  </a:lnTo>
                  <a:lnTo>
                    <a:pt x="215900" y="35560"/>
                  </a:lnTo>
                  <a:lnTo>
                    <a:pt x="214630" y="35560"/>
                  </a:lnTo>
                  <a:lnTo>
                    <a:pt x="214630" y="34290"/>
                  </a:lnTo>
                  <a:lnTo>
                    <a:pt x="213360" y="34290"/>
                  </a:lnTo>
                  <a:lnTo>
                    <a:pt x="213360" y="31750"/>
                  </a:lnTo>
                  <a:lnTo>
                    <a:pt x="212090" y="31750"/>
                  </a:lnTo>
                  <a:lnTo>
                    <a:pt x="212090" y="30480"/>
                  </a:lnTo>
                  <a:lnTo>
                    <a:pt x="210820" y="30480"/>
                  </a:lnTo>
                  <a:lnTo>
                    <a:pt x="210820" y="29210"/>
                  </a:lnTo>
                  <a:lnTo>
                    <a:pt x="209550" y="29210"/>
                  </a:lnTo>
                  <a:lnTo>
                    <a:pt x="209550" y="27940"/>
                  </a:lnTo>
                  <a:lnTo>
                    <a:pt x="208280" y="27940"/>
                  </a:lnTo>
                  <a:lnTo>
                    <a:pt x="208280" y="25400"/>
                  </a:lnTo>
                  <a:lnTo>
                    <a:pt x="207010" y="25400"/>
                  </a:lnTo>
                  <a:lnTo>
                    <a:pt x="207010" y="24130"/>
                  </a:lnTo>
                  <a:lnTo>
                    <a:pt x="205740" y="24130"/>
                  </a:lnTo>
                  <a:lnTo>
                    <a:pt x="205740" y="22860"/>
                  </a:lnTo>
                  <a:lnTo>
                    <a:pt x="204470" y="22860"/>
                  </a:lnTo>
                  <a:lnTo>
                    <a:pt x="204470" y="21590"/>
                  </a:lnTo>
                  <a:lnTo>
                    <a:pt x="203200" y="21590"/>
                  </a:lnTo>
                  <a:lnTo>
                    <a:pt x="203200" y="20320"/>
                  </a:lnTo>
                  <a:lnTo>
                    <a:pt x="201930" y="20320"/>
                  </a:lnTo>
                  <a:lnTo>
                    <a:pt x="201930" y="17780"/>
                  </a:lnTo>
                  <a:lnTo>
                    <a:pt x="200660" y="17780"/>
                  </a:lnTo>
                  <a:lnTo>
                    <a:pt x="200660" y="16510"/>
                  </a:lnTo>
                  <a:lnTo>
                    <a:pt x="199390" y="16510"/>
                  </a:lnTo>
                  <a:lnTo>
                    <a:pt x="199390" y="15240"/>
                  </a:lnTo>
                  <a:lnTo>
                    <a:pt x="198120" y="15240"/>
                  </a:lnTo>
                  <a:lnTo>
                    <a:pt x="198120" y="13970"/>
                  </a:lnTo>
                  <a:lnTo>
                    <a:pt x="196850" y="13970"/>
                  </a:lnTo>
                  <a:lnTo>
                    <a:pt x="196850" y="12700"/>
                  </a:lnTo>
                  <a:lnTo>
                    <a:pt x="195580" y="12700"/>
                  </a:lnTo>
                  <a:lnTo>
                    <a:pt x="195580" y="10160"/>
                  </a:lnTo>
                  <a:lnTo>
                    <a:pt x="194310" y="10160"/>
                  </a:lnTo>
                  <a:lnTo>
                    <a:pt x="194310" y="8890"/>
                  </a:lnTo>
                  <a:lnTo>
                    <a:pt x="193040" y="8890"/>
                  </a:lnTo>
                  <a:lnTo>
                    <a:pt x="193040" y="7620"/>
                  </a:lnTo>
                  <a:lnTo>
                    <a:pt x="191770" y="7620"/>
                  </a:lnTo>
                  <a:lnTo>
                    <a:pt x="191770" y="6350"/>
                  </a:lnTo>
                  <a:lnTo>
                    <a:pt x="190500" y="6350"/>
                  </a:lnTo>
                  <a:lnTo>
                    <a:pt x="190500" y="3810"/>
                  </a:lnTo>
                  <a:lnTo>
                    <a:pt x="189230" y="3810"/>
                  </a:lnTo>
                  <a:lnTo>
                    <a:pt x="189230" y="2540"/>
                  </a:lnTo>
                  <a:lnTo>
                    <a:pt x="187960" y="2540"/>
                  </a:lnTo>
                  <a:lnTo>
                    <a:pt x="187960" y="1270"/>
                  </a:lnTo>
                  <a:lnTo>
                    <a:pt x="186690" y="1270"/>
                  </a:lnTo>
                  <a:lnTo>
                    <a:pt x="186690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0" y="107950"/>
                  </a:lnTo>
                  <a:lnTo>
                    <a:pt x="182880" y="107950"/>
                  </a:lnTo>
                  <a:lnTo>
                    <a:pt x="182880" y="106680"/>
                  </a:lnTo>
                  <a:lnTo>
                    <a:pt x="184150" y="106680"/>
                  </a:lnTo>
                  <a:lnTo>
                    <a:pt x="184150" y="104140"/>
                  </a:lnTo>
                  <a:lnTo>
                    <a:pt x="185420" y="104140"/>
                  </a:lnTo>
                  <a:lnTo>
                    <a:pt x="185420" y="102870"/>
                  </a:lnTo>
                  <a:lnTo>
                    <a:pt x="186690" y="102870"/>
                  </a:lnTo>
                  <a:lnTo>
                    <a:pt x="186690" y="101600"/>
                  </a:lnTo>
                  <a:lnTo>
                    <a:pt x="187960" y="101600"/>
                  </a:lnTo>
                  <a:lnTo>
                    <a:pt x="187960" y="100330"/>
                  </a:lnTo>
                  <a:lnTo>
                    <a:pt x="189230" y="100330"/>
                  </a:lnTo>
                  <a:lnTo>
                    <a:pt x="189230" y="99060"/>
                  </a:lnTo>
                  <a:lnTo>
                    <a:pt x="190500" y="99060"/>
                  </a:lnTo>
                  <a:lnTo>
                    <a:pt x="190500" y="96520"/>
                  </a:lnTo>
                  <a:lnTo>
                    <a:pt x="191770" y="96520"/>
                  </a:lnTo>
                  <a:lnTo>
                    <a:pt x="191770" y="95250"/>
                  </a:lnTo>
                  <a:lnTo>
                    <a:pt x="193040" y="95250"/>
                  </a:lnTo>
                  <a:lnTo>
                    <a:pt x="193040" y="93980"/>
                  </a:lnTo>
                  <a:lnTo>
                    <a:pt x="194310" y="93980"/>
                  </a:lnTo>
                  <a:lnTo>
                    <a:pt x="194310" y="92710"/>
                  </a:lnTo>
                  <a:lnTo>
                    <a:pt x="195580" y="92710"/>
                  </a:lnTo>
                  <a:lnTo>
                    <a:pt x="195580" y="90170"/>
                  </a:lnTo>
                  <a:lnTo>
                    <a:pt x="196850" y="90170"/>
                  </a:lnTo>
                  <a:lnTo>
                    <a:pt x="196850" y="88900"/>
                  </a:lnTo>
                  <a:lnTo>
                    <a:pt x="198120" y="88900"/>
                  </a:lnTo>
                  <a:lnTo>
                    <a:pt x="198120" y="87630"/>
                  </a:lnTo>
                  <a:lnTo>
                    <a:pt x="199390" y="87630"/>
                  </a:lnTo>
                  <a:lnTo>
                    <a:pt x="199390" y="86360"/>
                  </a:lnTo>
                  <a:lnTo>
                    <a:pt x="200660" y="86360"/>
                  </a:lnTo>
                  <a:lnTo>
                    <a:pt x="200660" y="85090"/>
                  </a:lnTo>
                  <a:lnTo>
                    <a:pt x="201930" y="85090"/>
                  </a:lnTo>
                  <a:lnTo>
                    <a:pt x="201930" y="82550"/>
                  </a:lnTo>
                  <a:lnTo>
                    <a:pt x="203200" y="82550"/>
                  </a:lnTo>
                  <a:lnTo>
                    <a:pt x="203200" y="81280"/>
                  </a:lnTo>
                  <a:lnTo>
                    <a:pt x="204470" y="81280"/>
                  </a:lnTo>
                  <a:lnTo>
                    <a:pt x="204470" y="80010"/>
                  </a:lnTo>
                  <a:lnTo>
                    <a:pt x="205740" y="80010"/>
                  </a:lnTo>
                  <a:lnTo>
                    <a:pt x="205740" y="78740"/>
                  </a:lnTo>
                  <a:lnTo>
                    <a:pt x="207010" y="78740"/>
                  </a:lnTo>
                  <a:lnTo>
                    <a:pt x="207010" y="77470"/>
                  </a:lnTo>
                  <a:lnTo>
                    <a:pt x="208280" y="77470"/>
                  </a:lnTo>
                  <a:lnTo>
                    <a:pt x="208280" y="74930"/>
                  </a:lnTo>
                  <a:lnTo>
                    <a:pt x="209550" y="74930"/>
                  </a:lnTo>
                  <a:lnTo>
                    <a:pt x="209550" y="73660"/>
                  </a:lnTo>
                  <a:lnTo>
                    <a:pt x="210820" y="73660"/>
                  </a:lnTo>
                  <a:lnTo>
                    <a:pt x="210820" y="72390"/>
                  </a:lnTo>
                  <a:lnTo>
                    <a:pt x="212090" y="72390"/>
                  </a:lnTo>
                  <a:lnTo>
                    <a:pt x="212090" y="71120"/>
                  </a:lnTo>
                  <a:lnTo>
                    <a:pt x="213360" y="71120"/>
                  </a:lnTo>
                  <a:lnTo>
                    <a:pt x="213360" y="68580"/>
                  </a:lnTo>
                  <a:lnTo>
                    <a:pt x="214630" y="68580"/>
                  </a:lnTo>
                  <a:lnTo>
                    <a:pt x="214630" y="67310"/>
                  </a:lnTo>
                  <a:lnTo>
                    <a:pt x="215900" y="67310"/>
                  </a:lnTo>
                  <a:lnTo>
                    <a:pt x="215900" y="66040"/>
                  </a:lnTo>
                  <a:lnTo>
                    <a:pt x="217170" y="66040"/>
                  </a:lnTo>
                  <a:lnTo>
                    <a:pt x="217170" y="64770"/>
                  </a:lnTo>
                  <a:lnTo>
                    <a:pt x="218440" y="64770"/>
                  </a:lnTo>
                  <a:lnTo>
                    <a:pt x="218440" y="63500"/>
                  </a:lnTo>
                  <a:lnTo>
                    <a:pt x="219710" y="63500"/>
                  </a:lnTo>
                  <a:lnTo>
                    <a:pt x="219710" y="60960"/>
                  </a:lnTo>
                  <a:lnTo>
                    <a:pt x="220980" y="60960"/>
                  </a:lnTo>
                  <a:lnTo>
                    <a:pt x="220980" y="59690"/>
                  </a:lnTo>
                  <a:lnTo>
                    <a:pt x="222250" y="59690"/>
                  </a:lnTo>
                  <a:lnTo>
                    <a:pt x="222250" y="58420"/>
                  </a:lnTo>
                  <a:lnTo>
                    <a:pt x="223520" y="58420"/>
                  </a:lnTo>
                  <a:lnTo>
                    <a:pt x="223520" y="57150"/>
                  </a:lnTo>
                  <a:lnTo>
                    <a:pt x="224790" y="57150"/>
                  </a:lnTo>
                  <a:lnTo>
                    <a:pt x="224790" y="55880"/>
                  </a:lnTo>
                  <a:lnTo>
                    <a:pt x="226060" y="55880"/>
                  </a:lnTo>
                  <a:lnTo>
                    <a:pt x="226060" y="53340"/>
                  </a:lnTo>
                  <a:lnTo>
                    <a:pt x="227330" y="53340"/>
                  </a:lnTo>
                  <a:lnTo>
                    <a:pt x="227330" y="52070"/>
                  </a:lnTo>
                  <a:lnTo>
                    <a:pt x="228600" y="52070"/>
                  </a:lnTo>
                  <a:lnTo>
                    <a:pt x="228600" y="50800"/>
                  </a:lnTo>
                  <a:close/>
                </a:path>
              </a:pathLst>
            </a:custGeom>
            <a:solidFill>
              <a:srgbClr val="E0E0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8493760" y="5792469"/>
              <a:ext cx="181610" cy="110489"/>
            </a:xfrm>
            <a:custGeom>
              <a:avLst/>
              <a:gdLst/>
              <a:ahLst/>
              <a:cxnLst/>
              <a:rect l="l" t="t" r="r" b="b"/>
              <a:pathLst>
                <a:path w="181609" h="110489">
                  <a:moveTo>
                    <a:pt x="91440" y="109220"/>
                  </a:moveTo>
                  <a:lnTo>
                    <a:pt x="0" y="109220"/>
                  </a:lnTo>
                  <a:lnTo>
                    <a:pt x="0" y="110490"/>
                  </a:lnTo>
                  <a:lnTo>
                    <a:pt x="91440" y="110490"/>
                  </a:lnTo>
                  <a:lnTo>
                    <a:pt x="91440" y="109220"/>
                  </a:lnTo>
                  <a:close/>
                </a:path>
                <a:path w="181609" h="110489">
                  <a:moveTo>
                    <a:pt x="1816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0" y="107950"/>
                  </a:lnTo>
                  <a:lnTo>
                    <a:pt x="93980" y="107950"/>
                  </a:lnTo>
                  <a:lnTo>
                    <a:pt x="93980" y="106680"/>
                  </a:lnTo>
                  <a:lnTo>
                    <a:pt x="95250" y="106680"/>
                  </a:lnTo>
                  <a:lnTo>
                    <a:pt x="95250" y="104140"/>
                  </a:lnTo>
                  <a:lnTo>
                    <a:pt x="96520" y="104140"/>
                  </a:lnTo>
                  <a:lnTo>
                    <a:pt x="96520" y="102870"/>
                  </a:lnTo>
                  <a:lnTo>
                    <a:pt x="97790" y="102870"/>
                  </a:lnTo>
                  <a:lnTo>
                    <a:pt x="97790" y="101600"/>
                  </a:lnTo>
                  <a:lnTo>
                    <a:pt x="99060" y="101600"/>
                  </a:lnTo>
                  <a:lnTo>
                    <a:pt x="99060" y="100330"/>
                  </a:lnTo>
                  <a:lnTo>
                    <a:pt x="100330" y="100330"/>
                  </a:lnTo>
                  <a:lnTo>
                    <a:pt x="100330" y="97790"/>
                  </a:lnTo>
                  <a:lnTo>
                    <a:pt x="101600" y="97790"/>
                  </a:lnTo>
                  <a:lnTo>
                    <a:pt x="101600" y="96520"/>
                  </a:lnTo>
                  <a:lnTo>
                    <a:pt x="102870" y="96520"/>
                  </a:lnTo>
                  <a:lnTo>
                    <a:pt x="102870" y="95250"/>
                  </a:lnTo>
                  <a:lnTo>
                    <a:pt x="104140" y="95250"/>
                  </a:lnTo>
                  <a:lnTo>
                    <a:pt x="104140" y="93980"/>
                  </a:lnTo>
                  <a:lnTo>
                    <a:pt x="105410" y="93980"/>
                  </a:lnTo>
                  <a:lnTo>
                    <a:pt x="105410" y="92710"/>
                  </a:lnTo>
                  <a:lnTo>
                    <a:pt x="106680" y="92710"/>
                  </a:lnTo>
                  <a:lnTo>
                    <a:pt x="106680" y="90170"/>
                  </a:lnTo>
                  <a:lnTo>
                    <a:pt x="107950" y="90170"/>
                  </a:lnTo>
                  <a:lnTo>
                    <a:pt x="107950" y="88900"/>
                  </a:lnTo>
                  <a:lnTo>
                    <a:pt x="109220" y="88900"/>
                  </a:lnTo>
                  <a:lnTo>
                    <a:pt x="109220" y="87630"/>
                  </a:lnTo>
                  <a:lnTo>
                    <a:pt x="110490" y="87630"/>
                  </a:lnTo>
                  <a:lnTo>
                    <a:pt x="110490" y="86360"/>
                  </a:lnTo>
                  <a:lnTo>
                    <a:pt x="111760" y="86360"/>
                  </a:lnTo>
                  <a:lnTo>
                    <a:pt x="111760" y="85090"/>
                  </a:lnTo>
                  <a:lnTo>
                    <a:pt x="113030" y="85090"/>
                  </a:lnTo>
                  <a:lnTo>
                    <a:pt x="113030" y="82550"/>
                  </a:lnTo>
                  <a:lnTo>
                    <a:pt x="114300" y="82550"/>
                  </a:lnTo>
                  <a:lnTo>
                    <a:pt x="114300" y="81280"/>
                  </a:lnTo>
                  <a:lnTo>
                    <a:pt x="115570" y="81280"/>
                  </a:lnTo>
                  <a:lnTo>
                    <a:pt x="115570" y="80010"/>
                  </a:lnTo>
                  <a:lnTo>
                    <a:pt x="116840" y="80010"/>
                  </a:lnTo>
                  <a:lnTo>
                    <a:pt x="116840" y="78740"/>
                  </a:lnTo>
                  <a:lnTo>
                    <a:pt x="118110" y="78740"/>
                  </a:lnTo>
                  <a:lnTo>
                    <a:pt x="118110" y="76200"/>
                  </a:lnTo>
                  <a:lnTo>
                    <a:pt x="119380" y="76200"/>
                  </a:lnTo>
                  <a:lnTo>
                    <a:pt x="119380" y="74930"/>
                  </a:lnTo>
                  <a:lnTo>
                    <a:pt x="120650" y="74930"/>
                  </a:lnTo>
                  <a:lnTo>
                    <a:pt x="120650" y="73660"/>
                  </a:lnTo>
                  <a:lnTo>
                    <a:pt x="121920" y="73660"/>
                  </a:lnTo>
                  <a:lnTo>
                    <a:pt x="121920" y="72390"/>
                  </a:lnTo>
                  <a:lnTo>
                    <a:pt x="123190" y="72390"/>
                  </a:lnTo>
                  <a:lnTo>
                    <a:pt x="123190" y="71120"/>
                  </a:lnTo>
                  <a:lnTo>
                    <a:pt x="124460" y="71120"/>
                  </a:lnTo>
                  <a:lnTo>
                    <a:pt x="124460" y="68580"/>
                  </a:lnTo>
                  <a:lnTo>
                    <a:pt x="125730" y="68580"/>
                  </a:lnTo>
                  <a:lnTo>
                    <a:pt x="125730" y="67310"/>
                  </a:lnTo>
                  <a:lnTo>
                    <a:pt x="127000" y="67310"/>
                  </a:lnTo>
                  <a:lnTo>
                    <a:pt x="127000" y="66040"/>
                  </a:lnTo>
                  <a:lnTo>
                    <a:pt x="128270" y="66040"/>
                  </a:lnTo>
                  <a:lnTo>
                    <a:pt x="128270" y="64770"/>
                  </a:lnTo>
                  <a:lnTo>
                    <a:pt x="129540" y="64770"/>
                  </a:lnTo>
                  <a:lnTo>
                    <a:pt x="129540" y="63500"/>
                  </a:lnTo>
                  <a:lnTo>
                    <a:pt x="130810" y="63500"/>
                  </a:lnTo>
                  <a:lnTo>
                    <a:pt x="130810" y="60960"/>
                  </a:lnTo>
                  <a:lnTo>
                    <a:pt x="132080" y="60960"/>
                  </a:lnTo>
                  <a:lnTo>
                    <a:pt x="132080" y="59690"/>
                  </a:lnTo>
                  <a:lnTo>
                    <a:pt x="133350" y="59690"/>
                  </a:lnTo>
                  <a:lnTo>
                    <a:pt x="133350" y="58420"/>
                  </a:lnTo>
                  <a:lnTo>
                    <a:pt x="134620" y="58420"/>
                  </a:lnTo>
                  <a:lnTo>
                    <a:pt x="134620" y="57150"/>
                  </a:lnTo>
                  <a:lnTo>
                    <a:pt x="135890" y="57150"/>
                  </a:lnTo>
                  <a:lnTo>
                    <a:pt x="135890" y="55880"/>
                  </a:lnTo>
                  <a:lnTo>
                    <a:pt x="137160" y="55880"/>
                  </a:lnTo>
                  <a:lnTo>
                    <a:pt x="137160" y="53340"/>
                  </a:lnTo>
                  <a:lnTo>
                    <a:pt x="138430" y="53340"/>
                  </a:lnTo>
                  <a:lnTo>
                    <a:pt x="138430" y="52070"/>
                  </a:lnTo>
                  <a:lnTo>
                    <a:pt x="139700" y="52070"/>
                  </a:lnTo>
                  <a:lnTo>
                    <a:pt x="139700" y="50800"/>
                  </a:lnTo>
                  <a:lnTo>
                    <a:pt x="140970" y="50800"/>
                  </a:lnTo>
                  <a:lnTo>
                    <a:pt x="140970" y="49530"/>
                  </a:lnTo>
                  <a:lnTo>
                    <a:pt x="142240" y="49530"/>
                  </a:lnTo>
                  <a:lnTo>
                    <a:pt x="142240" y="46990"/>
                  </a:lnTo>
                  <a:lnTo>
                    <a:pt x="143510" y="46990"/>
                  </a:lnTo>
                  <a:lnTo>
                    <a:pt x="143510" y="45720"/>
                  </a:lnTo>
                  <a:lnTo>
                    <a:pt x="144780" y="45720"/>
                  </a:lnTo>
                  <a:lnTo>
                    <a:pt x="144780" y="44450"/>
                  </a:lnTo>
                  <a:lnTo>
                    <a:pt x="146050" y="44450"/>
                  </a:lnTo>
                  <a:lnTo>
                    <a:pt x="146050" y="43180"/>
                  </a:lnTo>
                  <a:lnTo>
                    <a:pt x="147320" y="43180"/>
                  </a:lnTo>
                  <a:lnTo>
                    <a:pt x="147320" y="41910"/>
                  </a:lnTo>
                  <a:lnTo>
                    <a:pt x="148590" y="41910"/>
                  </a:lnTo>
                  <a:lnTo>
                    <a:pt x="148590" y="39370"/>
                  </a:lnTo>
                  <a:lnTo>
                    <a:pt x="149860" y="39370"/>
                  </a:lnTo>
                  <a:lnTo>
                    <a:pt x="149860" y="38100"/>
                  </a:lnTo>
                  <a:lnTo>
                    <a:pt x="151130" y="38100"/>
                  </a:lnTo>
                  <a:lnTo>
                    <a:pt x="151130" y="36830"/>
                  </a:lnTo>
                  <a:lnTo>
                    <a:pt x="152400" y="36830"/>
                  </a:lnTo>
                  <a:lnTo>
                    <a:pt x="152400" y="35560"/>
                  </a:lnTo>
                  <a:lnTo>
                    <a:pt x="153670" y="35560"/>
                  </a:lnTo>
                  <a:lnTo>
                    <a:pt x="153670" y="34290"/>
                  </a:lnTo>
                  <a:lnTo>
                    <a:pt x="154940" y="34290"/>
                  </a:lnTo>
                  <a:lnTo>
                    <a:pt x="154940" y="31750"/>
                  </a:lnTo>
                  <a:lnTo>
                    <a:pt x="156210" y="31750"/>
                  </a:lnTo>
                  <a:lnTo>
                    <a:pt x="156210" y="30480"/>
                  </a:lnTo>
                  <a:lnTo>
                    <a:pt x="157480" y="30480"/>
                  </a:lnTo>
                  <a:lnTo>
                    <a:pt x="157480" y="29210"/>
                  </a:lnTo>
                  <a:lnTo>
                    <a:pt x="158750" y="29210"/>
                  </a:lnTo>
                  <a:lnTo>
                    <a:pt x="158750" y="27940"/>
                  </a:lnTo>
                  <a:lnTo>
                    <a:pt x="160020" y="27940"/>
                  </a:lnTo>
                  <a:lnTo>
                    <a:pt x="160020" y="25400"/>
                  </a:lnTo>
                  <a:lnTo>
                    <a:pt x="161290" y="25400"/>
                  </a:lnTo>
                  <a:lnTo>
                    <a:pt x="161290" y="24130"/>
                  </a:lnTo>
                  <a:lnTo>
                    <a:pt x="162560" y="24130"/>
                  </a:lnTo>
                  <a:lnTo>
                    <a:pt x="162560" y="22860"/>
                  </a:lnTo>
                  <a:lnTo>
                    <a:pt x="163830" y="22860"/>
                  </a:lnTo>
                  <a:lnTo>
                    <a:pt x="163830" y="21590"/>
                  </a:lnTo>
                  <a:lnTo>
                    <a:pt x="165100" y="21590"/>
                  </a:lnTo>
                  <a:lnTo>
                    <a:pt x="165100" y="20320"/>
                  </a:lnTo>
                  <a:lnTo>
                    <a:pt x="166370" y="20320"/>
                  </a:lnTo>
                  <a:lnTo>
                    <a:pt x="166370" y="17780"/>
                  </a:lnTo>
                  <a:lnTo>
                    <a:pt x="167640" y="17780"/>
                  </a:lnTo>
                  <a:lnTo>
                    <a:pt x="167640" y="16510"/>
                  </a:lnTo>
                  <a:lnTo>
                    <a:pt x="168910" y="16510"/>
                  </a:lnTo>
                  <a:lnTo>
                    <a:pt x="168910" y="15240"/>
                  </a:lnTo>
                  <a:lnTo>
                    <a:pt x="170180" y="15240"/>
                  </a:lnTo>
                  <a:lnTo>
                    <a:pt x="170180" y="13970"/>
                  </a:lnTo>
                  <a:lnTo>
                    <a:pt x="171450" y="13970"/>
                  </a:lnTo>
                  <a:lnTo>
                    <a:pt x="171450" y="12700"/>
                  </a:lnTo>
                  <a:lnTo>
                    <a:pt x="172720" y="12700"/>
                  </a:lnTo>
                  <a:lnTo>
                    <a:pt x="172720" y="10160"/>
                  </a:lnTo>
                  <a:lnTo>
                    <a:pt x="173990" y="10160"/>
                  </a:lnTo>
                  <a:lnTo>
                    <a:pt x="173990" y="8890"/>
                  </a:lnTo>
                  <a:lnTo>
                    <a:pt x="175260" y="8890"/>
                  </a:lnTo>
                  <a:lnTo>
                    <a:pt x="175260" y="7620"/>
                  </a:lnTo>
                  <a:lnTo>
                    <a:pt x="176530" y="7620"/>
                  </a:lnTo>
                  <a:lnTo>
                    <a:pt x="176530" y="6350"/>
                  </a:lnTo>
                  <a:lnTo>
                    <a:pt x="177800" y="6350"/>
                  </a:lnTo>
                  <a:lnTo>
                    <a:pt x="177800" y="3810"/>
                  </a:lnTo>
                  <a:lnTo>
                    <a:pt x="179070" y="3810"/>
                  </a:lnTo>
                  <a:lnTo>
                    <a:pt x="179070" y="2540"/>
                  </a:lnTo>
                  <a:lnTo>
                    <a:pt x="180340" y="2540"/>
                  </a:lnTo>
                  <a:lnTo>
                    <a:pt x="180340" y="1270"/>
                  </a:lnTo>
                  <a:lnTo>
                    <a:pt x="181610" y="1270"/>
                  </a:lnTo>
                  <a:lnTo>
                    <a:pt x="181610" y="0"/>
                  </a:lnTo>
                  <a:close/>
                </a:path>
              </a:pathLst>
            </a:custGeom>
            <a:solidFill>
              <a:srgbClr val="E0E0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8493760" y="5900419"/>
              <a:ext cx="92710" cy="102870"/>
            </a:xfrm>
            <a:custGeom>
              <a:avLst/>
              <a:gdLst/>
              <a:ahLst/>
              <a:cxnLst/>
              <a:rect l="l" t="t" r="r" b="b"/>
              <a:pathLst>
                <a:path w="92709" h="102870">
                  <a:moveTo>
                    <a:pt x="8890" y="101612"/>
                  </a:moveTo>
                  <a:lnTo>
                    <a:pt x="7620" y="101612"/>
                  </a:lnTo>
                  <a:lnTo>
                    <a:pt x="7620" y="102870"/>
                  </a:lnTo>
                  <a:lnTo>
                    <a:pt x="8890" y="102870"/>
                  </a:lnTo>
                  <a:lnTo>
                    <a:pt x="8890" y="101612"/>
                  </a:lnTo>
                  <a:close/>
                </a:path>
                <a:path w="92709" h="102870">
                  <a:moveTo>
                    <a:pt x="85090" y="8902"/>
                  </a:moveTo>
                  <a:lnTo>
                    <a:pt x="0" y="8902"/>
                  </a:lnTo>
                  <a:lnTo>
                    <a:pt x="0" y="10160"/>
                  </a:lnTo>
                  <a:lnTo>
                    <a:pt x="7620" y="10160"/>
                  </a:lnTo>
                  <a:lnTo>
                    <a:pt x="7620" y="11430"/>
                  </a:lnTo>
                  <a:lnTo>
                    <a:pt x="7620" y="101600"/>
                  </a:lnTo>
                  <a:lnTo>
                    <a:pt x="10160" y="101600"/>
                  </a:lnTo>
                  <a:lnTo>
                    <a:pt x="10160" y="100330"/>
                  </a:lnTo>
                  <a:lnTo>
                    <a:pt x="11417" y="100330"/>
                  </a:lnTo>
                  <a:lnTo>
                    <a:pt x="11417" y="97790"/>
                  </a:lnTo>
                  <a:lnTo>
                    <a:pt x="12700" y="97790"/>
                  </a:lnTo>
                  <a:lnTo>
                    <a:pt x="12700" y="96520"/>
                  </a:lnTo>
                  <a:lnTo>
                    <a:pt x="13970" y="96520"/>
                  </a:lnTo>
                  <a:lnTo>
                    <a:pt x="13970" y="95250"/>
                  </a:lnTo>
                  <a:lnTo>
                    <a:pt x="15240" y="95250"/>
                  </a:lnTo>
                  <a:lnTo>
                    <a:pt x="15240" y="93980"/>
                  </a:lnTo>
                  <a:lnTo>
                    <a:pt x="16510" y="93980"/>
                  </a:lnTo>
                  <a:lnTo>
                    <a:pt x="16510" y="92710"/>
                  </a:lnTo>
                  <a:lnTo>
                    <a:pt x="17767" y="92710"/>
                  </a:lnTo>
                  <a:lnTo>
                    <a:pt x="17767" y="90170"/>
                  </a:lnTo>
                  <a:lnTo>
                    <a:pt x="19050" y="90170"/>
                  </a:lnTo>
                  <a:lnTo>
                    <a:pt x="19050" y="88900"/>
                  </a:lnTo>
                  <a:lnTo>
                    <a:pt x="20320" y="88900"/>
                  </a:lnTo>
                  <a:lnTo>
                    <a:pt x="20320" y="87630"/>
                  </a:lnTo>
                  <a:lnTo>
                    <a:pt x="21590" y="87630"/>
                  </a:lnTo>
                  <a:lnTo>
                    <a:pt x="21590" y="86360"/>
                  </a:lnTo>
                  <a:lnTo>
                    <a:pt x="22860" y="86360"/>
                  </a:lnTo>
                  <a:lnTo>
                    <a:pt x="22860" y="85090"/>
                  </a:lnTo>
                  <a:lnTo>
                    <a:pt x="24117" y="85090"/>
                  </a:lnTo>
                  <a:lnTo>
                    <a:pt x="24117" y="82550"/>
                  </a:lnTo>
                  <a:lnTo>
                    <a:pt x="25400" y="82550"/>
                  </a:lnTo>
                  <a:lnTo>
                    <a:pt x="25400" y="81280"/>
                  </a:lnTo>
                  <a:lnTo>
                    <a:pt x="26670" y="81280"/>
                  </a:lnTo>
                  <a:lnTo>
                    <a:pt x="26670" y="80010"/>
                  </a:lnTo>
                  <a:lnTo>
                    <a:pt x="27940" y="80010"/>
                  </a:lnTo>
                  <a:lnTo>
                    <a:pt x="27940" y="78740"/>
                  </a:lnTo>
                  <a:lnTo>
                    <a:pt x="29210" y="78740"/>
                  </a:lnTo>
                  <a:lnTo>
                    <a:pt x="29210" y="76200"/>
                  </a:lnTo>
                  <a:lnTo>
                    <a:pt x="30467" y="76200"/>
                  </a:lnTo>
                  <a:lnTo>
                    <a:pt x="30467" y="74930"/>
                  </a:lnTo>
                  <a:lnTo>
                    <a:pt x="31750" y="74930"/>
                  </a:lnTo>
                  <a:lnTo>
                    <a:pt x="31750" y="73660"/>
                  </a:lnTo>
                  <a:lnTo>
                    <a:pt x="33020" y="73660"/>
                  </a:lnTo>
                  <a:lnTo>
                    <a:pt x="33020" y="72390"/>
                  </a:lnTo>
                  <a:lnTo>
                    <a:pt x="34290" y="72390"/>
                  </a:lnTo>
                  <a:lnTo>
                    <a:pt x="34290" y="71120"/>
                  </a:lnTo>
                  <a:lnTo>
                    <a:pt x="35560" y="71120"/>
                  </a:lnTo>
                  <a:lnTo>
                    <a:pt x="35560" y="68580"/>
                  </a:lnTo>
                  <a:lnTo>
                    <a:pt x="36817" y="68580"/>
                  </a:lnTo>
                  <a:lnTo>
                    <a:pt x="36817" y="67310"/>
                  </a:lnTo>
                  <a:lnTo>
                    <a:pt x="38100" y="67310"/>
                  </a:lnTo>
                  <a:lnTo>
                    <a:pt x="38100" y="66040"/>
                  </a:lnTo>
                  <a:lnTo>
                    <a:pt x="39370" y="66040"/>
                  </a:lnTo>
                  <a:lnTo>
                    <a:pt x="39370" y="64770"/>
                  </a:lnTo>
                  <a:lnTo>
                    <a:pt x="40640" y="64770"/>
                  </a:lnTo>
                  <a:lnTo>
                    <a:pt x="40640" y="63500"/>
                  </a:lnTo>
                  <a:lnTo>
                    <a:pt x="41910" y="63500"/>
                  </a:lnTo>
                  <a:lnTo>
                    <a:pt x="41910" y="60960"/>
                  </a:lnTo>
                  <a:lnTo>
                    <a:pt x="43167" y="60960"/>
                  </a:lnTo>
                  <a:lnTo>
                    <a:pt x="43167" y="59690"/>
                  </a:lnTo>
                  <a:lnTo>
                    <a:pt x="44450" y="59690"/>
                  </a:lnTo>
                  <a:lnTo>
                    <a:pt x="44450" y="58420"/>
                  </a:lnTo>
                  <a:lnTo>
                    <a:pt x="45720" y="58420"/>
                  </a:lnTo>
                  <a:lnTo>
                    <a:pt x="45720" y="57150"/>
                  </a:lnTo>
                  <a:lnTo>
                    <a:pt x="46990" y="57150"/>
                  </a:lnTo>
                  <a:lnTo>
                    <a:pt x="46990" y="54610"/>
                  </a:lnTo>
                  <a:lnTo>
                    <a:pt x="48260" y="54610"/>
                  </a:lnTo>
                  <a:lnTo>
                    <a:pt x="48260" y="53340"/>
                  </a:lnTo>
                  <a:lnTo>
                    <a:pt x="49517" y="53340"/>
                  </a:lnTo>
                  <a:lnTo>
                    <a:pt x="49517" y="52070"/>
                  </a:lnTo>
                  <a:lnTo>
                    <a:pt x="50800" y="52070"/>
                  </a:lnTo>
                  <a:lnTo>
                    <a:pt x="50800" y="50800"/>
                  </a:lnTo>
                  <a:lnTo>
                    <a:pt x="52070" y="50800"/>
                  </a:lnTo>
                  <a:lnTo>
                    <a:pt x="52070" y="49530"/>
                  </a:lnTo>
                  <a:lnTo>
                    <a:pt x="53340" y="49530"/>
                  </a:lnTo>
                  <a:lnTo>
                    <a:pt x="53340" y="46990"/>
                  </a:lnTo>
                  <a:lnTo>
                    <a:pt x="54610" y="46990"/>
                  </a:lnTo>
                  <a:lnTo>
                    <a:pt x="54610" y="45720"/>
                  </a:lnTo>
                  <a:lnTo>
                    <a:pt x="55867" y="45720"/>
                  </a:lnTo>
                  <a:lnTo>
                    <a:pt x="55867" y="44450"/>
                  </a:lnTo>
                  <a:lnTo>
                    <a:pt x="57150" y="44450"/>
                  </a:lnTo>
                  <a:lnTo>
                    <a:pt x="57150" y="43180"/>
                  </a:lnTo>
                  <a:lnTo>
                    <a:pt x="58420" y="43180"/>
                  </a:lnTo>
                  <a:lnTo>
                    <a:pt x="58420" y="41910"/>
                  </a:lnTo>
                  <a:lnTo>
                    <a:pt x="59690" y="41910"/>
                  </a:lnTo>
                  <a:lnTo>
                    <a:pt x="59690" y="39370"/>
                  </a:lnTo>
                  <a:lnTo>
                    <a:pt x="60960" y="39370"/>
                  </a:lnTo>
                  <a:lnTo>
                    <a:pt x="60960" y="38100"/>
                  </a:lnTo>
                  <a:lnTo>
                    <a:pt x="62217" y="38100"/>
                  </a:lnTo>
                  <a:lnTo>
                    <a:pt x="62217" y="36830"/>
                  </a:lnTo>
                  <a:lnTo>
                    <a:pt x="63500" y="36830"/>
                  </a:lnTo>
                  <a:lnTo>
                    <a:pt x="63500" y="35560"/>
                  </a:lnTo>
                  <a:lnTo>
                    <a:pt x="64770" y="35560"/>
                  </a:lnTo>
                  <a:lnTo>
                    <a:pt x="64770" y="33020"/>
                  </a:lnTo>
                  <a:lnTo>
                    <a:pt x="66040" y="33020"/>
                  </a:lnTo>
                  <a:lnTo>
                    <a:pt x="66040" y="31750"/>
                  </a:lnTo>
                  <a:lnTo>
                    <a:pt x="67310" y="31750"/>
                  </a:lnTo>
                  <a:lnTo>
                    <a:pt x="67310" y="30480"/>
                  </a:lnTo>
                  <a:lnTo>
                    <a:pt x="68567" y="30480"/>
                  </a:lnTo>
                  <a:lnTo>
                    <a:pt x="68567" y="29210"/>
                  </a:lnTo>
                  <a:lnTo>
                    <a:pt x="69850" y="29210"/>
                  </a:lnTo>
                  <a:lnTo>
                    <a:pt x="69850" y="27940"/>
                  </a:lnTo>
                  <a:lnTo>
                    <a:pt x="71120" y="27940"/>
                  </a:lnTo>
                  <a:lnTo>
                    <a:pt x="71120" y="25400"/>
                  </a:lnTo>
                  <a:lnTo>
                    <a:pt x="72390" y="25400"/>
                  </a:lnTo>
                  <a:lnTo>
                    <a:pt x="72390" y="24130"/>
                  </a:lnTo>
                  <a:lnTo>
                    <a:pt x="73660" y="24130"/>
                  </a:lnTo>
                  <a:lnTo>
                    <a:pt x="73660" y="22860"/>
                  </a:lnTo>
                  <a:lnTo>
                    <a:pt x="74917" y="22860"/>
                  </a:lnTo>
                  <a:lnTo>
                    <a:pt x="74917" y="21590"/>
                  </a:lnTo>
                  <a:lnTo>
                    <a:pt x="76200" y="21590"/>
                  </a:lnTo>
                  <a:lnTo>
                    <a:pt x="76200" y="20320"/>
                  </a:lnTo>
                  <a:lnTo>
                    <a:pt x="77470" y="20320"/>
                  </a:lnTo>
                  <a:lnTo>
                    <a:pt x="77470" y="17780"/>
                  </a:lnTo>
                  <a:lnTo>
                    <a:pt x="78740" y="17780"/>
                  </a:lnTo>
                  <a:lnTo>
                    <a:pt x="78740" y="16510"/>
                  </a:lnTo>
                  <a:lnTo>
                    <a:pt x="80010" y="16510"/>
                  </a:lnTo>
                  <a:lnTo>
                    <a:pt x="80010" y="15240"/>
                  </a:lnTo>
                  <a:lnTo>
                    <a:pt x="81267" y="15240"/>
                  </a:lnTo>
                  <a:lnTo>
                    <a:pt x="81267" y="13970"/>
                  </a:lnTo>
                  <a:lnTo>
                    <a:pt x="82550" y="13970"/>
                  </a:lnTo>
                  <a:lnTo>
                    <a:pt x="82550" y="11430"/>
                  </a:lnTo>
                  <a:lnTo>
                    <a:pt x="83820" y="11430"/>
                  </a:lnTo>
                  <a:lnTo>
                    <a:pt x="83820" y="10160"/>
                  </a:lnTo>
                  <a:lnTo>
                    <a:pt x="85090" y="10160"/>
                  </a:lnTo>
                  <a:lnTo>
                    <a:pt x="85090" y="8902"/>
                  </a:lnTo>
                  <a:close/>
                </a:path>
                <a:path w="92709" h="102870">
                  <a:moveTo>
                    <a:pt x="927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0" y="6350"/>
                  </a:lnTo>
                  <a:lnTo>
                    <a:pt x="0" y="7620"/>
                  </a:lnTo>
                  <a:lnTo>
                    <a:pt x="0" y="8890"/>
                  </a:lnTo>
                  <a:lnTo>
                    <a:pt x="86360" y="8890"/>
                  </a:lnTo>
                  <a:lnTo>
                    <a:pt x="86360" y="7620"/>
                  </a:lnTo>
                  <a:lnTo>
                    <a:pt x="87630" y="7620"/>
                  </a:lnTo>
                  <a:lnTo>
                    <a:pt x="87630" y="6350"/>
                  </a:lnTo>
                  <a:lnTo>
                    <a:pt x="88900" y="6350"/>
                  </a:lnTo>
                  <a:lnTo>
                    <a:pt x="88900" y="3810"/>
                  </a:lnTo>
                  <a:lnTo>
                    <a:pt x="90170" y="3810"/>
                  </a:lnTo>
                  <a:lnTo>
                    <a:pt x="90170" y="2540"/>
                  </a:lnTo>
                  <a:lnTo>
                    <a:pt x="91440" y="2540"/>
                  </a:lnTo>
                  <a:lnTo>
                    <a:pt x="91440" y="1270"/>
                  </a:lnTo>
                  <a:lnTo>
                    <a:pt x="92710" y="1270"/>
                  </a:lnTo>
                  <a:lnTo>
                    <a:pt x="92710" y="0"/>
                  </a:lnTo>
                  <a:close/>
                </a:path>
              </a:pathLst>
            </a:custGeom>
            <a:solidFill>
              <a:srgbClr val="E0E0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720089" y="5468619"/>
              <a:ext cx="8001000" cy="533400"/>
            </a:xfrm>
            <a:custGeom>
              <a:avLst/>
              <a:gdLst/>
              <a:ahLst/>
              <a:cxnLst/>
              <a:rect l="l" t="t" r="r" b="b"/>
              <a:pathLst>
                <a:path w="8001000" h="533400">
                  <a:moveTo>
                    <a:pt x="0" y="92709"/>
                  </a:moveTo>
                  <a:lnTo>
                    <a:pt x="7781289" y="92709"/>
                  </a:lnTo>
                  <a:lnTo>
                    <a:pt x="7781289" y="0"/>
                  </a:lnTo>
                  <a:lnTo>
                    <a:pt x="8001000" y="266699"/>
                  </a:lnTo>
                  <a:lnTo>
                    <a:pt x="7781289" y="533399"/>
                  </a:lnTo>
                  <a:lnTo>
                    <a:pt x="7781289" y="440689"/>
                  </a:lnTo>
                  <a:lnTo>
                    <a:pt x="0" y="440689"/>
                  </a:lnTo>
                  <a:lnTo>
                    <a:pt x="0" y="92709"/>
                  </a:lnTo>
                  <a:close/>
                </a:path>
              </a:pathLst>
            </a:custGeom>
            <a:ln w="9344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5" name="object 45"/>
          <p:cNvSpPr/>
          <p:nvPr/>
        </p:nvSpPr>
        <p:spPr>
          <a:xfrm>
            <a:off x="980439" y="590550"/>
            <a:ext cx="7847330" cy="403860"/>
          </a:xfrm>
          <a:custGeom>
            <a:avLst/>
            <a:gdLst/>
            <a:ahLst/>
            <a:cxnLst/>
            <a:rect l="l" t="t" r="r" b="b"/>
            <a:pathLst>
              <a:path w="7847330" h="403859">
                <a:moveTo>
                  <a:pt x="7847330" y="0"/>
                </a:moveTo>
                <a:lnTo>
                  <a:pt x="0" y="0"/>
                </a:lnTo>
                <a:lnTo>
                  <a:pt x="0" y="403860"/>
                </a:lnTo>
                <a:lnTo>
                  <a:pt x="3923030" y="403860"/>
                </a:lnTo>
                <a:lnTo>
                  <a:pt x="7847330" y="403860"/>
                </a:lnTo>
                <a:lnTo>
                  <a:pt x="784733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08000">
              <a:lnSpc>
                <a:spcPct val="100000"/>
              </a:lnSpc>
              <a:spcBef>
                <a:spcPts val="100"/>
              </a:spcBef>
            </a:pPr>
            <a:r>
              <a:rPr dirty="0"/>
              <a:t>Site</a:t>
            </a:r>
            <a:r>
              <a:rPr spc="-170" dirty="0"/>
              <a:t> </a:t>
            </a:r>
            <a:r>
              <a:rPr spc="-25" dirty="0"/>
              <a:t>Recovery</a:t>
            </a:r>
            <a:r>
              <a:rPr spc="-50" dirty="0"/>
              <a:t> </a:t>
            </a:r>
            <a:r>
              <a:rPr spc="-35" dirty="0"/>
              <a:t>Manager</a:t>
            </a:r>
            <a:r>
              <a:rPr spc="-155" dirty="0"/>
              <a:t> </a:t>
            </a:r>
            <a:r>
              <a:rPr spc="-20" dirty="0"/>
              <a:t>Effect</a:t>
            </a:r>
            <a:r>
              <a:rPr spc="-180" dirty="0"/>
              <a:t> </a:t>
            </a:r>
            <a:r>
              <a:rPr dirty="0"/>
              <a:t>On</a:t>
            </a:r>
            <a:r>
              <a:rPr spc="-30" dirty="0"/>
              <a:t> </a:t>
            </a:r>
            <a:r>
              <a:rPr spc="-45" dirty="0"/>
              <a:t>Customer</a:t>
            </a:r>
            <a:r>
              <a:rPr spc="-70" dirty="0"/>
              <a:t> </a:t>
            </a:r>
            <a:r>
              <a:rPr dirty="0"/>
              <a:t>DR</a:t>
            </a:r>
            <a:r>
              <a:rPr spc="-35" dirty="0"/>
              <a:t> </a:t>
            </a:r>
            <a:r>
              <a:rPr spc="-10" dirty="0"/>
              <a:t>Plans</a:t>
            </a:r>
          </a:p>
        </p:txBody>
      </p:sp>
      <p:grpSp>
        <p:nvGrpSpPr>
          <p:cNvPr id="47" name="object 47"/>
          <p:cNvGrpSpPr/>
          <p:nvPr/>
        </p:nvGrpSpPr>
        <p:grpSpPr>
          <a:xfrm>
            <a:off x="1141730" y="3275329"/>
            <a:ext cx="4954270" cy="2270760"/>
            <a:chOff x="1141730" y="3275329"/>
            <a:chExt cx="4954270" cy="2270760"/>
          </a:xfrm>
        </p:grpSpPr>
        <p:sp>
          <p:nvSpPr>
            <p:cNvPr id="48" name="object 48"/>
            <p:cNvSpPr/>
            <p:nvPr/>
          </p:nvSpPr>
          <p:spPr>
            <a:xfrm>
              <a:off x="1141730" y="4569459"/>
              <a:ext cx="1221740" cy="50800"/>
            </a:xfrm>
            <a:custGeom>
              <a:avLst/>
              <a:gdLst/>
              <a:ahLst/>
              <a:cxnLst/>
              <a:rect l="l" t="t" r="r" b="b"/>
              <a:pathLst>
                <a:path w="1221739" h="50800">
                  <a:moveTo>
                    <a:pt x="1221740" y="0"/>
                  </a:moveTo>
                  <a:lnTo>
                    <a:pt x="0" y="0"/>
                  </a:lnTo>
                  <a:lnTo>
                    <a:pt x="0" y="25400"/>
                  </a:lnTo>
                  <a:lnTo>
                    <a:pt x="0" y="50800"/>
                  </a:lnTo>
                  <a:lnTo>
                    <a:pt x="1221740" y="50800"/>
                  </a:lnTo>
                  <a:lnTo>
                    <a:pt x="1221740" y="25400"/>
                  </a:lnTo>
                  <a:lnTo>
                    <a:pt x="1221740" y="0"/>
                  </a:lnTo>
                  <a:close/>
                </a:path>
              </a:pathLst>
            </a:custGeom>
            <a:solidFill>
              <a:srgbClr val="F1EF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1141730" y="4620259"/>
              <a:ext cx="1221740" cy="26670"/>
            </a:xfrm>
            <a:custGeom>
              <a:avLst/>
              <a:gdLst/>
              <a:ahLst/>
              <a:cxnLst/>
              <a:rect l="l" t="t" r="r" b="b"/>
              <a:pathLst>
                <a:path w="1221739" h="26670">
                  <a:moveTo>
                    <a:pt x="1221739" y="0"/>
                  </a:moveTo>
                  <a:lnTo>
                    <a:pt x="0" y="0"/>
                  </a:lnTo>
                  <a:lnTo>
                    <a:pt x="0" y="26669"/>
                  </a:lnTo>
                  <a:lnTo>
                    <a:pt x="1221739" y="26669"/>
                  </a:lnTo>
                  <a:lnTo>
                    <a:pt x="1221739" y="0"/>
                  </a:lnTo>
                  <a:close/>
                </a:path>
              </a:pathLst>
            </a:custGeom>
            <a:solidFill>
              <a:srgbClr val="F1EE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1141730" y="4646929"/>
              <a:ext cx="1221740" cy="25400"/>
            </a:xfrm>
            <a:custGeom>
              <a:avLst/>
              <a:gdLst/>
              <a:ahLst/>
              <a:cxnLst/>
              <a:rect l="l" t="t" r="r" b="b"/>
              <a:pathLst>
                <a:path w="1221739" h="25400">
                  <a:moveTo>
                    <a:pt x="1221739" y="0"/>
                  </a:moveTo>
                  <a:lnTo>
                    <a:pt x="0" y="0"/>
                  </a:lnTo>
                  <a:lnTo>
                    <a:pt x="0" y="25400"/>
                  </a:lnTo>
                  <a:lnTo>
                    <a:pt x="1221739" y="25400"/>
                  </a:lnTo>
                  <a:lnTo>
                    <a:pt x="1221739" y="0"/>
                  </a:lnTo>
                  <a:close/>
                </a:path>
              </a:pathLst>
            </a:custGeom>
            <a:solidFill>
              <a:srgbClr val="F0EE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1141730" y="4672329"/>
              <a:ext cx="1221740" cy="25400"/>
            </a:xfrm>
            <a:custGeom>
              <a:avLst/>
              <a:gdLst/>
              <a:ahLst/>
              <a:cxnLst/>
              <a:rect l="l" t="t" r="r" b="b"/>
              <a:pathLst>
                <a:path w="1221739" h="25400">
                  <a:moveTo>
                    <a:pt x="1221739" y="0"/>
                  </a:moveTo>
                  <a:lnTo>
                    <a:pt x="0" y="0"/>
                  </a:lnTo>
                  <a:lnTo>
                    <a:pt x="0" y="25400"/>
                  </a:lnTo>
                  <a:lnTo>
                    <a:pt x="1221739" y="25400"/>
                  </a:lnTo>
                  <a:lnTo>
                    <a:pt x="1221739" y="0"/>
                  </a:lnTo>
                  <a:close/>
                </a:path>
              </a:pathLst>
            </a:custGeom>
            <a:solidFill>
              <a:srgbClr val="F0ED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1141730" y="4697729"/>
              <a:ext cx="1221740" cy="25400"/>
            </a:xfrm>
            <a:custGeom>
              <a:avLst/>
              <a:gdLst/>
              <a:ahLst/>
              <a:cxnLst/>
              <a:rect l="l" t="t" r="r" b="b"/>
              <a:pathLst>
                <a:path w="1221739" h="25400">
                  <a:moveTo>
                    <a:pt x="1221739" y="0"/>
                  </a:moveTo>
                  <a:lnTo>
                    <a:pt x="0" y="0"/>
                  </a:lnTo>
                  <a:lnTo>
                    <a:pt x="0" y="25400"/>
                  </a:lnTo>
                  <a:lnTo>
                    <a:pt x="1221739" y="25400"/>
                  </a:lnTo>
                  <a:lnTo>
                    <a:pt x="1221739" y="0"/>
                  </a:lnTo>
                  <a:close/>
                </a:path>
              </a:pathLst>
            </a:custGeom>
            <a:solidFill>
              <a:srgbClr val="EFED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1141730" y="4723129"/>
              <a:ext cx="1221740" cy="25400"/>
            </a:xfrm>
            <a:custGeom>
              <a:avLst/>
              <a:gdLst/>
              <a:ahLst/>
              <a:cxnLst/>
              <a:rect l="l" t="t" r="r" b="b"/>
              <a:pathLst>
                <a:path w="1221739" h="25400">
                  <a:moveTo>
                    <a:pt x="1221739" y="0"/>
                  </a:moveTo>
                  <a:lnTo>
                    <a:pt x="0" y="0"/>
                  </a:lnTo>
                  <a:lnTo>
                    <a:pt x="0" y="25400"/>
                  </a:lnTo>
                  <a:lnTo>
                    <a:pt x="1221739" y="25400"/>
                  </a:lnTo>
                  <a:lnTo>
                    <a:pt x="1221739" y="0"/>
                  </a:lnTo>
                  <a:close/>
                </a:path>
              </a:pathLst>
            </a:custGeom>
            <a:solidFill>
              <a:srgbClr val="EFEC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1141730" y="4748529"/>
              <a:ext cx="1221740" cy="26670"/>
            </a:xfrm>
            <a:custGeom>
              <a:avLst/>
              <a:gdLst/>
              <a:ahLst/>
              <a:cxnLst/>
              <a:rect l="l" t="t" r="r" b="b"/>
              <a:pathLst>
                <a:path w="1221739" h="26670">
                  <a:moveTo>
                    <a:pt x="1221739" y="0"/>
                  </a:moveTo>
                  <a:lnTo>
                    <a:pt x="0" y="0"/>
                  </a:lnTo>
                  <a:lnTo>
                    <a:pt x="0" y="26670"/>
                  </a:lnTo>
                  <a:lnTo>
                    <a:pt x="1221739" y="26670"/>
                  </a:lnTo>
                  <a:lnTo>
                    <a:pt x="1221739" y="0"/>
                  </a:lnTo>
                  <a:close/>
                </a:path>
              </a:pathLst>
            </a:custGeom>
            <a:solidFill>
              <a:srgbClr val="EEEC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1141730" y="4775199"/>
              <a:ext cx="1221740" cy="25400"/>
            </a:xfrm>
            <a:custGeom>
              <a:avLst/>
              <a:gdLst/>
              <a:ahLst/>
              <a:cxnLst/>
              <a:rect l="l" t="t" r="r" b="b"/>
              <a:pathLst>
                <a:path w="1221739" h="25400">
                  <a:moveTo>
                    <a:pt x="1221739" y="0"/>
                  </a:moveTo>
                  <a:lnTo>
                    <a:pt x="0" y="0"/>
                  </a:lnTo>
                  <a:lnTo>
                    <a:pt x="0" y="25400"/>
                  </a:lnTo>
                  <a:lnTo>
                    <a:pt x="1221739" y="25400"/>
                  </a:lnTo>
                  <a:lnTo>
                    <a:pt x="1221739" y="0"/>
                  </a:lnTo>
                  <a:close/>
                </a:path>
              </a:pathLst>
            </a:custGeom>
            <a:solidFill>
              <a:srgbClr val="EEE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1141730" y="4800599"/>
              <a:ext cx="1221740" cy="25400"/>
            </a:xfrm>
            <a:custGeom>
              <a:avLst/>
              <a:gdLst/>
              <a:ahLst/>
              <a:cxnLst/>
              <a:rect l="l" t="t" r="r" b="b"/>
              <a:pathLst>
                <a:path w="1221739" h="25400">
                  <a:moveTo>
                    <a:pt x="1221739" y="0"/>
                  </a:moveTo>
                  <a:lnTo>
                    <a:pt x="0" y="0"/>
                  </a:lnTo>
                  <a:lnTo>
                    <a:pt x="0" y="25400"/>
                  </a:lnTo>
                  <a:lnTo>
                    <a:pt x="1221739" y="25400"/>
                  </a:lnTo>
                  <a:lnTo>
                    <a:pt x="1221739" y="0"/>
                  </a:lnTo>
                  <a:close/>
                </a:path>
              </a:pathLst>
            </a:custGeom>
            <a:solidFill>
              <a:srgbClr val="EDE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1141730" y="4825999"/>
              <a:ext cx="1221740" cy="26670"/>
            </a:xfrm>
            <a:custGeom>
              <a:avLst/>
              <a:gdLst/>
              <a:ahLst/>
              <a:cxnLst/>
              <a:rect l="l" t="t" r="r" b="b"/>
              <a:pathLst>
                <a:path w="1221739" h="26670">
                  <a:moveTo>
                    <a:pt x="1221739" y="0"/>
                  </a:moveTo>
                  <a:lnTo>
                    <a:pt x="0" y="0"/>
                  </a:lnTo>
                  <a:lnTo>
                    <a:pt x="0" y="26669"/>
                  </a:lnTo>
                  <a:lnTo>
                    <a:pt x="1221739" y="26669"/>
                  </a:lnTo>
                  <a:lnTo>
                    <a:pt x="1221739" y="0"/>
                  </a:lnTo>
                  <a:close/>
                </a:path>
              </a:pathLst>
            </a:custGeom>
            <a:solidFill>
              <a:srgbClr val="EDEA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1141730" y="4852669"/>
              <a:ext cx="1221740" cy="25400"/>
            </a:xfrm>
            <a:custGeom>
              <a:avLst/>
              <a:gdLst/>
              <a:ahLst/>
              <a:cxnLst/>
              <a:rect l="l" t="t" r="r" b="b"/>
              <a:pathLst>
                <a:path w="1221739" h="25400">
                  <a:moveTo>
                    <a:pt x="1221739" y="0"/>
                  </a:moveTo>
                  <a:lnTo>
                    <a:pt x="0" y="0"/>
                  </a:lnTo>
                  <a:lnTo>
                    <a:pt x="0" y="25399"/>
                  </a:lnTo>
                  <a:lnTo>
                    <a:pt x="1221739" y="25399"/>
                  </a:lnTo>
                  <a:lnTo>
                    <a:pt x="1221739" y="0"/>
                  </a:lnTo>
                  <a:close/>
                </a:path>
              </a:pathLst>
            </a:custGeom>
            <a:solidFill>
              <a:srgbClr val="ECE9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1141730" y="4878069"/>
              <a:ext cx="1221740" cy="25400"/>
            </a:xfrm>
            <a:custGeom>
              <a:avLst/>
              <a:gdLst/>
              <a:ahLst/>
              <a:cxnLst/>
              <a:rect l="l" t="t" r="r" b="b"/>
              <a:pathLst>
                <a:path w="1221739" h="25400">
                  <a:moveTo>
                    <a:pt x="1221739" y="0"/>
                  </a:moveTo>
                  <a:lnTo>
                    <a:pt x="0" y="0"/>
                  </a:lnTo>
                  <a:lnTo>
                    <a:pt x="0" y="25399"/>
                  </a:lnTo>
                  <a:lnTo>
                    <a:pt x="1221739" y="25399"/>
                  </a:lnTo>
                  <a:lnTo>
                    <a:pt x="1221739" y="0"/>
                  </a:lnTo>
                  <a:close/>
                </a:path>
              </a:pathLst>
            </a:custGeom>
            <a:solidFill>
              <a:srgbClr val="ECE9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1141730" y="4903469"/>
              <a:ext cx="1221740" cy="25400"/>
            </a:xfrm>
            <a:custGeom>
              <a:avLst/>
              <a:gdLst/>
              <a:ahLst/>
              <a:cxnLst/>
              <a:rect l="l" t="t" r="r" b="b"/>
              <a:pathLst>
                <a:path w="1221739" h="25400">
                  <a:moveTo>
                    <a:pt x="1221739" y="0"/>
                  </a:moveTo>
                  <a:lnTo>
                    <a:pt x="0" y="0"/>
                  </a:lnTo>
                  <a:lnTo>
                    <a:pt x="0" y="25399"/>
                  </a:lnTo>
                  <a:lnTo>
                    <a:pt x="1221739" y="25399"/>
                  </a:lnTo>
                  <a:lnTo>
                    <a:pt x="1221739" y="0"/>
                  </a:lnTo>
                  <a:close/>
                </a:path>
              </a:pathLst>
            </a:custGeom>
            <a:solidFill>
              <a:srgbClr val="EBE8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1141730" y="4928869"/>
              <a:ext cx="1221740" cy="25400"/>
            </a:xfrm>
            <a:custGeom>
              <a:avLst/>
              <a:gdLst/>
              <a:ahLst/>
              <a:cxnLst/>
              <a:rect l="l" t="t" r="r" b="b"/>
              <a:pathLst>
                <a:path w="1221739" h="25400">
                  <a:moveTo>
                    <a:pt x="1221739" y="0"/>
                  </a:moveTo>
                  <a:lnTo>
                    <a:pt x="0" y="0"/>
                  </a:lnTo>
                  <a:lnTo>
                    <a:pt x="0" y="25399"/>
                  </a:lnTo>
                  <a:lnTo>
                    <a:pt x="1221739" y="25399"/>
                  </a:lnTo>
                  <a:lnTo>
                    <a:pt x="1221739" y="0"/>
                  </a:lnTo>
                  <a:close/>
                </a:path>
              </a:pathLst>
            </a:custGeom>
            <a:solidFill>
              <a:srgbClr val="EBE8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1141730" y="4954269"/>
              <a:ext cx="1221740" cy="26670"/>
            </a:xfrm>
            <a:custGeom>
              <a:avLst/>
              <a:gdLst/>
              <a:ahLst/>
              <a:cxnLst/>
              <a:rect l="l" t="t" r="r" b="b"/>
              <a:pathLst>
                <a:path w="1221739" h="26670">
                  <a:moveTo>
                    <a:pt x="1221739" y="0"/>
                  </a:moveTo>
                  <a:lnTo>
                    <a:pt x="0" y="0"/>
                  </a:lnTo>
                  <a:lnTo>
                    <a:pt x="0" y="26669"/>
                  </a:lnTo>
                  <a:lnTo>
                    <a:pt x="1221739" y="26669"/>
                  </a:lnTo>
                  <a:lnTo>
                    <a:pt x="1221739" y="0"/>
                  </a:lnTo>
                  <a:close/>
                </a:path>
              </a:pathLst>
            </a:custGeom>
            <a:solidFill>
              <a:srgbClr val="EAE7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1141730" y="4980939"/>
              <a:ext cx="1221740" cy="25400"/>
            </a:xfrm>
            <a:custGeom>
              <a:avLst/>
              <a:gdLst/>
              <a:ahLst/>
              <a:cxnLst/>
              <a:rect l="l" t="t" r="r" b="b"/>
              <a:pathLst>
                <a:path w="1221739" h="25400">
                  <a:moveTo>
                    <a:pt x="1221739" y="0"/>
                  </a:moveTo>
                  <a:lnTo>
                    <a:pt x="0" y="0"/>
                  </a:lnTo>
                  <a:lnTo>
                    <a:pt x="0" y="25400"/>
                  </a:lnTo>
                  <a:lnTo>
                    <a:pt x="1221739" y="25400"/>
                  </a:lnTo>
                  <a:lnTo>
                    <a:pt x="1221739" y="0"/>
                  </a:lnTo>
                  <a:close/>
                </a:path>
              </a:pathLst>
            </a:custGeom>
            <a:solidFill>
              <a:srgbClr val="EAE6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1141730" y="5006339"/>
              <a:ext cx="1221740" cy="25400"/>
            </a:xfrm>
            <a:custGeom>
              <a:avLst/>
              <a:gdLst/>
              <a:ahLst/>
              <a:cxnLst/>
              <a:rect l="l" t="t" r="r" b="b"/>
              <a:pathLst>
                <a:path w="1221739" h="25400">
                  <a:moveTo>
                    <a:pt x="1221739" y="0"/>
                  </a:moveTo>
                  <a:lnTo>
                    <a:pt x="0" y="0"/>
                  </a:lnTo>
                  <a:lnTo>
                    <a:pt x="0" y="25400"/>
                  </a:lnTo>
                  <a:lnTo>
                    <a:pt x="1221739" y="25400"/>
                  </a:lnTo>
                  <a:lnTo>
                    <a:pt x="1221739" y="0"/>
                  </a:lnTo>
                  <a:close/>
                </a:path>
              </a:pathLst>
            </a:custGeom>
            <a:solidFill>
              <a:srgbClr val="E9E6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1141730" y="5031739"/>
              <a:ext cx="1221740" cy="25400"/>
            </a:xfrm>
            <a:custGeom>
              <a:avLst/>
              <a:gdLst/>
              <a:ahLst/>
              <a:cxnLst/>
              <a:rect l="l" t="t" r="r" b="b"/>
              <a:pathLst>
                <a:path w="1221739" h="25400">
                  <a:moveTo>
                    <a:pt x="1221739" y="0"/>
                  </a:moveTo>
                  <a:lnTo>
                    <a:pt x="0" y="0"/>
                  </a:lnTo>
                  <a:lnTo>
                    <a:pt x="0" y="25400"/>
                  </a:lnTo>
                  <a:lnTo>
                    <a:pt x="1221739" y="25400"/>
                  </a:lnTo>
                  <a:lnTo>
                    <a:pt x="1221739" y="0"/>
                  </a:lnTo>
                  <a:close/>
                </a:path>
              </a:pathLst>
            </a:custGeom>
            <a:solidFill>
              <a:srgbClr val="E9E5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1141730" y="5057139"/>
              <a:ext cx="1221740" cy="26670"/>
            </a:xfrm>
            <a:custGeom>
              <a:avLst/>
              <a:gdLst/>
              <a:ahLst/>
              <a:cxnLst/>
              <a:rect l="l" t="t" r="r" b="b"/>
              <a:pathLst>
                <a:path w="1221739" h="26670">
                  <a:moveTo>
                    <a:pt x="1221739" y="0"/>
                  </a:moveTo>
                  <a:lnTo>
                    <a:pt x="0" y="0"/>
                  </a:lnTo>
                  <a:lnTo>
                    <a:pt x="0" y="26670"/>
                  </a:lnTo>
                  <a:lnTo>
                    <a:pt x="1221739" y="26670"/>
                  </a:lnTo>
                  <a:lnTo>
                    <a:pt x="1221739" y="0"/>
                  </a:lnTo>
                  <a:close/>
                </a:path>
              </a:pathLst>
            </a:custGeom>
            <a:solidFill>
              <a:srgbClr val="E8E5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1141730" y="5083809"/>
              <a:ext cx="1221740" cy="25400"/>
            </a:xfrm>
            <a:custGeom>
              <a:avLst/>
              <a:gdLst/>
              <a:ahLst/>
              <a:cxnLst/>
              <a:rect l="l" t="t" r="r" b="b"/>
              <a:pathLst>
                <a:path w="1221739" h="25400">
                  <a:moveTo>
                    <a:pt x="1221739" y="0"/>
                  </a:moveTo>
                  <a:lnTo>
                    <a:pt x="0" y="0"/>
                  </a:lnTo>
                  <a:lnTo>
                    <a:pt x="0" y="25400"/>
                  </a:lnTo>
                  <a:lnTo>
                    <a:pt x="1221739" y="25400"/>
                  </a:lnTo>
                  <a:lnTo>
                    <a:pt x="1221739" y="0"/>
                  </a:lnTo>
                  <a:close/>
                </a:path>
              </a:pathLst>
            </a:custGeom>
            <a:solidFill>
              <a:srgbClr val="E8E4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1141730" y="5109209"/>
              <a:ext cx="1221740" cy="25400"/>
            </a:xfrm>
            <a:custGeom>
              <a:avLst/>
              <a:gdLst/>
              <a:ahLst/>
              <a:cxnLst/>
              <a:rect l="l" t="t" r="r" b="b"/>
              <a:pathLst>
                <a:path w="1221739" h="25400">
                  <a:moveTo>
                    <a:pt x="1221739" y="0"/>
                  </a:moveTo>
                  <a:lnTo>
                    <a:pt x="0" y="0"/>
                  </a:lnTo>
                  <a:lnTo>
                    <a:pt x="0" y="25400"/>
                  </a:lnTo>
                  <a:lnTo>
                    <a:pt x="1221739" y="25400"/>
                  </a:lnTo>
                  <a:lnTo>
                    <a:pt x="1221739" y="0"/>
                  </a:lnTo>
                  <a:close/>
                </a:path>
              </a:pathLst>
            </a:custGeom>
            <a:solidFill>
              <a:srgbClr val="E7E4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1141730" y="5134609"/>
              <a:ext cx="1221740" cy="25400"/>
            </a:xfrm>
            <a:custGeom>
              <a:avLst/>
              <a:gdLst/>
              <a:ahLst/>
              <a:cxnLst/>
              <a:rect l="l" t="t" r="r" b="b"/>
              <a:pathLst>
                <a:path w="1221739" h="25400">
                  <a:moveTo>
                    <a:pt x="1221739" y="0"/>
                  </a:moveTo>
                  <a:lnTo>
                    <a:pt x="0" y="0"/>
                  </a:lnTo>
                  <a:lnTo>
                    <a:pt x="0" y="25400"/>
                  </a:lnTo>
                  <a:lnTo>
                    <a:pt x="1221739" y="25400"/>
                  </a:lnTo>
                  <a:lnTo>
                    <a:pt x="1221739" y="0"/>
                  </a:lnTo>
                  <a:close/>
                </a:path>
              </a:pathLst>
            </a:custGeom>
            <a:solidFill>
              <a:srgbClr val="E7E3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1141730" y="5160009"/>
              <a:ext cx="1221740" cy="26670"/>
            </a:xfrm>
            <a:custGeom>
              <a:avLst/>
              <a:gdLst/>
              <a:ahLst/>
              <a:cxnLst/>
              <a:rect l="l" t="t" r="r" b="b"/>
              <a:pathLst>
                <a:path w="1221739" h="26670">
                  <a:moveTo>
                    <a:pt x="1221739" y="0"/>
                  </a:moveTo>
                  <a:lnTo>
                    <a:pt x="0" y="0"/>
                  </a:lnTo>
                  <a:lnTo>
                    <a:pt x="0" y="26669"/>
                  </a:lnTo>
                  <a:lnTo>
                    <a:pt x="1221739" y="26669"/>
                  </a:lnTo>
                  <a:lnTo>
                    <a:pt x="1221739" y="0"/>
                  </a:lnTo>
                  <a:close/>
                </a:path>
              </a:pathLst>
            </a:custGeom>
            <a:solidFill>
              <a:srgbClr val="E6E3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1141730" y="5186679"/>
              <a:ext cx="1221740" cy="25400"/>
            </a:xfrm>
            <a:custGeom>
              <a:avLst/>
              <a:gdLst/>
              <a:ahLst/>
              <a:cxnLst/>
              <a:rect l="l" t="t" r="r" b="b"/>
              <a:pathLst>
                <a:path w="1221739" h="25400">
                  <a:moveTo>
                    <a:pt x="1221739" y="0"/>
                  </a:moveTo>
                  <a:lnTo>
                    <a:pt x="0" y="0"/>
                  </a:lnTo>
                  <a:lnTo>
                    <a:pt x="0" y="25400"/>
                  </a:lnTo>
                  <a:lnTo>
                    <a:pt x="1221739" y="25400"/>
                  </a:lnTo>
                  <a:lnTo>
                    <a:pt x="1221739" y="0"/>
                  </a:lnTo>
                  <a:close/>
                </a:path>
              </a:pathLst>
            </a:custGeom>
            <a:solidFill>
              <a:srgbClr val="E6E2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1141730" y="5212079"/>
              <a:ext cx="1221740" cy="50800"/>
            </a:xfrm>
            <a:custGeom>
              <a:avLst/>
              <a:gdLst/>
              <a:ahLst/>
              <a:cxnLst/>
              <a:rect l="l" t="t" r="r" b="b"/>
              <a:pathLst>
                <a:path w="1221739" h="50800">
                  <a:moveTo>
                    <a:pt x="1221740" y="0"/>
                  </a:moveTo>
                  <a:lnTo>
                    <a:pt x="0" y="0"/>
                  </a:lnTo>
                  <a:lnTo>
                    <a:pt x="0" y="25400"/>
                  </a:lnTo>
                  <a:lnTo>
                    <a:pt x="0" y="50800"/>
                  </a:lnTo>
                  <a:lnTo>
                    <a:pt x="1221740" y="50800"/>
                  </a:lnTo>
                  <a:lnTo>
                    <a:pt x="1221740" y="25400"/>
                  </a:lnTo>
                  <a:lnTo>
                    <a:pt x="1221740" y="0"/>
                  </a:lnTo>
                  <a:close/>
                </a:path>
              </a:pathLst>
            </a:custGeom>
            <a:solidFill>
              <a:srgbClr val="E5E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1141730" y="5262879"/>
              <a:ext cx="1221740" cy="26670"/>
            </a:xfrm>
            <a:custGeom>
              <a:avLst/>
              <a:gdLst/>
              <a:ahLst/>
              <a:cxnLst/>
              <a:rect l="l" t="t" r="r" b="b"/>
              <a:pathLst>
                <a:path w="1221739" h="26670">
                  <a:moveTo>
                    <a:pt x="1221739" y="0"/>
                  </a:moveTo>
                  <a:lnTo>
                    <a:pt x="0" y="0"/>
                  </a:lnTo>
                  <a:lnTo>
                    <a:pt x="0" y="26670"/>
                  </a:lnTo>
                  <a:lnTo>
                    <a:pt x="1221739" y="26670"/>
                  </a:lnTo>
                  <a:lnTo>
                    <a:pt x="1221739" y="0"/>
                  </a:lnTo>
                  <a:close/>
                </a:path>
              </a:pathLst>
            </a:custGeom>
            <a:solidFill>
              <a:srgbClr val="E4E0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1141730" y="5289550"/>
              <a:ext cx="1221740" cy="25400"/>
            </a:xfrm>
            <a:custGeom>
              <a:avLst/>
              <a:gdLst/>
              <a:ahLst/>
              <a:cxnLst/>
              <a:rect l="l" t="t" r="r" b="b"/>
              <a:pathLst>
                <a:path w="1221739" h="25400">
                  <a:moveTo>
                    <a:pt x="1221739" y="0"/>
                  </a:moveTo>
                  <a:lnTo>
                    <a:pt x="0" y="0"/>
                  </a:lnTo>
                  <a:lnTo>
                    <a:pt x="0" y="25400"/>
                  </a:lnTo>
                  <a:lnTo>
                    <a:pt x="1221739" y="25400"/>
                  </a:lnTo>
                  <a:lnTo>
                    <a:pt x="1221739" y="0"/>
                  </a:lnTo>
                  <a:close/>
                </a:path>
              </a:pathLst>
            </a:custGeom>
            <a:solidFill>
              <a:srgbClr val="E4E0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1141730" y="5314950"/>
              <a:ext cx="1221740" cy="25400"/>
            </a:xfrm>
            <a:custGeom>
              <a:avLst/>
              <a:gdLst/>
              <a:ahLst/>
              <a:cxnLst/>
              <a:rect l="l" t="t" r="r" b="b"/>
              <a:pathLst>
                <a:path w="1221739" h="25400">
                  <a:moveTo>
                    <a:pt x="1221739" y="0"/>
                  </a:moveTo>
                  <a:lnTo>
                    <a:pt x="0" y="0"/>
                  </a:lnTo>
                  <a:lnTo>
                    <a:pt x="0" y="25400"/>
                  </a:lnTo>
                  <a:lnTo>
                    <a:pt x="1221739" y="25400"/>
                  </a:lnTo>
                  <a:lnTo>
                    <a:pt x="1221739" y="0"/>
                  </a:lnTo>
                  <a:close/>
                </a:path>
              </a:pathLst>
            </a:custGeom>
            <a:solidFill>
              <a:srgbClr val="E3DF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1141730" y="5340350"/>
              <a:ext cx="1221740" cy="25400"/>
            </a:xfrm>
            <a:custGeom>
              <a:avLst/>
              <a:gdLst/>
              <a:ahLst/>
              <a:cxnLst/>
              <a:rect l="l" t="t" r="r" b="b"/>
              <a:pathLst>
                <a:path w="1221739" h="25400">
                  <a:moveTo>
                    <a:pt x="1221739" y="0"/>
                  </a:moveTo>
                  <a:lnTo>
                    <a:pt x="0" y="0"/>
                  </a:lnTo>
                  <a:lnTo>
                    <a:pt x="0" y="25400"/>
                  </a:lnTo>
                  <a:lnTo>
                    <a:pt x="1221739" y="25400"/>
                  </a:lnTo>
                  <a:lnTo>
                    <a:pt x="1221739" y="0"/>
                  </a:lnTo>
                  <a:close/>
                </a:path>
              </a:pathLst>
            </a:custGeom>
            <a:solidFill>
              <a:srgbClr val="E3DF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1141730" y="5365750"/>
              <a:ext cx="1221740" cy="25400"/>
            </a:xfrm>
            <a:custGeom>
              <a:avLst/>
              <a:gdLst/>
              <a:ahLst/>
              <a:cxnLst/>
              <a:rect l="l" t="t" r="r" b="b"/>
              <a:pathLst>
                <a:path w="1221739" h="25400">
                  <a:moveTo>
                    <a:pt x="1221739" y="0"/>
                  </a:moveTo>
                  <a:lnTo>
                    <a:pt x="0" y="0"/>
                  </a:lnTo>
                  <a:lnTo>
                    <a:pt x="0" y="25400"/>
                  </a:lnTo>
                  <a:lnTo>
                    <a:pt x="1221739" y="25400"/>
                  </a:lnTo>
                  <a:lnTo>
                    <a:pt x="1221739" y="0"/>
                  </a:lnTo>
                  <a:close/>
                </a:path>
              </a:pathLst>
            </a:custGeom>
            <a:solidFill>
              <a:srgbClr val="E2DE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1141730" y="5391150"/>
              <a:ext cx="1221740" cy="26670"/>
            </a:xfrm>
            <a:custGeom>
              <a:avLst/>
              <a:gdLst/>
              <a:ahLst/>
              <a:cxnLst/>
              <a:rect l="l" t="t" r="r" b="b"/>
              <a:pathLst>
                <a:path w="1221739" h="26670">
                  <a:moveTo>
                    <a:pt x="1221739" y="0"/>
                  </a:moveTo>
                  <a:lnTo>
                    <a:pt x="0" y="0"/>
                  </a:lnTo>
                  <a:lnTo>
                    <a:pt x="0" y="26669"/>
                  </a:lnTo>
                  <a:lnTo>
                    <a:pt x="1221739" y="26669"/>
                  </a:lnTo>
                  <a:lnTo>
                    <a:pt x="1221739" y="0"/>
                  </a:lnTo>
                  <a:close/>
                </a:path>
              </a:pathLst>
            </a:custGeom>
            <a:solidFill>
              <a:srgbClr val="E2DD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1141730" y="5417819"/>
              <a:ext cx="1221740" cy="25400"/>
            </a:xfrm>
            <a:custGeom>
              <a:avLst/>
              <a:gdLst/>
              <a:ahLst/>
              <a:cxnLst/>
              <a:rect l="l" t="t" r="r" b="b"/>
              <a:pathLst>
                <a:path w="1221739" h="25400">
                  <a:moveTo>
                    <a:pt x="1221739" y="0"/>
                  </a:moveTo>
                  <a:lnTo>
                    <a:pt x="0" y="0"/>
                  </a:lnTo>
                  <a:lnTo>
                    <a:pt x="0" y="25399"/>
                  </a:lnTo>
                  <a:lnTo>
                    <a:pt x="1221739" y="25399"/>
                  </a:lnTo>
                  <a:lnTo>
                    <a:pt x="1221739" y="0"/>
                  </a:lnTo>
                  <a:close/>
                </a:path>
              </a:pathLst>
            </a:custGeom>
            <a:solidFill>
              <a:srgbClr val="E1DD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1141730" y="5443219"/>
              <a:ext cx="1221740" cy="25400"/>
            </a:xfrm>
            <a:custGeom>
              <a:avLst/>
              <a:gdLst/>
              <a:ahLst/>
              <a:cxnLst/>
              <a:rect l="l" t="t" r="r" b="b"/>
              <a:pathLst>
                <a:path w="1221739" h="25400">
                  <a:moveTo>
                    <a:pt x="1221739" y="0"/>
                  </a:moveTo>
                  <a:lnTo>
                    <a:pt x="0" y="0"/>
                  </a:lnTo>
                  <a:lnTo>
                    <a:pt x="0" y="25399"/>
                  </a:lnTo>
                  <a:lnTo>
                    <a:pt x="1221739" y="25399"/>
                  </a:lnTo>
                  <a:lnTo>
                    <a:pt x="1221739" y="0"/>
                  </a:lnTo>
                  <a:close/>
                </a:path>
              </a:pathLst>
            </a:custGeom>
            <a:solidFill>
              <a:srgbClr val="E1DC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1141730" y="5468619"/>
              <a:ext cx="1221740" cy="26670"/>
            </a:xfrm>
            <a:custGeom>
              <a:avLst/>
              <a:gdLst/>
              <a:ahLst/>
              <a:cxnLst/>
              <a:rect l="l" t="t" r="r" b="b"/>
              <a:pathLst>
                <a:path w="1221739" h="26670">
                  <a:moveTo>
                    <a:pt x="1221739" y="0"/>
                  </a:moveTo>
                  <a:lnTo>
                    <a:pt x="0" y="0"/>
                  </a:lnTo>
                  <a:lnTo>
                    <a:pt x="0" y="26669"/>
                  </a:lnTo>
                  <a:lnTo>
                    <a:pt x="1221739" y="26669"/>
                  </a:lnTo>
                  <a:lnTo>
                    <a:pt x="1221739" y="0"/>
                  </a:lnTo>
                  <a:close/>
                </a:path>
              </a:pathLst>
            </a:custGeom>
            <a:solidFill>
              <a:srgbClr val="E0DC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1141730" y="5495289"/>
              <a:ext cx="1221740" cy="25400"/>
            </a:xfrm>
            <a:custGeom>
              <a:avLst/>
              <a:gdLst/>
              <a:ahLst/>
              <a:cxnLst/>
              <a:rect l="l" t="t" r="r" b="b"/>
              <a:pathLst>
                <a:path w="1221739" h="25400">
                  <a:moveTo>
                    <a:pt x="1221739" y="0"/>
                  </a:moveTo>
                  <a:lnTo>
                    <a:pt x="0" y="0"/>
                  </a:lnTo>
                  <a:lnTo>
                    <a:pt x="0" y="25400"/>
                  </a:lnTo>
                  <a:lnTo>
                    <a:pt x="1221739" y="25400"/>
                  </a:lnTo>
                  <a:lnTo>
                    <a:pt x="1221739" y="0"/>
                  </a:lnTo>
                  <a:close/>
                </a:path>
              </a:pathLst>
            </a:custGeom>
            <a:solidFill>
              <a:srgbClr val="E0DB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1141730" y="5520689"/>
              <a:ext cx="1221740" cy="25400"/>
            </a:xfrm>
            <a:custGeom>
              <a:avLst/>
              <a:gdLst/>
              <a:ahLst/>
              <a:cxnLst/>
              <a:rect l="l" t="t" r="r" b="b"/>
              <a:pathLst>
                <a:path w="1221739" h="25400">
                  <a:moveTo>
                    <a:pt x="1221739" y="0"/>
                  </a:moveTo>
                  <a:lnTo>
                    <a:pt x="0" y="0"/>
                  </a:lnTo>
                  <a:lnTo>
                    <a:pt x="0" y="25400"/>
                  </a:lnTo>
                  <a:lnTo>
                    <a:pt x="1221739" y="25400"/>
                  </a:lnTo>
                  <a:lnTo>
                    <a:pt x="1221739" y="0"/>
                  </a:lnTo>
                  <a:close/>
                </a:path>
              </a:pathLst>
            </a:custGeom>
            <a:solidFill>
              <a:srgbClr val="DFDB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1143000" y="4570729"/>
              <a:ext cx="1220470" cy="2540"/>
            </a:xfrm>
            <a:custGeom>
              <a:avLst/>
              <a:gdLst/>
              <a:ahLst/>
              <a:cxnLst/>
              <a:rect l="l" t="t" r="r" b="b"/>
              <a:pathLst>
                <a:path w="1220470" h="2539">
                  <a:moveTo>
                    <a:pt x="12204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1219200" y="2540"/>
                  </a:lnTo>
                  <a:lnTo>
                    <a:pt x="1219200" y="1270"/>
                  </a:lnTo>
                  <a:lnTo>
                    <a:pt x="1220470" y="127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1EF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1145540" y="4573269"/>
              <a:ext cx="1215390" cy="3810"/>
            </a:xfrm>
            <a:custGeom>
              <a:avLst/>
              <a:gdLst/>
              <a:ahLst/>
              <a:cxnLst/>
              <a:rect l="l" t="t" r="r" b="b"/>
              <a:pathLst>
                <a:path w="1215389" h="3810">
                  <a:moveTo>
                    <a:pt x="1214120" y="1282"/>
                  </a:move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1212850" y="3810"/>
                  </a:lnTo>
                  <a:lnTo>
                    <a:pt x="1212850" y="2540"/>
                  </a:lnTo>
                  <a:lnTo>
                    <a:pt x="1214120" y="2540"/>
                  </a:lnTo>
                  <a:lnTo>
                    <a:pt x="1214120" y="1282"/>
                  </a:lnTo>
                  <a:close/>
                </a:path>
                <a:path w="1215389" h="3810">
                  <a:moveTo>
                    <a:pt x="121539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15390" y="1270"/>
                  </a:lnTo>
                  <a:lnTo>
                    <a:pt x="1215390" y="0"/>
                  </a:lnTo>
                  <a:close/>
                </a:path>
              </a:pathLst>
            </a:custGeom>
            <a:solidFill>
              <a:srgbClr val="F0EE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1149350" y="4577079"/>
              <a:ext cx="1207770" cy="3810"/>
            </a:xfrm>
            <a:custGeom>
              <a:avLst/>
              <a:gdLst/>
              <a:ahLst/>
              <a:cxnLst/>
              <a:rect l="l" t="t" r="r" b="b"/>
              <a:pathLst>
                <a:path w="1207770" h="3810">
                  <a:moveTo>
                    <a:pt x="12077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1205230" y="3810"/>
                  </a:lnTo>
                  <a:lnTo>
                    <a:pt x="1205230" y="2540"/>
                  </a:lnTo>
                  <a:lnTo>
                    <a:pt x="1206500" y="2540"/>
                  </a:lnTo>
                  <a:lnTo>
                    <a:pt x="1206500" y="1270"/>
                  </a:lnTo>
                  <a:lnTo>
                    <a:pt x="1207770" y="1270"/>
                  </a:lnTo>
                  <a:lnTo>
                    <a:pt x="1207770" y="0"/>
                  </a:lnTo>
                  <a:close/>
                </a:path>
              </a:pathLst>
            </a:custGeom>
            <a:solidFill>
              <a:srgbClr val="EFEC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1153160" y="4580902"/>
              <a:ext cx="1200150" cy="2540"/>
            </a:xfrm>
            <a:custGeom>
              <a:avLst/>
              <a:gdLst/>
              <a:ahLst/>
              <a:cxnLst/>
              <a:rect l="l" t="t" r="r" b="b"/>
              <a:pathLst>
                <a:path w="1200150" h="2539">
                  <a:moveTo>
                    <a:pt x="120015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1198880" y="2527"/>
                  </a:lnTo>
                  <a:lnTo>
                    <a:pt x="1198880" y="1257"/>
                  </a:lnTo>
                  <a:lnTo>
                    <a:pt x="1200150" y="1257"/>
                  </a:lnTo>
                  <a:lnTo>
                    <a:pt x="1200150" y="0"/>
                  </a:lnTo>
                  <a:close/>
                </a:path>
              </a:pathLst>
            </a:custGeom>
            <a:solidFill>
              <a:srgbClr val="EDE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1155700" y="4583429"/>
              <a:ext cx="1195070" cy="3810"/>
            </a:xfrm>
            <a:custGeom>
              <a:avLst/>
              <a:gdLst/>
              <a:ahLst/>
              <a:cxnLst/>
              <a:rect l="l" t="t" r="r" b="b"/>
              <a:pathLst>
                <a:path w="1195070" h="3810">
                  <a:moveTo>
                    <a:pt x="11950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1192530" y="3810"/>
                  </a:lnTo>
                  <a:lnTo>
                    <a:pt x="1192530" y="2540"/>
                  </a:lnTo>
                  <a:lnTo>
                    <a:pt x="1193800" y="2540"/>
                  </a:lnTo>
                  <a:lnTo>
                    <a:pt x="1193800" y="1270"/>
                  </a:lnTo>
                  <a:lnTo>
                    <a:pt x="1195070" y="1270"/>
                  </a:lnTo>
                  <a:lnTo>
                    <a:pt x="1195070" y="0"/>
                  </a:lnTo>
                  <a:close/>
                </a:path>
              </a:pathLst>
            </a:custGeom>
            <a:solidFill>
              <a:srgbClr val="ECE9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1159510" y="4587252"/>
              <a:ext cx="1187450" cy="3810"/>
            </a:xfrm>
            <a:custGeom>
              <a:avLst/>
              <a:gdLst/>
              <a:ahLst/>
              <a:cxnLst/>
              <a:rect l="l" t="t" r="r" b="b"/>
              <a:pathLst>
                <a:path w="1187450" h="3810">
                  <a:moveTo>
                    <a:pt x="118745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2540" y="2527"/>
                  </a:lnTo>
                  <a:lnTo>
                    <a:pt x="2540" y="3797"/>
                  </a:lnTo>
                  <a:lnTo>
                    <a:pt x="1184910" y="3797"/>
                  </a:lnTo>
                  <a:lnTo>
                    <a:pt x="1184910" y="2527"/>
                  </a:lnTo>
                  <a:lnTo>
                    <a:pt x="1186180" y="2527"/>
                  </a:lnTo>
                  <a:lnTo>
                    <a:pt x="1186180" y="1257"/>
                  </a:lnTo>
                  <a:lnTo>
                    <a:pt x="1187450" y="1257"/>
                  </a:lnTo>
                  <a:lnTo>
                    <a:pt x="1187450" y="0"/>
                  </a:lnTo>
                  <a:close/>
                </a:path>
              </a:pathLst>
            </a:custGeom>
            <a:solidFill>
              <a:srgbClr val="EAE7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1164590" y="4591049"/>
              <a:ext cx="1178560" cy="3810"/>
            </a:xfrm>
            <a:custGeom>
              <a:avLst/>
              <a:gdLst/>
              <a:ahLst/>
              <a:cxnLst/>
              <a:rect l="l" t="t" r="r" b="b"/>
              <a:pathLst>
                <a:path w="1178560" h="3810">
                  <a:moveTo>
                    <a:pt x="1174750" y="2552"/>
                  </a:moveTo>
                  <a:lnTo>
                    <a:pt x="2540" y="2552"/>
                  </a:lnTo>
                  <a:lnTo>
                    <a:pt x="2540" y="3810"/>
                  </a:lnTo>
                  <a:lnTo>
                    <a:pt x="1174750" y="3810"/>
                  </a:lnTo>
                  <a:lnTo>
                    <a:pt x="1174750" y="2552"/>
                  </a:lnTo>
                  <a:close/>
                </a:path>
                <a:path w="1178560" h="3810">
                  <a:moveTo>
                    <a:pt x="117856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1176020" y="2540"/>
                  </a:lnTo>
                  <a:lnTo>
                    <a:pt x="1176020" y="1270"/>
                  </a:lnTo>
                  <a:lnTo>
                    <a:pt x="1178560" y="1270"/>
                  </a:lnTo>
                  <a:lnTo>
                    <a:pt x="1178560" y="0"/>
                  </a:lnTo>
                  <a:close/>
                </a:path>
              </a:pathLst>
            </a:custGeom>
            <a:solidFill>
              <a:srgbClr val="E9E5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1168400" y="4594859"/>
              <a:ext cx="1169670" cy="3810"/>
            </a:xfrm>
            <a:custGeom>
              <a:avLst/>
              <a:gdLst/>
              <a:ahLst/>
              <a:cxnLst/>
              <a:rect l="l" t="t" r="r" b="b"/>
              <a:pathLst>
                <a:path w="1169670" h="3810">
                  <a:moveTo>
                    <a:pt x="11696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1167130" y="3810"/>
                  </a:lnTo>
                  <a:lnTo>
                    <a:pt x="1167130" y="2540"/>
                  </a:lnTo>
                  <a:lnTo>
                    <a:pt x="1168400" y="2540"/>
                  </a:lnTo>
                  <a:lnTo>
                    <a:pt x="1168400" y="1270"/>
                  </a:lnTo>
                  <a:lnTo>
                    <a:pt x="1169670" y="1270"/>
                  </a:lnTo>
                  <a:lnTo>
                    <a:pt x="1169670" y="0"/>
                  </a:lnTo>
                  <a:close/>
                </a:path>
              </a:pathLst>
            </a:custGeom>
            <a:solidFill>
              <a:srgbClr val="E7E4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1172210" y="4598669"/>
              <a:ext cx="1162050" cy="3810"/>
            </a:xfrm>
            <a:custGeom>
              <a:avLst/>
              <a:gdLst/>
              <a:ahLst/>
              <a:cxnLst/>
              <a:rect l="l" t="t" r="r" b="b"/>
              <a:pathLst>
                <a:path w="1162050" h="3810">
                  <a:moveTo>
                    <a:pt x="1160780" y="1282"/>
                  </a:move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1159510" y="3810"/>
                  </a:lnTo>
                  <a:lnTo>
                    <a:pt x="1159510" y="2540"/>
                  </a:lnTo>
                  <a:lnTo>
                    <a:pt x="1160780" y="2540"/>
                  </a:lnTo>
                  <a:lnTo>
                    <a:pt x="1160780" y="1282"/>
                  </a:lnTo>
                  <a:close/>
                </a:path>
                <a:path w="1162050" h="3810">
                  <a:moveTo>
                    <a:pt x="116205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162050" y="1270"/>
                  </a:lnTo>
                  <a:lnTo>
                    <a:pt x="1162050" y="0"/>
                  </a:lnTo>
                  <a:close/>
                </a:path>
              </a:pathLst>
            </a:custGeom>
            <a:solidFill>
              <a:srgbClr val="E6E2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1176020" y="4602479"/>
              <a:ext cx="1154430" cy="2540"/>
            </a:xfrm>
            <a:custGeom>
              <a:avLst/>
              <a:gdLst/>
              <a:ahLst/>
              <a:cxnLst/>
              <a:rect l="l" t="t" r="r" b="b"/>
              <a:pathLst>
                <a:path w="1154430" h="2539">
                  <a:moveTo>
                    <a:pt x="115443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1153160" y="2540"/>
                  </a:lnTo>
                  <a:lnTo>
                    <a:pt x="1153160" y="1270"/>
                  </a:lnTo>
                  <a:lnTo>
                    <a:pt x="1154430" y="1270"/>
                  </a:lnTo>
                  <a:lnTo>
                    <a:pt x="1154430" y="0"/>
                  </a:lnTo>
                  <a:close/>
                </a:path>
              </a:pathLst>
            </a:custGeom>
            <a:solidFill>
              <a:srgbClr val="E4E0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1178560" y="4605019"/>
              <a:ext cx="1149350" cy="3810"/>
            </a:xfrm>
            <a:custGeom>
              <a:avLst/>
              <a:gdLst/>
              <a:ahLst/>
              <a:cxnLst/>
              <a:rect l="l" t="t" r="r" b="b"/>
              <a:pathLst>
                <a:path w="1149350" h="3810">
                  <a:moveTo>
                    <a:pt x="1148080" y="1282"/>
                  </a:move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1146810" y="3810"/>
                  </a:lnTo>
                  <a:lnTo>
                    <a:pt x="1146810" y="2540"/>
                  </a:lnTo>
                  <a:lnTo>
                    <a:pt x="1148080" y="2540"/>
                  </a:lnTo>
                  <a:lnTo>
                    <a:pt x="1148080" y="1282"/>
                  </a:lnTo>
                  <a:close/>
                </a:path>
                <a:path w="1149350" h="3810">
                  <a:moveTo>
                    <a:pt x="114935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149350" y="1270"/>
                  </a:lnTo>
                  <a:lnTo>
                    <a:pt x="1149350" y="0"/>
                  </a:lnTo>
                  <a:close/>
                </a:path>
              </a:pathLst>
            </a:custGeom>
            <a:solidFill>
              <a:srgbClr val="E3DF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1182370" y="4608829"/>
              <a:ext cx="1141730" cy="3810"/>
            </a:xfrm>
            <a:custGeom>
              <a:avLst/>
              <a:gdLst/>
              <a:ahLst/>
              <a:cxnLst/>
              <a:rect l="l" t="t" r="r" b="b"/>
              <a:pathLst>
                <a:path w="1141730" h="3810">
                  <a:moveTo>
                    <a:pt x="114173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1139190" y="3810"/>
                  </a:lnTo>
                  <a:lnTo>
                    <a:pt x="1139190" y="2540"/>
                  </a:lnTo>
                  <a:lnTo>
                    <a:pt x="1140460" y="2540"/>
                  </a:lnTo>
                  <a:lnTo>
                    <a:pt x="1140460" y="1270"/>
                  </a:lnTo>
                  <a:lnTo>
                    <a:pt x="1141730" y="1270"/>
                  </a:lnTo>
                  <a:lnTo>
                    <a:pt x="1141730" y="0"/>
                  </a:lnTo>
                  <a:close/>
                </a:path>
              </a:pathLst>
            </a:custGeom>
            <a:solidFill>
              <a:srgbClr val="E1DD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2320290" y="4570729"/>
              <a:ext cx="43180" cy="49530"/>
            </a:xfrm>
            <a:custGeom>
              <a:avLst/>
              <a:gdLst/>
              <a:ahLst/>
              <a:cxnLst/>
              <a:rect l="l" t="t" r="r" b="b"/>
              <a:pathLst>
                <a:path w="43180" h="49529">
                  <a:moveTo>
                    <a:pt x="43180" y="40652"/>
                  </a:moveTo>
                  <a:lnTo>
                    <a:pt x="0" y="40652"/>
                  </a:lnTo>
                  <a:lnTo>
                    <a:pt x="0" y="49530"/>
                  </a:lnTo>
                  <a:lnTo>
                    <a:pt x="43180" y="49530"/>
                  </a:lnTo>
                  <a:lnTo>
                    <a:pt x="43180" y="40652"/>
                  </a:lnTo>
                  <a:close/>
                </a:path>
                <a:path w="43180" h="49529">
                  <a:moveTo>
                    <a:pt x="43180" y="35572"/>
                  </a:moveTo>
                  <a:lnTo>
                    <a:pt x="5080" y="35572"/>
                  </a:lnTo>
                  <a:lnTo>
                    <a:pt x="5080" y="36830"/>
                  </a:lnTo>
                  <a:lnTo>
                    <a:pt x="3810" y="36830"/>
                  </a:lnTo>
                  <a:lnTo>
                    <a:pt x="3810" y="38100"/>
                  </a:lnTo>
                  <a:lnTo>
                    <a:pt x="2540" y="38100"/>
                  </a:lnTo>
                  <a:lnTo>
                    <a:pt x="2540" y="39370"/>
                  </a:lnTo>
                  <a:lnTo>
                    <a:pt x="1270" y="39370"/>
                  </a:lnTo>
                  <a:lnTo>
                    <a:pt x="1270" y="40640"/>
                  </a:lnTo>
                  <a:lnTo>
                    <a:pt x="43180" y="40640"/>
                  </a:lnTo>
                  <a:lnTo>
                    <a:pt x="43180" y="35572"/>
                  </a:lnTo>
                  <a:close/>
                </a:path>
                <a:path w="43180" h="49529">
                  <a:moveTo>
                    <a:pt x="43180" y="29222"/>
                  </a:moveTo>
                  <a:lnTo>
                    <a:pt x="11430" y="29222"/>
                  </a:lnTo>
                  <a:lnTo>
                    <a:pt x="11430" y="30480"/>
                  </a:lnTo>
                  <a:lnTo>
                    <a:pt x="10160" y="30480"/>
                  </a:lnTo>
                  <a:lnTo>
                    <a:pt x="10160" y="31750"/>
                  </a:lnTo>
                  <a:lnTo>
                    <a:pt x="8890" y="31750"/>
                  </a:lnTo>
                  <a:lnTo>
                    <a:pt x="8890" y="33020"/>
                  </a:lnTo>
                  <a:lnTo>
                    <a:pt x="7620" y="33020"/>
                  </a:lnTo>
                  <a:lnTo>
                    <a:pt x="7620" y="34290"/>
                  </a:lnTo>
                  <a:lnTo>
                    <a:pt x="6350" y="34290"/>
                  </a:lnTo>
                  <a:lnTo>
                    <a:pt x="6350" y="35560"/>
                  </a:lnTo>
                  <a:lnTo>
                    <a:pt x="43180" y="35560"/>
                  </a:lnTo>
                  <a:lnTo>
                    <a:pt x="43180" y="29222"/>
                  </a:lnTo>
                  <a:close/>
                </a:path>
                <a:path w="43180" h="49529">
                  <a:moveTo>
                    <a:pt x="43180" y="22872"/>
                  </a:moveTo>
                  <a:lnTo>
                    <a:pt x="17780" y="22872"/>
                  </a:lnTo>
                  <a:lnTo>
                    <a:pt x="17780" y="24130"/>
                  </a:lnTo>
                  <a:lnTo>
                    <a:pt x="16510" y="24130"/>
                  </a:lnTo>
                  <a:lnTo>
                    <a:pt x="16510" y="25400"/>
                  </a:lnTo>
                  <a:lnTo>
                    <a:pt x="15240" y="25400"/>
                  </a:lnTo>
                  <a:lnTo>
                    <a:pt x="15240" y="26670"/>
                  </a:lnTo>
                  <a:lnTo>
                    <a:pt x="13970" y="26670"/>
                  </a:lnTo>
                  <a:lnTo>
                    <a:pt x="13970" y="27940"/>
                  </a:lnTo>
                  <a:lnTo>
                    <a:pt x="12700" y="27940"/>
                  </a:lnTo>
                  <a:lnTo>
                    <a:pt x="12700" y="29210"/>
                  </a:lnTo>
                  <a:lnTo>
                    <a:pt x="43180" y="29210"/>
                  </a:lnTo>
                  <a:lnTo>
                    <a:pt x="43180" y="24130"/>
                  </a:lnTo>
                  <a:lnTo>
                    <a:pt x="43180" y="22872"/>
                  </a:lnTo>
                  <a:close/>
                </a:path>
                <a:path w="43180" h="49529">
                  <a:moveTo>
                    <a:pt x="43180" y="16522"/>
                  </a:moveTo>
                  <a:lnTo>
                    <a:pt x="25400" y="16522"/>
                  </a:lnTo>
                  <a:lnTo>
                    <a:pt x="25400" y="17780"/>
                  </a:lnTo>
                  <a:lnTo>
                    <a:pt x="24130" y="17780"/>
                  </a:lnTo>
                  <a:lnTo>
                    <a:pt x="24130" y="19050"/>
                  </a:lnTo>
                  <a:lnTo>
                    <a:pt x="22860" y="19050"/>
                  </a:lnTo>
                  <a:lnTo>
                    <a:pt x="22860" y="20320"/>
                  </a:lnTo>
                  <a:lnTo>
                    <a:pt x="20320" y="20320"/>
                  </a:lnTo>
                  <a:lnTo>
                    <a:pt x="20320" y="21590"/>
                  </a:lnTo>
                  <a:lnTo>
                    <a:pt x="19050" y="21590"/>
                  </a:lnTo>
                  <a:lnTo>
                    <a:pt x="19050" y="22860"/>
                  </a:lnTo>
                  <a:lnTo>
                    <a:pt x="43180" y="22860"/>
                  </a:lnTo>
                  <a:lnTo>
                    <a:pt x="43180" y="16522"/>
                  </a:lnTo>
                  <a:close/>
                </a:path>
                <a:path w="43180" h="49529">
                  <a:moveTo>
                    <a:pt x="43180" y="10172"/>
                  </a:moveTo>
                  <a:lnTo>
                    <a:pt x="31750" y="10172"/>
                  </a:lnTo>
                  <a:lnTo>
                    <a:pt x="31750" y="11430"/>
                  </a:lnTo>
                  <a:lnTo>
                    <a:pt x="30480" y="11430"/>
                  </a:lnTo>
                  <a:lnTo>
                    <a:pt x="30480" y="12700"/>
                  </a:lnTo>
                  <a:lnTo>
                    <a:pt x="29210" y="12700"/>
                  </a:lnTo>
                  <a:lnTo>
                    <a:pt x="29210" y="13970"/>
                  </a:lnTo>
                  <a:lnTo>
                    <a:pt x="27940" y="13970"/>
                  </a:lnTo>
                  <a:lnTo>
                    <a:pt x="27940" y="15240"/>
                  </a:lnTo>
                  <a:lnTo>
                    <a:pt x="26670" y="15240"/>
                  </a:lnTo>
                  <a:lnTo>
                    <a:pt x="26670" y="16510"/>
                  </a:lnTo>
                  <a:lnTo>
                    <a:pt x="43180" y="16510"/>
                  </a:lnTo>
                  <a:lnTo>
                    <a:pt x="43180" y="10172"/>
                  </a:lnTo>
                  <a:close/>
                </a:path>
                <a:path w="43180" h="49529">
                  <a:moveTo>
                    <a:pt x="43180" y="3822"/>
                  </a:moveTo>
                  <a:lnTo>
                    <a:pt x="38100" y="3822"/>
                  </a:lnTo>
                  <a:lnTo>
                    <a:pt x="38100" y="5080"/>
                  </a:lnTo>
                  <a:lnTo>
                    <a:pt x="36830" y="5080"/>
                  </a:lnTo>
                  <a:lnTo>
                    <a:pt x="36830" y="6350"/>
                  </a:lnTo>
                  <a:lnTo>
                    <a:pt x="35560" y="6350"/>
                  </a:lnTo>
                  <a:lnTo>
                    <a:pt x="35560" y="7620"/>
                  </a:lnTo>
                  <a:lnTo>
                    <a:pt x="34290" y="7620"/>
                  </a:lnTo>
                  <a:lnTo>
                    <a:pt x="34290" y="8890"/>
                  </a:lnTo>
                  <a:lnTo>
                    <a:pt x="33020" y="8890"/>
                  </a:lnTo>
                  <a:lnTo>
                    <a:pt x="33020" y="10160"/>
                  </a:lnTo>
                  <a:lnTo>
                    <a:pt x="43180" y="10160"/>
                  </a:lnTo>
                  <a:lnTo>
                    <a:pt x="43180" y="3822"/>
                  </a:lnTo>
                  <a:close/>
                </a:path>
                <a:path w="43180" h="49529">
                  <a:moveTo>
                    <a:pt x="43180" y="0"/>
                  </a:moveTo>
                  <a:lnTo>
                    <a:pt x="41910" y="0"/>
                  </a:lnTo>
                  <a:lnTo>
                    <a:pt x="41910" y="1270"/>
                  </a:lnTo>
                  <a:lnTo>
                    <a:pt x="40640" y="1270"/>
                  </a:lnTo>
                  <a:lnTo>
                    <a:pt x="40640" y="2540"/>
                  </a:lnTo>
                  <a:lnTo>
                    <a:pt x="39370" y="2540"/>
                  </a:lnTo>
                  <a:lnTo>
                    <a:pt x="39370" y="3810"/>
                  </a:lnTo>
                  <a:lnTo>
                    <a:pt x="43180" y="3810"/>
                  </a:lnTo>
                  <a:lnTo>
                    <a:pt x="43180" y="0"/>
                  </a:lnTo>
                  <a:close/>
                </a:path>
              </a:pathLst>
            </a:custGeom>
            <a:solidFill>
              <a:srgbClr val="F1EF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2320290" y="4620259"/>
              <a:ext cx="43180" cy="26670"/>
            </a:xfrm>
            <a:custGeom>
              <a:avLst/>
              <a:gdLst/>
              <a:ahLst/>
              <a:cxnLst/>
              <a:rect l="l" t="t" r="r" b="b"/>
              <a:pathLst>
                <a:path w="43180" h="26670">
                  <a:moveTo>
                    <a:pt x="0" y="26669"/>
                  </a:moveTo>
                  <a:lnTo>
                    <a:pt x="0" y="0"/>
                  </a:lnTo>
                  <a:lnTo>
                    <a:pt x="43180" y="0"/>
                  </a:lnTo>
                  <a:lnTo>
                    <a:pt x="43180" y="26669"/>
                  </a:lnTo>
                  <a:lnTo>
                    <a:pt x="0" y="26669"/>
                  </a:lnTo>
                  <a:close/>
                </a:path>
              </a:pathLst>
            </a:custGeom>
            <a:solidFill>
              <a:srgbClr val="F1EE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2320290" y="4646929"/>
              <a:ext cx="43180" cy="25400"/>
            </a:xfrm>
            <a:custGeom>
              <a:avLst/>
              <a:gdLst/>
              <a:ahLst/>
              <a:cxnLst/>
              <a:rect l="l" t="t" r="r" b="b"/>
              <a:pathLst>
                <a:path w="43180" h="25400">
                  <a:moveTo>
                    <a:pt x="0" y="25400"/>
                  </a:moveTo>
                  <a:lnTo>
                    <a:pt x="0" y="0"/>
                  </a:lnTo>
                  <a:lnTo>
                    <a:pt x="43180" y="0"/>
                  </a:lnTo>
                  <a:lnTo>
                    <a:pt x="43180" y="25400"/>
                  </a:lnTo>
                  <a:lnTo>
                    <a:pt x="0" y="25400"/>
                  </a:lnTo>
                  <a:close/>
                </a:path>
              </a:pathLst>
            </a:custGeom>
            <a:solidFill>
              <a:srgbClr val="F0EE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2320290" y="4672329"/>
              <a:ext cx="43180" cy="25400"/>
            </a:xfrm>
            <a:custGeom>
              <a:avLst/>
              <a:gdLst/>
              <a:ahLst/>
              <a:cxnLst/>
              <a:rect l="l" t="t" r="r" b="b"/>
              <a:pathLst>
                <a:path w="43180" h="25400">
                  <a:moveTo>
                    <a:pt x="0" y="25400"/>
                  </a:moveTo>
                  <a:lnTo>
                    <a:pt x="0" y="0"/>
                  </a:lnTo>
                  <a:lnTo>
                    <a:pt x="43180" y="0"/>
                  </a:lnTo>
                  <a:lnTo>
                    <a:pt x="43180" y="25400"/>
                  </a:lnTo>
                  <a:lnTo>
                    <a:pt x="0" y="25400"/>
                  </a:lnTo>
                  <a:close/>
                </a:path>
              </a:pathLst>
            </a:custGeom>
            <a:solidFill>
              <a:srgbClr val="F0ED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2320290" y="4697729"/>
              <a:ext cx="43180" cy="25400"/>
            </a:xfrm>
            <a:custGeom>
              <a:avLst/>
              <a:gdLst/>
              <a:ahLst/>
              <a:cxnLst/>
              <a:rect l="l" t="t" r="r" b="b"/>
              <a:pathLst>
                <a:path w="43180" h="25400">
                  <a:moveTo>
                    <a:pt x="0" y="25400"/>
                  </a:moveTo>
                  <a:lnTo>
                    <a:pt x="0" y="0"/>
                  </a:lnTo>
                  <a:lnTo>
                    <a:pt x="43180" y="0"/>
                  </a:lnTo>
                  <a:lnTo>
                    <a:pt x="43180" y="25400"/>
                  </a:lnTo>
                  <a:lnTo>
                    <a:pt x="0" y="25400"/>
                  </a:lnTo>
                  <a:close/>
                </a:path>
              </a:pathLst>
            </a:custGeom>
            <a:solidFill>
              <a:srgbClr val="EFED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2320290" y="4723129"/>
              <a:ext cx="43180" cy="25400"/>
            </a:xfrm>
            <a:custGeom>
              <a:avLst/>
              <a:gdLst/>
              <a:ahLst/>
              <a:cxnLst/>
              <a:rect l="l" t="t" r="r" b="b"/>
              <a:pathLst>
                <a:path w="43180" h="25400">
                  <a:moveTo>
                    <a:pt x="0" y="25400"/>
                  </a:moveTo>
                  <a:lnTo>
                    <a:pt x="0" y="0"/>
                  </a:lnTo>
                  <a:lnTo>
                    <a:pt x="43180" y="0"/>
                  </a:lnTo>
                  <a:lnTo>
                    <a:pt x="43180" y="25400"/>
                  </a:lnTo>
                  <a:lnTo>
                    <a:pt x="0" y="25400"/>
                  </a:lnTo>
                  <a:close/>
                </a:path>
              </a:pathLst>
            </a:custGeom>
            <a:solidFill>
              <a:srgbClr val="EFEC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2320290" y="4748529"/>
              <a:ext cx="43180" cy="26670"/>
            </a:xfrm>
            <a:custGeom>
              <a:avLst/>
              <a:gdLst/>
              <a:ahLst/>
              <a:cxnLst/>
              <a:rect l="l" t="t" r="r" b="b"/>
              <a:pathLst>
                <a:path w="43180" h="26670">
                  <a:moveTo>
                    <a:pt x="0" y="26670"/>
                  </a:moveTo>
                  <a:lnTo>
                    <a:pt x="0" y="0"/>
                  </a:lnTo>
                  <a:lnTo>
                    <a:pt x="43180" y="0"/>
                  </a:lnTo>
                  <a:lnTo>
                    <a:pt x="43180" y="26670"/>
                  </a:lnTo>
                  <a:lnTo>
                    <a:pt x="0" y="26670"/>
                  </a:lnTo>
                  <a:close/>
                </a:path>
              </a:pathLst>
            </a:custGeom>
            <a:solidFill>
              <a:srgbClr val="EEEC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2320290" y="4775199"/>
              <a:ext cx="43180" cy="25400"/>
            </a:xfrm>
            <a:custGeom>
              <a:avLst/>
              <a:gdLst/>
              <a:ahLst/>
              <a:cxnLst/>
              <a:rect l="l" t="t" r="r" b="b"/>
              <a:pathLst>
                <a:path w="43180" h="25400">
                  <a:moveTo>
                    <a:pt x="0" y="25400"/>
                  </a:moveTo>
                  <a:lnTo>
                    <a:pt x="0" y="0"/>
                  </a:lnTo>
                  <a:lnTo>
                    <a:pt x="43180" y="0"/>
                  </a:lnTo>
                  <a:lnTo>
                    <a:pt x="43180" y="25400"/>
                  </a:lnTo>
                  <a:lnTo>
                    <a:pt x="0" y="25400"/>
                  </a:lnTo>
                  <a:close/>
                </a:path>
              </a:pathLst>
            </a:custGeom>
            <a:solidFill>
              <a:srgbClr val="EEE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2320290" y="4800599"/>
              <a:ext cx="43180" cy="25400"/>
            </a:xfrm>
            <a:custGeom>
              <a:avLst/>
              <a:gdLst/>
              <a:ahLst/>
              <a:cxnLst/>
              <a:rect l="l" t="t" r="r" b="b"/>
              <a:pathLst>
                <a:path w="43180" h="25400">
                  <a:moveTo>
                    <a:pt x="0" y="25400"/>
                  </a:moveTo>
                  <a:lnTo>
                    <a:pt x="0" y="0"/>
                  </a:lnTo>
                  <a:lnTo>
                    <a:pt x="43180" y="0"/>
                  </a:lnTo>
                  <a:lnTo>
                    <a:pt x="43180" y="25400"/>
                  </a:lnTo>
                  <a:lnTo>
                    <a:pt x="0" y="25400"/>
                  </a:lnTo>
                  <a:close/>
                </a:path>
              </a:pathLst>
            </a:custGeom>
            <a:solidFill>
              <a:srgbClr val="EDE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2320290" y="4825999"/>
              <a:ext cx="43180" cy="26670"/>
            </a:xfrm>
            <a:custGeom>
              <a:avLst/>
              <a:gdLst/>
              <a:ahLst/>
              <a:cxnLst/>
              <a:rect l="l" t="t" r="r" b="b"/>
              <a:pathLst>
                <a:path w="43180" h="26670">
                  <a:moveTo>
                    <a:pt x="0" y="26669"/>
                  </a:moveTo>
                  <a:lnTo>
                    <a:pt x="0" y="0"/>
                  </a:lnTo>
                  <a:lnTo>
                    <a:pt x="43180" y="0"/>
                  </a:lnTo>
                  <a:lnTo>
                    <a:pt x="43180" y="26669"/>
                  </a:lnTo>
                  <a:lnTo>
                    <a:pt x="0" y="26669"/>
                  </a:lnTo>
                  <a:close/>
                </a:path>
              </a:pathLst>
            </a:custGeom>
            <a:solidFill>
              <a:srgbClr val="EDEA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2320290" y="4852669"/>
              <a:ext cx="43180" cy="25400"/>
            </a:xfrm>
            <a:custGeom>
              <a:avLst/>
              <a:gdLst/>
              <a:ahLst/>
              <a:cxnLst/>
              <a:rect l="l" t="t" r="r" b="b"/>
              <a:pathLst>
                <a:path w="43180" h="25400">
                  <a:moveTo>
                    <a:pt x="0" y="25399"/>
                  </a:moveTo>
                  <a:lnTo>
                    <a:pt x="0" y="0"/>
                  </a:lnTo>
                  <a:lnTo>
                    <a:pt x="43180" y="0"/>
                  </a:lnTo>
                  <a:lnTo>
                    <a:pt x="43180" y="25399"/>
                  </a:lnTo>
                  <a:lnTo>
                    <a:pt x="0" y="25399"/>
                  </a:lnTo>
                  <a:close/>
                </a:path>
              </a:pathLst>
            </a:custGeom>
            <a:solidFill>
              <a:srgbClr val="ECE9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2320290" y="4878069"/>
              <a:ext cx="43180" cy="25400"/>
            </a:xfrm>
            <a:custGeom>
              <a:avLst/>
              <a:gdLst/>
              <a:ahLst/>
              <a:cxnLst/>
              <a:rect l="l" t="t" r="r" b="b"/>
              <a:pathLst>
                <a:path w="43180" h="25400">
                  <a:moveTo>
                    <a:pt x="0" y="25399"/>
                  </a:moveTo>
                  <a:lnTo>
                    <a:pt x="0" y="0"/>
                  </a:lnTo>
                  <a:lnTo>
                    <a:pt x="43180" y="0"/>
                  </a:lnTo>
                  <a:lnTo>
                    <a:pt x="43180" y="25399"/>
                  </a:lnTo>
                  <a:lnTo>
                    <a:pt x="0" y="25399"/>
                  </a:lnTo>
                  <a:close/>
                </a:path>
              </a:pathLst>
            </a:custGeom>
            <a:solidFill>
              <a:srgbClr val="ECE9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2320290" y="4903469"/>
              <a:ext cx="43180" cy="25400"/>
            </a:xfrm>
            <a:custGeom>
              <a:avLst/>
              <a:gdLst/>
              <a:ahLst/>
              <a:cxnLst/>
              <a:rect l="l" t="t" r="r" b="b"/>
              <a:pathLst>
                <a:path w="43180" h="25400">
                  <a:moveTo>
                    <a:pt x="0" y="25399"/>
                  </a:moveTo>
                  <a:lnTo>
                    <a:pt x="0" y="0"/>
                  </a:lnTo>
                  <a:lnTo>
                    <a:pt x="43180" y="0"/>
                  </a:lnTo>
                  <a:lnTo>
                    <a:pt x="43180" y="25399"/>
                  </a:lnTo>
                  <a:lnTo>
                    <a:pt x="0" y="25399"/>
                  </a:lnTo>
                  <a:close/>
                </a:path>
              </a:pathLst>
            </a:custGeom>
            <a:solidFill>
              <a:srgbClr val="EBE8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2320290" y="4928869"/>
              <a:ext cx="43180" cy="25400"/>
            </a:xfrm>
            <a:custGeom>
              <a:avLst/>
              <a:gdLst/>
              <a:ahLst/>
              <a:cxnLst/>
              <a:rect l="l" t="t" r="r" b="b"/>
              <a:pathLst>
                <a:path w="43180" h="25400">
                  <a:moveTo>
                    <a:pt x="0" y="25399"/>
                  </a:moveTo>
                  <a:lnTo>
                    <a:pt x="0" y="0"/>
                  </a:lnTo>
                  <a:lnTo>
                    <a:pt x="43180" y="0"/>
                  </a:lnTo>
                  <a:lnTo>
                    <a:pt x="43180" y="25399"/>
                  </a:lnTo>
                  <a:lnTo>
                    <a:pt x="0" y="25399"/>
                  </a:lnTo>
                  <a:close/>
                </a:path>
              </a:pathLst>
            </a:custGeom>
            <a:solidFill>
              <a:srgbClr val="EBE8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2320290" y="4954269"/>
              <a:ext cx="43180" cy="26670"/>
            </a:xfrm>
            <a:custGeom>
              <a:avLst/>
              <a:gdLst/>
              <a:ahLst/>
              <a:cxnLst/>
              <a:rect l="l" t="t" r="r" b="b"/>
              <a:pathLst>
                <a:path w="43180" h="26670">
                  <a:moveTo>
                    <a:pt x="0" y="26669"/>
                  </a:moveTo>
                  <a:lnTo>
                    <a:pt x="0" y="0"/>
                  </a:lnTo>
                  <a:lnTo>
                    <a:pt x="43180" y="0"/>
                  </a:lnTo>
                  <a:lnTo>
                    <a:pt x="43180" y="26669"/>
                  </a:lnTo>
                  <a:lnTo>
                    <a:pt x="0" y="26669"/>
                  </a:lnTo>
                  <a:close/>
                </a:path>
              </a:pathLst>
            </a:custGeom>
            <a:solidFill>
              <a:srgbClr val="EAE7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2320290" y="4980939"/>
              <a:ext cx="43180" cy="25400"/>
            </a:xfrm>
            <a:custGeom>
              <a:avLst/>
              <a:gdLst/>
              <a:ahLst/>
              <a:cxnLst/>
              <a:rect l="l" t="t" r="r" b="b"/>
              <a:pathLst>
                <a:path w="43180" h="25400">
                  <a:moveTo>
                    <a:pt x="0" y="25400"/>
                  </a:moveTo>
                  <a:lnTo>
                    <a:pt x="0" y="0"/>
                  </a:lnTo>
                  <a:lnTo>
                    <a:pt x="43180" y="0"/>
                  </a:lnTo>
                  <a:lnTo>
                    <a:pt x="43180" y="25400"/>
                  </a:lnTo>
                  <a:lnTo>
                    <a:pt x="0" y="25400"/>
                  </a:lnTo>
                  <a:close/>
                </a:path>
              </a:pathLst>
            </a:custGeom>
            <a:solidFill>
              <a:srgbClr val="EAE6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2320290" y="5006339"/>
              <a:ext cx="43180" cy="25400"/>
            </a:xfrm>
            <a:custGeom>
              <a:avLst/>
              <a:gdLst/>
              <a:ahLst/>
              <a:cxnLst/>
              <a:rect l="l" t="t" r="r" b="b"/>
              <a:pathLst>
                <a:path w="43180" h="25400">
                  <a:moveTo>
                    <a:pt x="0" y="25400"/>
                  </a:moveTo>
                  <a:lnTo>
                    <a:pt x="0" y="0"/>
                  </a:lnTo>
                  <a:lnTo>
                    <a:pt x="43180" y="0"/>
                  </a:lnTo>
                  <a:lnTo>
                    <a:pt x="43180" y="25400"/>
                  </a:lnTo>
                  <a:lnTo>
                    <a:pt x="0" y="25400"/>
                  </a:lnTo>
                  <a:close/>
                </a:path>
              </a:pathLst>
            </a:custGeom>
            <a:solidFill>
              <a:srgbClr val="E9E6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2320290" y="5031739"/>
              <a:ext cx="43180" cy="25400"/>
            </a:xfrm>
            <a:custGeom>
              <a:avLst/>
              <a:gdLst/>
              <a:ahLst/>
              <a:cxnLst/>
              <a:rect l="l" t="t" r="r" b="b"/>
              <a:pathLst>
                <a:path w="43180" h="25400">
                  <a:moveTo>
                    <a:pt x="0" y="25400"/>
                  </a:moveTo>
                  <a:lnTo>
                    <a:pt x="0" y="0"/>
                  </a:lnTo>
                  <a:lnTo>
                    <a:pt x="43180" y="0"/>
                  </a:lnTo>
                  <a:lnTo>
                    <a:pt x="43180" y="25400"/>
                  </a:lnTo>
                  <a:lnTo>
                    <a:pt x="0" y="25400"/>
                  </a:lnTo>
                  <a:close/>
                </a:path>
              </a:pathLst>
            </a:custGeom>
            <a:solidFill>
              <a:srgbClr val="E9E5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2320290" y="5057139"/>
              <a:ext cx="43180" cy="26670"/>
            </a:xfrm>
            <a:custGeom>
              <a:avLst/>
              <a:gdLst/>
              <a:ahLst/>
              <a:cxnLst/>
              <a:rect l="l" t="t" r="r" b="b"/>
              <a:pathLst>
                <a:path w="43180" h="26670">
                  <a:moveTo>
                    <a:pt x="0" y="26670"/>
                  </a:moveTo>
                  <a:lnTo>
                    <a:pt x="0" y="0"/>
                  </a:lnTo>
                  <a:lnTo>
                    <a:pt x="43180" y="0"/>
                  </a:lnTo>
                  <a:lnTo>
                    <a:pt x="43180" y="26670"/>
                  </a:lnTo>
                  <a:lnTo>
                    <a:pt x="0" y="26670"/>
                  </a:lnTo>
                  <a:close/>
                </a:path>
              </a:pathLst>
            </a:custGeom>
            <a:solidFill>
              <a:srgbClr val="E8E5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2320290" y="5083809"/>
              <a:ext cx="43180" cy="25400"/>
            </a:xfrm>
            <a:custGeom>
              <a:avLst/>
              <a:gdLst/>
              <a:ahLst/>
              <a:cxnLst/>
              <a:rect l="l" t="t" r="r" b="b"/>
              <a:pathLst>
                <a:path w="43180" h="25400">
                  <a:moveTo>
                    <a:pt x="0" y="25400"/>
                  </a:moveTo>
                  <a:lnTo>
                    <a:pt x="0" y="0"/>
                  </a:lnTo>
                  <a:lnTo>
                    <a:pt x="43180" y="0"/>
                  </a:lnTo>
                  <a:lnTo>
                    <a:pt x="43180" y="25400"/>
                  </a:lnTo>
                  <a:lnTo>
                    <a:pt x="0" y="25400"/>
                  </a:lnTo>
                  <a:close/>
                </a:path>
              </a:pathLst>
            </a:custGeom>
            <a:solidFill>
              <a:srgbClr val="E8E4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2320290" y="5109209"/>
              <a:ext cx="43180" cy="25400"/>
            </a:xfrm>
            <a:custGeom>
              <a:avLst/>
              <a:gdLst/>
              <a:ahLst/>
              <a:cxnLst/>
              <a:rect l="l" t="t" r="r" b="b"/>
              <a:pathLst>
                <a:path w="43180" h="25400">
                  <a:moveTo>
                    <a:pt x="0" y="25400"/>
                  </a:moveTo>
                  <a:lnTo>
                    <a:pt x="0" y="0"/>
                  </a:lnTo>
                  <a:lnTo>
                    <a:pt x="43180" y="0"/>
                  </a:lnTo>
                  <a:lnTo>
                    <a:pt x="43180" y="25400"/>
                  </a:lnTo>
                  <a:lnTo>
                    <a:pt x="0" y="25400"/>
                  </a:lnTo>
                  <a:close/>
                </a:path>
              </a:pathLst>
            </a:custGeom>
            <a:solidFill>
              <a:srgbClr val="E7E4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2320290" y="5134609"/>
              <a:ext cx="43180" cy="25400"/>
            </a:xfrm>
            <a:custGeom>
              <a:avLst/>
              <a:gdLst/>
              <a:ahLst/>
              <a:cxnLst/>
              <a:rect l="l" t="t" r="r" b="b"/>
              <a:pathLst>
                <a:path w="43180" h="25400">
                  <a:moveTo>
                    <a:pt x="0" y="25400"/>
                  </a:moveTo>
                  <a:lnTo>
                    <a:pt x="0" y="0"/>
                  </a:lnTo>
                  <a:lnTo>
                    <a:pt x="43180" y="0"/>
                  </a:lnTo>
                  <a:lnTo>
                    <a:pt x="43180" y="25400"/>
                  </a:lnTo>
                  <a:lnTo>
                    <a:pt x="0" y="25400"/>
                  </a:lnTo>
                  <a:close/>
                </a:path>
              </a:pathLst>
            </a:custGeom>
            <a:solidFill>
              <a:srgbClr val="E7E3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2320290" y="5160009"/>
              <a:ext cx="43180" cy="26670"/>
            </a:xfrm>
            <a:custGeom>
              <a:avLst/>
              <a:gdLst/>
              <a:ahLst/>
              <a:cxnLst/>
              <a:rect l="l" t="t" r="r" b="b"/>
              <a:pathLst>
                <a:path w="43180" h="26670">
                  <a:moveTo>
                    <a:pt x="0" y="26669"/>
                  </a:moveTo>
                  <a:lnTo>
                    <a:pt x="0" y="0"/>
                  </a:lnTo>
                  <a:lnTo>
                    <a:pt x="43180" y="0"/>
                  </a:lnTo>
                  <a:lnTo>
                    <a:pt x="43180" y="26669"/>
                  </a:lnTo>
                  <a:lnTo>
                    <a:pt x="0" y="26669"/>
                  </a:lnTo>
                  <a:close/>
                </a:path>
              </a:pathLst>
            </a:custGeom>
            <a:solidFill>
              <a:srgbClr val="E6E3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2320290" y="5186679"/>
              <a:ext cx="43180" cy="25400"/>
            </a:xfrm>
            <a:custGeom>
              <a:avLst/>
              <a:gdLst/>
              <a:ahLst/>
              <a:cxnLst/>
              <a:rect l="l" t="t" r="r" b="b"/>
              <a:pathLst>
                <a:path w="43180" h="25400">
                  <a:moveTo>
                    <a:pt x="0" y="25400"/>
                  </a:moveTo>
                  <a:lnTo>
                    <a:pt x="0" y="0"/>
                  </a:lnTo>
                  <a:lnTo>
                    <a:pt x="43180" y="0"/>
                  </a:lnTo>
                  <a:lnTo>
                    <a:pt x="43180" y="25400"/>
                  </a:lnTo>
                  <a:lnTo>
                    <a:pt x="0" y="25400"/>
                  </a:lnTo>
                  <a:close/>
                </a:path>
              </a:pathLst>
            </a:custGeom>
            <a:solidFill>
              <a:srgbClr val="E6E2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2320290" y="5212079"/>
              <a:ext cx="43180" cy="50800"/>
            </a:xfrm>
            <a:custGeom>
              <a:avLst/>
              <a:gdLst/>
              <a:ahLst/>
              <a:cxnLst/>
              <a:rect l="l" t="t" r="r" b="b"/>
              <a:pathLst>
                <a:path w="43180" h="50800">
                  <a:moveTo>
                    <a:pt x="43180" y="0"/>
                  </a:moveTo>
                  <a:lnTo>
                    <a:pt x="0" y="0"/>
                  </a:lnTo>
                  <a:lnTo>
                    <a:pt x="0" y="25400"/>
                  </a:lnTo>
                  <a:lnTo>
                    <a:pt x="0" y="50800"/>
                  </a:lnTo>
                  <a:lnTo>
                    <a:pt x="43180" y="50800"/>
                  </a:lnTo>
                  <a:lnTo>
                    <a:pt x="43180" y="25400"/>
                  </a:lnTo>
                  <a:lnTo>
                    <a:pt x="43180" y="0"/>
                  </a:lnTo>
                  <a:close/>
                </a:path>
              </a:pathLst>
            </a:custGeom>
            <a:solidFill>
              <a:srgbClr val="E5E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2320290" y="5262879"/>
              <a:ext cx="43180" cy="26670"/>
            </a:xfrm>
            <a:custGeom>
              <a:avLst/>
              <a:gdLst/>
              <a:ahLst/>
              <a:cxnLst/>
              <a:rect l="l" t="t" r="r" b="b"/>
              <a:pathLst>
                <a:path w="43180" h="26670">
                  <a:moveTo>
                    <a:pt x="0" y="26670"/>
                  </a:moveTo>
                  <a:lnTo>
                    <a:pt x="0" y="0"/>
                  </a:lnTo>
                  <a:lnTo>
                    <a:pt x="43180" y="0"/>
                  </a:lnTo>
                  <a:lnTo>
                    <a:pt x="43180" y="26670"/>
                  </a:lnTo>
                  <a:lnTo>
                    <a:pt x="0" y="26670"/>
                  </a:lnTo>
                  <a:close/>
                </a:path>
              </a:pathLst>
            </a:custGeom>
            <a:solidFill>
              <a:srgbClr val="E4E0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2320290" y="5289550"/>
              <a:ext cx="43180" cy="25400"/>
            </a:xfrm>
            <a:custGeom>
              <a:avLst/>
              <a:gdLst/>
              <a:ahLst/>
              <a:cxnLst/>
              <a:rect l="l" t="t" r="r" b="b"/>
              <a:pathLst>
                <a:path w="43180" h="25400">
                  <a:moveTo>
                    <a:pt x="0" y="25400"/>
                  </a:moveTo>
                  <a:lnTo>
                    <a:pt x="0" y="0"/>
                  </a:lnTo>
                  <a:lnTo>
                    <a:pt x="43180" y="0"/>
                  </a:lnTo>
                  <a:lnTo>
                    <a:pt x="43180" y="25400"/>
                  </a:lnTo>
                  <a:lnTo>
                    <a:pt x="0" y="25400"/>
                  </a:lnTo>
                  <a:close/>
                </a:path>
              </a:pathLst>
            </a:custGeom>
            <a:solidFill>
              <a:srgbClr val="E4E0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2320290" y="5314950"/>
              <a:ext cx="43180" cy="25400"/>
            </a:xfrm>
            <a:custGeom>
              <a:avLst/>
              <a:gdLst/>
              <a:ahLst/>
              <a:cxnLst/>
              <a:rect l="l" t="t" r="r" b="b"/>
              <a:pathLst>
                <a:path w="43180" h="25400">
                  <a:moveTo>
                    <a:pt x="0" y="25400"/>
                  </a:moveTo>
                  <a:lnTo>
                    <a:pt x="0" y="0"/>
                  </a:lnTo>
                  <a:lnTo>
                    <a:pt x="43180" y="0"/>
                  </a:lnTo>
                  <a:lnTo>
                    <a:pt x="43180" y="25400"/>
                  </a:lnTo>
                  <a:lnTo>
                    <a:pt x="0" y="25400"/>
                  </a:lnTo>
                  <a:close/>
                </a:path>
              </a:pathLst>
            </a:custGeom>
            <a:solidFill>
              <a:srgbClr val="E3DF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2320290" y="5340350"/>
              <a:ext cx="43180" cy="25400"/>
            </a:xfrm>
            <a:custGeom>
              <a:avLst/>
              <a:gdLst/>
              <a:ahLst/>
              <a:cxnLst/>
              <a:rect l="l" t="t" r="r" b="b"/>
              <a:pathLst>
                <a:path w="43180" h="25400">
                  <a:moveTo>
                    <a:pt x="0" y="25400"/>
                  </a:moveTo>
                  <a:lnTo>
                    <a:pt x="0" y="0"/>
                  </a:lnTo>
                  <a:lnTo>
                    <a:pt x="43180" y="0"/>
                  </a:lnTo>
                  <a:lnTo>
                    <a:pt x="43180" y="25400"/>
                  </a:lnTo>
                  <a:lnTo>
                    <a:pt x="0" y="25400"/>
                  </a:lnTo>
                  <a:close/>
                </a:path>
              </a:pathLst>
            </a:custGeom>
            <a:solidFill>
              <a:srgbClr val="E3DF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2320290" y="5365750"/>
              <a:ext cx="43180" cy="25400"/>
            </a:xfrm>
            <a:custGeom>
              <a:avLst/>
              <a:gdLst/>
              <a:ahLst/>
              <a:cxnLst/>
              <a:rect l="l" t="t" r="r" b="b"/>
              <a:pathLst>
                <a:path w="43180" h="25400">
                  <a:moveTo>
                    <a:pt x="0" y="25400"/>
                  </a:moveTo>
                  <a:lnTo>
                    <a:pt x="0" y="0"/>
                  </a:lnTo>
                  <a:lnTo>
                    <a:pt x="43180" y="0"/>
                  </a:lnTo>
                  <a:lnTo>
                    <a:pt x="43180" y="25400"/>
                  </a:lnTo>
                  <a:lnTo>
                    <a:pt x="0" y="25400"/>
                  </a:lnTo>
                  <a:close/>
                </a:path>
              </a:pathLst>
            </a:custGeom>
            <a:solidFill>
              <a:srgbClr val="E2DE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2320290" y="5391150"/>
              <a:ext cx="43180" cy="26670"/>
            </a:xfrm>
            <a:custGeom>
              <a:avLst/>
              <a:gdLst/>
              <a:ahLst/>
              <a:cxnLst/>
              <a:rect l="l" t="t" r="r" b="b"/>
              <a:pathLst>
                <a:path w="43180" h="26670">
                  <a:moveTo>
                    <a:pt x="0" y="26669"/>
                  </a:moveTo>
                  <a:lnTo>
                    <a:pt x="0" y="0"/>
                  </a:lnTo>
                  <a:lnTo>
                    <a:pt x="43180" y="0"/>
                  </a:lnTo>
                  <a:lnTo>
                    <a:pt x="43180" y="26669"/>
                  </a:lnTo>
                  <a:lnTo>
                    <a:pt x="0" y="26669"/>
                  </a:lnTo>
                  <a:close/>
                </a:path>
              </a:pathLst>
            </a:custGeom>
            <a:solidFill>
              <a:srgbClr val="E2DD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2320290" y="5417819"/>
              <a:ext cx="43180" cy="25400"/>
            </a:xfrm>
            <a:custGeom>
              <a:avLst/>
              <a:gdLst/>
              <a:ahLst/>
              <a:cxnLst/>
              <a:rect l="l" t="t" r="r" b="b"/>
              <a:pathLst>
                <a:path w="43180" h="25400">
                  <a:moveTo>
                    <a:pt x="0" y="25399"/>
                  </a:moveTo>
                  <a:lnTo>
                    <a:pt x="0" y="0"/>
                  </a:lnTo>
                  <a:lnTo>
                    <a:pt x="43180" y="0"/>
                  </a:lnTo>
                  <a:lnTo>
                    <a:pt x="43180" y="25399"/>
                  </a:lnTo>
                  <a:lnTo>
                    <a:pt x="0" y="25399"/>
                  </a:lnTo>
                  <a:close/>
                </a:path>
              </a:pathLst>
            </a:custGeom>
            <a:solidFill>
              <a:srgbClr val="E1DD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2320290" y="5443219"/>
              <a:ext cx="43180" cy="25400"/>
            </a:xfrm>
            <a:custGeom>
              <a:avLst/>
              <a:gdLst/>
              <a:ahLst/>
              <a:cxnLst/>
              <a:rect l="l" t="t" r="r" b="b"/>
              <a:pathLst>
                <a:path w="43180" h="25400">
                  <a:moveTo>
                    <a:pt x="0" y="25399"/>
                  </a:moveTo>
                  <a:lnTo>
                    <a:pt x="0" y="0"/>
                  </a:lnTo>
                  <a:lnTo>
                    <a:pt x="43180" y="0"/>
                  </a:lnTo>
                  <a:lnTo>
                    <a:pt x="43180" y="25399"/>
                  </a:lnTo>
                  <a:lnTo>
                    <a:pt x="0" y="25399"/>
                  </a:lnTo>
                  <a:close/>
                </a:path>
              </a:pathLst>
            </a:custGeom>
            <a:solidFill>
              <a:srgbClr val="E1DC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2320290" y="5468619"/>
              <a:ext cx="43180" cy="26670"/>
            </a:xfrm>
            <a:custGeom>
              <a:avLst/>
              <a:gdLst/>
              <a:ahLst/>
              <a:cxnLst/>
              <a:rect l="l" t="t" r="r" b="b"/>
              <a:pathLst>
                <a:path w="43180" h="26670">
                  <a:moveTo>
                    <a:pt x="0" y="26669"/>
                  </a:moveTo>
                  <a:lnTo>
                    <a:pt x="0" y="0"/>
                  </a:lnTo>
                  <a:lnTo>
                    <a:pt x="43180" y="0"/>
                  </a:lnTo>
                  <a:lnTo>
                    <a:pt x="43180" y="26669"/>
                  </a:lnTo>
                  <a:lnTo>
                    <a:pt x="0" y="26669"/>
                  </a:lnTo>
                  <a:close/>
                </a:path>
              </a:pathLst>
            </a:custGeom>
            <a:solidFill>
              <a:srgbClr val="E0DC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2320290" y="5495289"/>
              <a:ext cx="43180" cy="25400"/>
            </a:xfrm>
            <a:custGeom>
              <a:avLst/>
              <a:gdLst/>
              <a:ahLst/>
              <a:cxnLst/>
              <a:rect l="l" t="t" r="r" b="b"/>
              <a:pathLst>
                <a:path w="43180" h="25400">
                  <a:moveTo>
                    <a:pt x="43180" y="0"/>
                  </a:moveTo>
                  <a:lnTo>
                    <a:pt x="0" y="0"/>
                  </a:lnTo>
                  <a:lnTo>
                    <a:pt x="0" y="8890"/>
                  </a:lnTo>
                  <a:lnTo>
                    <a:pt x="1270" y="8890"/>
                  </a:lnTo>
                  <a:lnTo>
                    <a:pt x="1270" y="10160"/>
                  </a:lnTo>
                  <a:lnTo>
                    <a:pt x="2540" y="10160"/>
                  </a:lnTo>
                  <a:lnTo>
                    <a:pt x="2540" y="11430"/>
                  </a:lnTo>
                  <a:lnTo>
                    <a:pt x="43180" y="11430"/>
                  </a:lnTo>
                  <a:lnTo>
                    <a:pt x="43180" y="0"/>
                  </a:lnTo>
                  <a:close/>
                </a:path>
                <a:path w="43180" h="25400">
                  <a:moveTo>
                    <a:pt x="43180" y="11430"/>
                  </a:moveTo>
                  <a:lnTo>
                    <a:pt x="3810" y="11430"/>
                  </a:lnTo>
                  <a:lnTo>
                    <a:pt x="3810" y="12700"/>
                  </a:lnTo>
                  <a:lnTo>
                    <a:pt x="5080" y="12700"/>
                  </a:lnTo>
                  <a:lnTo>
                    <a:pt x="5080" y="13970"/>
                  </a:lnTo>
                  <a:lnTo>
                    <a:pt x="43180" y="13970"/>
                  </a:lnTo>
                  <a:lnTo>
                    <a:pt x="43180" y="11430"/>
                  </a:lnTo>
                  <a:close/>
                </a:path>
                <a:path w="43180" h="25400">
                  <a:moveTo>
                    <a:pt x="43180" y="13970"/>
                  </a:moveTo>
                  <a:lnTo>
                    <a:pt x="6350" y="13970"/>
                  </a:lnTo>
                  <a:lnTo>
                    <a:pt x="6350" y="15240"/>
                  </a:lnTo>
                  <a:lnTo>
                    <a:pt x="7620" y="15240"/>
                  </a:lnTo>
                  <a:lnTo>
                    <a:pt x="7620" y="16510"/>
                  </a:lnTo>
                  <a:lnTo>
                    <a:pt x="8890" y="16510"/>
                  </a:lnTo>
                  <a:lnTo>
                    <a:pt x="8890" y="17780"/>
                  </a:lnTo>
                  <a:lnTo>
                    <a:pt x="43180" y="17780"/>
                  </a:lnTo>
                  <a:lnTo>
                    <a:pt x="43180" y="13970"/>
                  </a:lnTo>
                  <a:close/>
                </a:path>
                <a:path w="43180" h="25400">
                  <a:moveTo>
                    <a:pt x="43180" y="17780"/>
                  </a:moveTo>
                  <a:lnTo>
                    <a:pt x="10160" y="17780"/>
                  </a:lnTo>
                  <a:lnTo>
                    <a:pt x="10160" y="19050"/>
                  </a:lnTo>
                  <a:lnTo>
                    <a:pt x="11430" y="19050"/>
                  </a:lnTo>
                  <a:lnTo>
                    <a:pt x="11430" y="20320"/>
                  </a:lnTo>
                  <a:lnTo>
                    <a:pt x="43180" y="20320"/>
                  </a:lnTo>
                  <a:lnTo>
                    <a:pt x="43180" y="17780"/>
                  </a:lnTo>
                  <a:close/>
                </a:path>
                <a:path w="43180" h="25400">
                  <a:moveTo>
                    <a:pt x="43180" y="20320"/>
                  </a:moveTo>
                  <a:lnTo>
                    <a:pt x="12700" y="20320"/>
                  </a:lnTo>
                  <a:lnTo>
                    <a:pt x="12700" y="21590"/>
                  </a:lnTo>
                  <a:lnTo>
                    <a:pt x="13970" y="21590"/>
                  </a:lnTo>
                  <a:lnTo>
                    <a:pt x="13970" y="22860"/>
                  </a:lnTo>
                  <a:lnTo>
                    <a:pt x="15240" y="22860"/>
                  </a:lnTo>
                  <a:lnTo>
                    <a:pt x="15240" y="24130"/>
                  </a:lnTo>
                  <a:lnTo>
                    <a:pt x="43180" y="24130"/>
                  </a:lnTo>
                  <a:lnTo>
                    <a:pt x="43180" y="20320"/>
                  </a:lnTo>
                  <a:close/>
                </a:path>
                <a:path w="43180" h="25400">
                  <a:moveTo>
                    <a:pt x="43180" y="24130"/>
                  </a:moveTo>
                  <a:lnTo>
                    <a:pt x="16510" y="24130"/>
                  </a:lnTo>
                  <a:lnTo>
                    <a:pt x="16510" y="25400"/>
                  </a:lnTo>
                  <a:lnTo>
                    <a:pt x="43180" y="25400"/>
                  </a:lnTo>
                  <a:lnTo>
                    <a:pt x="43180" y="24130"/>
                  </a:lnTo>
                  <a:close/>
                </a:path>
              </a:pathLst>
            </a:custGeom>
            <a:solidFill>
              <a:srgbClr val="E0DB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2338069" y="5520689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2540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0" y="1270"/>
                  </a:lnTo>
                  <a:lnTo>
                    <a:pt x="25400" y="0"/>
                  </a:lnTo>
                  <a:close/>
                </a:path>
                <a:path w="25400" h="25400">
                  <a:moveTo>
                    <a:pt x="25400" y="1270"/>
                  </a:moveTo>
                  <a:lnTo>
                    <a:pt x="1269" y="1270"/>
                  </a:lnTo>
                  <a:lnTo>
                    <a:pt x="1269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80"/>
                  </a:lnTo>
                  <a:lnTo>
                    <a:pt x="25400" y="5080"/>
                  </a:lnTo>
                  <a:lnTo>
                    <a:pt x="25400" y="1270"/>
                  </a:lnTo>
                  <a:close/>
                </a:path>
                <a:path w="25400" h="25400">
                  <a:moveTo>
                    <a:pt x="25400" y="5080"/>
                  </a:moveTo>
                  <a:lnTo>
                    <a:pt x="5080" y="5080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20"/>
                  </a:lnTo>
                  <a:lnTo>
                    <a:pt x="25400" y="7620"/>
                  </a:lnTo>
                  <a:lnTo>
                    <a:pt x="25400" y="5080"/>
                  </a:lnTo>
                  <a:close/>
                </a:path>
                <a:path w="25400" h="25400">
                  <a:moveTo>
                    <a:pt x="25400" y="7620"/>
                  </a:moveTo>
                  <a:lnTo>
                    <a:pt x="7619" y="7620"/>
                  </a:lnTo>
                  <a:lnTo>
                    <a:pt x="7619" y="8890"/>
                  </a:lnTo>
                  <a:lnTo>
                    <a:pt x="8890" y="8890"/>
                  </a:lnTo>
                  <a:lnTo>
                    <a:pt x="8890" y="10160"/>
                  </a:lnTo>
                  <a:lnTo>
                    <a:pt x="10160" y="10160"/>
                  </a:lnTo>
                  <a:lnTo>
                    <a:pt x="10160" y="11430"/>
                  </a:lnTo>
                  <a:lnTo>
                    <a:pt x="25400" y="11430"/>
                  </a:lnTo>
                  <a:lnTo>
                    <a:pt x="25400" y="7620"/>
                  </a:lnTo>
                  <a:close/>
                </a:path>
                <a:path w="25400" h="25400">
                  <a:moveTo>
                    <a:pt x="25400" y="11430"/>
                  </a:moveTo>
                  <a:lnTo>
                    <a:pt x="11430" y="11430"/>
                  </a:lnTo>
                  <a:lnTo>
                    <a:pt x="11430" y="12700"/>
                  </a:lnTo>
                  <a:lnTo>
                    <a:pt x="12700" y="12700"/>
                  </a:lnTo>
                  <a:lnTo>
                    <a:pt x="12700" y="13970"/>
                  </a:lnTo>
                  <a:lnTo>
                    <a:pt x="25400" y="13970"/>
                  </a:lnTo>
                  <a:lnTo>
                    <a:pt x="25400" y="11430"/>
                  </a:lnTo>
                  <a:close/>
                </a:path>
                <a:path w="25400" h="25400">
                  <a:moveTo>
                    <a:pt x="25400" y="13970"/>
                  </a:moveTo>
                  <a:lnTo>
                    <a:pt x="13969" y="13970"/>
                  </a:lnTo>
                  <a:lnTo>
                    <a:pt x="13969" y="15240"/>
                  </a:lnTo>
                  <a:lnTo>
                    <a:pt x="15240" y="15240"/>
                  </a:lnTo>
                  <a:lnTo>
                    <a:pt x="15240" y="16510"/>
                  </a:lnTo>
                  <a:lnTo>
                    <a:pt x="16510" y="16510"/>
                  </a:lnTo>
                  <a:lnTo>
                    <a:pt x="16510" y="17780"/>
                  </a:lnTo>
                  <a:lnTo>
                    <a:pt x="25400" y="17780"/>
                  </a:lnTo>
                  <a:lnTo>
                    <a:pt x="25400" y="13970"/>
                  </a:lnTo>
                  <a:close/>
                </a:path>
                <a:path w="25400" h="25400">
                  <a:moveTo>
                    <a:pt x="25400" y="17780"/>
                  </a:moveTo>
                  <a:lnTo>
                    <a:pt x="17780" y="17780"/>
                  </a:lnTo>
                  <a:lnTo>
                    <a:pt x="17780" y="19050"/>
                  </a:lnTo>
                  <a:lnTo>
                    <a:pt x="19050" y="19050"/>
                  </a:lnTo>
                  <a:lnTo>
                    <a:pt x="19050" y="20320"/>
                  </a:lnTo>
                  <a:lnTo>
                    <a:pt x="25400" y="20320"/>
                  </a:lnTo>
                  <a:lnTo>
                    <a:pt x="25400" y="17780"/>
                  </a:lnTo>
                  <a:close/>
                </a:path>
                <a:path w="25400" h="25400">
                  <a:moveTo>
                    <a:pt x="25400" y="20320"/>
                  </a:moveTo>
                  <a:lnTo>
                    <a:pt x="20319" y="20320"/>
                  </a:lnTo>
                  <a:lnTo>
                    <a:pt x="20319" y="21590"/>
                  </a:lnTo>
                  <a:lnTo>
                    <a:pt x="21590" y="21590"/>
                  </a:lnTo>
                  <a:lnTo>
                    <a:pt x="21590" y="22860"/>
                  </a:lnTo>
                  <a:lnTo>
                    <a:pt x="22860" y="22860"/>
                  </a:lnTo>
                  <a:lnTo>
                    <a:pt x="22860" y="24130"/>
                  </a:lnTo>
                  <a:lnTo>
                    <a:pt x="25400" y="24130"/>
                  </a:lnTo>
                  <a:lnTo>
                    <a:pt x="25400" y="20320"/>
                  </a:lnTo>
                  <a:close/>
                </a:path>
                <a:path w="25400" h="25400">
                  <a:moveTo>
                    <a:pt x="25400" y="24130"/>
                  </a:moveTo>
                  <a:lnTo>
                    <a:pt x="24130" y="24130"/>
                  </a:lnTo>
                  <a:lnTo>
                    <a:pt x="24130" y="25400"/>
                  </a:lnTo>
                  <a:lnTo>
                    <a:pt x="25400" y="25400"/>
                  </a:lnTo>
                  <a:lnTo>
                    <a:pt x="25400" y="24130"/>
                  </a:lnTo>
                  <a:close/>
                </a:path>
              </a:pathLst>
            </a:custGeom>
            <a:solidFill>
              <a:srgbClr val="DFDB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1183640" y="5502922"/>
              <a:ext cx="1139190" cy="2540"/>
            </a:xfrm>
            <a:custGeom>
              <a:avLst/>
              <a:gdLst/>
              <a:ahLst/>
              <a:cxnLst/>
              <a:rect l="l" t="t" r="r" b="b"/>
              <a:pathLst>
                <a:path w="1139189" h="2539">
                  <a:moveTo>
                    <a:pt x="1139190" y="1257"/>
                  </a:moveTo>
                  <a:lnTo>
                    <a:pt x="1137920" y="1257"/>
                  </a:lnTo>
                  <a:lnTo>
                    <a:pt x="1137920" y="0"/>
                  </a:lnTo>
                  <a:lnTo>
                    <a:pt x="1270" y="0"/>
                  </a:lnTo>
                  <a:lnTo>
                    <a:pt x="1270" y="1257"/>
                  </a:lnTo>
                  <a:lnTo>
                    <a:pt x="0" y="1257"/>
                  </a:lnTo>
                  <a:lnTo>
                    <a:pt x="0" y="2527"/>
                  </a:lnTo>
                  <a:lnTo>
                    <a:pt x="1139190" y="2527"/>
                  </a:lnTo>
                  <a:lnTo>
                    <a:pt x="1139190" y="1257"/>
                  </a:lnTo>
                  <a:close/>
                </a:path>
              </a:pathLst>
            </a:custGeom>
            <a:solidFill>
              <a:srgbClr val="F1EF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1179830" y="5505449"/>
              <a:ext cx="1146810" cy="3810"/>
            </a:xfrm>
            <a:custGeom>
              <a:avLst/>
              <a:gdLst/>
              <a:ahLst/>
              <a:cxnLst/>
              <a:rect l="l" t="t" r="r" b="b"/>
              <a:pathLst>
                <a:path w="1146810" h="3810">
                  <a:moveTo>
                    <a:pt x="114427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1144270" y="1270"/>
                  </a:lnTo>
                  <a:lnTo>
                    <a:pt x="1144270" y="0"/>
                  </a:lnTo>
                  <a:close/>
                </a:path>
                <a:path w="1146810" h="3810">
                  <a:moveTo>
                    <a:pt x="1146810" y="2540"/>
                  </a:moveTo>
                  <a:lnTo>
                    <a:pt x="1145540" y="2540"/>
                  </a:lnTo>
                  <a:lnTo>
                    <a:pt x="114554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1146810" y="3810"/>
                  </a:lnTo>
                  <a:lnTo>
                    <a:pt x="1146810" y="2540"/>
                  </a:lnTo>
                  <a:close/>
                </a:path>
              </a:pathLst>
            </a:custGeom>
            <a:solidFill>
              <a:srgbClr val="F0EE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1176020" y="5509272"/>
              <a:ext cx="1154430" cy="3810"/>
            </a:xfrm>
            <a:custGeom>
              <a:avLst/>
              <a:gdLst/>
              <a:ahLst/>
              <a:cxnLst/>
              <a:rect l="l" t="t" r="r" b="b"/>
              <a:pathLst>
                <a:path w="1154430" h="3810">
                  <a:moveTo>
                    <a:pt x="1154430" y="2527"/>
                  </a:moveTo>
                  <a:lnTo>
                    <a:pt x="1153160" y="2527"/>
                  </a:lnTo>
                  <a:lnTo>
                    <a:pt x="1153160" y="1257"/>
                  </a:lnTo>
                  <a:lnTo>
                    <a:pt x="1151890" y="1257"/>
                  </a:lnTo>
                  <a:lnTo>
                    <a:pt x="1151890" y="0"/>
                  </a:lnTo>
                  <a:lnTo>
                    <a:pt x="2540" y="0"/>
                  </a:lnTo>
                  <a:lnTo>
                    <a:pt x="254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0" y="2527"/>
                  </a:lnTo>
                  <a:lnTo>
                    <a:pt x="0" y="3797"/>
                  </a:lnTo>
                  <a:lnTo>
                    <a:pt x="1154430" y="3797"/>
                  </a:lnTo>
                  <a:lnTo>
                    <a:pt x="1154430" y="2527"/>
                  </a:lnTo>
                  <a:close/>
                </a:path>
              </a:pathLst>
            </a:custGeom>
            <a:solidFill>
              <a:srgbClr val="EFEC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1172210" y="5513082"/>
              <a:ext cx="1162050" cy="3810"/>
            </a:xfrm>
            <a:custGeom>
              <a:avLst/>
              <a:gdLst/>
              <a:ahLst/>
              <a:cxnLst/>
              <a:rect l="l" t="t" r="r" b="b"/>
              <a:pathLst>
                <a:path w="1162050" h="3810">
                  <a:moveTo>
                    <a:pt x="1160780" y="1257"/>
                  </a:moveTo>
                  <a:lnTo>
                    <a:pt x="1159510" y="1257"/>
                  </a:lnTo>
                  <a:lnTo>
                    <a:pt x="1159510" y="0"/>
                  </a:lnTo>
                  <a:lnTo>
                    <a:pt x="2540" y="0"/>
                  </a:lnTo>
                  <a:lnTo>
                    <a:pt x="254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1160780" y="2527"/>
                  </a:lnTo>
                  <a:lnTo>
                    <a:pt x="1160780" y="1257"/>
                  </a:lnTo>
                  <a:close/>
                </a:path>
                <a:path w="1162050" h="3810">
                  <a:moveTo>
                    <a:pt x="1162050" y="2540"/>
                  </a:moveTo>
                  <a:lnTo>
                    <a:pt x="0" y="2540"/>
                  </a:lnTo>
                  <a:lnTo>
                    <a:pt x="0" y="3797"/>
                  </a:lnTo>
                  <a:lnTo>
                    <a:pt x="1162050" y="3797"/>
                  </a:lnTo>
                  <a:lnTo>
                    <a:pt x="1162050" y="2540"/>
                  </a:lnTo>
                  <a:close/>
                </a:path>
              </a:pathLst>
            </a:custGeom>
            <a:solidFill>
              <a:srgbClr val="EDE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1168400" y="5516879"/>
              <a:ext cx="1169670" cy="3810"/>
            </a:xfrm>
            <a:custGeom>
              <a:avLst/>
              <a:gdLst/>
              <a:ahLst/>
              <a:cxnLst/>
              <a:rect l="l" t="t" r="r" b="b"/>
              <a:pathLst>
                <a:path w="1169670" h="3810">
                  <a:moveTo>
                    <a:pt x="1168400" y="1270"/>
                  </a:moveTo>
                  <a:lnTo>
                    <a:pt x="1167130" y="1270"/>
                  </a:lnTo>
                  <a:lnTo>
                    <a:pt x="116713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1168400" y="2540"/>
                  </a:lnTo>
                  <a:lnTo>
                    <a:pt x="1168400" y="1270"/>
                  </a:lnTo>
                  <a:close/>
                </a:path>
                <a:path w="1169670" h="3810">
                  <a:moveTo>
                    <a:pt x="1169670" y="2552"/>
                  </a:moveTo>
                  <a:lnTo>
                    <a:pt x="0" y="2552"/>
                  </a:lnTo>
                  <a:lnTo>
                    <a:pt x="0" y="3810"/>
                  </a:lnTo>
                  <a:lnTo>
                    <a:pt x="1169670" y="3810"/>
                  </a:lnTo>
                  <a:lnTo>
                    <a:pt x="1169670" y="2552"/>
                  </a:lnTo>
                  <a:close/>
                </a:path>
              </a:pathLst>
            </a:custGeom>
            <a:solidFill>
              <a:srgbClr val="ECE9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1165860" y="5520689"/>
              <a:ext cx="1174750" cy="2540"/>
            </a:xfrm>
            <a:custGeom>
              <a:avLst/>
              <a:gdLst/>
              <a:ahLst/>
              <a:cxnLst/>
              <a:rect l="l" t="t" r="r" b="b"/>
              <a:pathLst>
                <a:path w="1174750" h="2539">
                  <a:moveTo>
                    <a:pt x="117348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1173480" y="1270"/>
                  </a:lnTo>
                  <a:lnTo>
                    <a:pt x="1173480" y="0"/>
                  </a:lnTo>
                  <a:close/>
                </a:path>
                <a:path w="1174750" h="2539">
                  <a:moveTo>
                    <a:pt x="1174750" y="1282"/>
                  </a:moveTo>
                  <a:lnTo>
                    <a:pt x="0" y="1282"/>
                  </a:lnTo>
                  <a:lnTo>
                    <a:pt x="0" y="2540"/>
                  </a:lnTo>
                  <a:lnTo>
                    <a:pt x="1174750" y="2540"/>
                  </a:lnTo>
                  <a:lnTo>
                    <a:pt x="1174750" y="1282"/>
                  </a:lnTo>
                  <a:close/>
                </a:path>
              </a:pathLst>
            </a:custGeom>
            <a:solidFill>
              <a:srgbClr val="EAE7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1160780" y="5523229"/>
              <a:ext cx="1184910" cy="5080"/>
            </a:xfrm>
            <a:custGeom>
              <a:avLst/>
              <a:gdLst/>
              <a:ahLst/>
              <a:cxnLst/>
              <a:rect l="l" t="t" r="r" b="b"/>
              <a:pathLst>
                <a:path w="1184910" h="5079">
                  <a:moveTo>
                    <a:pt x="1182370" y="1270"/>
                  </a:moveTo>
                  <a:lnTo>
                    <a:pt x="1181100" y="1270"/>
                  </a:lnTo>
                  <a:lnTo>
                    <a:pt x="118110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2540"/>
                  </a:lnTo>
                  <a:lnTo>
                    <a:pt x="1182370" y="2540"/>
                  </a:lnTo>
                  <a:lnTo>
                    <a:pt x="1182370" y="1270"/>
                  </a:lnTo>
                  <a:close/>
                </a:path>
                <a:path w="1184910" h="5079">
                  <a:moveTo>
                    <a:pt x="1184910" y="3810"/>
                  </a:moveTo>
                  <a:lnTo>
                    <a:pt x="1183640" y="3810"/>
                  </a:lnTo>
                  <a:lnTo>
                    <a:pt x="1183640" y="2552"/>
                  </a:lnTo>
                  <a:lnTo>
                    <a:pt x="1270" y="2552"/>
                  </a:lnTo>
                  <a:lnTo>
                    <a:pt x="1270" y="3810"/>
                  </a:lnTo>
                  <a:lnTo>
                    <a:pt x="0" y="3810"/>
                  </a:lnTo>
                  <a:lnTo>
                    <a:pt x="0" y="5080"/>
                  </a:lnTo>
                  <a:lnTo>
                    <a:pt x="1184910" y="5080"/>
                  </a:lnTo>
                  <a:lnTo>
                    <a:pt x="1184910" y="3810"/>
                  </a:lnTo>
                  <a:close/>
                </a:path>
              </a:pathLst>
            </a:custGeom>
            <a:solidFill>
              <a:srgbClr val="E9E5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1158240" y="5528322"/>
              <a:ext cx="1189990" cy="2540"/>
            </a:xfrm>
            <a:custGeom>
              <a:avLst/>
              <a:gdLst/>
              <a:ahLst/>
              <a:cxnLst/>
              <a:rect l="l" t="t" r="r" b="b"/>
              <a:pathLst>
                <a:path w="1189989" h="2539">
                  <a:moveTo>
                    <a:pt x="1189990" y="1257"/>
                  </a:moveTo>
                  <a:lnTo>
                    <a:pt x="1188720" y="1257"/>
                  </a:lnTo>
                  <a:lnTo>
                    <a:pt x="1188720" y="0"/>
                  </a:lnTo>
                  <a:lnTo>
                    <a:pt x="1270" y="0"/>
                  </a:lnTo>
                  <a:lnTo>
                    <a:pt x="1270" y="1257"/>
                  </a:lnTo>
                  <a:lnTo>
                    <a:pt x="0" y="1257"/>
                  </a:lnTo>
                  <a:lnTo>
                    <a:pt x="0" y="2527"/>
                  </a:lnTo>
                  <a:lnTo>
                    <a:pt x="1189990" y="2527"/>
                  </a:lnTo>
                  <a:lnTo>
                    <a:pt x="1189990" y="1257"/>
                  </a:lnTo>
                  <a:close/>
                </a:path>
              </a:pathLst>
            </a:custGeom>
            <a:solidFill>
              <a:srgbClr val="E7E4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1154430" y="5530849"/>
              <a:ext cx="1197610" cy="3810"/>
            </a:xfrm>
            <a:custGeom>
              <a:avLst/>
              <a:gdLst/>
              <a:ahLst/>
              <a:cxnLst/>
              <a:rect l="l" t="t" r="r" b="b"/>
              <a:pathLst>
                <a:path w="1197610" h="3810">
                  <a:moveTo>
                    <a:pt x="119507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1195070" y="1270"/>
                  </a:lnTo>
                  <a:lnTo>
                    <a:pt x="1195070" y="0"/>
                  </a:lnTo>
                  <a:close/>
                </a:path>
                <a:path w="1197610" h="3810">
                  <a:moveTo>
                    <a:pt x="1197610" y="2540"/>
                  </a:moveTo>
                  <a:lnTo>
                    <a:pt x="1196340" y="2540"/>
                  </a:lnTo>
                  <a:lnTo>
                    <a:pt x="119634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1197610" y="3810"/>
                  </a:lnTo>
                  <a:lnTo>
                    <a:pt x="1197610" y="2540"/>
                  </a:lnTo>
                  <a:close/>
                </a:path>
              </a:pathLst>
            </a:custGeom>
            <a:solidFill>
              <a:srgbClr val="E6E2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1150620" y="5534672"/>
              <a:ext cx="1205230" cy="3810"/>
            </a:xfrm>
            <a:custGeom>
              <a:avLst/>
              <a:gdLst/>
              <a:ahLst/>
              <a:cxnLst/>
              <a:rect l="l" t="t" r="r" b="b"/>
              <a:pathLst>
                <a:path w="1205230" h="3810">
                  <a:moveTo>
                    <a:pt x="1205230" y="2527"/>
                  </a:moveTo>
                  <a:lnTo>
                    <a:pt x="1203960" y="2527"/>
                  </a:lnTo>
                  <a:lnTo>
                    <a:pt x="1203960" y="1257"/>
                  </a:lnTo>
                  <a:lnTo>
                    <a:pt x="1202690" y="1257"/>
                  </a:lnTo>
                  <a:lnTo>
                    <a:pt x="1202690" y="0"/>
                  </a:lnTo>
                  <a:lnTo>
                    <a:pt x="2540" y="0"/>
                  </a:lnTo>
                  <a:lnTo>
                    <a:pt x="254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0" y="2527"/>
                  </a:lnTo>
                  <a:lnTo>
                    <a:pt x="0" y="3797"/>
                  </a:lnTo>
                  <a:lnTo>
                    <a:pt x="1205230" y="3797"/>
                  </a:lnTo>
                  <a:lnTo>
                    <a:pt x="1205230" y="2527"/>
                  </a:lnTo>
                  <a:close/>
                </a:path>
              </a:pathLst>
            </a:custGeom>
            <a:solidFill>
              <a:srgbClr val="E4E0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1146810" y="5538482"/>
              <a:ext cx="1212850" cy="3810"/>
            </a:xfrm>
            <a:custGeom>
              <a:avLst/>
              <a:gdLst/>
              <a:ahLst/>
              <a:cxnLst/>
              <a:rect l="l" t="t" r="r" b="b"/>
              <a:pathLst>
                <a:path w="1212850" h="3810">
                  <a:moveTo>
                    <a:pt x="1211580" y="1257"/>
                  </a:moveTo>
                  <a:lnTo>
                    <a:pt x="1210310" y="1257"/>
                  </a:lnTo>
                  <a:lnTo>
                    <a:pt x="1210310" y="0"/>
                  </a:lnTo>
                  <a:lnTo>
                    <a:pt x="2540" y="0"/>
                  </a:lnTo>
                  <a:lnTo>
                    <a:pt x="254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1211580" y="2527"/>
                  </a:lnTo>
                  <a:lnTo>
                    <a:pt x="1211580" y="1257"/>
                  </a:lnTo>
                  <a:close/>
                </a:path>
                <a:path w="1212850" h="3810">
                  <a:moveTo>
                    <a:pt x="1212850" y="2540"/>
                  </a:moveTo>
                  <a:lnTo>
                    <a:pt x="0" y="2540"/>
                  </a:lnTo>
                  <a:lnTo>
                    <a:pt x="0" y="3797"/>
                  </a:lnTo>
                  <a:lnTo>
                    <a:pt x="1212850" y="3797"/>
                  </a:lnTo>
                  <a:lnTo>
                    <a:pt x="1212850" y="2540"/>
                  </a:lnTo>
                  <a:close/>
                </a:path>
              </a:pathLst>
            </a:custGeom>
            <a:solidFill>
              <a:srgbClr val="E3DF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1143000" y="5542279"/>
              <a:ext cx="1220470" cy="3810"/>
            </a:xfrm>
            <a:custGeom>
              <a:avLst/>
              <a:gdLst/>
              <a:ahLst/>
              <a:cxnLst/>
              <a:rect l="l" t="t" r="r" b="b"/>
              <a:pathLst>
                <a:path w="1220470" h="3810">
                  <a:moveTo>
                    <a:pt x="1219200" y="1270"/>
                  </a:moveTo>
                  <a:lnTo>
                    <a:pt x="1217930" y="1270"/>
                  </a:lnTo>
                  <a:lnTo>
                    <a:pt x="121793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1219200" y="2540"/>
                  </a:lnTo>
                  <a:lnTo>
                    <a:pt x="1219200" y="1270"/>
                  </a:lnTo>
                  <a:close/>
                </a:path>
                <a:path w="1220470" h="3810">
                  <a:moveTo>
                    <a:pt x="1220470" y="2552"/>
                  </a:moveTo>
                  <a:lnTo>
                    <a:pt x="0" y="2552"/>
                  </a:lnTo>
                  <a:lnTo>
                    <a:pt x="0" y="3810"/>
                  </a:lnTo>
                  <a:lnTo>
                    <a:pt x="1220470" y="3810"/>
                  </a:lnTo>
                  <a:lnTo>
                    <a:pt x="1220470" y="2552"/>
                  </a:lnTo>
                  <a:close/>
                </a:path>
              </a:pathLst>
            </a:custGeom>
            <a:solidFill>
              <a:srgbClr val="E1DD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1143000" y="4570729"/>
              <a:ext cx="41910" cy="49530"/>
            </a:xfrm>
            <a:custGeom>
              <a:avLst/>
              <a:gdLst/>
              <a:ahLst/>
              <a:cxnLst/>
              <a:rect l="l" t="t" r="r" b="b"/>
              <a:pathLst>
                <a:path w="41909" h="49529">
                  <a:moveTo>
                    <a:pt x="3810" y="2540"/>
                  </a:moveTo>
                  <a:lnTo>
                    <a:pt x="2540" y="254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2540"/>
                  </a:lnTo>
                  <a:close/>
                </a:path>
                <a:path w="41909" h="49529">
                  <a:moveTo>
                    <a:pt x="10160" y="8890"/>
                  </a:moveTo>
                  <a:lnTo>
                    <a:pt x="8890" y="8890"/>
                  </a:lnTo>
                  <a:lnTo>
                    <a:pt x="8890" y="7620"/>
                  </a:lnTo>
                  <a:lnTo>
                    <a:pt x="7620" y="7620"/>
                  </a:lnTo>
                  <a:lnTo>
                    <a:pt x="7620" y="6350"/>
                  </a:lnTo>
                  <a:lnTo>
                    <a:pt x="6350" y="6350"/>
                  </a:lnTo>
                  <a:lnTo>
                    <a:pt x="6350" y="5080"/>
                  </a:lnTo>
                  <a:lnTo>
                    <a:pt x="5080" y="5080"/>
                  </a:lnTo>
                  <a:lnTo>
                    <a:pt x="5080" y="3822"/>
                  </a:lnTo>
                  <a:lnTo>
                    <a:pt x="0" y="3822"/>
                  </a:lnTo>
                  <a:lnTo>
                    <a:pt x="0" y="10160"/>
                  </a:lnTo>
                  <a:lnTo>
                    <a:pt x="10160" y="10160"/>
                  </a:lnTo>
                  <a:lnTo>
                    <a:pt x="10160" y="8890"/>
                  </a:lnTo>
                  <a:close/>
                </a:path>
                <a:path w="41909" h="49529">
                  <a:moveTo>
                    <a:pt x="16510" y="15240"/>
                  </a:moveTo>
                  <a:lnTo>
                    <a:pt x="15240" y="15240"/>
                  </a:lnTo>
                  <a:lnTo>
                    <a:pt x="15240" y="13970"/>
                  </a:lnTo>
                  <a:lnTo>
                    <a:pt x="13970" y="13970"/>
                  </a:lnTo>
                  <a:lnTo>
                    <a:pt x="13970" y="12700"/>
                  </a:lnTo>
                  <a:lnTo>
                    <a:pt x="12700" y="12700"/>
                  </a:lnTo>
                  <a:lnTo>
                    <a:pt x="12700" y="11430"/>
                  </a:lnTo>
                  <a:lnTo>
                    <a:pt x="11430" y="11430"/>
                  </a:lnTo>
                  <a:lnTo>
                    <a:pt x="11430" y="10172"/>
                  </a:lnTo>
                  <a:lnTo>
                    <a:pt x="0" y="10172"/>
                  </a:lnTo>
                  <a:lnTo>
                    <a:pt x="0" y="16510"/>
                  </a:lnTo>
                  <a:lnTo>
                    <a:pt x="16510" y="16510"/>
                  </a:lnTo>
                  <a:lnTo>
                    <a:pt x="16510" y="15240"/>
                  </a:lnTo>
                  <a:close/>
                </a:path>
                <a:path w="41909" h="49529">
                  <a:moveTo>
                    <a:pt x="24130" y="21590"/>
                  </a:moveTo>
                  <a:lnTo>
                    <a:pt x="21590" y="21590"/>
                  </a:lnTo>
                  <a:lnTo>
                    <a:pt x="21590" y="20320"/>
                  </a:lnTo>
                  <a:lnTo>
                    <a:pt x="20320" y="20320"/>
                  </a:lnTo>
                  <a:lnTo>
                    <a:pt x="20320" y="19050"/>
                  </a:lnTo>
                  <a:lnTo>
                    <a:pt x="19050" y="19050"/>
                  </a:lnTo>
                  <a:lnTo>
                    <a:pt x="19050" y="17780"/>
                  </a:lnTo>
                  <a:lnTo>
                    <a:pt x="17780" y="17780"/>
                  </a:lnTo>
                  <a:lnTo>
                    <a:pt x="17780" y="16522"/>
                  </a:lnTo>
                  <a:lnTo>
                    <a:pt x="0" y="16522"/>
                  </a:lnTo>
                  <a:lnTo>
                    <a:pt x="0" y="22860"/>
                  </a:lnTo>
                  <a:lnTo>
                    <a:pt x="24130" y="22860"/>
                  </a:lnTo>
                  <a:lnTo>
                    <a:pt x="24130" y="21590"/>
                  </a:lnTo>
                  <a:close/>
                </a:path>
                <a:path w="41909" h="49529">
                  <a:moveTo>
                    <a:pt x="30480" y="27940"/>
                  </a:moveTo>
                  <a:lnTo>
                    <a:pt x="29210" y="27940"/>
                  </a:lnTo>
                  <a:lnTo>
                    <a:pt x="29210" y="26670"/>
                  </a:lnTo>
                  <a:lnTo>
                    <a:pt x="27940" y="26670"/>
                  </a:lnTo>
                  <a:lnTo>
                    <a:pt x="27940" y="25400"/>
                  </a:lnTo>
                  <a:lnTo>
                    <a:pt x="26670" y="25400"/>
                  </a:lnTo>
                  <a:lnTo>
                    <a:pt x="26670" y="24130"/>
                  </a:lnTo>
                  <a:lnTo>
                    <a:pt x="25400" y="24130"/>
                  </a:lnTo>
                  <a:lnTo>
                    <a:pt x="25400" y="22872"/>
                  </a:lnTo>
                  <a:lnTo>
                    <a:pt x="0" y="22872"/>
                  </a:lnTo>
                  <a:lnTo>
                    <a:pt x="0" y="24130"/>
                  </a:lnTo>
                  <a:lnTo>
                    <a:pt x="0" y="29210"/>
                  </a:lnTo>
                  <a:lnTo>
                    <a:pt x="30480" y="29210"/>
                  </a:lnTo>
                  <a:lnTo>
                    <a:pt x="30480" y="27940"/>
                  </a:lnTo>
                  <a:close/>
                </a:path>
                <a:path w="41909" h="49529">
                  <a:moveTo>
                    <a:pt x="36830" y="34290"/>
                  </a:moveTo>
                  <a:lnTo>
                    <a:pt x="35560" y="34290"/>
                  </a:lnTo>
                  <a:lnTo>
                    <a:pt x="35560" y="33020"/>
                  </a:lnTo>
                  <a:lnTo>
                    <a:pt x="34290" y="33020"/>
                  </a:lnTo>
                  <a:lnTo>
                    <a:pt x="34290" y="31750"/>
                  </a:lnTo>
                  <a:lnTo>
                    <a:pt x="33020" y="31750"/>
                  </a:lnTo>
                  <a:lnTo>
                    <a:pt x="33020" y="30480"/>
                  </a:lnTo>
                  <a:lnTo>
                    <a:pt x="31750" y="30480"/>
                  </a:lnTo>
                  <a:lnTo>
                    <a:pt x="31750" y="29222"/>
                  </a:lnTo>
                  <a:lnTo>
                    <a:pt x="0" y="29222"/>
                  </a:lnTo>
                  <a:lnTo>
                    <a:pt x="0" y="35560"/>
                  </a:lnTo>
                  <a:lnTo>
                    <a:pt x="36830" y="35560"/>
                  </a:lnTo>
                  <a:lnTo>
                    <a:pt x="36830" y="34290"/>
                  </a:lnTo>
                  <a:close/>
                </a:path>
                <a:path w="41909" h="49529">
                  <a:moveTo>
                    <a:pt x="41910" y="40652"/>
                  </a:moveTo>
                  <a:lnTo>
                    <a:pt x="0" y="40652"/>
                  </a:lnTo>
                  <a:lnTo>
                    <a:pt x="0" y="49530"/>
                  </a:lnTo>
                  <a:lnTo>
                    <a:pt x="41910" y="49530"/>
                  </a:lnTo>
                  <a:lnTo>
                    <a:pt x="41910" y="40652"/>
                  </a:lnTo>
                  <a:close/>
                </a:path>
                <a:path w="41909" h="49529">
                  <a:moveTo>
                    <a:pt x="41910" y="39370"/>
                  </a:moveTo>
                  <a:lnTo>
                    <a:pt x="40640" y="39370"/>
                  </a:lnTo>
                  <a:lnTo>
                    <a:pt x="40640" y="38100"/>
                  </a:lnTo>
                  <a:lnTo>
                    <a:pt x="39370" y="38100"/>
                  </a:lnTo>
                  <a:lnTo>
                    <a:pt x="39370" y="36830"/>
                  </a:lnTo>
                  <a:lnTo>
                    <a:pt x="38100" y="36830"/>
                  </a:lnTo>
                  <a:lnTo>
                    <a:pt x="38100" y="35572"/>
                  </a:lnTo>
                  <a:lnTo>
                    <a:pt x="0" y="35572"/>
                  </a:lnTo>
                  <a:lnTo>
                    <a:pt x="0" y="40640"/>
                  </a:lnTo>
                  <a:lnTo>
                    <a:pt x="41910" y="40640"/>
                  </a:lnTo>
                  <a:lnTo>
                    <a:pt x="41910" y="39370"/>
                  </a:lnTo>
                  <a:close/>
                </a:path>
              </a:pathLst>
            </a:custGeom>
            <a:solidFill>
              <a:srgbClr val="F1EF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1143000" y="4620259"/>
              <a:ext cx="41910" cy="26670"/>
            </a:xfrm>
            <a:custGeom>
              <a:avLst/>
              <a:gdLst/>
              <a:ahLst/>
              <a:cxnLst/>
              <a:rect l="l" t="t" r="r" b="b"/>
              <a:pathLst>
                <a:path w="41909" h="26670">
                  <a:moveTo>
                    <a:pt x="0" y="26669"/>
                  </a:moveTo>
                  <a:lnTo>
                    <a:pt x="0" y="0"/>
                  </a:lnTo>
                  <a:lnTo>
                    <a:pt x="41909" y="0"/>
                  </a:lnTo>
                  <a:lnTo>
                    <a:pt x="41909" y="26669"/>
                  </a:lnTo>
                  <a:lnTo>
                    <a:pt x="0" y="26669"/>
                  </a:lnTo>
                  <a:close/>
                </a:path>
              </a:pathLst>
            </a:custGeom>
            <a:solidFill>
              <a:srgbClr val="F1EE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1143000" y="4646929"/>
              <a:ext cx="41910" cy="25400"/>
            </a:xfrm>
            <a:custGeom>
              <a:avLst/>
              <a:gdLst/>
              <a:ahLst/>
              <a:cxnLst/>
              <a:rect l="l" t="t" r="r" b="b"/>
              <a:pathLst>
                <a:path w="41909" h="25400">
                  <a:moveTo>
                    <a:pt x="0" y="25400"/>
                  </a:moveTo>
                  <a:lnTo>
                    <a:pt x="0" y="0"/>
                  </a:lnTo>
                  <a:lnTo>
                    <a:pt x="41909" y="0"/>
                  </a:lnTo>
                  <a:lnTo>
                    <a:pt x="41909" y="25400"/>
                  </a:lnTo>
                  <a:lnTo>
                    <a:pt x="0" y="25400"/>
                  </a:lnTo>
                  <a:close/>
                </a:path>
              </a:pathLst>
            </a:custGeom>
            <a:solidFill>
              <a:srgbClr val="F0EE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1143000" y="4672329"/>
              <a:ext cx="41910" cy="25400"/>
            </a:xfrm>
            <a:custGeom>
              <a:avLst/>
              <a:gdLst/>
              <a:ahLst/>
              <a:cxnLst/>
              <a:rect l="l" t="t" r="r" b="b"/>
              <a:pathLst>
                <a:path w="41909" h="25400">
                  <a:moveTo>
                    <a:pt x="0" y="25400"/>
                  </a:moveTo>
                  <a:lnTo>
                    <a:pt x="0" y="0"/>
                  </a:lnTo>
                  <a:lnTo>
                    <a:pt x="41909" y="0"/>
                  </a:lnTo>
                  <a:lnTo>
                    <a:pt x="41909" y="25400"/>
                  </a:lnTo>
                  <a:lnTo>
                    <a:pt x="0" y="25400"/>
                  </a:lnTo>
                  <a:close/>
                </a:path>
              </a:pathLst>
            </a:custGeom>
            <a:solidFill>
              <a:srgbClr val="F0ED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1143000" y="4697729"/>
              <a:ext cx="41910" cy="25400"/>
            </a:xfrm>
            <a:custGeom>
              <a:avLst/>
              <a:gdLst/>
              <a:ahLst/>
              <a:cxnLst/>
              <a:rect l="l" t="t" r="r" b="b"/>
              <a:pathLst>
                <a:path w="41909" h="25400">
                  <a:moveTo>
                    <a:pt x="0" y="25400"/>
                  </a:moveTo>
                  <a:lnTo>
                    <a:pt x="0" y="0"/>
                  </a:lnTo>
                  <a:lnTo>
                    <a:pt x="41909" y="0"/>
                  </a:lnTo>
                  <a:lnTo>
                    <a:pt x="41909" y="25400"/>
                  </a:lnTo>
                  <a:lnTo>
                    <a:pt x="0" y="25400"/>
                  </a:lnTo>
                  <a:close/>
                </a:path>
              </a:pathLst>
            </a:custGeom>
            <a:solidFill>
              <a:srgbClr val="EFED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1143000" y="4723129"/>
              <a:ext cx="41910" cy="25400"/>
            </a:xfrm>
            <a:custGeom>
              <a:avLst/>
              <a:gdLst/>
              <a:ahLst/>
              <a:cxnLst/>
              <a:rect l="l" t="t" r="r" b="b"/>
              <a:pathLst>
                <a:path w="41909" h="25400">
                  <a:moveTo>
                    <a:pt x="0" y="25400"/>
                  </a:moveTo>
                  <a:lnTo>
                    <a:pt x="0" y="0"/>
                  </a:lnTo>
                  <a:lnTo>
                    <a:pt x="41909" y="0"/>
                  </a:lnTo>
                  <a:lnTo>
                    <a:pt x="41909" y="25400"/>
                  </a:lnTo>
                  <a:lnTo>
                    <a:pt x="0" y="25400"/>
                  </a:lnTo>
                  <a:close/>
                </a:path>
              </a:pathLst>
            </a:custGeom>
            <a:solidFill>
              <a:srgbClr val="EFEC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1143000" y="4748529"/>
              <a:ext cx="41910" cy="26670"/>
            </a:xfrm>
            <a:custGeom>
              <a:avLst/>
              <a:gdLst/>
              <a:ahLst/>
              <a:cxnLst/>
              <a:rect l="l" t="t" r="r" b="b"/>
              <a:pathLst>
                <a:path w="41909" h="26670">
                  <a:moveTo>
                    <a:pt x="0" y="26670"/>
                  </a:moveTo>
                  <a:lnTo>
                    <a:pt x="0" y="0"/>
                  </a:lnTo>
                  <a:lnTo>
                    <a:pt x="41909" y="0"/>
                  </a:lnTo>
                  <a:lnTo>
                    <a:pt x="41909" y="26670"/>
                  </a:lnTo>
                  <a:lnTo>
                    <a:pt x="0" y="26670"/>
                  </a:lnTo>
                  <a:close/>
                </a:path>
              </a:pathLst>
            </a:custGeom>
            <a:solidFill>
              <a:srgbClr val="EEEC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1143000" y="4775199"/>
              <a:ext cx="41910" cy="25400"/>
            </a:xfrm>
            <a:custGeom>
              <a:avLst/>
              <a:gdLst/>
              <a:ahLst/>
              <a:cxnLst/>
              <a:rect l="l" t="t" r="r" b="b"/>
              <a:pathLst>
                <a:path w="41909" h="25400">
                  <a:moveTo>
                    <a:pt x="0" y="25400"/>
                  </a:moveTo>
                  <a:lnTo>
                    <a:pt x="0" y="0"/>
                  </a:lnTo>
                  <a:lnTo>
                    <a:pt x="41909" y="0"/>
                  </a:lnTo>
                  <a:lnTo>
                    <a:pt x="41909" y="25400"/>
                  </a:lnTo>
                  <a:lnTo>
                    <a:pt x="0" y="25400"/>
                  </a:lnTo>
                  <a:close/>
                </a:path>
              </a:pathLst>
            </a:custGeom>
            <a:solidFill>
              <a:srgbClr val="EEE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1143000" y="4800599"/>
              <a:ext cx="41910" cy="25400"/>
            </a:xfrm>
            <a:custGeom>
              <a:avLst/>
              <a:gdLst/>
              <a:ahLst/>
              <a:cxnLst/>
              <a:rect l="l" t="t" r="r" b="b"/>
              <a:pathLst>
                <a:path w="41909" h="25400">
                  <a:moveTo>
                    <a:pt x="0" y="25400"/>
                  </a:moveTo>
                  <a:lnTo>
                    <a:pt x="0" y="0"/>
                  </a:lnTo>
                  <a:lnTo>
                    <a:pt x="41909" y="0"/>
                  </a:lnTo>
                  <a:lnTo>
                    <a:pt x="41909" y="25400"/>
                  </a:lnTo>
                  <a:lnTo>
                    <a:pt x="0" y="25400"/>
                  </a:lnTo>
                  <a:close/>
                </a:path>
              </a:pathLst>
            </a:custGeom>
            <a:solidFill>
              <a:srgbClr val="EDE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1143000" y="4825999"/>
              <a:ext cx="41910" cy="26670"/>
            </a:xfrm>
            <a:custGeom>
              <a:avLst/>
              <a:gdLst/>
              <a:ahLst/>
              <a:cxnLst/>
              <a:rect l="l" t="t" r="r" b="b"/>
              <a:pathLst>
                <a:path w="41909" h="26670">
                  <a:moveTo>
                    <a:pt x="0" y="26669"/>
                  </a:moveTo>
                  <a:lnTo>
                    <a:pt x="0" y="0"/>
                  </a:lnTo>
                  <a:lnTo>
                    <a:pt x="41909" y="0"/>
                  </a:lnTo>
                  <a:lnTo>
                    <a:pt x="41909" y="26669"/>
                  </a:lnTo>
                  <a:lnTo>
                    <a:pt x="0" y="26669"/>
                  </a:lnTo>
                  <a:close/>
                </a:path>
              </a:pathLst>
            </a:custGeom>
            <a:solidFill>
              <a:srgbClr val="EDEA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1143000" y="4852669"/>
              <a:ext cx="41910" cy="25400"/>
            </a:xfrm>
            <a:custGeom>
              <a:avLst/>
              <a:gdLst/>
              <a:ahLst/>
              <a:cxnLst/>
              <a:rect l="l" t="t" r="r" b="b"/>
              <a:pathLst>
                <a:path w="41909" h="25400">
                  <a:moveTo>
                    <a:pt x="0" y="25399"/>
                  </a:moveTo>
                  <a:lnTo>
                    <a:pt x="0" y="0"/>
                  </a:lnTo>
                  <a:lnTo>
                    <a:pt x="41909" y="0"/>
                  </a:lnTo>
                  <a:lnTo>
                    <a:pt x="41909" y="25399"/>
                  </a:lnTo>
                  <a:lnTo>
                    <a:pt x="0" y="25399"/>
                  </a:lnTo>
                  <a:close/>
                </a:path>
              </a:pathLst>
            </a:custGeom>
            <a:solidFill>
              <a:srgbClr val="ECE9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1143000" y="4878069"/>
              <a:ext cx="41910" cy="25400"/>
            </a:xfrm>
            <a:custGeom>
              <a:avLst/>
              <a:gdLst/>
              <a:ahLst/>
              <a:cxnLst/>
              <a:rect l="l" t="t" r="r" b="b"/>
              <a:pathLst>
                <a:path w="41909" h="25400">
                  <a:moveTo>
                    <a:pt x="0" y="25399"/>
                  </a:moveTo>
                  <a:lnTo>
                    <a:pt x="0" y="0"/>
                  </a:lnTo>
                  <a:lnTo>
                    <a:pt x="41909" y="0"/>
                  </a:lnTo>
                  <a:lnTo>
                    <a:pt x="41909" y="25399"/>
                  </a:lnTo>
                  <a:lnTo>
                    <a:pt x="0" y="25399"/>
                  </a:lnTo>
                  <a:close/>
                </a:path>
              </a:pathLst>
            </a:custGeom>
            <a:solidFill>
              <a:srgbClr val="ECE9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1143000" y="4903469"/>
              <a:ext cx="41910" cy="25400"/>
            </a:xfrm>
            <a:custGeom>
              <a:avLst/>
              <a:gdLst/>
              <a:ahLst/>
              <a:cxnLst/>
              <a:rect l="l" t="t" r="r" b="b"/>
              <a:pathLst>
                <a:path w="41909" h="25400">
                  <a:moveTo>
                    <a:pt x="0" y="25399"/>
                  </a:moveTo>
                  <a:lnTo>
                    <a:pt x="0" y="0"/>
                  </a:lnTo>
                  <a:lnTo>
                    <a:pt x="41909" y="0"/>
                  </a:lnTo>
                  <a:lnTo>
                    <a:pt x="41909" y="25399"/>
                  </a:lnTo>
                  <a:lnTo>
                    <a:pt x="0" y="25399"/>
                  </a:lnTo>
                  <a:close/>
                </a:path>
              </a:pathLst>
            </a:custGeom>
            <a:solidFill>
              <a:srgbClr val="EBE8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1143000" y="4928869"/>
              <a:ext cx="41910" cy="25400"/>
            </a:xfrm>
            <a:custGeom>
              <a:avLst/>
              <a:gdLst/>
              <a:ahLst/>
              <a:cxnLst/>
              <a:rect l="l" t="t" r="r" b="b"/>
              <a:pathLst>
                <a:path w="41909" h="25400">
                  <a:moveTo>
                    <a:pt x="0" y="25399"/>
                  </a:moveTo>
                  <a:lnTo>
                    <a:pt x="0" y="0"/>
                  </a:lnTo>
                  <a:lnTo>
                    <a:pt x="41909" y="0"/>
                  </a:lnTo>
                  <a:lnTo>
                    <a:pt x="41909" y="25399"/>
                  </a:lnTo>
                  <a:lnTo>
                    <a:pt x="0" y="25399"/>
                  </a:lnTo>
                  <a:close/>
                </a:path>
              </a:pathLst>
            </a:custGeom>
            <a:solidFill>
              <a:srgbClr val="EBE8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1143000" y="4954269"/>
              <a:ext cx="41910" cy="26670"/>
            </a:xfrm>
            <a:custGeom>
              <a:avLst/>
              <a:gdLst/>
              <a:ahLst/>
              <a:cxnLst/>
              <a:rect l="l" t="t" r="r" b="b"/>
              <a:pathLst>
                <a:path w="41909" h="26670">
                  <a:moveTo>
                    <a:pt x="0" y="26669"/>
                  </a:moveTo>
                  <a:lnTo>
                    <a:pt x="0" y="0"/>
                  </a:lnTo>
                  <a:lnTo>
                    <a:pt x="41909" y="0"/>
                  </a:lnTo>
                  <a:lnTo>
                    <a:pt x="41909" y="26669"/>
                  </a:lnTo>
                  <a:lnTo>
                    <a:pt x="0" y="26669"/>
                  </a:lnTo>
                  <a:close/>
                </a:path>
              </a:pathLst>
            </a:custGeom>
            <a:solidFill>
              <a:srgbClr val="EAE7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1143000" y="4980939"/>
              <a:ext cx="41910" cy="25400"/>
            </a:xfrm>
            <a:custGeom>
              <a:avLst/>
              <a:gdLst/>
              <a:ahLst/>
              <a:cxnLst/>
              <a:rect l="l" t="t" r="r" b="b"/>
              <a:pathLst>
                <a:path w="41909" h="25400">
                  <a:moveTo>
                    <a:pt x="0" y="25400"/>
                  </a:moveTo>
                  <a:lnTo>
                    <a:pt x="0" y="0"/>
                  </a:lnTo>
                  <a:lnTo>
                    <a:pt x="41909" y="0"/>
                  </a:lnTo>
                  <a:lnTo>
                    <a:pt x="41909" y="25400"/>
                  </a:lnTo>
                  <a:lnTo>
                    <a:pt x="0" y="25400"/>
                  </a:lnTo>
                  <a:close/>
                </a:path>
              </a:pathLst>
            </a:custGeom>
            <a:solidFill>
              <a:srgbClr val="EAE6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1143000" y="5006339"/>
              <a:ext cx="41910" cy="25400"/>
            </a:xfrm>
            <a:custGeom>
              <a:avLst/>
              <a:gdLst/>
              <a:ahLst/>
              <a:cxnLst/>
              <a:rect l="l" t="t" r="r" b="b"/>
              <a:pathLst>
                <a:path w="41909" h="25400">
                  <a:moveTo>
                    <a:pt x="0" y="25400"/>
                  </a:moveTo>
                  <a:lnTo>
                    <a:pt x="0" y="0"/>
                  </a:lnTo>
                  <a:lnTo>
                    <a:pt x="41909" y="0"/>
                  </a:lnTo>
                  <a:lnTo>
                    <a:pt x="41909" y="25400"/>
                  </a:lnTo>
                  <a:lnTo>
                    <a:pt x="0" y="25400"/>
                  </a:lnTo>
                  <a:close/>
                </a:path>
              </a:pathLst>
            </a:custGeom>
            <a:solidFill>
              <a:srgbClr val="E9E6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1143000" y="5031739"/>
              <a:ext cx="41910" cy="25400"/>
            </a:xfrm>
            <a:custGeom>
              <a:avLst/>
              <a:gdLst/>
              <a:ahLst/>
              <a:cxnLst/>
              <a:rect l="l" t="t" r="r" b="b"/>
              <a:pathLst>
                <a:path w="41909" h="25400">
                  <a:moveTo>
                    <a:pt x="0" y="25400"/>
                  </a:moveTo>
                  <a:lnTo>
                    <a:pt x="0" y="0"/>
                  </a:lnTo>
                  <a:lnTo>
                    <a:pt x="41909" y="0"/>
                  </a:lnTo>
                  <a:lnTo>
                    <a:pt x="41909" y="25400"/>
                  </a:lnTo>
                  <a:lnTo>
                    <a:pt x="0" y="25400"/>
                  </a:lnTo>
                  <a:close/>
                </a:path>
              </a:pathLst>
            </a:custGeom>
            <a:solidFill>
              <a:srgbClr val="E9E5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1143000" y="5057139"/>
              <a:ext cx="41910" cy="26670"/>
            </a:xfrm>
            <a:custGeom>
              <a:avLst/>
              <a:gdLst/>
              <a:ahLst/>
              <a:cxnLst/>
              <a:rect l="l" t="t" r="r" b="b"/>
              <a:pathLst>
                <a:path w="41909" h="26670">
                  <a:moveTo>
                    <a:pt x="0" y="26670"/>
                  </a:moveTo>
                  <a:lnTo>
                    <a:pt x="0" y="0"/>
                  </a:lnTo>
                  <a:lnTo>
                    <a:pt x="41909" y="0"/>
                  </a:lnTo>
                  <a:lnTo>
                    <a:pt x="41909" y="26670"/>
                  </a:lnTo>
                  <a:lnTo>
                    <a:pt x="0" y="26670"/>
                  </a:lnTo>
                  <a:close/>
                </a:path>
              </a:pathLst>
            </a:custGeom>
            <a:solidFill>
              <a:srgbClr val="E8E5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1143000" y="5083809"/>
              <a:ext cx="41910" cy="25400"/>
            </a:xfrm>
            <a:custGeom>
              <a:avLst/>
              <a:gdLst/>
              <a:ahLst/>
              <a:cxnLst/>
              <a:rect l="l" t="t" r="r" b="b"/>
              <a:pathLst>
                <a:path w="41909" h="25400">
                  <a:moveTo>
                    <a:pt x="0" y="25400"/>
                  </a:moveTo>
                  <a:lnTo>
                    <a:pt x="0" y="0"/>
                  </a:lnTo>
                  <a:lnTo>
                    <a:pt x="41909" y="0"/>
                  </a:lnTo>
                  <a:lnTo>
                    <a:pt x="41909" y="25400"/>
                  </a:lnTo>
                  <a:lnTo>
                    <a:pt x="0" y="25400"/>
                  </a:lnTo>
                  <a:close/>
                </a:path>
              </a:pathLst>
            </a:custGeom>
            <a:solidFill>
              <a:srgbClr val="E8E4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1143000" y="5109209"/>
              <a:ext cx="41910" cy="25400"/>
            </a:xfrm>
            <a:custGeom>
              <a:avLst/>
              <a:gdLst/>
              <a:ahLst/>
              <a:cxnLst/>
              <a:rect l="l" t="t" r="r" b="b"/>
              <a:pathLst>
                <a:path w="41909" h="25400">
                  <a:moveTo>
                    <a:pt x="0" y="25400"/>
                  </a:moveTo>
                  <a:lnTo>
                    <a:pt x="0" y="0"/>
                  </a:lnTo>
                  <a:lnTo>
                    <a:pt x="41909" y="0"/>
                  </a:lnTo>
                  <a:lnTo>
                    <a:pt x="41909" y="25400"/>
                  </a:lnTo>
                  <a:lnTo>
                    <a:pt x="0" y="25400"/>
                  </a:lnTo>
                  <a:close/>
                </a:path>
              </a:pathLst>
            </a:custGeom>
            <a:solidFill>
              <a:srgbClr val="E7E4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1143000" y="5134609"/>
              <a:ext cx="41910" cy="25400"/>
            </a:xfrm>
            <a:custGeom>
              <a:avLst/>
              <a:gdLst/>
              <a:ahLst/>
              <a:cxnLst/>
              <a:rect l="l" t="t" r="r" b="b"/>
              <a:pathLst>
                <a:path w="41909" h="25400">
                  <a:moveTo>
                    <a:pt x="0" y="25400"/>
                  </a:moveTo>
                  <a:lnTo>
                    <a:pt x="0" y="0"/>
                  </a:lnTo>
                  <a:lnTo>
                    <a:pt x="41909" y="0"/>
                  </a:lnTo>
                  <a:lnTo>
                    <a:pt x="41909" y="25400"/>
                  </a:lnTo>
                  <a:lnTo>
                    <a:pt x="0" y="25400"/>
                  </a:lnTo>
                  <a:close/>
                </a:path>
              </a:pathLst>
            </a:custGeom>
            <a:solidFill>
              <a:srgbClr val="E7E3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1143000" y="5160009"/>
              <a:ext cx="41910" cy="26670"/>
            </a:xfrm>
            <a:custGeom>
              <a:avLst/>
              <a:gdLst/>
              <a:ahLst/>
              <a:cxnLst/>
              <a:rect l="l" t="t" r="r" b="b"/>
              <a:pathLst>
                <a:path w="41909" h="26670">
                  <a:moveTo>
                    <a:pt x="0" y="26669"/>
                  </a:moveTo>
                  <a:lnTo>
                    <a:pt x="0" y="0"/>
                  </a:lnTo>
                  <a:lnTo>
                    <a:pt x="41909" y="0"/>
                  </a:lnTo>
                  <a:lnTo>
                    <a:pt x="41909" y="26669"/>
                  </a:lnTo>
                  <a:lnTo>
                    <a:pt x="0" y="26669"/>
                  </a:lnTo>
                  <a:close/>
                </a:path>
              </a:pathLst>
            </a:custGeom>
            <a:solidFill>
              <a:srgbClr val="E6E3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1143000" y="5186679"/>
              <a:ext cx="41910" cy="25400"/>
            </a:xfrm>
            <a:custGeom>
              <a:avLst/>
              <a:gdLst/>
              <a:ahLst/>
              <a:cxnLst/>
              <a:rect l="l" t="t" r="r" b="b"/>
              <a:pathLst>
                <a:path w="41909" h="25400">
                  <a:moveTo>
                    <a:pt x="0" y="25400"/>
                  </a:moveTo>
                  <a:lnTo>
                    <a:pt x="0" y="0"/>
                  </a:lnTo>
                  <a:lnTo>
                    <a:pt x="41909" y="0"/>
                  </a:lnTo>
                  <a:lnTo>
                    <a:pt x="41909" y="25400"/>
                  </a:lnTo>
                  <a:lnTo>
                    <a:pt x="0" y="25400"/>
                  </a:lnTo>
                  <a:close/>
                </a:path>
              </a:pathLst>
            </a:custGeom>
            <a:solidFill>
              <a:srgbClr val="E6E2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1143000" y="5212079"/>
              <a:ext cx="41910" cy="50800"/>
            </a:xfrm>
            <a:custGeom>
              <a:avLst/>
              <a:gdLst/>
              <a:ahLst/>
              <a:cxnLst/>
              <a:rect l="l" t="t" r="r" b="b"/>
              <a:pathLst>
                <a:path w="41909" h="50800">
                  <a:moveTo>
                    <a:pt x="41910" y="0"/>
                  </a:moveTo>
                  <a:lnTo>
                    <a:pt x="0" y="0"/>
                  </a:lnTo>
                  <a:lnTo>
                    <a:pt x="0" y="25400"/>
                  </a:lnTo>
                  <a:lnTo>
                    <a:pt x="0" y="50800"/>
                  </a:lnTo>
                  <a:lnTo>
                    <a:pt x="41910" y="50800"/>
                  </a:lnTo>
                  <a:lnTo>
                    <a:pt x="41910" y="25400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5E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1143000" y="5262879"/>
              <a:ext cx="41910" cy="26670"/>
            </a:xfrm>
            <a:custGeom>
              <a:avLst/>
              <a:gdLst/>
              <a:ahLst/>
              <a:cxnLst/>
              <a:rect l="l" t="t" r="r" b="b"/>
              <a:pathLst>
                <a:path w="41909" h="26670">
                  <a:moveTo>
                    <a:pt x="0" y="26670"/>
                  </a:moveTo>
                  <a:lnTo>
                    <a:pt x="0" y="0"/>
                  </a:lnTo>
                  <a:lnTo>
                    <a:pt x="41909" y="0"/>
                  </a:lnTo>
                  <a:lnTo>
                    <a:pt x="41909" y="26670"/>
                  </a:lnTo>
                  <a:lnTo>
                    <a:pt x="0" y="26670"/>
                  </a:lnTo>
                  <a:close/>
                </a:path>
              </a:pathLst>
            </a:custGeom>
            <a:solidFill>
              <a:srgbClr val="E4E0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1143000" y="5289550"/>
              <a:ext cx="41910" cy="25400"/>
            </a:xfrm>
            <a:custGeom>
              <a:avLst/>
              <a:gdLst/>
              <a:ahLst/>
              <a:cxnLst/>
              <a:rect l="l" t="t" r="r" b="b"/>
              <a:pathLst>
                <a:path w="41909" h="25400">
                  <a:moveTo>
                    <a:pt x="0" y="25400"/>
                  </a:moveTo>
                  <a:lnTo>
                    <a:pt x="0" y="0"/>
                  </a:lnTo>
                  <a:lnTo>
                    <a:pt x="41909" y="0"/>
                  </a:lnTo>
                  <a:lnTo>
                    <a:pt x="41909" y="25400"/>
                  </a:lnTo>
                  <a:lnTo>
                    <a:pt x="0" y="25400"/>
                  </a:lnTo>
                  <a:close/>
                </a:path>
              </a:pathLst>
            </a:custGeom>
            <a:solidFill>
              <a:srgbClr val="E4E0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1143000" y="5314950"/>
              <a:ext cx="41910" cy="25400"/>
            </a:xfrm>
            <a:custGeom>
              <a:avLst/>
              <a:gdLst/>
              <a:ahLst/>
              <a:cxnLst/>
              <a:rect l="l" t="t" r="r" b="b"/>
              <a:pathLst>
                <a:path w="41909" h="25400">
                  <a:moveTo>
                    <a:pt x="0" y="25400"/>
                  </a:moveTo>
                  <a:lnTo>
                    <a:pt x="0" y="0"/>
                  </a:lnTo>
                  <a:lnTo>
                    <a:pt x="41909" y="0"/>
                  </a:lnTo>
                  <a:lnTo>
                    <a:pt x="41909" y="25400"/>
                  </a:lnTo>
                  <a:lnTo>
                    <a:pt x="0" y="25400"/>
                  </a:lnTo>
                  <a:close/>
                </a:path>
              </a:pathLst>
            </a:custGeom>
            <a:solidFill>
              <a:srgbClr val="E3DF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1143000" y="5340350"/>
              <a:ext cx="41910" cy="25400"/>
            </a:xfrm>
            <a:custGeom>
              <a:avLst/>
              <a:gdLst/>
              <a:ahLst/>
              <a:cxnLst/>
              <a:rect l="l" t="t" r="r" b="b"/>
              <a:pathLst>
                <a:path w="41909" h="25400">
                  <a:moveTo>
                    <a:pt x="0" y="25400"/>
                  </a:moveTo>
                  <a:lnTo>
                    <a:pt x="0" y="0"/>
                  </a:lnTo>
                  <a:lnTo>
                    <a:pt x="41909" y="0"/>
                  </a:lnTo>
                  <a:lnTo>
                    <a:pt x="41909" y="25400"/>
                  </a:lnTo>
                  <a:lnTo>
                    <a:pt x="0" y="25400"/>
                  </a:lnTo>
                  <a:close/>
                </a:path>
              </a:pathLst>
            </a:custGeom>
            <a:solidFill>
              <a:srgbClr val="E3DF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1143000" y="5365750"/>
              <a:ext cx="41910" cy="25400"/>
            </a:xfrm>
            <a:custGeom>
              <a:avLst/>
              <a:gdLst/>
              <a:ahLst/>
              <a:cxnLst/>
              <a:rect l="l" t="t" r="r" b="b"/>
              <a:pathLst>
                <a:path w="41909" h="25400">
                  <a:moveTo>
                    <a:pt x="0" y="25400"/>
                  </a:moveTo>
                  <a:lnTo>
                    <a:pt x="0" y="0"/>
                  </a:lnTo>
                  <a:lnTo>
                    <a:pt x="41909" y="0"/>
                  </a:lnTo>
                  <a:lnTo>
                    <a:pt x="41909" y="25400"/>
                  </a:lnTo>
                  <a:lnTo>
                    <a:pt x="0" y="25400"/>
                  </a:lnTo>
                  <a:close/>
                </a:path>
              </a:pathLst>
            </a:custGeom>
            <a:solidFill>
              <a:srgbClr val="E2DE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1143000" y="5391150"/>
              <a:ext cx="41910" cy="26670"/>
            </a:xfrm>
            <a:custGeom>
              <a:avLst/>
              <a:gdLst/>
              <a:ahLst/>
              <a:cxnLst/>
              <a:rect l="l" t="t" r="r" b="b"/>
              <a:pathLst>
                <a:path w="41909" h="26670">
                  <a:moveTo>
                    <a:pt x="0" y="26669"/>
                  </a:moveTo>
                  <a:lnTo>
                    <a:pt x="0" y="0"/>
                  </a:lnTo>
                  <a:lnTo>
                    <a:pt x="41909" y="0"/>
                  </a:lnTo>
                  <a:lnTo>
                    <a:pt x="41909" y="26669"/>
                  </a:lnTo>
                  <a:lnTo>
                    <a:pt x="0" y="26669"/>
                  </a:lnTo>
                  <a:close/>
                </a:path>
              </a:pathLst>
            </a:custGeom>
            <a:solidFill>
              <a:srgbClr val="E2DD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1143000" y="5417819"/>
              <a:ext cx="41910" cy="25400"/>
            </a:xfrm>
            <a:custGeom>
              <a:avLst/>
              <a:gdLst/>
              <a:ahLst/>
              <a:cxnLst/>
              <a:rect l="l" t="t" r="r" b="b"/>
              <a:pathLst>
                <a:path w="41909" h="25400">
                  <a:moveTo>
                    <a:pt x="0" y="25399"/>
                  </a:moveTo>
                  <a:lnTo>
                    <a:pt x="0" y="0"/>
                  </a:lnTo>
                  <a:lnTo>
                    <a:pt x="41909" y="0"/>
                  </a:lnTo>
                  <a:lnTo>
                    <a:pt x="41909" y="25399"/>
                  </a:lnTo>
                  <a:lnTo>
                    <a:pt x="0" y="25399"/>
                  </a:lnTo>
                  <a:close/>
                </a:path>
              </a:pathLst>
            </a:custGeom>
            <a:solidFill>
              <a:srgbClr val="E1DD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1143000" y="5443219"/>
              <a:ext cx="41910" cy="25400"/>
            </a:xfrm>
            <a:custGeom>
              <a:avLst/>
              <a:gdLst/>
              <a:ahLst/>
              <a:cxnLst/>
              <a:rect l="l" t="t" r="r" b="b"/>
              <a:pathLst>
                <a:path w="41909" h="25400">
                  <a:moveTo>
                    <a:pt x="0" y="25399"/>
                  </a:moveTo>
                  <a:lnTo>
                    <a:pt x="0" y="0"/>
                  </a:lnTo>
                  <a:lnTo>
                    <a:pt x="41909" y="0"/>
                  </a:lnTo>
                  <a:lnTo>
                    <a:pt x="41909" y="25399"/>
                  </a:lnTo>
                  <a:lnTo>
                    <a:pt x="0" y="25399"/>
                  </a:lnTo>
                  <a:close/>
                </a:path>
              </a:pathLst>
            </a:custGeom>
            <a:solidFill>
              <a:srgbClr val="E1DC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1143000" y="5468619"/>
              <a:ext cx="41910" cy="26670"/>
            </a:xfrm>
            <a:custGeom>
              <a:avLst/>
              <a:gdLst/>
              <a:ahLst/>
              <a:cxnLst/>
              <a:rect l="l" t="t" r="r" b="b"/>
              <a:pathLst>
                <a:path w="41909" h="26670">
                  <a:moveTo>
                    <a:pt x="0" y="26669"/>
                  </a:moveTo>
                  <a:lnTo>
                    <a:pt x="0" y="0"/>
                  </a:lnTo>
                  <a:lnTo>
                    <a:pt x="41909" y="0"/>
                  </a:lnTo>
                  <a:lnTo>
                    <a:pt x="41909" y="26669"/>
                  </a:lnTo>
                  <a:lnTo>
                    <a:pt x="0" y="26669"/>
                  </a:lnTo>
                  <a:close/>
                </a:path>
              </a:pathLst>
            </a:custGeom>
            <a:solidFill>
              <a:srgbClr val="E0DC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1143000" y="5495289"/>
              <a:ext cx="41910" cy="25400"/>
            </a:xfrm>
            <a:custGeom>
              <a:avLst/>
              <a:gdLst/>
              <a:ahLst/>
              <a:cxnLst/>
              <a:rect l="l" t="t" r="r" b="b"/>
              <a:pathLst>
                <a:path w="41909" h="25400">
                  <a:moveTo>
                    <a:pt x="41909" y="0"/>
                  </a:moveTo>
                  <a:lnTo>
                    <a:pt x="0" y="0"/>
                  </a:lnTo>
                  <a:lnTo>
                    <a:pt x="0" y="11430"/>
                  </a:lnTo>
                  <a:lnTo>
                    <a:pt x="40640" y="11430"/>
                  </a:lnTo>
                  <a:lnTo>
                    <a:pt x="40640" y="10160"/>
                  </a:lnTo>
                  <a:lnTo>
                    <a:pt x="41909" y="10160"/>
                  </a:lnTo>
                  <a:lnTo>
                    <a:pt x="41909" y="0"/>
                  </a:lnTo>
                  <a:close/>
                </a:path>
                <a:path w="41909" h="25400">
                  <a:moveTo>
                    <a:pt x="39369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100" y="13970"/>
                  </a:lnTo>
                  <a:lnTo>
                    <a:pt x="38100" y="12700"/>
                  </a:lnTo>
                  <a:lnTo>
                    <a:pt x="39369" y="12700"/>
                  </a:lnTo>
                  <a:lnTo>
                    <a:pt x="39369" y="11430"/>
                  </a:lnTo>
                  <a:close/>
                </a:path>
                <a:path w="41909" h="25400">
                  <a:moveTo>
                    <a:pt x="36830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4290" y="17780"/>
                  </a:lnTo>
                  <a:lnTo>
                    <a:pt x="34290" y="16510"/>
                  </a:lnTo>
                  <a:lnTo>
                    <a:pt x="35559" y="16510"/>
                  </a:lnTo>
                  <a:lnTo>
                    <a:pt x="35559" y="15240"/>
                  </a:lnTo>
                  <a:lnTo>
                    <a:pt x="36830" y="15240"/>
                  </a:lnTo>
                  <a:lnTo>
                    <a:pt x="36830" y="13970"/>
                  </a:lnTo>
                  <a:close/>
                </a:path>
                <a:path w="41909" h="25400">
                  <a:moveTo>
                    <a:pt x="33019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1750" y="20320"/>
                  </a:lnTo>
                  <a:lnTo>
                    <a:pt x="31750" y="19050"/>
                  </a:lnTo>
                  <a:lnTo>
                    <a:pt x="33019" y="19050"/>
                  </a:lnTo>
                  <a:lnTo>
                    <a:pt x="33019" y="17780"/>
                  </a:lnTo>
                  <a:close/>
                </a:path>
                <a:path w="41909" h="25400">
                  <a:moveTo>
                    <a:pt x="30480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27940" y="24130"/>
                  </a:lnTo>
                  <a:lnTo>
                    <a:pt x="27940" y="22860"/>
                  </a:lnTo>
                  <a:lnTo>
                    <a:pt x="29209" y="22860"/>
                  </a:lnTo>
                  <a:lnTo>
                    <a:pt x="29209" y="21590"/>
                  </a:lnTo>
                  <a:lnTo>
                    <a:pt x="30480" y="21590"/>
                  </a:lnTo>
                  <a:lnTo>
                    <a:pt x="30480" y="20320"/>
                  </a:lnTo>
                  <a:close/>
                </a:path>
                <a:path w="41909" h="25400">
                  <a:moveTo>
                    <a:pt x="26669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26669" y="25400"/>
                  </a:lnTo>
                  <a:lnTo>
                    <a:pt x="26669" y="24130"/>
                  </a:lnTo>
                  <a:close/>
                </a:path>
              </a:pathLst>
            </a:custGeom>
            <a:solidFill>
              <a:srgbClr val="E0DB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1143000" y="5520689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2540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0" y="1270"/>
                  </a:lnTo>
                  <a:lnTo>
                    <a:pt x="25400" y="0"/>
                  </a:lnTo>
                  <a:close/>
                </a:path>
                <a:path w="25400" h="25400">
                  <a:moveTo>
                    <a:pt x="2413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21590" y="5080"/>
                  </a:lnTo>
                  <a:lnTo>
                    <a:pt x="21590" y="3810"/>
                  </a:lnTo>
                  <a:lnTo>
                    <a:pt x="22859" y="3810"/>
                  </a:lnTo>
                  <a:lnTo>
                    <a:pt x="22859" y="2540"/>
                  </a:lnTo>
                  <a:lnTo>
                    <a:pt x="24130" y="2540"/>
                  </a:lnTo>
                  <a:lnTo>
                    <a:pt x="24130" y="1270"/>
                  </a:lnTo>
                  <a:close/>
                </a:path>
                <a:path w="25400" h="25400">
                  <a:moveTo>
                    <a:pt x="2031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19050" y="7620"/>
                  </a:lnTo>
                  <a:lnTo>
                    <a:pt x="19050" y="6350"/>
                  </a:lnTo>
                  <a:lnTo>
                    <a:pt x="20319" y="6350"/>
                  </a:lnTo>
                  <a:lnTo>
                    <a:pt x="20319" y="5080"/>
                  </a:lnTo>
                  <a:close/>
                </a:path>
                <a:path w="25400" h="25400">
                  <a:moveTo>
                    <a:pt x="17780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15240" y="11430"/>
                  </a:lnTo>
                  <a:lnTo>
                    <a:pt x="15240" y="10160"/>
                  </a:lnTo>
                  <a:lnTo>
                    <a:pt x="16509" y="10160"/>
                  </a:lnTo>
                  <a:lnTo>
                    <a:pt x="16509" y="8890"/>
                  </a:lnTo>
                  <a:lnTo>
                    <a:pt x="17780" y="8890"/>
                  </a:lnTo>
                  <a:lnTo>
                    <a:pt x="17780" y="7620"/>
                  </a:lnTo>
                  <a:close/>
                </a:path>
                <a:path w="25400" h="25400">
                  <a:moveTo>
                    <a:pt x="13969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12700" y="13970"/>
                  </a:lnTo>
                  <a:lnTo>
                    <a:pt x="12700" y="12700"/>
                  </a:lnTo>
                  <a:lnTo>
                    <a:pt x="13969" y="12700"/>
                  </a:lnTo>
                  <a:lnTo>
                    <a:pt x="13969" y="11430"/>
                  </a:lnTo>
                  <a:close/>
                </a:path>
                <a:path w="25400" h="25400">
                  <a:moveTo>
                    <a:pt x="11430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8890" y="17780"/>
                  </a:lnTo>
                  <a:lnTo>
                    <a:pt x="8890" y="16510"/>
                  </a:lnTo>
                  <a:lnTo>
                    <a:pt x="10159" y="16510"/>
                  </a:lnTo>
                  <a:lnTo>
                    <a:pt x="10159" y="15240"/>
                  </a:lnTo>
                  <a:lnTo>
                    <a:pt x="11430" y="15240"/>
                  </a:lnTo>
                  <a:lnTo>
                    <a:pt x="11430" y="13970"/>
                  </a:lnTo>
                  <a:close/>
                </a:path>
                <a:path w="25400" h="25400">
                  <a:moveTo>
                    <a:pt x="7619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6350" y="20320"/>
                  </a:lnTo>
                  <a:lnTo>
                    <a:pt x="6350" y="19050"/>
                  </a:lnTo>
                  <a:lnTo>
                    <a:pt x="7619" y="19050"/>
                  </a:lnTo>
                  <a:lnTo>
                    <a:pt x="7619" y="17780"/>
                  </a:lnTo>
                  <a:close/>
                </a:path>
                <a:path w="25400" h="25400">
                  <a:moveTo>
                    <a:pt x="5080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2540" y="24130"/>
                  </a:lnTo>
                  <a:lnTo>
                    <a:pt x="2540" y="22860"/>
                  </a:lnTo>
                  <a:lnTo>
                    <a:pt x="3809" y="22860"/>
                  </a:lnTo>
                  <a:lnTo>
                    <a:pt x="3809" y="21590"/>
                  </a:lnTo>
                  <a:lnTo>
                    <a:pt x="5080" y="21590"/>
                  </a:lnTo>
                  <a:lnTo>
                    <a:pt x="5080" y="20320"/>
                  </a:lnTo>
                  <a:close/>
                </a:path>
                <a:path w="25400" h="25400">
                  <a:moveTo>
                    <a:pt x="1269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1269" y="25400"/>
                  </a:lnTo>
                  <a:lnTo>
                    <a:pt x="1269" y="24130"/>
                  </a:lnTo>
                  <a:close/>
                </a:path>
              </a:pathLst>
            </a:custGeom>
            <a:solidFill>
              <a:srgbClr val="DFDB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2362200" y="4188459"/>
              <a:ext cx="1216660" cy="27940"/>
            </a:xfrm>
            <a:custGeom>
              <a:avLst/>
              <a:gdLst/>
              <a:ahLst/>
              <a:cxnLst/>
              <a:rect l="l" t="t" r="r" b="b"/>
              <a:pathLst>
                <a:path w="1216660" h="27939">
                  <a:moveTo>
                    <a:pt x="121666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0" y="27940"/>
                  </a:lnTo>
                  <a:lnTo>
                    <a:pt x="1216660" y="27940"/>
                  </a:lnTo>
                  <a:lnTo>
                    <a:pt x="1216660" y="13970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9DD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2362200" y="421639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216660" y="13969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9DD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2362200" y="4230369"/>
              <a:ext cx="1216660" cy="12700"/>
            </a:xfrm>
            <a:custGeom>
              <a:avLst/>
              <a:gdLst/>
              <a:ahLst/>
              <a:cxnLst/>
              <a:rect l="l" t="t" r="r" b="b"/>
              <a:pathLst>
                <a:path w="1216660" h="12700">
                  <a:moveTo>
                    <a:pt x="1216660" y="0"/>
                  </a:moveTo>
                  <a:lnTo>
                    <a:pt x="0" y="0"/>
                  </a:lnTo>
                  <a:lnTo>
                    <a:pt x="0" y="12699"/>
                  </a:lnTo>
                  <a:lnTo>
                    <a:pt x="1216660" y="12699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9DC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2362200" y="4243069"/>
              <a:ext cx="1216660" cy="15240"/>
            </a:xfrm>
            <a:custGeom>
              <a:avLst/>
              <a:gdLst/>
              <a:ahLst/>
              <a:cxnLst/>
              <a:rect l="l" t="t" r="r" b="b"/>
              <a:pathLst>
                <a:path w="1216660" h="15239">
                  <a:moveTo>
                    <a:pt x="1216660" y="0"/>
                  </a:moveTo>
                  <a:lnTo>
                    <a:pt x="0" y="0"/>
                  </a:lnTo>
                  <a:lnTo>
                    <a:pt x="0" y="15239"/>
                  </a:lnTo>
                  <a:lnTo>
                    <a:pt x="1216660" y="15239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9DC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2362200" y="4258309"/>
              <a:ext cx="1216660" cy="12700"/>
            </a:xfrm>
            <a:custGeom>
              <a:avLst/>
              <a:gdLst/>
              <a:ahLst/>
              <a:cxnLst/>
              <a:rect l="l" t="t" r="r" b="b"/>
              <a:pathLst>
                <a:path w="1216660" h="12700">
                  <a:moveTo>
                    <a:pt x="121666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216660" y="12700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9DB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2362200" y="427100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216660" y="13969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9DB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2362200" y="428497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1216660" y="13970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9DA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2362200" y="429894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216660" y="13969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9DA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2362200" y="431291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216660" y="13969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9D9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2362200" y="432688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1216660" y="13970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9D9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2362200" y="434085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216660" y="13969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9D8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2362200" y="435482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1216660" y="13970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9D8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2362200" y="436879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216660" y="13969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9D7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2362200" y="438276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216660" y="13969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9D7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2362200" y="4396739"/>
              <a:ext cx="1216660" cy="12700"/>
            </a:xfrm>
            <a:custGeom>
              <a:avLst/>
              <a:gdLst/>
              <a:ahLst/>
              <a:cxnLst/>
              <a:rect l="l" t="t" r="r" b="b"/>
              <a:pathLst>
                <a:path w="1216660" h="12700">
                  <a:moveTo>
                    <a:pt x="121666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216660" y="12700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8D6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2362200" y="440943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1216660" y="13970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8D6A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2362200" y="442340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216660" y="13969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8D5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2362200" y="443737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1216660" y="13970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8D5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2362200" y="445134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216660" y="13969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8D4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2362200" y="446531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216660" y="13969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8D4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2362200" y="447928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1216660" y="13970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8D3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2362200" y="449325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216660" y="13969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8D3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2362200" y="450722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1216660" y="13970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8D2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2362200" y="452119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216660" y="13969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8D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2362200" y="453516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216660" y="13969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8D1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2362200" y="4549139"/>
              <a:ext cx="1216660" cy="12700"/>
            </a:xfrm>
            <a:custGeom>
              <a:avLst/>
              <a:gdLst/>
              <a:ahLst/>
              <a:cxnLst/>
              <a:rect l="l" t="t" r="r" b="b"/>
              <a:pathLst>
                <a:path w="1216660" h="12700">
                  <a:moveTo>
                    <a:pt x="121666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216660" y="12700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8D1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2362200" y="456183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1216660" y="13970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8D0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2362200" y="457580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216660" y="13969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8D0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2362200" y="458977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1216660" y="13970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7CF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2362200" y="460374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216660" y="13969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7CF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2362200" y="461771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216660" y="13969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7CE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2362200" y="463168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1216660" y="13970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7CE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2362200" y="464565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216660" y="13969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7CD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2362200" y="465962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1216660" y="13970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7CD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2362200" y="467359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216660" y="13969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7CD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2362200" y="4687569"/>
              <a:ext cx="1216660" cy="27940"/>
            </a:xfrm>
            <a:custGeom>
              <a:avLst/>
              <a:gdLst/>
              <a:ahLst/>
              <a:cxnLst/>
              <a:rect l="l" t="t" r="r" b="b"/>
              <a:pathLst>
                <a:path w="1216660" h="27939">
                  <a:moveTo>
                    <a:pt x="121666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0" y="27940"/>
                  </a:lnTo>
                  <a:lnTo>
                    <a:pt x="1216660" y="27940"/>
                  </a:lnTo>
                  <a:lnTo>
                    <a:pt x="1216660" y="12700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7CC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2362200" y="4715509"/>
              <a:ext cx="1216660" cy="12700"/>
            </a:xfrm>
            <a:custGeom>
              <a:avLst/>
              <a:gdLst/>
              <a:ahLst/>
              <a:cxnLst/>
              <a:rect l="l" t="t" r="r" b="b"/>
              <a:pathLst>
                <a:path w="1216660" h="12700">
                  <a:moveTo>
                    <a:pt x="121666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216660" y="12700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7CC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2362200" y="472820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216660" y="13969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7CC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2362200" y="474217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1216660" y="13970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7CA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2362200" y="475614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216660" y="13969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7CA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2362200" y="477011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216660" y="13969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7C9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2362200" y="478408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1216660" y="13970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6C9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2362200" y="479805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216660" y="13969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6C8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2362200" y="481202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1216660" y="13970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6C8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2362200" y="482599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216660" y="13969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6C7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2362200" y="483996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216660" y="13969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6C7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2362200" y="4853939"/>
              <a:ext cx="1216660" cy="12700"/>
            </a:xfrm>
            <a:custGeom>
              <a:avLst/>
              <a:gdLst/>
              <a:ahLst/>
              <a:cxnLst/>
              <a:rect l="l" t="t" r="r" b="b"/>
              <a:pathLst>
                <a:path w="1216660" h="12700">
                  <a:moveTo>
                    <a:pt x="121666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216660" y="12700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6C6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2362200" y="486663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1216660" y="13970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6C6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2362200" y="488060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216660" y="13969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6C5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2362200" y="489457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1216660" y="13970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6C5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2362200" y="4908550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216660" y="13969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6C4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2362200" y="492251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216660" y="13969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6C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2362200" y="493648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1216660" y="13970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6C3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2362200" y="495045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216660" y="13969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6C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2362200" y="496442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1216660" y="13970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6C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2362200" y="4978400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216660" y="13969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5C2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2362200" y="499236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216660" y="13969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5C1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2362200" y="5006339"/>
              <a:ext cx="1216660" cy="12700"/>
            </a:xfrm>
            <a:custGeom>
              <a:avLst/>
              <a:gdLst/>
              <a:ahLst/>
              <a:cxnLst/>
              <a:rect l="l" t="t" r="r" b="b"/>
              <a:pathLst>
                <a:path w="1216660" h="12700">
                  <a:moveTo>
                    <a:pt x="121666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216660" y="12700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5C1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2362200" y="501903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1216660" y="13970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5C0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2362200" y="503300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216660" y="13969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5C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2362200" y="504697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1216660" y="13970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5B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2362200" y="5060950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216660" y="13969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5BF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2362200" y="507491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216660" y="13969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5BE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2362200" y="508888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1216660" y="13970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5BE7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2362200" y="510285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216660" y="13969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5BD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2362200" y="511682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1216660" y="13970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5BD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2362200" y="5130800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216660" y="13969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5BD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2362200" y="5144769"/>
              <a:ext cx="1216660" cy="12700"/>
            </a:xfrm>
            <a:custGeom>
              <a:avLst/>
              <a:gdLst/>
              <a:ahLst/>
              <a:cxnLst/>
              <a:rect l="l" t="t" r="r" b="b"/>
              <a:pathLst>
                <a:path w="1216660" h="12700">
                  <a:moveTo>
                    <a:pt x="1216660" y="0"/>
                  </a:moveTo>
                  <a:lnTo>
                    <a:pt x="0" y="0"/>
                  </a:lnTo>
                  <a:lnTo>
                    <a:pt x="0" y="12699"/>
                  </a:lnTo>
                  <a:lnTo>
                    <a:pt x="1216660" y="12699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5BC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2362200" y="5157469"/>
              <a:ext cx="1216660" cy="15240"/>
            </a:xfrm>
            <a:custGeom>
              <a:avLst/>
              <a:gdLst/>
              <a:ahLst/>
              <a:cxnLst/>
              <a:rect l="l" t="t" r="r" b="b"/>
              <a:pathLst>
                <a:path w="1216660" h="15239">
                  <a:moveTo>
                    <a:pt x="1216660" y="0"/>
                  </a:moveTo>
                  <a:lnTo>
                    <a:pt x="0" y="0"/>
                  </a:lnTo>
                  <a:lnTo>
                    <a:pt x="0" y="15239"/>
                  </a:lnTo>
                  <a:lnTo>
                    <a:pt x="1216660" y="15239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5BC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2362200" y="5172709"/>
              <a:ext cx="1216660" cy="12700"/>
            </a:xfrm>
            <a:custGeom>
              <a:avLst/>
              <a:gdLst/>
              <a:ahLst/>
              <a:cxnLst/>
              <a:rect l="l" t="t" r="r" b="b"/>
              <a:pathLst>
                <a:path w="1216660" h="12700">
                  <a:moveTo>
                    <a:pt x="121666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216660" y="12700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4BB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2362200" y="518540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216660" y="13969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4BB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2362200" y="519937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1216660" y="13970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4BA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2362200" y="5213350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216660" y="13969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4BA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2362200" y="522731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216660" y="13969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4B9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2362200" y="524128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1216660" y="13970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4B9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2362200" y="525525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216660" y="13969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4B87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2362200" y="526922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1216660" y="13970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4B8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2362200" y="5283200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216660" y="13969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4B76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2362200" y="5297169"/>
              <a:ext cx="1216660" cy="12700"/>
            </a:xfrm>
            <a:custGeom>
              <a:avLst/>
              <a:gdLst/>
              <a:ahLst/>
              <a:cxnLst/>
              <a:rect l="l" t="t" r="r" b="b"/>
              <a:pathLst>
                <a:path w="1216660" h="12700">
                  <a:moveTo>
                    <a:pt x="1216660" y="0"/>
                  </a:moveTo>
                  <a:lnTo>
                    <a:pt x="0" y="0"/>
                  </a:lnTo>
                  <a:lnTo>
                    <a:pt x="0" y="12699"/>
                  </a:lnTo>
                  <a:lnTo>
                    <a:pt x="1216660" y="12699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4B7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2362200" y="530986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216660" y="13969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4B66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2362200" y="532383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1216660" y="13970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4B6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2362200" y="533780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216660" y="13969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4B5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2362200" y="535177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1216660" y="13970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4B5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2362200" y="5365750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216660" y="13969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3B46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2362200" y="537971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216660" y="13969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3B4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2362200" y="5393689"/>
              <a:ext cx="1216660" cy="27940"/>
            </a:xfrm>
            <a:custGeom>
              <a:avLst/>
              <a:gdLst/>
              <a:ahLst/>
              <a:cxnLst/>
              <a:rect l="l" t="t" r="r" b="b"/>
              <a:pathLst>
                <a:path w="1216660" h="27939">
                  <a:moveTo>
                    <a:pt x="121666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0" y="27940"/>
                  </a:lnTo>
                  <a:lnTo>
                    <a:pt x="1216660" y="27940"/>
                  </a:lnTo>
                  <a:lnTo>
                    <a:pt x="1216660" y="13970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3B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2362200" y="542162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1216660" y="13970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3B26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2362200" y="5435600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216660" y="13969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3B2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2362200" y="544956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216660" y="13969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3B16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2362200" y="5463539"/>
              <a:ext cx="1216660" cy="12700"/>
            </a:xfrm>
            <a:custGeom>
              <a:avLst/>
              <a:gdLst/>
              <a:ahLst/>
              <a:cxnLst/>
              <a:rect l="l" t="t" r="r" b="b"/>
              <a:pathLst>
                <a:path w="1216660" h="12700">
                  <a:moveTo>
                    <a:pt x="121666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216660" y="12700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3B16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2362200" y="547623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1216660" y="13970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3B0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2362200" y="549020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216660" y="13969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3B0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2362200" y="550417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1216660" y="13970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3AF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2362200" y="5518150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216660" y="13969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3AF5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2362200" y="5532119"/>
              <a:ext cx="1216660" cy="13970"/>
            </a:xfrm>
            <a:custGeom>
              <a:avLst/>
              <a:gdLst/>
              <a:ahLst/>
              <a:cxnLst/>
              <a:rect l="l" t="t" r="r" b="b"/>
              <a:pathLst>
                <a:path w="1216660" h="13970">
                  <a:moveTo>
                    <a:pt x="121666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1216660" y="13969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3AE5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2362200" y="4189729"/>
              <a:ext cx="1216660" cy="2540"/>
            </a:xfrm>
            <a:custGeom>
              <a:avLst/>
              <a:gdLst/>
              <a:ahLst/>
              <a:cxnLst/>
              <a:rect l="l" t="t" r="r" b="b"/>
              <a:pathLst>
                <a:path w="1216660" h="2539">
                  <a:moveTo>
                    <a:pt x="121666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1216660" y="2540"/>
                  </a:lnTo>
                  <a:lnTo>
                    <a:pt x="1216660" y="1270"/>
                  </a:lnTo>
                  <a:lnTo>
                    <a:pt x="1216660" y="0"/>
                  </a:lnTo>
                  <a:close/>
                </a:path>
              </a:pathLst>
            </a:custGeom>
            <a:solidFill>
              <a:srgbClr val="F9DD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2364740" y="4192269"/>
              <a:ext cx="1212850" cy="3810"/>
            </a:xfrm>
            <a:custGeom>
              <a:avLst/>
              <a:gdLst/>
              <a:ahLst/>
              <a:cxnLst/>
              <a:rect l="l" t="t" r="r" b="b"/>
              <a:pathLst>
                <a:path w="1212850" h="3810">
                  <a:moveTo>
                    <a:pt x="1211580" y="1282"/>
                  </a:move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1210310" y="3810"/>
                  </a:lnTo>
                  <a:lnTo>
                    <a:pt x="1210310" y="2540"/>
                  </a:lnTo>
                  <a:lnTo>
                    <a:pt x="1211580" y="2540"/>
                  </a:lnTo>
                  <a:lnTo>
                    <a:pt x="1211580" y="1282"/>
                  </a:lnTo>
                  <a:close/>
                </a:path>
                <a:path w="1212850" h="3810">
                  <a:moveTo>
                    <a:pt x="121285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12850" y="1270"/>
                  </a:lnTo>
                  <a:lnTo>
                    <a:pt x="1212850" y="0"/>
                  </a:lnTo>
                  <a:close/>
                </a:path>
              </a:pathLst>
            </a:custGeom>
            <a:solidFill>
              <a:srgbClr val="F9DA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2368550" y="4196079"/>
              <a:ext cx="1205230" cy="3810"/>
            </a:xfrm>
            <a:custGeom>
              <a:avLst/>
              <a:gdLst/>
              <a:ahLst/>
              <a:cxnLst/>
              <a:rect l="l" t="t" r="r" b="b"/>
              <a:pathLst>
                <a:path w="1205229" h="3810">
                  <a:moveTo>
                    <a:pt x="120523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1202690" y="3810"/>
                  </a:lnTo>
                  <a:lnTo>
                    <a:pt x="1202690" y="2540"/>
                  </a:lnTo>
                  <a:lnTo>
                    <a:pt x="1203960" y="2540"/>
                  </a:lnTo>
                  <a:lnTo>
                    <a:pt x="1203960" y="1270"/>
                  </a:lnTo>
                  <a:lnTo>
                    <a:pt x="1205230" y="1270"/>
                  </a:lnTo>
                  <a:lnTo>
                    <a:pt x="1205230" y="0"/>
                  </a:lnTo>
                  <a:close/>
                </a:path>
              </a:pathLst>
            </a:custGeom>
            <a:solidFill>
              <a:srgbClr val="F9D7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2372360" y="4199902"/>
              <a:ext cx="1197610" cy="2540"/>
            </a:xfrm>
            <a:custGeom>
              <a:avLst/>
              <a:gdLst/>
              <a:ahLst/>
              <a:cxnLst/>
              <a:rect l="l" t="t" r="r" b="b"/>
              <a:pathLst>
                <a:path w="1197610" h="2539">
                  <a:moveTo>
                    <a:pt x="119761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1196340" y="2527"/>
                  </a:lnTo>
                  <a:lnTo>
                    <a:pt x="1196340" y="1257"/>
                  </a:lnTo>
                  <a:lnTo>
                    <a:pt x="1197610" y="1257"/>
                  </a:lnTo>
                  <a:lnTo>
                    <a:pt x="1197610" y="0"/>
                  </a:lnTo>
                  <a:close/>
                </a:path>
              </a:pathLst>
            </a:custGeom>
            <a:solidFill>
              <a:srgbClr val="F8D4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2374900" y="4202429"/>
              <a:ext cx="1192530" cy="3810"/>
            </a:xfrm>
            <a:custGeom>
              <a:avLst/>
              <a:gdLst/>
              <a:ahLst/>
              <a:cxnLst/>
              <a:rect l="l" t="t" r="r" b="b"/>
              <a:pathLst>
                <a:path w="1192529" h="3810">
                  <a:moveTo>
                    <a:pt x="119253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1189990" y="3810"/>
                  </a:lnTo>
                  <a:lnTo>
                    <a:pt x="1189990" y="2540"/>
                  </a:lnTo>
                  <a:lnTo>
                    <a:pt x="1191260" y="2540"/>
                  </a:lnTo>
                  <a:lnTo>
                    <a:pt x="1191260" y="1270"/>
                  </a:lnTo>
                  <a:lnTo>
                    <a:pt x="1192530" y="1270"/>
                  </a:lnTo>
                  <a:lnTo>
                    <a:pt x="1192530" y="0"/>
                  </a:lnTo>
                  <a:close/>
                </a:path>
              </a:pathLst>
            </a:custGeom>
            <a:solidFill>
              <a:srgbClr val="F8D1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2378710" y="4206252"/>
              <a:ext cx="1184910" cy="3810"/>
            </a:xfrm>
            <a:custGeom>
              <a:avLst/>
              <a:gdLst/>
              <a:ahLst/>
              <a:cxnLst/>
              <a:rect l="l" t="t" r="r" b="b"/>
              <a:pathLst>
                <a:path w="1184910" h="3810">
                  <a:moveTo>
                    <a:pt x="118491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2540" y="2527"/>
                  </a:lnTo>
                  <a:lnTo>
                    <a:pt x="2540" y="3797"/>
                  </a:lnTo>
                  <a:lnTo>
                    <a:pt x="1182370" y="3797"/>
                  </a:lnTo>
                  <a:lnTo>
                    <a:pt x="1182370" y="2527"/>
                  </a:lnTo>
                  <a:lnTo>
                    <a:pt x="1183640" y="2527"/>
                  </a:lnTo>
                  <a:lnTo>
                    <a:pt x="1183640" y="1257"/>
                  </a:lnTo>
                  <a:lnTo>
                    <a:pt x="1184910" y="1257"/>
                  </a:lnTo>
                  <a:lnTo>
                    <a:pt x="1184910" y="0"/>
                  </a:lnTo>
                  <a:close/>
                </a:path>
              </a:pathLst>
            </a:custGeom>
            <a:solidFill>
              <a:srgbClr val="F7CD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2382520" y="4210049"/>
              <a:ext cx="1177290" cy="3810"/>
            </a:xfrm>
            <a:custGeom>
              <a:avLst/>
              <a:gdLst/>
              <a:ahLst/>
              <a:cxnLst/>
              <a:rect l="l" t="t" r="r" b="b"/>
              <a:pathLst>
                <a:path w="1177289" h="3810">
                  <a:moveTo>
                    <a:pt x="1174750" y="2552"/>
                  </a:moveTo>
                  <a:lnTo>
                    <a:pt x="2540" y="2552"/>
                  </a:lnTo>
                  <a:lnTo>
                    <a:pt x="2540" y="3810"/>
                  </a:lnTo>
                  <a:lnTo>
                    <a:pt x="1174750" y="3810"/>
                  </a:lnTo>
                  <a:lnTo>
                    <a:pt x="1174750" y="2552"/>
                  </a:lnTo>
                  <a:close/>
                </a:path>
                <a:path w="1177289" h="3810">
                  <a:moveTo>
                    <a:pt x="117729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1176020" y="2540"/>
                  </a:lnTo>
                  <a:lnTo>
                    <a:pt x="1176020" y="1270"/>
                  </a:lnTo>
                  <a:lnTo>
                    <a:pt x="1177290" y="1270"/>
                  </a:lnTo>
                  <a:lnTo>
                    <a:pt x="1177290" y="0"/>
                  </a:lnTo>
                  <a:close/>
                </a:path>
              </a:pathLst>
            </a:custGeom>
            <a:solidFill>
              <a:srgbClr val="F7CA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2386330" y="4213859"/>
              <a:ext cx="1169670" cy="3810"/>
            </a:xfrm>
            <a:custGeom>
              <a:avLst/>
              <a:gdLst/>
              <a:ahLst/>
              <a:cxnLst/>
              <a:rect l="l" t="t" r="r" b="b"/>
              <a:pathLst>
                <a:path w="1169670" h="3810">
                  <a:moveTo>
                    <a:pt x="11696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1167130" y="3810"/>
                  </a:lnTo>
                  <a:lnTo>
                    <a:pt x="1167130" y="2540"/>
                  </a:lnTo>
                  <a:lnTo>
                    <a:pt x="1168400" y="2540"/>
                  </a:lnTo>
                  <a:lnTo>
                    <a:pt x="1168400" y="1270"/>
                  </a:lnTo>
                  <a:lnTo>
                    <a:pt x="1169670" y="1270"/>
                  </a:lnTo>
                  <a:lnTo>
                    <a:pt x="1169670" y="0"/>
                  </a:lnTo>
                  <a:close/>
                </a:path>
              </a:pathLst>
            </a:custGeom>
            <a:solidFill>
              <a:srgbClr val="F6C7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2390140" y="4217669"/>
              <a:ext cx="1162050" cy="3810"/>
            </a:xfrm>
            <a:custGeom>
              <a:avLst/>
              <a:gdLst/>
              <a:ahLst/>
              <a:cxnLst/>
              <a:rect l="l" t="t" r="r" b="b"/>
              <a:pathLst>
                <a:path w="1162050" h="3810">
                  <a:moveTo>
                    <a:pt x="1160780" y="1282"/>
                  </a:move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1159510" y="3810"/>
                  </a:lnTo>
                  <a:lnTo>
                    <a:pt x="1159510" y="2540"/>
                  </a:lnTo>
                  <a:lnTo>
                    <a:pt x="1160780" y="2540"/>
                  </a:lnTo>
                  <a:lnTo>
                    <a:pt x="1160780" y="1282"/>
                  </a:lnTo>
                  <a:close/>
                </a:path>
                <a:path w="1162050" h="3810">
                  <a:moveTo>
                    <a:pt x="116205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162050" y="1270"/>
                  </a:lnTo>
                  <a:lnTo>
                    <a:pt x="1162050" y="0"/>
                  </a:lnTo>
                  <a:close/>
                </a:path>
              </a:pathLst>
            </a:custGeom>
            <a:solidFill>
              <a:srgbClr val="F6C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2393950" y="4221479"/>
              <a:ext cx="1154430" cy="3810"/>
            </a:xfrm>
            <a:custGeom>
              <a:avLst/>
              <a:gdLst/>
              <a:ahLst/>
              <a:cxnLst/>
              <a:rect l="l" t="t" r="r" b="b"/>
              <a:pathLst>
                <a:path w="1154429" h="3810">
                  <a:moveTo>
                    <a:pt x="115443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1151890" y="3810"/>
                  </a:lnTo>
                  <a:lnTo>
                    <a:pt x="1151890" y="2540"/>
                  </a:lnTo>
                  <a:lnTo>
                    <a:pt x="1153160" y="2540"/>
                  </a:lnTo>
                  <a:lnTo>
                    <a:pt x="1153160" y="1270"/>
                  </a:lnTo>
                  <a:lnTo>
                    <a:pt x="1154430" y="1270"/>
                  </a:lnTo>
                  <a:lnTo>
                    <a:pt x="1154430" y="0"/>
                  </a:lnTo>
                  <a:close/>
                </a:path>
              </a:pathLst>
            </a:custGeom>
            <a:solidFill>
              <a:srgbClr val="F5C1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2397760" y="4225302"/>
              <a:ext cx="1146810" cy="3810"/>
            </a:xfrm>
            <a:custGeom>
              <a:avLst/>
              <a:gdLst/>
              <a:ahLst/>
              <a:cxnLst/>
              <a:rect l="l" t="t" r="r" b="b"/>
              <a:pathLst>
                <a:path w="1146810" h="3810">
                  <a:moveTo>
                    <a:pt x="114681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2540" y="2527"/>
                  </a:lnTo>
                  <a:lnTo>
                    <a:pt x="2540" y="3797"/>
                  </a:lnTo>
                  <a:lnTo>
                    <a:pt x="1144270" y="3797"/>
                  </a:lnTo>
                  <a:lnTo>
                    <a:pt x="1144270" y="2527"/>
                  </a:lnTo>
                  <a:lnTo>
                    <a:pt x="1145540" y="2527"/>
                  </a:lnTo>
                  <a:lnTo>
                    <a:pt x="1145540" y="1257"/>
                  </a:lnTo>
                  <a:lnTo>
                    <a:pt x="1146810" y="1257"/>
                  </a:lnTo>
                  <a:lnTo>
                    <a:pt x="1146810" y="0"/>
                  </a:lnTo>
                  <a:close/>
                </a:path>
              </a:pathLst>
            </a:custGeom>
            <a:solidFill>
              <a:srgbClr val="F5BD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2401570" y="4229099"/>
              <a:ext cx="1139190" cy="2540"/>
            </a:xfrm>
            <a:custGeom>
              <a:avLst/>
              <a:gdLst/>
              <a:ahLst/>
              <a:cxnLst/>
              <a:rect l="l" t="t" r="r" b="b"/>
              <a:pathLst>
                <a:path w="1139189" h="2539">
                  <a:moveTo>
                    <a:pt x="113919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1137920" y="2540"/>
                  </a:lnTo>
                  <a:lnTo>
                    <a:pt x="1137920" y="1270"/>
                  </a:lnTo>
                  <a:lnTo>
                    <a:pt x="1139190" y="1270"/>
                  </a:lnTo>
                  <a:lnTo>
                    <a:pt x="1139190" y="0"/>
                  </a:lnTo>
                  <a:close/>
                </a:path>
              </a:pathLst>
            </a:custGeom>
            <a:solidFill>
              <a:srgbClr val="F4BA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2404110" y="4231652"/>
              <a:ext cx="1134110" cy="3810"/>
            </a:xfrm>
            <a:custGeom>
              <a:avLst/>
              <a:gdLst/>
              <a:ahLst/>
              <a:cxnLst/>
              <a:rect l="l" t="t" r="r" b="b"/>
              <a:pathLst>
                <a:path w="1134110" h="3810">
                  <a:moveTo>
                    <a:pt x="113411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2540" y="2527"/>
                  </a:lnTo>
                  <a:lnTo>
                    <a:pt x="2540" y="3797"/>
                  </a:lnTo>
                  <a:lnTo>
                    <a:pt x="1131570" y="3797"/>
                  </a:lnTo>
                  <a:lnTo>
                    <a:pt x="1131570" y="2527"/>
                  </a:lnTo>
                  <a:lnTo>
                    <a:pt x="1132840" y="2527"/>
                  </a:lnTo>
                  <a:lnTo>
                    <a:pt x="1132840" y="1257"/>
                  </a:lnTo>
                  <a:lnTo>
                    <a:pt x="1134110" y="1257"/>
                  </a:lnTo>
                  <a:lnTo>
                    <a:pt x="1134110" y="0"/>
                  </a:lnTo>
                  <a:close/>
                </a:path>
              </a:pathLst>
            </a:custGeom>
            <a:solidFill>
              <a:srgbClr val="F4B76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2407920" y="4235449"/>
              <a:ext cx="1126490" cy="3810"/>
            </a:xfrm>
            <a:custGeom>
              <a:avLst/>
              <a:gdLst/>
              <a:ahLst/>
              <a:cxnLst/>
              <a:rect l="l" t="t" r="r" b="b"/>
              <a:pathLst>
                <a:path w="1126489" h="3810">
                  <a:moveTo>
                    <a:pt x="1123950" y="2552"/>
                  </a:moveTo>
                  <a:lnTo>
                    <a:pt x="2540" y="2552"/>
                  </a:lnTo>
                  <a:lnTo>
                    <a:pt x="2540" y="3810"/>
                  </a:lnTo>
                  <a:lnTo>
                    <a:pt x="1123950" y="3810"/>
                  </a:lnTo>
                  <a:lnTo>
                    <a:pt x="1123950" y="2552"/>
                  </a:lnTo>
                  <a:close/>
                </a:path>
                <a:path w="1126489" h="3810">
                  <a:moveTo>
                    <a:pt x="112649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1125220" y="2540"/>
                  </a:lnTo>
                  <a:lnTo>
                    <a:pt x="1125220" y="1270"/>
                  </a:lnTo>
                  <a:lnTo>
                    <a:pt x="1126490" y="1270"/>
                  </a:lnTo>
                  <a:lnTo>
                    <a:pt x="1126490" y="0"/>
                  </a:lnTo>
                  <a:close/>
                </a:path>
              </a:pathLst>
            </a:custGeom>
            <a:solidFill>
              <a:srgbClr val="F3B46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3553460" y="4190999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25400" y="21602"/>
                  </a:moveTo>
                  <a:lnTo>
                    <a:pt x="2540" y="21602"/>
                  </a:lnTo>
                  <a:lnTo>
                    <a:pt x="2540" y="22860"/>
                  </a:lnTo>
                  <a:lnTo>
                    <a:pt x="1270" y="22860"/>
                  </a:lnTo>
                  <a:lnTo>
                    <a:pt x="1270" y="24130"/>
                  </a:lnTo>
                  <a:lnTo>
                    <a:pt x="0" y="24130"/>
                  </a:lnTo>
                  <a:lnTo>
                    <a:pt x="0" y="25400"/>
                  </a:lnTo>
                  <a:lnTo>
                    <a:pt x="25400" y="25400"/>
                  </a:lnTo>
                  <a:lnTo>
                    <a:pt x="25400" y="21602"/>
                  </a:lnTo>
                  <a:close/>
                </a:path>
                <a:path w="25400" h="25400">
                  <a:moveTo>
                    <a:pt x="25400" y="15252"/>
                  </a:moveTo>
                  <a:lnTo>
                    <a:pt x="8890" y="15252"/>
                  </a:lnTo>
                  <a:lnTo>
                    <a:pt x="8890" y="16510"/>
                  </a:lnTo>
                  <a:lnTo>
                    <a:pt x="7620" y="16510"/>
                  </a:lnTo>
                  <a:lnTo>
                    <a:pt x="7620" y="17780"/>
                  </a:lnTo>
                  <a:lnTo>
                    <a:pt x="6350" y="17780"/>
                  </a:lnTo>
                  <a:lnTo>
                    <a:pt x="6350" y="19050"/>
                  </a:lnTo>
                  <a:lnTo>
                    <a:pt x="5080" y="19050"/>
                  </a:lnTo>
                  <a:lnTo>
                    <a:pt x="5080" y="20320"/>
                  </a:lnTo>
                  <a:lnTo>
                    <a:pt x="3810" y="20320"/>
                  </a:lnTo>
                  <a:lnTo>
                    <a:pt x="3810" y="21590"/>
                  </a:lnTo>
                  <a:lnTo>
                    <a:pt x="25400" y="21590"/>
                  </a:lnTo>
                  <a:lnTo>
                    <a:pt x="25400" y="15252"/>
                  </a:lnTo>
                  <a:close/>
                </a:path>
                <a:path w="25400" h="25400">
                  <a:moveTo>
                    <a:pt x="25400" y="8902"/>
                  </a:moveTo>
                  <a:lnTo>
                    <a:pt x="15240" y="8902"/>
                  </a:lnTo>
                  <a:lnTo>
                    <a:pt x="15240" y="10160"/>
                  </a:lnTo>
                  <a:lnTo>
                    <a:pt x="13970" y="10160"/>
                  </a:lnTo>
                  <a:lnTo>
                    <a:pt x="13970" y="11430"/>
                  </a:lnTo>
                  <a:lnTo>
                    <a:pt x="12700" y="11430"/>
                  </a:lnTo>
                  <a:lnTo>
                    <a:pt x="12700" y="12700"/>
                  </a:lnTo>
                  <a:lnTo>
                    <a:pt x="11430" y="12700"/>
                  </a:lnTo>
                  <a:lnTo>
                    <a:pt x="11430" y="13970"/>
                  </a:lnTo>
                  <a:lnTo>
                    <a:pt x="10160" y="13970"/>
                  </a:lnTo>
                  <a:lnTo>
                    <a:pt x="10160" y="15240"/>
                  </a:lnTo>
                  <a:lnTo>
                    <a:pt x="25400" y="15240"/>
                  </a:lnTo>
                  <a:lnTo>
                    <a:pt x="25400" y="11430"/>
                  </a:lnTo>
                  <a:lnTo>
                    <a:pt x="25400" y="8902"/>
                  </a:lnTo>
                  <a:close/>
                </a:path>
                <a:path w="25400" h="25400">
                  <a:moveTo>
                    <a:pt x="25400" y="2552"/>
                  </a:moveTo>
                  <a:lnTo>
                    <a:pt x="21590" y="2552"/>
                  </a:lnTo>
                  <a:lnTo>
                    <a:pt x="21590" y="3810"/>
                  </a:lnTo>
                  <a:lnTo>
                    <a:pt x="20320" y="3810"/>
                  </a:lnTo>
                  <a:lnTo>
                    <a:pt x="20320" y="5080"/>
                  </a:lnTo>
                  <a:lnTo>
                    <a:pt x="19050" y="5080"/>
                  </a:lnTo>
                  <a:lnTo>
                    <a:pt x="19050" y="6350"/>
                  </a:lnTo>
                  <a:lnTo>
                    <a:pt x="17780" y="6350"/>
                  </a:lnTo>
                  <a:lnTo>
                    <a:pt x="17780" y="7620"/>
                  </a:lnTo>
                  <a:lnTo>
                    <a:pt x="16510" y="7620"/>
                  </a:lnTo>
                  <a:lnTo>
                    <a:pt x="16510" y="8890"/>
                  </a:lnTo>
                  <a:lnTo>
                    <a:pt x="25400" y="8890"/>
                  </a:lnTo>
                  <a:lnTo>
                    <a:pt x="25400" y="2552"/>
                  </a:lnTo>
                  <a:close/>
                </a:path>
                <a:path w="25400" h="25400">
                  <a:moveTo>
                    <a:pt x="25400" y="0"/>
                  </a:moveTo>
                  <a:lnTo>
                    <a:pt x="24130" y="0"/>
                  </a:lnTo>
                  <a:lnTo>
                    <a:pt x="24130" y="1270"/>
                  </a:lnTo>
                  <a:lnTo>
                    <a:pt x="22860" y="1270"/>
                  </a:lnTo>
                  <a:lnTo>
                    <a:pt x="22860" y="2540"/>
                  </a:lnTo>
                  <a:lnTo>
                    <a:pt x="25400" y="2540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F9DD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3539490" y="4216399"/>
              <a:ext cx="39370" cy="13970"/>
            </a:xfrm>
            <a:custGeom>
              <a:avLst/>
              <a:gdLst/>
              <a:ahLst/>
              <a:cxnLst/>
              <a:rect l="l" t="t" r="r" b="b"/>
              <a:pathLst>
                <a:path w="39370" h="13970">
                  <a:moveTo>
                    <a:pt x="39370" y="0"/>
                  </a:moveTo>
                  <a:lnTo>
                    <a:pt x="12700" y="0"/>
                  </a:lnTo>
                  <a:lnTo>
                    <a:pt x="12700" y="1269"/>
                  </a:lnTo>
                  <a:lnTo>
                    <a:pt x="11430" y="1269"/>
                  </a:lnTo>
                  <a:lnTo>
                    <a:pt x="11430" y="2539"/>
                  </a:lnTo>
                  <a:lnTo>
                    <a:pt x="39370" y="2539"/>
                  </a:lnTo>
                  <a:lnTo>
                    <a:pt x="39370" y="0"/>
                  </a:lnTo>
                  <a:close/>
                </a:path>
                <a:path w="39370" h="13970">
                  <a:moveTo>
                    <a:pt x="39370" y="2540"/>
                  </a:moveTo>
                  <a:lnTo>
                    <a:pt x="10160" y="2540"/>
                  </a:lnTo>
                  <a:lnTo>
                    <a:pt x="10160" y="3810"/>
                  </a:lnTo>
                  <a:lnTo>
                    <a:pt x="8889" y="3810"/>
                  </a:lnTo>
                  <a:lnTo>
                    <a:pt x="8889" y="5080"/>
                  </a:lnTo>
                  <a:lnTo>
                    <a:pt x="7620" y="5080"/>
                  </a:lnTo>
                  <a:lnTo>
                    <a:pt x="7620" y="6350"/>
                  </a:lnTo>
                  <a:lnTo>
                    <a:pt x="6350" y="6350"/>
                  </a:lnTo>
                  <a:lnTo>
                    <a:pt x="6350" y="7619"/>
                  </a:lnTo>
                  <a:lnTo>
                    <a:pt x="5080" y="7619"/>
                  </a:lnTo>
                  <a:lnTo>
                    <a:pt x="5080" y="8889"/>
                  </a:lnTo>
                  <a:lnTo>
                    <a:pt x="39370" y="8889"/>
                  </a:lnTo>
                  <a:lnTo>
                    <a:pt x="39370" y="2540"/>
                  </a:lnTo>
                  <a:close/>
                </a:path>
                <a:path w="39370" h="13970">
                  <a:moveTo>
                    <a:pt x="39370" y="8890"/>
                  </a:moveTo>
                  <a:lnTo>
                    <a:pt x="3810" y="8890"/>
                  </a:lnTo>
                  <a:lnTo>
                    <a:pt x="3810" y="10160"/>
                  </a:lnTo>
                  <a:lnTo>
                    <a:pt x="2539" y="10160"/>
                  </a:lnTo>
                  <a:lnTo>
                    <a:pt x="2539" y="11430"/>
                  </a:lnTo>
                  <a:lnTo>
                    <a:pt x="1270" y="11430"/>
                  </a:lnTo>
                  <a:lnTo>
                    <a:pt x="1270" y="12700"/>
                  </a:lnTo>
                  <a:lnTo>
                    <a:pt x="0" y="12700"/>
                  </a:lnTo>
                  <a:lnTo>
                    <a:pt x="0" y="13969"/>
                  </a:lnTo>
                  <a:lnTo>
                    <a:pt x="39370" y="13969"/>
                  </a:lnTo>
                  <a:lnTo>
                    <a:pt x="39370" y="8890"/>
                  </a:lnTo>
                  <a:close/>
                </a:path>
              </a:pathLst>
            </a:custGeom>
            <a:solidFill>
              <a:srgbClr val="F9DD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3529330" y="4230369"/>
              <a:ext cx="49530" cy="12700"/>
            </a:xfrm>
            <a:custGeom>
              <a:avLst/>
              <a:gdLst/>
              <a:ahLst/>
              <a:cxnLst/>
              <a:rect l="l" t="t" r="r" b="b"/>
              <a:pathLst>
                <a:path w="49529" h="12700">
                  <a:moveTo>
                    <a:pt x="49530" y="0"/>
                  </a:moveTo>
                  <a:lnTo>
                    <a:pt x="8890" y="0"/>
                  </a:lnTo>
                  <a:lnTo>
                    <a:pt x="8890" y="1269"/>
                  </a:lnTo>
                  <a:lnTo>
                    <a:pt x="49530" y="1269"/>
                  </a:lnTo>
                  <a:lnTo>
                    <a:pt x="49530" y="0"/>
                  </a:lnTo>
                  <a:close/>
                </a:path>
                <a:path w="49529" h="12700">
                  <a:moveTo>
                    <a:pt x="49530" y="1269"/>
                  </a:moveTo>
                  <a:lnTo>
                    <a:pt x="7620" y="1269"/>
                  </a:lnTo>
                  <a:lnTo>
                    <a:pt x="7620" y="2539"/>
                  </a:lnTo>
                  <a:lnTo>
                    <a:pt x="6350" y="2539"/>
                  </a:lnTo>
                  <a:lnTo>
                    <a:pt x="6350" y="3809"/>
                  </a:lnTo>
                  <a:lnTo>
                    <a:pt x="5080" y="3809"/>
                  </a:lnTo>
                  <a:lnTo>
                    <a:pt x="5080" y="5079"/>
                  </a:lnTo>
                  <a:lnTo>
                    <a:pt x="3810" y="5079"/>
                  </a:lnTo>
                  <a:lnTo>
                    <a:pt x="3810" y="6349"/>
                  </a:lnTo>
                  <a:lnTo>
                    <a:pt x="2540" y="6349"/>
                  </a:lnTo>
                  <a:lnTo>
                    <a:pt x="2540" y="7619"/>
                  </a:lnTo>
                  <a:lnTo>
                    <a:pt x="49530" y="7619"/>
                  </a:lnTo>
                  <a:lnTo>
                    <a:pt x="49530" y="1269"/>
                  </a:lnTo>
                  <a:close/>
                </a:path>
                <a:path w="49529" h="12700">
                  <a:moveTo>
                    <a:pt x="49530" y="7619"/>
                  </a:moveTo>
                  <a:lnTo>
                    <a:pt x="1270" y="7619"/>
                  </a:lnTo>
                  <a:lnTo>
                    <a:pt x="1270" y="8889"/>
                  </a:lnTo>
                  <a:lnTo>
                    <a:pt x="0" y="8889"/>
                  </a:lnTo>
                  <a:lnTo>
                    <a:pt x="0" y="12699"/>
                  </a:lnTo>
                  <a:lnTo>
                    <a:pt x="49530" y="12699"/>
                  </a:lnTo>
                  <a:lnTo>
                    <a:pt x="49530" y="7619"/>
                  </a:lnTo>
                  <a:close/>
                </a:path>
              </a:pathLst>
            </a:custGeom>
            <a:solidFill>
              <a:srgbClr val="F9DC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3529330" y="4243069"/>
              <a:ext cx="49530" cy="15240"/>
            </a:xfrm>
            <a:custGeom>
              <a:avLst/>
              <a:gdLst/>
              <a:ahLst/>
              <a:cxnLst/>
              <a:rect l="l" t="t" r="r" b="b"/>
              <a:pathLst>
                <a:path w="49529" h="15239">
                  <a:moveTo>
                    <a:pt x="0" y="15239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5239"/>
                  </a:lnTo>
                  <a:lnTo>
                    <a:pt x="0" y="15239"/>
                  </a:lnTo>
                  <a:close/>
                </a:path>
              </a:pathLst>
            </a:custGeom>
            <a:solidFill>
              <a:srgbClr val="F9DC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3529330" y="4258309"/>
              <a:ext cx="49530" cy="12700"/>
            </a:xfrm>
            <a:custGeom>
              <a:avLst/>
              <a:gdLst/>
              <a:ahLst/>
              <a:cxnLst/>
              <a:rect l="l" t="t" r="r" b="b"/>
              <a:pathLst>
                <a:path w="49529" h="12700">
                  <a:moveTo>
                    <a:pt x="0" y="12700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270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F9DB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3529330" y="427100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69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69"/>
                  </a:lnTo>
                  <a:lnTo>
                    <a:pt x="0" y="13969"/>
                  </a:lnTo>
                  <a:close/>
                </a:path>
              </a:pathLst>
            </a:custGeom>
            <a:solidFill>
              <a:srgbClr val="F9DB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3529330" y="428497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70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70"/>
                  </a:lnTo>
                  <a:lnTo>
                    <a:pt x="0" y="13970"/>
                  </a:lnTo>
                  <a:close/>
                </a:path>
              </a:pathLst>
            </a:custGeom>
            <a:solidFill>
              <a:srgbClr val="F9DA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3529330" y="429894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69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69"/>
                  </a:lnTo>
                  <a:lnTo>
                    <a:pt x="0" y="13969"/>
                  </a:lnTo>
                  <a:close/>
                </a:path>
              </a:pathLst>
            </a:custGeom>
            <a:solidFill>
              <a:srgbClr val="F9DA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3529330" y="431291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69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69"/>
                  </a:lnTo>
                  <a:lnTo>
                    <a:pt x="0" y="13969"/>
                  </a:lnTo>
                  <a:close/>
                </a:path>
              </a:pathLst>
            </a:custGeom>
            <a:solidFill>
              <a:srgbClr val="F9D9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3529330" y="432688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70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70"/>
                  </a:lnTo>
                  <a:lnTo>
                    <a:pt x="0" y="13970"/>
                  </a:lnTo>
                  <a:close/>
                </a:path>
              </a:pathLst>
            </a:custGeom>
            <a:solidFill>
              <a:srgbClr val="F9D9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3529330" y="434085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69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69"/>
                  </a:lnTo>
                  <a:lnTo>
                    <a:pt x="0" y="13969"/>
                  </a:lnTo>
                  <a:close/>
                </a:path>
              </a:pathLst>
            </a:custGeom>
            <a:solidFill>
              <a:srgbClr val="F9D8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3529330" y="435482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70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70"/>
                  </a:lnTo>
                  <a:lnTo>
                    <a:pt x="0" y="13970"/>
                  </a:lnTo>
                  <a:close/>
                </a:path>
              </a:pathLst>
            </a:custGeom>
            <a:solidFill>
              <a:srgbClr val="F9D8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3529330" y="436879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69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69"/>
                  </a:lnTo>
                  <a:lnTo>
                    <a:pt x="0" y="13969"/>
                  </a:lnTo>
                  <a:close/>
                </a:path>
              </a:pathLst>
            </a:custGeom>
            <a:solidFill>
              <a:srgbClr val="F9D7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3529330" y="438276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69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69"/>
                  </a:lnTo>
                  <a:lnTo>
                    <a:pt x="0" y="13969"/>
                  </a:lnTo>
                  <a:close/>
                </a:path>
              </a:pathLst>
            </a:custGeom>
            <a:solidFill>
              <a:srgbClr val="F9D7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3529330" y="4396739"/>
              <a:ext cx="49530" cy="12700"/>
            </a:xfrm>
            <a:custGeom>
              <a:avLst/>
              <a:gdLst/>
              <a:ahLst/>
              <a:cxnLst/>
              <a:rect l="l" t="t" r="r" b="b"/>
              <a:pathLst>
                <a:path w="49529" h="12700">
                  <a:moveTo>
                    <a:pt x="0" y="12700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270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F8D6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3529330" y="440943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70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70"/>
                  </a:lnTo>
                  <a:lnTo>
                    <a:pt x="0" y="13970"/>
                  </a:lnTo>
                  <a:close/>
                </a:path>
              </a:pathLst>
            </a:custGeom>
            <a:solidFill>
              <a:srgbClr val="F8D6A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3529330" y="442340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69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69"/>
                  </a:lnTo>
                  <a:lnTo>
                    <a:pt x="0" y="13969"/>
                  </a:lnTo>
                  <a:close/>
                </a:path>
              </a:pathLst>
            </a:custGeom>
            <a:solidFill>
              <a:srgbClr val="F8D5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3529330" y="443737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70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70"/>
                  </a:lnTo>
                  <a:lnTo>
                    <a:pt x="0" y="13970"/>
                  </a:lnTo>
                  <a:close/>
                </a:path>
              </a:pathLst>
            </a:custGeom>
            <a:solidFill>
              <a:srgbClr val="F8D5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3529330" y="445134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69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69"/>
                  </a:lnTo>
                  <a:lnTo>
                    <a:pt x="0" y="13969"/>
                  </a:lnTo>
                  <a:close/>
                </a:path>
              </a:pathLst>
            </a:custGeom>
            <a:solidFill>
              <a:srgbClr val="F8D4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3529330" y="446531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69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69"/>
                  </a:lnTo>
                  <a:lnTo>
                    <a:pt x="0" y="13969"/>
                  </a:lnTo>
                  <a:close/>
                </a:path>
              </a:pathLst>
            </a:custGeom>
            <a:solidFill>
              <a:srgbClr val="F8D4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3529330" y="447928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70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70"/>
                  </a:lnTo>
                  <a:lnTo>
                    <a:pt x="0" y="13970"/>
                  </a:lnTo>
                  <a:close/>
                </a:path>
              </a:pathLst>
            </a:custGeom>
            <a:solidFill>
              <a:srgbClr val="F8D3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3529330" y="449325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69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69"/>
                  </a:lnTo>
                  <a:lnTo>
                    <a:pt x="0" y="13969"/>
                  </a:lnTo>
                  <a:close/>
                </a:path>
              </a:pathLst>
            </a:custGeom>
            <a:solidFill>
              <a:srgbClr val="F8D3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3529330" y="450722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70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70"/>
                  </a:lnTo>
                  <a:lnTo>
                    <a:pt x="0" y="13970"/>
                  </a:lnTo>
                  <a:close/>
                </a:path>
              </a:pathLst>
            </a:custGeom>
            <a:solidFill>
              <a:srgbClr val="F8D2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3529330" y="452119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69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69"/>
                  </a:lnTo>
                  <a:lnTo>
                    <a:pt x="0" y="13969"/>
                  </a:lnTo>
                  <a:close/>
                </a:path>
              </a:pathLst>
            </a:custGeom>
            <a:solidFill>
              <a:srgbClr val="F8D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3529330" y="453516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69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69"/>
                  </a:lnTo>
                  <a:lnTo>
                    <a:pt x="0" y="13969"/>
                  </a:lnTo>
                  <a:close/>
                </a:path>
              </a:pathLst>
            </a:custGeom>
            <a:solidFill>
              <a:srgbClr val="F8D1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3529330" y="4549139"/>
              <a:ext cx="49530" cy="12700"/>
            </a:xfrm>
            <a:custGeom>
              <a:avLst/>
              <a:gdLst/>
              <a:ahLst/>
              <a:cxnLst/>
              <a:rect l="l" t="t" r="r" b="b"/>
              <a:pathLst>
                <a:path w="49529" h="12700">
                  <a:moveTo>
                    <a:pt x="0" y="12700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270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F8D1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3529330" y="456183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70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70"/>
                  </a:lnTo>
                  <a:lnTo>
                    <a:pt x="0" y="13970"/>
                  </a:lnTo>
                  <a:close/>
                </a:path>
              </a:pathLst>
            </a:custGeom>
            <a:solidFill>
              <a:srgbClr val="F8D0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3529330" y="457580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69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69"/>
                  </a:lnTo>
                  <a:lnTo>
                    <a:pt x="0" y="13969"/>
                  </a:lnTo>
                  <a:close/>
                </a:path>
              </a:pathLst>
            </a:custGeom>
            <a:solidFill>
              <a:srgbClr val="F8D0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3529330" y="458977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70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70"/>
                  </a:lnTo>
                  <a:lnTo>
                    <a:pt x="0" y="13970"/>
                  </a:lnTo>
                  <a:close/>
                </a:path>
              </a:pathLst>
            </a:custGeom>
            <a:solidFill>
              <a:srgbClr val="F7CF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3529330" y="460374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69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69"/>
                  </a:lnTo>
                  <a:lnTo>
                    <a:pt x="0" y="13969"/>
                  </a:lnTo>
                  <a:close/>
                </a:path>
              </a:pathLst>
            </a:custGeom>
            <a:solidFill>
              <a:srgbClr val="F7CF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3529330" y="461771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69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69"/>
                  </a:lnTo>
                  <a:lnTo>
                    <a:pt x="0" y="13969"/>
                  </a:lnTo>
                  <a:close/>
                </a:path>
              </a:pathLst>
            </a:custGeom>
            <a:solidFill>
              <a:srgbClr val="F7CE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3529330" y="463168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70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70"/>
                  </a:lnTo>
                  <a:lnTo>
                    <a:pt x="0" y="13970"/>
                  </a:lnTo>
                  <a:close/>
                </a:path>
              </a:pathLst>
            </a:custGeom>
            <a:solidFill>
              <a:srgbClr val="F7CE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3529330" y="464565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69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69"/>
                  </a:lnTo>
                  <a:lnTo>
                    <a:pt x="0" y="13969"/>
                  </a:lnTo>
                  <a:close/>
                </a:path>
              </a:pathLst>
            </a:custGeom>
            <a:solidFill>
              <a:srgbClr val="F7CD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3529330" y="465962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70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70"/>
                  </a:lnTo>
                  <a:lnTo>
                    <a:pt x="0" y="13970"/>
                  </a:lnTo>
                  <a:close/>
                </a:path>
              </a:pathLst>
            </a:custGeom>
            <a:solidFill>
              <a:srgbClr val="F7CD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3529330" y="467359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69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69"/>
                  </a:lnTo>
                  <a:lnTo>
                    <a:pt x="0" y="13969"/>
                  </a:lnTo>
                  <a:close/>
                </a:path>
              </a:pathLst>
            </a:custGeom>
            <a:solidFill>
              <a:srgbClr val="F7CD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3529330" y="4687569"/>
              <a:ext cx="49530" cy="27940"/>
            </a:xfrm>
            <a:custGeom>
              <a:avLst/>
              <a:gdLst/>
              <a:ahLst/>
              <a:cxnLst/>
              <a:rect l="l" t="t" r="r" b="b"/>
              <a:pathLst>
                <a:path w="49529" h="27939">
                  <a:moveTo>
                    <a:pt x="4953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0" y="27940"/>
                  </a:lnTo>
                  <a:lnTo>
                    <a:pt x="49530" y="27940"/>
                  </a:lnTo>
                  <a:lnTo>
                    <a:pt x="49530" y="12700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7CC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3529330" y="4715509"/>
              <a:ext cx="49530" cy="12700"/>
            </a:xfrm>
            <a:custGeom>
              <a:avLst/>
              <a:gdLst/>
              <a:ahLst/>
              <a:cxnLst/>
              <a:rect l="l" t="t" r="r" b="b"/>
              <a:pathLst>
                <a:path w="49529" h="12700">
                  <a:moveTo>
                    <a:pt x="0" y="12700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270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F7CC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3529330" y="472820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69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69"/>
                  </a:lnTo>
                  <a:lnTo>
                    <a:pt x="0" y="13969"/>
                  </a:lnTo>
                  <a:close/>
                </a:path>
              </a:pathLst>
            </a:custGeom>
            <a:solidFill>
              <a:srgbClr val="F7CC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3529330" y="474217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70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70"/>
                  </a:lnTo>
                  <a:lnTo>
                    <a:pt x="0" y="13970"/>
                  </a:lnTo>
                  <a:close/>
                </a:path>
              </a:pathLst>
            </a:custGeom>
            <a:solidFill>
              <a:srgbClr val="F7CA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3529330" y="475614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69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69"/>
                  </a:lnTo>
                  <a:lnTo>
                    <a:pt x="0" y="13969"/>
                  </a:lnTo>
                  <a:close/>
                </a:path>
              </a:pathLst>
            </a:custGeom>
            <a:solidFill>
              <a:srgbClr val="F7CA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3529330" y="477011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69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69"/>
                  </a:lnTo>
                  <a:lnTo>
                    <a:pt x="0" y="13969"/>
                  </a:lnTo>
                  <a:close/>
                </a:path>
              </a:pathLst>
            </a:custGeom>
            <a:solidFill>
              <a:srgbClr val="F7C9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3529330" y="478408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70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70"/>
                  </a:lnTo>
                  <a:lnTo>
                    <a:pt x="0" y="13970"/>
                  </a:lnTo>
                  <a:close/>
                </a:path>
              </a:pathLst>
            </a:custGeom>
            <a:solidFill>
              <a:srgbClr val="F6C9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3529330" y="479805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69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69"/>
                  </a:lnTo>
                  <a:lnTo>
                    <a:pt x="0" y="13969"/>
                  </a:lnTo>
                  <a:close/>
                </a:path>
              </a:pathLst>
            </a:custGeom>
            <a:solidFill>
              <a:srgbClr val="F6C8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3529330" y="481202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70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70"/>
                  </a:lnTo>
                  <a:lnTo>
                    <a:pt x="0" y="13970"/>
                  </a:lnTo>
                  <a:close/>
                </a:path>
              </a:pathLst>
            </a:custGeom>
            <a:solidFill>
              <a:srgbClr val="F6C8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3529330" y="482599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69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69"/>
                  </a:lnTo>
                  <a:lnTo>
                    <a:pt x="0" y="13969"/>
                  </a:lnTo>
                  <a:close/>
                </a:path>
              </a:pathLst>
            </a:custGeom>
            <a:solidFill>
              <a:srgbClr val="F6C7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3529330" y="483996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69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69"/>
                  </a:lnTo>
                  <a:lnTo>
                    <a:pt x="0" y="13969"/>
                  </a:lnTo>
                  <a:close/>
                </a:path>
              </a:pathLst>
            </a:custGeom>
            <a:solidFill>
              <a:srgbClr val="F6C7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3529330" y="4853939"/>
              <a:ext cx="49530" cy="12700"/>
            </a:xfrm>
            <a:custGeom>
              <a:avLst/>
              <a:gdLst/>
              <a:ahLst/>
              <a:cxnLst/>
              <a:rect l="l" t="t" r="r" b="b"/>
              <a:pathLst>
                <a:path w="49529" h="12700">
                  <a:moveTo>
                    <a:pt x="0" y="12700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270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F6C6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6"/>
            <p:cNvSpPr/>
            <p:nvPr/>
          </p:nvSpPr>
          <p:spPr>
            <a:xfrm>
              <a:off x="3529330" y="486663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70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70"/>
                  </a:lnTo>
                  <a:lnTo>
                    <a:pt x="0" y="13970"/>
                  </a:lnTo>
                  <a:close/>
                </a:path>
              </a:pathLst>
            </a:custGeom>
            <a:solidFill>
              <a:srgbClr val="F6C6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7"/>
            <p:cNvSpPr/>
            <p:nvPr/>
          </p:nvSpPr>
          <p:spPr>
            <a:xfrm>
              <a:off x="3529330" y="488060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69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69"/>
                  </a:lnTo>
                  <a:lnTo>
                    <a:pt x="0" y="13969"/>
                  </a:lnTo>
                  <a:close/>
                </a:path>
              </a:pathLst>
            </a:custGeom>
            <a:solidFill>
              <a:srgbClr val="F6C5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3529330" y="489457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70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70"/>
                  </a:lnTo>
                  <a:lnTo>
                    <a:pt x="0" y="13970"/>
                  </a:lnTo>
                  <a:close/>
                </a:path>
              </a:pathLst>
            </a:custGeom>
            <a:solidFill>
              <a:srgbClr val="F6C5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3529330" y="4908550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69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69"/>
                  </a:lnTo>
                  <a:lnTo>
                    <a:pt x="0" y="13969"/>
                  </a:lnTo>
                  <a:close/>
                </a:path>
              </a:pathLst>
            </a:custGeom>
            <a:solidFill>
              <a:srgbClr val="F6C4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3529330" y="492251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69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69"/>
                  </a:lnTo>
                  <a:lnTo>
                    <a:pt x="0" y="13969"/>
                  </a:lnTo>
                  <a:close/>
                </a:path>
              </a:pathLst>
            </a:custGeom>
            <a:solidFill>
              <a:srgbClr val="F6C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3529330" y="493648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70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70"/>
                  </a:lnTo>
                  <a:lnTo>
                    <a:pt x="0" y="13970"/>
                  </a:lnTo>
                  <a:close/>
                </a:path>
              </a:pathLst>
            </a:custGeom>
            <a:solidFill>
              <a:srgbClr val="F6C3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3529330" y="495045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69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69"/>
                  </a:lnTo>
                  <a:lnTo>
                    <a:pt x="0" y="13969"/>
                  </a:lnTo>
                  <a:close/>
                </a:path>
              </a:pathLst>
            </a:custGeom>
            <a:solidFill>
              <a:srgbClr val="F6C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3529330" y="496442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70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70"/>
                  </a:lnTo>
                  <a:lnTo>
                    <a:pt x="0" y="13970"/>
                  </a:lnTo>
                  <a:close/>
                </a:path>
              </a:pathLst>
            </a:custGeom>
            <a:solidFill>
              <a:srgbClr val="F6C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3529330" y="4978400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69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69"/>
                  </a:lnTo>
                  <a:lnTo>
                    <a:pt x="0" y="13969"/>
                  </a:lnTo>
                  <a:close/>
                </a:path>
              </a:pathLst>
            </a:custGeom>
            <a:solidFill>
              <a:srgbClr val="F5C2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5"/>
            <p:cNvSpPr/>
            <p:nvPr/>
          </p:nvSpPr>
          <p:spPr>
            <a:xfrm>
              <a:off x="3529330" y="499236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69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69"/>
                  </a:lnTo>
                  <a:lnTo>
                    <a:pt x="0" y="13969"/>
                  </a:lnTo>
                  <a:close/>
                </a:path>
              </a:pathLst>
            </a:custGeom>
            <a:solidFill>
              <a:srgbClr val="F5C1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" name="object 346"/>
            <p:cNvSpPr/>
            <p:nvPr/>
          </p:nvSpPr>
          <p:spPr>
            <a:xfrm>
              <a:off x="3529330" y="5006339"/>
              <a:ext cx="49530" cy="12700"/>
            </a:xfrm>
            <a:custGeom>
              <a:avLst/>
              <a:gdLst/>
              <a:ahLst/>
              <a:cxnLst/>
              <a:rect l="l" t="t" r="r" b="b"/>
              <a:pathLst>
                <a:path w="49529" h="12700">
                  <a:moveTo>
                    <a:pt x="0" y="12700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270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F5C1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3529330" y="501903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70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70"/>
                  </a:lnTo>
                  <a:lnTo>
                    <a:pt x="0" y="13970"/>
                  </a:lnTo>
                  <a:close/>
                </a:path>
              </a:pathLst>
            </a:custGeom>
            <a:solidFill>
              <a:srgbClr val="F5C0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3529330" y="503300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69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69"/>
                  </a:lnTo>
                  <a:lnTo>
                    <a:pt x="0" y="13969"/>
                  </a:lnTo>
                  <a:close/>
                </a:path>
              </a:pathLst>
            </a:custGeom>
            <a:solidFill>
              <a:srgbClr val="F5C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9"/>
            <p:cNvSpPr/>
            <p:nvPr/>
          </p:nvSpPr>
          <p:spPr>
            <a:xfrm>
              <a:off x="3529330" y="504697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70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70"/>
                  </a:lnTo>
                  <a:lnTo>
                    <a:pt x="0" y="13970"/>
                  </a:lnTo>
                  <a:close/>
                </a:path>
              </a:pathLst>
            </a:custGeom>
            <a:solidFill>
              <a:srgbClr val="F5B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50"/>
            <p:cNvSpPr/>
            <p:nvPr/>
          </p:nvSpPr>
          <p:spPr>
            <a:xfrm>
              <a:off x="3529330" y="5060950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69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69"/>
                  </a:lnTo>
                  <a:lnTo>
                    <a:pt x="0" y="13969"/>
                  </a:lnTo>
                  <a:close/>
                </a:path>
              </a:pathLst>
            </a:custGeom>
            <a:solidFill>
              <a:srgbClr val="F5BF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" name="object 351"/>
            <p:cNvSpPr/>
            <p:nvPr/>
          </p:nvSpPr>
          <p:spPr>
            <a:xfrm>
              <a:off x="3529330" y="507491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69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69"/>
                  </a:lnTo>
                  <a:lnTo>
                    <a:pt x="0" y="13969"/>
                  </a:lnTo>
                  <a:close/>
                </a:path>
              </a:pathLst>
            </a:custGeom>
            <a:solidFill>
              <a:srgbClr val="F5BE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52"/>
            <p:cNvSpPr/>
            <p:nvPr/>
          </p:nvSpPr>
          <p:spPr>
            <a:xfrm>
              <a:off x="3529330" y="508888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70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70"/>
                  </a:lnTo>
                  <a:lnTo>
                    <a:pt x="0" y="13970"/>
                  </a:lnTo>
                  <a:close/>
                </a:path>
              </a:pathLst>
            </a:custGeom>
            <a:solidFill>
              <a:srgbClr val="F5BE7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3"/>
            <p:cNvSpPr/>
            <p:nvPr/>
          </p:nvSpPr>
          <p:spPr>
            <a:xfrm>
              <a:off x="3529330" y="510285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69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69"/>
                  </a:lnTo>
                  <a:lnTo>
                    <a:pt x="0" y="13969"/>
                  </a:lnTo>
                  <a:close/>
                </a:path>
              </a:pathLst>
            </a:custGeom>
            <a:solidFill>
              <a:srgbClr val="F5BD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3529330" y="511682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70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70"/>
                  </a:lnTo>
                  <a:lnTo>
                    <a:pt x="0" y="13970"/>
                  </a:lnTo>
                  <a:close/>
                </a:path>
              </a:pathLst>
            </a:custGeom>
            <a:solidFill>
              <a:srgbClr val="F5BD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5"/>
            <p:cNvSpPr/>
            <p:nvPr/>
          </p:nvSpPr>
          <p:spPr>
            <a:xfrm>
              <a:off x="3529330" y="5130800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69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69"/>
                  </a:lnTo>
                  <a:lnTo>
                    <a:pt x="0" y="13969"/>
                  </a:lnTo>
                  <a:close/>
                </a:path>
              </a:pathLst>
            </a:custGeom>
            <a:solidFill>
              <a:srgbClr val="F5BD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6"/>
            <p:cNvSpPr/>
            <p:nvPr/>
          </p:nvSpPr>
          <p:spPr>
            <a:xfrm>
              <a:off x="3529330" y="5144769"/>
              <a:ext cx="49530" cy="12700"/>
            </a:xfrm>
            <a:custGeom>
              <a:avLst/>
              <a:gdLst/>
              <a:ahLst/>
              <a:cxnLst/>
              <a:rect l="l" t="t" r="r" b="b"/>
              <a:pathLst>
                <a:path w="49529" h="12700">
                  <a:moveTo>
                    <a:pt x="0" y="12699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2699"/>
                  </a:lnTo>
                  <a:lnTo>
                    <a:pt x="0" y="12699"/>
                  </a:lnTo>
                  <a:close/>
                </a:path>
              </a:pathLst>
            </a:custGeom>
            <a:solidFill>
              <a:srgbClr val="F5BC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3529330" y="5157469"/>
              <a:ext cx="49530" cy="15240"/>
            </a:xfrm>
            <a:custGeom>
              <a:avLst/>
              <a:gdLst/>
              <a:ahLst/>
              <a:cxnLst/>
              <a:rect l="l" t="t" r="r" b="b"/>
              <a:pathLst>
                <a:path w="49529" h="15239">
                  <a:moveTo>
                    <a:pt x="0" y="15239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5239"/>
                  </a:lnTo>
                  <a:lnTo>
                    <a:pt x="0" y="15239"/>
                  </a:lnTo>
                  <a:close/>
                </a:path>
              </a:pathLst>
            </a:custGeom>
            <a:solidFill>
              <a:srgbClr val="F5BC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3529330" y="5172709"/>
              <a:ext cx="49530" cy="12700"/>
            </a:xfrm>
            <a:custGeom>
              <a:avLst/>
              <a:gdLst/>
              <a:ahLst/>
              <a:cxnLst/>
              <a:rect l="l" t="t" r="r" b="b"/>
              <a:pathLst>
                <a:path w="49529" h="12700">
                  <a:moveTo>
                    <a:pt x="0" y="12700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270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F4BB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3529330" y="518540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69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69"/>
                  </a:lnTo>
                  <a:lnTo>
                    <a:pt x="0" y="13969"/>
                  </a:lnTo>
                  <a:close/>
                </a:path>
              </a:pathLst>
            </a:custGeom>
            <a:solidFill>
              <a:srgbClr val="F4BB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60"/>
            <p:cNvSpPr/>
            <p:nvPr/>
          </p:nvSpPr>
          <p:spPr>
            <a:xfrm>
              <a:off x="3529330" y="519937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70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70"/>
                  </a:lnTo>
                  <a:lnTo>
                    <a:pt x="0" y="13970"/>
                  </a:lnTo>
                  <a:close/>
                </a:path>
              </a:pathLst>
            </a:custGeom>
            <a:solidFill>
              <a:srgbClr val="F4BA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61"/>
            <p:cNvSpPr/>
            <p:nvPr/>
          </p:nvSpPr>
          <p:spPr>
            <a:xfrm>
              <a:off x="3529330" y="5213350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69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69"/>
                  </a:lnTo>
                  <a:lnTo>
                    <a:pt x="0" y="13969"/>
                  </a:lnTo>
                  <a:close/>
                </a:path>
              </a:pathLst>
            </a:custGeom>
            <a:solidFill>
              <a:srgbClr val="F4BA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3529330" y="522731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69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69"/>
                  </a:lnTo>
                  <a:lnTo>
                    <a:pt x="0" y="13969"/>
                  </a:lnTo>
                  <a:close/>
                </a:path>
              </a:pathLst>
            </a:custGeom>
            <a:solidFill>
              <a:srgbClr val="F4B9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3529330" y="524128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70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70"/>
                  </a:lnTo>
                  <a:lnTo>
                    <a:pt x="0" y="13970"/>
                  </a:lnTo>
                  <a:close/>
                </a:path>
              </a:pathLst>
            </a:custGeom>
            <a:solidFill>
              <a:srgbClr val="F4B9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4"/>
            <p:cNvSpPr/>
            <p:nvPr/>
          </p:nvSpPr>
          <p:spPr>
            <a:xfrm>
              <a:off x="3529330" y="525525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69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69"/>
                  </a:lnTo>
                  <a:lnTo>
                    <a:pt x="0" y="13969"/>
                  </a:lnTo>
                  <a:close/>
                </a:path>
              </a:pathLst>
            </a:custGeom>
            <a:solidFill>
              <a:srgbClr val="F4B87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5"/>
            <p:cNvSpPr/>
            <p:nvPr/>
          </p:nvSpPr>
          <p:spPr>
            <a:xfrm>
              <a:off x="3529330" y="526922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70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70"/>
                  </a:lnTo>
                  <a:lnTo>
                    <a:pt x="0" y="13970"/>
                  </a:lnTo>
                  <a:close/>
                </a:path>
              </a:pathLst>
            </a:custGeom>
            <a:solidFill>
              <a:srgbClr val="F4B8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3529330" y="5283200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69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69"/>
                  </a:lnTo>
                  <a:lnTo>
                    <a:pt x="0" y="13969"/>
                  </a:lnTo>
                  <a:close/>
                </a:path>
              </a:pathLst>
            </a:custGeom>
            <a:solidFill>
              <a:srgbClr val="F4B76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7"/>
            <p:cNvSpPr/>
            <p:nvPr/>
          </p:nvSpPr>
          <p:spPr>
            <a:xfrm>
              <a:off x="3529330" y="5297169"/>
              <a:ext cx="49530" cy="12700"/>
            </a:xfrm>
            <a:custGeom>
              <a:avLst/>
              <a:gdLst/>
              <a:ahLst/>
              <a:cxnLst/>
              <a:rect l="l" t="t" r="r" b="b"/>
              <a:pathLst>
                <a:path w="49529" h="12700">
                  <a:moveTo>
                    <a:pt x="0" y="12699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2699"/>
                  </a:lnTo>
                  <a:lnTo>
                    <a:pt x="0" y="12699"/>
                  </a:lnTo>
                  <a:close/>
                </a:path>
              </a:pathLst>
            </a:custGeom>
            <a:solidFill>
              <a:srgbClr val="F4B7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" name="object 368"/>
            <p:cNvSpPr/>
            <p:nvPr/>
          </p:nvSpPr>
          <p:spPr>
            <a:xfrm>
              <a:off x="3529330" y="530986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69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69"/>
                  </a:lnTo>
                  <a:lnTo>
                    <a:pt x="0" y="13969"/>
                  </a:lnTo>
                  <a:close/>
                </a:path>
              </a:pathLst>
            </a:custGeom>
            <a:solidFill>
              <a:srgbClr val="F4B66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9"/>
            <p:cNvSpPr/>
            <p:nvPr/>
          </p:nvSpPr>
          <p:spPr>
            <a:xfrm>
              <a:off x="3529330" y="532383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70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70"/>
                  </a:lnTo>
                  <a:lnTo>
                    <a:pt x="0" y="13970"/>
                  </a:lnTo>
                  <a:close/>
                </a:path>
              </a:pathLst>
            </a:custGeom>
            <a:solidFill>
              <a:srgbClr val="F4B6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70"/>
            <p:cNvSpPr/>
            <p:nvPr/>
          </p:nvSpPr>
          <p:spPr>
            <a:xfrm>
              <a:off x="3529330" y="533780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69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69"/>
                  </a:lnTo>
                  <a:lnTo>
                    <a:pt x="0" y="13969"/>
                  </a:lnTo>
                  <a:close/>
                </a:path>
              </a:pathLst>
            </a:custGeom>
            <a:solidFill>
              <a:srgbClr val="F4B5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71"/>
            <p:cNvSpPr/>
            <p:nvPr/>
          </p:nvSpPr>
          <p:spPr>
            <a:xfrm>
              <a:off x="3529330" y="535177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70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70"/>
                  </a:lnTo>
                  <a:lnTo>
                    <a:pt x="0" y="13970"/>
                  </a:lnTo>
                  <a:close/>
                </a:path>
              </a:pathLst>
            </a:custGeom>
            <a:solidFill>
              <a:srgbClr val="F4B5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72"/>
            <p:cNvSpPr/>
            <p:nvPr/>
          </p:nvSpPr>
          <p:spPr>
            <a:xfrm>
              <a:off x="3529330" y="5365750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69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69"/>
                  </a:lnTo>
                  <a:lnTo>
                    <a:pt x="0" y="13969"/>
                  </a:lnTo>
                  <a:close/>
                </a:path>
              </a:pathLst>
            </a:custGeom>
            <a:solidFill>
              <a:srgbClr val="F3B46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73"/>
            <p:cNvSpPr/>
            <p:nvPr/>
          </p:nvSpPr>
          <p:spPr>
            <a:xfrm>
              <a:off x="3529330" y="537971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69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69"/>
                  </a:lnTo>
                  <a:lnTo>
                    <a:pt x="0" y="13969"/>
                  </a:lnTo>
                  <a:close/>
                </a:path>
              </a:pathLst>
            </a:custGeom>
            <a:solidFill>
              <a:srgbClr val="F3B4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" name="object 374"/>
            <p:cNvSpPr/>
            <p:nvPr/>
          </p:nvSpPr>
          <p:spPr>
            <a:xfrm>
              <a:off x="3529330" y="5393689"/>
              <a:ext cx="49530" cy="27940"/>
            </a:xfrm>
            <a:custGeom>
              <a:avLst/>
              <a:gdLst/>
              <a:ahLst/>
              <a:cxnLst/>
              <a:rect l="l" t="t" r="r" b="b"/>
              <a:pathLst>
                <a:path w="49529" h="27939">
                  <a:moveTo>
                    <a:pt x="4953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0" y="27940"/>
                  </a:lnTo>
                  <a:lnTo>
                    <a:pt x="49530" y="27940"/>
                  </a:lnTo>
                  <a:lnTo>
                    <a:pt x="49530" y="13970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3B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" name="object 375"/>
            <p:cNvSpPr/>
            <p:nvPr/>
          </p:nvSpPr>
          <p:spPr>
            <a:xfrm>
              <a:off x="3529330" y="542162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70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70"/>
                  </a:lnTo>
                  <a:lnTo>
                    <a:pt x="0" y="13970"/>
                  </a:lnTo>
                  <a:close/>
                </a:path>
              </a:pathLst>
            </a:custGeom>
            <a:solidFill>
              <a:srgbClr val="F3B26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" name="object 376"/>
            <p:cNvSpPr/>
            <p:nvPr/>
          </p:nvSpPr>
          <p:spPr>
            <a:xfrm>
              <a:off x="3529330" y="5435600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69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69"/>
                  </a:lnTo>
                  <a:lnTo>
                    <a:pt x="0" y="13969"/>
                  </a:lnTo>
                  <a:close/>
                </a:path>
              </a:pathLst>
            </a:custGeom>
            <a:solidFill>
              <a:srgbClr val="F3B2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" name="object 377"/>
            <p:cNvSpPr/>
            <p:nvPr/>
          </p:nvSpPr>
          <p:spPr>
            <a:xfrm>
              <a:off x="3529330" y="544956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69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69"/>
                  </a:lnTo>
                  <a:lnTo>
                    <a:pt x="0" y="13969"/>
                  </a:lnTo>
                  <a:close/>
                </a:path>
              </a:pathLst>
            </a:custGeom>
            <a:solidFill>
              <a:srgbClr val="F3B16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8"/>
            <p:cNvSpPr/>
            <p:nvPr/>
          </p:nvSpPr>
          <p:spPr>
            <a:xfrm>
              <a:off x="3529330" y="5463539"/>
              <a:ext cx="49530" cy="12700"/>
            </a:xfrm>
            <a:custGeom>
              <a:avLst/>
              <a:gdLst/>
              <a:ahLst/>
              <a:cxnLst/>
              <a:rect l="l" t="t" r="r" b="b"/>
              <a:pathLst>
                <a:path w="49529" h="12700">
                  <a:moveTo>
                    <a:pt x="0" y="12700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270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F3B16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9"/>
            <p:cNvSpPr/>
            <p:nvPr/>
          </p:nvSpPr>
          <p:spPr>
            <a:xfrm>
              <a:off x="3529330" y="547623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0" y="13970"/>
                  </a:moveTo>
                  <a:lnTo>
                    <a:pt x="0" y="0"/>
                  </a:lnTo>
                  <a:lnTo>
                    <a:pt x="49530" y="0"/>
                  </a:lnTo>
                  <a:lnTo>
                    <a:pt x="49530" y="13970"/>
                  </a:lnTo>
                  <a:lnTo>
                    <a:pt x="0" y="13970"/>
                  </a:lnTo>
                  <a:close/>
                </a:path>
              </a:pathLst>
            </a:custGeom>
            <a:solidFill>
              <a:srgbClr val="F3B0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80"/>
            <p:cNvSpPr/>
            <p:nvPr/>
          </p:nvSpPr>
          <p:spPr>
            <a:xfrm>
              <a:off x="3529330" y="549020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70">
                  <a:moveTo>
                    <a:pt x="4953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49530" y="6349"/>
                  </a:lnTo>
                  <a:lnTo>
                    <a:pt x="49530" y="0"/>
                  </a:lnTo>
                  <a:close/>
                </a:path>
                <a:path w="49529" h="13970">
                  <a:moveTo>
                    <a:pt x="49530" y="6350"/>
                  </a:moveTo>
                  <a:lnTo>
                    <a:pt x="1270" y="6350"/>
                  </a:lnTo>
                  <a:lnTo>
                    <a:pt x="1270" y="7619"/>
                  </a:lnTo>
                  <a:lnTo>
                    <a:pt x="2540" y="7619"/>
                  </a:lnTo>
                  <a:lnTo>
                    <a:pt x="2540" y="8889"/>
                  </a:lnTo>
                  <a:lnTo>
                    <a:pt x="3810" y="8889"/>
                  </a:lnTo>
                  <a:lnTo>
                    <a:pt x="3810" y="10159"/>
                  </a:lnTo>
                  <a:lnTo>
                    <a:pt x="49530" y="10159"/>
                  </a:lnTo>
                  <a:lnTo>
                    <a:pt x="49530" y="6350"/>
                  </a:lnTo>
                  <a:close/>
                </a:path>
                <a:path w="49529" h="13970">
                  <a:moveTo>
                    <a:pt x="49530" y="10159"/>
                  </a:moveTo>
                  <a:lnTo>
                    <a:pt x="5080" y="10159"/>
                  </a:lnTo>
                  <a:lnTo>
                    <a:pt x="5080" y="11429"/>
                  </a:lnTo>
                  <a:lnTo>
                    <a:pt x="6350" y="11429"/>
                  </a:lnTo>
                  <a:lnTo>
                    <a:pt x="6350" y="12699"/>
                  </a:lnTo>
                  <a:lnTo>
                    <a:pt x="49530" y="12699"/>
                  </a:lnTo>
                  <a:lnTo>
                    <a:pt x="49530" y="10159"/>
                  </a:lnTo>
                  <a:close/>
                </a:path>
                <a:path w="49529" h="13970">
                  <a:moveTo>
                    <a:pt x="49530" y="12700"/>
                  </a:moveTo>
                  <a:lnTo>
                    <a:pt x="7620" y="12700"/>
                  </a:lnTo>
                  <a:lnTo>
                    <a:pt x="7620" y="13969"/>
                  </a:lnTo>
                  <a:lnTo>
                    <a:pt x="49530" y="13969"/>
                  </a:lnTo>
                  <a:lnTo>
                    <a:pt x="49530" y="12700"/>
                  </a:lnTo>
                  <a:close/>
                </a:path>
              </a:pathLst>
            </a:custGeom>
            <a:solidFill>
              <a:srgbClr val="F3B0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3538219" y="5504179"/>
              <a:ext cx="40640" cy="13970"/>
            </a:xfrm>
            <a:custGeom>
              <a:avLst/>
              <a:gdLst/>
              <a:ahLst/>
              <a:cxnLst/>
              <a:rect l="l" t="t" r="r" b="b"/>
              <a:pathLst>
                <a:path w="40639" h="13970">
                  <a:moveTo>
                    <a:pt x="40639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69" y="1270"/>
                  </a:lnTo>
                  <a:lnTo>
                    <a:pt x="1269" y="2540"/>
                  </a:lnTo>
                  <a:lnTo>
                    <a:pt x="40639" y="2540"/>
                  </a:lnTo>
                  <a:lnTo>
                    <a:pt x="40639" y="0"/>
                  </a:lnTo>
                  <a:close/>
                </a:path>
                <a:path w="40639" h="13970">
                  <a:moveTo>
                    <a:pt x="40639" y="2540"/>
                  </a:moveTo>
                  <a:lnTo>
                    <a:pt x="2539" y="2540"/>
                  </a:lnTo>
                  <a:lnTo>
                    <a:pt x="2539" y="3810"/>
                  </a:lnTo>
                  <a:lnTo>
                    <a:pt x="3809" y="3810"/>
                  </a:lnTo>
                  <a:lnTo>
                    <a:pt x="3809" y="5080"/>
                  </a:lnTo>
                  <a:lnTo>
                    <a:pt x="40639" y="5080"/>
                  </a:lnTo>
                  <a:lnTo>
                    <a:pt x="40639" y="2540"/>
                  </a:lnTo>
                  <a:close/>
                </a:path>
                <a:path w="40639" h="13970">
                  <a:moveTo>
                    <a:pt x="40639" y="5080"/>
                  </a:moveTo>
                  <a:lnTo>
                    <a:pt x="5079" y="5080"/>
                  </a:lnTo>
                  <a:lnTo>
                    <a:pt x="5079" y="6350"/>
                  </a:lnTo>
                  <a:lnTo>
                    <a:pt x="6350" y="6350"/>
                  </a:lnTo>
                  <a:lnTo>
                    <a:pt x="6350" y="7620"/>
                  </a:lnTo>
                  <a:lnTo>
                    <a:pt x="7619" y="7620"/>
                  </a:lnTo>
                  <a:lnTo>
                    <a:pt x="7619" y="8890"/>
                  </a:lnTo>
                  <a:lnTo>
                    <a:pt x="40639" y="8890"/>
                  </a:lnTo>
                  <a:lnTo>
                    <a:pt x="40639" y="5080"/>
                  </a:lnTo>
                  <a:close/>
                </a:path>
                <a:path w="40639" h="13970">
                  <a:moveTo>
                    <a:pt x="40639" y="8890"/>
                  </a:moveTo>
                  <a:lnTo>
                    <a:pt x="8889" y="8890"/>
                  </a:lnTo>
                  <a:lnTo>
                    <a:pt x="8889" y="10160"/>
                  </a:lnTo>
                  <a:lnTo>
                    <a:pt x="10159" y="10160"/>
                  </a:lnTo>
                  <a:lnTo>
                    <a:pt x="10159" y="11430"/>
                  </a:lnTo>
                  <a:lnTo>
                    <a:pt x="40639" y="11430"/>
                  </a:lnTo>
                  <a:lnTo>
                    <a:pt x="40639" y="8890"/>
                  </a:lnTo>
                  <a:close/>
                </a:path>
                <a:path w="40639" h="13970">
                  <a:moveTo>
                    <a:pt x="40639" y="11430"/>
                  </a:moveTo>
                  <a:lnTo>
                    <a:pt x="11429" y="11430"/>
                  </a:lnTo>
                  <a:lnTo>
                    <a:pt x="11429" y="12700"/>
                  </a:lnTo>
                  <a:lnTo>
                    <a:pt x="12700" y="12700"/>
                  </a:lnTo>
                  <a:lnTo>
                    <a:pt x="12700" y="13970"/>
                  </a:lnTo>
                  <a:lnTo>
                    <a:pt x="40639" y="13970"/>
                  </a:lnTo>
                  <a:lnTo>
                    <a:pt x="40639" y="11430"/>
                  </a:lnTo>
                  <a:close/>
                </a:path>
              </a:pathLst>
            </a:custGeom>
            <a:solidFill>
              <a:srgbClr val="F3AF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82"/>
            <p:cNvSpPr/>
            <p:nvPr/>
          </p:nvSpPr>
          <p:spPr>
            <a:xfrm>
              <a:off x="3552190" y="5518150"/>
              <a:ext cx="26670" cy="13970"/>
            </a:xfrm>
            <a:custGeom>
              <a:avLst/>
              <a:gdLst/>
              <a:ahLst/>
              <a:cxnLst/>
              <a:rect l="l" t="t" r="r" b="b"/>
              <a:pathLst>
                <a:path w="26670" h="13970">
                  <a:moveTo>
                    <a:pt x="2667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26670" y="1269"/>
                  </a:lnTo>
                  <a:lnTo>
                    <a:pt x="26670" y="0"/>
                  </a:lnTo>
                  <a:close/>
                </a:path>
                <a:path w="26670" h="13970">
                  <a:moveTo>
                    <a:pt x="26670" y="1270"/>
                  </a:moveTo>
                  <a:lnTo>
                    <a:pt x="1270" y="1270"/>
                  </a:lnTo>
                  <a:lnTo>
                    <a:pt x="1270" y="2540"/>
                  </a:lnTo>
                  <a:lnTo>
                    <a:pt x="2539" y="2540"/>
                  </a:lnTo>
                  <a:lnTo>
                    <a:pt x="2539" y="3809"/>
                  </a:lnTo>
                  <a:lnTo>
                    <a:pt x="26670" y="3809"/>
                  </a:lnTo>
                  <a:lnTo>
                    <a:pt x="26670" y="1270"/>
                  </a:lnTo>
                  <a:close/>
                </a:path>
                <a:path w="26670" h="13970">
                  <a:moveTo>
                    <a:pt x="26670" y="3810"/>
                  </a:moveTo>
                  <a:lnTo>
                    <a:pt x="3810" y="3810"/>
                  </a:lnTo>
                  <a:lnTo>
                    <a:pt x="3810" y="5080"/>
                  </a:lnTo>
                  <a:lnTo>
                    <a:pt x="5080" y="5080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19"/>
                  </a:lnTo>
                  <a:lnTo>
                    <a:pt x="26670" y="7619"/>
                  </a:lnTo>
                  <a:lnTo>
                    <a:pt x="26670" y="3810"/>
                  </a:lnTo>
                  <a:close/>
                </a:path>
                <a:path w="26670" h="13970">
                  <a:moveTo>
                    <a:pt x="26670" y="7620"/>
                  </a:moveTo>
                  <a:lnTo>
                    <a:pt x="7620" y="7620"/>
                  </a:lnTo>
                  <a:lnTo>
                    <a:pt x="7620" y="8890"/>
                  </a:lnTo>
                  <a:lnTo>
                    <a:pt x="8889" y="8890"/>
                  </a:lnTo>
                  <a:lnTo>
                    <a:pt x="8889" y="10159"/>
                  </a:lnTo>
                  <a:lnTo>
                    <a:pt x="26670" y="10159"/>
                  </a:lnTo>
                  <a:lnTo>
                    <a:pt x="26670" y="7620"/>
                  </a:lnTo>
                  <a:close/>
                </a:path>
                <a:path w="26670" h="13970">
                  <a:moveTo>
                    <a:pt x="26670" y="10160"/>
                  </a:moveTo>
                  <a:lnTo>
                    <a:pt x="10160" y="10160"/>
                  </a:lnTo>
                  <a:lnTo>
                    <a:pt x="10160" y="11430"/>
                  </a:lnTo>
                  <a:lnTo>
                    <a:pt x="11430" y="11430"/>
                  </a:lnTo>
                  <a:lnTo>
                    <a:pt x="11430" y="12700"/>
                  </a:lnTo>
                  <a:lnTo>
                    <a:pt x="12700" y="12700"/>
                  </a:lnTo>
                  <a:lnTo>
                    <a:pt x="12700" y="13969"/>
                  </a:lnTo>
                  <a:lnTo>
                    <a:pt x="26670" y="13969"/>
                  </a:lnTo>
                  <a:lnTo>
                    <a:pt x="26670" y="10160"/>
                  </a:lnTo>
                  <a:close/>
                </a:path>
              </a:pathLst>
            </a:custGeom>
            <a:solidFill>
              <a:srgbClr val="F3AF5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" name="object 383"/>
            <p:cNvSpPr/>
            <p:nvPr/>
          </p:nvSpPr>
          <p:spPr>
            <a:xfrm>
              <a:off x="3566159" y="553211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70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1269" y="1269"/>
                  </a:lnTo>
                  <a:lnTo>
                    <a:pt x="1269" y="2539"/>
                  </a:lnTo>
                  <a:lnTo>
                    <a:pt x="12700" y="2539"/>
                  </a:lnTo>
                  <a:lnTo>
                    <a:pt x="12700" y="0"/>
                  </a:lnTo>
                  <a:close/>
                </a:path>
                <a:path w="12700" h="12700">
                  <a:moveTo>
                    <a:pt x="12700" y="2539"/>
                  </a:moveTo>
                  <a:lnTo>
                    <a:pt x="2539" y="2539"/>
                  </a:lnTo>
                  <a:lnTo>
                    <a:pt x="2539" y="3809"/>
                  </a:lnTo>
                  <a:lnTo>
                    <a:pt x="3810" y="3809"/>
                  </a:lnTo>
                  <a:lnTo>
                    <a:pt x="3810" y="5079"/>
                  </a:lnTo>
                  <a:lnTo>
                    <a:pt x="5079" y="5079"/>
                  </a:lnTo>
                  <a:lnTo>
                    <a:pt x="5079" y="6349"/>
                  </a:lnTo>
                  <a:lnTo>
                    <a:pt x="12700" y="6349"/>
                  </a:lnTo>
                  <a:lnTo>
                    <a:pt x="12700" y="2539"/>
                  </a:lnTo>
                  <a:close/>
                </a:path>
                <a:path w="12700" h="12700">
                  <a:moveTo>
                    <a:pt x="12700" y="6349"/>
                  </a:moveTo>
                  <a:lnTo>
                    <a:pt x="6350" y="6349"/>
                  </a:lnTo>
                  <a:lnTo>
                    <a:pt x="6350" y="7619"/>
                  </a:lnTo>
                  <a:lnTo>
                    <a:pt x="7619" y="7619"/>
                  </a:lnTo>
                  <a:lnTo>
                    <a:pt x="7619" y="8889"/>
                  </a:lnTo>
                  <a:lnTo>
                    <a:pt x="12700" y="8889"/>
                  </a:lnTo>
                  <a:lnTo>
                    <a:pt x="12700" y="6349"/>
                  </a:lnTo>
                  <a:close/>
                </a:path>
                <a:path w="12700" h="12700">
                  <a:moveTo>
                    <a:pt x="12700" y="8889"/>
                  </a:moveTo>
                  <a:lnTo>
                    <a:pt x="8889" y="8889"/>
                  </a:lnTo>
                  <a:lnTo>
                    <a:pt x="8889" y="10159"/>
                  </a:lnTo>
                  <a:lnTo>
                    <a:pt x="10160" y="10159"/>
                  </a:lnTo>
                  <a:lnTo>
                    <a:pt x="10160" y="11429"/>
                  </a:lnTo>
                  <a:lnTo>
                    <a:pt x="11429" y="11429"/>
                  </a:lnTo>
                  <a:lnTo>
                    <a:pt x="11429" y="12699"/>
                  </a:lnTo>
                  <a:lnTo>
                    <a:pt x="12700" y="12699"/>
                  </a:lnTo>
                  <a:lnTo>
                    <a:pt x="12700" y="8889"/>
                  </a:lnTo>
                  <a:close/>
                </a:path>
              </a:pathLst>
            </a:custGeom>
            <a:solidFill>
              <a:srgbClr val="F3AE5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" name="object 384"/>
            <p:cNvSpPr/>
            <p:nvPr/>
          </p:nvSpPr>
          <p:spPr>
            <a:xfrm>
              <a:off x="2409190" y="5495289"/>
              <a:ext cx="1123950" cy="3810"/>
            </a:xfrm>
            <a:custGeom>
              <a:avLst/>
              <a:gdLst/>
              <a:ahLst/>
              <a:cxnLst/>
              <a:rect l="l" t="t" r="r" b="b"/>
              <a:pathLst>
                <a:path w="1123950" h="3810">
                  <a:moveTo>
                    <a:pt x="11214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1121410" y="1270"/>
                  </a:lnTo>
                  <a:lnTo>
                    <a:pt x="1121410" y="0"/>
                  </a:lnTo>
                  <a:close/>
                </a:path>
                <a:path w="1123950" h="3810">
                  <a:moveTo>
                    <a:pt x="1123950" y="2540"/>
                  </a:moveTo>
                  <a:lnTo>
                    <a:pt x="1122680" y="2540"/>
                  </a:lnTo>
                  <a:lnTo>
                    <a:pt x="112268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1123950" y="3810"/>
                  </a:lnTo>
                  <a:lnTo>
                    <a:pt x="1123950" y="2540"/>
                  </a:lnTo>
                  <a:close/>
                </a:path>
              </a:pathLst>
            </a:custGeom>
            <a:solidFill>
              <a:srgbClr val="F9DD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5"/>
            <p:cNvSpPr/>
            <p:nvPr/>
          </p:nvSpPr>
          <p:spPr>
            <a:xfrm>
              <a:off x="2406650" y="5499099"/>
              <a:ext cx="1129030" cy="2540"/>
            </a:xfrm>
            <a:custGeom>
              <a:avLst/>
              <a:gdLst/>
              <a:ahLst/>
              <a:cxnLst/>
              <a:rect l="l" t="t" r="r" b="b"/>
              <a:pathLst>
                <a:path w="1129029" h="2539">
                  <a:moveTo>
                    <a:pt x="112776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1127760" y="1270"/>
                  </a:lnTo>
                  <a:lnTo>
                    <a:pt x="1127760" y="0"/>
                  </a:lnTo>
                  <a:close/>
                </a:path>
                <a:path w="1129029" h="2539">
                  <a:moveTo>
                    <a:pt x="1129030" y="1282"/>
                  </a:moveTo>
                  <a:lnTo>
                    <a:pt x="0" y="1282"/>
                  </a:lnTo>
                  <a:lnTo>
                    <a:pt x="0" y="2540"/>
                  </a:lnTo>
                  <a:lnTo>
                    <a:pt x="1129030" y="2540"/>
                  </a:lnTo>
                  <a:lnTo>
                    <a:pt x="1129030" y="1282"/>
                  </a:lnTo>
                  <a:close/>
                </a:path>
              </a:pathLst>
            </a:custGeom>
            <a:solidFill>
              <a:srgbClr val="F9DA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6"/>
            <p:cNvSpPr/>
            <p:nvPr/>
          </p:nvSpPr>
          <p:spPr>
            <a:xfrm>
              <a:off x="2402840" y="5501639"/>
              <a:ext cx="1136650" cy="3810"/>
            </a:xfrm>
            <a:custGeom>
              <a:avLst/>
              <a:gdLst/>
              <a:ahLst/>
              <a:cxnLst/>
              <a:rect l="l" t="t" r="r" b="b"/>
              <a:pathLst>
                <a:path w="1136650" h="3810">
                  <a:moveTo>
                    <a:pt x="11341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1134110" y="1270"/>
                  </a:lnTo>
                  <a:lnTo>
                    <a:pt x="1134110" y="0"/>
                  </a:lnTo>
                  <a:close/>
                </a:path>
                <a:path w="1136650" h="3810">
                  <a:moveTo>
                    <a:pt x="1136650" y="2540"/>
                  </a:moveTo>
                  <a:lnTo>
                    <a:pt x="1135380" y="2540"/>
                  </a:lnTo>
                  <a:lnTo>
                    <a:pt x="113538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1136650" y="3810"/>
                  </a:lnTo>
                  <a:lnTo>
                    <a:pt x="1136650" y="2540"/>
                  </a:lnTo>
                  <a:close/>
                </a:path>
              </a:pathLst>
            </a:custGeom>
            <a:solidFill>
              <a:srgbClr val="F9D7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7"/>
            <p:cNvSpPr/>
            <p:nvPr/>
          </p:nvSpPr>
          <p:spPr>
            <a:xfrm>
              <a:off x="2399030" y="5505449"/>
              <a:ext cx="1144270" cy="3810"/>
            </a:xfrm>
            <a:custGeom>
              <a:avLst/>
              <a:gdLst/>
              <a:ahLst/>
              <a:cxnLst/>
              <a:rect l="l" t="t" r="r" b="b"/>
              <a:pathLst>
                <a:path w="1144270" h="3810">
                  <a:moveTo>
                    <a:pt x="114173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1141730" y="1270"/>
                  </a:lnTo>
                  <a:lnTo>
                    <a:pt x="1141730" y="0"/>
                  </a:lnTo>
                  <a:close/>
                </a:path>
                <a:path w="1144270" h="3810">
                  <a:moveTo>
                    <a:pt x="1144270" y="2540"/>
                  </a:moveTo>
                  <a:lnTo>
                    <a:pt x="1143000" y="2540"/>
                  </a:lnTo>
                  <a:lnTo>
                    <a:pt x="114300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1144270" y="3810"/>
                  </a:lnTo>
                  <a:lnTo>
                    <a:pt x="1144270" y="2540"/>
                  </a:lnTo>
                  <a:close/>
                </a:path>
              </a:pathLst>
            </a:custGeom>
            <a:solidFill>
              <a:srgbClr val="F8D4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" name="object 388"/>
            <p:cNvSpPr/>
            <p:nvPr/>
          </p:nvSpPr>
          <p:spPr>
            <a:xfrm>
              <a:off x="2395220" y="5509272"/>
              <a:ext cx="1151890" cy="3810"/>
            </a:xfrm>
            <a:custGeom>
              <a:avLst/>
              <a:gdLst/>
              <a:ahLst/>
              <a:cxnLst/>
              <a:rect l="l" t="t" r="r" b="b"/>
              <a:pathLst>
                <a:path w="1151889" h="3810">
                  <a:moveTo>
                    <a:pt x="1151890" y="2527"/>
                  </a:moveTo>
                  <a:lnTo>
                    <a:pt x="1150620" y="2527"/>
                  </a:lnTo>
                  <a:lnTo>
                    <a:pt x="1150620" y="1257"/>
                  </a:lnTo>
                  <a:lnTo>
                    <a:pt x="1149350" y="1257"/>
                  </a:lnTo>
                  <a:lnTo>
                    <a:pt x="1149350" y="0"/>
                  </a:lnTo>
                  <a:lnTo>
                    <a:pt x="2540" y="0"/>
                  </a:lnTo>
                  <a:lnTo>
                    <a:pt x="254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0" y="2527"/>
                  </a:lnTo>
                  <a:lnTo>
                    <a:pt x="0" y="3797"/>
                  </a:lnTo>
                  <a:lnTo>
                    <a:pt x="1151890" y="3797"/>
                  </a:lnTo>
                  <a:lnTo>
                    <a:pt x="1151890" y="2527"/>
                  </a:lnTo>
                  <a:close/>
                </a:path>
              </a:pathLst>
            </a:custGeom>
            <a:solidFill>
              <a:srgbClr val="F8D1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" name="object 389"/>
            <p:cNvSpPr/>
            <p:nvPr/>
          </p:nvSpPr>
          <p:spPr>
            <a:xfrm>
              <a:off x="2391410" y="5513082"/>
              <a:ext cx="1159510" cy="3810"/>
            </a:xfrm>
            <a:custGeom>
              <a:avLst/>
              <a:gdLst/>
              <a:ahLst/>
              <a:cxnLst/>
              <a:rect l="l" t="t" r="r" b="b"/>
              <a:pathLst>
                <a:path w="1159510" h="3810">
                  <a:moveTo>
                    <a:pt x="1158240" y="1257"/>
                  </a:moveTo>
                  <a:lnTo>
                    <a:pt x="1156970" y="1257"/>
                  </a:lnTo>
                  <a:lnTo>
                    <a:pt x="1156970" y="0"/>
                  </a:lnTo>
                  <a:lnTo>
                    <a:pt x="2540" y="0"/>
                  </a:lnTo>
                  <a:lnTo>
                    <a:pt x="254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1158240" y="2527"/>
                  </a:lnTo>
                  <a:lnTo>
                    <a:pt x="1158240" y="1257"/>
                  </a:lnTo>
                  <a:close/>
                </a:path>
                <a:path w="1159510" h="3810">
                  <a:moveTo>
                    <a:pt x="1159510" y="2540"/>
                  </a:moveTo>
                  <a:lnTo>
                    <a:pt x="0" y="2540"/>
                  </a:lnTo>
                  <a:lnTo>
                    <a:pt x="0" y="3797"/>
                  </a:lnTo>
                  <a:lnTo>
                    <a:pt x="1159510" y="3797"/>
                  </a:lnTo>
                  <a:lnTo>
                    <a:pt x="1159510" y="2540"/>
                  </a:lnTo>
                  <a:close/>
                </a:path>
              </a:pathLst>
            </a:custGeom>
            <a:solidFill>
              <a:srgbClr val="F7CD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" name="object 390"/>
            <p:cNvSpPr/>
            <p:nvPr/>
          </p:nvSpPr>
          <p:spPr>
            <a:xfrm>
              <a:off x="2387600" y="5516879"/>
              <a:ext cx="1167130" cy="3810"/>
            </a:xfrm>
            <a:custGeom>
              <a:avLst/>
              <a:gdLst/>
              <a:ahLst/>
              <a:cxnLst/>
              <a:rect l="l" t="t" r="r" b="b"/>
              <a:pathLst>
                <a:path w="1167129" h="3810">
                  <a:moveTo>
                    <a:pt x="1165860" y="1270"/>
                  </a:moveTo>
                  <a:lnTo>
                    <a:pt x="1164590" y="1270"/>
                  </a:lnTo>
                  <a:lnTo>
                    <a:pt x="116459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1165860" y="2540"/>
                  </a:lnTo>
                  <a:lnTo>
                    <a:pt x="1165860" y="1270"/>
                  </a:lnTo>
                  <a:close/>
                </a:path>
                <a:path w="1167129" h="3810">
                  <a:moveTo>
                    <a:pt x="1167130" y="2552"/>
                  </a:moveTo>
                  <a:lnTo>
                    <a:pt x="0" y="2552"/>
                  </a:lnTo>
                  <a:lnTo>
                    <a:pt x="0" y="3810"/>
                  </a:lnTo>
                  <a:lnTo>
                    <a:pt x="1167130" y="3810"/>
                  </a:lnTo>
                  <a:lnTo>
                    <a:pt x="1167130" y="2552"/>
                  </a:lnTo>
                  <a:close/>
                </a:path>
              </a:pathLst>
            </a:custGeom>
            <a:solidFill>
              <a:srgbClr val="F7CA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" name="object 391"/>
            <p:cNvSpPr/>
            <p:nvPr/>
          </p:nvSpPr>
          <p:spPr>
            <a:xfrm>
              <a:off x="2383790" y="5520689"/>
              <a:ext cx="1174750" cy="3810"/>
            </a:xfrm>
            <a:custGeom>
              <a:avLst/>
              <a:gdLst/>
              <a:ahLst/>
              <a:cxnLst/>
              <a:rect l="l" t="t" r="r" b="b"/>
              <a:pathLst>
                <a:path w="1174750" h="3810">
                  <a:moveTo>
                    <a:pt x="11722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1172210" y="1270"/>
                  </a:lnTo>
                  <a:lnTo>
                    <a:pt x="1172210" y="0"/>
                  </a:lnTo>
                  <a:close/>
                </a:path>
                <a:path w="1174750" h="3810">
                  <a:moveTo>
                    <a:pt x="1174750" y="2540"/>
                  </a:moveTo>
                  <a:lnTo>
                    <a:pt x="1173480" y="2540"/>
                  </a:lnTo>
                  <a:lnTo>
                    <a:pt x="117348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1174750" y="3810"/>
                  </a:lnTo>
                  <a:lnTo>
                    <a:pt x="1174750" y="2540"/>
                  </a:lnTo>
                  <a:close/>
                </a:path>
              </a:pathLst>
            </a:custGeom>
            <a:solidFill>
              <a:srgbClr val="F6C7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" name="object 392"/>
            <p:cNvSpPr/>
            <p:nvPr/>
          </p:nvSpPr>
          <p:spPr>
            <a:xfrm>
              <a:off x="2379980" y="5524499"/>
              <a:ext cx="1182370" cy="3810"/>
            </a:xfrm>
            <a:custGeom>
              <a:avLst/>
              <a:gdLst/>
              <a:ahLst/>
              <a:cxnLst/>
              <a:rect l="l" t="t" r="r" b="b"/>
              <a:pathLst>
                <a:path w="1182370" h="3810">
                  <a:moveTo>
                    <a:pt x="117983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1179830" y="1270"/>
                  </a:lnTo>
                  <a:lnTo>
                    <a:pt x="1179830" y="0"/>
                  </a:lnTo>
                  <a:close/>
                </a:path>
                <a:path w="1182370" h="3810">
                  <a:moveTo>
                    <a:pt x="1182370" y="2540"/>
                  </a:moveTo>
                  <a:lnTo>
                    <a:pt x="1181100" y="2540"/>
                  </a:lnTo>
                  <a:lnTo>
                    <a:pt x="118110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1182370" y="3810"/>
                  </a:lnTo>
                  <a:lnTo>
                    <a:pt x="1182370" y="2540"/>
                  </a:lnTo>
                  <a:close/>
                </a:path>
              </a:pathLst>
            </a:custGeom>
            <a:solidFill>
              <a:srgbClr val="F6C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" name="object 393"/>
            <p:cNvSpPr/>
            <p:nvPr/>
          </p:nvSpPr>
          <p:spPr>
            <a:xfrm>
              <a:off x="2377440" y="5528322"/>
              <a:ext cx="1187450" cy="2540"/>
            </a:xfrm>
            <a:custGeom>
              <a:avLst/>
              <a:gdLst/>
              <a:ahLst/>
              <a:cxnLst/>
              <a:rect l="l" t="t" r="r" b="b"/>
              <a:pathLst>
                <a:path w="1187450" h="2539">
                  <a:moveTo>
                    <a:pt x="1187450" y="1257"/>
                  </a:moveTo>
                  <a:lnTo>
                    <a:pt x="1186180" y="1257"/>
                  </a:lnTo>
                  <a:lnTo>
                    <a:pt x="1186180" y="0"/>
                  </a:lnTo>
                  <a:lnTo>
                    <a:pt x="1270" y="0"/>
                  </a:lnTo>
                  <a:lnTo>
                    <a:pt x="1270" y="1257"/>
                  </a:lnTo>
                  <a:lnTo>
                    <a:pt x="0" y="1257"/>
                  </a:lnTo>
                  <a:lnTo>
                    <a:pt x="0" y="2527"/>
                  </a:lnTo>
                  <a:lnTo>
                    <a:pt x="1187450" y="2527"/>
                  </a:lnTo>
                  <a:lnTo>
                    <a:pt x="1187450" y="1257"/>
                  </a:lnTo>
                  <a:close/>
                </a:path>
              </a:pathLst>
            </a:custGeom>
            <a:solidFill>
              <a:srgbClr val="F5C1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" name="object 394"/>
            <p:cNvSpPr/>
            <p:nvPr/>
          </p:nvSpPr>
          <p:spPr>
            <a:xfrm>
              <a:off x="2373630" y="5530849"/>
              <a:ext cx="1195070" cy="3810"/>
            </a:xfrm>
            <a:custGeom>
              <a:avLst/>
              <a:gdLst/>
              <a:ahLst/>
              <a:cxnLst/>
              <a:rect l="l" t="t" r="r" b="b"/>
              <a:pathLst>
                <a:path w="1195070" h="3810">
                  <a:moveTo>
                    <a:pt x="119253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1192530" y="1270"/>
                  </a:lnTo>
                  <a:lnTo>
                    <a:pt x="1192530" y="0"/>
                  </a:lnTo>
                  <a:close/>
                </a:path>
                <a:path w="1195070" h="3810">
                  <a:moveTo>
                    <a:pt x="1195070" y="2540"/>
                  </a:moveTo>
                  <a:lnTo>
                    <a:pt x="1193800" y="2540"/>
                  </a:lnTo>
                  <a:lnTo>
                    <a:pt x="119380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1195070" y="3810"/>
                  </a:lnTo>
                  <a:lnTo>
                    <a:pt x="1195070" y="2540"/>
                  </a:lnTo>
                  <a:close/>
                </a:path>
              </a:pathLst>
            </a:custGeom>
            <a:solidFill>
              <a:srgbClr val="F5BD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" name="object 395"/>
            <p:cNvSpPr/>
            <p:nvPr/>
          </p:nvSpPr>
          <p:spPr>
            <a:xfrm>
              <a:off x="2369820" y="5534672"/>
              <a:ext cx="1202690" cy="3810"/>
            </a:xfrm>
            <a:custGeom>
              <a:avLst/>
              <a:gdLst/>
              <a:ahLst/>
              <a:cxnLst/>
              <a:rect l="l" t="t" r="r" b="b"/>
              <a:pathLst>
                <a:path w="1202689" h="3810">
                  <a:moveTo>
                    <a:pt x="1202690" y="2527"/>
                  </a:moveTo>
                  <a:lnTo>
                    <a:pt x="1201420" y="2527"/>
                  </a:lnTo>
                  <a:lnTo>
                    <a:pt x="1201420" y="1257"/>
                  </a:lnTo>
                  <a:lnTo>
                    <a:pt x="1200150" y="1257"/>
                  </a:lnTo>
                  <a:lnTo>
                    <a:pt x="1200150" y="0"/>
                  </a:lnTo>
                  <a:lnTo>
                    <a:pt x="2540" y="0"/>
                  </a:lnTo>
                  <a:lnTo>
                    <a:pt x="254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0" y="2527"/>
                  </a:lnTo>
                  <a:lnTo>
                    <a:pt x="0" y="3797"/>
                  </a:lnTo>
                  <a:lnTo>
                    <a:pt x="1202690" y="3797"/>
                  </a:lnTo>
                  <a:lnTo>
                    <a:pt x="1202690" y="2527"/>
                  </a:lnTo>
                  <a:close/>
                </a:path>
              </a:pathLst>
            </a:custGeom>
            <a:solidFill>
              <a:srgbClr val="F4BA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6"/>
            <p:cNvSpPr/>
            <p:nvPr/>
          </p:nvSpPr>
          <p:spPr>
            <a:xfrm>
              <a:off x="2366010" y="5538482"/>
              <a:ext cx="1210310" cy="3810"/>
            </a:xfrm>
            <a:custGeom>
              <a:avLst/>
              <a:gdLst/>
              <a:ahLst/>
              <a:cxnLst/>
              <a:rect l="l" t="t" r="r" b="b"/>
              <a:pathLst>
                <a:path w="1210310" h="3810">
                  <a:moveTo>
                    <a:pt x="1209040" y="1257"/>
                  </a:moveTo>
                  <a:lnTo>
                    <a:pt x="1207770" y="1257"/>
                  </a:lnTo>
                  <a:lnTo>
                    <a:pt x="1207770" y="0"/>
                  </a:lnTo>
                  <a:lnTo>
                    <a:pt x="2540" y="0"/>
                  </a:lnTo>
                  <a:lnTo>
                    <a:pt x="254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1209040" y="2527"/>
                  </a:lnTo>
                  <a:lnTo>
                    <a:pt x="1209040" y="1257"/>
                  </a:lnTo>
                  <a:close/>
                </a:path>
                <a:path w="1210310" h="3810">
                  <a:moveTo>
                    <a:pt x="1210310" y="2540"/>
                  </a:moveTo>
                  <a:lnTo>
                    <a:pt x="0" y="2540"/>
                  </a:lnTo>
                  <a:lnTo>
                    <a:pt x="0" y="3797"/>
                  </a:lnTo>
                  <a:lnTo>
                    <a:pt x="1210310" y="3797"/>
                  </a:lnTo>
                  <a:lnTo>
                    <a:pt x="1210310" y="2540"/>
                  </a:lnTo>
                  <a:close/>
                </a:path>
              </a:pathLst>
            </a:custGeom>
            <a:solidFill>
              <a:srgbClr val="F4B76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" name="object 397"/>
            <p:cNvSpPr/>
            <p:nvPr/>
          </p:nvSpPr>
          <p:spPr>
            <a:xfrm>
              <a:off x="2362200" y="5542279"/>
              <a:ext cx="1216660" cy="3810"/>
            </a:xfrm>
            <a:custGeom>
              <a:avLst/>
              <a:gdLst/>
              <a:ahLst/>
              <a:cxnLst/>
              <a:rect l="l" t="t" r="r" b="b"/>
              <a:pathLst>
                <a:path w="1216660" h="3810">
                  <a:moveTo>
                    <a:pt x="1216660" y="2552"/>
                  </a:moveTo>
                  <a:lnTo>
                    <a:pt x="0" y="2552"/>
                  </a:lnTo>
                  <a:lnTo>
                    <a:pt x="0" y="3810"/>
                  </a:lnTo>
                  <a:lnTo>
                    <a:pt x="1216660" y="3810"/>
                  </a:lnTo>
                  <a:lnTo>
                    <a:pt x="1216660" y="2552"/>
                  </a:lnTo>
                  <a:close/>
                </a:path>
                <a:path w="1216660" h="3810">
                  <a:moveTo>
                    <a:pt x="1216660" y="1270"/>
                  </a:moveTo>
                  <a:lnTo>
                    <a:pt x="1215390" y="1270"/>
                  </a:lnTo>
                  <a:lnTo>
                    <a:pt x="121539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1216660" y="2540"/>
                  </a:lnTo>
                  <a:lnTo>
                    <a:pt x="1216660" y="1270"/>
                  </a:lnTo>
                  <a:close/>
                </a:path>
              </a:pathLst>
            </a:custGeom>
            <a:solidFill>
              <a:srgbClr val="F3B46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" name="object 398"/>
            <p:cNvSpPr/>
            <p:nvPr/>
          </p:nvSpPr>
          <p:spPr>
            <a:xfrm>
              <a:off x="2362200" y="4189729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69" h="26670">
                  <a:moveTo>
                    <a:pt x="3810" y="2540"/>
                  </a:moveTo>
                  <a:lnTo>
                    <a:pt x="2540" y="254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2540"/>
                  </a:lnTo>
                  <a:close/>
                </a:path>
                <a:path w="26669" h="26670">
                  <a:moveTo>
                    <a:pt x="10160" y="8890"/>
                  </a:moveTo>
                  <a:lnTo>
                    <a:pt x="8890" y="8890"/>
                  </a:lnTo>
                  <a:lnTo>
                    <a:pt x="8890" y="7620"/>
                  </a:lnTo>
                  <a:lnTo>
                    <a:pt x="7620" y="7620"/>
                  </a:lnTo>
                  <a:lnTo>
                    <a:pt x="7620" y="6350"/>
                  </a:lnTo>
                  <a:lnTo>
                    <a:pt x="6350" y="6350"/>
                  </a:lnTo>
                  <a:lnTo>
                    <a:pt x="6350" y="5080"/>
                  </a:lnTo>
                  <a:lnTo>
                    <a:pt x="5080" y="5080"/>
                  </a:lnTo>
                  <a:lnTo>
                    <a:pt x="5080" y="3822"/>
                  </a:lnTo>
                  <a:lnTo>
                    <a:pt x="0" y="3822"/>
                  </a:lnTo>
                  <a:lnTo>
                    <a:pt x="0" y="10160"/>
                  </a:lnTo>
                  <a:lnTo>
                    <a:pt x="10160" y="10160"/>
                  </a:lnTo>
                  <a:lnTo>
                    <a:pt x="10160" y="8890"/>
                  </a:lnTo>
                  <a:close/>
                </a:path>
                <a:path w="26669" h="26670">
                  <a:moveTo>
                    <a:pt x="16510" y="15240"/>
                  </a:moveTo>
                  <a:lnTo>
                    <a:pt x="15240" y="15240"/>
                  </a:lnTo>
                  <a:lnTo>
                    <a:pt x="15240" y="13970"/>
                  </a:lnTo>
                  <a:lnTo>
                    <a:pt x="13970" y="13970"/>
                  </a:lnTo>
                  <a:lnTo>
                    <a:pt x="13970" y="12700"/>
                  </a:lnTo>
                  <a:lnTo>
                    <a:pt x="12700" y="12700"/>
                  </a:lnTo>
                  <a:lnTo>
                    <a:pt x="12700" y="11430"/>
                  </a:lnTo>
                  <a:lnTo>
                    <a:pt x="11430" y="11430"/>
                  </a:lnTo>
                  <a:lnTo>
                    <a:pt x="11430" y="10172"/>
                  </a:lnTo>
                  <a:lnTo>
                    <a:pt x="0" y="10172"/>
                  </a:lnTo>
                  <a:lnTo>
                    <a:pt x="0" y="12700"/>
                  </a:lnTo>
                  <a:lnTo>
                    <a:pt x="0" y="16510"/>
                  </a:lnTo>
                  <a:lnTo>
                    <a:pt x="16510" y="16510"/>
                  </a:lnTo>
                  <a:lnTo>
                    <a:pt x="16510" y="15240"/>
                  </a:lnTo>
                  <a:close/>
                </a:path>
                <a:path w="26669" h="26670">
                  <a:moveTo>
                    <a:pt x="22860" y="21590"/>
                  </a:moveTo>
                  <a:lnTo>
                    <a:pt x="21590" y="21590"/>
                  </a:lnTo>
                  <a:lnTo>
                    <a:pt x="21590" y="20320"/>
                  </a:lnTo>
                  <a:lnTo>
                    <a:pt x="20320" y="20320"/>
                  </a:lnTo>
                  <a:lnTo>
                    <a:pt x="20320" y="19050"/>
                  </a:lnTo>
                  <a:lnTo>
                    <a:pt x="19050" y="19050"/>
                  </a:lnTo>
                  <a:lnTo>
                    <a:pt x="19050" y="17780"/>
                  </a:lnTo>
                  <a:lnTo>
                    <a:pt x="17780" y="17780"/>
                  </a:lnTo>
                  <a:lnTo>
                    <a:pt x="17780" y="16522"/>
                  </a:lnTo>
                  <a:lnTo>
                    <a:pt x="0" y="16522"/>
                  </a:lnTo>
                  <a:lnTo>
                    <a:pt x="0" y="22860"/>
                  </a:lnTo>
                  <a:lnTo>
                    <a:pt x="22860" y="22860"/>
                  </a:lnTo>
                  <a:lnTo>
                    <a:pt x="22860" y="21590"/>
                  </a:lnTo>
                  <a:close/>
                </a:path>
                <a:path w="26669" h="26670">
                  <a:moveTo>
                    <a:pt x="26670" y="25400"/>
                  </a:moveTo>
                  <a:lnTo>
                    <a:pt x="25400" y="25400"/>
                  </a:lnTo>
                  <a:lnTo>
                    <a:pt x="25400" y="24130"/>
                  </a:lnTo>
                  <a:lnTo>
                    <a:pt x="24130" y="24130"/>
                  </a:lnTo>
                  <a:lnTo>
                    <a:pt x="24130" y="22872"/>
                  </a:lnTo>
                  <a:lnTo>
                    <a:pt x="0" y="22872"/>
                  </a:lnTo>
                  <a:lnTo>
                    <a:pt x="0" y="26670"/>
                  </a:lnTo>
                  <a:lnTo>
                    <a:pt x="26670" y="26670"/>
                  </a:lnTo>
                  <a:lnTo>
                    <a:pt x="26670" y="25400"/>
                  </a:lnTo>
                  <a:close/>
                </a:path>
              </a:pathLst>
            </a:custGeom>
            <a:solidFill>
              <a:srgbClr val="F9DD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" name="object 399"/>
            <p:cNvSpPr/>
            <p:nvPr/>
          </p:nvSpPr>
          <p:spPr>
            <a:xfrm>
              <a:off x="2362200" y="4216399"/>
              <a:ext cx="40640" cy="13970"/>
            </a:xfrm>
            <a:custGeom>
              <a:avLst/>
              <a:gdLst/>
              <a:ahLst/>
              <a:cxnLst/>
              <a:rect l="l" t="t" r="r" b="b"/>
              <a:pathLst>
                <a:path w="40639" h="13970">
                  <a:moveTo>
                    <a:pt x="2793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9210" y="2539"/>
                  </a:lnTo>
                  <a:lnTo>
                    <a:pt x="29210" y="1269"/>
                  </a:lnTo>
                  <a:lnTo>
                    <a:pt x="27939" y="1269"/>
                  </a:lnTo>
                  <a:lnTo>
                    <a:pt x="27939" y="0"/>
                  </a:lnTo>
                  <a:close/>
                </a:path>
                <a:path w="40639" h="13970">
                  <a:moveTo>
                    <a:pt x="3048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5560" y="8889"/>
                  </a:lnTo>
                  <a:lnTo>
                    <a:pt x="35560" y="7619"/>
                  </a:lnTo>
                  <a:lnTo>
                    <a:pt x="34289" y="7619"/>
                  </a:lnTo>
                  <a:lnTo>
                    <a:pt x="34289" y="6350"/>
                  </a:lnTo>
                  <a:lnTo>
                    <a:pt x="33019" y="6350"/>
                  </a:lnTo>
                  <a:lnTo>
                    <a:pt x="33019" y="5080"/>
                  </a:lnTo>
                  <a:lnTo>
                    <a:pt x="31750" y="5080"/>
                  </a:lnTo>
                  <a:lnTo>
                    <a:pt x="31750" y="3810"/>
                  </a:lnTo>
                  <a:lnTo>
                    <a:pt x="30480" y="3810"/>
                  </a:lnTo>
                  <a:lnTo>
                    <a:pt x="30480" y="2540"/>
                  </a:lnTo>
                  <a:close/>
                </a:path>
                <a:path w="40639" h="13970">
                  <a:moveTo>
                    <a:pt x="36830" y="8890"/>
                  </a:moveTo>
                  <a:lnTo>
                    <a:pt x="0" y="8890"/>
                  </a:lnTo>
                  <a:lnTo>
                    <a:pt x="0" y="13969"/>
                  </a:lnTo>
                  <a:lnTo>
                    <a:pt x="40639" y="13969"/>
                  </a:lnTo>
                  <a:lnTo>
                    <a:pt x="40639" y="12700"/>
                  </a:lnTo>
                  <a:lnTo>
                    <a:pt x="39369" y="12700"/>
                  </a:lnTo>
                  <a:lnTo>
                    <a:pt x="39369" y="11430"/>
                  </a:lnTo>
                  <a:lnTo>
                    <a:pt x="38100" y="11430"/>
                  </a:lnTo>
                  <a:lnTo>
                    <a:pt x="38100" y="10160"/>
                  </a:lnTo>
                  <a:lnTo>
                    <a:pt x="36830" y="10160"/>
                  </a:lnTo>
                  <a:lnTo>
                    <a:pt x="36830" y="8890"/>
                  </a:lnTo>
                  <a:close/>
                </a:path>
              </a:pathLst>
            </a:custGeom>
            <a:solidFill>
              <a:srgbClr val="F9DD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" name="object 400"/>
            <p:cNvSpPr/>
            <p:nvPr/>
          </p:nvSpPr>
          <p:spPr>
            <a:xfrm>
              <a:off x="2362200" y="4230369"/>
              <a:ext cx="49530" cy="12700"/>
            </a:xfrm>
            <a:custGeom>
              <a:avLst/>
              <a:gdLst/>
              <a:ahLst/>
              <a:cxnLst/>
              <a:rect l="l" t="t" r="r" b="b"/>
              <a:pathLst>
                <a:path w="49530" h="12700">
                  <a:moveTo>
                    <a:pt x="419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41910" y="1269"/>
                  </a:lnTo>
                  <a:lnTo>
                    <a:pt x="41910" y="0"/>
                  </a:lnTo>
                  <a:close/>
                </a:path>
                <a:path w="49530" h="12700">
                  <a:moveTo>
                    <a:pt x="4318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48260" y="7619"/>
                  </a:lnTo>
                  <a:lnTo>
                    <a:pt x="48260" y="6349"/>
                  </a:lnTo>
                  <a:lnTo>
                    <a:pt x="46989" y="6349"/>
                  </a:lnTo>
                  <a:lnTo>
                    <a:pt x="46989" y="5079"/>
                  </a:lnTo>
                  <a:lnTo>
                    <a:pt x="45719" y="5079"/>
                  </a:lnTo>
                  <a:lnTo>
                    <a:pt x="45719" y="3809"/>
                  </a:lnTo>
                  <a:lnTo>
                    <a:pt x="44450" y="3809"/>
                  </a:lnTo>
                  <a:lnTo>
                    <a:pt x="44450" y="2539"/>
                  </a:lnTo>
                  <a:lnTo>
                    <a:pt x="43180" y="2539"/>
                  </a:lnTo>
                  <a:lnTo>
                    <a:pt x="43180" y="1269"/>
                  </a:lnTo>
                  <a:close/>
                </a:path>
                <a:path w="49530" h="12700">
                  <a:moveTo>
                    <a:pt x="49530" y="7619"/>
                  </a:moveTo>
                  <a:lnTo>
                    <a:pt x="0" y="7619"/>
                  </a:lnTo>
                  <a:lnTo>
                    <a:pt x="0" y="12699"/>
                  </a:lnTo>
                  <a:lnTo>
                    <a:pt x="49530" y="12699"/>
                  </a:lnTo>
                  <a:lnTo>
                    <a:pt x="49530" y="7619"/>
                  </a:lnTo>
                  <a:close/>
                </a:path>
              </a:pathLst>
            </a:custGeom>
            <a:solidFill>
              <a:srgbClr val="F9DC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" name="object 401"/>
            <p:cNvSpPr/>
            <p:nvPr/>
          </p:nvSpPr>
          <p:spPr>
            <a:xfrm>
              <a:off x="2362200" y="4243069"/>
              <a:ext cx="49530" cy="15240"/>
            </a:xfrm>
            <a:custGeom>
              <a:avLst/>
              <a:gdLst/>
              <a:ahLst/>
              <a:cxnLst/>
              <a:rect l="l" t="t" r="r" b="b"/>
              <a:pathLst>
                <a:path w="49530" h="15239">
                  <a:moveTo>
                    <a:pt x="49530" y="0"/>
                  </a:moveTo>
                  <a:lnTo>
                    <a:pt x="0" y="0"/>
                  </a:lnTo>
                  <a:lnTo>
                    <a:pt x="0" y="15239"/>
                  </a:lnTo>
                  <a:lnTo>
                    <a:pt x="49530" y="15239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9DC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" name="object 402"/>
            <p:cNvSpPr/>
            <p:nvPr/>
          </p:nvSpPr>
          <p:spPr>
            <a:xfrm>
              <a:off x="2362200" y="4258309"/>
              <a:ext cx="49530" cy="12700"/>
            </a:xfrm>
            <a:custGeom>
              <a:avLst/>
              <a:gdLst/>
              <a:ahLst/>
              <a:cxnLst/>
              <a:rect l="l" t="t" r="r" b="b"/>
              <a:pathLst>
                <a:path w="49530" h="12700">
                  <a:moveTo>
                    <a:pt x="4953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49530" y="12700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9DB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" name="object 403"/>
            <p:cNvSpPr/>
            <p:nvPr/>
          </p:nvSpPr>
          <p:spPr>
            <a:xfrm>
              <a:off x="2362200" y="427100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49530" y="13969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9DB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" name="object 404"/>
            <p:cNvSpPr/>
            <p:nvPr/>
          </p:nvSpPr>
          <p:spPr>
            <a:xfrm>
              <a:off x="2362200" y="428497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49530" y="13970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9DA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" name="object 405"/>
            <p:cNvSpPr/>
            <p:nvPr/>
          </p:nvSpPr>
          <p:spPr>
            <a:xfrm>
              <a:off x="2362200" y="429894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49530" y="13969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9DA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" name="object 406"/>
            <p:cNvSpPr/>
            <p:nvPr/>
          </p:nvSpPr>
          <p:spPr>
            <a:xfrm>
              <a:off x="2362200" y="431291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49530" y="13969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9D9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" name="object 407"/>
            <p:cNvSpPr/>
            <p:nvPr/>
          </p:nvSpPr>
          <p:spPr>
            <a:xfrm>
              <a:off x="2362200" y="432688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49530" y="13970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9D9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" name="object 408"/>
            <p:cNvSpPr/>
            <p:nvPr/>
          </p:nvSpPr>
          <p:spPr>
            <a:xfrm>
              <a:off x="2362200" y="434085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49530" y="13969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9D8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" name="object 409"/>
            <p:cNvSpPr/>
            <p:nvPr/>
          </p:nvSpPr>
          <p:spPr>
            <a:xfrm>
              <a:off x="2362200" y="435482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49530" y="13970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9D8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" name="object 410"/>
            <p:cNvSpPr/>
            <p:nvPr/>
          </p:nvSpPr>
          <p:spPr>
            <a:xfrm>
              <a:off x="2362200" y="436879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49530" y="13969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9D7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" name="object 411"/>
            <p:cNvSpPr/>
            <p:nvPr/>
          </p:nvSpPr>
          <p:spPr>
            <a:xfrm>
              <a:off x="2362200" y="438276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49530" y="13969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9D7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" name="object 412"/>
            <p:cNvSpPr/>
            <p:nvPr/>
          </p:nvSpPr>
          <p:spPr>
            <a:xfrm>
              <a:off x="2362200" y="4396739"/>
              <a:ext cx="49530" cy="12700"/>
            </a:xfrm>
            <a:custGeom>
              <a:avLst/>
              <a:gdLst/>
              <a:ahLst/>
              <a:cxnLst/>
              <a:rect l="l" t="t" r="r" b="b"/>
              <a:pathLst>
                <a:path w="49530" h="12700">
                  <a:moveTo>
                    <a:pt x="4953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49530" y="12700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8D6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" name="object 413"/>
            <p:cNvSpPr/>
            <p:nvPr/>
          </p:nvSpPr>
          <p:spPr>
            <a:xfrm>
              <a:off x="2362200" y="440943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49530" y="13970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8D6A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" name="object 414"/>
            <p:cNvSpPr/>
            <p:nvPr/>
          </p:nvSpPr>
          <p:spPr>
            <a:xfrm>
              <a:off x="2362200" y="442340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49530" y="13969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8D5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" name="object 415"/>
            <p:cNvSpPr/>
            <p:nvPr/>
          </p:nvSpPr>
          <p:spPr>
            <a:xfrm>
              <a:off x="2362200" y="443737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49530" y="13970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8D5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" name="object 416"/>
            <p:cNvSpPr/>
            <p:nvPr/>
          </p:nvSpPr>
          <p:spPr>
            <a:xfrm>
              <a:off x="2362200" y="445134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49530" y="13969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8D4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" name="object 417"/>
            <p:cNvSpPr/>
            <p:nvPr/>
          </p:nvSpPr>
          <p:spPr>
            <a:xfrm>
              <a:off x="2362200" y="446531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49530" y="13969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8D4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" name="object 418"/>
            <p:cNvSpPr/>
            <p:nvPr/>
          </p:nvSpPr>
          <p:spPr>
            <a:xfrm>
              <a:off x="2362200" y="447928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49530" y="13970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8D3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" name="object 419"/>
            <p:cNvSpPr/>
            <p:nvPr/>
          </p:nvSpPr>
          <p:spPr>
            <a:xfrm>
              <a:off x="2362200" y="449325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49530" y="13969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8D3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" name="object 420"/>
            <p:cNvSpPr/>
            <p:nvPr/>
          </p:nvSpPr>
          <p:spPr>
            <a:xfrm>
              <a:off x="2362200" y="450722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49530" y="13970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8D2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" name="object 421"/>
            <p:cNvSpPr/>
            <p:nvPr/>
          </p:nvSpPr>
          <p:spPr>
            <a:xfrm>
              <a:off x="2362200" y="452119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49530" y="13969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8D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" name="object 422"/>
            <p:cNvSpPr/>
            <p:nvPr/>
          </p:nvSpPr>
          <p:spPr>
            <a:xfrm>
              <a:off x="2362200" y="453516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49530" y="13969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8D1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" name="object 423"/>
            <p:cNvSpPr/>
            <p:nvPr/>
          </p:nvSpPr>
          <p:spPr>
            <a:xfrm>
              <a:off x="2362200" y="4549139"/>
              <a:ext cx="49530" cy="12700"/>
            </a:xfrm>
            <a:custGeom>
              <a:avLst/>
              <a:gdLst/>
              <a:ahLst/>
              <a:cxnLst/>
              <a:rect l="l" t="t" r="r" b="b"/>
              <a:pathLst>
                <a:path w="49530" h="12700">
                  <a:moveTo>
                    <a:pt x="4953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49530" y="12700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8D1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" name="object 424"/>
            <p:cNvSpPr/>
            <p:nvPr/>
          </p:nvSpPr>
          <p:spPr>
            <a:xfrm>
              <a:off x="2362200" y="456183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49530" y="13970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8D0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" name="object 425"/>
            <p:cNvSpPr/>
            <p:nvPr/>
          </p:nvSpPr>
          <p:spPr>
            <a:xfrm>
              <a:off x="2362200" y="457580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49530" y="13969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8D0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" name="object 426"/>
            <p:cNvSpPr/>
            <p:nvPr/>
          </p:nvSpPr>
          <p:spPr>
            <a:xfrm>
              <a:off x="2362200" y="458977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49530" y="13970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7CF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" name="object 427"/>
            <p:cNvSpPr/>
            <p:nvPr/>
          </p:nvSpPr>
          <p:spPr>
            <a:xfrm>
              <a:off x="2362200" y="460374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49530" y="13969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7CF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" name="object 428"/>
            <p:cNvSpPr/>
            <p:nvPr/>
          </p:nvSpPr>
          <p:spPr>
            <a:xfrm>
              <a:off x="2362200" y="461771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49530" y="13969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7CE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" name="object 429"/>
            <p:cNvSpPr/>
            <p:nvPr/>
          </p:nvSpPr>
          <p:spPr>
            <a:xfrm>
              <a:off x="2362200" y="463168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49530" y="13970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7CE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" name="object 430"/>
            <p:cNvSpPr/>
            <p:nvPr/>
          </p:nvSpPr>
          <p:spPr>
            <a:xfrm>
              <a:off x="2362200" y="464565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49530" y="13969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7CD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" name="object 431"/>
            <p:cNvSpPr/>
            <p:nvPr/>
          </p:nvSpPr>
          <p:spPr>
            <a:xfrm>
              <a:off x="2362200" y="465962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49530" y="13970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7CD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" name="object 432"/>
            <p:cNvSpPr/>
            <p:nvPr/>
          </p:nvSpPr>
          <p:spPr>
            <a:xfrm>
              <a:off x="2362200" y="467359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49530" y="13969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7CD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" name="object 433"/>
            <p:cNvSpPr/>
            <p:nvPr/>
          </p:nvSpPr>
          <p:spPr>
            <a:xfrm>
              <a:off x="2362200" y="4687569"/>
              <a:ext cx="49530" cy="27940"/>
            </a:xfrm>
            <a:custGeom>
              <a:avLst/>
              <a:gdLst/>
              <a:ahLst/>
              <a:cxnLst/>
              <a:rect l="l" t="t" r="r" b="b"/>
              <a:pathLst>
                <a:path w="49530" h="27939">
                  <a:moveTo>
                    <a:pt x="4953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0" y="27940"/>
                  </a:lnTo>
                  <a:lnTo>
                    <a:pt x="49530" y="27940"/>
                  </a:lnTo>
                  <a:lnTo>
                    <a:pt x="49530" y="12700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7CC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" name="object 434"/>
            <p:cNvSpPr/>
            <p:nvPr/>
          </p:nvSpPr>
          <p:spPr>
            <a:xfrm>
              <a:off x="2362200" y="4715509"/>
              <a:ext cx="49530" cy="12700"/>
            </a:xfrm>
            <a:custGeom>
              <a:avLst/>
              <a:gdLst/>
              <a:ahLst/>
              <a:cxnLst/>
              <a:rect l="l" t="t" r="r" b="b"/>
              <a:pathLst>
                <a:path w="49530" h="12700">
                  <a:moveTo>
                    <a:pt x="4953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49530" y="12700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7CC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" name="object 435"/>
            <p:cNvSpPr/>
            <p:nvPr/>
          </p:nvSpPr>
          <p:spPr>
            <a:xfrm>
              <a:off x="2362200" y="472820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49530" y="13969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7CC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" name="object 436"/>
            <p:cNvSpPr/>
            <p:nvPr/>
          </p:nvSpPr>
          <p:spPr>
            <a:xfrm>
              <a:off x="2362200" y="474217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49530" y="13970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7CA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7"/>
            <p:cNvSpPr/>
            <p:nvPr/>
          </p:nvSpPr>
          <p:spPr>
            <a:xfrm>
              <a:off x="2362200" y="475614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49530" y="13969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7CA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" name="object 438"/>
            <p:cNvSpPr/>
            <p:nvPr/>
          </p:nvSpPr>
          <p:spPr>
            <a:xfrm>
              <a:off x="2362200" y="477011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49530" y="13969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7C9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" name="object 439"/>
            <p:cNvSpPr/>
            <p:nvPr/>
          </p:nvSpPr>
          <p:spPr>
            <a:xfrm>
              <a:off x="2362200" y="478408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49530" y="13970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6C9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" name="object 440"/>
            <p:cNvSpPr/>
            <p:nvPr/>
          </p:nvSpPr>
          <p:spPr>
            <a:xfrm>
              <a:off x="2362200" y="479805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49530" y="13969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6C8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" name="object 441"/>
            <p:cNvSpPr/>
            <p:nvPr/>
          </p:nvSpPr>
          <p:spPr>
            <a:xfrm>
              <a:off x="2362200" y="481202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49530" y="13970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6C8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" name="object 442"/>
            <p:cNvSpPr/>
            <p:nvPr/>
          </p:nvSpPr>
          <p:spPr>
            <a:xfrm>
              <a:off x="2362200" y="482599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49530" y="13969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6C7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" name="object 443"/>
            <p:cNvSpPr/>
            <p:nvPr/>
          </p:nvSpPr>
          <p:spPr>
            <a:xfrm>
              <a:off x="2362200" y="483996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49530" y="13969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6C7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" name="object 444"/>
            <p:cNvSpPr/>
            <p:nvPr/>
          </p:nvSpPr>
          <p:spPr>
            <a:xfrm>
              <a:off x="2362200" y="4853939"/>
              <a:ext cx="49530" cy="12700"/>
            </a:xfrm>
            <a:custGeom>
              <a:avLst/>
              <a:gdLst/>
              <a:ahLst/>
              <a:cxnLst/>
              <a:rect l="l" t="t" r="r" b="b"/>
              <a:pathLst>
                <a:path w="49530" h="12700">
                  <a:moveTo>
                    <a:pt x="4953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49530" y="12700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6C6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" name="object 445"/>
            <p:cNvSpPr/>
            <p:nvPr/>
          </p:nvSpPr>
          <p:spPr>
            <a:xfrm>
              <a:off x="2362200" y="486663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49530" y="13970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6C6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" name="object 446"/>
            <p:cNvSpPr/>
            <p:nvPr/>
          </p:nvSpPr>
          <p:spPr>
            <a:xfrm>
              <a:off x="2362200" y="488060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49530" y="13969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6C5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" name="object 447"/>
            <p:cNvSpPr/>
            <p:nvPr/>
          </p:nvSpPr>
          <p:spPr>
            <a:xfrm>
              <a:off x="2362200" y="489457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49530" y="13970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6C5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" name="object 448"/>
            <p:cNvSpPr/>
            <p:nvPr/>
          </p:nvSpPr>
          <p:spPr>
            <a:xfrm>
              <a:off x="2362200" y="4908550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49530" y="13969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6C4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" name="object 449"/>
            <p:cNvSpPr/>
            <p:nvPr/>
          </p:nvSpPr>
          <p:spPr>
            <a:xfrm>
              <a:off x="2362200" y="492251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49530" y="13969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6C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" name="object 450"/>
            <p:cNvSpPr/>
            <p:nvPr/>
          </p:nvSpPr>
          <p:spPr>
            <a:xfrm>
              <a:off x="2362200" y="493648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49530" y="13970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6C3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" name="object 451"/>
            <p:cNvSpPr/>
            <p:nvPr/>
          </p:nvSpPr>
          <p:spPr>
            <a:xfrm>
              <a:off x="2362200" y="495045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49530" y="13969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6C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" name="object 452"/>
            <p:cNvSpPr/>
            <p:nvPr/>
          </p:nvSpPr>
          <p:spPr>
            <a:xfrm>
              <a:off x="2362200" y="496442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49530" y="13970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6C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" name="object 453"/>
            <p:cNvSpPr/>
            <p:nvPr/>
          </p:nvSpPr>
          <p:spPr>
            <a:xfrm>
              <a:off x="2362200" y="4978400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49530" y="13969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5C2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" name="object 454"/>
            <p:cNvSpPr/>
            <p:nvPr/>
          </p:nvSpPr>
          <p:spPr>
            <a:xfrm>
              <a:off x="2362200" y="499236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49530" y="13969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5C1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" name="object 455"/>
            <p:cNvSpPr/>
            <p:nvPr/>
          </p:nvSpPr>
          <p:spPr>
            <a:xfrm>
              <a:off x="2362200" y="5006339"/>
              <a:ext cx="49530" cy="12700"/>
            </a:xfrm>
            <a:custGeom>
              <a:avLst/>
              <a:gdLst/>
              <a:ahLst/>
              <a:cxnLst/>
              <a:rect l="l" t="t" r="r" b="b"/>
              <a:pathLst>
                <a:path w="49530" h="12700">
                  <a:moveTo>
                    <a:pt x="4953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49530" y="12700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5C1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" name="object 456"/>
            <p:cNvSpPr/>
            <p:nvPr/>
          </p:nvSpPr>
          <p:spPr>
            <a:xfrm>
              <a:off x="2362200" y="501903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49530" y="13970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5C0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" name="object 457"/>
            <p:cNvSpPr/>
            <p:nvPr/>
          </p:nvSpPr>
          <p:spPr>
            <a:xfrm>
              <a:off x="2362200" y="503300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49530" y="13969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5C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" name="object 458"/>
            <p:cNvSpPr/>
            <p:nvPr/>
          </p:nvSpPr>
          <p:spPr>
            <a:xfrm>
              <a:off x="2362200" y="504697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49530" y="13970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5B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" name="object 459"/>
            <p:cNvSpPr/>
            <p:nvPr/>
          </p:nvSpPr>
          <p:spPr>
            <a:xfrm>
              <a:off x="2362200" y="5060950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49530" y="13969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5BF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" name="object 460"/>
            <p:cNvSpPr/>
            <p:nvPr/>
          </p:nvSpPr>
          <p:spPr>
            <a:xfrm>
              <a:off x="2362200" y="507491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49530" y="13969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5BE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" name="object 461"/>
            <p:cNvSpPr/>
            <p:nvPr/>
          </p:nvSpPr>
          <p:spPr>
            <a:xfrm>
              <a:off x="2362200" y="508888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49530" y="13970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5BE7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" name="object 462"/>
            <p:cNvSpPr/>
            <p:nvPr/>
          </p:nvSpPr>
          <p:spPr>
            <a:xfrm>
              <a:off x="2362200" y="510285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49530" y="13969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5BD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" name="object 463"/>
            <p:cNvSpPr/>
            <p:nvPr/>
          </p:nvSpPr>
          <p:spPr>
            <a:xfrm>
              <a:off x="2362200" y="511682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49530" y="13970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5BD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" name="object 464"/>
            <p:cNvSpPr/>
            <p:nvPr/>
          </p:nvSpPr>
          <p:spPr>
            <a:xfrm>
              <a:off x="2362200" y="5130800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49530" y="13969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5BD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" name="object 465"/>
            <p:cNvSpPr/>
            <p:nvPr/>
          </p:nvSpPr>
          <p:spPr>
            <a:xfrm>
              <a:off x="2362200" y="5144769"/>
              <a:ext cx="49530" cy="12700"/>
            </a:xfrm>
            <a:custGeom>
              <a:avLst/>
              <a:gdLst/>
              <a:ahLst/>
              <a:cxnLst/>
              <a:rect l="l" t="t" r="r" b="b"/>
              <a:pathLst>
                <a:path w="49530" h="12700">
                  <a:moveTo>
                    <a:pt x="49530" y="0"/>
                  </a:moveTo>
                  <a:lnTo>
                    <a:pt x="0" y="0"/>
                  </a:lnTo>
                  <a:lnTo>
                    <a:pt x="0" y="12699"/>
                  </a:lnTo>
                  <a:lnTo>
                    <a:pt x="49530" y="12699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5BC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" name="object 466"/>
            <p:cNvSpPr/>
            <p:nvPr/>
          </p:nvSpPr>
          <p:spPr>
            <a:xfrm>
              <a:off x="2362200" y="5157469"/>
              <a:ext cx="49530" cy="15240"/>
            </a:xfrm>
            <a:custGeom>
              <a:avLst/>
              <a:gdLst/>
              <a:ahLst/>
              <a:cxnLst/>
              <a:rect l="l" t="t" r="r" b="b"/>
              <a:pathLst>
                <a:path w="49530" h="15239">
                  <a:moveTo>
                    <a:pt x="49530" y="0"/>
                  </a:moveTo>
                  <a:lnTo>
                    <a:pt x="0" y="0"/>
                  </a:lnTo>
                  <a:lnTo>
                    <a:pt x="0" y="15239"/>
                  </a:lnTo>
                  <a:lnTo>
                    <a:pt x="49530" y="15239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5BC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" name="object 467"/>
            <p:cNvSpPr/>
            <p:nvPr/>
          </p:nvSpPr>
          <p:spPr>
            <a:xfrm>
              <a:off x="2362200" y="5172709"/>
              <a:ext cx="49530" cy="12700"/>
            </a:xfrm>
            <a:custGeom>
              <a:avLst/>
              <a:gdLst/>
              <a:ahLst/>
              <a:cxnLst/>
              <a:rect l="l" t="t" r="r" b="b"/>
              <a:pathLst>
                <a:path w="49530" h="12700">
                  <a:moveTo>
                    <a:pt x="4953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49530" y="12700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4BB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" name="object 468"/>
            <p:cNvSpPr/>
            <p:nvPr/>
          </p:nvSpPr>
          <p:spPr>
            <a:xfrm>
              <a:off x="2362200" y="518540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49530" y="13969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4BB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" name="object 469"/>
            <p:cNvSpPr/>
            <p:nvPr/>
          </p:nvSpPr>
          <p:spPr>
            <a:xfrm>
              <a:off x="2362200" y="519937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49530" y="13970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4BA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" name="object 470"/>
            <p:cNvSpPr/>
            <p:nvPr/>
          </p:nvSpPr>
          <p:spPr>
            <a:xfrm>
              <a:off x="2362200" y="5213350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49530" y="13969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4BA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" name="object 471"/>
            <p:cNvSpPr/>
            <p:nvPr/>
          </p:nvSpPr>
          <p:spPr>
            <a:xfrm>
              <a:off x="2362200" y="522731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49530" y="13969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4B9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" name="object 472"/>
            <p:cNvSpPr/>
            <p:nvPr/>
          </p:nvSpPr>
          <p:spPr>
            <a:xfrm>
              <a:off x="2362200" y="524128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49530" y="13970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4B9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" name="object 473"/>
            <p:cNvSpPr/>
            <p:nvPr/>
          </p:nvSpPr>
          <p:spPr>
            <a:xfrm>
              <a:off x="2362200" y="525525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49530" y="13969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4B87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" name="object 474"/>
            <p:cNvSpPr/>
            <p:nvPr/>
          </p:nvSpPr>
          <p:spPr>
            <a:xfrm>
              <a:off x="2362200" y="526922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49530" y="13970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4B8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" name="object 475"/>
            <p:cNvSpPr/>
            <p:nvPr/>
          </p:nvSpPr>
          <p:spPr>
            <a:xfrm>
              <a:off x="2362200" y="5283200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49530" y="13969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4B76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" name="object 476"/>
            <p:cNvSpPr/>
            <p:nvPr/>
          </p:nvSpPr>
          <p:spPr>
            <a:xfrm>
              <a:off x="2362200" y="5297169"/>
              <a:ext cx="49530" cy="12700"/>
            </a:xfrm>
            <a:custGeom>
              <a:avLst/>
              <a:gdLst/>
              <a:ahLst/>
              <a:cxnLst/>
              <a:rect l="l" t="t" r="r" b="b"/>
              <a:pathLst>
                <a:path w="49530" h="12700">
                  <a:moveTo>
                    <a:pt x="49530" y="0"/>
                  </a:moveTo>
                  <a:lnTo>
                    <a:pt x="0" y="0"/>
                  </a:lnTo>
                  <a:lnTo>
                    <a:pt x="0" y="12699"/>
                  </a:lnTo>
                  <a:lnTo>
                    <a:pt x="49530" y="12699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4B7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" name="object 477"/>
            <p:cNvSpPr/>
            <p:nvPr/>
          </p:nvSpPr>
          <p:spPr>
            <a:xfrm>
              <a:off x="2362200" y="530986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49530" y="13969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4B66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" name="object 478"/>
            <p:cNvSpPr/>
            <p:nvPr/>
          </p:nvSpPr>
          <p:spPr>
            <a:xfrm>
              <a:off x="2362200" y="532383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49530" y="13970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4B6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" name="object 479"/>
            <p:cNvSpPr/>
            <p:nvPr/>
          </p:nvSpPr>
          <p:spPr>
            <a:xfrm>
              <a:off x="2362200" y="533780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49530" y="13969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4B5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" name="object 480"/>
            <p:cNvSpPr/>
            <p:nvPr/>
          </p:nvSpPr>
          <p:spPr>
            <a:xfrm>
              <a:off x="2362200" y="535177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49530" y="13970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4B5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" name="object 481"/>
            <p:cNvSpPr/>
            <p:nvPr/>
          </p:nvSpPr>
          <p:spPr>
            <a:xfrm>
              <a:off x="2362200" y="5365750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49530" y="13969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3B46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" name="object 482"/>
            <p:cNvSpPr/>
            <p:nvPr/>
          </p:nvSpPr>
          <p:spPr>
            <a:xfrm>
              <a:off x="2362200" y="537971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49530" y="13969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3B4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" name="object 483"/>
            <p:cNvSpPr/>
            <p:nvPr/>
          </p:nvSpPr>
          <p:spPr>
            <a:xfrm>
              <a:off x="2362200" y="5393689"/>
              <a:ext cx="49530" cy="27940"/>
            </a:xfrm>
            <a:custGeom>
              <a:avLst/>
              <a:gdLst/>
              <a:ahLst/>
              <a:cxnLst/>
              <a:rect l="l" t="t" r="r" b="b"/>
              <a:pathLst>
                <a:path w="49530" h="27939">
                  <a:moveTo>
                    <a:pt x="4953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0" y="27940"/>
                  </a:lnTo>
                  <a:lnTo>
                    <a:pt x="49530" y="27940"/>
                  </a:lnTo>
                  <a:lnTo>
                    <a:pt x="49530" y="13970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3B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" name="object 484"/>
            <p:cNvSpPr/>
            <p:nvPr/>
          </p:nvSpPr>
          <p:spPr>
            <a:xfrm>
              <a:off x="2362200" y="542162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49530" y="13970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3B26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" name="object 485"/>
            <p:cNvSpPr/>
            <p:nvPr/>
          </p:nvSpPr>
          <p:spPr>
            <a:xfrm>
              <a:off x="2362200" y="5435600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49530" y="13969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3B2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" name="object 486"/>
            <p:cNvSpPr/>
            <p:nvPr/>
          </p:nvSpPr>
          <p:spPr>
            <a:xfrm>
              <a:off x="2362200" y="544956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49530" y="13969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3B16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" name="object 487"/>
            <p:cNvSpPr/>
            <p:nvPr/>
          </p:nvSpPr>
          <p:spPr>
            <a:xfrm>
              <a:off x="2362200" y="5463539"/>
              <a:ext cx="49530" cy="12700"/>
            </a:xfrm>
            <a:custGeom>
              <a:avLst/>
              <a:gdLst/>
              <a:ahLst/>
              <a:cxnLst/>
              <a:rect l="l" t="t" r="r" b="b"/>
              <a:pathLst>
                <a:path w="49530" h="12700">
                  <a:moveTo>
                    <a:pt x="4953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49530" y="12700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3B16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" name="object 488"/>
            <p:cNvSpPr/>
            <p:nvPr/>
          </p:nvSpPr>
          <p:spPr>
            <a:xfrm>
              <a:off x="2362200" y="547623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49530" y="13970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F3B0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" name="object 489"/>
            <p:cNvSpPr/>
            <p:nvPr/>
          </p:nvSpPr>
          <p:spPr>
            <a:xfrm>
              <a:off x="2362200" y="5490209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30" h="13970">
                  <a:moveTo>
                    <a:pt x="4953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49530" y="6349"/>
                  </a:lnTo>
                  <a:lnTo>
                    <a:pt x="49530" y="0"/>
                  </a:lnTo>
                  <a:close/>
                </a:path>
                <a:path w="49530" h="13970">
                  <a:moveTo>
                    <a:pt x="4953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46989" y="10159"/>
                  </a:lnTo>
                  <a:lnTo>
                    <a:pt x="46989" y="8889"/>
                  </a:lnTo>
                  <a:lnTo>
                    <a:pt x="48260" y="8889"/>
                  </a:lnTo>
                  <a:lnTo>
                    <a:pt x="48260" y="7619"/>
                  </a:lnTo>
                  <a:lnTo>
                    <a:pt x="49530" y="7619"/>
                  </a:lnTo>
                  <a:lnTo>
                    <a:pt x="49530" y="6350"/>
                  </a:lnTo>
                  <a:close/>
                </a:path>
                <a:path w="49530" h="13970">
                  <a:moveTo>
                    <a:pt x="4571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44450" y="12699"/>
                  </a:lnTo>
                  <a:lnTo>
                    <a:pt x="44450" y="11429"/>
                  </a:lnTo>
                  <a:lnTo>
                    <a:pt x="45719" y="11429"/>
                  </a:lnTo>
                  <a:lnTo>
                    <a:pt x="45719" y="10159"/>
                  </a:lnTo>
                  <a:close/>
                </a:path>
                <a:path w="49530" h="13970">
                  <a:moveTo>
                    <a:pt x="43180" y="12700"/>
                  </a:moveTo>
                  <a:lnTo>
                    <a:pt x="0" y="12700"/>
                  </a:lnTo>
                  <a:lnTo>
                    <a:pt x="0" y="13969"/>
                  </a:lnTo>
                  <a:lnTo>
                    <a:pt x="43180" y="13969"/>
                  </a:lnTo>
                  <a:lnTo>
                    <a:pt x="43180" y="12700"/>
                  </a:lnTo>
                  <a:close/>
                </a:path>
              </a:pathLst>
            </a:custGeom>
            <a:solidFill>
              <a:srgbClr val="F3B0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" name="object 490"/>
            <p:cNvSpPr/>
            <p:nvPr/>
          </p:nvSpPr>
          <p:spPr>
            <a:xfrm>
              <a:off x="2362200" y="5504179"/>
              <a:ext cx="41910" cy="13970"/>
            </a:xfrm>
            <a:custGeom>
              <a:avLst/>
              <a:gdLst/>
              <a:ahLst/>
              <a:cxnLst/>
              <a:rect l="l" t="t" r="r" b="b"/>
              <a:pathLst>
                <a:path w="41910" h="13970">
                  <a:moveTo>
                    <a:pt x="419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40639" y="2540"/>
                  </a:lnTo>
                  <a:lnTo>
                    <a:pt x="40639" y="1270"/>
                  </a:lnTo>
                  <a:lnTo>
                    <a:pt x="41910" y="1270"/>
                  </a:lnTo>
                  <a:lnTo>
                    <a:pt x="41910" y="0"/>
                  </a:lnTo>
                  <a:close/>
                </a:path>
                <a:path w="41910" h="13970">
                  <a:moveTo>
                    <a:pt x="3936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0" y="5080"/>
                  </a:lnTo>
                  <a:lnTo>
                    <a:pt x="38100" y="3810"/>
                  </a:lnTo>
                  <a:lnTo>
                    <a:pt x="39369" y="3810"/>
                  </a:lnTo>
                  <a:lnTo>
                    <a:pt x="39369" y="2540"/>
                  </a:lnTo>
                  <a:close/>
                </a:path>
                <a:path w="41910" h="13970">
                  <a:moveTo>
                    <a:pt x="3683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4289" y="8890"/>
                  </a:lnTo>
                  <a:lnTo>
                    <a:pt x="34289" y="7620"/>
                  </a:lnTo>
                  <a:lnTo>
                    <a:pt x="35560" y="7620"/>
                  </a:lnTo>
                  <a:lnTo>
                    <a:pt x="35560" y="6350"/>
                  </a:lnTo>
                  <a:lnTo>
                    <a:pt x="36830" y="6350"/>
                  </a:lnTo>
                  <a:lnTo>
                    <a:pt x="36830" y="5080"/>
                  </a:lnTo>
                  <a:close/>
                </a:path>
                <a:path w="41910" h="13970">
                  <a:moveTo>
                    <a:pt x="3301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1750" y="11430"/>
                  </a:lnTo>
                  <a:lnTo>
                    <a:pt x="31750" y="10160"/>
                  </a:lnTo>
                  <a:lnTo>
                    <a:pt x="33019" y="10160"/>
                  </a:lnTo>
                  <a:lnTo>
                    <a:pt x="33019" y="8890"/>
                  </a:lnTo>
                  <a:close/>
                </a:path>
                <a:path w="41910" h="13970">
                  <a:moveTo>
                    <a:pt x="30480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29210" y="13970"/>
                  </a:lnTo>
                  <a:lnTo>
                    <a:pt x="29210" y="12700"/>
                  </a:lnTo>
                  <a:lnTo>
                    <a:pt x="30480" y="12700"/>
                  </a:lnTo>
                  <a:lnTo>
                    <a:pt x="30480" y="11430"/>
                  </a:lnTo>
                  <a:close/>
                </a:path>
              </a:pathLst>
            </a:custGeom>
            <a:solidFill>
              <a:srgbClr val="F3AF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" name="object 491"/>
            <p:cNvSpPr/>
            <p:nvPr/>
          </p:nvSpPr>
          <p:spPr>
            <a:xfrm>
              <a:off x="2362200" y="5518150"/>
              <a:ext cx="27940" cy="13970"/>
            </a:xfrm>
            <a:custGeom>
              <a:avLst/>
              <a:gdLst/>
              <a:ahLst/>
              <a:cxnLst/>
              <a:rect l="l" t="t" r="r" b="b"/>
              <a:pathLst>
                <a:path w="27939" h="13970">
                  <a:moveTo>
                    <a:pt x="2793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27939" y="1269"/>
                  </a:lnTo>
                  <a:lnTo>
                    <a:pt x="27939" y="0"/>
                  </a:lnTo>
                  <a:close/>
                </a:path>
                <a:path w="27939" h="13970">
                  <a:moveTo>
                    <a:pt x="26669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25400" y="3809"/>
                  </a:lnTo>
                  <a:lnTo>
                    <a:pt x="25400" y="2540"/>
                  </a:lnTo>
                  <a:lnTo>
                    <a:pt x="26669" y="2540"/>
                  </a:lnTo>
                  <a:lnTo>
                    <a:pt x="26669" y="1270"/>
                  </a:lnTo>
                  <a:close/>
                </a:path>
                <a:path w="27939" h="13970">
                  <a:moveTo>
                    <a:pt x="24130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21589" y="7619"/>
                  </a:lnTo>
                  <a:lnTo>
                    <a:pt x="21589" y="6350"/>
                  </a:lnTo>
                  <a:lnTo>
                    <a:pt x="22860" y="6350"/>
                  </a:lnTo>
                  <a:lnTo>
                    <a:pt x="22860" y="5080"/>
                  </a:lnTo>
                  <a:lnTo>
                    <a:pt x="24130" y="5080"/>
                  </a:lnTo>
                  <a:lnTo>
                    <a:pt x="24130" y="3810"/>
                  </a:lnTo>
                  <a:close/>
                </a:path>
                <a:path w="27939" h="13970">
                  <a:moveTo>
                    <a:pt x="20319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19050" y="10159"/>
                  </a:lnTo>
                  <a:lnTo>
                    <a:pt x="19050" y="8890"/>
                  </a:lnTo>
                  <a:lnTo>
                    <a:pt x="20319" y="8890"/>
                  </a:lnTo>
                  <a:lnTo>
                    <a:pt x="20319" y="7620"/>
                  </a:lnTo>
                  <a:close/>
                </a:path>
                <a:path w="27939" h="13970">
                  <a:moveTo>
                    <a:pt x="17780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15239" y="13969"/>
                  </a:lnTo>
                  <a:lnTo>
                    <a:pt x="15239" y="12700"/>
                  </a:lnTo>
                  <a:lnTo>
                    <a:pt x="16510" y="12700"/>
                  </a:lnTo>
                  <a:lnTo>
                    <a:pt x="16510" y="11430"/>
                  </a:lnTo>
                  <a:lnTo>
                    <a:pt x="17780" y="11430"/>
                  </a:lnTo>
                  <a:lnTo>
                    <a:pt x="17780" y="10160"/>
                  </a:lnTo>
                  <a:close/>
                </a:path>
              </a:pathLst>
            </a:custGeom>
            <a:solidFill>
              <a:srgbClr val="F3AF5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" name="object 492"/>
            <p:cNvSpPr/>
            <p:nvPr/>
          </p:nvSpPr>
          <p:spPr>
            <a:xfrm>
              <a:off x="2362200" y="5532119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69" h="13970">
                  <a:moveTo>
                    <a:pt x="1396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700" y="2539"/>
                  </a:lnTo>
                  <a:lnTo>
                    <a:pt x="12700" y="1269"/>
                  </a:lnTo>
                  <a:lnTo>
                    <a:pt x="13969" y="1269"/>
                  </a:lnTo>
                  <a:lnTo>
                    <a:pt x="13969" y="0"/>
                  </a:lnTo>
                  <a:close/>
                </a:path>
                <a:path w="13969" h="13970">
                  <a:moveTo>
                    <a:pt x="1143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8889" y="6349"/>
                  </a:lnTo>
                  <a:lnTo>
                    <a:pt x="8889" y="5079"/>
                  </a:lnTo>
                  <a:lnTo>
                    <a:pt x="10160" y="5079"/>
                  </a:lnTo>
                  <a:lnTo>
                    <a:pt x="10160" y="3809"/>
                  </a:lnTo>
                  <a:lnTo>
                    <a:pt x="11430" y="3809"/>
                  </a:lnTo>
                  <a:lnTo>
                    <a:pt x="11430" y="2539"/>
                  </a:lnTo>
                  <a:close/>
                </a:path>
                <a:path w="13969" h="13970">
                  <a:moveTo>
                    <a:pt x="761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6350" y="8889"/>
                  </a:lnTo>
                  <a:lnTo>
                    <a:pt x="6350" y="7619"/>
                  </a:lnTo>
                  <a:lnTo>
                    <a:pt x="7619" y="7619"/>
                  </a:lnTo>
                  <a:lnTo>
                    <a:pt x="7619" y="6349"/>
                  </a:lnTo>
                  <a:close/>
                </a:path>
                <a:path w="13969" h="13970">
                  <a:moveTo>
                    <a:pt x="508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2539" y="12699"/>
                  </a:lnTo>
                  <a:lnTo>
                    <a:pt x="2539" y="11429"/>
                  </a:lnTo>
                  <a:lnTo>
                    <a:pt x="3810" y="11429"/>
                  </a:lnTo>
                  <a:lnTo>
                    <a:pt x="3810" y="10159"/>
                  </a:lnTo>
                  <a:lnTo>
                    <a:pt x="5080" y="10159"/>
                  </a:lnTo>
                  <a:lnTo>
                    <a:pt x="5080" y="8889"/>
                  </a:lnTo>
                  <a:close/>
                </a:path>
                <a:path w="13969" h="13970">
                  <a:moveTo>
                    <a:pt x="1269" y="12699"/>
                  </a:moveTo>
                  <a:lnTo>
                    <a:pt x="0" y="12699"/>
                  </a:lnTo>
                  <a:lnTo>
                    <a:pt x="0" y="13969"/>
                  </a:lnTo>
                  <a:lnTo>
                    <a:pt x="1269" y="13969"/>
                  </a:lnTo>
                  <a:lnTo>
                    <a:pt x="1269" y="12699"/>
                  </a:lnTo>
                  <a:close/>
                </a:path>
              </a:pathLst>
            </a:custGeom>
            <a:solidFill>
              <a:srgbClr val="F3AE5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" name="object 493"/>
            <p:cNvSpPr/>
            <p:nvPr/>
          </p:nvSpPr>
          <p:spPr>
            <a:xfrm>
              <a:off x="3577590" y="3808729"/>
              <a:ext cx="1220470" cy="45720"/>
            </a:xfrm>
            <a:custGeom>
              <a:avLst/>
              <a:gdLst/>
              <a:ahLst/>
              <a:cxnLst/>
              <a:rect l="l" t="t" r="r" b="b"/>
              <a:pathLst>
                <a:path w="1220470" h="45720">
                  <a:moveTo>
                    <a:pt x="122047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0" y="45720"/>
                  </a:lnTo>
                  <a:lnTo>
                    <a:pt x="1220470" y="45720"/>
                  </a:lnTo>
                  <a:lnTo>
                    <a:pt x="1220470" y="2286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EF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" name="object 494"/>
            <p:cNvSpPr/>
            <p:nvPr/>
          </p:nvSpPr>
          <p:spPr>
            <a:xfrm>
              <a:off x="3577590" y="385444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220470" y="2286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EF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" name="object 495"/>
            <p:cNvSpPr/>
            <p:nvPr/>
          </p:nvSpPr>
          <p:spPr>
            <a:xfrm>
              <a:off x="3577590" y="387730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59"/>
                  </a:lnTo>
                  <a:lnTo>
                    <a:pt x="1220470" y="2285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EF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" name="object 496"/>
            <p:cNvSpPr/>
            <p:nvPr/>
          </p:nvSpPr>
          <p:spPr>
            <a:xfrm>
              <a:off x="3577590" y="390016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59"/>
                  </a:lnTo>
                  <a:lnTo>
                    <a:pt x="1220470" y="2285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EE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" name="object 497"/>
            <p:cNvSpPr/>
            <p:nvPr/>
          </p:nvSpPr>
          <p:spPr>
            <a:xfrm>
              <a:off x="3577590" y="392302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220470" y="2286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EE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" name="object 498"/>
            <p:cNvSpPr/>
            <p:nvPr/>
          </p:nvSpPr>
          <p:spPr>
            <a:xfrm>
              <a:off x="3577590" y="394588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220470" y="2286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EE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" name="object 499"/>
            <p:cNvSpPr/>
            <p:nvPr/>
          </p:nvSpPr>
          <p:spPr>
            <a:xfrm>
              <a:off x="3577590" y="396874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220470" y="2286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ED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" name="object 500"/>
            <p:cNvSpPr/>
            <p:nvPr/>
          </p:nvSpPr>
          <p:spPr>
            <a:xfrm>
              <a:off x="3577590" y="399160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59"/>
                  </a:lnTo>
                  <a:lnTo>
                    <a:pt x="1220470" y="2285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ED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" name="object 501"/>
            <p:cNvSpPr/>
            <p:nvPr/>
          </p:nvSpPr>
          <p:spPr>
            <a:xfrm>
              <a:off x="3577590" y="401446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59"/>
                  </a:lnTo>
                  <a:lnTo>
                    <a:pt x="1220470" y="2285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ED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" name="object 502"/>
            <p:cNvSpPr/>
            <p:nvPr/>
          </p:nvSpPr>
          <p:spPr>
            <a:xfrm>
              <a:off x="3577590" y="403732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220470" y="2286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ED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" name="object 503"/>
            <p:cNvSpPr/>
            <p:nvPr/>
          </p:nvSpPr>
          <p:spPr>
            <a:xfrm>
              <a:off x="3577590" y="406018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220470" y="2286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EC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" name="object 504"/>
            <p:cNvSpPr/>
            <p:nvPr/>
          </p:nvSpPr>
          <p:spPr>
            <a:xfrm>
              <a:off x="3577590" y="408304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220470" y="2286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EC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" name="object 505"/>
            <p:cNvSpPr/>
            <p:nvPr/>
          </p:nvSpPr>
          <p:spPr>
            <a:xfrm>
              <a:off x="3577590" y="410590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59"/>
                  </a:lnTo>
                  <a:lnTo>
                    <a:pt x="1220470" y="2285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E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" name="object 506"/>
            <p:cNvSpPr/>
            <p:nvPr/>
          </p:nvSpPr>
          <p:spPr>
            <a:xfrm>
              <a:off x="3577590" y="412876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59"/>
                  </a:lnTo>
                  <a:lnTo>
                    <a:pt x="1220470" y="2285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E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" name="object 507"/>
            <p:cNvSpPr/>
            <p:nvPr/>
          </p:nvSpPr>
          <p:spPr>
            <a:xfrm>
              <a:off x="3577590" y="415162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220470" y="2286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EB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" name="object 508"/>
            <p:cNvSpPr/>
            <p:nvPr/>
          </p:nvSpPr>
          <p:spPr>
            <a:xfrm>
              <a:off x="3577590" y="417448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220470" y="2286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EB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" name="object 509"/>
            <p:cNvSpPr/>
            <p:nvPr/>
          </p:nvSpPr>
          <p:spPr>
            <a:xfrm>
              <a:off x="3577590" y="419734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220470" y="2286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EA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" name="object 510"/>
            <p:cNvSpPr/>
            <p:nvPr/>
          </p:nvSpPr>
          <p:spPr>
            <a:xfrm>
              <a:off x="3577590" y="422020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59"/>
                  </a:lnTo>
                  <a:lnTo>
                    <a:pt x="1220470" y="2285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EA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" name="object 511"/>
            <p:cNvSpPr/>
            <p:nvPr/>
          </p:nvSpPr>
          <p:spPr>
            <a:xfrm>
              <a:off x="3577590" y="424306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59"/>
                  </a:lnTo>
                  <a:lnTo>
                    <a:pt x="1220470" y="2285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EA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" name="object 512"/>
            <p:cNvSpPr/>
            <p:nvPr/>
          </p:nvSpPr>
          <p:spPr>
            <a:xfrm>
              <a:off x="3577590" y="426592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220470" y="2286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EA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" name="object 513"/>
            <p:cNvSpPr/>
            <p:nvPr/>
          </p:nvSpPr>
          <p:spPr>
            <a:xfrm>
              <a:off x="3577590" y="428878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220470" y="2286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E9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" name="object 514"/>
            <p:cNvSpPr/>
            <p:nvPr/>
          </p:nvSpPr>
          <p:spPr>
            <a:xfrm>
              <a:off x="3577590" y="431164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220470" y="2286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E9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" name="object 515"/>
            <p:cNvSpPr/>
            <p:nvPr/>
          </p:nvSpPr>
          <p:spPr>
            <a:xfrm>
              <a:off x="3577590" y="433450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59"/>
                  </a:lnTo>
                  <a:lnTo>
                    <a:pt x="1220470" y="2285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E9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" name="object 516"/>
            <p:cNvSpPr/>
            <p:nvPr/>
          </p:nvSpPr>
          <p:spPr>
            <a:xfrm>
              <a:off x="3577590" y="435736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59"/>
                  </a:lnTo>
                  <a:lnTo>
                    <a:pt x="1220470" y="2285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E8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" name="object 517"/>
            <p:cNvSpPr/>
            <p:nvPr/>
          </p:nvSpPr>
          <p:spPr>
            <a:xfrm>
              <a:off x="3577590" y="438022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220470" y="2286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E8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" name="object 518"/>
            <p:cNvSpPr/>
            <p:nvPr/>
          </p:nvSpPr>
          <p:spPr>
            <a:xfrm>
              <a:off x="3577590" y="440308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220470" y="2286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E8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" name="object 519"/>
            <p:cNvSpPr/>
            <p:nvPr/>
          </p:nvSpPr>
          <p:spPr>
            <a:xfrm>
              <a:off x="3577590" y="442594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220470" y="2286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E7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" name="object 520"/>
            <p:cNvSpPr/>
            <p:nvPr/>
          </p:nvSpPr>
          <p:spPr>
            <a:xfrm>
              <a:off x="3577590" y="444880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59"/>
                  </a:lnTo>
                  <a:lnTo>
                    <a:pt x="1220470" y="2285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E7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" name="object 521"/>
            <p:cNvSpPr/>
            <p:nvPr/>
          </p:nvSpPr>
          <p:spPr>
            <a:xfrm>
              <a:off x="3577590" y="447166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59"/>
                  </a:lnTo>
                  <a:lnTo>
                    <a:pt x="1220470" y="2285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E7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" name="object 522"/>
            <p:cNvSpPr/>
            <p:nvPr/>
          </p:nvSpPr>
          <p:spPr>
            <a:xfrm>
              <a:off x="3577590" y="449452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220470" y="2286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E7A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" name="object 523"/>
            <p:cNvSpPr/>
            <p:nvPr/>
          </p:nvSpPr>
          <p:spPr>
            <a:xfrm>
              <a:off x="3577590" y="451738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220470" y="2286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E6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" name="object 524"/>
            <p:cNvSpPr/>
            <p:nvPr/>
          </p:nvSpPr>
          <p:spPr>
            <a:xfrm>
              <a:off x="3577590" y="454024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220470" y="2286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E6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" name="object 525"/>
            <p:cNvSpPr/>
            <p:nvPr/>
          </p:nvSpPr>
          <p:spPr>
            <a:xfrm>
              <a:off x="3577590" y="456310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59"/>
                  </a:lnTo>
                  <a:lnTo>
                    <a:pt x="1220470" y="2285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E6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" name="object 526"/>
            <p:cNvSpPr/>
            <p:nvPr/>
          </p:nvSpPr>
          <p:spPr>
            <a:xfrm>
              <a:off x="3577590" y="458596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59"/>
                  </a:lnTo>
                  <a:lnTo>
                    <a:pt x="1220470" y="2285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E5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" name="object 527"/>
            <p:cNvSpPr/>
            <p:nvPr/>
          </p:nvSpPr>
          <p:spPr>
            <a:xfrm>
              <a:off x="3577590" y="460882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220470" y="2286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E5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" name="object 528"/>
            <p:cNvSpPr/>
            <p:nvPr/>
          </p:nvSpPr>
          <p:spPr>
            <a:xfrm>
              <a:off x="3577590" y="463168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220470" y="2286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E5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" name="object 529"/>
            <p:cNvSpPr/>
            <p:nvPr/>
          </p:nvSpPr>
          <p:spPr>
            <a:xfrm>
              <a:off x="3577590" y="465454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220470" y="2286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E4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" name="object 530"/>
            <p:cNvSpPr/>
            <p:nvPr/>
          </p:nvSpPr>
          <p:spPr>
            <a:xfrm>
              <a:off x="3577590" y="467740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59"/>
                  </a:lnTo>
                  <a:lnTo>
                    <a:pt x="1220470" y="2285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E4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" name="object 531"/>
            <p:cNvSpPr/>
            <p:nvPr/>
          </p:nvSpPr>
          <p:spPr>
            <a:xfrm>
              <a:off x="3577590" y="470026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59"/>
                  </a:lnTo>
                  <a:lnTo>
                    <a:pt x="1220470" y="2285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E4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" name="object 532"/>
            <p:cNvSpPr/>
            <p:nvPr/>
          </p:nvSpPr>
          <p:spPr>
            <a:xfrm>
              <a:off x="3577590" y="472312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220470" y="2286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E4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" name="object 533"/>
            <p:cNvSpPr/>
            <p:nvPr/>
          </p:nvSpPr>
          <p:spPr>
            <a:xfrm>
              <a:off x="3577590" y="474598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220470" y="2286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E3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" name="object 534"/>
            <p:cNvSpPr/>
            <p:nvPr/>
          </p:nvSpPr>
          <p:spPr>
            <a:xfrm>
              <a:off x="3577590" y="476884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220470" y="2286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E3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" name="object 535"/>
            <p:cNvSpPr/>
            <p:nvPr/>
          </p:nvSpPr>
          <p:spPr>
            <a:xfrm>
              <a:off x="3577590" y="479170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59"/>
                  </a:lnTo>
                  <a:lnTo>
                    <a:pt x="1220470" y="2285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E3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" name="object 536"/>
            <p:cNvSpPr/>
            <p:nvPr/>
          </p:nvSpPr>
          <p:spPr>
            <a:xfrm>
              <a:off x="3577590" y="481456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59"/>
                  </a:lnTo>
                  <a:lnTo>
                    <a:pt x="1220470" y="2285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E2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" name="object 537"/>
            <p:cNvSpPr/>
            <p:nvPr/>
          </p:nvSpPr>
          <p:spPr>
            <a:xfrm>
              <a:off x="3577590" y="483742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220470" y="2286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E2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" name="object 538"/>
            <p:cNvSpPr/>
            <p:nvPr/>
          </p:nvSpPr>
          <p:spPr>
            <a:xfrm>
              <a:off x="3577590" y="486028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220470" y="2286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E2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" name="object 539"/>
            <p:cNvSpPr/>
            <p:nvPr/>
          </p:nvSpPr>
          <p:spPr>
            <a:xfrm>
              <a:off x="3577590" y="488314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220470" y="2286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E1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" name="object 540"/>
            <p:cNvSpPr/>
            <p:nvPr/>
          </p:nvSpPr>
          <p:spPr>
            <a:xfrm>
              <a:off x="3577590" y="490600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59"/>
                  </a:lnTo>
                  <a:lnTo>
                    <a:pt x="1220470" y="2285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E1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" name="object 541"/>
            <p:cNvSpPr/>
            <p:nvPr/>
          </p:nvSpPr>
          <p:spPr>
            <a:xfrm>
              <a:off x="3577590" y="492886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59"/>
                  </a:lnTo>
                  <a:lnTo>
                    <a:pt x="1220470" y="2285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E1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" name="object 542"/>
            <p:cNvSpPr/>
            <p:nvPr/>
          </p:nvSpPr>
          <p:spPr>
            <a:xfrm>
              <a:off x="3577590" y="495172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220470" y="2286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E1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" name="object 543"/>
            <p:cNvSpPr/>
            <p:nvPr/>
          </p:nvSpPr>
          <p:spPr>
            <a:xfrm>
              <a:off x="3577590" y="497458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220470" y="2286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E0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" name="object 544"/>
            <p:cNvSpPr/>
            <p:nvPr/>
          </p:nvSpPr>
          <p:spPr>
            <a:xfrm>
              <a:off x="3577590" y="4997450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220470" y="2286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E0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" name="object 545"/>
            <p:cNvSpPr/>
            <p:nvPr/>
          </p:nvSpPr>
          <p:spPr>
            <a:xfrm>
              <a:off x="3577590" y="502030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59"/>
                  </a:lnTo>
                  <a:lnTo>
                    <a:pt x="1220470" y="2285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E0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" name="object 546"/>
            <p:cNvSpPr/>
            <p:nvPr/>
          </p:nvSpPr>
          <p:spPr>
            <a:xfrm>
              <a:off x="3577590" y="504316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59"/>
                  </a:lnTo>
                  <a:lnTo>
                    <a:pt x="1220470" y="2285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DF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" name="object 547"/>
            <p:cNvSpPr/>
            <p:nvPr/>
          </p:nvSpPr>
          <p:spPr>
            <a:xfrm>
              <a:off x="3577590" y="506602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220470" y="2286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DF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" name="object 548"/>
            <p:cNvSpPr/>
            <p:nvPr/>
          </p:nvSpPr>
          <p:spPr>
            <a:xfrm>
              <a:off x="3577590" y="508888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220470" y="2286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DF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" name="object 549"/>
            <p:cNvSpPr/>
            <p:nvPr/>
          </p:nvSpPr>
          <p:spPr>
            <a:xfrm>
              <a:off x="3577590" y="5111750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220470" y="2286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DE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" name="object 550"/>
            <p:cNvSpPr/>
            <p:nvPr/>
          </p:nvSpPr>
          <p:spPr>
            <a:xfrm>
              <a:off x="3577590" y="513460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59"/>
                  </a:lnTo>
                  <a:lnTo>
                    <a:pt x="1220470" y="2285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DE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" name="object 551"/>
            <p:cNvSpPr/>
            <p:nvPr/>
          </p:nvSpPr>
          <p:spPr>
            <a:xfrm>
              <a:off x="3577590" y="515746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59"/>
                  </a:lnTo>
                  <a:lnTo>
                    <a:pt x="1220470" y="2285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DE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" name="object 552"/>
            <p:cNvSpPr/>
            <p:nvPr/>
          </p:nvSpPr>
          <p:spPr>
            <a:xfrm>
              <a:off x="3577590" y="518032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220470" y="2286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DE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" name="object 553"/>
            <p:cNvSpPr/>
            <p:nvPr/>
          </p:nvSpPr>
          <p:spPr>
            <a:xfrm>
              <a:off x="3577590" y="520318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220470" y="2286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DD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" name="object 554"/>
            <p:cNvSpPr/>
            <p:nvPr/>
          </p:nvSpPr>
          <p:spPr>
            <a:xfrm>
              <a:off x="3577590" y="5226050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59"/>
                  </a:lnTo>
                  <a:lnTo>
                    <a:pt x="1220470" y="2285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DD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" name="object 555"/>
            <p:cNvSpPr/>
            <p:nvPr/>
          </p:nvSpPr>
          <p:spPr>
            <a:xfrm>
              <a:off x="3577590" y="524890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59"/>
                  </a:lnTo>
                  <a:lnTo>
                    <a:pt x="1220470" y="2285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DD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" name="object 556"/>
            <p:cNvSpPr/>
            <p:nvPr/>
          </p:nvSpPr>
          <p:spPr>
            <a:xfrm>
              <a:off x="3577590" y="527176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59"/>
                  </a:lnTo>
                  <a:lnTo>
                    <a:pt x="1220470" y="2285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DC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" name="object 557"/>
            <p:cNvSpPr/>
            <p:nvPr/>
          </p:nvSpPr>
          <p:spPr>
            <a:xfrm>
              <a:off x="3577590" y="529462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220470" y="2286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DC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" name="object 558"/>
            <p:cNvSpPr/>
            <p:nvPr/>
          </p:nvSpPr>
          <p:spPr>
            <a:xfrm>
              <a:off x="3577590" y="531748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220470" y="2286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DC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" name="object 559"/>
            <p:cNvSpPr/>
            <p:nvPr/>
          </p:nvSpPr>
          <p:spPr>
            <a:xfrm>
              <a:off x="3577590" y="5340350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59"/>
                  </a:lnTo>
                  <a:lnTo>
                    <a:pt x="1220470" y="2285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DB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" name="object 560"/>
            <p:cNvSpPr/>
            <p:nvPr/>
          </p:nvSpPr>
          <p:spPr>
            <a:xfrm>
              <a:off x="3577590" y="536320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59"/>
                  </a:lnTo>
                  <a:lnTo>
                    <a:pt x="1220470" y="2285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DB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" name="object 561"/>
            <p:cNvSpPr/>
            <p:nvPr/>
          </p:nvSpPr>
          <p:spPr>
            <a:xfrm>
              <a:off x="3577590" y="538606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59"/>
                  </a:lnTo>
                  <a:lnTo>
                    <a:pt x="1220470" y="2285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DB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" name="object 562"/>
            <p:cNvSpPr/>
            <p:nvPr/>
          </p:nvSpPr>
          <p:spPr>
            <a:xfrm>
              <a:off x="3577590" y="540892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220470" y="2286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DB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" name="object 563"/>
            <p:cNvSpPr/>
            <p:nvPr/>
          </p:nvSpPr>
          <p:spPr>
            <a:xfrm>
              <a:off x="3577590" y="543178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220470" y="2286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DA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" name="object 564"/>
            <p:cNvSpPr/>
            <p:nvPr/>
          </p:nvSpPr>
          <p:spPr>
            <a:xfrm>
              <a:off x="3577590" y="5454650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59"/>
                  </a:lnTo>
                  <a:lnTo>
                    <a:pt x="1220470" y="2285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DA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" name="object 565"/>
            <p:cNvSpPr/>
            <p:nvPr/>
          </p:nvSpPr>
          <p:spPr>
            <a:xfrm>
              <a:off x="3577590" y="547750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59"/>
                  </a:lnTo>
                  <a:lnTo>
                    <a:pt x="1220470" y="2285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DA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" name="object 566"/>
            <p:cNvSpPr/>
            <p:nvPr/>
          </p:nvSpPr>
          <p:spPr>
            <a:xfrm>
              <a:off x="3577590" y="550036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59"/>
                  </a:lnTo>
                  <a:lnTo>
                    <a:pt x="1220470" y="2285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D9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" name="object 567"/>
            <p:cNvSpPr/>
            <p:nvPr/>
          </p:nvSpPr>
          <p:spPr>
            <a:xfrm>
              <a:off x="3577590" y="5523229"/>
              <a:ext cx="1220470" cy="22860"/>
            </a:xfrm>
            <a:custGeom>
              <a:avLst/>
              <a:gdLst/>
              <a:ahLst/>
              <a:cxnLst/>
              <a:rect l="l" t="t" r="r" b="b"/>
              <a:pathLst>
                <a:path w="1220470" h="22860">
                  <a:moveTo>
                    <a:pt x="122047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220470" y="2286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FFD9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" name="object 568"/>
            <p:cNvSpPr/>
            <p:nvPr/>
          </p:nvSpPr>
          <p:spPr>
            <a:xfrm>
              <a:off x="3578860" y="3809999"/>
              <a:ext cx="1219200" cy="2540"/>
            </a:xfrm>
            <a:custGeom>
              <a:avLst/>
              <a:gdLst/>
              <a:ahLst/>
              <a:cxnLst/>
              <a:rect l="l" t="t" r="r" b="b"/>
              <a:pathLst>
                <a:path w="1219200" h="2539">
                  <a:moveTo>
                    <a:pt x="121920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1219187" y="2540"/>
                  </a:lnTo>
                  <a:lnTo>
                    <a:pt x="1219187" y="1270"/>
                  </a:lnTo>
                  <a:lnTo>
                    <a:pt x="1219200" y="0"/>
                  </a:lnTo>
                  <a:close/>
                </a:path>
              </a:pathLst>
            </a:custGeom>
            <a:solidFill>
              <a:srgbClr val="FFEF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" name="object 569"/>
            <p:cNvSpPr/>
            <p:nvPr/>
          </p:nvSpPr>
          <p:spPr>
            <a:xfrm>
              <a:off x="3581400" y="3812552"/>
              <a:ext cx="1215390" cy="5080"/>
            </a:xfrm>
            <a:custGeom>
              <a:avLst/>
              <a:gdLst/>
              <a:ahLst/>
              <a:cxnLst/>
              <a:rect l="l" t="t" r="r" b="b"/>
              <a:pathLst>
                <a:path w="1215389" h="5079">
                  <a:moveTo>
                    <a:pt x="121539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2540" y="2527"/>
                  </a:lnTo>
                  <a:lnTo>
                    <a:pt x="2540" y="3797"/>
                  </a:lnTo>
                  <a:lnTo>
                    <a:pt x="3810" y="3797"/>
                  </a:lnTo>
                  <a:lnTo>
                    <a:pt x="3810" y="5067"/>
                  </a:lnTo>
                  <a:lnTo>
                    <a:pt x="1211580" y="5067"/>
                  </a:lnTo>
                  <a:lnTo>
                    <a:pt x="1211580" y="3797"/>
                  </a:lnTo>
                  <a:lnTo>
                    <a:pt x="1212850" y="3797"/>
                  </a:lnTo>
                  <a:lnTo>
                    <a:pt x="1212850" y="2527"/>
                  </a:lnTo>
                  <a:lnTo>
                    <a:pt x="1214120" y="2527"/>
                  </a:lnTo>
                  <a:lnTo>
                    <a:pt x="1214120" y="1257"/>
                  </a:lnTo>
                  <a:lnTo>
                    <a:pt x="1215390" y="1257"/>
                  </a:lnTo>
                  <a:lnTo>
                    <a:pt x="1215390" y="0"/>
                  </a:lnTo>
                  <a:close/>
                </a:path>
              </a:pathLst>
            </a:custGeom>
            <a:solidFill>
              <a:srgbClr val="FFED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" name="object 570"/>
            <p:cNvSpPr/>
            <p:nvPr/>
          </p:nvSpPr>
          <p:spPr>
            <a:xfrm>
              <a:off x="3586480" y="3817619"/>
              <a:ext cx="1205230" cy="3810"/>
            </a:xfrm>
            <a:custGeom>
              <a:avLst/>
              <a:gdLst/>
              <a:ahLst/>
              <a:cxnLst/>
              <a:rect l="l" t="t" r="r" b="b"/>
              <a:pathLst>
                <a:path w="1205229" h="3810">
                  <a:moveTo>
                    <a:pt x="1203960" y="1282"/>
                  </a:move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1202690" y="3810"/>
                  </a:lnTo>
                  <a:lnTo>
                    <a:pt x="1202690" y="2540"/>
                  </a:lnTo>
                  <a:lnTo>
                    <a:pt x="1203960" y="2540"/>
                  </a:lnTo>
                  <a:lnTo>
                    <a:pt x="1203960" y="1282"/>
                  </a:lnTo>
                  <a:close/>
                </a:path>
                <a:path w="1205229" h="3810">
                  <a:moveTo>
                    <a:pt x="1205217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05217" y="1270"/>
                  </a:lnTo>
                  <a:lnTo>
                    <a:pt x="1205217" y="0"/>
                  </a:lnTo>
                  <a:close/>
                </a:path>
              </a:pathLst>
            </a:custGeom>
            <a:solidFill>
              <a:srgbClr val="FFEA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" name="object 571"/>
            <p:cNvSpPr/>
            <p:nvPr/>
          </p:nvSpPr>
          <p:spPr>
            <a:xfrm>
              <a:off x="3590290" y="3821429"/>
              <a:ext cx="1197610" cy="3810"/>
            </a:xfrm>
            <a:custGeom>
              <a:avLst/>
              <a:gdLst/>
              <a:ahLst/>
              <a:cxnLst/>
              <a:rect l="l" t="t" r="r" b="b"/>
              <a:pathLst>
                <a:path w="1197610" h="3810">
                  <a:moveTo>
                    <a:pt x="11976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1195057" y="3810"/>
                  </a:lnTo>
                  <a:lnTo>
                    <a:pt x="1195057" y="2540"/>
                  </a:lnTo>
                  <a:lnTo>
                    <a:pt x="1196340" y="2540"/>
                  </a:lnTo>
                  <a:lnTo>
                    <a:pt x="1196340" y="1270"/>
                  </a:lnTo>
                  <a:lnTo>
                    <a:pt x="1197610" y="1270"/>
                  </a:lnTo>
                  <a:lnTo>
                    <a:pt x="1197610" y="0"/>
                  </a:lnTo>
                  <a:close/>
                </a:path>
              </a:pathLst>
            </a:custGeom>
            <a:solidFill>
              <a:srgbClr val="FFE8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" name="object 572"/>
            <p:cNvSpPr/>
            <p:nvPr/>
          </p:nvSpPr>
          <p:spPr>
            <a:xfrm>
              <a:off x="3594100" y="3825252"/>
              <a:ext cx="1189990" cy="3810"/>
            </a:xfrm>
            <a:custGeom>
              <a:avLst/>
              <a:gdLst/>
              <a:ahLst/>
              <a:cxnLst/>
              <a:rect l="l" t="t" r="r" b="b"/>
              <a:pathLst>
                <a:path w="1189989" h="3810">
                  <a:moveTo>
                    <a:pt x="118999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2540" y="2527"/>
                  </a:lnTo>
                  <a:lnTo>
                    <a:pt x="2540" y="3797"/>
                  </a:lnTo>
                  <a:lnTo>
                    <a:pt x="1186180" y="3797"/>
                  </a:lnTo>
                  <a:lnTo>
                    <a:pt x="1186180" y="2527"/>
                  </a:lnTo>
                  <a:lnTo>
                    <a:pt x="1187450" y="2527"/>
                  </a:lnTo>
                  <a:lnTo>
                    <a:pt x="1187450" y="1257"/>
                  </a:lnTo>
                  <a:lnTo>
                    <a:pt x="1189990" y="1257"/>
                  </a:lnTo>
                  <a:lnTo>
                    <a:pt x="1189990" y="0"/>
                  </a:lnTo>
                  <a:close/>
                </a:path>
              </a:pathLst>
            </a:custGeom>
            <a:solidFill>
              <a:srgbClr val="FFE5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" name="object 573"/>
            <p:cNvSpPr/>
            <p:nvPr/>
          </p:nvSpPr>
          <p:spPr>
            <a:xfrm>
              <a:off x="3597910" y="3829049"/>
              <a:ext cx="1181100" cy="3810"/>
            </a:xfrm>
            <a:custGeom>
              <a:avLst/>
              <a:gdLst/>
              <a:ahLst/>
              <a:cxnLst/>
              <a:rect l="l" t="t" r="r" b="b"/>
              <a:pathLst>
                <a:path w="1181100" h="3810">
                  <a:moveTo>
                    <a:pt x="1178560" y="2552"/>
                  </a:moveTo>
                  <a:lnTo>
                    <a:pt x="2540" y="2552"/>
                  </a:lnTo>
                  <a:lnTo>
                    <a:pt x="2540" y="3810"/>
                  </a:lnTo>
                  <a:lnTo>
                    <a:pt x="1178560" y="3810"/>
                  </a:lnTo>
                  <a:lnTo>
                    <a:pt x="1178560" y="2552"/>
                  </a:lnTo>
                  <a:close/>
                </a:path>
                <a:path w="1181100" h="3810">
                  <a:moveTo>
                    <a:pt x="118110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1179830" y="2540"/>
                  </a:lnTo>
                  <a:lnTo>
                    <a:pt x="1179830" y="1270"/>
                  </a:lnTo>
                  <a:lnTo>
                    <a:pt x="1181100" y="1270"/>
                  </a:lnTo>
                  <a:lnTo>
                    <a:pt x="1181100" y="0"/>
                  </a:lnTo>
                  <a:close/>
                </a:path>
              </a:pathLst>
            </a:custGeom>
            <a:solidFill>
              <a:srgbClr val="FFE3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" name="object 574"/>
            <p:cNvSpPr/>
            <p:nvPr/>
          </p:nvSpPr>
          <p:spPr>
            <a:xfrm>
              <a:off x="3601720" y="3832859"/>
              <a:ext cx="1173480" cy="3810"/>
            </a:xfrm>
            <a:custGeom>
              <a:avLst/>
              <a:gdLst/>
              <a:ahLst/>
              <a:cxnLst/>
              <a:rect l="l" t="t" r="r" b="b"/>
              <a:pathLst>
                <a:path w="1173479" h="3810">
                  <a:moveTo>
                    <a:pt x="117348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1170940" y="3810"/>
                  </a:lnTo>
                  <a:lnTo>
                    <a:pt x="1170940" y="2540"/>
                  </a:lnTo>
                  <a:lnTo>
                    <a:pt x="1172210" y="2540"/>
                  </a:lnTo>
                  <a:lnTo>
                    <a:pt x="1172210" y="1270"/>
                  </a:lnTo>
                  <a:lnTo>
                    <a:pt x="1173480" y="1270"/>
                  </a:lnTo>
                  <a:lnTo>
                    <a:pt x="1173480" y="0"/>
                  </a:lnTo>
                  <a:close/>
                </a:path>
              </a:pathLst>
            </a:custGeom>
            <a:solidFill>
              <a:srgbClr val="FFE0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" name="object 575"/>
            <p:cNvSpPr/>
            <p:nvPr/>
          </p:nvSpPr>
          <p:spPr>
            <a:xfrm>
              <a:off x="3605530" y="3836669"/>
              <a:ext cx="1165860" cy="3810"/>
            </a:xfrm>
            <a:custGeom>
              <a:avLst/>
              <a:gdLst/>
              <a:ahLst/>
              <a:cxnLst/>
              <a:rect l="l" t="t" r="r" b="b"/>
              <a:pathLst>
                <a:path w="1165860" h="3810">
                  <a:moveTo>
                    <a:pt x="1164590" y="1282"/>
                  </a:move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1163320" y="3810"/>
                  </a:lnTo>
                  <a:lnTo>
                    <a:pt x="1163320" y="2540"/>
                  </a:lnTo>
                  <a:lnTo>
                    <a:pt x="1164590" y="2540"/>
                  </a:lnTo>
                  <a:lnTo>
                    <a:pt x="1164590" y="1282"/>
                  </a:lnTo>
                  <a:close/>
                </a:path>
                <a:path w="1165860" h="3810">
                  <a:moveTo>
                    <a:pt x="116586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165860" y="1270"/>
                  </a:lnTo>
                  <a:lnTo>
                    <a:pt x="1165860" y="0"/>
                  </a:lnTo>
                  <a:close/>
                </a:path>
              </a:pathLst>
            </a:custGeom>
            <a:solidFill>
              <a:srgbClr val="FFDE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" name="object 576"/>
            <p:cNvSpPr/>
            <p:nvPr/>
          </p:nvSpPr>
          <p:spPr>
            <a:xfrm>
              <a:off x="4767580" y="3811269"/>
              <a:ext cx="30480" cy="43180"/>
            </a:xfrm>
            <a:custGeom>
              <a:avLst/>
              <a:gdLst/>
              <a:ahLst/>
              <a:cxnLst/>
              <a:rect l="l" t="t" r="r" b="b"/>
              <a:pathLst>
                <a:path w="30479" h="43179">
                  <a:moveTo>
                    <a:pt x="30480" y="26682"/>
                  </a:moveTo>
                  <a:lnTo>
                    <a:pt x="1270" y="26682"/>
                  </a:lnTo>
                  <a:lnTo>
                    <a:pt x="1270" y="27940"/>
                  </a:lnTo>
                  <a:lnTo>
                    <a:pt x="0" y="27940"/>
                  </a:lnTo>
                  <a:lnTo>
                    <a:pt x="0" y="43180"/>
                  </a:lnTo>
                  <a:lnTo>
                    <a:pt x="30480" y="43180"/>
                  </a:lnTo>
                  <a:lnTo>
                    <a:pt x="30480" y="26682"/>
                  </a:lnTo>
                  <a:close/>
                </a:path>
                <a:path w="30479" h="43179">
                  <a:moveTo>
                    <a:pt x="30480" y="13982"/>
                  </a:moveTo>
                  <a:lnTo>
                    <a:pt x="13970" y="13982"/>
                  </a:lnTo>
                  <a:lnTo>
                    <a:pt x="13970" y="15240"/>
                  </a:lnTo>
                  <a:lnTo>
                    <a:pt x="12700" y="15240"/>
                  </a:lnTo>
                  <a:lnTo>
                    <a:pt x="12700" y="16510"/>
                  </a:lnTo>
                  <a:lnTo>
                    <a:pt x="11430" y="16510"/>
                  </a:lnTo>
                  <a:lnTo>
                    <a:pt x="11430" y="17780"/>
                  </a:lnTo>
                  <a:lnTo>
                    <a:pt x="10160" y="17780"/>
                  </a:lnTo>
                  <a:lnTo>
                    <a:pt x="10160" y="19050"/>
                  </a:lnTo>
                  <a:lnTo>
                    <a:pt x="8890" y="19050"/>
                  </a:lnTo>
                  <a:lnTo>
                    <a:pt x="8890" y="20332"/>
                  </a:lnTo>
                  <a:lnTo>
                    <a:pt x="7620" y="20332"/>
                  </a:lnTo>
                  <a:lnTo>
                    <a:pt x="7620" y="21590"/>
                  </a:lnTo>
                  <a:lnTo>
                    <a:pt x="6350" y="21590"/>
                  </a:lnTo>
                  <a:lnTo>
                    <a:pt x="6350" y="22860"/>
                  </a:lnTo>
                  <a:lnTo>
                    <a:pt x="5080" y="22860"/>
                  </a:lnTo>
                  <a:lnTo>
                    <a:pt x="5080" y="24130"/>
                  </a:lnTo>
                  <a:lnTo>
                    <a:pt x="3810" y="24130"/>
                  </a:lnTo>
                  <a:lnTo>
                    <a:pt x="3810" y="25400"/>
                  </a:lnTo>
                  <a:lnTo>
                    <a:pt x="2540" y="25400"/>
                  </a:lnTo>
                  <a:lnTo>
                    <a:pt x="2540" y="26670"/>
                  </a:lnTo>
                  <a:lnTo>
                    <a:pt x="30480" y="26670"/>
                  </a:lnTo>
                  <a:lnTo>
                    <a:pt x="30480" y="20332"/>
                  </a:lnTo>
                  <a:lnTo>
                    <a:pt x="30480" y="13982"/>
                  </a:lnTo>
                  <a:close/>
                </a:path>
                <a:path w="30479" h="43179">
                  <a:moveTo>
                    <a:pt x="30480" y="7632"/>
                  </a:moveTo>
                  <a:lnTo>
                    <a:pt x="21590" y="7632"/>
                  </a:lnTo>
                  <a:lnTo>
                    <a:pt x="21590" y="8890"/>
                  </a:lnTo>
                  <a:lnTo>
                    <a:pt x="20320" y="8890"/>
                  </a:lnTo>
                  <a:lnTo>
                    <a:pt x="20320" y="10160"/>
                  </a:lnTo>
                  <a:lnTo>
                    <a:pt x="19050" y="10160"/>
                  </a:lnTo>
                  <a:lnTo>
                    <a:pt x="19050" y="11430"/>
                  </a:lnTo>
                  <a:lnTo>
                    <a:pt x="17780" y="11430"/>
                  </a:lnTo>
                  <a:lnTo>
                    <a:pt x="17780" y="12700"/>
                  </a:lnTo>
                  <a:lnTo>
                    <a:pt x="15240" y="12700"/>
                  </a:lnTo>
                  <a:lnTo>
                    <a:pt x="15240" y="13970"/>
                  </a:lnTo>
                  <a:lnTo>
                    <a:pt x="30480" y="13970"/>
                  </a:lnTo>
                  <a:lnTo>
                    <a:pt x="30480" y="7632"/>
                  </a:lnTo>
                  <a:close/>
                </a:path>
                <a:path w="30479" h="43179">
                  <a:moveTo>
                    <a:pt x="30480" y="1282"/>
                  </a:moveTo>
                  <a:lnTo>
                    <a:pt x="27940" y="1282"/>
                  </a:lnTo>
                  <a:lnTo>
                    <a:pt x="27940" y="2540"/>
                  </a:lnTo>
                  <a:lnTo>
                    <a:pt x="26670" y="2540"/>
                  </a:lnTo>
                  <a:lnTo>
                    <a:pt x="26670" y="3810"/>
                  </a:lnTo>
                  <a:lnTo>
                    <a:pt x="25400" y="3810"/>
                  </a:lnTo>
                  <a:lnTo>
                    <a:pt x="25400" y="5080"/>
                  </a:lnTo>
                  <a:lnTo>
                    <a:pt x="24130" y="5080"/>
                  </a:lnTo>
                  <a:lnTo>
                    <a:pt x="24130" y="6350"/>
                  </a:lnTo>
                  <a:lnTo>
                    <a:pt x="22860" y="6350"/>
                  </a:lnTo>
                  <a:lnTo>
                    <a:pt x="22860" y="7620"/>
                  </a:lnTo>
                  <a:lnTo>
                    <a:pt x="30480" y="7620"/>
                  </a:lnTo>
                  <a:lnTo>
                    <a:pt x="30480" y="1282"/>
                  </a:lnTo>
                  <a:close/>
                </a:path>
                <a:path w="30479" h="43179">
                  <a:moveTo>
                    <a:pt x="30480" y="0"/>
                  </a:moveTo>
                  <a:lnTo>
                    <a:pt x="29210" y="0"/>
                  </a:lnTo>
                  <a:lnTo>
                    <a:pt x="29210" y="1270"/>
                  </a:lnTo>
                  <a:lnTo>
                    <a:pt x="30480" y="1270"/>
                  </a:lnTo>
                  <a:lnTo>
                    <a:pt x="30480" y="0"/>
                  </a:lnTo>
                  <a:close/>
                </a:path>
              </a:pathLst>
            </a:custGeom>
            <a:solidFill>
              <a:srgbClr val="FFEF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" name="object 577"/>
            <p:cNvSpPr/>
            <p:nvPr/>
          </p:nvSpPr>
          <p:spPr>
            <a:xfrm>
              <a:off x="4767580" y="385444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EF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" name="object 578"/>
            <p:cNvSpPr/>
            <p:nvPr/>
          </p:nvSpPr>
          <p:spPr>
            <a:xfrm>
              <a:off x="4767580" y="387730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EF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" name="object 579"/>
            <p:cNvSpPr/>
            <p:nvPr/>
          </p:nvSpPr>
          <p:spPr>
            <a:xfrm>
              <a:off x="4767580" y="390016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EE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" name="object 580"/>
            <p:cNvSpPr/>
            <p:nvPr/>
          </p:nvSpPr>
          <p:spPr>
            <a:xfrm>
              <a:off x="4767580" y="392302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EE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" name="object 581"/>
            <p:cNvSpPr/>
            <p:nvPr/>
          </p:nvSpPr>
          <p:spPr>
            <a:xfrm>
              <a:off x="4767580" y="394588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EE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" name="object 582"/>
            <p:cNvSpPr/>
            <p:nvPr/>
          </p:nvSpPr>
          <p:spPr>
            <a:xfrm>
              <a:off x="4767580" y="396874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ED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" name="object 583"/>
            <p:cNvSpPr/>
            <p:nvPr/>
          </p:nvSpPr>
          <p:spPr>
            <a:xfrm>
              <a:off x="4767580" y="399160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ED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" name="object 584"/>
            <p:cNvSpPr/>
            <p:nvPr/>
          </p:nvSpPr>
          <p:spPr>
            <a:xfrm>
              <a:off x="4767580" y="401446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ED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" name="object 585"/>
            <p:cNvSpPr/>
            <p:nvPr/>
          </p:nvSpPr>
          <p:spPr>
            <a:xfrm>
              <a:off x="4767580" y="403732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ED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" name="object 586"/>
            <p:cNvSpPr/>
            <p:nvPr/>
          </p:nvSpPr>
          <p:spPr>
            <a:xfrm>
              <a:off x="4767580" y="406018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EC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" name="object 587"/>
            <p:cNvSpPr/>
            <p:nvPr/>
          </p:nvSpPr>
          <p:spPr>
            <a:xfrm>
              <a:off x="4767580" y="408304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EC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" name="object 588"/>
            <p:cNvSpPr/>
            <p:nvPr/>
          </p:nvSpPr>
          <p:spPr>
            <a:xfrm>
              <a:off x="4767580" y="410590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E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" name="object 589"/>
            <p:cNvSpPr/>
            <p:nvPr/>
          </p:nvSpPr>
          <p:spPr>
            <a:xfrm>
              <a:off x="4767580" y="412876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E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" name="object 590"/>
            <p:cNvSpPr/>
            <p:nvPr/>
          </p:nvSpPr>
          <p:spPr>
            <a:xfrm>
              <a:off x="4767580" y="415162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EB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" name="object 591"/>
            <p:cNvSpPr/>
            <p:nvPr/>
          </p:nvSpPr>
          <p:spPr>
            <a:xfrm>
              <a:off x="4767580" y="417448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EB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" name="object 592"/>
            <p:cNvSpPr/>
            <p:nvPr/>
          </p:nvSpPr>
          <p:spPr>
            <a:xfrm>
              <a:off x="4767580" y="419734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EA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" name="object 593"/>
            <p:cNvSpPr/>
            <p:nvPr/>
          </p:nvSpPr>
          <p:spPr>
            <a:xfrm>
              <a:off x="4767580" y="422020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EA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" name="object 594"/>
            <p:cNvSpPr/>
            <p:nvPr/>
          </p:nvSpPr>
          <p:spPr>
            <a:xfrm>
              <a:off x="4767580" y="424306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EA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" name="object 595"/>
            <p:cNvSpPr/>
            <p:nvPr/>
          </p:nvSpPr>
          <p:spPr>
            <a:xfrm>
              <a:off x="4767580" y="426592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EA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" name="object 596"/>
            <p:cNvSpPr/>
            <p:nvPr/>
          </p:nvSpPr>
          <p:spPr>
            <a:xfrm>
              <a:off x="4767580" y="428878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E9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" name="object 597"/>
            <p:cNvSpPr/>
            <p:nvPr/>
          </p:nvSpPr>
          <p:spPr>
            <a:xfrm>
              <a:off x="4767580" y="431164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E9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" name="object 598"/>
            <p:cNvSpPr/>
            <p:nvPr/>
          </p:nvSpPr>
          <p:spPr>
            <a:xfrm>
              <a:off x="4767580" y="433450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E9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" name="object 599"/>
            <p:cNvSpPr/>
            <p:nvPr/>
          </p:nvSpPr>
          <p:spPr>
            <a:xfrm>
              <a:off x="4767580" y="435736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E8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" name="object 600"/>
            <p:cNvSpPr/>
            <p:nvPr/>
          </p:nvSpPr>
          <p:spPr>
            <a:xfrm>
              <a:off x="4767580" y="438022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E8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" name="object 601"/>
            <p:cNvSpPr/>
            <p:nvPr/>
          </p:nvSpPr>
          <p:spPr>
            <a:xfrm>
              <a:off x="4767580" y="440308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E8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" name="object 602"/>
            <p:cNvSpPr/>
            <p:nvPr/>
          </p:nvSpPr>
          <p:spPr>
            <a:xfrm>
              <a:off x="4767580" y="442594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E7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" name="object 603"/>
            <p:cNvSpPr/>
            <p:nvPr/>
          </p:nvSpPr>
          <p:spPr>
            <a:xfrm>
              <a:off x="4767580" y="444880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E7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" name="object 604"/>
            <p:cNvSpPr/>
            <p:nvPr/>
          </p:nvSpPr>
          <p:spPr>
            <a:xfrm>
              <a:off x="4767580" y="447166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E7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" name="object 605"/>
            <p:cNvSpPr/>
            <p:nvPr/>
          </p:nvSpPr>
          <p:spPr>
            <a:xfrm>
              <a:off x="4767580" y="449452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E7A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" name="object 606"/>
            <p:cNvSpPr/>
            <p:nvPr/>
          </p:nvSpPr>
          <p:spPr>
            <a:xfrm>
              <a:off x="4767580" y="451738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E6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" name="object 607"/>
            <p:cNvSpPr/>
            <p:nvPr/>
          </p:nvSpPr>
          <p:spPr>
            <a:xfrm>
              <a:off x="4767580" y="454024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E6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" name="object 608"/>
            <p:cNvSpPr/>
            <p:nvPr/>
          </p:nvSpPr>
          <p:spPr>
            <a:xfrm>
              <a:off x="4767580" y="456310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E6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" name="object 609"/>
            <p:cNvSpPr/>
            <p:nvPr/>
          </p:nvSpPr>
          <p:spPr>
            <a:xfrm>
              <a:off x="4767580" y="458596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E5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" name="object 610"/>
            <p:cNvSpPr/>
            <p:nvPr/>
          </p:nvSpPr>
          <p:spPr>
            <a:xfrm>
              <a:off x="4767580" y="460882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E5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" name="object 611"/>
            <p:cNvSpPr/>
            <p:nvPr/>
          </p:nvSpPr>
          <p:spPr>
            <a:xfrm>
              <a:off x="4767580" y="463168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E5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" name="object 612"/>
            <p:cNvSpPr/>
            <p:nvPr/>
          </p:nvSpPr>
          <p:spPr>
            <a:xfrm>
              <a:off x="4767580" y="465454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E4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" name="object 613"/>
            <p:cNvSpPr/>
            <p:nvPr/>
          </p:nvSpPr>
          <p:spPr>
            <a:xfrm>
              <a:off x="4767580" y="467740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E4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" name="object 614"/>
            <p:cNvSpPr/>
            <p:nvPr/>
          </p:nvSpPr>
          <p:spPr>
            <a:xfrm>
              <a:off x="4767580" y="470026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E4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" name="object 615"/>
            <p:cNvSpPr/>
            <p:nvPr/>
          </p:nvSpPr>
          <p:spPr>
            <a:xfrm>
              <a:off x="4767580" y="472312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E4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" name="object 616"/>
            <p:cNvSpPr/>
            <p:nvPr/>
          </p:nvSpPr>
          <p:spPr>
            <a:xfrm>
              <a:off x="4767580" y="474598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E3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" name="object 617"/>
            <p:cNvSpPr/>
            <p:nvPr/>
          </p:nvSpPr>
          <p:spPr>
            <a:xfrm>
              <a:off x="4767580" y="476884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E3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" name="object 618"/>
            <p:cNvSpPr/>
            <p:nvPr/>
          </p:nvSpPr>
          <p:spPr>
            <a:xfrm>
              <a:off x="4767580" y="479170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E3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" name="object 619"/>
            <p:cNvSpPr/>
            <p:nvPr/>
          </p:nvSpPr>
          <p:spPr>
            <a:xfrm>
              <a:off x="4767580" y="481456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E2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" name="object 620"/>
            <p:cNvSpPr/>
            <p:nvPr/>
          </p:nvSpPr>
          <p:spPr>
            <a:xfrm>
              <a:off x="4767580" y="483742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E2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" name="object 621"/>
            <p:cNvSpPr/>
            <p:nvPr/>
          </p:nvSpPr>
          <p:spPr>
            <a:xfrm>
              <a:off x="4767580" y="486028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E2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" name="object 622"/>
            <p:cNvSpPr/>
            <p:nvPr/>
          </p:nvSpPr>
          <p:spPr>
            <a:xfrm>
              <a:off x="4767580" y="488314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E1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" name="object 623"/>
            <p:cNvSpPr/>
            <p:nvPr/>
          </p:nvSpPr>
          <p:spPr>
            <a:xfrm>
              <a:off x="4767580" y="490600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E1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" name="object 624"/>
            <p:cNvSpPr/>
            <p:nvPr/>
          </p:nvSpPr>
          <p:spPr>
            <a:xfrm>
              <a:off x="4767580" y="492886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E1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" name="object 625"/>
            <p:cNvSpPr/>
            <p:nvPr/>
          </p:nvSpPr>
          <p:spPr>
            <a:xfrm>
              <a:off x="4767580" y="495172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E1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" name="object 626"/>
            <p:cNvSpPr/>
            <p:nvPr/>
          </p:nvSpPr>
          <p:spPr>
            <a:xfrm>
              <a:off x="4767580" y="497458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E0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" name="object 627"/>
            <p:cNvSpPr/>
            <p:nvPr/>
          </p:nvSpPr>
          <p:spPr>
            <a:xfrm>
              <a:off x="4767580" y="4997450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E0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" name="object 628"/>
            <p:cNvSpPr/>
            <p:nvPr/>
          </p:nvSpPr>
          <p:spPr>
            <a:xfrm>
              <a:off x="4767580" y="502030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E0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" name="object 629"/>
            <p:cNvSpPr/>
            <p:nvPr/>
          </p:nvSpPr>
          <p:spPr>
            <a:xfrm>
              <a:off x="4767580" y="504316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DF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" name="object 630"/>
            <p:cNvSpPr/>
            <p:nvPr/>
          </p:nvSpPr>
          <p:spPr>
            <a:xfrm>
              <a:off x="4767580" y="506602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DF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" name="object 631"/>
            <p:cNvSpPr/>
            <p:nvPr/>
          </p:nvSpPr>
          <p:spPr>
            <a:xfrm>
              <a:off x="4767580" y="508888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DF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" name="object 632"/>
            <p:cNvSpPr/>
            <p:nvPr/>
          </p:nvSpPr>
          <p:spPr>
            <a:xfrm>
              <a:off x="4767580" y="5111750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DE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" name="object 633"/>
            <p:cNvSpPr/>
            <p:nvPr/>
          </p:nvSpPr>
          <p:spPr>
            <a:xfrm>
              <a:off x="4767580" y="513460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DE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" name="object 634"/>
            <p:cNvSpPr/>
            <p:nvPr/>
          </p:nvSpPr>
          <p:spPr>
            <a:xfrm>
              <a:off x="4767580" y="515746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DE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5" name="object 635"/>
            <p:cNvSpPr/>
            <p:nvPr/>
          </p:nvSpPr>
          <p:spPr>
            <a:xfrm>
              <a:off x="4767580" y="518032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DE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" name="object 636"/>
            <p:cNvSpPr/>
            <p:nvPr/>
          </p:nvSpPr>
          <p:spPr>
            <a:xfrm>
              <a:off x="4767580" y="520318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DD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7" name="object 637"/>
            <p:cNvSpPr/>
            <p:nvPr/>
          </p:nvSpPr>
          <p:spPr>
            <a:xfrm>
              <a:off x="4767580" y="5226050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DD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" name="object 638"/>
            <p:cNvSpPr/>
            <p:nvPr/>
          </p:nvSpPr>
          <p:spPr>
            <a:xfrm>
              <a:off x="4767580" y="524890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DD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" name="object 639"/>
            <p:cNvSpPr/>
            <p:nvPr/>
          </p:nvSpPr>
          <p:spPr>
            <a:xfrm>
              <a:off x="4767580" y="527176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DC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" name="object 640"/>
            <p:cNvSpPr/>
            <p:nvPr/>
          </p:nvSpPr>
          <p:spPr>
            <a:xfrm>
              <a:off x="4767580" y="529462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DC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" name="object 641"/>
            <p:cNvSpPr/>
            <p:nvPr/>
          </p:nvSpPr>
          <p:spPr>
            <a:xfrm>
              <a:off x="4767580" y="531748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DC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" name="object 642"/>
            <p:cNvSpPr/>
            <p:nvPr/>
          </p:nvSpPr>
          <p:spPr>
            <a:xfrm>
              <a:off x="4767580" y="5340350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DB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3" name="object 643"/>
            <p:cNvSpPr/>
            <p:nvPr/>
          </p:nvSpPr>
          <p:spPr>
            <a:xfrm>
              <a:off x="4767580" y="536320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DB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" name="object 644"/>
            <p:cNvSpPr/>
            <p:nvPr/>
          </p:nvSpPr>
          <p:spPr>
            <a:xfrm>
              <a:off x="4767580" y="538606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DB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" name="object 645"/>
            <p:cNvSpPr/>
            <p:nvPr/>
          </p:nvSpPr>
          <p:spPr>
            <a:xfrm>
              <a:off x="4767580" y="540892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DB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6" name="object 646"/>
            <p:cNvSpPr/>
            <p:nvPr/>
          </p:nvSpPr>
          <p:spPr>
            <a:xfrm>
              <a:off x="4767580" y="543178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DA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" name="object 647"/>
            <p:cNvSpPr/>
            <p:nvPr/>
          </p:nvSpPr>
          <p:spPr>
            <a:xfrm>
              <a:off x="4767580" y="5454650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DA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" name="object 648"/>
            <p:cNvSpPr/>
            <p:nvPr/>
          </p:nvSpPr>
          <p:spPr>
            <a:xfrm>
              <a:off x="4767580" y="547750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80" y="0"/>
                  </a:lnTo>
                  <a:lnTo>
                    <a:pt x="30480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DA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" name="object 649"/>
            <p:cNvSpPr/>
            <p:nvPr/>
          </p:nvSpPr>
          <p:spPr>
            <a:xfrm>
              <a:off x="4767580" y="550036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30480" y="0"/>
                  </a:moveTo>
                  <a:lnTo>
                    <a:pt x="0" y="0"/>
                  </a:lnTo>
                  <a:lnTo>
                    <a:pt x="0" y="16509"/>
                  </a:lnTo>
                  <a:lnTo>
                    <a:pt x="1270" y="16509"/>
                  </a:lnTo>
                  <a:lnTo>
                    <a:pt x="1270" y="17779"/>
                  </a:lnTo>
                  <a:lnTo>
                    <a:pt x="2540" y="17779"/>
                  </a:lnTo>
                  <a:lnTo>
                    <a:pt x="2540" y="19049"/>
                  </a:lnTo>
                  <a:lnTo>
                    <a:pt x="30480" y="19049"/>
                  </a:lnTo>
                  <a:lnTo>
                    <a:pt x="30480" y="0"/>
                  </a:lnTo>
                  <a:close/>
                </a:path>
                <a:path w="30479" h="22860">
                  <a:moveTo>
                    <a:pt x="30480" y="19049"/>
                  </a:moveTo>
                  <a:lnTo>
                    <a:pt x="3810" y="19049"/>
                  </a:lnTo>
                  <a:lnTo>
                    <a:pt x="3810" y="20319"/>
                  </a:lnTo>
                  <a:lnTo>
                    <a:pt x="5080" y="20319"/>
                  </a:lnTo>
                  <a:lnTo>
                    <a:pt x="5080" y="21589"/>
                  </a:lnTo>
                  <a:lnTo>
                    <a:pt x="30480" y="21589"/>
                  </a:lnTo>
                  <a:lnTo>
                    <a:pt x="30480" y="19049"/>
                  </a:lnTo>
                  <a:close/>
                </a:path>
                <a:path w="30479" h="22860">
                  <a:moveTo>
                    <a:pt x="30480" y="21589"/>
                  </a:moveTo>
                  <a:lnTo>
                    <a:pt x="6350" y="21589"/>
                  </a:lnTo>
                  <a:lnTo>
                    <a:pt x="6350" y="22859"/>
                  </a:lnTo>
                  <a:lnTo>
                    <a:pt x="30480" y="22859"/>
                  </a:lnTo>
                  <a:lnTo>
                    <a:pt x="30480" y="21589"/>
                  </a:lnTo>
                  <a:close/>
                </a:path>
              </a:pathLst>
            </a:custGeom>
            <a:solidFill>
              <a:srgbClr val="FFD9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0" name="object 650"/>
            <p:cNvSpPr/>
            <p:nvPr/>
          </p:nvSpPr>
          <p:spPr>
            <a:xfrm>
              <a:off x="4775200" y="5523229"/>
              <a:ext cx="22860" cy="21590"/>
            </a:xfrm>
            <a:custGeom>
              <a:avLst/>
              <a:gdLst/>
              <a:ahLst/>
              <a:cxnLst/>
              <a:rect l="l" t="t" r="r" b="b"/>
              <a:pathLst>
                <a:path w="22860" h="21589">
                  <a:moveTo>
                    <a:pt x="2286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2860" y="2540"/>
                  </a:lnTo>
                  <a:lnTo>
                    <a:pt x="22860" y="0"/>
                  </a:lnTo>
                  <a:close/>
                </a:path>
                <a:path w="22860" h="21589">
                  <a:moveTo>
                    <a:pt x="22860" y="2540"/>
                  </a:moveTo>
                  <a:lnTo>
                    <a:pt x="2539" y="2540"/>
                  </a:lnTo>
                  <a:lnTo>
                    <a:pt x="2539" y="3810"/>
                  </a:lnTo>
                  <a:lnTo>
                    <a:pt x="3810" y="3810"/>
                  </a:lnTo>
                  <a:lnTo>
                    <a:pt x="3810" y="5080"/>
                  </a:lnTo>
                  <a:lnTo>
                    <a:pt x="22860" y="5080"/>
                  </a:lnTo>
                  <a:lnTo>
                    <a:pt x="22860" y="2540"/>
                  </a:lnTo>
                  <a:close/>
                </a:path>
                <a:path w="22860" h="21589">
                  <a:moveTo>
                    <a:pt x="22860" y="5080"/>
                  </a:moveTo>
                  <a:lnTo>
                    <a:pt x="5079" y="5080"/>
                  </a:lnTo>
                  <a:lnTo>
                    <a:pt x="5079" y="6350"/>
                  </a:lnTo>
                  <a:lnTo>
                    <a:pt x="7620" y="6350"/>
                  </a:lnTo>
                  <a:lnTo>
                    <a:pt x="7620" y="7620"/>
                  </a:lnTo>
                  <a:lnTo>
                    <a:pt x="8889" y="7620"/>
                  </a:lnTo>
                  <a:lnTo>
                    <a:pt x="8889" y="8890"/>
                  </a:lnTo>
                  <a:lnTo>
                    <a:pt x="22860" y="8890"/>
                  </a:lnTo>
                  <a:lnTo>
                    <a:pt x="22860" y="5080"/>
                  </a:lnTo>
                  <a:close/>
                </a:path>
                <a:path w="22860" h="21589">
                  <a:moveTo>
                    <a:pt x="22860" y="8890"/>
                  </a:moveTo>
                  <a:lnTo>
                    <a:pt x="10160" y="8890"/>
                  </a:lnTo>
                  <a:lnTo>
                    <a:pt x="10160" y="10160"/>
                  </a:lnTo>
                  <a:lnTo>
                    <a:pt x="11429" y="10160"/>
                  </a:lnTo>
                  <a:lnTo>
                    <a:pt x="11429" y="11430"/>
                  </a:lnTo>
                  <a:lnTo>
                    <a:pt x="22860" y="11430"/>
                  </a:lnTo>
                  <a:lnTo>
                    <a:pt x="22860" y="8890"/>
                  </a:lnTo>
                  <a:close/>
                </a:path>
                <a:path w="22860" h="21589">
                  <a:moveTo>
                    <a:pt x="22860" y="11430"/>
                  </a:moveTo>
                  <a:lnTo>
                    <a:pt x="12700" y="11430"/>
                  </a:lnTo>
                  <a:lnTo>
                    <a:pt x="12700" y="12700"/>
                  </a:lnTo>
                  <a:lnTo>
                    <a:pt x="13970" y="12700"/>
                  </a:lnTo>
                  <a:lnTo>
                    <a:pt x="13970" y="13970"/>
                  </a:lnTo>
                  <a:lnTo>
                    <a:pt x="15239" y="13970"/>
                  </a:lnTo>
                  <a:lnTo>
                    <a:pt x="15239" y="15240"/>
                  </a:lnTo>
                  <a:lnTo>
                    <a:pt x="22860" y="15240"/>
                  </a:lnTo>
                  <a:lnTo>
                    <a:pt x="22860" y="11430"/>
                  </a:lnTo>
                  <a:close/>
                </a:path>
                <a:path w="22860" h="21589">
                  <a:moveTo>
                    <a:pt x="22860" y="15240"/>
                  </a:moveTo>
                  <a:lnTo>
                    <a:pt x="16510" y="15240"/>
                  </a:lnTo>
                  <a:lnTo>
                    <a:pt x="16510" y="16510"/>
                  </a:lnTo>
                  <a:lnTo>
                    <a:pt x="17779" y="16510"/>
                  </a:lnTo>
                  <a:lnTo>
                    <a:pt x="17779" y="17780"/>
                  </a:lnTo>
                  <a:lnTo>
                    <a:pt x="22860" y="17780"/>
                  </a:lnTo>
                  <a:lnTo>
                    <a:pt x="22860" y="15240"/>
                  </a:lnTo>
                  <a:close/>
                </a:path>
                <a:path w="22860" h="21589">
                  <a:moveTo>
                    <a:pt x="22860" y="17780"/>
                  </a:moveTo>
                  <a:lnTo>
                    <a:pt x="19050" y="17780"/>
                  </a:lnTo>
                  <a:lnTo>
                    <a:pt x="19050" y="19050"/>
                  </a:lnTo>
                  <a:lnTo>
                    <a:pt x="20320" y="19050"/>
                  </a:lnTo>
                  <a:lnTo>
                    <a:pt x="20320" y="20320"/>
                  </a:lnTo>
                  <a:lnTo>
                    <a:pt x="21589" y="20320"/>
                  </a:lnTo>
                  <a:lnTo>
                    <a:pt x="21589" y="21590"/>
                  </a:lnTo>
                  <a:lnTo>
                    <a:pt x="22860" y="21590"/>
                  </a:lnTo>
                  <a:lnTo>
                    <a:pt x="22860" y="17780"/>
                  </a:lnTo>
                  <a:close/>
                </a:path>
              </a:pathLst>
            </a:custGeom>
            <a:solidFill>
              <a:srgbClr val="FFD9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1" name="object 651"/>
            <p:cNvSpPr/>
            <p:nvPr/>
          </p:nvSpPr>
          <p:spPr>
            <a:xfrm>
              <a:off x="3606800" y="5515622"/>
              <a:ext cx="1163320" cy="2540"/>
            </a:xfrm>
            <a:custGeom>
              <a:avLst/>
              <a:gdLst/>
              <a:ahLst/>
              <a:cxnLst/>
              <a:rect l="l" t="t" r="r" b="b"/>
              <a:pathLst>
                <a:path w="1163320" h="2539">
                  <a:moveTo>
                    <a:pt x="1163320" y="1257"/>
                  </a:moveTo>
                  <a:lnTo>
                    <a:pt x="1162050" y="1257"/>
                  </a:lnTo>
                  <a:lnTo>
                    <a:pt x="1162050" y="0"/>
                  </a:lnTo>
                  <a:lnTo>
                    <a:pt x="1270" y="0"/>
                  </a:lnTo>
                  <a:lnTo>
                    <a:pt x="1270" y="1257"/>
                  </a:lnTo>
                  <a:lnTo>
                    <a:pt x="0" y="1257"/>
                  </a:lnTo>
                  <a:lnTo>
                    <a:pt x="0" y="2527"/>
                  </a:lnTo>
                  <a:lnTo>
                    <a:pt x="1163320" y="2527"/>
                  </a:lnTo>
                  <a:lnTo>
                    <a:pt x="1163320" y="1257"/>
                  </a:lnTo>
                  <a:close/>
                </a:path>
              </a:pathLst>
            </a:custGeom>
            <a:solidFill>
              <a:srgbClr val="FFEF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2" name="object 652"/>
            <p:cNvSpPr/>
            <p:nvPr/>
          </p:nvSpPr>
          <p:spPr>
            <a:xfrm>
              <a:off x="3602990" y="5518149"/>
              <a:ext cx="1170940" cy="3810"/>
            </a:xfrm>
            <a:custGeom>
              <a:avLst/>
              <a:gdLst/>
              <a:ahLst/>
              <a:cxnLst/>
              <a:rect l="l" t="t" r="r" b="b"/>
              <a:pathLst>
                <a:path w="1170939" h="3810">
                  <a:moveTo>
                    <a:pt x="116840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1168400" y="1270"/>
                  </a:lnTo>
                  <a:lnTo>
                    <a:pt x="1168400" y="0"/>
                  </a:lnTo>
                  <a:close/>
                </a:path>
                <a:path w="1170939" h="3810">
                  <a:moveTo>
                    <a:pt x="1170940" y="2540"/>
                  </a:moveTo>
                  <a:lnTo>
                    <a:pt x="1169670" y="2540"/>
                  </a:lnTo>
                  <a:lnTo>
                    <a:pt x="116967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1170940" y="3810"/>
                  </a:lnTo>
                  <a:lnTo>
                    <a:pt x="1170940" y="2540"/>
                  </a:lnTo>
                  <a:close/>
                </a:path>
              </a:pathLst>
            </a:custGeom>
            <a:solidFill>
              <a:srgbClr val="FFED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" name="object 653"/>
            <p:cNvSpPr/>
            <p:nvPr/>
          </p:nvSpPr>
          <p:spPr>
            <a:xfrm>
              <a:off x="3599180" y="5521972"/>
              <a:ext cx="1178560" cy="3810"/>
            </a:xfrm>
            <a:custGeom>
              <a:avLst/>
              <a:gdLst/>
              <a:ahLst/>
              <a:cxnLst/>
              <a:rect l="l" t="t" r="r" b="b"/>
              <a:pathLst>
                <a:path w="1178560" h="3810">
                  <a:moveTo>
                    <a:pt x="1178560" y="2527"/>
                  </a:moveTo>
                  <a:lnTo>
                    <a:pt x="1177290" y="2527"/>
                  </a:lnTo>
                  <a:lnTo>
                    <a:pt x="1177290" y="1257"/>
                  </a:lnTo>
                  <a:lnTo>
                    <a:pt x="1176020" y="1257"/>
                  </a:lnTo>
                  <a:lnTo>
                    <a:pt x="1176020" y="0"/>
                  </a:lnTo>
                  <a:lnTo>
                    <a:pt x="2540" y="0"/>
                  </a:lnTo>
                  <a:lnTo>
                    <a:pt x="254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0" y="2527"/>
                  </a:lnTo>
                  <a:lnTo>
                    <a:pt x="0" y="3797"/>
                  </a:lnTo>
                  <a:lnTo>
                    <a:pt x="1178560" y="3797"/>
                  </a:lnTo>
                  <a:lnTo>
                    <a:pt x="1178560" y="2527"/>
                  </a:lnTo>
                  <a:close/>
                </a:path>
              </a:pathLst>
            </a:custGeom>
            <a:solidFill>
              <a:srgbClr val="FFEA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" name="object 654"/>
            <p:cNvSpPr/>
            <p:nvPr/>
          </p:nvSpPr>
          <p:spPr>
            <a:xfrm>
              <a:off x="3594100" y="5525782"/>
              <a:ext cx="1188720" cy="5080"/>
            </a:xfrm>
            <a:custGeom>
              <a:avLst/>
              <a:gdLst/>
              <a:ahLst/>
              <a:cxnLst/>
              <a:rect l="l" t="t" r="r" b="b"/>
              <a:pathLst>
                <a:path w="1188720" h="5079">
                  <a:moveTo>
                    <a:pt x="1186180" y="1257"/>
                  </a:moveTo>
                  <a:lnTo>
                    <a:pt x="1184910" y="1257"/>
                  </a:lnTo>
                  <a:lnTo>
                    <a:pt x="1184910" y="0"/>
                  </a:lnTo>
                  <a:lnTo>
                    <a:pt x="3810" y="0"/>
                  </a:lnTo>
                  <a:lnTo>
                    <a:pt x="3810" y="1257"/>
                  </a:lnTo>
                  <a:lnTo>
                    <a:pt x="2540" y="1257"/>
                  </a:lnTo>
                  <a:lnTo>
                    <a:pt x="2540" y="2527"/>
                  </a:lnTo>
                  <a:lnTo>
                    <a:pt x="1186180" y="2527"/>
                  </a:lnTo>
                  <a:lnTo>
                    <a:pt x="1186180" y="1257"/>
                  </a:lnTo>
                  <a:close/>
                </a:path>
                <a:path w="1188720" h="5079">
                  <a:moveTo>
                    <a:pt x="1188720" y="3797"/>
                  </a:moveTo>
                  <a:lnTo>
                    <a:pt x="1187450" y="3797"/>
                  </a:lnTo>
                  <a:lnTo>
                    <a:pt x="1187450" y="2540"/>
                  </a:lnTo>
                  <a:lnTo>
                    <a:pt x="1270" y="2540"/>
                  </a:lnTo>
                  <a:lnTo>
                    <a:pt x="1270" y="3797"/>
                  </a:lnTo>
                  <a:lnTo>
                    <a:pt x="0" y="3797"/>
                  </a:lnTo>
                  <a:lnTo>
                    <a:pt x="0" y="5067"/>
                  </a:lnTo>
                  <a:lnTo>
                    <a:pt x="1188720" y="5067"/>
                  </a:lnTo>
                  <a:lnTo>
                    <a:pt x="1188720" y="3797"/>
                  </a:lnTo>
                  <a:close/>
                </a:path>
              </a:pathLst>
            </a:custGeom>
            <a:solidFill>
              <a:srgbClr val="FFE8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5" name="object 655"/>
            <p:cNvSpPr/>
            <p:nvPr/>
          </p:nvSpPr>
          <p:spPr>
            <a:xfrm>
              <a:off x="3590290" y="5530849"/>
              <a:ext cx="1197610" cy="3810"/>
            </a:xfrm>
            <a:custGeom>
              <a:avLst/>
              <a:gdLst/>
              <a:ahLst/>
              <a:cxnLst/>
              <a:rect l="l" t="t" r="r" b="b"/>
              <a:pathLst>
                <a:path w="1197610" h="3810">
                  <a:moveTo>
                    <a:pt x="119380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1193800" y="1270"/>
                  </a:lnTo>
                  <a:lnTo>
                    <a:pt x="1193800" y="0"/>
                  </a:lnTo>
                  <a:close/>
                </a:path>
                <a:path w="1197610" h="3810">
                  <a:moveTo>
                    <a:pt x="1197610" y="2540"/>
                  </a:moveTo>
                  <a:lnTo>
                    <a:pt x="1196340" y="2540"/>
                  </a:lnTo>
                  <a:lnTo>
                    <a:pt x="119634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1197610" y="3810"/>
                  </a:lnTo>
                  <a:lnTo>
                    <a:pt x="1197610" y="2540"/>
                  </a:lnTo>
                  <a:close/>
                </a:path>
              </a:pathLst>
            </a:custGeom>
            <a:solidFill>
              <a:srgbClr val="FFE5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" name="object 656"/>
            <p:cNvSpPr/>
            <p:nvPr/>
          </p:nvSpPr>
          <p:spPr>
            <a:xfrm>
              <a:off x="3586480" y="5534672"/>
              <a:ext cx="1205230" cy="3810"/>
            </a:xfrm>
            <a:custGeom>
              <a:avLst/>
              <a:gdLst/>
              <a:ahLst/>
              <a:cxnLst/>
              <a:rect l="l" t="t" r="r" b="b"/>
              <a:pathLst>
                <a:path w="1205229" h="3810">
                  <a:moveTo>
                    <a:pt x="1205217" y="2527"/>
                  </a:moveTo>
                  <a:lnTo>
                    <a:pt x="1203960" y="2527"/>
                  </a:lnTo>
                  <a:lnTo>
                    <a:pt x="1203960" y="1257"/>
                  </a:lnTo>
                  <a:lnTo>
                    <a:pt x="1202690" y="1257"/>
                  </a:lnTo>
                  <a:lnTo>
                    <a:pt x="1202690" y="0"/>
                  </a:lnTo>
                  <a:lnTo>
                    <a:pt x="2540" y="0"/>
                  </a:lnTo>
                  <a:lnTo>
                    <a:pt x="254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0" y="2527"/>
                  </a:lnTo>
                  <a:lnTo>
                    <a:pt x="0" y="3797"/>
                  </a:lnTo>
                  <a:lnTo>
                    <a:pt x="1205217" y="3797"/>
                  </a:lnTo>
                  <a:lnTo>
                    <a:pt x="1205217" y="2527"/>
                  </a:lnTo>
                  <a:close/>
                </a:path>
              </a:pathLst>
            </a:custGeom>
            <a:solidFill>
              <a:srgbClr val="FFE3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" name="object 657"/>
            <p:cNvSpPr/>
            <p:nvPr/>
          </p:nvSpPr>
          <p:spPr>
            <a:xfrm>
              <a:off x="3582670" y="5538482"/>
              <a:ext cx="1212850" cy="3810"/>
            </a:xfrm>
            <a:custGeom>
              <a:avLst/>
              <a:gdLst/>
              <a:ahLst/>
              <a:cxnLst/>
              <a:rect l="l" t="t" r="r" b="b"/>
              <a:pathLst>
                <a:path w="1212850" h="3810">
                  <a:moveTo>
                    <a:pt x="1211580" y="1257"/>
                  </a:moveTo>
                  <a:lnTo>
                    <a:pt x="1210310" y="1257"/>
                  </a:lnTo>
                  <a:lnTo>
                    <a:pt x="1210310" y="0"/>
                  </a:lnTo>
                  <a:lnTo>
                    <a:pt x="2540" y="0"/>
                  </a:lnTo>
                  <a:lnTo>
                    <a:pt x="254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1211580" y="2527"/>
                  </a:lnTo>
                  <a:lnTo>
                    <a:pt x="1211580" y="1257"/>
                  </a:lnTo>
                  <a:close/>
                </a:path>
                <a:path w="1212850" h="3810">
                  <a:moveTo>
                    <a:pt x="1212850" y="2540"/>
                  </a:moveTo>
                  <a:lnTo>
                    <a:pt x="0" y="2540"/>
                  </a:lnTo>
                  <a:lnTo>
                    <a:pt x="0" y="3797"/>
                  </a:lnTo>
                  <a:lnTo>
                    <a:pt x="1212850" y="3797"/>
                  </a:lnTo>
                  <a:lnTo>
                    <a:pt x="1212850" y="2540"/>
                  </a:lnTo>
                  <a:close/>
                </a:path>
              </a:pathLst>
            </a:custGeom>
            <a:solidFill>
              <a:srgbClr val="FFE0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" name="object 658"/>
            <p:cNvSpPr/>
            <p:nvPr/>
          </p:nvSpPr>
          <p:spPr>
            <a:xfrm>
              <a:off x="3578860" y="5542279"/>
              <a:ext cx="1219200" cy="3810"/>
            </a:xfrm>
            <a:custGeom>
              <a:avLst/>
              <a:gdLst/>
              <a:ahLst/>
              <a:cxnLst/>
              <a:rect l="l" t="t" r="r" b="b"/>
              <a:pathLst>
                <a:path w="1219200" h="3810">
                  <a:moveTo>
                    <a:pt x="1219187" y="1270"/>
                  </a:moveTo>
                  <a:lnTo>
                    <a:pt x="1217930" y="1270"/>
                  </a:lnTo>
                  <a:lnTo>
                    <a:pt x="121793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1219187" y="2540"/>
                  </a:lnTo>
                  <a:lnTo>
                    <a:pt x="1219187" y="1270"/>
                  </a:lnTo>
                  <a:close/>
                </a:path>
                <a:path w="1219200" h="3810">
                  <a:moveTo>
                    <a:pt x="1219200" y="2552"/>
                  </a:moveTo>
                  <a:lnTo>
                    <a:pt x="0" y="2552"/>
                  </a:lnTo>
                  <a:lnTo>
                    <a:pt x="0" y="3810"/>
                  </a:lnTo>
                  <a:lnTo>
                    <a:pt x="1219200" y="3810"/>
                  </a:lnTo>
                  <a:lnTo>
                    <a:pt x="1219200" y="2552"/>
                  </a:lnTo>
                  <a:close/>
                </a:path>
              </a:pathLst>
            </a:custGeom>
            <a:solidFill>
              <a:srgbClr val="FFDE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" name="object 659"/>
            <p:cNvSpPr/>
            <p:nvPr/>
          </p:nvSpPr>
          <p:spPr>
            <a:xfrm>
              <a:off x="3578860" y="3809999"/>
              <a:ext cx="30480" cy="44450"/>
            </a:xfrm>
            <a:custGeom>
              <a:avLst/>
              <a:gdLst/>
              <a:ahLst/>
              <a:cxnLst/>
              <a:rect l="l" t="t" r="r" b="b"/>
              <a:pathLst>
                <a:path w="30479" h="44450">
                  <a:moveTo>
                    <a:pt x="2540" y="1270"/>
                  </a:moveTo>
                  <a:lnTo>
                    <a:pt x="1270" y="127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2540" y="2540"/>
                  </a:lnTo>
                  <a:lnTo>
                    <a:pt x="2540" y="1270"/>
                  </a:lnTo>
                  <a:close/>
                </a:path>
                <a:path w="30479" h="44450">
                  <a:moveTo>
                    <a:pt x="8890" y="7620"/>
                  </a:moveTo>
                  <a:lnTo>
                    <a:pt x="7620" y="7620"/>
                  </a:lnTo>
                  <a:lnTo>
                    <a:pt x="7620" y="6350"/>
                  </a:lnTo>
                  <a:lnTo>
                    <a:pt x="6350" y="6350"/>
                  </a:lnTo>
                  <a:lnTo>
                    <a:pt x="6350" y="5080"/>
                  </a:lnTo>
                  <a:lnTo>
                    <a:pt x="5080" y="5080"/>
                  </a:lnTo>
                  <a:lnTo>
                    <a:pt x="5080" y="3810"/>
                  </a:lnTo>
                  <a:lnTo>
                    <a:pt x="3810" y="3810"/>
                  </a:lnTo>
                  <a:lnTo>
                    <a:pt x="3810" y="2552"/>
                  </a:lnTo>
                  <a:lnTo>
                    <a:pt x="0" y="2552"/>
                  </a:lnTo>
                  <a:lnTo>
                    <a:pt x="0" y="8890"/>
                  </a:lnTo>
                  <a:lnTo>
                    <a:pt x="8890" y="8890"/>
                  </a:lnTo>
                  <a:lnTo>
                    <a:pt x="8890" y="7620"/>
                  </a:lnTo>
                  <a:close/>
                </a:path>
                <a:path w="30479" h="44450">
                  <a:moveTo>
                    <a:pt x="15240" y="13970"/>
                  </a:moveTo>
                  <a:lnTo>
                    <a:pt x="13970" y="13970"/>
                  </a:lnTo>
                  <a:lnTo>
                    <a:pt x="13970" y="12700"/>
                  </a:lnTo>
                  <a:lnTo>
                    <a:pt x="12700" y="12700"/>
                  </a:lnTo>
                  <a:lnTo>
                    <a:pt x="12700" y="11430"/>
                  </a:lnTo>
                  <a:lnTo>
                    <a:pt x="11430" y="11430"/>
                  </a:lnTo>
                  <a:lnTo>
                    <a:pt x="11430" y="10160"/>
                  </a:lnTo>
                  <a:lnTo>
                    <a:pt x="10160" y="10160"/>
                  </a:lnTo>
                  <a:lnTo>
                    <a:pt x="10160" y="8902"/>
                  </a:lnTo>
                  <a:lnTo>
                    <a:pt x="0" y="8902"/>
                  </a:lnTo>
                  <a:lnTo>
                    <a:pt x="0" y="15240"/>
                  </a:lnTo>
                  <a:lnTo>
                    <a:pt x="15240" y="15240"/>
                  </a:lnTo>
                  <a:lnTo>
                    <a:pt x="15240" y="13970"/>
                  </a:lnTo>
                  <a:close/>
                </a:path>
                <a:path w="30479" h="44450">
                  <a:moveTo>
                    <a:pt x="27940" y="26670"/>
                  </a:moveTo>
                  <a:lnTo>
                    <a:pt x="26670" y="26670"/>
                  </a:lnTo>
                  <a:lnTo>
                    <a:pt x="26670" y="25400"/>
                  </a:lnTo>
                  <a:lnTo>
                    <a:pt x="25400" y="25400"/>
                  </a:lnTo>
                  <a:lnTo>
                    <a:pt x="25400" y="24130"/>
                  </a:lnTo>
                  <a:lnTo>
                    <a:pt x="24130" y="24130"/>
                  </a:lnTo>
                  <a:lnTo>
                    <a:pt x="24130" y="22860"/>
                  </a:lnTo>
                  <a:lnTo>
                    <a:pt x="22860" y="22860"/>
                  </a:lnTo>
                  <a:lnTo>
                    <a:pt x="22860" y="21590"/>
                  </a:lnTo>
                  <a:lnTo>
                    <a:pt x="21590" y="21590"/>
                  </a:lnTo>
                  <a:lnTo>
                    <a:pt x="21590" y="20320"/>
                  </a:lnTo>
                  <a:lnTo>
                    <a:pt x="20320" y="20320"/>
                  </a:lnTo>
                  <a:lnTo>
                    <a:pt x="20320" y="19050"/>
                  </a:lnTo>
                  <a:lnTo>
                    <a:pt x="19050" y="19050"/>
                  </a:lnTo>
                  <a:lnTo>
                    <a:pt x="19050" y="17780"/>
                  </a:lnTo>
                  <a:lnTo>
                    <a:pt x="17780" y="17780"/>
                  </a:lnTo>
                  <a:lnTo>
                    <a:pt x="17780" y="16510"/>
                  </a:lnTo>
                  <a:lnTo>
                    <a:pt x="16510" y="16510"/>
                  </a:lnTo>
                  <a:lnTo>
                    <a:pt x="16510" y="15252"/>
                  </a:lnTo>
                  <a:lnTo>
                    <a:pt x="0" y="15252"/>
                  </a:lnTo>
                  <a:lnTo>
                    <a:pt x="0" y="21590"/>
                  </a:lnTo>
                  <a:lnTo>
                    <a:pt x="0" y="27940"/>
                  </a:lnTo>
                  <a:lnTo>
                    <a:pt x="27940" y="27940"/>
                  </a:lnTo>
                  <a:lnTo>
                    <a:pt x="27940" y="26670"/>
                  </a:lnTo>
                  <a:close/>
                </a:path>
                <a:path w="30479" h="44450">
                  <a:moveTo>
                    <a:pt x="30480" y="29210"/>
                  </a:moveTo>
                  <a:lnTo>
                    <a:pt x="29210" y="29210"/>
                  </a:lnTo>
                  <a:lnTo>
                    <a:pt x="29210" y="27952"/>
                  </a:lnTo>
                  <a:lnTo>
                    <a:pt x="0" y="27952"/>
                  </a:lnTo>
                  <a:lnTo>
                    <a:pt x="0" y="44450"/>
                  </a:lnTo>
                  <a:lnTo>
                    <a:pt x="30480" y="44450"/>
                  </a:lnTo>
                  <a:lnTo>
                    <a:pt x="30480" y="29210"/>
                  </a:lnTo>
                  <a:close/>
                </a:path>
              </a:pathLst>
            </a:custGeom>
            <a:solidFill>
              <a:srgbClr val="FFEF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" name="object 660"/>
            <p:cNvSpPr/>
            <p:nvPr/>
          </p:nvSpPr>
          <p:spPr>
            <a:xfrm>
              <a:off x="3578859" y="385444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EF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" name="object 661"/>
            <p:cNvSpPr/>
            <p:nvPr/>
          </p:nvSpPr>
          <p:spPr>
            <a:xfrm>
              <a:off x="3578859" y="387730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EF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2" name="object 662"/>
            <p:cNvSpPr/>
            <p:nvPr/>
          </p:nvSpPr>
          <p:spPr>
            <a:xfrm>
              <a:off x="3578859" y="390016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EE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3" name="object 663"/>
            <p:cNvSpPr/>
            <p:nvPr/>
          </p:nvSpPr>
          <p:spPr>
            <a:xfrm>
              <a:off x="3578859" y="392302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EE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" name="object 664"/>
            <p:cNvSpPr/>
            <p:nvPr/>
          </p:nvSpPr>
          <p:spPr>
            <a:xfrm>
              <a:off x="3578859" y="394588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EE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5" name="object 665"/>
            <p:cNvSpPr/>
            <p:nvPr/>
          </p:nvSpPr>
          <p:spPr>
            <a:xfrm>
              <a:off x="3578859" y="396874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ED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6" name="object 666"/>
            <p:cNvSpPr/>
            <p:nvPr/>
          </p:nvSpPr>
          <p:spPr>
            <a:xfrm>
              <a:off x="3578859" y="399160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ED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7" name="object 667"/>
            <p:cNvSpPr/>
            <p:nvPr/>
          </p:nvSpPr>
          <p:spPr>
            <a:xfrm>
              <a:off x="3578859" y="401446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ED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" name="object 668"/>
            <p:cNvSpPr/>
            <p:nvPr/>
          </p:nvSpPr>
          <p:spPr>
            <a:xfrm>
              <a:off x="3578859" y="403732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ED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" name="object 669"/>
            <p:cNvSpPr/>
            <p:nvPr/>
          </p:nvSpPr>
          <p:spPr>
            <a:xfrm>
              <a:off x="3578859" y="406018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EC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" name="object 670"/>
            <p:cNvSpPr/>
            <p:nvPr/>
          </p:nvSpPr>
          <p:spPr>
            <a:xfrm>
              <a:off x="3578859" y="408304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EC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1" name="object 671"/>
            <p:cNvSpPr/>
            <p:nvPr/>
          </p:nvSpPr>
          <p:spPr>
            <a:xfrm>
              <a:off x="3578859" y="410590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E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2" name="object 672"/>
            <p:cNvSpPr/>
            <p:nvPr/>
          </p:nvSpPr>
          <p:spPr>
            <a:xfrm>
              <a:off x="3578859" y="412876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E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3" name="object 673"/>
            <p:cNvSpPr/>
            <p:nvPr/>
          </p:nvSpPr>
          <p:spPr>
            <a:xfrm>
              <a:off x="3578859" y="415162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EB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4" name="object 674"/>
            <p:cNvSpPr/>
            <p:nvPr/>
          </p:nvSpPr>
          <p:spPr>
            <a:xfrm>
              <a:off x="3578859" y="417448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EB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" name="object 675"/>
            <p:cNvSpPr/>
            <p:nvPr/>
          </p:nvSpPr>
          <p:spPr>
            <a:xfrm>
              <a:off x="3578859" y="419734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EA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6" name="object 676"/>
            <p:cNvSpPr/>
            <p:nvPr/>
          </p:nvSpPr>
          <p:spPr>
            <a:xfrm>
              <a:off x="3578859" y="422020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EA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7" name="object 677"/>
            <p:cNvSpPr/>
            <p:nvPr/>
          </p:nvSpPr>
          <p:spPr>
            <a:xfrm>
              <a:off x="3578859" y="424306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EA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8" name="object 678"/>
            <p:cNvSpPr/>
            <p:nvPr/>
          </p:nvSpPr>
          <p:spPr>
            <a:xfrm>
              <a:off x="3578859" y="426592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EA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" name="object 679"/>
            <p:cNvSpPr/>
            <p:nvPr/>
          </p:nvSpPr>
          <p:spPr>
            <a:xfrm>
              <a:off x="3578859" y="428878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E9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0" name="object 680"/>
            <p:cNvSpPr/>
            <p:nvPr/>
          </p:nvSpPr>
          <p:spPr>
            <a:xfrm>
              <a:off x="3578859" y="431164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E9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1" name="object 681"/>
            <p:cNvSpPr/>
            <p:nvPr/>
          </p:nvSpPr>
          <p:spPr>
            <a:xfrm>
              <a:off x="3578859" y="433450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E9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2" name="object 682"/>
            <p:cNvSpPr/>
            <p:nvPr/>
          </p:nvSpPr>
          <p:spPr>
            <a:xfrm>
              <a:off x="3578859" y="435736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E8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" name="object 683"/>
            <p:cNvSpPr/>
            <p:nvPr/>
          </p:nvSpPr>
          <p:spPr>
            <a:xfrm>
              <a:off x="3578859" y="438022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E8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" name="object 684"/>
            <p:cNvSpPr/>
            <p:nvPr/>
          </p:nvSpPr>
          <p:spPr>
            <a:xfrm>
              <a:off x="3578859" y="440308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E8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" name="object 685"/>
            <p:cNvSpPr/>
            <p:nvPr/>
          </p:nvSpPr>
          <p:spPr>
            <a:xfrm>
              <a:off x="3578859" y="442594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E7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6" name="object 686"/>
            <p:cNvSpPr/>
            <p:nvPr/>
          </p:nvSpPr>
          <p:spPr>
            <a:xfrm>
              <a:off x="3578859" y="444880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E7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7" name="object 687"/>
            <p:cNvSpPr/>
            <p:nvPr/>
          </p:nvSpPr>
          <p:spPr>
            <a:xfrm>
              <a:off x="3578859" y="447166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E7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" name="object 688"/>
            <p:cNvSpPr/>
            <p:nvPr/>
          </p:nvSpPr>
          <p:spPr>
            <a:xfrm>
              <a:off x="3578859" y="449452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E7A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9" name="object 689"/>
            <p:cNvSpPr/>
            <p:nvPr/>
          </p:nvSpPr>
          <p:spPr>
            <a:xfrm>
              <a:off x="3578859" y="451738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E6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0" name="object 690"/>
            <p:cNvSpPr/>
            <p:nvPr/>
          </p:nvSpPr>
          <p:spPr>
            <a:xfrm>
              <a:off x="3578859" y="454024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E6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1" name="object 691"/>
            <p:cNvSpPr/>
            <p:nvPr/>
          </p:nvSpPr>
          <p:spPr>
            <a:xfrm>
              <a:off x="3578859" y="456310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E6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2" name="object 692"/>
            <p:cNvSpPr/>
            <p:nvPr/>
          </p:nvSpPr>
          <p:spPr>
            <a:xfrm>
              <a:off x="3578859" y="458596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E5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3" name="object 693"/>
            <p:cNvSpPr/>
            <p:nvPr/>
          </p:nvSpPr>
          <p:spPr>
            <a:xfrm>
              <a:off x="3578859" y="460882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E5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4" name="object 694"/>
            <p:cNvSpPr/>
            <p:nvPr/>
          </p:nvSpPr>
          <p:spPr>
            <a:xfrm>
              <a:off x="3578859" y="463168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E5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5" name="object 695"/>
            <p:cNvSpPr/>
            <p:nvPr/>
          </p:nvSpPr>
          <p:spPr>
            <a:xfrm>
              <a:off x="3578859" y="465454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E4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6" name="object 696"/>
            <p:cNvSpPr/>
            <p:nvPr/>
          </p:nvSpPr>
          <p:spPr>
            <a:xfrm>
              <a:off x="3578859" y="467740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E4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7" name="object 697"/>
            <p:cNvSpPr/>
            <p:nvPr/>
          </p:nvSpPr>
          <p:spPr>
            <a:xfrm>
              <a:off x="3578859" y="470026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E4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8" name="object 698"/>
            <p:cNvSpPr/>
            <p:nvPr/>
          </p:nvSpPr>
          <p:spPr>
            <a:xfrm>
              <a:off x="3578859" y="472312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E4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9" name="object 699"/>
            <p:cNvSpPr/>
            <p:nvPr/>
          </p:nvSpPr>
          <p:spPr>
            <a:xfrm>
              <a:off x="3578859" y="474598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E3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" name="object 700"/>
            <p:cNvSpPr/>
            <p:nvPr/>
          </p:nvSpPr>
          <p:spPr>
            <a:xfrm>
              <a:off x="3578859" y="476884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E3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" name="object 701"/>
            <p:cNvSpPr/>
            <p:nvPr/>
          </p:nvSpPr>
          <p:spPr>
            <a:xfrm>
              <a:off x="3578859" y="479170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E3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2" name="object 702"/>
            <p:cNvSpPr/>
            <p:nvPr/>
          </p:nvSpPr>
          <p:spPr>
            <a:xfrm>
              <a:off x="3578859" y="481456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E2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3" name="object 703"/>
            <p:cNvSpPr/>
            <p:nvPr/>
          </p:nvSpPr>
          <p:spPr>
            <a:xfrm>
              <a:off x="3578859" y="483742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E2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4" name="object 704"/>
            <p:cNvSpPr/>
            <p:nvPr/>
          </p:nvSpPr>
          <p:spPr>
            <a:xfrm>
              <a:off x="3578859" y="486028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E2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5" name="object 705"/>
            <p:cNvSpPr/>
            <p:nvPr/>
          </p:nvSpPr>
          <p:spPr>
            <a:xfrm>
              <a:off x="3578859" y="488314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E1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6" name="object 706"/>
            <p:cNvSpPr/>
            <p:nvPr/>
          </p:nvSpPr>
          <p:spPr>
            <a:xfrm>
              <a:off x="3578859" y="490600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E1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" name="object 707"/>
            <p:cNvSpPr/>
            <p:nvPr/>
          </p:nvSpPr>
          <p:spPr>
            <a:xfrm>
              <a:off x="3578859" y="492886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E1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" name="object 708"/>
            <p:cNvSpPr/>
            <p:nvPr/>
          </p:nvSpPr>
          <p:spPr>
            <a:xfrm>
              <a:off x="3578859" y="495172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E1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9" name="object 709"/>
            <p:cNvSpPr/>
            <p:nvPr/>
          </p:nvSpPr>
          <p:spPr>
            <a:xfrm>
              <a:off x="3578859" y="497458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E0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0" name="object 710"/>
            <p:cNvSpPr/>
            <p:nvPr/>
          </p:nvSpPr>
          <p:spPr>
            <a:xfrm>
              <a:off x="3578859" y="4997450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E0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1" name="object 711"/>
            <p:cNvSpPr/>
            <p:nvPr/>
          </p:nvSpPr>
          <p:spPr>
            <a:xfrm>
              <a:off x="3578859" y="502030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E0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2" name="object 712"/>
            <p:cNvSpPr/>
            <p:nvPr/>
          </p:nvSpPr>
          <p:spPr>
            <a:xfrm>
              <a:off x="3578859" y="504316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DF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3" name="object 713"/>
            <p:cNvSpPr/>
            <p:nvPr/>
          </p:nvSpPr>
          <p:spPr>
            <a:xfrm>
              <a:off x="3578859" y="506602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DF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4" name="object 714"/>
            <p:cNvSpPr/>
            <p:nvPr/>
          </p:nvSpPr>
          <p:spPr>
            <a:xfrm>
              <a:off x="3578859" y="508888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DF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5" name="object 715"/>
            <p:cNvSpPr/>
            <p:nvPr/>
          </p:nvSpPr>
          <p:spPr>
            <a:xfrm>
              <a:off x="3578859" y="5111750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DE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6" name="object 716"/>
            <p:cNvSpPr/>
            <p:nvPr/>
          </p:nvSpPr>
          <p:spPr>
            <a:xfrm>
              <a:off x="3578859" y="513460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DE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7" name="object 717"/>
            <p:cNvSpPr/>
            <p:nvPr/>
          </p:nvSpPr>
          <p:spPr>
            <a:xfrm>
              <a:off x="3578859" y="515746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DE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8" name="object 718"/>
            <p:cNvSpPr/>
            <p:nvPr/>
          </p:nvSpPr>
          <p:spPr>
            <a:xfrm>
              <a:off x="3578859" y="518032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DE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9" name="object 719"/>
            <p:cNvSpPr/>
            <p:nvPr/>
          </p:nvSpPr>
          <p:spPr>
            <a:xfrm>
              <a:off x="3578859" y="520318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DD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0" name="object 720"/>
            <p:cNvSpPr/>
            <p:nvPr/>
          </p:nvSpPr>
          <p:spPr>
            <a:xfrm>
              <a:off x="3578859" y="5226050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DD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1" name="object 721"/>
            <p:cNvSpPr/>
            <p:nvPr/>
          </p:nvSpPr>
          <p:spPr>
            <a:xfrm>
              <a:off x="3578859" y="524890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DD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2" name="object 722"/>
            <p:cNvSpPr/>
            <p:nvPr/>
          </p:nvSpPr>
          <p:spPr>
            <a:xfrm>
              <a:off x="3578859" y="527176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DC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3" name="object 723"/>
            <p:cNvSpPr/>
            <p:nvPr/>
          </p:nvSpPr>
          <p:spPr>
            <a:xfrm>
              <a:off x="3578859" y="529462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DC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4" name="object 724"/>
            <p:cNvSpPr/>
            <p:nvPr/>
          </p:nvSpPr>
          <p:spPr>
            <a:xfrm>
              <a:off x="3578859" y="531748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DC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5" name="object 725"/>
            <p:cNvSpPr/>
            <p:nvPr/>
          </p:nvSpPr>
          <p:spPr>
            <a:xfrm>
              <a:off x="3578859" y="5340350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DB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6" name="object 726"/>
            <p:cNvSpPr/>
            <p:nvPr/>
          </p:nvSpPr>
          <p:spPr>
            <a:xfrm>
              <a:off x="3578859" y="536320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DB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7" name="object 727"/>
            <p:cNvSpPr/>
            <p:nvPr/>
          </p:nvSpPr>
          <p:spPr>
            <a:xfrm>
              <a:off x="3578859" y="538606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DB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8" name="object 728"/>
            <p:cNvSpPr/>
            <p:nvPr/>
          </p:nvSpPr>
          <p:spPr>
            <a:xfrm>
              <a:off x="3578859" y="540892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DB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9" name="object 729"/>
            <p:cNvSpPr/>
            <p:nvPr/>
          </p:nvSpPr>
          <p:spPr>
            <a:xfrm>
              <a:off x="3578859" y="543178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60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60"/>
                  </a:lnTo>
                  <a:lnTo>
                    <a:pt x="0" y="22860"/>
                  </a:lnTo>
                  <a:close/>
                </a:path>
              </a:pathLst>
            </a:custGeom>
            <a:solidFill>
              <a:srgbClr val="FFDA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0" name="object 730"/>
            <p:cNvSpPr/>
            <p:nvPr/>
          </p:nvSpPr>
          <p:spPr>
            <a:xfrm>
              <a:off x="3578859" y="5454650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DA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1" name="object 731"/>
            <p:cNvSpPr/>
            <p:nvPr/>
          </p:nvSpPr>
          <p:spPr>
            <a:xfrm>
              <a:off x="3578859" y="547750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0" y="22859"/>
                  </a:moveTo>
                  <a:lnTo>
                    <a:pt x="0" y="0"/>
                  </a:lnTo>
                  <a:lnTo>
                    <a:pt x="30479" y="0"/>
                  </a:lnTo>
                  <a:lnTo>
                    <a:pt x="30479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DA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2" name="object 732"/>
            <p:cNvSpPr/>
            <p:nvPr/>
          </p:nvSpPr>
          <p:spPr>
            <a:xfrm>
              <a:off x="3578859" y="5500369"/>
              <a:ext cx="30480" cy="22860"/>
            </a:xfrm>
            <a:custGeom>
              <a:avLst/>
              <a:gdLst/>
              <a:ahLst/>
              <a:cxnLst/>
              <a:rect l="l" t="t" r="r" b="b"/>
              <a:pathLst>
                <a:path w="30479" h="22860">
                  <a:moveTo>
                    <a:pt x="30479" y="0"/>
                  </a:moveTo>
                  <a:lnTo>
                    <a:pt x="0" y="0"/>
                  </a:lnTo>
                  <a:lnTo>
                    <a:pt x="0" y="19049"/>
                  </a:lnTo>
                  <a:lnTo>
                    <a:pt x="27939" y="19049"/>
                  </a:lnTo>
                  <a:lnTo>
                    <a:pt x="27939" y="17779"/>
                  </a:lnTo>
                  <a:lnTo>
                    <a:pt x="29210" y="17779"/>
                  </a:lnTo>
                  <a:lnTo>
                    <a:pt x="29210" y="16509"/>
                  </a:lnTo>
                  <a:lnTo>
                    <a:pt x="30479" y="16509"/>
                  </a:lnTo>
                  <a:lnTo>
                    <a:pt x="30479" y="0"/>
                  </a:lnTo>
                  <a:close/>
                </a:path>
                <a:path w="30479" h="22860">
                  <a:moveTo>
                    <a:pt x="26670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25400" y="21589"/>
                  </a:lnTo>
                  <a:lnTo>
                    <a:pt x="25400" y="20319"/>
                  </a:lnTo>
                  <a:lnTo>
                    <a:pt x="26670" y="20319"/>
                  </a:lnTo>
                  <a:lnTo>
                    <a:pt x="26670" y="19049"/>
                  </a:lnTo>
                  <a:close/>
                </a:path>
                <a:path w="30479" h="22860">
                  <a:moveTo>
                    <a:pt x="24129" y="21589"/>
                  </a:moveTo>
                  <a:lnTo>
                    <a:pt x="0" y="21589"/>
                  </a:lnTo>
                  <a:lnTo>
                    <a:pt x="0" y="22859"/>
                  </a:lnTo>
                  <a:lnTo>
                    <a:pt x="24129" y="22859"/>
                  </a:lnTo>
                  <a:lnTo>
                    <a:pt x="24129" y="21589"/>
                  </a:lnTo>
                  <a:close/>
                </a:path>
              </a:pathLst>
            </a:custGeom>
            <a:solidFill>
              <a:srgbClr val="FFD9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3" name="object 733"/>
            <p:cNvSpPr/>
            <p:nvPr/>
          </p:nvSpPr>
          <p:spPr>
            <a:xfrm>
              <a:off x="3578859" y="5523229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60">
                  <a:moveTo>
                    <a:pt x="2286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1589" y="2540"/>
                  </a:lnTo>
                  <a:lnTo>
                    <a:pt x="21589" y="1270"/>
                  </a:lnTo>
                  <a:lnTo>
                    <a:pt x="22860" y="1270"/>
                  </a:lnTo>
                  <a:lnTo>
                    <a:pt x="22860" y="0"/>
                  </a:lnTo>
                  <a:close/>
                </a:path>
                <a:path w="22860" h="22860">
                  <a:moveTo>
                    <a:pt x="2032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19050" y="5080"/>
                  </a:lnTo>
                  <a:lnTo>
                    <a:pt x="19050" y="3810"/>
                  </a:lnTo>
                  <a:lnTo>
                    <a:pt x="20320" y="3810"/>
                  </a:lnTo>
                  <a:lnTo>
                    <a:pt x="20320" y="2540"/>
                  </a:lnTo>
                  <a:close/>
                </a:path>
                <a:path w="22860" h="22860">
                  <a:moveTo>
                    <a:pt x="1777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15239" y="8890"/>
                  </a:lnTo>
                  <a:lnTo>
                    <a:pt x="15239" y="7620"/>
                  </a:lnTo>
                  <a:lnTo>
                    <a:pt x="16510" y="7620"/>
                  </a:lnTo>
                  <a:lnTo>
                    <a:pt x="16510" y="6350"/>
                  </a:lnTo>
                  <a:lnTo>
                    <a:pt x="17779" y="6350"/>
                  </a:lnTo>
                  <a:lnTo>
                    <a:pt x="17779" y="5080"/>
                  </a:lnTo>
                  <a:close/>
                </a:path>
                <a:path w="22860" h="22860">
                  <a:moveTo>
                    <a:pt x="1397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12700" y="11430"/>
                  </a:lnTo>
                  <a:lnTo>
                    <a:pt x="12700" y="10160"/>
                  </a:lnTo>
                  <a:lnTo>
                    <a:pt x="13970" y="10160"/>
                  </a:lnTo>
                  <a:lnTo>
                    <a:pt x="13970" y="8890"/>
                  </a:lnTo>
                  <a:close/>
                </a:path>
                <a:path w="22860" h="22860">
                  <a:moveTo>
                    <a:pt x="11429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8889" y="15240"/>
                  </a:lnTo>
                  <a:lnTo>
                    <a:pt x="8889" y="13970"/>
                  </a:lnTo>
                  <a:lnTo>
                    <a:pt x="10160" y="13970"/>
                  </a:lnTo>
                  <a:lnTo>
                    <a:pt x="10160" y="12700"/>
                  </a:lnTo>
                  <a:lnTo>
                    <a:pt x="11429" y="12700"/>
                  </a:lnTo>
                  <a:lnTo>
                    <a:pt x="11429" y="11430"/>
                  </a:lnTo>
                  <a:close/>
                </a:path>
                <a:path w="22860" h="22860">
                  <a:moveTo>
                    <a:pt x="762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6350" y="17780"/>
                  </a:lnTo>
                  <a:lnTo>
                    <a:pt x="6350" y="16510"/>
                  </a:lnTo>
                  <a:lnTo>
                    <a:pt x="7620" y="16510"/>
                  </a:lnTo>
                  <a:lnTo>
                    <a:pt x="7620" y="15240"/>
                  </a:lnTo>
                  <a:close/>
                </a:path>
                <a:path w="22860" h="22860">
                  <a:moveTo>
                    <a:pt x="5079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2539" y="21590"/>
                  </a:lnTo>
                  <a:lnTo>
                    <a:pt x="2539" y="20320"/>
                  </a:lnTo>
                  <a:lnTo>
                    <a:pt x="3810" y="20320"/>
                  </a:lnTo>
                  <a:lnTo>
                    <a:pt x="3810" y="19050"/>
                  </a:lnTo>
                  <a:lnTo>
                    <a:pt x="5079" y="19050"/>
                  </a:lnTo>
                  <a:lnTo>
                    <a:pt x="5079" y="17780"/>
                  </a:lnTo>
                  <a:close/>
                </a:path>
                <a:path w="22860" h="22860">
                  <a:moveTo>
                    <a:pt x="1270" y="21590"/>
                  </a:moveTo>
                  <a:lnTo>
                    <a:pt x="0" y="21590"/>
                  </a:lnTo>
                  <a:lnTo>
                    <a:pt x="0" y="22860"/>
                  </a:lnTo>
                  <a:lnTo>
                    <a:pt x="1270" y="22860"/>
                  </a:lnTo>
                  <a:lnTo>
                    <a:pt x="1270" y="21590"/>
                  </a:lnTo>
                  <a:close/>
                </a:path>
              </a:pathLst>
            </a:custGeom>
            <a:solidFill>
              <a:srgbClr val="FFD9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4" name="object 734"/>
            <p:cNvSpPr/>
            <p:nvPr/>
          </p:nvSpPr>
          <p:spPr>
            <a:xfrm>
              <a:off x="4772660" y="3275329"/>
              <a:ext cx="1323340" cy="68580"/>
            </a:xfrm>
            <a:custGeom>
              <a:avLst/>
              <a:gdLst/>
              <a:ahLst/>
              <a:cxnLst/>
              <a:rect l="l" t="t" r="r" b="b"/>
              <a:pathLst>
                <a:path w="1323339" h="68579">
                  <a:moveTo>
                    <a:pt x="1323340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0" y="68580"/>
                  </a:lnTo>
                  <a:lnTo>
                    <a:pt x="1323340" y="68580"/>
                  </a:lnTo>
                  <a:lnTo>
                    <a:pt x="1323340" y="34290"/>
                  </a:lnTo>
                  <a:lnTo>
                    <a:pt x="1323340" y="0"/>
                  </a:lnTo>
                  <a:close/>
                </a:path>
              </a:pathLst>
            </a:custGeom>
            <a:solidFill>
              <a:srgbClr val="EDEF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5" name="object 735"/>
            <p:cNvSpPr/>
            <p:nvPr/>
          </p:nvSpPr>
          <p:spPr>
            <a:xfrm>
              <a:off x="4772659" y="3343909"/>
              <a:ext cx="1323340" cy="34290"/>
            </a:xfrm>
            <a:custGeom>
              <a:avLst/>
              <a:gdLst/>
              <a:ahLst/>
              <a:cxnLst/>
              <a:rect l="l" t="t" r="r" b="b"/>
              <a:pathLst>
                <a:path w="1323339" h="34289">
                  <a:moveTo>
                    <a:pt x="1323339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1323339" y="34289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EDE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6" name="object 736"/>
            <p:cNvSpPr/>
            <p:nvPr/>
          </p:nvSpPr>
          <p:spPr>
            <a:xfrm>
              <a:off x="4772659" y="3378199"/>
              <a:ext cx="1323340" cy="35560"/>
            </a:xfrm>
            <a:custGeom>
              <a:avLst/>
              <a:gdLst/>
              <a:ahLst/>
              <a:cxnLst/>
              <a:rect l="l" t="t" r="r" b="b"/>
              <a:pathLst>
                <a:path w="1323339" h="35560">
                  <a:moveTo>
                    <a:pt x="1323339" y="0"/>
                  </a:moveTo>
                  <a:lnTo>
                    <a:pt x="0" y="0"/>
                  </a:lnTo>
                  <a:lnTo>
                    <a:pt x="0" y="35560"/>
                  </a:lnTo>
                  <a:lnTo>
                    <a:pt x="1323339" y="35560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ECE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7" name="object 737"/>
            <p:cNvSpPr/>
            <p:nvPr/>
          </p:nvSpPr>
          <p:spPr>
            <a:xfrm>
              <a:off x="4772659" y="3413759"/>
              <a:ext cx="1323340" cy="33020"/>
            </a:xfrm>
            <a:custGeom>
              <a:avLst/>
              <a:gdLst/>
              <a:ahLst/>
              <a:cxnLst/>
              <a:rect l="l" t="t" r="r" b="b"/>
              <a:pathLst>
                <a:path w="1323339" h="33020">
                  <a:moveTo>
                    <a:pt x="1323339" y="0"/>
                  </a:moveTo>
                  <a:lnTo>
                    <a:pt x="0" y="0"/>
                  </a:lnTo>
                  <a:lnTo>
                    <a:pt x="0" y="33019"/>
                  </a:lnTo>
                  <a:lnTo>
                    <a:pt x="1323339" y="33019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ECEE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" name="object 738"/>
            <p:cNvSpPr/>
            <p:nvPr/>
          </p:nvSpPr>
          <p:spPr>
            <a:xfrm>
              <a:off x="4772659" y="3446779"/>
              <a:ext cx="1323340" cy="35560"/>
            </a:xfrm>
            <a:custGeom>
              <a:avLst/>
              <a:gdLst/>
              <a:ahLst/>
              <a:cxnLst/>
              <a:rect l="l" t="t" r="r" b="b"/>
              <a:pathLst>
                <a:path w="1323339" h="35560">
                  <a:moveTo>
                    <a:pt x="1323339" y="0"/>
                  </a:moveTo>
                  <a:lnTo>
                    <a:pt x="0" y="0"/>
                  </a:lnTo>
                  <a:lnTo>
                    <a:pt x="0" y="35560"/>
                  </a:lnTo>
                  <a:lnTo>
                    <a:pt x="1323339" y="35560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ECEE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" name="object 739"/>
            <p:cNvSpPr/>
            <p:nvPr/>
          </p:nvSpPr>
          <p:spPr>
            <a:xfrm>
              <a:off x="4772659" y="3482339"/>
              <a:ext cx="1323340" cy="34290"/>
            </a:xfrm>
            <a:custGeom>
              <a:avLst/>
              <a:gdLst/>
              <a:ahLst/>
              <a:cxnLst/>
              <a:rect l="l" t="t" r="r" b="b"/>
              <a:pathLst>
                <a:path w="1323339" h="34289">
                  <a:moveTo>
                    <a:pt x="1323339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1323339" y="34289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EBED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" name="object 740"/>
            <p:cNvSpPr/>
            <p:nvPr/>
          </p:nvSpPr>
          <p:spPr>
            <a:xfrm>
              <a:off x="4772660" y="3516629"/>
              <a:ext cx="1323340" cy="68580"/>
            </a:xfrm>
            <a:custGeom>
              <a:avLst/>
              <a:gdLst/>
              <a:ahLst/>
              <a:cxnLst/>
              <a:rect l="l" t="t" r="r" b="b"/>
              <a:pathLst>
                <a:path w="1323339" h="68579">
                  <a:moveTo>
                    <a:pt x="1323340" y="0"/>
                  </a:moveTo>
                  <a:lnTo>
                    <a:pt x="0" y="0"/>
                  </a:lnTo>
                  <a:lnTo>
                    <a:pt x="0" y="34302"/>
                  </a:lnTo>
                  <a:lnTo>
                    <a:pt x="0" y="68580"/>
                  </a:lnTo>
                  <a:lnTo>
                    <a:pt x="1323340" y="68580"/>
                  </a:lnTo>
                  <a:lnTo>
                    <a:pt x="1323340" y="34302"/>
                  </a:lnTo>
                  <a:lnTo>
                    <a:pt x="1323340" y="0"/>
                  </a:lnTo>
                  <a:close/>
                </a:path>
              </a:pathLst>
            </a:custGeom>
            <a:solidFill>
              <a:srgbClr val="EBED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1" name="object 741"/>
            <p:cNvSpPr/>
            <p:nvPr/>
          </p:nvSpPr>
          <p:spPr>
            <a:xfrm>
              <a:off x="4772659" y="3585209"/>
              <a:ext cx="1323340" cy="34290"/>
            </a:xfrm>
            <a:custGeom>
              <a:avLst/>
              <a:gdLst/>
              <a:ahLst/>
              <a:cxnLst/>
              <a:rect l="l" t="t" r="r" b="b"/>
              <a:pathLst>
                <a:path w="1323339" h="34289">
                  <a:moveTo>
                    <a:pt x="1323339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1323339" y="34289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EAEC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2" name="object 742"/>
            <p:cNvSpPr/>
            <p:nvPr/>
          </p:nvSpPr>
          <p:spPr>
            <a:xfrm>
              <a:off x="4772659" y="3619499"/>
              <a:ext cx="1323340" cy="34290"/>
            </a:xfrm>
            <a:custGeom>
              <a:avLst/>
              <a:gdLst/>
              <a:ahLst/>
              <a:cxnLst/>
              <a:rect l="l" t="t" r="r" b="b"/>
              <a:pathLst>
                <a:path w="1323339" h="34289">
                  <a:moveTo>
                    <a:pt x="1323339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1323339" y="34289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EAEC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3" name="object 743"/>
            <p:cNvSpPr/>
            <p:nvPr/>
          </p:nvSpPr>
          <p:spPr>
            <a:xfrm>
              <a:off x="4772659" y="3653789"/>
              <a:ext cx="1323340" cy="34290"/>
            </a:xfrm>
            <a:custGeom>
              <a:avLst/>
              <a:gdLst/>
              <a:ahLst/>
              <a:cxnLst/>
              <a:rect l="l" t="t" r="r" b="b"/>
              <a:pathLst>
                <a:path w="1323339" h="34289">
                  <a:moveTo>
                    <a:pt x="1323339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1323339" y="34290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EAE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4" name="object 744"/>
            <p:cNvSpPr/>
            <p:nvPr/>
          </p:nvSpPr>
          <p:spPr>
            <a:xfrm>
              <a:off x="4772659" y="3688079"/>
              <a:ext cx="1323340" cy="34290"/>
            </a:xfrm>
            <a:custGeom>
              <a:avLst/>
              <a:gdLst/>
              <a:ahLst/>
              <a:cxnLst/>
              <a:rect l="l" t="t" r="r" b="b"/>
              <a:pathLst>
                <a:path w="1323339" h="34289">
                  <a:moveTo>
                    <a:pt x="1323339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1323339" y="34290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E9EB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5" name="object 745"/>
            <p:cNvSpPr/>
            <p:nvPr/>
          </p:nvSpPr>
          <p:spPr>
            <a:xfrm>
              <a:off x="4772659" y="3722369"/>
              <a:ext cx="1323340" cy="34290"/>
            </a:xfrm>
            <a:custGeom>
              <a:avLst/>
              <a:gdLst/>
              <a:ahLst/>
              <a:cxnLst/>
              <a:rect l="l" t="t" r="r" b="b"/>
              <a:pathLst>
                <a:path w="1323339" h="34289">
                  <a:moveTo>
                    <a:pt x="1323339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1323339" y="34289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E9EB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6" name="object 746"/>
            <p:cNvSpPr/>
            <p:nvPr/>
          </p:nvSpPr>
          <p:spPr>
            <a:xfrm>
              <a:off x="4772659" y="3756659"/>
              <a:ext cx="1323340" cy="34290"/>
            </a:xfrm>
            <a:custGeom>
              <a:avLst/>
              <a:gdLst/>
              <a:ahLst/>
              <a:cxnLst/>
              <a:rect l="l" t="t" r="r" b="b"/>
              <a:pathLst>
                <a:path w="1323339" h="34289">
                  <a:moveTo>
                    <a:pt x="1323339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1323339" y="34289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E8EB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7" name="object 747"/>
            <p:cNvSpPr/>
            <p:nvPr/>
          </p:nvSpPr>
          <p:spPr>
            <a:xfrm>
              <a:off x="4772659" y="3790949"/>
              <a:ext cx="1323340" cy="34290"/>
            </a:xfrm>
            <a:custGeom>
              <a:avLst/>
              <a:gdLst/>
              <a:ahLst/>
              <a:cxnLst/>
              <a:rect l="l" t="t" r="r" b="b"/>
              <a:pathLst>
                <a:path w="1323339" h="34289">
                  <a:moveTo>
                    <a:pt x="1323339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1323339" y="34289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E8EA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8" name="object 748"/>
            <p:cNvSpPr/>
            <p:nvPr/>
          </p:nvSpPr>
          <p:spPr>
            <a:xfrm>
              <a:off x="4772659" y="3825239"/>
              <a:ext cx="1323340" cy="35560"/>
            </a:xfrm>
            <a:custGeom>
              <a:avLst/>
              <a:gdLst/>
              <a:ahLst/>
              <a:cxnLst/>
              <a:rect l="l" t="t" r="r" b="b"/>
              <a:pathLst>
                <a:path w="1323339" h="35560">
                  <a:moveTo>
                    <a:pt x="1323339" y="0"/>
                  </a:moveTo>
                  <a:lnTo>
                    <a:pt x="0" y="0"/>
                  </a:lnTo>
                  <a:lnTo>
                    <a:pt x="0" y="35560"/>
                  </a:lnTo>
                  <a:lnTo>
                    <a:pt x="1323339" y="35560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E8EA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9" name="object 749"/>
            <p:cNvSpPr/>
            <p:nvPr/>
          </p:nvSpPr>
          <p:spPr>
            <a:xfrm>
              <a:off x="4772659" y="3860799"/>
              <a:ext cx="1323340" cy="34290"/>
            </a:xfrm>
            <a:custGeom>
              <a:avLst/>
              <a:gdLst/>
              <a:ahLst/>
              <a:cxnLst/>
              <a:rect l="l" t="t" r="r" b="b"/>
              <a:pathLst>
                <a:path w="1323339" h="34289">
                  <a:moveTo>
                    <a:pt x="1323339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1323339" y="34289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E7EA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0" name="object 750"/>
            <p:cNvSpPr/>
            <p:nvPr/>
          </p:nvSpPr>
          <p:spPr>
            <a:xfrm>
              <a:off x="4772659" y="3895089"/>
              <a:ext cx="1323340" cy="34290"/>
            </a:xfrm>
            <a:custGeom>
              <a:avLst/>
              <a:gdLst/>
              <a:ahLst/>
              <a:cxnLst/>
              <a:rect l="l" t="t" r="r" b="b"/>
              <a:pathLst>
                <a:path w="1323339" h="34289">
                  <a:moveTo>
                    <a:pt x="1323339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1323339" y="34290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E7E9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1" name="object 751"/>
            <p:cNvSpPr/>
            <p:nvPr/>
          </p:nvSpPr>
          <p:spPr>
            <a:xfrm>
              <a:off x="4772659" y="3929379"/>
              <a:ext cx="1323340" cy="34290"/>
            </a:xfrm>
            <a:custGeom>
              <a:avLst/>
              <a:gdLst/>
              <a:ahLst/>
              <a:cxnLst/>
              <a:rect l="l" t="t" r="r" b="b"/>
              <a:pathLst>
                <a:path w="1323339" h="34289">
                  <a:moveTo>
                    <a:pt x="1323339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1323339" y="34290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E7E9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2" name="object 752"/>
            <p:cNvSpPr/>
            <p:nvPr/>
          </p:nvSpPr>
          <p:spPr>
            <a:xfrm>
              <a:off x="4772659" y="3963669"/>
              <a:ext cx="1323340" cy="34290"/>
            </a:xfrm>
            <a:custGeom>
              <a:avLst/>
              <a:gdLst/>
              <a:ahLst/>
              <a:cxnLst/>
              <a:rect l="l" t="t" r="r" b="b"/>
              <a:pathLst>
                <a:path w="1323339" h="34289">
                  <a:moveTo>
                    <a:pt x="1323339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1323339" y="34289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E6E9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3" name="object 753"/>
            <p:cNvSpPr/>
            <p:nvPr/>
          </p:nvSpPr>
          <p:spPr>
            <a:xfrm>
              <a:off x="4772659" y="3997959"/>
              <a:ext cx="1323340" cy="34290"/>
            </a:xfrm>
            <a:custGeom>
              <a:avLst/>
              <a:gdLst/>
              <a:ahLst/>
              <a:cxnLst/>
              <a:rect l="l" t="t" r="r" b="b"/>
              <a:pathLst>
                <a:path w="1323339" h="34289">
                  <a:moveTo>
                    <a:pt x="1323339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1323339" y="34289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E6E8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4" name="object 754"/>
            <p:cNvSpPr/>
            <p:nvPr/>
          </p:nvSpPr>
          <p:spPr>
            <a:xfrm>
              <a:off x="4772659" y="4032249"/>
              <a:ext cx="1323340" cy="34290"/>
            </a:xfrm>
            <a:custGeom>
              <a:avLst/>
              <a:gdLst/>
              <a:ahLst/>
              <a:cxnLst/>
              <a:rect l="l" t="t" r="r" b="b"/>
              <a:pathLst>
                <a:path w="1323339" h="34289">
                  <a:moveTo>
                    <a:pt x="1323339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1323339" y="34289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E6E8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5" name="object 755"/>
            <p:cNvSpPr/>
            <p:nvPr/>
          </p:nvSpPr>
          <p:spPr>
            <a:xfrm>
              <a:off x="4772659" y="4066539"/>
              <a:ext cx="1323340" cy="34290"/>
            </a:xfrm>
            <a:custGeom>
              <a:avLst/>
              <a:gdLst/>
              <a:ahLst/>
              <a:cxnLst/>
              <a:rect l="l" t="t" r="r" b="b"/>
              <a:pathLst>
                <a:path w="1323339" h="34289">
                  <a:moveTo>
                    <a:pt x="1323339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1323339" y="34290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E5E8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6" name="object 756"/>
            <p:cNvSpPr/>
            <p:nvPr/>
          </p:nvSpPr>
          <p:spPr>
            <a:xfrm>
              <a:off x="4772659" y="4100829"/>
              <a:ext cx="1323340" cy="34290"/>
            </a:xfrm>
            <a:custGeom>
              <a:avLst/>
              <a:gdLst/>
              <a:ahLst/>
              <a:cxnLst/>
              <a:rect l="l" t="t" r="r" b="b"/>
              <a:pathLst>
                <a:path w="1323339" h="34289">
                  <a:moveTo>
                    <a:pt x="1323339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1323339" y="34290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E5E7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7" name="object 757"/>
            <p:cNvSpPr/>
            <p:nvPr/>
          </p:nvSpPr>
          <p:spPr>
            <a:xfrm>
              <a:off x="4772659" y="4135119"/>
              <a:ext cx="1323340" cy="34290"/>
            </a:xfrm>
            <a:custGeom>
              <a:avLst/>
              <a:gdLst/>
              <a:ahLst/>
              <a:cxnLst/>
              <a:rect l="l" t="t" r="r" b="b"/>
              <a:pathLst>
                <a:path w="1323339" h="34289">
                  <a:moveTo>
                    <a:pt x="1323339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1323339" y="34289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E5E7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8" name="object 758"/>
            <p:cNvSpPr/>
            <p:nvPr/>
          </p:nvSpPr>
          <p:spPr>
            <a:xfrm>
              <a:off x="4772659" y="4169409"/>
              <a:ext cx="1323340" cy="35560"/>
            </a:xfrm>
            <a:custGeom>
              <a:avLst/>
              <a:gdLst/>
              <a:ahLst/>
              <a:cxnLst/>
              <a:rect l="l" t="t" r="r" b="b"/>
              <a:pathLst>
                <a:path w="1323339" h="35560">
                  <a:moveTo>
                    <a:pt x="1323339" y="0"/>
                  </a:moveTo>
                  <a:lnTo>
                    <a:pt x="0" y="0"/>
                  </a:lnTo>
                  <a:lnTo>
                    <a:pt x="0" y="35559"/>
                  </a:lnTo>
                  <a:lnTo>
                    <a:pt x="1323339" y="35559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E4E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9" name="object 759"/>
            <p:cNvSpPr/>
            <p:nvPr/>
          </p:nvSpPr>
          <p:spPr>
            <a:xfrm>
              <a:off x="4772659" y="4204969"/>
              <a:ext cx="1323340" cy="34290"/>
            </a:xfrm>
            <a:custGeom>
              <a:avLst/>
              <a:gdLst/>
              <a:ahLst/>
              <a:cxnLst/>
              <a:rect l="l" t="t" r="r" b="b"/>
              <a:pathLst>
                <a:path w="1323339" h="34289">
                  <a:moveTo>
                    <a:pt x="1323339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1323339" y="34289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E4E6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0" name="object 760"/>
            <p:cNvSpPr/>
            <p:nvPr/>
          </p:nvSpPr>
          <p:spPr>
            <a:xfrm>
              <a:off x="4772659" y="4239259"/>
              <a:ext cx="1323340" cy="34290"/>
            </a:xfrm>
            <a:custGeom>
              <a:avLst/>
              <a:gdLst/>
              <a:ahLst/>
              <a:cxnLst/>
              <a:rect l="l" t="t" r="r" b="b"/>
              <a:pathLst>
                <a:path w="1323339" h="34289">
                  <a:moveTo>
                    <a:pt x="1323339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1323339" y="34289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E3E6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1" name="object 761"/>
            <p:cNvSpPr/>
            <p:nvPr/>
          </p:nvSpPr>
          <p:spPr>
            <a:xfrm>
              <a:off x="4772659" y="4273549"/>
              <a:ext cx="1323340" cy="34290"/>
            </a:xfrm>
            <a:custGeom>
              <a:avLst/>
              <a:gdLst/>
              <a:ahLst/>
              <a:cxnLst/>
              <a:rect l="l" t="t" r="r" b="b"/>
              <a:pathLst>
                <a:path w="1323339" h="34289">
                  <a:moveTo>
                    <a:pt x="1323339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1323339" y="34289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E3E6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2" name="object 762"/>
            <p:cNvSpPr/>
            <p:nvPr/>
          </p:nvSpPr>
          <p:spPr>
            <a:xfrm>
              <a:off x="4772659" y="4307839"/>
              <a:ext cx="1323340" cy="34290"/>
            </a:xfrm>
            <a:custGeom>
              <a:avLst/>
              <a:gdLst/>
              <a:ahLst/>
              <a:cxnLst/>
              <a:rect l="l" t="t" r="r" b="b"/>
              <a:pathLst>
                <a:path w="1323339" h="34289">
                  <a:moveTo>
                    <a:pt x="1323339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1323339" y="34290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E3E5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3" name="object 763"/>
            <p:cNvSpPr/>
            <p:nvPr/>
          </p:nvSpPr>
          <p:spPr>
            <a:xfrm>
              <a:off x="4772659" y="4342129"/>
              <a:ext cx="1323340" cy="34290"/>
            </a:xfrm>
            <a:custGeom>
              <a:avLst/>
              <a:gdLst/>
              <a:ahLst/>
              <a:cxnLst/>
              <a:rect l="l" t="t" r="r" b="b"/>
              <a:pathLst>
                <a:path w="1323339" h="34289">
                  <a:moveTo>
                    <a:pt x="1323339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1323339" y="34290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E2E5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" name="object 764"/>
            <p:cNvSpPr/>
            <p:nvPr/>
          </p:nvSpPr>
          <p:spPr>
            <a:xfrm>
              <a:off x="4772659" y="4376419"/>
              <a:ext cx="1323340" cy="34290"/>
            </a:xfrm>
            <a:custGeom>
              <a:avLst/>
              <a:gdLst/>
              <a:ahLst/>
              <a:cxnLst/>
              <a:rect l="l" t="t" r="r" b="b"/>
              <a:pathLst>
                <a:path w="1323339" h="34289">
                  <a:moveTo>
                    <a:pt x="1323339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1323339" y="34289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E2E5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5" name="object 765"/>
            <p:cNvSpPr/>
            <p:nvPr/>
          </p:nvSpPr>
          <p:spPr>
            <a:xfrm>
              <a:off x="4772659" y="4410709"/>
              <a:ext cx="1323340" cy="34290"/>
            </a:xfrm>
            <a:custGeom>
              <a:avLst/>
              <a:gdLst/>
              <a:ahLst/>
              <a:cxnLst/>
              <a:rect l="l" t="t" r="r" b="b"/>
              <a:pathLst>
                <a:path w="1323339" h="34289">
                  <a:moveTo>
                    <a:pt x="1323339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1323339" y="34289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E2E4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6" name="object 766"/>
            <p:cNvSpPr/>
            <p:nvPr/>
          </p:nvSpPr>
          <p:spPr>
            <a:xfrm>
              <a:off x="4772659" y="4444999"/>
              <a:ext cx="1323340" cy="34290"/>
            </a:xfrm>
            <a:custGeom>
              <a:avLst/>
              <a:gdLst/>
              <a:ahLst/>
              <a:cxnLst/>
              <a:rect l="l" t="t" r="r" b="b"/>
              <a:pathLst>
                <a:path w="1323339" h="34289">
                  <a:moveTo>
                    <a:pt x="1323339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1323339" y="34289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E1E4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7" name="object 767"/>
            <p:cNvSpPr/>
            <p:nvPr/>
          </p:nvSpPr>
          <p:spPr>
            <a:xfrm>
              <a:off x="4772659" y="4479289"/>
              <a:ext cx="1323340" cy="34290"/>
            </a:xfrm>
            <a:custGeom>
              <a:avLst/>
              <a:gdLst/>
              <a:ahLst/>
              <a:cxnLst/>
              <a:rect l="l" t="t" r="r" b="b"/>
              <a:pathLst>
                <a:path w="1323339" h="34289">
                  <a:moveTo>
                    <a:pt x="1323339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1323339" y="34290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E1E3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8" name="object 768"/>
            <p:cNvSpPr/>
            <p:nvPr/>
          </p:nvSpPr>
          <p:spPr>
            <a:xfrm>
              <a:off x="4772659" y="4513579"/>
              <a:ext cx="1323340" cy="34290"/>
            </a:xfrm>
            <a:custGeom>
              <a:avLst/>
              <a:gdLst/>
              <a:ahLst/>
              <a:cxnLst/>
              <a:rect l="l" t="t" r="r" b="b"/>
              <a:pathLst>
                <a:path w="1323339" h="34289">
                  <a:moveTo>
                    <a:pt x="1323339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1323339" y="34290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E1E3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9" name="object 769"/>
            <p:cNvSpPr/>
            <p:nvPr/>
          </p:nvSpPr>
          <p:spPr>
            <a:xfrm>
              <a:off x="4772659" y="4547869"/>
              <a:ext cx="1323340" cy="35560"/>
            </a:xfrm>
            <a:custGeom>
              <a:avLst/>
              <a:gdLst/>
              <a:ahLst/>
              <a:cxnLst/>
              <a:rect l="l" t="t" r="r" b="b"/>
              <a:pathLst>
                <a:path w="1323339" h="35560">
                  <a:moveTo>
                    <a:pt x="1323339" y="0"/>
                  </a:moveTo>
                  <a:lnTo>
                    <a:pt x="0" y="0"/>
                  </a:lnTo>
                  <a:lnTo>
                    <a:pt x="0" y="35559"/>
                  </a:lnTo>
                  <a:lnTo>
                    <a:pt x="1323339" y="35559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E0E3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0" name="object 770"/>
            <p:cNvSpPr/>
            <p:nvPr/>
          </p:nvSpPr>
          <p:spPr>
            <a:xfrm>
              <a:off x="4772659" y="4583429"/>
              <a:ext cx="1323340" cy="33020"/>
            </a:xfrm>
            <a:custGeom>
              <a:avLst/>
              <a:gdLst/>
              <a:ahLst/>
              <a:cxnLst/>
              <a:rect l="l" t="t" r="r" b="b"/>
              <a:pathLst>
                <a:path w="1323339" h="33020">
                  <a:moveTo>
                    <a:pt x="1323339" y="0"/>
                  </a:moveTo>
                  <a:lnTo>
                    <a:pt x="0" y="0"/>
                  </a:lnTo>
                  <a:lnTo>
                    <a:pt x="0" y="33020"/>
                  </a:lnTo>
                  <a:lnTo>
                    <a:pt x="1323339" y="33020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E0E2A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1" name="object 771"/>
            <p:cNvSpPr/>
            <p:nvPr/>
          </p:nvSpPr>
          <p:spPr>
            <a:xfrm>
              <a:off x="4772659" y="4616449"/>
              <a:ext cx="1323340" cy="35560"/>
            </a:xfrm>
            <a:custGeom>
              <a:avLst/>
              <a:gdLst/>
              <a:ahLst/>
              <a:cxnLst/>
              <a:rect l="l" t="t" r="r" b="b"/>
              <a:pathLst>
                <a:path w="1323339" h="35560">
                  <a:moveTo>
                    <a:pt x="1323339" y="0"/>
                  </a:moveTo>
                  <a:lnTo>
                    <a:pt x="0" y="0"/>
                  </a:lnTo>
                  <a:lnTo>
                    <a:pt x="0" y="35560"/>
                  </a:lnTo>
                  <a:lnTo>
                    <a:pt x="1323339" y="35560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E0E2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2" name="object 772"/>
            <p:cNvSpPr/>
            <p:nvPr/>
          </p:nvSpPr>
          <p:spPr>
            <a:xfrm>
              <a:off x="4772659" y="4652009"/>
              <a:ext cx="1323340" cy="34290"/>
            </a:xfrm>
            <a:custGeom>
              <a:avLst/>
              <a:gdLst/>
              <a:ahLst/>
              <a:cxnLst/>
              <a:rect l="l" t="t" r="r" b="b"/>
              <a:pathLst>
                <a:path w="1323339" h="34289">
                  <a:moveTo>
                    <a:pt x="1323339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1323339" y="34289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DFE2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3" name="object 773"/>
            <p:cNvSpPr/>
            <p:nvPr/>
          </p:nvSpPr>
          <p:spPr>
            <a:xfrm>
              <a:off x="4772659" y="4686299"/>
              <a:ext cx="1323340" cy="34290"/>
            </a:xfrm>
            <a:custGeom>
              <a:avLst/>
              <a:gdLst/>
              <a:ahLst/>
              <a:cxnLst/>
              <a:rect l="l" t="t" r="r" b="b"/>
              <a:pathLst>
                <a:path w="1323339" h="34289">
                  <a:moveTo>
                    <a:pt x="1323339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1323339" y="34289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DFE1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4" name="object 774"/>
            <p:cNvSpPr/>
            <p:nvPr/>
          </p:nvSpPr>
          <p:spPr>
            <a:xfrm>
              <a:off x="4772659" y="4720589"/>
              <a:ext cx="1323340" cy="34290"/>
            </a:xfrm>
            <a:custGeom>
              <a:avLst/>
              <a:gdLst/>
              <a:ahLst/>
              <a:cxnLst/>
              <a:rect l="l" t="t" r="r" b="b"/>
              <a:pathLst>
                <a:path w="1323339" h="34289">
                  <a:moveTo>
                    <a:pt x="1323339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1323339" y="34290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DEE1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5" name="object 775"/>
            <p:cNvSpPr/>
            <p:nvPr/>
          </p:nvSpPr>
          <p:spPr>
            <a:xfrm>
              <a:off x="4772659" y="4754879"/>
              <a:ext cx="1323340" cy="34290"/>
            </a:xfrm>
            <a:custGeom>
              <a:avLst/>
              <a:gdLst/>
              <a:ahLst/>
              <a:cxnLst/>
              <a:rect l="l" t="t" r="r" b="b"/>
              <a:pathLst>
                <a:path w="1323339" h="34289">
                  <a:moveTo>
                    <a:pt x="1323339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1323339" y="34290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DEE1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6" name="object 776"/>
            <p:cNvSpPr/>
            <p:nvPr/>
          </p:nvSpPr>
          <p:spPr>
            <a:xfrm>
              <a:off x="4772659" y="4789169"/>
              <a:ext cx="1323340" cy="34290"/>
            </a:xfrm>
            <a:custGeom>
              <a:avLst/>
              <a:gdLst/>
              <a:ahLst/>
              <a:cxnLst/>
              <a:rect l="l" t="t" r="r" b="b"/>
              <a:pathLst>
                <a:path w="1323339" h="34289">
                  <a:moveTo>
                    <a:pt x="1323339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1323339" y="34289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DEE0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7" name="object 777"/>
            <p:cNvSpPr/>
            <p:nvPr/>
          </p:nvSpPr>
          <p:spPr>
            <a:xfrm>
              <a:off x="4772659" y="4823459"/>
              <a:ext cx="1323340" cy="34290"/>
            </a:xfrm>
            <a:custGeom>
              <a:avLst/>
              <a:gdLst/>
              <a:ahLst/>
              <a:cxnLst/>
              <a:rect l="l" t="t" r="r" b="b"/>
              <a:pathLst>
                <a:path w="1323339" h="34289">
                  <a:moveTo>
                    <a:pt x="1323339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1323339" y="34289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DDE0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8" name="object 778"/>
            <p:cNvSpPr/>
            <p:nvPr/>
          </p:nvSpPr>
          <p:spPr>
            <a:xfrm>
              <a:off x="4772659" y="4857749"/>
              <a:ext cx="1323340" cy="34290"/>
            </a:xfrm>
            <a:custGeom>
              <a:avLst/>
              <a:gdLst/>
              <a:ahLst/>
              <a:cxnLst/>
              <a:rect l="l" t="t" r="r" b="b"/>
              <a:pathLst>
                <a:path w="1323339" h="34289">
                  <a:moveTo>
                    <a:pt x="1323339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1323339" y="34289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DDE0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9" name="object 779"/>
            <p:cNvSpPr/>
            <p:nvPr/>
          </p:nvSpPr>
          <p:spPr>
            <a:xfrm>
              <a:off x="4772659" y="4892039"/>
              <a:ext cx="1323340" cy="34290"/>
            </a:xfrm>
            <a:custGeom>
              <a:avLst/>
              <a:gdLst/>
              <a:ahLst/>
              <a:cxnLst/>
              <a:rect l="l" t="t" r="r" b="b"/>
              <a:pathLst>
                <a:path w="1323339" h="34289">
                  <a:moveTo>
                    <a:pt x="1323339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1323339" y="34290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DDDF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0" name="object 780"/>
            <p:cNvSpPr/>
            <p:nvPr/>
          </p:nvSpPr>
          <p:spPr>
            <a:xfrm>
              <a:off x="4772659" y="4926329"/>
              <a:ext cx="1323340" cy="34290"/>
            </a:xfrm>
            <a:custGeom>
              <a:avLst/>
              <a:gdLst/>
              <a:ahLst/>
              <a:cxnLst/>
              <a:rect l="l" t="t" r="r" b="b"/>
              <a:pathLst>
                <a:path w="1323339" h="34289">
                  <a:moveTo>
                    <a:pt x="1323339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1323339" y="34290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DCDF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1" name="object 781"/>
            <p:cNvSpPr/>
            <p:nvPr/>
          </p:nvSpPr>
          <p:spPr>
            <a:xfrm>
              <a:off x="4772659" y="4960619"/>
              <a:ext cx="1323340" cy="35560"/>
            </a:xfrm>
            <a:custGeom>
              <a:avLst/>
              <a:gdLst/>
              <a:ahLst/>
              <a:cxnLst/>
              <a:rect l="l" t="t" r="r" b="b"/>
              <a:pathLst>
                <a:path w="1323339" h="35560">
                  <a:moveTo>
                    <a:pt x="1323339" y="0"/>
                  </a:moveTo>
                  <a:lnTo>
                    <a:pt x="0" y="0"/>
                  </a:lnTo>
                  <a:lnTo>
                    <a:pt x="0" y="35559"/>
                  </a:lnTo>
                  <a:lnTo>
                    <a:pt x="1323339" y="35559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DCD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2" name="object 782"/>
            <p:cNvSpPr/>
            <p:nvPr/>
          </p:nvSpPr>
          <p:spPr>
            <a:xfrm>
              <a:off x="4772659" y="4996179"/>
              <a:ext cx="1323340" cy="34290"/>
            </a:xfrm>
            <a:custGeom>
              <a:avLst/>
              <a:gdLst/>
              <a:ahLst/>
              <a:cxnLst/>
              <a:rect l="l" t="t" r="r" b="b"/>
              <a:pathLst>
                <a:path w="1323339" h="34289">
                  <a:moveTo>
                    <a:pt x="1323339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1323339" y="34290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DCDE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3" name="object 783"/>
            <p:cNvSpPr/>
            <p:nvPr/>
          </p:nvSpPr>
          <p:spPr>
            <a:xfrm>
              <a:off x="4772659" y="5030469"/>
              <a:ext cx="1323340" cy="34290"/>
            </a:xfrm>
            <a:custGeom>
              <a:avLst/>
              <a:gdLst/>
              <a:ahLst/>
              <a:cxnLst/>
              <a:rect l="l" t="t" r="r" b="b"/>
              <a:pathLst>
                <a:path w="1323339" h="34289">
                  <a:moveTo>
                    <a:pt x="1323339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1323339" y="34289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DBDE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4" name="object 784"/>
            <p:cNvSpPr/>
            <p:nvPr/>
          </p:nvSpPr>
          <p:spPr>
            <a:xfrm>
              <a:off x="4772659" y="5064759"/>
              <a:ext cx="1323340" cy="34290"/>
            </a:xfrm>
            <a:custGeom>
              <a:avLst/>
              <a:gdLst/>
              <a:ahLst/>
              <a:cxnLst/>
              <a:rect l="l" t="t" r="r" b="b"/>
              <a:pathLst>
                <a:path w="1323339" h="34289">
                  <a:moveTo>
                    <a:pt x="1323339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1323339" y="34289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DBDE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5" name="object 785"/>
            <p:cNvSpPr/>
            <p:nvPr/>
          </p:nvSpPr>
          <p:spPr>
            <a:xfrm>
              <a:off x="4772659" y="5099050"/>
              <a:ext cx="1323340" cy="34290"/>
            </a:xfrm>
            <a:custGeom>
              <a:avLst/>
              <a:gdLst/>
              <a:ahLst/>
              <a:cxnLst/>
              <a:rect l="l" t="t" r="r" b="b"/>
              <a:pathLst>
                <a:path w="1323339" h="34289">
                  <a:moveTo>
                    <a:pt x="1323339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1323339" y="34289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DBDD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6" name="object 786"/>
            <p:cNvSpPr/>
            <p:nvPr/>
          </p:nvSpPr>
          <p:spPr>
            <a:xfrm>
              <a:off x="4772659" y="5133339"/>
              <a:ext cx="1323340" cy="34290"/>
            </a:xfrm>
            <a:custGeom>
              <a:avLst/>
              <a:gdLst/>
              <a:ahLst/>
              <a:cxnLst/>
              <a:rect l="l" t="t" r="r" b="b"/>
              <a:pathLst>
                <a:path w="1323339" h="34289">
                  <a:moveTo>
                    <a:pt x="1323339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1323339" y="34290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DADD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7" name="object 787"/>
            <p:cNvSpPr/>
            <p:nvPr/>
          </p:nvSpPr>
          <p:spPr>
            <a:xfrm>
              <a:off x="4772659" y="5167629"/>
              <a:ext cx="1323340" cy="34290"/>
            </a:xfrm>
            <a:custGeom>
              <a:avLst/>
              <a:gdLst/>
              <a:ahLst/>
              <a:cxnLst/>
              <a:rect l="l" t="t" r="r" b="b"/>
              <a:pathLst>
                <a:path w="1323339" h="34289">
                  <a:moveTo>
                    <a:pt x="1323339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1323339" y="34290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DADD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8" name="object 788"/>
            <p:cNvSpPr/>
            <p:nvPr/>
          </p:nvSpPr>
          <p:spPr>
            <a:xfrm>
              <a:off x="4772659" y="5201919"/>
              <a:ext cx="1323340" cy="34290"/>
            </a:xfrm>
            <a:custGeom>
              <a:avLst/>
              <a:gdLst/>
              <a:ahLst/>
              <a:cxnLst/>
              <a:rect l="l" t="t" r="r" b="b"/>
              <a:pathLst>
                <a:path w="1323339" h="34289">
                  <a:moveTo>
                    <a:pt x="1323339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1323339" y="34289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D9DC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9" name="object 789"/>
            <p:cNvSpPr/>
            <p:nvPr/>
          </p:nvSpPr>
          <p:spPr>
            <a:xfrm>
              <a:off x="4772659" y="5236209"/>
              <a:ext cx="1323340" cy="34290"/>
            </a:xfrm>
            <a:custGeom>
              <a:avLst/>
              <a:gdLst/>
              <a:ahLst/>
              <a:cxnLst/>
              <a:rect l="l" t="t" r="r" b="b"/>
              <a:pathLst>
                <a:path w="1323339" h="34289">
                  <a:moveTo>
                    <a:pt x="1323339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1323339" y="34289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D9D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0" name="object 790"/>
            <p:cNvSpPr/>
            <p:nvPr/>
          </p:nvSpPr>
          <p:spPr>
            <a:xfrm>
              <a:off x="4772659" y="5270500"/>
              <a:ext cx="1323340" cy="34290"/>
            </a:xfrm>
            <a:custGeom>
              <a:avLst/>
              <a:gdLst/>
              <a:ahLst/>
              <a:cxnLst/>
              <a:rect l="l" t="t" r="r" b="b"/>
              <a:pathLst>
                <a:path w="1323339" h="34289">
                  <a:moveTo>
                    <a:pt x="1323339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1323339" y="34290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D9DC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1" name="object 791"/>
            <p:cNvSpPr/>
            <p:nvPr/>
          </p:nvSpPr>
          <p:spPr>
            <a:xfrm>
              <a:off x="4772659" y="5304789"/>
              <a:ext cx="1323340" cy="34290"/>
            </a:xfrm>
            <a:custGeom>
              <a:avLst/>
              <a:gdLst/>
              <a:ahLst/>
              <a:cxnLst/>
              <a:rect l="l" t="t" r="r" b="b"/>
              <a:pathLst>
                <a:path w="1323339" h="34289">
                  <a:moveTo>
                    <a:pt x="1323339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1323339" y="34290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D8DB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2" name="object 792"/>
            <p:cNvSpPr/>
            <p:nvPr/>
          </p:nvSpPr>
          <p:spPr>
            <a:xfrm>
              <a:off x="4772659" y="5339079"/>
              <a:ext cx="1323340" cy="35560"/>
            </a:xfrm>
            <a:custGeom>
              <a:avLst/>
              <a:gdLst/>
              <a:ahLst/>
              <a:cxnLst/>
              <a:rect l="l" t="t" r="r" b="b"/>
              <a:pathLst>
                <a:path w="1323339" h="35560">
                  <a:moveTo>
                    <a:pt x="1323339" y="0"/>
                  </a:moveTo>
                  <a:lnTo>
                    <a:pt x="0" y="0"/>
                  </a:lnTo>
                  <a:lnTo>
                    <a:pt x="0" y="35560"/>
                  </a:lnTo>
                  <a:lnTo>
                    <a:pt x="1323339" y="35560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D8DB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3" name="object 793"/>
            <p:cNvSpPr/>
            <p:nvPr/>
          </p:nvSpPr>
          <p:spPr>
            <a:xfrm>
              <a:off x="4772659" y="5374639"/>
              <a:ext cx="1323340" cy="33020"/>
            </a:xfrm>
            <a:custGeom>
              <a:avLst/>
              <a:gdLst/>
              <a:ahLst/>
              <a:cxnLst/>
              <a:rect l="l" t="t" r="r" b="b"/>
              <a:pathLst>
                <a:path w="1323339" h="33020">
                  <a:moveTo>
                    <a:pt x="1323339" y="0"/>
                  </a:moveTo>
                  <a:lnTo>
                    <a:pt x="0" y="0"/>
                  </a:lnTo>
                  <a:lnTo>
                    <a:pt x="0" y="33020"/>
                  </a:lnTo>
                  <a:lnTo>
                    <a:pt x="1323339" y="33020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D8DB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4" name="object 794"/>
            <p:cNvSpPr/>
            <p:nvPr/>
          </p:nvSpPr>
          <p:spPr>
            <a:xfrm>
              <a:off x="4772659" y="5407659"/>
              <a:ext cx="1323340" cy="35560"/>
            </a:xfrm>
            <a:custGeom>
              <a:avLst/>
              <a:gdLst/>
              <a:ahLst/>
              <a:cxnLst/>
              <a:rect l="l" t="t" r="r" b="b"/>
              <a:pathLst>
                <a:path w="1323339" h="35560">
                  <a:moveTo>
                    <a:pt x="1323339" y="0"/>
                  </a:moveTo>
                  <a:lnTo>
                    <a:pt x="0" y="0"/>
                  </a:lnTo>
                  <a:lnTo>
                    <a:pt x="0" y="35559"/>
                  </a:lnTo>
                  <a:lnTo>
                    <a:pt x="1323339" y="35559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D7DA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5" name="object 795"/>
            <p:cNvSpPr/>
            <p:nvPr/>
          </p:nvSpPr>
          <p:spPr>
            <a:xfrm>
              <a:off x="4772659" y="5443219"/>
              <a:ext cx="1323340" cy="34290"/>
            </a:xfrm>
            <a:custGeom>
              <a:avLst/>
              <a:gdLst/>
              <a:ahLst/>
              <a:cxnLst/>
              <a:rect l="l" t="t" r="r" b="b"/>
              <a:pathLst>
                <a:path w="1323339" h="34289">
                  <a:moveTo>
                    <a:pt x="1323339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1323339" y="34289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D7DA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6" name="object 796"/>
            <p:cNvSpPr/>
            <p:nvPr/>
          </p:nvSpPr>
          <p:spPr>
            <a:xfrm>
              <a:off x="4772659" y="5477509"/>
              <a:ext cx="1323340" cy="34290"/>
            </a:xfrm>
            <a:custGeom>
              <a:avLst/>
              <a:gdLst/>
              <a:ahLst/>
              <a:cxnLst/>
              <a:rect l="l" t="t" r="r" b="b"/>
              <a:pathLst>
                <a:path w="1323339" h="34289">
                  <a:moveTo>
                    <a:pt x="1323339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1323339" y="34289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D7DA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7" name="object 797"/>
            <p:cNvSpPr/>
            <p:nvPr/>
          </p:nvSpPr>
          <p:spPr>
            <a:xfrm>
              <a:off x="4772659" y="5511800"/>
              <a:ext cx="1323340" cy="34290"/>
            </a:xfrm>
            <a:custGeom>
              <a:avLst/>
              <a:gdLst/>
              <a:ahLst/>
              <a:cxnLst/>
              <a:rect l="l" t="t" r="r" b="b"/>
              <a:pathLst>
                <a:path w="1323339" h="34289">
                  <a:moveTo>
                    <a:pt x="1323339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1323339" y="34290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D6D9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8" name="object 798"/>
            <p:cNvSpPr/>
            <p:nvPr/>
          </p:nvSpPr>
          <p:spPr>
            <a:xfrm>
              <a:off x="4772660" y="3276599"/>
              <a:ext cx="1323340" cy="2540"/>
            </a:xfrm>
            <a:custGeom>
              <a:avLst/>
              <a:gdLst/>
              <a:ahLst/>
              <a:cxnLst/>
              <a:rect l="l" t="t" r="r" b="b"/>
              <a:pathLst>
                <a:path w="1323339" h="2539">
                  <a:moveTo>
                    <a:pt x="13233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1323340" y="2540"/>
                  </a:lnTo>
                  <a:lnTo>
                    <a:pt x="1323340" y="1270"/>
                  </a:lnTo>
                  <a:lnTo>
                    <a:pt x="1323340" y="0"/>
                  </a:lnTo>
                  <a:close/>
                </a:path>
              </a:pathLst>
            </a:custGeom>
            <a:solidFill>
              <a:srgbClr val="EDEF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9" name="object 799"/>
            <p:cNvSpPr/>
            <p:nvPr/>
          </p:nvSpPr>
          <p:spPr>
            <a:xfrm>
              <a:off x="4775200" y="3279139"/>
              <a:ext cx="1319530" cy="3810"/>
            </a:xfrm>
            <a:custGeom>
              <a:avLst/>
              <a:gdLst/>
              <a:ahLst/>
              <a:cxnLst/>
              <a:rect l="l" t="t" r="r" b="b"/>
              <a:pathLst>
                <a:path w="1319529" h="3810">
                  <a:moveTo>
                    <a:pt x="131953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1316990" y="3810"/>
                  </a:lnTo>
                  <a:lnTo>
                    <a:pt x="1316990" y="2540"/>
                  </a:lnTo>
                  <a:lnTo>
                    <a:pt x="1318260" y="2540"/>
                  </a:lnTo>
                  <a:lnTo>
                    <a:pt x="1318260" y="1270"/>
                  </a:lnTo>
                  <a:lnTo>
                    <a:pt x="1319530" y="1270"/>
                  </a:lnTo>
                  <a:lnTo>
                    <a:pt x="1319530" y="0"/>
                  </a:lnTo>
                  <a:close/>
                </a:path>
              </a:pathLst>
            </a:custGeom>
            <a:solidFill>
              <a:srgbClr val="EBEE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0" name="object 800"/>
            <p:cNvSpPr/>
            <p:nvPr/>
          </p:nvSpPr>
          <p:spPr>
            <a:xfrm>
              <a:off x="4779010" y="3282949"/>
              <a:ext cx="1311910" cy="3810"/>
            </a:xfrm>
            <a:custGeom>
              <a:avLst/>
              <a:gdLst/>
              <a:ahLst/>
              <a:cxnLst/>
              <a:rect l="l" t="t" r="r" b="b"/>
              <a:pathLst>
                <a:path w="1311910" h="3810">
                  <a:moveTo>
                    <a:pt x="13119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1309370" y="3810"/>
                  </a:lnTo>
                  <a:lnTo>
                    <a:pt x="1309370" y="2540"/>
                  </a:lnTo>
                  <a:lnTo>
                    <a:pt x="1310640" y="2540"/>
                  </a:lnTo>
                  <a:lnTo>
                    <a:pt x="1310640" y="1270"/>
                  </a:lnTo>
                  <a:lnTo>
                    <a:pt x="1311910" y="1270"/>
                  </a:lnTo>
                  <a:lnTo>
                    <a:pt x="1311910" y="0"/>
                  </a:lnTo>
                  <a:close/>
                </a:path>
              </a:pathLst>
            </a:custGeom>
            <a:solidFill>
              <a:srgbClr val="E9EC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1" name="object 801"/>
            <p:cNvSpPr/>
            <p:nvPr/>
          </p:nvSpPr>
          <p:spPr>
            <a:xfrm>
              <a:off x="4782820" y="3286759"/>
              <a:ext cx="1304290" cy="3810"/>
            </a:xfrm>
            <a:custGeom>
              <a:avLst/>
              <a:gdLst/>
              <a:ahLst/>
              <a:cxnLst/>
              <a:rect l="l" t="t" r="r" b="b"/>
              <a:pathLst>
                <a:path w="1304289" h="3810">
                  <a:moveTo>
                    <a:pt x="130429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1301750" y="3810"/>
                  </a:lnTo>
                  <a:lnTo>
                    <a:pt x="1301750" y="2540"/>
                  </a:lnTo>
                  <a:lnTo>
                    <a:pt x="1303020" y="2540"/>
                  </a:lnTo>
                  <a:lnTo>
                    <a:pt x="1303020" y="1270"/>
                  </a:lnTo>
                  <a:lnTo>
                    <a:pt x="1304290" y="1270"/>
                  </a:lnTo>
                  <a:lnTo>
                    <a:pt x="1304290" y="0"/>
                  </a:lnTo>
                  <a:close/>
                </a:path>
              </a:pathLst>
            </a:custGeom>
            <a:solidFill>
              <a:srgbClr val="E7EA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2" name="object 802"/>
            <p:cNvSpPr/>
            <p:nvPr/>
          </p:nvSpPr>
          <p:spPr>
            <a:xfrm>
              <a:off x="4786630" y="3290569"/>
              <a:ext cx="1296670" cy="5080"/>
            </a:xfrm>
            <a:custGeom>
              <a:avLst/>
              <a:gdLst/>
              <a:ahLst/>
              <a:cxnLst/>
              <a:rect l="l" t="t" r="r" b="b"/>
              <a:pathLst>
                <a:path w="1296670" h="5079">
                  <a:moveTo>
                    <a:pt x="12966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80"/>
                  </a:lnTo>
                  <a:lnTo>
                    <a:pt x="1292860" y="5080"/>
                  </a:lnTo>
                  <a:lnTo>
                    <a:pt x="1292860" y="3810"/>
                  </a:lnTo>
                  <a:lnTo>
                    <a:pt x="1294130" y="3810"/>
                  </a:lnTo>
                  <a:lnTo>
                    <a:pt x="1294130" y="2540"/>
                  </a:lnTo>
                  <a:lnTo>
                    <a:pt x="1295400" y="2540"/>
                  </a:lnTo>
                  <a:lnTo>
                    <a:pt x="1295400" y="1270"/>
                  </a:lnTo>
                  <a:lnTo>
                    <a:pt x="1296670" y="1270"/>
                  </a:lnTo>
                  <a:lnTo>
                    <a:pt x="1296670" y="0"/>
                  </a:lnTo>
                  <a:close/>
                </a:path>
              </a:pathLst>
            </a:custGeom>
            <a:solidFill>
              <a:srgbClr val="E5E8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3" name="object 803"/>
            <p:cNvSpPr/>
            <p:nvPr/>
          </p:nvSpPr>
          <p:spPr>
            <a:xfrm>
              <a:off x="4791710" y="3295649"/>
              <a:ext cx="1286510" cy="2540"/>
            </a:xfrm>
            <a:custGeom>
              <a:avLst/>
              <a:gdLst/>
              <a:ahLst/>
              <a:cxnLst/>
              <a:rect l="l" t="t" r="r" b="b"/>
              <a:pathLst>
                <a:path w="1286510" h="2539">
                  <a:moveTo>
                    <a:pt x="12865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2540"/>
                  </a:lnTo>
                  <a:lnTo>
                    <a:pt x="1285240" y="2540"/>
                  </a:lnTo>
                  <a:lnTo>
                    <a:pt x="1285240" y="1270"/>
                  </a:lnTo>
                  <a:lnTo>
                    <a:pt x="1286510" y="1270"/>
                  </a:lnTo>
                  <a:lnTo>
                    <a:pt x="1286510" y="0"/>
                  </a:lnTo>
                  <a:close/>
                </a:path>
              </a:pathLst>
            </a:custGeom>
            <a:solidFill>
              <a:srgbClr val="E3E6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4" name="object 804"/>
            <p:cNvSpPr/>
            <p:nvPr/>
          </p:nvSpPr>
          <p:spPr>
            <a:xfrm>
              <a:off x="4795520" y="3298189"/>
              <a:ext cx="1278890" cy="5080"/>
            </a:xfrm>
            <a:custGeom>
              <a:avLst/>
              <a:gdLst/>
              <a:ahLst/>
              <a:cxnLst/>
              <a:rect l="l" t="t" r="r" b="b"/>
              <a:pathLst>
                <a:path w="1278889" h="5079">
                  <a:moveTo>
                    <a:pt x="127889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80"/>
                  </a:lnTo>
                  <a:lnTo>
                    <a:pt x="1275080" y="5080"/>
                  </a:lnTo>
                  <a:lnTo>
                    <a:pt x="1275080" y="3810"/>
                  </a:lnTo>
                  <a:lnTo>
                    <a:pt x="1276350" y="3810"/>
                  </a:lnTo>
                  <a:lnTo>
                    <a:pt x="1276350" y="2540"/>
                  </a:lnTo>
                  <a:lnTo>
                    <a:pt x="1277620" y="2540"/>
                  </a:lnTo>
                  <a:lnTo>
                    <a:pt x="1277620" y="1270"/>
                  </a:lnTo>
                  <a:lnTo>
                    <a:pt x="1278890" y="1270"/>
                  </a:lnTo>
                  <a:lnTo>
                    <a:pt x="1278890" y="0"/>
                  </a:lnTo>
                  <a:close/>
                </a:path>
              </a:pathLst>
            </a:custGeom>
            <a:solidFill>
              <a:srgbClr val="E1E4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5" name="object 805"/>
            <p:cNvSpPr/>
            <p:nvPr/>
          </p:nvSpPr>
          <p:spPr>
            <a:xfrm>
              <a:off x="4800600" y="3303269"/>
              <a:ext cx="1268730" cy="3810"/>
            </a:xfrm>
            <a:custGeom>
              <a:avLst/>
              <a:gdLst/>
              <a:ahLst/>
              <a:cxnLst/>
              <a:rect l="l" t="t" r="r" b="b"/>
              <a:pathLst>
                <a:path w="1268729" h="3810">
                  <a:moveTo>
                    <a:pt x="126873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1266190" y="3810"/>
                  </a:lnTo>
                  <a:lnTo>
                    <a:pt x="1266190" y="2540"/>
                  </a:lnTo>
                  <a:lnTo>
                    <a:pt x="1267460" y="2540"/>
                  </a:lnTo>
                  <a:lnTo>
                    <a:pt x="1267460" y="1270"/>
                  </a:lnTo>
                  <a:lnTo>
                    <a:pt x="1268730" y="1270"/>
                  </a:lnTo>
                  <a:lnTo>
                    <a:pt x="1268730" y="0"/>
                  </a:lnTo>
                  <a:close/>
                </a:path>
              </a:pathLst>
            </a:custGeom>
            <a:solidFill>
              <a:srgbClr val="DFE2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6" name="object 806"/>
            <p:cNvSpPr/>
            <p:nvPr/>
          </p:nvSpPr>
          <p:spPr>
            <a:xfrm>
              <a:off x="4804410" y="3307079"/>
              <a:ext cx="1261110" cy="3810"/>
            </a:xfrm>
            <a:custGeom>
              <a:avLst/>
              <a:gdLst/>
              <a:ahLst/>
              <a:cxnLst/>
              <a:rect l="l" t="t" r="r" b="b"/>
              <a:pathLst>
                <a:path w="1261110" h="3810">
                  <a:moveTo>
                    <a:pt x="12611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1258570" y="3810"/>
                  </a:lnTo>
                  <a:lnTo>
                    <a:pt x="1258570" y="2540"/>
                  </a:lnTo>
                  <a:lnTo>
                    <a:pt x="1259840" y="2540"/>
                  </a:lnTo>
                  <a:lnTo>
                    <a:pt x="1259840" y="1270"/>
                  </a:lnTo>
                  <a:lnTo>
                    <a:pt x="1261110" y="1270"/>
                  </a:lnTo>
                  <a:lnTo>
                    <a:pt x="1261110" y="0"/>
                  </a:lnTo>
                  <a:close/>
                </a:path>
              </a:pathLst>
            </a:custGeom>
            <a:solidFill>
              <a:srgbClr val="DDE0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7" name="object 807"/>
            <p:cNvSpPr/>
            <p:nvPr/>
          </p:nvSpPr>
          <p:spPr>
            <a:xfrm>
              <a:off x="4808220" y="3310889"/>
              <a:ext cx="1253490" cy="3810"/>
            </a:xfrm>
            <a:custGeom>
              <a:avLst/>
              <a:gdLst/>
              <a:ahLst/>
              <a:cxnLst/>
              <a:rect l="l" t="t" r="r" b="b"/>
              <a:pathLst>
                <a:path w="1253489" h="3810">
                  <a:moveTo>
                    <a:pt x="125349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1250950" y="3810"/>
                  </a:lnTo>
                  <a:lnTo>
                    <a:pt x="1250950" y="2540"/>
                  </a:lnTo>
                  <a:lnTo>
                    <a:pt x="1252220" y="2540"/>
                  </a:lnTo>
                  <a:lnTo>
                    <a:pt x="1252220" y="1270"/>
                  </a:lnTo>
                  <a:lnTo>
                    <a:pt x="1253490" y="1270"/>
                  </a:lnTo>
                  <a:lnTo>
                    <a:pt x="1253490" y="0"/>
                  </a:lnTo>
                  <a:close/>
                </a:path>
              </a:pathLst>
            </a:custGeom>
            <a:solidFill>
              <a:srgbClr val="DBDE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8" name="object 808"/>
            <p:cNvSpPr/>
            <p:nvPr/>
          </p:nvSpPr>
          <p:spPr>
            <a:xfrm>
              <a:off x="4812030" y="3314699"/>
              <a:ext cx="1245870" cy="3810"/>
            </a:xfrm>
            <a:custGeom>
              <a:avLst/>
              <a:gdLst/>
              <a:ahLst/>
              <a:cxnLst/>
              <a:rect l="l" t="t" r="r" b="b"/>
              <a:pathLst>
                <a:path w="1245870" h="3810">
                  <a:moveTo>
                    <a:pt x="12458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1243330" y="3810"/>
                  </a:lnTo>
                  <a:lnTo>
                    <a:pt x="1243330" y="2540"/>
                  </a:lnTo>
                  <a:lnTo>
                    <a:pt x="1244600" y="2540"/>
                  </a:lnTo>
                  <a:lnTo>
                    <a:pt x="1244600" y="1270"/>
                  </a:lnTo>
                  <a:lnTo>
                    <a:pt x="1245870" y="1270"/>
                  </a:lnTo>
                  <a:lnTo>
                    <a:pt x="1245870" y="0"/>
                  </a:lnTo>
                  <a:close/>
                </a:path>
              </a:pathLst>
            </a:custGeom>
            <a:solidFill>
              <a:srgbClr val="D9DC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9" name="object 809"/>
            <p:cNvSpPr/>
            <p:nvPr/>
          </p:nvSpPr>
          <p:spPr>
            <a:xfrm>
              <a:off x="6054090" y="3276599"/>
              <a:ext cx="41910" cy="67310"/>
            </a:xfrm>
            <a:custGeom>
              <a:avLst/>
              <a:gdLst/>
              <a:ahLst/>
              <a:cxnLst/>
              <a:rect l="l" t="t" r="r" b="b"/>
              <a:pathLst>
                <a:path w="41910" h="67310">
                  <a:moveTo>
                    <a:pt x="41910" y="0"/>
                  </a:moveTo>
                  <a:lnTo>
                    <a:pt x="7620" y="33020"/>
                  </a:lnTo>
                  <a:lnTo>
                    <a:pt x="7620" y="34290"/>
                  </a:lnTo>
                  <a:lnTo>
                    <a:pt x="6350" y="34290"/>
                  </a:lnTo>
                  <a:lnTo>
                    <a:pt x="6350" y="35560"/>
                  </a:lnTo>
                  <a:lnTo>
                    <a:pt x="5080" y="35560"/>
                  </a:lnTo>
                  <a:lnTo>
                    <a:pt x="5080" y="36830"/>
                  </a:lnTo>
                  <a:lnTo>
                    <a:pt x="3810" y="36830"/>
                  </a:lnTo>
                  <a:lnTo>
                    <a:pt x="3810" y="38100"/>
                  </a:lnTo>
                  <a:lnTo>
                    <a:pt x="2540" y="38100"/>
                  </a:lnTo>
                  <a:lnTo>
                    <a:pt x="2540" y="39370"/>
                  </a:lnTo>
                  <a:lnTo>
                    <a:pt x="1270" y="39370"/>
                  </a:lnTo>
                  <a:lnTo>
                    <a:pt x="1270" y="40640"/>
                  </a:lnTo>
                  <a:lnTo>
                    <a:pt x="0" y="40640"/>
                  </a:lnTo>
                  <a:lnTo>
                    <a:pt x="0" y="67310"/>
                  </a:lnTo>
                  <a:lnTo>
                    <a:pt x="41910" y="67310"/>
                  </a:lnTo>
                  <a:lnTo>
                    <a:pt x="41910" y="33020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DEF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0" name="object 810"/>
            <p:cNvSpPr/>
            <p:nvPr/>
          </p:nvSpPr>
          <p:spPr>
            <a:xfrm>
              <a:off x="6054089" y="334390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41910" y="3428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DE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1" name="object 811"/>
            <p:cNvSpPr/>
            <p:nvPr/>
          </p:nvSpPr>
          <p:spPr>
            <a:xfrm>
              <a:off x="6054089" y="3378199"/>
              <a:ext cx="41910" cy="35560"/>
            </a:xfrm>
            <a:custGeom>
              <a:avLst/>
              <a:gdLst/>
              <a:ahLst/>
              <a:cxnLst/>
              <a:rect l="l" t="t" r="r" b="b"/>
              <a:pathLst>
                <a:path w="41910" h="35560">
                  <a:moveTo>
                    <a:pt x="41910" y="0"/>
                  </a:moveTo>
                  <a:lnTo>
                    <a:pt x="0" y="0"/>
                  </a:lnTo>
                  <a:lnTo>
                    <a:pt x="0" y="35560"/>
                  </a:lnTo>
                  <a:lnTo>
                    <a:pt x="41910" y="35560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CE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2" name="object 812"/>
            <p:cNvSpPr/>
            <p:nvPr/>
          </p:nvSpPr>
          <p:spPr>
            <a:xfrm>
              <a:off x="6054089" y="3413759"/>
              <a:ext cx="41910" cy="33020"/>
            </a:xfrm>
            <a:custGeom>
              <a:avLst/>
              <a:gdLst/>
              <a:ahLst/>
              <a:cxnLst/>
              <a:rect l="l" t="t" r="r" b="b"/>
              <a:pathLst>
                <a:path w="41910" h="33020">
                  <a:moveTo>
                    <a:pt x="41910" y="0"/>
                  </a:moveTo>
                  <a:lnTo>
                    <a:pt x="0" y="0"/>
                  </a:lnTo>
                  <a:lnTo>
                    <a:pt x="0" y="33019"/>
                  </a:lnTo>
                  <a:lnTo>
                    <a:pt x="41910" y="3301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CEE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3" name="object 813"/>
            <p:cNvSpPr/>
            <p:nvPr/>
          </p:nvSpPr>
          <p:spPr>
            <a:xfrm>
              <a:off x="6054089" y="3446779"/>
              <a:ext cx="41910" cy="35560"/>
            </a:xfrm>
            <a:custGeom>
              <a:avLst/>
              <a:gdLst/>
              <a:ahLst/>
              <a:cxnLst/>
              <a:rect l="l" t="t" r="r" b="b"/>
              <a:pathLst>
                <a:path w="41910" h="35560">
                  <a:moveTo>
                    <a:pt x="41910" y="0"/>
                  </a:moveTo>
                  <a:lnTo>
                    <a:pt x="0" y="0"/>
                  </a:lnTo>
                  <a:lnTo>
                    <a:pt x="0" y="35560"/>
                  </a:lnTo>
                  <a:lnTo>
                    <a:pt x="41910" y="35560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CEE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4" name="object 814"/>
            <p:cNvSpPr/>
            <p:nvPr/>
          </p:nvSpPr>
          <p:spPr>
            <a:xfrm>
              <a:off x="6054089" y="348233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41910" y="3428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BED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5" name="object 815"/>
            <p:cNvSpPr/>
            <p:nvPr/>
          </p:nvSpPr>
          <p:spPr>
            <a:xfrm>
              <a:off x="6054090" y="3516629"/>
              <a:ext cx="41910" cy="68580"/>
            </a:xfrm>
            <a:custGeom>
              <a:avLst/>
              <a:gdLst/>
              <a:ahLst/>
              <a:cxnLst/>
              <a:rect l="l" t="t" r="r" b="b"/>
              <a:pathLst>
                <a:path w="41910" h="68579">
                  <a:moveTo>
                    <a:pt x="41910" y="0"/>
                  </a:moveTo>
                  <a:lnTo>
                    <a:pt x="0" y="0"/>
                  </a:lnTo>
                  <a:lnTo>
                    <a:pt x="0" y="34302"/>
                  </a:lnTo>
                  <a:lnTo>
                    <a:pt x="0" y="68580"/>
                  </a:lnTo>
                  <a:lnTo>
                    <a:pt x="41910" y="68580"/>
                  </a:lnTo>
                  <a:lnTo>
                    <a:pt x="41910" y="34302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BED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6" name="object 816"/>
            <p:cNvSpPr/>
            <p:nvPr/>
          </p:nvSpPr>
          <p:spPr>
            <a:xfrm>
              <a:off x="6054089" y="358520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41910" y="3428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AEC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7" name="object 817"/>
            <p:cNvSpPr/>
            <p:nvPr/>
          </p:nvSpPr>
          <p:spPr>
            <a:xfrm>
              <a:off x="6054089" y="361949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41910" y="3428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AEC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8" name="object 818"/>
            <p:cNvSpPr/>
            <p:nvPr/>
          </p:nvSpPr>
          <p:spPr>
            <a:xfrm>
              <a:off x="6054089" y="365378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41910" y="34290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AE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9" name="object 819"/>
            <p:cNvSpPr/>
            <p:nvPr/>
          </p:nvSpPr>
          <p:spPr>
            <a:xfrm>
              <a:off x="6054089" y="368807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41910" y="34290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9EB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0" name="object 820"/>
            <p:cNvSpPr/>
            <p:nvPr/>
          </p:nvSpPr>
          <p:spPr>
            <a:xfrm>
              <a:off x="6054089" y="372236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41910" y="3428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9EB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1" name="object 821"/>
            <p:cNvSpPr/>
            <p:nvPr/>
          </p:nvSpPr>
          <p:spPr>
            <a:xfrm>
              <a:off x="6054089" y="375665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41910" y="3428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8EB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2" name="object 822"/>
            <p:cNvSpPr/>
            <p:nvPr/>
          </p:nvSpPr>
          <p:spPr>
            <a:xfrm>
              <a:off x="6054089" y="379094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41910" y="3428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8EA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3" name="object 823"/>
            <p:cNvSpPr/>
            <p:nvPr/>
          </p:nvSpPr>
          <p:spPr>
            <a:xfrm>
              <a:off x="6054089" y="3825239"/>
              <a:ext cx="41910" cy="35560"/>
            </a:xfrm>
            <a:custGeom>
              <a:avLst/>
              <a:gdLst/>
              <a:ahLst/>
              <a:cxnLst/>
              <a:rect l="l" t="t" r="r" b="b"/>
              <a:pathLst>
                <a:path w="41910" h="35560">
                  <a:moveTo>
                    <a:pt x="41910" y="0"/>
                  </a:moveTo>
                  <a:lnTo>
                    <a:pt x="0" y="0"/>
                  </a:lnTo>
                  <a:lnTo>
                    <a:pt x="0" y="35560"/>
                  </a:lnTo>
                  <a:lnTo>
                    <a:pt x="41910" y="35560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8EA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4" name="object 824"/>
            <p:cNvSpPr/>
            <p:nvPr/>
          </p:nvSpPr>
          <p:spPr>
            <a:xfrm>
              <a:off x="6054089" y="386079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41910" y="3428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7EA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5" name="object 825"/>
            <p:cNvSpPr/>
            <p:nvPr/>
          </p:nvSpPr>
          <p:spPr>
            <a:xfrm>
              <a:off x="6054089" y="389508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41910" y="34290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7E9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6" name="object 826"/>
            <p:cNvSpPr/>
            <p:nvPr/>
          </p:nvSpPr>
          <p:spPr>
            <a:xfrm>
              <a:off x="6054089" y="392937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41910" y="34290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7E9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7" name="object 827"/>
            <p:cNvSpPr/>
            <p:nvPr/>
          </p:nvSpPr>
          <p:spPr>
            <a:xfrm>
              <a:off x="6054089" y="396366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41910" y="3428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6E9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8" name="object 828"/>
            <p:cNvSpPr/>
            <p:nvPr/>
          </p:nvSpPr>
          <p:spPr>
            <a:xfrm>
              <a:off x="6054089" y="399795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41910" y="3428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6E8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9" name="object 829"/>
            <p:cNvSpPr/>
            <p:nvPr/>
          </p:nvSpPr>
          <p:spPr>
            <a:xfrm>
              <a:off x="6054089" y="403224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41910" y="3428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6E8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0" name="object 830"/>
            <p:cNvSpPr/>
            <p:nvPr/>
          </p:nvSpPr>
          <p:spPr>
            <a:xfrm>
              <a:off x="6054089" y="406653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41910" y="34290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5E8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1" name="object 831"/>
            <p:cNvSpPr/>
            <p:nvPr/>
          </p:nvSpPr>
          <p:spPr>
            <a:xfrm>
              <a:off x="6054089" y="410082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41910" y="34290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5E7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2" name="object 832"/>
            <p:cNvSpPr/>
            <p:nvPr/>
          </p:nvSpPr>
          <p:spPr>
            <a:xfrm>
              <a:off x="6054089" y="413511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41910" y="3428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5E7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3" name="object 833"/>
            <p:cNvSpPr/>
            <p:nvPr/>
          </p:nvSpPr>
          <p:spPr>
            <a:xfrm>
              <a:off x="6054089" y="4169409"/>
              <a:ext cx="41910" cy="35560"/>
            </a:xfrm>
            <a:custGeom>
              <a:avLst/>
              <a:gdLst/>
              <a:ahLst/>
              <a:cxnLst/>
              <a:rect l="l" t="t" r="r" b="b"/>
              <a:pathLst>
                <a:path w="41910" h="35560">
                  <a:moveTo>
                    <a:pt x="41910" y="0"/>
                  </a:moveTo>
                  <a:lnTo>
                    <a:pt x="0" y="0"/>
                  </a:lnTo>
                  <a:lnTo>
                    <a:pt x="0" y="35559"/>
                  </a:lnTo>
                  <a:lnTo>
                    <a:pt x="41910" y="3555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4E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4" name="object 834"/>
            <p:cNvSpPr/>
            <p:nvPr/>
          </p:nvSpPr>
          <p:spPr>
            <a:xfrm>
              <a:off x="6054089" y="420496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41910" y="3428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4E6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5" name="object 835"/>
            <p:cNvSpPr/>
            <p:nvPr/>
          </p:nvSpPr>
          <p:spPr>
            <a:xfrm>
              <a:off x="6054089" y="423925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41910" y="3428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3E6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6" name="object 836"/>
            <p:cNvSpPr/>
            <p:nvPr/>
          </p:nvSpPr>
          <p:spPr>
            <a:xfrm>
              <a:off x="6054089" y="427354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41910" y="3428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3E6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7" name="object 837"/>
            <p:cNvSpPr/>
            <p:nvPr/>
          </p:nvSpPr>
          <p:spPr>
            <a:xfrm>
              <a:off x="6054089" y="430783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41910" y="34290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3E5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8" name="object 838"/>
            <p:cNvSpPr/>
            <p:nvPr/>
          </p:nvSpPr>
          <p:spPr>
            <a:xfrm>
              <a:off x="6054089" y="434212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41910" y="34290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2E5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9" name="object 839"/>
            <p:cNvSpPr/>
            <p:nvPr/>
          </p:nvSpPr>
          <p:spPr>
            <a:xfrm>
              <a:off x="6054089" y="437641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41910" y="3428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2E5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0" name="object 840"/>
            <p:cNvSpPr/>
            <p:nvPr/>
          </p:nvSpPr>
          <p:spPr>
            <a:xfrm>
              <a:off x="6054089" y="441070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41910" y="3428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2E4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1" name="object 841"/>
            <p:cNvSpPr/>
            <p:nvPr/>
          </p:nvSpPr>
          <p:spPr>
            <a:xfrm>
              <a:off x="6054089" y="444499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41910" y="3428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1E4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2" name="object 842"/>
            <p:cNvSpPr/>
            <p:nvPr/>
          </p:nvSpPr>
          <p:spPr>
            <a:xfrm>
              <a:off x="6054089" y="447928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41910" y="34290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1E3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3" name="object 843"/>
            <p:cNvSpPr/>
            <p:nvPr/>
          </p:nvSpPr>
          <p:spPr>
            <a:xfrm>
              <a:off x="6054089" y="451357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41910" y="34290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1E3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4" name="object 844"/>
            <p:cNvSpPr/>
            <p:nvPr/>
          </p:nvSpPr>
          <p:spPr>
            <a:xfrm>
              <a:off x="6054089" y="4547869"/>
              <a:ext cx="41910" cy="35560"/>
            </a:xfrm>
            <a:custGeom>
              <a:avLst/>
              <a:gdLst/>
              <a:ahLst/>
              <a:cxnLst/>
              <a:rect l="l" t="t" r="r" b="b"/>
              <a:pathLst>
                <a:path w="41910" h="35560">
                  <a:moveTo>
                    <a:pt x="41910" y="0"/>
                  </a:moveTo>
                  <a:lnTo>
                    <a:pt x="0" y="0"/>
                  </a:lnTo>
                  <a:lnTo>
                    <a:pt x="0" y="35559"/>
                  </a:lnTo>
                  <a:lnTo>
                    <a:pt x="41910" y="3555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0E3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5" name="object 845"/>
            <p:cNvSpPr/>
            <p:nvPr/>
          </p:nvSpPr>
          <p:spPr>
            <a:xfrm>
              <a:off x="6054089" y="4583429"/>
              <a:ext cx="41910" cy="33020"/>
            </a:xfrm>
            <a:custGeom>
              <a:avLst/>
              <a:gdLst/>
              <a:ahLst/>
              <a:cxnLst/>
              <a:rect l="l" t="t" r="r" b="b"/>
              <a:pathLst>
                <a:path w="41910" h="33020">
                  <a:moveTo>
                    <a:pt x="41910" y="0"/>
                  </a:moveTo>
                  <a:lnTo>
                    <a:pt x="0" y="0"/>
                  </a:lnTo>
                  <a:lnTo>
                    <a:pt x="0" y="33020"/>
                  </a:lnTo>
                  <a:lnTo>
                    <a:pt x="41910" y="33020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0E2A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6" name="object 846"/>
            <p:cNvSpPr/>
            <p:nvPr/>
          </p:nvSpPr>
          <p:spPr>
            <a:xfrm>
              <a:off x="6054089" y="4616449"/>
              <a:ext cx="41910" cy="35560"/>
            </a:xfrm>
            <a:custGeom>
              <a:avLst/>
              <a:gdLst/>
              <a:ahLst/>
              <a:cxnLst/>
              <a:rect l="l" t="t" r="r" b="b"/>
              <a:pathLst>
                <a:path w="41910" h="35560">
                  <a:moveTo>
                    <a:pt x="41910" y="0"/>
                  </a:moveTo>
                  <a:lnTo>
                    <a:pt x="0" y="0"/>
                  </a:lnTo>
                  <a:lnTo>
                    <a:pt x="0" y="35560"/>
                  </a:lnTo>
                  <a:lnTo>
                    <a:pt x="41910" y="35560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0E2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7" name="object 847"/>
            <p:cNvSpPr/>
            <p:nvPr/>
          </p:nvSpPr>
          <p:spPr>
            <a:xfrm>
              <a:off x="6054089" y="465200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41910" y="3428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DFE2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8" name="object 848"/>
            <p:cNvSpPr/>
            <p:nvPr/>
          </p:nvSpPr>
          <p:spPr>
            <a:xfrm>
              <a:off x="6054089" y="468629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41910" y="3428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DFE1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9" name="object 849"/>
            <p:cNvSpPr/>
            <p:nvPr/>
          </p:nvSpPr>
          <p:spPr>
            <a:xfrm>
              <a:off x="6054089" y="472058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41910" y="34290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DEE1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0" name="object 850"/>
            <p:cNvSpPr/>
            <p:nvPr/>
          </p:nvSpPr>
          <p:spPr>
            <a:xfrm>
              <a:off x="6054089" y="475487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41910" y="34290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DEE1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1" name="object 851"/>
            <p:cNvSpPr/>
            <p:nvPr/>
          </p:nvSpPr>
          <p:spPr>
            <a:xfrm>
              <a:off x="6054089" y="478916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41910" y="3428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DEE0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2" name="object 852"/>
            <p:cNvSpPr/>
            <p:nvPr/>
          </p:nvSpPr>
          <p:spPr>
            <a:xfrm>
              <a:off x="6054089" y="482345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41910" y="3428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DDE0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3" name="object 853"/>
            <p:cNvSpPr/>
            <p:nvPr/>
          </p:nvSpPr>
          <p:spPr>
            <a:xfrm>
              <a:off x="6054089" y="485774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41910" y="3428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DDE0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4" name="object 854"/>
            <p:cNvSpPr/>
            <p:nvPr/>
          </p:nvSpPr>
          <p:spPr>
            <a:xfrm>
              <a:off x="6054089" y="489203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41910" y="34290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DDDF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5" name="object 855"/>
            <p:cNvSpPr/>
            <p:nvPr/>
          </p:nvSpPr>
          <p:spPr>
            <a:xfrm>
              <a:off x="6054089" y="492632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41910" y="34290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DCDF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6" name="object 856"/>
            <p:cNvSpPr/>
            <p:nvPr/>
          </p:nvSpPr>
          <p:spPr>
            <a:xfrm>
              <a:off x="6054089" y="4960619"/>
              <a:ext cx="41910" cy="35560"/>
            </a:xfrm>
            <a:custGeom>
              <a:avLst/>
              <a:gdLst/>
              <a:ahLst/>
              <a:cxnLst/>
              <a:rect l="l" t="t" r="r" b="b"/>
              <a:pathLst>
                <a:path w="41910" h="35560">
                  <a:moveTo>
                    <a:pt x="41910" y="0"/>
                  </a:moveTo>
                  <a:lnTo>
                    <a:pt x="0" y="0"/>
                  </a:lnTo>
                  <a:lnTo>
                    <a:pt x="0" y="35559"/>
                  </a:lnTo>
                  <a:lnTo>
                    <a:pt x="41910" y="3555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DCD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7" name="object 857"/>
            <p:cNvSpPr/>
            <p:nvPr/>
          </p:nvSpPr>
          <p:spPr>
            <a:xfrm>
              <a:off x="6054089" y="499617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41910" y="34290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DCDE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8" name="object 858"/>
            <p:cNvSpPr/>
            <p:nvPr/>
          </p:nvSpPr>
          <p:spPr>
            <a:xfrm>
              <a:off x="6054089" y="503046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41910" y="3428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DBDE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9" name="object 859"/>
            <p:cNvSpPr/>
            <p:nvPr/>
          </p:nvSpPr>
          <p:spPr>
            <a:xfrm>
              <a:off x="6054089" y="506475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41910" y="3428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DBDE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0" name="object 860"/>
            <p:cNvSpPr/>
            <p:nvPr/>
          </p:nvSpPr>
          <p:spPr>
            <a:xfrm>
              <a:off x="6054089" y="5099050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41910" y="3428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DBDD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1" name="object 861"/>
            <p:cNvSpPr/>
            <p:nvPr/>
          </p:nvSpPr>
          <p:spPr>
            <a:xfrm>
              <a:off x="6054089" y="513333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41910" y="34290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DADD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2" name="object 862"/>
            <p:cNvSpPr/>
            <p:nvPr/>
          </p:nvSpPr>
          <p:spPr>
            <a:xfrm>
              <a:off x="6054089" y="516762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41910" y="34290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DADD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3" name="object 863"/>
            <p:cNvSpPr/>
            <p:nvPr/>
          </p:nvSpPr>
          <p:spPr>
            <a:xfrm>
              <a:off x="6054089" y="520191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41910" y="3428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D9DC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4" name="object 864"/>
            <p:cNvSpPr/>
            <p:nvPr/>
          </p:nvSpPr>
          <p:spPr>
            <a:xfrm>
              <a:off x="6054089" y="523620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41910" y="3428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D9D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5" name="object 865"/>
            <p:cNvSpPr/>
            <p:nvPr/>
          </p:nvSpPr>
          <p:spPr>
            <a:xfrm>
              <a:off x="6054089" y="5270500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41910" y="34290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D9DC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6" name="object 866"/>
            <p:cNvSpPr/>
            <p:nvPr/>
          </p:nvSpPr>
          <p:spPr>
            <a:xfrm>
              <a:off x="6054089" y="530478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41910" y="34290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D8DB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7" name="object 867"/>
            <p:cNvSpPr/>
            <p:nvPr/>
          </p:nvSpPr>
          <p:spPr>
            <a:xfrm>
              <a:off x="6054089" y="5339079"/>
              <a:ext cx="41910" cy="35560"/>
            </a:xfrm>
            <a:custGeom>
              <a:avLst/>
              <a:gdLst/>
              <a:ahLst/>
              <a:cxnLst/>
              <a:rect l="l" t="t" r="r" b="b"/>
              <a:pathLst>
                <a:path w="41910" h="35560">
                  <a:moveTo>
                    <a:pt x="41910" y="0"/>
                  </a:moveTo>
                  <a:lnTo>
                    <a:pt x="0" y="0"/>
                  </a:lnTo>
                  <a:lnTo>
                    <a:pt x="0" y="35560"/>
                  </a:lnTo>
                  <a:lnTo>
                    <a:pt x="41910" y="35560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D8DB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8" name="object 868"/>
            <p:cNvSpPr/>
            <p:nvPr/>
          </p:nvSpPr>
          <p:spPr>
            <a:xfrm>
              <a:off x="6054089" y="5374639"/>
              <a:ext cx="41910" cy="33020"/>
            </a:xfrm>
            <a:custGeom>
              <a:avLst/>
              <a:gdLst/>
              <a:ahLst/>
              <a:cxnLst/>
              <a:rect l="l" t="t" r="r" b="b"/>
              <a:pathLst>
                <a:path w="41910" h="33020">
                  <a:moveTo>
                    <a:pt x="41910" y="0"/>
                  </a:moveTo>
                  <a:lnTo>
                    <a:pt x="0" y="0"/>
                  </a:lnTo>
                  <a:lnTo>
                    <a:pt x="0" y="33020"/>
                  </a:lnTo>
                  <a:lnTo>
                    <a:pt x="41910" y="33020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D8DB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9" name="object 869"/>
            <p:cNvSpPr/>
            <p:nvPr/>
          </p:nvSpPr>
          <p:spPr>
            <a:xfrm>
              <a:off x="6054089" y="5407659"/>
              <a:ext cx="41910" cy="35560"/>
            </a:xfrm>
            <a:custGeom>
              <a:avLst/>
              <a:gdLst/>
              <a:ahLst/>
              <a:cxnLst/>
              <a:rect l="l" t="t" r="r" b="b"/>
              <a:pathLst>
                <a:path w="41910" h="35560">
                  <a:moveTo>
                    <a:pt x="41910" y="0"/>
                  </a:moveTo>
                  <a:lnTo>
                    <a:pt x="0" y="0"/>
                  </a:lnTo>
                  <a:lnTo>
                    <a:pt x="0" y="35559"/>
                  </a:lnTo>
                  <a:lnTo>
                    <a:pt x="41910" y="3555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D7DA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0" name="object 870"/>
            <p:cNvSpPr/>
            <p:nvPr/>
          </p:nvSpPr>
          <p:spPr>
            <a:xfrm>
              <a:off x="6054089" y="544321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41910" y="3428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D7DA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1" name="object 871"/>
            <p:cNvSpPr/>
            <p:nvPr/>
          </p:nvSpPr>
          <p:spPr>
            <a:xfrm>
              <a:off x="6054089" y="547750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27939"/>
                  </a:lnTo>
                  <a:lnTo>
                    <a:pt x="1270" y="27939"/>
                  </a:lnTo>
                  <a:lnTo>
                    <a:pt x="1270" y="29209"/>
                  </a:lnTo>
                  <a:lnTo>
                    <a:pt x="41910" y="29209"/>
                  </a:lnTo>
                  <a:lnTo>
                    <a:pt x="41910" y="0"/>
                  </a:lnTo>
                  <a:close/>
                </a:path>
                <a:path w="41910" h="34289">
                  <a:moveTo>
                    <a:pt x="41910" y="29209"/>
                  </a:moveTo>
                  <a:lnTo>
                    <a:pt x="2539" y="29209"/>
                  </a:lnTo>
                  <a:lnTo>
                    <a:pt x="2539" y="30479"/>
                  </a:lnTo>
                  <a:lnTo>
                    <a:pt x="3810" y="30479"/>
                  </a:lnTo>
                  <a:lnTo>
                    <a:pt x="3810" y="31749"/>
                  </a:lnTo>
                  <a:lnTo>
                    <a:pt x="41910" y="31749"/>
                  </a:lnTo>
                  <a:lnTo>
                    <a:pt x="41910" y="29209"/>
                  </a:lnTo>
                  <a:close/>
                </a:path>
                <a:path w="41910" h="34289">
                  <a:moveTo>
                    <a:pt x="41910" y="31750"/>
                  </a:moveTo>
                  <a:lnTo>
                    <a:pt x="5080" y="31750"/>
                  </a:lnTo>
                  <a:lnTo>
                    <a:pt x="5080" y="33019"/>
                  </a:lnTo>
                  <a:lnTo>
                    <a:pt x="6350" y="33019"/>
                  </a:lnTo>
                  <a:lnTo>
                    <a:pt x="6350" y="34289"/>
                  </a:lnTo>
                  <a:lnTo>
                    <a:pt x="41910" y="34289"/>
                  </a:lnTo>
                  <a:lnTo>
                    <a:pt x="41910" y="31750"/>
                  </a:lnTo>
                  <a:close/>
                </a:path>
              </a:pathLst>
            </a:custGeom>
            <a:solidFill>
              <a:srgbClr val="D7DA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2" name="object 872"/>
            <p:cNvSpPr/>
            <p:nvPr/>
          </p:nvSpPr>
          <p:spPr>
            <a:xfrm>
              <a:off x="6061709" y="5511800"/>
              <a:ext cx="34290" cy="33020"/>
            </a:xfrm>
            <a:custGeom>
              <a:avLst/>
              <a:gdLst/>
              <a:ahLst/>
              <a:cxnLst/>
              <a:rect l="l" t="t" r="r" b="b"/>
              <a:pathLst>
                <a:path w="34289" h="33020">
                  <a:moveTo>
                    <a:pt x="3428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4289" y="1269"/>
                  </a:lnTo>
                  <a:lnTo>
                    <a:pt x="34289" y="0"/>
                  </a:lnTo>
                  <a:close/>
                </a:path>
                <a:path w="34289" h="33020">
                  <a:moveTo>
                    <a:pt x="34289" y="1270"/>
                  </a:moveTo>
                  <a:lnTo>
                    <a:pt x="1269" y="1270"/>
                  </a:lnTo>
                  <a:lnTo>
                    <a:pt x="1269" y="2540"/>
                  </a:lnTo>
                  <a:lnTo>
                    <a:pt x="2539" y="2540"/>
                  </a:lnTo>
                  <a:lnTo>
                    <a:pt x="2539" y="3809"/>
                  </a:lnTo>
                  <a:lnTo>
                    <a:pt x="34289" y="3809"/>
                  </a:lnTo>
                  <a:lnTo>
                    <a:pt x="34289" y="1270"/>
                  </a:lnTo>
                  <a:close/>
                </a:path>
                <a:path w="34289" h="33020">
                  <a:moveTo>
                    <a:pt x="34289" y="3810"/>
                  </a:moveTo>
                  <a:lnTo>
                    <a:pt x="3810" y="3810"/>
                  </a:lnTo>
                  <a:lnTo>
                    <a:pt x="3810" y="5080"/>
                  </a:lnTo>
                  <a:lnTo>
                    <a:pt x="5079" y="5080"/>
                  </a:lnTo>
                  <a:lnTo>
                    <a:pt x="5079" y="6350"/>
                  </a:lnTo>
                  <a:lnTo>
                    <a:pt x="6350" y="6350"/>
                  </a:lnTo>
                  <a:lnTo>
                    <a:pt x="6350" y="7619"/>
                  </a:lnTo>
                  <a:lnTo>
                    <a:pt x="34289" y="7619"/>
                  </a:lnTo>
                  <a:lnTo>
                    <a:pt x="34289" y="3810"/>
                  </a:lnTo>
                  <a:close/>
                </a:path>
                <a:path w="34289" h="33020">
                  <a:moveTo>
                    <a:pt x="34289" y="7620"/>
                  </a:moveTo>
                  <a:lnTo>
                    <a:pt x="7619" y="7620"/>
                  </a:lnTo>
                  <a:lnTo>
                    <a:pt x="7619" y="8890"/>
                  </a:lnTo>
                  <a:lnTo>
                    <a:pt x="8889" y="8890"/>
                  </a:lnTo>
                  <a:lnTo>
                    <a:pt x="8889" y="10159"/>
                  </a:lnTo>
                  <a:lnTo>
                    <a:pt x="34289" y="10159"/>
                  </a:lnTo>
                  <a:lnTo>
                    <a:pt x="34289" y="7620"/>
                  </a:lnTo>
                  <a:close/>
                </a:path>
                <a:path w="34289" h="33020">
                  <a:moveTo>
                    <a:pt x="34289" y="10160"/>
                  </a:moveTo>
                  <a:lnTo>
                    <a:pt x="10160" y="10160"/>
                  </a:lnTo>
                  <a:lnTo>
                    <a:pt x="10160" y="11430"/>
                  </a:lnTo>
                  <a:lnTo>
                    <a:pt x="11429" y="11430"/>
                  </a:lnTo>
                  <a:lnTo>
                    <a:pt x="11429" y="12700"/>
                  </a:lnTo>
                  <a:lnTo>
                    <a:pt x="13969" y="12700"/>
                  </a:lnTo>
                  <a:lnTo>
                    <a:pt x="13969" y="13969"/>
                  </a:lnTo>
                  <a:lnTo>
                    <a:pt x="34289" y="13969"/>
                  </a:lnTo>
                  <a:lnTo>
                    <a:pt x="34289" y="10160"/>
                  </a:lnTo>
                  <a:close/>
                </a:path>
                <a:path w="34289" h="33020">
                  <a:moveTo>
                    <a:pt x="34289" y="13970"/>
                  </a:moveTo>
                  <a:lnTo>
                    <a:pt x="15239" y="13970"/>
                  </a:lnTo>
                  <a:lnTo>
                    <a:pt x="15239" y="15240"/>
                  </a:lnTo>
                  <a:lnTo>
                    <a:pt x="16510" y="15240"/>
                  </a:lnTo>
                  <a:lnTo>
                    <a:pt x="16510" y="16509"/>
                  </a:lnTo>
                  <a:lnTo>
                    <a:pt x="34289" y="16509"/>
                  </a:lnTo>
                  <a:lnTo>
                    <a:pt x="34289" y="13970"/>
                  </a:lnTo>
                  <a:close/>
                </a:path>
                <a:path w="34289" h="33020">
                  <a:moveTo>
                    <a:pt x="34289" y="16510"/>
                  </a:moveTo>
                  <a:lnTo>
                    <a:pt x="17779" y="16510"/>
                  </a:lnTo>
                  <a:lnTo>
                    <a:pt x="17779" y="17780"/>
                  </a:lnTo>
                  <a:lnTo>
                    <a:pt x="19050" y="17780"/>
                  </a:lnTo>
                  <a:lnTo>
                    <a:pt x="19050" y="19050"/>
                  </a:lnTo>
                  <a:lnTo>
                    <a:pt x="20319" y="19050"/>
                  </a:lnTo>
                  <a:lnTo>
                    <a:pt x="20319" y="20319"/>
                  </a:lnTo>
                  <a:lnTo>
                    <a:pt x="34289" y="20319"/>
                  </a:lnTo>
                  <a:lnTo>
                    <a:pt x="34289" y="16510"/>
                  </a:lnTo>
                  <a:close/>
                </a:path>
                <a:path w="34289" h="33020">
                  <a:moveTo>
                    <a:pt x="34289" y="20320"/>
                  </a:moveTo>
                  <a:lnTo>
                    <a:pt x="21589" y="20320"/>
                  </a:lnTo>
                  <a:lnTo>
                    <a:pt x="21589" y="21590"/>
                  </a:lnTo>
                  <a:lnTo>
                    <a:pt x="22860" y="21590"/>
                  </a:lnTo>
                  <a:lnTo>
                    <a:pt x="22860" y="22859"/>
                  </a:lnTo>
                  <a:lnTo>
                    <a:pt x="34289" y="22859"/>
                  </a:lnTo>
                  <a:lnTo>
                    <a:pt x="34289" y="20320"/>
                  </a:lnTo>
                  <a:close/>
                </a:path>
                <a:path w="34289" h="33020">
                  <a:moveTo>
                    <a:pt x="34289" y="22860"/>
                  </a:moveTo>
                  <a:lnTo>
                    <a:pt x="24129" y="22860"/>
                  </a:lnTo>
                  <a:lnTo>
                    <a:pt x="24129" y="24130"/>
                  </a:lnTo>
                  <a:lnTo>
                    <a:pt x="25400" y="24130"/>
                  </a:lnTo>
                  <a:lnTo>
                    <a:pt x="25400" y="25400"/>
                  </a:lnTo>
                  <a:lnTo>
                    <a:pt x="26669" y="25400"/>
                  </a:lnTo>
                  <a:lnTo>
                    <a:pt x="26669" y="26669"/>
                  </a:lnTo>
                  <a:lnTo>
                    <a:pt x="34289" y="26669"/>
                  </a:lnTo>
                  <a:lnTo>
                    <a:pt x="34289" y="22860"/>
                  </a:lnTo>
                  <a:close/>
                </a:path>
                <a:path w="34289" h="33020">
                  <a:moveTo>
                    <a:pt x="34289" y="26670"/>
                  </a:moveTo>
                  <a:lnTo>
                    <a:pt x="27939" y="26670"/>
                  </a:lnTo>
                  <a:lnTo>
                    <a:pt x="27939" y="27940"/>
                  </a:lnTo>
                  <a:lnTo>
                    <a:pt x="29210" y="27940"/>
                  </a:lnTo>
                  <a:lnTo>
                    <a:pt x="29210" y="29209"/>
                  </a:lnTo>
                  <a:lnTo>
                    <a:pt x="34289" y="29209"/>
                  </a:lnTo>
                  <a:lnTo>
                    <a:pt x="34289" y="26670"/>
                  </a:lnTo>
                  <a:close/>
                </a:path>
                <a:path w="34289" h="33020">
                  <a:moveTo>
                    <a:pt x="34289" y="29210"/>
                  </a:moveTo>
                  <a:lnTo>
                    <a:pt x="30479" y="29210"/>
                  </a:lnTo>
                  <a:lnTo>
                    <a:pt x="30479" y="30480"/>
                  </a:lnTo>
                  <a:lnTo>
                    <a:pt x="31750" y="30480"/>
                  </a:lnTo>
                  <a:lnTo>
                    <a:pt x="31750" y="31750"/>
                  </a:lnTo>
                  <a:lnTo>
                    <a:pt x="33019" y="31750"/>
                  </a:lnTo>
                  <a:lnTo>
                    <a:pt x="33019" y="33019"/>
                  </a:lnTo>
                  <a:lnTo>
                    <a:pt x="34289" y="33019"/>
                  </a:lnTo>
                  <a:lnTo>
                    <a:pt x="34289" y="29210"/>
                  </a:lnTo>
                  <a:close/>
                </a:path>
              </a:pathLst>
            </a:custGeom>
            <a:solidFill>
              <a:srgbClr val="D6D9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3" name="object 873"/>
            <p:cNvSpPr/>
            <p:nvPr/>
          </p:nvSpPr>
          <p:spPr>
            <a:xfrm>
              <a:off x="4813300" y="5504179"/>
              <a:ext cx="1243330" cy="2540"/>
            </a:xfrm>
            <a:custGeom>
              <a:avLst/>
              <a:gdLst/>
              <a:ahLst/>
              <a:cxnLst/>
              <a:rect l="l" t="t" r="r" b="b"/>
              <a:pathLst>
                <a:path w="1243329" h="2539">
                  <a:moveTo>
                    <a:pt x="1243330" y="1270"/>
                  </a:moveTo>
                  <a:lnTo>
                    <a:pt x="1242060" y="1270"/>
                  </a:lnTo>
                  <a:lnTo>
                    <a:pt x="124206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1243330" y="2540"/>
                  </a:lnTo>
                  <a:lnTo>
                    <a:pt x="1243330" y="1270"/>
                  </a:lnTo>
                  <a:close/>
                </a:path>
              </a:pathLst>
            </a:custGeom>
            <a:solidFill>
              <a:srgbClr val="EDEF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4" name="object 874"/>
            <p:cNvSpPr/>
            <p:nvPr/>
          </p:nvSpPr>
          <p:spPr>
            <a:xfrm>
              <a:off x="4809490" y="5506732"/>
              <a:ext cx="1250950" cy="3810"/>
            </a:xfrm>
            <a:custGeom>
              <a:avLst/>
              <a:gdLst/>
              <a:ahLst/>
              <a:cxnLst/>
              <a:rect l="l" t="t" r="r" b="b"/>
              <a:pathLst>
                <a:path w="1250950" h="3810">
                  <a:moveTo>
                    <a:pt x="1249680" y="1257"/>
                  </a:moveTo>
                  <a:lnTo>
                    <a:pt x="1248410" y="1257"/>
                  </a:lnTo>
                  <a:lnTo>
                    <a:pt x="1248410" y="0"/>
                  </a:lnTo>
                  <a:lnTo>
                    <a:pt x="2540" y="0"/>
                  </a:lnTo>
                  <a:lnTo>
                    <a:pt x="254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1249680" y="2527"/>
                  </a:lnTo>
                  <a:lnTo>
                    <a:pt x="1249680" y="1257"/>
                  </a:lnTo>
                  <a:close/>
                </a:path>
                <a:path w="1250950" h="3810">
                  <a:moveTo>
                    <a:pt x="1250950" y="2540"/>
                  </a:moveTo>
                  <a:lnTo>
                    <a:pt x="0" y="2540"/>
                  </a:lnTo>
                  <a:lnTo>
                    <a:pt x="0" y="3797"/>
                  </a:lnTo>
                  <a:lnTo>
                    <a:pt x="1250950" y="3797"/>
                  </a:lnTo>
                  <a:lnTo>
                    <a:pt x="1250950" y="2540"/>
                  </a:lnTo>
                  <a:close/>
                </a:path>
              </a:pathLst>
            </a:custGeom>
            <a:solidFill>
              <a:srgbClr val="ECEE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5" name="object 875"/>
            <p:cNvSpPr/>
            <p:nvPr/>
          </p:nvSpPr>
          <p:spPr>
            <a:xfrm>
              <a:off x="4805680" y="5510529"/>
              <a:ext cx="1258570" cy="3810"/>
            </a:xfrm>
            <a:custGeom>
              <a:avLst/>
              <a:gdLst/>
              <a:ahLst/>
              <a:cxnLst/>
              <a:rect l="l" t="t" r="r" b="b"/>
              <a:pathLst>
                <a:path w="1258570" h="3810">
                  <a:moveTo>
                    <a:pt x="1257300" y="1270"/>
                  </a:moveTo>
                  <a:lnTo>
                    <a:pt x="1256030" y="1270"/>
                  </a:lnTo>
                  <a:lnTo>
                    <a:pt x="125603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1257300" y="2540"/>
                  </a:lnTo>
                  <a:lnTo>
                    <a:pt x="1257300" y="1270"/>
                  </a:lnTo>
                  <a:close/>
                </a:path>
                <a:path w="1258570" h="3810">
                  <a:moveTo>
                    <a:pt x="1258570" y="2552"/>
                  </a:moveTo>
                  <a:lnTo>
                    <a:pt x="0" y="2552"/>
                  </a:lnTo>
                  <a:lnTo>
                    <a:pt x="0" y="3810"/>
                  </a:lnTo>
                  <a:lnTo>
                    <a:pt x="1258570" y="3810"/>
                  </a:lnTo>
                  <a:lnTo>
                    <a:pt x="1258570" y="2552"/>
                  </a:lnTo>
                  <a:close/>
                </a:path>
              </a:pathLst>
            </a:custGeom>
            <a:solidFill>
              <a:srgbClr val="EAE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6" name="object 876"/>
            <p:cNvSpPr/>
            <p:nvPr/>
          </p:nvSpPr>
          <p:spPr>
            <a:xfrm>
              <a:off x="4803140" y="5514339"/>
              <a:ext cx="1263650" cy="2540"/>
            </a:xfrm>
            <a:custGeom>
              <a:avLst/>
              <a:gdLst/>
              <a:ahLst/>
              <a:cxnLst/>
              <a:rect l="l" t="t" r="r" b="b"/>
              <a:pathLst>
                <a:path w="1263650" h="2539">
                  <a:moveTo>
                    <a:pt x="126238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1262380" y="1270"/>
                  </a:lnTo>
                  <a:lnTo>
                    <a:pt x="1262380" y="0"/>
                  </a:lnTo>
                  <a:close/>
                </a:path>
                <a:path w="1263650" h="2539">
                  <a:moveTo>
                    <a:pt x="1263650" y="1282"/>
                  </a:moveTo>
                  <a:lnTo>
                    <a:pt x="0" y="1282"/>
                  </a:lnTo>
                  <a:lnTo>
                    <a:pt x="0" y="2540"/>
                  </a:lnTo>
                  <a:lnTo>
                    <a:pt x="1263650" y="2540"/>
                  </a:lnTo>
                  <a:lnTo>
                    <a:pt x="1263650" y="1282"/>
                  </a:lnTo>
                  <a:close/>
                </a:path>
              </a:pathLst>
            </a:custGeom>
            <a:solidFill>
              <a:srgbClr val="E8EA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7" name="object 877"/>
            <p:cNvSpPr/>
            <p:nvPr/>
          </p:nvSpPr>
          <p:spPr>
            <a:xfrm>
              <a:off x="4799330" y="5516879"/>
              <a:ext cx="1271270" cy="3810"/>
            </a:xfrm>
            <a:custGeom>
              <a:avLst/>
              <a:gdLst/>
              <a:ahLst/>
              <a:cxnLst/>
              <a:rect l="l" t="t" r="r" b="b"/>
              <a:pathLst>
                <a:path w="1271270" h="3810">
                  <a:moveTo>
                    <a:pt x="1270000" y="1270"/>
                  </a:moveTo>
                  <a:lnTo>
                    <a:pt x="1268730" y="1270"/>
                  </a:lnTo>
                  <a:lnTo>
                    <a:pt x="126873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1270000" y="2540"/>
                  </a:lnTo>
                  <a:lnTo>
                    <a:pt x="1270000" y="1270"/>
                  </a:lnTo>
                  <a:close/>
                </a:path>
                <a:path w="1271270" h="3810">
                  <a:moveTo>
                    <a:pt x="1271270" y="2552"/>
                  </a:moveTo>
                  <a:lnTo>
                    <a:pt x="0" y="2552"/>
                  </a:lnTo>
                  <a:lnTo>
                    <a:pt x="0" y="3810"/>
                  </a:lnTo>
                  <a:lnTo>
                    <a:pt x="1271270" y="3810"/>
                  </a:lnTo>
                  <a:lnTo>
                    <a:pt x="1271270" y="2552"/>
                  </a:lnTo>
                  <a:close/>
                </a:path>
              </a:pathLst>
            </a:custGeom>
            <a:solidFill>
              <a:srgbClr val="E6E8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8" name="object 878"/>
            <p:cNvSpPr/>
            <p:nvPr/>
          </p:nvSpPr>
          <p:spPr>
            <a:xfrm>
              <a:off x="4795520" y="5520689"/>
              <a:ext cx="1278890" cy="3810"/>
            </a:xfrm>
            <a:custGeom>
              <a:avLst/>
              <a:gdLst/>
              <a:ahLst/>
              <a:cxnLst/>
              <a:rect l="l" t="t" r="r" b="b"/>
              <a:pathLst>
                <a:path w="1278889" h="3810">
                  <a:moveTo>
                    <a:pt x="127635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1276350" y="1270"/>
                  </a:lnTo>
                  <a:lnTo>
                    <a:pt x="1276350" y="0"/>
                  </a:lnTo>
                  <a:close/>
                </a:path>
                <a:path w="1278889" h="3810">
                  <a:moveTo>
                    <a:pt x="1278890" y="2540"/>
                  </a:moveTo>
                  <a:lnTo>
                    <a:pt x="1277620" y="2540"/>
                  </a:lnTo>
                  <a:lnTo>
                    <a:pt x="127762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1278890" y="3810"/>
                  </a:lnTo>
                  <a:lnTo>
                    <a:pt x="1278890" y="2540"/>
                  </a:lnTo>
                  <a:close/>
                </a:path>
              </a:pathLst>
            </a:custGeom>
            <a:solidFill>
              <a:srgbClr val="E4E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9" name="object 879"/>
            <p:cNvSpPr/>
            <p:nvPr/>
          </p:nvSpPr>
          <p:spPr>
            <a:xfrm>
              <a:off x="4790440" y="5524499"/>
              <a:ext cx="1289050" cy="3810"/>
            </a:xfrm>
            <a:custGeom>
              <a:avLst/>
              <a:gdLst/>
              <a:ahLst/>
              <a:cxnLst/>
              <a:rect l="l" t="t" r="r" b="b"/>
              <a:pathLst>
                <a:path w="1289050" h="3810">
                  <a:moveTo>
                    <a:pt x="128524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1285240" y="1270"/>
                  </a:lnTo>
                  <a:lnTo>
                    <a:pt x="1285240" y="0"/>
                  </a:lnTo>
                  <a:close/>
                </a:path>
                <a:path w="1289050" h="3810">
                  <a:moveTo>
                    <a:pt x="1289050" y="2540"/>
                  </a:moveTo>
                  <a:lnTo>
                    <a:pt x="1287780" y="2540"/>
                  </a:lnTo>
                  <a:lnTo>
                    <a:pt x="128778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1289050" y="3810"/>
                  </a:lnTo>
                  <a:lnTo>
                    <a:pt x="1289050" y="2540"/>
                  </a:lnTo>
                  <a:close/>
                </a:path>
              </a:pathLst>
            </a:custGeom>
            <a:solidFill>
              <a:srgbClr val="E2E5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0" name="object 880"/>
            <p:cNvSpPr/>
            <p:nvPr/>
          </p:nvSpPr>
          <p:spPr>
            <a:xfrm>
              <a:off x="4786630" y="5528322"/>
              <a:ext cx="1296670" cy="3810"/>
            </a:xfrm>
            <a:custGeom>
              <a:avLst/>
              <a:gdLst/>
              <a:ahLst/>
              <a:cxnLst/>
              <a:rect l="l" t="t" r="r" b="b"/>
              <a:pathLst>
                <a:path w="1296670" h="3810">
                  <a:moveTo>
                    <a:pt x="1296670" y="2527"/>
                  </a:moveTo>
                  <a:lnTo>
                    <a:pt x="1295400" y="2527"/>
                  </a:lnTo>
                  <a:lnTo>
                    <a:pt x="1295400" y="1257"/>
                  </a:lnTo>
                  <a:lnTo>
                    <a:pt x="1294130" y="1257"/>
                  </a:lnTo>
                  <a:lnTo>
                    <a:pt x="1294130" y="0"/>
                  </a:lnTo>
                  <a:lnTo>
                    <a:pt x="2540" y="0"/>
                  </a:lnTo>
                  <a:lnTo>
                    <a:pt x="254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0" y="2527"/>
                  </a:lnTo>
                  <a:lnTo>
                    <a:pt x="0" y="3797"/>
                  </a:lnTo>
                  <a:lnTo>
                    <a:pt x="1296670" y="3797"/>
                  </a:lnTo>
                  <a:lnTo>
                    <a:pt x="1296670" y="2527"/>
                  </a:lnTo>
                  <a:close/>
                </a:path>
              </a:pathLst>
            </a:custGeom>
            <a:solidFill>
              <a:srgbClr val="E1E3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1" name="object 881"/>
            <p:cNvSpPr/>
            <p:nvPr/>
          </p:nvSpPr>
          <p:spPr>
            <a:xfrm>
              <a:off x="4782820" y="5532132"/>
              <a:ext cx="1304290" cy="3810"/>
            </a:xfrm>
            <a:custGeom>
              <a:avLst/>
              <a:gdLst/>
              <a:ahLst/>
              <a:cxnLst/>
              <a:rect l="l" t="t" r="r" b="b"/>
              <a:pathLst>
                <a:path w="1304289" h="3810">
                  <a:moveTo>
                    <a:pt x="1303020" y="1257"/>
                  </a:moveTo>
                  <a:lnTo>
                    <a:pt x="1301750" y="1257"/>
                  </a:lnTo>
                  <a:lnTo>
                    <a:pt x="1301750" y="0"/>
                  </a:lnTo>
                  <a:lnTo>
                    <a:pt x="2540" y="0"/>
                  </a:lnTo>
                  <a:lnTo>
                    <a:pt x="254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1303020" y="2527"/>
                  </a:lnTo>
                  <a:lnTo>
                    <a:pt x="1303020" y="1257"/>
                  </a:lnTo>
                  <a:close/>
                </a:path>
                <a:path w="1304289" h="3810">
                  <a:moveTo>
                    <a:pt x="1304290" y="2540"/>
                  </a:moveTo>
                  <a:lnTo>
                    <a:pt x="0" y="2540"/>
                  </a:lnTo>
                  <a:lnTo>
                    <a:pt x="0" y="3797"/>
                  </a:lnTo>
                  <a:lnTo>
                    <a:pt x="1304290" y="3797"/>
                  </a:lnTo>
                  <a:lnTo>
                    <a:pt x="1304290" y="2540"/>
                  </a:lnTo>
                  <a:close/>
                </a:path>
              </a:pathLst>
            </a:custGeom>
            <a:solidFill>
              <a:srgbClr val="DFE1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2" name="object 882"/>
            <p:cNvSpPr/>
            <p:nvPr/>
          </p:nvSpPr>
          <p:spPr>
            <a:xfrm>
              <a:off x="4780280" y="5535929"/>
              <a:ext cx="1309370" cy="2540"/>
            </a:xfrm>
            <a:custGeom>
              <a:avLst/>
              <a:gdLst/>
              <a:ahLst/>
              <a:cxnLst/>
              <a:rect l="l" t="t" r="r" b="b"/>
              <a:pathLst>
                <a:path w="1309370" h="2539">
                  <a:moveTo>
                    <a:pt x="1309370" y="1270"/>
                  </a:moveTo>
                  <a:lnTo>
                    <a:pt x="1308100" y="1270"/>
                  </a:lnTo>
                  <a:lnTo>
                    <a:pt x="130810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1309370" y="2540"/>
                  </a:lnTo>
                  <a:lnTo>
                    <a:pt x="1309370" y="1270"/>
                  </a:lnTo>
                  <a:close/>
                </a:path>
              </a:pathLst>
            </a:custGeom>
            <a:solidFill>
              <a:srgbClr val="DDE0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3" name="object 883"/>
            <p:cNvSpPr/>
            <p:nvPr/>
          </p:nvSpPr>
          <p:spPr>
            <a:xfrm>
              <a:off x="4776470" y="5538482"/>
              <a:ext cx="1316990" cy="3810"/>
            </a:xfrm>
            <a:custGeom>
              <a:avLst/>
              <a:gdLst/>
              <a:ahLst/>
              <a:cxnLst/>
              <a:rect l="l" t="t" r="r" b="b"/>
              <a:pathLst>
                <a:path w="1316989" h="3810">
                  <a:moveTo>
                    <a:pt x="1315720" y="1257"/>
                  </a:moveTo>
                  <a:lnTo>
                    <a:pt x="1314450" y="1257"/>
                  </a:lnTo>
                  <a:lnTo>
                    <a:pt x="1314450" y="0"/>
                  </a:lnTo>
                  <a:lnTo>
                    <a:pt x="2540" y="0"/>
                  </a:lnTo>
                  <a:lnTo>
                    <a:pt x="254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1315720" y="2527"/>
                  </a:lnTo>
                  <a:lnTo>
                    <a:pt x="1315720" y="1257"/>
                  </a:lnTo>
                  <a:close/>
                </a:path>
                <a:path w="1316989" h="3810">
                  <a:moveTo>
                    <a:pt x="1316990" y="2540"/>
                  </a:moveTo>
                  <a:lnTo>
                    <a:pt x="0" y="2540"/>
                  </a:lnTo>
                  <a:lnTo>
                    <a:pt x="0" y="3797"/>
                  </a:lnTo>
                  <a:lnTo>
                    <a:pt x="1316990" y="3797"/>
                  </a:lnTo>
                  <a:lnTo>
                    <a:pt x="1316990" y="2540"/>
                  </a:lnTo>
                  <a:close/>
                </a:path>
              </a:pathLst>
            </a:custGeom>
            <a:solidFill>
              <a:srgbClr val="DBDE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4" name="object 884"/>
            <p:cNvSpPr/>
            <p:nvPr/>
          </p:nvSpPr>
          <p:spPr>
            <a:xfrm>
              <a:off x="4772660" y="5542279"/>
              <a:ext cx="1323340" cy="3810"/>
            </a:xfrm>
            <a:custGeom>
              <a:avLst/>
              <a:gdLst/>
              <a:ahLst/>
              <a:cxnLst/>
              <a:rect l="l" t="t" r="r" b="b"/>
              <a:pathLst>
                <a:path w="1323339" h="3810">
                  <a:moveTo>
                    <a:pt x="1323340" y="2552"/>
                  </a:moveTo>
                  <a:lnTo>
                    <a:pt x="0" y="2552"/>
                  </a:lnTo>
                  <a:lnTo>
                    <a:pt x="0" y="3810"/>
                  </a:lnTo>
                  <a:lnTo>
                    <a:pt x="1323340" y="3810"/>
                  </a:lnTo>
                  <a:lnTo>
                    <a:pt x="1323340" y="2552"/>
                  </a:lnTo>
                  <a:close/>
                </a:path>
                <a:path w="1323339" h="3810">
                  <a:moveTo>
                    <a:pt x="1323340" y="1270"/>
                  </a:moveTo>
                  <a:lnTo>
                    <a:pt x="1322070" y="1270"/>
                  </a:lnTo>
                  <a:lnTo>
                    <a:pt x="132207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1323340" y="2540"/>
                  </a:lnTo>
                  <a:lnTo>
                    <a:pt x="1323340" y="1270"/>
                  </a:lnTo>
                  <a:close/>
                </a:path>
              </a:pathLst>
            </a:custGeom>
            <a:solidFill>
              <a:srgbClr val="D9DC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5" name="object 885"/>
            <p:cNvSpPr/>
            <p:nvPr/>
          </p:nvSpPr>
          <p:spPr>
            <a:xfrm>
              <a:off x="4772660" y="3276599"/>
              <a:ext cx="41910" cy="67310"/>
            </a:xfrm>
            <a:custGeom>
              <a:avLst/>
              <a:gdLst/>
              <a:ahLst/>
              <a:cxnLst/>
              <a:rect l="l" t="t" r="r" b="b"/>
              <a:pathLst>
                <a:path w="41910" h="67310">
                  <a:moveTo>
                    <a:pt x="41910" y="39370"/>
                  </a:moveTo>
                  <a:lnTo>
                    <a:pt x="40640" y="39370"/>
                  </a:lnTo>
                  <a:lnTo>
                    <a:pt x="40640" y="38100"/>
                  </a:lnTo>
                  <a:lnTo>
                    <a:pt x="39370" y="38100"/>
                  </a:lnTo>
                  <a:lnTo>
                    <a:pt x="39370" y="36830"/>
                  </a:lnTo>
                  <a:lnTo>
                    <a:pt x="38100" y="36830"/>
                  </a:lnTo>
                  <a:lnTo>
                    <a:pt x="38100" y="35560"/>
                  </a:lnTo>
                  <a:lnTo>
                    <a:pt x="36830" y="35560"/>
                  </a:lnTo>
                  <a:lnTo>
                    <a:pt x="36830" y="34290"/>
                  </a:lnTo>
                  <a:lnTo>
                    <a:pt x="35560" y="34290"/>
                  </a:lnTo>
                  <a:lnTo>
                    <a:pt x="35560" y="33020"/>
                  </a:lnTo>
                  <a:lnTo>
                    <a:pt x="34290" y="33020"/>
                  </a:lnTo>
                  <a:lnTo>
                    <a:pt x="34290" y="31750"/>
                  </a:lnTo>
                  <a:lnTo>
                    <a:pt x="33020" y="31750"/>
                  </a:lnTo>
                  <a:lnTo>
                    <a:pt x="33020" y="30480"/>
                  </a:lnTo>
                  <a:lnTo>
                    <a:pt x="31750" y="30480"/>
                  </a:lnTo>
                  <a:lnTo>
                    <a:pt x="31750" y="29210"/>
                  </a:lnTo>
                  <a:lnTo>
                    <a:pt x="30480" y="29210"/>
                  </a:lnTo>
                  <a:lnTo>
                    <a:pt x="30480" y="27940"/>
                  </a:lnTo>
                  <a:lnTo>
                    <a:pt x="29210" y="27940"/>
                  </a:lnTo>
                  <a:lnTo>
                    <a:pt x="29210" y="26670"/>
                  </a:lnTo>
                  <a:lnTo>
                    <a:pt x="27940" y="26670"/>
                  </a:lnTo>
                  <a:lnTo>
                    <a:pt x="27940" y="25400"/>
                  </a:lnTo>
                  <a:lnTo>
                    <a:pt x="26670" y="25400"/>
                  </a:lnTo>
                  <a:lnTo>
                    <a:pt x="26670" y="24130"/>
                  </a:lnTo>
                  <a:lnTo>
                    <a:pt x="25400" y="24130"/>
                  </a:lnTo>
                  <a:lnTo>
                    <a:pt x="25400" y="22860"/>
                  </a:lnTo>
                  <a:lnTo>
                    <a:pt x="24130" y="22860"/>
                  </a:lnTo>
                  <a:lnTo>
                    <a:pt x="24130" y="21590"/>
                  </a:lnTo>
                  <a:lnTo>
                    <a:pt x="21590" y="21590"/>
                  </a:lnTo>
                  <a:lnTo>
                    <a:pt x="21590" y="20320"/>
                  </a:lnTo>
                  <a:lnTo>
                    <a:pt x="20320" y="20320"/>
                  </a:lnTo>
                  <a:lnTo>
                    <a:pt x="20320" y="19050"/>
                  </a:lnTo>
                  <a:lnTo>
                    <a:pt x="19050" y="19050"/>
                  </a:lnTo>
                  <a:lnTo>
                    <a:pt x="19050" y="17780"/>
                  </a:lnTo>
                  <a:lnTo>
                    <a:pt x="17780" y="17780"/>
                  </a:lnTo>
                  <a:lnTo>
                    <a:pt x="17780" y="16510"/>
                  </a:lnTo>
                  <a:lnTo>
                    <a:pt x="16510" y="16510"/>
                  </a:lnTo>
                  <a:lnTo>
                    <a:pt x="16510" y="15240"/>
                  </a:lnTo>
                  <a:lnTo>
                    <a:pt x="15240" y="15240"/>
                  </a:lnTo>
                  <a:lnTo>
                    <a:pt x="15240" y="13970"/>
                  </a:lnTo>
                  <a:lnTo>
                    <a:pt x="13970" y="13970"/>
                  </a:lnTo>
                  <a:lnTo>
                    <a:pt x="13970" y="12700"/>
                  </a:lnTo>
                  <a:lnTo>
                    <a:pt x="12700" y="12700"/>
                  </a:lnTo>
                  <a:lnTo>
                    <a:pt x="12700" y="11430"/>
                  </a:lnTo>
                  <a:lnTo>
                    <a:pt x="11430" y="11430"/>
                  </a:lnTo>
                  <a:lnTo>
                    <a:pt x="11430" y="10160"/>
                  </a:lnTo>
                  <a:lnTo>
                    <a:pt x="10160" y="10160"/>
                  </a:lnTo>
                  <a:lnTo>
                    <a:pt x="10160" y="8890"/>
                  </a:lnTo>
                  <a:lnTo>
                    <a:pt x="8890" y="8890"/>
                  </a:lnTo>
                  <a:lnTo>
                    <a:pt x="8890" y="7620"/>
                  </a:lnTo>
                  <a:lnTo>
                    <a:pt x="7620" y="7620"/>
                  </a:lnTo>
                  <a:lnTo>
                    <a:pt x="7620" y="6350"/>
                  </a:lnTo>
                  <a:lnTo>
                    <a:pt x="6350" y="6350"/>
                  </a:lnTo>
                  <a:lnTo>
                    <a:pt x="6350" y="5080"/>
                  </a:lnTo>
                  <a:lnTo>
                    <a:pt x="5080" y="5080"/>
                  </a:lnTo>
                  <a:lnTo>
                    <a:pt x="5080" y="3810"/>
                  </a:lnTo>
                  <a:lnTo>
                    <a:pt x="3810" y="3810"/>
                  </a:lnTo>
                  <a:lnTo>
                    <a:pt x="3810" y="2540"/>
                  </a:lnTo>
                  <a:lnTo>
                    <a:pt x="2540" y="254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33020"/>
                  </a:lnTo>
                  <a:lnTo>
                    <a:pt x="0" y="67310"/>
                  </a:lnTo>
                  <a:lnTo>
                    <a:pt x="41910" y="67310"/>
                  </a:lnTo>
                  <a:lnTo>
                    <a:pt x="41910" y="39370"/>
                  </a:lnTo>
                  <a:close/>
                </a:path>
              </a:pathLst>
            </a:custGeom>
            <a:solidFill>
              <a:srgbClr val="EDEF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6" name="object 886"/>
            <p:cNvSpPr/>
            <p:nvPr/>
          </p:nvSpPr>
          <p:spPr>
            <a:xfrm>
              <a:off x="4772659" y="334390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41910" y="3428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DE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7" name="object 887"/>
            <p:cNvSpPr/>
            <p:nvPr/>
          </p:nvSpPr>
          <p:spPr>
            <a:xfrm>
              <a:off x="4772659" y="3378199"/>
              <a:ext cx="41910" cy="35560"/>
            </a:xfrm>
            <a:custGeom>
              <a:avLst/>
              <a:gdLst/>
              <a:ahLst/>
              <a:cxnLst/>
              <a:rect l="l" t="t" r="r" b="b"/>
              <a:pathLst>
                <a:path w="41910" h="35560">
                  <a:moveTo>
                    <a:pt x="41910" y="0"/>
                  </a:moveTo>
                  <a:lnTo>
                    <a:pt x="0" y="0"/>
                  </a:lnTo>
                  <a:lnTo>
                    <a:pt x="0" y="35560"/>
                  </a:lnTo>
                  <a:lnTo>
                    <a:pt x="41910" y="35560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CE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8" name="object 888"/>
            <p:cNvSpPr/>
            <p:nvPr/>
          </p:nvSpPr>
          <p:spPr>
            <a:xfrm>
              <a:off x="4772659" y="3413759"/>
              <a:ext cx="41910" cy="33020"/>
            </a:xfrm>
            <a:custGeom>
              <a:avLst/>
              <a:gdLst/>
              <a:ahLst/>
              <a:cxnLst/>
              <a:rect l="l" t="t" r="r" b="b"/>
              <a:pathLst>
                <a:path w="41910" h="33020">
                  <a:moveTo>
                    <a:pt x="41910" y="0"/>
                  </a:moveTo>
                  <a:lnTo>
                    <a:pt x="0" y="0"/>
                  </a:lnTo>
                  <a:lnTo>
                    <a:pt x="0" y="33019"/>
                  </a:lnTo>
                  <a:lnTo>
                    <a:pt x="41910" y="3301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CEE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9" name="object 889"/>
            <p:cNvSpPr/>
            <p:nvPr/>
          </p:nvSpPr>
          <p:spPr>
            <a:xfrm>
              <a:off x="4772659" y="3446779"/>
              <a:ext cx="41910" cy="35560"/>
            </a:xfrm>
            <a:custGeom>
              <a:avLst/>
              <a:gdLst/>
              <a:ahLst/>
              <a:cxnLst/>
              <a:rect l="l" t="t" r="r" b="b"/>
              <a:pathLst>
                <a:path w="41910" h="35560">
                  <a:moveTo>
                    <a:pt x="41910" y="0"/>
                  </a:moveTo>
                  <a:lnTo>
                    <a:pt x="0" y="0"/>
                  </a:lnTo>
                  <a:lnTo>
                    <a:pt x="0" y="35560"/>
                  </a:lnTo>
                  <a:lnTo>
                    <a:pt x="41910" y="35560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CEE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0" name="object 890"/>
            <p:cNvSpPr/>
            <p:nvPr/>
          </p:nvSpPr>
          <p:spPr>
            <a:xfrm>
              <a:off x="4772659" y="348233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41910" y="3428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BED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1" name="object 891"/>
            <p:cNvSpPr/>
            <p:nvPr/>
          </p:nvSpPr>
          <p:spPr>
            <a:xfrm>
              <a:off x="4772660" y="3516629"/>
              <a:ext cx="41910" cy="68580"/>
            </a:xfrm>
            <a:custGeom>
              <a:avLst/>
              <a:gdLst/>
              <a:ahLst/>
              <a:cxnLst/>
              <a:rect l="l" t="t" r="r" b="b"/>
              <a:pathLst>
                <a:path w="41910" h="68579">
                  <a:moveTo>
                    <a:pt x="41910" y="0"/>
                  </a:moveTo>
                  <a:lnTo>
                    <a:pt x="0" y="0"/>
                  </a:lnTo>
                  <a:lnTo>
                    <a:pt x="0" y="34302"/>
                  </a:lnTo>
                  <a:lnTo>
                    <a:pt x="0" y="68580"/>
                  </a:lnTo>
                  <a:lnTo>
                    <a:pt x="41910" y="68580"/>
                  </a:lnTo>
                  <a:lnTo>
                    <a:pt x="41910" y="34302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BED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2" name="object 892"/>
            <p:cNvSpPr/>
            <p:nvPr/>
          </p:nvSpPr>
          <p:spPr>
            <a:xfrm>
              <a:off x="4772659" y="358520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41910" y="3428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AEC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3" name="object 893"/>
            <p:cNvSpPr/>
            <p:nvPr/>
          </p:nvSpPr>
          <p:spPr>
            <a:xfrm>
              <a:off x="4772659" y="361949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41910" y="3428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AEC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4" name="object 894"/>
            <p:cNvSpPr/>
            <p:nvPr/>
          </p:nvSpPr>
          <p:spPr>
            <a:xfrm>
              <a:off x="4772659" y="365378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41910" y="34290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AE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5" name="object 895"/>
            <p:cNvSpPr/>
            <p:nvPr/>
          </p:nvSpPr>
          <p:spPr>
            <a:xfrm>
              <a:off x="4772659" y="368807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41910" y="34290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9EB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6" name="object 896"/>
            <p:cNvSpPr/>
            <p:nvPr/>
          </p:nvSpPr>
          <p:spPr>
            <a:xfrm>
              <a:off x="4772659" y="372236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41910" y="3428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9EB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7" name="object 897"/>
            <p:cNvSpPr/>
            <p:nvPr/>
          </p:nvSpPr>
          <p:spPr>
            <a:xfrm>
              <a:off x="4772659" y="375665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41910" y="3428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8EB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8" name="object 898"/>
            <p:cNvSpPr/>
            <p:nvPr/>
          </p:nvSpPr>
          <p:spPr>
            <a:xfrm>
              <a:off x="4772659" y="379094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41910" y="3428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8EA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9" name="object 899"/>
            <p:cNvSpPr/>
            <p:nvPr/>
          </p:nvSpPr>
          <p:spPr>
            <a:xfrm>
              <a:off x="4772659" y="3825239"/>
              <a:ext cx="41910" cy="35560"/>
            </a:xfrm>
            <a:custGeom>
              <a:avLst/>
              <a:gdLst/>
              <a:ahLst/>
              <a:cxnLst/>
              <a:rect l="l" t="t" r="r" b="b"/>
              <a:pathLst>
                <a:path w="41910" h="35560">
                  <a:moveTo>
                    <a:pt x="41910" y="0"/>
                  </a:moveTo>
                  <a:lnTo>
                    <a:pt x="0" y="0"/>
                  </a:lnTo>
                  <a:lnTo>
                    <a:pt x="0" y="35560"/>
                  </a:lnTo>
                  <a:lnTo>
                    <a:pt x="41910" y="35560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8EA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0" name="object 900"/>
            <p:cNvSpPr/>
            <p:nvPr/>
          </p:nvSpPr>
          <p:spPr>
            <a:xfrm>
              <a:off x="4772659" y="386079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41910" y="3428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7EA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1" name="object 901"/>
            <p:cNvSpPr/>
            <p:nvPr/>
          </p:nvSpPr>
          <p:spPr>
            <a:xfrm>
              <a:off x="4772659" y="389508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41910" y="34290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7E9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2" name="object 902"/>
            <p:cNvSpPr/>
            <p:nvPr/>
          </p:nvSpPr>
          <p:spPr>
            <a:xfrm>
              <a:off x="4772659" y="392937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41910" y="34290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7E9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3" name="object 903"/>
            <p:cNvSpPr/>
            <p:nvPr/>
          </p:nvSpPr>
          <p:spPr>
            <a:xfrm>
              <a:off x="4772659" y="396366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41910" y="3428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6E9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4" name="object 904"/>
            <p:cNvSpPr/>
            <p:nvPr/>
          </p:nvSpPr>
          <p:spPr>
            <a:xfrm>
              <a:off x="4772659" y="399795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41910" y="3428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6E8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5" name="object 905"/>
            <p:cNvSpPr/>
            <p:nvPr/>
          </p:nvSpPr>
          <p:spPr>
            <a:xfrm>
              <a:off x="4772659" y="403224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41910" y="3428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6E8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6" name="object 906"/>
            <p:cNvSpPr/>
            <p:nvPr/>
          </p:nvSpPr>
          <p:spPr>
            <a:xfrm>
              <a:off x="4772659" y="406653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41910" y="34290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5E8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7" name="object 907"/>
            <p:cNvSpPr/>
            <p:nvPr/>
          </p:nvSpPr>
          <p:spPr>
            <a:xfrm>
              <a:off x="4772659" y="410082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41910" y="34290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5E7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8" name="object 908"/>
            <p:cNvSpPr/>
            <p:nvPr/>
          </p:nvSpPr>
          <p:spPr>
            <a:xfrm>
              <a:off x="4772659" y="413511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41910" y="3428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5E7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9" name="object 909"/>
            <p:cNvSpPr/>
            <p:nvPr/>
          </p:nvSpPr>
          <p:spPr>
            <a:xfrm>
              <a:off x="4772659" y="4169409"/>
              <a:ext cx="41910" cy="35560"/>
            </a:xfrm>
            <a:custGeom>
              <a:avLst/>
              <a:gdLst/>
              <a:ahLst/>
              <a:cxnLst/>
              <a:rect l="l" t="t" r="r" b="b"/>
              <a:pathLst>
                <a:path w="41910" h="35560">
                  <a:moveTo>
                    <a:pt x="41910" y="0"/>
                  </a:moveTo>
                  <a:lnTo>
                    <a:pt x="0" y="0"/>
                  </a:lnTo>
                  <a:lnTo>
                    <a:pt x="0" y="35559"/>
                  </a:lnTo>
                  <a:lnTo>
                    <a:pt x="41910" y="3555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4E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0" name="object 910"/>
            <p:cNvSpPr/>
            <p:nvPr/>
          </p:nvSpPr>
          <p:spPr>
            <a:xfrm>
              <a:off x="4772659" y="420496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41910" y="3428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4E6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1" name="object 911"/>
            <p:cNvSpPr/>
            <p:nvPr/>
          </p:nvSpPr>
          <p:spPr>
            <a:xfrm>
              <a:off x="4772659" y="423925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41910" y="3428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3E6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2" name="object 912"/>
            <p:cNvSpPr/>
            <p:nvPr/>
          </p:nvSpPr>
          <p:spPr>
            <a:xfrm>
              <a:off x="4772659" y="427354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41910" y="3428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3E6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3" name="object 913"/>
            <p:cNvSpPr/>
            <p:nvPr/>
          </p:nvSpPr>
          <p:spPr>
            <a:xfrm>
              <a:off x="4772659" y="430783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41910" y="34290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3E5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4" name="object 914"/>
            <p:cNvSpPr/>
            <p:nvPr/>
          </p:nvSpPr>
          <p:spPr>
            <a:xfrm>
              <a:off x="4772659" y="434212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41910" y="34290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2E5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5" name="object 915"/>
            <p:cNvSpPr/>
            <p:nvPr/>
          </p:nvSpPr>
          <p:spPr>
            <a:xfrm>
              <a:off x="4772659" y="437641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41910" y="3428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2E5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6" name="object 916"/>
            <p:cNvSpPr/>
            <p:nvPr/>
          </p:nvSpPr>
          <p:spPr>
            <a:xfrm>
              <a:off x="4772659" y="441070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41910" y="3428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2E4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7" name="object 917"/>
            <p:cNvSpPr/>
            <p:nvPr/>
          </p:nvSpPr>
          <p:spPr>
            <a:xfrm>
              <a:off x="4772659" y="444499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41910" y="3428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1E4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8" name="object 918"/>
            <p:cNvSpPr/>
            <p:nvPr/>
          </p:nvSpPr>
          <p:spPr>
            <a:xfrm>
              <a:off x="4772659" y="447928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41910" y="34290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1E3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9" name="object 919"/>
            <p:cNvSpPr/>
            <p:nvPr/>
          </p:nvSpPr>
          <p:spPr>
            <a:xfrm>
              <a:off x="4772659" y="451357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41910" y="34290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1E3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0" name="object 920"/>
            <p:cNvSpPr/>
            <p:nvPr/>
          </p:nvSpPr>
          <p:spPr>
            <a:xfrm>
              <a:off x="4772659" y="4547869"/>
              <a:ext cx="41910" cy="35560"/>
            </a:xfrm>
            <a:custGeom>
              <a:avLst/>
              <a:gdLst/>
              <a:ahLst/>
              <a:cxnLst/>
              <a:rect l="l" t="t" r="r" b="b"/>
              <a:pathLst>
                <a:path w="41910" h="35560">
                  <a:moveTo>
                    <a:pt x="41910" y="0"/>
                  </a:moveTo>
                  <a:lnTo>
                    <a:pt x="0" y="0"/>
                  </a:lnTo>
                  <a:lnTo>
                    <a:pt x="0" y="35559"/>
                  </a:lnTo>
                  <a:lnTo>
                    <a:pt x="41910" y="3555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0E3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1" name="object 921"/>
            <p:cNvSpPr/>
            <p:nvPr/>
          </p:nvSpPr>
          <p:spPr>
            <a:xfrm>
              <a:off x="4772659" y="4583429"/>
              <a:ext cx="41910" cy="33020"/>
            </a:xfrm>
            <a:custGeom>
              <a:avLst/>
              <a:gdLst/>
              <a:ahLst/>
              <a:cxnLst/>
              <a:rect l="l" t="t" r="r" b="b"/>
              <a:pathLst>
                <a:path w="41910" h="33020">
                  <a:moveTo>
                    <a:pt x="41910" y="0"/>
                  </a:moveTo>
                  <a:lnTo>
                    <a:pt x="0" y="0"/>
                  </a:lnTo>
                  <a:lnTo>
                    <a:pt x="0" y="33020"/>
                  </a:lnTo>
                  <a:lnTo>
                    <a:pt x="41910" y="33020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0E2A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2" name="object 922"/>
            <p:cNvSpPr/>
            <p:nvPr/>
          </p:nvSpPr>
          <p:spPr>
            <a:xfrm>
              <a:off x="4772659" y="4616449"/>
              <a:ext cx="41910" cy="35560"/>
            </a:xfrm>
            <a:custGeom>
              <a:avLst/>
              <a:gdLst/>
              <a:ahLst/>
              <a:cxnLst/>
              <a:rect l="l" t="t" r="r" b="b"/>
              <a:pathLst>
                <a:path w="41910" h="35560">
                  <a:moveTo>
                    <a:pt x="41910" y="0"/>
                  </a:moveTo>
                  <a:lnTo>
                    <a:pt x="0" y="0"/>
                  </a:lnTo>
                  <a:lnTo>
                    <a:pt x="0" y="35560"/>
                  </a:lnTo>
                  <a:lnTo>
                    <a:pt x="41910" y="35560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E0E2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3" name="object 923"/>
            <p:cNvSpPr/>
            <p:nvPr/>
          </p:nvSpPr>
          <p:spPr>
            <a:xfrm>
              <a:off x="4772659" y="465200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41910" y="3428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DFE2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4" name="object 924"/>
            <p:cNvSpPr/>
            <p:nvPr/>
          </p:nvSpPr>
          <p:spPr>
            <a:xfrm>
              <a:off x="4772659" y="468629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41910" y="3428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DFE1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5" name="object 925"/>
            <p:cNvSpPr/>
            <p:nvPr/>
          </p:nvSpPr>
          <p:spPr>
            <a:xfrm>
              <a:off x="4772659" y="472058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41910" y="34290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DEE1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6" name="object 926"/>
            <p:cNvSpPr/>
            <p:nvPr/>
          </p:nvSpPr>
          <p:spPr>
            <a:xfrm>
              <a:off x="4772659" y="475487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41910" y="34290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DEE1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7" name="object 927"/>
            <p:cNvSpPr/>
            <p:nvPr/>
          </p:nvSpPr>
          <p:spPr>
            <a:xfrm>
              <a:off x="4772659" y="478916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41910" y="3428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DEE0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8" name="object 928"/>
            <p:cNvSpPr/>
            <p:nvPr/>
          </p:nvSpPr>
          <p:spPr>
            <a:xfrm>
              <a:off x="4772659" y="482345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41910" y="3428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DDE0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9" name="object 929"/>
            <p:cNvSpPr/>
            <p:nvPr/>
          </p:nvSpPr>
          <p:spPr>
            <a:xfrm>
              <a:off x="4772659" y="485774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41910" y="3428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DDE0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0" name="object 930"/>
            <p:cNvSpPr/>
            <p:nvPr/>
          </p:nvSpPr>
          <p:spPr>
            <a:xfrm>
              <a:off x="4772659" y="489203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41910" y="34290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DDDF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1" name="object 931"/>
            <p:cNvSpPr/>
            <p:nvPr/>
          </p:nvSpPr>
          <p:spPr>
            <a:xfrm>
              <a:off x="4772659" y="492632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41910" y="34290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DCDF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2" name="object 932"/>
            <p:cNvSpPr/>
            <p:nvPr/>
          </p:nvSpPr>
          <p:spPr>
            <a:xfrm>
              <a:off x="4772659" y="4960619"/>
              <a:ext cx="41910" cy="35560"/>
            </a:xfrm>
            <a:custGeom>
              <a:avLst/>
              <a:gdLst/>
              <a:ahLst/>
              <a:cxnLst/>
              <a:rect l="l" t="t" r="r" b="b"/>
              <a:pathLst>
                <a:path w="41910" h="35560">
                  <a:moveTo>
                    <a:pt x="41910" y="0"/>
                  </a:moveTo>
                  <a:lnTo>
                    <a:pt x="0" y="0"/>
                  </a:lnTo>
                  <a:lnTo>
                    <a:pt x="0" y="35559"/>
                  </a:lnTo>
                  <a:lnTo>
                    <a:pt x="41910" y="3555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DCD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3" name="object 933"/>
            <p:cNvSpPr/>
            <p:nvPr/>
          </p:nvSpPr>
          <p:spPr>
            <a:xfrm>
              <a:off x="4772659" y="499617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41910" y="34290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DCDE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4" name="object 934"/>
            <p:cNvSpPr/>
            <p:nvPr/>
          </p:nvSpPr>
          <p:spPr>
            <a:xfrm>
              <a:off x="4772659" y="503046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41910" y="3428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DBDE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5" name="object 935"/>
            <p:cNvSpPr/>
            <p:nvPr/>
          </p:nvSpPr>
          <p:spPr>
            <a:xfrm>
              <a:off x="4772659" y="506475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41910" y="3428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DBDE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6" name="object 936"/>
            <p:cNvSpPr/>
            <p:nvPr/>
          </p:nvSpPr>
          <p:spPr>
            <a:xfrm>
              <a:off x="4772659" y="5099050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41910" y="3428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DBDD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7" name="object 937"/>
            <p:cNvSpPr/>
            <p:nvPr/>
          </p:nvSpPr>
          <p:spPr>
            <a:xfrm>
              <a:off x="4772659" y="513333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41910" y="34290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DADD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8" name="object 938"/>
            <p:cNvSpPr/>
            <p:nvPr/>
          </p:nvSpPr>
          <p:spPr>
            <a:xfrm>
              <a:off x="4772659" y="516762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41910" y="34290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DADD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9" name="object 939"/>
            <p:cNvSpPr/>
            <p:nvPr/>
          </p:nvSpPr>
          <p:spPr>
            <a:xfrm>
              <a:off x="4772659" y="520191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41910" y="3428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D9DC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0" name="object 940"/>
            <p:cNvSpPr/>
            <p:nvPr/>
          </p:nvSpPr>
          <p:spPr>
            <a:xfrm>
              <a:off x="4772659" y="523620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41910" y="3428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D9D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1" name="object 941"/>
            <p:cNvSpPr/>
            <p:nvPr/>
          </p:nvSpPr>
          <p:spPr>
            <a:xfrm>
              <a:off x="4772659" y="5270500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41910" y="34290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D9DC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2" name="object 942"/>
            <p:cNvSpPr/>
            <p:nvPr/>
          </p:nvSpPr>
          <p:spPr>
            <a:xfrm>
              <a:off x="4772659" y="530478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41910" y="34290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D8DB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3" name="object 943"/>
            <p:cNvSpPr/>
            <p:nvPr/>
          </p:nvSpPr>
          <p:spPr>
            <a:xfrm>
              <a:off x="4772659" y="5339079"/>
              <a:ext cx="41910" cy="35560"/>
            </a:xfrm>
            <a:custGeom>
              <a:avLst/>
              <a:gdLst/>
              <a:ahLst/>
              <a:cxnLst/>
              <a:rect l="l" t="t" r="r" b="b"/>
              <a:pathLst>
                <a:path w="41910" h="35560">
                  <a:moveTo>
                    <a:pt x="41910" y="0"/>
                  </a:moveTo>
                  <a:lnTo>
                    <a:pt x="0" y="0"/>
                  </a:lnTo>
                  <a:lnTo>
                    <a:pt x="0" y="35560"/>
                  </a:lnTo>
                  <a:lnTo>
                    <a:pt x="41910" y="35560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D8DB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4" name="object 944"/>
            <p:cNvSpPr/>
            <p:nvPr/>
          </p:nvSpPr>
          <p:spPr>
            <a:xfrm>
              <a:off x="4772659" y="5374639"/>
              <a:ext cx="41910" cy="33020"/>
            </a:xfrm>
            <a:custGeom>
              <a:avLst/>
              <a:gdLst/>
              <a:ahLst/>
              <a:cxnLst/>
              <a:rect l="l" t="t" r="r" b="b"/>
              <a:pathLst>
                <a:path w="41910" h="33020">
                  <a:moveTo>
                    <a:pt x="41910" y="0"/>
                  </a:moveTo>
                  <a:lnTo>
                    <a:pt x="0" y="0"/>
                  </a:lnTo>
                  <a:lnTo>
                    <a:pt x="0" y="33020"/>
                  </a:lnTo>
                  <a:lnTo>
                    <a:pt x="41910" y="33020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D8DB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5" name="object 945"/>
            <p:cNvSpPr/>
            <p:nvPr/>
          </p:nvSpPr>
          <p:spPr>
            <a:xfrm>
              <a:off x="4772659" y="5407659"/>
              <a:ext cx="41910" cy="35560"/>
            </a:xfrm>
            <a:custGeom>
              <a:avLst/>
              <a:gdLst/>
              <a:ahLst/>
              <a:cxnLst/>
              <a:rect l="l" t="t" r="r" b="b"/>
              <a:pathLst>
                <a:path w="41910" h="35560">
                  <a:moveTo>
                    <a:pt x="41910" y="0"/>
                  </a:moveTo>
                  <a:lnTo>
                    <a:pt x="0" y="0"/>
                  </a:lnTo>
                  <a:lnTo>
                    <a:pt x="0" y="35559"/>
                  </a:lnTo>
                  <a:lnTo>
                    <a:pt x="41910" y="3555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D7DA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6" name="object 946"/>
            <p:cNvSpPr/>
            <p:nvPr/>
          </p:nvSpPr>
          <p:spPr>
            <a:xfrm>
              <a:off x="4772659" y="544321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41910" y="3428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D7DA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7" name="object 947"/>
            <p:cNvSpPr/>
            <p:nvPr/>
          </p:nvSpPr>
          <p:spPr>
            <a:xfrm>
              <a:off x="4772659" y="5477509"/>
              <a:ext cx="41910" cy="34290"/>
            </a:xfrm>
            <a:custGeom>
              <a:avLst/>
              <a:gdLst/>
              <a:ahLst/>
              <a:cxnLst/>
              <a:rect l="l" t="t" r="r" b="b"/>
              <a:pathLst>
                <a:path w="41910" h="34289">
                  <a:moveTo>
                    <a:pt x="41910" y="0"/>
                  </a:moveTo>
                  <a:lnTo>
                    <a:pt x="0" y="0"/>
                  </a:lnTo>
                  <a:lnTo>
                    <a:pt x="0" y="29209"/>
                  </a:lnTo>
                  <a:lnTo>
                    <a:pt x="41910" y="29209"/>
                  </a:lnTo>
                  <a:lnTo>
                    <a:pt x="41910" y="0"/>
                  </a:lnTo>
                  <a:close/>
                </a:path>
                <a:path w="41910" h="34289">
                  <a:moveTo>
                    <a:pt x="40639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39370" y="31749"/>
                  </a:lnTo>
                  <a:lnTo>
                    <a:pt x="39370" y="30479"/>
                  </a:lnTo>
                  <a:lnTo>
                    <a:pt x="40639" y="30479"/>
                  </a:lnTo>
                  <a:lnTo>
                    <a:pt x="40639" y="29209"/>
                  </a:lnTo>
                  <a:close/>
                </a:path>
                <a:path w="41910" h="34289">
                  <a:moveTo>
                    <a:pt x="38100" y="31750"/>
                  </a:moveTo>
                  <a:lnTo>
                    <a:pt x="0" y="31750"/>
                  </a:lnTo>
                  <a:lnTo>
                    <a:pt x="0" y="34289"/>
                  </a:lnTo>
                  <a:lnTo>
                    <a:pt x="36829" y="34289"/>
                  </a:lnTo>
                  <a:lnTo>
                    <a:pt x="36829" y="33019"/>
                  </a:lnTo>
                  <a:lnTo>
                    <a:pt x="38100" y="33019"/>
                  </a:lnTo>
                  <a:lnTo>
                    <a:pt x="38100" y="31750"/>
                  </a:lnTo>
                  <a:close/>
                </a:path>
              </a:pathLst>
            </a:custGeom>
            <a:solidFill>
              <a:srgbClr val="D7DA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8" name="object 948"/>
            <p:cNvSpPr/>
            <p:nvPr/>
          </p:nvSpPr>
          <p:spPr>
            <a:xfrm>
              <a:off x="4772659" y="5511800"/>
              <a:ext cx="35560" cy="34290"/>
            </a:xfrm>
            <a:custGeom>
              <a:avLst/>
              <a:gdLst/>
              <a:ahLst/>
              <a:cxnLst/>
              <a:rect l="l" t="t" r="r" b="b"/>
              <a:pathLst>
                <a:path w="35560" h="34289">
                  <a:moveTo>
                    <a:pt x="3556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5560" y="1269"/>
                  </a:lnTo>
                  <a:lnTo>
                    <a:pt x="35560" y="0"/>
                  </a:lnTo>
                  <a:close/>
                </a:path>
                <a:path w="35560" h="34289">
                  <a:moveTo>
                    <a:pt x="34289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3020" y="3809"/>
                  </a:lnTo>
                  <a:lnTo>
                    <a:pt x="33020" y="2540"/>
                  </a:lnTo>
                  <a:lnTo>
                    <a:pt x="34289" y="2540"/>
                  </a:lnTo>
                  <a:lnTo>
                    <a:pt x="34289" y="1270"/>
                  </a:lnTo>
                  <a:close/>
                </a:path>
                <a:path w="35560" h="34289">
                  <a:moveTo>
                    <a:pt x="31750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29210" y="7619"/>
                  </a:lnTo>
                  <a:lnTo>
                    <a:pt x="29210" y="6350"/>
                  </a:lnTo>
                  <a:lnTo>
                    <a:pt x="30479" y="6350"/>
                  </a:lnTo>
                  <a:lnTo>
                    <a:pt x="30479" y="5080"/>
                  </a:lnTo>
                  <a:lnTo>
                    <a:pt x="31750" y="5080"/>
                  </a:lnTo>
                  <a:lnTo>
                    <a:pt x="31750" y="3810"/>
                  </a:lnTo>
                  <a:close/>
                </a:path>
                <a:path w="35560" h="34289">
                  <a:moveTo>
                    <a:pt x="27939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26670" y="10159"/>
                  </a:lnTo>
                  <a:lnTo>
                    <a:pt x="26670" y="8890"/>
                  </a:lnTo>
                  <a:lnTo>
                    <a:pt x="27939" y="8890"/>
                  </a:lnTo>
                  <a:lnTo>
                    <a:pt x="27939" y="7620"/>
                  </a:lnTo>
                  <a:close/>
                </a:path>
                <a:path w="35560" h="34289">
                  <a:moveTo>
                    <a:pt x="25400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22860" y="13969"/>
                  </a:lnTo>
                  <a:lnTo>
                    <a:pt x="22860" y="12700"/>
                  </a:lnTo>
                  <a:lnTo>
                    <a:pt x="24129" y="12700"/>
                  </a:lnTo>
                  <a:lnTo>
                    <a:pt x="24129" y="11430"/>
                  </a:lnTo>
                  <a:lnTo>
                    <a:pt x="25400" y="11430"/>
                  </a:lnTo>
                  <a:lnTo>
                    <a:pt x="25400" y="10160"/>
                  </a:lnTo>
                  <a:close/>
                </a:path>
                <a:path w="35560" h="34289">
                  <a:moveTo>
                    <a:pt x="20320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19050" y="16509"/>
                  </a:lnTo>
                  <a:lnTo>
                    <a:pt x="19050" y="15240"/>
                  </a:lnTo>
                  <a:lnTo>
                    <a:pt x="20320" y="15240"/>
                  </a:lnTo>
                  <a:lnTo>
                    <a:pt x="20320" y="13970"/>
                  </a:lnTo>
                  <a:close/>
                </a:path>
                <a:path w="35560" h="34289">
                  <a:moveTo>
                    <a:pt x="17779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15239" y="20319"/>
                  </a:lnTo>
                  <a:lnTo>
                    <a:pt x="15239" y="19050"/>
                  </a:lnTo>
                  <a:lnTo>
                    <a:pt x="16510" y="19050"/>
                  </a:lnTo>
                  <a:lnTo>
                    <a:pt x="16510" y="17780"/>
                  </a:lnTo>
                  <a:lnTo>
                    <a:pt x="17779" y="17780"/>
                  </a:lnTo>
                  <a:lnTo>
                    <a:pt x="17779" y="16510"/>
                  </a:lnTo>
                  <a:close/>
                </a:path>
                <a:path w="35560" h="34289">
                  <a:moveTo>
                    <a:pt x="13970" y="20320"/>
                  </a:moveTo>
                  <a:lnTo>
                    <a:pt x="0" y="20320"/>
                  </a:lnTo>
                  <a:lnTo>
                    <a:pt x="0" y="22859"/>
                  </a:lnTo>
                  <a:lnTo>
                    <a:pt x="12700" y="22859"/>
                  </a:lnTo>
                  <a:lnTo>
                    <a:pt x="12700" y="21590"/>
                  </a:lnTo>
                  <a:lnTo>
                    <a:pt x="13970" y="21590"/>
                  </a:lnTo>
                  <a:lnTo>
                    <a:pt x="13970" y="20320"/>
                  </a:lnTo>
                  <a:close/>
                </a:path>
                <a:path w="35560" h="34289">
                  <a:moveTo>
                    <a:pt x="11429" y="22860"/>
                  </a:moveTo>
                  <a:lnTo>
                    <a:pt x="0" y="22860"/>
                  </a:lnTo>
                  <a:lnTo>
                    <a:pt x="0" y="26669"/>
                  </a:lnTo>
                  <a:lnTo>
                    <a:pt x="8889" y="26669"/>
                  </a:lnTo>
                  <a:lnTo>
                    <a:pt x="8889" y="25400"/>
                  </a:lnTo>
                  <a:lnTo>
                    <a:pt x="10160" y="25400"/>
                  </a:lnTo>
                  <a:lnTo>
                    <a:pt x="10160" y="24130"/>
                  </a:lnTo>
                  <a:lnTo>
                    <a:pt x="11429" y="24130"/>
                  </a:lnTo>
                  <a:lnTo>
                    <a:pt x="11429" y="22860"/>
                  </a:lnTo>
                  <a:close/>
                </a:path>
                <a:path w="35560" h="34289">
                  <a:moveTo>
                    <a:pt x="7620" y="26670"/>
                  </a:moveTo>
                  <a:lnTo>
                    <a:pt x="0" y="26670"/>
                  </a:lnTo>
                  <a:lnTo>
                    <a:pt x="0" y="29209"/>
                  </a:lnTo>
                  <a:lnTo>
                    <a:pt x="6350" y="29209"/>
                  </a:lnTo>
                  <a:lnTo>
                    <a:pt x="6350" y="27940"/>
                  </a:lnTo>
                  <a:lnTo>
                    <a:pt x="7620" y="27940"/>
                  </a:lnTo>
                  <a:lnTo>
                    <a:pt x="7620" y="26670"/>
                  </a:lnTo>
                  <a:close/>
                </a:path>
                <a:path w="35560" h="34289">
                  <a:moveTo>
                    <a:pt x="5079" y="29210"/>
                  </a:moveTo>
                  <a:lnTo>
                    <a:pt x="0" y="29210"/>
                  </a:lnTo>
                  <a:lnTo>
                    <a:pt x="0" y="33019"/>
                  </a:lnTo>
                  <a:lnTo>
                    <a:pt x="2539" y="33019"/>
                  </a:lnTo>
                  <a:lnTo>
                    <a:pt x="2539" y="31750"/>
                  </a:lnTo>
                  <a:lnTo>
                    <a:pt x="3810" y="31750"/>
                  </a:lnTo>
                  <a:lnTo>
                    <a:pt x="3810" y="30480"/>
                  </a:lnTo>
                  <a:lnTo>
                    <a:pt x="5079" y="30480"/>
                  </a:lnTo>
                  <a:lnTo>
                    <a:pt x="5079" y="29210"/>
                  </a:lnTo>
                  <a:close/>
                </a:path>
                <a:path w="35560" h="34289">
                  <a:moveTo>
                    <a:pt x="1270" y="33020"/>
                  </a:moveTo>
                  <a:lnTo>
                    <a:pt x="0" y="33020"/>
                  </a:lnTo>
                  <a:lnTo>
                    <a:pt x="0" y="34290"/>
                  </a:lnTo>
                  <a:lnTo>
                    <a:pt x="1270" y="34290"/>
                  </a:lnTo>
                  <a:lnTo>
                    <a:pt x="1270" y="33020"/>
                  </a:lnTo>
                  <a:close/>
                </a:path>
              </a:pathLst>
            </a:custGeom>
            <a:solidFill>
              <a:srgbClr val="D6D9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49" name="object 949"/>
          <p:cNvSpPr txBox="1"/>
          <p:nvPr/>
        </p:nvSpPr>
        <p:spPr>
          <a:xfrm>
            <a:off x="4936490" y="3912870"/>
            <a:ext cx="999490" cy="600710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26670" marR="5080" indent="-13970" algn="just">
              <a:lnSpc>
                <a:spcPct val="84800"/>
              </a:lnSpc>
              <a:spcBef>
                <a:spcPts val="355"/>
              </a:spcBef>
            </a:pPr>
            <a:r>
              <a:rPr sz="1400" b="1" spc="-25" dirty="0">
                <a:latin typeface="Arial"/>
                <a:cs typeface="Arial"/>
              </a:rPr>
              <a:t>Host-</a:t>
            </a:r>
            <a:r>
              <a:rPr sz="1400" b="1" spc="-10" dirty="0">
                <a:latin typeface="Arial"/>
                <a:cs typeface="Arial"/>
              </a:rPr>
              <a:t>Based Replication </a:t>
            </a:r>
            <a:r>
              <a:rPr sz="1400" dirty="0">
                <a:latin typeface="Arial"/>
                <a:cs typeface="Arial"/>
              </a:rPr>
              <a:t>Faster</a:t>
            </a:r>
            <a:r>
              <a:rPr sz="1400" spc="-80" dirty="0">
                <a:latin typeface="Arial"/>
                <a:cs typeface="Arial"/>
              </a:rPr>
              <a:t> </a:t>
            </a:r>
            <a:r>
              <a:rPr sz="1400" spc="-20" dirty="0">
                <a:latin typeface="Arial"/>
                <a:cs typeface="Arial"/>
              </a:rPr>
              <a:t>data</a:t>
            </a:r>
            <a:endParaRPr sz="1400">
              <a:latin typeface="Arial"/>
              <a:cs typeface="Arial"/>
            </a:endParaRPr>
          </a:p>
        </p:txBody>
      </p:sp>
      <p:sp>
        <p:nvSpPr>
          <p:cNvPr id="950" name="object 950"/>
          <p:cNvSpPr txBox="1"/>
          <p:nvPr/>
        </p:nvSpPr>
        <p:spPr>
          <a:xfrm>
            <a:off x="1228089" y="4390722"/>
            <a:ext cx="4709160" cy="9404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527300">
              <a:lnSpc>
                <a:spcPts val="1455"/>
              </a:lnSpc>
            </a:pPr>
            <a:r>
              <a:rPr sz="1400" b="1" spc="-10" dirty="0">
                <a:latin typeface="Arial"/>
                <a:cs typeface="Arial"/>
              </a:rPr>
              <a:t>Clustering</a:t>
            </a:r>
            <a:endParaRPr sz="1400">
              <a:latin typeface="Arial"/>
              <a:cs typeface="Arial"/>
            </a:endParaRPr>
          </a:p>
          <a:p>
            <a:pPr marL="120650" indent="1097280">
              <a:lnSpc>
                <a:spcPct val="86600"/>
              </a:lnSpc>
              <a:spcBef>
                <a:spcPts val="135"/>
              </a:spcBef>
              <a:tabLst>
                <a:tab pos="1255395" algn="l"/>
                <a:tab pos="1476375" algn="l"/>
                <a:tab pos="2425065" algn="l"/>
                <a:tab pos="2502535" algn="l"/>
                <a:tab pos="3711575" algn="l"/>
                <a:tab pos="3773804" algn="l"/>
              </a:tabLst>
            </a:pPr>
            <a:r>
              <a:rPr sz="1400" b="1" spc="-10" dirty="0">
                <a:latin typeface="Arial"/>
                <a:cs typeface="Arial"/>
              </a:rPr>
              <a:t>Redundancy</a:t>
            </a:r>
            <a:r>
              <a:rPr sz="1400" b="1" dirty="0">
                <a:latin typeface="Arial"/>
                <a:cs typeface="Arial"/>
              </a:rPr>
              <a:t>	</a:t>
            </a:r>
            <a:r>
              <a:rPr sz="2100" baseline="3968" dirty="0">
                <a:latin typeface="Arial"/>
                <a:cs typeface="Arial"/>
              </a:rPr>
              <a:t>Rapid</a:t>
            </a:r>
            <a:r>
              <a:rPr sz="2100" spc="-112" baseline="3968" dirty="0">
                <a:latin typeface="Arial"/>
                <a:cs typeface="Arial"/>
              </a:rPr>
              <a:t> </a:t>
            </a:r>
            <a:r>
              <a:rPr sz="2100" spc="-15" baseline="3968" dirty="0">
                <a:latin typeface="Arial"/>
                <a:cs typeface="Arial"/>
              </a:rPr>
              <a:t>failover</a:t>
            </a:r>
            <a:r>
              <a:rPr sz="2100" baseline="3968" dirty="0">
                <a:latin typeface="Arial"/>
                <a:cs typeface="Arial"/>
              </a:rPr>
              <a:t>		</a:t>
            </a:r>
            <a:r>
              <a:rPr sz="2100" spc="-15" baseline="29761" dirty="0">
                <a:latin typeface="Arial"/>
                <a:cs typeface="Arial"/>
              </a:rPr>
              <a:t>recovery</a:t>
            </a:r>
            <a:r>
              <a:rPr sz="2100" spc="-60" baseline="29761" dirty="0">
                <a:latin typeface="Arial"/>
                <a:cs typeface="Arial"/>
              </a:rPr>
              <a:t> </a:t>
            </a:r>
            <a:r>
              <a:rPr sz="2100" spc="-37" baseline="29761" dirty="0">
                <a:latin typeface="Arial"/>
                <a:cs typeface="Arial"/>
              </a:rPr>
              <a:t>at </a:t>
            </a:r>
            <a:r>
              <a:rPr sz="1400" b="1" dirty="0">
                <a:latin typeface="Arial"/>
                <a:cs typeface="Arial"/>
              </a:rPr>
              <a:t>Backup</a:t>
            </a:r>
            <a:r>
              <a:rPr sz="1400" b="1" spc="-85" dirty="0">
                <a:latin typeface="Arial"/>
                <a:cs typeface="Arial"/>
              </a:rPr>
              <a:t> </a:t>
            </a:r>
            <a:r>
              <a:rPr sz="1400" b="1" spc="-50" dirty="0">
                <a:latin typeface="Arial"/>
                <a:cs typeface="Arial"/>
              </a:rPr>
              <a:t>&amp;</a:t>
            </a:r>
            <a:r>
              <a:rPr sz="1400" b="1" dirty="0">
                <a:latin typeface="Arial"/>
                <a:cs typeface="Arial"/>
              </a:rPr>
              <a:t>	</a:t>
            </a:r>
            <a:r>
              <a:rPr sz="2100" spc="-15" baseline="1984" dirty="0">
                <a:latin typeface="Arial"/>
                <a:cs typeface="Arial"/>
              </a:rPr>
              <a:t>Reduction</a:t>
            </a:r>
            <a:r>
              <a:rPr sz="2100" spc="-60" baseline="1984" dirty="0">
                <a:latin typeface="Arial"/>
                <a:cs typeface="Arial"/>
              </a:rPr>
              <a:t> </a:t>
            </a:r>
            <a:r>
              <a:rPr sz="2100" spc="-37" baseline="1984" dirty="0">
                <a:latin typeface="Arial"/>
                <a:cs typeface="Arial"/>
              </a:rPr>
              <a:t>in</a:t>
            </a:r>
            <a:r>
              <a:rPr sz="2100" baseline="1984" dirty="0">
                <a:latin typeface="Arial"/>
                <a:cs typeface="Arial"/>
              </a:rPr>
              <a:t>		</a:t>
            </a:r>
            <a:r>
              <a:rPr sz="2100" spc="-15" baseline="5952" dirty="0">
                <a:latin typeface="Arial"/>
                <a:cs typeface="Arial"/>
              </a:rPr>
              <a:t>within</a:t>
            </a:r>
            <a:r>
              <a:rPr sz="2100" spc="-60" baseline="5952" dirty="0">
                <a:latin typeface="Arial"/>
                <a:cs typeface="Arial"/>
              </a:rPr>
              <a:t> </a:t>
            </a:r>
            <a:r>
              <a:rPr sz="2100" baseline="5952" dirty="0">
                <a:latin typeface="Arial"/>
                <a:cs typeface="Arial"/>
              </a:rPr>
              <a:t>a</a:t>
            </a:r>
            <a:r>
              <a:rPr sz="2100" spc="-22" baseline="5952" dirty="0">
                <a:latin typeface="Arial"/>
                <a:cs typeface="Arial"/>
              </a:rPr>
              <a:t> </a:t>
            </a:r>
            <a:r>
              <a:rPr sz="2100" spc="-30" baseline="5952" dirty="0">
                <a:latin typeface="Arial"/>
                <a:cs typeface="Arial"/>
              </a:rPr>
              <a:t>site</a:t>
            </a:r>
            <a:r>
              <a:rPr sz="2100" baseline="5952" dirty="0">
                <a:latin typeface="Arial"/>
                <a:cs typeface="Arial"/>
              </a:rPr>
              <a:t>	</a:t>
            </a:r>
            <a:r>
              <a:rPr sz="2100" spc="-15" baseline="31746" dirty="0">
                <a:latin typeface="Arial"/>
                <a:cs typeface="Arial"/>
              </a:rPr>
              <a:t>recovery</a:t>
            </a:r>
            <a:r>
              <a:rPr sz="2100" spc="-52" baseline="31746" dirty="0">
                <a:latin typeface="Arial"/>
                <a:cs typeface="Arial"/>
              </a:rPr>
              <a:t> </a:t>
            </a:r>
            <a:r>
              <a:rPr sz="2100" spc="-30" baseline="31746" dirty="0">
                <a:latin typeface="Arial"/>
                <a:cs typeface="Arial"/>
              </a:rPr>
              <a:t>site </a:t>
            </a:r>
            <a:r>
              <a:rPr sz="1400" b="1" spc="-10" dirty="0">
                <a:latin typeface="Arial"/>
                <a:cs typeface="Arial"/>
              </a:rPr>
              <a:t>Recovery</a:t>
            </a:r>
            <a:r>
              <a:rPr sz="1400" b="1" dirty="0">
                <a:latin typeface="Arial"/>
                <a:cs typeface="Arial"/>
              </a:rPr>
              <a:t>		</a:t>
            </a:r>
            <a:r>
              <a:rPr sz="2100" spc="-15" baseline="1984" dirty="0">
                <a:latin typeface="Arial"/>
                <a:cs typeface="Arial"/>
              </a:rPr>
              <a:t>SPF’s</a:t>
            </a:r>
            <a:endParaRPr sz="2100" baseline="1984">
              <a:latin typeface="Arial"/>
              <a:cs typeface="Arial"/>
            </a:endParaRPr>
          </a:p>
          <a:p>
            <a:pPr>
              <a:lnSpc>
                <a:spcPts val="1430"/>
              </a:lnSpc>
            </a:pPr>
            <a:r>
              <a:rPr sz="1400" dirty="0">
                <a:latin typeface="Arial"/>
                <a:cs typeface="Arial"/>
              </a:rPr>
              <a:t>Data</a:t>
            </a:r>
            <a:r>
              <a:rPr sz="1400" spc="-60" dirty="0">
                <a:latin typeface="Arial"/>
                <a:cs typeface="Arial"/>
              </a:rPr>
              <a:t> </a:t>
            </a:r>
            <a:r>
              <a:rPr sz="1400" spc="-10" dirty="0">
                <a:latin typeface="Arial"/>
                <a:cs typeface="Arial"/>
              </a:rPr>
              <a:t>Vaulting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951" name="object 951"/>
          <p:cNvGrpSpPr/>
          <p:nvPr/>
        </p:nvGrpSpPr>
        <p:grpSpPr>
          <a:xfrm>
            <a:off x="6019800" y="2437129"/>
            <a:ext cx="1220470" cy="3108960"/>
            <a:chOff x="6019800" y="2437129"/>
            <a:chExt cx="1220470" cy="3108960"/>
          </a:xfrm>
        </p:grpSpPr>
        <p:sp>
          <p:nvSpPr>
            <p:cNvPr id="952" name="object 952"/>
            <p:cNvSpPr/>
            <p:nvPr/>
          </p:nvSpPr>
          <p:spPr>
            <a:xfrm>
              <a:off x="6019800" y="2437129"/>
              <a:ext cx="1220470" cy="82550"/>
            </a:xfrm>
            <a:custGeom>
              <a:avLst/>
              <a:gdLst/>
              <a:ahLst/>
              <a:cxnLst/>
              <a:rect l="l" t="t" r="r" b="b"/>
              <a:pathLst>
                <a:path w="1220470" h="82550">
                  <a:moveTo>
                    <a:pt x="1220470" y="0"/>
                  </a:moveTo>
                  <a:lnTo>
                    <a:pt x="0" y="0"/>
                  </a:lnTo>
                  <a:lnTo>
                    <a:pt x="0" y="40640"/>
                  </a:lnTo>
                  <a:lnTo>
                    <a:pt x="0" y="82550"/>
                  </a:lnTo>
                  <a:lnTo>
                    <a:pt x="1220470" y="82550"/>
                  </a:lnTo>
                  <a:lnTo>
                    <a:pt x="1220470" y="4064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DDE8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3" name="object 953"/>
            <p:cNvSpPr/>
            <p:nvPr/>
          </p:nvSpPr>
          <p:spPr>
            <a:xfrm>
              <a:off x="6019800" y="2519679"/>
              <a:ext cx="1220470" cy="40640"/>
            </a:xfrm>
            <a:custGeom>
              <a:avLst/>
              <a:gdLst/>
              <a:ahLst/>
              <a:cxnLst/>
              <a:rect l="l" t="t" r="r" b="b"/>
              <a:pathLst>
                <a:path w="1220470" h="40639">
                  <a:moveTo>
                    <a:pt x="1220470" y="0"/>
                  </a:moveTo>
                  <a:lnTo>
                    <a:pt x="0" y="0"/>
                  </a:lnTo>
                  <a:lnTo>
                    <a:pt x="0" y="40640"/>
                  </a:lnTo>
                  <a:lnTo>
                    <a:pt x="1220470" y="4064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DCE7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4" name="object 954"/>
            <p:cNvSpPr/>
            <p:nvPr/>
          </p:nvSpPr>
          <p:spPr>
            <a:xfrm>
              <a:off x="6019800" y="2560319"/>
              <a:ext cx="1220470" cy="40640"/>
            </a:xfrm>
            <a:custGeom>
              <a:avLst/>
              <a:gdLst/>
              <a:ahLst/>
              <a:cxnLst/>
              <a:rect l="l" t="t" r="r" b="b"/>
              <a:pathLst>
                <a:path w="1220470" h="40639">
                  <a:moveTo>
                    <a:pt x="1220470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1220470" y="4063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DBE7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5" name="object 955"/>
            <p:cNvSpPr/>
            <p:nvPr/>
          </p:nvSpPr>
          <p:spPr>
            <a:xfrm>
              <a:off x="6019800" y="2600959"/>
              <a:ext cx="1220470" cy="40640"/>
            </a:xfrm>
            <a:custGeom>
              <a:avLst/>
              <a:gdLst/>
              <a:ahLst/>
              <a:cxnLst/>
              <a:rect l="l" t="t" r="r" b="b"/>
              <a:pathLst>
                <a:path w="1220470" h="40639">
                  <a:moveTo>
                    <a:pt x="1220470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1220470" y="4063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DAE6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6" name="object 956"/>
            <p:cNvSpPr/>
            <p:nvPr/>
          </p:nvSpPr>
          <p:spPr>
            <a:xfrm>
              <a:off x="6019800" y="2641599"/>
              <a:ext cx="1220470" cy="40640"/>
            </a:xfrm>
            <a:custGeom>
              <a:avLst/>
              <a:gdLst/>
              <a:ahLst/>
              <a:cxnLst/>
              <a:rect l="l" t="t" r="r" b="b"/>
              <a:pathLst>
                <a:path w="1220470" h="40639">
                  <a:moveTo>
                    <a:pt x="1220470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1220470" y="4063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D9E5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7" name="object 957"/>
            <p:cNvSpPr/>
            <p:nvPr/>
          </p:nvSpPr>
          <p:spPr>
            <a:xfrm>
              <a:off x="6019800" y="2682239"/>
              <a:ext cx="1220470" cy="41910"/>
            </a:xfrm>
            <a:custGeom>
              <a:avLst/>
              <a:gdLst/>
              <a:ahLst/>
              <a:cxnLst/>
              <a:rect l="l" t="t" r="r" b="b"/>
              <a:pathLst>
                <a:path w="1220470" h="41910">
                  <a:moveTo>
                    <a:pt x="1220470" y="0"/>
                  </a:moveTo>
                  <a:lnTo>
                    <a:pt x="0" y="0"/>
                  </a:lnTo>
                  <a:lnTo>
                    <a:pt x="0" y="41910"/>
                  </a:lnTo>
                  <a:lnTo>
                    <a:pt x="1220470" y="4191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D8E5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8" name="object 958"/>
            <p:cNvSpPr/>
            <p:nvPr/>
          </p:nvSpPr>
          <p:spPr>
            <a:xfrm>
              <a:off x="6019800" y="2724149"/>
              <a:ext cx="1220470" cy="40640"/>
            </a:xfrm>
            <a:custGeom>
              <a:avLst/>
              <a:gdLst/>
              <a:ahLst/>
              <a:cxnLst/>
              <a:rect l="l" t="t" r="r" b="b"/>
              <a:pathLst>
                <a:path w="1220470" h="40639">
                  <a:moveTo>
                    <a:pt x="1220470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1220470" y="4063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D7E4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9" name="object 959"/>
            <p:cNvSpPr/>
            <p:nvPr/>
          </p:nvSpPr>
          <p:spPr>
            <a:xfrm>
              <a:off x="6019800" y="2764789"/>
              <a:ext cx="1220470" cy="40640"/>
            </a:xfrm>
            <a:custGeom>
              <a:avLst/>
              <a:gdLst/>
              <a:ahLst/>
              <a:cxnLst/>
              <a:rect l="l" t="t" r="r" b="b"/>
              <a:pathLst>
                <a:path w="1220470" h="40639">
                  <a:moveTo>
                    <a:pt x="1220470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1220470" y="4063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D6E3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0" name="object 960"/>
            <p:cNvSpPr/>
            <p:nvPr/>
          </p:nvSpPr>
          <p:spPr>
            <a:xfrm>
              <a:off x="6019800" y="2805429"/>
              <a:ext cx="1220470" cy="40640"/>
            </a:xfrm>
            <a:custGeom>
              <a:avLst/>
              <a:gdLst/>
              <a:ahLst/>
              <a:cxnLst/>
              <a:rect l="l" t="t" r="r" b="b"/>
              <a:pathLst>
                <a:path w="1220470" h="40639">
                  <a:moveTo>
                    <a:pt x="1220470" y="0"/>
                  </a:moveTo>
                  <a:lnTo>
                    <a:pt x="0" y="0"/>
                  </a:lnTo>
                  <a:lnTo>
                    <a:pt x="0" y="40640"/>
                  </a:lnTo>
                  <a:lnTo>
                    <a:pt x="1220470" y="4064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D5E3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1" name="object 961"/>
            <p:cNvSpPr/>
            <p:nvPr/>
          </p:nvSpPr>
          <p:spPr>
            <a:xfrm>
              <a:off x="6019800" y="2846069"/>
              <a:ext cx="1220470" cy="40640"/>
            </a:xfrm>
            <a:custGeom>
              <a:avLst/>
              <a:gdLst/>
              <a:ahLst/>
              <a:cxnLst/>
              <a:rect l="l" t="t" r="r" b="b"/>
              <a:pathLst>
                <a:path w="1220470" h="40639">
                  <a:moveTo>
                    <a:pt x="1220470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1220470" y="4063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D4E2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2" name="object 962"/>
            <p:cNvSpPr/>
            <p:nvPr/>
          </p:nvSpPr>
          <p:spPr>
            <a:xfrm>
              <a:off x="6019800" y="2886709"/>
              <a:ext cx="1220470" cy="41910"/>
            </a:xfrm>
            <a:custGeom>
              <a:avLst/>
              <a:gdLst/>
              <a:ahLst/>
              <a:cxnLst/>
              <a:rect l="l" t="t" r="r" b="b"/>
              <a:pathLst>
                <a:path w="1220470" h="41910">
                  <a:moveTo>
                    <a:pt x="1220470" y="0"/>
                  </a:moveTo>
                  <a:lnTo>
                    <a:pt x="0" y="0"/>
                  </a:lnTo>
                  <a:lnTo>
                    <a:pt x="0" y="41910"/>
                  </a:lnTo>
                  <a:lnTo>
                    <a:pt x="1220470" y="4191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D3E1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3" name="object 963"/>
            <p:cNvSpPr/>
            <p:nvPr/>
          </p:nvSpPr>
          <p:spPr>
            <a:xfrm>
              <a:off x="6019800" y="2928619"/>
              <a:ext cx="1220470" cy="40640"/>
            </a:xfrm>
            <a:custGeom>
              <a:avLst/>
              <a:gdLst/>
              <a:ahLst/>
              <a:cxnLst/>
              <a:rect l="l" t="t" r="r" b="b"/>
              <a:pathLst>
                <a:path w="1220470" h="40639">
                  <a:moveTo>
                    <a:pt x="1220470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1220470" y="4063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D2E1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4" name="object 964"/>
            <p:cNvSpPr/>
            <p:nvPr/>
          </p:nvSpPr>
          <p:spPr>
            <a:xfrm>
              <a:off x="6019800" y="2969259"/>
              <a:ext cx="1220470" cy="40640"/>
            </a:xfrm>
            <a:custGeom>
              <a:avLst/>
              <a:gdLst/>
              <a:ahLst/>
              <a:cxnLst/>
              <a:rect l="l" t="t" r="r" b="b"/>
              <a:pathLst>
                <a:path w="1220470" h="40639">
                  <a:moveTo>
                    <a:pt x="1220470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1220470" y="4063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D1E0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5" name="object 965"/>
            <p:cNvSpPr/>
            <p:nvPr/>
          </p:nvSpPr>
          <p:spPr>
            <a:xfrm>
              <a:off x="6019800" y="3009899"/>
              <a:ext cx="1220470" cy="40640"/>
            </a:xfrm>
            <a:custGeom>
              <a:avLst/>
              <a:gdLst/>
              <a:ahLst/>
              <a:cxnLst/>
              <a:rect l="l" t="t" r="r" b="b"/>
              <a:pathLst>
                <a:path w="1220470" h="40639">
                  <a:moveTo>
                    <a:pt x="1220470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1220470" y="4063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D0DF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6" name="object 966"/>
            <p:cNvSpPr/>
            <p:nvPr/>
          </p:nvSpPr>
          <p:spPr>
            <a:xfrm>
              <a:off x="6019800" y="3050539"/>
              <a:ext cx="1220470" cy="41910"/>
            </a:xfrm>
            <a:custGeom>
              <a:avLst/>
              <a:gdLst/>
              <a:ahLst/>
              <a:cxnLst/>
              <a:rect l="l" t="t" r="r" b="b"/>
              <a:pathLst>
                <a:path w="1220470" h="41910">
                  <a:moveTo>
                    <a:pt x="1220470" y="0"/>
                  </a:moveTo>
                  <a:lnTo>
                    <a:pt x="0" y="0"/>
                  </a:lnTo>
                  <a:lnTo>
                    <a:pt x="0" y="41910"/>
                  </a:lnTo>
                  <a:lnTo>
                    <a:pt x="1220470" y="4191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CFDF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7" name="object 967"/>
            <p:cNvSpPr/>
            <p:nvPr/>
          </p:nvSpPr>
          <p:spPr>
            <a:xfrm>
              <a:off x="6019800" y="3092449"/>
              <a:ext cx="1220470" cy="40640"/>
            </a:xfrm>
            <a:custGeom>
              <a:avLst/>
              <a:gdLst/>
              <a:ahLst/>
              <a:cxnLst/>
              <a:rect l="l" t="t" r="r" b="b"/>
              <a:pathLst>
                <a:path w="1220470" h="40639">
                  <a:moveTo>
                    <a:pt x="1220470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1220470" y="4063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CEDE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8" name="object 968"/>
            <p:cNvSpPr/>
            <p:nvPr/>
          </p:nvSpPr>
          <p:spPr>
            <a:xfrm>
              <a:off x="6019800" y="3133089"/>
              <a:ext cx="1220470" cy="40640"/>
            </a:xfrm>
            <a:custGeom>
              <a:avLst/>
              <a:gdLst/>
              <a:ahLst/>
              <a:cxnLst/>
              <a:rect l="l" t="t" r="r" b="b"/>
              <a:pathLst>
                <a:path w="1220470" h="40639">
                  <a:moveTo>
                    <a:pt x="1220470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1220470" y="4063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CDDD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9" name="object 969"/>
            <p:cNvSpPr/>
            <p:nvPr/>
          </p:nvSpPr>
          <p:spPr>
            <a:xfrm>
              <a:off x="6019800" y="3173729"/>
              <a:ext cx="1220470" cy="40640"/>
            </a:xfrm>
            <a:custGeom>
              <a:avLst/>
              <a:gdLst/>
              <a:ahLst/>
              <a:cxnLst/>
              <a:rect l="l" t="t" r="r" b="b"/>
              <a:pathLst>
                <a:path w="1220470" h="40639">
                  <a:moveTo>
                    <a:pt x="1220470" y="0"/>
                  </a:moveTo>
                  <a:lnTo>
                    <a:pt x="0" y="0"/>
                  </a:lnTo>
                  <a:lnTo>
                    <a:pt x="0" y="40640"/>
                  </a:lnTo>
                  <a:lnTo>
                    <a:pt x="1220470" y="4064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CCDD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0" name="object 970"/>
            <p:cNvSpPr/>
            <p:nvPr/>
          </p:nvSpPr>
          <p:spPr>
            <a:xfrm>
              <a:off x="6019800" y="3214369"/>
              <a:ext cx="1220470" cy="40640"/>
            </a:xfrm>
            <a:custGeom>
              <a:avLst/>
              <a:gdLst/>
              <a:ahLst/>
              <a:cxnLst/>
              <a:rect l="l" t="t" r="r" b="b"/>
              <a:pathLst>
                <a:path w="1220470" h="40639">
                  <a:moveTo>
                    <a:pt x="1220470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1220470" y="4063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CCDC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1" name="object 971"/>
            <p:cNvSpPr/>
            <p:nvPr/>
          </p:nvSpPr>
          <p:spPr>
            <a:xfrm>
              <a:off x="6019800" y="3255009"/>
              <a:ext cx="1220470" cy="41910"/>
            </a:xfrm>
            <a:custGeom>
              <a:avLst/>
              <a:gdLst/>
              <a:ahLst/>
              <a:cxnLst/>
              <a:rect l="l" t="t" r="r" b="b"/>
              <a:pathLst>
                <a:path w="1220470" h="41910">
                  <a:moveTo>
                    <a:pt x="1220470" y="0"/>
                  </a:moveTo>
                  <a:lnTo>
                    <a:pt x="0" y="0"/>
                  </a:lnTo>
                  <a:lnTo>
                    <a:pt x="0" y="41910"/>
                  </a:lnTo>
                  <a:lnTo>
                    <a:pt x="1220470" y="4191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CADC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2" name="object 972"/>
            <p:cNvSpPr/>
            <p:nvPr/>
          </p:nvSpPr>
          <p:spPr>
            <a:xfrm>
              <a:off x="6019800" y="3296919"/>
              <a:ext cx="1220470" cy="40640"/>
            </a:xfrm>
            <a:custGeom>
              <a:avLst/>
              <a:gdLst/>
              <a:ahLst/>
              <a:cxnLst/>
              <a:rect l="l" t="t" r="r" b="b"/>
              <a:pathLst>
                <a:path w="1220470" h="40639">
                  <a:moveTo>
                    <a:pt x="1220470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1220470" y="4063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C9DB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3" name="object 973"/>
            <p:cNvSpPr/>
            <p:nvPr/>
          </p:nvSpPr>
          <p:spPr>
            <a:xfrm>
              <a:off x="6019800" y="3337559"/>
              <a:ext cx="1220470" cy="40640"/>
            </a:xfrm>
            <a:custGeom>
              <a:avLst/>
              <a:gdLst/>
              <a:ahLst/>
              <a:cxnLst/>
              <a:rect l="l" t="t" r="r" b="b"/>
              <a:pathLst>
                <a:path w="1220470" h="40639">
                  <a:moveTo>
                    <a:pt x="1220470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1220470" y="4063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C8DA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4" name="object 974"/>
            <p:cNvSpPr/>
            <p:nvPr/>
          </p:nvSpPr>
          <p:spPr>
            <a:xfrm>
              <a:off x="6019800" y="3378199"/>
              <a:ext cx="1220470" cy="40640"/>
            </a:xfrm>
            <a:custGeom>
              <a:avLst/>
              <a:gdLst/>
              <a:ahLst/>
              <a:cxnLst/>
              <a:rect l="l" t="t" r="r" b="b"/>
              <a:pathLst>
                <a:path w="1220470" h="40639">
                  <a:moveTo>
                    <a:pt x="1220470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1220470" y="4063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C7DA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5" name="object 975"/>
            <p:cNvSpPr/>
            <p:nvPr/>
          </p:nvSpPr>
          <p:spPr>
            <a:xfrm>
              <a:off x="6019800" y="3418839"/>
              <a:ext cx="1220470" cy="40640"/>
            </a:xfrm>
            <a:custGeom>
              <a:avLst/>
              <a:gdLst/>
              <a:ahLst/>
              <a:cxnLst/>
              <a:rect l="l" t="t" r="r" b="b"/>
              <a:pathLst>
                <a:path w="1220470" h="40639">
                  <a:moveTo>
                    <a:pt x="1220470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1220470" y="4063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C6D9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6" name="object 976"/>
            <p:cNvSpPr/>
            <p:nvPr/>
          </p:nvSpPr>
          <p:spPr>
            <a:xfrm>
              <a:off x="6019800" y="3459479"/>
              <a:ext cx="1220470" cy="41910"/>
            </a:xfrm>
            <a:custGeom>
              <a:avLst/>
              <a:gdLst/>
              <a:ahLst/>
              <a:cxnLst/>
              <a:rect l="l" t="t" r="r" b="b"/>
              <a:pathLst>
                <a:path w="1220470" h="41910">
                  <a:moveTo>
                    <a:pt x="1220470" y="0"/>
                  </a:moveTo>
                  <a:lnTo>
                    <a:pt x="0" y="0"/>
                  </a:lnTo>
                  <a:lnTo>
                    <a:pt x="0" y="41910"/>
                  </a:lnTo>
                  <a:lnTo>
                    <a:pt x="1220470" y="4191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C5D8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7" name="object 977"/>
            <p:cNvSpPr/>
            <p:nvPr/>
          </p:nvSpPr>
          <p:spPr>
            <a:xfrm>
              <a:off x="6019800" y="3501389"/>
              <a:ext cx="1220470" cy="40640"/>
            </a:xfrm>
            <a:custGeom>
              <a:avLst/>
              <a:gdLst/>
              <a:ahLst/>
              <a:cxnLst/>
              <a:rect l="l" t="t" r="r" b="b"/>
              <a:pathLst>
                <a:path w="1220470" h="40639">
                  <a:moveTo>
                    <a:pt x="1220470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1220470" y="4063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C4D8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8" name="object 978"/>
            <p:cNvSpPr/>
            <p:nvPr/>
          </p:nvSpPr>
          <p:spPr>
            <a:xfrm>
              <a:off x="6019800" y="3542029"/>
              <a:ext cx="1220470" cy="40640"/>
            </a:xfrm>
            <a:custGeom>
              <a:avLst/>
              <a:gdLst/>
              <a:ahLst/>
              <a:cxnLst/>
              <a:rect l="l" t="t" r="r" b="b"/>
              <a:pathLst>
                <a:path w="1220470" h="40639">
                  <a:moveTo>
                    <a:pt x="1220470" y="0"/>
                  </a:moveTo>
                  <a:lnTo>
                    <a:pt x="0" y="0"/>
                  </a:lnTo>
                  <a:lnTo>
                    <a:pt x="0" y="40640"/>
                  </a:lnTo>
                  <a:lnTo>
                    <a:pt x="1220470" y="4064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C3D7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9" name="object 979"/>
            <p:cNvSpPr/>
            <p:nvPr/>
          </p:nvSpPr>
          <p:spPr>
            <a:xfrm>
              <a:off x="6019800" y="3582669"/>
              <a:ext cx="1220470" cy="40640"/>
            </a:xfrm>
            <a:custGeom>
              <a:avLst/>
              <a:gdLst/>
              <a:ahLst/>
              <a:cxnLst/>
              <a:rect l="l" t="t" r="r" b="b"/>
              <a:pathLst>
                <a:path w="1220470" h="40639">
                  <a:moveTo>
                    <a:pt x="1220470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1220470" y="4063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C2D6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0" name="object 980"/>
            <p:cNvSpPr/>
            <p:nvPr/>
          </p:nvSpPr>
          <p:spPr>
            <a:xfrm>
              <a:off x="6019800" y="3623309"/>
              <a:ext cx="1220470" cy="40640"/>
            </a:xfrm>
            <a:custGeom>
              <a:avLst/>
              <a:gdLst/>
              <a:ahLst/>
              <a:cxnLst/>
              <a:rect l="l" t="t" r="r" b="b"/>
              <a:pathLst>
                <a:path w="1220470" h="40639">
                  <a:moveTo>
                    <a:pt x="1220470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1220470" y="4063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C1D6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1" name="object 981"/>
            <p:cNvSpPr/>
            <p:nvPr/>
          </p:nvSpPr>
          <p:spPr>
            <a:xfrm>
              <a:off x="6019800" y="3663949"/>
              <a:ext cx="1220470" cy="41910"/>
            </a:xfrm>
            <a:custGeom>
              <a:avLst/>
              <a:gdLst/>
              <a:ahLst/>
              <a:cxnLst/>
              <a:rect l="l" t="t" r="r" b="b"/>
              <a:pathLst>
                <a:path w="1220470" h="41910">
                  <a:moveTo>
                    <a:pt x="1220470" y="0"/>
                  </a:moveTo>
                  <a:lnTo>
                    <a:pt x="0" y="0"/>
                  </a:lnTo>
                  <a:lnTo>
                    <a:pt x="0" y="41910"/>
                  </a:lnTo>
                  <a:lnTo>
                    <a:pt x="1220470" y="4191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C0D5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2" name="object 982"/>
            <p:cNvSpPr/>
            <p:nvPr/>
          </p:nvSpPr>
          <p:spPr>
            <a:xfrm>
              <a:off x="6019800" y="3705859"/>
              <a:ext cx="1220470" cy="40640"/>
            </a:xfrm>
            <a:custGeom>
              <a:avLst/>
              <a:gdLst/>
              <a:ahLst/>
              <a:cxnLst/>
              <a:rect l="l" t="t" r="r" b="b"/>
              <a:pathLst>
                <a:path w="1220470" h="40639">
                  <a:moveTo>
                    <a:pt x="1220470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1220470" y="4063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BFD4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3" name="object 983"/>
            <p:cNvSpPr/>
            <p:nvPr/>
          </p:nvSpPr>
          <p:spPr>
            <a:xfrm>
              <a:off x="6019800" y="3746499"/>
              <a:ext cx="1220470" cy="40640"/>
            </a:xfrm>
            <a:custGeom>
              <a:avLst/>
              <a:gdLst/>
              <a:ahLst/>
              <a:cxnLst/>
              <a:rect l="l" t="t" r="r" b="b"/>
              <a:pathLst>
                <a:path w="1220470" h="40639">
                  <a:moveTo>
                    <a:pt x="1220470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1220470" y="4063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BED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4" name="object 984"/>
            <p:cNvSpPr/>
            <p:nvPr/>
          </p:nvSpPr>
          <p:spPr>
            <a:xfrm>
              <a:off x="6019800" y="3787139"/>
              <a:ext cx="1220470" cy="40640"/>
            </a:xfrm>
            <a:custGeom>
              <a:avLst/>
              <a:gdLst/>
              <a:ahLst/>
              <a:cxnLst/>
              <a:rect l="l" t="t" r="r" b="b"/>
              <a:pathLst>
                <a:path w="1220470" h="40639">
                  <a:moveTo>
                    <a:pt x="1220470" y="0"/>
                  </a:moveTo>
                  <a:lnTo>
                    <a:pt x="0" y="0"/>
                  </a:lnTo>
                  <a:lnTo>
                    <a:pt x="0" y="40640"/>
                  </a:lnTo>
                  <a:lnTo>
                    <a:pt x="1220470" y="4064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BDD3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5" name="object 985"/>
            <p:cNvSpPr/>
            <p:nvPr/>
          </p:nvSpPr>
          <p:spPr>
            <a:xfrm>
              <a:off x="6019800" y="3827779"/>
              <a:ext cx="1220470" cy="41910"/>
            </a:xfrm>
            <a:custGeom>
              <a:avLst/>
              <a:gdLst/>
              <a:ahLst/>
              <a:cxnLst/>
              <a:rect l="l" t="t" r="r" b="b"/>
              <a:pathLst>
                <a:path w="1220470" h="41910">
                  <a:moveTo>
                    <a:pt x="1220470" y="0"/>
                  </a:moveTo>
                  <a:lnTo>
                    <a:pt x="0" y="0"/>
                  </a:lnTo>
                  <a:lnTo>
                    <a:pt x="0" y="41910"/>
                  </a:lnTo>
                  <a:lnTo>
                    <a:pt x="1220470" y="4191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BCD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6" name="object 986"/>
            <p:cNvSpPr/>
            <p:nvPr/>
          </p:nvSpPr>
          <p:spPr>
            <a:xfrm>
              <a:off x="6019800" y="3869689"/>
              <a:ext cx="1220470" cy="40640"/>
            </a:xfrm>
            <a:custGeom>
              <a:avLst/>
              <a:gdLst/>
              <a:ahLst/>
              <a:cxnLst/>
              <a:rect l="l" t="t" r="r" b="b"/>
              <a:pathLst>
                <a:path w="1220470" h="40639">
                  <a:moveTo>
                    <a:pt x="1220470" y="0"/>
                  </a:moveTo>
                  <a:lnTo>
                    <a:pt x="0" y="0"/>
                  </a:lnTo>
                  <a:lnTo>
                    <a:pt x="0" y="40640"/>
                  </a:lnTo>
                  <a:lnTo>
                    <a:pt x="1220470" y="4064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BBD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7" name="object 987"/>
            <p:cNvSpPr/>
            <p:nvPr/>
          </p:nvSpPr>
          <p:spPr>
            <a:xfrm>
              <a:off x="6019800" y="3910329"/>
              <a:ext cx="1220470" cy="40640"/>
            </a:xfrm>
            <a:custGeom>
              <a:avLst/>
              <a:gdLst/>
              <a:ahLst/>
              <a:cxnLst/>
              <a:rect l="l" t="t" r="r" b="b"/>
              <a:pathLst>
                <a:path w="1220470" h="40639">
                  <a:moveTo>
                    <a:pt x="1220470" y="0"/>
                  </a:moveTo>
                  <a:lnTo>
                    <a:pt x="0" y="0"/>
                  </a:lnTo>
                  <a:lnTo>
                    <a:pt x="0" y="40640"/>
                  </a:lnTo>
                  <a:lnTo>
                    <a:pt x="1220470" y="4064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BAD1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8" name="object 988"/>
            <p:cNvSpPr/>
            <p:nvPr/>
          </p:nvSpPr>
          <p:spPr>
            <a:xfrm>
              <a:off x="6019800" y="3950969"/>
              <a:ext cx="1220470" cy="40640"/>
            </a:xfrm>
            <a:custGeom>
              <a:avLst/>
              <a:gdLst/>
              <a:ahLst/>
              <a:cxnLst/>
              <a:rect l="l" t="t" r="r" b="b"/>
              <a:pathLst>
                <a:path w="1220470" h="40639">
                  <a:moveTo>
                    <a:pt x="1220470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1220470" y="4063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B9D0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9" name="object 989"/>
            <p:cNvSpPr/>
            <p:nvPr/>
          </p:nvSpPr>
          <p:spPr>
            <a:xfrm>
              <a:off x="6019800" y="3991609"/>
              <a:ext cx="1220470" cy="40640"/>
            </a:xfrm>
            <a:custGeom>
              <a:avLst/>
              <a:gdLst/>
              <a:ahLst/>
              <a:cxnLst/>
              <a:rect l="l" t="t" r="r" b="b"/>
              <a:pathLst>
                <a:path w="1220470" h="40639">
                  <a:moveTo>
                    <a:pt x="1220470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1220470" y="4063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B8D0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0" name="object 990"/>
            <p:cNvSpPr/>
            <p:nvPr/>
          </p:nvSpPr>
          <p:spPr>
            <a:xfrm>
              <a:off x="6019800" y="4032249"/>
              <a:ext cx="1220470" cy="41910"/>
            </a:xfrm>
            <a:custGeom>
              <a:avLst/>
              <a:gdLst/>
              <a:ahLst/>
              <a:cxnLst/>
              <a:rect l="l" t="t" r="r" b="b"/>
              <a:pathLst>
                <a:path w="1220470" h="41910">
                  <a:moveTo>
                    <a:pt x="1220470" y="0"/>
                  </a:moveTo>
                  <a:lnTo>
                    <a:pt x="0" y="0"/>
                  </a:lnTo>
                  <a:lnTo>
                    <a:pt x="0" y="41910"/>
                  </a:lnTo>
                  <a:lnTo>
                    <a:pt x="1220470" y="4191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B7CF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1" name="object 991"/>
            <p:cNvSpPr/>
            <p:nvPr/>
          </p:nvSpPr>
          <p:spPr>
            <a:xfrm>
              <a:off x="6019800" y="4074159"/>
              <a:ext cx="1220470" cy="40640"/>
            </a:xfrm>
            <a:custGeom>
              <a:avLst/>
              <a:gdLst/>
              <a:ahLst/>
              <a:cxnLst/>
              <a:rect l="l" t="t" r="r" b="b"/>
              <a:pathLst>
                <a:path w="1220470" h="40639">
                  <a:moveTo>
                    <a:pt x="1220470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1220470" y="4063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B6CF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2" name="object 992"/>
            <p:cNvSpPr/>
            <p:nvPr/>
          </p:nvSpPr>
          <p:spPr>
            <a:xfrm>
              <a:off x="6019800" y="4114800"/>
              <a:ext cx="1220470" cy="40640"/>
            </a:xfrm>
            <a:custGeom>
              <a:avLst/>
              <a:gdLst/>
              <a:ahLst/>
              <a:cxnLst/>
              <a:rect l="l" t="t" r="r" b="b"/>
              <a:pathLst>
                <a:path w="1220470" h="40639">
                  <a:moveTo>
                    <a:pt x="1220470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1220470" y="4063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B5CE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3" name="object 993"/>
            <p:cNvSpPr/>
            <p:nvPr/>
          </p:nvSpPr>
          <p:spPr>
            <a:xfrm>
              <a:off x="6019800" y="4155439"/>
              <a:ext cx="1220470" cy="40640"/>
            </a:xfrm>
            <a:custGeom>
              <a:avLst/>
              <a:gdLst/>
              <a:ahLst/>
              <a:cxnLst/>
              <a:rect l="l" t="t" r="r" b="b"/>
              <a:pathLst>
                <a:path w="1220470" h="40639">
                  <a:moveTo>
                    <a:pt x="1220470" y="0"/>
                  </a:moveTo>
                  <a:lnTo>
                    <a:pt x="0" y="0"/>
                  </a:lnTo>
                  <a:lnTo>
                    <a:pt x="0" y="40640"/>
                  </a:lnTo>
                  <a:lnTo>
                    <a:pt x="1220470" y="4064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B4CD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4" name="object 994"/>
            <p:cNvSpPr/>
            <p:nvPr/>
          </p:nvSpPr>
          <p:spPr>
            <a:xfrm>
              <a:off x="6019800" y="4196079"/>
              <a:ext cx="1220470" cy="40640"/>
            </a:xfrm>
            <a:custGeom>
              <a:avLst/>
              <a:gdLst/>
              <a:ahLst/>
              <a:cxnLst/>
              <a:rect l="l" t="t" r="r" b="b"/>
              <a:pathLst>
                <a:path w="1220470" h="40639">
                  <a:moveTo>
                    <a:pt x="1220470" y="0"/>
                  </a:moveTo>
                  <a:lnTo>
                    <a:pt x="0" y="0"/>
                  </a:lnTo>
                  <a:lnTo>
                    <a:pt x="0" y="40640"/>
                  </a:lnTo>
                  <a:lnTo>
                    <a:pt x="1220470" y="4064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B3CD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5" name="object 995"/>
            <p:cNvSpPr/>
            <p:nvPr/>
          </p:nvSpPr>
          <p:spPr>
            <a:xfrm>
              <a:off x="6019800" y="4236719"/>
              <a:ext cx="1220470" cy="41910"/>
            </a:xfrm>
            <a:custGeom>
              <a:avLst/>
              <a:gdLst/>
              <a:ahLst/>
              <a:cxnLst/>
              <a:rect l="l" t="t" r="r" b="b"/>
              <a:pathLst>
                <a:path w="1220470" h="41910">
                  <a:moveTo>
                    <a:pt x="1220470" y="0"/>
                  </a:moveTo>
                  <a:lnTo>
                    <a:pt x="0" y="0"/>
                  </a:lnTo>
                  <a:lnTo>
                    <a:pt x="0" y="41909"/>
                  </a:lnTo>
                  <a:lnTo>
                    <a:pt x="1220470" y="4190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B2CC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6" name="object 996"/>
            <p:cNvSpPr/>
            <p:nvPr/>
          </p:nvSpPr>
          <p:spPr>
            <a:xfrm>
              <a:off x="6019800" y="4278629"/>
              <a:ext cx="1220470" cy="40640"/>
            </a:xfrm>
            <a:custGeom>
              <a:avLst/>
              <a:gdLst/>
              <a:ahLst/>
              <a:cxnLst/>
              <a:rect l="l" t="t" r="r" b="b"/>
              <a:pathLst>
                <a:path w="1220470" h="40639">
                  <a:moveTo>
                    <a:pt x="1220470" y="0"/>
                  </a:moveTo>
                  <a:lnTo>
                    <a:pt x="0" y="0"/>
                  </a:lnTo>
                  <a:lnTo>
                    <a:pt x="0" y="40640"/>
                  </a:lnTo>
                  <a:lnTo>
                    <a:pt x="1220470" y="4064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B1CC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7" name="object 997"/>
            <p:cNvSpPr/>
            <p:nvPr/>
          </p:nvSpPr>
          <p:spPr>
            <a:xfrm>
              <a:off x="6019800" y="4319269"/>
              <a:ext cx="1220470" cy="40640"/>
            </a:xfrm>
            <a:custGeom>
              <a:avLst/>
              <a:gdLst/>
              <a:ahLst/>
              <a:cxnLst/>
              <a:rect l="l" t="t" r="r" b="b"/>
              <a:pathLst>
                <a:path w="1220470" h="40639">
                  <a:moveTo>
                    <a:pt x="1220470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1220470" y="4063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B0CC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8" name="object 998"/>
            <p:cNvSpPr/>
            <p:nvPr/>
          </p:nvSpPr>
          <p:spPr>
            <a:xfrm>
              <a:off x="6019800" y="4359909"/>
              <a:ext cx="1220470" cy="40640"/>
            </a:xfrm>
            <a:custGeom>
              <a:avLst/>
              <a:gdLst/>
              <a:ahLst/>
              <a:cxnLst/>
              <a:rect l="l" t="t" r="r" b="b"/>
              <a:pathLst>
                <a:path w="1220470" h="40639">
                  <a:moveTo>
                    <a:pt x="1220470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1220470" y="4063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AFCA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9" name="object 999"/>
            <p:cNvSpPr/>
            <p:nvPr/>
          </p:nvSpPr>
          <p:spPr>
            <a:xfrm>
              <a:off x="6019800" y="4400550"/>
              <a:ext cx="1220470" cy="40640"/>
            </a:xfrm>
            <a:custGeom>
              <a:avLst/>
              <a:gdLst/>
              <a:ahLst/>
              <a:cxnLst/>
              <a:rect l="l" t="t" r="r" b="b"/>
              <a:pathLst>
                <a:path w="1220470" h="40639">
                  <a:moveTo>
                    <a:pt x="1220470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1220470" y="4063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AEC9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0" name="object 1000"/>
            <p:cNvSpPr/>
            <p:nvPr/>
          </p:nvSpPr>
          <p:spPr>
            <a:xfrm>
              <a:off x="6019800" y="4441189"/>
              <a:ext cx="1220470" cy="41910"/>
            </a:xfrm>
            <a:custGeom>
              <a:avLst/>
              <a:gdLst/>
              <a:ahLst/>
              <a:cxnLst/>
              <a:rect l="l" t="t" r="r" b="b"/>
              <a:pathLst>
                <a:path w="1220470" h="41910">
                  <a:moveTo>
                    <a:pt x="1220470" y="0"/>
                  </a:moveTo>
                  <a:lnTo>
                    <a:pt x="0" y="0"/>
                  </a:lnTo>
                  <a:lnTo>
                    <a:pt x="0" y="41910"/>
                  </a:lnTo>
                  <a:lnTo>
                    <a:pt x="1220470" y="4191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ADC9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1" name="object 1001"/>
            <p:cNvSpPr/>
            <p:nvPr/>
          </p:nvSpPr>
          <p:spPr>
            <a:xfrm>
              <a:off x="6019800" y="4483100"/>
              <a:ext cx="1220470" cy="40640"/>
            </a:xfrm>
            <a:custGeom>
              <a:avLst/>
              <a:gdLst/>
              <a:ahLst/>
              <a:cxnLst/>
              <a:rect l="l" t="t" r="r" b="b"/>
              <a:pathLst>
                <a:path w="1220470" h="40639">
                  <a:moveTo>
                    <a:pt x="1220470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1220470" y="4063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ACC8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2" name="object 1002"/>
            <p:cNvSpPr/>
            <p:nvPr/>
          </p:nvSpPr>
          <p:spPr>
            <a:xfrm>
              <a:off x="6019800" y="4523739"/>
              <a:ext cx="1220470" cy="40640"/>
            </a:xfrm>
            <a:custGeom>
              <a:avLst/>
              <a:gdLst/>
              <a:ahLst/>
              <a:cxnLst/>
              <a:rect l="l" t="t" r="r" b="b"/>
              <a:pathLst>
                <a:path w="1220470" h="40639">
                  <a:moveTo>
                    <a:pt x="1220470" y="0"/>
                  </a:moveTo>
                  <a:lnTo>
                    <a:pt x="0" y="0"/>
                  </a:lnTo>
                  <a:lnTo>
                    <a:pt x="0" y="40640"/>
                  </a:lnTo>
                  <a:lnTo>
                    <a:pt x="1220470" y="4064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ABC7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3" name="object 1003"/>
            <p:cNvSpPr/>
            <p:nvPr/>
          </p:nvSpPr>
          <p:spPr>
            <a:xfrm>
              <a:off x="6019800" y="4564379"/>
              <a:ext cx="1220470" cy="40640"/>
            </a:xfrm>
            <a:custGeom>
              <a:avLst/>
              <a:gdLst/>
              <a:ahLst/>
              <a:cxnLst/>
              <a:rect l="l" t="t" r="r" b="b"/>
              <a:pathLst>
                <a:path w="1220470" h="40639">
                  <a:moveTo>
                    <a:pt x="1220470" y="0"/>
                  </a:moveTo>
                  <a:lnTo>
                    <a:pt x="0" y="0"/>
                  </a:lnTo>
                  <a:lnTo>
                    <a:pt x="0" y="40640"/>
                  </a:lnTo>
                  <a:lnTo>
                    <a:pt x="1220470" y="4064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AAC7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4" name="object 1004"/>
            <p:cNvSpPr/>
            <p:nvPr/>
          </p:nvSpPr>
          <p:spPr>
            <a:xfrm>
              <a:off x="6019800" y="4605019"/>
              <a:ext cx="1220470" cy="41910"/>
            </a:xfrm>
            <a:custGeom>
              <a:avLst/>
              <a:gdLst/>
              <a:ahLst/>
              <a:cxnLst/>
              <a:rect l="l" t="t" r="r" b="b"/>
              <a:pathLst>
                <a:path w="1220470" h="41910">
                  <a:moveTo>
                    <a:pt x="1220470" y="0"/>
                  </a:moveTo>
                  <a:lnTo>
                    <a:pt x="0" y="0"/>
                  </a:lnTo>
                  <a:lnTo>
                    <a:pt x="0" y="41909"/>
                  </a:lnTo>
                  <a:lnTo>
                    <a:pt x="1220470" y="4190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A9C6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5" name="object 1005"/>
            <p:cNvSpPr/>
            <p:nvPr/>
          </p:nvSpPr>
          <p:spPr>
            <a:xfrm>
              <a:off x="6019800" y="4646929"/>
              <a:ext cx="1220470" cy="40640"/>
            </a:xfrm>
            <a:custGeom>
              <a:avLst/>
              <a:gdLst/>
              <a:ahLst/>
              <a:cxnLst/>
              <a:rect l="l" t="t" r="r" b="b"/>
              <a:pathLst>
                <a:path w="1220470" h="40639">
                  <a:moveTo>
                    <a:pt x="1220470" y="0"/>
                  </a:moveTo>
                  <a:lnTo>
                    <a:pt x="0" y="0"/>
                  </a:lnTo>
                  <a:lnTo>
                    <a:pt x="0" y="40640"/>
                  </a:lnTo>
                  <a:lnTo>
                    <a:pt x="1220470" y="4064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A8C5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6" name="object 1006"/>
            <p:cNvSpPr/>
            <p:nvPr/>
          </p:nvSpPr>
          <p:spPr>
            <a:xfrm>
              <a:off x="6019800" y="4687569"/>
              <a:ext cx="1220470" cy="40640"/>
            </a:xfrm>
            <a:custGeom>
              <a:avLst/>
              <a:gdLst/>
              <a:ahLst/>
              <a:cxnLst/>
              <a:rect l="l" t="t" r="r" b="b"/>
              <a:pathLst>
                <a:path w="1220470" h="40639">
                  <a:moveTo>
                    <a:pt x="1220470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1220470" y="4063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A7C5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7" name="object 1007"/>
            <p:cNvSpPr/>
            <p:nvPr/>
          </p:nvSpPr>
          <p:spPr>
            <a:xfrm>
              <a:off x="6019800" y="4728209"/>
              <a:ext cx="1220470" cy="40640"/>
            </a:xfrm>
            <a:custGeom>
              <a:avLst/>
              <a:gdLst/>
              <a:ahLst/>
              <a:cxnLst/>
              <a:rect l="l" t="t" r="r" b="b"/>
              <a:pathLst>
                <a:path w="1220470" h="40639">
                  <a:moveTo>
                    <a:pt x="1220470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1220470" y="4063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A6C4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8" name="object 1008"/>
            <p:cNvSpPr/>
            <p:nvPr/>
          </p:nvSpPr>
          <p:spPr>
            <a:xfrm>
              <a:off x="6019800" y="4768850"/>
              <a:ext cx="1220470" cy="40640"/>
            </a:xfrm>
            <a:custGeom>
              <a:avLst/>
              <a:gdLst/>
              <a:ahLst/>
              <a:cxnLst/>
              <a:rect l="l" t="t" r="r" b="b"/>
              <a:pathLst>
                <a:path w="1220470" h="40639">
                  <a:moveTo>
                    <a:pt x="1220470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1220470" y="4063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A5C3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9" name="object 1009"/>
            <p:cNvSpPr/>
            <p:nvPr/>
          </p:nvSpPr>
          <p:spPr>
            <a:xfrm>
              <a:off x="6019800" y="4809489"/>
              <a:ext cx="1220470" cy="41910"/>
            </a:xfrm>
            <a:custGeom>
              <a:avLst/>
              <a:gdLst/>
              <a:ahLst/>
              <a:cxnLst/>
              <a:rect l="l" t="t" r="r" b="b"/>
              <a:pathLst>
                <a:path w="1220470" h="41910">
                  <a:moveTo>
                    <a:pt x="1220470" y="0"/>
                  </a:moveTo>
                  <a:lnTo>
                    <a:pt x="0" y="0"/>
                  </a:lnTo>
                  <a:lnTo>
                    <a:pt x="0" y="41910"/>
                  </a:lnTo>
                  <a:lnTo>
                    <a:pt x="1220470" y="4191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A4C3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0" name="object 1010"/>
            <p:cNvSpPr/>
            <p:nvPr/>
          </p:nvSpPr>
          <p:spPr>
            <a:xfrm>
              <a:off x="6019800" y="4851400"/>
              <a:ext cx="1220470" cy="40640"/>
            </a:xfrm>
            <a:custGeom>
              <a:avLst/>
              <a:gdLst/>
              <a:ahLst/>
              <a:cxnLst/>
              <a:rect l="l" t="t" r="r" b="b"/>
              <a:pathLst>
                <a:path w="1220470" h="40639">
                  <a:moveTo>
                    <a:pt x="1220470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1220470" y="4063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A3C2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1" name="object 1011"/>
            <p:cNvSpPr/>
            <p:nvPr/>
          </p:nvSpPr>
          <p:spPr>
            <a:xfrm>
              <a:off x="6019800" y="4892039"/>
              <a:ext cx="1220470" cy="40640"/>
            </a:xfrm>
            <a:custGeom>
              <a:avLst/>
              <a:gdLst/>
              <a:ahLst/>
              <a:cxnLst/>
              <a:rect l="l" t="t" r="r" b="b"/>
              <a:pathLst>
                <a:path w="1220470" h="40639">
                  <a:moveTo>
                    <a:pt x="1220470" y="0"/>
                  </a:moveTo>
                  <a:lnTo>
                    <a:pt x="0" y="0"/>
                  </a:lnTo>
                  <a:lnTo>
                    <a:pt x="0" y="40640"/>
                  </a:lnTo>
                  <a:lnTo>
                    <a:pt x="1220470" y="4064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A2C2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2" name="object 1012"/>
            <p:cNvSpPr/>
            <p:nvPr/>
          </p:nvSpPr>
          <p:spPr>
            <a:xfrm>
              <a:off x="6019800" y="4932679"/>
              <a:ext cx="1220470" cy="40640"/>
            </a:xfrm>
            <a:custGeom>
              <a:avLst/>
              <a:gdLst/>
              <a:ahLst/>
              <a:cxnLst/>
              <a:rect l="l" t="t" r="r" b="b"/>
              <a:pathLst>
                <a:path w="1220470" h="40639">
                  <a:moveTo>
                    <a:pt x="1220470" y="0"/>
                  </a:moveTo>
                  <a:lnTo>
                    <a:pt x="0" y="0"/>
                  </a:lnTo>
                  <a:lnTo>
                    <a:pt x="0" y="40640"/>
                  </a:lnTo>
                  <a:lnTo>
                    <a:pt x="1220470" y="4064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A1C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3" name="object 1013"/>
            <p:cNvSpPr/>
            <p:nvPr/>
          </p:nvSpPr>
          <p:spPr>
            <a:xfrm>
              <a:off x="6019800" y="4973319"/>
              <a:ext cx="1220470" cy="40640"/>
            </a:xfrm>
            <a:custGeom>
              <a:avLst/>
              <a:gdLst/>
              <a:ahLst/>
              <a:cxnLst/>
              <a:rect l="l" t="t" r="r" b="b"/>
              <a:pathLst>
                <a:path w="1220470" h="40639">
                  <a:moveTo>
                    <a:pt x="1220470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1220470" y="4063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A0C0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4" name="object 1014"/>
            <p:cNvSpPr/>
            <p:nvPr/>
          </p:nvSpPr>
          <p:spPr>
            <a:xfrm>
              <a:off x="6019800" y="5013959"/>
              <a:ext cx="1220470" cy="41910"/>
            </a:xfrm>
            <a:custGeom>
              <a:avLst/>
              <a:gdLst/>
              <a:ahLst/>
              <a:cxnLst/>
              <a:rect l="l" t="t" r="r" b="b"/>
              <a:pathLst>
                <a:path w="1220470" h="41910">
                  <a:moveTo>
                    <a:pt x="1220470" y="0"/>
                  </a:moveTo>
                  <a:lnTo>
                    <a:pt x="0" y="0"/>
                  </a:lnTo>
                  <a:lnTo>
                    <a:pt x="0" y="41909"/>
                  </a:lnTo>
                  <a:lnTo>
                    <a:pt x="1220470" y="4190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9FC0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5" name="object 1015"/>
            <p:cNvSpPr/>
            <p:nvPr/>
          </p:nvSpPr>
          <p:spPr>
            <a:xfrm>
              <a:off x="6019800" y="5055869"/>
              <a:ext cx="1220470" cy="40640"/>
            </a:xfrm>
            <a:custGeom>
              <a:avLst/>
              <a:gdLst/>
              <a:ahLst/>
              <a:cxnLst/>
              <a:rect l="l" t="t" r="r" b="b"/>
              <a:pathLst>
                <a:path w="1220470" h="40639">
                  <a:moveTo>
                    <a:pt x="1220470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1220470" y="4063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9EBF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6" name="object 1016"/>
            <p:cNvSpPr/>
            <p:nvPr/>
          </p:nvSpPr>
          <p:spPr>
            <a:xfrm>
              <a:off x="6019800" y="5096509"/>
              <a:ext cx="1220470" cy="40640"/>
            </a:xfrm>
            <a:custGeom>
              <a:avLst/>
              <a:gdLst/>
              <a:ahLst/>
              <a:cxnLst/>
              <a:rect l="l" t="t" r="r" b="b"/>
              <a:pathLst>
                <a:path w="1220470" h="40639">
                  <a:moveTo>
                    <a:pt x="1220470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1220470" y="4063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9DBE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7" name="object 1017"/>
            <p:cNvSpPr/>
            <p:nvPr/>
          </p:nvSpPr>
          <p:spPr>
            <a:xfrm>
              <a:off x="6019800" y="5137150"/>
              <a:ext cx="1220470" cy="40640"/>
            </a:xfrm>
            <a:custGeom>
              <a:avLst/>
              <a:gdLst/>
              <a:ahLst/>
              <a:cxnLst/>
              <a:rect l="l" t="t" r="r" b="b"/>
              <a:pathLst>
                <a:path w="1220470" h="40639">
                  <a:moveTo>
                    <a:pt x="1220470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1220470" y="4063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9CBE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8" name="object 1018"/>
            <p:cNvSpPr/>
            <p:nvPr/>
          </p:nvSpPr>
          <p:spPr>
            <a:xfrm>
              <a:off x="6019800" y="5177789"/>
              <a:ext cx="1220470" cy="40640"/>
            </a:xfrm>
            <a:custGeom>
              <a:avLst/>
              <a:gdLst/>
              <a:ahLst/>
              <a:cxnLst/>
              <a:rect l="l" t="t" r="r" b="b"/>
              <a:pathLst>
                <a:path w="1220470" h="40639">
                  <a:moveTo>
                    <a:pt x="1220470" y="0"/>
                  </a:moveTo>
                  <a:lnTo>
                    <a:pt x="0" y="0"/>
                  </a:lnTo>
                  <a:lnTo>
                    <a:pt x="0" y="40640"/>
                  </a:lnTo>
                  <a:lnTo>
                    <a:pt x="1220470" y="4064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9BBD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9" name="object 1019"/>
            <p:cNvSpPr/>
            <p:nvPr/>
          </p:nvSpPr>
          <p:spPr>
            <a:xfrm>
              <a:off x="6019800" y="5218429"/>
              <a:ext cx="1220470" cy="41910"/>
            </a:xfrm>
            <a:custGeom>
              <a:avLst/>
              <a:gdLst/>
              <a:ahLst/>
              <a:cxnLst/>
              <a:rect l="l" t="t" r="r" b="b"/>
              <a:pathLst>
                <a:path w="1220470" h="41910">
                  <a:moveTo>
                    <a:pt x="1220470" y="0"/>
                  </a:moveTo>
                  <a:lnTo>
                    <a:pt x="0" y="0"/>
                  </a:lnTo>
                  <a:lnTo>
                    <a:pt x="0" y="41910"/>
                  </a:lnTo>
                  <a:lnTo>
                    <a:pt x="1220470" y="4191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9AB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0" name="object 1020"/>
            <p:cNvSpPr/>
            <p:nvPr/>
          </p:nvSpPr>
          <p:spPr>
            <a:xfrm>
              <a:off x="6019800" y="5260339"/>
              <a:ext cx="1220470" cy="40640"/>
            </a:xfrm>
            <a:custGeom>
              <a:avLst/>
              <a:gdLst/>
              <a:ahLst/>
              <a:cxnLst/>
              <a:rect l="l" t="t" r="r" b="b"/>
              <a:pathLst>
                <a:path w="1220470" h="40639">
                  <a:moveTo>
                    <a:pt x="1220470" y="0"/>
                  </a:moveTo>
                  <a:lnTo>
                    <a:pt x="0" y="0"/>
                  </a:lnTo>
                  <a:lnTo>
                    <a:pt x="0" y="40640"/>
                  </a:lnTo>
                  <a:lnTo>
                    <a:pt x="1220470" y="4064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99B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1" name="object 1021"/>
            <p:cNvSpPr/>
            <p:nvPr/>
          </p:nvSpPr>
          <p:spPr>
            <a:xfrm>
              <a:off x="6019800" y="5300979"/>
              <a:ext cx="1220470" cy="40640"/>
            </a:xfrm>
            <a:custGeom>
              <a:avLst/>
              <a:gdLst/>
              <a:ahLst/>
              <a:cxnLst/>
              <a:rect l="l" t="t" r="r" b="b"/>
              <a:pathLst>
                <a:path w="1220470" h="40639">
                  <a:moveTo>
                    <a:pt x="1220470" y="0"/>
                  </a:moveTo>
                  <a:lnTo>
                    <a:pt x="0" y="0"/>
                  </a:lnTo>
                  <a:lnTo>
                    <a:pt x="0" y="40640"/>
                  </a:lnTo>
                  <a:lnTo>
                    <a:pt x="1220470" y="4064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99BB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2" name="object 1022"/>
            <p:cNvSpPr/>
            <p:nvPr/>
          </p:nvSpPr>
          <p:spPr>
            <a:xfrm>
              <a:off x="6019800" y="5341619"/>
              <a:ext cx="1220470" cy="40640"/>
            </a:xfrm>
            <a:custGeom>
              <a:avLst/>
              <a:gdLst/>
              <a:ahLst/>
              <a:cxnLst/>
              <a:rect l="l" t="t" r="r" b="b"/>
              <a:pathLst>
                <a:path w="1220470" h="40639">
                  <a:moveTo>
                    <a:pt x="1220470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1220470" y="4063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97BA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3" name="object 1023"/>
            <p:cNvSpPr/>
            <p:nvPr/>
          </p:nvSpPr>
          <p:spPr>
            <a:xfrm>
              <a:off x="6019800" y="5382259"/>
              <a:ext cx="1220470" cy="41910"/>
            </a:xfrm>
            <a:custGeom>
              <a:avLst/>
              <a:gdLst/>
              <a:ahLst/>
              <a:cxnLst/>
              <a:rect l="l" t="t" r="r" b="b"/>
              <a:pathLst>
                <a:path w="1220470" h="41910">
                  <a:moveTo>
                    <a:pt x="1220470" y="0"/>
                  </a:moveTo>
                  <a:lnTo>
                    <a:pt x="0" y="0"/>
                  </a:lnTo>
                  <a:lnTo>
                    <a:pt x="0" y="41909"/>
                  </a:lnTo>
                  <a:lnTo>
                    <a:pt x="1220470" y="4190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96BA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4" name="object 1024"/>
            <p:cNvSpPr/>
            <p:nvPr/>
          </p:nvSpPr>
          <p:spPr>
            <a:xfrm>
              <a:off x="6019800" y="5424169"/>
              <a:ext cx="1220470" cy="40640"/>
            </a:xfrm>
            <a:custGeom>
              <a:avLst/>
              <a:gdLst/>
              <a:ahLst/>
              <a:cxnLst/>
              <a:rect l="l" t="t" r="r" b="b"/>
              <a:pathLst>
                <a:path w="1220470" h="40639">
                  <a:moveTo>
                    <a:pt x="1220470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1220470" y="4063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95B9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5" name="object 1025"/>
            <p:cNvSpPr/>
            <p:nvPr/>
          </p:nvSpPr>
          <p:spPr>
            <a:xfrm>
              <a:off x="6019800" y="5464809"/>
              <a:ext cx="1220470" cy="40640"/>
            </a:xfrm>
            <a:custGeom>
              <a:avLst/>
              <a:gdLst/>
              <a:ahLst/>
              <a:cxnLst/>
              <a:rect l="l" t="t" r="r" b="b"/>
              <a:pathLst>
                <a:path w="1220470" h="40639">
                  <a:moveTo>
                    <a:pt x="1220470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1220470" y="40639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94B8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6" name="object 1026"/>
            <p:cNvSpPr/>
            <p:nvPr/>
          </p:nvSpPr>
          <p:spPr>
            <a:xfrm>
              <a:off x="6019800" y="5505450"/>
              <a:ext cx="1220470" cy="40640"/>
            </a:xfrm>
            <a:custGeom>
              <a:avLst/>
              <a:gdLst/>
              <a:ahLst/>
              <a:cxnLst/>
              <a:rect l="l" t="t" r="r" b="b"/>
              <a:pathLst>
                <a:path w="1220470" h="40639">
                  <a:moveTo>
                    <a:pt x="1220470" y="0"/>
                  </a:moveTo>
                  <a:lnTo>
                    <a:pt x="0" y="0"/>
                  </a:lnTo>
                  <a:lnTo>
                    <a:pt x="0" y="40640"/>
                  </a:lnTo>
                  <a:lnTo>
                    <a:pt x="1220470" y="4064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93B8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7" name="object 1027"/>
            <p:cNvSpPr/>
            <p:nvPr/>
          </p:nvSpPr>
          <p:spPr>
            <a:xfrm>
              <a:off x="6019800" y="2438399"/>
              <a:ext cx="1220470" cy="2540"/>
            </a:xfrm>
            <a:custGeom>
              <a:avLst/>
              <a:gdLst/>
              <a:ahLst/>
              <a:cxnLst/>
              <a:rect l="l" t="t" r="r" b="b"/>
              <a:pathLst>
                <a:path w="1220470" h="2539">
                  <a:moveTo>
                    <a:pt x="12204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1219200" y="2540"/>
                  </a:lnTo>
                  <a:lnTo>
                    <a:pt x="1219200" y="1270"/>
                  </a:lnTo>
                  <a:lnTo>
                    <a:pt x="1220470" y="127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DDE8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8" name="object 1028"/>
            <p:cNvSpPr/>
            <p:nvPr/>
          </p:nvSpPr>
          <p:spPr>
            <a:xfrm>
              <a:off x="6022340" y="2440939"/>
              <a:ext cx="1215390" cy="3810"/>
            </a:xfrm>
            <a:custGeom>
              <a:avLst/>
              <a:gdLst/>
              <a:ahLst/>
              <a:cxnLst/>
              <a:rect l="l" t="t" r="r" b="b"/>
              <a:pathLst>
                <a:path w="1215390" h="3810">
                  <a:moveTo>
                    <a:pt x="121539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1212837" y="3810"/>
                  </a:lnTo>
                  <a:lnTo>
                    <a:pt x="1212837" y="2540"/>
                  </a:lnTo>
                  <a:lnTo>
                    <a:pt x="1214120" y="2540"/>
                  </a:lnTo>
                  <a:lnTo>
                    <a:pt x="1214120" y="1270"/>
                  </a:lnTo>
                  <a:lnTo>
                    <a:pt x="1215390" y="1270"/>
                  </a:lnTo>
                  <a:lnTo>
                    <a:pt x="1215390" y="0"/>
                  </a:lnTo>
                  <a:close/>
                </a:path>
              </a:pathLst>
            </a:custGeom>
            <a:solidFill>
              <a:srgbClr val="D8E5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9" name="object 1029"/>
            <p:cNvSpPr/>
            <p:nvPr/>
          </p:nvSpPr>
          <p:spPr>
            <a:xfrm>
              <a:off x="6026150" y="2444749"/>
              <a:ext cx="1207770" cy="3810"/>
            </a:xfrm>
            <a:custGeom>
              <a:avLst/>
              <a:gdLst/>
              <a:ahLst/>
              <a:cxnLst/>
              <a:rect l="l" t="t" r="r" b="b"/>
              <a:pathLst>
                <a:path w="1207770" h="3810">
                  <a:moveTo>
                    <a:pt x="12077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1205230" y="3810"/>
                  </a:lnTo>
                  <a:lnTo>
                    <a:pt x="1205230" y="2540"/>
                  </a:lnTo>
                  <a:lnTo>
                    <a:pt x="1206500" y="2540"/>
                  </a:lnTo>
                  <a:lnTo>
                    <a:pt x="1206500" y="1270"/>
                  </a:lnTo>
                  <a:lnTo>
                    <a:pt x="1207770" y="1270"/>
                  </a:lnTo>
                  <a:lnTo>
                    <a:pt x="1207770" y="0"/>
                  </a:lnTo>
                  <a:close/>
                </a:path>
              </a:pathLst>
            </a:custGeom>
            <a:solidFill>
              <a:srgbClr val="D3E2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0" name="object 1030"/>
            <p:cNvSpPr/>
            <p:nvPr/>
          </p:nvSpPr>
          <p:spPr>
            <a:xfrm>
              <a:off x="6029960" y="2448559"/>
              <a:ext cx="1200150" cy="3810"/>
            </a:xfrm>
            <a:custGeom>
              <a:avLst/>
              <a:gdLst/>
              <a:ahLst/>
              <a:cxnLst/>
              <a:rect l="l" t="t" r="r" b="b"/>
              <a:pathLst>
                <a:path w="1200150" h="3810">
                  <a:moveTo>
                    <a:pt x="120015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1197610" y="3810"/>
                  </a:lnTo>
                  <a:lnTo>
                    <a:pt x="1197610" y="2540"/>
                  </a:lnTo>
                  <a:lnTo>
                    <a:pt x="1198867" y="2540"/>
                  </a:lnTo>
                  <a:lnTo>
                    <a:pt x="1198867" y="1270"/>
                  </a:lnTo>
                  <a:lnTo>
                    <a:pt x="1200150" y="1270"/>
                  </a:lnTo>
                  <a:lnTo>
                    <a:pt x="1200150" y="0"/>
                  </a:lnTo>
                  <a:close/>
                </a:path>
              </a:pathLst>
            </a:custGeom>
            <a:solidFill>
              <a:srgbClr val="CEDE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1" name="object 1031"/>
            <p:cNvSpPr/>
            <p:nvPr/>
          </p:nvSpPr>
          <p:spPr>
            <a:xfrm>
              <a:off x="6033770" y="2452369"/>
              <a:ext cx="1192530" cy="3810"/>
            </a:xfrm>
            <a:custGeom>
              <a:avLst/>
              <a:gdLst/>
              <a:ahLst/>
              <a:cxnLst/>
              <a:rect l="l" t="t" r="r" b="b"/>
              <a:pathLst>
                <a:path w="1192529" h="3810">
                  <a:moveTo>
                    <a:pt x="119253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1189990" y="3810"/>
                  </a:lnTo>
                  <a:lnTo>
                    <a:pt x="1189990" y="2540"/>
                  </a:lnTo>
                  <a:lnTo>
                    <a:pt x="1191260" y="2540"/>
                  </a:lnTo>
                  <a:lnTo>
                    <a:pt x="1191260" y="1270"/>
                  </a:lnTo>
                  <a:lnTo>
                    <a:pt x="1192530" y="1270"/>
                  </a:lnTo>
                  <a:lnTo>
                    <a:pt x="1192530" y="0"/>
                  </a:lnTo>
                  <a:close/>
                </a:path>
              </a:pathLst>
            </a:custGeom>
            <a:solidFill>
              <a:srgbClr val="C9DB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2" name="object 1032"/>
            <p:cNvSpPr/>
            <p:nvPr/>
          </p:nvSpPr>
          <p:spPr>
            <a:xfrm>
              <a:off x="6037580" y="2456179"/>
              <a:ext cx="1184910" cy="2540"/>
            </a:xfrm>
            <a:custGeom>
              <a:avLst/>
              <a:gdLst/>
              <a:ahLst/>
              <a:cxnLst/>
              <a:rect l="l" t="t" r="r" b="b"/>
              <a:pathLst>
                <a:path w="1184909" h="2539">
                  <a:moveTo>
                    <a:pt x="1184897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1183640" y="2540"/>
                  </a:lnTo>
                  <a:lnTo>
                    <a:pt x="1183640" y="1270"/>
                  </a:lnTo>
                  <a:lnTo>
                    <a:pt x="1184897" y="1270"/>
                  </a:lnTo>
                  <a:lnTo>
                    <a:pt x="1184897" y="0"/>
                  </a:lnTo>
                  <a:close/>
                </a:path>
              </a:pathLst>
            </a:custGeom>
            <a:solidFill>
              <a:srgbClr val="C4D8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3" name="object 1033"/>
            <p:cNvSpPr/>
            <p:nvPr/>
          </p:nvSpPr>
          <p:spPr>
            <a:xfrm>
              <a:off x="6040120" y="2458719"/>
              <a:ext cx="1179830" cy="3810"/>
            </a:xfrm>
            <a:custGeom>
              <a:avLst/>
              <a:gdLst/>
              <a:ahLst/>
              <a:cxnLst/>
              <a:rect l="l" t="t" r="r" b="b"/>
              <a:pathLst>
                <a:path w="1179829" h="3810">
                  <a:moveTo>
                    <a:pt x="117983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1177290" y="3810"/>
                  </a:lnTo>
                  <a:lnTo>
                    <a:pt x="1177290" y="2540"/>
                  </a:lnTo>
                  <a:lnTo>
                    <a:pt x="1178560" y="2540"/>
                  </a:lnTo>
                  <a:lnTo>
                    <a:pt x="1178560" y="1270"/>
                  </a:lnTo>
                  <a:lnTo>
                    <a:pt x="1179830" y="1270"/>
                  </a:lnTo>
                  <a:lnTo>
                    <a:pt x="1179830" y="0"/>
                  </a:lnTo>
                  <a:close/>
                </a:path>
              </a:pathLst>
            </a:custGeom>
            <a:solidFill>
              <a:srgbClr val="BFD4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4" name="object 1034"/>
            <p:cNvSpPr/>
            <p:nvPr/>
          </p:nvSpPr>
          <p:spPr>
            <a:xfrm>
              <a:off x="6043930" y="2462529"/>
              <a:ext cx="1172210" cy="3810"/>
            </a:xfrm>
            <a:custGeom>
              <a:avLst/>
              <a:gdLst/>
              <a:ahLst/>
              <a:cxnLst/>
              <a:rect l="l" t="t" r="r" b="b"/>
              <a:pathLst>
                <a:path w="1172209" h="3810">
                  <a:moveTo>
                    <a:pt x="1172197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1169670" y="3810"/>
                  </a:lnTo>
                  <a:lnTo>
                    <a:pt x="1169670" y="2540"/>
                  </a:lnTo>
                  <a:lnTo>
                    <a:pt x="1170940" y="2540"/>
                  </a:lnTo>
                  <a:lnTo>
                    <a:pt x="1170940" y="1270"/>
                  </a:lnTo>
                  <a:lnTo>
                    <a:pt x="1172197" y="1270"/>
                  </a:lnTo>
                  <a:lnTo>
                    <a:pt x="1172197" y="0"/>
                  </a:lnTo>
                  <a:close/>
                </a:path>
              </a:pathLst>
            </a:custGeom>
            <a:solidFill>
              <a:srgbClr val="BAD1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5" name="object 1035"/>
            <p:cNvSpPr/>
            <p:nvPr/>
          </p:nvSpPr>
          <p:spPr>
            <a:xfrm>
              <a:off x="6047740" y="2466339"/>
              <a:ext cx="1164590" cy="3810"/>
            </a:xfrm>
            <a:custGeom>
              <a:avLst/>
              <a:gdLst/>
              <a:ahLst/>
              <a:cxnLst/>
              <a:rect l="l" t="t" r="r" b="b"/>
              <a:pathLst>
                <a:path w="1164590" h="3810">
                  <a:moveTo>
                    <a:pt x="116459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1162037" y="3810"/>
                  </a:lnTo>
                  <a:lnTo>
                    <a:pt x="1162037" y="2540"/>
                  </a:lnTo>
                  <a:lnTo>
                    <a:pt x="1163320" y="2540"/>
                  </a:lnTo>
                  <a:lnTo>
                    <a:pt x="1163320" y="1270"/>
                  </a:lnTo>
                  <a:lnTo>
                    <a:pt x="1164590" y="1270"/>
                  </a:lnTo>
                  <a:lnTo>
                    <a:pt x="1164590" y="0"/>
                  </a:lnTo>
                  <a:close/>
                </a:path>
              </a:pathLst>
            </a:custGeom>
            <a:solidFill>
              <a:srgbClr val="B5CE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6" name="object 1036"/>
            <p:cNvSpPr/>
            <p:nvPr/>
          </p:nvSpPr>
          <p:spPr>
            <a:xfrm>
              <a:off x="6051550" y="2470149"/>
              <a:ext cx="1156970" cy="3810"/>
            </a:xfrm>
            <a:custGeom>
              <a:avLst/>
              <a:gdLst/>
              <a:ahLst/>
              <a:cxnLst/>
              <a:rect l="l" t="t" r="r" b="b"/>
              <a:pathLst>
                <a:path w="1156970" h="3810">
                  <a:moveTo>
                    <a:pt x="11569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1154430" y="3810"/>
                  </a:lnTo>
                  <a:lnTo>
                    <a:pt x="1154430" y="2540"/>
                  </a:lnTo>
                  <a:lnTo>
                    <a:pt x="1155700" y="2540"/>
                  </a:lnTo>
                  <a:lnTo>
                    <a:pt x="1155700" y="1270"/>
                  </a:lnTo>
                  <a:lnTo>
                    <a:pt x="1156970" y="1270"/>
                  </a:lnTo>
                  <a:lnTo>
                    <a:pt x="1156970" y="0"/>
                  </a:lnTo>
                  <a:close/>
                </a:path>
              </a:pathLst>
            </a:custGeom>
            <a:solidFill>
              <a:srgbClr val="B0CA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7" name="object 1037"/>
            <p:cNvSpPr/>
            <p:nvPr/>
          </p:nvSpPr>
          <p:spPr>
            <a:xfrm>
              <a:off x="6055360" y="2473959"/>
              <a:ext cx="1149350" cy="3810"/>
            </a:xfrm>
            <a:custGeom>
              <a:avLst/>
              <a:gdLst/>
              <a:ahLst/>
              <a:cxnLst/>
              <a:rect l="l" t="t" r="r" b="b"/>
              <a:pathLst>
                <a:path w="1149350" h="3810">
                  <a:moveTo>
                    <a:pt x="114935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1146810" y="3810"/>
                  </a:lnTo>
                  <a:lnTo>
                    <a:pt x="1146810" y="2540"/>
                  </a:lnTo>
                  <a:lnTo>
                    <a:pt x="1148067" y="2540"/>
                  </a:lnTo>
                  <a:lnTo>
                    <a:pt x="1148067" y="1270"/>
                  </a:lnTo>
                  <a:lnTo>
                    <a:pt x="1149350" y="1270"/>
                  </a:lnTo>
                  <a:lnTo>
                    <a:pt x="1149350" y="0"/>
                  </a:lnTo>
                  <a:close/>
                </a:path>
              </a:pathLst>
            </a:custGeom>
            <a:solidFill>
              <a:srgbClr val="ABC7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8" name="object 1038"/>
            <p:cNvSpPr/>
            <p:nvPr/>
          </p:nvSpPr>
          <p:spPr>
            <a:xfrm>
              <a:off x="6059170" y="2477769"/>
              <a:ext cx="1141730" cy="3810"/>
            </a:xfrm>
            <a:custGeom>
              <a:avLst/>
              <a:gdLst/>
              <a:ahLst/>
              <a:cxnLst/>
              <a:rect l="l" t="t" r="r" b="b"/>
              <a:pathLst>
                <a:path w="1141729" h="3810">
                  <a:moveTo>
                    <a:pt x="114173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1139190" y="3810"/>
                  </a:lnTo>
                  <a:lnTo>
                    <a:pt x="1139190" y="2540"/>
                  </a:lnTo>
                  <a:lnTo>
                    <a:pt x="1140460" y="2540"/>
                  </a:lnTo>
                  <a:lnTo>
                    <a:pt x="1140460" y="1270"/>
                  </a:lnTo>
                  <a:lnTo>
                    <a:pt x="1141730" y="1270"/>
                  </a:lnTo>
                  <a:lnTo>
                    <a:pt x="1141730" y="0"/>
                  </a:lnTo>
                  <a:close/>
                </a:path>
              </a:pathLst>
            </a:custGeom>
            <a:solidFill>
              <a:srgbClr val="A6C4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9" name="object 1039"/>
            <p:cNvSpPr/>
            <p:nvPr/>
          </p:nvSpPr>
          <p:spPr>
            <a:xfrm>
              <a:off x="6062980" y="2481579"/>
              <a:ext cx="1134110" cy="2540"/>
            </a:xfrm>
            <a:custGeom>
              <a:avLst/>
              <a:gdLst/>
              <a:ahLst/>
              <a:cxnLst/>
              <a:rect l="l" t="t" r="r" b="b"/>
              <a:pathLst>
                <a:path w="1134109" h="2539">
                  <a:moveTo>
                    <a:pt x="1134097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1132840" y="2540"/>
                  </a:lnTo>
                  <a:lnTo>
                    <a:pt x="1132840" y="1270"/>
                  </a:lnTo>
                  <a:lnTo>
                    <a:pt x="1134097" y="1270"/>
                  </a:lnTo>
                  <a:lnTo>
                    <a:pt x="1134097" y="0"/>
                  </a:lnTo>
                  <a:close/>
                </a:path>
              </a:pathLst>
            </a:custGeom>
            <a:solidFill>
              <a:srgbClr val="A1C0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0" name="object 1040"/>
            <p:cNvSpPr/>
            <p:nvPr/>
          </p:nvSpPr>
          <p:spPr>
            <a:xfrm>
              <a:off x="6065520" y="2484119"/>
              <a:ext cx="1129030" cy="3810"/>
            </a:xfrm>
            <a:custGeom>
              <a:avLst/>
              <a:gdLst/>
              <a:ahLst/>
              <a:cxnLst/>
              <a:rect l="l" t="t" r="r" b="b"/>
              <a:pathLst>
                <a:path w="1129029" h="3810">
                  <a:moveTo>
                    <a:pt x="112903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1126490" y="3810"/>
                  </a:lnTo>
                  <a:lnTo>
                    <a:pt x="1126490" y="2540"/>
                  </a:lnTo>
                  <a:lnTo>
                    <a:pt x="1127760" y="2540"/>
                  </a:lnTo>
                  <a:lnTo>
                    <a:pt x="1127760" y="1270"/>
                  </a:lnTo>
                  <a:lnTo>
                    <a:pt x="1129030" y="1270"/>
                  </a:lnTo>
                  <a:lnTo>
                    <a:pt x="1129030" y="0"/>
                  </a:lnTo>
                  <a:close/>
                </a:path>
              </a:pathLst>
            </a:custGeom>
            <a:solidFill>
              <a:srgbClr val="9CBD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1" name="object 1041"/>
            <p:cNvSpPr/>
            <p:nvPr/>
          </p:nvSpPr>
          <p:spPr>
            <a:xfrm>
              <a:off x="7189470" y="2438399"/>
              <a:ext cx="50800" cy="81280"/>
            </a:xfrm>
            <a:custGeom>
              <a:avLst/>
              <a:gdLst/>
              <a:ahLst/>
              <a:cxnLst/>
              <a:rect l="l" t="t" r="r" b="b"/>
              <a:pathLst>
                <a:path w="50800" h="81280">
                  <a:moveTo>
                    <a:pt x="50800" y="0"/>
                  </a:moveTo>
                  <a:lnTo>
                    <a:pt x="49530" y="0"/>
                  </a:lnTo>
                  <a:lnTo>
                    <a:pt x="49530" y="1270"/>
                  </a:lnTo>
                  <a:lnTo>
                    <a:pt x="48260" y="1270"/>
                  </a:lnTo>
                  <a:lnTo>
                    <a:pt x="48260" y="2540"/>
                  </a:lnTo>
                  <a:lnTo>
                    <a:pt x="46990" y="2540"/>
                  </a:lnTo>
                  <a:lnTo>
                    <a:pt x="46990" y="3810"/>
                  </a:lnTo>
                  <a:lnTo>
                    <a:pt x="45720" y="3810"/>
                  </a:lnTo>
                  <a:lnTo>
                    <a:pt x="45720" y="5080"/>
                  </a:lnTo>
                  <a:lnTo>
                    <a:pt x="44450" y="5080"/>
                  </a:lnTo>
                  <a:lnTo>
                    <a:pt x="44450" y="6350"/>
                  </a:lnTo>
                  <a:lnTo>
                    <a:pt x="43180" y="6350"/>
                  </a:lnTo>
                  <a:lnTo>
                    <a:pt x="43180" y="7620"/>
                  </a:lnTo>
                  <a:lnTo>
                    <a:pt x="41910" y="7620"/>
                  </a:lnTo>
                  <a:lnTo>
                    <a:pt x="41910" y="8890"/>
                  </a:lnTo>
                  <a:lnTo>
                    <a:pt x="40640" y="8890"/>
                  </a:lnTo>
                  <a:lnTo>
                    <a:pt x="40640" y="10160"/>
                  </a:lnTo>
                  <a:lnTo>
                    <a:pt x="39370" y="10160"/>
                  </a:lnTo>
                  <a:lnTo>
                    <a:pt x="39370" y="11430"/>
                  </a:lnTo>
                  <a:lnTo>
                    <a:pt x="38100" y="11430"/>
                  </a:lnTo>
                  <a:lnTo>
                    <a:pt x="38100" y="12700"/>
                  </a:lnTo>
                  <a:lnTo>
                    <a:pt x="36830" y="12700"/>
                  </a:lnTo>
                  <a:lnTo>
                    <a:pt x="36830" y="13970"/>
                  </a:lnTo>
                  <a:lnTo>
                    <a:pt x="35560" y="13970"/>
                  </a:lnTo>
                  <a:lnTo>
                    <a:pt x="35560" y="15240"/>
                  </a:lnTo>
                  <a:lnTo>
                    <a:pt x="34290" y="15240"/>
                  </a:lnTo>
                  <a:lnTo>
                    <a:pt x="34290" y="16510"/>
                  </a:lnTo>
                  <a:lnTo>
                    <a:pt x="33020" y="16510"/>
                  </a:lnTo>
                  <a:lnTo>
                    <a:pt x="33020" y="17780"/>
                  </a:lnTo>
                  <a:lnTo>
                    <a:pt x="31750" y="17780"/>
                  </a:lnTo>
                  <a:lnTo>
                    <a:pt x="31750" y="19050"/>
                  </a:lnTo>
                  <a:lnTo>
                    <a:pt x="30480" y="19050"/>
                  </a:lnTo>
                  <a:lnTo>
                    <a:pt x="30480" y="20320"/>
                  </a:lnTo>
                  <a:lnTo>
                    <a:pt x="29210" y="20320"/>
                  </a:lnTo>
                  <a:lnTo>
                    <a:pt x="29210" y="21590"/>
                  </a:lnTo>
                  <a:lnTo>
                    <a:pt x="27940" y="21590"/>
                  </a:lnTo>
                  <a:lnTo>
                    <a:pt x="27940" y="22860"/>
                  </a:lnTo>
                  <a:lnTo>
                    <a:pt x="26670" y="22860"/>
                  </a:lnTo>
                  <a:lnTo>
                    <a:pt x="26670" y="24130"/>
                  </a:lnTo>
                  <a:lnTo>
                    <a:pt x="25400" y="24130"/>
                  </a:lnTo>
                  <a:lnTo>
                    <a:pt x="25400" y="25400"/>
                  </a:lnTo>
                  <a:lnTo>
                    <a:pt x="24130" y="25400"/>
                  </a:lnTo>
                  <a:lnTo>
                    <a:pt x="24130" y="26670"/>
                  </a:lnTo>
                  <a:lnTo>
                    <a:pt x="22860" y="26670"/>
                  </a:lnTo>
                  <a:lnTo>
                    <a:pt x="22860" y="27940"/>
                  </a:lnTo>
                  <a:lnTo>
                    <a:pt x="21590" y="27940"/>
                  </a:lnTo>
                  <a:lnTo>
                    <a:pt x="21590" y="29210"/>
                  </a:lnTo>
                  <a:lnTo>
                    <a:pt x="20320" y="29210"/>
                  </a:lnTo>
                  <a:lnTo>
                    <a:pt x="20320" y="30480"/>
                  </a:lnTo>
                  <a:lnTo>
                    <a:pt x="19050" y="30480"/>
                  </a:lnTo>
                  <a:lnTo>
                    <a:pt x="19050" y="31750"/>
                  </a:lnTo>
                  <a:lnTo>
                    <a:pt x="17780" y="31750"/>
                  </a:lnTo>
                  <a:lnTo>
                    <a:pt x="17780" y="33020"/>
                  </a:lnTo>
                  <a:lnTo>
                    <a:pt x="16510" y="33020"/>
                  </a:lnTo>
                  <a:lnTo>
                    <a:pt x="16510" y="34290"/>
                  </a:lnTo>
                  <a:lnTo>
                    <a:pt x="15240" y="34290"/>
                  </a:lnTo>
                  <a:lnTo>
                    <a:pt x="15240" y="35560"/>
                  </a:lnTo>
                  <a:lnTo>
                    <a:pt x="13970" y="35560"/>
                  </a:lnTo>
                  <a:lnTo>
                    <a:pt x="13970" y="36830"/>
                  </a:lnTo>
                  <a:lnTo>
                    <a:pt x="12700" y="36830"/>
                  </a:lnTo>
                  <a:lnTo>
                    <a:pt x="12700" y="38100"/>
                  </a:lnTo>
                  <a:lnTo>
                    <a:pt x="11430" y="38100"/>
                  </a:lnTo>
                  <a:lnTo>
                    <a:pt x="11430" y="39370"/>
                  </a:lnTo>
                  <a:lnTo>
                    <a:pt x="10160" y="39370"/>
                  </a:lnTo>
                  <a:lnTo>
                    <a:pt x="10160" y="40640"/>
                  </a:lnTo>
                  <a:lnTo>
                    <a:pt x="8890" y="40640"/>
                  </a:lnTo>
                  <a:lnTo>
                    <a:pt x="8890" y="41910"/>
                  </a:lnTo>
                  <a:lnTo>
                    <a:pt x="7620" y="41910"/>
                  </a:lnTo>
                  <a:lnTo>
                    <a:pt x="7620" y="43180"/>
                  </a:lnTo>
                  <a:lnTo>
                    <a:pt x="6350" y="43180"/>
                  </a:lnTo>
                  <a:lnTo>
                    <a:pt x="6350" y="44450"/>
                  </a:lnTo>
                  <a:lnTo>
                    <a:pt x="5080" y="44450"/>
                  </a:lnTo>
                  <a:lnTo>
                    <a:pt x="5080" y="45720"/>
                  </a:lnTo>
                  <a:lnTo>
                    <a:pt x="3810" y="45720"/>
                  </a:lnTo>
                  <a:lnTo>
                    <a:pt x="3810" y="46990"/>
                  </a:lnTo>
                  <a:lnTo>
                    <a:pt x="2540" y="46990"/>
                  </a:lnTo>
                  <a:lnTo>
                    <a:pt x="2540" y="48260"/>
                  </a:lnTo>
                  <a:lnTo>
                    <a:pt x="1270" y="48260"/>
                  </a:lnTo>
                  <a:lnTo>
                    <a:pt x="1270" y="49530"/>
                  </a:lnTo>
                  <a:lnTo>
                    <a:pt x="0" y="49530"/>
                  </a:lnTo>
                  <a:lnTo>
                    <a:pt x="0" y="81280"/>
                  </a:lnTo>
                  <a:lnTo>
                    <a:pt x="50800" y="81280"/>
                  </a:lnTo>
                  <a:lnTo>
                    <a:pt x="50800" y="39370"/>
                  </a:lnTo>
                  <a:lnTo>
                    <a:pt x="50800" y="0"/>
                  </a:lnTo>
                  <a:close/>
                </a:path>
              </a:pathLst>
            </a:custGeom>
            <a:solidFill>
              <a:srgbClr val="DDE8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2" name="object 1042"/>
            <p:cNvSpPr/>
            <p:nvPr/>
          </p:nvSpPr>
          <p:spPr>
            <a:xfrm>
              <a:off x="7189469" y="2519679"/>
              <a:ext cx="50800" cy="40640"/>
            </a:xfrm>
            <a:custGeom>
              <a:avLst/>
              <a:gdLst/>
              <a:ahLst/>
              <a:cxnLst/>
              <a:rect l="l" t="t" r="r" b="b"/>
              <a:pathLst>
                <a:path w="50800" h="40639">
                  <a:moveTo>
                    <a:pt x="50800" y="0"/>
                  </a:moveTo>
                  <a:lnTo>
                    <a:pt x="0" y="0"/>
                  </a:lnTo>
                  <a:lnTo>
                    <a:pt x="0" y="40640"/>
                  </a:lnTo>
                  <a:lnTo>
                    <a:pt x="50800" y="40640"/>
                  </a:lnTo>
                  <a:lnTo>
                    <a:pt x="50800" y="0"/>
                  </a:lnTo>
                  <a:close/>
                </a:path>
              </a:pathLst>
            </a:custGeom>
            <a:solidFill>
              <a:srgbClr val="DCE7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3" name="object 1043"/>
            <p:cNvSpPr/>
            <p:nvPr/>
          </p:nvSpPr>
          <p:spPr>
            <a:xfrm>
              <a:off x="7189469" y="2560319"/>
              <a:ext cx="50800" cy="40640"/>
            </a:xfrm>
            <a:custGeom>
              <a:avLst/>
              <a:gdLst/>
              <a:ahLst/>
              <a:cxnLst/>
              <a:rect l="l" t="t" r="r" b="b"/>
              <a:pathLst>
                <a:path w="50800" h="40639">
                  <a:moveTo>
                    <a:pt x="50800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50800" y="40639"/>
                  </a:lnTo>
                  <a:lnTo>
                    <a:pt x="50800" y="0"/>
                  </a:lnTo>
                  <a:close/>
                </a:path>
              </a:pathLst>
            </a:custGeom>
            <a:solidFill>
              <a:srgbClr val="DBE7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4" name="object 1044"/>
            <p:cNvSpPr/>
            <p:nvPr/>
          </p:nvSpPr>
          <p:spPr>
            <a:xfrm>
              <a:off x="7189469" y="2600959"/>
              <a:ext cx="50800" cy="40640"/>
            </a:xfrm>
            <a:custGeom>
              <a:avLst/>
              <a:gdLst/>
              <a:ahLst/>
              <a:cxnLst/>
              <a:rect l="l" t="t" r="r" b="b"/>
              <a:pathLst>
                <a:path w="50800" h="40639">
                  <a:moveTo>
                    <a:pt x="50800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50800" y="40639"/>
                  </a:lnTo>
                  <a:lnTo>
                    <a:pt x="50800" y="0"/>
                  </a:lnTo>
                  <a:close/>
                </a:path>
              </a:pathLst>
            </a:custGeom>
            <a:solidFill>
              <a:srgbClr val="DAE6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5" name="object 1045"/>
            <p:cNvSpPr/>
            <p:nvPr/>
          </p:nvSpPr>
          <p:spPr>
            <a:xfrm>
              <a:off x="7189469" y="2641599"/>
              <a:ext cx="50800" cy="40640"/>
            </a:xfrm>
            <a:custGeom>
              <a:avLst/>
              <a:gdLst/>
              <a:ahLst/>
              <a:cxnLst/>
              <a:rect l="l" t="t" r="r" b="b"/>
              <a:pathLst>
                <a:path w="50800" h="40639">
                  <a:moveTo>
                    <a:pt x="50800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50800" y="40639"/>
                  </a:lnTo>
                  <a:lnTo>
                    <a:pt x="50800" y="0"/>
                  </a:lnTo>
                  <a:close/>
                </a:path>
              </a:pathLst>
            </a:custGeom>
            <a:solidFill>
              <a:srgbClr val="D9E5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6" name="object 1046"/>
            <p:cNvSpPr/>
            <p:nvPr/>
          </p:nvSpPr>
          <p:spPr>
            <a:xfrm>
              <a:off x="7189469" y="2682239"/>
              <a:ext cx="50800" cy="41910"/>
            </a:xfrm>
            <a:custGeom>
              <a:avLst/>
              <a:gdLst/>
              <a:ahLst/>
              <a:cxnLst/>
              <a:rect l="l" t="t" r="r" b="b"/>
              <a:pathLst>
                <a:path w="50800" h="41910">
                  <a:moveTo>
                    <a:pt x="50800" y="0"/>
                  </a:moveTo>
                  <a:lnTo>
                    <a:pt x="0" y="0"/>
                  </a:lnTo>
                  <a:lnTo>
                    <a:pt x="0" y="41910"/>
                  </a:lnTo>
                  <a:lnTo>
                    <a:pt x="50800" y="41910"/>
                  </a:lnTo>
                  <a:lnTo>
                    <a:pt x="50800" y="0"/>
                  </a:lnTo>
                  <a:close/>
                </a:path>
              </a:pathLst>
            </a:custGeom>
            <a:solidFill>
              <a:srgbClr val="D8E5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7" name="object 1047"/>
            <p:cNvSpPr/>
            <p:nvPr/>
          </p:nvSpPr>
          <p:spPr>
            <a:xfrm>
              <a:off x="7189469" y="2724149"/>
              <a:ext cx="50800" cy="40640"/>
            </a:xfrm>
            <a:custGeom>
              <a:avLst/>
              <a:gdLst/>
              <a:ahLst/>
              <a:cxnLst/>
              <a:rect l="l" t="t" r="r" b="b"/>
              <a:pathLst>
                <a:path w="50800" h="40639">
                  <a:moveTo>
                    <a:pt x="50800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50800" y="40639"/>
                  </a:lnTo>
                  <a:lnTo>
                    <a:pt x="50800" y="0"/>
                  </a:lnTo>
                  <a:close/>
                </a:path>
              </a:pathLst>
            </a:custGeom>
            <a:solidFill>
              <a:srgbClr val="D7E4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8" name="object 1048"/>
            <p:cNvSpPr/>
            <p:nvPr/>
          </p:nvSpPr>
          <p:spPr>
            <a:xfrm>
              <a:off x="7189469" y="2764789"/>
              <a:ext cx="50800" cy="40640"/>
            </a:xfrm>
            <a:custGeom>
              <a:avLst/>
              <a:gdLst/>
              <a:ahLst/>
              <a:cxnLst/>
              <a:rect l="l" t="t" r="r" b="b"/>
              <a:pathLst>
                <a:path w="50800" h="40639">
                  <a:moveTo>
                    <a:pt x="50800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50800" y="40639"/>
                  </a:lnTo>
                  <a:lnTo>
                    <a:pt x="50800" y="0"/>
                  </a:lnTo>
                  <a:close/>
                </a:path>
              </a:pathLst>
            </a:custGeom>
            <a:solidFill>
              <a:srgbClr val="D6E3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9" name="object 1049"/>
            <p:cNvSpPr/>
            <p:nvPr/>
          </p:nvSpPr>
          <p:spPr>
            <a:xfrm>
              <a:off x="7189469" y="2805429"/>
              <a:ext cx="50800" cy="40640"/>
            </a:xfrm>
            <a:custGeom>
              <a:avLst/>
              <a:gdLst/>
              <a:ahLst/>
              <a:cxnLst/>
              <a:rect l="l" t="t" r="r" b="b"/>
              <a:pathLst>
                <a:path w="50800" h="40639">
                  <a:moveTo>
                    <a:pt x="50800" y="0"/>
                  </a:moveTo>
                  <a:lnTo>
                    <a:pt x="0" y="0"/>
                  </a:lnTo>
                  <a:lnTo>
                    <a:pt x="0" y="40640"/>
                  </a:lnTo>
                  <a:lnTo>
                    <a:pt x="50800" y="40640"/>
                  </a:lnTo>
                  <a:lnTo>
                    <a:pt x="50800" y="0"/>
                  </a:lnTo>
                  <a:close/>
                </a:path>
              </a:pathLst>
            </a:custGeom>
            <a:solidFill>
              <a:srgbClr val="D5E3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0" name="object 1050"/>
            <p:cNvSpPr/>
            <p:nvPr/>
          </p:nvSpPr>
          <p:spPr>
            <a:xfrm>
              <a:off x="7189469" y="2846069"/>
              <a:ext cx="50800" cy="40640"/>
            </a:xfrm>
            <a:custGeom>
              <a:avLst/>
              <a:gdLst/>
              <a:ahLst/>
              <a:cxnLst/>
              <a:rect l="l" t="t" r="r" b="b"/>
              <a:pathLst>
                <a:path w="50800" h="40639">
                  <a:moveTo>
                    <a:pt x="50800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50800" y="40639"/>
                  </a:lnTo>
                  <a:lnTo>
                    <a:pt x="50800" y="0"/>
                  </a:lnTo>
                  <a:close/>
                </a:path>
              </a:pathLst>
            </a:custGeom>
            <a:solidFill>
              <a:srgbClr val="D4E2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1" name="object 1051"/>
            <p:cNvSpPr/>
            <p:nvPr/>
          </p:nvSpPr>
          <p:spPr>
            <a:xfrm>
              <a:off x="7189469" y="2886709"/>
              <a:ext cx="50800" cy="41910"/>
            </a:xfrm>
            <a:custGeom>
              <a:avLst/>
              <a:gdLst/>
              <a:ahLst/>
              <a:cxnLst/>
              <a:rect l="l" t="t" r="r" b="b"/>
              <a:pathLst>
                <a:path w="50800" h="41910">
                  <a:moveTo>
                    <a:pt x="50800" y="0"/>
                  </a:moveTo>
                  <a:lnTo>
                    <a:pt x="0" y="0"/>
                  </a:lnTo>
                  <a:lnTo>
                    <a:pt x="0" y="41910"/>
                  </a:lnTo>
                  <a:lnTo>
                    <a:pt x="50800" y="41910"/>
                  </a:lnTo>
                  <a:lnTo>
                    <a:pt x="50800" y="0"/>
                  </a:lnTo>
                  <a:close/>
                </a:path>
              </a:pathLst>
            </a:custGeom>
            <a:solidFill>
              <a:srgbClr val="D3E1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2" name="object 1052"/>
            <p:cNvSpPr/>
            <p:nvPr/>
          </p:nvSpPr>
          <p:spPr>
            <a:xfrm>
              <a:off x="7189469" y="2928619"/>
              <a:ext cx="50800" cy="40640"/>
            </a:xfrm>
            <a:custGeom>
              <a:avLst/>
              <a:gdLst/>
              <a:ahLst/>
              <a:cxnLst/>
              <a:rect l="l" t="t" r="r" b="b"/>
              <a:pathLst>
                <a:path w="50800" h="40639">
                  <a:moveTo>
                    <a:pt x="50800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50800" y="40639"/>
                  </a:lnTo>
                  <a:lnTo>
                    <a:pt x="50800" y="0"/>
                  </a:lnTo>
                  <a:close/>
                </a:path>
              </a:pathLst>
            </a:custGeom>
            <a:solidFill>
              <a:srgbClr val="D2E1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3" name="object 1053"/>
            <p:cNvSpPr/>
            <p:nvPr/>
          </p:nvSpPr>
          <p:spPr>
            <a:xfrm>
              <a:off x="7189469" y="2969259"/>
              <a:ext cx="48260" cy="40640"/>
            </a:xfrm>
            <a:custGeom>
              <a:avLst/>
              <a:gdLst/>
              <a:ahLst/>
              <a:cxnLst/>
              <a:rect l="l" t="t" r="r" b="b"/>
              <a:pathLst>
                <a:path w="48259" h="40639">
                  <a:moveTo>
                    <a:pt x="0" y="40639"/>
                  </a:moveTo>
                  <a:lnTo>
                    <a:pt x="48259" y="40639"/>
                  </a:lnTo>
                  <a:lnTo>
                    <a:pt x="48259" y="0"/>
                  </a:lnTo>
                  <a:lnTo>
                    <a:pt x="0" y="0"/>
                  </a:lnTo>
                  <a:lnTo>
                    <a:pt x="0" y="40639"/>
                  </a:lnTo>
                  <a:close/>
                </a:path>
              </a:pathLst>
            </a:custGeom>
            <a:solidFill>
              <a:srgbClr val="D1E0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4" name="object 1054"/>
            <p:cNvSpPr/>
            <p:nvPr/>
          </p:nvSpPr>
          <p:spPr>
            <a:xfrm>
              <a:off x="7189469" y="3009899"/>
              <a:ext cx="50800" cy="40640"/>
            </a:xfrm>
            <a:custGeom>
              <a:avLst/>
              <a:gdLst/>
              <a:ahLst/>
              <a:cxnLst/>
              <a:rect l="l" t="t" r="r" b="b"/>
              <a:pathLst>
                <a:path w="50800" h="40639">
                  <a:moveTo>
                    <a:pt x="50800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50800" y="40639"/>
                  </a:lnTo>
                  <a:lnTo>
                    <a:pt x="50800" y="0"/>
                  </a:lnTo>
                  <a:close/>
                </a:path>
              </a:pathLst>
            </a:custGeom>
            <a:solidFill>
              <a:srgbClr val="D0DF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5" name="object 1055"/>
            <p:cNvSpPr/>
            <p:nvPr/>
          </p:nvSpPr>
          <p:spPr>
            <a:xfrm>
              <a:off x="7189469" y="3050539"/>
              <a:ext cx="48260" cy="41910"/>
            </a:xfrm>
            <a:custGeom>
              <a:avLst/>
              <a:gdLst/>
              <a:ahLst/>
              <a:cxnLst/>
              <a:rect l="l" t="t" r="r" b="b"/>
              <a:pathLst>
                <a:path w="48259" h="41910">
                  <a:moveTo>
                    <a:pt x="0" y="41910"/>
                  </a:moveTo>
                  <a:lnTo>
                    <a:pt x="48259" y="41910"/>
                  </a:lnTo>
                  <a:lnTo>
                    <a:pt x="48259" y="0"/>
                  </a:lnTo>
                  <a:lnTo>
                    <a:pt x="0" y="0"/>
                  </a:lnTo>
                  <a:lnTo>
                    <a:pt x="0" y="41910"/>
                  </a:lnTo>
                  <a:close/>
                </a:path>
              </a:pathLst>
            </a:custGeom>
            <a:solidFill>
              <a:srgbClr val="CFDF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6" name="object 1056"/>
            <p:cNvSpPr/>
            <p:nvPr/>
          </p:nvSpPr>
          <p:spPr>
            <a:xfrm>
              <a:off x="7189469" y="3092449"/>
              <a:ext cx="50800" cy="40640"/>
            </a:xfrm>
            <a:custGeom>
              <a:avLst/>
              <a:gdLst/>
              <a:ahLst/>
              <a:cxnLst/>
              <a:rect l="l" t="t" r="r" b="b"/>
              <a:pathLst>
                <a:path w="50800" h="40639">
                  <a:moveTo>
                    <a:pt x="50800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50800" y="40639"/>
                  </a:lnTo>
                  <a:lnTo>
                    <a:pt x="50800" y="0"/>
                  </a:lnTo>
                  <a:close/>
                </a:path>
              </a:pathLst>
            </a:custGeom>
            <a:solidFill>
              <a:srgbClr val="CEDE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7" name="object 1057"/>
            <p:cNvSpPr/>
            <p:nvPr/>
          </p:nvSpPr>
          <p:spPr>
            <a:xfrm>
              <a:off x="7189469" y="3133089"/>
              <a:ext cx="48260" cy="40640"/>
            </a:xfrm>
            <a:custGeom>
              <a:avLst/>
              <a:gdLst/>
              <a:ahLst/>
              <a:cxnLst/>
              <a:rect l="l" t="t" r="r" b="b"/>
              <a:pathLst>
                <a:path w="48259" h="40639">
                  <a:moveTo>
                    <a:pt x="0" y="40639"/>
                  </a:moveTo>
                  <a:lnTo>
                    <a:pt x="48259" y="40639"/>
                  </a:lnTo>
                  <a:lnTo>
                    <a:pt x="48259" y="0"/>
                  </a:lnTo>
                  <a:lnTo>
                    <a:pt x="0" y="0"/>
                  </a:lnTo>
                  <a:lnTo>
                    <a:pt x="0" y="40639"/>
                  </a:lnTo>
                  <a:close/>
                </a:path>
              </a:pathLst>
            </a:custGeom>
            <a:solidFill>
              <a:srgbClr val="CDDD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8" name="object 1058"/>
            <p:cNvSpPr/>
            <p:nvPr/>
          </p:nvSpPr>
          <p:spPr>
            <a:xfrm>
              <a:off x="7189469" y="3173729"/>
              <a:ext cx="48260" cy="40640"/>
            </a:xfrm>
            <a:custGeom>
              <a:avLst/>
              <a:gdLst/>
              <a:ahLst/>
              <a:cxnLst/>
              <a:rect l="l" t="t" r="r" b="b"/>
              <a:pathLst>
                <a:path w="48259" h="40639">
                  <a:moveTo>
                    <a:pt x="0" y="40640"/>
                  </a:moveTo>
                  <a:lnTo>
                    <a:pt x="48259" y="40640"/>
                  </a:lnTo>
                  <a:lnTo>
                    <a:pt x="48259" y="0"/>
                  </a:lnTo>
                  <a:lnTo>
                    <a:pt x="0" y="0"/>
                  </a:lnTo>
                  <a:lnTo>
                    <a:pt x="0" y="40640"/>
                  </a:lnTo>
                  <a:close/>
                </a:path>
              </a:pathLst>
            </a:custGeom>
            <a:solidFill>
              <a:srgbClr val="CCDD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9" name="object 1059"/>
            <p:cNvSpPr/>
            <p:nvPr/>
          </p:nvSpPr>
          <p:spPr>
            <a:xfrm>
              <a:off x="7189469" y="3214369"/>
              <a:ext cx="50800" cy="40640"/>
            </a:xfrm>
            <a:custGeom>
              <a:avLst/>
              <a:gdLst/>
              <a:ahLst/>
              <a:cxnLst/>
              <a:rect l="l" t="t" r="r" b="b"/>
              <a:pathLst>
                <a:path w="50800" h="40639">
                  <a:moveTo>
                    <a:pt x="50800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50800" y="40639"/>
                  </a:lnTo>
                  <a:lnTo>
                    <a:pt x="50800" y="0"/>
                  </a:lnTo>
                  <a:close/>
                </a:path>
              </a:pathLst>
            </a:custGeom>
            <a:solidFill>
              <a:srgbClr val="CCDC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0" name="object 1060"/>
            <p:cNvSpPr/>
            <p:nvPr/>
          </p:nvSpPr>
          <p:spPr>
            <a:xfrm>
              <a:off x="7189469" y="3255009"/>
              <a:ext cx="48260" cy="41910"/>
            </a:xfrm>
            <a:custGeom>
              <a:avLst/>
              <a:gdLst/>
              <a:ahLst/>
              <a:cxnLst/>
              <a:rect l="l" t="t" r="r" b="b"/>
              <a:pathLst>
                <a:path w="48259" h="41910">
                  <a:moveTo>
                    <a:pt x="0" y="41910"/>
                  </a:moveTo>
                  <a:lnTo>
                    <a:pt x="48259" y="41910"/>
                  </a:lnTo>
                  <a:lnTo>
                    <a:pt x="48259" y="0"/>
                  </a:lnTo>
                  <a:lnTo>
                    <a:pt x="0" y="0"/>
                  </a:lnTo>
                  <a:lnTo>
                    <a:pt x="0" y="41910"/>
                  </a:lnTo>
                  <a:close/>
                </a:path>
              </a:pathLst>
            </a:custGeom>
            <a:solidFill>
              <a:srgbClr val="CADC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1" name="object 1061"/>
            <p:cNvSpPr/>
            <p:nvPr/>
          </p:nvSpPr>
          <p:spPr>
            <a:xfrm>
              <a:off x="7189469" y="3296919"/>
              <a:ext cx="50800" cy="40640"/>
            </a:xfrm>
            <a:custGeom>
              <a:avLst/>
              <a:gdLst/>
              <a:ahLst/>
              <a:cxnLst/>
              <a:rect l="l" t="t" r="r" b="b"/>
              <a:pathLst>
                <a:path w="50800" h="40639">
                  <a:moveTo>
                    <a:pt x="50800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50800" y="40639"/>
                  </a:lnTo>
                  <a:lnTo>
                    <a:pt x="50800" y="0"/>
                  </a:lnTo>
                  <a:close/>
                </a:path>
              </a:pathLst>
            </a:custGeom>
            <a:solidFill>
              <a:srgbClr val="C9DB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2" name="object 1062"/>
            <p:cNvSpPr/>
            <p:nvPr/>
          </p:nvSpPr>
          <p:spPr>
            <a:xfrm>
              <a:off x="7189469" y="3337559"/>
              <a:ext cx="48260" cy="40640"/>
            </a:xfrm>
            <a:custGeom>
              <a:avLst/>
              <a:gdLst/>
              <a:ahLst/>
              <a:cxnLst/>
              <a:rect l="l" t="t" r="r" b="b"/>
              <a:pathLst>
                <a:path w="48259" h="40639">
                  <a:moveTo>
                    <a:pt x="0" y="40639"/>
                  </a:moveTo>
                  <a:lnTo>
                    <a:pt x="48259" y="40639"/>
                  </a:lnTo>
                  <a:lnTo>
                    <a:pt x="48259" y="0"/>
                  </a:lnTo>
                  <a:lnTo>
                    <a:pt x="0" y="0"/>
                  </a:lnTo>
                  <a:lnTo>
                    <a:pt x="0" y="40639"/>
                  </a:lnTo>
                  <a:close/>
                </a:path>
              </a:pathLst>
            </a:custGeom>
            <a:solidFill>
              <a:srgbClr val="C8DA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3" name="object 1063"/>
            <p:cNvSpPr/>
            <p:nvPr/>
          </p:nvSpPr>
          <p:spPr>
            <a:xfrm>
              <a:off x="7189469" y="3378199"/>
              <a:ext cx="50800" cy="40640"/>
            </a:xfrm>
            <a:custGeom>
              <a:avLst/>
              <a:gdLst/>
              <a:ahLst/>
              <a:cxnLst/>
              <a:rect l="l" t="t" r="r" b="b"/>
              <a:pathLst>
                <a:path w="50800" h="40639">
                  <a:moveTo>
                    <a:pt x="50800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50800" y="40639"/>
                  </a:lnTo>
                  <a:lnTo>
                    <a:pt x="50800" y="0"/>
                  </a:lnTo>
                  <a:close/>
                </a:path>
              </a:pathLst>
            </a:custGeom>
            <a:solidFill>
              <a:srgbClr val="C7DA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4" name="object 1064"/>
            <p:cNvSpPr/>
            <p:nvPr/>
          </p:nvSpPr>
          <p:spPr>
            <a:xfrm>
              <a:off x="7189469" y="3418839"/>
              <a:ext cx="48260" cy="40640"/>
            </a:xfrm>
            <a:custGeom>
              <a:avLst/>
              <a:gdLst/>
              <a:ahLst/>
              <a:cxnLst/>
              <a:rect l="l" t="t" r="r" b="b"/>
              <a:pathLst>
                <a:path w="48259" h="40639">
                  <a:moveTo>
                    <a:pt x="0" y="40639"/>
                  </a:moveTo>
                  <a:lnTo>
                    <a:pt x="48259" y="40639"/>
                  </a:lnTo>
                  <a:lnTo>
                    <a:pt x="48259" y="0"/>
                  </a:lnTo>
                  <a:lnTo>
                    <a:pt x="0" y="0"/>
                  </a:lnTo>
                  <a:lnTo>
                    <a:pt x="0" y="40639"/>
                  </a:lnTo>
                  <a:close/>
                </a:path>
              </a:pathLst>
            </a:custGeom>
            <a:solidFill>
              <a:srgbClr val="C6D9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5" name="object 1065"/>
            <p:cNvSpPr/>
            <p:nvPr/>
          </p:nvSpPr>
          <p:spPr>
            <a:xfrm>
              <a:off x="7189469" y="3459479"/>
              <a:ext cx="50800" cy="41910"/>
            </a:xfrm>
            <a:custGeom>
              <a:avLst/>
              <a:gdLst/>
              <a:ahLst/>
              <a:cxnLst/>
              <a:rect l="l" t="t" r="r" b="b"/>
              <a:pathLst>
                <a:path w="50800" h="41910">
                  <a:moveTo>
                    <a:pt x="50800" y="0"/>
                  </a:moveTo>
                  <a:lnTo>
                    <a:pt x="0" y="0"/>
                  </a:lnTo>
                  <a:lnTo>
                    <a:pt x="0" y="41910"/>
                  </a:lnTo>
                  <a:lnTo>
                    <a:pt x="50800" y="41910"/>
                  </a:lnTo>
                  <a:lnTo>
                    <a:pt x="50800" y="0"/>
                  </a:lnTo>
                  <a:close/>
                </a:path>
              </a:pathLst>
            </a:custGeom>
            <a:solidFill>
              <a:srgbClr val="C5D8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6" name="object 1066"/>
            <p:cNvSpPr/>
            <p:nvPr/>
          </p:nvSpPr>
          <p:spPr>
            <a:xfrm>
              <a:off x="7189469" y="3501389"/>
              <a:ext cx="48260" cy="40640"/>
            </a:xfrm>
            <a:custGeom>
              <a:avLst/>
              <a:gdLst/>
              <a:ahLst/>
              <a:cxnLst/>
              <a:rect l="l" t="t" r="r" b="b"/>
              <a:pathLst>
                <a:path w="48259" h="40639">
                  <a:moveTo>
                    <a:pt x="0" y="40639"/>
                  </a:moveTo>
                  <a:lnTo>
                    <a:pt x="48259" y="40639"/>
                  </a:lnTo>
                  <a:lnTo>
                    <a:pt x="48259" y="0"/>
                  </a:lnTo>
                  <a:lnTo>
                    <a:pt x="0" y="0"/>
                  </a:lnTo>
                  <a:lnTo>
                    <a:pt x="0" y="40639"/>
                  </a:lnTo>
                  <a:close/>
                </a:path>
              </a:pathLst>
            </a:custGeom>
            <a:solidFill>
              <a:srgbClr val="C4D8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7" name="object 1067"/>
            <p:cNvSpPr/>
            <p:nvPr/>
          </p:nvSpPr>
          <p:spPr>
            <a:xfrm>
              <a:off x="7189469" y="3542029"/>
              <a:ext cx="50800" cy="40640"/>
            </a:xfrm>
            <a:custGeom>
              <a:avLst/>
              <a:gdLst/>
              <a:ahLst/>
              <a:cxnLst/>
              <a:rect l="l" t="t" r="r" b="b"/>
              <a:pathLst>
                <a:path w="50800" h="40639">
                  <a:moveTo>
                    <a:pt x="50800" y="0"/>
                  </a:moveTo>
                  <a:lnTo>
                    <a:pt x="0" y="0"/>
                  </a:lnTo>
                  <a:lnTo>
                    <a:pt x="0" y="40640"/>
                  </a:lnTo>
                  <a:lnTo>
                    <a:pt x="50800" y="40640"/>
                  </a:lnTo>
                  <a:lnTo>
                    <a:pt x="50800" y="0"/>
                  </a:lnTo>
                  <a:close/>
                </a:path>
              </a:pathLst>
            </a:custGeom>
            <a:solidFill>
              <a:srgbClr val="C3D7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8" name="object 1068"/>
            <p:cNvSpPr/>
            <p:nvPr/>
          </p:nvSpPr>
          <p:spPr>
            <a:xfrm>
              <a:off x="7189469" y="3582669"/>
              <a:ext cx="48260" cy="40640"/>
            </a:xfrm>
            <a:custGeom>
              <a:avLst/>
              <a:gdLst/>
              <a:ahLst/>
              <a:cxnLst/>
              <a:rect l="l" t="t" r="r" b="b"/>
              <a:pathLst>
                <a:path w="48259" h="40639">
                  <a:moveTo>
                    <a:pt x="0" y="40639"/>
                  </a:moveTo>
                  <a:lnTo>
                    <a:pt x="48259" y="40639"/>
                  </a:lnTo>
                  <a:lnTo>
                    <a:pt x="48259" y="0"/>
                  </a:lnTo>
                  <a:lnTo>
                    <a:pt x="0" y="0"/>
                  </a:lnTo>
                  <a:lnTo>
                    <a:pt x="0" y="40639"/>
                  </a:lnTo>
                  <a:close/>
                </a:path>
              </a:pathLst>
            </a:custGeom>
            <a:solidFill>
              <a:srgbClr val="C2D6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9" name="object 1069"/>
            <p:cNvSpPr/>
            <p:nvPr/>
          </p:nvSpPr>
          <p:spPr>
            <a:xfrm>
              <a:off x="7189469" y="3623309"/>
              <a:ext cx="48260" cy="40640"/>
            </a:xfrm>
            <a:custGeom>
              <a:avLst/>
              <a:gdLst/>
              <a:ahLst/>
              <a:cxnLst/>
              <a:rect l="l" t="t" r="r" b="b"/>
              <a:pathLst>
                <a:path w="48259" h="40639">
                  <a:moveTo>
                    <a:pt x="0" y="40639"/>
                  </a:moveTo>
                  <a:lnTo>
                    <a:pt x="48259" y="40639"/>
                  </a:lnTo>
                  <a:lnTo>
                    <a:pt x="48259" y="0"/>
                  </a:lnTo>
                  <a:lnTo>
                    <a:pt x="0" y="0"/>
                  </a:lnTo>
                  <a:lnTo>
                    <a:pt x="0" y="40639"/>
                  </a:lnTo>
                  <a:close/>
                </a:path>
              </a:pathLst>
            </a:custGeom>
            <a:solidFill>
              <a:srgbClr val="C1D6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0" name="object 1070"/>
            <p:cNvSpPr/>
            <p:nvPr/>
          </p:nvSpPr>
          <p:spPr>
            <a:xfrm>
              <a:off x="7189469" y="3663949"/>
              <a:ext cx="50800" cy="41910"/>
            </a:xfrm>
            <a:custGeom>
              <a:avLst/>
              <a:gdLst/>
              <a:ahLst/>
              <a:cxnLst/>
              <a:rect l="l" t="t" r="r" b="b"/>
              <a:pathLst>
                <a:path w="50800" h="41910">
                  <a:moveTo>
                    <a:pt x="50800" y="0"/>
                  </a:moveTo>
                  <a:lnTo>
                    <a:pt x="0" y="0"/>
                  </a:lnTo>
                  <a:lnTo>
                    <a:pt x="0" y="41910"/>
                  </a:lnTo>
                  <a:lnTo>
                    <a:pt x="50800" y="41910"/>
                  </a:lnTo>
                  <a:lnTo>
                    <a:pt x="50800" y="0"/>
                  </a:lnTo>
                  <a:close/>
                </a:path>
              </a:pathLst>
            </a:custGeom>
            <a:solidFill>
              <a:srgbClr val="C0D5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1" name="object 1071"/>
            <p:cNvSpPr/>
            <p:nvPr/>
          </p:nvSpPr>
          <p:spPr>
            <a:xfrm>
              <a:off x="7189469" y="3705859"/>
              <a:ext cx="48260" cy="40640"/>
            </a:xfrm>
            <a:custGeom>
              <a:avLst/>
              <a:gdLst/>
              <a:ahLst/>
              <a:cxnLst/>
              <a:rect l="l" t="t" r="r" b="b"/>
              <a:pathLst>
                <a:path w="48259" h="40639">
                  <a:moveTo>
                    <a:pt x="0" y="40639"/>
                  </a:moveTo>
                  <a:lnTo>
                    <a:pt x="48259" y="40639"/>
                  </a:lnTo>
                  <a:lnTo>
                    <a:pt x="48259" y="0"/>
                  </a:lnTo>
                  <a:lnTo>
                    <a:pt x="0" y="0"/>
                  </a:lnTo>
                  <a:lnTo>
                    <a:pt x="0" y="40639"/>
                  </a:lnTo>
                  <a:close/>
                </a:path>
              </a:pathLst>
            </a:custGeom>
            <a:solidFill>
              <a:srgbClr val="BFD4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2" name="object 1072"/>
            <p:cNvSpPr/>
            <p:nvPr/>
          </p:nvSpPr>
          <p:spPr>
            <a:xfrm>
              <a:off x="7189469" y="3746499"/>
              <a:ext cx="50800" cy="40640"/>
            </a:xfrm>
            <a:custGeom>
              <a:avLst/>
              <a:gdLst/>
              <a:ahLst/>
              <a:cxnLst/>
              <a:rect l="l" t="t" r="r" b="b"/>
              <a:pathLst>
                <a:path w="50800" h="40639">
                  <a:moveTo>
                    <a:pt x="50800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50800" y="40639"/>
                  </a:lnTo>
                  <a:lnTo>
                    <a:pt x="50800" y="0"/>
                  </a:lnTo>
                  <a:close/>
                </a:path>
              </a:pathLst>
            </a:custGeom>
            <a:solidFill>
              <a:srgbClr val="BED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3" name="object 1073"/>
            <p:cNvSpPr/>
            <p:nvPr/>
          </p:nvSpPr>
          <p:spPr>
            <a:xfrm>
              <a:off x="7189469" y="3787139"/>
              <a:ext cx="48260" cy="40640"/>
            </a:xfrm>
            <a:custGeom>
              <a:avLst/>
              <a:gdLst/>
              <a:ahLst/>
              <a:cxnLst/>
              <a:rect l="l" t="t" r="r" b="b"/>
              <a:pathLst>
                <a:path w="48259" h="40639">
                  <a:moveTo>
                    <a:pt x="0" y="40640"/>
                  </a:moveTo>
                  <a:lnTo>
                    <a:pt x="48259" y="40640"/>
                  </a:lnTo>
                  <a:lnTo>
                    <a:pt x="48259" y="0"/>
                  </a:lnTo>
                  <a:lnTo>
                    <a:pt x="0" y="0"/>
                  </a:lnTo>
                  <a:lnTo>
                    <a:pt x="0" y="40640"/>
                  </a:lnTo>
                  <a:close/>
                </a:path>
              </a:pathLst>
            </a:custGeom>
            <a:solidFill>
              <a:srgbClr val="BDD3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4" name="object 1074"/>
            <p:cNvSpPr/>
            <p:nvPr/>
          </p:nvSpPr>
          <p:spPr>
            <a:xfrm>
              <a:off x="7189469" y="3827779"/>
              <a:ext cx="50800" cy="41910"/>
            </a:xfrm>
            <a:custGeom>
              <a:avLst/>
              <a:gdLst/>
              <a:ahLst/>
              <a:cxnLst/>
              <a:rect l="l" t="t" r="r" b="b"/>
              <a:pathLst>
                <a:path w="50800" h="41910">
                  <a:moveTo>
                    <a:pt x="50800" y="0"/>
                  </a:moveTo>
                  <a:lnTo>
                    <a:pt x="0" y="0"/>
                  </a:lnTo>
                  <a:lnTo>
                    <a:pt x="0" y="41910"/>
                  </a:lnTo>
                  <a:lnTo>
                    <a:pt x="50800" y="41910"/>
                  </a:lnTo>
                  <a:lnTo>
                    <a:pt x="50800" y="0"/>
                  </a:lnTo>
                  <a:close/>
                </a:path>
              </a:pathLst>
            </a:custGeom>
            <a:solidFill>
              <a:srgbClr val="BCD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5" name="object 1075"/>
            <p:cNvSpPr/>
            <p:nvPr/>
          </p:nvSpPr>
          <p:spPr>
            <a:xfrm>
              <a:off x="7189469" y="3869689"/>
              <a:ext cx="48260" cy="40640"/>
            </a:xfrm>
            <a:custGeom>
              <a:avLst/>
              <a:gdLst/>
              <a:ahLst/>
              <a:cxnLst/>
              <a:rect l="l" t="t" r="r" b="b"/>
              <a:pathLst>
                <a:path w="48259" h="40639">
                  <a:moveTo>
                    <a:pt x="0" y="40640"/>
                  </a:moveTo>
                  <a:lnTo>
                    <a:pt x="48259" y="40640"/>
                  </a:lnTo>
                  <a:lnTo>
                    <a:pt x="48259" y="0"/>
                  </a:lnTo>
                  <a:lnTo>
                    <a:pt x="0" y="0"/>
                  </a:lnTo>
                  <a:lnTo>
                    <a:pt x="0" y="40640"/>
                  </a:lnTo>
                  <a:close/>
                </a:path>
              </a:pathLst>
            </a:custGeom>
            <a:solidFill>
              <a:srgbClr val="BBD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6" name="object 1076"/>
            <p:cNvSpPr/>
            <p:nvPr/>
          </p:nvSpPr>
          <p:spPr>
            <a:xfrm>
              <a:off x="7189469" y="3910329"/>
              <a:ext cx="50800" cy="40640"/>
            </a:xfrm>
            <a:custGeom>
              <a:avLst/>
              <a:gdLst/>
              <a:ahLst/>
              <a:cxnLst/>
              <a:rect l="l" t="t" r="r" b="b"/>
              <a:pathLst>
                <a:path w="50800" h="40639">
                  <a:moveTo>
                    <a:pt x="50800" y="0"/>
                  </a:moveTo>
                  <a:lnTo>
                    <a:pt x="0" y="0"/>
                  </a:lnTo>
                  <a:lnTo>
                    <a:pt x="0" y="40640"/>
                  </a:lnTo>
                  <a:lnTo>
                    <a:pt x="50800" y="40640"/>
                  </a:lnTo>
                  <a:lnTo>
                    <a:pt x="50800" y="0"/>
                  </a:lnTo>
                  <a:close/>
                </a:path>
              </a:pathLst>
            </a:custGeom>
            <a:solidFill>
              <a:srgbClr val="BAD1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7" name="object 1077"/>
            <p:cNvSpPr/>
            <p:nvPr/>
          </p:nvSpPr>
          <p:spPr>
            <a:xfrm>
              <a:off x="7189469" y="3950969"/>
              <a:ext cx="48260" cy="40640"/>
            </a:xfrm>
            <a:custGeom>
              <a:avLst/>
              <a:gdLst/>
              <a:ahLst/>
              <a:cxnLst/>
              <a:rect l="l" t="t" r="r" b="b"/>
              <a:pathLst>
                <a:path w="48259" h="40639">
                  <a:moveTo>
                    <a:pt x="0" y="40639"/>
                  </a:moveTo>
                  <a:lnTo>
                    <a:pt x="48259" y="40639"/>
                  </a:lnTo>
                  <a:lnTo>
                    <a:pt x="48259" y="0"/>
                  </a:lnTo>
                  <a:lnTo>
                    <a:pt x="0" y="0"/>
                  </a:lnTo>
                  <a:lnTo>
                    <a:pt x="0" y="40639"/>
                  </a:lnTo>
                  <a:close/>
                </a:path>
              </a:pathLst>
            </a:custGeom>
            <a:solidFill>
              <a:srgbClr val="B9D0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8" name="object 1078"/>
            <p:cNvSpPr/>
            <p:nvPr/>
          </p:nvSpPr>
          <p:spPr>
            <a:xfrm>
              <a:off x="7189469" y="3991609"/>
              <a:ext cx="50800" cy="40640"/>
            </a:xfrm>
            <a:custGeom>
              <a:avLst/>
              <a:gdLst/>
              <a:ahLst/>
              <a:cxnLst/>
              <a:rect l="l" t="t" r="r" b="b"/>
              <a:pathLst>
                <a:path w="50800" h="40639">
                  <a:moveTo>
                    <a:pt x="50800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50800" y="40639"/>
                  </a:lnTo>
                  <a:lnTo>
                    <a:pt x="50800" y="0"/>
                  </a:lnTo>
                  <a:close/>
                </a:path>
              </a:pathLst>
            </a:custGeom>
            <a:solidFill>
              <a:srgbClr val="B8D0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9" name="object 1079"/>
            <p:cNvSpPr/>
            <p:nvPr/>
          </p:nvSpPr>
          <p:spPr>
            <a:xfrm>
              <a:off x="7189469" y="4032249"/>
              <a:ext cx="48260" cy="41910"/>
            </a:xfrm>
            <a:custGeom>
              <a:avLst/>
              <a:gdLst/>
              <a:ahLst/>
              <a:cxnLst/>
              <a:rect l="l" t="t" r="r" b="b"/>
              <a:pathLst>
                <a:path w="48259" h="41910">
                  <a:moveTo>
                    <a:pt x="0" y="41910"/>
                  </a:moveTo>
                  <a:lnTo>
                    <a:pt x="48259" y="41910"/>
                  </a:lnTo>
                  <a:lnTo>
                    <a:pt x="48259" y="0"/>
                  </a:lnTo>
                  <a:lnTo>
                    <a:pt x="0" y="0"/>
                  </a:lnTo>
                  <a:lnTo>
                    <a:pt x="0" y="41910"/>
                  </a:lnTo>
                  <a:close/>
                </a:path>
              </a:pathLst>
            </a:custGeom>
            <a:solidFill>
              <a:srgbClr val="B7CF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0" name="object 1080"/>
            <p:cNvSpPr/>
            <p:nvPr/>
          </p:nvSpPr>
          <p:spPr>
            <a:xfrm>
              <a:off x="7189469" y="4074159"/>
              <a:ext cx="48260" cy="40640"/>
            </a:xfrm>
            <a:custGeom>
              <a:avLst/>
              <a:gdLst/>
              <a:ahLst/>
              <a:cxnLst/>
              <a:rect l="l" t="t" r="r" b="b"/>
              <a:pathLst>
                <a:path w="48259" h="40639">
                  <a:moveTo>
                    <a:pt x="0" y="40639"/>
                  </a:moveTo>
                  <a:lnTo>
                    <a:pt x="48259" y="40639"/>
                  </a:lnTo>
                  <a:lnTo>
                    <a:pt x="48259" y="0"/>
                  </a:lnTo>
                  <a:lnTo>
                    <a:pt x="0" y="0"/>
                  </a:lnTo>
                  <a:lnTo>
                    <a:pt x="0" y="40639"/>
                  </a:lnTo>
                  <a:close/>
                </a:path>
              </a:pathLst>
            </a:custGeom>
            <a:solidFill>
              <a:srgbClr val="B6CF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1" name="object 1081"/>
            <p:cNvSpPr/>
            <p:nvPr/>
          </p:nvSpPr>
          <p:spPr>
            <a:xfrm>
              <a:off x="7189469" y="4114800"/>
              <a:ext cx="50800" cy="40640"/>
            </a:xfrm>
            <a:custGeom>
              <a:avLst/>
              <a:gdLst/>
              <a:ahLst/>
              <a:cxnLst/>
              <a:rect l="l" t="t" r="r" b="b"/>
              <a:pathLst>
                <a:path w="50800" h="40639">
                  <a:moveTo>
                    <a:pt x="50800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50800" y="40639"/>
                  </a:lnTo>
                  <a:lnTo>
                    <a:pt x="50800" y="0"/>
                  </a:lnTo>
                  <a:close/>
                </a:path>
              </a:pathLst>
            </a:custGeom>
            <a:solidFill>
              <a:srgbClr val="B5CE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2" name="object 1082"/>
            <p:cNvSpPr/>
            <p:nvPr/>
          </p:nvSpPr>
          <p:spPr>
            <a:xfrm>
              <a:off x="7189469" y="4155439"/>
              <a:ext cx="48260" cy="40640"/>
            </a:xfrm>
            <a:custGeom>
              <a:avLst/>
              <a:gdLst/>
              <a:ahLst/>
              <a:cxnLst/>
              <a:rect l="l" t="t" r="r" b="b"/>
              <a:pathLst>
                <a:path w="48259" h="40639">
                  <a:moveTo>
                    <a:pt x="0" y="40640"/>
                  </a:moveTo>
                  <a:lnTo>
                    <a:pt x="48259" y="40640"/>
                  </a:lnTo>
                  <a:lnTo>
                    <a:pt x="48259" y="0"/>
                  </a:lnTo>
                  <a:lnTo>
                    <a:pt x="0" y="0"/>
                  </a:lnTo>
                  <a:lnTo>
                    <a:pt x="0" y="40640"/>
                  </a:lnTo>
                  <a:close/>
                </a:path>
              </a:pathLst>
            </a:custGeom>
            <a:solidFill>
              <a:srgbClr val="B4CD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3" name="object 1083"/>
            <p:cNvSpPr/>
            <p:nvPr/>
          </p:nvSpPr>
          <p:spPr>
            <a:xfrm>
              <a:off x="7189469" y="4196079"/>
              <a:ext cx="50800" cy="40640"/>
            </a:xfrm>
            <a:custGeom>
              <a:avLst/>
              <a:gdLst/>
              <a:ahLst/>
              <a:cxnLst/>
              <a:rect l="l" t="t" r="r" b="b"/>
              <a:pathLst>
                <a:path w="50800" h="40639">
                  <a:moveTo>
                    <a:pt x="50800" y="0"/>
                  </a:moveTo>
                  <a:lnTo>
                    <a:pt x="0" y="0"/>
                  </a:lnTo>
                  <a:lnTo>
                    <a:pt x="0" y="40640"/>
                  </a:lnTo>
                  <a:lnTo>
                    <a:pt x="50800" y="40640"/>
                  </a:lnTo>
                  <a:lnTo>
                    <a:pt x="50800" y="0"/>
                  </a:lnTo>
                  <a:close/>
                </a:path>
              </a:pathLst>
            </a:custGeom>
            <a:solidFill>
              <a:srgbClr val="B3CD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4" name="object 1084"/>
            <p:cNvSpPr/>
            <p:nvPr/>
          </p:nvSpPr>
          <p:spPr>
            <a:xfrm>
              <a:off x="7189469" y="4236719"/>
              <a:ext cx="48260" cy="41910"/>
            </a:xfrm>
            <a:custGeom>
              <a:avLst/>
              <a:gdLst/>
              <a:ahLst/>
              <a:cxnLst/>
              <a:rect l="l" t="t" r="r" b="b"/>
              <a:pathLst>
                <a:path w="48259" h="41910">
                  <a:moveTo>
                    <a:pt x="0" y="41909"/>
                  </a:moveTo>
                  <a:lnTo>
                    <a:pt x="48259" y="41909"/>
                  </a:lnTo>
                  <a:lnTo>
                    <a:pt x="48259" y="0"/>
                  </a:lnTo>
                  <a:lnTo>
                    <a:pt x="0" y="0"/>
                  </a:lnTo>
                  <a:lnTo>
                    <a:pt x="0" y="41909"/>
                  </a:lnTo>
                  <a:close/>
                </a:path>
              </a:pathLst>
            </a:custGeom>
            <a:solidFill>
              <a:srgbClr val="B2CC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5" name="object 1085"/>
            <p:cNvSpPr/>
            <p:nvPr/>
          </p:nvSpPr>
          <p:spPr>
            <a:xfrm>
              <a:off x="7189469" y="4278629"/>
              <a:ext cx="50800" cy="40640"/>
            </a:xfrm>
            <a:custGeom>
              <a:avLst/>
              <a:gdLst/>
              <a:ahLst/>
              <a:cxnLst/>
              <a:rect l="l" t="t" r="r" b="b"/>
              <a:pathLst>
                <a:path w="50800" h="40639">
                  <a:moveTo>
                    <a:pt x="50800" y="0"/>
                  </a:moveTo>
                  <a:lnTo>
                    <a:pt x="0" y="0"/>
                  </a:lnTo>
                  <a:lnTo>
                    <a:pt x="0" y="40640"/>
                  </a:lnTo>
                  <a:lnTo>
                    <a:pt x="50800" y="40640"/>
                  </a:lnTo>
                  <a:lnTo>
                    <a:pt x="50800" y="0"/>
                  </a:lnTo>
                  <a:close/>
                </a:path>
              </a:pathLst>
            </a:custGeom>
            <a:solidFill>
              <a:srgbClr val="B1CC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6" name="object 1086"/>
            <p:cNvSpPr/>
            <p:nvPr/>
          </p:nvSpPr>
          <p:spPr>
            <a:xfrm>
              <a:off x="7189469" y="4319269"/>
              <a:ext cx="48260" cy="40640"/>
            </a:xfrm>
            <a:custGeom>
              <a:avLst/>
              <a:gdLst/>
              <a:ahLst/>
              <a:cxnLst/>
              <a:rect l="l" t="t" r="r" b="b"/>
              <a:pathLst>
                <a:path w="48259" h="40639">
                  <a:moveTo>
                    <a:pt x="0" y="40639"/>
                  </a:moveTo>
                  <a:lnTo>
                    <a:pt x="48259" y="40639"/>
                  </a:lnTo>
                  <a:lnTo>
                    <a:pt x="48259" y="0"/>
                  </a:lnTo>
                  <a:lnTo>
                    <a:pt x="0" y="0"/>
                  </a:lnTo>
                  <a:lnTo>
                    <a:pt x="0" y="40639"/>
                  </a:lnTo>
                  <a:close/>
                </a:path>
              </a:pathLst>
            </a:custGeom>
            <a:solidFill>
              <a:srgbClr val="B0CC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7" name="object 1087"/>
            <p:cNvSpPr/>
            <p:nvPr/>
          </p:nvSpPr>
          <p:spPr>
            <a:xfrm>
              <a:off x="7189469" y="4359909"/>
              <a:ext cx="50800" cy="40640"/>
            </a:xfrm>
            <a:custGeom>
              <a:avLst/>
              <a:gdLst/>
              <a:ahLst/>
              <a:cxnLst/>
              <a:rect l="l" t="t" r="r" b="b"/>
              <a:pathLst>
                <a:path w="50800" h="40639">
                  <a:moveTo>
                    <a:pt x="50800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50800" y="40639"/>
                  </a:lnTo>
                  <a:lnTo>
                    <a:pt x="50800" y="0"/>
                  </a:lnTo>
                  <a:close/>
                </a:path>
              </a:pathLst>
            </a:custGeom>
            <a:solidFill>
              <a:srgbClr val="AFCA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8" name="object 1088"/>
            <p:cNvSpPr/>
            <p:nvPr/>
          </p:nvSpPr>
          <p:spPr>
            <a:xfrm>
              <a:off x="7189469" y="4400550"/>
              <a:ext cx="48260" cy="40640"/>
            </a:xfrm>
            <a:custGeom>
              <a:avLst/>
              <a:gdLst/>
              <a:ahLst/>
              <a:cxnLst/>
              <a:rect l="l" t="t" r="r" b="b"/>
              <a:pathLst>
                <a:path w="48259" h="40639">
                  <a:moveTo>
                    <a:pt x="0" y="40639"/>
                  </a:moveTo>
                  <a:lnTo>
                    <a:pt x="48259" y="40639"/>
                  </a:lnTo>
                  <a:lnTo>
                    <a:pt x="48259" y="0"/>
                  </a:lnTo>
                  <a:lnTo>
                    <a:pt x="0" y="0"/>
                  </a:lnTo>
                  <a:lnTo>
                    <a:pt x="0" y="40639"/>
                  </a:lnTo>
                  <a:close/>
                </a:path>
              </a:pathLst>
            </a:custGeom>
            <a:solidFill>
              <a:srgbClr val="AEC9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9" name="object 1089"/>
            <p:cNvSpPr/>
            <p:nvPr/>
          </p:nvSpPr>
          <p:spPr>
            <a:xfrm>
              <a:off x="7189469" y="4441189"/>
              <a:ext cx="50800" cy="41910"/>
            </a:xfrm>
            <a:custGeom>
              <a:avLst/>
              <a:gdLst/>
              <a:ahLst/>
              <a:cxnLst/>
              <a:rect l="l" t="t" r="r" b="b"/>
              <a:pathLst>
                <a:path w="50800" h="41910">
                  <a:moveTo>
                    <a:pt x="50800" y="0"/>
                  </a:moveTo>
                  <a:lnTo>
                    <a:pt x="0" y="0"/>
                  </a:lnTo>
                  <a:lnTo>
                    <a:pt x="0" y="41910"/>
                  </a:lnTo>
                  <a:lnTo>
                    <a:pt x="50800" y="41910"/>
                  </a:lnTo>
                  <a:lnTo>
                    <a:pt x="50800" y="0"/>
                  </a:lnTo>
                  <a:close/>
                </a:path>
              </a:pathLst>
            </a:custGeom>
            <a:solidFill>
              <a:srgbClr val="ADC9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0" name="object 1090"/>
            <p:cNvSpPr/>
            <p:nvPr/>
          </p:nvSpPr>
          <p:spPr>
            <a:xfrm>
              <a:off x="7189469" y="4483100"/>
              <a:ext cx="48260" cy="40640"/>
            </a:xfrm>
            <a:custGeom>
              <a:avLst/>
              <a:gdLst/>
              <a:ahLst/>
              <a:cxnLst/>
              <a:rect l="l" t="t" r="r" b="b"/>
              <a:pathLst>
                <a:path w="48259" h="40639">
                  <a:moveTo>
                    <a:pt x="0" y="40639"/>
                  </a:moveTo>
                  <a:lnTo>
                    <a:pt x="48259" y="40639"/>
                  </a:lnTo>
                  <a:lnTo>
                    <a:pt x="48259" y="0"/>
                  </a:lnTo>
                  <a:lnTo>
                    <a:pt x="0" y="0"/>
                  </a:lnTo>
                  <a:lnTo>
                    <a:pt x="0" y="40639"/>
                  </a:lnTo>
                  <a:close/>
                </a:path>
              </a:pathLst>
            </a:custGeom>
            <a:solidFill>
              <a:srgbClr val="ACC8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1" name="object 1091"/>
            <p:cNvSpPr/>
            <p:nvPr/>
          </p:nvSpPr>
          <p:spPr>
            <a:xfrm>
              <a:off x="7189469" y="4523739"/>
              <a:ext cx="50800" cy="40640"/>
            </a:xfrm>
            <a:custGeom>
              <a:avLst/>
              <a:gdLst/>
              <a:ahLst/>
              <a:cxnLst/>
              <a:rect l="l" t="t" r="r" b="b"/>
              <a:pathLst>
                <a:path w="50800" h="40639">
                  <a:moveTo>
                    <a:pt x="50800" y="0"/>
                  </a:moveTo>
                  <a:lnTo>
                    <a:pt x="0" y="0"/>
                  </a:lnTo>
                  <a:lnTo>
                    <a:pt x="0" y="40640"/>
                  </a:lnTo>
                  <a:lnTo>
                    <a:pt x="50800" y="40640"/>
                  </a:lnTo>
                  <a:lnTo>
                    <a:pt x="50800" y="0"/>
                  </a:lnTo>
                  <a:close/>
                </a:path>
              </a:pathLst>
            </a:custGeom>
            <a:solidFill>
              <a:srgbClr val="ABC7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2" name="object 1092"/>
            <p:cNvSpPr/>
            <p:nvPr/>
          </p:nvSpPr>
          <p:spPr>
            <a:xfrm>
              <a:off x="7189469" y="4564379"/>
              <a:ext cx="48260" cy="40640"/>
            </a:xfrm>
            <a:custGeom>
              <a:avLst/>
              <a:gdLst/>
              <a:ahLst/>
              <a:cxnLst/>
              <a:rect l="l" t="t" r="r" b="b"/>
              <a:pathLst>
                <a:path w="48259" h="40639">
                  <a:moveTo>
                    <a:pt x="0" y="40640"/>
                  </a:moveTo>
                  <a:lnTo>
                    <a:pt x="48259" y="40640"/>
                  </a:lnTo>
                  <a:lnTo>
                    <a:pt x="48259" y="0"/>
                  </a:lnTo>
                  <a:lnTo>
                    <a:pt x="0" y="0"/>
                  </a:lnTo>
                  <a:lnTo>
                    <a:pt x="0" y="40640"/>
                  </a:lnTo>
                  <a:close/>
                </a:path>
              </a:pathLst>
            </a:custGeom>
            <a:solidFill>
              <a:srgbClr val="AAC7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3" name="object 1093"/>
            <p:cNvSpPr/>
            <p:nvPr/>
          </p:nvSpPr>
          <p:spPr>
            <a:xfrm>
              <a:off x="7189469" y="4605019"/>
              <a:ext cx="48260" cy="41910"/>
            </a:xfrm>
            <a:custGeom>
              <a:avLst/>
              <a:gdLst/>
              <a:ahLst/>
              <a:cxnLst/>
              <a:rect l="l" t="t" r="r" b="b"/>
              <a:pathLst>
                <a:path w="48259" h="41910">
                  <a:moveTo>
                    <a:pt x="0" y="41909"/>
                  </a:moveTo>
                  <a:lnTo>
                    <a:pt x="48259" y="41909"/>
                  </a:lnTo>
                  <a:lnTo>
                    <a:pt x="48259" y="0"/>
                  </a:lnTo>
                  <a:lnTo>
                    <a:pt x="0" y="0"/>
                  </a:lnTo>
                  <a:lnTo>
                    <a:pt x="0" y="41909"/>
                  </a:lnTo>
                  <a:close/>
                </a:path>
              </a:pathLst>
            </a:custGeom>
            <a:solidFill>
              <a:srgbClr val="A9C6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4" name="object 1094"/>
            <p:cNvSpPr/>
            <p:nvPr/>
          </p:nvSpPr>
          <p:spPr>
            <a:xfrm>
              <a:off x="7189469" y="4646929"/>
              <a:ext cx="50800" cy="40640"/>
            </a:xfrm>
            <a:custGeom>
              <a:avLst/>
              <a:gdLst/>
              <a:ahLst/>
              <a:cxnLst/>
              <a:rect l="l" t="t" r="r" b="b"/>
              <a:pathLst>
                <a:path w="50800" h="40639">
                  <a:moveTo>
                    <a:pt x="50800" y="0"/>
                  </a:moveTo>
                  <a:lnTo>
                    <a:pt x="0" y="0"/>
                  </a:lnTo>
                  <a:lnTo>
                    <a:pt x="0" y="40640"/>
                  </a:lnTo>
                  <a:lnTo>
                    <a:pt x="50800" y="40640"/>
                  </a:lnTo>
                  <a:lnTo>
                    <a:pt x="50800" y="0"/>
                  </a:lnTo>
                  <a:close/>
                </a:path>
              </a:pathLst>
            </a:custGeom>
            <a:solidFill>
              <a:srgbClr val="A8C5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5" name="object 1095"/>
            <p:cNvSpPr/>
            <p:nvPr/>
          </p:nvSpPr>
          <p:spPr>
            <a:xfrm>
              <a:off x="7189469" y="4687569"/>
              <a:ext cx="48260" cy="40640"/>
            </a:xfrm>
            <a:custGeom>
              <a:avLst/>
              <a:gdLst/>
              <a:ahLst/>
              <a:cxnLst/>
              <a:rect l="l" t="t" r="r" b="b"/>
              <a:pathLst>
                <a:path w="48259" h="40639">
                  <a:moveTo>
                    <a:pt x="0" y="40639"/>
                  </a:moveTo>
                  <a:lnTo>
                    <a:pt x="48259" y="40639"/>
                  </a:lnTo>
                  <a:lnTo>
                    <a:pt x="48259" y="0"/>
                  </a:lnTo>
                  <a:lnTo>
                    <a:pt x="0" y="0"/>
                  </a:lnTo>
                  <a:lnTo>
                    <a:pt x="0" y="40639"/>
                  </a:lnTo>
                  <a:close/>
                </a:path>
              </a:pathLst>
            </a:custGeom>
            <a:solidFill>
              <a:srgbClr val="A7C5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6" name="object 1096"/>
            <p:cNvSpPr/>
            <p:nvPr/>
          </p:nvSpPr>
          <p:spPr>
            <a:xfrm>
              <a:off x="7189469" y="4728209"/>
              <a:ext cx="50800" cy="40640"/>
            </a:xfrm>
            <a:custGeom>
              <a:avLst/>
              <a:gdLst/>
              <a:ahLst/>
              <a:cxnLst/>
              <a:rect l="l" t="t" r="r" b="b"/>
              <a:pathLst>
                <a:path w="50800" h="40639">
                  <a:moveTo>
                    <a:pt x="50800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50800" y="40639"/>
                  </a:lnTo>
                  <a:lnTo>
                    <a:pt x="50800" y="0"/>
                  </a:lnTo>
                  <a:close/>
                </a:path>
              </a:pathLst>
            </a:custGeom>
            <a:solidFill>
              <a:srgbClr val="A6C4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7" name="object 1097"/>
            <p:cNvSpPr/>
            <p:nvPr/>
          </p:nvSpPr>
          <p:spPr>
            <a:xfrm>
              <a:off x="7189469" y="4768850"/>
              <a:ext cx="48260" cy="40640"/>
            </a:xfrm>
            <a:custGeom>
              <a:avLst/>
              <a:gdLst/>
              <a:ahLst/>
              <a:cxnLst/>
              <a:rect l="l" t="t" r="r" b="b"/>
              <a:pathLst>
                <a:path w="48259" h="40639">
                  <a:moveTo>
                    <a:pt x="0" y="40639"/>
                  </a:moveTo>
                  <a:lnTo>
                    <a:pt x="48259" y="40639"/>
                  </a:lnTo>
                  <a:lnTo>
                    <a:pt x="48259" y="0"/>
                  </a:lnTo>
                  <a:lnTo>
                    <a:pt x="0" y="0"/>
                  </a:lnTo>
                  <a:lnTo>
                    <a:pt x="0" y="40639"/>
                  </a:lnTo>
                  <a:close/>
                </a:path>
              </a:pathLst>
            </a:custGeom>
            <a:solidFill>
              <a:srgbClr val="A5C3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8" name="object 1098"/>
            <p:cNvSpPr/>
            <p:nvPr/>
          </p:nvSpPr>
          <p:spPr>
            <a:xfrm>
              <a:off x="7189469" y="4809489"/>
              <a:ext cx="50800" cy="41910"/>
            </a:xfrm>
            <a:custGeom>
              <a:avLst/>
              <a:gdLst/>
              <a:ahLst/>
              <a:cxnLst/>
              <a:rect l="l" t="t" r="r" b="b"/>
              <a:pathLst>
                <a:path w="50800" h="41910">
                  <a:moveTo>
                    <a:pt x="50800" y="0"/>
                  </a:moveTo>
                  <a:lnTo>
                    <a:pt x="0" y="0"/>
                  </a:lnTo>
                  <a:lnTo>
                    <a:pt x="0" y="41910"/>
                  </a:lnTo>
                  <a:lnTo>
                    <a:pt x="50800" y="41910"/>
                  </a:lnTo>
                  <a:lnTo>
                    <a:pt x="50800" y="0"/>
                  </a:lnTo>
                  <a:close/>
                </a:path>
              </a:pathLst>
            </a:custGeom>
            <a:solidFill>
              <a:srgbClr val="A4C3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9" name="object 1099"/>
            <p:cNvSpPr/>
            <p:nvPr/>
          </p:nvSpPr>
          <p:spPr>
            <a:xfrm>
              <a:off x="7189469" y="4851400"/>
              <a:ext cx="48260" cy="40640"/>
            </a:xfrm>
            <a:custGeom>
              <a:avLst/>
              <a:gdLst/>
              <a:ahLst/>
              <a:cxnLst/>
              <a:rect l="l" t="t" r="r" b="b"/>
              <a:pathLst>
                <a:path w="48259" h="40639">
                  <a:moveTo>
                    <a:pt x="0" y="40639"/>
                  </a:moveTo>
                  <a:lnTo>
                    <a:pt x="48259" y="40639"/>
                  </a:lnTo>
                  <a:lnTo>
                    <a:pt x="48259" y="0"/>
                  </a:lnTo>
                  <a:lnTo>
                    <a:pt x="0" y="0"/>
                  </a:lnTo>
                  <a:lnTo>
                    <a:pt x="0" y="40639"/>
                  </a:lnTo>
                  <a:close/>
                </a:path>
              </a:pathLst>
            </a:custGeom>
            <a:solidFill>
              <a:srgbClr val="A3C2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0" name="object 1100"/>
            <p:cNvSpPr/>
            <p:nvPr/>
          </p:nvSpPr>
          <p:spPr>
            <a:xfrm>
              <a:off x="7189469" y="4892039"/>
              <a:ext cx="50800" cy="40640"/>
            </a:xfrm>
            <a:custGeom>
              <a:avLst/>
              <a:gdLst/>
              <a:ahLst/>
              <a:cxnLst/>
              <a:rect l="l" t="t" r="r" b="b"/>
              <a:pathLst>
                <a:path w="50800" h="40639">
                  <a:moveTo>
                    <a:pt x="50800" y="0"/>
                  </a:moveTo>
                  <a:lnTo>
                    <a:pt x="0" y="0"/>
                  </a:lnTo>
                  <a:lnTo>
                    <a:pt x="0" y="40640"/>
                  </a:lnTo>
                  <a:lnTo>
                    <a:pt x="50800" y="40640"/>
                  </a:lnTo>
                  <a:lnTo>
                    <a:pt x="50800" y="0"/>
                  </a:lnTo>
                  <a:close/>
                </a:path>
              </a:pathLst>
            </a:custGeom>
            <a:solidFill>
              <a:srgbClr val="A2C2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1" name="object 1101"/>
            <p:cNvSpPr/>
            <p:nvPr/>
          </p:nvSpPr>
          <p:spPr>
            <a:xfrm>
              <a:off x="7189469" y="4932679"/>
              <a:ext cx="48260" cy="40640"/>
            </a:xfrm>
            <a:custGeom>
              <a:avLst/>
              <a:gdLst/>
              <a:ahLst/>
              <a:cxnLst/>
              <a:rect l="l" t="t" r="r" b="b"/>
              <a:pathLst>
                <a:path w="48259" h="40639">
                  <a:moveTo>
                    <a:pt x="0" y="40640"/>
                  </a:moveTo>
                  <a:lnTo>
                    <a:pt x="48259" y="40640"/>
                  </a:lnTo>
                  <a:lnTo>
                    <a:pt x="48259" y="0"/>
                  </a:lnTo>
                  <a:lnTo>
                    <a:pt x="0" y="0"/>
                  </a:lnTo>
                  <a:lnTo>
                    <a:pt x="0" y="40640"/>
                  </a:lnTo>
                  <a:close/>
                </a:path>
              </a:pathLst>
            </a:custGeom>
            <a:solidFill>
              <a:srgbClr val="A1C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2" name="object 1102"/>
            <p:cNvSpPr/>
            <p:nvPr/>
          </p:nvSpPr>
          <p:spPr>
            <a:xfrm>
              <a:off x="7189469" y="4973319"/>
              <a:ext cx="50800" cy="40640"/>
            </a:xfrm>
            <a:custGeom>
              <a:avLst/>
              <a:gdLst/>
              <a:ahLst/>
              <a:cxnLst/>
              <a:rect l="l" t="t" r="r" b="b"/>
              <a:pathLst>
                <a:path w="50800" h="40639">
                  <a:moveTo>
                    <a:pt x="50800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50800" y="40639"/>
                  </a:lnTo>
                  <a:lnTo>
                    <a:pt x="50800" y="0"/>
                  </a:lnTo>
                  <a:close/>
                </a:path>
              </a:pathLst>
            </a:custGeom>
            <a:solidFill>
              <a:srgbClr val="A0C0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3" name="object 1103"/>
            <p:cNvSpPr/>
            <p:nvPr/>
          </p:nvSpPr>
          <p:spPr>
            <a:xfrm>
              <a:off x="7189469" y="5013959"/>
              <a:ext cx="48260" cy="41910"/>
            </a:xfrm>
            <a:custGeom>
              <a:avLst/>
              <a:gdLst/>
              <a:ahLst/>
              <a:cxnLst/>
              <a:rect l="l" t="t" r="r" b="b"/>
              <a:pathLst>
                <a:path w="48259" h="41910">
                  <a:moveTo>
                    <a:pt x="0" y="41909"/>
                  </a:moveTo>
                  <a:lnTo>
                    <a:pt x="48259" y="41909"/>
                  </a:lnTo>
                  <a:lnTo>
                    <a:pt x="48259" y="0"/>
                  </a:lnTo>
                  <a:lnTo>
                    <a:pt x="0" y="0"/>
                  </a:lnTo>
                  <a:lnTo>
                    <a:pt x="0" y="41909"/>
                  </a:lnTo>
                  <a:close/>
                </a:path>
              </a:pathLst>
            </a:custGeom>
            <a:solidFill>
              <a:srgbClr val="9FC0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4" name="object 1104"/>
            <p:cNvSpPr/>
            <p:nvPr/>
          </p:nvSpPr>
          <p:spPr>
            <a:xfrm>
              <a:off x="7189469" y="5055869"/>
              <a:ext cx="48260" cy="40640"/>
            </a:xfrm>
            <a:custGeom>
              <a:avLst/>
              <a:gdLst/>
              <a:ahLst/>
              <a:cxnLst/>
              <a:rect l="l" t="t" r="r" b="b"/>
              <a:pathLst>
                <a:path w="48259" h="40639">
                  <a:moveTo>
                    <a:pt x="0" y="40639"/>
                  </a:moveTo>
                  <a:lnTo>
                    <a:pt x="48259" y="40639"/>
                  </a:lnTo>
                  <a:lnTo>
                    <a:pt x="48259" y="0"/>
                  </a:lnTo>
                  <a:lnTo>
                    <a:pt x="0" y="0"/>
                  </a:lnTo>
                  <a:lnTo>
                    <a:pt x="0" y="40639"/>
                  </a:lnTo>
                  <a:close/>
                </a:path>
              </a:pathLst>
            </a:custGeom>
            <a:solidFill>
              <a:srgbClr val="9EBF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5" name="object 1105"/>
            <p:cNvSpPr/>
            <p:nvPr/>
          </p:nvSpPr>
          <p:spPr>
            <a:xfrm>
              <a:off x="7189469" y="5096509"/>
              <a:ext cx="50800" cy="40640"/>
            </a:xfrm>
            <a:custGeom>
              <a:avLst/>
              <a:gdLst/>
              <a:ahLst/>
              <a:cxnLst/>
              <a:rect l="l" t="t" r="r" b="b"/>
              <a:pathLst>
                <a:path w="50800" h="40639">
                  <a:moveTo>
                    <a:pt x="50800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50800" y="40639"/>
                  </a:lnTo>
                  <a:lnTo>
                    <a:pt x="50800" y="0"/>
                  </a:lnTo>
                  <a:close/>
                </a:path>
              </a:pathLst>
            </a:custGeom>
            <a:solidFill>
              <a:srgbClr val="9DBE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6" name="object 1106"/>
            <p:cNvSpPr/>
            <p:nvPr/>
          </p:nvSpPr>
          <p:spPr>
            <a:xfrm>
              <a:off x="7189469" y="5137150"/>
              <a:ext cx="48260" cy="40640"/>
            </a:xfrm>
            <a:custGeom>
              <a:avLst/>
              <a:gdLst/>
              <a:ahLst/>
              <a:cxnLst/>
              <a:rect l="l" t="t" r="r" b="b"/>
              <a:pathLst>
                <a:path w="48259" h="40639">
                  <a:moveTo>
                    <a:pt x="0" y="40639"/>
                  </a:moveTo>
                  <a:lnTo>
                    <a:pt x="48259" y="40639"/>
                  </a:lnTo>
                  <a:lnTo>
                    <a:pt x="48259" y="0"/>
                  </a:lnTo>
                  <a:lnTo>
                    <a:pt x="0" y="0"/>
                  </a:lnTo>
                  <a:lnTo>
                    <a:pt x="0" y="40639"/>
                  </a:lnTo>
                  <a:close/>
                </a:path>
              </a:pathLst>
            </a:custGeom>
            <a:solidFill>
              <a:srgbClr val="9CBE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7" name="object 1107"/>
            <p:cNvSpPr/>
            <p:nvPr/>
          </p:nvSpPr>
          <p:spPr>
            <a:xfrm>
              <a:off x="7189469" y="5177789"/>
              <a:ext cx="50800" cy="40640"/>
            </a:xfrm>
            <a:custGeom>
              <a:avLst/>
              <a:gdLst/>
              <a:ahLst/>
              <a:cxnLst/>
              <a:rect l="l" t="t" r="r" b="b"/>
              <a:pathLst>
                <a:path w="50800" h="40639">
                  <a:moveTo>
                    <a:pt x="50800" y="0"/>
                  </a:moveTo>
                  <a:lnTo>
                    <a:pt x="0" y="0"/>
                  </a:lnTo>
                  <a:lnTo>
                    <a:pt x="0" y="40640"/>
                  </a:lnTo>
                  <a:lnTo>
                    <a:pt x="50800" y="40640"/>
                  </a:lnTo>
                  <a:lnTo>
                    <a:pt x="50800" y="0"/>
                  </a:lnTo>
                  <a:close/>
                </a:path>
              </a:pathLst>
            </a:custGeom>
            <a:solidFill>
              <a:srgbClr val="9BBD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8" name="object 1108"/>
            <p:cNvSpPr/>
            <p:nvPr/>
          </p:nvSpPr>
          <p:spPr>
            <a:xfrm>
              <a:off x="7189469" y="5218429"/>
              <a:ext cx="48260" cy="41910"/>
            </a:xfrm>
            <a:custGeom>
              <a:avLst/>
              <a:gdLst/>
              <a:ahLst/>
              <a:cxnLst/>
              <a:rect l="l" t="t" r="r" b="b"/>
              <a:pathLst>
                <a:path w="48259" h="41910">
                  <a:moveTo>
                    <a:pt x="0" y="41910"/>
                  </a:moveTo>
                  <a:lnTo>
                    <a:pt x="48259" y="41910"/>
                  </a:lnTo>
                  <a:lnTo>
                    <a:pt x="48259" y="0"/>
                  </a:lnTo>
                  <a:lnTo>
                    <a:pt x="0" y="0"/>
                  </a:lnTo>
                  <a:lnTo>
                    <a:pt x="0" y="41910"/>
                  </a:lnTo>
                  <a:close/>
                </a:path>
              </a:pathLst>
            </a:custGeom>
            <a:solidFill>
              <a:srgbClr val="9AB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9" name="object 1109"/>
            <p:cNvSpPr/>
            <p:nvPr/>
          </p:nvSpPr>
          <p:spPr>
            <a:xfrm>
              <a:off x="7189469" y="5260339"/>
              <a:ext cx="50800" cy="40640"/>
            </a:xfrm>
            <a:custGeom>
              <a:avLst/>
              <a:gdLst/>
              <a:ahLst/>
              <a:cxnLst/>
              <a:rect l="l" t="t" r="r" b="b"/>
              <a:pathLst>
                <a:path w="50800" h="40639">
                  <a:moveTo>
                    <a:pt x="50800" y="0"/>
                  </a:moveTo>
                  <a:lnTo>
                    <a:pt x="0" y="0"/>
                  </a:lnTo>
                  <a:lnTo>
                    <a:pt x="0" y="40640"/>
                  </a:lnTo>
                  <a:lnTo>
                    <a:pt x="50800" y="40640"/>
                  </a:lnTo>
                  <a:lnTo>
                    <a:pt x="50800" y="0"/>
                  </a:lnTo>
                  <a:close/>
                </a:path>
              </a:pathLst>
            </a:custGeom>
            <a:solidFill>
              <a:srgbClr val="99B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0" name="object 1110"/>
            <p:cNvSpPr/>
            <p:nvPr/>
          </p:nvSpPr>
          <p:spPr>
            <a:xfrm>
              <a:off x="7189469" y="5300979"/>
              <a:ext cx="48260" cy="40640"/>
            </a:xfrm>
            <a:custGeom>
              <a:avLst/>
              <a:gdLst/>
              <a:ahLst/>
              <a:cxnLst/>
              <a:rect l="l" t="t" r="r" b="b"/>
              <a:pathLst>
                <a:path w="48259" h="40639">
                  <a:moveTo>
                    <a:pt x="0" y="40640"/>
                  </a:moveTo>
                  <a:lnTo>
                    <a:pt x="48259" y="40640"/>
                  </a:lnTo>
                  <a:lnTo>
                    <a:pt x="48259" y="0"/>
                  </a:lnTo>
                  <a:lnTo>
                    <a:pt x="0" y="0"/>
                  </a:lnTo>
                  <a:lnTo>
                    <a:pt x="0" y="40640"/>
                  </a:lnTo>
                  <a:close/>
                </a:path>
              </a:pathLst>
            </a:custGeom>
            <a:solidFill>
              <a:srgbClr val="99BB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1" name="object 1111"/>
            <p:cNvSpPr/>
            <p:nvPr/>
          </p:nvSpPr>
          <p:spPr>
            <a:xfrm>
              <a:off x="7189469" y="5341619"/>
              <a:ext cx="50800" cy="40640"/>
            </a:xfrm>
            <a:custGeom>
              <a:avLst/>
              <a:gdLst/>
              <a:ahLst/>
              <a:cxnLst/>
              <a:rect l="l" t="t" r="r" b="b"/>
              <a:pathLst>
                <a:path w="50800" h="40639">
                  <a:moveTo>
                    <a:pt x="50800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50800" y="40639"/>
                  </a:lnTo>
                  <a:lnTo>
                    <a:pt x="50800" y="0"/>
                  </a:lnTo>
                  <a:close/>
                </a:path>
              </a:pathLst>
            </a:custGeom>
            <a:solidFill>
              <a:srgbClr val="97BA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2" name="object 1112"/>
            <p:cNvSpPr/>
            <p:nvPr/>
          </p:nvSpPr>
          <p:spPr>
            <a:xfrm>
              <a:off x="7189469" y="5382259"/>
              <a:ext cx="48260" cy="41910"/>
            </a:xfrm>
            <a:custGeom>
              <a:avLst/>
              <a:gdLst/>
              <a:ahLst/>
              <a:cxnLst/>
              <a:rect l="l" t="t" r="r" b="b"/>
              <a:pathLst>
                <a:path w="48259" h="41910">
                  <a:moveTo>
                    <a:pt x="0" y="41909"/>
                  </a:moveTo>
                  <a:lnTo>
                    <a:pt x="48259" y="41909"/>
                  </a:lnTo>
                  <a:lnTo>
                    <a:pt x="48259" y="0"/>
                  </a:lnTo>
                  <a:lnTo>
                    <a:pt x="0" y="0"/>
                  </a:lnTo>
                  <a:lnTo>
                    <a:pt x="0" y="41909"/>
                  </a:lnTo>
                  <a:close/>
                </a:path>
              </a:pathLst>
            </a:custGeom>
            <a:solidFill>
              <a:srgbClr val="96BA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3" name="object 1113"/>
            <p:cNvSpPr/>
            <p:nvPr/>
          </p:nvSpPr>
          <p:spPr>
            <a:xfrm>
              <a:off x="7189469" y="5424169"/>
              <a:ext cx="50800" cy="40640"/>
            </a:xfrm>
            <a:custGeom>
              <a:avLst/>
              <a:gdLst/>
              <a:ahLst/>
              <a:cxnLst/>
              <a:rect l="l" t="t" r="r" b="b"/>
              <a:pathLst>
                <a:path w="50800" h="40639">
                  <a:moveTo>
                    <a:pt x="50800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50800" y="40639"/>
                  </a:lnTo>
                  <a:lnTo>
                    <a:pt x="50800" y="0"/>
                  </a:lnTo>
                  <a:close/>
                </a:path>
              </a:pathLst>
            </a:custGeom>
            <a:solidFill>
              <a:srgbClr val="95B9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4" name="object 1114"/>
            <p:cNvSpPr/>
            <p:nvPr/>
          </p:nvSpPr>
          <p:spPr>
            <a:xfrm>
              <a:off x="7189469" y="5464809"/>
              <a:ext cx="50800" cy="40640"/>
            </a:xfrm>
            <a:custGeom>
              <a:avLst/>
              <a:gdLst/>
              <a:ahLst/>
              <a:cxnLst/>
              <a:rect l="l" t="t" r="r" b="b"/>
              <a:pathLst>
                <a:path w="50800" h="40639">
                  <a:moveTo>
                    <a:pt x="50800" y="0"/>
                  </a:moveTo>
                  <a:lnTo>
                    <a:pt x="0" y="0"/>
                  </a:lnTo>
                  <a:lnTo>
                    <a:pt x="0" y="31750"/>
                  </a:lnTo>
                  <a:lnTo>
                    <a:pt x="1270" y="31750"/>
                  </a:lnTo>
                  <a:lnTo>
                    <a:pt x="1270" y="33019"/>
                  </a:lnTo>
                  <a:lnTo>
                    <a:pt x="2539" y="33019"/>
                  </a:lnTo>
                  <a:lnTo>
                    <a:pt x="2539" y="34289"/>
                  </a:lnTo>
                  <a:lnTo>
                    <a:pt x="3809" y="34289"/>
                  </a:lnTo>
                  <a:lnTo>
                    <a:pt x="3809" y="35559"/>
                  </a:lnTo>
                  <a:lnTo>
                    <a:pt x="50800" y="35559"/>
                  </a:lnTo>
                  <a:lnTo>
                    <a:pt x="50800" y="0"/>
                  </a:lnTo>
                  <a:close/>
                </a:path>
                <a:path w="50800" h="40639">
                  <a:moveTo>
                    <a:pt x="50800" y="35559"/>
                  </a:moveTo>
                  <a:lnTo>
                    <a:pt x="5079" y="35559"/>
                  </a:lnTo>
                  <a:lnTo>
                    <a:pt x="5079" y="36829"/>
                  </a:lnTo>
                  <a:lnTo>
                    <a:pt x="6350" y="36829"/>
                  </a:lnTo>
                  <a:lnTo>
                    <a:pt x="6350" y="38099"/>
                  </a:lnTo>
                  <a:lnTo>
                    <a:pt x="50800" y="38099"/>
                  </a:lnTo>
                  <a:lnTo>
                    <a:pt x="50800" y="35559"/>
                  </a:lnTo>
                  <a:close/>
                </a:path>
                <a:path w="50800" h="40639">
                  <a:moveTo>
                    <a:pt x="50800" y="38100"/>
                  </a:moveTo>
                  <a:lnTo>
                    <a:pt x="7620" y="38100"/>
                  </a:lnTo>
                  <a:lnTo>
                    <a:pt x="7620" y="39369"/>
                  </a:lnTo>
                  <a:lnTo>
                    <a:pt x="8889" y="39369"/>
                  </a:lnTo>
                  <a:lnTo>
                    <a:pt x="8889" y="40639"/>
                  </a:lnTo>
                  <a:lnTo>
                    <a:pt x="50800" y="40639"/>
                  </a:lnTo>
                  <a:lnTo>
                    <a:pt x="50800" y="38100"/>
                  </a:lnTo>
                  <a:close/>
                </a:path>
              </a:pathLst>
            </a:custGeom>
            <a:solidFill>
              <a:srgbClr val="94B8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5" name="object 1115"/>
            <p:cNvSpPr/>
            <p:nvPr/>
          </p:nvSpPr>
          <p:spPr>
            <a:xfrm>
              <a:off x="7199630" y="5505450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40" h="40639">
                  <a:moveTo>
                    <a:pt x="4064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40640" y="1269"/>
                  </a:lnTo>
                  <a:lnTo>
                    <a:pt x="40640" y="0"/>
                  </a:lnTo>
                  <a:close/>
                </a:path>
                <a:path w="40640" h="40639">
                  <a:moveTo>
                    <a:pt x="40640" y="1270"/>
                  </a:move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09"/>
                  </a:lnTo>
                  <a:lnTo>
                    <a:pt x="40640" y="3809"/>
                  </a:lnTo>
                  <a:lnTo>
                    <a:pt x="40640" y="1270"/>
                  </a:lnTo>
                  <a:close/>
                </a:path>
                <a:path w="40640" h="40639">
                  <a:moveTo>
                    <a:pt x="40640" y="3810"/>
                  </a:moveTo>
                  <a:lnTo>
                    <a:pt x="3810" y="3810"/>
                  </a:lnTo>
                  <a:lnTo>
                    <a:pt x="3810" y="5080"/>
                  </a:lnTo>
                  <a:lnTo>
                    <a:pt x="5079" y="5080"/>
                  </a:lnTo>
                  <a:lnTo>
                    <a:pt x="5079" y="6350"/>
                  </a:lnTo>
                  <a:lnTo>
                    <a:pt x="6350" y="6350"/>
                  </a:lnTo>
                  <a:lnTo>
                    <a:pt x="6350" y="7619"/>
                  </a:lnTo>
                  <a:lnTo>
                    <a:pt x="40640" y="7619"/>
                  </a:lnTo>
                  <a:lnTo>
                    <a:pt x="40640" y="3810"/>
                  </a:lnTo>
                  <a:close/>
                </a:path>
                <a:path w="40640" h="40639">
                  <a:moveTo>
                    <a:pt x="40640" y="7620"/>
                  </a:moveTo>
                  <a:lnTo>
                    <a:pt x="7620" y="7620"/>
                  </a:lnTo>
                  <a:lnTo>
                    <a:pt x="7620" y="8890"/>
                  </a:lnTo>
                  <a:lnTo>
                    <a:pt x="8890" y="8890"/>
                  </a:lnTo>
                  <a:lnTo>
                    <a:pt x="8890" y="10159"/>
                  </a:lnTo>
                  <a:lnTo>
                    <a:pt x="40640" y="10159"/>
                  </a:lnTo>
                  <a:lnTo>
                    <a:pt x="40640" y="7620"/>
                  </a:lnTo>
                  <a:close/>
                </a:path>
                <a:path w="40640" h="40639">
                  <a:moveTo>
                    <a:pt x="40640" y="10160"/>
                  </a:moveTo>
                  <a:lnTo>
                    <a:pt x="10160" y="10160"/>
                  </a:lnTo>
                  <a:lnTo>
                    <a:pt x="10160" y="11430"/>
                  </a:lnTo>
                  <a:lnTo>
                    <a:pt x="11429" y="11430"/>
                  </a:lnTo>
                  <a:lnTo>
                    <a:pt x="11429" y="12700"/>
                  </a:lnTo>
                  <a:lnTo>
                    <a:pt x="12700" y="12700"/>
                  </a:lnTo>
                  <a:lnTo>
                    <a:pt x="12700" y="13969"/>
                  </a:lnTo>
                  <a:lnTo>
                    <a:pt x="40640" y="13969"/>
                  </a:lnTo>
                  <a:lnTo>
                    <a:pt x="40640" y="10160"/>
                  </a:lnTo>
                  <a:close/>
                </a:path>
                <a:path w="40640" h="40639">
                  <a:moveTo>
                    <a:pt x="40640" y="13970"/>
                  </a:moveTo>
                  <a:lnTo>
                    <a:pt x="13970" y="13970"/>
                  </a:lnTo>
                  <a:lnTo>
                    <a:pt x="13970" y="15240"/>
                  </a:lnTo>
                  <a:lnTo>
                    <a:pt x="15240" y="15240"/>
                  </a:lnTo>
                  <a:lnTo>
                    <a:pt x="15240" y="16509"/>
                  </a:lnTo>
                  <a:lnTo>
                    <a:pt x="40640" y="16509"/>
                  </a:lnTo>
                  <a:lnTo>
                    <a:pt x="40640" y="13970"/>
                  </a:lnTo>
                  <a:close/>
                </a:path>
                <a:path w="40640" h="40639">
                  <a:moveTo>
                    <a:pt x="40640" y="16510"/>
                  </a:moveTo>
                  <a:lnTo>
                    <a:pt x="16510" y="16510"/>
                  </a:lnTo>
                  <a:lnTo>
                    <a:pt x="16510" y="17780"/>
                  </a:lnTo>
                  <a:lnTo>
                    <a:pt x="17779" y="17780"/>
                  </a:lnTo>
                  <a:lnTo>
                    <a:pt x="17779" y="19050"/>
                  </a:lnTo>
                  <a:lnTo>
                    <a:pt x="19050" y="19050"/>
                  </a:lnTo>
                  <a:lnTo>
                    <a:pt x="19050" y="20319"/>
                  </a:lnTo>
                  <a:lnTo>
                    <a:pt x="40640" y="20319"/>
                  </a:lnTo>
                  <a:lnTo>
                    <a:pt x="40640" y="16510"/>
                  </a:lnTo>
                  <a:close/>
                </a:path>
                <a:path w="40640" h="40639">
                  <a:moveTo>
                    <a:pt x="40640" y="20320"/>
                  </a:moveTo>
                  <a:lnTo>
                    <a:pt x="20320" y="20320"/>
                  </a:lnTo>
                  <a:lnTo>
                    <a:pt x="20320" y="21590"/>
                  </a:lnTo>
                  <a:lnTo>
                    <a:pt x="21590" y="21590"/>
                  </a:lnTo>
                  <a:lnTo>
                    <a:pt x="21590" y="22859"/>
                  </a:lnTo>
                  <a:lnTo>
                    <a:pt x="40640" y="22859"/>
                  </a:lnTo>
                  <a:lnTo>
                    <a:pt x="40640" y="20320"/>
                  </a:lnTo>
                  <a:close/>
                </a:path>
                <a:path w="40640" h="40639">
                  <a:moveTo>
                    <a:pt x="40640" y="22860"/>
                  </a:moveTo>
                  <a:lnTo>
                    <a:pt x="22860" y="22860"/>
                  </a:lnTo>
                  <a:lnTo>
                    <a:pt x="22860" y="24130"/>
                  </a:lnTo>
                  <a:lnTo>
                    <a:pt x="24129" y="24130"/>
                  </a:lnTo>
                  <a:lnTo>
                    <a:pt x="24129" y="25400"/>
                  </a:lnTo>
                  <a:lnTo>
                    <a:pt x="25400" y="25400"/>
                  </a:lnTo>
                  <a:lnTo>
                    <a:pt x="25400" y="26669"/>
                  </a:lnTo>
                  <a:lnTo>
                    <a:pt x="40640" y="26669"/>
                  </a:lnTo>
                  <a:lnTo>
                    <a:pt x="40640" y="22860"/>
                  </a:lnTo>
                  <a:close/>
                </a:path>
                <a:path w="40640" h="40639">
                  <a:moveTo>
                    <a:pt x="40640" y="26670"/>
                  </a:moveTo>
                  <a:lnTo>
                    <a:pt x="26670" y="26670"/>
                  </a:lnTo>
                  <a:lnTo>
                    <a:pt x="26670" y="27940"/>
                  </a:lnTo>
                  <a:lnTo>
                    <a:pt x="27940" y="27940"/>
                  </a:lnTo>
                  <a:lnTo>
                    <a:pt x="27940" y="29209"/>
                  </a:lnTo>
                  <a:lnTo>
                    <a:pt x="40640" y="29209"/>
                  </a:lnTo>
                  <a:lnTo>
                    <a:pt x="40640" y="26670"/>
                  </a:lnTo>
                  <a:close/>
                </a:path>
                <a:path w="40640" h="40639">
                  <a:moveTo>
                    <a:pt x="40640" y="29210"/>
                  </a:moveTo>
                  <a:lnTo>
                    <a:pt x="29210" y="29210"/>
                  </a:lnTo>
                  <a:lnTo>
                    <a:pt x="29210" y="30480"/>
                  </a:lnTo>
                  <a:lnTo>
                    <a:pt x="30479" y="30480"/>
                  </a:lnTo>
                  <a:lnTo>
                    <a:pt x="30479" y="31750"/>
                  </a:lnTo>
                  <a:lnTo>
                    <a:pt x="31750" y="31750"/>
                  </a:lnTo>
                  <a:lnTo>
                    <a:pt x="31750" y="33019"/>
                  </a:lnTo>
                  <a:lnTo>
                    <a:pt x="40640" y="33019"/>
                  </a:lnTo>
                  <a:lnTo>
                    <a:pt x="40640" y="29210"/>
                  </a:lnTo>
                  <a:close/>
                </a:path>
                <a:path w="40640" h="40639">
                  <a:moveTo>
                    <a:pt x="40640" y="33020"/>
                  </a:moveTo>
                  <a:lnTo>
                    <a:pt x="33020" y="33020"/>
                  </a:lnTo>
                  <a:lnTo>
                    <a:pt x="33020" y="34290"/>
                  </a:lnTo>
                  <a:lnTo>
                    <a:pt x="34290" y="34290"/>
                  </a:lnTo>
                  <a:lnTo>
                    <a:pt x="34290" y="35559"/>
                  </a:lnTo>
                  <a:lnTo>
                    <a:pt x="40640" y="35559"/>
                  </a:lnTo>
                  <a:lnTo>
                    <a:pt x="40640" y="33020"/>
                  </a:lnTo>
                  <a:close/>
                </a:path>
                <a:path w="40640" h="40639">
                  <a:moveTo>
                    <a:pt x="40640" y="35560"/>
                  </a:moveTo>
                  <a:lnTo>
                    <a:pt x="35560" y="35560"/>
                  </a:lnTo>
                  <a:lnTo>
                    <a:pt x="35560" y="36830"/>
                  </a:lnTo>
                  <a:lnTo>
                    <a:pt x="36829" y="36830"/>
                  </a:lnTo>
                  <a:lnTo>
                    <a:pt x="36829" y="38100"/>
                  </a:lnTo>
                  <a:lnTo>
                    <a:pt x="38100" y="38100"/>
                  </a:lnTo>
                  <a:lnTo>
                    <a:pt x="38100" y="39369"/>
                  </a:lnTo>
                  <a:lnTo>
                    <a:pt x="40640" y="39369"/>
                  </a:lnTo>
                  <a:lnTo>
                    <a:pt x="40640" y="35560"/>
                  </a:lnTo>
                  <a:close/>
                </a:path>
                <a:path w="40640" h="40639">
                  <a:moveTo>
                    <a:pt x="40640" y="39370"/>
                  </a:moveTo>
                  <a:lnTo>
                    <a:pt x="39370" y="39370"/>
                  </a:lnTo>
                  <a:lnTo>
                    <a:pt x="39370" y="40640"/>
                  </a:lnTo>
                  <a:lnTo>
                    <a:pt x="40640" y="40640"/>
                  </a:lnTo>
                  <a:lnTo>
                    <a:pt x="40640" y="39370"/>
                  </a:lnTo>
                  <a:close/>
                </a:path>
              </a:pathLst>
            </a:custGeom>
            <a:solidFill>
              <a:srgbClr val="93B8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6" name="object 1116"/>
            <p:cNvSpPr/>
            <p:nvPr/>
          </p:nvSpPr>
          <p:spPr>
            <a:xfrm>
              <a:off x="6066790" y="5495289"/>
              <a:ext cx="1126490" cy="3810"/>
            </a:xfrm>
            <a:custGeom>
              <a:avLst/>
              <a:gdLst/>
              <a:ahLst/>
              <a:cxnLst/>
              <a:rect l="l" t="t" r="r" b="b"/>
              <a:pathLst>
                <a:path w="1126490" h="3810">
                  <a:moveTo>
                    <a:pt x="1123937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1123937" y="1270"/>
                  </a:lnTo>
                  <a:lnTo>
                    <a:pt x="1123937" y="0"/>
                  </a:lnTo>
                  <a:close/>
                </a:path>
                <a:path w="1126490" h="3810">
                  <a:moveTo>
                    <a:pt x="1126490" y="2540"/>
                  </a:moveTo>
                  <a:lnTo>
                    <a:pt x="1125220" y="2540"/>
                  </a:lnTo>
                  <a:lnTo>
                    <a:pt x="112522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1126490" y="3810"/>
                  </a:lnTo>
                  <a:lnTo>
                    <a:pt x="1126490" y="2540"/>
                  </a:lnTo>
                  <a:close/>
                </a:path>
              </a:pathLst>
            </a:custGeom>
            <a:solidFill>
              <a:srgbClr val="DDE8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7" name="object 1117"/>
            <p:cNvSpPr/>
            <p:nvPr/>
          </p:nvSpPr>
          <p:spPr>
            <a:xfrm>
              <a:off x="6064250" y="5499099"/>
              <a:ext cx="1131570" cy="2540"/>
            </a:xfrm>
            <a:custGeom>
              <a:avLst/>
              <a:gdLst/>
              <a:ahLst/>
              <a:cxnLst/>
              <a:rect l="l" t="t" r="r" b="b"/>
              <a:pathLst>
                <a:path w="1131570" h="2539">
                  <a:moveTo>
                    <a:pt x="113030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1130300" y="1270"/>
                  </a:lnTo>
                  <a:lnTo>
                    <a:pt x="1130300" y="0"/>
                  </a:lnTo>
                  <a:close/>
                </a:path>
                <a:path w="1131570" h="2539">
                  <a:moveTo>
                    <a:pt x="1131570" y="1282"/>
                  </a:moveTo>
                  <a:lnTo>
                    <a:pt x="0" y="1282"/>
                  </a:lnTo>
                  <a:lnTo>
                    <a:pt x="0" y="2540"/>
                  </a:lnTo>
                  <a:lnTo>
                    <a:pt x="1131570" y="2540"/>
                  </a:lnTo>
                  <a:lnTo>
                    <a:pt x="1131570" y="1282"/>
                  </a:lnTo>
                  <a:close/>
                </a:path>
              </a:pathLst>
            </a:custGeom>
            <a:solidFill>
              <a:srgbClr val="D8E5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8" name="object 1118"/>
            <p:cNvSpPr/>
            <p:nvPr/>
          </p:nvSpPr>
          <p:spPr>
            <a:xfrm>
              <a:off x="6060440" y="5501639"/>
              <a:ext cx="1139190" cy="3810"/>
            </a:xfrm>
            <a:custGeom>
              <a:avLst/>
              <a:gdLst/>
              <a:ahLst/>
              <a:cxnLst/>
              <a:rect l="l" t="t" r="r" b="b"/>
              <a:pathLst>
                <a:path w="1139190" h="3810">
                  <a:moveTo>
                    <a:pt x="1136637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1136637" y="1270"/>
                  </a:lnTo>
                  <a:lnTo>
                    <a:pt x="1136637" y="0"/>
                  </a:lnTo>
                  <a:close/>
                </a:path>
                <a:path w="1139190" h="3810">
                  <a:moveTo>
                    <a:pt x="1139190" y="2540"/>
                  </a:moveTo>
                  <a:lnTo>
                    <a:pt x="1137920" y="2540"/>
                  </a:lnTo>
                  <a:lnTo>
                    <a:pt x="113792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1139190" y="3810"/>
                  </a:lnTo>
                  <a:lnTo>
                    <a:pt x="1139190" y="2540"/>
                  </a:lnTo>
                  <a:close/>
                </a:path>
              </a:pathLst>
            </a:custGeom>
            <a:solidFill>
              <a:srgbClr val="D3E2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9" name="object 1119"/>
            <p:cNvSpPr/>
            <p:nvPr/>
          </p:nvSpPr>
          <p:spPr>
            <a:xfrm>
              <a:off x="6056630" y="5505449"/>
              <a:ext cx="1146810" cy="3810"/>
            </a:xfrm>
            <a:custGeom>
              <a:avLst/>
              <a:gdLst/>
              <a:ahLst/>
              <a:cxnLst/>
              <a:rect l="l" t="t" r="r" b="b"/>
              <a:pathLst>
                <a:path w="1146809" h="3810">
                  <a:moveTo>
                    <a:pt x="114427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1144270" y="1270"/>
                  </a:lnTo>
                  <a:lnTo>
                    <a:pt x="1144270" y="0"/>
                  </a:lnTo>
                  <a:close/>
                </a:path>
                <a:path w="1146809" h="3810">
                  <a:moveTo>
                    <a:pt x="1146797" y="2540"/>
                  </a:moveTo>
                  <a:lnTo>
                    <a:pt x="1145540" y="2540"/>
                  </a:lnTo>
                  <a:lnTo>
                    <a:pt x="114554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1146797" y="3810"/>
                  </a:lnTo>
                  <a:lnTo>
                    <a:pt x="1146797" y="2540"/>
                  </a:lnTo>
                  <a:close/>
                </a:path>
              </a:pathLst>
            </a:custGeom>
            <a:solidFill>
              <a:srgbClr val="CEDE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0" name="object 1120"/>
            <p:cNvSpPr/>
            <p:nvPr/>
          </p:nvSpPr>
          <p:spPr>
            <a:xfrm>
              <a:off x="6052820" y="5509272"/>
              <a:ext cx="1154430" cy="3810"/>
            </a:xfrm>
            <a:custGeom>
              <a:avLst/>
              <a:gdLst/>
              <a:ahLst/>
              <a:cxnLst/>
              <a:rect l="l" t="t" r="r" b="b"/>
              <a:pathLst>
                <a:path w="1154429" h="3810">
                  <a:moveTo>
                    <a:pt x="1154430" y="2527"/>
                  </a:moveTo>
                  <a:lnTo>
                    <a:pt x="1153160" y="2527"/>
                  </a:lnTo>
                  <a:lnTo>
                    <a:pt x="1153160" y="1257"/>
                  </a:lnTo>
                  <a:lnTo>
                    <a:pt x="1151890" y="1257"/>
                  </a:lnTo>
                  <a:lnTo>
                    <a:pt x="1151890" y="0"/>
                  </a:lnTo>
                  <a:lnTo>
                    <a:pt x="2540" y="0"/>
                  </a:lnTo>
                  <a:lnTo>
                    <a:pt x="254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0" y="2527"/>
                  </a:lnTo>
                  <a:lnTo>
                    <a:pt x="0" y="3797"/>
                  </a:lnTo>
                  <a:lnTo>
                    <a:pt x="1154430" y="3797"/>
                  </a:lnTo>
                  <a:lnTo>
                    <a:pt x="1154430" y="2527"/>
                  </a:lnTo>
                  <a:close/>
                </a:path>
              </a:pathLst>
            </a:custGeom>
            <a:solidFill>
              <a:srgbClr val="C9DB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1" name="object 1121"/>
            <p:cNvSpPr/>
            <p:nvPr/>
          </p:nvSpPr>
          <p:spPr>
            <a:xfrm>
              <a:off x="6049010" y="5513082"/>
              <a:ext cx="1162050" cy="3810"/>
            </a:xfrm>
            <a:custGeom>
              <a:avLst/>
              <a:gdLst/>
              <a:ahLst/>
              <a:cxnLst/>
              <a:rect l="l" t="t" r="r" b="b"/>
              <a:pathLst>
                <a:path w="1162050" h="3810">
                  <a:moveTo>
                    <a:pt x="1160767" y="1257"/>
                  </a:moveTo>
                  <a:lnTo>
                    <a:pt x="1159510" y="1257"/>
                  </a:lnTo>
                  <a:lnTo>
                    <a:pt x="1159510" y="0"/>
                  </a:lnTo>
                  <a:lnTo>
                    <a:pt x="2540" y="0"/>
                  </a:lnTo>
                  <a:lnTo>
                    <a:pt x="254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1160767" y="2527"/>
                  </a:lnTo>
                  <a:lnTo>
                    <a:pt x="1160767" y="1257"/>
                  </a:lnTo>
                  <a:close/>
                </a:path>
                <a:path w="1162050" h="3810">
                  <a:moveTo>
                    <a:pt x="1162050" y="2540"/>
                  </a:moveTo>
                  <a:lnTo>
                    <a:pt x="0" y="2540"/>
                  </a:lnTo>
                  <a:lnTo>
                    <a:pt x="0" y="3797"/>
                  </a:lnTo>
                  <a:lnTo>
                    <a:pt x="1162050" y="3797"/>
                  </a:lnTo>
                  <a:lnTo>
                    <a:pt x="1162050" y="2540"/>
                  </a:lnTo>
                  <a:close/>
                </a:path>
              </a:pathLst>
            </a:custGeom>
            <a:solidFill>
              <a:srgbClr val="C4D8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2" name="object 1122"/>
            <p:cNvSpPr/>
            <p:nvPr/>
          </p:nvSpPr>
          <p:spPr>
            <a:xfrm>
              <a:off x="6045200" y="5516879"/>
              <a:ext cx="1169670" cy="3810"/>
            </a:xfrm>
            <a:custGeom>
              <a:avLst/>
              <a:gdLst/>
              <a:ahLst/>
              <a:cxnLst/>
              <a:rect l="l" t="t" r="r" b="b"/>
              <a:pathLst>
                <a:path w="1169670" h="3810">
                  <a:moveTo>
                    <a:pt x="1168400" y="1270"/>
                  </a:moveTo>
                  <a:lnTo>
                    <a:pt x="1167130" y="1270"/>
                  </a:lnTo>
                  <a:lnTo>
                    <a:pt x="116713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1168400" y="2540"/>
                  </a:lnTo>
                  <a:lnTo>
                    <a:pt x="1168400" y="1270"/>
                  </a:lnTo>
                  <a:close/>
                </a:path>
                <a:path w="1169670" h="3810">
                  <a:moveTo>
                    <a:pt x="1169670" y="2552"/>
                  </a:moveTo>
                  <a:lnTo>
                    <a:pt x="0" y="2552"/>
                  </a:lnTo>
                  <a:lnTo>
                    <a:pt x="0" y="3810"/>
                  </a:lnTo>
                  <a:lnTo>
                    <a:pt x="1169670" y="3810"/>
                  </a:lnTo>
                  <a:lnTo>
                    <a:pt x="1169670" y="2552"/>
                  </a:lnTo>
                  <a:close/>
                </a:path>
              </a:pathLst>
            </a:custGeom>
            <a:solidFill>
              <a:srgbClr val="BFD4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3" name="object 1123"/>
            <p:cNvSpPr/>
            <p:nvPr/>
          </p:nvSpPr>
          <p:spPr>
            <a:xfrm>
              <a:off x="6041390" y="5520689"/>
              <a:ext cx="1177290" cy="3810"/>
            </a:xfrm>
            <a:custGeom>
              <a:avLst/>
              <a:gdLst/>
              <a:ahLst/>
              <a:cxnLst/>
              <a:rect l="l" t="t" r="r" b="b"/>
              <a:pathLst>
                <a:path w="1177290" h="3810">
                  <a:moveTo>
                    <a:pt x="1174737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1174737" y="1270"/>
                  </a:lnTo>
                  <a:lnTo>
                    <a:pt x="1174737" y="0"/>
                  </a:lnTo>
                  <a:close/>
                </a:path>
                <a:path w="1177290" h="3810">
                  <a:moveTo>
                    <a:pt x="1177290" y="2540"/>
                  </a:moveTo>
                  <a:lnTo>
                    <a:pt x="1176020" y="2540"/>
                  </a:lnTo>
                  <a:lnTo>
                    <a:pt x="117602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1177290" y="3810"/>
                  </a:lnTo>
                  <a:lnTo>
                    <a:pt x="1177290" y="2540"/>
                  </a:lnTo>
                  <a:close/>
                </a:path>
              </a:pathLst>
            </a:custGeom>
            <a:solidFill>
              <a:srgbClr val="BAD1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4" name="object 1124"/>
            <p:cNvSpPr/>
            <p:nvPr/>
          </p:nvSpPr>
          <p:spPr>
            <a:xfrm>
              <a:off x="6037580" y="5524499"/>
              <a:ext cx="1184910" cy="3810"/>
            </a:xfrm>
            <a:custGeom>
              <a:avLst/>
              <a:gdLst/>
              <a:ahLst/>
              <a:cxnLst/>
              <a:rect l="l" t="t" r="r" b="b"/>
              <a:pathLst>
                <a:path w="1184909" h="3810">
                  <a:moveTo>
                    <a:pt x="118237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1182370" y="1270"/>
                  </a:lnTo>
                  <a:lnTo>
                    <a:pt x="1182370" y="0"/>
                  </a:lnTo>
                  <a:close/>
                </a:path>
                <a:path w="1184909" h="3810">
                  <a:moveTo>
                    <a:pt x="1184897" y="2540"/>
                  </a:moveTo>
                  <a:lnTo>
                    <a:pt x="1183640" y="2540"/>
                  </a:lnTo>
                  <a:lnTo>
                    <a:pt x="118364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1184897" y="3810"/>
                  </a:lnTo>
                  <a:lnTo>
                    <a:pt x="1184897" y="2540"/>
                  </a:lnTo>
                  <a:close/>
                </a:path>
              </a:pathLst>
            </a:custGeom>
            <a:solidFill>
              <a:srgbClr val="B5CE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5" name="object 1125"/>
            <p:cNvSpPr/>
            <p:nvPr/>
          </p:nvSpPr>
          <p:spPr>
            <a:xfrm>
              <a:off x="6033770" y="5528322"/>
              <a:ext cx="1192530" cy="3810"/>
            </a:xfrm>
            <a:custGeom>
              <a:avLst/>
              <a:gdLst/>
              <a:ahLst/>
              <a:cxnLst/>
              <a:rect l="l" t="t" r="r" b="b"/>
              <a:pathLst>
                <a:path w="1192529" h="3810">
                  <a:moveTo>
                    <a:pt x="1192530" y="2527"/>
                  </a:moveTo>
                  <a:lnTo>
                    <a:pt x="1191260" y="2527"/>
                  </a:lnTo>
                  <a:lnTo>
                    <a:pt x="1191260" y="1257"/>
                  </a:lnTo>
                  <a:lnTo>
                    <a:pt x="1189990" y="1257"/>
                  </a:lnTo>
                  <a:lnTo>
                    <a:pt x="1189990" y="0"/>
                  </a:lnTo>
                  <a:lnTo>
                    <a:pt x="2540" y="0"/>
                  </a:lnTo>
                  <a:lnTo>
                    <a:pt x="254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0" y="2527"/>
                  </a:lnTo>
                  <a:lnTo>
                    <a:pt x="0" y="3797"/>
                  </a:lnTo>
                  <a:lnTo>
                    <a:pt x="1192530" y="3797"/>
                  </a:lnTo>
                  <a:lnTo>
                    <a:pt x="1192530" y="2527"/>
                  </a:lnTo>
                  <a:close/>
                </a:path>
              </a:pathLst>
            </a:custGeom>
            <a:solidFill>
              <a:srgbClr val="B0CA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6" name="object 1126"/>
            <p:cNvSpPr/>
            <p:nvPr/>
          </p:nvSpPr>
          <p:spPr>
            <a:xfrm>
              <a:off x="6029960" y="5532132"/>
              <a:ext cx="1200150" cy="3810"/>
            </a:xfrm>
            <a:custGeom>
              <a:avLst/>
              <a:gdLst/>
              <a:ahLst/>
              <a:cxnLst/>
              <a:rect l="l" t="t" r="r" b="b"/>
              <a:pathLst>
                <a:path w="1200150" h="3810">
                  <a:moveTo>
                    <a:pt x="1198867" y="1257"/>
                  </a:moveTo>
                  <a:lnTo>
                    <a:pt x="1197610" y="1257"/>
                  </a:lnTo>
                  <a:lnTo>
                    <a:pt x="1197610" y="0"/>
                  </a:lnTo>
                  <a:lnTo>
                    <a:pt x="2540" y="0"/>
                  </a:lnTo>
                  <a:lnTo>
                    <a:pt x="254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1198867" y="2527"/>
                  </a:lnTo>
                  <a:lnTo>
                    <a:pt x="1198867" y="1257"/>
                  </a:lnTo>
                  <a:close/>
                </a:path>
                <a:path w="1200150" h="3810">
                  <a:moveTo>
                    <a:pt x="1200150" y="2540"/>
                  </a:moveTo>
                  <a:lnTo>
                    <a:pt x="0" y="2540"/>
                  </a:lnTo>
                  <a:lnTo>
                    <a:pt x="0" y="3797"/>
                  </a:lnTo>
                  <a:lnTo>
                    <a:pt x="1200150" y="3797"/>
                  </a:lnTo>
                  <a:lnTo>
                    <a:pt x="1200150" y="2540"/>
                  </a:lnTo>
                  <a:close/>
                </a:path>
              </a:pathLst>
            </a:custGeom>
            <a:solidFill>
              <a:srgbClr val="ABC7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7" name="object 1127"/>
            <p:cNvSpPr/>
            <p:nvPr/>
          </p:nvSpPr>
          <p:spPr>
            <a:xfrm>
              <a:off x="6027420" y="5535929"/>
              <a:ext cx="1205230" cy="2540"/>
            </a:xfrm>
            <a:custGeom>
              <a:avLst/>
              <a:gdLst/>
              <a:ahLst/>
              <a:cxnLst/>
              <a:rect l="l" t="t" r="r" b="b"/>
              <a:pathLst>
                <a:path w="1205229" h="2539">
                  <a:moveTo>
                    <a:pt x="1205230" y="1270"/>
                  </a:moveTo>
                  <a:lnTo>
                    <a:pt x="1203960" y="1270"/>
                  </a:lnTo>
                  <a:lnTo>
                    <a:pt x="120396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1205230" y="2540"/>
                  </a:lnTo>
                  <a:lnTo>
                    <a:pt x="1205230" y="1270"/>
                  </a:lnTo>
                  <a:close/>
                </a:path>
              </a:pathLst>
            </a:custGeom>
            <a:solidFill>
              <a:srgbClr val="A6C4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8" name="object 1128"/>
            <p:cNvSpPr/>
            <p:nvPr/>
          </p:nvSpPr>
          <p:spPr>
            <a:xfrm>
              <a:off x="6023610" y="5538482"/>
              <a:ext cx="1212850" cy="3810"/>
            </a:xfrm>
            <a:custGeom>
              <a:avLst/>
              <a:gdLst/>
              <a:ahLst/>
              <a:cxnLst/>
              <a:rect l="l" t="t" r="r" b="b"/>
              <a:pathLst>
                <a:path w="1212850" h="3810">
                  <a:moveTo>
                    <a:pt x="1211567" y="1257"/>
                  </a:moveTo>
                  <a:lnTo>
                    <a:pt x="1210310" y="1257"/>
                  </a:lnTo>
                  <a:lnTo>
                    <a:pt x="1210310" y="0"/>
                  </a:lnTo>
                  <a:lnTo>
                    <a:pt x="2540" y="0"/>
                  </a:lnTo>
                  <a:lnTo>
                    <a:pt x="254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1211567" y="2527"/>
                  </a:lnTo>
                  <a:lnTo>
                    <a:pt x="1211567" y="1257"/>
                  </a:lnTo>
                  <a:close/>
                </a:path>
                <a:path w="1212850" h="3810">
                  <a:moveTo>
                    <a:pt x="1212850" y="2540"/>
                  </a:moveTo>
                  <a:lnTo>
                    <a:pt x="0" y="2540"/>
                  </a:lnTo>
                  <a:lnTo>
                    <a:pt x="0" y="3797"/>
                  </a:lnTo>
                  <a:lnTo>
                    <a:pt x="1212850" y="3797"/>
                  </a:lnTo>
                  <a:lnTo>
                    <a:pt x="1212850" y="2540"/>
                  </a:lnTo>
                  <a:close/>
                </a:path>
              </a:pathLst>
            </a:custGeom>
            <a:solidFill>
              <a:srgbClr val="A1C0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9" name="object 1129"/>
            <p:cNvSpPr/>
            <p:nvPr/>
          </p:nvSpPr>
          <p:spPr>
            <a:xfrm>
              <a:off x="6019800" y="5542279"/>
              <a:ext cx="1220470" cy="3810"/>
            </a:xfrm>
            <a:custGeom>
              <a:avLst/>
              <a:gdLst/>
              <a:ahLst/>
              <a:cxnLst/>
              <a:rect l="l" t="t" r="r" b="b"/>
              <a:pathLst>
                <a:path w="1220470" h="3810">
                  <a:moveTo>
                    <a:pt x="1219200" y="1270"/>
                  </a:moveTo>
                  <a:lnTo>
                    <a:pt x="1217930" y="1270"/>
                  </a:lnTo>
                  <a:lnTo>
                    <a:pt x="121793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1219200" y="2540"/>
                  </a:lnTo>
                  <a:lnTo>
                    <a:pt x="1219200" y="1270"/>
                  </a:lnTo>
                  <a:close/>
                </a:path>
                <a:path w="1220470" h="3810">
                  <a:moveTo>
                    <a:pt x="1220470" y="2552"/>
                  </a:moveTo>
                  <a:lnTo>
                    <a:pt x="0" y="2552"/>
                  </a:lnTo>
                  <a:lnTo>
                    <a:pt x="0" y="3810"/>
                  </a:lnTo>
                  <a:lnTo>
                    <a:pt x="1220470" y="3810"/>
                  </a:lnTo>
                  <a:lnTo>
                    <a:pt x="1220470" y="2552"/>
                  </a:lnTo>
                  <a:close/>
                </a:path>
              </a:pathLst>
            </a:custGeom>
            <a:solidFill>
              <a:srgbClr val="9CBD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0" name="object 1130"/>
            <p:cNvSpPr/>
            <p:nvPr/>
          </p:nvSpPr>
          <p:spPr>
            <a:xfrm>
              <a:off x="6019800" y="2438399"/>
              <a:ext cx="49530" cy="81280"/>
            </a:xfrm>
            <a:custGeom>
              <a:avLst/>
              <a:gdLst/>
              <a:ahLst/>
              <a:cxnLst/>
              <a:rect l="l" t="t" r="r" b="b"/>
              <a:pathLst>
                <a:path w="49529" h="81280">
                  <a:moveTo>
                    <a:pt x="49530" y="48260"/>
                  </a:moveTo>
                  <a:lnTo>
                    <a:pt x="48260" y="48260"/>
                  </a:lnTo>
                  <a:lnTo>
                    <a:pt x="48260" y="46990"/>
                  </a:lnTo>
                  <a:lnTo>
                    <a:pt x="46990" y="46990"/>
                  </a:lnTo>
                  <a:lnTo>
                    <a:pt x="46990" y="45720"/>
                  </a:lnTo>
                  <a:lnTo>
                    <a:pt x="45720" y="45720"/>
                  </a:lnTo>
                  <a:lnTo>
                    <a:pt x="45720" y="44450"/>
                  </a:lnTo>
                  <a:lnTo>
                    <a:pt x="44450" y="44450"/>
                  </a:lnTo>
                  <a:lnTo>
                    <a:pt x="44450" y="43180"/>
                  </a:lnTo>
                  <a:lnTo>
                    <a:pt x="43180" y="43180"/>
                  </a:lnTo>
                  <a:lnTo>
                    <a:pt x="43180" y="41910"/>
                  </a:lnTo>
                  <a:lnTo>
                    <a:pt x="41910" y="41910"/>
                  </a:lnTo>
                  <a:lnTo>
                    <a:pt x="41910" y="40640"/>
                  </a:lnTo>
                  <a:lnTo>
                    <a:pt x="40640" y="40640"/>
                  </a:lnTo>
                  <a:lnTo>
                    <a:pt x="40640" y="39370"/>
                  </a:lnTo>
                  <a:lnTo>
                    <a:pt x="39370" y="39370"/>
                  </a:lnTo>
                  <a:lnTo>
                    <a:pt x="39370" y="38100"/>
                  </a:lnTo>
                  <a:lnTo>
                    <a:pt x="38100" y="38100"/>
                  </a:lnTo>
                  <a:lnTo>
                    <a:pt x="38100" y="36830"/>
                  </a:lnTo>
                  <a:lnTo>
                    <a:pt x="36830" y="36830"/>
                  </a:lnTo>
                  <a:lnTo>
                    <a:pt x="36830" y="35560"/>
                  </a:lnTo>
                  <a:lnTo>
                    <a:pt x="35560" y="35560"/>
                  </a:lnTo>
                  <a:lnTo>
                    <a:pt x="35560" y="34290"/>
                  </a:lnTo>
                  <a:lnTo>
                    <a:pt x="34290" y="34290"/>
                  </a:lnTo>
                  <a:lnTo>
                    <a:pt x="34290" y="33020"/>
                  </a:lnTo>
                  <a:lnTo>
                    <a:pt x="33020" y="33020"/>
                  </a:lnTo>
                  <a:lnTo>
                    <a:pt x="33020" y="31750"/>
                  </a:lnTo>
                  <a:lnTo>
                    <a:pt x="31750" y="31750"/>
                  </a:lnTo>
                  <a:lnTo>
                    <a:pt x="31750" y="30480"/>
                  </a:lnTo>
                  <a:lnTo>
                    <a:pt x="30480" y="30480"/>
                  </a:lnTo>
                  <a:lnTo>
                    <a:pt x="30480" y="29210"/>
                  </a:lnTo>
                  <a:lnTo>
                    <a:pt x="29210" y="29210"/>
                  </a:lnTo>
                  <a:lnTo>
                    <a:pt x="29210" y="27940"/>
                  </a:lnTo>
                  <a:lnTo>
                    <a:pt x="27940" y="27940"/>
                  </a:lnTo>
                  <a:lnTo>
                    <a:pt x="27940" y="26670"/>
                  </a:lnTo>
                  <a:lnTo>
                    <a:pt x="26670" y="26670"/>
                  </a:lnTo>
                  <a:lnTo>
                    <a:pt x="26670" y="25400"/>
                  </a:lnTo>
                  <a:lnTo>
                    <a:pt x="25400" y="25400"/>
                  </a:lnTo>
                  <a:lnTo>
                    <a:pt x="25400" y="24130"/>
                  </a:lnTo>
                  <a:lnTo>
                    <a:pt x="24130" y="24130"/>
                  </a:lnTo>
                  <a:lnTo>
                    <a:pt x="24130" y="22860"/>
                  </a:lnTo>
                  <a:lnTo>
                    <a:pt x="22860" y="22860"/>
                  </a:lnTo>
                  <a:lnTo>
                    <a:pt x="22860" y="21590"/>
                  </a:lnTo>
                  <a:lnTo>
                    <a:pt x="21590" y="21590"/>
                  </a:lnTo>
                  <a:lnTo>
                    <a:pt x="21590" y="20320"/>
                  </a:lnTo>
                  <a:lnTo>
                    <a:pt x="20320" y="20320"/>
                  </a:lnTo>
                  <a:lnTo>
                    <a:pt x="20320" y="19050"/>
                  </a:lnTo>
                  <a:lnTo>
                    <a:pt x="19050" y="19050"/>
                  </a:lnTo>
                  <a:lnTo>
                    <a:pt x="19050" y="17780"/>
                  </a:lnTo>
                  <a:lnTo>
                    <a:pt x="17780" y="17780"/>
                  </a:lnTo>
                  <a:lnTo>
                    <a:pt x="17780" y="16510"/>
                  </a:lnTo>
                  <a:lnTo>
                    <a:pt x="16510" y="16510"/>
                  </a:lnTo>
                  <a:lnTo>
                    <a:pt x="16510" y="15240"/>
                  </a:lnTo>
                  <a:lnTo>
                    <a:pt x="15240" y="15240"/>
                  </a:lnTo>
                  <a:lnTo>
                    <a:pt x="15240" y="13970"/>
                  </a:lnTo>
                  <a:lnTo>
                    <a:pt x="13970" y="13970"/>
                  </a:lnTo>
                  <a:lnTo>
                    <a:pt x="13970" y="12700"/>
                  </a:lnTo>
                  <a:lnTo>
                    <a:pt x="12700" y="12700"/>
                  </a:lnTo>
                  <a:lnTo>
                    <a:pt x="12700" y="11430"/>
                  </a:lnTo>
                  <a:lnTo>
                    <a:pt x="11430" y="11430"/>
                  </a:lnTo>
                  <a:lnTo>
                    <a:pt x="11430" y="10160"/>
                  </a:lnTo>
                  <a:lnTo>
                    <a:pt x="10160" y="10160"/>
                  </a:lnTo>
                  <a:lnTo>
                    <a:pt x="10160" y="8890"/>
                  </a:lnTo>
                  <a:lnTo>
                    <a:pt x="8890" y="8890"/>
                  </a:lnTo>
                  <a:lnTo>
                    <a:pt x="8890" y="7620"/>
                  </a:lnTo>
                  <a:lnTo>
                    <a:pt x="7620" y="7620"/>
                  </a:lnTo>
                  <a:lnTo>
                    <a:pt x="7620" y="6350"/>
                  </a:lnTo>
                  <a:lnTo>
                    <a:pt x="6350" y="6350"/>
                  </a:lnTo>
                  <a:lnTo>
                    <a:pt x="6350" y="5080"/>
                  </a:lnTo>
                  <a:lnTo>
                    <a:pt x="5080" y="5080"/>
                  </a:lnTo>
                  <a:lnTo>
                    <a:pt x="5080" y="3810"/>
                  </a:lnTo>
                  <a:lnTo>
                    <a:pt x="3810" y="3810"/>
                  </a:lnTo>
                  <a:lnTo>
                    <a:pt x="3810" y="2540"/>
                  </a:lnTo>
                  <a:lnTo>
                    <a:pt x="2540" y="254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39370"/>
                  </a:lnTo>
                  <a:lnTo>
                    <a:pt x="0" y="81280"/>
                  </a:lnTo>
                  <a:lnTo>
                    <a:pt x="49530" y="81280"/>
                  </a:lnTo>
                  <a:lnTo>
                    <a:pt x="49530" y="48260"/>
                  </a:lnTo>
                  <a:close/>
                </a:path>
              </a:pathLst>
            </a:custGeom>
            <a:solidFill>
              <a:srgbClr val="DDE8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1" name="object 1131"/>
            <p:cNvSpPr/>
            <p:nvPr/>
          </p:nvSpPr>
          <p:spPr>
            <a:xfrm>
              <a:off x="6019800" y="2519679"/>
              <a:ext cx="49530" cy="40640"/>
            </a:xfrm>
            <a:custGeom>
              <a:avLst/>
              <a:gdLst/>
              <a:ahLst/>
              <a:cxnLst/>
              <a:rect l="l" t="t" r="r" b="b"/>
              <a:pathLst>
                <a:path w="49529" h="40639">
                  <a:moveTo>
                    <a:pt x="49529" y="0"/>
                  </a:moveTo>
                  <a:lnTo>
                    <a:pt x="0" y="0"/>
                  </a:lnTo>
                  <a:lnTo>
                    <a:pt x="0" y="40640"/>
                  </a:lnTo>
                  <a:lnTo>
                    <a:pt x="49529" y="40640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DCE7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2" name="object 1132"/>
            <p:cNvSpPr/>
            <p:nvPr/>
          </p:nvSpPr>
          <p:spPr>
            <a:xfrm>
              <a:off x="6019800" y="2560319"/>
              <a:ext cx="49530" cy="40640"/>
            </a:xfrm>
            <a:custGeom>
              <a:avLst/>
              <a:gdLst/>
              <a:ahLst/>
              <a:cxnLst/>
              <a:rect l="l" t="t" r="r" b="b"/>
              <a:pathLst>
                <a:path w="49529" h="40639">
                  <a:moveTo>
                    <a:pt x="49529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49529" y="40639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DBE7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3" name="object 1133"/>
            <p:cNvSpPr/>
            <p:nvPr/>
          </p:nvSpPr>
          <p:spPr>
            <a:xfrm>
              <a:off x="6019800" y="2600959"/>
              <a:ext cx="49530" cy="40640"/>
            </a:xfrm>
            <a:custGeom>
              <a:avLst/>
              <a:gdLst/>
              <a:ahLst/>
              <a:cxnLst/>
              <a:rect l="l" t="t" r="r" b="b"/>
              <a:pathLst>
                <a:path w="49529" h="40639">
                  <a:moveTo>
                    <a:pt x="49529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49529" y="40639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DAE6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4" name="object 1134"/>
            <p:cNvSpPr/>
            <p:nvPr/>
          </p:nvSpPr>
          <p:spPr>
            <a:xfrm>
              <a:off x="6019800" y="2641599"/>
              <a:ext cx="49530" cy="40640"/>
            </a:xfrm>
            <a:custGeom>
              <a:avLst/>
              <a:gdLst/>
              <a:ahLst/>
              <a:cxnLst/>
              <a:rect l="l" t="t" r="r" b="b"/>
              <a:pathLst>
                <a:path w="49529" h="40639">
                  <a:moveTo>
                    <a:pt x="49529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49529" y="40639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D9E5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5" name="object 1135"/>
            <p:cNvSpPr/>
            <p:nvPr/>
          </p:nvSpPr>
          <p:spPr>
            <a:xfrm>
              <a:off x="6019800" y="2682239"/>
              <a:ext cx="49530" cy="41910"/>
            </a:xfrm>
            <a:custGeom>
              <a:avLst/>
              <a:gdLst/>
              <a:ahLst/>
              <a:cxnLst/>
              <a:rect l="l" t="t" r="r" b="b"/>
              <a:pathLst>
                <a:path w="49529" h="41910">
                  <a:moveTo>
                    <a:pt x="49529" y="0"/>
                  </a:moveTo>
                  <a:lnTo>
                    <a:pt x="0" y="0"/>
                  </a:lnTo>
                  <a:lnTo>
                    <a:pt x="0" y="41910"/>
                  </a:lnTo>
                  <a:lnTo>
                    <a:pt x="49529" y="41910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D8E5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6" name="object 1136"/>
            <p:cNvSpPr/>
            <p:nvPr/>
          </p:nvSpPr>
          <p:spPr>
            <a:xfrm>
              <a:off x="6019800" y="2724149"/>
              <a:ext cx="49530" cy="40640"/>
            </a:xfrm>
            <a:custGeom>
              <a:avLst/>
              <a:gdLst/>
              <a:ahLst/>
              <a:cxnLst/>
              <a:rect l="l" t="t" r="r" b="b"/>
              <a:pathLst>
                <a:path w="49529" h="40639">
                  <a:moveTo>
                    <a:pt x="49529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49529" y="40639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D7E4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7" name="object 1137"/>
            <p:cNvSpPr/>
            <p:nvPr/>
          </p:nvSpPr>
          <p:spPr>
            <a:xfrm>
              <a:off x="6019800" y="2764789"/>
              <a:ext cx="49530" cy="40640"/>
            </a:xfrm>
            <a:custGeom>
              <a:avLst/>
              <a:gdLst/>
              <a:ahLst/>
              <a:cxnLst/>
              <a:rect l="l" t="t" r="r" b="b"/>
              <a:pathLst>
                <a:path w="49529" h="40639">
                  <a:moveTo>
                    <a:pt x="49529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49529" y="40639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D6E3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8" name="object 1138"/>
            <p:cNvSpPr/>
            <p:nvPr/>
          </p:nvSpPr>
          <p:spPr>
            <a:xfrm>
              <a:off x="6019800" y="2805429"/>
              <a:ext cx="49530" cy="40640"/>
            </a:xfrm>
            <a:custGeom>
              <a:avLst/>
              <a:gdLst/>
              <a:ahLst/>
              <a:cxnLst/>
              <a:rect l="l" t="t" r="r" b="b"/>
              <a:pathLst>
                <a:path w="49529" h="40639">
                  <a:moveTo>
                    <a:pt x="49529" y="0"/>
                  </a:moveTo>
                  <a:lnTo>
                    <a:pt x="0" y="0"/>
                  </a:lnTo>
                  <a:lnTo>
                    <a:pt x="0" y="40640"/>
                  </a:lnTo>
                  <a:lnTo>
                    <a:pt x="49529" y="40640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D5E3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9" name="object 1139"/>
            <p:cNvSpPr/>
            <p:nvPr/>
          </p:nvSpPr>
          <p:spPr>
            <a:xfrm>
              <a:off x="6019800" y="2846069"/>
              <a:ext cx="49530" cy="40640"/>
            </a:xfrm>
            <a:custGeom>
              <a:avLst/>
              <a:gdLst/>
              <a:ahLst/>
              <a:cxnLst/>
              <a:rect l="l" t="t" r="r" b="b"/>
              <a:pathLst>
                <a:path w="49529" h="40639">
                  <a:moveTo>
                    <a:pt x="49529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49529" y="40639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D4E2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0" name="object 1140"/>
            <p:cNvSpPr/>
            <p:nvPr/>
          </p:nvSpPr>
          <p:spPr>
            <a:xfrm>
              <a:off x="6019800" y="2886709"/>
              <a:ext cx="49530" cy="41910"/>
            </a:xfrm>
            <a:custGeom>
              <a:avLst/>
              <a:gdLst/>
              <a:ahLst/>
              <a:cxnLst/>
              <a:rect l="l" t="t" r="r" b="b"/>
              <a:pathLst>
                <a:path w="49529" h="41910">
                  <a:moveTo>
                    <a:pt x="49529" y="0"/>
                  </a:moveTo>
                  <a:lnTo>
                    <a:pt x="0" y="0"/>
                  </a:lnTo>
                  <a:lnTo>
                    <a:pt x="0" y="41910"/>
                  </a:lnTo>
                  <a:lnTo>
                    <a:pt x="49529" y="41910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D3E1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1" name="object 1141"/>
            <p:cNvSpPr/>
            <p:nvPr/>
          </p:nvSpPr>
          <p:spPr>
            <a:xfrm>
              <a:off x="6019800" y="2928619"/>
              <a:ext cx="49530" cy="40640"/>
            </a:xfrm>
            <a:custGeom>
              <a:avLst/>
              <a:gdLst/>
              <a:ahLst/>
              <a:cxnLst/>
              <a:rect l="l" t="t" r="r" b="b"/>
              <a:pathLst>
                <a:path w="49529" h="40639">
                  <a:moveTo>
                    <a:pt x="49529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49529" y="40639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D2E1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2" name="object 1142"/>
            <p:cNvSpPr/>
            <p:nvPr/>
          </p:nvSpPr>
          <p:spPr>
            <a:xfrm>
              <a:off x="6019800" y="2969259"/>
              <a:ext cx="49530" cy="40640"/>
            </a:xfrm>
            <a:custGeom>
              <a:avLst/>
              <a:gdLst/>
              <a:ahLst/>
              <a:cxnLst/>
              <a:rect l="l" t="t" r="r" b="b"/>
              <a:pathLst>
                <a:path w="49529" h="40639">
                  <a:moveTo>
                    <a:pt x="49529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49529" y="40639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D1E0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3" name="object 1143"/>
            <p:cNvSpPr/>
            <p:nvPr/>
          </p:nvSpPr>
          <p:spPr>
            <a:xfrm>
              <a:off x="6019800" y="3009899"/>
              <a:ext cx="49530" cy="40640"/>
            </a:xfrm>
            <a:custGeom>
              <a:avLst/>
              <a:gdLst/>
              <a:ahLst/>
              <a:cxnLst/>
              <a:rect l="l" t="t" r="r" b="b"/>
              <a:pathLst>
                <a:path w="49529" h="40639">
                  <a:moveTo>
                    <a:pt x="49529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49529" y="40639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D0DF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4" name="object 1144"/>
            <p:cNvSpPr/>
            <p:nvPr/>
          </p:nvSpPr>
          <p:spPr>
            <a:xfrm>
              <a:off x="6019800" y="3050539"/>
              <a:ext cx="49530" cy="41910"/>
            </a:xfrm>
            <a:custGeom>
              <a:avLst/>
              <a:gdLst/>
              <a:ahLst/>
              <a:cxnLst/>
              <a:rect l="l" t="t" r="r" b="b"/>
              <a:pathLst>
                <a:path w="49529" h="41910">
                  <a:moveTo>
                    <a:pt x="49529" y="0"/>
                  </a:moveTo>
                  <a:lnTo>
                    <a:pt x="0" y="0"/>
                  </a:lnTo>
                  <a:lnTo>
                    <a:pt x="0" y="41910"/>
                  </a:lnTo>
                  <a:lnTo>
                    <a:pt x="49529" y="41910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CFDF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5" name="object 1145"/>
            <p:cNvSpPr/>
            <p:nvPr/>
          </p:nvSpPr>
          <p:spPr>
            <a:xfrm>
              <a:off x="6019800" y="3092449"/>
              <a:ext cx="49530" cy="40640"/>
            </a:xfrm>
            <a:custGeom>
              <a:avLst/>
              <a:gdLst/>
              <a:ahLst/>
              <a:cxnLst/>
              <a:rect l="l" t="t" r="r" b="b"/>
              <a:pathLst>
                <a:path w="49529" h="40639">
                  <a:moveTo>
                    <a:pt x="49529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49529" y="40639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CEDE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6" name="object 1146"/>
            <p:cNvSpPr/>
            <p:nvPr/>
          </p:nvSpPr>
          <p:spPr>
            <a:xfrm>
              <a:off x="6019800" y="3133089"/>
              <a:ext cx="49530" cy="40640"/>
            </a:xfrm>
            <a:custGeom>
              <a:avLst/>
              <a:gdLst/>
              <a:ahLst/>
              <a:cxnLst/>
              <a:rect l="l" t="t" r="r" b="b"/>
              <a:pathLst>
                <a:path w="49529" h="40639">
                  <a:moveTo>
                    <a:pt x="49529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49529" y="40639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CDDD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7" name="object 1147"/>
            <p:cNvSpPr/>
            <p:nvPr/>
          </p:nvSpPr>
          <p:spPr>
            <a:xfrm>
              <a:off x="6019800" y="3173729"/>
              <a:ext cx="49530" cy="40640"/>
            </a:xfrm>
            <a:custGeom>
              <a:avLst/>
              <a:gdLst/>
              <a:ahLst/>
              <a:cxnLst/>
              <a:rect l="l" t="t" r="r" b="b"/>
              <a:pathLst>
                <a:path w="49529" h="40639">
                  <a:moveTo>
                    <a:pt x="49529" y="0"/>
                  </a:moveTo>
                  <a:lnTo>
                    <a:pt x="0" y="0"/>
                  </a:lnTo>
                  <a:lnTo>
                    <a:pt x="0" y="40640"/>
                  </a:lnTo>
                  <a:lnTo>
                    <a:pt x="49529" y="40640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CCDD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8" name="object 1148"/>
            <p:cNvSpPr/>
            <p:nvPr/>
          </p:nvSpPr>
          <p:spPr>
            <a:xfrm>
              <a:off x="6019800" y="3214369"/>
              <a:ext cx="49530" cy="40640"/>
            </a:xfrm>
            <a:custGeom>
              <a:avLst/>
              <a:gdLst/>
              <a:ahLst/>
              <a:cxnLst/>
              <a:rect l="l" t="t" r="r" b="b"/>
              <a:pathLst>
                <a:path w="49529" h="40639">
                  <a:moveTo>
                    <a:pt x="49529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49529" y="40639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CCDC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9" name="object 1149"/>
            <p:cNvSpPr/>
            <p:nvPr/>
          </p:nvSpPr>
          <p:spPr>
            <a:xfrm>
              <a:off x="6019800" y="3255009"/>
              <a:ext cx="49530" cy="41910"/>
            </a:xfrm>
            <a:custGeom>
              <a:avLst/>
              <a:gdLst/>
              <a:ahLst/>
              <a:cxnLst/>
              <a:rect l="l" t="t" r="r" b="b"/>
              <a:pathLst>
                <a:path w="49529" h="41910">
                  <a:moveTo>
                    <a:pt x="49529" y="0"/>
                  </a:moveTo>
                  <a:lnTo>
                    <a:pt x="0" y="0"/>
                  </a:lnTo>
                  <a:lnTo>
                    <a:pt x="0" y="41910"/>
                  </a:lnTo>
                  <a:lnTo>
                    <a:pt x="49529" y="41910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CADC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0" name="object 1150"/>
            <p:cNvSpPr/>
            <p:nvPr/>
          </p:nvSpPr>
          <p:spPr>
            <a:xfrm>
              <a:off x="6019800" y="3296919"/>
              <a:ext cx="49530" cy="40640"/>
            </a:xfrm>
            <a:custGeom>
              <a:avLst/>
              <a:gdLst/>
              <a:ahLst/>
              <a:cxnLst/>
              <a:rect l="l" t="t" r="r" b="b"/>
              <a:pathLst>
                <a:path w="49529" h="40639">
                  <a:moveTo>
                    <a:pt x="49529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49529" y="40639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C9DB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1" name="object 1151"/>
            <p:cNvSpPr/>
            <p:nvPr/>
          </p:nvSpPr>
          <p:spPr>
            <a:xfrm>
              <a:off x="6019800" y="3337559"/>
              <a:ext cx="49530" cy="40640"/>
            </a:xfrm>
            <a:custGeom>
              <a:avLst/>
              <a:gdLst/>
              <a:ahLst/>
              <a:cxnLst/>
              <a:rect l="l" t="t" r="r" b="b"/>
              <a:pathLst>
                <a:path w="49529" h="40639">
                  <a:moveTo>
                    <a:pt x="49529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49529" y="40639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C8DA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2" name="object 1152"/>
            <p:cNvSpPr/>
            <p:nvPr/>
          </p:nvSpPr>
          <p:spPr>
            <a:xfrm>
              <a:off x="6019800" y="3378199"/>
              <a:ext cx="49530" cy="40640"/>
            </a:xfrm>
            <a:custGeom>
              <a:avLst/>
              <a:gdLst/>
              <a:ahLst/>
              <a:cxnLst/>
              <a:rect l="l" t="t" r="r" b="b"/>
              <a:pathLst>
                <a:path w="49529" h="40639">
                  <a:moveTo>
                    <a:pt x="49529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49529" y="40639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C7DA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3" name="object 1153"/>
            <p:cNvSpPr/>
            <p:nvPr/>
          </p:nvSpPr>
          <p:spPr>
            <a:xfrm>
              <a:off x="6019800" y="3418839"/>
              <a:ext cx="49530" cy="40640"/>
            </a:xfrm>
            <a:custGeom>
              <a:avLst/>
              <a:gdLst/>
              <a:ahLst/>
              <a:cxnLst/>
              <a:rect l="l" t="t" r="r" b="b"/>
              <a:pathLst>
                <a:path w="49529" h="40639">
                  <a:moveTo>
                    <a:pt x="49529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49529" y="40639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C6D9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4" name="object 1154"/>
            <p:cNvSpPr/>
            <p:nvPr/>
          </p:nvSpPr>
          <p:spPr>
            <a:xfrm>
              <a:off x="6019800" y="3459479"/>
              <a:ext cx="49530" cy="41910"/>
            </a:xfrm>
            <a:custGeom>
              <a:avLst/>
              <a:gdLst/>
              <a:ahLst/>
              <a:cxnLst/>
              <a:rect l="l" t="t" r="r" b="b"/>
              <a:pathLst>
                <a:path w="49529" h="41910">
                  <a:moveTo>
                    <a:pt x="49529" y="0"/>
                  </a:moveTo>
                  <a:lnTo>
                    <a:pt x="0" y="0"/>
                  </a:lnTo>
                  <a:lnTo>
                    <a:pt x="0" y="41910"/>
                  </a:lnTo>
                  <a:lnTo>
                    <a:pt x="49529" y="41910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C5D8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5" name="object 1155"/>
            <p:cNvSpPr/>
            <p:nvPr/>
          </p:nvSpPr>
          <p:spPr>
            <a:xfrm>
              <a:off x="6019800" y="3501389"/>
              <a:ext cx="49530" cy="40640"/>
            </a:xfrm>
            <a:custGeom>
              <a:avLst/>
              <a:gdLst/>
              <a:ahLst/>
              <a:cxnLst/>
              <a:rect l="l" t="t" r="r" b="b"/>
              <a:pathLst>
                <a:path w="49529" h="40639">
                  <a:moveTo>
                    <a:pt x="49529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49529" y="40639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C4D8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6" name="object 1156"/>
            <p:cNvSpPr/>
            <p:nvPr/>
          </p:nvSpPr>
          <p:spPr>
            <a:xfrm>
              <a:off x="6019800" y="3542029"/>
              <a:ext cx="49530" cy="40640"/>
            </a:xfrm>
            <a:custGeom>
              <a:avLst/>
              <a:gdLst/>
              <a:ahLst/>
              <a:cxnLst/>
              <a:rect l="l" t="t" r="r" b="b"/>
              <a:pathLst>
                <a:path w="49529" h="40639">
                  <a:moveTo>
                    <a:pt x="49529" y="0"/>
                  </a:moveTo>
                  <a:lnTo>
                    <a:pt x="0" y="0"/>
                  </a:lnTo>
                  <a:lnTo>
                    <a:pt x="0" y="40640"/>
                  </a:lnTo>
                  <a:lnTo>
                    <a:pt x="49529" y="40640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C3D7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7" name="object 1157"/>
            <p:cNvSpPr/>
            <p:nvPr/>
          </p:nvSpPr>
          <p:spPr>
            <a:xfrm>
              <a:off x="6019800" y="3582669"/>
              <a:ext cx="49530" cy="40640"/>
            </a:xfrm>
            <a:custGeom>
              <a:avLst/>
              <a:gdLst/>
              <a:ahLst/>
              <a:cxnLst/>
              <a:rect l="l" t="t" r="r" b="b"/>
              <a:pathLst>
                <a:path w="49529" h="40639">
                  <a:moveTo>
                    <a:pt x="49529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49529" y="40639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C2D6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8" name="object 1158"/>
            <p:cNvSpPr/>
            <p:nvPr/>
          </p:nvSpPr>
          <p:spPr>
            <a:xfrm>
              <a:off x="6019800" y="3623309"/>
              <a:ext cx="49530" cy="40640"/>
            </a:xfrm>
            <a:custGeom>
              <a:avLst/>
              <a:gdLst/>
              <a:ahLst/>
              <a:cxnLst/>
              <a:rect l="l" t="t" r="r" b="b"/>
              <a:pathLst>
                <a:path w="49529" h="40639">
                  <a:moveTo>
                    <a:pt x="49529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49529" y="40639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C1D6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9" name="object 1159"/>
            <p:cNvSpPr/>
            <p:nvPr/>
          </p:nvSpPr>
          <p:spPr>
            <a:xfrm>
              <a:off x="6019800" y="3663949"/>
              <a:ext cx="49530" cy="41910"/>
            </a:xfrm>
            <a:custGeom>
              <a:avLst/>
              <a:gdLst/>
              <a:ahLst/>
              <a:cxnLst/>
              <a:rect l="l" t="t" r="r" b="b"/>
              <a:pathLst>
                <a:path w="49529" h="41910">
                  <a:moveTo>
                    <a:pt x="49529" y="0"/>
                  </a:moveTo>
                  <a:lnTo>
                    <a:pt x="0" y="0"/>
                  </a:lnTo>
                  <a:lnTo>
                    <a:pt x="0" y="41910"/>
                  </a:lnTo>
                  <a:lnTo>
                    <a:pt x="49529" y="41910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C0D5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0" name="object 1160"/>
            <p:cNvSpPr/>
            <p:nvPr/>
          </p:nvSpPr>
          <p:spPr>
            <a:xfrm>
              <a:off x="6019800" y="3705859"/>
              <a:ext cx="49530" cy="40640"/>
            </a:xfrm>
            <a:custGeom>
              <a:avLst/>
              <a:gdLst/>
              <a:ahLst/>
              <a:cxnLst/>
              <a:rect l="l" t="t" r="r" b="b"/>
              <a:pathLst>
                <a:path w="49529" h="40639">
                  <a:moveTo>
                    <a:pt x="49529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49529" y="40639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BFD4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1" name="object 1161"/>
            <p:cNvSpPr/>
            <p:nvPr/>
          </p:nvSpPr>
          <p:spPr>
            <a:xfrm>
              <a:off x="6019800" y="3746499"/>
              <a:ext cx="49530" cy="40640"/>
            </a:xfrm>
            <a:custGeom>
              <a:avLst/>
              <a:gdLst/>
              <a:ahLst/>
              <a:cxnLst/>
              <a:rect l="l" t="t" r="r" b="b"/>
              <a:pathLst>
                <a:path w="49529" h="40639">
                  <a:moveTo>
                    <a:pt x="49529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49529" y="40639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BED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2" name="object 1162"/>
            <p:cNvSpPr/>
            <p:nvPr/>
          </p:nvSpPr>
          <p:spPr>
            <a:xfrm>
              <a:off x="6019800" y="3787139"/>
              <a:ext cx="49530" cy="40640"/>
            </a:xfrm>
            <a:custGeom>
              <a:avLst/>
              <a:gdLst/>
              <a:ahLst/>
              <a:cxnLst/>
              <a:rect l="l" t="t" r="r" b="b"/>
              <a:pathLst>
                <a:path w="49529" h="40639">
                  <a:moveTo>
                    <a:pt x="49529" y="0"/>
                  </a:moveTo>
                  <a:lnTo>
                    <a:pt x="0" y="0"/>
                  </a:lnTo>
                  <a:lnTo>
                    <a:pt x="0" y="40640"/>
                  </a:lnTo>
                  <a:lnTo>
                    <a:pt x="49529" y="40640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BDD3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3" name="object 1163"/>
            <p:cNvSpPr/>
            <p:nvPr/>
          </p:nvSpPr>
          <p:spPr>
            <a:xfrm>
              <a:off x="6019800" y="3827779"/>
              <a:ext cx="49530" cy="41910"/>
            </a:xfrm>
            <a:custGeom>
              <a:avLst/>
              <a:gdLst/>
              <a:ahLst/>
              <a:cxnLst/>
              <a:rect l="l" t="t" r="r" b="b"/>
              <a:pathLst>
                <a:path w="49529" h="41910">
                  <a:moveTo>
                    <a:pt x="49529" y="0"/>
                  </a:moveTo>
                  <a:lnTo>
                    <a:pt x="0" y="0"/>
                  </a:lnTo>
                  <a:lnTo>
                    <a:pt x="0" y="41910"/>
                  </a:lnTo>
                  <a:lnTo>
                    <a:pt x="49529" y="41910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BCD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4" name="object 1164"/>
            <p:cNvSpPr/>
            <p:nvPr/>
          </p:nvSpPr>
          <p:spPr>
            <a:xfrm>
              <a:off x="6019800" y="3869689"/>
              <a:ext cx="49530" cy="40640"/>
            </a:xfrm>
            <a:custGeom>
              <a:avLst/>
              <a:gdLst/>
              <a:ahLst/>
              <a:cxnLst/>
              <a:rect l="l" t="t" r="r" b="b"/>
              <a:pathLst>
                <a:path w="49529" h="40639">
                  <a:moveTo>
                    <a:pt x="49529" y="0"/>
                  </a:moveTo>
                  <a:lnTo>
                    <a:pt x="0" y="0"/>
                  </a:lnTo>
                  <a:lnTo>
                    <a:pt x="0" y="40640"/>
                  </a:lnTo>
                  <a:lnTo>
                    <a:pt x="49529" y="40640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BBD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5" name="object 1165"/>
            <p:cNvSpPr/>
            <p:nvPr/>
          </p:nvSpPr>
          <p:spPr>
            <a:xfrm>
              <a:off x="6019800" y="3910329"/>
              <a:ext cx="49530" cy="40640"/>
            </a:xfrm>
            <a:custGeom>
              <a:avLst/>
              <a:gdLst/>
              <a:ahLst/>
              <a:cxnLst/>
              <a:rect l="l" t="t" r="r" b="b"/>
              <a:pathLst>
                <a:path w="49529" h="40639">
                  <a:moveTo>
                    <a:pt x="49529" y="0"/>
                  </a:moveTo>
                  <a:lnTo>
                    <a:pt x="0" y="0"/>
                  </a:lnTo>
                  <a:lnTo>
                    <a:pt x="0" y="40640"/>
                  </a:lnTo>
                  <a:lnTo>
                    <a:pt x="49529" y="40640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BAD1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6" name="object 1166"/>
            <p:cNvSpPr/>
            <p:nvPr/>
          </p:nvSpPr>
          <p:spPr>
            <a:xfrm>
              <a:off x="6019800" y="3950969"/>
              <a:ext cx="49530" cy="40640"/>
            </a:xfrm>
            <a:custGeom>
              <a:avLst/>
              <a:gdLst/>
              <a:ahLst/>
              <a:cxnLst/>
              <a:rect l="l" t="t" r="r" b="b"/>
              <a:pathLst>
                <a:path w="49529" h="40639">
                  <a:moveTo>
                    <a:pt x="49529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49529" y="40639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B9D0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7" name="object 1167"/>
            <p:cNvSpPr/>
            <p:nvPr/>
          </p:nvSpPr>
          <p:spPr>
            <a:xfrm>
              <a:off x="6019800" y="3991609"/>
              <a:ext cx="49530" cy="40640"/>
            </a:xfrm>
            <a:custGeom>
              <a:avLst/>
              <a:gdLst/>
              <a:ahLst/>
              <a:cxnLst/>
              <a:rect l="l" t="t" r="r" b="b"/>
              <a:pathLst>
                <a:path w="49529" h="40639">
                  <a:moveTo>
                    <a:pt x="49529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49529" y="40639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B8D0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8" name="object 1168"/>
            <p:cNvSpPr/>
            <p:nvPr/>
          </p:nvSpPr>
          <p:spPr>
            <a:xfrm>
              <a:off x="6019800" y="4032249"/>
              <a:ext cx="49530" cy="41910"/>
            </a:xfrm>
            <a:custGeom>
              <a:avLst/>
              <a:gdLst/>
              <a:ahLst/>
              <a:cxnLst/>
              <a:rect l="l" t="t" r="r" b="b"/>
              <a:pathLst>
                <a:path w="49529" h="41910">
                  <a:moveTo>
                    <a:pt x="49529" y="0"/>
                  </a:moveTo>
                  <a:lnTo>
                    <a:pt x="0" y="0"/>
                  </a:lnTo>
                  <a:lnTo>
                    <a:pt x="0" y="41910"/>
                  </a:lnTo>
                  <a:lnTo>
                    <a:pt x="49529" y="41910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B7CF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9" name="object 1169"/>
            <p:cNvSpPr/>
            <p:nvPr/>
          </p:nvSpPr>
          <p:spPr>
            <a:xfrm>
              <a:off x="6019800" y="4074159"/>
              <a:ext cx="49530" cy="40640"/>
            </a:xfrm>
            <a:custGeom>
              <a:avLst/>
              <a:gdLst/>
              <a:ahLst/>
              <a:cxnLst/>
              <a:rect l="l" t="t" r="r" b="b"/>
              <a:pathLst>
                <a:path w="49529" h="40639">
                  <a:moveTo>
                    <a:pt x="49529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49529" y="40639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B6CF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0" name="object 1170"/>
            <p:cNvSpPr/>
            <p:nvPr/>
          </p:nvSpPr>
          <p:spPr>
            <a:xfrm>
              <a:off x="6019800" y="4114800"/>
              <a:ext cx="49530" cy="40640"/>
            </a:xfrm>
            <a:custGeom>
              <a:avLst/>
              <a:gdLst/>
              <a:ahLst/>
              <a:cxnLst/>
              <a:rect l="l" t="t" r="r" b="b"/>
              <a:pathLst>
                <a:path w="49529" h="40639">
                  <a:moveTo>
                    <a:pt x="49529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49529" y="40639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B5CE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1" name="object 1171"/>
            <p:cNvSpPr/>
            <p:nvPr/>
          </p:nvSpPr>
          <p:spPr>
            <a:xfrm>
              <a:off x="6019800" y="4155439"/>
              <a:ext cx="49530" cy="40640"/>
            </a:xfrm>
            <a:custGeom>
              <a:avLst/>
              <a:gdLst/>
              <a:ahLst/>
              <a:cxnLst/>
              <a:rect l="l" t="t" r="r" b="b"/>
              <a:pathLst>
                <a:path w="49529" h="40639">
                  <a:moveTo>
                    <a:pt x="49529" y="0"/>
                  </a:moveTo>
                  <a:lnTo>
                    <a:pt x="0" y="0"/>
                  </a:lnTo>
                  <a:lnTo>
                    <a:pt x="0" y="40640"/>
                  </a:lnTo>
                  <a:lnTo>
                    <a:pt x="49529" y="40640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B4CD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2" name="object 1172"/>
            <p:cNvSpPr/>
            <p:nvPr/>
          </p:nvSpPr>
          <p:spPr>
            <a:xfrm>
              <a:off x="6019800" y="4196079"/>
              <a:ext cx="49530" cy="40640"/>
            </a:xfrm>
            <a:custGeom>
              <a:avLst/>
              <a:gdLst/>
              <a:ahLst/>
              <a:cxnLst/>
              <a:rect l="l" t="t" r="r" b="b"/>
              <a:pathLst>
                <a:path w="49529" h="40639">
                  <a:moveTo>
                    <a:pt x="49529" y="0"/>
                  </a:moveTo>
                  <a:lnTo>
                    <a:pt x="0" y="0"/>
                  </a:lnTo>
                  <a:lnTo>
                    <a:pt x="0" y="40640"/>
                  </a:lnTo>
                  <a:lnTo>
                    <a:pt x="49529" y="40640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B3CD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3" name="object 1173"/>
            <p:cNvSpPr/>
            <p:nvPr/>
          </p:nvSpPr>
          <p:spPr>
            <a:xfrm>
              <a:off x="6019800" y="4236719"/>
              <a:ext cx="49530" cy="41910"/>
            </a:xfrm>
            <a:custGeom>
              <a:avLst/>
              <a:gdLst/>
              <a:ahLst/>
              <a:cxnLst/>
              <a:rect l="l" t="t" r="r" b="b"/>
              <a:pathLst>
                <a:path w="49529" h="41910">
                  <a:moveTo>
                    <a:pt x="49529" y="0"/>
                  </a:moveTo>
                  <a:lnTo>
                    <a:pt x="0" y="0"/>
                  </a:lnTo>
                  <a:lnTo>
                    <a:pt x="0" y="41909"/>
                  </a:lnTo>
                  <a:lnTo>
                    <a:pt x="49529" y="41909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B2CC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4" name="object 1174"/>
            <p:cNvSpPr/>
            <p:nvPr/>
          </p:nvSpPr>
          <p:spPr>
            <a:xfrm>
              <a:off x="6019800" y="4278629"/>
              <a:ext cx="49530" cy="40640"/>
            </a:xfrm>
            <a:custGeom>
              <a:avLst/>
              <a:gdLst/>
              <a:ahLst/>
              <a:cxnLst/>
              <a:rect l="l" t="t" r="r" b="b"/>
              <a:pathLst>
                <a:path w="49529" h="40639">
                  <a:moveTo>
                    <a:pt x="49529" y="0"/>
                  </a:moveTo>
                  <a:lnTo>
                    <a:pt x="0" y="0"/>
                  </a:lnTo>
                  <a:lnTo>
                    <a:pt x="0" y="40640"/>
                  </a:lnTo>
                  <a:lnTo>
                    <a:pt x="49529" y="40640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B1CC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5" name="object 1175"/>
            <p:cNvSpPr/>
            <p:nvPr/>
          </p:nvSpPr>
          <p:spPr>
            <a:xfrm>
              <a:off x="6019800" y="4319269"/>
              <a:ext cx="49530" cy="40640"/>
            </a:xfrm>
            <a:custGeom>
              <a:avLst/>
              <a:gdLst/>
              <a:ahLst/>
              <a:cxnLst/>
              <a:rect l="l" t="t" r="r" b="b"/>
              <a:pathLst>
                <a:path w="49529" h="40639">
                  <a:moveTo>
                    <a:pt x="49529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49529" y="40639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B0CC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6" name="object 1176"/>
            <p:cNvSpPr/>
            <p:nvPr/>
          </p:nvSpPr>
          <p:spPr>
            <a:xfrm>
              <a:off x="6019800" y="4359909"/>
              <a:ext cx="49530" cy="40640"/>
            </a:xfrm>
            <a:custGeom>
              <a:avLst/>
              <a:gdLst/>
              <a:ahLst/>
              <a:cxnLst/>
              <a:rect l="l" t="t" r="r" b="b"/>
              <a:pathLst>
                <a:path w="49529" h="40639">
                  <a:moveTo>
                    <a:pt x="49529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49529" y="40639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AFCA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7" name="object 1177"/>
            <p:cNvSpPr/>
            <p:nvPr/>
          </p:nvSpPr>
          <p:spPr>
            <a:xfrm>
              <a:off x="6019800" y="4400550"/>
              <a:ext cx="49530" cy="40640"/>
            </a:xfrm>
            <a:custGeom>
              <a:avLst/>
              <a:gdLst/>
              <a:ahLst/>
              <a:cxnLst/>
              <a:rect l="l" t="t" r="r" b="b"/>
              <a:pathLst>
                <a:path w="49529" h="40639">
                  <a:moveTo>
                    <a:pt x="49529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49529" y="40639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AEC9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8" name="object 1178"/>
            <p:cNvSpPr/>
            <p:nvPr/>
          </p:nvSpPr>
          <p:spPr>
            <a:xfrm>
              <a:off x="6019800" y="4441189"/>
              <a:ext cx="49530" cy="41910"/>
            </a:xfrm>
            <a:custGeom>
              <a:avLst/>
              <a:gdLst/>
              <a:ahLst/>
              <a:cxnLst/>
              <a:rect l="l" t="t" r="r" b="b"/>
              <a:pathLst>
                <a:path w="49529" h="41910">
                  <a:moveTo>
                    <a:pt x="49529" y="0"/>
                  </a:moveTo>
                  <a:lnTo>
                    <a:pt x="0" y="0"/>
                  </a:lnTo>
                  <a:lnTo>
                    <a:pt x="0" y="41910"/>
                  </a:lnTo>
                  <a:lnTo>
                    <a:pt x="49529" y="41910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ADC9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9" name="object 1179"/>
            <p:cNvSpPr/>
            <p:nvPr/>
          </p:nvSpPr>
          <p:spPr>
            <a:xfrm>
              <a:off x="6019800" y="4483100"/>
              <a:ext cx="49530" cy="40640"/>
            </a:xfrm>
            <a:custGeom>
              <a:avLst/>
              <a:gdLst/>
              <a:ahLst/>
              <a:cxnLst/>
              <a:rect l="l" t="t" r="r" b="b"/>
              <a:pathLst>
                <a:path w="49529" h="40639">
                  <a:moveTo>
                    <a:pt x="49529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49529" y="40639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ACC8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0" name="object 1180"/>
            <p:cNvSpPr/>
            <p:nvPr/>
          </p:nvSpPr>
          <p:spPr>
            <a:xfrm>
              <a:off x="6019800" y="4523739"/>
              <a:ext cx="49530" cy="40640"/>
            </a:xfrm>
            <a:custGeom>
              <a:avLst/>
              <a:gdLst/>
              <a:ahLst/>
              <a:cxnLst/>
              <a:rect l="l" t="t" r="r" b="b"/>
              <a:pathLst>
                <a:path w="49529" h="40639">
                  <a:moveTo>
                    <a:pt x="49529" y="0"/>
                  </a:moveTo>
                  <a:lnTo>
                    <a:pt x="0" y="0"/>
                  </a:lnTo>
                  <a:lnTo>
                    <a:pt x="0" y="40640"/>
                  </a:lnTo>
                  <a:lnTo>
                    <a:pt x="49529" y="40640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ABC7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1" name="object 1181"/>
            <p:cNvSpPr/>
            <p:nvPr/>
          </p:nvSpPr>
          <p:spPr>
            <a:xfrm>
              <a:off x="6019800" y="4564379"/>
              <a:ext cx="49530" cy="40640"/>
            </a:xfrm>
            <a:custGeom>
              <a:avLst/>
              <a:gdLst/>
              <a:ahLst/>
              <a:cxnLst/>
              <a:rect l="l" t="t" r="r" b="b"/>
              <a:pathLst>
                <a:path w="49529" h="40639">
                  <a:moveTo>
                    <a:pt x="49529" y="0"/>
                  </a:moveTo>
                  <a:lnTo>
                    <a:pt x="0" y="0"/>
                  </a:lnTo>
                  <a:lnTo>
                    <a:pt x="0" y="40640"/>
                  </a:lnTo>
                  <a:lnTo>
                    <a:pt x="49529" y="40640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AAC7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2" name="object 1182"/>
            <p:cNvSpPr/>
            <p:nvPr/>
          </p:nvSpPr>
          <p:spPr>
            <a:xfrm>
              <a:off x="6019800" y="4605019"/>
              <a:ext cx="49530" cy="41910"/>
            </a:xfrm>
            <a:custGeom>
              <a:avLst/>
              <a:gdLst/>
              <a:ahLst/>
              <a:cxnLst/>
              <a:rect l="l" t="t" r="r" b="b"/>
              <a:pathLst>
                <a:path w="49529" h="41910">
                  <a:moveTo>
                    <a:pt x="49529" y="0"/>
                  </a:moveTo>
                  <a:lnTo>
                    <a:pt x="0" y="0"/>
                  </a:lnTo>
                  <a:lnTo>
                    <a:pt x="0" y="41909"/>
                  </a:lnTo>
                  <a:lnTo>
                    <a:pt x="49529" y="41909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A9C6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3" name="object 1183"/>
            <p:cNvSpPr/>
            <p:nvPr/>
          </p:nvSpPr>
          <p:spPr>
            <a:xfrm>
              <a:off x="6019800" y="4646929"/>
              <a:ext cx="49530" cy="40640"/>
            </a:xfrm>
            <a:custGeom>
              <a:avLst/>
              <a:gdLst/>
              <a:ahLst/>
              <a:cxnLst/>
              <a:rect l="l" t="t" r="r" b="b"/>
              <a:pathLst>
                <a:path w="49529" h="40639">
                  <a:moveTo>
                    <a:pt x="49529" y="0"/>
                  </a:moveTo>
                  <a:lnTo>
                    <a:pt x="0" y="0"/>
                  </a:lnTo>
                  <a:lnTo>
                    <a:pt x="0" y="40640"/>
                  </a:lnTo>
                  <a:lnTo>
                    <a:pt x="49529" y="40640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A8C5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4" name="object 1184"/>
            <p:cNvSpPr/>
            <p:nvPr/>
          </p:nvSpPr>
          <p:spPr>
            <a:xfrm>
              <a:off x="6019800" y="4687569"/>
              <a:ext cx="49530" cy="40640"/>
            </a:xfrm>
            <a:custGeom>
              <a:avLst/>
              <a:gdLst/>
              <a:ahLst/>
              <a:cxnLst/>
              <a:rect l="l" t="t" r="r" b="b"/>
              <a:pathLst>
                <a:path w="49529" h="40639">
                  <a:moveTo>
                    <a:pt x="49529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49529" y="40639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A7C5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5" name="object 1185"/>
            <p:cNvSpPr/>
            <p:nvPr/>
          </p:nvSpPr>
          <p:spPr>
            <a:xfrm>
              <a:off x="6019800" y="4728209"/>
              <a:ext cx="49530" cy="40640"/>
            </a:xfrm>
            <a:custGeom>
              <a:avLst/>
              <a:gdLst/>
              <a:ahLst/>
              <a:cxnLst/>
              <a:rect l="l" t="t" r="r" b="b"/>
              <a:pathLst>
                <a:path w="49529" h="40639">
                  <a:moveTo>
                    <a:pt x="49529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49529" y="40639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A6C4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6" name="object 1186"/>
            <p:cNvSpPr/>
            <p:nvPr/>
          </p:nvSpPr>
          <p:spPr>
            <a:xfrm>
              <a:off x="6019800" y="4768850"/>
              <a:ext cx="49530" cy="40640"/>
            </a:xfrm>
            <a:custGeom>
              <a:avLst/>
              <a:gdLst/>
              <a:ahLst/>
              <a:cxnLst/>
              <a:rect l="l" t="t" r="r" b="b"/>
              <a:pathLst>
                <a:path w="49529" h="40639">
                  <a:moveTo>
                    <a:pt x="49529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49529" y="40639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A5C3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7" name="object 1187"/>
            <p:cNvSpPr/>
            <p:nvPr/>
          </p:nvSpPr>
          <p:spPr>
            <a:xfrm>
              <a:off x="6019800" y="4809489"/>
              <a:ext cx="49530" cy="41910"/>
            </a:xfrm>
            <a:custGeom>
              <a:avLst/>
              <a:gdLst/>
              <a:ahLst/>
              <a:cxnLst/>
              <a:rect l="l" t="t" r="r" b="b"/>
              <a:pathLst>
                <a:path w="49529" h="41910">
                  <a:moveTo>
                    <a:pt x="49529" y="0"/>
                  </a:moveTo>
                  <a:lnTo>
                    <a:pt x="0" y="0"/>
                  </a:lnTo>
                  <a:lnTo>
                    <a:pt x="0" y="41910"/>
                  </a:lnTo>
                  <a:lnTo>
                    <a:pt x="49529" y="41910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A4C3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8" name="object 1188"/>
            <p:cNvSpPr/>
            <p:nvPr/>
          </p:nvSpPr>
          <p:spPr>
            <a:xfrm>
              <a:off x="6019800" y="4851400"/>
              <a:ext cx="49530" cy="40640"/>
            </a:xfrm>
            <a:custGeom>
              <a:avLst/>
              <a:gdLst/>
              <a:ahLst/>
              <a:cxnLst/>
              <a:rect l="l" t="t" r="r" b="b"/>
              <a:pathLst>
                <a:path w="49529" h="40639">
                  <a:moveTo>
                    <a:pt x="49529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49529" y="40639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A3C2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9" name="object 1189"/>
            <p:cNvSpPr/>
            <p:nvPr/>
          </p:nvSpPr>
          <p:spPr>
            <a:xfrm>
              <a:off x="6019800" y="4892039"/>
              <a:ext cx="49530" cy="40640"/>
            </a:xfrm>
            <a:custGeom>
              <a:avLst/>
              <a:gdLst/>
              <a:ahLst/>
              <a:cxnLst/>
              <a:rect l="l" t="t" r="r" b="b"/>
              <a:pathLst>
                <a:path w="49529" h="40639">
                  <a:moveTo>
                    <a:pt x="49529" y="0"/>
                  </a:moveTo>
                  <a:lnTo>
                    <a:pt x="0" y="0"/>
                  </a:lnTo>
                  <a:lnTo>
                    <a:pt x="0" y="40640"/>
                  </a:lnTo>
                  <a:lnTo>
                    <a:pt x="49529" y="40640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A2C2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0" name="object 1190"/>
            <p:cNvSpPr/>
            <p:nvPr/>
          </p:nvSpPr>
          <p:spPr>
            <a:xfrm>
              <a:off x="6019800" y="4932679"/>
              <a:ext cx="49530" cy="40640"/>
            </a:xfrm>
            <a:custGeom>
              <a:avLst/>
              <a:gdLst/>
              <a:ahLst/>
              <a:cxnLst/>
              <a:rect l="l" t="t" r="r" b="b"/>
              <a:pathLst>
                <a:path w="49529" h="40639">
                  <a:moveTo>
                    <a:pt x="49529" y="0"/>
                  </a:moveTo>
                  <a:lnTo>
                    <a:pt x="0" y="0"/>
                  </a:lnTo>
                  <a:lnTo>
                    <a:pt x="0" y="40640"/>
                  </a:lnTo>
                  <a:lnTo>
                    <a:pt x="49529" y="40640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A1C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1" name="object 1191"/>
            <p:cNvSpPr/>
            <p:nvPr/>
          </p:nvSpPr>
          <p:spPr>
            <a:xfrm>
              <a:off x="6019800" y="4973319"/>
              <a:ext cx="49530" cy="40640"/>
            </a:xfrm>
            <a:custGeom>
              <a:avLst/>
              <a:gdLst/>
              <a:ahLst/>
              <a:cxnLst/>
              <a:rect l="l" t="t" r="r" b="b"/>
              <a:pathLst>
                <a:path w="49529" h="40639">
                  <a:moveTo>
                    <a:pt x="49529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49529" y="40639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A0C0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2" name="object 1192"/>
            <p:cNvSpPr/>
            <p:nvPr/>
          </p:nvSpPr>
          <p:spPr>
            <a:xfrm>
              <a:off x="6019800" y="5013959"/>
              <a:ext cx="49530" cy="41910"/>
            </a:xfrm>
            <a:custGeom>
              <a:avLst/>
              <a:gdLst/>
              <a:ahLst/>
              <a:cxnLst/>
              <a:rect l="l" t="t" r="r" b="b"/>
              <a:pathLst>
                <a:path w="49529" h="41910">
                  <a:moveTo>
                    <a:pt x="49529" y="0"/>
                  </a:moveTo>
                  <a:lnTo>
                    <a:pt x="0" y="0"/>
                  </a:lnTo>
                  <a:lnTo>
                    <a:pt x="0" y="41909"/>
                  </a:lnTo>
                  <a:lnTo>
                    <a:pt x="49529" y="41909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9FC0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3" name="object 1193"/>
            <p:cNvSpPr/>
            <p:nvPr/>
          </p:nvSpPr>
          <p:spPr>
            <a:xfrm>
              <a:off x="6019800" y="5055869"/>
              <a:ext cx="49530" cy="40640"/>
            </a:xfrm>
            <a:custGeom>
              <a:avLst/>
              <a:gdLst/>
              <a:ahLst/>
              <a:cxnLst/>
              <a:rect l="l" t="t" r="r" b="b"/>
              <a:pathLst>
                <a:path w="49529" h="40639">
                  <a:moveTo>
                    <a:pt x="49529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49529" y="40639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9EBF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4" name="object 1194"/>
            <p:cNvSpPr/>
            <p:nvPr/>
          </p:nvSpPr>
          <p:spPr>
            <a:xfrm>
              <a:off x="6019800" y="5096509"/>
              <a:ext cx="49530" cy="40640"/>
            </a:xfrm>
            <a:custGeom>
              <a:avLst/>
              <a:gdLst/>
              <a:ahLst/>
              <a:cxnLst/>
              <a:rect l="l" t="t" r="r" b="b"/>
              <a:pathLst>
                <a:path w="49529" h="40639">
                  <a:moveTo>
                    <a:pt x="49529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49529" y="40639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9DBE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5" name="object 1195"/>
            <p:cNvSpPr/>
            <p:nvPr/>
          </p:nvSpPr>
          <p:spPr>
            <a:xfrm>
              <a:off x="6019800" y="5137150"/>
              <a:ext cx="49530" cy="40640"/>
            </a:xfrm>
            <a:custGeom>
              <a:avLst/>
              <a:gdLst/>
              <a:ahLst/>
              <a:cxnLst/>
              <a:rect l="l" t="t" r="r" b="b"/>
              <a:pathLst>
                <a:path w="49529" h="40639">
                  <a:moveTo>
                    <a:pt x="49529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49529" y="40639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9CBE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6" name="object 1196"/>
            <p:cNvSpPr/>
            <p:nvPr/>
          </p:nvSpPr>
          <p:spPr>
            <a:xfrm>
              <a:off x="6019800" y="5177789"/>
              <a:ext cx="49530" cy="40640"/>
            </a:xfrm>
            <a:custGeom>
              <a:avLst/>
              <a:gdLst/>
              <a:ahLst/>
              <a:cxnLst/>
              <a:rect l="l" t="t" r="r" b="b"/>
              <a:pathLst>
                <a:path w="49529" h="40639">
                  <a:moveTo>
                    <a:pt x="49529" y="0"/>
                  </a:moveTo>
                  <a:lnTo>
                    <a:pt x="0" y="0"/>
                  </a:lnTo>
                  <a:lnTo>
                    <a:pt x="0" y="40640"/>
                  </a:lnTo>
                  <a:lnTo>
                    <a:pt x="49529" y="40640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9BBD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7" name="object 1197"/>
            <p:cNvSpPr/>
            <p:nvPr/>
          </p:nvSpPr>
          <p:spPr>
            <a:xfrm>
              <a:off x="6019800" y="5218429"/>
              <a:ext cx="49530" cy="41910"/>
            </a:xfrm>
            <a:custGeom>
              <a:avLst/>
              <a:gdLst/>
              <a:ahLst/>
              <a:cxnLst/>
              <a:rect l="l" t="t" r="r" b="b"/>
              <a:pathLst>
                <a:path w="49529" h="41910">
                  <a:moveTo>
                    <a:pt x="49529" y="0"/>
                  </a:moveTo>
                  <a:lnTo>
                    <a:pt x="0" y="0"/>
                  </a:lnTo>
                  <a:lnTo>
                    <a:pt x="0" y="41910"/>
                  </a:lnTo>
                  <a:lnTo>
                    <a:pt x="49529" y="41910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9AB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8" name="object 1198"/>
            <p:cNvSpPr/>
            <p:nvPr/>
          </p:nvSpPr>
          <p:spPr>
            <a:xfrm>
              <a:off x="6019800" y="5260339"/>
              <a:ext cx="49530" cy="40640"/>
            </a:xfrm>
            <a:custGeom>
              <a:avLst/>
              <a:gdLst/>
              <a:ahLst/>
              <a:cxnLst/>
              <a:rect l="l" t="t" r="r" b="b"/>
              <a:pathLst>
                <a:path w="49529" h="40639">
                  <a:moveTo>
                    <a:pt x="49529" y="0"/>
                  </a:moveTo>
                  <a:lnTo>
                    <a:pt x="0" y="0"/>
                  </a:lnTo>
                  <a:lnTo>
                    <a:pt x="0" y="40640"/>
                  </a:lnTo>
                  <a:lnTo>
                    <a:pt x="49529" y="40640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99B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9" name="object 1199"/>
            <p:cNvSpPr/>
            <p:nvPr/>
          </p:nvSpPr>
          <p:spPr>
            <a:xfrm>
              <a:off x="6019800" y="5300979"/>
              <a:ext cx="49530" cy="40640"/>
            </a:xfrm>
            <a:custGeom>
              <a:avLst/>
              <a:gdLst/>
              <a:ahLst/>
              <a:cxnLst/>
              <a:rect l="l" t="t" r="r" b="b"/>
              <a:pathLst>
                <a:path w="49529" h="40639">
                  <a:moveTo>
                    <a:pt x="49529" y="0"/>
                  </a:moveTo>
                  <a:lnTo>
                    <a:pt x="0" y="0"/>
                  </a:lnTo>
                  <a:lnTo>
                    <a:pt x="0" y="40640"/>
                  </a:lnTo>
                  <a:lnTo>
                    <a:pt x="49529" y="40640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99BB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0" name="object 1200"/>
            <p:cNvSpPr/>
            <p:nvPr/>
          </p:nvSpPr>
          <p:spPr>
            <a:xfrm>
              <a:off x="6019800" y="5341619"/>
              <a:ext cx="49530" cy="40640"/>
            </a:xfrm>
            <a:custGeom>
              <a:avLst/>
              <a:gdLst/>
              <a:ahLst/>
              <a:cxnLst/>
              <a:rect l="l" t="t" r="r" b="b"/>
              <a:pathLst>
                <a:path w="49529" h="40639">
                  <a:moveTo>
                    <a:pt x="49529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49529" y="40639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97BA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1" name="object 1201"/>
            <p:cNvSpPr/>
            <p:nvPr/>
          </p:nvSpPr>
          <p:spPr>
            <a:xfrm>
              <a:off x="6019800" y="5382259"/>
              <a:ext cx="49530" cy="41910"/>
            </a:xfrm>
            <a:custGeom>
              <a:avLst/>
              <a:gdLst/>
              <a:ahLst/>
              <a:cxnLst/>
              <a:rect l="l" t="t" r="r" b="b"/>
              <a:pathLst>
                <a:path w="49529" h="41910">
                  <a:moveTo>
                    <a:pt x="49529" y="0"/>
                  </a:moveTo>
                  <a:lnTo>
                    <a:pt x="0" y="0"/>
                  </a:lnTo>
                  <a:lnTo>
                    <a:pt x="0" y="41909"/>
                  </a:lnTo>
                  <a:lnTo>
                    <a:pt x="49529" y="41909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96BA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2" name="object 1202"/>
            <p:cNvSpPr/>
            <p:nvPr/>
          </p:nvSpPr>
          <p:spPr>
            <a:xfrm>
              <a:off x="6019800" y="5424169"/>
              <a:ext cx="49530" cy="40640"/>
            </a:xfrm>
            <a:custGeom>
              <a:avLst/>
              <a:gdLst/>
              <a:ahLst/>
              <a:cxnLst/>
              <a:rect l="l" t="t" r="r" b="b"/>
              <a:pathLst>
                <a:path w="49529" h="40639">
                  <a:moveTo>
                    <a:pt x="49529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49529" y="40639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95B9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3" name="object 1203"/>
            <p:cNvSpPr/>
            <p:nvPr/>
          </p:nvSpPr>
          <p:spPr>
            <a:xfrm>
              <a:off x="6019800" y="5464809"/>
              <a:ext cx="49530" cy="40640"/>
            </a:xfrm>
            <a:custGeom>
              <a:avLst/>
              <a:gdLst/>
              <a:ahLst/>
              <a:cxnLst/>
              <a:rect l="l" t="t" r="r" b="b"/>
              <a:pathLst>
                <a:path w="49529" h="40639">
                  <a:moveTo>
                    <a:pt x="49529" y="0"/>
                  </a:moveTo>
                  <a:lnTo>
                    <a:pt x="0" y="0"/>
                  </a:lnTo>
                  <a:lnTo>
                    <a:pt x="0" y="35559"/>
                  </a:lnTo>
                  <a:lnTo>
                    <a:pt x="46989" y="35559"/>
                  </a:lnTo>
                  <a:lnTo>
                    <a:pt x="46989" y="34289"/>
                  </a:lnTo>
                  <a:lnTo>
                    <a:pt x="48260" y="34289"/>
                  </a:lnTo>
                  <a:lnTo>
                    <a:pt x="48260" y="33019"/>
                  </a:lnTo>
                  <a:lnTo>
                    <a:pt x="49529" y="33019"/>
                  </a:lnTo>
                  <a:lnTo>
                    <a:pt x="49529" y="0"/>
                  </a:lnTo>
                  <a:close/>
                </a:path>
                <a:path w="49529" h="40639">
                  <a:moveTo>
                    <a:pt x="4572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44450" y="38099"/>
                  </a:lnTo>
                  <a:lnTo>
                    <a:pt x="44450" y="36829"/>
                  </a:lnTo>
                  <a:lnTo>
                    <a:pt x="45720" y="36829"/>
                  </a:lnTo>
                  <a:lnTo>
                    <a:pt x="45720" y="35559"/>
                  </a:lnTo>
                  <a:close/>
                </a:path>
                <a:path w="49529" h="40639">
                  <a:moveTo>
                    <a:pt x="43179" y="38100"/>
                  </a:moveTo>
                  <a:lnTo>
                    <a:pt x="0" y="38100"/>
                  </a:lnTo>
                  <a:lnTo>
                    <a:pt x="0" y="40639"/>
                  </a:lnTo>
                  <a:lnTo>
                    <a:pt x="41910" y="40639"/>
                  </a:lnTo>
                  <a:lnTo>
                    <a:pt x="41910" y="39369"/>
                  </a:lnTo>
                  <a:lnTo>
                    <a:pt x="43179" y="39369"/>
                  </a:lnTo>
                  <a:lnTo>
                    <a:pt x="43179" y="38100"/>
                  </a:lnTo>
                  <a:close/>
                </a:path>
              </a:pathLst>
            </a:custGeom>
            <a:solidFill>
              <a:srgbClr val="94B8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4" name="object 1204"/>
            <p:cNvSpPr/>
            <p:nvPr/>
          </p:nvSpPr>
          <p:spPr>
            <a:xfrm>
              <a:off x="6019800" y="5505450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4063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40639" y="1269"/>
                  </a:lnTo>
                  <a:lnTo>
                    <a:pt x="40639" y="0"/>
                  </a:lnTo>
                  <a:close/>
                </a:path>
                <a:path w="40639" h="40639">
                  <a:moveTo>
                    <a:pt x="3937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100" y="3809"/>
                  </a:lnTo>
                  <a:lnTo>
                    <a:pt x="38100" y="2540"/>
                  </a:lnTo>
                  <a:lnTo>
                    <a:pt x="39370" y="2540"/>
                  </a:lnTo>
                  <a:lnTo>
                    <a:pt x="39370" y="1270"/>
                  </a:lnTo>
                  <a:close/>
                </a:path>
                <a:path w="40639" h="40639">
                  <a:moveTo>
                    <a:pt x="36829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4289" y="7619"/>
                  </a:lnTo>
                  <a:lnTo>
                    <a:pt x="34289" y="6350"/>
                  </a:lnTo>
                  <a:lnTo>
                    <a:pt x="35560" y="6350"/>
                  </a:lnTo>
                  <a:lnTo>
                    <a:pt x="35560" y="5080"/>
                  </a:lnTo>
                  <a:lnTo>
                    <a:pt x="36829" y="5080"/>
                  </a:lnTo>
                  <a:lnTo>
                    <a:pt x="36829" y="3810"/>
                  </a:lnTo>
                  <a:close/>
                </a:path>
                <a:path w="40639" h="40639">
                  <a:moveTo>
                    <a:pt x="33020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1750" y="10159"/>
                  </a:lnTo>
                  <a:lnTo>
                    <a:pt x="31750" y="8890"/>
                  </a:lnTo>
                  <a:lnTo>
                    <a:pt x="33020" y="8890"/>
                  </a:lnTo>
                  <a:lnTo>
                    <a:pt x="33020" y="7620"/>
                  </a:lnTo>
                  <a:close/>
                </a:path>
                <a:path w="40639" h="40639">
                  <a:moveTo>
                    <a:pt x="30479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27939" y="13969"/>
                  </a:lnTo>
                  <a:lnTo>
                    <a:pt x="27939" y="12700"/>
                  </a:lnTo>
                  <a:lnTo>
                    <a:pt x="29210" y="12700"/>
                  </a:lnTo>
                  <a:lnTo>
                    <a:pt x="29210" y="11430"/>
                  </a:lnTo>
                  <a:lnTo>
                    <a:pt x="30479" y="11430"/>
                  </a:lnTo>
                  <a:lnTo>
                    <a:pt x="30479" y="10160"/>
                  </a:lnTo>
                  <a:close/>
                </a:path>
                <a:path w="40639" h="40639">
                  <a:moveTo>
                    <a:pt x="26670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25400" y="16509"/>
                  </a:lnTo>
                  <a:lnTo>
                    <a:pt x="25400" y="15240"/>
                  </a:lnTo>
                  <a:lnTo>
                    <a:pt x="26670" y="15240"/>
                  </a:lnTo>
                  <a:lnTo>
                    <a:pt x="26670" y="13970"/>
                  </a:lnTo>
                  <a:close/>
                </a:path>
                <a:path w="40639" h="40639">
                  <a:moveTo>
                    <a:pt x="24129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21589" y="20319"/>
                  </a:lnTo>
                  <a:lnTo>
                    <a:pt x="21589" y="19050"/>
                  </a:lnTo>
                  <a:lnTo>
                    <a:pt x="22860" y="19050"/>
                  </a:lnTo>
                  <a:lnTo>
                    <a:pt x="22860" y="17780"/>
                  </a:lnTo>
                  <a:lnTo>
                    <a:pt x="24129" y="17780"/>
                  </a:lnTo>
                  <a:lnTo>
                    <a:pt x="24129" y="16510"/>
                  </a:lnTo>
                  <a:close/>
                </a:path>
                <a:path w="40639" h="40639">
                  <a:moveTo>
                    <a:pt x="20320" y="20320"/>
                  </a:moveTo>
                  <a:lnTo>
                    <a:pt x="0" y="20320"/>
                  </a:lnTo>
                  <a:lnTo>
                    <a:pt x="0" y="22859"/>
                  </a:lnTo>
                  <a:lnTo>
                    <a:pt x="19050" y="22859"/>
                  </a:lnTo>
                  <a:lnTo>
                    <a:pt x="19050" y="21590"/>
                  </a:lnTo>
                  <a:lnTo>
                    <a:pt x="20320" y="21590"/>
                  </a:lnTo>
                  <a:lnTo>
                    <a:pt x="20320" y="20320"/>
                  </a:lnTo>
                  <a:close/>
                </a:path>
                <a:path w="40639" h="40639">
                  <a:moveTo>
                    <a:pt x="17779" y="22860"/>
                  </a:moveTo>
                  <a:lnTo>
                    <a:pt x="0" y="22860"/>
                  </a:lnTo>
                  <a:lnTo>
                    <a:pt x="0" y="26669"/>
                  </a:lnTo>
                  <a:lnTo>
                    <a:pt x="15239" y="26669"/>
                  </a:lnTo>
                  <a:lnTo>
                    <a:pt x="15239" y="25400"/>
                  </a:lnTo>
                  <a:lnTo>
                    <a:pt x="16510" y="25400"/>
                  </a:lnTo>
                  <a:lnTo>
                    <a:pt x="16510" y="24130"/>
                  </a:lnTo>
                  <a:lnTo>
                    <a:pt x="17779" y="24130"/>
                  </a:lnTo>
                  <a:lnTo>
                    <a:pt x="17779" y="22860"/>
                  </a:lnTo>
                  <a:close/>
                </a:path>
                <a:path w="40639" h="40639">
                  <a:moveTo>
                    <a:pt x="13970" y="26670"/>
                  </a:moveTo>
                  <a:lnTo>
                    <a:pt x="0" y="26670"/>
                  </a:lnTo>
                  <a:lnTo>
                    <a:pt x="0" y="29209"/>
                  </a:lnTo>
                  <a:lnTo>
                    <a:pt x="12700" y="29209"/>
                  </a:lnTo>
                  <a:lnTo>
                    <a:pt x="12700" y="27940"/>
                  </a:lnTo>
                  <a:lnTo>
                    <a:pt x="13970" y="27940"/>
                  </a:lnTo>
                  <a:lnTo>
                    <a:pt x="13970" y="26670"/>
                  </a:lnTo>
                  <a:close/>
                </a:path>
                <a:path w="40639" h="40639">
                  <a:moveTo>
                    <a:pt x="11429" y="29210"/>
                  </a:moveTo>
                  <a:lnTo>
                    <a:pt x="0" y="29210"/>
                  </a:lnTo>
                  <a:lnTo>
                    <a:pt x="0" y="33019"/>
                  </a:lnTo>
                  <a:lnTo>
                    <a:pt x="8889" y="33019"/>
                  </a:lnTo>
                  <a:lnTo>
                    <a:pt x="8889" y="31750"/>
                  </a:lnTo>
                  <a:lnTo>
                    <a:pt x="10160" y="31750"/>
                  </a:lnTo>
                  <a:lnTo>
                    <a:pt x="10160" y="30480"/>
                  </a:lnTo>
                  <a:lnTo>
                    <a:pt x="11429" y="30480"/>
                  </a:lnTo>
                  <a:lnTo>
                    <a:pt x="11429" y="29210"/>
                  </a:lnTo>
                  <a:close/>
                </a:path>
                <a:path w="40639" h="40639">
                  <a:moveTo>
                    <a:pt x="7620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6350" y="35559"/>
                  </a:lnTo>
                  <a:lnTo>
                    <a:pt x="6350" y="34290"/>
                  </a:lnTo>
                  <a:lnTo>
                    <a:pt x="7620" y="34290"/>
                  </a:lnTo>
                  <a:lnTo>
                    <a:pt x="7620" y="33020"/>
                  </a:lnTo>
                  <a:close/>
                </a:path>
                <a:path w="40639" h="40639">
                  <a:moveTo>
                    <a:pt x="5079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2539" y="39369"/>
                  </a:lnTo>
                  <a:lnTo>
                    <a:pt x="2539" y="38100"/>
                  </a:lnTo>
                  <a:lnTo>
                    <a:pt x="3810" y="38100"/>
                  </a:lnTo>
                  <a:lnTo>
                    <a:pt x="3810" y="36830"/>
                  </a:lnTo>
                  <a:lnTo>
                    <a:pt x="5079" y="36830"/>
                  </a:lnTo>
                  <a:lnTo>
                    <a:pt x="5079" y="35560"/>
                  </a:lnTo>
                  <a:close/>
                </a:path>
                <a:path w="40639" h="40639">
                  <a:moveTo>
                    <a:pt x="1270" y="39370"/>
                  </a:moveTo>
                  <a:lnTo>
                    <a:pt x="0" y="39370"/>
                  </a:lnTo>
                  <a:lnTo>
                    <a:pt x="0" y="40640"/>
                  </a:lnTo>
                  <a:lnTo>
                    <a:pt x="1270" y="40640"/>
                  </a:lnTo>
                  <a:lnTo>
                    <a:pt x="1270" y="39370"/>
                  </a:lnTo>
                  <a:close/>
                </a:path>
              </a:pathLst>
            </a:custGeom>
            <a:solidFill>
              <a:srgbClr val="93B8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05" name="object 1205"/>
          <p:cNvSpPr txBox="1"/>
          <p:nvPr/>
        </p:nvSpPr>
        <p:spPr>
          <a:xfrm>
            <a:off x="6145529" y="3765550"/>
            <a:ext cx="970280" cy="600710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85090" marR="5080" indent="-72390" algn="just">
              <a:lnSpc>
                <a:spcPct val="84800"/>
              </a:lnSpc>
              <a:spcBef>
                <a:spcPts val="355"/>
              </a:spcBef>
            </a:pPr>
            <a:r>
              <a:rPr sz="1400" b="1" spc="-20" dirty="0">
                <a:latin typeface="Arial"/>
                <a:cs typeface="Arial"/>
              </a:rPr>
              <a:t>Replication </a:t>
            </a:r>
            <a:r>
              <a:rPr sz="1400" dirty="0">
                <a:latin typeface="Arial"/>
                <a:cs typeface="Arial"/>
              </a:rPr>
              <a:t>Rapid</a:t>
            </a:r>
            <a:r>
              <a:rPr sz="1400" spc="-85" dirty="0">
                <a:latin typeface="Arial"/>
                <a:cs typeface="Arial"/>
              </a:rPr>
              <a:t> </a:t>
            </a:r>
            <a:r>
              <a:rPr sz="1400" spc="-20" dirty="0">
                <a:latin typeface="Arial"/>
                <a:cs typeface="Arial"/>
              </a:rPr>
              <a:t>data </a:t>
            </a:r>
            <a:r>
              <a:rPr sz="1400" spc="-10" dirty="0">
                <a:latin typeface="Arial"/>
                <a:cs typeface="Arial"/>
              </a:rPr>
              <a:t>recovery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1206" name="object 1206"/>
          <p:cNvGrpSpPr/>
          <p:nvPr/>
        </p:nvGrpSpPr>
        <p:grpSpPr>
          <a:xfrm>
            <a:off x="7237730" y="1522730"/>
            <a:ext cx="1221740" cy="4023360"/>
            <a:chOff x="7237730" y="1522730"/>
            <a:chExt cx="1221740" cy="4023360"/>
          </a:xfrm>
        </p:grpSpPr>
        <p:sp>
          <p:nvSpPr>
            <p:cNvPr id="1207" name="object 1207"/>
            <p:cNvSpPr/>
            <p:nvPr/>
          </p:nvSpPr>
          <p:spPr>
            <a:xfrm>
              <a:off x="7237730" y="1522729"/>
              <a:ext cx="1221740" cy="179070"/>
            </a:xfrm>
            <a:custGeom>
              <a:avLst/>
              <a:gdLst/>
              <a:ahLst/>
              <a:cxnLst/>
              <a:rect l="l" t="t" r="r" b="b"/>
              <a:pathLst>
                <a:path w="1221740" h="179069">
                  <a:moveTo>
                    <a:pt x="1221740" y="0"/>
                  </a:moveTo>
                  <a:lnTo>
                    <a:pt x="0" y="0"/>
                  </a:lnTo>
                  <a:lnTo>
                    <a:pt x="0" y="90170"/>
                  </a:lnTo>
                  <a:lnTo>
                    <a:pt x="0" y="179070"/>
                  </a:lnTo>
                  <a:lnTo>
                    <a:pt x="1221740" y="179070"/>
                  </a:lnTo>
                  <a:lnTo>
                    <a:pt x="1221740" y="90170"/>
                  </a:lnTo>
                  <a:lnTo>
                    <a:pt x="1221740" y="0"/>
                  </a:lnTo>
                  <a:close/>
                </a:path>
              </a:pathLst>
            </a:custGeom>
            <a:solidFill>
              <a:srgbClr val="EBEF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8" name="object 1208"/>
            <p:cNvSpPr/>
            <p:nvPr/>
          </p:nvSpPr>
          <p:spPr>
            <a:xfrm>
              <a:off x="7237730" y="1701800"/>
              <a:ext cx="1221740" cy="90170"/>
            </a:xfrm>
            <a:custGeom>
              <a:avLst/>
              <a:gdLst/>
              <a:ahLst/>
              <a:cxnLst/>
              <a:rect l="l" t="t" r="r" b="b"/>
              <a:pathLst>
                <a:path w="1221740" h="90169">
                  <a:moveTo>
                    <a:pt x="1221740" y="0"/>
                  </a:moveTo>
                  <a:lnTo>
                    <a:pt x="0" y="0"/>
                  </a:lnTo>
                  <a:lnTo>
                    <a:pt x="0" y="90170"/>
                  </a:lnTo>
                  <a:lnTo>
                    <a:pt x="1221740" y="90170"/>
                  </a:lnTo>
                  <a:lnTo>
                    <a:pt x="1221740" y="0"/>
                  </a:lnTo>
                  <a:close/>
                </a:path>
              </a:pathLst>
            </a:custGeom>
            <a:solidFill>
              <a:srgbClr val="EAEE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9" name="object 1209"/>
            <p:cNvSpPr/>
            <p:nvPr/>
          </p:nvSpPr>
          <p:spPr>
            <a:xfrm>
              <a:off x="7237730" y="1791970"/>
              <a:ext cx="1221740" cy="88900"/>
            </a:xfrm>
            <a:custGeom>
              <a:avLst/>
              <a:gdLst/>
              <a:ahLst/>
              <a:cxnLst/>
              <a:rect l="l" t="t" r="r" b="b"/>
              <a:pathLst>
                <a:path w="1221740" h="88900">
                  <a:moveTo>
                    <a:pt x="1221740" y="0"/>
                  </a:moveTo>
                  <a:lnTo>
                    <a:pt x="0" y="0"/>
                  </a:lnTo>
                  <a:lnTo>
                    <a:pt x="0" y="88900"/>
                  </a:lnTo>
                  <a:lnTo>
                    <a:pt x="1221740" y="88900"/>
                  </a:lnTo>
                  <a:lnTo>
                    <a:pt x="1221740" y="0"/>
                  </a:lnTo>
                  <a:close/>
                </a:path>
              </a:pathLst>
            </a:custGeom>
            <a:solidFill>
              <a:srgbClr val="E9ED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0" name="object 1210"/>
            <p:cNvSpPr/>
            <p:nvPr/>
          </p:nvSpPr>
          <p:spPr>
            <a:xfrm>
              <a:off x="7237730" y="1880870"/>
              <a:ext cx="1221740" cy="88900"/>
            </a:xfrm>
            <a:custGeom>
              <a:avLst/>
              <a:gdLst/>
              <a:ahLst/>
              <a:cxnLst/>
              <a:rect l="l" t="t" r="r" b="b"/>
              <a:pathLst>
                <a:path w="1221740" h="88900">
                  <a:moveTo>
                    <a:pt x="1221740" y="0"/>
                  </a:moveTo>
                  <a:lnTo>
                    <a:pt x="0" y="0"/>
                  </a:lnTo>
                  <a:lnTo>
                    <a:pt x="0" y="88900"/>
                  </a:lnTo>
                  <a:lnTo>
                    <a:pt x="1221740" y="88900"/>
                  </a:lnTo>
                  <a:lnTo>
                    <a:pt x="1221740" y="0"/>
                  </a:lnTo>
                  <a:close/>
                </a:path>
              </a:pathLst>
            </a:custGeom>
            <a:solidFill>
              <a:srgbClr val="E8EC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1" name="object 1211"/>
            <p:cNvSpPr/>
            <p:nvPr/>
          </p:nvSpPr>
          <p:spPr>
            <a:xfrm>
              <a:off x="7237730" y="1969770"/>
              <a:ext cx="1221740" cy="90170"/>
            </a:xfrm>
            <a:custGeom>
              <a:avLst/>
              <a:gdLst/>
              <a:ahLst/>
              <a:cxnLst/>
              <a:rect l="l" t="t" r="r" b="b"/>
              <a:pathLst>
                <a:path w="1221740" h="90169">
                  <a:moveTo>
                    <a:pt x="1221740" y="0"/>
                  </a:moveTo>
                  <a:lnTo>
                    <a:pt x="0" y="0"/>
                  </a:lnTo>
                  <a:lnTo>
                    <a:pt x="0" y="90169"/>
                  </a:lnTo>
                  <a:lnTo>
                    <a:pt x="1221740" y="90169"/>
                  </a:lnTo>
                  <a:lnTo>
                    <a:pt x="1221740" y="0"/>
                  </a:lnTo>
                  <a:close/>
                </a:path>
              </a:pathLst>
            </a:custGeom>
            <a:solidFill>
              <a:srgbClr val="E7ECF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2" name="object 1212"/>
            <p:cNvSpPr/>
            <p:nvPr/>
          </p:nvSpPr>
          <p:spPr>
            <a:xfrm>
              <a:off x="7237730" y="2059940"/>
              <a:ext cx="1221740" cy="88900"/>
            </a:xfrm>
            <a:custGeom>
              <a:avLst/>
              <a:gdLst/>
              <a:ahLst/>
              <a:cxnLst/>
              <a:rect l="l" t="t" r="r" b="b"/>
              <a:pathLst>
                <a:path w="1221740" h="88900">
                  <a:moveTo>
                    <a:pt x="1221740" y="0"/>
                  </a:moveTo>
                  <a:lnTo>
                    <a:pt x="0" y="0"/>
                  </a:lnTo>
                  <a:lnTo>
                    <a:pt x="0" y="88900"/>
                  </a:lnTo>
                  <a:lnTo>
                    <a:pt x="1221740" y="88900"/>
                  </a:lnTo>
                  <a:lnTo>
                    <a:pt x="1221740" y="0"/>
                  </a:lnTo>
                  <a:close/>
                </a:path>
              </a:pathLst>
            </a:custGeom>
            <a:solidFill>
              <a:srgbClr val="E6EBF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3" name="object 1213"/>
            <p:cNvSpPr/>
            <p:nvPr/>
          </p:nvSpPr>
          <p:spPr>
            <a:xfrm>
              <a:off x="7237730" y="2148840"/>
              <a:ext cx="1221740" cy="88900"/>
            </a:xfrm>
            <a:custGeom>
              <a:avLst/>
              <a:gdLst/>
              <a:ahLst/>
              <a:cxnLst/>
              <a:rect l="l" t="t" r="r" b="b"/>
              <a:pathLst>
                <a:path w="1221740" h="88900">
                  <a:moveTo>
                    <a:pt x="1221740" y="0"/>
                  </a:moveTo>
                  <a:lnTo>
                    <a:pt x="0" y="0"/>
                  </a:lnTo>
                  <a:lnTo>
                    <a:pt x="0" y="88900"/>
                  </a:lnTo>
                  <a:lnTo>
                    <a:pt x="1221740" y="88900"/>
                  </a:lnTo>
                  <a:lnTo>
                    <a:pt x="1221740" y="0"/>
                  </a:lnTo>
                  <a:close/>
                </a:path>
              </a:pathLst>
            </a:custGeom>
            <a:solidFill>
              <a:srgbClr val="E5EA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4" name="object 1214"/>
            <p:cNvSpPr/>
            <p:nvPr/>
          </p:nvSpPr>
          <p:spPr>
            <a:xfrm>
              <a:off x="7237730" y="2237740"/>
              <a:ext cx="1221740" cy="90170"/>
            </a:xfrm>
            <a:custGeom>
              <a:avLst/>
              <a:gdLst/>
              <a:ahLst/>
              <a:cxnLst/>
              <a:rect l="l" t="t" r="r" b="b"/>
              <a:pathLst>
                <a:path w="1221740" h="90169">
                  <a:moveTo>
                    <a:pt x="1221740" y="0"/>
                  </a:moveTo>
                  <a:lnTo>
                    <a:pt x="0" y="0"/>
                  </a:lnTo>
                  <a:lnTo>
                    <a:pt x="0" y="90170"/>
                  </a:lnTo>
                  <a:lnTo>
                    <a:pt x="1221740" y="90170"/>
                  </a:lnTo>
                  <a:lnTo>
                    <a:pt x="1221740" y="0"/>
                  </a:lnTo>
                  <a:close/>
                </a:path>
              </a:pathLst>
            </a:custGeom>
            <a:solidFill>
              <a:srgbClr val="E4E9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5" name="object 1215"/>
            <p:cNvSpPr/>
            <p:nvPr/>
          </p:nvSpPr>
          <p:spPr>
            <a:xfrm>
              <a:off x="7237730" y="2327910"/>
              <a:ext cx="1221740" cy="88900"/>
            </a:xfrm>
            <a:custGeom>
              <a:avLst/>
              <a:gdLst/>
              <a:ahLst/>
              <a:cxnLst/>
              <a:rect l="l" t="t" r="r" b="b"/>
              <a:pathLst>
                <a:path w="1221740" h="88900">
                  <a:moveTo>
                    <a:pt x="1221740" y="0"/>
                  </a:moveTo>
                  <a:lnTo>
                    <a:pt x="0" y="0"/>
                  </a:lnTo>
                  <a:lnTo>
                    <a:pt x="0" y="88900"/>
                  </a:lnTo>
                  <a:lnTo>
                    <a:pt x="1221740" y="88900"/>
                  </a:lnTo>
                  <a:lnTo>
                    <a:pt x="1221740" y="0"/>
                  </a:lnTo>
                  <a:close/>
                </a:path>
              </a:pathLst>
            </a:custGeom>
            <a:solidFill>
              <a:srgbClr val="E3E8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6" name="object 1216"/>
            <p:cNvSpPr/>
            <p:nvPr/>
          </p:nvSpPr>
          <p:spPr>
            <a:xfrm>
              <a:off x="7237730" y="2416810"/>
              <a:ext cx="1221740" cy="88900"/>
            </a:xfrm>
            <a:custGeom>
              <a:avLst/>
              <a:gdLst/>
              <a:ahLst/>
              <a:cxnLst/>
              <a:rect l="l" t="t" r="r" b="b"/>
              <a:pathLst>
                <a:path w="1221740" h="88900">
                  <a:moveTo>
                    <a:pt x="1221740" y="0"/>
                  </a:moveTo>
                  <a:lnTo>
                    <a:pt x="0" y="0"/>
                  </a:lnTo>
                  <a:lnTo>
                    <a:pt x="0" y="88900"/>
                  </a:lnTo>
                  <a:lnTo>
                    <a:pt x="1221740" y="88900"/>
                  </a:lnTo>
                  <a:lnTo>
                    <a:pt x="1221740" y="0"/>
                  </a:lnTo>
                  <a:close/>
                </a:path>
              </a:pathLst>
            </a:custGeom>
            <a:solidFill>
              <a:srgbClr val="E2E8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7" name="object 1217"/>
            <p:cNvSpPr/>
            <p:nvPr/>
          </p:nvSpPr>
          <p:spPr>
            <a:xfrm>
              <a:off x="7237730" y="2505710"/>
              <a:ext cx="1221740" cy="90170"/>
            </a:xfrm>
            <a:custGeom>
              <a:avLst/>
              <a:gdLst/>
              <a:ahLst/>
              <a:cxnLst/>
              <a:rect l="l" t="t" r="r" b="b"/>
              <a:pathLst>
                <a:path w="1221740" h="90169">
                  <a:moveTo>
                    <a:pt x="1221740" y="0"/>
                  </a:moveTo>
                  <a:lnTo>
                    <a:pt x="0" y="0"/>
                  </a:lnTo>
                  <a:lnTo>
                    <a:pt x="0" y="90169"/>
                  </a:lnTo>
                  <a:lnTo>
                    <a:pt x="1221740" y="90169"/>
                  </a:lnTo>
                  <a:lnTo>
                    <a:pt x="1221740" y="0"/>
                  </a:lnTo>
                  <a:close/>
                </a:path>
              </a:pathLst>
            </a:custGeom>
            <a:solidFill>
              <a:srgbClr val="E1E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8" name="object 1218"/>
            <p:cNvSpPr/>
            <p:nvPr/>
          </p:nvSpPr>
          <p:spPr>
            <a:xfrm>
              <a:off x="7237730" y="2595880"/>
              <a:ext cx="1221740" cy="88900"/>
            </a:xfrm>
            <a:custGeom>
              <a:avLst/>
              <a:gdLst/>
              <a:ahLst/>
              <a:cxnLst/>
              <a:rect l="l" t="t" r="r" b="b"/>
              <a:pathLst>
                <a:path w="1221740" h="88900">
                  <a:moveTo>
                    <a:pt x="1221740" y="0"/>
                  </a:moveTo>
                  <a:lnTo>
                    <a:pt x="0" y="0"/>
                  </a:lnTo>
                  <a:lnTo>
                    <a:pt x="0" y="88900"/>
                  </a:lnTo>
                  <a:lnTo>
                    <a:pt x="1221740" y="88900"/>
                  </a:lnTo>
                  <a:lnTo>
                    <a:pt x="1221740" y="0"/>
                  </a:lnTo>
                  <a:close/>
                </a:path>
              </a:pathLst>
            </a:custGeom>
            <a:solidFill>
              <a:srgbClr val="E0E6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9" name="object 1219"/>
            <p:cNvSpPr/>
            <p:nvPr/>
          </p:nvSpPr>
          <p:spPr>
            <a:xfrm>
              <a:off x="7237730" y="2684780"/>
              <a:ext cx="1221740" cy="90170"/>
            </a:xfrm>
            <a:custGeom>
              <a:avLst/>
              <a:gdLst/>
              <a:ahLst/>
              <a:cxnLst/>
              <a:rect l="l" t="t" r="r" b="b"/>
              <a:pathLst>
                <a:path w="1221740" h="90169">
                  <a:moveTo>
                    <a:pt x="1221740" y="0"/>
                  </a:moveTo>
                  <a:lnTo>
                    <a:pt x="0" y="0"/>
                  </a:lnTo>
                  <a:lnTo>
                    <a:pt x="0" y="90170"/>
                  </a:lnTo>
                  <a:lnTo>
                    <a:pt x="1221740" y="90170"/>
                  </a:lnTo>
                  <a:lnTo>
                    <a:pt x="1221740" y="0"/>
                  </a:lnTo>
                  <a:close/>
                </a:path>
              </a:pathLst>
            </a:custGeom>
            <a:solidFill>
              <a:srgbClr val="DFE5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0" name="object 1220"/>
            <p:cNvSpPr/>
            <p:nvPr/>
          </p:nvSpPr>
          <p:spPr>
            <a:xfrm>
              <a:off x="7237730" y="2774950"/>
              <a:ext cx="1221740" cy="88900"/>
            </a:xfrm>
            <a:custGeom>
              <a:avLst/>
              <a:gdLst/>
              <a:ahLst/>
              <a:cxnLst/>
              <a:rect l="l" t="t" r="r" b="b"/>
              <a:pathLst>
                <a:path w="1221740" h="88900">
                  <a:moveTo>
                    <a:pt x="1221740" y="0"/>
                  </a:moveTo>
                  <a:lnTo>
                    <a:pt x="0" y="0"/>
                  </a:lnTo>
                  <a:lnTo>
                    <a:pt x="0" y="88900"/>
                  </a:lnTo>
                  <a:lnTo>
                    <a:pt x="1221740" y="88900"/>
                  </a:lnTo>
                  <a:lnTo>
                    <a:pt x="1221740" y="0"/>
                  </a:lnTo>
                  <a:close/>
                </a:path>
              </a:pathLst>
            </a:custGeom>
            <a:solidFill>
              <a:srgbClr val="DEE5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1" name="object 1221"/>
            <p:cNvSpPr/>
            <p:nvPr/>
          </p:nvSpPr>
          <p:spPr>
            <a:xfrm>
              <a:off x="7237730" y="2863850"/>
              <a:ext cx="1221740" cy="90170"/>
            </a:xfrm>
            <a:custGeom>
              <a:avLst/>
              <a:gdLst/>
              <a:ahLst/>
              <a:cxnLst/>
              <a:rect l="l" t="t" r="r" b="b"/>
              <a:pathLst>
                <a:path w="1221740" h="90169">
                  <a:moveTo>
                    <a:pt x="1221740" y="0"/>
                  </a:moveTo>
                  <a:lnTo>
                    <a:pt x="0" y="0"/>
                  </a:lnTo>
                  <a:lnTo>
                    <a:pt x="0" y="90170"/>
                  </a:lnTo>
                  <a:lnTo>
                    <a:pt x="1221740" y="90170"/>
                  </a:lnTo>
                  <a:lnTo>
                    <a:pt x="1221740" y="0"/>
                  </a:lnTo>
                  <a:close/>
                </a:path>
              </a:pathLst>
            </a:custGeom>
            <a:solidFill>
              <a:srgbClr val="DDE4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2" name="object 1222"/>
            <p:cNvSpPr/>
            <p:nvPr/>
          </p:nvSpPr>
          <p:spPr>
            <a:xfrm>
              <a:off x="7237730" y="2954019"/>
              <a:ext cx="1221740" cy="88900"/>
            </a:xfrm>
            <a:custGeom>
              <a:avLst/>
              <a:gdLst/>
              <a:ahLst/>
              <a:cxnLst/>
              <a:rect l="l" t="t" r="r" b="b"/>
              <a:pathLst>
                <a:path w="1221740" h="88900">
                  <a:moveTo>
                    <a:pt x="1221740" y="0"/>
                  </a:moveTo>
                  <a:lnTo>
                    <a:pt x="0" y="0"/>
                  </a:lnTo>
                  <a:lnTo>
                    <a:pt x="0" y="88900"/>
                  </a:lnTo>
                  <a:lnTo>
                    <a:pt x="1221740" y="88900"/>
                  </a:lnTo>
                  <a:lnTo>
                    <a:pt x="1221740" y="0"/>
                  </a:lnTo>
                  <a:close/>
                </a:path>
              </a:pathLst>
            </a:custGeom>
            <a:solidFill>
              <a:srgbClr val="DCE3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3" name="object 1223"/>
            <p:cNvSpPr/>
            <p:nvPr/>
          </p:nvSpPr>
          <p:spPr>
            <a:xfrm>
              <a:off x="7237730" y="3042919"/>
              <a:ext cx="1221740" cy="88900"/>
            </a:xfrm>
            <a:custGeom>
              <a:avLst/>
              <a:gdLst/>
              <a:ahLst/>
              <a:cxnLst/>
              <a:rect l="l" t="t" r="r" b="b"/>
              <a:pathLst>
                <a:path w="1221740" h="88900">
                  <a:moveTo>
                    <a:pt x="1221740" y="0"/>
                  </a:moveTo>
                  <a:lnTo>
                    <a:pt x="0" y="0"/>
                  </a:lnTo>
                  <a:lnTo>
                    <a:pt x="0" y="88900"/>
                  </a:lnTo>
                  <a:lnTo>
                    <a:pt x="1221740" y="88900"/>
                  </a:lnTo>
                  <a:lnTo>
                    <a:pt x="1221740" y="0"/>
                  </a:lnTo>
                  <a:close/>
                </a:path>
              </a:pathLst>
            </a:custGeom>
            <a:solidFill>
              <a:srgbClr val="DBE2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4" name="object 1224"/>
            <p:cNvSpPr/>
            <p:nvPr/>
          </p:nvSpPr>
          <p:spPr>
            <a:xfrm>
              <a:off x="7237730" y="3131819"/>
              <a:ext cx="1221740" cy="90170"/>
            </a:xfrm>
            <a:custGeom>
              <a:avLst/>
              <a:gdLst/>
              <a:ahLst/>
              <a:cxnLst/>
              <a:rect l="l" t="t" r="r" b="b"/>
              <a:pathLst>
                <a:path w="1221740" h="90169">
                  <a:moveTo>
                    <a:pt x="1221740" y="0"/>
                  </a:moveTo>
                  <a:lnTo>
                    <a:pt x="0" y="0"/>
                  </a:lnTo>
                  <a:lnTo>
                    <a:pt x="0" y="90169"/>
                  </a:lnTo>
                  <a:lnTo>
                    <a:pt x="1221740" y="90169"/>
                  </a:lnTo>
                  <a:lnTo>
                    <a:pt x="1221740" y="0"/>
                  </a:lnTo>
                  <a:close/>
                </a:path>
              </a:pathLst>
            </a:custGeom>
            <a:solidFill>
              <a:srgbClr val="DAE1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5" name="object 1225"/>
            <p:cNvSpPr/>
            <p:nvPr/>
          </p:nvSpPr>
          <p:spPr>
            <a:xfrm>
              <a:off x="7237730" y="3221990"/>
              <a:ext cx="1221740" cy="88900"/>
            </a:xfrm>
            <a:custGeom>
              <a:avLst/>
              <a:gdLst/>
              <a:ahLst/>
              <a:cxnLst/>
              <a:rect l="l" t="t" r="r" b="b"/>
              <a:pathLst>
                <a:path w="1221740" h="88900">
                  <a:moveTo>
                    <a:pt x="1221740" y="0"/>
                  </a:moveTo>
                  <a:lnTo>
                    <a:pt x="0" y="0"/>
                  </a:lnTo>
                  <a:lnTo>
                    <a:pt x="0" y="88900"/>
                  </a:lnTo>
                  <a:lnTo>
                    <a:pt x="1221740" y="88900"/>
                  </a:lnTo>
                  <a:lnTo>
                    <a:pt x="1221740" y="0"/>
                  </a:lnTo>
                  <a:close/>
                </a:path>
              </a:pathLst>
            </a:custGeom>
            <a:solidFill>
              <a:srgbClr val="D9E1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6" name="object 1226"/>
            <p:cNvSpPr/>
            <p:nvPr/>
          </p:nvSpPr>
          <p:spPr>
            <a:xfrm>
              <a:off x="7237730" y="3310890"/>
              <a:ext cx="1221740" cy="90170"/>
            </a:xfrm>
            <a:custGeom>
              <a:avLst/>
              <a:gdLst/>
              <a:ahLst/>
              <a:cxnLst/>
              <a:rect l="l" t="t" r="r" b="b"/>
              <a:pathLst>
                <a:path w="1221740" h="90170">
                  <a:moveTo>
                    <a:pt x="1221740" y="0"/>
                  </a:moveTo>
                  <a:lnTo>
                    <a:pt x="0" y="0"/>
                  </a:lnTo>
                  <a:lnTo>
                    <a:pt x="0" y="90170"/>
                  </a:lnTo>
                  <a:lnTo>
                    <a:pt x="1221740" y="90170"/>
                  </a:lnTo>
                  <a:lnTo>
                    <a:pt x="1221740" y="0"/>
                  </a:lnTo>
                  <a:close/>
                </a:path>
              </a:pathLst>
            </a:custGeom>
            <a:solidFill>
              <a:srgbClr val="D8E0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7" name="object 1227"/>
            <p:cNvSpPr/>
            <p:nvPr/>
          </p:nvSpPr>
          <p:spPr>
            <a:xfrm>
              <a:off x="7237730" y="3401059"/>
              <a:ext cx="1221740" cy="88900"/>
            </a:xfrm>
            <a:custGeom>
              <a:avLst/>
              <a:gdLst/>
              <a:ahLst/>
              <a:cxnLst/>
              <a:rect l="l" t="t" r="r" b="b"/>
              <a:pathLst>
                <a:path w="1221740" h="88900">
                  <a:moveTo>
                    <a:pt x="1221740" y="0"/>
                  </a:moveTo>
                  <a:lnTo>
                    <a:pt x="0" y="0"/>
                  </a:lnTo>
                  <a:lnTo>
                    <a:pt x="0" y="88900"/>
                  </a:lnTo>
                  <a:lnTo>
                    <a:pt x="1221740" y="88900"/>
                  </a:lnTo>
                  <a:lnTo>
                    <a:pt x="1221740" y="0"/>
                  </a:lnTo>
                  <a:close/>
                </a:path>
              </a:pathLst>
            </a:custGeom>
            <a:solidFill>
              <a:srgbClr val="D7DF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8" name="object 1228"/>
            <p:cNvSpPr/>
            <p:nvPr/>
          </p:nvSpPr>
          <p:spPr>
            <a:xfrm>
              <a:off x="7237730" y="3489959"/>
              <a:ext cx="1221740" cy="88900"/>
            </a:xfrm>
            <a:custGeom>
              <a:avLst/>
              <a:gdLst/>
              <a:ahLst/>
              <a:cxnLst/>
              <a:rect l="l" t="t" r="r" b="b"/>
              <a:pathLst>
                <a:path w="1221740" h="88900">
                  <a:moveTo>
                    <a:pt x="1221740" y="0"/>
                  </a:moveTo>
                  <a:lnTo>
                    <a:pt x="0" y="0"/>
                  </a:lnTo>
                  <a:lnTo>
                    <a:pt x="0" y="88900"/>
                  </a:lnTo>
                  <a:lnTo>
                    <a:pt x="1221740" y="88900"/>
                  </a:lnTo>
                  <a:lnTo>
                    <a:pt x="1221740" y="0"/>
                  </a:lnTo>
                  <a:close/>
                </a:path>
              </a:pathLst>
            </a:custGeom>
            <a:solidFill>
              <a:srgbClr val="D6DE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9" name="object 1229"/>
            <p:cNvSpPr/>
            <p:nvPr/>
          </p:nvSpPr>
          <p:spPr>
            <a:xfrm>
              <a:off x="7237730" y="3578859"/>
              <a:ext cx="1221740" cy="90170"/>
            </a:xfrm>
            <a:custGeom>
              <a:avLst/>
              <a:gdLst/>
              <a:ahLst/>
              <a:cxnLst/>
              <a:rect l="l" t="t" r="r" b="b"/>
              <a:pathLst>
                <a:path w="1221740" h="90170">
                  <a:moveTo>
                    <a:pt x="1221740" y="0"/>
                  </a:moveTo>
                  <a:lnTo>
                    <a:pt x="0" y="0"/>
                  </a:lnTo>
                  <a:lnTo>
                    <a:pt x="0" y="90169"/>
                  </a:lnTo>
                  <a:lnTo>
                    <a:pt x="1221740" y="90169"/>
                  </a:lnTo>
                  <a:lnTo>
                    <a:pt x="1221740" y="0"/>
                  </a:lnTo>
                  <a:close/>
                </a:path>
              </a:pathLst>
            </a:custGeom>
            <a:solidFill>
              <a:srgbClr val="D5DD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0" name="object 1230"/>
            <p:cNvSpPr/>
            <p:nvPr/>
          </p:nvSpPr>
          <p:spPr>
            <a:xfrm>
              <a:off x="7237730" y="3669030"/>
              <a:ext cx="1221740" cy="88900"/>
            </a:xfrm>
            <a:custGeom>
              <a:avLst/>
              <a:gdLst/>
              <a:ahLst/>
              <a:cxnLst/>
              <a:rect l="l" t="t" r="r" b="b"/>
              <a:pathLst>
                <a:path w="1221740" h="88900">
                  <a:moveTo>
                    <a:pt x="1221740" y="0"/>
                  </a:moveTo>
                  <a:lnTo>
                    <a:pt x="0" y="0"/>
                  </a:lnTo>
                  <a:lnTo>
                    <a:pt x="0" y="88900"/>
                  </a:lnTo>
                  <a:lnTo>
                    <a:pt x="1221740" y="88900"/>
                  </a:lnTo>
                  <a:lnTo>
                    <a:pt x="1221740" y="0"/>
                  </a:lnTo>
                  <a:close/>
                </a:path>
              </a:pathLst>
            </a:custGeom>
            <a:solidFill>
              <a:srgbClr val="D4DD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1" name="object 1231"/>
            <p:cNvSpPr/>
            <p:nvPr/>
          </p:nvSpPr>
          <p:spPr>
            <a:xfrm>
              <a:off x="7237730" y="3757930"/>
              <a:ext cx="1221740" cy="90170"/>
            </a:xfrm>
            <a:custGeom>
              <a:avLst/>
              <a:gdLst/>
              <a:ahLst/>
              <a:cxnLst/>
              <a:rect l="l" t="t" r="r" b="b"/>
              <a:pathLst>
                <a:path w="1221740" h="90170">
                  <a:moveTo>
                    <a:pt x="1221740" y="0"/>
                  </a:moveTo>
                  <a:lnTo>
                    <a:pt x="0" y="0"/>
                  </a:lnTo>
                  <a:lnTo>
                    <a:pt x="0" y="90170"/>
                  </a:lnTo>
                  <a:lnTo>
                    <a:pt x="1221740" y="90170"/>
                  </a:lnTo>
                  <a:lnTo>
                    <a:pt x="1221740" y="0"/>
                  </a:lnTo>
                  <a:close/>
                </a:path>
              </a:pathLst>
            </a:custGeom>
            <a:solidFill>
              <a:srgbClr val="D3DC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2" name="object 1232"/>
            <p:cNvSpPr/>
            <p:nvPr/>
          </p:nvSpPr>
          <p:spPr>
            <a:xfrm>
              <a:off x="7237730" y="3848100"/>
              <a:ext cx="1221740" cy="88900"/>
            </a:xfrm>
            <a:custGeom>
              <a:avLst/>
              <a:gdLst/>
              <a:ahLst/>
              <a:cxnLst/>
              <a:rect l="l" t="t" r="r" b="b"/>
              <a:pathLst>
                <a:path w="1221740" h="88900">
                  <a:moveTo>
                    <a:pt x="1221740" y="0"/>
                  </a:moveTo>
                  <a:lnTo>
                    <a:pt x="0" y="0"/>
                  </a:lnTo>
                  <a:lnTo>
                    <a:pt x="0" y="88900"/>
                  </a:lnTo>
                  <a:lnTo>
                    <a:pt x="1221740" y="88900"/>
                  </a:lnTo>
                  <a:lnTo>
                    <a:pt x="1221740" y="0"/>
                  </a:lnTo>
                  <a:close/>
                </a:path>
              </a:pathLst>
            </a:custGeom>
            <a:solidFill>
              <a:srgbClr val="D2DB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3" name="object 1233"/>
            <p:cNvSpPr/>
            <p:nvPr/>
          </p:nvSpPr>
          <p:spPr>
            <a:xfrm>
              <a:off x="7237730" y="3937000"/>
              <a:ext cx="1221740" cy="88900"/>
            </a:xfrm>
            <a:custGeom>
              <a:avLst/>
              <a:gdLst/>
              <a:ahLst/>
              <a:cxnLst/>
              <a:rect l="l" t="t" r="r" b="b"/>
              <a:pathLst>
                <a:path w="1221740" h="88900">
                  <a:moveTo>
                    <a:pt x="1221740" y="0"/>
                  </a:moveTo>
                  <a:lnTo>
                    <a:pt x="0" y="0"/>
                  </a:lnTo>
                  <a:lnTo>
                    <a:pt x="0" y="88900"/>
                  </a:lnTo>
                  <a:lnTo>
                    <a:pt x="1221740" y="88900"/>
                  </a:lnTo>
                  <a:lnTo>
                    <a:pt x="1221740" y="0"/>
                  </a:lnTo>
                  <a:close/>
                </a:path>
              </a:pathLst>
            </a:custGeom>
            <a:solidFill>
              <a:srgbClr val="D1DA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4" name="object 1234"/>
            <p:cNvSpPr/>
            <p:nvPr/>
          </p:nvSpPr>
          <p:spPr>
            <a:xfrm>
              <a:off x="7237730" y="4025900"/>
              <a:ext cx="1221740" cy="90170"/>
            </a:xfrm>
            <a:custGeom>
              <a:avLst/>
              <a:gdLst/>
              <a:ahLst/>
              <a:cxnLst/>
              <a:rect l="l" t="t" r="r" b="b"/>
              <a:pathLst>
                <a:path w="1221740" h="90170">
                  <a:moveTo>
                    <a:pt x="1221740" y="0"/>
                  </a:moveTo>
                  <a:lnTo>
                    <a:pt x="0" y="0"/>
                  </a:lnTo>
                  <a:lnTo>
                    <a:pt x="0" y="90169"/>
                  </a:lnTo>
                  <a:lnTo>
                    <a:pt x="1221740" y="90169"/>
                  </a:lnTo>
                  <a:lnTo>
                    <a:pt x="1221740" y="0"/>
                  </a:lnTo>
                  <a:close/>
                </a:path>
              </a:pathLst>
            </a:custGeom>
            <a:solidFill>
              <a:srgbClr val="D0DA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5" name="object 1235"/>
            <p:cNvSpPr/>
            <p:nvPr/>
          </p:nvSpPr>
          <p:spPr>
            <a:xfrm>
              <a:off x="7237730" y="4116069"/>
              <a:ext cx="1221740" cy="88900"/>
            </a:xfrm>
            <a:custGeom>
              <a:avLst/>
              <a:gdLst/>
              <a:ahLst/>
              <a:cxnLst/>
              <a:rect l="l" t="t" r="r" b="b"/>
              <a:pathLst>
                <a:path w="1221740" h="88900">
                  <a:moveTo>
                    <a:pt x="1221740" y="0"/>
                  </a:moveTo>
                  <a:lnTo>
                    <a:pt x="0" y="0"/>
                  </a:lnTo>
                  <a:lnTo>
                    <a:pt x="0" y="88899"/>
                  </a:lnTo>
                  <a:lnTo>
                    <a:pt x="1221740" y="88899"/>
                  </a:lnTo>
                  <a:lnTo>
                    <a:pt x="1221740" y="0"/>
                  </a:lnTo>
                  <a:close/>
                </a:path>
              </a:pathLst>
            </a:custGeom>
            <a:solidFill>
              <a:srgbClr val="CFD9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6" name="object 1236"/>
            <p:cNvSpPr/>
            <p:nvPr/>
          </p:nvSpPr>
          <p:spPr>
            <a:xfrm>
              <a:off x="7237730" y="4204969"/>
              <a:ext cx="1221740" cy="90170"/>
            </a:xfrm>
            <a:custGeom>
              <a:avLst/>
              <a:gdLst/>
              <a:ahLst/>
              <a:cxnLst/>
              <a:rect l="l" t="t" r="r" b="b"/>
              <a:pathLst>
                <a:path w="1221740" h="90170">
                  <a:moveTo>
                    <a:pt x="1221740" y="0"/>
                  </a:moveTo>
                  <a:lnTo>
                    <a:pt x="0" y="0"/>
                  </a:lnTo>
                  <a:lnTo>
                    <a:pt x="0" y="90169"/>
                  </a:lnTo>
                  <a:lnTo>
                    <a:pt x="1221740" y="90169"/>
                  </a:lnTo>
                  <a:lnTo>
                    <a:pt x="1221740" y="0"/>
                  </a:lnTo>
                  <a:close/>
                </a:path>
              </a:pathLst>
            </a:custGeom>
            <a:solidFill>
              <a:srgbClr val="CED8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7" name="object 1237"/>
            <p:cNvSpPr/>
            <p:nvPr/>
          </p:nvSpPr>
          <p:spPr>
            <a:xfrm>
              <a:off x="7237730" y="4295140"/>
              <a:ext cx="1221740" cy="88900"/>
            </a:xfrm>
            <a:custGeom>
              <a:avLst/>
              <a:gdLst/>
              <a:ahLst/>
              <a:cxnLst/>
              <a:rect l="l" t="t" r="r" b="b"/>
              <a:pathLst>
                <a:path w="1221740" h="88900">
                  <a:moveTo>
                    <a:pt x="1221740" y="0"/>
                  </a:moveTo>
                  <a:lnTo>
                    <a:pt x="0" y="0"/>
                  </a:lnTo>
                  <a:lnTo>
                    <a:pt x="0" y="88900"/>
                  </a:lnTo>
                  <a:lnTo>
                    <a:pt x="1221740" y="88900"/>
                  </a:lnTo>
                  <a:lnTo>
                    <a:pt x="1221740" y="0"/>
                  </a:lnTo>
                  <a:close/>
                </a:path>
              </a:pathLst>
            </a:custGeom>
            <a:solidFill>
              <a:srgbClr val="CDD7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8" name="object 1238"/>
            <p:cNvSpPr/>
            <p:nvPr/>
          </p:nvSpPr>
          <p:spPr>
            <a:xfrm>
              <a:off x="7237730" y="4384039"/>
              <a:ext cx="1221740" cy="179070"/>
            </a:xfrm>
            <a:custGeom>
              <a:avLst/>
              <a:gdLst/>
              <a:ahLst/>
              <a:cxnLst/>
              <a:rect l="l" t="t" r="r" b="b"/>
              <a:pathLst>
                <a:path w="1221740" h="179070">
                  <a:moveTo>
                    <a:pt x="1221740" y="0"/>
                  </a:moveTo>
                  <a:lnTo>
                    <a:pt x="0" y="0"/>
                  </a:lnTo>
                  <a:lnTo>
                    <a:pt x="0" y="88900"/>
                  </a:lnTo>
                  <a:lnTo>
                    <a:pt x="0" y="179070"/>
                  </a:lnTo>
                  <a:lnTo>
                    <a:pt x="1221740" y="179070"/>
                  </a:lnTo>
                  <a:lnTo>
                    <a:pt x="1221740" y="88900"/>
                  </a:lnTo>
                  <a:lnTo>
                    <a:pt x="1221740" y="0"/>
                  </a:lnTo>
                  <a:close/>
                </a:path>
              </a:pathLst>
            </a:custGeom>
            <a:solidFill>
              <a:srgbClr val="CCD6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9" name="object 1239"/>
            <p:cNvSpPr/>
            <p:nvPr/>
          </p:nvSpPr>
          <p:spPr>
            <a:xfrm>
              <a:off x="7237730" y="4563109"/>
              <a:ext cx="1221740" cy="88900"/>
            </a:xfrm>
            <a:custGeom>
              <a:avLst/>
              <a:gdLst/>
              <a:ahLst/>
              <a:cxnLst/>
              <a:rect l="l" t="t" r="r" b="b"/>
              <a:pathLst>
                <a:path w="1221740" h="88900">
                  <a:moveTo>
                    <a:pt x="1221740" y="0"/>
                  </a:moveTo>
                  <a:lnTo>
                    <a:pt x="0" y="0"/>
                  </a:lnTo>
                  <a:lnTo>
                    <a:pt x="0" y="88900"/>
                  </a:lnTo>
                  <a:lnTo>
                    <a:pt x="1221740" y="88900"/>
                  </a:lnTo>
                  <a:lnTo>
                    <a:pt x="1221740" y="0"/>
                  </a:lnTo>
                  <a:close/>
                </a:path>
              </a:pathLst>
            </a:custGeom>
            <a:solidFill>
              <a:srgbClr val="CAD5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0" name="object 1240"/>
            <p:cNvSpPr/>
            <p:nvPr/>
          </p:nvSpPr>
          <p:spPr>
            <a:xfrm>
              <a:off x="7237730" y="4652009"/>
              <a:ext cx="1221740" cy="90170"/>
            </a:xfrm>
            <a:custGeom>
              <a:avLst/>
              <a:gdLst/>
              <a:ahLst/>
              <a:cxnLst/>
              <a:rect l="l" t="t" r="r" b="b"/>
              <a:pathLst>
                <a:path w="1221740" h="90170">
                  <a:moveTo>
                    <a:pt x="1221740" y="0"/>
                  </a:moveTo>
                  <a:lnTo>
                    <a:pt x="0" y="0"/>
                  </a:lnTo>
                  <a:lnTo>
                    <a:pt x="0" y="90169"/>
                  </a:lnTo>
                  <a:lnTo>
                    <a:pt x="1221740" y="90169"/>
                  </a:lnTo>
                  <a:lnTo>
                    <a:pt x="1221740" y="0"/>
                  </a:lnTo>
                  <a:close/>
                </a:path>
              </a:pathLst>
            </a:custGeom>
            <a:solidFill>
              <a:srgbClr val="C9D4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1" name="object 1241"/>
            <p:cNvSpPr/>
            <p:nvPr/>
          </p:nvSpPr>
          <p:spPr>
            <a:xfrm>
              <a:off x="7237730" y="4742180"/>
              <a:ext cx="1221740" cy="88900"/>
            </a:xfrm>
            <a:custGeom>
              <a:avLst/>
              <a:gdLst/>
              <a:ahLst/>
              <a:cxnLst/>
              <a:rect l="l" t="t" r="r" b="b"/>
              <a:pathLst>
                <a:path w="1221740" h="88900">
                  <a:moveTo>
                    <a:pt x="1221740" y="0"/>
                  </a:moveTo>
                  <a:lnTo>
                    <a:pt x="0" y="0"/>
                  </a:lnTo>
                  <a:lnTo>
                    <a:pt x="0" y="88900"/>
                  </a:lnTo>
                  <a:lnTo>
                    <a:pt x="1221740" y="88900"/>
                  </a:lnTo>
                  <a:lnTo>
                    <a:pt x="1221740" y="0"/>
                  </a:lnTo>
                  <a:close/>
                </a:path>
              </a:pathLst>
            </a:custGeom>
            <a:solidFill>
              <a:srgbClr val="C8D3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2" name="object 1242"/>
            <p:cNvSpPr/>
            <p:nvPr/>
          </p:nvSpPr>
          <p:spPr>
            <a:xfrm>
              <a:off x="7237730" y="4831080"/>
              <a:ext cx="1221740" cy="88900"/>
            </a:xfrm>
            <a:custGeom>
              <a:avLst/>
              <a:gdLst/>
              <a:ahLst/>
              <a:cxnLst/>
              <a:rect l="l" t="t" r="r" b="b"/>
              <a:pathLst>
                <a:path w="1221740" h="88900">
                  <a:moveTo>
                    <a:pt x="1221740" y="0"/>
                  </a:moveTo>
                  <a:lnTo>
                    <a:pt x="0" y="0"/>
                  </a:lnTo>
                  <a:lnTo>
                    <a:pt x="0" y="88900"/>
                  </a:lnTo>
                  <a:lnTo>
                    <a:pt x="1221740" y="88900"/>
                  </a:lnTo>
                  <a:lnTo>
                    <a:pt x="1221740" y="0"/>
                  </a:lnTo>
                  <a:close/>
                </a:path>
              </a:pathLst>
            </a:custGeom>
            <a:solidFill>
              <a:srgbClr val="C7D3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3" name="object 1243"/>
            <p:cNvSpPr/>
            <p:nvPr/>
          </p:nvSpPr>
          <p:spPr>
            <a:xfrm>
              <a:off x="7237730" y="4919980"/>
              <a:ext cx="1221740" cy="90170"/>
            </a:xfrm>
            <a:custGeom>
              <a:avLst/>
              <a:gdLst/>
              <a:ahLst/>
              <a:cxnLst/>
              <a:rect l="l" t="t" r="r" b="b"/>
              <a:pathLst>
                <a:path w="1221740" h="90170">
                  <a:moveTo>
                    <a:pt x="1221740" y="0"/>
                  </a:moveTo>
                  <a:lnTo>
                    <a:pt x="0" y="0"/>
                  </a:lnTo>
                  <a:lnTo>
                    <a:pt x="0" y="90170"/>
                  </a:lnTo>
                  <a:lnTo>
                    <a:pt x="1221740" y="90170"/>
                  </a:lnTo>
                  <a:lnTo>
                    <a:pt x="1221740" y="0"/>
                  </a:lnTo>
                  <a:close/>
                </a:path>
              </a:pathLst>
            </a:custGeom>
            <a:solidFill>
              <a:srgbClr val="C6D2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4" name="object 1244"/>
            <p:cNvSpPr/>
            <p:nvPr/>
          </p:nvSpPr>
          <p:spPr>
            <a:xfrm>
              <a:off x="7237730" y="5010150"/>
              <a:ext cx="1221740" cy="88900"/>
            </a:xfrm>
            <a:custGeom>
              <a:avLst/>
              <a:gdLst/>
              <a:ahLst/>
              <a:cxnLst/>
              <a:rect l="l" t="t" r="r" b="b"/>
              <a:pathLst>
                <a:path w="1221740" h="88900">
                  <a:moveTo>
                    <a:pt x="1221740" y="0"/>
                  </a:moveTo>
                  <a:lnTo>
                    <a:pt x="0" y="0"/>
                  </a:lnTo>
                  <a:lnTo>
                    <a:pt x="0" y="88900"/>
                  </a:lnTo>
                  <a:lnTo>
                    <a:pt x="1221740" y="88900"/>
                  </a:lnTo>
                  <a:lnTo>
                    <a:pt x="1221740" y="0"/>
                  </a:lnTo>
                  <a:close/>
                </a:path>
              </a:pathLst>
            </a:custGeom>
            <a:solidFill>
              <a:srgbClr val="C5D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5" name="object 1245"/>
            <p:cNvSpPr/>
            <p:nvPr/>
          </p:nvSpPr>
          <p:spPr>
            <a:xfrm>
              <a:off x="7237730" y="5099050"/>
              <a:ext cx="1221740" cy="90170"/>
            </a:xfrm>
            <a:custGeom>
              <a:avLst/>
              <a:gdLst/>
              <a:ahLst/>
              <a:cxnLst/>
              <a:rect l="l" t="t" r="r" b="b"/>
              <a:pathLst>
                <a:path w="1221740" h="90170">
                  <a:moveTo>
                    <a:pt x="1221740" y="0"/>
                  </a:moveTo>
                  <a:lnTo>
                    <a:pt x="0" y="0"/>
                  </a:lnTo>
                  <a:lnTo>
                    <a:pt x="0" y="90169"/>
                  </a:lnTo>
                  <a:lnTo>
                    <a:pt x="1221740" y="90169"/>
                  </a:lnTo>
                  <a:lnTo>
                    <a:pt x="1221740" y="0"/>
                  </a:lnTo>
                  <a:close/>
                </a:path>
              </a:pathLst>
            </a:custGeom>
            <a:solidFill>
              <a:srgbClr val="C4D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6" name="object 1246"/>
            <p:cNvSpPr/>
            <p:nvPr/>
          </p:nvSpPr>
          <p:spPr>
            <a:xfrm>
              <a:off x="7237730" y="5189220"/>
              <a:ext cx="1221740" cy="88900"/>
            </a:xfrm>
            <a:custGeom>
              <a:avLst/>
              <a:gdLst/>
              <a:ahLst/>
              <a:cxnLst/>
              <a:rect l="l" t="t" r="r" b="b"/>
              <a:pathLst>
                <a:path w="1221740" h="88900">
                  <a:moveTo>
                    <a:pt x="1221740" y="0"/>
                  </a:moveTo>
                  <a:lnTo>
                    <a:pt x="0" y="0"/>
                  </a:lnTo>
                  <a:lnTo>
                    <a:pt x="0" y="88899"/>
                  </a:lnTo>
                  <a:lnTo>
                    <a:pt x="1221740" y="88899"/>
                  </a:lnTo>
                  <a:lnTo>
                    <a:pt x="1221740" y="0"/>
                  </a:lnTo>
                  <a:close/>
                </a:path>
              </a:pathLst>
            </a:custGeom>
            <a:solidFill>
              <a:srgbClr val="C3CF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7" name="object 1247"/>
            <p:cNvSpPr/>
            <p:nvPr/>
          </p:nvSpPr>
          <p:spPr>
            <a:xfrm>
              <a:off x="7237730" y="5278120"/>
              <a:ext cx="1221740" cy="88900"/>
            </a:xfrm>
            <a:custGeom>
              <a:avLst/>
              <a:gdLst/>
              <a:ahLst/>
              <a:cxnLst/>
              <a:rect l="l" t="t" r="r" b="b"/>
              <a:pathLst>
                <a:path w="1221740" h="88900">
                  <a:moveTo>
                    <a:pt x="1221740" y="0"/>
                  </a:moveTo>
                  <a:lnTo>
                    <a:pt x="0" y="0"/>
                  </a:lnTo>
                  <a:lnTo>
                    <a:pt x="0" y="88899"/>
                  </a:lnTo>
                  <a:lnTo>
                    <a:pt x="1221740" y="88899"/>
                  </a:lnTo>
                  <a:lnTo>
                    <a:pt x="1221740" y="0"/>
                  </a:lnTo>
                  <a:close/>
                </a:path>
              </a:pathLst>
            </a:custGeom>
            <a:solidFill>
              <a:srgbClr val="C2CF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8" name="object 1248"/>
            <p:cNvSpPr/>
            <p:nvPr/>
          </p:nvSpPr>
          <p:spPr>
            <a:xfrm>
              <a:off x="7237730" y="5367020"/>
              <a:ext cx="1221740" cy="90170"/>
            </a:xfrm>
            <a:custGeom>
              <a:avLst/>
              <a:gdLst/>
              <a:ahLst/>
              <a:cxnLst/>
              <a:rect l="l" t="t" r="r" b="b"/>
              <a:pathLst>
                <a:path w="1221740" h="90170">
                  <a:moveTo>
                    <a:pt x="1221740" y="0"/>
                  </a:moveTo>
                  <a:lnTo>
                    <a:pt x="0" y="0"/>
                  </a:lnTo>
                  <a:lnTo>
                    <a:pt x="0" y="90169"/>
                  </a:lnTo>
                  <a:lnTo>
                    <a:pt x="1221740" y="90169"/>
                  </a:lnTo>
                  <a:lnTo>
                    <a:pt x="1221740" y="0"/>
                  </a:lnTo>
                  <a:close/>
                </a:path>
              </a:pathLst>
            </a:custGeom>
            <a:solidFill>
              <a:srgbClr val="C1CE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9" name="object 1249"/>
            <p:cNvSpPr/>
            <p:nvPr/>
          </p:nvSpPr>
          <p:spPr>
            <a:xfrm>
              <a:off x="7237730" y="5457189"/>
              <a:ext cx="1221740" cy="88900"/>
            </a:xfrm>
            <a:custGeom>
              <a:avLst/>
              <a:gdLst/>
              <a:ahLst/>
              <a:cxnLst/>
              <a:rect l="l" t="t" r="r" b="b"/>
              <a:pathLst>
                <a:path w="1221740" h="88900">
                  <a:moveTo>
                    <a:pt x="1221740" y="0"/>
                  </a:moveTo>
                  <a:lnTo>
                    <a:pt x="0" y="0"/>
                  </a:lnTo>
                  <a:lnTo>
                    <a:pt x="0" y="88900"/>
                  </a:lnTo>
                  <a:lnTo>
                    <a:pt x="1221740" y="88900"/>
                  </a:lnTo>
                  <a:lnTo>
                    <a:pt x="1221740" y="0"/>
                  </a:lnTo>
                  <a:close/>
                </a:path>
              </a:pathLst>
            </a:custGeom>
            <a:solidFill>
              <a:srgbClr val="C0CD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0" name="object 1250"/>
            <p:cNvSpPr/>
            <p:nvPr/>
          </p:nvSpPr>
          <p:spPr>
            <a:xfrm>
              <a:off x="7239000" y="1523999"/>
              <a:ext cx="1220470" cy="2540"/>
            </a:xfrm>
            <a:custGeom>
              <a:avLst/>
              <a:gdLst/>
              <a:ahLst/>
              <a:cxnLst/>
              <a:rect l="l" t="t" r="r" b="b"/>
              <a:pathLst>
                <a:path w="1220470" h="2540">
                  <a:moveTo>
                    <a:pt x="12204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1219200" y="2540"/>
                  </a:lnTo>
                  <a:lnTo>
                    <a:pt x="1219200" y="1270"/>
                  </a:lnTo>
                  <a:lnTo>
                    <a:pt x="1220470" y="1270"/>
                  </a:lnTo>
                  <a:lnTo>
                    <a:pt x="1220470" y="0"/>
                  </a:lnTo>
                  <a:close/>
                </a:path>
              </a:pathLst>
            </a:custGeom>
            <a:solidFill>
              <a:srgbClr val="EBEF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1" name="object 1251"/>
            <p:cNvSpPr/>
            <p:nvPr/>
          </p:nvSpPr>
          <p:spPr>
            <a:xfrm>
              <a:off x="7241540" y="1526539"/>
              <a:ext cx="1215390" cy="5080"/>
            </a:xfrm>
            <a:custGeom>
              <a:avLst/>
              <a:gdLst/>
              <a:ahLst/>
              <a:cxnLst/>
              <a:rect l="l" t="t" r="r" b="b"/>
              <a:pathLst>
                <a:path w="1215390" h="5080">
                  <a:moveTo>
                    <a:pt x="121539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80"/>
                  </a:lnTo>
                  <a:lnTo>
                    <a:pt x="1211580" y="5080"/>
                  </a:lnTo>
                  <a:lnTo>
                    <a:pt x="1211580" y="3810"/>
                  </a:lnTo>
                  <a:lnTo>
                    <a:pt x="1212837" y="3810"/>
                  </a:lnTo>
                  <a:lnTo>
                    <a:pt x="1212837" y="2540"/>
                  </a:lnTo>
                  <a:lnTo>
                    <a:pt x="1214120" y="2540"/>
                  </a:lnTo>
                  <a:lnTo>
                    <a:pt x="1214120" y="1270"/>
                  </a:lnTo>
                  <a:lnTo>
                    <a:pt x="1215390" y="1270"/>
                  </a:lnTo>
                  <a:lnTo>
                    <a:pt x="1215390" y="0"/>
                  </a:lnTo>
                  <a:close/>
                </a:path>
              </a:pathLst>
            </a:custGeom>
            <a:solidFill>
              <a:srgbClr val="E6EBF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2" name="object 1252"/>
            <p:cNvSpPr/>
            <p:nvPr/>
          </p:nvSpPr>
          <p:spPr>
            <a:xfrm>
              <a:off x="7246620" y="1531619"/>
              <a:ext cx="1205230" cy="3810"/>
            </a:xfrm>
            <a:custGeom>
              <a:avLst/>
              <a:gdLst/>
              <a:ahLst/>
              <a:cxnLst/>
              <a:rect l="l" t="t" r="r" b="b"/>
              <a:pathLst>
                <a:path w="1205229" h="3809">
                  <a:moveTo>
                    <a:pt x="120523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1202690" y="3810"/>
                  </a:lnTo>
                  <a:lnTo>
                    <a:pt x="1202690" y="2540"/>
                  </a:lnTo>
                  <a:lnTo>
                    <a:pt x="1203960" y="2540"/>
                  </a:lnTo>
                  <a:lnTo>
                    <a:pt x="1203960" y="1270"/>
                  </a:lnTo>
                  <a:lnTo>
                    <a:pt x="1205230" y="1270"/>
                  </a:lnTo>
                  <a:lnTo>
                    <a:pt x="1205230" y="0"/>
                  </a:lnTo>
                  <a:close/>
                </a:path>
              </a:pathLst>
            </a:custGeom>
            <a:solidFill>
              <a:srgbClr val="E1E7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3" name="object 1253"/>
            <p:cNvSpPr/>
            <p:nvPr/>
          </p:nvSpPr>
          <p:spPr>
            <a:xfrm>
              <a:off x="7250430" y="1535429"/>
              <a:ext cx="1197610" cy="3810"/>
            </a:xfrm>
            <a:custGeom>
              <a:avLst/>
              <a:gdLst/>
              <a:ahLst/>
              <a:cxnLst/>
              <a:rect l="l" t="t" r="r" b="b"/>
              <a:pathLst>
                <a:path w="1197609" h="3809">
                  <a:moveTo>
                    <a:pt x="1197597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1195070" y="3810"/>
                  </a:lnTo>
                  <a:lnTo>
                    <a:pt x="1195070" y="2540"/>
                  </a:lnTo>
                  <a:lnTo>
                    <a:pt x="1196340" y="2540"/>
                  </a:lnTo>
                  <a:lnTo>
                    <a:pt x="1196340" y="1270"/>
                  </a:lnTo>
                  <a:lnTo>
                    <a:pt x="1197597" y="1270"/>
                  </a:lnTo>
                  <a:lnTo>
                    <a:pt x="1197597" y="0"/>
                  </a:lnTo>
                  <a:close/>
                </a:path>
              </a:pathLst>
            </a:custGeom>
            <a:solidFill>
              <a:srgbClr val="DCE3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4" name="object 1254"/>
            <p:cNvSpPr/>
            <p:nvPr/>
          </p:nvSpPr>
          <p:spPr>
            <a:xfrm>
              <a:off x="7254240" y="1539239"/>
              <a:ext cx="1189990" cy="3810"/>
            </a:xfrm>
            <a:custGeom>
              <a:avLst/>
              <a:gdLst/>
              <a:ahLst/>
              <a:cxnLst/>
              <a:rect l="l" t="t" r="r" b="b"/>
              <a:pathLst>
                <a:path w="1189990" h="3809">
                  <a:moveTo>
                    <a:pt x="118999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1186180" y="3810"/>
                  </a:lnTo>
                  <a:lnTo>
                    <a:pt x="1186180" y="2540"/>
                  </a:lnTo>
                  <a:lnTo>
                    <a:pt x="1187437" y="2540"/>
                  </a:lnTo>
                  <a:lnTo>
                    <a:pt x="1187437" y="1270"/>
                  </a:lnTo>
                  <a:lnTo>
                    <a:pt x="1189990" y="1270"/>
                  </a:lnTo>
                  <a:lnTo>
                    <a:pt x="1189990" y="0"/>
                  </a:lnTo>
                  <a:close/>
                </a:path>
              </a:pathLst>
            </a:custGeom>
            <a:solidFill>
              <a:srgbClr val="D7DF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5" name="object 1255"/>
            <p:cNvSpPr/>
            <p:nvPr/>
          </p:nvSpPr>
          <p:spPr>
            <a:xfrm>
              <a:off x="7258050" y="1543049"/>
              <a:ext cx="1181100" cy="3810"/>
            </a:xfrm>
            <a:custGeom>
              <a:avLst/>
              <a:gdLst/>
              <a:ahLst/>
              <a:cxnLst/>
              <a:rect l="l" t="t" r="r" b="b"/>
              <a:pathLst>
                <a:path w="1181100" h="3809">
                  <a:moveTo>
                    <a:pt x="118110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1178560" y="3810"/>
                  </a:lnTo>
                  <a:lnTo>
                    <a:pt x="1178560" y="2540"/>
                  </a:lnTo>
                  <a:lnTo>
                    <a:pt x="1179830" y="2540"/>
                  </a:lnTo>
                  <a:lnTo>
                    <a:pt x="1179830" y="1270"/>
                  </a:lnTo>
                  <a:lnTo>
                    <a:pt x="1181100" y="1270"/>
                  </a:lnTo>
                  <a:lnTo>
                    <a:pt x="1181100" y="0"/>
                  </a:lnTo>
                  <a:close/>
                </a:path>
              </a:pathLst>
            </a:custGeom>
            <a:solidFill>
              <a:srgbClr val="D2DB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6" name="object 1256"/>
            <p:cNvSpPr/>
            <p:nvPr/>
          </p:nvSpPr>
          <p:spPr>
            <a:xfrm>
              <a:off x="7261860" y="1546859"/>
              <a:ext cx="1173480" cy="3810"/>
            </a:xfrm>
            <a:custGeom>
              <a:avLst/>
              <a:gdLst/>
              <a:ahLst/>
              <a:cxnLst/>
              <a:rect l="l" t="t" r="r" b="b"/>
              <a:pathLst>
                <a:path w="1173479" h="3809">
                  <a:moveTo>
                    <a:pt x="1173467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1170940" y="3810"/>
                  </a:lnTo>
                  <a:lnTo>
                    <a:pt x="1170940" y="2540"/>
                  </a:lnTo>
                  <a:lnTo>
                    <a:pt x="1172210" y="2540"/>
                  </a:lnTo>
                  <a:lnTo>
                    <a:pt x="1172210" y="1270"/>
                  </a:lnTo>
                  <a:lnTo>
                    <a:pt x="1173467" y="1270"/>
                  </a:lnTo>
                  <a:lnTo>
                    <a:pt x="1173467" y="0"/>
                  </a:lnTo>
                  <a:close/>
                </a:path>
              </a:pathLst>
            </a:custGeom>
            <a:solidFill>
              <a:srgbClr val="CDD7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7" name="object 1257"/>
            <p:cNvSpPr/>
            <p:nvPr/>
          </p:nvSpPr>
          <p:spPr>
            <a:xfrm>
              <a:off x="7265670" y="1550669"/>
              <a:ext cx="1165860" cy="3810"/>
            </a:xfrm>
            <a:custGeom>
              <a:avLst/>
              <a:gdLst/>
              <a:ahLst/>
              <a:cxnLst/>
              <a:rect l="l" t="t" r="r" b="b"/>
              <a:pathLst>
                <a:path w="1165859" h="3809">
                  <a:moveTo>
                    <a:pt x="116586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1163307" y="3810"/>
                  </a:lnTo>
                  <a:lnTo>
                    <a:pt x="1163307" y="2540"/>
                  </a:lnTo>
                  <a:lnTo>
                    <a:pt x="1164590" y="2540"/>
                  </a:lnTo>
                  <a:lnTo>
                    <a:pt x="1164590" y="1270"/>
                  </a:lnTo>
                  <a:lnTo>
                    <a:pt x="1165860" y="1270"/>
                  </a:lnTo>
                  <a:lnTo>
                    <a:pt x="1165860" y="0"/>
                  </a:lnTo>
                  <a:close/>
                </a:path>
              </a:pathLst>
            </a:custGeom>
            <a:solidFill>
              <a:srgbClr val="C8D3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8" name="object 1258"/>
            <p:cNvSpPr/>
            <p:nvPr/>
          </p:nvSpPr>
          <p:spPr>
            <a:xfrm>
              <a:off x="8427720" y="1524000"/>
              <a:ext cx="31750" cy="88900"/>
            </a:xfrm>
            <a:custGeom>
              <a:avLst/>
              <a:gdLst/>
              <a:ahLst/>
              <a:cxnLst/>
              <a:rect l="l" t="t" r="r" b="b"/>
              <a:pathLst>
                <a:path w="31750" h="88900">
                  <a:moveTo>
                    <a:pt x="31750" y="0"/>
                  </a:moveTo>
                  <a:lnTo>
                    <a:pt x="30479" y="0"/>
                  </a:lnTo>
                  <a:lnTo>
                    <a:pt x="30479" y="1270"/>
                  </a:lnTo>
                  <a:lnTo>
                    <a:pt x="29209" y="1270"/>
                  </a:lnTo>
                  <a:lnTo>
                    <a:pt x="29209" y="2539"/>
                  </a:lnTo>
                  <a:lnTo>
                    <a:pt x="27939" y="2539"/>
                  </a:lnTo>
                  <a:lnTo>
                    <a:pt x="27939" y="3810"/>
                  </a:lnTo>
                  <a:lnTo>
                    <a:pt x="26670" y="3810"/>
                  </a:lnTo>
                  <a:lnTo>
                    <a:pt x="26670" y="5079"/>
                  </a:lnTo>
                  <a:lnTo>
                    <a:pt x="25400" y="5079"/>
                  </a:lnTo>
                  <a:lnTo>
                    <a:pt x="25400" y="6350"/>
                  </a:lnTo>
                  <a:lnTo>
                    <a:pt x="24129" y="6350"/>
                  </a:lnTo>
                  <a:lnTo>
                    <a:pt x="24129" y="7620"/>
                  </a:lnTo>
                  <a:lnTo>
                    <a:pt x="22859" y="7620"/>
                  </a:lnTo>
                  <a:lnTo>
                    <a:pt x="22859" y="8889"/>
                  </a:lnTo>
                  <a:lnTo>
                    <a:pt x="21589" y="8889"/>
                  </a:lnTo>
                  <a:lnTo>
                    <a:pt x="21589" y="10160"/>
                  </a:lnTo>
                  <a:lnTo>
                    <a:pt x="20320" y="10160"/>
                  </a:lnTo>
                  <a:lnTo>
                    <a:pt x="20320" y="11429"/>
                  </a:lnTo>
                  <a:lnTo>
                    <a:pt x="19050" y="11429"/>
                  </a:lnTo>
                  <a:lnTo>
                    <a:pt x="19050" y="12700"/>
                  </a:lnTo>
                  <a:lnTo>
                    <a:pt x="17779" y="12700"/>
                  </a:lnTo>
                  <a:lnTo>
                    <a:pt x="17779" y="13970"/>
                  </a:lnTo>
                  <a:lnTo>
                    <a:pt x="15239" y="13970"/>
                  </a:lnTo>
                  <a:lnTo>
                    <a:pt x="15239" y="15239"/>
                  </a:lnTo>
                  <a:lnTo>
                    <a:pt x="13970" y="15239"/>
                  </a:lnTo>
                  <a:lnTo>
                    <a:pt x="13970" y="16510"/>
                  </a:lnTo>
                  <a:lnTo>
                    <a:pt x="12700" y="16510"/>
                  </a:lnTo>
                  <a:lnTo>
                    <a:pt x="12700" y="17779"/>
                  </a:lnTo>
                  <a:lnTo>
                    <a:pt x="11429" y="17779"/>
                  </a:lnTo>
                  <a:lnTo>
                    <a:pt x="11429" y="19050"/>
                  </a:lnTo>
                  <a:lnTo>
                    <a:pt x="10159" y="19050"/>
                  </a:lnTo>
                  <a:lnTo>
                    <a:pt x="10159" y="20320"/>
                  </a:lnTo>
                  <a:lnTo>
                    <a:pt x="8889" y="20320"/>
                  </a:lnTo>
                  <a:lnTo>
                    <a:pt x="8889" y="21589"/>
                  </a:lnTo>
                  <a:lnTo>
                    <a:pt x="7620" y="21589"/>
                  </a:lnTo>
                  <a:lnTo>
                    <a:pt x="7620" y="22860"/>
                  </a:lnTo>
                  <a:lnTo>
                    <a:pt x="6350" y="22860"/>
                  </a:lnTo>
                  <a:lnTo>
                    <a:pt x="6350" y="24129"/>
                  </a:lnTo>
                  <a:lnTo>
                    <a:pt x="5079" y="24129"/>
                  </a:lnTo>
                  <a:lnTo>
                    <a:pt x="5079" y="25400"/>
                  </a:lnTo>
                  <a:lnTo>
                    <a:pt x="3809" y="25400"/>
                  </a:lnTo>
                  <a:lnTo>
                    <a:pt x="3809" y="26670"/>
                  </a:lnTo>
                  <a:lnTo>
                    <a:pt x="2539" y="26670"/>
                  </a:lnTo>
                  <a:lnTo>
                    <a:pt x="2539" y="27939"/>
                  </a:lnTo>
                  <a:lnTo>
                    <a:pt x="1270" y="27939"/>
                  </a:lnTo>
                  <a:lnTo>
                    <a:pt x="1270" y="29210"/>
                  </a:lnTo>
                  <a:lnTo>
                    <a:pt x="0" y="29210"/>
                  </a:lnTo>
                  <a:lnTo>
                    <a:pt x="0" y="88900"/>
                  </a:lnTo>
                  <a:lnTo>
                    <a:pt x="31750" y="88900"/>
                  </a:lnTo>
                  <a:lnTo>
                    <a:pt x="31750" y="0"/>
                  </a:lnTo>
                  <a:close/>
                </a:path>
              </a:pathLst>
            </a:custGeom>
            <a:solidFill>
              <a:srgbClr val="EBEF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9" name="object 1259"/>
            <p:cNvSpPr/>
            <p:nvPr/>
          </p:nvSpPr>
          <p:spPr>
            <a:xfrm>
              <a:off x="8427720" y="5457189"/>
              <a:ext cx="31750" cy="88900"/>
            </a:xfrm>
            <a:custGeom>
              <a:avLst/>
              <a:gdLst/>
              <a:ahLst/>
              <a:cxnLst/>
              <a:rect l="l" t="t" r="r" b="b"/>
              <a:pathLst>
                <a:path w="31750" h="88900">
                  <a:moveTo>
                    <a:pt x="31749" y="0"/>
                  </a:moveTo>
                  <a:lnTo>
                    <a:pt x="0" y="0"/>
                  </a:lnTo>
                  <a:lnTo>
                    <a:pt x="0" y="59690"/>
                  </a:lnTo>
                  <a:lnTo>
                    <a:pt x="1270" y="59690"/>
                  </a:lnTo>
                  <a:lnTo>
                    <a:pt x="1270" y="60960"/>
                  </a:lnTo>
                  <a:lnTo>
                    <a:pt x="2539" y="60960"/>
                  </a:lnTo>
                  <a:lnTo>
                    <a:pt x="2539" y="62230"/>
                  </a:lnTo>
                  <a:lnTo>
                    <a:pt x="31750" y="62230"/>
                  </a:lnTo>
                  <a:lnTo>
                    <a:pt x="31749" y="0"/>
                  </a:lnTo>
                  <a:close/>
                </a:path>
                <a:path w="31750" h="88900">
                  <a:moveTo>
                    <a:pt x="31750" y="62230"/>
                  </a:moveTo>
                  <a:lnTo>
                    <a:pt x="3809" y="62230"/>
                  </a:lnTo>
                  <a:lnTo>
                    <a:pt x="3809" y="63500"/>
                  </a:lnTo>
                  <a:lnTo>
                    <a:pt x="5079" y="63500"/>
                  </a:lnTo>
                  <a:lnTo>
                    <a:pt x="5079" y="64770"/>
                  </a:lnTo>
                  <a:lnTo>
                    <a:pt x="31750" y="64770"/>
                  </a:lnTo>
                  <a:lnTo>
                    <a:pt x="31750" y="62230"/>
                  </a:lnTo>
                  <a:close/>
                </a:path>
                <a:path w="31750" h="88900">
                  <a:moveTo>
                    <a:pt x="31750" y="64770"/>
                  </a:moveTo>
                  <a:lnTo>
                    <a:pt x="6350" y="64770"/>
                  </a:lnTo>
                  <a:lnTo>
                    <a:pt x="6350" y="66040"/>
                  </a:lnTo>
                  <a:lnTo>
                    <a:pt x="7620" y="66040"/>
                  </a:lnTo>
                  <a:lnTo>
                    <a:pt x="7620" y="67310"/>
                  </a:lnTo>
                  <a:lnTo>
                    <a:pt x="8889" y="67310"/>
                  </a:lnTo>
                  <a:lnTo>
                    <a:pt x="8889" y="68580"/>
                  </a:lnTo>
                  <a:lnTo>
                    <a:pt x="31750" y="68580"/>
                  </a:lnTo>
                  <a:lnTo>
                    <a:pt x="31750" y="64770"/>
                  </a:lnTo>
                  <a:close/>
                </a:path>
                <a:path w="31750" h="88900">
                  <a:moveTo>
                    <a:pt x="31750" y="68580"/>
                  </a:moveTo>
                  <a:lnTo>
                    <a:pt x="10159" y="68580"/>
                  </a:lnTo>
                  <a:lnTo>
                    <a:pt x="10159" y="69850"/>
                  </a:lnTo>
                  <a:lnTo>
                    <a:pt x="11429" y="69850"/>
                  </a:lnTo>
                  <a:lnTo>
                    <a:pt x="11429" y="71120"/>
                  </a:lnTo>
                  <a:lnTo>
                    <a:pt x="31750" y="71120"/>
                  </a:lnTo>
                  <a:lnTo>
                    <a:pt x="31750" y="68580"/>
                  </a:lnTo>
                  <a:close/>
                </a:path>
                <a:path w="31750" h="88900">
                  <a:moveTo>
                    <a:pt x="31750" y="71120"/>
                  </a:moveTo>
                  <a:lnTo>
                    <a:pt x="12700" y="71120"/>
                  </a:lnTo>
                  <a:lnTo>
                    <a:pt x="12700" y="72390"/>
                  </a:lnTo>
                  <a:lnTo>
                    <a:pt x="15239" y="72390"/>
                  </a:lnTo>
                  <a:lnTo>
                    <a:pt x="15239" y="73660"/>
                  </a:lnTo>
                  <a:lnTo>
                    <a:pt x="16509" y="73660"/>
                  </a:lnTo>
                  <a:lnTo>
                    <a:pt x="16509" y="74930"/>
                  </a:lnTo>
                  <a:lnTo>
                    <a:pt x="31750" y="74930"/>
                  </a:lnTo>
                  <a:lnTo>
                    <a:pt x="31750" y="71120"/>
                  </a:lnTo>
                  <a:close/>
                </a:path>
                <a:path w="31750" h="88900">
                  <a:moveTo>
                    <a:pt x="31750" y="74930"/>
                  </a:moveTo>
                  <a:lnTo>
                    <a:pt x="17779" y="74930"/>
                  </a:lnTo>
                  <a:lnTo>
                    <a:pt x="17779" y="76200"/>
                  </a:lnTo>
                  <a:lnTo>
                    <a:pt x="19050" y="76200"/>
                  </a:lnTo>
                  <a:lnTo>
                    <a:pt x="19050" y="77470"/>
                  </a:lnTo>
                  <a:lnTo>
                    <a:pt x="31750" y="77470"/>
                  </a:lnTo>
                  <a:lnTo>
                    <a:pt x="31750" y="74930"/>
                  </a:lnTo>
                  <a:close/>
                </a:path>
                <a:path w="31750" h="88900">
                  <a:moveTo>
                    <a:pt x="31750" y="77470"/>
                  </a:moveTo>
                  <a:lnTo>
                    <a:pt x="20320" y="77470"/>
                  </a:lnTo>
                  <a:lnTo>
                    <a:pt x="20320" y="78740"/>
                  </a:lnTo>
                  <a:lnTo>
                    <a:pt x="21589" y="78740"/>
                  </a:lnTo>
                  <a:lnTo>
                    <a:pt x="21589" y="80010"/>
                  </a:lnTo>
                  <a:lnTo>
                    <a:pt x="22859" y="80010"/>
                  </a:lnTo>
                  <a:lnTo>
                    <a:pt x="22859" y="81280"/>
                  </a:lnTo>
                  <a:lnTo>
                    <a:pt x="31750" y="81280"/>
                  </a:lnTo>
                  <a:lnTo>
                    <a:pt x="31750" y="77470"/>
                  </a:lnTo>
                  <a:close/>
                </a:path>
                <a:path w="31750" h="88900">
                  <a:moveTo>
                    <a:pt x="31750" y="81280"/>
                  </a:moveTo>
                  <a:lnTo>
                    <a:pt x="24129" y="81280"/>
                  </a:lnTo>
                  <a:lnTo>
                    <a:pt x="24129" y="82550"/>
                  </a:lnTo>
                  <a:lnTo>
                    <a:pt x="25400" y="82550"/>
                  </a:lnTo>
                  <a:lnTo>
                    <a:pt x="25400" y="83820"/>
                  </a:lnTo>
                  <a:lnTo>
                    <a:pt x="31750" y="83820"/>
                  </a:lnTo>
                  <a:lnTo>
                    <a:pt x="31750" y="81280"/>
                  </a:lnTo>
                  <a:close/>
                </a:path>
                <a:path w="31750" h="88900">
                  <a:moveTo>
                    <a:pt x="31750" y="83820"/>
                  </a:moveTo>
                  <a:lnTo>
                    <a:pt x="26670" y="83820"/>
                  </a:lnTo>
                  <a:lnTo>
                    <a:pt x="26670" y="85090"/>
                  </a:lnTo>
                  <a:lnTo>
                    <a:pt x="27939" y="85090"/>
                  </a:lnTo>
                  <a:lnTo>
                    <a:pt x="27939" y="86360"/>
                  </a:lnTo>
                  <a:lnTo>
                    <a:pt x="29209" y="86360"/>
                  </a:lnTo>
                  <a:lnTo>
                    <a:pt x="29209" y="87630"/>
                  </a:lnTo>
                  <a:lnTo>
                    <a:pt x="31750" y="87630"/>
                  </a:lnTo>
                  <a:lnTo>
                    <a:pt x="31750" y="83820"/>
                  </a:lnTo>
                  <a:close/>
                </a:path>
                <a:path w="31750" h="88900">
                  <a:moveTo>
                    <a:pt x="31750" y="87630"/>
                  </a:moveTo>
                  <a:lnTo>
                    <a:pt x="30479" y="87630"/>
                  </a:lnTo>
                  <a:lnTo>
                    <a:pt x="30479" y="88900"/>
                  </a:lnTo>
                  <a:lnTo>
                    <a:pt x="31750" y="88900"/>
                  </a:lnTo>
                  <a:lnTo>
                    <a:pt x="31750" y="87630"/>
                  </a:lnTo>
                  <a:close/>
                </a:path>
              </a:pathLst>
            </a:custGeom>
            <a:solidFill>
              <a:srgbClr val="C0CD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0" name="object 1260"/>
            <p:cNvSpPr/>
            <p:nvPr/>
          </p:nvSpPr>
          <p:spPr>
            <a:xfrm>
              <a:off x="7266940" y="5515622"/>
              <a:ext cx="1163320" cy="2540"/>
            </a:xfrm>
            <a:custGeom>
              <a:avLst/>
              <a:gdLst/>
              <a:ahLst/>
              <a:cxnLst/>
              <a:rect l="l" t="t" r="r" b="b"/>
              <a:pathLst>
                <a:path w="1163320" h="2539">
                  <a:moveTo>
                    <a:pt x="1163320" y="1257"/>
                  </a:moveTo>
                  <a:lnTo>
                    <a:pt x="1162037" y="1257"/>
                  </a:lnTo>
                  <a:lnTo>
                    <a:pt x="1162037" y="0"/>
                  </a:lnTo>
                  <a:lnTo>
                    <a:pt x="1270" y="0"/>
                  </a:lnTo>
                  <a:lnTo>
                    <a:pt x="1270" y="1257"/>
                  </a:lnTo>
                  <a:lnTo>
                    <a:pt x="0" y="1257"/>
                  </a:lnTo>
                  <a:lnTo>
                    <a:pt x="0" y="2527"/>
                  </a:lnTo>
                  <a:lnTo>
                    <a:pt x="1163320" y="2527"/>
                  </a:lnTo>
                  <a:lnTo>
                    <a:pt x="1163320" y="1257"/>
                  </a:lnTo>
                  <a:close/>
                </a:path>
              </a:pathLst>
            </a:custGeom>
            <a:solidFill>
              <a:srgbClr val="EBEF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1" name="object 1261"/>
            <p:cNvSpPr/>
            <p:nvPr/>
          </p:nvSpPr>
          <p:spPr>
            <a:xfrm>
              <a:off x="7263130" y="5518150"/>
              <a:ext cx="1170940" cy="3810"/>
            </a:xfrm>
            <a:custGeom>
              <a:avLst/>
              <a:gdLst/>
              <a:ahLst/>
              <a:cxnLst/>
              <a:rect l="l" t="t" r="r" b="b"/>
              <a:pathLst>
                <a:path w="1170940" h="3810">
                  <a:moveTo>
                    <a:pt x="116840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1168400" y="1270"/>
                  </a:lnTo>
                  <a:lnTo>
                    <a:pt x="1168400" y="0"/>
                  </a:lnTo>
                  <a:close/>
                </a:path>
                <a:path w="1170940" h="3810">
                  <a:moveTo>
                    <a:pt x="1170940" y="2540"/>
                  </a:moveTo>
                  <a:lnTo>
                    <a:pt x="1169670" y="2540"/>
                  </a:lnTo>
                  <a:lnTo>
                    <a:pt x="116967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1170940" y="3810"/>
                  </a:lnTo>
                  <a:lnTo>
                    <a:pt x="1170940" y="2540"/>
                  </a:lnTo>
                  <a:close/>
                </a:path>
              </a:pathLst>
            </a:custGeom>
            <a:solidFill>
              <a:srgbClr val="E6EBF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2" name="object 1262"/>
            <p:cNvSpPr/>
            <p:nvPr/>
          </p:nvSpPr>
          <p:spPr>
            <a:xfrm>
              <a:off x="7259320" y="5521972"/>
              <a:ext cx="1178560" cy="3810"/>
            </a:xfrm>
            <a:custGeom>
              <a:avLst/>
              <a:gdLst/>
              <a:ahLst/>
              <a:cxnLst/>
              <a:rect l="l" t="t" r="r" b="b"/>
              <a:pathLst>
                <a:path w="1178559" h="3810">
                  <a:moveTo>
                    <a:pt x="1178560" y="2527"/>
                  </a:moveTo>
                  <a:lnTo>
                    <a:pt x="1177290" y="2527"/>
                  </a:lnTo>
                  <a:lnTo>
                    <a:pt x="1177290" y="1257"/>
                  </a:lnTo>
                  <a:lnTo>
                    <a:pt x="1176007" y="1257"/>
                  </a:lnTo>
                  <a:lnTo>
                    <a:pt x="1176007" y="0"/>
                  </a:lnTo>
                  <a:lnTo>
                    <a:pt x="2540" y="0"/>
                  </a:lnTo>
                  <a:lnTo>
                    <a:pt x="254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0" y="2527"/>
                  </a:lnTo>
                  <a:lnTo>
                    <a:pt x="0" y="3797"/>
                  </a:lnTo>
                  <a:lnTo>
                    <a:pt x="1178560" y="3797"/>
                  </a:lnTo>
                  <a:lnTo>
                    <a:pt x="1178560" y="2527"/>
                  </a:lnTo>
                  <a:close/>
                </a:path>
              </a:pathLst>
            </a:custGeom>
            <a:solidFill>
              <a:srgbClr val="E1E7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3" name="object 1263"/>
            <p:cNvSpPr/>
            <p:nvPr/>
          </p:nvSpPr>
          <p:spPr>
            <a:xfrm>
              <a:off x="7254240" y="5525782"/>
              <a:ext cx="1188720" cy="5080"/>
            </a:xfrm>
            <a:custGeom>
              <a:avLst/>
              <a:gdLst/>
              <a:ahLst/>
              <a:cxnLst/>
              <a:rect l="l" t="t" r="r" b="b"/>
              <a:pathLst>
                <a:path w="1188720" h="5079">
                  <a:moveTo>
                    <a:pt x="1186180" y="1257"/>
                  </a:moveTo>
                  <a:lnTo>
                    <a:pt x="1184910" y="1257"/>
                  </a:lnTo>
                  <a:lnTo>
                    <a:pt x="1184910" y="0"/>
                  </a:lnTo>
                  <a:lnTo>
                    <a:pt x="3810" y="0"/>
                  </a:lnTo>
                  <a:lnTo>
                    <a:pt x="3810" y="1257"/>
                  </a:lnTo>
                  <a:lnTo>
                    <a:pt x="2540" y="1257"/>
                  </a:lnTo>
                  <a:lnTo>
                    <a:pt x="2540" y="2527"/>
                  </a:lnTo>
                  <a:lnTo>
                    <a:pt x="1186180" y="2527"/>
                  </a:lnTo>
                  <a:lnTo>
                    <a:pt x="1186180" y="1257"/>
                  </a:lnTo>
                  <a:close/>
                </a:path>
                <a:path w="1188720" h="5079">
                  <a:moveTo>
                    <a:pt x="1188720" y="3797"/>
                  </a:moveTo>
                  <a:lnTo>
                    <a:pt x="1187437" y="3797"/>
                  </a:lnTo>
                  <a:lnTo>
                    <a:pt x="1187437" y="2540"/>
                  </a:lnTo>
                  <a:lnTo>
                    <a:pt x="1270" y="2540"/>
                  </a:lnTo>
                  <a:lnTo>
                    <a:pt x="1270" y="3797"/>
                  </a:lnTo>
                  <a:lnTo>
                    <a:pt x="0" y="3797"/>
                  </a:lnTo>
                  <a:lnTo>
                    <a:pt x="0" y="5067"/>
                  </a:lnTo>
                  <a:lnTo>
                    <a:pt x="1188720" y="5067"/>
                  </a:lnTo>
                  <a:lnTo>
                    <a:pt x="1188720" y="3797"/>
                  </a:lnTo>
                  <a:close/>
                </a:path>
              </a:pathLst>
            </a:custGeom>
            <a:solidFill>
              <a:srgbClr val="DCE3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4" name="object 1264"/>
            <p:cNvSpPr/>
            <p:nvPr/>
          </p:nvSpPr>
          <p:spPr>
            <a:xfrm>
              <a:off x="7250430" y="5530850"/>
              <a:ext cx="1197610" cy="3810"/>
            </a:xfrm>
            <a:custGeom>
              <a:avLst/>
              <a:gdLst/>
              <a:ahLst/>
              <a:cxnLst/>
              <a:rect l="l" t="t" r="r" b="b"/>
              <a:pathLst>
                <a:path w="1197609" h="3810">
                  <a:moveTo>
                    <a:pt x="119380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1193800" y="1270"/>
                  </a:lnTo>
                  <a:lnTo>
                    <a:pt x="1193800" y="0"/>
                  </a:lnTo>
                  <a:close/>
                </a:path>
                <a:path w="1197609" h="3810">
                  <a:moveTo>
                    <a:pt x="1197597" y="2540"/>
                  </a:moveTo>
                  <a:lnTo>
                    <a:pt x="1196340" y="2540"/>
                  </a:lnTo>
                  <a:lnTo>
                    <a:pt x="119634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1197597" y="3810"/>
                  </a:lnTo>
                  <a:lnTo>
                    <a:pt x="1197597" y="2540"/>
                  </a:lnTo>
                  <a:close/>
                </a:path>
              </a:pathLst>
            </a:custGeom>
            <a:solidFill>
              <a:srgbClr val="D7DF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5" name="object 1265"/>
            <p:cNvSpPr/>
            <p:nvPr/>
          </p:nvSpPr>
          <p:spPr>
            <a:xfrm>
              <a:off x="7246620" y="5534672"/>
              <a:ext cx="1205230" cy="3810"/>
            </a:xfrm>
            <a:custGeom>
              <a:avLst/>
              <a:gdLst/>
              <a:ahLst/>
              <a:cxnLst/>
              <a:rect l="l" t="t" r="r" b="b"/>
              <a:pathLst>
                <a:path w="1205229" h="3810">
                  <a:moveTo>
                    <a:pt x="1205230" y="2527"/>
                  </a:moveTo>
                  <a:lnTo>
                    <a:pt x="1203960" y="2527"/>
                  </a:lnTo>
                  <a:lnTo>
                    <a:pt x="1203960" y="1257"/>
                  </a:lnTo>
                  <a:lnTo>
                    <a:pt x="1202690" y="1257"/>
                  </a:lnTo>
                  <a:lnTo>
                    <a:pt x="1202690" y="0"/>
                  </a:lnTo>
                  <a:lnTo>
                    <a:pt x="2540" y="0"/>
                  </a:lnTo>
                  <a:lnTo>
                    <a:pt x="254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0" y="2527"/>
                  </a:lnTo>
                  <a:lnTo>
                    <a:pt x="0" y="3797"/>
                  </a:lnTo>
                  <a:lnTo>
                    <a:pt x="1205230" y="3797"/>
                  </a:lnTo>
                  <a:lnTo>
                    <a:pt x="1205230" y="2527"/>
                  </a:lnTo>
                  <a:close/>
                </a:path>
              </a:pathLst>
            </a:custGeom>
            <a:solidFill>
              <a:srgbClr val="D2DB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6" name="object 1266"/>
            <p:cNvSpPr/>
            <p:nvPr/>
          </p:nvSpPr>
          <p:spPr>
            <a:xfrm>
              <a:off x="7242810" y="5538482"/>
              <a:ext cx="1212850" cy="3810"/>
            </a:xfrm>
            <a:custGeom>
              <a:avLst/>
              <a:gdLst/>
              <a:ahLst/>
              <a:cxnLst/>
              <a:rect l="l" t="t" r="r" b="b"/>
              <a:pathLst>
                <a:path w="1212850" h="3810">
                  <a:moveTo>
                    <a:pt x="1211567" y="1257"/>
                  </a:moveTo>
                  <a:lnTo>
                    <a:pt x="1210310" y="1257"/>
                  </a:lnTo>
                  <a:lnTo>
                    <a:pt x="1210310" y="0"/>
                  </a:lnTo>
                  <a:lnTo>
                    <a:pt x="2540" y="0"/>
                  </a:lnTo>
                  <a:lnTo>
                    <a:pt x="254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1211567" y="2527"/>
                  </a:lnTo>
                  <a:lnTo>
                    <a:pt x="1211567" y="1257"/>
                  </a:lnTo>
                  <a:close/>
                </a:path>
                <a:path w="1212850" h="3810">
                  <a:moveTo>
                    <a:pt x="1212850" y="2540"/>
                  </a:moveTo>
                  <a:lnTo>
                    <a:pt x="0" y="2540"/>
                  </a:lnTo>
                  <a:lnTo>
                    <a:pt x="0" y="3797"/>
                  </a:lnTo>
                  <a:lnTo>
                    <a:pt x="1212850" y="3797"/>
                  </a:lnTo>
                  <a:lnTo>
                    <a:pt x="1212850" y="2540"/>
                  </a:lnTo>
                  <a:close/>
                </a:path>
              </a:pathLst>
            </a:custGeom>
            <a:solidFill>
              <a:srgbClr val="CDD7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7" name="object 1267"/>
            <p:cNvSpPr/>
            <p:nvPr/>
          </p:nvSpPr>
          <p:spPr>
            <a:xfrm>
              <a:off x="7239000" y="5542280"/>
              <a:ext cx="1220470" cy="3810"/>
            </a:xfrm>
            <a:custGeom>
              <a:avLst/>
              <a:gdLst/>
              <a:ahLst/>
              <a:cxnLst/>
              <a:rect l="l" t="t" r="r" b="b"/>
              <a:pathLst>
                <a:path w="1220470" h="3810">
                  <a:moveTo>
                    <a:pt x="1219200" y="1270"/>
                  </a:moveTo>
                  <a:lnTo>
                    <a:pt x="1217930" y="1270"/>
                  </a:lnTo>
                  <a:lnTo>
                    <a:pt x="121793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1219200" y="2540"/>
                  </a:lnTo>
                  <a:lnTo>
                    <a:pt x="1219200" y="1270"/>
                  </a:lnTo>
                  <a:close/>
                </a:path>
                <a:path w="1220470" h="3810">
                  <a:moveTo>
                    <a:pt x="1220470" y="2552"/>
                  </a:moveTo>
                  <a:lnTo>
                    <a:pt x="0" y="2552"/>
                  </a:lnTo>
                  <a:lnTo>
                    <a:pt x="0" y="3810"/>
                  </a:lnTo>
                  <a:lnTo>
                    <a:pt x="1220470" y="3810"/>
                  </a:lnTo>
                  <a:lnTo>
                    <a:pt x="1220470" y="2552"/>
                  </a:lnTo>
                  <a:close/>
                </a:path>
              </a:pathLst>
            </a:custGeom>
            <a:solidFill>
              <a:srgbClr val="C8D3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8" name="object 1268"/>
            <p:cNvSpPr/>
            <p:nvPr/>
          </p:nvSpPr>
          <p:spPr>
            <a:xfrm>
              <a:off x="7239000" y="1524000"/>
              <a:ext cx="30480" cy="88900"/>
            </a:xfrm>
            <a:custGeom>
              <a:avLst/>
              <a:gdLst/>
              <a:ahLst/>
              <a:cxnLst/>
              <a:rect l="l" t="t" r="r" b="b"/>
              <a:pathLst>
                <a:path w="30479" h="88900">
                  <a:moveTo>
                    <a:pt x="1270" y="0"/>
                  </a:moveTo>
                  <a:lnTo>
                    <a:pt x="0" y="0"/>
                  </a:lnTo>
                  <a:lnTo>
                    <a:pt x="0" y="88900"/>
                  </a:lnTo>
                  <a:lnTo>
                    <a:pt x="30479" y="88900"/>
                  </a:lnTo>
                  <a:lnTo>
                    <a:pt x="30479" y="29210"/>
                  </a:lnTo>
                  <a:lnTo>
                    <a:pt x="29209" y="29210"/>
                  </a:lnTo>
                  <a:lnTo>
                    <a:pt x="29209" y="27939"/>
                  </a:lnTo>
                  <a:lnTo>
                    <a:pt x="27940" y="27939"/>
                  </a:lnTo>
                  <a:lnTo>
                    <a:pt x="27940" y="26670"/>
                  </a:lnTo>
                  <a:lnTo>
                    <a:pt x="26670" y="26670"/>
                  </a:lnTo>
                  <a:lnTo>
                    <a:pt x="26670" y="25400"/>
                  </a:lnTo>
                  <a:lnTo>
                    <a:pt x="25400" y="25400"/>
                  </a:lnTo>
                  <a:lnTo>
                    <a:pt x="25400" y="24129"/>
                  </a:lnTo>
                  <a:lnTo>
                    <a:pt x="24129" y="24129"/>
                  </a:lnTo>
                  <a:lnTo>
                    <a:pt x="24129" y="22860"/>
                  </a:lnTo>
                  <a:lnTo>
                    <a:pt x="22859" y="22860"/>
                  </a:lnTo>
                  <a:lnTo>
                    <a:pt x="22859" y="21589"/>
                  </a:lnTo>
                  <a:lnTo>
                    <a:pt x="21590" y="21589"/>
                  </a:lnTo>
                  <a:lnTo>
                    <a:pt x="21590" y="20320"/>
                  </a:lnTo>
                  <a:lnTo>
                    <a:pt x="20320" y="20320"/>
                  </a:lnTo>
                  <a:lnTo>
                    <a:pt x="20320" y="19050"/>
                  </a:lnTo>
                  <a:lnTo>
                    <a:pt x="19050" y="19050"/>
                  </a:lnTo>
                  <a:lnTo>
                    <a:pt x="19050" y="17779"/>
                  </a:lnTo>
                  <a:lnTo>
                    <a:pt x="17779" y="17779"/>
                  </a:lnTo>
                  <a:lnTo>
                    <a:pt x="17779" y="16510"/>
                  </a:lnTo>
                  <a:lnTo>
                    <a:pt x="16509" y="16510"/>
                  </a:lnTo>
                  <a:lnTo>
                    <a:pt x="16509" y="15239"/>
                  </a:lnTo>
                  <a:lnTo>
                    <a:pt x="15240" y="15239"/>
                  </a:lnTo>
                  <a:lnTo>
                    <a:pt x="15240" y="13970"/>
                  </a:lnTo>
                  <a:lnTo>
                    <a:pt x="13970" y="13970"/>
                  </a:lnTo>
                  <a:lnTo>
                    <a:pt x="13970" y="12700"/>
                  </a:lnTo>
                  <a:lnTo>
                    <a:pt x="12700" y="12700"/>
                  </a:lnTo>
                  <a:lnTo>
                    <a:pt x="12700" y="11429"/>
                  </a:lnTo>
                  <a:lnTo>
                    <a:pt x="11429" y="11429"/>
                  </a:lnTo>
                  <a:lnTo>
                    <a:pt x="11429" y="10160"/>
                  </a:lnTo>
                  <a:lnTo>
                    <a:pt x="10159" y="10160"/>
                  </a:lnTo>
                  <a:lnTo>
                    <a:pt x="10159" y="8889"/>
                  </a:lnTo>
                  <a:lnTo>
                    <a:pt x="8890" y="8889"/>
                  </a:lnTo>
                  <a:lnTo>
                    <a:pt x="8890" y="7620"/>
                  </a:lnTo>
                  <a:lnTo>
                    <a:pt x="7620" y="7620"/>
                  </a:lnTo>
                  <a:lnTo>
                    <a:pt x="7620" y="6350"/>
                  </a:lnTo>
                  <a:lnTo>
                    <a:pt x="6350" y="6350"/>
                  </a:lnTo>
                  <a:lnTo>
                    <a:pt x="6350" y="5079"/>
                  </a:lnTo>
                  <a:lnTo>
                    <a:pt x="5079" y="5079"/>
                  </a:lnTo>
                  <a:lnTo>
                    <a:pt x="5079" y="3810"/>
                  </a:lnTo>
                  <a:lnTo>
                    <a:pt x="3809" y="3810"/>
                  </a:lnTo>
                  <a:lnTo>
                    <a:pt x="3809" y="2539"/>
                  </a:lnTo>
                  <a:lnTo>
                    <a:pt x="2540" y="2539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EBEF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9" name="object 1269"/>
            <p:cNvSpPr/>
            <p:nvPr/>
          </p:nvSpPr>
          <p:spPr>
            <a:xfrm>
              <a:off x="7239000" y="5457189"/>
              <a:ext cx="30480" cy="88900"/>
            </a:xfrm>
            <a:custGeom>
              <a:avLst/>
              <a:gdLst/>
              <a:ahLst/>
              <a:cxnLst/>
              <a:rect l="l" t="t" r="r" b="b"/>
              <a:pathLst>
                <a:path w="30479" h="88900">
                  <a:moveTo>
                    <a:pt x="30479" y="0"/>
                  </a:moveTo>
                  <a:lnTo>
                    <a:pt x="0" y="0"/>
                  </a:lnTo>
                  <a:lnTo>
                    <a:pt x="0" y="62230"/>
                  </a:lnTo>
                  <a:lnTo>
                    <a:pt x="27940" y="62230"/>
                  </a:lnTo>
                  <a:lnTo>
                    <a:pt x="27940" y="60960"/>
                  </a:lnTo>
                  <a:lnTo>
                    <a:pt x="29209" y="60960"/>
                  </a:lnTo>
                  <a:lnTo>
                    <a:pt x="29209" y="59690"/>
                  </a:lnTo>
                  <a:lnTo>
                    <a:pt x="30479" y="59690"/>
                  </a:lnTo>
                  <a:lnTo>
                    <a:pt x="30479" y="0"/>
                  </a:lnTo>
                  <a:close/>
                </a:path>
                <a:path w="30479" h="88900">
                  <a:moveTo>
                    <a:pt x="26670" y="62230"/>
                  </a:moveTo>
                  <a:lnTo>
                    <a:pt x="0" y="62230"/>
                  </a:lnTo>
                  <a:lnTo>
                    <a:pt x="0" y="64770"/>
                  </a:lnTo>
                  <a:lnTo>
                    <a:pt x="25400" y="64770"/>
                  </a:lnTo>
                  <a:lnTo>
                    <a:pt x="25400" y="63500"/>
                  </a:lnTo>
                  <a:lnTo>
                    <a:pt x="26670" y="63500"/>
                  </a:lnTo>
                  <a:lnTo>
                    <a:pt x="26670" y="62230"/>
                  </a:lnTo>
                  <a:close/>
                </a:path>
                <a:path w="30479" h="88900">
                  <a:moveTo>
                    <a:pt x="24129" y="64770"/>
                  </a:moveTo>
                  <a:lnTo>
                    <a:pt x="0" y="64770"/>
                  </a:lnTo>
                  <a:lnTo>
                    <a:pt x="0" y="68580"/>
                  </a:lnTo>
                  <a:lnTo>
                    <a:pt x="21590" y="68580"/>
                  </a:lnTo>
                  <a:lnTo>
                    <a:pt x="21590" y="67310"/>
                  </a:lnTo>
                  <a:lnTo>
                    <a:pt x="22859" y="67310"/>
                  </a:lnTo>
                  <a:lnTo>
                    <a:pt x="22859" y="66040"/>
                  </a:lnTo>
                  <a:lnTo>
                    <a:pt x="24129" y="66040"/>
                  </a:lnTo>
                  <a:lnTo>
                    <a:pt x="24129" y="64770"/>
                  </a:lnTo>
                  <a:close/>
                </a:path>
                <a:path w="30479" h="88900">
                  <a:moveTo>
                    <a:pt x="20320" y="68580"/>
                  </a:moveTo>
                  <a:lnTo>
                    <a:pt x="0" y="68580"/>
                  </a:lnTo>
                  <a:lnTo>
                    <a:pt x="0" y="71120"/>
                  </a:lnTo>
                  <a:lnTo>
                    <a:pt x="19050" y="71120"/>
                  </a:lnTo>
                  <a:lnTo>
                    <a:pt x="19050" y="69850"/>
                  </a:lnTo>
                  <a:lnTo>
                    <a:pt x="20320" y="69850"/>
                  </a:lnTo>
                  <a:lnTo>
                    <a:pt x="20320" y="68580"/>
                  </a:lnTo>
                  <a:close/>
                </a:path>
                <a:path w="30479" h="88900">
                  <a:moveTo>
                    <a:pt x="17779" y="71120"/>
                  </a:moveTo>
                  <a:lnTo>
                    <a:pt x="0" y="71120"/>
                  </a:lnTo>
                  <a:lnTo>
                    <a:pt x="0" y="74930"/>
                  </a:lnTo>
                  <a:lnTo>
                    <a:pt x="15240" y="74930"/>
                  </a:lnTo>
                  <a:lnTo>
                    <a:pt x="15240" y="73660"/>
                  </a:lnTo>
                  <a:lnTo>
                    <a:pt x="16509" y="73660"/>
                  </a:lnTo>
                  <a:lnTo>
                    <a:pt x="16509" y="72390"/>
                  </a:lnTo>
                  <a:lnTo>
                    <a:pt x="17779" y="72390"/>
                  </a:lnTo>
                  <a:lnTo>
                    <a:pt x="17779" y="71120"/>
                  </a:lnTo>
                  <a:close/>
                </a:path>
                <a:path w="30479" h="88900">
                  <a:moveTo>
                    <a:pt x="13970" y="74930"/>
                  </a:moveTo>
                  <a:lnTo>
                    <a:pt x="0" y="74930"/>
                  </a:lnTo>
                  <a:lnTo>
                    <a:pt x="0" y="77470"/>
                  </a:lnTo>
                  <a:lnTo>
                    <a:pt x="12700" y="77470"/>
                  </a:lnTo>
                  <a:lnTo>
                    <a:pt x="12700" y="76200"/>
                  </a:lnTo>
                  <a:lnTo>
                    <a:pt x="13970" y="76200"/>
                  </a:lnTo>
                  <a:lnTo>
                    <a:pt x="13970" y="74930"/>
                  </a:lnTo>
                  <a:close/>
                </a:path>
                <a:path w="30479" h="88900">
                  <a:moveTo>
                    <a:pt x="11429" y="77470"/>
                  </a:moveTo>
                  <a:lnTo>
                    <a:pt x="0" y="77470"/>
                  </a:lnTo>
                  <a:lnTo>
                    <a:pt x="0" y="81280"/>
                  </a:lnTo>
                  <a:lnTo>
                    <a:pt x="8890" y="81280"/>
                  </a:lnTo>
                  <a:lnTo>
                    <a:pt x="8890" y="80010"/>
                  </a:lnTo>
                  <a:lnTo>
                    <a:pt x="10159" y="80010"/>
                  </a:lnTo>
                  <a:lnTo>
                    <a:pt x="10159" y="78740"/>
                  </a:lnTo>
                  <a:lnTo>
                    <a:pt x="11429" y="78740"/>
                  </a:lnTo>
                  <a:lnTo>
                    <a:pt x="11429" y="77470"/>
                  </a:lnTo>
                  <a:close/>
                </a:path>
                <a:path w="30479" h="88900">
                  <a:moveTo>
                    <a:pt x="7620" y="81280"/>
                  </a:moveTo>
                  <a:lnTo>
                    <a:pt x="0" y="81280"/>
                  </a:lnTo>
                  <a:lnTo>
                    <a:pt x="0" y="83820"/>
                  </a:lnTo>
                  <a:lnTo>
                    <a:pt x="6350" y="83820"/>
                  </a:lnTo>
                  <a:lnTo>
                    <a:pt x="6350" y="82550"/>
                  </a:lnTo>
                  <a:lnTo>
                    <a:pt x="7620" y="82550"/>
                  </a:lnTo>
                  <a:lnTo>
                    <a:pt x="7620" y="81280"/>
                  </a:lnTo>
                  <a:close/>
                </a:path>
                <a:path w="30479" h="88900">
                  <a:moveTo>
                    <a:pt x="5079" y="83820"/>
                  </a:moveTo>
                  <a:lnTo>
                    <a:pt x="0" y="83820"/>
                  </a:lnTo>
                  <a:lnTo>
                    <a:pt x="0" y="87630"/>
                  </a:lnTo>
                  <a:lnTo>
                    <a:pt x="2540" y="87630"/>
                  </a:lnTo>
                  <a:lnTo>
                    <a:pt x="2540" y="86360"/>
                  </a:lnTo>
                  <a:lnTo>
                    <a:pt x="3809" y="86360"/>
                  </a:lnTo>
                  <a:lnTo>
                    <a:pt x="3809" y="85090"/>
                  </a:lnTo>
                  <a:lnTo>
                    <a:pt x="5079" y="85090"/>
                  </a:lnTo>
                  <a:lnTo>
                    <a:pt x="5079" y="83820"/>
                  </a:lnTo>
                  <a:close/>
                </a:path>
                <a:path w="30479" h="88900">
                  <a:moveTo>
                    <a:pt x="1270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1270" y="88900"/>
                  </a:lnTo>
                  <a:lnTo>
                    <a:pt x="1270" y="87630"/>
                  </a:lnTo>
                  <a:close/>
                </a:path>
              </a:pathLst>
            </a:custGeom>
            <a:solidFill>
              <a:srgbClr val="C0CD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70" name="object 1270"/>
          <p:cNvSpPr txBox="1"/>
          <p:nvPr/>
        </p:nvSpPr>
        <p:spPr>
          <a:xfrm>
            <a:off x="7297419" y="2885772"/>
            <a:ext cx="1102360" cy="128460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algn="ctr">
              <a:lnSpc>
                <a:spcPct val="84800"/>
              </a:lnSpc>
              <a:spcBef>
                <a:spcPts val="120"/>
              </a:spcBef>
            </a:pPr>
            <a:r>
              <a:rPr sz="1400" b="1" spc="-20" dirty="0">
                <a:latin typeface="Arial"/>
                <a:cs typeface="Arial"/>
              </a:rPr>
              <a:t>Active/Active </a:t>
            </a:r>
            <a:r>
              <a:rPr sz="1400" spc="-10" dirty="0">
                <a:latin typeface="Arial"/>
                <a:cs typeface="Arial"/>
              </a:rPr>
              <a:t>Continuous availability </a:t>
            </a:r>
            <a:r>
              <a:rPr sz="1400" dirty="0">
                <a:latin typeface="Arial"/>
                <a:cs typeface="Arial"/>
              </a:rPr>
              <a:t>based</a:t>
            </a:r>
            <a:r>
              <a:rPr sz="1400" spc="-40" dirty="0">
                <a:latin typeface="Arial"/>
                <a:cs typeface="Arial"/>
              </a:rPr>
              <a:t> </a:t>
            </a:r>
            <a:r>
              <a:rPr sz="1400" dirty="0">
                <a:latin typeface="Arial"/>
                <a:cs typeface="Arial"/>
              </a:rPr>
              <a:t>on</a:t>
            </a:r>
            <a:r>
              <a:rPr sz="1400" spc="-55" dirty="0">
                <a:latin typeface="Arial"/>
                <a:cs typeface="Arial"/>
              </a:rPr>
              <a:t> </a:t>
            </a:r>
            <a:r>
              <a:rPr sz="1400" spc="-20" dirty="0">
                <a:latin typeface="Arial"/>
                <a:cs typeface="Arial"/>
              </a:rPr>
              <a:t>load </a:t>
            </a:r>
            <a:r>
              <a:rPr sz="1400" spc="-10" dirty="0">
                <a:latin typeface="Arial"/>
                <a:cs typeface="Arial"/>
              </a:rPr>
              <a:t>balanced</a:t>
            </a:r>
            <a:endParaRPr sz="1400">
              <a:latin typeface="Arial"/>
              <a:cs typeface="Arial"/>
            </a:endParaRPr>
          </a:p>
          <a:p>
            <a:pPr marL="88900" marR="80645" indent="635" algn="ctr">
              <a:lnSpc>
                <a:spcPts val="1420"/>
              </a:lnSpc>
              <a:spcBef>
                <a:spcPts val="15"/>
              </a:spcBef>
            </a:pPr>
            <a:r>
              <a:rPr sz="1400" spc="-10" dirty="0">
                <a:latin typeface="Arial"/>
                <a:cs typeface="Arial"/>
              </a:rPr>
              <a:t>x-</a:t>
            </a:r>
            <a:r>
              <a:rPr sz="1400" spc="-20" dirty="0">
                <a:latin typeface="Arial"/>
                <a:cs typeface="Arial"/>
              </a:rPr>
              <a:t>site applications</a:t>
            </a:r>
            <a:endParaRPr sz="1400">
              <a:latin typeface="Arial"/>
              <a:cs typeface="Arial"/>
            </a:endParaRPr>
          </a:p>
        </p:txBody>
      </p:sp>
      <p:sp>
        <p:nvSpPr>
          <p:cNvPr id="1271" name="object 1271"/>
          <p:cNvSpPr txBox="1"/>
          <p:nvPr/>
        </p:nvSpPr>
        <p:spPr>
          <a:xfrm>
            <a:off x="1685289" y="5609590"/>
            <a:ext cx="1894205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b="1" dirty="0">
                <a:solidFill>
                  <a:srgbClr val="B9B9B9"/>
                </a:solidFill>
                <a:latin typeface="Arial"/>
                <a:cs typeface="Arial"/>
              </a:rPr>
              <a:t>Worse</a:t>
            </a:r>
            <a:r>
              <a:rPr sz="1800" b="1" spc="-30" dirty="0">
                <a:solidFill>
                  <a:srgbClr val="B9B9B9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B9B9B9"/>
                </a:solidFill>
                <a:latin typeface="Arial"/>
                <a:cs typeface="Arial"/>
              </a:rPr>
              <a:t>RPO,</a:t>
            </a:r>
            <a:r>
              <a:rPr sz="1800" b="1" spc="-20" dirty="0">
                <a:solidFill>
                  <a:srgbClr val="B9B9B9"/>
                </a:solidFill>
                <a:latin typeface="Arial"/>
                <a:cs typeface="Arial"/>
              </a:rPr>
              <a:t> </a:t>
            </a:r>
            <a:r>
              <a:rPr sz="1800" b="1" spc="-25" dirty="0">
                <a:solidFill>
                  <a:srgbClr val="B9B9B9"/>
                </a:solidFill>
                <a:latin typeface="Arial"/>
                <a:cs typeface="Arial"/>
              </a:rPr>
              <a:t>RTO</a:t>
            </a:r>
            <a:endParaRPr sz="1800">
              <a:latin typeface="Arial"/>
              <a:cs typeface="Arial"/>
            </a:endParaRPr>
          </a:p>
        </p:txBody>
      </p:sp>
      <p:sp>
        <p:nvSpPr>
          <p:cNvPr id="1272" name="object 1272"/>
          <p:cNvSpPr txBox="1"/>
          <p:nvPr/>
        </p:nvSpPr>
        <p:spPr>
          <a:xfrm>
            <a:off x="6174740" y="5609590"/>
            <a:ext cx="1854835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b="1" dirty="0">
                <a:solidFill>
                  <a:srgbClr val="B9B9B9"/>
                </a:solidFill>
                <a:latin typeface="Arial"/>
                <a:cs typeface="Arial"/>
              </a:rPr>
              <a:t>Better</a:t>
            </a:r>
            <a:r>
              <a:rPr sz="1800" b="1" spc="-35" dirty="0">
                <a:solidFill>
                  <a:srgbClr val="B9B9B9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B9B9B9"/>
                </a:solidFill>
                <a:latin typeface="Arial"/>
                <a:cs typeface="Arial"/>
              </a:rPr>
              <a:t>RPO,</a:t>
            </a:r>
            <a:r>
              <a:rPr sz="1800" b="1" spc="-20" dirty="0">
                <a:solidFill>
                  <a:srgbClr val="B9B9B9"/>
                </a:solidFill>
                <a:latin typeface="Arial"/>
                <a:cs typeface="Arial"/>
              </a:rPr>
              <a:t> </a:t>
            </a:r>
            <a:r>
              <a:rPr sz="1800" b="1" spc="-25" dirty="0">
                <a:solidFill>
                  <a:srgbClr val="B9B9B9"/>
                </a:solidFill>
                <a:latin typeface="Arial"/>
                <a:cs typeface="Arial"/>
              </a:rPr>
              <a:t>RTO</a:t>
            </a:r>
            <a:endParaRPr sz="1800">
              <a:latin typeface="Arial"/>
              <a:cs typeface="Arial"/>
            </a:endParaRPr>
          </a:p>
        </p:txBody>
      </p:sp>
      <p:grpSp>
        <p:nvGrpSpPr>
          <p:cNvPr id="1273" name="object 1273"/>
          <p:cNvGrpSpPr/>
          <p:nvPr/>
        </p:nvGrpSpPr>
        <p:grpSpPr>
          <a:xfrm>
            <a:off x="604837" y="1062037"/>
            <a:ext cx="619125" cy="4505325"/>
            <a:chOff x="604837" y="1062037"/>
            <a:chExt cx="619125" cy="4505325"/>
          </a:xfrm>
        </p:grpSpPr>
        <p:sp>
          <p:nvSpPr>
            <p:cNvPr id="1274" name="object 1274"/>
            <p:cNvSpPr/>
            <p:nvPr/>
          </p:nvSpPr>
          <p:spPr>
            <a:xfrm>
              <a:off x="629920" y="1182370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70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2700" y="12700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BFB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5" name="object 1275"/>
            <p:cNvSpPr/>
            <p:nvPr/>
          </p:nvSpPr>
          <p:spPr>
            <a:xfrm>
              <a:off x="642619" y="1182370"/>
              <a:ext cx="17780" cy="12700"/>
            </a:xfrm>
            <a:custGeom>
              <a:avLst/>
              <a:gdLst/>
              <a:ahLst/>
              <a:cxnLst/>
              <a:rect l="l" t="t" r="r" b="b"/>
              <a:pathLst>
                <a:path w="17779" h="12700">
                  <a:moveTo>
                    <a:pt x="17779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7779" y="12700"/>
                  </a:lnTo>
                  <a:lnTo>
                    <a:pt x="17779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6" name="object 1276"/>
            <p:cNvSpPr/>
            <p:nvPr/>
          </p:nvSpPr>
          <p:spPr>
            <a:xfrm>
              <a:off x="660400" y="1169670"/>
              <a:ext cx="16510" cy="25400"/>
            </a:xfrm>
            <a:custGeom>
              <a:avLst/>
              <a:gdLst/>
              <a:ahLst/>
              <a:cxnLst/>
              <a:rect l="l" t="t" r="r" b="b"/>
              <a:pathLst>
                <a:path w="16509" h="25400">
                  <a:moveTo>
                    <a:pt x="16509" y="12700"/>
                  </a:moveTo>
                  <a:lnTo>
                    <a:pt x="0" y="12700"/>
                  </a:lnTo>
                  <a:lnTo>
                    <a:pt x="0" y="25400"/>
                  </a:lnTo>
                  <a:lnTo>
                    <a:pt x="16509" y="25400"/>
                  </a:lnTo>
                  <a:lnTo>
                    <a:pt x="16509" y="12700"/>
                  </a:lnTo>
                  <a:close/>
                </a:path>
                <a:path w="16509" h="25400">
                  <a:moveTo>
                    <a:pt x="16509" y="0"/>
                  </a:moveTo>
                  <a:lnTo>
                    <a:pt x="0" y="0"/>
                  </a:lnTo>
                  <a:lnTo>
                    <a:pt x="0" y="12699"/>
                  </a:lnTo>
                  <a:lnTo>
                    <a:pt x="16509" y="12699"/>
                  </a:lnTo>
                  <a:lnTo>
                    <a:pt x="16509" y="0"/>
                  </a:lnTo>
                  <a:close/>
                </a:path>
              </a:pathLst>
            </a:custGeom>
            <a:solidFill>
              <a:srgbClr val="C1C1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7" name="object 1277"/>
            <p:cNvSpPr/>
            <p:nvPr/>
          </p:nvSpPr>
          <p:spPr>
            <a:xfrm>
              <a:off x="676910" y="1156969"/>
              <a:ext cx="17780" cy="38100"/>
            </a:xfrm>
            <a:custGeom>
              <a:avLst/>
              <a:gdLst/>
              <a:ahLst/>
              <a:cxnLst/>
              <a:rect l="l" t="t" r="r" b="b"/>
              <a:pathLst>
                <a:path w="17779" h="38100">
                  <a:moveTo>
                    <a:pt x="17780" y="0"/>
                  </a:moveTo>
                  <a:lnTo>
                    <a:pt x="15240" y="0"/>
                  </a:lnTo>
                  <a:lnTo>
                    <a:pt x="15240" y="12700"/>
                  </a:lnTo>
                  <a:lnTo>
                    <a:pt x="0" y="12700"/>
                  </a:lnTo>
                  <a:lnTo>
                    <a:pt x="0" y="38100"/>
                  </a:lnTo>
                  <a:lnTo>
                    <a:pt x="17780" y="38100"/>
                  </a:lnTo>
                  <a:lnTo>
                    <a:pt x="17780" y="0"/>
                  </a:lnTo>
                  <a:close/>
                </a:path>
              </a:pathLst>
            </a:custGeom>
            <a:solidFill>
              <a:srgbClr val="C2C2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8" name="object 1278"/>
            <p:cNvSpPr/>
            <p:nvPr/>
          </p:nvSpPr>
          <p:spPr>
            <a:xfrm>
              <a:off x="694689" y="1156969"/>
              <a:ext cx="17780" cy="38100"/>
            </a:xfrm>
            <a:custGeom>
              <a:avLst/>
              <a:gdLst/>
              <a:ahLst/>
              <a:cxnLst/>
              <a:rect l="l" t="t" r="r" b="b"/>
              <a:pathLst>
                <a:path w="17779" h="38100">
                  <a:moveTo>
                    <a:pt x="17779" y="0"/>
                  </a:moveTo>
                  <a:lnTo>
                    <a:pt x="0" y="0"/>
                  </a:lnTo>
                  <a:lnTo>
                    <a:pt x="0" y="38100"/>
                  </a:lnTo>
                  <a:lnTo>
                    <a:pt x="17779" y="38100"/>
                  </a:lnTo>
                  <a:lnTo>
                    <a:pt x="17779" y="0"/>
                  </a:lnTo>
                  <a:close/>
                </a:path>
              </a:pathLst>
            </a:custGeom>
            <a:solidFill>
              <a:srgbClr val="C3C3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9" name="object 1279"/>
            <p:cNvSpPr/>
            <p:nvPr/>
          </p:nvSpPr>
          <p:spPr>
            <a:xfrm>
              <a:off x="712470" y="1144269"/>
              <a:ext cx="17780" cy="4419600"/>
            </a:xfrm>
            <a:custGeom>
              <a:avLst/>
              <a:gdLst/>
              <a:ahLst/>
              <a:cxnLst/>
              <a:rect l="l" t="t" r="r" b="b"/>
              <a:pathLst>
                <a:path w="17779" h="4419600">
                  <a:moveTo>
                    <a:pt x="17780" y="0"/>
                  </a:moveTo>
                  <a:lnTo>
                    <a:pt x="11430" y="0"/>
                  </a:lnTo>
                  <a:lnTo>
                    <a:pt x="11430" y="12700"/>
                  </a:lnTo>
                  <a:lnTo>
                    <a:pt x="0" y="12700"/>
                  </a:lnTo>
                  <a:lnTo>
                    <a:pt x="0" y="50800"/>
                  </a:lnTo>
                  <a:lnTo>
                    <a:pt x="3810" y="50800"/>
                  </a:lnTo>
                  <a:lnTo>
                    <a:pt x="3810" y="4419600"/>
                  </a:lnTo>
                  <a:lnTo>
                    <a:pt x="17780" y="4419600"/>
                  </a:lnTo>
                  <a:lnTo>
                    <a:pt x="17780" y="50800"/>
                  </a:lnTo>
                  <a:lnTo>
                    <a:pt x="17780" y="12700"/>
                  </a:lnTo>
                  <a:lnTo>
                    <a:pt x="17780" y="0"/>
                  </a:lnTo>
                  <a:close/>
                </a:path>
              </a:pathLst>
            </a:custGeom>
            <a:solidFill>
              <a:srgbClr val="C4C4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0" name="object 1280"/>
            <p:cNvSpPr/>
            <p:nvPr/>
          </p:nvSpPr>
          <p:spPr>
            <a:xfrm>
              <a:off x="730250" y="1144269"/>
              <a:ext cx="17780" cy="4419600"/>
            </a:xfrm>
            <a:custGeom>
              <a:avLst/>
              <a:gdLst/>
              <a:ahLst/>
              <a:cxnLst/>
              <a:rect l="l" t="t" r="r" b="b"/>
              <a:pathLst>
                <a:path w="17779" h="4419600">
                  <a:moveTo>
                    <a:pt x="17779" y="0"/>
                  </a:moveTo>
                  <a:lnTo>
                    <a:pt x="0" y="0"/>
                  </a:lnTo>
                  <a:lnTo>
                    <a:pt x="0" y="4419600"/>
                  </a:lnTo>
                  <a:lnTo>
                    <a:pt x="17779" y="4419600"/>
                  </a:lnTo>
                  <a:lnTo>
                    <a:pt x="17779" y="0"/>
                  </a:lnTo>
                  <a:close/>
                </a:path>
              </a:pathLst>
            </a:custGeom>
            <a:solidFill>
              <a:srgbClr val="C5C5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1" name="object 1281"/>
            <p:cNvSpPr/>
            <p:nvPr/>
          </p:nvSpPr>
          <p:spPr>
            <a:xfrm>
              <a:off x="748030" y="1131569"/>
              <a:ext cx="16510" cy="4432300"/>
            </a:xfrm>
            <a:custGeom>
              <a:avLst/>
              <a:gdLst/>
              <a:ahLst/>
              <a:cxnLst/>
              <a:rect l="l" t="t" r="r" b="b"/>
              <a:pathLst>
                <a:path w="16509" h="4432300">
                  <a:moveTo>
                    <a:pt x="16510" y="0"/>
                  </a:moveTo>
                  <a:lnTo>
                    <a:pt x="7620" y="0"/>
                  </a:lnTo>
                  <a:lnTo>
                    <a:pt x="7620" y="12700"/>
                  </a:lnTo>
                  <a:lnTo>
                    <a:pt x="0" y="12700"/>
                  </a:lnTo>
                  <a:lnTo>
                    <a:pt x="0" y="4432300"/>
                  </a:lnTo>
                  <a:lnTo>
                    <a:pt x="16510" y="4432300"/>
                  </a:lnTo>
                  <a:lnTo>
                    <a:pt x="16510" y="12700"/>
                  </a:lnTo>
                  <a:lnTo>
                    <a:pt x="16510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2" name="object 1282"/>
            <p:cNvSpPr/>
            <p:nvPr/>
          </p:nvSpPr>
          <p:spPr>
            <a:xfrm>
              <a:off x="764539" y="1131569"/>
              <a:ext cx="17780" cy="4432300"/>
            </a:xfrm>
            <a:custGeom>
              <a:avLst/>
              <a:gdLst/>
              <a:ahLst/>
              <a:cxnLst/>
              <a:rect l="l" t="t" r="r" b="b"/>
              <a:pathLst>
                <a:path w="17779" h="4432300">
                  <a:moveTo>
                    <a:pt x="17779" y="0"/>
                  </a:moveTo>
                  <a:lnTo>
                    <a:pt x="0" y="0"/>
                  </a:lnTo>
                  <a:lnTo>
                    <a:pt x="0" y="4432300"/>
                  </a:lnTo>
                  <a:lnTo>
                    <a:pt x="17779" y="4432300"/>
                  </a:lnTo>
                  <a:lnTo>
                    <a:pt x="17779" y="0"/>
                  </a:lnTo>
                  <a:close/>
                </a:path>
              </a:pathLst>
            </a:custGeom>
            <a:solidFill>
              <a:srgbClr val="C7C7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3" name="object 1283"/>
            <p:cNvSpPr/>
            <p:nvPr/>
          </p:nvSpPr>
          <p:spPr>
            <a:xfrm>
              <a:off x="782320" y="1118869"/>
              <a:ext cx="17780" cy="4445000"/>
            </a:xfrm>
            <a:custGeom>
              <a:avLst/>
              <a:gdLst/>
              <a:ahLst/>
              <a:cxnLst/>
              <a:rect l="l" t="t" r="r" b="b"/>
              <a:pathLst>
                <a:path w="17779" h="4445000">
                  <a:moveTo>
                    <a:pt x="17780" y="0"/>
                  </a:moveTo>
                  <a:lnTo>
                    <a:pt x="3810" y="0"/>
                  </a:lnTo>
                  <a:lnTo>
                    <a:pt x="3810" y="12700"/>
                  </a:lnTo>
                  <a:lnTo>
                    <a:pt x="0" y="12700"/>
                  </a:lnTo>
                  <a:lnTo>
                    <a:pt x="0" y="4445000"/>
                  </a:lnTo>
                  <a:lnTo>
                    <a:pt x="17780" y="4445000"/>
                  </a:lnTo>
                  <a:lnTo>
                    <a:pt x="17780" y="12700"/>
                  </a:lnTo>
                  <a:lnTo>
                    <a:pt x="17780" y="0"/>
                  </a:lnTo>
                  <a:close/>
                </a:path>
              </a:pathLst>
            </a:custGeom>
            <a:solidFill>
              <a:srgbClr val="C8C8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4" name="object 1284"/>
            <p:cNvSpPr/>
            <p:nvPr/>
          </p:nvSpPr>
          <p:spPr>
            <a:xfrm>
              <a:off x="800100" y="1118869"/>
              <a:ext cx="17780" cy="4445000"/>
            </a:xfrm>
            <a:custGeom>
              <a:avLst/>
              <a:gdLst/>
              <a:ahLst/>
              <a:cxnLst/>
              <a:rect l="l" t="t" r="r" b="b"/>
              <a:pathLst>
                <a:path w="17780" h="4445000">
                  <a:moveTo>
                    <a:pt x="17780" y="0"/>
                  </a:moveTo>
                  <a:lnTo>
                    <a:pt x="0" y="0"/>
                  </a:lnTo>
                  <a:lnTo>
                    <a:pt x="0" y="4445000"/>
                  </a:lnTo>
                  <a:lnTo>
                    <a:pt x="17780" y="4445000"/>
                  </a:lnTo>
                  <a:lnTo>
                    <a:pt x="17780" y="0"/>
                  </a:lnTo>
                  <a:close/>
                </a:path>
              </a:pathLst>
            </a:custGeom>
            <a:solidFill>
              <a:srgbClr val="C9C9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5" name="object 1285"/>
            <p:cNvSpPr/>
            <p:nvPr/>
          </p:nvSpPr>
          <p:spPr>
            <a:xfrm>
              <a:off x="817879" y="1106169"/>
              <a:ext cx="17780" cy="4457700"/>
            </a:xfrm>
            <a:custGeom>
              <a:avLst/>
              <a:gdLst/>
              <a:ahLst/>
              <a:cxnLst/>
              <a:rect l="l" t="t" r="r" b="b"/>
              <a:pathLst>
                <a:path w="17780" h="4457700">
                  <a:moveTo>
                    <a:pt x="17779" y="0"/>
                  </a:moveTo>
                  <a:lnTo>
                    <a:pt x="0" y="0"/>
                  </a:lnTo>
                  <a:lnTo>
                    <a:pt x="0" y="4457700"/>
                  </a:lnTo>
                  <a:lnTo>
                    <a:pt x="17779" y="4457700"/>
                  </a:lnTo>
                  <a:lnTo>
                    <a:pt x="17779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6" name="object 1286"/>
            <p:cNvSpPr/>
            <p:nvPr/>
          </p:nvSpPr>
          <p:spPr>
            <a:xfrm>
              <a:off x="835660" y="1093469"/>
              <a:ext cx="34290" cy="4471035"/>
            </a:xfrm>
            <a:custGeom>
              <a:avLst/>
              <a:gdLst/>
              <a:ahLst/>
              <a:cxnLst/>
              <a:rect l="l" t="t" r="r" b="b"/>
              <a:pathLst>
                <a:path w="34290" h="4471035">
                  <a:moveTo>
                    <a:pt x="34290" y="0"/>
                  </a:moveTo>
                  <a:lnTo>
                    <a:pt x="17780" y="0"/>
                  </a:lnTo>
                  <a:lnTo>
                    <a:pt x="13970" y="0"/>
                  </a:lnTo>
                  <a:lnTo>
                    <a:pt x="13970" y="12700"/>
                  </a:lnTo>
                  <a:lnTo>
                    <a:pt x="0" y="12700"/>
                  </a:lnTo>
                  <a:lnTo>
                    <a:pt x="0" y="4470400"/>
                  </a:lnTo>
                  <a:lnTo>
                    <a:pt x="17780" y="4470400"/>
                  </a:lnTo>
                  <a:lnTo>
                    <a:pt x="34290" y="4470412"/>
                  </a:lnTo>
                  <a:lnTo>
                    <a:pt x="34290" y="0"/>
                  </a:lnTo>
                  <a:close/>
                </a:path>
              </a:pathLst>
            </a:custGeom>
            <a:solidFill>
              <a:srgbClr val="CCCC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7" name="object 1287"/>
            <p:cNvSpPr/>
            <p:nvPr/>
          </p:nvSpPr>
          <p:spPr>
            <a:xfrm>
              <a:off x="869950" y="1080769"/>
              <a:ext cx="17780" cy="4483100"/>
            </a:xfrm>
            <a:custGeom>
              <a:avLst/>
              <a:gdLst/>
              <a:ahLst/>
              <a:cxnLst/>
              <a:rect l="l" t="t" r="r" b="b"/>
              <a:pathLst>
                <a:path w="17780" h="4483100">
                  <a:moveTo>
                    <a:pt x="17780" y="0"/>
                  </a:moveTo>
                  <a:lnTo>
                    <a:pt x="11430" y="0"/>
                  </a:lnTo>
                  <a:lnTo>
                    <a:pt x="11430" y="12700"/>
                  </a:lnTo>
                  <a:lnTo>
                    <a:pt x="0" y="12700"/>
                  </a:lnTo>
                  <a:lnTo>
                    <a:pt x="0" y="4483100"/>
                  </a:lnTo>
                  <a:lnTo>
                    <a:pt x="17780" y="4483100"/>
                  </a:lnTo>
                  <a:lnTo>
                    <a:pt x="17780" y="12700"/>
                  </a:lnTo>
                  <a:lnTo>
                    <a:pt x="17780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8" name="object 1288"/>
            <p:cNvSpPr/>
            <p:nvPr/>
          </p:nvSpPr>
          <p:spPr>
            <a:xfrm>
              <a:off x="887729" y="1080770"/>
              <a:ext cx="17780" cy="4483100"/>
            </a:xfrm>
            <a:custGeom>
              <a:avLst/>
              <a:gdLst/>
              <a:ahLst/>
              <a:cxnLst/>
              <a:rect l="l" t="t" r="r" b="b"/>
              <a:pathLst>
                <a:path w="17780" h="4483100">
                  <a:moveTo>
                    <a:pt x="17779" y="0"/>
                  </a:moveTo>
                  <a:lnTo>
                    <a:pt x="0" y="0"/>
                  </a:lnTo>
                  <a:lnTo>
                    <a:pt x="0" y="4483100"/>
                  </a:lnTo>
                  <a:lnTo>
                    <a:pt x="17779" y="4483100"/>
                  </a:lnTo>
                  <a:lnTo>
                    <a:pt x="17779" y="0"/>
                  </a:lnTo>
                  <a:close/>
                </a:path>
              </a:pathLst>
            </a:custGeom>
            <a:solidFill>
              <a:srgbClr val="CECE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9" name="object 1289"/>
            <p:cNvSpPr/>
            <p:nvPr/>
          </p:nvSpPr>
          <p:spPr>
            <a:xfrm>
              <a:off x="905510" y="1068069"/>
              <a:ext cx="17780" cy="4496435"/>
            </a:xfrm>
            <a:custGeom>
              <a:avLst/>
              <a:gdLst/>
              <a:ahLst/>
              <a:cxnLst/>
              <a:rect l="l" t="t" r="r" b="b"/>
              <a:pathLst>
                <a:path w="17780" h="4496435">
                  <a:moveTo>
                    <a:pt x="17780" y="12700"/>
                  </a:moveTo>
                  <a:lnTo>
                    <a:pt x="13957" y="12700"/>
                  </a:lnTo>
                  <a:lnTo>
                    <a:pt x="13957" y="0"/>
                  </a:lnTo>
                  <a:lnTo>
                    <a:pt x="6350" y="0"/>
                  </a:lnTo>
                  <a:lnTo>
                    <a:pt x="6350" y="12700"/>
                  </a:lnTo>
                  <a:lnTo>
                    <a:pt x="0" y="12700"/>
                  </a:lnTo>
                  <a:lnTo>
                    <a:pt x="0" y="4495812"/>
                  </a:lnTo>
                  <a:lnTo>
                    <a:pt x="17780" y="4495812"/>
                  </a:lnTo>
                  <a:lnTo>
                    <a:pt x="17780" y="12700"/>
                  </a:lnTo>
                  <a:close/>
                </a:path>
              </a:pathLst>
            </a:custGeom>
            <a:solidFill>
              <a:srgbClr val="CFCF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0" name="object 1290"/>
            <p:cNvSpPr/>
            <p:nvPr/>
          </p:nvSpPr>
          <p:spPr>
            <a:xfrm>
              <a:off x="923290" y="1080770"/>
              <a:ext cx="16510" cy="4483100"/>
            </a:xfrm>
            <a:custGeom>
              <a:avLst/>
              <a:gdLst/>
              <a:ahLst/>
              <a:cxnLst/>
              <a:rect l="l" t="t" r="r" b="b"/>
              <a:pathLst>
                <a:path w="16509" h="4483100">
                  <a:moveTo>
                    <a:pt x="16509" y="0"/>
                  </a:moveTo>
                  <a:lnTo>
                    <a:pt x="0" y="0"/>
                  </a:lnTo>
                  <a:lnTo>
                    <a:pt x="0" y="4483100"/>
                  </a:lnTo>
                  <a:lnTo>
                    <a:pt x="16509" y="4483100"/>
                  </a:lnTo>
                  <a:lnTo>
                    <a:pt x="16509" y="0"/>
                  </a:lnTo>
                  <a:close/>
                </a:path>
              </a:pathLst>
            </a:custGeom>
            <a:solidFill>
              <a:srgbClr val="D0D0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1" name="object 1291"/>
            <p:cNvSpPr/>
            <p:nvPr/>
          </p:nvSpPr>
          <p:spPr>
            <a:xfrm>
              <a:off x="939800" y="1080769"/>
              <a:ext cx="17780" cy="4483100"/>
            </a:xfrm>
            <a:custGeom>
              <a:avLst/>
              <a:gdLst/>
              <a:ahLst/>
              <a:cxnLst/>
              <a:rect l="l" t="t" r="r" b="b"/>
              <a:pathLst>
                <a:path w="17780" h="4483100">
                  <a:moveTo>
                    <a:pt x="17780" y="12700"/>
                  </a:moveTo>
                  <a:lnTo>
                    <a:pt x="11430" y="12700"/>
                  </a:lnTo>
                  <a:lnTo>
                    <a:pt x="11430" y="0"/>
                  </a:lnTo>
                  <a:lnTo>
                    <a:pt x="0" y="0"/>
                  </a:lnTo>
                  <a:lnTo>
                    <a:pt x="0" y="12700"/>
                  </a:lnTo>
                  <a:lnTo>
                    <a:pt x="0" y="4483100"/>
                  </a:lnTo>
                  <a:lnTo>
                    <a:pt x="17780" y="4483100"/>
                  </a:lnTo>
                  <a:lnTo>
                    <a:pt x="17780" y="12700"/>
                  </a:lnTo>
                  <a:close/>
                </a:path>
              </a:pathLst>
            </a:custGeom>
            <a:solidFill>
              <a:srgbClr val="D1D1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2" name="object 1292"/>
            <p:cNvSpPr/>
            <p:nvPr/>
          </p:nvSpPr>
          <p:spPr>
            <a:xfrm>
              <a:off x="957579" y="1093469"/>
              <a:ext cx="17780" cy="4470400"/>
            </a:xfrm>
            <a:custGeom>
              <a:avLst/>
              <a:gdLst/>
              <a:ahLst/>
              <a:cxnLst/>
              <a:rect l="l" t="t" r="r" b="b"/>
              <a:pathLst>
                <a:path w="17780" h="4470400">
                  <a:moveTo>
                    <a:pt x="17779" y="0"/>
                  </a:moveTo>
                  <a:lnTo>
                    <a:pt x="0" y="0"/>
                  </a:lnTo>
                  <a:lnTo>
                    <a:pt x="0" y="4470400"/>
                  </a:lnTo>
                  <a:lnTo>
                    <a:pt x="17779" y="4470400"/>
                  </a:lnTo>
                  <a:lnTo>
                    <a:pt x="17779" y="0"/>
                  </a:lnTo>
                  <a:close/>
                </a:path>
              </a:pathLst>
            </a:custGeom>
            <a:solidFill>
              <a:srgbClr val="D2D2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3" name="object 1293"/>
            <p:cNvSpPr/>
            <p:nvPr/>
          </p:nvSpPr>
          <p:spPr>
            <a:xfrm>
              <a:off x="975360" y="1093469"/>
              <a:ext cx="17780" cy="4470400"/>
            </a:xfrm>
            <a:custGeom>
              <a:avLst/>
              <a:gdLst/>
              <a:ahLst/>
              <a:cxnLst/>
              <a:rect l="l" t="t" r="r" b="b"/>
              <a:pathLst>
                <a:path w="17780" h="4470400">
                  <a:moveTo>
                    <a:pt x="17780" y="12700"/>
                  </a:moveTo>
                  <a:lnTo>
                    <a:pt x="7620" y="12700"/>
                  </a:lnTo>
                  <a:lnTo>
                    <a:pt x="7620" y="0"/>
                  </a:lnTo>
                  <a:lnTo>
                    <a:pt x="0" y="0"/>
                  </a:lnTo>
                  <a:lnTo>
                    <a:pt x="0" y="12700"/>
                  </a:lnTo>
                  <a:lnTo>
                    <a:pt x="0" y="4470400"/>
                  </a:lnTo>
                  <a:lnTo>
                    <a:pt x="17780" y="4470400"/>
                  </a:lnTo>
                  <a:lnTo>
                    <a:pt x="17780" y="12700"/>
                  </a:lnTo>
                  <a:close/>
                </a:path>
              </a:pathLst>
            </a:custGeom>
            <a:solidFill>
              <a:srgbClr val="D3D3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4" name="object 1294"/>
            <p:cNvSpPr/>
            <p:nvPr/>
          </p:nvSpPr>
          <p:spPr>
            <a:xfrm>
              <a:off x="993140" y="1106169"/>
              <a:ext cx="17780" cy="4457700"/>
            </a:xfrm>
            <a:custGeom>
              <a:avLst/>
              <a:gdLst/>
              <a:ahLst/>
              <a:cxnLst/>
              <a:rect l="l" t="t" r="r" b="b"/>
              <a:pathLst>
                <a:path w="17780" h="4457700">
                  <a:moveTo>
                    <a:pt x="17779" y="0"/>
                  </a:moveTo>
                  <a:lnTo>
                    <a:pt x="0" y="0"/>
                  </a:lnTo>
                  <a:lnTo>
                    <a:pt x="0" y="4457700"/>
                  </a:lnTo>
                  <a:lnTo>
                    <a:pt x="17779" y="4457700"/>
                  </a:lnTo>
                  <a:lnTo>
                    <a:pt x="17779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5" name="object 1295"/>
            <p:cNvSpPr/>
            <p:nvPr/>
          </p:nvSpPr>
          <p:spPr>
            <a:xfrm>
              <a:off x="1010920" y="1106169"/>
              <a:ext cx="16510" cy="4457700"/>
            </a:xfrm>
            <a:custGeom>
              <a:avLst/>
              <a:gdLst/>
              <a:ahLst/>
              <a:cxnLst/>
              <a:rect l="l" t="t" r="r" b="b"/>
              <a:pathLst>
                <a:path w="16509" h="4457700">
                  <a:moveTo>
                    <a:pt x="16510" y="12700"/>
                  </a:moveTo>
                  <a:lnTo>
                    <a:pt x="2540" y="12700"/>
                  </a:lnTo>
                  <a:lnTo>
                    <a:pt x="2540" y="0"/>
                  </a:lnTo>
                  <a:lnTo>
                    <a:pt x="0" y="0"/>
                  </a:lnTo>
                  <a:lnTo>
                    <a:pt x="0" y="12700"/>
                  </a:lnTo>
                  <a:lnTo>
                    <a:pt x="0" y="4457700"/>
                  </a:lnTo>
                  <a:lnTo>
                    <a:pt x="16510" y="4457700"/>
                  </a:lnTo>
                  <a:lnTo>
                    <a:pt x="16510" y="12700"/>
                  </a:lnTo>
                  <a:close/>
                </a:path>
              </a:pathLst>
            </a:custGeom>
            <a:solidFill>
              <a:srgbClr val="D5D5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6" name="object 1296"/>
            <p:cNvSpPr/>
            <p:nvPr/>
          </p:nvSpPr>
          <p:spPr>
            <a:xfrm>
              <a:off x="1027430" y="1118869"/>
              <a:ext cx="17780" cy="4445000"/>
            </a:xfrm>
            <a:custGeom>
              <a:avLst/>
              <a:gdLst/>
              <a:ahLst/>
              <a:cxnLst/>
              <a:rect l="l" t="t" r="r" b="b"/>
              <a:pathLst>
                <a:path w="17780" h="4445000">
                  <a:moveTo>
                    <a:pt x="17779" y="0"/>
                  </a:moveTo>
                  <a:lnTo>
                    <a:pt x="0" y="0"/>
                  </a:lnTo>
                  <a:lnTo>
                    <a:pt x="0" y="4445000"/>
                  </a:lnTo>
                  <a:lnTo>
                    <a:pt x="17779" y="4445000"/>
                  </a:lnTo>
                  <a:lnTo>
                    <a:pt x="17779" y="0"/>
                  </a:lnTo>
                  <a:close/>
                </a:path>
              </a:pathLst>
            </a:custGeom>
            <a:solidFill>
              <a:srgbClr val="D6D6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7" name="object 1297"/>
            <p:cNvSpPr/>
            <p:nvPr/>
          </p:nvSpPr>
          <p:spPr>
            <a:xfrm>
              <a:off x="1045209" y="1131569"/>
              <a:ext cx="17780" cy="4432300"/>
            </a:xfrm>
            <a:custGeom>
              <a:avLst/>
              <a:gdLst/>
              <a:ahLst/>
              <a:cxnLst/>
              <a:rect l="l" t="t" r="r" b="b"/>
              <a:pathLst>
                <a:path w="17780" h="4432300">
                  <a:moveTo>
                    <a:pt x="17780" y="0"/>
                  </a:moveTo>
                  <a:lnTo>
                    <a:pt x="0" y="0"/>
                  </a:lnTo>
                  <a:lnTo>
                    <a:pt x="0" y="4432300"/>
                  </a:lnTo>
                  <a:lnTo>
                    <a:pt x="17780" y="4432300"/>
                  </a:lnTo>
                  <a:lnTo>
                    <a:pt x="17780" y="0"/>
                  </a:lnTo>
                  <a:close/>
                </a:path>
              </a:pathLst>
            </a:custGeom>
            <a:solidFill>
              <a:srgbClr val="D7D7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8" name="object 1298"/>
            <p:cNvSpPr/>
            <p:nvPr/>
          </p:nvSpPr>
          <p:spPr>
            <a:xfrm>
              <a:off x="1062990" y="1131569"/>
              <a:ext cx="17780" cy="4432300"/>
            </a:xfrm>
            <a:custGeom>
              <a:avLst/>
              <a:gdLst/>
              <a:ahLst/>
              <a:cxnLst/>
              <a:rect l="l" t="t" r="r" b="b"/>
              <a:pathLst>
                <a:path w="17780" h="4432300">
                  <a:moveTo>
                    <a:pt x="17780" y="12700"/>
                  </a:moveTo>
                  <a:lnTo>
                    <a:pt x="13970" y="12700"/>
                  </a:lnTo>
                  <a:lnTo>
                    <a:pt x="13970" y="0"/>
                  </a:lnTo>
                  <a:lnTo>
                    <a:pt x="0" y="0"/>
                  </a:lnTo>
                  <a:lnTo>
                    <a:pt x="0" y="12700"/>
                  </a:lnTo>
                  <a:lnTo>
                    <a:pt x="0" y="4432300"/>
                  </a:lnTo>
                  <a:lnTo>
                    <a:pt x="17780" y="4432300"/>
                  </a:lnTo>
                  <a:lnTo>
                    <a:pt x="17780" y="1270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9" name="object 1299"/>
            <p:cNvSpPr/>
            <p:nvPr/>
          </p:nvSpPr>
          <p:spPr>
            <a:xfrm>
              <a:off x="1080769" y="1144269"/>
              <a:ext cx="17780" cy="4419600"/>
            </a:xfrm>
            <a:custGeom>
              <a:avLst/>
              <a:gdLst/>
              <a:ahLst/>
              <a:cxnLst/>
              <a:rect l="l" t="t" r="r" b="b"/>
              <a:pathLst>
                <a:path w="17780" h="4419600">
                  <a:moveTo>
                    <a:pt x="17780" y="0"/>
                  </a:moveTo>
                  <a:lnTo>
                    <a:pt x="0" y="0"/>
                  </a:lnTo>
                  <a:lnTo>
                    <a:pt x="0" y="4419600"/>
                  </a:lnTo>
                  <a:lnTo>
                    <a:pt x="17780" y="4419600"/>
                  </a:lnTo>
                  <a:lnTo>
                    <a:pt x="17780" y="0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0" name="object 1300"/>
            <p:cNvSpPr/>
            <p:nvPr/>
          </p:nvSpPr>
          <p:spPr>
            <a:xfrm>
              <a:off x="1098550" y="1144269"/>
              <a:ext cx="16510" cy="4419600"/>
            </a:xfrm>
            <a:custGeom>
              <a:avLst/>
              <a:gdLst/>
              <a:ahLst/>
              <a:cxnLst/>
              <a:rect l="l" t="t" r="r" b="b"/>
              <a:pathLst>
                <a:path w="16509" h="4419600">
                  <a:moveTo>
                    <a:pt x="16510" y="12700"/>
                  </a:moveTo>
                  <a:lnTo>
                    <a:pt x="10160" y="12700"/>
                  </a:lnTo>
                  <a:lnTo>
                    <a:pt x="10160" y="0"/>
                  </a:lnTo>
                  <a:lnTo>
                    <a:pt x="0" y="0"/>
                  </a:lnTo>
                  <a:lnTo>
                    <a:pt x="0" y="12700"/>
                  </a:lnTo>
                  <a:lnTo>
                    <a:pt x="0" y="50800"/>
                  </a:lnTo>
                  <a:lnTo>
                    <a:pt x="0" y="4419600"/>
                  </a:lnTo>
                  <a:lnTo>
                    <a:pt x="15240" y="4419600"/>
                  </a:lnTo>
                  <a:lnTo>
                    <a:pt x="15240" y="50800"/>
                  </a:lnTo>
                  <a:lnTo>
                    <a:pt x="16510" y="50800"/>
                  </a:lnTo>
                  <a:lnTo>
                    <a:pt x="16510" y="12700"/>
                  </a:lnTo>
                  <a:close/>
                </a:path>
              </a:pathLst>
            </a:custGeom>
            <a:solidFill>
              <a:srgbClr val="DADA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1" name="object 1301"/>
            <p:cNvSpPr/>
            <p:nvPr/>
          </p:nvSpPr>
          <p:spPr>
            <a:xfrm>
              <a:off x="1115059" y="1156969"/>
              <a:ext cx="17780" cy="38100"/>
            </a:xfrm>
            <a:custGeom>
              <a:avLst/>
              <a:gdLst/>
              <a:ahLst/>
              <a:cxnLst/>
              <a:rect l="l" t="t" r="r" b="b"/>
              <a:pathLst>
                <a:path w="17780" h="38100">
                  <a:moveTo>
                    <a:pt x="17780" y="0"/>
                  </a:moveTo>
                  <a:lnTo>
                    <a:pt x="0" y="0"/>
                  </a:lnTo>
                  <a:lnTo>
                    <a:pt x="0" y="38100"/>
                  </a:lnTo>
                  <a:lnTo>
                    <a:pt x="17780" y="38100"/>
                  </a:lnTo>
                  <a:lnTo>
                    <a:pt x="17780" y="0"/>
                  </a:lnTo>
                  <a:close/>
                </a:path>
              </a:pathLst>
            </a:custGeom>
            <a:solidFill>
              <a:srgbClr val="DBDB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2" name="object 1302"/>
            <p:cNvSpPr/>
            <p:nvPr/>
          </p:nvSpPr>
          <p:spPr>
            <a:xfrm>
              <a:off x="1132840" y="1156969"/>
              <a:ext cx="17780" cy="38100"/>
            </a:xfrm>
            <a:custGeom>
              <a:avLst/>
              <a:gdLst/>
              <a:ahLst/>
              <a:cxnLst/>
              <a:rect l="l" t="t" r="r" b="b"/>
              <a:pathLst>
                <a:path w="17780" h="38100">
                  <a:moveTo>
                    <a:pt x="6350" y="0"/>
                  </a:moveTo>
                  <a:lnTo>
                    <a:pt x="0" y="0"/>
                  </a:lnTo>
                  <a:lnTo>
                    <a:pt x="0" y="38100"/>
                  </a:lnTo>
                  <a:lnTo>
                    <a:pt x="17779" y="38100"/>
                  </a:lnTo>
                  <a:lnTo>
                    <a:pt x="17779" y="12700"/>
                  </a:lnTo>
                  <a:lnTo>
                    <a:pt x="6350" y="12700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DCDC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3" name="object 1303"/>
            <p:cNvSpPr/>
            <p:nvPr/>
          </p:nvSpPr>
          <p:spPr>
            <a:xfrm>
              <a:off x="1150619" y="1169670"/>
              <a:ext cx="17780" cy="25400"/>
            </a:xfrm>
            <a:custGeom>
              <a:avLst/>
              <a:gdLst/>
              <a:ahLst/>
              <a:cxnLst/>
              <a:rect l="l" t="t" r="r" b="b"/>
              <a:pathLst>
                <a:path w="17780" h="25400">
                  <a:moveTo>
                    <a:pt x="17780" y="0"/>
                  </a:moveTo>
                  <a:lnTo>
                    <a:pt x="0" y="0"/>
                  </a:lnTo>
                  <a:lnTo>
                    <a:pt x="0" y="25400"/>
                  </a:lnTo>
                  <a:lnTo>
                    <a:pt x="17780" y="25400"/>
                  </a:lnTo>
                  <a:lnTo>
                    <a:pt x="17780" y="0"/>
                  </a:lnTo>
                  <a:close/>
                </a:path>
              </a:pathLst>
            </a:custGeom>
            <a:solidFill>
              <a:srgbClr val="DDDD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4" name="object 1304"/>
            <p:cNvSpPr/>
            <p:nvPr/>
          </p:nvSpPr>
          <p:spPr>
            <a:xfrm>
              <a:off x="1168400" y="1169670"/>
              <a:ext cx="16510" cy="25400"/>
            </a:xfrm>
            <a:custGeom>
              <a:avLst/>
              <a:gdLst/>
              <a:ahLst/>
              <a:cxnLst/>
              <a:rect l="l" t="t" r="r" b="b"/>
              <a:pathLst>
                <a:path w="16509" h="25400">
                  <a:moveTo>
                    <a:pt x="2540" y="0"/>
                  </a:moveTo>
                  <a:lnTo>
                    <a:pt x="0" y="0"/>
                  </a:lnTo>
                  <a:lnTo>
                    <a:pt x="0" y="25400"/>
                  </a:lnTo>
                  <a:lnTo>
                    <a:pt x="16509" y="25400"/>
                  </a:lnTo>
                  <a:lnTo>
                    <a:pt x="16509" y="12700"/>
                  </a:lnTo>
                  <a:lnTo>
                    <a:pt x="2540" y="1270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DEDE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5" name="object 1305"/>
            <p:cNvSpPr/>
            <p:nvPr/>
          </p:nvSpPr>
          <p:spPr>
            <a:xfrm>
              <a:off x="1184909" y="1182370"/>
              <a:ext cx="17780" cy="12700"/>
            </a:xfrm>
            <a:custGeom>
              <a:avLst/>
              <a:gdLst/>
              <a:ahLst/>
              <a:cxnLst/>
              <a:rect l="l" t="t" r="r" b="b"/>
              <a:pathLst>
                <a:path w="17780" h="12700">
                  <a:moveTo>
                    <a:pt x="17780" y="12700"/>
                  </a:moveTo>
                  <a:lnTo>
                    <a:pt x="0" y="12700"/>
                  </a:lnTo>
                  <a:lnTo>
                    <a:pt x="0" y="0"/>
                  </a:lnTo>
                  <a:lnTo>
                    <a:pt x="17780" y="0"/>
                  </a:lnTo>
                  <a:lnTo>
                    <a:pt x="17780" y="1270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6" name="object 1306"/>
            <p:cNvSpPr/>
            <p:nvPr/>
          </p:nvSpPr>
          <p:spPr>
            <a:xfrm>
              <a:off x="1202690" y="1182370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h="12700">
                  <a:moveTo>
                    <a:pt x="0" y="0"/>
                  </a:moveTo>
                  <a:lnTo>
                    <a:pt x="0" y="127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7" name="object 1307"/>
            <p:cNvSpPr/>
            <p:nvPr/>
          </p:nvSpPr>
          <p:spPr>
            <a:xfrm>
              <a:off x="609600" y="1066800"/>
              <a:ext cx="609600" cy="4495800"/>
            </a:xfrm>
            <a:custGeom>
              <a:avLst/>
              <a:gdLst/>
              <a:ahLst/>
              <a:cxnLst/>
              <a:rect l="l" t="t" r="r" b="b"/>
              <a:pathLst>
                <a:path w="609600" h="4495800">
                  <a:moveTo>
                    <a:pt x="502919" y="4495800"/>
                  </a:moveTo>
                  <a:lnTo>
                    <a:pt x="502919" y="123189"/>
                  </a:lnTo>
                  <a:lnTo>
                    <a:pt x="609600" y="123189"/>
                  </a:lnTo>
                  <a:lnTo>
                    <a:pt x="304800" y="0"/>
                  </a:lnTo>
                  <a:lnTo>
                    <a:pt x="0" y="123189"/>
                  </a:lnTo>
                  <a:lnTo>
                    <a:pt x="106679" y="123189"/>
                  </a:lnTo>
                  <a:lnTo>
                    <a:pt x="106679" y="4495800"/>
                  </a:lnTo>
                  <a:lnTo>
                    <a:pt x="502919" y="4495800"/>
                  </a:lnTo>
                  <a:close/>
                </a:path>
              </a:pathLst>
            </a:custGeom>
            <a:ln w="9344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08" name="object 1308"/>
          <p:cNvSpPr txBox="1"/>
          <p:nvPr/>
        </p:nvSpPr>
        <p:spPr>
          <a:xfrm>
            <a:off x="781114" y="2601034"/>
            <a:ext cx="281305" cy="173990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2090"/>
              </a:lnSpc>
            </a:pPr>
            <a:r>
              <a:rPr sz="1800" b="1" dirty="0">
                <a:solidFill>
                  <a:srgbClr val="B9B9B9"/>
                </a:solidFill>
                <a:latin typeface="Arial"/>
                <a:cs typeface="Arial"/>
              </a:rPr>
              <a:t>Increasing</a:t>
            </a:r>
            <a:r>
              <a:rPr sz="1800" b="1" spc="-60" dirty="0">
                <a:solidFill>
                  <a:srgbClr val="B9B9B9"/>
                </a:solidFill>
                <a:latin typeface="Arial"/>
                <a:cs typeface="Arial"/>
              </a:rPr>
              <a:t> </a:t>
            </a:r>
            <a:r>
              <a:rPr sz="1800" b="1" spc="-20" dirty="0">
                <a:solidFill>
                  <a:srgbClr val="B9B9B9"/>
                </a:solidFill>
                <a:latin typeface="Arial"/>
                <a:cs typeface="Arial"/>
              </a:rPr>
              <a:t>Cost</a:t>
            </a:r>
            <a:endParaRPr sz="1800">
              <a:latin typeface="Arial"/>
              <a:cs typeface="Arial"/>
            </a:endParaRPr>
          </a:p>
        </p:txBody>
      </p:sp>
      <p:grpSp>
        <p:nvGrpSpPr>
          <p:cNvPr id="1309" name="object 1309"/>
          <p:cNvGrpSpPr/>
          <p:nvPr/>
        </p:nvGrpSpPr>
        <p:grpSpPr>
          <a:xfrm>
            <a:off x="1138237" y="4414837"/>
            <a:ext cx="6105525" cy="1152525"/>
            <a:chOff x="1138237" y="4414837"/>
            <a:chExt cx="6105525" cy="1152525"/>
          </a:xfrm>
        </p:grpSpPr>
        <p:sp>
          <p:nvSpPr>
            <p:cNvPr id="1310" name="object 1310"/>
            <p:cNvSpPr/>
            <p:nvPr/>
          </p:nvSpPr>
          <p:spPr>
            <a:xfrm>
              <a:off x="1143000" y="4419600"/>
              <a:ext cx="6096000" cy="1143000"/>
            </a:xfrm>
            <a:custGeom>
              <a:avLst/>
              <a:gdLst/>
              <a:ahLst/>
              <a:cxnLst/>
              <a:rect l="l" t="t" r="r" b="b"/>
              <a:pathLst>
                <a:path w="6096000" h="1143000">
                  <a:moveTo>
                    <a:pt x="6096000" y="0"/>
                  </a:moveTo>
                  <a:lnTo>
                    <a:pt x="0" y="0"/>
                  </a:lnTo>
                  <a:lnTo>
                    <a:pt x="0" y="1143000"/>
                  </a:lnTo>
                  <a:lnTo>
                    <a:pt x="6096000" y="1143000"/>
                  </a:lnTo>
                  <a:lnTo>
                    <a:pt x="6096000" y="0"/>
                  </a:lnTo>
                  <a:close/>
                </a:path>
              </a:pathLst>
            </a:custGeom>
            <a:solidFill>
              <a:srgbClr val="7C9AC5">
                <a:alpha val="50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1" name="object 1311"/>
            <p:cNvSpPr/>
            <p:nvPr/>
          </p:nvSpPr>
          <p:spPr>
            <a:xfrm>
              <a:off x="1143000" y="4419600"/>
              <a:ext cx="6096000" cy="1143000"/>
            </a:xfrm>
            <a:custGeom>
              <a:avLst/>
              <a:gdLst/>
              <a:ahLst/>
              <a:cxnLst/>
              <a:rect l="l" t="t" r="r" b="b"/>
              <a:pathLst>
                <a:path w="6096000" h="1143000">
                  <a:moveTo>
                    <a:pt x="3048000" y="1143000"/>
                  </a:moveTo>
                  <a:lnTo>
                    <a:pt x="0" y="1143000"/>
                  </a:lnTo>
                  <a:lnTo>
                    <a:pt x="0" y="0"/>
                  </a:lnTo>
                  <a:lnTo>
                    <a:pt x="6096000" y="0"/>
                  </a:lnTo>
                  <a:lnTo>
                    <a:pt x="6096000" y="1143000"/>
                  </a:lnTo>
                  <a:lnTo>
                    <a:pt x="3048000" y="1143000"/>
                  </a:lnTo>
                  <a:close/>
                </a:path>
              </a:pathLst>
            </a:custGeom>
            <a:ln w="93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12" name="object 1312"/>
          <p:cNvSpPr txBox="1"/>
          <p:nvPr/>
        </p:nvSpPr>
        <p:spPr>
          <a:xfrm>
            <a:off x="3268979" y="4737100"/>
            <a:ext cx="1844039" cy="4521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800" dirty="0">
                <a:latin typeface="Arial"/>
                <a:cs typeface="Arial"/>
              </a:rPr>
              <a:t>DR</a:t>
            </a:r>
            <a:r>
              <a:rPr sz="2800" spc="-50" dirty="0">
                <a:latin typeface="Arial"/>
                <a:cs typeface="Arial"/>
              </a:rPr>
              <a:t> </a:t>
            </a:r>
            <a:r>
              <a:rPr sz="2800" dirty="0">
                <a:latin typeface="Arial"/>
                <a:cs typeface="Arial"/>
              </a:rPr>
              <a:t>Plan</a:t>
            </a:r>
            <a:r>
              <a:rPr sz="2800" spc="-50" dirty="0">
                <a:latin typeface="Arial"/>
                <a:cs typeface="Arial"/>
              </a:rPr>
              <a:t> </a:t>
            </a:r>
            <a:r>
              <a:rPr sz="2800" spc="-25" dirty="0">
                <a:latin typeface="Arial"/>
                <a:cs typeface="Arial"/>
              </a:rPr>
              <a:t>#1</a:t>
            </a:r>
            <a:endParaRPr sz="2800">
              <a:latin typeface="Arial"/>
              <a:cs typeface="Arial"/>
            </a:endParaRPr>
          </a:p>
        </p:txBody>
      </p:sp>
      <p:grpSp>
        <p:nvGrpSpPr>
          <p:cNvPr id="1313" name="object 1313"/>
          <p:cNvGrpSpPr/>
          <p:nvPr/>
        </p:nvGrpSpPr>
        <p:grpSpPr>
          <a:xfrm>
            <a:off x="7234327" y="1519327"/>
            <a:ext cx="1228725" cy="4048125"/>
            <a:chOff x="7234327" y="1519327"/>
            <a:chExt cx="1228725" cy="4048125"/>
          </a:xfrm>
        </p:grpSpPr>
        <p:sp>
          <p:nvSpPr>
            <p:cNvPr id="1314" name="object 1314"/>
            <p:cNvSpPr/>
            <p:nvPr/>
          </p:nvSpPr>
          <p:spPr>
            <a:xfrm>
              <a:off x="7238999" y="1524000"/>
              <a:ext cx="1219200" cy="4038600"/>
            </a:xfrm>
            <a:custGeom>
              <a:avLst/>
              <a:gdLst/>
              <a:ahLst/>
              <a:cxnLst/>
              <a:rect l="l" t="t" r="r" b="b"/>
              <a:pathLst>
                <a:path w="1219200" h="4038600">
                  <a:moveTo>
                    <a:pt x="1219200" y="0"/>
                  </a:moveTo>
                  <a:lnTo>
                    <a:pt x="0" y="0"/>
                  </a:lnTo>
                  <a:lnTo>
                    <a:pt x="0" y="4038600"/>
                  </a:lnTo>
                  <a:lnTo>
                    <a:pt x="1219200" y="4038600"/>
                  </a:lnTo>
                  <a:lnTo>
                    <a:pt x="1219200" y="0"/>
                  </a:lnTo>
                  <a:close/>
                </a:path>
              </a:pathLst>
            </a:custGeom>
            <a:solidFill>
              <a:srgbClr val="7C9AC5">
                <a:alpha val="50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5" name="object 1315"/>
            <p:cNvSpPr/>
            <p:nvPr/>
          </p:nvSpPr>
          <p:spPr>
            <a:xfrm>
              <a:off x="7238999" y="1524000"/>
              <a:ext cx="1219200" cy="4038600"/>
            </a:xfrm>
            <a:custGeom>
              <a:avLst/>
              <a:gdLst/>
              <a:ahLst/>
              <a:cxnLst/>
              <a:rect l="l" t="t" r="r" b="b"/>
              <a:pathLst>
                <a:path w="1219200" h="4038600">
                  <a:moveTo>
                    <a:pt x="609600" y="4038600"/>
                  </a:moveTo>
                  <a:lnTo>
                    <a:pt x="0" y="4038600"/>
                  </a:lnTo>
                  <a:lnTo>
                    <a:pt x="0" y="0"/>
                  </a:lnTo>
                  <a:lnTo>
                    <a:pt x="1219200" y="0"/>
                  </a:lnTo>
                  <a:lnTo>
                    <a:pt x="1219200" y="4038600"/>
                  </a:lnTo>
                  <a:lnTo>
                    <a:pt x="609600" y="4038600"/>
                  </a:lnTo>
                  <a:close/>
                </a:path>
              </a:pathLst>
            </a:custGeom>
            <a:ln w="93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16" name="object 1316"/>
          <p:cNvSpPr txBox="1"/>
          <p:nvPr/>
        </p:nvSpPr>
        <p:spPr>
          <a:xfrm>
            <a:off x="6057900" y="3103879"/>
            <a:ext cx="2443480" cy="7556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483995">
              <a:lnSpc>
                <a:spcPts val="2875"/>
              </a:lnSpc>
              <a:spcBef>
                <a:spcPts val="100"/>
              </a:spcBef>
            </a:pPr>
            <a:r>
              <a:rPr sz="2800" spc="-25" dirty="0">
                <a:latin typeface="Arial"/>
                <a:cs typeface="Arial"/>
              </a:rPr>
              <a:t>DR</a:t>
            </a:r>
            <a:endParaRPr sz="2800">
              <a:latin typeface="Arial"/>
              <a:cs typeface="Arial"/>
            </a:endParaRPr>
          </a:p>
          <a:p>
            <a:pPr marL="50800">
              <a:lnSpc>
                <a:spcPts val="2875"/>
              </a:lnSpc>
            </a:pPr>
            <a:r>
              <a:rPr sz="1400" b="1" spc="-25" dirty="0">
                <a:latin typeface="Arial"/>
                <a:cs typeface="Arial"/>
              </a:rPr>
              <a:t>Array-</a:t>
            </a:r>
            <a:r>
              <a:rPr sz="1400" b="1" dirty="0">
                <a:latin typeface="Arial"/>
                <a:cs typeface="Arial"/>
              </a:rPr>
              <a:t>Based</a:t>
            </a:r>
            <a:r>
              <a:rPr sz="1400" b="1" spc="290" dirty="0">
                <a:latin typeface="Arial"/>
                <a:cs typeface="Arial"/>
              </a:rPr>
              <a:t> </a:t>
            </a:r>
            <a:r>
              <a:rPr sz="4200" baseline="-10912" dirty="0">
                <a:latin typeface="Arial"/>
                <a:cs typeface="Arial"/>
              </a:rPr>
              <a:t>Plan</a:t>
            </a:r>
            <a:r>
              <a:rPr sz="4200" spc="-52" baseline="-10912" dirty="0">
                <a:latin typeface="Arial"/>
                <a:cs typeface="Arial"/>
              </a:rPr>
              <a:t> </a:t>
            </a:r>
            <a:r>
              <a:rPr sz="4200" spc="-37" baseline="-10912" dirty="0">
                <a:latin typeface="Arial"/>
                <a:cs typeface="Arial"/>
              </a:rPr>
              <a:t>#2</a:t>
            </a:r>
            <a:endParaRPr sz="4200" baseline="-10912">
              <a:latin typeface="Arial"/>
              <a:cs typeface="Arial"/>
            </a:endParaRPr>
          </a:p>
        </p:txBody>
      </p:sp>
      <p:sp>
        <p:nvSpPr>
          <p:cNvPr id="1317" name="object 1317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25" dirty="0"/>
              <a:t>65</a:t>
            </a:fld>
            <a:endParaRPr spc="-25" dirty="0"/>
          </a:p>
        </p:txBody>
      </p:sp>
    </p:spTree>
  </p:cSld>
  <p:clrMapOvr>
    <a:masterClrMapping/>
  </p:clrMapOvr>
  <p:transition>
    <p:wipe dir="r"/>
  </p:transition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04800" y="1126489"/>
            <a:ext cx="3886200" cy="4801870"/>
          </a:xfrm>
          <a:custGeom>
            <a:avLst/>
            <a:gdLst/>
            <a:ahLst/>
            <a:cxnLst/>
            <a:rect l="l" t="t" r="r" b="b"/>
            <a:pathLst>
              <a:path w="3886200" h="4801870">
                <a:moveTo>
                  <a:pt x="137159" y="0"/>
                </a:moveTo>
                <a:lnTo>
                  <a:pt x="96560" y="7691"/>
                </a:lnTo>
                <a:lnTo>
                  <a:pt x="59253" y="28610"/>
                </a:lnTo>
                <a:lnTo>
                  <a:pt x="28529" y="59527"/>
                </a:lnTo>
                <a:lnTo>
                  <a:pt x="7680" y="97210"/>
                </a:lnTo>
                <a:lnTo>
                  <a:pt x="0" y="138430"/>
                </a:lnTo>
                <a:lnTo>
                  <a:pt x="0" y="209133"/>
                </a:lnTo>
                <a:lnTo>
                  <a:pt x="0" y="704056"/>
                </a:lnTo>
                <a:lnTo>
                  <a:pt x="0" y="2047418"/>
                </a:lnTo>
                <a:lnTo>
                  <a:pt x="0" y="4663440"/>
                </a:lnTo>
                <a:lnTo>
                  <a:pt x="7680" y="4704171"/>
                </a:lnTo>
                <a:lnTo>
                  <a:pt x="28529" y="4741793"/>
                </a:lnTo>
                <a:lnTo>
                  <a:pt x="59253" y="4772893"/>
                </a:lnTo>
                <a:lnTo>
                  <a:pt x="96560" y="4794056"/>
                </a:lnTo>
                <a:lnTo>
                  <a:pt x="137159" y="4801870"/>
                </a:lnTo>
                <a:lnTo>
                  <a:pt x="193575" y="4801870"/>
                </a:lnTo>
                <a:lnTo>
                  <a:pt x="588486" y="4801870"/>
                </a:lnTo>
                <a:lnTo>
                  <a:pt x="1660386" y="4801870"/>
                </a:lnTo>
                <a:lnTo>
                  <a:pt x="3747770" y="4801870"/>
                </a:lnTo>
                <a:lnTo>
                  <a:pt x="3788989" y="4794056"/>
                </a:lnTo>
                <a:lnTo>
                  <a:pt x="3826672" y="4772893"/>
                </a:lnTo>
                <a:lnTo>
                  <a:pt x="3857589" y="4741793"/>
                </a:lnTo>
                <a:lnTo>
                  <a:pt x="3878508" y="4704171"/>
                </a:lnTo>
                <a:lnTo>
                  <a:pt x="3886200" y="4663440"/>
                </a:lnTo>
                <a:lnTo>
                  <a:pt x="3886200" y="4592736"/>
                </a:lnTo>
                <a:lnTo>
                  <a:pt x="3886200" y="4097813"/>
                </a:lnTo>
                <a:lnTo>
                  <a:pt x="3886200" y="2754451"/>
                </a:lnTo>
                <a:lnTo>
                  <a:pt x="3886200" y="138430"/>
                </a:lnTo>
                <a:lnTo>
                  <a:pt x="3878508" y="97210"/>
                </a:lnTo>
                <a:lnTo>
                  <a:pt x="3857589" y="59527"/>
                </a:lnTo>
                <a:lnTo>
                  <a:pt x="3826672" y="28610"/>
                </a:lnTo>
                <a:lnTo>
                  <a:pt x="3788989" y="7691"/>
                </a:lnTo>
                <a:lnTo>
                  <a:pt x="3747770" y="0"/>
                </a:lnTo>
                <a:lnTo>
                  <a:pt x="3691354" y="0"/>
                </a:lnTo>
                <a:lnTo>
                  <a:pt x="3296443" y="0"/>
                </a:lnTo>
                <a:lnTo>
                  <a:pt x="2224543" y="0"/>
                </a:lnTo>
                <a:lnTo>
                  <a:pt x="137159" y="0"/>
                </a:lnTo>
                <a:close/>
              </a:path>
            </a:pathLst>
          </a:custGeom>
          <a:ln w="28393">
            <a:solidFill>
              <a:srgbClr val="BFBFB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703580" y="1154429"/>
            <a:ext cx="3091180" cy="360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200" b="1" spc="-25" dirty="0">
                <a:solidFill>
                  <a:srgbClr val="333333"/>
                </a:solidFill>
                <a:latin typeface="Arial"/>
                <a:cs typeface="Arial"/>
              </a:rPr>
              <a:t>Production</a:t>
            </a:r>
            <a:r>
              <a:rPr sz="2200" b="1" spc="-114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200" b="1" dirty="0">
                <a:solidFill>
                  <a:srgbClr val="333333"/>
                </a:solidFill>
                <a:latin typeface="Arial"/>
                <a:cs typeface="Arial"/>
              </a:rPr>
              <a:t>Data</a:t>
            </a:r>
            <a:r>
              <a:rPr sz="2200" b="1" spc="-114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200" b="1" spc="-10" dirty="0">
                <a:solidFill>
                  <a:srgbClr val="333333"/>
                </a:solidFill>
                <a:latin typeface="Arial"/>
                <a:cs typeface="Arial"/>
              </a:rPr>
              <a:t>Center</a:t>
            </a:r>
            <a:endParaRPr sz="2200">
              <a:latin typeface="Arial"/>
              <a:cs typeface="Arial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606107" y="1581467"/>
            <a:ext cx="464184" cy="540385"/>
            <a:chOff x="606107" y="1581467"/>
            <a:chExt cx="464184" cy="540385"/>
          </a:xfrm>
        </p:grpSpPr>
        <p:sp>
          <p:nvSpPr>
            <p:cNvPr id="5" name="object 5"/>
            <p:cNvSpPr/>
            <p:nvPr/>
          </p:nvSpPr>
          <p:spPr>
            <a:xfrm>
              <a:off x="609599" y="1584960"/>
              <a:ext cx="457200" cy="533400"/>
            </a:xfrm>
            <a:custGeom>
              <a:avLst/>
              <a:gdLst/>
              <a:ahLst/>
              <a:cxnLst/>
              <a:rect l="l" t="t" r="r" b="b"/>
              <a:pathLst>
                <a:path w="457200" h="533400">
                  <a:moveTo>
                    <a:pt x="412750" y="0"/>
                  </a:moveTo>
                  <a:lnTo>
                    <a:pt x="43179" y="0"/>
                  </a:lnTo>
                  <a:lnTo>
                    <a:pt x="27324" y="3710"/>
                  </a:lnTo>
                  <a:lnTo>
                    <a:pt x="13493" y="13493"/>
                  </a:lnTo>
                  <a:lnTo>
                    <a:pt x="3710" y="27324"/>
                  </a:lnTo>
                  <a:lnTo>
                    <a:pt x="0" y="43179"/>
                  </a:lnTo>
                  <a:lnTo>
                    <a:pt x="0" y="488950"/>
                  </a:lnTo>
                  <a:lnTo>
                    <a:pt x="3710" y="505003"/>
                  </a:lnTo>
                  <a:lnTo>
                    <a:pt x="13493" y="519271"/>
                  </a:lnTo>
                  <a:lnTo>
                    <a:pt x="27324" y="529490"/>
                  </a:lnTo>
                  <a:lnTo>
                    <a:pt x="43179" y="533400"/>
                  </a:lnTo>
                  <a:lnTo>
                    <a:pt x="412750" y="533400"/>
                  </a:lnTo>
                  <a:lnTo>
                    <a:pt x="429339" y="529490"/>
                  </a:lnTo>
                  <a:lnTo>
                    <a:pt x="443547" y="519271"/>
                  </a:lnTo>
                  <a:lnTo>
                    <a:pt x="453469" y="505003"/>
                  </a:lnTo>
                  <a:lnTo>
                    <a:pt x="457200" y="488950"/>
                  </a:lnTo>
                  <a:lnTo>
                    <a:pt x="457200" y="43179"/>
                  </a:lnTo>
                  <a:lnTo>
                    <a:pt x="453469" y="27324"/>
                  </a:lnTo>
                  <a:lnTo>
                    <a:pt x="443547" y="13493"/>
                  </a:lnTo>
                  <a:lnTo>
                    <a:pt x="429339" y="3710"/>
                  </a:lnTo>
                  <a:lnTo>
                    <a:pt x="412750" y="0"/>
                  </a:lnTo>
                  <a:close/>
                </a:path>
              </a:pathLst>
            </a:custGeom>
            <a:solidFill>
              <a:srgbClr val="BBA7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609599" y="1584960"/>
              <a:ext cx="457200" cy="533400"/>
            </a:xfrm>
            <a:custGeom>
              <a:avLst/>
              <a:gdLst/>
              <a:ahLst/>
              <a:cxnLst/>
              <a:rect l="l" t="t" r="r" b="b"/>
              <a:pathLst>
                <a:path w="457200" h="533400">
                  <a:moveTo>
                    <a:pt x="43179" y="0"/>
                  </a:moveTo>
                  <a:lnTo>
                    <a:pt x="27324" y="3710"/>
                  </a:lnTo>
                  <a:lnTo>
                    <a:pt x="13493" y="13493"/>
                  </a:lnTo>
                  <a:lnTo>
                    <a:pt x="3710" y="27324"/>
                  </a:lnTo>
                  <a:lnTo>
                    <a:pt x="0" y="43179"/>
                  </a:lnTo>
                  <a:lnTo>
                    <a:pt x="0" y="50145"/>
                  </a:lnTo>
                  <a:lnTo>
                    <a:pt x="0" y="98901"/>
                  </a:lnTo>
                  <a:lnTo>
                    <a:pt x="0" y="231239"/>
                  </a:lnTo>
                  <a:lnTo>
                    <a:pt x="0" y="488950"/>
                  </a:lnTo>
                  <a:lnTo>
                    <a:pt x="3710" y="505003"/>
                  </a:lnTo>
                  <a:lnTo>
                    <a:pt x="13493" y="519271"/>
                  </a:lnTo>
                  <a:lnTo>
                    <a:pt x="27324" y="529490"/>
                  </a:lnTo>
                  <a:lnTo>
                    <a:pt x="43179" y="533400"/>
                  </a:lnTo>
                  <a:lnTo>
                    <a:pt x="48954" y="533400"/>
                  </a:lnTo>
                  <a:lnTo>
                    <a:pt x="89376" y="533400"/>
                  </a:lnTo>
                  <a:lnTo>
                    <a:pt x="199092" y="533400"/>
                  </a:lnTo>
                  <a:lnTo>
                    <a:pt x="412750" y="533400"/>
                  </a:lnTo>
                  <a:lnTo>
                    <a:pt x="429339" y="529490"/>
                  </a:lnTo>
                  <a:lnTo>
                    <a:pt x="443547" y="519271"/>
                  </a:lnTo>
                  <a:lnTo>
                    <a:pt x="453469" y="505003"/>
                  </a:lnTo>
                  <a:lnTo>
                    <a:pt x="457200" y="488950"/>
                  </a:lnTo>
                  <a:lnTo>
                    <a:pt x="457200" y="481984"/>
                  </a:lnTo>
                  <a:lnTo>
                    <a:pt x="457200" y="433228"/>
                  </a:lnTo>
                  <a:lnTo>
                    <a:pt x="457200" y="300890"/>
                  </a:lnTo>
                  <a:lnTo>
                    <a:pt x="457200" y="43179"/>
                  </a:lnTo>
                  <a:lnTo>
                    <a:pt x="453469" y="27324"/>
                  </a:lnTo>
                  <a:lnTo>
                    <a:pt x="443547" y="13493"/>
                  </a:lnTo>
                  <a:lnTo>
                    <a:pt x="429339" y="3710"/>
                  </a:lnTo>
                  <a:lnTo>
                    <a:pt x="412750" y="0"/>
                  </a:lnTo>
                  <a:lnTo>
                    <a:pt x="406975" y="0"/>
                  </a:lnTo>
                  <a:lnTo>
                    <a:pt x="366553" y="0"/>
                  </a:lnTo>
                  <a:lnTo>
                    <a:pt x="256837" y="0"/>
                  </a:lnTo>
                  <a:lnTo>
                    <a:pt x="43179" y="0"/>
                  </a:lnTo>
                  <a:close/>
                </a:path>
              </a:pathLst>
            </a:custGeom>
            <a:ln w="646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666749" y="1631950"/>
              <a:ext cx="342900" cy="194310"/>
            </a:xfrm>
            <a:custGeom>
              <a:avLst/>
              <a:gdLst/>
              <a:ahLst/>
              <a:cxnLst/>
              <a:rect l="l" t="t" r="r" b="b"/>
              <a:pathLst>
                <a:path w="342900" h="194310">
                  <a:moveTo>
                    <a:pt x="342900" y="0"/>
                  </a:moveTo>
                  <a:lnTo>
                    <a:pt x="0" y="0"/>
                  </a:lnTo>
                  <a:lnTo>
                    <a:pt x="0" y="194310"/>
                  </a:lnTo>
                  <a:lnTo>
                    <a:pt x="171450" y="194310"/>
                  </a:lnTo>
                  <a:lnTo>
                    <a:pt x="342900" y="194310"/>
                  </a:lnTo>
                  <a:lnTo>
                    <a:pt x="342900" y="0"/>
                  </a:lnTo>
                  <a:close/>
                </a:path>
              </a:pathLst>
            </a:custGeom>
            <a:solidFill>
              <a:srgbClr val="FF9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666749" y="1631950"/>
              <a:ext cx="342900" cy="194310"/>
            </a:xfrm>
            <a:custGeom>
              <a:avLst/>
              <a:gdLst/>
              <a:ahLst/>
              <a:cxnLst/>
              <a:rect l="l" t="t" r="r" b="b"/>
              <a:pathLst>
                <a:path w="342900" h="194310">
                  <a:moveTo>
                    <a:pt x="171450" y="194310"/>
                  </a:moveTo>
                  <a:lnTo>
                    <a:pt x="0" y="194310"/>
                  </a:lnTo>
                  <a:lnTo>
                    <a:pt x="0" y="0"/>
                  </a:lnTo>
                  <a:lnTo>
                    <a:pt x="342900" y="0"/>
                  </a:lnTo>
                  <a:lnTo>
                    <a:pt x="342900" y="194310"/>
                  </a:lnTo>
                  <a:lnTo>
                    <a:pt x="171450" y="194310"/>
                  </a:lnTo>
                  <a:close/>
                </a:path>
              </a:pathLst>
            </a:custGeom>
            <a:ln w="93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" name="object 9"/>
          <p:cNvSpPr txBox="1"/>
          <p:nvPr/>
        </p:nvSpPr>
        <p:spPr>
          <a:xfrm>
            <a:off x="671830" y="1625600"/>
            <a:ext cx="33464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spc="-25" dirty="0">
                <a:solidFill>
                  <a:srgbClr val="FFFFFF"/>
                </a:solidFill>
                <a:latin typeface="Arial"/>
                <a:cs typeface="Arial"/>
              </a:rPr>
              <a:t>APP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661987" y="1871027"/>
            <a:ext cx="352425" cy="202565"/>
            <a:chOff x="661987" y="1871027"/>
            <a:chExt cx="352425" cy="202565"/>
          </a:xfrm>
        </p:grpSpPr>
        <p:sp>
          <p:nvSpPr>
            <p:cNvPr id="11" name="object 11"/>
            <p:cNvSpPr/>
            <p:nvPr/>
          </p:nvSpPr>
          <p:spPr>
            <a:xfrm>
              <a:off x="666750" y="1875789"/>
              <a:ext cx="342900" cy="193040"/>
            </a:xfrm>
            <a:custGeom>
              <a:avLst/>
              <a:gdLst/>
              <a:ahLst/>
              <a:cxnLst/>
              <a:rect l="l" t="t" r="r" b="b"/>
              <a:pathLst>
                <a:path w="342900" h="193039">
                  <a:moveTo>
                    <a:pt x="342900" y="0"/>
                  </a:moveTo>
                  <a:lnTo>
                    <a:pt x="0" y="0"/>
                  </a:lnTo>
                  <a:lnTo>
                    <a:pt x="0" y="193039"/>
                  </a:lnTo>
                  <a:lnTo>
                    <a:pt x="171450" y="193039"/>
                  </a:lnTo>
                  <a:lnTo>
                    <a:pt x="342900" y="193039"/>
                  </a:lnTo>
                  <a:lnTo>
                    <a:pt x="342900" y="0"/>
                  </a:lnTo>
                  <a:close/>
                </a:path>
              </a:pathLst>
            </a:custGeom>
            <a:solidFill>
              <a:srgbClr val="5890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666750" y="1875789"/>
              <a:ext cx="342900" cy="193040"/>
            </a:xfrm>
            <a:custGeom>
              <a:avLst/>
              <a:gdLst/>
              <a:ahLst/>
              <a:cxnLst/>
              <a:rect l="l" t="t" r="r" b="b"/>
              <a:pathLst>
                <a:path w="342900" h="193039">
                  <a:moveTo>
                    <a:pt x="171450" y="193039"/>
                  </a:moveTo>
                  <a:lnTo>
                    <a:pt x="0" y="193039"/>
                  </a:lnTo>
                  <a:lnTo>
                    <a:pt x="0" y="0"/>
                  </a:lnTo>
                  <a:lnTo>
                    <a:pt x="342900" y="0"/>
                  </a:lnTo>
                  <a:lnTo>
                    <a:pt x="342900" y="193039"/>
                  </a:lnTo>
                  <a:lnTo>
                    <a:pt x="171450" y="193039"/>
                  </a:lnTo>
                  <a:close/>
                </a:path>
              </a:pathLst>
            </a:custGeom>
            <a:ln w="93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" name="object 13"/>
          <p:cNvSpPr txBox="1"/>
          <p:nvPr/>
        </p:nvSpPr>
        <p:spPr>
          <a:xfrm>
            <a:off x="717550" y="1868170"/>
            <a:ext cx="243204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spc="-25" dirty="0">
                <a:solidFill>
                  <a:srgbClr val="FFFFFF"/>
                </a:solidFill>
                <a:latin typeface="Arial"/>
                <a:cs typeface="Arial"/>
              </a:rPr>
              <a:t>OS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757237" y="1581467"/>
            <a:ext cx="2676525" cy="4274185"/>
            <a:chOff x="757237" y="1581467"/>
            <a:chExt cx="2676525" cy="4274185"/>
          </a:xfrm>
        </p:grpSpPr>
        <p:sp>
          <p:nvSpPr>
            <p:cNvPr id="15" name="object 15"/>
            <p:cNvSpPr/>
            <p:nvPr/>
          </p:nvSpPr>
          <p:spPr>
            <a:xfrm>
              <a:off x="1066800" y="1584960"/>
              <a:ext cx="457200" cy="533400"/>
            </a:xfrm>
            <a:custGeom>
              <a:avLst/>
              <a:gdLst/>
              <a:ahLst/>
              <a:cxnLst/>
              <a:rect l="l" t="t" r="r" b="b"/>
              <a:pathLst>
                <a:path w="457200" h="533400">
                  <a:moveTo>
                    <a:pt x="412750" y="0"/>
                  </a:moveTo>
                  <a:lnTo>
                    <a:pt x="43180" y="0"/>
                  </a:lnTo>
                  <a:lnTo>
                    <a:pt x="27324" y="3710"/>
                  </a:lnTo>
                  <a:lnTo>
                    <a:pt x="13493" y="13493"/>
                  </a:lnTo>
                  <a:lnTo>
                    <a:pt x="3710" y="27324"/>
                  </a:lnTo>
                  <a:lnTo>
                    <a:pt x="0" y="43179"/>
                  </a:lnTo>
                  <a:lnTo>
                    <a:pt x="0" y="488950"/>
                  </a:lnTo>
                  <a:lnTo>
                    <a:pt x="3710" y="505003"/>
                  </a:lnTo>
                  <a:lnTo>
                    <a:pt x="13493" y="519271"/>
                  </a:lnTo>
                  <a:lnTo>
                    <a:pt x="27324" y="529490"/>
                  </a:lnTo>
                  <a:lnTo>
                    <a:pt x="43180" y="533400"/>
                  </a:lnTo>
                  <a:lnTo>
                    <a:pt x="412750" y="533400"/>
                  </a:lnTo>
                  <a:lnTo>
                    <a:pt x="429339" y="529490"/>
                  </a:lnTo>
                  <a:lnTo>
                    <a:pt x="443547" y="519271"/>
                  </a:lnTo>
                  <a:lnTo>
                    <a:pt x="453469" y="505003"/>
                  </a:lnTo>
                  <a:lnTo>
                    <a:pt x="457200" y="488950"/>
                  </a:lnTo>
                  <a:lnTo>
                    <a:pt x="457200" y="43179"/>
                  </a:lnTo>
                  <a:lnTo>
                    <a:pt x="453469" y="27324"/>
                  </a:lnTo>
                  <a:lnTo>
                    <a:pt x="443547" y="13493"/>
                  </a:lnTo>
                  <a:lnTo>
                    <a:pt x="429339" y="3710"/>
                  </a:lnTo>
                  <a:lnTo>
                    <a:pt x="412750" y="0"/>
                  </a:lnTo>
                  <a:close/>
                </a:path>
              </a:pathLst>
            </a:custGeom>
            <a:solidFill>
              <a:srgbClr val="BBA7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1066800" y="1584960"/>
              <a:ext cx="457200" cy="533400"/>
            </a:xfrm>
            <a:custGeom>
              <a:avLst/>
              <a:gdLst/>
              <a:ahLst/>
              <a:cxnLst/>
              <a:rect l="l" t="t" r="r" b="b"/>
              <a:pathLst>
                <a:path w="457200" h="533400">
                  <a:moveTo>
                    <a:pt x="43180" y="0"/>
                  </a:moveTo>
                  <a:lnTo>
                    <a:pt x="27324" y="3710"/>
                  </a:lnTo>
                  <a:lnTo>
                    <a:pt x="13493" y="13493"/>
                  </a:lnTo>
                  <a:lnTo>
                    <a:pt x="3710" y="27324"/>
                  </a:lnTo>
                  <a:lnTo>
                    <a:pt x="0" y="43179"/>
                  </a:lnTo>
                  <a:lnTo>
                    <a:pt x="0" y="50145"/>
                  </a:lnTo>
                  <a:lnTo>
                    <a:pt x="0" y="98901"/>
                  </a:lnTo>
                  <a:lnTo>
                    <a:pt x="0" y="231239"/>
                  </a:lnTo>
                  <a:lnTo>
                    <a:pt x="0" y="488950"/>
                  </a:lnTo>
                  <a:lnTo>
                    <a:pt x="3710" y="505003"/>
                  </a:lnTo>
                  <a:lnTo>
                    <a:pt x="13493" y="519271"/>
                  </a:lnTo>
                  <a:lnTo>
                    <a:pt x="27324" y="529490"/>
                  </a:lnTo>
                  <a:lnTo>
                    <a:pt x="43180" y="533400"/>
                  </a:lnTo>
                  <a:lnTo>
                    <a:pt x="48954" y="533400"/>
                  </a:lnTo>
                  <a:lnTo>
                    <a:pt x="89376" y="533400"/>
                  </a:lnTo>
                  <a:lnTo>
                    <a:pt x="199092" y="533400"/>
                  </a:lnTo>
                  <a:lnTo>
                    <a:pt x="412750" y="533400"/>
                  </a:lnTo>
                  <a:lnTo>
                    <a:pt x="429339" y="529490"/>
                  </a:lnTo>
                  <a:lnTo>
                    <a:pt x="443547" y="519271"/>
                  </a:lnTo>
                  <a:lnTo>
                    <a:pt x="453469" y="505003"/>
                  </a:lnTo>
                  <a:lnTo>
                    <a:pt x="457200" y="488950"/>
                  </a:lnTo>
                  <a:lnTo>
                    <a:pt x="457200" y="481984"/>
                  </a:lnTo>
                  <a:lnTo>
                    <a:pt x="457200" y="433228"/>
                  </a:lnTo>
                  <a:lnTo>
                    <a:pt x="457200" y="300890"/>
                  </a:lnTo>
                  <a:lnTo>
                    <a:pt x="457200" y="43179"/>
                  </a:lnTo>
                  <a:lnTo>
                    <a:pt x="453469" y="27324"/>
                  </a:lnTo>
                  <a:lnTo>
                    <a:pt x="443547" y="13493"/>
                  </a:lnTo>
                  <a:lnTo>
                    <a:pt x="429339" y="3710"/>
                  </a:lnTo>
                  <a:lnTo>
                    <a:pt x="412750" y="0"/>
                  </a:lnTo>
                  <a:lnTo>
                    <a:pt x="406975" y="0"/>
                  </a:lnTo>
                  <a:lnTo>
                    <a:pt x="366553" y="0"/>
                  </a:lnTo>
                  <a:lnTo>
                    <a:pt x="256837" y="0"/>
                  </a:lnTo>
                  <a:lnTo>
                    <a:pt x="43180" y="0"/>
                  </a:lnTo>
                  <a:close/>
                </a:path>
              </a:pathLst>
            </a:custGeom>
            <a:ln w="646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123950" y="1631950"/>
              <a:ext cx="342900" cy="194310"/>
            </a:xfrm>
            <a:custGeom>
              <a:avLst/>
              <a:gdLst/>
              <a:ahLst/>
              <a:cxnLst/>
              <a:rect l="l" t="t" r="r" b="b"/>
              <a:pathLst>
                <a:path w="342900" h="194310">
                  <a:moveTo>
                    <a:pt x="342900" y="0"/>
                  </a:moveTo>
                  <a:lnTo>
                    <a:pt x="0" y="0"/>
                  </a:lnTo>
                  <a:lnTo>
                    <a:pt x="0" y="194310"/>
                  </a:lnTo>
                  <a:lnTo>
                    <a:pt x="171450" y="194310"/>
                  </a:lnTo>
                  <a:lnTo>
                    <a:pt x="342900" y="194310"/>
                  </a:lnTo>
                  <a:lnTo>
                    <a:pt x="342900" y="0"/>
                  </a:lnTo>
                  <a:close/>
                </a:path>
              </a:pathLst>
            </a:custGeom>
            <a:solidFill>
              <a:srgbClr val="FF9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123950" y="1631950"/>
              <a:ext cx="342900" cy="194310"/>
            </a:xfrm>
            <a:custGeom>
              <a:avLst/>
              <a:gdLst/>
              <a:ahLst/>
              <a:cxnLst/>
              <a:rect l="l" t="t" r="r" b="b"/>
              <a:pathLst>
                <a:path w="342900" h="194310">
                  <a:moveTo>
                    <a:pt x="171450" y="194310"/>
                  </a:moveTo>
                  <a:lnTo>
                    <a:pt x="0" y="194310"/>
                  </a:lnTo>
                  <a:lnTo>
                    <a:pt x="0" y="0"/>
                  </a:lnTo>
                  <a:lnTo>
                    <a:pt x="342900" y="0"/>
                  </a:lnTo>
                  <a:lnTo>
                    <a:pt x="342900" y="194310"/>
                  </a:lnTo>
                  <a:lnTo>
                    <a:pt x="171450" y="194310"/>
                  </a:lnTo>
                  <a:close/>
                </a:path>
              </a:pathLst>
            </a:custGeom>
            <a:ln w="93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123950" y="1875790"/>
              <a:ext cx="342900" cy="193040"/>
            </a:xfrm>
            <a:custGeom>
              <a:avLst/>
              <a:gdLst/>
              <a:ahLst/>
              <a:cxnLst/>
              <a:rect l="l" t="t" r="r" b="b"/>
              <a:pathLst>
                <a:path w="342900" h="193039">
                  <a:moveTo>
                    <a:pt x="342900" y="0"/>
                  </a:moveTo>
                  <a:lnTo>
                    <a:pt x="0" y="0"/>
                  </a:lnTo>
                  <a:lnTo>
                    <a:pt x="0" y="193039"/>
                  </a:lnTo>
                  <a:lnTo>
                    <a:pt x="171450" y="193039"/>
                  </a:lnTo>
                  <a:lnTo>
                    <a:pt x="342900" y="193039"/>
                  </a:lnTo>
                  <a:lnTo>
                    <a:pt x="342900" y="0"/>
                  </a:lnTo>
                  <a:close/>
                </a:path>
              </a:pathLst>
            </a:custGeom>
            <a:solidFill>
              <a:srgbClr val="5890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123950" y="1875790"/>
              <a:ext cx="342900" cy="193040"/>
            </a:xfrm>
            <a:custGeom>
              <a:avLst/>
              <a:gdLst/>
              <a:ahLst/>
              <a:cxnLst/>
              <a:rect l="l" t="t" r="r" b="b"/>
              <a:pathLst>
                <a:path w="342900" h="193039">
                  <a:moveTo>
                    <a:pt x="171450" y="193039"/>
                  </a:moveTo>
                  <a:lnTo>
                    <a:pt x="0" y="193039"/>
                  </a:lnTo>
                  <a:lnTo>
                    <a:pt x="0" y="0"/>
                  </a:lnTo>
                  <a:lnTo>
                    <a:pt x="342900" y="0"/>
                  </a:lnTo>
                  <a:lnTo>
                    <a:pt x="342900" y="193039"/>
                  </a:lnTo>
                  <a:lnTo>
                    <a:pt x="171450" y="193039"/>
                  </a:lnTo>
                  <a:close/>
                </a:path>
              </a:pathLst>
            </a:custGeom>
            <a:ln w="93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117600" y="2797810"/>
              <a:ext cx="2540" cy="509270"/>
            </a:xfrm>
            <a:custGeom>
              <a:avLst/>
              <a:gdLst/>
              <a:ahLst/>
              <a:cxnLst/>
              <a:rect l="l" t="t" r="r" b="b"/>
              <a:pathLst>
                <a:path w="2540" h="509270">
                  <a:moveTo>
                    <a:pt x="2540" y="128270"/>
                  </a:moveTo>
                  <a:lnTo>
                    <a:pt x="0" y="128270"/>
                  </a:lnTo>
                  <a:lnTo>
                    <a:pt x="0" y="248920"/>
                  </a:lnTo>
                  <a:lnTo>
                    <a:pt x="2540" y="248920"/>
                  </a:lnTo>
                  <a:lnTo>
                    <a:pt x="2540" y="128270"/>
                  </a:lnTo>
                  <a:close/>
                </a:path>
                <a:path w="2540" h="509270">
                  <a:moveTo>
                    <a:pt x="2540" y="125730"/>
                  </a:moveTo>
                  <a:lnTo>
                    <a:pt x="0" y="125730"/>
                  </a:lnTo>
                  <a:lnTo>
                    <a:pt x="0" y="127000"/>
                  </a:lnTo>
                  <a:lnTo>
                    <a:pt x="2540" y="127000"/>
                  </a:lnTo>
                  <a:lnTo>
                    <a:pt x="2540" y="125730"/>
                  </a:lnTo>
                  <a:close/>
                </a:path>
                <a:path w="2540" h="509270">
                  <a:moveTo>
                    <a:pt x="2540" y="121920"/>
                  </a:moveTo>
                  <a:lnTo>
                    <a:pt x="0" y="121920"/>
                  </a:lnTo>
                  <a:lnTo>
                    <a:pt x="0" y="124460"/>
                  </a:lnTo>
                  <a:lnTo>
                    <a:pt x="2540" y="124460"/>
                  </a:lnTo>
                  <a:lnTo>
                    <a:pt x="2540" y="121920"/>
                  </a:lnTo>
                  <a:close/>
                </a:path>
                <a:path w="2540" h="509270">
                  <a:moveTo>
                    <a:pt x="2540" y="119380"/>
                  </a:moveTo>
                  <a:lnTo>
                    <a:pt x="0" y="119380"/>
                  </a:lnTo>
                  <a:lnTo>
                    <a:pt x="0" y="120650"/>
                  </a:lnTo>
                  <a:lnTo>
                    <a:pt x="2540" y="120650"/>
                  </a:lnTo>
                  <a:lnTo>
                    <a:pt x="2540" y="119380"/>
                  </a:lnTo>
                  <a:close/>
                </a:path>
                <a:path w="2540" h="509270">
                  <a:moveTo>
                    <a:pt x="2540" y="115570"/>
                  </a:moveTo>
                  <a:lnTo>
                    <a:pt x="0" y="115570"/>
                  </a:lnTo>
                  <a:lnTo>
                    <a:pt x="0" y="118110"/>
                  </a:lnTo>
                  <a:lnTo>
                    <a:pt x="2540" y="118110"/>
                  </a:lnTo>
                  <a:lnTo>
                    <a:pt x="2540" y="115570"/>
                  </a:lnTo>
                  <a:close/>
                </a:path>
                <a:path w="2540" h="509270">
                  <a:moveTo>
                    <a:pt x="2540" y="113030"/>
                  </a:moveTo>
                  <a:lnTo>
                    <a:pt x="0" y="113030"/>
                  </a:lnTo>
                  <a:lnTo>
                    <a:pt x="0" y="114300"/>
                  </a:lnTo>
                  <a:lnTo>
                    <a:pt x="2540" y="114300"/>
                  </a:lnTo>
                  <a:lnTo>
                    <a:pt x="2540" y="113030"/>
                  </a:lnTo>
                  <a:close/>
                </a:path>
                <a:path w="2540" h="509270">
                  <a:moveTo>
                    <a:pt x="2540" y="109220"/>
                  </a:moveTo>
                  <a:lnTo>
                    <a:pt x="0" y="109220"/>
                  </a:lnTo>
                  <a:lnTo>
                    <a:pt x="0" y="111760"/>
                  </a:lnTo>
                  <a:lnTo>
                    <a:pt x="2540" y="111760"/>
                  </a:lnTo>
                  <a:lnTo>
                    <a:pt x="2540" y="109220"/>
                  </a:lnTo>
                  <a:close/>
                </a:path>
                <a:path w="2540" h="509270">
                  <a:moveTo>
                    <a:pt x="2540" y="106680"/>
                  </a:moveTo>
                  <a:lnTo>
                    <a:pt x="0" y="106680"/>
                  </a:lnTo>
                  <a:lnTo>
                    <a:pt x="0" y="107950"/>
                  </a:lnTo>
                  <a:lnTo>
                    <a:pt x="2540" y="107950"/>
                  </a:lnTo>
                  <a:lnTo>
                    <a:pt x="2540" y="106680"/>
                  </a:lnTo>
                  <a:close/>
                </a:path>
                <a:path w="2540" h="509270">
                  <a:moveTo>
                    <a:pt x="2540" y="102870"/>
                  </a:moveTo>
                  <a:lnTo>
                    <a:pt x="0" y="102870"/>
                  </a:lnTo>
                  <a:lnTo>
                    <a:pt x="0" y="105410"/>
                  </a:lnTo>
                  <a:lnTo>
                    <a:pt x="2540" y="105410"/>
                  </a:lnTo>
                  <a:lnTo>
                    <a:pt x="2540" y="102870"/>
                  </a:lnTo>
                  <a:close/>
                </a:path>
                <a:path w="2540" h="509270">
                  <a:moveTo>
                    <a:pt x="2540" y="100330"/>
                  </a:moveTo>
                  <a:lnTo>
                    <a:pt x="0" y="100330"/>
                  </a:lnTo>
                  <a:lnTo>
                    <a:pt x="0" y="101600"/>
                  </a:lnTo>
                  <a:lnTo>
                    <a:pt x="2540" y="101600"/>
                  </a:lnTo>
                  <a:lnTo>
                    <a:pt x="2540" y="100330"/>
                  </a:lnTo>
                  <a:close/>
                </a:path>
                <a:path w="2540" h="509270">
                  <a:moveTo>
                    <a:pt x="2540" y="96520"/>
                  </a:moveTo>
                  <a:lnTo>
                    <a:pt x="0" y="96520"/>
                  </a:lnTo>
                  <a:lnTo>
                    <a:pt x="0" y="99060"/>
                  </a:lnTo>
                  <a:lnTo>
                    <a:pt x="2540" y="99060"/>
                  </a:lnTo>
                  <a:lnTo>
                    <a:pt x="2540" y="96520"/>
                  </a:lnTo>
                  <a:close/>
                </a:path>
                <a:path w="2540" h="509270">
                  <a:moveTo>
                    <a:pt x="2540" y="93980"/>
                  </a:moveTo>
                  <a:lnTo>
                    <a:pt x="0" y="93980"/>
                  </a:lnTo>
                  <a:lnTo>
                    <a:pt x="0" y="95250"/>
                  </a:lnTo>
                  <a:lnTo>
                    <a:pt x="2540" y="95250"/>
                  </a:lnTo>
                  <a:lnTo>
                    <a:pt x="2540" y="93980"/>
                  </a:lnTo>
                  <a:close/>
                </a:path>
                <a:path w="2540" h="509270">
                  <a:moveTo>
                    <a:pt x="2540" y="90170"/>
                  </a:moveTo>
                  <a:lnTo>
                    <a:pt x="0" y="90170"/>
                  </a:lnTo>
                  <a:lnTo>
                    <a:pt x="0" y="92710"/>
                  </a:lnTo>
                  <a:lnTo>
                    <a:pt x="2540" y="92710"/>
                  </a:lnTo>
                  <a:lnTo>
                    <a:pt x="2540" y="90170"/>
                  </a:lnTo>
                  <a:close/>
                </a:path>
                <a:path w="2540" h="509270">
                  <a:moveTo>
                    <a:pt x="2540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2540" y="88900"/>
                  </a:lnTo>
                  <a:lnTo>
                    <a:pt x="2540" y="87630"/>
                  </a:lnTo>
                  <a:close/>
                </a:path>
                <a:path w="2540" h="509270">
                  <a:moveTo>
                    <a:pt x="2540" y="83820"/>
                  </a:moveTo>
                  <a:lnTo>
                    <a:pt x="0" y="83820"/>
                  </a:lnTo>
                  <a:lnTo>
                    <a:pt x="0" y="86360"/>
                  </a:lnTo>
                  <a:lnTo>
                    <a:pt x="2540" y="86360"/>
                  </a:lnTo>
                  <a:lnTo>
                    <a:pt x="2540" y="83820"/>
                  </a:lnTo>
                  <a:close/>
                </a:path>
                <a:path w="2540" h="509270">
                  <a:moveTo>
                    <a:pt x="2540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2540" y="82550"/>
                  </a:lnTo>
                  <a:lnTo>
                    <a:pt x="2540" y="81280"/>
                  </a:lnTo>
                  <a:close/>
                </a:path>
                <a:path w="2540" h="509270">
                  <a:moveTo>
                    <a:pt x="2540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2540" y="80010"/>
                  </a:lnTo>
                  <a:lnTo>
                    <a:pt x="2540" y="77470"/>
                  </a:lnTo>
                  <a:close/>
                </a:path>
                <a:path w="2540" h="509270">
                  <a:moveTo>
                    <a:pt x="2540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2540" y="76200"/>
                  </a:lnTo>
                  <a:lnTo>
                    <a:pt x="2540" y="74930"/>
                  </a:lnTo>
                  <a:close/>
                </a:path>
                <a:path w="2540" h="509270">
                  <a:moveTo>
                    <a:pt x="2540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2540" y="73660"/>
                  </a:lnTo>
                  <a:lnTo>
                    <a:pt x="2540" y="71120"/>
                  </a:lnTo>
                  <a:close/>
                </a:path>
                <a:path w="2540" h="509270">
                  <a:moveTo>
                    <a:pt x="2540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2540" y="69850"/>
                  </a:lnTo>
                  <a:lnTo>
                    <a:pt x="2540" y="68580"/>
                  </a:lnTo>
                  <a:close/>
                </a:path>
                <a:path w="2540" h="509270">
                  <a:moveTo>
                    <a:pt x="2540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2540" y="67310"/>
                  </a:lnTo>
                  <a:lnTo>
                    <a:pt x="2540" y="64770"/>
                  </a:lnTo>
                  <a:close/>
                </a:path>
                <a:path w="2540" h="509270">
                  <a:moveTo>
                    <a:pt x="254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2540" y="63500"/>
                  </a:lnTo>
                  <a:lnTo>
                    <a:pt x="2540" y="62230"/>
                  </a:lnTo>
                  <a:close/>
                </a:path>
                <a:path w="2540" h="509270">
                  <a:moveTo>
                    <a:pt x="2540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2540" y="60960"/>
                  </a:lnTo>
                  <a:lnTo>
                    <a:pt x="2540" y="58420"/>
                  </a:lnTo>
                  <a:close/>
                </a:path>
                <a:path w="2540" h="509270">
                  <a:moveTo>
                    <a:pt x="2540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2540" y="57150"/>
                  </a:lnTo>
                  <a:lnTo>
                    <a:pt x="2540" y="55880"/>
                  </a:lnTo>
                  <a:close/>
                </a:path>
                <a:path w="2540" h="509270">
                  <a:moveTo>
                    <a:pt x="2540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2540" y="54610"/>
                  </a:lnTo>
                  <a:lnTo>
                    <a:pt x="2540" y="52070"/>
                  </a:lnTo>
                  <a:close/>
                </a:path>
                <a:path w="2540" h="509270">
                  <a:moveTo>
                    <a:pt x="2540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2540" y="50800"/>
                  </a:lnTo>
                  <a:lnTo>
                    <a:pt x="2540" y="49530"/>
                  </a:lnTo>
                  <a:close/>
                </a:path>
                <a:path w="2540" h="509270">
                  <a:moveTo>
                    <a:pt x="2540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2540" y="48260"/>
                  </a:lnTo>
                  <a:lnTo>
                    <a:pt x="2540" y="45720"/>
                  </a:lnTo>
                  <a:close/>
                </a:path>
                <a:path w="2540" h="509270">
                  <a:moveTo>
                    <a:pt x="2540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2540" y="44450"/>
                  </a:lnTo>
                  <a:lnTo>
                    <a:pt x="2540" y="43180"/>
                  </a:lnTo>
                  <a:close/>
                </a:path>
                <a:path w="2540" h="509270">
                  <a:moveTo>
                    <a:pt x="2540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2540" y="41910"/>
                  </a:lnTo>
                  <a:lnTo>
                    <a:pt x="2540" y="39370"/>
                  </a:lnTo>
                  <a:close/>
                </a:path>
                <a:path w="2540" h="509270">
                  <a:moveTo>
                    <a:pt x="2540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2540" y="38100"/>
                  </a:lnTo>
                  <a:lnTo>
                    <a:pt x="2540" y="36830"/>
                  </a:lnTo>
                  <a:close/>
                </a:path>
                <a:path w="2540" h="509270">
                  <a:moveTo>
                    <a:pt x="2540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2540" y="35560"/>
                  </a:lnTo>
                  <a:lnTo>
                    <a:pt x="2540" y="33020"/>
                  </a:lnTo>
                  <a:close/>
                </a:path>
                <a:path w="2540" h="509270">
                  <a:moveTo>
                    <a:pt x="2540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2540" y="31750"/>
                  </a:lnTo>
                  <a:lnTo>
                    <a:pt x="2540" y="30480"/>
                  </a:lnTo>
                  <a:close/>
                </a:path>
                <a:path w="2540" h="509270">
                  <a:moveTo>
                    <a:pt x="2540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2540" y="29210"/>
                  </a:lnTo>
                  <a:lnTo>
                    <a:pt x="2540" y="26670"/>
                  </a:lnTo>
                  <a:close/>
                </a:path>
                <a:path w="2540" h="509270">
                  <a:moveTo>
                    <a:pt x="2540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2540" y="25400"/>
                  </a:lnTo>
                  <a:lnTo>
                    <a:pt x="2540" y="24130"/>
                  </a:lnTo>
                  <a:close/>
                </a:path>
                <a:path w="2540" h="509270">
                  <a:moveTo>
                    <a:pt x="2540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2540" y="22860"/>
                  </a:lnTo>
                  <a:lnTo>
                    <a:pt x="2540" y="20320"/>
                  </a:lnTo>
                  <a:close/>
                </a:path>
                <a:path w="2540" h="509270">
                  <a:moveTo>
                    <a:pt x="2540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2540" y="19050"/>
                  </a:lnTo>
                  <a:lnTo>
                    <a:pt x="2540" y="17780"/>
                  </a:lnTo>
                  <a:close/>
                </a:path>
                <a:path w="2540" h="509270">
                  <a:moveTo>
                    <a:pt x="2540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2540" y="16510"/>
                  </a:lnTo>
                  <a:lnTo>
                    <a:pt x="2540" y="13970"/>
                  </a:lnTo>
                  <a:close/>
                </a:path>
                <a:path w="2540" h="509270">
                  <a:moveTo>
                    <a:pt x="2540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2540" y="12700"/>
                  </a:lnTo>
                  <a:lnTo>
                    <a:pt x="2540" y="11430"/>
                  </a:lnTo>
                  <a:close/>
                </a:path>
                <a:path w="2540" h="509270">
                  <a:moveTo>
                    <a:pt x="2540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2540" y="10160"/>
                  </a:lnTo>
                  <a:lnTo>
                    <a:pt x="2540" y="7620"/>
                  </a:lnTo>
                  <a:close/>
                </a:path>
                <a:path w="2540" h="509270">
                  <a:moveTo>
                    <a:pt x="2540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2540" y="6350"/>
                  </a:lnTo>
                  <a:lnTo>
                    <a:pt x="2540" y="5080"/>
                  </a:lnTo>
                  <a:close/>
                </a:path>
                <a:path w="2540" h="509270">
                  <a:moveTo>
                    <a:pt x="2540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2540" y="3810"/>
                  </a:lnTo>
                  <a:lnTo>
                    <a:pt x="2540" y="0"/>
                  </a:lnTo>
                  <a:close/>
                </a:path>
                <a:path w="2540" h="509270">
                  <a:moveTo>
                    <a:pt x="2540" y="250190"/>
                  </a:moveTo>
                  <a:lnTo>
                    <a:pt x="0" y="250190"/>
                  </a:lnTo>
                  <a:lnTo>
                    <a:pt x="0" y="508000"/>
                  </a:lnTo>
                  <a:lnTo>
                    <a:pt x="1269" y="508000"/>
                  </a:lnTo>
                  <a:lnTo>
                    <a:pt x="1269" y="509270"/>
                  </a:lnTo>
                  <a:lnTo>
                    <a:pt x="2540" y="509270"/>
                  </a:lnTo>
                  <a:lnTo>
                    <a:pt x="2540" y="250190"/>
                  </a:lnTo>
                  <a:close/>
                </a:path>
              </a:pathLst>
            </a:custGeom>
            <a:solidFill>
              <a:srgbClr val="EAE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120140" y="2799080"/>
              <a:ext cx="2540" cy="509270"/>
            </a:xfrm>
            <a:custGeom>
              <a:avLst/>
              <a:gdLst/>
              <a:ahLst/>
              <a:cxnLst/>
              <a:rect l="l" t="t" r="r" b="b"/>
              <a:pathLst>
                <a:path w="2540" h="509270">
                  <a:moveTo>
                    <a:pt x="2540" y="127000"/>
                  </a:moveTo>
                  <a:lnTo>
                    <a:pt x="0" y="127000"/>
                  </a:lnTo>
                  <a:lnTo>
                    <a:pt x="0" y="247650"/>
                  </a:lnTo>
                  <a:lnTo>
                    <a:pt x="2540" y="247650"/>
                  </a:lnTo>
                  <a:lnTo>
                    <a:pt x="2540" y="127000"/>
                  </a:lnTo>
                  <a:close/>
                </a:path>
                <a:path w="2540" h="509270">
                  <a:moveTo>
                    <a:pt x="2540" y="124460"/>
                  </a:moveTo>
                  <a:lnTo>
                    <a:pt x="0" y="124460"/>
                  </a:lnTo>
                  <a:lnTo>
                    <a:pt x="0" y="125729"/>
                  </a:lnTo>
                  <a:lnTo>
                    <a:pt x="2540" y="125729"/>
                  </a:lnTo>
                  <a:lnTo>
                    <a:pt x="2540" y="124460"/>
                  </a:lnTo>
                  <a:close/>
                </a:path>
                <a:path w="2540" h="509270">
                  <a:moveTo>
                    <a:pt x="2540" y="120650"/>
                  </a:moveTo>
                  <a:lnTo>
                    <a:pt x="0" y="120650"/>
                  </a:lnTo>
                  <a:lnTo>
                    <a:pt x="0" y="123189"/>
                  </a:lnTo>
                  <a:lnTo>
                    <a:pt x="2540" y="123189"/>
                  </a:lnTo>
                  <a:lnTo>
                    <a:pt x="2540" y="120650"/>
                  </a:lnTo>
                  <a:close/>
                </a:path>
                <a:path w="2540" h="509270">
                  <a:moveTo>
                    <a:pt x="2540" y="118110"/>
                  </a:moveTo>
                  <a:lnTo>
                    <a:pt x="0" y="118110"/>
                  </a:lnTo>
                  <a:lnTo>
                    <a:pt x="0" y="119379"/>
                  </a:lnTo>
                  <a:lnTo>
                    <a:pt x="2540" y="119379"/>
                  </a:lnTo>
                  <a:lnTo>
                    <a:pt x="2540" y="118110"/>
                  </a:lnTo>
                  <a:close/>
                </a:path>
                <a:path w="2540" h="509270">
                  <a:moveTo>
                    <a:pt x="2540" y="114300"/>
                  </a:moveTo>
                  <a:lnTo>
                    <a:pt x="0" y="114300"/>
                  </a:lnTo>
                  <a:lnTo>
                    <a:pt x="0" y="116839"/>
                  </a:lnTo>
                  <a:lnTo>
                    <a:pt x="2540" y="116839"/>
                  </a:lnTo>
                  <a:lnTo>
                    <a:pt x="2540" y="114300"/>
                  </a:lnTo>
                  <a:close/>
                </a:path>
                <a:path w="2540" h="509270">
                  <a:moveTo>
                    <a:pt x="2540" y="111760"/>
                  </a:moveTo>
                  <a:lnTo>
                    <a:pt x="0" y="111760"/>
                  </a:lnTo>
                  <a:lnTo>
                    <a:pt x="0" y="113029"/>
                  </a:lnTo>
                  <a:lnTo>
                    <a:pt x="2540" y="113029"/>
                  </a:lnTo>
                  <a:lnTo>
                    <a:pt x="2540" y="111760"/>
                  </a:lnTo>
                  <a:close/>
                </a:path>
                <a:path w="2540" h="509270">
                  <a:moveTo>
                    <a:pt x="2540" y="107950"/>
                  </a:moveTo>
                  <a:lnTo>
                    <a:pt x="0" y="107950"/>
                  </a:lnTo>
                  <a:lnTo>
                    <a:pt x="0" y="110489"/>
                  </a:lnTo>
                  <a:lnTo>
                    <a:pt x="2540" y="110489"/>
                  </a:lnTo>
                  <a:lnTo>
                    <a:pt x="2540" y="107950"/>
                  </a:lnTo>
                  <a:close/>
                </a:path>
                <a:path w="2540" h="509270">
                  <a:moveTo>
                    <a:pt x="2540" y="105410"/>
                  </a:moveTo>
                  <a:lnTo>
                    <a:pt x="0" y="105410"/>
                  </a:lnTo>
                  <a:lnTo>
                    <a:pt x="0" y="106679"/>
                  </a:lnTo>
                  <a:lnTo>
                    <a:pt x="2540" y="106679"/>
                  </a:lnTo>
                  <a:lnTo>
                    <a:pt x="2540" y="105410"/>
                  </a:lnTo>
                  <a:close/>
                </a:path>
                <a:path w="2540" h="509270">
                  <a:moveTo>
                    <a:pt x="2540" y="101600"/>
                  </a:moveTo>
                  <a:lnTo>
                    <a:pt x="0" y="101600"/>
                  </a:lnTo>
                  <a:lnTo>
                    <a:pt x="0" y="104139"/>
                  </a:lnTo>
                  <a:lnTo>
                    <a:pt x="2540" y="104139"/>
                  </a:lnTo>
                  <a:lnTo>
                    <a:pt x="2540" y="101600"/>
                  </a:lnTo>
                  <a:close/>
                </a:path>
                <a:path w="2540" h="509270">
                  <a:moveTo>
                    <a:pt x="2540" y="99060"/>
                  </a:moveTo>
                  <a:lnTo>
                    <a:pt x="0" y="99060"/>
                  </a:lnTo>
                  <a:lnTo>
                    <a:pt x="0" y="100329"/>
                  </a:lnTo>
                  <a:lnTo>
                    <a:pt x="2540" y="100329"/>
                  </a:lnTo>
                  <a:lnTo>
                    <a:pt x="2540" y="99060"/>
                  </a:lnTo>
                  <a:close/>
                </a:path>
                <a:path w="2540" h="509270">
                  <a:moveTo>
                    <a:pt x="2540" y="95250"/>
                  </a:moveTo>
                  <a:lnTo>
                    <a:pt x="0" y="95250"/>
                  </a:lnTo>
                  <a:lnTo>
                    <a:pt x="0" y="97789"/>
                  </a:lnTo>
                  <a:lnTo>
                    <a:pt x="2540" y="97789"/>
                  </a:lnTo>
                  <a:lnTo>
                    <a:pt x="2540" y="95250"/>
                  </a:lnTo>
                  <a:close/>
                </a:path>
                <a:path w="2540" h="509270">
                  <a:moveTo>
                    <a:pt x="2540" y="92710"/>
                  </a:moveTo>
                  <a:lnTo>
                    <a:pt x="0" y="92710"/>
                  </a:lnTo>
                  <a:lnTo>
                    <a:pt x="0" y="93979"/>
                  </a:lnTo>
                  <a:lnTo>
                    <a:pt x="2540" y="93979"/>
                  </a:lnTo>
                  <a:lnTo>
                    <a:pt x="2540" y="92710"/>
                  </a:lnTo>
                  <a:close/>
                </a:path>
                <a:path w="2540" h="509270">
                  <a:moveTo>
                    <a:pt x="2540" y="88900"/>
                  </a:moveTo>
                  <a:lnTo>
                    <a:pt x="0" y="88900"/>
                  </a:lnTo>
                  <a:lnTo>
                    <a:pt x="0" y="91439"/>
                  </a:lnTo>
                  <a:lnTo>
                    <a:pt x="2540" y="91439"/>
                  </a:lnTo>
                  <a:lnTo>
                    <a:pt x="2540" y="88900"/>
                  </a:lnTo>
                  <a:close/>
                </a:path>
                <a:path w="2540" h="509270">
                  <a:moveTo>
                    <a:pt x="2540" y="86360"/>
                  </a:moveTo>
                  <a:lnTo>
                    <a:pt x="0" y="86360"/>
                  </a:lnTo>
                  <a:lnTo>
                    <a:pt x="0" y="87629"/>
                  </a:lnTo>
                  <a:lnTo>
                    <a:pt x="2540" y="87629"/>
                  </a:lnTo>
                  <a:lnTo>
                    <a:pt x="2540" y="86360"/>
                  </a:lnTo>
                  <a:close/>
                </a:path>
                <a:path w="2540" h="509270">
                  <a:moveTo>
                    <a:pt x="2540" y="82550"/>
                  </a:moveTo>
                  <a:lnTo>
                    <a:pt x="0" y="82550"/>
                  </a:lnTo>
                  <a:lnTo>
                    <a:pt x="0" y="85089"/>
                  </a:lnTo>
                  <a:lnTo>
                    <a:pt x="2540" y="85089"/>
                  </a:lnTo>
                  <a:lnTo>
                    <a:pt x="2540" y="82550"/>
                  </a:lnTo>
                  <a:close/>
                </a:path>
                <a:path w="2540" h="509270">
                  <a:moveTo>
                    <a:pt x="2540" y="80010"/>
                  </a:moveTo>
                  <a:lnTo>
                    <a:pt x="0" y="80010"/>
                  </a:lnTo>
                  <a:lnTo>
                    <a:pt x="0" y="81279"/>
                  </a:lnTo>
                  <a:lnTo>
                    <a:pt x="2540" y="81279"/>
                  </a:lnTo>
                  <a:lnTo>
                    <a:pt x="2540" y="80010"/>
                  </a:lnTo>
                  <a:close/>
                </a:path>
                <a:path w="2540" h="509270">
                  <a:moveTo>
                    <a:pt x="2540" y="76200"/>
                  </a:moveTo>
                  <a:lnTo>
                    <a:pt x="0" y="76200"/>
                  </a:lnTo>
                  <a:lnTo>
                    <a:pt x="0" y="78739"/>
                  </a:lnTo>
                  <a:lnTo>
                    <a:pt x="2540" y="78739"/>
                  </a:lnTo>
                  <a:lnTo>
                    <a:pt x="2540" y="76200"/>
                  </a:lnTo>
                  <a:close/>
                </a:path>
                <a:path w="2540" h="509270">
                  <a:moveTo>
                    <a:pt x="2540" y="73660"/>
                  </a:moveTo>
                  <a:lnTo>
                    <a:pt x="0" y="73660"/>
                  </a:lnTo>
                  <a:lnTo>
                    <a:pt x="0" y="74929"/>
                  </a:lnTo>
                  <a:lnTo>
                    <a:pt x="2540" y="74929"/>
                  </a:lnTo>
                  <a:lnTo>
                    <a:pt x="2540" y="73660"/>
                  </a:lnTo>
                  <a:close/>
                </a:path>
                <a:path w="2540" h="509270">
                  <a:moveTo>
                    <a:pt x="2540" y="69850"/>
                  </a:moveTo>
                  <a:lnTo>
                    <a:pt x="0" y="69850"/>
                  </a:lnTo>
                  <a:lnTo>
                    <a:pt x="0" y="72389"/>
                  </a:lnTo>
                  <a:lnTo>
                    <a:pt x="2540" y="72389"/>
                  </a:lnTo>
                  <a:lnTo>
                    <a:pt x="2540" y="69850"/>
                  </a:lnTo>
                  <a:close/>
                </a:path>
                <a:path w="2540" h="509270">
                  <a:moveTo>
                    <a:pt x="2540" y="67310"/>
                  </a:moveTo>
                  <a:lnTo>
                    <a:pt x="0" y="67310"/>
                  </a:lnTo>
                  <a:lnTo>
                    <a:pt x="0" y="68579"/>
                  </a:lnTo>
                  <a:lnTo>
                    <a:pt x="2540" y="68579"/>
                  </a:lnTo>
                  <a:lnTo>
                    <a:pt x="2540" y="67310"/>
                  </a:lnTo>
                  <a:close/>
                </a:path>
                <a:path w="2540" h="509270">
                  <a:moveTo>
                    <a:pt x="2540" y="63500"/>
                  </a:moveTo>
                  <a:lnTo>
                    <a:pt x="0" y="63500"/>
                  </a:lnTo>
                  <a:lnTo>
                    <a:pt x="0" y="66039"/>
                  </a:lnTo>
                  <a:lnTo>
                    <a:pt x="2540" y="66039"/>
                  </a:lnTo>
                  <a:lnTo>
                    <a:pt x="2540" y="63500"/>
                  </a:lnTo>
                  <a:close/>
                </a:path>
                <a:path w="2540" h="509270">
                  <a:moveTo>
                    <a:pt x="2540" y="60960"/>
                  </a:moveTo>
                  <a:lnTo>
                    <a:pt x="0" y="60960"/>
                  </a:lnTo>
                  <a:lnTo>
                    <a:pt x="0" y="62229"/>
                  </a:lnTo>
                  <a:lnTo>
                    <a:pt x="2540" y="62229"/>
                  </a:lnTo>
                  <a:lnTo>
                    <a:pt x="2540" y="60960"/>
                  </a:lnTo>
                  <a:close/>
                </a:path>
                <a:path w="2540" h="509270">
                  <a:moveTo>
                    <a:pt x="2540" y="57150"/>
                  </a:moveTo>
                  <a:lnTo>
                    <a:pt x="0" y="57150"/>
                  </a:lnTo>
                  <a:lnTo>
                    <a:pt x="0" y="59689"/>
                  </a:lnTo>
                  <a:lnTo>
                    <a:pt x="2540" y="59689"/>
                  </a:lnTo>
                  <a:lnTo>
                    <a:pt x="2540" y="57150"/>
                  </a:lnTo>
                  <a:close/>
                </a:path>
                <a:path w="2540" h="509270">
                  <a:moveTo>
                    <a:pt x="2540" y="54610"/>
                  </a:moveTo>
                  <a:lnTo>
                    <a:pt x="0" y="54610"/>
                  </a:lnTo>
                  <a:lnTo>
                    <a:pt x="0" y="55879"/>
                  </a:lnTo>
                  <a:lnTo>
                    <a:pt x="2540" y="55879"/>
                  </a:lnTo>
                  <a:lnTo>
                    <a:pt x="2540" y="54610"/>
                  </a:lnTo>
                  <a:close/>
                </a:path>
                <a:path w="2540" h="509270">
                  <a:moveTo>
                    <a:pt x="2540" y="50800"/>
                  </a:moveTo>
                  <a:lnTo>
                    <a:pt x="0" y="50800"/>
                  </a:lnTo>
                  <a:lnTo>
                    <a:pt x="0" y="53339"/>
                  </a:lnTo>
                  <a:lnTo>
                    <a:pt x="2540" y="53339"/>
                  </a:lnTo>
                  <a:lnTo>
                    <a:pt x="2540" y="50800"/>
                  </a:lnTo>
                  <a:close/>
                </a:path>
                <a:path w="2540" h="509270">
                  <a:moveTo>
                    <a:pt x="2540" y="48260"/>
                  </a:moveTo>
                  <a:lnTo>
                    <a:pt x="0" y="48260"/>
                  </a:lnTo>
                  <a:lnTo>
                    <a:pt x="0" y="49529"/>
                  </a:lnTo>
                  <a:lnTo>
                    <a:pt x="2540" y="49529"/>
                  </a:lnTo>
                  <a:lnTo>
                    <a:pt x="2540" y="48260"/>
                  </a:lnTo>
                  <a:close/>
                </a:path>
                <a:path w="2540" h="509270">
                  <a:moveTo>
                    <a:pt x="2540" y="44450"/>
                  </a:moveTo>
                  <a:lnTo>
                    <a:pt x="0" y="44450"/>
                  </a:lnTo>
                  <a:lnTo>
                    <a:pt x="0" y="46989"/>
                  </a:lnTo>
                  <a:lnTo>
                    <a:pt x="2540" y="46989"/>
                  </a:lnTo>
                  <a:lnTo>
                    <a:pt x="2540" y="44450"/>
                  </a:lnTo>
                  <a:close/>
                </a:path>
                <a:path w="2540" h="509270">
                  <a:moveTo>
                    <a:pt x="2540" y="41910"/>
                  </a:moveTo>
                  <a:lnTo>
                    <a:pt x="0" y="41910"/>
                  </a:lnTo>
                  <a:lnTo>
                    <a:pt x="0" y="43179"/>
                  </a:lnTo>
                  <a:lnTo>
                    <a:pt x="2540" y="43179"/>
                  </a:lnTo>
                  <a:lnTo>
                    <a:pt x="2540" y="41910"/>
                  </a:lnTo>
                  <a:close/>
                </a:path>
                <a:path w="2540" h="509270">
                  <a:moveTo>
                    <a:pt x="2540" y="38100"/>
                  </a:moveTo>
                  <a:lnTo>
                    <a:pt x="0" y="38100"/>
                  </a:lnTo>
                  <a:lnTo>
                    <a:pt x="0" y="40639"/>
                  </a:lnTo>
                  <a:lnTo>
                    <a:pt x="2540" y="40639"/>
                  </a:lnTo>
                  <a:lnTo>
                    <a:pt x="2540" y="38100"/>
                  </a:lnTo>
                  <a:close/>
                </a:path>
                <a:path w="2540" h="509270">
                  <a:moveTo>
                    <a:pt x="2540" y="35560"/>
                  </a:moveTo>
                  <a:lnTo>
                    <a:pt x="0" y="35560"/>
                  </a:lnTo>
                  <a:lnTo>
                    <a:pt x="0" y="36829"/>
                  </a:lnTo>
                  <a:lnTo>
                    <a:pt x="2540" y="36829"/>
                  </a:lnTo>
                  <a:lnTo>
                    <a:pt x="2540" y="35560"/>
                  </a:lnTo>
                  <a:close/>
                </a:path>
                <a:path w="2540" h="509270">
                  <a:moveTo>
                    <a:pt x="2540" y="31750"/>
                  </a:moveTo>
                  <a:lnTo>
                    <a:pt x="0" y="31750"/>
                  </a:lnTo>
                  <a:lnTo>
                    <a:pt x="0" y="34289"/>
                  </a:lnTo>
                  <a:lnTo>
                    <a:pt x="2540" y="34289"/>
                  </a:lnTo>
                  <a:lnTo>
                    <a:pt x="2540" y="31750"/>
                  </a:lnTo>
                  <a:close/>
                </a:path>
                <a:path w="2540" h="509270">
                  <a:moveTo>
                    <a:pt x="2540" y="29210"/>
                  </a:moveTo>
                  <a:lnTo>
                    <a:pt x="0" y="29210"/>
                  </a:lnTo>
                  <a:lnTo>
                    <a:pt x="0" y="30479"/>
                  </a:lnTo>
                  <a:lnTo>
                    <a:pt x="2540" y="30479"/>
                  </a:lnTo>
                  <a:lnTo>
                    <a:pt x="2540" y="29210"/>
                  </a:lnTo>
                  <a:close/>
                </a:path>
                <a:path w="2540" h="509270">
                  <a:moveTo>
                    <a:pt x="2540" y="25400"/>
                  </a:moveTo>
                  <a:lnTo>
                    <a:pt x="0" y="25400"/>
                  </a:lnTo>
                  <a:lnTo>
                    <a:pt x="0" y="27939"/>
                  </a:lnTo>
                  <a:lnTo>
                    <a:pt x="2540" y="27939"/>
                  </a:lnTo>
                  <a:lnTo>
                    <a:pt x="2540" y="25400"/>
                  </a:lnTo>
                  <a:close/>
                </a:path>
                <a:path w="2540" h="509270">
                  <a:moveTo>
                    <a:pt x="2540" y="22860"/>
                  </a:moveTo>
                  <a:lnTo>
                    <a:pt x="0" y="22860"/>
                  </a:lnTo>
                  <a:lnTo>
                    <a:pt x="0" y="24129"/>
                  </a:lnTo>
                  <a:lnTo>
                    <a:pt x="2540" y="24129"/>
                  </a:lnTo>
                  <a:lnTo>
                    <a:pt x="2540" y="22860"/>
                  </a:lnTo>
                  <a:close/>
                </a:path>
                <a:path w="2540" h="509270">
                  <a:moveTo>
                    <a:pt x="2540" y="19050"/>
                  </a:moveTo>
                  <a:lnTo>
                    <a:pt x="0" y="19050"/>
                  </a:lnTo>
                  <a:lnTo>
                    <a:pt x="0" y="21589"/>
                  </a:lnTo>
                  <a:lnTo>
                    <a:pt x="2540" y="21589"/>
                  </a:lnTo>
                  <a:lnTo>
                    <a:pt x="2540" y="19050"/>
                  </a:lnTo>
                  <a:close/>
                </a:path>
                <a:path w="2540" h="509270">
                  <a:moveTo>
                    <a:pt x="2540" y="16510"/>
                  </a:moveTo>
                  <a:lnTo>
                    <a:pt x="0" y="16510"/>
                  </a:lnTo>
                  <a:lnTo>
                    <a:pt x="0" y="17779"/>
                  </a:lnTo>
                  <a:lnTo>
                    <a:pt x="2540" y="17779"/>
                  </a:lnTo>
                  <a:lnTo>
                    <a:pt x="2540" y="16510"/>
                  </a:lnTo>
                  <a:close/>
                </a:path>
                <a:path w="2540" h="509270">
                  <a:moveTo>
                    <a:pt x="2540" y="12700"/>
                  </a:moveTo>
                  <a:lnTo>
                    <a:pt x="0" y="12700"/>
                  </a:lnTo>
                  <a:lnTo>
                    <a:pt x="0" y="15239"/>
                  </a:lnTo>
                  <a:lnTo>
                    <a:pt x="2540" y="15239"/>
                  </a:lnTo>
                  <a:lnTo>
                    <a:pt x="2540" y="12700"/>
                  </a:lnTo>
                  <a:close/>
                </a:path>
                <a:path w="2540" h="509270">
                  <a:moveTo>
                    <a:pt x="2540" y="10160"/>
                  </a:moveTo>
                  <a:lnTo>
                    <a:pt x="0" y="10160"/>
                  </a:lnTo>
                  <a:lnTo>
                    <a:pt x="0" y="11429"/>
                  </a:lnTo>
                  <a:lnTo>
                    <a:pt x="2540" y="11429"/>
                  </a:lnTo>
                  <a:lnTo>
                    <a:pt x="2540" y="10160"/>
                  </a:lnTo>
                  <a:close/>
                </a:path>
                <a:path w="2540" h="509270">
                  <a:moveTo>
                    <a:pt x="2540" y="6350"/>
                  </a:moveTo>
                  <a:lnTo>
                    <a:pt x="0" y="6350"/>
                  </a:lnTo>
                  <a:lnTo>
                    <a:pt x="0" y="8889"/>
                  </a:lnTo>
                  <a:lnTo>
                    <a:pt x="2540" y="8889"/>
                  </a:lnTo>
                  <a:lnTo>
                    <a:pt x="2540" y="6350"/>
                  </a:lnTo>
                  <a:close/>
                </a:path>
                <a:path w="2540" h="509270">
                  <a:moveTo>
                    <a:pt x="2540" y="3810"/>
                  </a:moveTo>
                  <a:lnTo>
                    <a:pt x="0" y="3810"/>
                  </a:lnTo>
                  <a:lnTo>
                    <a:pt x="0" y="5079"/>
                  </a:lnTo>
                  <a:lnTo>
                    <a:pt x="2540" y="5079"/>
                  </a:lnTo>
                  <a:lnTo>
                    <a:pt x="2540" y="3810"/>
                  </a:lnTo>
                  <a:close/>
                </a:path>
                <a:path w="2540" h="509270">
                  <a:moveTo>
                    <a:pt x="254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40" y="2539"/>
                  </a:lnTo>
                  <a:lnTo>
                    <a:pt x="2540" y="0"/>
                  </a:lnTo>
                  <a:close/>
                </a:path>
                <a:path w="2540" h="509270">
                  <a:moveTo>
                    <a:pt x="2540" y="248920"/>
                  </a:moveTo>
                  <a:lnTo>
                    <a:pt x="0" y="248920"/>
                  </a:lnTo>
                  <a:lnTo>
                    <a:pt x="0" y="508000"/>
                  </a:lnTo>
                  <a:lnTo>
                    <a:pt x="1269" y="508000"/>
                  </a:lnTo>
                  <a:lnTo>
                    <a:pt x="1269" y="509270"/>
                  </a:lnTo>
                  <a:lnTo>
                    <a:pt x="2540" y="509270"/>
                  </a:lnTo>
                  <a:lnTo>
                    <a:pt x="2540" y="248920"/>
                  </a:lnTo>
                  <a:close/>
                </a:path>
              </a:pathLst>
            </a:custGeom>
            <a:solidFill>
              <a:srgbClr val="EAE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1122679" y="2801619"/>
              <a:ext cx="3810" cy="510540"/>
            </a:xfrm>
            <a:custGeom>
              <a:avLst/>
              <a:gdLst/>
              <a:ahLst/>
              <a:cxnLst/>
              <a:rect l="l" t="t" r="r" b="b"/>
              <a:pathLst>
                <a:path w="3809" h="510539">
                  <a:moveTo>
                    <a:pt x="3809" y="124460"/>
                  </a:moveTo>
                  <a:lnTo>
                    <a:pt x="0" y="124460"/>
                  </a:lnTo>
                  <a:lnTo>
                    <a:pt x="0" y="245110"/>
                  </a:lnTo>
                  <a:lnTo>
                    <a:pt x="3809" y="245110"/>
                  </a:lnTo>
                  <a:lnTo>
                    <a:pt x="3809" y="124460"/>
                  </a:lnTo>
                  <a:close/>
                </a:path>
                <a:path w="3809" h="510539">
                  <a:moveTo>
                    <a:pt x="3809" y="121920"/>
                  </a:moveTo>
                  <a:lnTo>
                    <a:pt x="0" y="121920"/>
                  </a:lnTo>
                  <a:lnTo>
                    <a:pt x="0" y="123189"/>
                  </a:lnTo>
                  <a:lnTo>
                    <a:pt x="3809" y="123189"/>
                  </a:lnTo>
                  <a:lnTo>
                    <a:pt x="3809" y="121920"/>
                  </a:lnTo>
                  <a:close/>
                </a:path>
                <a:path w="3809" h="510539">
                  <a:moveTo>
                    <a:pt x="3809" y="118110"/>
                  </a:moveTo>
                  <a:lnTo>
                    <a:pt x="0" y="118110"/>
                  </a:lnTo>
                  <a:lnTo>
                    <a:pt x="0" y="120650"/>
                  </a:lnTo>
                  <a:lnTo>
                    <a:pt x="3809" y="120650"/>
                  </a:lnTo>
                  <a:lnTo>
                    <a:pt x="3809" y="118110"/>
                  </a:lnTo>
                  <a:close/>
                </a:path>
                <a:path w="3809" h="510539">
                  <a:moveTo>
                    <a:pt x="3809" y="115570"/>
                  </a:moveTo>
                  <a:lnTo>
                    <a:pt x="0" y="115570"/>
                  </a:lnTo>
                  <a:lnTo>
                    <a:pt x="0" y="116839"/>
                  </a:lnTo>
                  <a:lnTo>
                    <a:pt x="3809" y="116839"/>
                  </a:lnTo>
                  <a:lnTo>
                    <a:pt x="3809" y="115570"/>
                  </a:lnTo>
                  <a:close/>
                </a:path>
                <a:path w="3809" h="510539">
                  <a:moveTo>
                    <a:pt x="3809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3809" y="114300"/>
                  </a:lnTo>
                  <a:lnTo>
                    <a:pt x="3809" y="111760"/>
                  </a:lnTo>
                  <a:close/>
                </a:path>
                <a:path w="3809" h="510539">
                  <a:moveTo>
                    <a:pt x="3809" y="109220"/>
                  </a:moveTo>
                  <a:lnTo>
                    <a:pt x="0" y="109220"/>
                  </a:lnTo>
                  <a:lnTo>
                    <a:pt x="0" y="110489"/>
                  </a:lnTo>
                  <a:lnTo>
                    <a:pt x="3809" y="110489"/>
                  </a:lnTo>
                  <a:lnTo>
                    <a:pt x="3809" y="109220"/>
                  </a:lnTo>
                  <a:close/>
                </a:path>
                <a:path w="3809" h="510539">
                  <a:moveTo>
                    <a:pt x="3809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3809" y="107950"/>
                  </a:lnTo>
                  <a:lnTo>
                    <a:pt x="3809" y="105410"/>
                  </a:lnTo>
                  <a:close/>
                </a:path>
                <a:path w="3809" h="510539">
                  <a:moveTo>
                    <a:pt x="3809" y="102870"/>
                  </a:moveTo>
                  <a:lnTo>
                    <a:pt x="0" y="102870"/>
                  </a:lnTo>
                  <a:lnTo>
                    <a:pt x="0" y="104139"/>
                  </a:lnTo>
                  <a:lnTo>
                    <a:pt x="3809" y="104139"/>
                  </a:lnTo>
                  <a:lnTo>
                    <a:pt x="3809" y="102870"/>
                  </a:lnTo>
                  <a:close/>
                </a:path>
                <a:path w="3809" h="510539">
                  <a:moveTo>
                    <a:pt x="3809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3809" y="101600"/>
                  </a:lnTo>
                  <a:lnTo>
                    <a:pt x="3809" y="99060"/>
                  </a:lnTo>
                  <a:close/>
                </a:path>
                <a:path w="3809" h="510539">
                  <a:moveTo>
                    <a:pt x="3809" y="96520"/>
                  </a:moveTo>
                  <a:lnTo>
                    <a:pt x="0" y="96520"/>
                  </a:lnTo>
                  <a:lnTo>
                    <a:pt x="0" y="97789"/>
                  </a:lnTo>
                  <a:lnTo>
                    <a:pt x="3809" y="97789"/>
                  </a:lnTo>
                  <a:lnTo>
                    <a:pt x="3809" y="96520"/>
                  </a:lnTo>
                  <a:close/>
                </a:path>
                <a:path w="3809" h="510539">
                  <a:moveTo>
                    <a:pt x="3809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3809" y="95250"/>
                  </a:lnTo>
                  <a:lnTo>
                    <a:pt x="3809" y="92710"/>
                  </a:lnTo>
                  <a:close/>
                </a:path>
                <a:path w="3809" h="510539">
                  <a:moveTo>
                    <a:pt x="3809" y="90170"/>
                  </a:moveTo>
                  <a:lnTo>
                    <a:pt x="0" y="90170"/>
                  </a:lnTo>
                  <a:lnTo>
                    <a:pt x="0" y="91439"/>
                  </a:lnTo>
                  <a:lnTo>
                    <a:pt x="3809" y="91439"/>
                  </a:lnTo>
                  <a:lnTo>
                    <a:pt x="3809" y="90170"/>
                  </a:lnTo>
                  <a:close/>
                </a:path>
                <a:path w="3809" h="510539">
                  <a:moveTo>
                    <a:pt x="3809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3809" y="88900"/>
                  </a:lnTo>
                  <a:lnTo>
                    <a:pt x="3809" y="86360"/>
                  </a:lnTo>
                  <a:close/>
                </a:path>
                <a:path w="3809" h="510539">
                  <a:moveTo>
                    <a:pt x="3809" y="83820"/>
                  </a:moveTo>
                  <a:lnTo>
                    <a:pt x="0" y="83820"/>
                  </a:lnTo>
                  <a:lnTo>
                    <a:pt x="0" y="85089"/>
                  </a:lnTo>
                  <a:lnTo>
                    <a:pt x="3809" y="85089"/>
                  </a:lnTo>
                  <a:lnTo>
                    <a:pt x="3809" y="83820"/>
                  </a:lnTo>
                  <a:close/>
                </a:path>
                <a:path w="3809" h="510539">
                  <a:moveTo>
                    <a:pt x="3809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3809" y="82550"/>
                  </a:lnTo>
                  <a:lnTo>
                    <a:pt x="3809" y="80010"/>
                  </a:lnTo>
                  <a:close/>
                </a:path>
                <a:path w="3809" h="510539">
                  <a:moveTo>
                    <a:pt x="3809" y="77470"/>
                  </a:moveTo>
                  <a:lnTo>
                    <a:pt x="0" y="77470"/>
                  </a:lnTo>
                  <a:lnTo>
                    <a:pt x="0" y="78739"/>
                  </a:lnTo>
                  <a:lnTo>
                    <a:pt x="3809" y="78739"/>
                  </a:lnTo>
                  <a:lnTo>
                    <a:pt x="3809" y="77470"/>
                  </a:lnTo>
                  <a:close/>
                </a:path>
                <a:path w="3809" h="510539">
                  <a:moveTo>
                    <a:pt x="3809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3809" y="76200"/>
                  </a:lnTo>
                  <a:lnTo>
                    <a:pt x="3809" y="73660"/>
                  </a:lnTo>
                  <a:close/>
                </a:path>
                <a:path w="3809" h="510539">
                  <a:moveTo>
                    <a:pt x="3809" y="71120"/>
                  </a:moveTo>
                  <a:lnTo>
                    <a:pt x="0" y="71120"/>
                  </a:lnTo>
                  <a:lnTo>
                    <a:pt x="0" y="72389"/>
                  </a:lnTo>
                  <a:lnTo>
                    <a:pt x="3809" y="72389"/>
                  </a:lnTo>
                  <a:lnTo>
                    <a:pt x="3809" y="71120"/>
                  </a:lnTo>
                  <a:close/>
                </a:path>
                <a:path w="3809" h="510539">
                  <a:moveTo>
                    <a:pt x="3809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3809" y="69850"/>
                  </a:lnTo>
                  <a:lnTo>
                    <a:pt x="3809" y="67310"/>
                  </a:lnTo>
                  <a:close/>
                </a:path>
                <a:path w="3809" h="510539">
                  <a:moveTo>
                    <a:pt x="3809" y="64770"/>
                  </a:moveTo>
                  <a:lnTo>
                    <a:pt x="0" y="64770"/>
                  </a:lnTo>
                  <a:lnTo>
                    <a:pt x="0" y="66039"/>
                  </a:lnTo>
                  <a:lnTo>
                    <a:pt x="3809" y="66039"/>
                  </a:lnTo>
                  <a:lnTo>
                    <a:pt x="3809" y="64770"/>
                  </a:lnTo>
                  <a:close/>
                </a:path>
                <a:path w="3809" h="510539">
                  <a:moveTo>
                    <a:pt x="3809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3809" y="63500"/>
                  </a:lnTo>
                  <a:lnTo>
                    <a:pt x="3809" y="60960"/>
                  </a:lnTo>
                  <a:close/>
                </a:path>
                <a:path w="3809" h="510539">
                  <a:moveTo>
                    <a:pt x="3809" y="58420"/>
                  </a:moveTo>
                  <a:lnTo>
                    <a:pt x="0" y="58420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8420"/>
                  </a:lnTo>
                  <a:close/>
                </a:path>
                <a:path w="3809" h="510539">
                  <a:moveTo>
                    <a:pt x="3809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3809" y="57150"/>
                  </a:lnTo>
                  <a:lnTo>
                    <a:pt x="3809" y="54610"/>
                  </a:lnTo>
                  <a:close/>
                </a:path>
                <a:path w="3809" h="510539">
                  <a:moveTo>
                    <a:pt x="3809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2070"/>
                  </a:lnTo>
                  <a:close/>
                </a:path>
                <a:path w="3809" h="510539">
                  <a:moveTo>
                    <a:pt x="3809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48260"/>
                  </a:lnTo>
                  <a:close/>
                </a:path>
                <a:path w="3809" h="510539">
                  <a:moveTo>
                    <a:pt x="3809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5720"/>
                  </a:lnTo>
                  <a:close/>
                </a:path>
                <a:path w="3809" h="510539">
                  <a:moveTo>
                    <a:pt x="3809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3809" y="44450"/>
                  </a:lnTo>
                  <a:lnTo>
                    <a:pt x="3809" y="41910"/>
                  </a:lnTo>
                  <a:close/>
                </a:path>
                <a:path w="3809" h="510539">
                  <a:moveTo>
                    <a:pt x="3809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9370"/>
                  </a:lnTo>
                  <a:close/>
                </a:path>
                <a:path w="3809" h="510539">
                  <a:moveTo>
                    <a:pt x="3809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3809" y="38100"/>
                  </a:lnTo>
                  <a:lnTo>
                    <a:pt x="3809" y="35560"/>
                  </a:lnTo>
                  <a:close/>
                </a:path>
                <a:path w="3809" h="510539">
                  <a:moveTo>
                    <a:pt x="3809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33020"/>
                  </a:lnTo>
                  <a:close/>
                </a:path>
                <a:path w="3809" h="510539">
                  <a:moveTo>
                    <a:pt x="3809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3809" y="31750"/>
                  </a:lnTo>
                  <a:lnTo>
                    <a:pt x="3809" y="29210"/>
                  </a:lnTo>
                  <a:close/>
                </a:path>
                <a:path w="3809" h="510539">
                  <a:moveTo>
                    <a:pt x="3809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6670"/>
                  </a:lnTo>
                  <a:close/>
                </a:path>
                <a:path w="3809" h="510539">
                  <a:moveTo>
                    <a:pt x="3809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3809" y="25400"/>
                  </a:lnTo>
                  <a:lnTo>
                    <a:pt x="3809" y="22860"/>
                  </a:lnTo>
                  <a:close/>
                </a:path>
                <a:path w="3809" h="510539">
                  <a:moveTo>
                    <a:pt x="3809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20320"/>
                  </a:lnTo>
                  <a:close/>
                </a:path>
                <a:path w="3809" h="510539">
                  <a:moveTo>
                    <a:pt x="3809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3809" y="19050"/>
                  </a:lnTo>
                  <a:lnTo>
                    <a:pt x="3809" y="16510"/>
                  </a:lnTo>
                  <a:close/>
                </a:path>
                <a:path w="3809" h="510539">
                  <a:moveTo>
                    <a:pt x="3809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3970"/>
                  </a:lnTo>
                  <a:close/>
                </a:path>
                <a:path w="3809" h="510539">
                  <a:moveTo>
                    <a:pt x="3809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3809" y="12700"/>
                  </a:lnTo>
                  <a:lnTo>
                    <a:pt x="3809" y="10160"/>
                  </a:lnTo>
                  <a:close/>
                </a:path>
                <a:path w="3809" h="510539">
                  <a:moveTo>
                    <a:pt x="3809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7620"/>
                  </a:lnTo>
                  <a:close/>
                </a:path>
                <a:path w="3809" h="510539">
                  <a:moveTo>
                    <a:pt x="3809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3810"/>
                  </a:lnTo>
                  <a:close/>
                </a:path>
                <a:path w="3809" h="510539">
                  <a:moveTo>
                    <a:pt x="3809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09" h="510539">
                  <a:moveTo>
                    <a:pt x="3809" y="509270"/>
                  </a:moveTo>
                  <a:lnTo>
                    <a:pt x="2539" y="509270"/>
                  </a:lnTo>
                  <a:lnTo>
                    <a:pt x="2539" y="510540"/>
                  </a:lnTo>
                  <a:lnTo>
                    <a:pt x="3809" y="510540"/>
                  </a:lnTo>
                  <a:lnTo>
                    <a:pt x="3809" y="509270"/>
                  </a:lnTo>
                  <a:close/>
                </a:path>
                <a:path w="3809" h="510539">
                  <a:moveTo>
                    <a:pt x="3809" y="246380"/>
                  </a:moveTo>
                  <a:lnTo>
                    <a:pt x="0" y="246380"/>
                  </a:lnTo>
                  <a:lnTo>
                    <a:pt x="0" y="509270"/>
                  </a:lnTo>
                  <a:lnTo>
                    <a:pt x="1269" y="509270"/>
                  </a:lnTo>
                  <a:lnTo>
                    <a:pt x="1269" y="508000"/>
                  </a:lnTo>
                  <a:lnTo>
                    <a:pt x="3809" y="508000"/>
                  </a:lnTo>
                  <a:lnTo>
                    <a:pt x="3809" y="246380"/>
                  </a:lnTo>
                  <a:close/>
                </a:path>
              </a:pathLst>
            </a:custGeom>
            <a:solidFill>
              <a:srgbClr val="E9E3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1126490" y="2804160"/>
              <a:ext cx="3810" cy="510540"/>
            </a:xfrm>
            <a:custGeom>
              <a:avLst/>
              <a:gdLst/>
              <a:ahLst/>
              <a:cxnLst/>
              <a:rect l="l" t="t" r="r" b="b"/>
              <a:pathLst>
                <a:path w="3809" h="510539">
                  <a:moveTo>
                    <a:pt x="3809" y="121920"/>
                  </a:moveTo>
                  <a:lnTo>
                    <a:pt x="0" y="121920"/>
                  </a:lnTo>
                  <a:lnTo>
                    <a:pt x="0" y="242570"/>
                  </a:lnTo>
                  <a:lnTo>
                    <a:pt x="3809" y="242570"/>
                  </a:lnTo>
                  <a:lnTo>
                    <a:pt x="3809" y="121920"/>
                  </a:lnTo>
                  <a:close/>
                </a:path>
                <a:path w="3809" h="510539">
                  <a:moveTo>
                    <a:pt x="3809" y="119380"/>
                  </a:moveTo>
                  <a:lnTo>
                    <a:pt x="0" y="119380"/>
                  </a:lnTo>
                  <a:lnTo>
                    <a:pt x="0" y="120650"/>
                  </a:lnTo>
                  <a:lnTo>
                    <a:pt x="3809" y="120650"/>
                  </a:lnTo>
                  <a:lnTo>
                    <a:pt x="3809" y="119380"/>
                  </a:lnTo>
                  <a:close/>
                </a:path>
                <a:path w="3809" h="510539">
                  <a:moveTo>
                    <a:pt x="3809" y="115570"/>
                  </a:moveTo>
                  <a:lnTo>
                    <a:pt x="0" y="115570"/>
                  </a:lnTo>
                  <a:lnTo>
                    <a:pt x="0" y="118110"/>
                  </a:lnTo>
                  <a:lnTo>
                    <a:pt x="3809" y="118110"/>
                  </a:lnTo>
                  <a:lnTo>
                    <a:pt x="3809" y="115570"/>
                  </a:lnTo>
                  <a:close/>
                </a:path>
                <a:path w="3809" h="510539">
                  <a:moveTo>
                    <a:pt x="3809" y="113030"/>
                  </a:moveTo>
                  <a:lnTo>
                    <a:pt x="0" y="113030"/>
                  </a:lnTo>
                  <a:lnTo>
                    <a:pt x="0" y="114300"/>
                  </a:lnTo>
                  <a:lnTo>
                    <a:pt x="3809" y="114300"/>
                  </a:lnTo>
                  <a:lnTo>
                    <a:pt x="3809" y="113030"/>
                  </a:lnTo>
                  <a:close/>
                </a:path>
                <a:path w="3809" h="510539">
                  <a:moveTo>
                    <a:pt x="3809" y="109220"/>
                  </a:moveTo>
                  <a:lnTo>
                    <a:pt x="0" y="109220"/>
                  </a:lnTo>
                  <a:lnTo>
                    <a:pt x="0" y="111760"/>
                  </a:lnTo>
                  <a:lnTo>
                    <a:pt x="3809" y="111760"/>
                  </a:lnTo>
                  <a:lnTo>
                    <a:pt x="3809" y="109220"/>
                  </a:lnTo>
                  <a:close/>
                </a:path>
                <a:path w="3809" h="510539">
                  <a:moveTo>
                    <a:pt x="3809" y="106680"/>
                  </a:moveTo>
                  <a:lnTo>
                    <a:pt x="0" y="106680"/>
                  </a:lnTo>
                  <a:lnTo>
                    <a:pt x="0" y="107950"/>
                  </a:lnTo>
                  <a:lnTo>
                    <a:pt x="3809" y="107950"/>
                  </a:lnTo>
                  <a:lnTo>
                    <a:pt x="3809" y="106680"/>
                  </a:lnTo>
                  <a:close/>
                </a:path>
                <a:path w="3809" h="510539">
                  <a:moveTo>
                    <a:pt x="3809" y="102870"/>
                  </a:moveTo>
                  <a:lnTo>
                    <a:pt x="0" y="102870"/>
                  </a:lnTo>
                  <a:lnTo>
                    <a:pt x="0" y="105410"/>
                  </a:lnTo>
                  <a:lnTo>
                    <a:pt x="3809" y="105410"/>
                  </a:lnTo>
                  <a:lnTo>
                    <a:pt x="3809" y="102870"/>
                  </a:lnTo>
                  <a:close/>
                </a:path>
                <a:path w="3809" h="510539">
                  <a:moveTo>
                    <a:pt x="3809" y="100330"/>
                  </a:moveTo>
                  <a:lnTo>
                    <a:pt x="0" y="100330"/>
                  </a:lnTo>
                  <a:lnTo>
                    <a:pt x="0" y="101600"/>
                  </a:lnTo>
                  <a:lnTo>
                    <a:pt x="3809" y="101600"/>
                  </a:lnTo>
                  <a:lnTo>
                    <a:pt x="3809" y="100330"/>
                  </a:lnTo>
                  <a:close/>
                </a:path>
                <a:path w="3809" h="510539">
                  <a:moveTo>
                    <a:pt x="3809" y="96520"/>
                  </a:moveTo>
                  <a:lnTo>
                    <a:pt x="0" y="96520"/>
                  </a:lnTo>
                  <a:lnTo>
                    <a:pt x="0" y="99060"/>
                  </a:lnTo>
                  <a:lnTo>
                    <a:pt x="3809" y="99060"/>
                  </a:lnTo>
                  <a:lnTo>
                    <a:pt x="3809" y="96520"/>
                  </a:lnTo>
                  <a:close/>
                </a:path>
                <a:path w="3809" h="510539">
                  <a:moveTo>
                    <a:pt x="3809" y="93980"/>
                  </a:moveTo>
                  <a:lnTo>
                    <a:pt x="0" y="93980"/>
                  </a:lnTo>
                  <a:lnTo>
                    <a:pt x="0" y="95250"/>
                  </a:lnTo>
                  <a:lnTo>
                    <a:pt x="3809" y="95250"/>
                  </a:lnTo>
                  <a:lnTo>
                    <a:pt x="3809" y="93980"/>
                  </a:lnTo>
                  <a:close/>
                </a:path>
                <a:path w="3809" h="510539">
                  <a:moveTo>
                    <a:pt x="3809" y="90170"/>
                  </a:moveTo>
                  <a:lnTo>
                    <a:pt x="0" y="90170"/>
                  </a:lnTo>
                  <a:lnTo>
                    <a:pt x="0" y="92710"/>
                  </a:lnTo>
                  <a:lnTo>
                    <a:pt x="3809" y="92710"/>
                  </a:lnTo>
                  <a:lnTo>
                    <a:pt x="3809" y="90170"/>
                  </a:lnTo>
                  <a:close/>
                </a:path>
                <a:path w="3809" h="510539">
                  <a:moveTo>
                    <a:pt x="3809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3809" y="88900"/>
                  </a:lnTo>
                  <a:lnTo>
                    <a:pt x="3809" y="87630"/>
                  </a:lnTo>
                  <a:close/>
                </a:path>
                <a:path w="3809" h="510539">
                  <a:moveTo>
                    <a:pt x="3809" y="83820"/>
                  </a:moveTo>
                  <a:lnTo>
                    <a:pt x="0" y="83820"/>
                  </a:lnTo>
                  <a:lnTo>
                    <a:pt x="0" y="86360"/>
                  </a:lnTo>
                  <a:lnTo>
                    <a:pt x="3809" y="86360"/>
                  </a:lnTo>
                  <a:lnTo>
                    <a:pt x="3809" y="83820"/>
                  </a:lnTo>
                  <a:close/>
                </a:path>
                <a:path w="3809" h="510539">
                  <a:moveTo>
                    <a:pt x="3809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3809" y="82550"/>
                  </a:lnTo>
                  <a:lnTo>
                    <a:pt x="3809" y="81280"/>
                  </a:lnTo>
                  <a:close/>
                </a:path>
                <a:path w="3809" h="510539">
                  <a:moveTo>
                    <a:pt x="3809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3809" y="80010"/>
                  </a:lnTo>
                  <a:lnTo>
                    <a:pt x="3809" y="77470"/>
                  </a:lnTo>
                  <a:close/>
                </a:path>
                <a:path w="3809" h="510539">
                  <a:moveTo>
                    <a:pt x="3809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3809" y="76200"/>
                  </a:lnTo>
                  <a:lnTo>
                    <a:pt x="3809" y="74930"/>
                  </a:lnTo>
                  <a:close/>
                </a:path>
                <a:path w="3809" h="510539">
                  <a:moveTo>
                    <a:pt x="3809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3809" y="73660"/>
                  </a:lnTo>
                  <a:lnTo>
                    <a:pt x="3809" y="71120"/>
                  </a:lnTo>
                  <a:close/>
                </a:path>
                <a:path w="3809" h="510539">
                  <a:moveTo>
                    <a:pt x="3809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3809" y="69850"/>
                  </a:lnTo>
                  <a:lnTo>
                    <a:pt x="3809" y="68580"/>
                  </a:lnTo>
                  <a:close/>
                </a:path>
                <a:path w="3809" h="510539">
                  <a:moveTo>
                    <a:pt x="3809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3809" y="67310"/>
                  </a:lnTo>
                  <a:lnTo>
                    <a:pt x="3809" y="64770"/>
                  </a:lnTo>
                  <a:close/>
                </a:path>
                <a:path w="3809" h="510539">
                  <a:moveTo>
                    <a:pt x="380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09" y="63500"/>
                  </a:lnTo>
                  <a:lnTo>
                    <a:pt x="3809" y="62230"/>
                  </a:lnTo>
                  <a:close/>
                </a:path>
                <a:path w="3809" h="510539">
                  <a:moveTo>
                    <a:pt x="3809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3809" y="60960"/>
                  </a:lnTo>
                  <a:lnTo>
                    <a:pt x="3809" y="58420"/>
                  </a:lnTo>
                  <a:close/>
                </a:path>
                <a:path w="3809" h="510539">
                  <a:moveTo>
                    <a:pt x="3809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3809" y="57150"/>
                  </a:lnTo>
                  <a:lnTo>
                    <a:pt x="3809" y="55880"/>
                  </a:lnTo>
                  <a:close/>
                </a:path>
                <a:path w="3809" h="510539">
                  <a:moveTo>
                    <a:pt x="3809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3809" y="54610"/>
                  </a:lnTo>
                  <a:lnTo>
                    <a:pt x="3809" y="52070"/>
                  </a:lnTo>
                  <a:close/>
                </a:path>
                <a:path w="3809" h="510539">
                  <a:moveTo>
                    <a:pt x="3809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49530"/>
                  </a:lnTo>
                  <a:close/>
                </a:path>
                <a:path w="3809" h="510539">
                  <a:moveTo>
                    <a:pt x="3809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3809" y="48260"/>
                  </a:lnTo>
                  <a:lnTo>
                    <a:pt x="3809" y="45720"/>
                  </a:lnTo>
                  <a:close/>
                </a:path>
                <a:path w="3809" h="510539">
                  <a:moveTo>
                    <a:pt x="3809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3809" y="44450"/>
                  </a:lnTo>
                  <a:lnTo>
                    <a:pt x="3809" y="43180"/>
                  </a:lnTo>
                  <a:close/>
                </a:path>
                <a:path w="3809" h="510539">
                  <a:moveTo>
                    <a:pt x="3809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39370"/>
                  </a:lnTo>
                  <a:close/>
                </a:path>
                <a:path w="3809" h="510539">
                  <a:moveTo>
                    <a:pt x="3809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3809" y="38100"/>
                  </a:lnTo>
                  <a:lnTo>
                    <a:pt x="3809" y="36830"/>
                  </a:lnTo>
                  <a:close/>
                </a:path>
                <a:path w="3809" h="510539">
                  <a:moveTo>
                    <a:pt x="3809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33020"/>
                  </a:lnTo>
                  <a:close/>
                </a:path>
                <a:path w="3809" h="510539">
                  <a:moveTo>
                    <a:pt x="3809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3809" y="31750"/>
                  </a:lnTo>
                  <a:lnTo>
                    <a:pt x="3809" y="30480"/>
                  </a:lnTo>
                  <a:close/>
                </a:path>
                <a:path w="3809" h="510539">
                  <a:moveTo>
                    <a:pt x="3809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3809" y="29210"/>
                  </a:lnTo>
                  <a:lnTo>
                    <a:pt x="3809" y="26670"/>
                  </a:lnTo>
                  <a:close/>
                </a:path>
                <a:path w="3809" h="510539">
                  <a:moveTo>
                    <a:pt x="3809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3809" y="25400"/>
                  </a:lnTo>
                  <a:lnTo>
                    <a:pt x="3809" y="24130"/>
                  </a:lnTo>
                  <a:close/>
                </a:path>
                <a:path w="3809" h="510539">
                  <a:moveTo>
                    <a:pt x="3809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20320"/>
                  </a:lnTo>
                  <a:close/>
                </a:path>
                <a:path w="3809" h="510539">
                  <a:moveTo>
                    <a:pt x="3809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3809" y="19050"/>
                  </a:lnTo>
                  <a:lnTo>
                    <a:pt x="3809" y="17780"/>
                  </a:lnTo>
                  <a:close/>
                </a:path>
                <a:path w="3809" h="510539">
                  <a:moveTo>
                    <a:pt x="3809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3970"/>
                  </a:lnTo>
                  <a:close/>
                </a:path>
                <a:path w="3809" h="510539">
                  <a:moveTo>
                    <a:pt x="3809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3809" y="12700"/>
                  </a:lnTo>
                  <a:lnTo>
                    <a:pt x="3809" y="11430"/>
                  </a:lnTo>
                  <a:close/>
                </a:path>
                <a:path w="3809" h="510539">
                  <a:moveTo>
                    <a:pt x="3809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7620"/>
                  </a:lnTo>
                  <a:close/>
                </a:path>
                <a:path w="3809" h="510539">
                  <a:moveTo>
                    <a:pt x="3809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5080"/>
                  </a:lnTo>
                  <a:close/>
                </a:path>
                <a:path w="3809" h="510539">
                  <a:moveTo>
                    <a:pt x="3809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09" h="510539">
                  <a:moveTo>
                    <a:pt x="3809" y="506730"/>
                  </a:moveTo>
                  <a:lnTo>
                    <a:pt x="0" y="506730"/>
                  </a:lnTo>
                  <a:lnTo>
                    <a:pt x="0" y="509270"/>
                  </a:lnTo>
                  <a:lnTo>
                    <a:pt x="2540" y="509270"/>
                  </a:lnTo>
                  <a:lnTo>
                    <a:pt x="2540" y="510540"/>
                  </a:lnTo>
                  <a:lnTo>
                    <a:pt x="3809" y="510540"/>
                  </a:lnTo>
                  <a:lnTo>
                    <a:pt x="3809" y="506730"/>
                  </a:lnTo>
                  <a:close/>
                </a:path>
                <a:path w="3809" h="510539">
                  <a:moveTo>
                    <a:pt x="3809" y="243840"/>
                  </a:moveTo>
                  <a:lnTo>
                    <a:pt x="0" y="243840"/>
                  </a:lnTo>
                  <a:lnTo>
                    <a:pt x="0" y="505460"/>
                  </a:lnTo>
                  <a:lnTo>
                    <a:pt x="3809" y="505460"/>
                  </a:lnTo>
                  <a:lnTo>
                    <a:pt x="3809" y="243840"/>
                  </a:lnTo>
                  <a:close/>
                </a:path>
              </a:pathLst>
            </a:custGeom>
            <a:solidFill>
              <a:srgbClr val="E8E2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130300" y="2804160"/>
              <a:ext cx="3810" cy="514350"/>
            </a:xfrm>
            <a:custGeom>
              <a:avLst/>
              <a:gdLst/>
              <a:ahLst/>
              <a:cxnLst/>
              <a:rect l="l" t="t" r="r" b="b"/>
              <a:pathLst>
                <a:path w="3809" h="514350">
                  <a:moveTo>
                    <a:pt x="3809" y="121920"/>
                  </a:moveTo>
                  <a:lnTo>
                    <a:pt x="0" y="121920"/>
                  </a:lnTo>
                  <a:lnTo>
                    <a:pt x="0" y="242570"/>
                  </a:lnTo>
                  <a:lnTo>
                    <a:pt x="3809" y="242570"/>
                  </a:lnTo>
                  <a:lnTo>
                    <a:pt x="3809" y="121920"/>
                  </a:lnTo>
                  <a:close/>
                </a:path>
                <a:path w="3809" h="514350">
                  <a:moveTo>
                    <a:pt x="3809" y="119380"/>
                  </a:moveTo>
                  <a:lnTo>
                    <a:pt x="0" y="119380"/>
                  </a:lnTo>
                  <a:lnTo>
                    <a:pt x="0" y="120650"/>
                  </a:lnTo>
                  <a:lnTo>
                    <a:pt x="3809" y="120650"/>
                  </a:lnTo>
                  <a:lnTo>
                    <a:pt x="3809" y="119380"/>
                  </a:lnTo>
                  <a:close/>
                </a:path>
                <a:path w="3809" h="514350">
                  <a:moveTo>
                    <a:pt x="3809" y="115570"/>
                  </a:moveTo>
                  <a:lnTo>
                    <a:pt x="0" y="115570"/>
                  </a:lnTo>
                  <a:lnTo>
                    <a:pt x="0" y="118110"/>
                  </a:lnTo>
                  <a:lnTo>
                    <a:pt x="3809" y="118110"/>
                  </a:lnTo>
                  <a:lnTo>
                    <a:pt x="3809" y="115570"/>
                  </a:lnTo>
                  <a:close/>
                </a:path>
                <a:path w="3809" h="514350">
                  <a:moveTo>
                    <a:pt x="3809" y="113030"/>
                  </a:moveTo>
                  <a:lnTo>
                    <a:pt x="0" y="113030"/>
                  </a:lnTo>
                  <a:lnTo>
                    <a:pt x="0" y="114300"/>
                  </a:lnTo>
                  <a:lnTo>
                    <a:pt x="3809" y="114300"/>
                  </a:lnTo>
                  <a:lnTo>
                    <a:pt x="3809" y="113030"/>
                  </a:lnTo>
                  <a:close/>
                </a:path>
                <a:path w="3809" h="514350">
                  <a:moveTo>
                    <a:pt x="3809" y="109220"/>
                  </a:moveTo>
                  <a:lnTo>
                    <a:pt x="0" y="109220"/>
                  </a:lnTo>
                  <a:lnTo>
                    <a:pt x="0" y="111760"/>
                  </a:lnTo>
                  <a:lnTo>
                    <a:pt x="3809" y="111760"/>
                  </a:lnTo>
                  <a:lnTo>
                    <a:pt x="3809" y="109220"/>
                  </a:lnTo>
                  <a:close/>
                </a:path>
                <a:path w="3809" h="514350">
                  <a:moveTo>
                    <a:pt x="3809" y="106680"/>
                  </a:moveTo>
                  <a:lnTo>
                    <a:pt x="0" y="106680"/>
                  </a:lnTo>
                  <a:lnTo>
                    <a:pt x="0" y="107950"/>
                  </a:lnTo>
                  <a:lnTo>
                    <a:pt x="3809" y="107950"/>
                  </a:lnTo>
                  <a:lnTo>
                    <a:pt x="3809" y="106680"/>
                  </a:lnTo>
                  <a:close/>
                </a:path>
                <a:path w="3809" h="514350">
                  <a:moveTo>
                    <a:pt x="3809" y="102870"/>
                  </a:moveTo>
                  <a:lnTo>
                    <a:pt x="0" y="102870"/>
                  </a:lnTo>
                  <a:lnTo>
                    <a:pt x="0" y="105410"/>
                  </a:lnTo>
                  <a:lnTo>
                    <a:pt x="3809" y="105410"/>
                  </a:lnTo>
                  <a:lnTo>
                    <a:pt x="3809" y="102870"/>
                  </a:lnTo>
                  <a:close/>
                </a:path>
                <a:path w="3809" h="514350">
                  <a:moveTo>
                    <a:pt x="3809" y="100330"/>
                  </a:moveTo>
                  <a:lnTo>
                    <a:pt x="0" y="100330"/>
                  </a:lnTo>
                  <a:lnTo>
                    <a:pt x="0" y="101600"/>
                  </a:lnTo>
                  <a:lnTo>
                    <a:pt x="3809" y="101600"/>
                  </a:lnTo>
                  <a:lnTo>
                    <a:pt x="3809" y="100330"/>
                  </a:lnTo>
                  <a:close/>
                </a:path>
                <a:path w="3809" h="514350">
                  <a:moveTo>
                    <a:pt x="3809" y="96520"/>
                  </a:moveTo>
                  <a:lnTo>
                    <a:pt x="0" y="96520"/>
                  </a:lnTo>
                  <a:lnTo>
                    <a:pt x="0" y="99060"/>
                  </a:lnTo>
                  <a:lnTo>
                    <a:pt x="3809" y="99060"/>
                  </a:lnTo>
                  <a:lnTo>
                    <a:pt x="3809" y="96520"/>
                  </a:lnTo>
                  <a:close/>
                </a:path>
                <a:path w="3809" h="514350">
                  <a:moveTo>
                    <a:pt x="3809" y="93980"/>
                  </a:moveTo>
                  <a:lnTo>
                    <a:pt x="0" y="93980"/>
                  </a:lnTo>
                  <a:lnTo>
                    <a:pt x="0" y="95250"/>
                  </a:lnTo>
                  <a:lnTo>
                    <a:pt x="3809" y="95250"/>
                  </a:lnTo>
                  <a:lnTo>
                    <a:pt x="3809" y="93980"/>
                  </a:lnTo>
                  <a:close/>
                </a:path>
                <a:path w="3809" h="514350">
                  <a:moveTo>
                    <a:pt x="3809" y="90170"/>
                  </a:moveTo>
                  <a:lnTo>
                    <a:pt x="0" y="90170"/>
                  </a:lnTo>
                  <a:lnTo>
                    <a:pt x="0" y="92710"/>
                  </a:lnTo>
                  <a:lnTo>
                    <a:pt x="3809" y="92710"/>
                  </a:lnTo>
                  <a:lnTo>
                    <a:pt x="3809" y="90170"/>
                  </a:lnTo>
                  <a:close/>
                </a:path>
                <a:path w="3809" h="514350">
                  <a:moveTo>
                    <a:pt x="3809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3809" y="88900"/>
                  </a:lnTo>
                  <a:lnTo>
                    <a:pt x="3809" y="87630"/>
                  </a:lnTo>
                  <a:close/>
                </a:path>
                <a:path w="3809" h="514350">
                  <a:moveTo>
                    <a:pt x="3809" y="83820"/>
                  </a:moveTo>
                  <a:lnTo>
                    <a:pt x="0" y="83820"/>
                  </a:lnTo>
                  <a:lnTo>
                    <a:pt x="0" y="86360"/>
                  </a:lnTo>
                  <a:lnTo>
                    <a:pt x="3809" y="86360"/>
                  </a:lnTo>
                  <a:lnTo>
                    <a:pt x="3809" y="83820"/>
                  </a:lnTo>
                  <a:close/>
                </a:path>
                <a:path w="3809" h="514350">
                  <a:moveTo>
                    <a:pt x="3809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3809" y="82550"/>
                  </a:lnTo>
                  <a:lnTo>
                    <a:pt x="3809" y="81280"/>
                  </a:lnTo>
                  <a:close/>
                </a:path>
                <a:path w="3809" h="514350">
                  <a:moveTo>
                    <a:pt x="3809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3809" y="80010"/>
                  </a:lnTo>
                  <a:lnTo>
                    <a:pt x="3809" y="77470"/>
                  </a:lnTo>
                  <a:close/>
                </a:path>
                <a:path w="3809" h="514350">
                  <a:moveTo>
                    <a:pt x="3809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3809" y="76200"/>
                  </a:lnTo>
                  <a:lnTo>
                    <a:pt x="3809" y="74930"/>
                  </a:lnTo>
                  <a:close/>
                </a:path>
                <a:path w="3809" h="514350">
                  <a:moveTo>
                    <a:pt x="3809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3809" y="73660"/>
                  </a:lnTo>
                  <a:lnTo>
                    <a:pt x="3809" y="71120"/>
                  </a:lnTo>
                  <a:close/>
                </a:path>
                <a:path w="3809" h="514350">
                  <a:moveTo>
                    <a:pt x="3809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3809" y="69850"/>
                  </a:lnTo>
                  <a:lnTo>
                    <a:pt x="3809" y="68580"/>
                  </a:lnTo>
                  <a:close/>
                </a:path>
                <a:path w="3809" h="514350">
                  <a:moveTo>
                    <a:pt x="3809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3809" y="67310"/>
                  </a:lnTo>
                  <a:lnTo>
                    <a:pt x="3809" y="64770"/>
                  </a:lnTo>
                  <a:close/>
                </a:path>
                <a:path w="3809" h="514350">
                  <a:moveTo>
                    <a:pt x="380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09" y="63500"/>
                  </a:lnTo>
                  <a:lnTo>
                    <a:pt x="3809" y="62230"/>
                  </a:lnTo>
                  <a:close/>
                </a:path>
                <a:path w="3809" h="514350">
                  <a:moveTo>
                    <a:pt x="3809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3809" y="60960"/>
                  </a:lnTo>
                  <a:lnTo>
                    <a:pt x="3809" y="58420"/>
                  </a:lnTo>
                  <a:close/>
                </a:path>
                <a:path w="3809" h="514350">
                  <a:moveTo>
                    <a:pt x="3809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3809" y="57150"/>
                  </a:lnTo>
                  <a:lnTo>
                    <a:pt x="3809" y="55880"/>
                  </a:lnTo>
                  <a:close/>
                </a:path>
                <a:path w="3809" h="514350">
                  <a:moveTo>
                    <a:pt x="3809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3809" y="54610"/>
                  </a:lnTo>
                  <a:lnTo>
                    <a:pt x="3809" y="52070"/>
                  </a:lnTo>
                  <a:close/>
                </a:path>
                <a:path w="3809" h="514350">
                  <a:moveTo>
                    <a:pt x="3809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49530"/>
                  </a:lnTo>
                  <a:close/>
                </a:path>
                <a:path w="3809" h="514350">
                  <a:moveTo>
                    <a:pt x="3809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3809" y="48260"/>
                  </a:lnTo>
                  <a:lnTo>
                    <a:pt x="3809" y="45720"/>
                  </a:lnTo>
                  <a:close/>
                </a:path>
                <a:path w="3809" h="514350">
                  <a:moveTo>
                    <a:pt x="3809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3809" y="44450"/>
                  </a:lnTo>
                  <a:lnTo>
                    <a:pt x="3809" y="43180"/>
                  </a:lnTo>
                  <a:close/>
                </a:path>
                <a:path w="3809" h="514350">
                  <a:moveTo>
                    <a:pt x="3809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39370"/>
                  </a:lnTo>
                  <a:close/>
                </a:path>
                <a:path w="3809" h="514350">
                  <a:moveTo>
                    <a:pt x="3809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3809" y="38100"/>
                  </a:lnTo>
                  <a:lnTo>
                    <a:pt x="3809" y="36830"/>
                  </a:lnTo>
                  <a:close/>
                </a:path>
                <a:path w="3809" h="514350">
                  <a:moveTo>
                    <a:pt x="3809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33020"/>
                  </a:lnTo>
                  <a:close/>
                </a:path>
                <a:path w="3809" h="514350">
                  <a:moveTo>
                    <a:pt x="3809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3809" y="31750"/>
                  </a:lnTo>
                  <a:lnTo>
                    <a:pt x="3809" y="30480"/>
                  </a:lnTo>
                  <a:close/>
                </a:path>
                <a:path w="3809" h="514350">
                  <a:moveTo>
                    <a:pt x="3809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3809" y="29210"/>
                  </a:lnTo>
                  <a:lnTo>
                    <a:pt x="3809" y="26670"/>
                  </a:lnTo>
                  <a:close/>
                </a:path>
                <a:path w="3809" h="514350">
                  <a:moveTo>
                    <a:pt x="3809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3809" y="25400"/>
                  </a:lnTo>
                  <a:lnTo>
                    <a:pt x="3809" y="24130"/>
                  </a:lnTo>
                  <a:close/>
                </a:path>
                <a:path w="3809" h="514350">
                  <a:moveTo>
                    <a:pt x="3809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20320"/>
                  </a:lnTo>
                  <a:close/>
                </a:path>
                <a:path w="3809" h="514350">
                  <a:moveTo>
                    <a:pt x="3809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3809" y="19050"/>
                  </a:lnTo>
                  <a:lnTo>
                    <a:pt x="3809" y="17780"/>
                  </a:lnTo>
                  <a:close/>
                </a:path>
                <a:path w="3809" h="514350">
                  <a:moveTo>
                    <a:pt x="3809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3970"/>
                  </a:lnTo>
                  <a:close/>
                </a:path>
                <a:path w="3809" h="514350">
                  <a:moveTo>
                    <a:pt x="3809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3809" y="12700"/>
                  </a:lnTo>
                  <a:lnTo>
                    <a:pt x="3809" y="11430"/>
                  </a:lnTo>
                  <a:close/>
                </a:path>
                <a:path w="3809" h="514350">
                  <a:moveTo>
                    <a:pt x="3809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7620"/>
                  </a:lnTo>
                  <a:close/>
                </a:path>
                <a:path w="3809" h="514350">
                  <a:moveTo>
                    <a:pt x="3809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5080"/>
                  </a:lnTo>
                  <a:close/>
                </a:path>
                <a:path w="3809" h="514350">
                  <a:moveTo>
                    <a:pt x="126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3809" h="514350">
                  <a:moveTo>
                    <a:pt x="3809" y="513080"/>
                  </a:moveTo>
                  <a:lnTo>
                    <a:pt x="2540" y="513080"/>
                  </a:lnTo>
                  <a:lnTo>
                    <a:pt x="2540" y="514350"/>
                  </a:lnTo>
                  <a:lnTo>
                    <a:pt x="3809" y="514350"/>
                  </a:lnTo>
                  <a:lnTo>
                    <a:pt x="3809" y="513080"/>
                  </a:lnTo>
                  <a:close/>
                </a:path>
                <a:path w="3809" h="514350">
                  <a:moveTo>
                    <a:pt x="3809" y="506730"/>
                  </a:moveTo>
                  <a:lnTo>
                    <a:pt x="0" y="506730"/>
                  </a:lnTo>
                  <a:lnTo>
                    <a:pt x="0" y="513080"/>
                  </a:lnTo>
                  <a:lnTo>
                    <a:pt x="1269" y="513080"/>
                  </a:lnTo>
                  <a:lnTo>
                    <a:pt x="1269" y="511810"/>
                  </a:lnTo>
                  <a:lnTo>
                    <a:pt x="3809" y="511810"/>
                  </a:lnTo>
                  <a:lnTo>
                    <a:pt x="3809" y="506730"/>
                  </a:lnTo>
                  <a:close/>
                </a:path>
                <a:path w="3809" h="514350">
                  <a:moveTo>
                    <a:pt x="3809" y="243840"/>
                  </a:moveTo>
                  <a:lnTo>
                    <a:pt x="0" y="243840"/>
                  </a:lnTo>
                  <a:lnTo>
                    <a:pt x="0" y="505460"/>
                  </a:lnTo>
                  <a:lnTo>
                    <a:pt x="3809" y="505460"/>
                  </a:lnTo>
                  <a:lnTo>
                    <a:pt x="3809" y="243840"/>
                  </a:lnTo>
                  <a:close/>
                </a:path>
              </a:pathLst>
            </a:custGeom>
            <a:solidFill>
              <a:srgbClr val="E7E1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134109" y="2807969"/>
              <a:ext cx="3810" cy="513080"/>
            </a:xfrm>
            <a:custGeom>
              <a:avLst/>
              <a:gdLst/>
              <a:ahLst/>
              <a:cxnLst/>
              <a:rect l="l" t="t" r="r" b="b"/>
              <a:pathLst>
                <a:path w="3809" h="513079">
                  <a:moveTo>
                    <a:pt x="3809" y="118110"/>
                  </a:moveTo>
                  <a:lnTo>
                    <a:pt x="0" y="118110"/>
                  </a:lnTo>
                  <a:lnTo>
                    <a:pt x="0" y="238760"/>
                  </a:lnTo>
                  <a:lnTo>
                    <a:pt x="3809" y="238760"/>
                  </a:lnTo>
                  <a:lnTo>
                    <a:pt x="3809" y="118110"/>
                  </a:lnTo>
                  <a:close/>
                </a:path>
                <a:path w="3809" h="513079">
                  <a:moveTo>
                    <a:pt x="3809" y="115570"/>
                  </a:moveTo>
                  <a:lnTo>
                    <a:pt x="0" y="115570"/>
                  </a:lnTo>
                  <a:lnTo>
                    <a:pt x="0" y="116839"/>
                  </a:lnTo>
                  <a:lnTo>
                    <a:pt x="3809" y="116839"/>
                  </a:lnTo>
                  <a:lnTo>
                    <a:pt x="3809" y="115570"/>
                  </a:lnTo>
                  <a:close/>
                </a:path>
                <a:path w="3809" h="513079">
                  <a:moveTo>
                    <a:pt x="3809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3809" y="114300"/>
                  </a:lnTo>
                  <a:lnTo>
                    <a:pt x="3809" y="111760"/>
                  </a:lnTo>
                  <a:close/>
                </a:path>
                <a:path w="3809" h="513079">
                  <a:moveTo>
                    <a:pt x="3809" y="109220"/>
                  </a:moveTo>
                  <a:lnTo>
                    <a:pt x="0" y="109220"/>
                  </a:lnTo>
                  <a:lnTo>
                    <a:pt x="0" y="110489"/>
                  </a:lnTo>
                  <a:lnTo>
                    <a:pt x="3809" y="110489"/>
                  </a:lnTo>
                  <a:lnTo>
                    <a:pt x="3809" y="109220"/>
                  </a:lnTo>
                  <a:close/>
                </a:path>
                <a:path w="3809" h="513079">
                  <a:moveTo>
                    <a:pt x="3809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3809" y="107950"/>
                  </a:lnTo>
                  <a:lnTo>
                    <a:pt x="3809" y="105410"/>
                  </a:lnTo>
                  <a:close/>
                </a:path>
                <a:path w="3809" h="513079">
                  <a:moveTo>
                    <a:pt x="3809" y="102870"/>
                  </a:moveTo>
                  <a:lnTo>
                    <a:pt x="0" y="102870"/>
                  </a:lnTo>
                  <a:lnTo>
                    <a:pt x="0" y="104139"/>
                  </a:lnTo>
                  <a:lnTo>
                    <a:pt x="3809" y="104139"/>
                  </a:lnTo>
                  <a:lnTo>
                    <a:pt x="3809" y="102870"/>
                  </a:lnTo>
                  <a:close/>
                </a:path>
                <a:path w="3809" h="513079">
                  <a:moveTo>
                    <a:pt x="3809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3809" y="101600"/>
                  </a:lnTo>
                  <a:lnTo>
                    <a:pt x="3809" y="99060"/>
                  </a:lnTo>
                  <a:close/>
                </a:path>
                <a:path w="3809" h="513079">
                  <a:moveTo>
                    <a:pt x="3809" y="96520"/>
                  </a:moveTo>
                  <a:lnTo>
                    <a:pt x="0" y="96520"/>
                  </a:lnTo>
                  <a:lnTo>
                    <a:pt x="0" y="97789"/>
                  </a:lnTo>
                  <a:lnTo>
                    <a:pt x="3809" y="97789"/>
                  </a:lnTo>
                  <a:lnTo>
                    <a:pt x="3809" y="96520"/>
                  </a:lnTo>
                  <a:close/>
                </a:path>
                <a:path w="3809" h="513079">
                  <a:moveTo>
                    <a:pt x="3809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3809" y="95250"/>
                  </a:lnTo>
                  <a:lnTo>
                    <a:pt x="3809" y="92710"/>
                  </a:lnTo>
                  <a:close/>
                </a:path>
                <a:path w="3809" h="513079">
                  <a:moveTo>
                    <a:pt x="3809" y="90170"/>
                  </a:moveTo>
                  <a:lnTo>
                    <a:pt x="0" y="90170"/>
                  </a:lnTo>
                  <a:lnTo>
                    <a:pt x="0" y="91439"/>
                  </a:lnTo>
                  <a:lnTo>
                    <a:pt x="3809" y="91439"/>
                  </a:lnTo>
                  <a:lnTo>
                    <a:pt x="3809" y="90170"/>
                  </a:lnTo>
                  <a:close/>
                </a:path>
                <a:path w="3809" h="513079">
                  <a:moveTo>
                    <a:pt x="3809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3809" y="88900"/>
                  </a:lnTo>
                  <a:lnTo>
                    <a:pt x="3809" y="86360"/>
                  </a:lnTo>
                  <a:close/>
                </a:path>
                <a:path w="3809" h="513079">
                  <a:moveTo>
                    <a:pt x="3809" y="83820"/>
                  </a:moveTo>
                  <a:lnTo>
                    <a:pt x="0" y="83820"/>
                  </a:lnTo>
                  <a:lnTo>
                    <a:pt x="0" y="85089"/>
                  </a:lnTo>
                  <a:lnTo>
                    <a:pt x="3809" y="85089"/>
                  </a:lnTo>
                  <a:lnTo>
                    <a:pt x="3809" y="83820"/>
                  </a:lnTo>
                  <a:close/>
                </a:path>
                <a:path w="3809" h="513079">
                  <a:moveTo>
                    <a:pt x="3809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3809" y="82550"/>
                  </a:lnTo>
                  <a:lnTo>
                    <a:pt x="3809" y="80010"/>
                  </a:lnTo>
                  <a:close/>
                </a:path>
                <a:path w="3809" h="513079">
                  <a:moveTo>
                    <a:pt x="3809" y="77470"/>
                  </a:moveTo>
                  <a:lnTo>
                    <a:pt x="0" y="77470"/>
                  </a:lnTo>
                  <a:lnTo>
                    <a:pt x="0" y="78739"/>
                  </a:lnTo>
                  <a:lnTo>
                    <a:pt x="3809" y="78739"/>
                  </a:lnTo>
                  <a:lnTo>
                    <a:pt x="3809" y="77470"/>
                  </a:lnTo>
                  <a:close/>
                </a:path>
                <a:path w="3809" h="513079">
                  <a:moveTo>
                    <a:pt x="3809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3809" y="76200"/>
                  </a:lnTo>
                  <a:lnTo>
                    <a:pt x="3809" y="73660"/>
                  </a:lnTo>
                  <a:close/>
                </a:path>
                <a:path w="3809" h="513079">
                  <a:moveTo>
                    <a:pt x="3809" y="71120"/>
                  </a:moveTo>
                  <a:lnTo>
                    <a:pt x="0" y="71120"/>
                  </a:lnTo>
                  <a:lnTo>
                    <a:pt x="0" y="72389"/>
                  </a:lnTo>
                  <a:lnTo>
                    <a:pt x="3809" y="72389"/>
                  </a:lnTo>
                  <a:lnTo>
                    <a:pt x="3809" y="71120"/>
                  </a:lnTo>
                  <a:close/>
                </a:path>
                <a:path w="3809" h="513079">
                  <a:moveTo>
                    <a:pt x="3809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3809" y="69850"/>
                  </a:lnTo>
                  <a:lnTo>
                    <a:pt x="3809" y="67310"/>
                  </a:lnTo>
                  <a:close/>
                </a:path>
                <a:path w="3809" h="513079">
                  <a:moveTo>
                    <a:pt x="3809" y="64770"/>
                  </a:moveTo>
                  <a:lnTo>
                    <a:pt x="0" y="64770"/>
                  </a:lnTo>
                  <a:lnTo>
                    <a:pt x="0" y="66039"/>
                  </a:lnTo>
                  <a:lnTo>
                    <a:pt x="3809" y="66039"/>
                  </a:lnTo>
                  <a:lnTo>
                    <a:pt x="3809" y="64770"/>
                  </a:lnTo>
                  <a:close/>
                </a:path>
                <a:path w="3809" h="513079">
                  <a:moveTo>
                    <a:pt x="3809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3809" y="63500"/>
                  </a:lnTo>
                  <a:lnTo>
                    <a:pt x="3809" y="60960"/>
                  </a:lnTo>
                  <a:close/>
                </a:path>
                <a:path w="3809" h="513079">
                  <a:moveTo>
                    <a:pt x="3809" y="58420"/>
                  </a:moveTo>
                  <a:lnTo>
                    <a:pt x="0" y="58420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8420"/>
                  </a:lnTo>
                  <a:close/>
                </a:path>
                <a:path w="3809" h="513079">
                  <a:moveTo>
                    <a:pt x="3809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3809" y="57150"/>
                  </a:lnTo>
                  <a:lnTo>
                    <a:pt x="3809" y="54610"/>
                  </a:lnTo>
                  <a:close/>
                </a:path>
                <a:path w="3809" h="513079">
                  <a:moveTo>
                    <a:pt x="3809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2070"/>
                  </a:lnTo>
                  <a:close/>
                </a:path>
                <a:path w="3809" h="513079">
                  <a:moveTo>
                    <a:pt x="3809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48260"/>
                  </a:lnTo>
                  <a:close/>
                </a:path>
                <a:path w="3809" h="513079">
                  <a:moveTo>
                    <a:pt x="3809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5720"/>
                  </a:lnTo>
                  <a:close/>
                </a:path>
                <a:path w="3809" h="513079">
                  <a:moveTo>
                    <a:pt x="3809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3809" y="44450"/>
                  </a:lnTo>
                  <a:lnTo>
                    <a:pt x="3809" y="41910"/>
                  </a:lnTo>
                  <a:close/>
                </a:path>
                <a:path w="3809" h="513079">
                  <a:moveTo>
                    <a:pt x="3809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9370"/>
                  </a:lnTo>
                  <a:close/>
                </a:path>
                <a:path w="3809" h="513079">
                  <a:moveTo>
                    <a:pt x="3809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3809" y="38100"/>
                  </a:lnTo>
                  <a:lnTo>
                    <a:pt x="3809" y="35560"/>
                  </a:lnTo>
                  <a:close/>
                </a:path>
                <a:path w="3809" h="513079">
                  <a:moveTo>
                    <a:pt x="3809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33020"/>
                  </a:lnTo>
                  <a:close/>
                </a:path>
                <a:path w="3809" h="513079">
                  <a:moveTo>
                    <a:pt x="3809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3809" y="31750"/>
                  </a:lnTo>
                  <a:lnTo>
                    <a:pt x="3809" y="29210"/>
                  </a:lnTo>
                  <a:close/>
                </a:path>
                <a:path w="3809" h="513079">
                  <a:moveTo>
                    <a:pt x="3809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6670"/>
                  </a:lnTo>
                  <a:close/>
                </a:path>
                <a:path w="3809" h="513079">
                  <a:moveTo>
                    <a:pt x="3809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3809" y="25400"/>
                  </a:lnTo>
                  <a:lnTo>
                    <a:pt x="3809" y="22860"/>
                  </a:lnTo>
                  <a:close/>
                </a:path>
                <a:path w="3809" h="513079">
                  <a:moveTo>
                    <a:pt x="3809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20320"/>
                  </a:lnTo>
                  <a:close/>
                </a:path>
                <a:path w="3809" h="513079">
                  <a:moveTo>
                    <a:pt x="3809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3809" y="19050"/>
                  </a:lnTo>
                  <a:lnTo>
                    <a:pt x="3809" y="16510"/>
                  </a:lnTo>
                  <a:close/>
                </a:path>
                <a:path w="3809" h="513079">
                  <a:moveTo>
                    <a:pt x="3809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3970"/>
                  </a:lnTo>
                  <a:close/>
                </a:path>
                <a:path w="3809" h="513079">
                  <a:moveTo>
                    <a:pt x="3809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3809" y="12700"/>
                  </a:lnTo>
                  <a:lnTo>
                    <a:pt x="3809" y="10160"/>
                  </a:lnTo>
                  <a:close/>
                </a:path>
                <a:path w="3809" h="513079">
                  <a:moveTo>
                    <a:pt x="3809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7620"/>
                  </a:lnTo>
                  <a:close/>
                </a:path>
                <a:path w="3809" h="513079">
                  <a:moveTo>
                    <a:pt x="3809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3810"/>
                  </a:lnTo>
                  <a:close/>
                </a:path>
                <a:path w="3809" h="513079">
                  <a:moveTo>
                    <a:pt x="3809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09" h="513079">
                  <a:moveTo>
                    <a:pt x="3809" y="509270"/>
                  </a:moveTo>
                  <a:lnTo>
                    <a:pt x="0" y="509270"/>
                  </a:lnTo>
                  <a:lnTo>
                    <a:pt x="0" y="510540"/>
                  </a:lnTo>
                  <a:lnTo>
                    <a:pt x="1270" y="510540"/>
                  </a:lnTo>
                  <a:lnTo>
                    <a:pt x="1270" y="511810"/>
                  </a:lnTo>
                  <a:lnTo>
                    <a:pt x="2540" y="511810"/>
                  </a:lnTo>
                  <a:lnTo>
                    <a:pt x="2540" y="513080"/>
                  </a:lnTo>
                  <a:lnTo>
                    <a:pt x="3809" y="513080"/>
                  </a:lnTo>
                  <a:lnTo>
                    <a:pt x="3809" y="509270"/>
                  </a:lnTo>
                  <a:close/>
                </a:path>
                <a:path w="3809" h="513079">
                  <a:moveTo>
                    <a:pt x="3809" y="502920"/>
                  </a:moveTo>
                  <a:lnTo>
                    <a:pt x="0" y="502920"/>
                  </a:lnTo>
                  <a:lnTo>
                    <a:pt x="0" y="508000"/>
                  </a:lnTo>
                  <a:lnTo>
                    <a:pt x="3809" y="508000"/>
                  </a:lnTo>
                  <a:lnTo>
                    <a:pt x="3809" y="502920"/>
                  </a:lnTo>
                  <a:close/>
                </a:path>
                <a:path w="3809" h="513079">
                  <a:moveTo>
                    <a:pt x="3809" y="240030"/>
                  </a:moveTo>
                  <a:lnTo>
                    <a:pt x="0" y="240030"/>
                  </a:lnTo>
                  <a:lnTo>
                    <a:pt x="0" y="501650"/>
                  </a:lnTo>
                  <a:lnTo>
                    <a:pt x="3809" y="501650"/>
                  </a:lnTo>
                  <a:lnTo>
                    <a:pt x="3809" y="240030"/>
                  </a:lnTo>
                  <a:close/>
                </a:path>
              </a:pathLst>
            </a:custGeom>
            <a:solidFill>
              <a:srgbClr val="E7E0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1137920" y="2810510"/>
              <a:ext cx="3810" cy="514350"/>
            </a:xfrm>
            <a:custGeom>
              <a:avLst/>
              <a:gdLst/>
              <a:ahLst/>
              <a:cxnLst/>
              <a:rect l="l" t="t" r="r" b="b"/>
              <a:pathLst>
                <a:path w="3809" h="514350">
                  <a:moveTo>
                    <a:pt x="3810" y="115570"/>
                  </a:moveTo>
                  <a:lnTo>
                    <a:pt x="0" y="115570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115570"/>
                  </a:lnTo>
                  <a:close/>
                </a:path>
                <a:path w="3809" h="514350">
                  <a:moveTo>
                    <a:pt x="3810" y="113030"/>
                  </a:moveTo>
                  <a:lnTo>
                    <a:pt x="0" y="113030"/>
                  </a:lnTo>
                  <a:lnTo>
                    <a:pt x="0" y="114300"/>
                  </a:lnTo>
                  <a:lnTo>
                    <a:pt x="3810" y="114300"/>
                  </a:lnTo>
                  <a:lnTo>
                    <a:pt x="3810" y="113030"/>
                  </a:lnTo>
                  <a:close/>
                </a:path>
                <a:path w="3809" h="514350">
                  <a:moveTo>
                    <a:pt x="3810" y="109220"/>
                  </a:moveTo>
                  <a:lnTo>
                    <a:pt x="0" y="109220"/>
                  </a:lnTo>
                  <a:lnTo>
                    <a:pt x="0" y="111760"/>
                  </a:lnTo>
                  <a:lnTo>
                    <a:pt x="3810" y="111760"/>
                  </a:lnTo>
                  <a:lnTo>
                    <a:pt x="3810" y="109220"/>
                  </a:lnTo>
                  <a:close/>
                </a:path>
                <a:path w="3809" h="514350">
                  <a:moveTo>
                    <a:pt x="3810" y="106680"/>
                  </a:moveTo>
                  <a:lnTo>
                    <a:pt x="0" y="106680"/>
                  </a:lnTo>
                  <a:lnTo>
                    <a:pt x="0" y="107950"/>
                  </a:lnTo>
                  <a:lnTo>
                    <a:pt x="3810" y="107950"/>
                  </a:lnTo>
                  <a:lnTo>
                    <a:pt x="3810" y="106680"/>
                  </a:lnTo>
                  <a:close/>
                </a:path>
                <a:path w="3809" h="514350">
                  <a:moveTo>
                    <a:pt x="3810" y="102870"/>
                  </a:moveTo>
                  <a:lnTo>
                    <a:pt x="0" y="102870"/>
                  </a:lnTo>
                  <a:lnTo>
                    <a:pt x="0" y="105410"/>
                  </a:lnTo>
                  <a:lnTo>
                    <a:pt x="3810" y="105410"/>
                  </a:lnTo>
                  <a:lnTo>
                    <a:pt x="3810" y="102870"/>
                  </a:lnTo>
                  <a:close/>
                </a:path>
                <a:path w="3809" h="514350">
                  <a:moveTo>
                    <a:pt x="3810" y="100330"/>
                  </a:moveTo>
                  <a:lnTo>
                    <a:pt x="0" y="100330"/>
                  </a:lnTo>
                  <a:lnTo>
                    <a:pt x="0" y="101600"/>
                  </a:lnTo>
                  <a:lnTo>
                    <a:pt x="3810" y="101600"/>
                  </a:lnTo>
                  <a:lnTo>
                    <a:pt x="3810" y="100330"/>
                  </a:lnTo>
                  <a:close/>
                </a:path>
                <a:path w="3809" h="514350">
                  <a:moveTo>
                    <a:pt x="3810" y="96520"/>
                  </a:moveTo>
                  <a:lnTo>
                    <a:pt x="0" y="96520"/>
                  </a:lnTo>
                  <a:lnTo>
                    <a:pt x="0" y="99060"/>
                  </a:lnTo>
                  <a:lnTo>
                    <a:pt x="3810" y="99060"/>
                  </a:lnTo>
                  <a:lnTo>
                    <a:pt x="3810" y="96520"/>
                  </a:lnTo>
                  <a:close/>
                </a:path>
                <a:path w="3809" h="514350">
                  <a:moveTo>
                    <a:pt x="3810" y="93980"/>
                  </a:moveTo>
                  <a:lnTo>
                    <a:pt x="0" y="93980"/>
                  </a:lnTo>
                  <a:lnTo>
                    <a:pt x="0" y="95250"/>
                  </a:lnTo>
                  <a:lnTo>
                    <a:pt x="3810" y="95250"/>
                  </a:lnTo>
                  <a:lnTo>
                    <a:pt x="3810" y="93980"/>
                  </a:lnTo>
                  <a:close/>
                </a:path>
                <a:path w="3809" h="514350">
                  <a:moveTo>
                    <a:pt x="3810" y="90170"/>
                  </a:moveTo>
                  <a:lnTo>
                    <a:pt x="0" y="90170"/>
                  </a:lnTo>
                  <a:lnTo>
                    <a:pt x="0" y="92710"/>
                  </a:lnTo>
                  <a:lnTo>
                    <a:pt x="3810" y="92710"/>
                  </a:lnTo>
                  <a:lnTo>
                    <a:pt x="3810" y="90170"/>
                  </a:lnTo>
                  <a:close/>
                </a:path>
                <a:path w="3809" h="514350">
                  <a:moveTo>
                    <a:pt x="3810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3810" y="88900"/>
                  </a:lnTo>
                  <a:lnTo>
                    <a:pt x="3810" y="87630"/>
                  </a:lnTo>
                  <a:close/>
                </a:path>
                <a:path w="3809" h="514350">
                  <a:moveTo>
                    <a:pt x="3810" y="83820"/>
                  </a:moveTo>
                  <a:lnTo>
                    <a:pt x="0" y="83820"/>
                  </a:lnTo>
                  <a:lnTo>
                    <a:pt x="0" y="86360"/>
                  </a:lnTo>
                  <a:lnTo>
                    <a:pt x="3810" y="86360"/>
                  </a:lnTo>
                  <a:lnTo>
                    <a:pt x="3810" y="83820"/>
                  </a:lnTo>
                  <a:close/>
                </a:path>
                <a:path w="3809" h="514350">
                  <a:moveTo>
                    <a:pt x="3810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3810" y="82550"/>
                  </a:lnTo>
                  <a:lnTo>
                    <a:pt x="3810" y="81280"/>
                  </a:lnTo>
                  <a:close/>
                </a:path>
                <a:path w="3809" h="514350">
                  <a:moveTo>
                    <a:pt x="3810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3810" y="80010"/>
                  </a:lnTo>
                  <a:lnTo>
                    <a:pt x="3810" y="77470"/>
                  </a:lnTo>
                  <a:close/>
                </a:path>
                <a:path w="3809" h="514350">
                  <a:moveTo>
                    <a:pt x="3810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3810" y="76200"/>
                  </a:lnTo>
                  <a:lnTo>
                    <a:pt x="3810" y="74930"/>
                  </a:lnTo>
                  <a:close/>
                </a:path>
                <a:path w="3809" h="514350">
                  <a:moveTo>
                    <a:pt x="3810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3810" y="73660"/>
                  </a:lnTo>
                  <a:lnTo>
                    <a:pt x="3810" y="71120"/>
                  </a:lnTo>
                  <a:close/>
                </a:path>
                <a:path w="3809" h="514350">
                  <a:moveTo>
                    <a:pt x="3810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3810" y="69850"/>
                  </a:lnTo>
                  <a:lnTo>
                    <a:pt x="3810" y="68580"/>
                  </a:lnTo>
                  <a:close/>
                </a:path>
                <a:path w="3809" h="514350">
                  <a:moveTo>
                    <a:pt x="3810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3810" y="67310"/>
                  </a:lnTo>
                  <a:lnTo>
                    <a:pt x="3810" y="64770"/>
                  </a:lnTo>
                  <a:close/>
                </a:path>
                <a:path w="3809" h="514350">
                  <a:moveTo>
                    <a:pt x="381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62230"/>
                  </a:lnTo>
                  <a:close/>
                </a:path>
                <a:path w="3809" h="514350">
                  <a:moveTo>
                    <a:pt x="3810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3810" y="60960"/>
                  </a:lnTo>
                  <a:lnTo>
                    <a:pt x="3810" y="58420"/>
                  </a:lnTo>
                  <a:close/>
                </a:path>
                <a:path w="3809" h="514350">
                  <a:moveTo>
                    <a:pt x="3810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3810" y="57150"/>
                  </a:lnTo>
                  <a:lnTo>
                    <a:pt x="3810" y="55880"/>
                  </a:lnTo>
                  <a:close/>
                </a:path>
                <a:path w="3809" h="514350">
                  <a:moveTo>
                    <a:pt x="3810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3810" y="54610"/>
                  </a:lnTo>
                  <a:lnTo>
                    <a:pt x="3810" y="52070"/>
                  </a:lnTo>
                  <a:close/>
                </a:path>
                <a:path w="3809" h="514350">
                  <a:moveTo>
                    <a:pt x="3810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3810" y="50800"/>
                  </a:lnTo>
                  <a:lnTo>
                    <a:pt x="3810" y="49530"/>
                  </a:lnTo>
                  <a:close/>
                </a:path>
                <a:path w="3809" h="514350">
                  <a:moveTo>
                    <a:pt x="3810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5720"/>
                  </a:lnTo>
                  <a:close/>
                </a:path>
                <a:path w="3809" h="514350">
                  <a:moveTo>
                    <a:pt x="3810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3810" y="44450"/>
                  </a:lnTo>
                  <a:lnTo>
                    <a:pt x="3810" y="43180"/>
                  </a:lnTo>
                  <a:close/>
                </a:path>
                <a:path w="3809" h="514350">
                  <a:moveTo>
                    <a:pt x="3810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9370"/>
                  </a:lnTo>
                  <a:close/>
                </a:path>
                <a:path w="3809" h="514350">
                  <a:moveTo>
                    <a:pt x="3810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6830"/>
                  </a:lnTo>
                  <a:close/>
                </a:path>
                <a:path w="3809" h="514350">
                  <a:moveTo>
                    <a:pt x="3810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33020"/>
                  </a:lnTo>
                  <a:close/>
                </a:path>
                <a:path w="3809" h="514350">
                  <a:moveTo>
                    <a:pt x="3810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3810" y="31750"/>
                  </a:lnTo>
                  <a:lnTo>
                    <a:pt x="3810" y="30480"/>
                  </a:lnTo>
                  <a:close/>
                </a:path>
                <a:path w="3809" h="514350">
                  <a:moveTo>
                    <a:pt x="3810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6670"/>
                  </a:lnTo>
                  <a:close/>
                </a:path>
                <a:path w="3809" h="514350">
                  <a:moveTo>
                    <a:pt x="3810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4130"/>
                  </a:lnTo>
                  <a:close/>
                </a:path>
                <a:path w="3809" h="514350">
                  <a:moveTo>
                    <a:pt x="3810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20320"/>
                  </a:lnTo>
                  <a:close/>
                </a:path>
                <a:path w="3809" h="514350">
                  <a:moveTo>
                    <a:pt x="3810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7780"/>
                  </a:lnTo>
                  <a:close/>
                </a:path>
                <a:path w="3809" h="514350">
                  <a:moveTo>
                    <a:pt x="3810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70"/>
                  </a:lnTo>
                  <a:close/>
                </a:path>
                <a:path w="3809" h="514350">
                  <a:moveTo>
                    <a:pt x="3810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11430"/>
                  </a:lnTo>
                  <a:close/>
                </a:path>
                <a:path w="3809" h="514350">
                  <a:moveTo>
                    <a:pt x="3810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20"/>
                  </a:lnTo>
                  <a:close/>
                </a:path>
                <a:path w="3809" h="514350">
                  <a:moveTo>
                    <a:pt x="3810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5080"/>
                  </a:lnTo>
                  <a:close/>
                </a:path>
                <a:path w="3809" h="514350">
                  <a:moveTo>
                    <a:pt x="38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09" h="514350">
                  <a:moveTo>
                    <a:pt x="3810" y="513080"/>
                  </a:moveTo>
                  <a:lnTo>
                    <a:pt x="2540" y="513080"/>
                  </a:lnTo>
                  <a:lnTo>
                    <a:pt x="2540" y="514350"/>
                  </a:lnTo>
                  <a:lnTo>
                    <a:pt x="3810" y="514350"/>
                  </a:lnTo>
                  <a:lnTo>
                    <a:pt x="3810" y="513080"/>
                  </a:lnTo>
                  <a:close/>
                </a:path>
                <a:path w="3809" h="514350">
                  <a:moveTo>
                    <a:pt x="3810" y="506730"/>
                  </a:moveTo>
                  <a:lnTo>
                    <a:pt x="0" y="506730"/>
                  </a:lnTo>
                  <a:lnTo>
                    <a:pt x="0" y="513080"/>
                  </a:lnTo>
                  <a:lnTo>
                    <a:pt x="1270" y="513080"/>
                  </a:lnTo>
                  <a:lnTo>
                    <a:pt x="1270" y="511810"/>
                  </a:lnTo>
                  <a:lnTo>
                    <a:pt x="3810" y="511810"/>
                  </a:lnTo>
                  <a:lnTo>
                    <a:pt x="3810" y="506730"/>
                  </a:lnTo>
                  <a:close/>
                </a:path>
                <a:path w="3809" h="514350">
                  <a:moveTo>
                    <a:pt x="3810" y="500380"/>
                  </a:moveTo>
                  <a:lnTo>
                    <a:pt x="0" y="500380"/>
                  </a:lnTo>
                  <a:lnTo>
                    <a:pt x="0" y="505460"/>
                  </a:lnTo>
                  <a:lnTo>
                    <a:pt x="3810" y="505460"/>
                  </a:lnTo>
                  <a:lnTo>
                    <a:pt x="3810" y="500380"/>
                  </a:lnTo>
                  <a:close/>
                </a:path>
                <a:path w="3809" h="514350">
                  <a:moveTo>
                    <a:pt x="3810" y="237490"/>
                  </a:moveTo>
                  <a:lnTo>
                    <a:pt x="0" y="237490"/>
                  </a:lnTo>
                  <a:lnTo>
                    <a:pt x="0" y="499110"/>
                  </a:lnTo>
                  <a:lnTo>
                    <a:pt x="3810" y="499110"/>
                  </a:lnTo>
                  <a:lnTo>
                    <a:pt x="3810" y="237490"/>
                  </a:lnTo>
                  <a:close/>
                </a:path>
              </a:pathLst>
            </a:custGeom>
            <a:solidFill>
              <a:srgbClr val="E6DF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1141729" y="2811780"/>
              <a:ext cx="2540" cy="514350"/>
            </a:xfrm>
            <a:custGeom>
              <a:avLst/>
              <a:gdLst/>
              <a:ahLst/>
              <a:cxnLst/>
              <a:rect l="l" t="t" r="r" b="b"/>
              <a:pathLst>
                <a:path w="2540" h="514350">
                  <a:moveTo>
                    <a:pt x="2539" y="114300"/>
                  </a:moveTo>
                  <a:lnTo>
                    <a:pt x="0" y="114300"/>
                  </a:lnTo>
                  <a:lnTo>
                    <a:pt x="0" y="234950"/>
                  </a:lnTo>
                  <a:lnTo>
                    <a:pt x="2539" y="234950"/>
                  </a:lnTo>
                  <a:lnTo>
                    <a:pt x="2539" y="114300"/>
                  </a:lnTo>
                  <a:close/>
                </a:path>
                <a:path w="2540" h="514350">
                  <a:moveTo>
                    <a:pt x="2539" y="111760"/>
                  </a:moveTo>
                  <a:lnTo>
                    <a:pt x="0" y="111760"/>
                  </a:lnTo>
                  <a:lnTo>
                    <a:pt x="0" y="113029"/>
                  </a:lnTo>
                  <a:lnTo>
                    <a:pt x="2539" y="113029"/>
                  </a:lnTo>
                  <a:lnTo>
                    <a:pt x="2539" y="111760"/>
                  </a:lnTo>
                  <a:close/>
                </a:path>
                <a:path w="2540" h="514350">
                  <a:moveTo>
                    <a:pt x="2539" y="107950"/>
                  </a:moveTo>
                  <a:lnTo>
                    <a:pt x="0" y="107950"/>
                  </a:lnTo>
                  <a:lnTo>
                    <a:pt x="0" y="110489"/>
                  </a:lnTo>
                  <a:lnTo>
                    <a:pt x="2539" y="110489"/>
                  </a:lnTo>
                  <a:lnTo>
                    <a:pt x="2539" y="107950"/>
                  </a:lnTo>
                  <a:close/>
                </a:path>
                <a:path w="2540" h="514350">
                  <a:moveTo>
                    <a:pt x="2539" y="105410"/>
                  </a:moveTo>
                  <a:lnTo>
                    <a:pt x="0" y="105410"/>
                  </a:lnTo>
                  <a:lnTo>
                    <a:pt x="0" y="106679"/>
                  </a:lnTo>
                  <a:lnTo>
                    <a:pt x="2539" y="106679"/>
                  </a:lnTo>
                  <a:lnTo>
                    <a:pt x="2539" y="105410"/>
                  </a:lnTo>
                  <a:close/>
                </a:path>
                <a:path w="2540" h="514350">
                  <a:moveTo>
                    <a:pt x="2539" y="101600"/>
                  </a:moveTo>
                  <a:lnTo>
                    <a:pt x="0" y="101600"/>
                  </a:lnTo>
                  <a:lnTo>
                    <a:pt x="0" y="104139"/>
                  </a:lnTo>
                  <a:lnTo>
                    <a:pt x="2539" y="104139"/>
                  </a:lnTo>
                  <a:lnTo>
                    <a:pt x="2539" y="101600"/>
                  </a:lnTo>
                  <a:close/>
                </a:path>
                <a:path w="2540" h="514350">
                  <a:moveTo>
                    <a:pt x="2539" y="99060"/>
                  </a:moveTo>
                  <a:lnTo>
                    <a:pt x="0" y="99060"/>
                  </a:lnTo>
                  <a:lnTo>
                    <a:pt x="0" y="100329"/>
                  </a:lnTo>
                  <a:lnTo>
                    <a:pt x="2539" y="100329"/>
                  </a:lnTo>
                  <a:lnTo>
                    <a:pt x="2539" y="99060"/>
                  </a:lnTo>
                  <a:close/>
                </a:path>
                <a:path w="2540" h="514350">
                  <a:moveTo>
                    <a:pt x="2539" y="95250"/>
                  </a:moveTo>
                  <a:lnTo>
                    <a:pt x="0" y="95250"/>
                  </a:lnTo>
                  <a:lnTo>
                    <a:pt x="0" y="97789"/>
                  </a:lnTo>
                  <a:lnTo>
                    <a:pt x="2539" y="97789"/>
                  </a:lnTo>
                  <a:lnTo>
                    <a:pt x="2539" y="95250"/>
                  </a:lnTo>
                  <a:close/>
                </a:path>
                <a:path w="2540" h="514350">
                  <a:moveTo>
                    <a:pt x="2539" y="92710"/>
                  </a:moveTo>
                  <a:lnTo>
                    <a:pt x="0" y="92710"/>
                  </a:lnTo>
                  <a:lnTo>
                    <a:pt x="0" y="93979"/>
                  </a:lnTo>
                  <a:lnTo>
                    <a:pt x="2539" y="93979"/>
                  </a:lnTo>
                  <a:lnTo>
                    <a:pt x="2539" y="92710"/>
                  </a:lnTo>
                  <a:close/>
                </a:path>
                <a:path w="2540" h="514350">
                  <a:moveTo>
                    <a:pt x="2539" y="88900"/>
                  </a:moveTo>
                  <a:lnTo>
                    <a:pt x="0" y="88900"/>
                  </a:lnTo>
                  <a:lnTo>
                    <a:pt x="0" y="91439"/>
                  </a:lnTo>
                  <a:lnTo>
                    <a:pt x="2539" y="91439"/>
                  </a:lnTo>
                  <a:lnTo>
                    <a:pt x="2539" y="88900"/>
                  </a:lnTo>
                  <a:close/>
                </a:path>
                <a:path w="2540" h="514350">
                  <a:moveTo>
                    <a:pt x="2539" y="86360"/>
                  </a:moveTo>
                  <a:lnTo>
                    <a:pt x="0" y="86360"/>
                  </a:lnTo>
                  <a:lnTo>
                    <a:pt x="0" y="87629"/>
                  </a:lnTo>
                  <a:lnTo>
                    <a:pt x="2539" y="87629"/>
                  </a:lnTo>
                  <a:lnTo>
                    <a:pt x="2539" y="86360"/>
                  </a:lnTo>
                  <a:close/>
                </a:path>
                <a:path w="2540" h="514350">
                  <a:moveTo>
                    <a:pt x="2539" y="82550"/>
                  </a:moveTo>
                  <a:lnTo>
                    <a:pt x="0" y="82550"/>
                  </a:lnTo>
                  <a:lnTo>
                    <a:pt x="0" y="85089"/>
                  </a:lnTo>
                  <a:lnTo>
                    <a:pt x="2539" y="85089"/>
                  </a:lnTo>
                  <a:lnTo>
                    <a:pt x="2539" y="82550"/>
                  </a:lnTo>
                  <a:close/>
                </a:path>
                <a:path w="2540" h="514350">
                  <a:moveTo>
                    <a:pt x="2539" y="80010"/>
                  </a:moveTo>
                  <a:lnTo>
                    <a:pt x="0" y="80010"/>
                  </a:lnTo>
                  <a:lnTo>
                    <a:pt x="0" y="81279"/>
                  </a:lnTo>
                  <a:lnTo>
                    <a:pt x="2539" y="81279"/>
                  </a:lnTo>
                  <a:lnTo>
                    <a:pt x="2539" y="80010"/>
                  </a:lnTo>
                  <a:close/>
                </a:path>
                <a:path w="2540" h="514350">
                  <a:moveTo>
                    <a:pt x="2539" y="76200"/>
                  </a:moveTo>
                  <a:lnTo>
                    <a:pt x="0" y="76200"/>
                  </a:lnTo>
                  <a:lnTo>
                    <a:pt x="0" y="78739"/>
                  </a:lnTo>
                  <a:lnTo>
                    <a:pt x="2539" y="78739"/>
                  </a:lnTo>
                  <a:lnTo>
                    <a:pt x="2539" y="76200"/>
                  </a:lnTo>
                  <a:close/>
                </a:path>
                <a:path w="2540" h="514350">
                  <a:moveTo>
                    <a:pt x="2539" y="73660"/>
                  </a:moveTo>
                  <a:lnTo>
                    <a:pt x="0" y="73660"/>
                  </a:lnTo>
                  <a:lnTo>
                    <a:pt x="0" y="74929"/>
                  </a:lnTo>
                  <a:lnTo>
                    <a:pt x="2539" y="74929"/>
                  </a:lnTo>
                  <a:lnTo>
                    <a:pt x="2539" y="73660"/>
                  </a:lnTo>
                  <a:close/>
                </a:path>
                <a:path w="2540" h="514350">
                  <a:moveTo>
                    <a:pt x="2539" y="69850"/>
                  </a:moveTo>
                  <a:lnTo>
                    <a:pt x="0" y="69850"/>
                  </a:lnTo>
                  <a:lnTo>
                    <a:pt x="0" y="72389"/>
                  </a:lnTo>
                  <a:lnTo>
                    <a:pt x="2539" y="72389"/>
                  </a:lnTo>
                  <a:lnTo>
                    <a:pt x="2539" y="69850"/>
                  </a:lnTo>
                  <a:close/>
                </a:path>
                <a:path w="2540" h="514350">
                  <a:moveTo>
                    <a:pt x="2539" y="67310"/>
                  </a:moveTo>
                  <a:lnTo>
                    <a:pt x="0" y="67310"/>
                  </a:lnTo>
                  <a:lnTo>
                    <a:pt x="0" y="68579"/>
                  </a:lnTo>
                  <a:lnTo>
                    <a:pt x="2539" y="68579"/>
                  </a:lnTo>
                  <a:lnTo>
                    <a:pt x="2539" y="67310"/>
                  </a:lnTo>
                  <a:close/>
                </a:path>
                <a:path w="2540" h="514350">
                  <a:moveTo>
                    <a:pt x="2539" y="63500"/>
                  </a:moveTo>
                  <a:lnTo>
                    <a:pt x="0" y="63500"/>
                  </a:lnTo>
                  <a:lnTo>
                    <a:pt x="0" y="66039"/>
                  </a:lnTo>
                  <a:lnTo>
                    <a:pt x="2539" y="66039"/>
                  </a:lnTo>
                  <a:lnTo>
                    <a:pt x="2539" y="63500"/>
                  </a:lnTo>
                  <a:close/>
                </a:path>
                <a:path w="2540" h="514350">
                  <a:moveTo>
                    <a:pt x="2539" y="60960"/>
                  </a:moveTo>
                  <a:lnTo>
                    <a:pt x="0" y="60960"/>
                  </a:lnTo>
                  <a:lnTo>
                    <a:pt x="0" y="62229"/>
                  </a:lnTo>
                  <a:lnTo>
                    <a:pt x="2539" y="62229"/>
                  </a:lnTo>
                  <a:lnTo>
                    <a:pt x="2539" y="60960"/>
                  </a:lnTo>
                  <a:close/>
                </a:path>
                <a:path w="2540" h="514350">
                  <a:moveTo>
                    <a:pt x="2539" y="57150"/>
                  </a:moveTo>
                  <a:lnTo>
                    <a:pt x="0" y="57150"/>
                  </a:lnTo>
                  <a:lnTo>
                    <a:pt x="0" y="59689"/>
                  </a:lnTo>
                  <a:lnTo>
                    <a:pt x="2539" y="59689"/>
                  </a:lnTo>
                  <a:lnTo>
                    <a:pt x="2539" y="57150"/>
                  </a:lnTo>
                  <a:close/>
                </a:path>
                <a:path w="2540" h="514350">
                  <a:moveTo>
                    <a:pt x="2539" y="54610"/>
                  </a:moveTo>
                  <a:lnTo>
                    <a:pt x="0" y="54610"/>
                  </a:lnTo>
                  <a:lnTo>
                    <a:pt x="0" y="55879"/>
                  </a:lnTo>
                  <a:lnTo>
                    <a:pt x="2539" y="55879"/>
                  </a:lnTo>
                  <a:lnTo>
                    <a:pt x="2539" y="54610"/>
                  </a:lnTo>
                  <a:close/>
                </a:path>
                <a:path w="2540" h="514350">
                  <a:moveTo>
                    <a:pt x="2539" y="50800"/>
                  </a:moveTo>
                  <a:lnTo>
                    <a:pt x="0" y="50800"/>
                  </a:lnTo>
                  <a:lnTo>
                    <a:pt x="0" y="53339"/>
                  </a:lnTo>
                  <a:lnTo>
                    <a:pt x="2539" y="53339"/>
                  </a:lnTo>
                  <a:lnTo>
                    <a:pt x="2539" y="50800"/>
                  </a:lnTo>
                  <a:close/>
                </a:path>
                <a:path w="2540" h="514350">
                  <a:moveTo>
                    <a:pt x="2539" y="48260"/>
                  </a:moveTo>
                  <a:lnTo>
                    <a:pt x="0" y="48260"/>
                  </a:lnTo>
                  <a:lnTo>
                    <a:pt x="0" y="49529"/>
                  </a:lnTo>
                  <a:lnTo>
                    <a:pt x="2539" y="49529"/>
                  </a:lnTo>
                  <a:lnTo>
                    <a:pt x="2539" y="48260"/>
                  </a:lnTo>
                  <a:close/>
                </a:path>
                <a:path w="2540" h="514350">
                  <a:moveTo>
                    <a:pt x="2539" y="44450"/>
                  </a:moveTo>
                  <a:lnTo>
                    <a:pt x="0" y="44450"/>
                  </a:lnTo>
                  <a:lnTo>
                    <a:pt x="0" y="46989"/>
                  </a:lnTo>
                  <a:lnTo>
                    <a:pt x="2539" y="46989"/>
                  </a:lnTo>
                  <a:lnTo>
                    <a:pt x="2539" y="44450"/>
                  </a:lnTo>
                  <a:close/>
                </a:path>
                <a:path w="2540" h="514350">
                  <a:moveTo>
                    <a:pt x="2539" y="41910"/>
                  </a:moveTo>
                  <a:lnTo>
                    <a:pt x="0" y="41910"/>
                  </a:lnTo>
                  <a:lnTo>
                    <a:pt x="0" y="43179"/>
                  </a:lnTo>
                  <a:lnTo>
                    <a:pt x="2539" y="43179"/>
                  </a:lnTo>
                  <a:lnTo>
                    <a:pt x="2539" y="41910"/>
                  </a:lnTo>
                  <a:close/>
                </a:path>
                <a:path w="2540" h="514350">
                  <a:moveTo>
                    <a:pt x="2539" y="38100"/>
                  </a:moveTo>
                  <a:lnTo>
                    <a:pt x="0" y="38100"/>
                  </a:lnTo>
                  <a:lnTo>
                    <a:pt x="0" y="40639"/>
                  </a:lnTo>
                  <a:lnTo>
                    <a:pt x="2539" y="40639"/>
                  </a:lnTo>
                  <a:lnTo>
                    <a:pt x="2539" y="38100"/>
                  </a:lnTo>
                  <a:close/>
                </a:path>
                <a:path w="2540" h="514350">
                  <a:moveTo>
                    <a:pt x="2539" y="35560"/>
                  </a:moveTo>
                  <a:lnTo>
                    <a:pt x="0" y="35560"/>
                  </a:lnTo>
                  <a:lnTo>
                    <a:pt x="0" y="36829"/>
                  </a:lnTo>
                  <a:lnTo>
                    <a:pt x="2539" y="36829"/>
                  </a:lnTo>
                  <a:lnTo>
                    <a:pt x="2539" y="35560"/>
                  </a:lnTo>
                  <a:close/>
                </a:path>
                <a:path w="2540" h="514350">
                  <a:moveTo>
                    <a:pt x="2539" y="31750"/>
                  </a:moveTo>
                  <a:lnTo>
                    <a:pt x="0" y="31750"/>
                  </a:lnTo>
                  <a:lnTo>
                    <a:pt x="0" y="34289"/>
                  </a:lnTo>
                  <a:lnTo>
                    <a:pt x="2539" y="34289"/>
                  </a:lnTo>
                  <a:lnTo>
                    <a:pt x="2539" y="31750"/>
                  </a:lnTo>
                  <a:close/>
                </a:path>
                <a:path w="2540" h="514350">
                  <a:moveTo>
                    <a:pt x="2539" y="29210"/>
                  </a:moveTo>
                  <a:lnTo>
                    <a:pt x="0" y="29210"/>
                  </a:lnTo>
                  <a:lnTo>
                    <a:pt x="0" y="30479"/>
                  </a:lnTo>
                  <a:lnTo>
                    <a:pt x="2539" y="30479"/>
                  </a:lnTo>
                  <a:lnTo>
                    <a:pt x="2539" y="29210"/>
                  </a:lnTo>
                  <a:close/>
                </a:path>
                <a:path w="2540" h="514350">
                  <a:moveTo>
                    <a:pt x="2539" y="25400"/>
                  </a:moveTo>
                  <a:lnTo>
                    <a:pt x="0" y="25400"/>
                  </a:lnTo>
                  <a:lnTo>
                    <a:pt x="0" y="27939"/>
                  </a:lnTo>
                  <a:lnTo>
                    <a:pt x="2539" y="27939"/>
                  </a:lnTo>
                  <a:lnTo>
                    <a:pt x="2539" y="25400"/>
                  </a:lnTo>
                  <a:close/>
                </a:path>
                <a:path w="2540" h="514350">
                  <a:moveTo>
                    <a:pt x="2539" y="22860"/>
                  </a:moveTo>
                  <a:lnTo>
                    <a:pt x="0" y="22860"/>
                  </a:lnTo>
                  <a:lnTo>
                    <a:pt x="0" y="24129"/>
                  </a:lnTo>
                  <a:lnTo>
                    <a:pt x="2539" y="24129"/>
                  </a:lnTo>
                  <a:lnTo>
                    <a:pt x="2539" y="22860"/>
                  </a:lnTo>
                  <a:close/>
                </a:path>
                <a:path w="2540" h="514350">
                  <a:moveTo>
                    <a:pt x="2539" y="19050"/>
                  </a:moveTo>
                  <a:lnTo>
                    <a:pt x="0" y="19050"/>
                  </a:lnTo>
                  <a:lnTo>
                    <a:pt x="0" y="21589"/>
                  </a:lnTo>
                  <a:lnTo>
                    <a:pt x="2539" y="21589"/>
                  </a:lnTo>
                  <a:lnTo>
                    <a:pt x="2539" y="19050"/>
                  </a:lnTo>
                  <a:close/>
                </a:path>
                <a:path w="2540" h="514350">
                  <a:moveTo>
                    <a:pt x="2539" y="16510"/>
                  </a:moveTo>
                  <a:lnTo>
                    <a:pt x="0" y="16510"/>
                  </a:lnTo>
                  <a:lnTo>
                    <a:pt x="0" y="17779"/>
                  </a:lnTo>
                  <a:lnTo>
                    <a:pt x="2539" y="17779"/>
                  </a:lnTo>
                  <a:lnTo>
                    <a:pt x="2539" y="16510"/>
                  </a:lnTo>
                  <a:close/>
                </a:path>
                <a:path w="2540" h="514350">
                  <a:moveTo>
                    <a:pt x="2539" y="12700"/>
                  </a:moveTo>
                  <a:lnTo>
                    <a:pt x="0" y="12700"/>
                  </a:lnTo>
                  <a:lnTo>
                    <a:pt x="0" y="15239"/>
                  </a:lnTo>
                  <a:lnTo>
                    <a:pt x="2539" y="15239"/>
                  </a:lnTo>
                  <a:lnTo>
                    <a:pt x="2539" y="12700"/>
                  </a:lnTo>
                  <a:close/>
                </a:path>
                <a:path w="2540" h="514350">
                  <a:moveTo>
                    <a:pt x="2539" y="10160"/>
                  </a:moveTo>
                  <a:lnTo>
                    <a:pt x="0" y="10160"/>
                  </a:lnTo>
                  <a:lnTo>
                    <a:pt x="0" y="11429"/>
                  </a:lnTo>
                  <a:lnTo>
                    <a:pt x="2539" y="11429"/>
                  </a:lnTo>
                  <a:lnTo>
                    <a:pt x="2539" y="10160"/>
                  </a:lnTo>
                  <a:close/>
                </a:path>
                <a:path w="2540" h="514350">
                  <a:moveTo>
                    <a:pt x="2539" y="6350"/>
                  </a:moveTo>
                  <a:lnTo>
                    <a:pt x="0" y="6350"/>
                  </a:lnTo>
                  <a:lnTo>
                    <a:pt x="0" y="8889"/>
                  </a:lnTo>
                  <a:lnTo>
                    <a:pt x="2539" y="8889"/>
                  </a:lnTo>
                  <a:lnTo>
                    <a:pt x="2539" y="6350"/>
                  </a:lnTo>
                  <a:close/>
                </a:path>
                <a:path w="2540" h="514350">
                  <a:moveTo>
                    <a:pt x="2539" y="3810"/>
                  </a:moveTo>
                  <a:lnTo>
                    <a:pt x="0" y="3810"/>
                  </a:lnTo>
                  <a:lnTo>
                    <a:pt x="0" y="5079"/>
                  </a:lnTo>
                  <a:lnTo>
                    <a:pt x="2539" y="5079"/>
                  </a:lnTo>
                  <a:lnTo>
                    <a:pt x="2539" y="3810"/>
                  </a:lnTo>
                  <a:close/>
                </a:path>
                <a:path w="2540" h="514350">
                  <a:moveTo>
                    <a:pt x="253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39" y="2539"/>
                  </a:lnTo>
                  <a:lnTo>
                    <a:pt x="2539" y="0"/>
                  </a:lnTo>
                  <a:close/>
                </a:path>
                <a:path w="2540" h="514350">
                  <a:moveTo>
                    <a:pt x="2539" y="511810"/>
                  </a:moveTo>
                  <a:lnTo>
                    <a:pt x="0" y="511810"/>
                  </a:lnTo>
                  <a:lnTo>
                    <a:pt x="0" y="513080"/>
                  </a:lnTo>
                  <a:lnTo>
                    <a:pt x="1269" y="513080"/>
                  </a:lnTo>
                  <a:lnTo>
                    <a:pt x="1269" y="514350"/>
                  </a:lnTo>
                  <a:lnTo>
                    <a:pt x="2539" y="514350"/>
                  </a:lnTo>
                  <a:lnTo>
                    <a:pt x="2539" y="511810"/>
                  </a:lnTo>
                  <a:close/>
                </a:path>
                <a:path w="2540" h="514350">
                  <a:moveTo>
                    <a:pt x="2539" y="505460"/>
                  </a:moveTo>
                  <a:lnTo>
                    <a:pt x="0" y="505460"/>
                  </a:lnTo>
                  <a:lnTo>
                    <a:pt x="0" y="510540"/>
                  </a:lnTo>
                  <a:lnTo>
                    <a:pt x="2539" y="510540"/>
                  </a:lnTo>
                  <a:lnTo>
                    <a:pt x="2539" y="505460"/>
                  </a:lnTo>
                  <a:close/>
                </a:path>
                <a:path w="2540" h="514350">
                  <a:moveTo>
                    <a:pt x="2539" y="499110"/>
                  </a:moveTo>
                  <a:lnTo>
                    <a:pt x="0" y="499110"/>
                  </a:lnTo>
                  <a:lnTo>
                    <a:pt x="0" y="504190"/>
                  </a:lnTo>
                  <a:lnTo>
                    <a:pt x="2539" y="504190"/>
                  </a:lnTo>
                  <a:lnTo>
                    <a:pt x="2539" y="499110"/>
                  </a:lnTo>
                  <a:close/>
                </a:path>
                <a:path w="2540" h="514350">
                  <a:moveTo>
                    <a:pt x="2539" y="236220"/>
                  </a:moveTo>
                  <a:lnTo>
                    <a:pt x="0" y="236220"/>
                  </a:lnTo>
                  <a:lnTo>
                    <a:pt x="0" y="497840"/>
                  </a:lnTo>
                  <a:lnTo>
                    <a:pt x="2539" y="497840"/>
                  </a:lnTo>
                  <a:lnTo>
                    <a:pt x="2539" y="236220"/>
                  </a:lnTo>
                  <a:close/>
                </a:path>
              </a:pathLst>
            </a:custGeom>
            <a:solidFill>
              <a:srgbClr val="E5DE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1144270" y="2814319"/>
              <a:ext cx="5080" cy="516890"/>
            </a:xfrm>
            <a:custGeom>
              <a:avLst/>
              <a:gdLst/>
              <a:ahLst/>
              <a:cxnLst/>
              <a:rect l="l" t="t" r="r" b="b"/>
              <a:pathLst>
                <a:path w="5080" h="516889">
                  <a:moveTo>
                    <a:pt x="5080" y="111760"/>
                  </a:moveTo>
                  <a:lnTo>
                    <a:pt x="0" y="111760"/>
                  </a:lnTo>
                  <a:lnTo>
                    <a:pt x="0" y="232410"/>
                  </a:lnTo>
                  <a:lnTo>
                    <a:pt x="5080" y="232410"/>
                  </a:lnTo>
                  <a:lnTo>
                    <a:pt x="5080" y="111760"/>
                  </a:lnTo>
                  <a:close/>
                </a:path>
                <a:path w="5080" h="516889">
                  <a:moveTo>
                    <a:pt x="5080" y="109220"/>
                  </a:moveTo>
                  <a:lnTo>
                    <a:pt x="0" y="109220"/>
                  </a:lnTo>
                  <a:lnTo>
                    <a:pt x="0" y="110489"/>
                  </a:lnTo>
                  <a:lnTo>
                    <a:pt x="5080" y="110489"/>
                  </a:lnTo>
                  <a:lnTo>
                    <a:pt x="5080" y="109220"/>
                  </a:lnTo>
                  <a:close/>
                </a:path>
                <a:path w="5080" h="516889">
                  <a:moveTo>
                    <a:pt x="5080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5080" y="107950"/>
                  </a:lnTo>
                  <a:lnTo>
                    <a:pt x="5080" y="105410"/>
                  </a:lnTo>
                  <a:close/>
                </a:path>
                <a:path w="5080" h="516889">
                  <a:moveTo>
                    <a:pt x="5080" y="102870"/>
                  </a:moveTo>
                  <a:lnTo>
                    <a:pt x="0" y="102870"/>
                  </a:lnTo>
                  <a:lnTo>
                    <a:pt x="0" y="104139"/>
                  </a:lnTo>
                  <a:lnTo>
                    <a:pt x="5080" y="104139"/>
                  </a:lnTo>
                  <a:lnTo>
                    <a:pt x="5080" y="102870"/>
                  </a:lnTo>
                  <a:close/>
                </a:path>
                <a:path w="5080" h="516889">
                  <a:moveTo>
                    <a:pt x="5080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5080" y="101600"/>
                  </a:lnTo>
                  <a:lnTo>
                    <a:pt x="5080" y="99060"/>
                  </a:lnTo>
                  <a:close/>
                </a:path>
                <a:path w="5080" h="516889">
                  <a:moveTo>
                    <a:pt x="5080" y="96520"/>
                  </a:moveTo>
                  <a:lnTo>
                    <a:pt x="0" y="96520"/>
                  </a:lnTo>
                  <a:lnTo>
                    <a:pt x="0" y="97789"/>
                  </a:lnTo>
                  <a:lnTo>
                    <a:pt x="5080" y="97789"/>
                  </a:lnTo>
                  <a:lnTo>
                    <a:pt x="5080" y="96520"/>
                  </a:lnTo>
                  <a:close/>
                </a:path>
                <a:path w="5080" h="516889">
                  <a:moveTo>
                    <a:pt x="5080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5080" y="95250"/>
                  </a:lnTo>
                  <a:lnTo>
                    <a:pt x="5080" y="92710"/>
                  </a:lnTo>
                  <a:close/>
                </a:path>
                <a:path w="5080" h="516889">
                  <a:moveTo>
                    <a:pt x="5080" y="90170"/>
                  </a:moveTo>
                  <a:lnTo>
                    <a:pt x="0" y="90170"/>
                  </a:lnTo>
                  <a:lnTo>
                    <a:pt x="0" y="91439"/>
                  </a:lnTo>
                  <a:lnTo>
                    <a:pt x="5080" y="91439"/>
                  </a:lnTo>
                  <a:lnTo>
                    <a:pt x="5080" y="90170"/>
                  </a:lnTo>
                  <a:close/>
                </a:path>
                <a:path w="5080" h="516889">
                  <a:moveTo>
                    <a:pt x="5080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5080" y="88900"/>
                  </a:lnTo>
                  <a:lnTo>
                    <a:pt x="5080" y="86360"/>
                  </a:lnTo>
                  <a:close/>
                </a:path>
                <a:path w="5080" h="516889">
                  <a:moveTo>
                    <a:pt x="5080" y="83820"/>
                  </a:moveTo>
                  <a:lnTo>
                    <a:pt x="0" y="83820"/>
                  </a:lnTo>
                  <a:lnTo>
                    <a:pt x="0" y="85089"/>
                  </a:lnTo>
                  <a:lnTo>
                    <a:pt x="5080" y="85089"/>
                  </a:lnTo>
                  <a:lnTo>
                    <a:pt x="5080" y="83820"/>
                  </a:lnTo>
                  <a:close/>
                </a:path>
                <a:path w="5080" h="516889">
                  <a:moveTo>
                    <a:pt x="5080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5080" y="82550"/>
                  </a:lnTo>
                  <a:lnTo>
                    <a:pt x="5080" y="80010"/>
                  </a:lnTo>
                  <a:close/>
                </a:path>
                <a:path w="5080" h="516889">
                  <a:moveTo>
                    <a:pt x="5080" y="77470"/>
                  </a:moveTo>
                  <a:lnTo>
                    <a:pt x="0" y="77470"/>
                  </a:lnTo>
                  <a:lnTo>
                    <a:pt x="0" y="78739"/>
                  </a:lnTo>
                  <a:lnTo>
                    <a:pt x="5080" y="78739"/>
                  </a:lnTo>
                  <a:lnTo>
                    <a:pt x="5080" y="77470"/>
                  </a:lnTo>
                  <a:close/>
                </a:path>
                <a:path w="5080" h="516889">
                  <a:moveTo>
                    <a:pt x="5080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5080" y="76200"/>
                  </a:lnTo>
                  <a:lnTo>
                    <a:pt x="5080" y="73660"/>
                  </a:lnTo>
                  <a:close/>
                </a:path>
                <a:path w="5080" h="516889">
                  <a:moveTo>
                    <a:pt x="5080" y="71120"/>
                  </a:moveTo>
                  <a:lnTo>
                    <a:pt x="0" y="71120"/>
                  </a:lnTo>
                  <a:lnTo>
                    <a:pt x="0" y="72389"/>
                  </a:lnTo>
                  <a:lnTo>
                    <a:pt x="5080" y="72389"/>
                  </a:lnTo>
                  <a:lnTo>
                    <a:pt x="5080" y="71120"/>
                  </a:lnTo>
                  <a:close/>
                </a:path>
                <a:path w="5080" h="516889">
                  <a:moveTo>
                    <a:pt x="5080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5080" y="69850"/>
                  </a:lnTo>
                  <a:lnTo>
                    <a:pt x="5080" y="67310"/>
                  </a:lnTo>
                  <a:close/>
                </a:path>
                <a:path w="5080" h="516889">
                  <a:moveTo>
                    <a:pt x="5080" y="64770"/>
                  </a:moveTo>
                  <a:lnTo>
                    <a:pt x="0" y="64770"/>
                  </a:lnTo>
                  <a:lnTo>
                    <a:pt x="0" y="66039"/>
                  </a:lnTo>
                  <a:lnTo>
                    <a:pt x="5080" y="66039"/>
                  </a:lnTo>
                  <a:lnTo>
                    <a:pt x="5080" y="64770"/>
                  </a:lnTo>
                  <a:close/>
                </a:path>
                <a:path w="5080" h="516889">
                  <a:moveTo>
                    <a:pt x="5080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5080" y="63500"/>
                  </a:lnTo>
                  <a:lnTo>
                    <a:pt x="5080" y="60960"/>
                  </a:lnTo>
                  <a:close/>
                </a:path>
                <a:path w="5080" h="516889">
                  <a:moveTo>
                    <a:pt x="5080" y="58420"/>
                  </a:moveTo>
                  <a:lnTo>
                    <a:pt x="0" y="58420"/>
                  </a:lnTo>
                  <a:lnTo>
                    <a:pt x="0" y="59689"/>
                  </a:lnTo>
                  <a:lnTo>
                    <a:pt x="5080" y="59689"/>
                  </a:lnTo>
                  <a:lnTo>
                    <a:pt x="5080" y="58420"/>
                  </a:lnTo>
                  <a:close/>
                </a:path>
                <a:path w="5080" h="516889">
                  <a:moveTo>
                    <a:pt x="5080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5080" y="57150"/>
                  </a:lnTo>
                  <a:lnTo>
                    <a:pt x="5080" y="54610"/>
                  </a:lnTo>
                  <a:close/>
                </a:path>
                <a:path w="5080" h="516889">
                  <a:moveTo>
                    <a:pt x="5080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5080" y="53339"/>
                  </a:lnTo>
                  <a:lnTo>
                    <a:pt x="5080" y="52070"/>
                  </a:lnTo>
                  <a:close/>
                </a:path>
                <a:path w="5080" h="516889">
                  <a:moveTo>
                    <a:pt x="5080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5080" y="50800"/>
                  </a:lnTo>
                  <a:lnTo>
                    <a:pt x="5080" y="48260"/>
                  </a:lnTo>
                  <a:close/>
                </a:path>
                <a:path w="5080" h="516889">
                  <a:moveTo>
                    <a:pt x="5080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5080" y="46989"/>
                  </a:lnTo>
                  <a:lnTo>
                    <a:pt x="5080" y="45720"/>
                  </a:lnTo>
                  <a:close/>
                </a:path>
                <a:path w="5080" h="516889">
                  <a:moveTo>
                    <a:pt x="5080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5080" y="44450"/>
                  </a:lnTo>
                  <a:lnTo>
                    <a:pt x="5080" y="41910"/>
                  </a:lnTo>
                  <a:close/>
                </a:path>
                <a:path w="5080" h="516889">
                  <a:moveTo>
                    <a:pt x="5080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5080" y="40639"/>
                  </a:lnTo>
                  <a:lnTo>
                    <a:pt x="5080" y="39370"/>
                  </a:lnTo>
                  <a:close/>
                </a:path>
                <a:path w="5080" h="516889">
                  <a:moveTo>
                    <a:pt x="508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5080" y="38100"/>
                  </a:lnTo>
                  <a:lnTo>
                    <a:pt x="5080" y="35560"/>
                  </a:lnTo>
                  <a:close/>
                </a:path>
                <a:path w="5080" h="516889">
                  <a:moveTo>
                    <a:pt x="5080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5080" y="34289"/>
                  </a:lnTo>
                  <a:lnTo>
                    <a:pt x="5080" y="33020"/>
                  </a:lnTo>
                  <a:close/>
                </a:path>
                <a:path w="5080" h="516889">
                  <a:moveTo>
                    <a:pt x="508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5080" y="31750"/>
                  </a:lnTo>
                  <a:lnTo>
                    <a:pt x="5080" y="29210"/>
                  </a:lnTo>
                  <a:close/>
                </a:path>
                <a:path w="5080" h="516889">
                  <a:moveTo>
                    <a:pt x="5080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5080" y="27939"/>
                  </a:lnTo>
                  <a:lnTo>
                    <a:pt x="5080" y="26670"/>
                  </a:lnTo>
                  <a:close/>
                </a:path>
                <a:path w="5080" h="516889">
                  <a:moveTo>
                    <a:pt x="508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5080" y="25400"/>
                  </a:lnTo>
                  <a:lnTo>
                    <a:pt x="5080" y="22860"/>
                  </a:lnTo>
                  <a:close/>
                </a:path>
                <a:path w="5080" h="516889">
                  <a:moveTo>
                    <a:pt x="5080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5080" y="21589"/>
                  </a:lnTo>
                  <a:lnTo>
                    <a:pt x="5080" y="20320"/>
                  </a:lnTo>
                  <a:close/>
                </a:path>
                <a:path w="5080" h="516889">
                  <a:moveTo>
                    <a:pt x="508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5080" y="19050"/>
                  </a:lnTo>
                  <a:lnTo>
                    <a:pt x="5080" y="16510"/>
                  </a:lnTo>
                  <a:close/>
                </a:path>
                <a:path w="5080" h="516889">
                  <a:moveTo>
                    <a:pt x="5080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5080" y="15239"/>
                  </a:lnTo>
                  <a:lnTo>
                    <a:pt x="5080" y="13970"/>
                  </a:lnTo>
                  <a:close/>
                </a:path>
                <a:path w="5080" h="516889">
                  <a:moveTo>
                    <a:pt x="508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5080" y="12700"/>
                  </a:lnTo>
                  <a:lnTo>
                    <a:pt x="5080" y="10160"/>
                  </a:lnTo>
                  <a:close/>
                </a:path>
                <a:path w="5080" h="516889">
                  <a:moveTo>
                    <a:pt x="5080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5080" y="8889"/>
                  </a:lnTo>
                  <a:lnTo>
                    <a:pt x="5080" y="7620"/>
                  </a:lnTo>
                  <a:close/>
                </a:path>
                <a:path w="5080" h="516889">
                  <a:moveTo>
                    <a:pt x="5080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5080" y="6350"/>
                  </a:lnTo>
                  <a:lnTo>
                    <a:pt x="5080" y="3810"/>
                  </a:lnTo>
                  <a:close/>
                </a:path>
                <a:path w="5080" h="516889">
                  <a:moveTo>
                    <a:pt x="38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5080" h="516889">
                  <a:moveTo>
                    <a:pt x="5080" y="515620"/>
                  </a:moveTo>
                  <a:lnTo>
                    <a:pt x="3810" y="515620"/>
                  </a:lnTo>
                  <a:lnTo>
                    <a:pt x="3810" y="516890"/>
                  </a:lnTo>
                  <a:lnTo>
                    <a:pt x="5080" y="516890"/>
                  </a:lnTo>
                  <a:lnTo>
                    <a:pt x="5080" y="515620"/>
                  </a:lnTo>
                  <a:close/>
                </a:path>
                <a:path w="5080" h="516889">
                  <a:moveTo>
                    <a:pt x="5080" y="509270"/>
                  </a:moveTo>
                  <a:lnTo>
                    <a:pt x="0" y="509270"/>
                  </a:lnTo>
                  <a:lnTo>
                    <a:pt x="0" y="513080"/>
                  </a:lnTo>
                  <a:lnTo>
                    <a:pt x="1270" y="513080"/>
                  </a:lnTo>
                  <a:lnTo>
                    <a:pt x="1270" y="515620"/>
                  </a:lnTo>
                  <a:lnTo>
                    <a:pt x="2540" y="515620"/>
                  </a:lnTo>
                  <a:lnTo>
                    <a:pt x="2540" y="514350"/>
                  </a:lnTo>
                  <a:lnTo>
                    <a:pt x="5080" y="514350"/>
                  </a:lnTo>
                  <a:lnTo>
                    <a:pt x="5080" y="509270"/>
                  </a:lnTo>
                  <a:close/>
                </a:path>
                <a:path w="5080" h="516889">
                  <a:moveTo>
                    <a:pt x="5080" y="502920"/>
                  </a:moveTo>
                  <a:lnTo>
                    <a:pt x="0" y="502920"/>
                  </a:lnTo>
                  <a:lnTo>
                    <a:pt x="0" y="508000"/>
                  </a:lnTo>
                  <a:lnTo>
                    <a:pt x="5080" y="508000"/>
                  </a:lnTo>
                  <a:lnTo>
                    <a:pt x="5080" y="502920"/>
                  </a:lnTo>
                  <a:close/>
                </a:path>
                <a:path w="5080" h="516889">
                  <a:moveTo>
                    <a:pt x="5080" y="496570"/>
                  </a:moveTo>
                  <a:lnTo>
                    <a:pt x="0" y="496570"/>
                  </a:lnTo>
                  <a:lnTo>
                    <a:pt x="0" y="501650"/>
                  </a:lnTo>
                  <a:lnTo>
                    <a:pt x="5080" y="501650"/>
                  </a:lnTo>
                  <a:lnTo>
                    <a:pt x="5080" y="496570"/>
                  </a:lnTo>
                  <a:close/>
                </a:path>
                <a:path w="5080" h="516889">
                  <a:moveTo>
                    <a:pt x="5080" y="233680"/>
                  </a:moveTo>
                  <a:lnTo>
                    <a:pt x="0" y="233680"/>
                  </a:lnTo>
                  <a:lnTo>
                    <a:pt x="0" y="495300"/>
                  </a:lnTo>
                  <a:lnTo>
                    <a:pt x="5080" y="495300"/>
                  </a:lnTo>
                  <a:lnTo>
                    <a:pt x="5080" y="233680"/>
                  </a:lnTo>
                  <a:close/>
                </a:path>
              </a:pathLst>
            </a:custGeom>
            <a:solidFill>
              <a:srgbClr val="E4DD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149350" y="2816860"/>
              <a:ext cx="2540" cy="515620"/>
            </a:xfrm>
            <a:custGeom>
              <a:avLst/>
              <a:gdLst/>
              <a:ahLst/>
              <a:cxnLst/>
              <a:rect l="l" t="t" r="r" b="b"/>
              <a:pathLst>
                <a:path w="2540" h="515620">
                  <a:moveTo>
                    <a:pt x="2540" y="109220"/>
                  </a:moveTo>
                  <a:lnTo>
                    <a:pt x="0" y="109220"/>
                  </a:lnTo>
                  <a:lnTo>
                    <a:pt x="0" y="229870"/>
                  </a:lnTo>
                  <a:lnTo>
                    <a:pt x="2540" y="229870"/>
                  </a:lnTo>
                  <a:lnTo>
                    <a:pt x="2540" y="109220"/>
                  </a:lnTo>
                  <a:close/>
                </a:path>
                <a:path w="2540" h="515620">
                  <a:moveTo>
                    <a:pt x="2540" y="106680"/>
                  </a:moveTo>
                  <a:lnTo>
                    <a:pt x="0" y="106680"/>
                  </a:lnTo>
                  <a:lnTo>
                    <a:pt x="0" y="107950"/>
                  </a:lnTo>
                  <a:lnTo>
                    <a:pt x="2540" y="107950"/>
                  </a:lnTo>
                  <a:lnTo>
                    <a:pt x="2540" y="106680"/>
                  </a:lnTo>
                  <a:close/>
                </a:path>
                <a:path w="2540" h="515620">
                  <a:moveTo>
                    <a:pt x="2540" y="102870"/>
                  </a:moveTo>
                  <a:lnTo>
                    <a:pt x="0" y="102870"/>
                  </a:lnTo>
                  <a:lnTo>
                    <a:pt x="0" y="105410"/>
                  </a:lnTo>
                  <a:lnTo>
                    <a:pt x="2540" y="105410"/>
                  </a:lnTo>
                  <a:lnTo>
                    <a:pt x="2540" y="102870"/>
                  </a:lnTo>
                  <a:close/>
                </a:path>
                <a:path w="2540" h="515620">
                  <a:moveTo>
                    <a:pt x="2540" y="100330"/>
                  </a:moveTo>
                  <a:lnTo>
                    <a:pt x="0" y="100330"/>
                  </a:lnTo>
                  <a:lnTo>
                    <a:pt x="0" y="101600"/>
                  </a:lnTo>
                  <a:lnTo>
                    <a:pt x="2540" y="101600"/>
                  </a:lnTo>
                  <a:lnTo>
                    <a:pt x="2540" y="100330"/>
                  </a:lnTo>
                  <a:close/>
                </a:path>
                <a:path w="2540" h="515620">
                  <a:moveTo>
                    <a:pt x="2540" y="96520"/>
                  </a:moveTo>
                  <a:lnTo>
                    <a:pt x="0" y="96520"/>
                  </a:lnTo>
                  <a:lnTo>
                    <a:pt x="0" y="99060"/>
                  </a:lnTo>
                  <a:lnTo>
                    <a:pt x="2540" y="99060"/>
                  </a:lnTo>
                  <a:lnTo>
                    <a:pt x="2540" y="96520"/>
                  </a:lnTo>
                  <a:close/>
                </a:path>
                <a:path w="2540" h="515620">
                  <a:moveTo>
                    <a:pt x="2540" y="93980"/>
                  </a:moveTo>
                  <a:lnTo>
                    <a:pt x="0" y="93980"/>
                  </a:lnTo>
                  <a:lnTo>
                    <a:pt x="0" y="95250"/>
                  </a:lnTo>
                  <a:lnTo>
                    <a:pt x="2540" y="95250"/>
                  </a:lnTo>
                  <a:lnTo>
                    <a:pt x="2540" y="93980"/>
                  </a:lnTo>
                  <a:close/>
                </a:path>
                <a:path w="2540" h="515620">
                  <a:moveTo>
                    <a:pt x="2540" y="90170"/>
                  </a:moveTo>
                  <a:lnTo>
                    <a:pt x="0" y="90170"/>
                  </a:lnTo>
                  <a:lnTo>
                    <a:pt x="0" y="92710"/>
                  </a:lnTo>
                  <a:lnTo>
                    <a:pt x="2540" y="92710"/>
                  </a:lnTo>
                  <a:lnTo>
                    <a:pt x="2540" y="90170"/>
                  </a:lnTo>
                  <a:close/>
                </a:path>
                <a:path w="2540" h="515620">
                  <a:moveTo>
                    <a:pt x="2540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2540" y="88900"/>
                  </a:lnTo>
                  <a:lnTo>
                    <a:pt x="2540" y="87630"/>
                  </a:lnTo>
                  <a:close/>
                </a:path>
                <a:path w="2540" h="515620">
                  <a:moveTo>
                    <a:pt x="2540" y="83820"/>
                  </a:moveTo>
                  <a:lnTo>
                    <a:pt x="0" y="83820"/>
                  </a:lnTo>
                  <a:lnTo>
                    <a:pt x="0" y="86360"/>
                  </a:lnTo>
                  <a:lnTo>
                    <a:pt x="2540" y="86360"/>
                  </a:lnTo>
                  <a:lnTo>
                    <a:pt x="2540" y="83820"/>
                  </a:lnTo>
                  <a:close/>
                </a:path>
                <a:path w="2540" h="515620">
                  <a:moveTo>
                    <a:pt x="2540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2540" y="82550"/>
                  </a:lnTo>
                  <a:lnTo>
                    <a:pt x="2540" y="81280"/>
                  </a:lnTo>
                  <a:close/>
                </a:path>
                <a:path w="2540" h="515620">
                  <a:moveTo>
                    <a:pt x="2540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2540" y="80010"/>
                  </a:lnTo>
                  <a:lnTo>
                    <a:pt x="2540" y="77470"/>
                  </a:lnTo>
                  <a:close/>
                </a:path>
                <a:path w="2540" h="515620">
                  <a:moveTo>
                    <a:pt x="2540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2540" y="76200"/>
                  </a:lnTo>
                  <a:lnTo>
                    <a:pt x="2540" y="74930"/>
                  </a:lnTo>
                  <a:close/>
                </a:path>
                <a:path w="2540" h="515620">
                  <a:moveTo>
                    <a:pt x="2540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2540" y="73660"/>
                  </a:lnTo>
                  <a:lnTo>
                    <a:pt x="2540" y="71120"/>
                  </a:lnTo>
                  <a:close/>
                </a:path>
                <a:path w="2540" h="515620">
                  <a:moveTo>
                    <a:pt x="2540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2540" y="69850"/>
                  </a:lnTo>
                  <a:lnTo>
                    <a:pt x="2540" y="68580"/>
                  </a:lnTo>
                  <a:close/>
                </a:path>
                <a:path w="2540" h="515620">
                  <a:moveTo>
                    <a:pt x="2540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2540" y="67310"/>
                  </a:lnTo>
                  <a:lnTo>
                    <a:pt x="2540" y="64770"/>
                  </a:lnTo>
                  <a:close/>
                </a:path>
                <a:path w="2540" h="515620">
                  <a:moveTo>
                    <a:pt x="254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2540" y="63500"/>
                  </a:lnTo>
                  <a:lnTo>
                    <a:pt x="2540" y="62230"/>
                  </a:lnTo>
                  <a:close/>
                </a:path>
                <a:path w="2540" h="515620">
                  <a:moveTo>
                    <a:pt x="2540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2540" y="60960"/>
                  </a:lnTo>
                  <a:lnTo>
                    <a:pt x="2540" y="58420"/>
                  </a:lnTo>
                  <a:close/>
                </a:path>
                <a:path w="2540" h="515620">
                  <a:moveTo>
                    <a:pt x="2540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2540" y="57150"/>
                  </a:lnTo>
                  <a:lnTo>
                    <a:pt x="2540" y="55880"/>
                  </a:lnTo>
                  <a:close/>
                </a:path>
                <a:path w="2540" h="515620">
                  <a:moveTo>
                    <a:pt x="2540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2540" y="54610"/>
                  </a:lnTo>
                  <a:lnTo>
                    <a:pt x="2540" y="52070"/>
                  </a:lnTo>
                  <a:close/>
                </a:path>
                <a:path w="2540" h="515620">
                  <a:moveTo>
                    <a:pt x="2540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2540" y="50800"/>
                  </a:lnTo>
                  <a:lnTo>
                    <a:pt x="2540" y="49530"/>
                  </a:lnTo>
                  <a:close/>
                </a:path>
                <a:path w="2540" h="515620">
                  <a:moveTo>
                    <a:pt x="2540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2540" y="48260"/>
                  </a:lnTo>
                  <a:lnTo>
                    <a:pt x="2540" y="45720"/>
                  </a:lnTo>
                  <a:close/>
                </a:path>
                <a:path w="2540" h="515620">
                  <a:moveTo>
                    <a:pt x="2540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2540" y="44450"/>
                  </a:lnTo>
                  <a:lnTo>
                    <a:pt x="2540" y="43180"/>
                  </a:lnTo>
                  <a:close/>
                </a:path>
                <a:path w="2540" h="515620">
                  <a:moveTo>
                    <a:pt x="2540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2540" y="41910"/>
                  </a:lnTo>
                  <a:lnTo>
                    <a:pt x="2540" y="39370"/>
                  </a:lnTo>
                  <a:close/>
                </a:path>
                <a:path w="2540" h="515620">
                  <a:moveTo>
                    <a:pt x="2540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2540" y="38100"/>
                  </a:lnTo>
                  <a:lnTo>
                    <a:pt x="2540" y="36830"/>
                  </a:lnTo>
                  <a:close/>
                </a:path>
                <a:path w="2540" h="515620">
                  <a:moveTo>
                    <a:pt x="2540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2540" y="35560"/>
                  </a:lnTo>
                  <a:lnTo>
                    <a:pt x="2540" y="33020"/>
                  </a:lnTo>
                  <a:close/>
                </a:path>
                <a:path w="2540" h="515620">
                  <a:moveTo>
                    <a:pt x="2540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2540" y="31750"/>
                  </a:lnTo>
                  <a:lnTo>
                    <a:pt x="2540" y="30480"/>
                  </a:lnTo>
                  <a:close/>
                </a:path>
                <a:path w="2540" h="515620">
                  <a:moveTo>
                    <a:pt x="2540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2540" y="29210"/>
                  </a:lnTo>
                  <a:lnTo>
                    <a:pt x="2540" y="26670"/>
                  </a:lnTo>
                  <a:close/>
                </a:path>
                <a:path w="2540" h="515620">
                  <a:moveTo>
                    <a:pt x="2540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2540" y="25400"/>
                  </a:lnTo>
                  <a:lnTo>
                    <a:pt x="2540" y="24130"/>
                  </a:lnTo>
                  <a:close/>
                </a:path>
                <a:path w="2540" h="515620">
                  <a:moveTo>
                    <a:pt x="2540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2540" y="22860"/>
                  </a:lnTo>
                  <a:lnTo>
                    <a:pt x="2540" y="20320"/>
                  </a:lnTo>
                  <a:close/>
                </a:path>
                <a:path w="2540" h="515620">
                  <a:moveTo>
                    <a:pt x="2540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2540" y="19050"/>
                  </a:lnTo>
                  <a:lnTo>
                    <a:pt x="2540" y="17780"/>
                  </a:lnTo>
                  <a:close/>
                </a:path>
                <a:path w="2540" h="515620">
                  <a:moveTo>
                    <a:pt x="2540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2540" y="16510"/>
                  </a:lnTo>
                  <a:lnTo>
                    <a:pt x="2540" y="13970"/>
                  </a:lnTo>
                  <a:close/>
                </a:path>
                <a:path w="2540" h="515620">
                  <a:moveTo>
                    <a:pt x="2540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2540" y="12700"/>
                  </a:lnTo>
                  <a:lnTo>
                    <a:pt x="2540" y="11430"/>
                  </a:lnTo>
                  <a:close/>
                </a:path>
                <a:path w="2540" h="515620">
                  <a:moveTo>
                    <a:pt x="2540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2540" y="10160"/>
                  </a:lnTo>
                  <a:lnTo>
                    <a:pt x="2540" y="7620"/>
                  </a:lnTo>
                  <a:close/>
                </a:path>
                <a:path w="2540" h="515620">
                  <a:moveTo>
                    <a:pt x="2540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2540" y="6350"/>
                  </a:lnTo>
                  <a:lnTo>
                    <a:pt x="2540" y="5080"/>
                  </a:lnTo>
                  <a:close/>
                </a:path>
                <a:path w="2540" h="515620">
                  <a:moveTo>
                    <a:pt x="2540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2540" y="3810"/>
                  </a:lnTo>
                  <a:lnTo>
                    <a:pt x="2540" y="0"/>
                  </a:lnTo>
                  <a:close/>
                </a:path>
                <a:path w="2540" h="515620">
                  <a:moveTo>
                    <a:pt x="2540" y="513080"/>
                  </a:moveTo>
                  <a:lnTo>
                    <a:pt x="0" y="513080"/>
                  </a:lnTo>
                  <a:lnTo>
                    <a:pt x="0" y="514350"/>
                  </a:lnTo>
                  <a:lnTo>
                    <a:pt x="1269" y="514350"/>
                  </a:lnTo>
                  <a:lnTo>
                    <a:pt x="1269" y="515620"/>
                  </a:lnTo>
                  <a:lnTo>
                    <a:pt x="2540" y="515620"/>
                  </a:lnTo>
                  <a:lnTo>
                    <a:pt x="2540" y="513080"/>
                  </a:lnTo>
                  <a:close/>
                </a:path>
                <a:path w="2540" h="515620">
                  <a:moveTo>
                    <a:pt x="2540" y="506730"/>
                  </a:moveTo>
                  <a:lnTo>
                    <a:pt x="0" y="506730"/>
                  </a:lnTo>
                  <a:lnTo>
                    <a:pt x="0" y="511810"/>
                  </a:lnTo>
                  <a:lnTo>
                    <a:pt x="2540" y="511810"/>
                  </a:lnTo>
                  <a:lnTo>
                    <a:pt x="2540" y="506730"/>
                  </a:lnTo>
                  <a:close/>
                </a:path>
                <a:path w="2540" h="515620">
                  <a:moveTo>
                    <a:pt x="2540" y="500380"/>
                  </a:moveTo>
                  <a:lnTo>
                    <a:pt x="0" y="500380"/>
                  </a:lnTo>
                  <a:lnTo>
                    <a:pt x="0" y="505460"/>
                  </a:lnTo>
                  <a:lnTo>
                    <a:pt x="2540" y="505460"/>
                  </a:lnTo>
                  <a:lnTo>
                    <a:pt x="2540" y="500380"/>
                  </a:lnTo>
                  <a:close/>
                </a:path>
                <a:path w="2540" h="515620">
                  <a:moveTo>
                    <a:pt x="2540" y="494030"/>
                  </a:moveTo>
                  <a:lnTo>
                    <a:pt x="0" y="494030"/>
                  </a:lnTo>
                  <a:lnTo>
                    <a:pt x="0" y="499110"/>
                  </a:lnTo>
                  <a:lnTo>
                    <a:pt x="2540" y="499110"/>
                  </a:lnTo>
                  <a:lnTo>
                    <a:pt x="2540" y="494030"/>
                  </a:lnTo>
                  <a:close/>
                </a:path>
                <a:path w="2540" h="515620">
                  <a:moveTo>
                    <a:pt x="2540" y="231140"/>
                  </a:moveTo>
                  <a:lnTo>
                    <a:pt x="0" y="231140"/>
                  </a:lnTo>
                  <a:lnTo>
                    <a:pt x="0" y="492760"/>
                  </a:lnTo>
                  <a:lnTo>
                    <a:pt x="2540" y="492760"/>
                  </a:lnTo>
                  <a:lnTo>
                    <a:pt x="2540" y="231140"/>
                  </a:lnTo>
                  <a:close/>
                </a:path>
              </a:pathLst>
            </a:custGeom>
            <a:solidFill>
              <a:srgbClr val="E4DC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151890" y="2816860"/>
              <a:ext cx="3810" cy="519430"/>
            </a:xfrm>
            <a:custGeom>
              <a:avLst/>
              <a:gdLst/>
              <a:ahLst/>
              <a:cxnLst/>
              <a:rect l="l" t="t" r="r" b="b"/>
              <a:pathLst>
                <a:path w="3809" h="519429">
                  <a:moveTo>
                    <a:pt x="3809" y="109220"/>
                  </a:moveTo>
                  <a:lnTo>
                    <a:pt x="0" y="109220"/>
                  </a:lnTo>
                  <a:lnTo>
                    <a:pt x="0" y="229870"/>
                  </a:lnTo>
                  <a:lnTo>
                    <a:pt x="3809" y="229870"/>
                  </a:lnTo>
                  <a:lnTo>
                    <a:pt x="3809" y="109220"/>
                  </a:lnTo>
                  <a:close/>
                </a:path>
                <a:path w="3809" h="519429">
                  <a:moveTo>
                    <a:pt x="3809" y="106680"/>
                  </a:moveTo>
                  <a:lnTo>
                    <a:pt x="0" y="106680"/>
                  </a:lnTo>
                  <a:lnTo>
                    <a:pt x="0" y="107950"/>
                  </a:lnTo>
                  <a:lnTo>
                    <a:pt x="3809" y="107950"/>
                  </a:lnTo>
                  <a:lnTo>
                    <a:pt x="3809" y="106680"/>
                  </a:lnTo>
                  <a:close/>
                </a:path>
                <a:path w="3809" h="519429">
                  <a:moveTo>
                    <a:pt x="3809" y="102870"/>
                  </a:moveTo>
                  <a:lnTo>
                    <a:pt x="0" y="102870"/>
                  </a:lnTo>
                  <a:lnTo>
                    <a:pt x="0" y="105410"/>
                  </a:lnTo>
                  <a:lnTo>
                    <a:pt x="3809" y="105410"/>
                  </a:lnTo>
                  <a:lnTo>
                    <a:pt x="3809" y="102870"/>
                  </a:lnTo>
                  <a:close/>
                </a:path>
                <a:path w="3809" h="519429">
                  <a:moveTo>
                    <a:pt x="3809" y="100330"/>
                  </a:moveTo>
                  <a:lnTo>
                    <a:pt x="0" y="100330"/>
                  </a:lnTo>
                  <a:lnTo>
                    <a:pt x="0" y="101600"/>
                  </a:lnTo>
                  <a:lnTo>
                    <a:pt x="3809" y="101600"/>
                  </a:lnTo>
                  <a:lnTo>
                    <a:pt x="3809" y="100330"/>
                  </a:lnTo>
                  <a:close/>
                </a:path>
                <a:path w="3809" h="519429">
                  <a:moveTo>
                    <a:pt x="3809" y="96520"/>
                  </a:moveTo>
                  <a:lnTo>
                    <a:pt x="0" y="96520"/>
                  </a:lnTo>
                  <a:lnTo>
                    <a:pt x="0" y="99060"/>
                  </a:lnTo>
                  <a:lnTo>
                    <a:pt x="3809" y="99060"/>
                  </a:lnTo>
                  <a:lnTo>
                    <a:pt x="3809" y="96520"/>
                  </a:lnTo>
                  <a:close/>
                </a:path>
                <a:path w="3809" h="519429">
                  <a:moveTo>
                    <a:pt x="3809" y="93980"/>
                  </a:moveTo>
                  <a:lnTo>
                    <a:pt x="0" y="93980"/>
                  </a:lnTo>
                  <a:lnTo>
                    <a:pt x="0" y="95250"/>
                  </a:lnTo>
                  <a:lnTo>
                    <a:pt x="3809" y="95250"/>
                  </a:lnTo>
                  <a:lnTo>
                    <a:pt x="3809" y="93980"/>
                  </a:lnTo>
                  <a:close/>
                </a:path>
                <a:path w="3809" h="519429">
                  <a:moveTo>
                    <a:pt x="3809" y="90170"/>
                  </a:moveTo>
                  <a:lnTo>
                    <a:pt x="0" y="90170"/>
                  </a:lnTo>
                  <a:lnTo>
                    <a:pt x="0" y="92710"/>
                  </a:lnTo>
                  <a:lnTo>
                    <a:pt x="3809" y="92710"/>
                  </a:lnTo>
                  <a:lnTo>
                    <a:pt x="3809" y="90170"/>
                  </a:lnTo>
                  <a:close/>
                </a:path>
                <a:path w="3809" h="519429">
                  <a:moveTo>
                    <a:pt x="3809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3809" y="88900"/>
                  </a:lnTo>
                  <a:lnTo>
                    <a:pt x="3809" y="87630"/>
                  </a:lnTo>
                  <a:close/>
                </a:path>
                <a:path w="3809" h="519429">
                  <a:moveTo>
                    <a:pt x="3809" y="83820"/>
                  </a:moveTo>
                  <a:lnTo>
                    <a:pt x="0" y="83820"/>
                  </a:lnTo>
                  <a:lnTo>
                    <a:pt x="0" y="86360"/>
                  </a:lnTo>
                  <a:lnTo>
                    <a:pt x="3809" y="86360"/>
                  </a:lnTo>
                  <a:lnTo>
                    <a:pt x="3809" y="83820"/>
                  </a:lnTo>
                  <a:close/>
                </a:path>
                <a:path w="3809" h="519429">
                  <a:moveTo>
                    <a:pt x="3809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3809" y="82550"/>
                  </a:lnTo>
                  <a:lnTo>
                    <a:pt x="3809" y="81280"/>
                  </a:lnTo>
                  <a:close/>
                </a:path>
                <a:path w="3809" h="519429">
                  <a:moveTo>
                    <a:pt x="3809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3809" y="80010"/>
                  </a:lnTo>
                  <a:lnTo>
                    <a:pt x="3809" y="77470"/>
                  </a:lnTo>
                  <a:close/>
                </a:path>
                <a:path w="3809" h="519429">
                  <a:moveTo>
                    <a:pt x="3809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3809" y="76200"/>
                  </a:lnTo>
                  <a:lnTo>
                    <a:pt x="3809" y="74930"/>
                  </a:lnTo>
                  <a:close/>
                </a:path>
                <a:path w="3809" h="519429">
                  <a:moveTo>
                    <a:pt x="3809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3809" y="73660"/>
                  </a:lnTo>
                  <a:lnTo>
                    <a:pt x="3809" y="71120"/>
                  </a:lnTo>
                  <a:close/>
                </a:path>
                <a:path w="3809" h="519429">
                  <a:moveTo>
                    <a:pt x="3809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3809" y="69850"/>
                  </a:lnTo>
                  <a:lnTo>
                    <a:pt x="3809" y="68580"/>
                  </a:lnTo>
                  <a:close/>
                </a:path>
                <a:path w="3809" h="519429">
                  <a:moveTo>
                    <a:pt x="3809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3809" y="67310"/>
                  </a:lnTo>
                  <a:lnTo>
                    <a:pt x="3809" y="64770"/>
                  </a:lnTo>
                  <a:close/>
                </a:path>
                <a:path w="3809" h="519429">
                  <a:moveTo>
                    <a:pt x="380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09" y="63500"/>
                  </a:lnTo>
                  <a:lnTo>
                    <a:pt x="3809" y="62230"/>
                  </a:lnTo>
                  <a:close/>
                </a:path>
                <a:path w="3809" h="519429">
                  <a:moveTo>
                    <a:pt x="3809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3809" y="60960"/>
                  </a:lnTo>
                  <a:lnTo>
                    <a:pt x="3809" y="58420"/>
                  </a:lnTo>
                  <a:close/>
                </a:path>
                <a:path w="3809" h="519429">
                  <a:moveTo>
                    <a:pt x="3809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3809" y="57150"/>
                  </a:lnTo>
                  <a:lnTo>
                    <a:pt x="3809" y="55880"/>
                  </a:lnTo>
                  <a:close/>
                </a:path>
                <a:path w="3809" h="519429">
                  <a:moveTo>
                    <a:pt x="3809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3809" y="54610"/>
                  </a:lnTo>
                  <a:lnTo>
                    <a:pt x="3809" y="52070"/>
                  </a:lnTo>
                  <a:close/>
                </a:path>
                <a:path w="3809" h="519429">
                  <a:moveTo>
                    <a:pt x="3809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49530"/>
                  </a:lnTo>
                  <a:close/>
                </a:path>
                <a:path w="3809" h="519429">
                  <a:moveTo>
                    <a:pt x="3809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3809" y="48260"/>
                  </a:lnTo>
                  <a:lnTo>
                    <a:pt x="3809" y="45720"/>
                  </a:lnTo>
                  <a:close/>
                </a:path>
                <a:path w="3809" h="519429">
                  <a:moveTo>
                    <a:pt x="3809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3809" y="44450"/>
                  </a:lnTo>
                  <a:lnTo>
                    <a:pt x="3809" y="43180"/>
                  </a:lnTo>
                  <a:close/>
                </a:path>
                <a:path w="3809" h="519429">
                  <a:moveTo>
                    <a:pt x="3809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39370"/>
                  </a:lnTo>
                  <a:close/>
                </a:path>
                <a:path w="3809" h="519429">
                  <a:moveTo>
                    <a:pt x="3809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3809" y="38100"/>
                  </a:lnTo>
                  <a:lnTo>
                    <a:pt x="3809" y="36830"/>
                  </a:lnTo>
                  <a:close/>
                </a:path>
                <a:path w="3809" h="519429">
                  <a:moveTo>
                    <a:pt x="3809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33020"/>
                  </a:lnTo>
                  <a:close/>
                </a:path>
                <a:path w="3809" h="519429">
                  <a:moveTo>
                    <a:pt x="3809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3809" y="31750"/>
                  </a:lnTo>
                  <a:lnTo>
                    <a:pt x="3809" y="30480"/>
                  </a:lnTo>
                  <a:close/>
                </a:path>
                <a:path w="3809" h="519429">
                  <a:moveTo>
                    <a:pt x="3809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3809" y="29210"/>
                  </a:lnTo>
                  <a:lnTo>
                    <a:pt x="3809" y="26670"/>
                  </a:lnTo>
                  <a:close/>
                </a:path>
                <a:path w="3809" h="519429">
                  <a:moveTo>
                    <a:pt x="3809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3809" y="25400"/>
                  </a:lnTo>
                  <a:lnTo>
                    <a:pt x="3809" y="24130"/>
                  </a:lnTo>
                  <a:close/>
                </a:path>
                <a:path w="3809" h="519429">
                  <a:moveTo>
                    <a:pt x="3809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20320"/>
                  </a:lnTo>
                  <a:close/>
                </a:path>
                <a:path w="3809" h="519429">
                  <a:moveTo>
                    <a:pt x="3809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3809" y="19050"/>
                  </a:lnTo>
                  <a:lnTo>
                    <a:pt x="3809" y="17780"/>
                  </a:lnTo>
                  <a:close/>
                </a:path>
                <a:path w="3809" h="519429">
                  <a:moveTo>
                    <a:pt x="3809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3970"/>
                  </a:lnTo>
                  <a:close/>
                </a:path>
                <a:path w="3809" h="519429">
                  <a:moveTo>
                    <a:pt x="3809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3809" y="12700"/>
                  </a:lnTo>
                  <a:lnTo>
                    <a:pt x="3809" y="11430"/>
                  </a:lnTo>
                  <a:close/>
                </a:path>
                <a:path w="3809" h="519429">
                  <a:moveTo>
                    <a:pt x="3809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7620"/>
                  </a:lnTo>
                  <a:close/>
                </a:path>
                <a:path w="3809" h="519429">
                  <a:moveTo>
                    <a:pt x="3809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5080"/>
                  </a:lnTo>
                  <a:close/>
                </a:path>
                <a:path w="3809" h="519429">
                  <a:moveTo>
                    <a:pt x="126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40" y="3810"/>
                  </a:lnTo>
                  <a:lnTo>
                    <a:pt x="2540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3809" h="519429">
                  <a:moveTo>
                    <a:pt x="3809" y="513080"/>
                  </a:moveTo>
                  <a:lnTo>
                    <a:pt x="0" y="513080"/>
                  </a:lnTo>
                  <a:lnTo>
                    <a:pt x="0" y="516890"/>
                  </a:lnTo>
                  <a:lnTo>
                    <a:pt x="1269" y="516890"/>
                  </a:lnTo>
                  <a:lnTo>
                    <a:pt x="1269" y="519430"/>
                  </a:lnTo>
                  <a:lnTo>
                    <a:pt x="3809" y="519430"/>
                  </a:lnTo>
                  <a:lnTo>
                    <a:pt x="3809" y="513080"/>
                  </a:lnTo>
                  <a:close/>
                </a:path>
                <a:path w="3809" h="519429">
                  <a:moveTo>
                    <a:pt x="3809" y="506730"/>
                  </a:moveTo>
                  <a:lnTo>
                    <a:pt x="0" y="506730"/>
                  </a:lnTo>
                  <a:lnTo>
                    <a:pt x="0" y="511810"/>
                  </a:lnTo>
                  <a:lnTo>
                    <a:pt x="3809" y="511810"/>
                  </a:lnTo>
                  <a:lnTo>
                    <a:pt x="3809" y="506730"/>
                  </a:lnTo>
                  <a:close/>
                </a:path>
                <a:path w="3809" h="519429">
                  <a:moveTo>
                    <a:pt x="3809" y="500380"/>
                  </a:moveTo>
                  <a:lnTo>
                    <a:pt x="0" y="500380"/>
                  </a:lnTo>
                  <a:lnTo>
                    <a:pt x="0" y="505460"/>
                  </a:lnTo>
                  <a:lnTo>
                    <a:pt x="3809" y="505460"/>
                  </a:lnTo>
                  <a:lnTo>
                    <a:pt x="3809" y="500380"/>
                  </a:lnTo>
                  <a:close/>
                </a:path>
                <a:path w="3809" h="519429">
                  <a:moveTo>
                    <a:pt x="3809" y="494030"/>
                  </a:moveTo>
                  <a:lnTo>
                    <a:pt x="0" y="494030"/>
                  </a:lnTo>
                  <a:lnTo>
                    <a:pt x="0" y="499110"/>
                  </a:lnTo>
                  <a:lnTo>
                    <a:pt x="3809" y="499110"/>
                  </a:lnTo>
                  <a:lnTo>
                    <a:pt x="3809" y="494030"/>
                  </a:lnTo>
                  <a:close/>
                </a:path>
                <a:path w="3809" h="519429">
                  <a:moveTo>
                    <a:pt x="3809" y="231140"/>
                  </a:moveTo>
                  <a:lnTo>
                    <a:pt x="0" y="231140"/>
                  </a:lnTo>
                  <a:lnTo>
                    <a:pt x="0" y="492760"/>
                  </a:lnTo>
                  <a:lnTo>
                    <a:pt x="3809" y="492760"/>
                  </a:lnTo>
                  <a:lnTo>
                    <a:pt x="3809" y="231140"/>
                  </a:lnTo>
                  <a:close/>
                </a:path>
              </a:pathLst>
            </a:custGeom>
            <a:solidFill>
              <a:srgbClr val="E3DB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155700" y="2820669"/>
              <a:ext cx="3810" cy="518159"/>
            </a:xfrm>
            <a:custGeom>
              <a:avLst/>
              <a:gdLst/>
              <a:ahLst/>
              <a:cxnLst/>
              <a:rect l="l" t="t" r="r" b="b"/>
              <a:pathLst>
                <a:path w="3809" h="518160">
                  <a:moveTo>
                    <a:pt x="3809" y="105410"/>
                  </a:moveTo>
                  <a:lnTo>
                    <a:pt x="0" y="105410"/>
                  </a:lnTo>
                  <a:lnTo>
                    <a:pt x="0" y="226060"/>
                  </a:lnTo>
                  <a:lnTo>
                    <a:pt x="3809" y="226060"/>
                  </a:lnTo>
                  <a:lnTo>
                    <a:pt x="3809" y="105410"/>
                  </a:lnTo>
                  <a:close/>
                </a:path>
                <a:path w="3809" h="518160">
                  <a:moveTo>
                    <a:pt x="3809" y="102870"/>
                  </a:moveTo>
                  <a:lnTo>
                    <a:pt x="0" y="102870"/>
                  </a:lnTo>
                  <a:lnTo>
                    <a:pt x="0" y="104139"/>
                  </a:lnTo>
                  <a:lnTo>
                    <a:pt x="3809" y="104139"/>
                  </a:lnTo>
                  <a:lnTo>
                    <a:pt x="3809" y="102870"/>
                  </a:lnTo>
                  <a:close/>
                </a:path>
                <a:path w="3809" h="518160">
                  <a:moveTo>
                    <a:pt x="3809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3809" y="101600"/>
                  </a:lnTo>
                  <a:lnTo>
                    <a:pt x="3809" y="99060"/>
                  </a:lnTo>
                  <a:close/>
                </a:path>
                <a:path w="3809" h="518160">
                  <a:moveTo>
                    <a:pt x="3809" y="96520"/>
                  </a:moveTo>
                  <a:lnTo>
                    <a:pt x="0" y="96520"/>
                  </a:lnTo>
                  <a:lnTo>
                    <a:pt x="0" y="97789"/>
                  </a:lnTo>
                  <a:lnTo>
                    <a:pt x="3809" y="97789"/>
                  </a:lnTo>
                  <a:lnTo>
                    <a:pt x="3809" y="96520"/>
                  </a:lnTo>
                  <a:close/>
                </a:path>
                <a:path w="3809" h="518160">
                  <a:moveTo>
                    <a:pt x="3809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3809" y="95250"/>
                  </a:lnTo>
                  <a:lnTo>
                    <a:pt x="3809" y="92710"/>
                  </a:lnTo>
                  <a:close/>
                </a:path>
                <a:path w="3809" h="518160">
                  <a:moveTo>
                    <a:pt x="3809" y="90170"/>
                  </a:moveTo>
                  <a:lnTo>
                    <a:pt x="0" y="90170"/>
                  </a:lnTo>
                  <a:lnTo>
                    <a:pt x="0" y="91439"/>
                  </a:lnTo>
                  <a:lnTo>
                    <a:pt x="3809" y="91439"/>
                  </a:lnTo>
                  <a:lnTo>
                    <a:pt x="3809" y="90170"/>
                  </a:lnTo>
                  <a:close/>
                </a:path>
                <a:path w="3809" h="518160">
                  <a:moveTo>
                    <a:pt x="3809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3809" y="88900"/>
                  </a:lnTo>
                  <a:lnTo>
                    <a:pt x="3809" y="86360"/>
                  </a:lnTo>
                  <a:close/>
                </a:path>
                <a:path w="3809" h="518160">
                  <a:moveTo>
                    <a:pt x="3809" y="83820"/>
                  </a:moveTo>
                  <a:lnTo>
                    <a:pt x="0" y="83820"/>
                  </a:lnTo>
                  <a:lnTo>
                    <a:pt x="0" y="85089"/>
                  </a:lnTo>
                  <a:lnTo>
                    <a:pt x="3809" y="85089"/>
                  </a:lnTo>
                  <a:lnTo>
                    <a:pt x="3809" y="83820"/>
                  </a:lnTo>
                  <a:close/>
                </a:path>
                <a:path w="3809" h="518160">
                  <a:moveTo>
                    <a:pt x="3809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3809" y="82550"/>
                  </a:lnTo>
                  <a:lnTo>
                    <a:pt x="3809" y="80010"/>
                  </a:lnTo>
                  <a:close/>
                </a:path>
                <a:path w="3809" h="518160">
                  <a:moveTo>
                    <a:pt x="3809" y="77470"/>
                  </a:moveTo>
                  <a:lnTo>
                    <a:pt x="0" y="77470"/>
                  </a:lnTo>
                  <a:lnTo>
                    <a:pt x="0" y="78739"/>
                  </a:lnTo>
                  <a:lnTo>
                    <a:pt x="3809" y="78739"/>
                  </a:lnTo>
                  <a:lnTo>
                    <a:pt x="3809" y="77470"/>
                  </a:lnTo>
                  <a:close/>
                </a:path>
                <a:path w="3809" h="518160">
                  <a:moveTo>
                    <a:pt x="3809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3809" y="76200"/>
                  </a:lnTo>
                  <a:lnTo>
                    <a:pt x="3809" y="73660"/>
                  </a:lnTo>
                  <a:close/>
                </a:path>
                <a:path w="3809" h="518160">
                  <a:moveTo>
                    <a:pt x="3809" y="71120"/>
                  </a:moveTo>
                  <a:lnTo>
                    <a:pt x="0" y="71120"/>
                  </a:lnTo>
                  <a:lnTo>
                    <a:pt x="0" y="72389"/>
                  </a:lnTo>
                  <a:lnTo>
                    <a:pt x="3809" y="72389"/>
                  </a:lnTo>
                  <a:lnTo>
                    <a:pt x="3809" y="71120"/>
                  </a:lnTo>
                  <a:close/>
                </a:path>
                <a:path w="3809" h="518160">
                  <a:moveTo>
                    <a:pt x="3809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3809" y="69850"/>
                  </a:lnTo>
                  <a:lnTo>
                    <a:pt x="3809" y="67310"/>
                  </a:lnTo>
                  <a:close/>
                </a:path>
                <a:path w="3809" h="518160">
                  <a:moveTo>
                    <a:pt x="3809" y="64770"/>
                  </a:moveTo>
                  <a:lnTo>
                    <a:pt x="0" y="64770"/>
                  </a:lnTo>
                  <a:lnTo>
                    <a:pt x="0" y="66039"/>
                  </a:lnTo>
                  <a:lnTo>
                    <a:pt x="3809" y="66039"/>
                  </a:lnTo>
                  <a:lnTo>
                    <a:pt x="3809" y="64770"/>
                  </a:lnTo>
                  <a:close/>
                </a:path>
                <a:path w="3809" h="518160">
                  <a:moveTo>
                    <a:pt x="3809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3809" y="63500"/>
                  </a:lnTo>
                  <a:lnTo>
                    <a:pt x="3809" y="60960"/>
                  </a:lnTo>
                  <a:close/>
                </a:path>
                <a:path w="3809" h="518160">
                  <a:moveTo>
                    <a:pt x="3809" y="58420"/>
                  </a:moveTo>
                  <a:lnTo>
                    <a:pt x="0" y="58420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8420"/>
                  </a:lnTo>
                  <a:close/>
                </a:path>
                <a:path w="3809" h="518160">
                  <a:moveTo>
                    <a:pt x="3809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3809" y="57150"/>
                  </a:lnTo>
                  <a:lnTo>
                    <a:pt x="3809" y="54610"/>
                  </a:lnTo>
                  <a:close/>
                </a:path>
                <a:path w="3809" h="518160">
                  <a:moveTo>
                    <a:pt x="3809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2070"/>
                  </a:lnTo>
                  <a:close/>
                </a:path>
                <a:path w="3809" h="518160">
                  <a:moveTo>
                    <a:pt x="3809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48260"/>
                  </a:lnTo>
                  <a:close/>
                </a:path>
                <a:path w="3809" h="518160">
                  <a:moveTo>
                    <a:pt x="3809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5720"/>
                  </a:lnTo>
                  <a:close/>
                </a:path>
                <a:path w="3809" h="518160">
                  <a:moveTo>
                    <a:pt x="3809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3809" y="44450"/>
                  </a:lnTo>
                  <a:lnTo>
                    <a:pt x="3809" y="41910"/>
                  </a:lnTo>
                  <a:close/>
                </a:path>
                <a:path w="3809" h="518160">
                  <a:moveTo>
                    <a:pt x="3809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9370"/>
                  </a:lnTo>
                  <a:close/>
                </a:path>
                <a:path w="3809" h="518160">
                  <a:moveTo>
                    <a:pt x="3809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3809" y="38100"/>
                  </a:lnTo>
                  <a:lnTo>
                    <a:pt x="3809" y="35560"/>
                  </a:lnTo>
                  <a:close/>
                </a:path>
                <a:path w="3809" h="518160">
                  <a:moveTo>
                    <a:pt x="3809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33020"/>
                  </a:lnTo>
                  <a:close/>
                </a:path>
                <a:path w="3809" h="518160">
                  <a:moveTo>
                    <a:pt x="3809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3809" y="31750"/>
                  </a:lnTo>
                  <a:lnTo>
                    <a:pt x="3809" y="29210"/>
                  </a:lnTo>
                  <a:close/>
                </a:path>
                <a:path w="3809" h="518160">
                  <a:moveTo>
                    <a:pt x="3809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6670"/>
                  </a:lnTo>
                  <a:close/>
                </a:path>
                <a:path w="3809" h="518160">
                  <a:moveTo>
                    <a:pt x="3809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3809" y="25400"/>
                  </a:lnTo>
                  <a:lnTo>
                    <a:pt x="3809" y="22860"/>
                  </a:lnTo>
                  <a:close/>
                </a:path>
                <a:path w="3809" h="518160">
                  <a:moveTo>
                    <a:pt x="3809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20320"/>
                  </a:lnTo>
                  <a:close/>
                </a:path>
                <a:path w="3809" h="518160">
                  <a:moveTo>
                    <a:pt x="3809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3809" y="19050"/>
                  </a:lnTo>
                  <a:lnTo>
                    <a:pt x="3809" y="16510"/>
                  </a:lnTo>
                  <a:close/>
                </a:path>
                <a:path w="3809" h="518160">
                  <a:moveTo>
                    <a:pt x="3809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3970"/>
                  </a:lnTo>
                  <a:close/>
                </a:path>
                <a:path w="3809" h="518160">
                  <a:moveTo>
                    <a:pt x="3809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3809" y="12700"/>
                  </a:lnTo>
                  <a:lnTo>
                    <a:pt x="3809" y="10160"/>
                  </a:lnTo>
                  <a:close/>
                </a:path>
                <a:path w="3809" h="518160">
                  <a:moveTo>
                    <a:pt x="3809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7620"/>
                  </a:lnTo>
                  <a:close/>
                </a:path>
                <a:path w="3809" h="518160">
                  <a:moveTo>
                    <a:pt x="3809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3810"/>
                  </a:lnTo>
                  <a:close/>
                </a:path>
                <a:path w="3809" h="518160">
                  <a:moveTo>
                    <a:pt x="3809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0" y="127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09" h="518160">
                  <a:moveTo>
                    <a:pt x="3809" y="515620"/>
                  </a:moveTo>
                  <a:lnTo>
                    <a:pt x="1269" y="515620"/>
                  </a:lnTo>
                  <a:lnTo>
                    <a:pt x="1269" y="516890"/>
                  </a:lnTo>
                  <a:lnTo>
                    <a:pt x="2540" y="516890"/>
                  </a:lnTo>
                  <a:lnTo>
                    <a:pt x="2540" y="518160"/>
                  </a:lnTo>
                  <a:lnTo>
                    <a:pt x="3809" y="518160"/>
                  </a:lnTo>
                  <a:lnTo>
                    <a:pt x="3809" y="515620"/>
                  </a:lnTo>
                  <a:close/>
                </a:path>
                <a:path w="3809" h="518160">
                  <a:moveTo>
                    <a:pt x="3809" y="509270"/>
                  </a:moveTo>
                  <a:lnTo>
                    <a:pt x="0" y="509270"/>
                  </a:lnTo>
                  <a:lnTo>
                    <a:pt x="0" y="514350"/>
                  </a:lnTo>
                  <a:lnTo>
                    <a:pt x="3809" y="514350"/>
                  </a:lnTo>
                  <a:lnTo>
                    <a:pt x="3809" y="509270"/>
                  </a:lnTo>
                  <a:close/>
                </a:path>
                <a:path w="3809" h="518160">
                  <a:moveTo>
                    <a:pt x="3809" y="502920"/>
                  </a:moveTo>
                  <a:lnTo>
                    <a:pt x="0" y="502920"/>
                  </a:lnTo>
                  <a:lnTo>
                    <a:pt x="0" y="508000"/>
                  </a:lnTo>
                  <a:lnTo>
                    <a:pt x="3809" y="508000"/>
                  </a:lnTo>
                  <a:lnTo>
                    <a:pt x="3809" y="502920"/>
                  </a:lnTo>
                  <a:close/>
                </a:path>
                <a:path w="3809" h="518160">
                  <a:moveTo>
                    <a:pt x="3809" y="496570"/>
                  </a:moveTo>
                  <a:lnTo>
                    <a:pt x="0" y="496570"/>
                  </a:lnTo>
                  <a:lnTo>
                    <a:pt x="0" y="501650"/>
                  </a:lnTo>
                  <a:lnTo>
                    <a:pt x="3809" y="501650"/>
                  </a:lnTo>
                  <a:lnTo>
                    <a:pt x="3809" y="496570"/>
                  </a:lnTo>
                  <a:close/>
                </a:path>
                <a:path w="3809" h="518160">
                  <a:moveTo>
                    <a:pt x="3809" y="490220"/>
                  </a:moveTo>
                  <a:lnTo>
                    <a:pt x="0" y="490220"/>
                  </a:lnTo>
                  <a:lnTo>
                    <a:pt x="0" y="495300"/>
                  </a:lnTo>
                  <a:lnTo>
                    <a:pt x="3809" y="495300"/>
                  </a:lnTo>
                  <a:lnTo>
                    <a:pt x="3809" y="490220"/>
                  </a:lnTo>
                  <a:close/>
                </a:path>
                <a:path w="3809" h="518160">
                  <a:moveTo>
                    <a:pt x="3809" y="227330"/>
                  </a:moveTo>
                  <a:lnTo>
                    <a:pt x="0" y="227330"/>
                  </a:lnTo>
                  <a:lnTo>
                    <a:pt x="0" y="488950"/>
                  </a:lnTo>
                  <a:lnTo>
                    <a:pt x="3809" y="488950"/>
                  </a:lnTo>
                  <a:lnTo>
                    <a:pt x="3809" y="227330"/>
                  </a:lnTo>
                  <a:close/>
                </a:path>
              </a:pathLst>
            </a:custGeom>
            <a:solidFill>
              <a:srgbClr val="E2DA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159509" y="2823210"/>
              <a:ext cx="3810" cy="519430"/>
            </a:xfrm>
            <a:custGeom>
              <a:avLst/>
              <a:gdLst/>
              <a:ahLst/>
              <a:cxnLst/>
              <a:rect l="l" t="t" r="r" b="b"/>
              <a:pathLst>
                <a:path w="3809" h="519429">
                  <a:moveTo>
                    <a:pt x="3809" y="102870"/>
                  </a:moveTo>
                  <a:lnTo>
                    <a:pt x="0" y="102870"/>
                  </a:lnTo>
                  <a:lnTo>
                    <a:pt x="0" y="223520"/>
                  </a:lnTo>
                  <a:lnTo>
                    <a:pt x="3809" y="223520"/>
                  </a:lnTo>
                  <a:lnTo>
                    <a:pt x="3809" y="102870"/>
                  </a:lnTo>
                  <a:close/>
                </a:path>
                <a:path w="3809" h="519429">
                  <a:moveTo>
                    <a:pt x="3809" y="100330"/>
                  </a:moveTo>
                  <a:lnTo>
                    <a:pt x="0" y="100330"/>
                  </a:lnTo>
                  <a:lnTo>
                    <a:pt x="0" y="101600"/>
                  </a:lnTo>
                  <a:lnTo>
                    <a:pt x="3809" y="101600"/>
                  </a:lnTo>
                  <a:lnTo>
                    <a:pt x="3809" y="100330"/>
                  </a:lnTo>
                  <a:close/>
                </a:path>
                <a:path w="3809" h="519429">
                  <a:moveTo>
                    <a:pt x="3809" y="96520"/>
                  </a:moveTo>
                  <a:lnTo>
                    <a:pt x="0" y="96520"/>
                  </a:lnTo>
                  <a:lnTo>
                    <a:pt x="0" y="99060"/>
                  </a:lnTo>
                  <a:lnTo>
                    <a:pt x="3809" y="99060"/>
                  </a:lnTo>
                  <a:lnTo>
                    <a:pt x="3809" y="96520"/>
                  </a:lnTo>
                  <a:close/>
                </a:path>
                <a:path w="3809" h="519429">
                  <a:moveTo>
                    <a:pt x="3809" y="93980"/>
                  </a:moveTo>
                  <a:lnTo>
                    <a:pt x="0" y="93980"/>
                  </a:lnTo>
                  <a:lnTo>
                    <a:pt x="0" y="95250"/>
                  </a:lnTo>
                  <a:lnTo>
                    <a:pt x="3809" y="95250"/>
                  </a:lnTo>
                  <a:lnTo>
                    <a:pt x="3809" y="93980"/>
                  </a:lnTo>
                  <a:close/>
                </a:path>
                <a:path w="3809" h="519429">
                  <a:moveTo>
                    <a:pt x="3809" y="90170"/>
                  </a:moveTo>
                  <a:lnTo>
                    <a:pt x="0" y="90170"/>
                  </a:lnTo>
                  <a:lnTo>
                    <a:pt x="0" y="92710"/>
                  </a:lnTo>
                  <a:lnTo>
                    <a:pt x="3809" y="92710"/>
                  </a:lnTo>
                  <a:lnTo>
                    <a:pt x="3809" y="90170"/>
                  </a:lnTo>
                  <a:close/>
                </a:path>
                <a:path w="3809" h="519429">
                  <a:moveTo>
                    <a:pt x="3809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3809" y="88900"/>
                  </a:lnTo>
                  <a:lnTo>
                    <a:pt x="3809" y="87630"/>
                  </a:lnTo>
                  <a:close/>
                </a:path>
                <a:path w="3809" h="519429">
                  <a:moveTo>
                    <a:pt x="3809" y="83820"/>
                  </a:moveTo>
                  <a:lnTo>
                    <a:pt x="0" y="83820"/>
                  </a:lnTo>
                  <a:lnTo>
                    <a:pt x="0" y="86360"/>
                  </a:lnTo>
                  <a:lnTo>
                    <a:pt x="3809" y="86360"/>
                  </a:lnTo>
                  <a:lnTo>
                    <a:pt x="3809" y="83820"/>
                  </a:lnTo>
                  <a:close/>
                </a:path>
                <a:path w="3809" h="519429">
                  <a:moveTo>
                    <a:pt x="3809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3809" y="82550"/>
                  </a:lnTo>
                  <a:lnTo>
                    <a:pt x="3809" y="81280"/>
                  </a:lnTo>
                  <a:close/>
                </a:path>
                <a:path w="3809" h="519429">
                  <a:moveTo>
                    <a:pt x="3809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3809" y="80010"/>
                  </a:lnTo>
                  <a:lnTo>
                    <a:pt x="3809" y="77470"/>
                  </a:lnTo>
                  <a:close/>
                </a:path>
                <a:path w="3809" h="519429">
                  <a:moveTo>
                    <a:pt x="3809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3809" y="76200"/>
                  </a:lnTo>
                  <a:lnTo>
                    <a:pt x="3809" y="74930"/>
                  </a:lnTo>
                  <a:close/>
                </a:path>
                <a:path w="3809" h="519429">
                  <a:moveTo>
                    <a:pt x="3809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3809" y="73660"/>
                  </a:lnTo>
                  <a:lnTo>
                    <a:pt x="3809" y="71120"/>
                  </a:lnTo>
                  <a:close/>
                </a:path>
                <a:path w="3809" h="519429">
                  <a:moveTo>
                    <a:pt x="3809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3809" y="69850"/>
                  </a:lnTo>
                  <a:lnTo>
                    <a:pt x="3809" y="68580"/>
                  </a:lnTo>
                  <a:close/>
                </a:path>
                <a:path w="3809" h="519429">
                  <a:moveTo>
                    <a:pt x="3809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3809" y="67310"/>
                  </a:lnTo>
                  <a:lnTo>
                    <a:pt x="3809" y="64770"/>
                  </a:lnTo>
                  <a:close/>
                </a:path>
                <a:path w="3809" h="519429">
                  <a:moveTo>
                    <a:pt x="380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09" y="63500"/>
                  </a:lnTo>
                  <a:lnTo>
                    <a:pt x="3809" y="62230"/>
                  </a:lnTo>
                  <a:close/>
                </a:path>
                <a:path w="3809" h="519429">
                  <a:moveTo>
                    <a:pt x="3809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3809" y="60960"/>
                  </a:lnTo>
                  <a:lnTo>
                    <a:pt x="3809" y="58420"/>
                  </a:lnTo>
                  <a:close/>
                </a:path>
                <a:path w="3809" h="519429">
                  <a:moveTo>
                    <a:pt x="3809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3809" y="57150"/>
                  </a:lnTo>
                  <a:lnTo>
                    <a:pt x="3809" y="55880"/>
                  </a:lnTo>
                  <a:close/>
                </a:path>
                <a:path w="3809" h="519429">
                  <a:moveTo>
                    <a:pt x="3809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3809" y="54610"/>
                  </a:lnTo>
                  <a:lnTo>
                    <a:pt x="3809" y="52070"/>
                  </a:lnTo>
                  <a:close/>
                </a:path>
                <a:path w="3809" h="519429">
                  <a:moveTo>
                    <a:pt x="3809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49530"/>
                  </a:lnTo>
                  <a:close/>
                </a:path>
                <a:path w="3809" h="519429">
                  <a:moveTo>
                    <a:pt x="3809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3809" y="48260"/>
                  </a:lnTo>
                  <a:lnTo>
                    <a:pt x="3809" y="45720"/>
                  </a:lnTo>
                  <a:close/>
                </a:path>
                <a:path w="3809" h="519429">
                  <a:moveTo>
                    <a:pt x="3809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3809" y="44450"/>
                  </a:lnTo>
                  <a:lnTo>
                    <a:pt x="3809" y="43180"/>
                  </a:lnTo>
                  <a:close/>
                </a:path>
                <a:path w="3809" h="519429">
                  <a:moveTo>
                    <a:pt x="3809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39370"/>
                  </a:lnTo>
                  <a:close/>
                </a:path>
                <a:path w="3809" h="519429">
                  <a:moveTo>
                    <a:pt x="3809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3809" y="38100"/>
                  </a:lnTo>
                  <a:lnTo>
                    <a:pt x="3809" y="36830"/>
                  </a:lnTo>
                  <a:close/>
                </a:path>
                <a:path w="3809" h="519429">
                  <a:moveTo>
                    <a:pt x="3809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33020"/>
                  </a:lnTo>
                  <a:close/>
                </a:path>
                <a:path w="3809" h="519429">
                  <a:moveTo>
                    <a:pt x="3809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3809" y="31750"/>
                  </a:lnTo>
                  <a:lnTo>
                    <a:pt x="3809" y="30480"/>
                  </a:lnTo>
                  <a:close/>
                </a:path>
                <a:path w="3809" h="519429">
                  <a:moveTo>
                    <a:pt x="3809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3809" y="29210"/>
                  </a:lnTo>
                  <a:lnTo>
                    <a:pt x="3809" y="26670"/>
                  </a:lnTo>
                  <a:close/>
                </a:path>
                <a:path w="3809" h="519429">
                  <a:moveTo>
                    <a:pt x="3809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3809" y="25400"/>
                  </a:lnTo>
                  <a:lnTo>
                    <a:pt x="3809" y="24130"/>
                  </a:lnTo>
                  <a:close/>
                </a:path>
                <a:path w="3809" h="519429">
                  <a:moveTo>
                    <a:pt x="3809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20320"/>
                  </a:lnTo>
                  <a:close/>
                </a:path>
                <a:path w="3809" h="519429">
                  <a:moveTo>
                    <a:pt x="3809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3809" y="19050"/>
                  </a:lnTo>
                  <a:lnTo>
                    <a:pt x="3809" y="17780"/>
                  </a:lnTo>
                  <a:close/>
                </a:path>
                <a:path w="3809" h="519429">
                  <a:moveTo>
                    <a:pt x="3809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3970"/>
                  </a:lnTo>
                  <a:close/>
                </a:path>
                <a:path w="3809" h="519429">
                  <a:moveTo>
                    <a:pt x="3809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3809" y="12700"/>
                  </a:lnTo>
                  <a:lnTo>
                    <a:pt x="3809" y="11430"/>
                  </a:lnTo>
                  <a:close/>
                </a:path>
                <a:path w="3809" h="519429">
                  <a:moveTo>
                    <a:pt x="3809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7620"/>
                  </a:lnTo>
                  <a:close/>
                </a:path>
                <a:path w="3809" h="519429">
                  <a:moveTo>
                    <a:pt x="3809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5080"/>
                  </a:lnTo>
                  <a:close/>
                </a:path>
                <a:path w="3809" h="519429">
                  <a:moveTo>
                    <a:pt x="3809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09" h="519429">
                  <a:moveTo>
                    <a:pt x="3809" y="513080"/>
                  </a:moveTo>
                  <a:lnTo>
                    <a:pt x="0" y="513080"/>
                  </a:lnTo>
                  <a:lnTo>
                    <a:pt x="0" y="515620"/>
                  </a:lnTo>
                  <a:lnTo>
                    <a:pt x="1270" y="515620"/>
                  </a:lnTo>
                  <a:lnTo>
                    <a:pt x="1270" y="516890"/>
                  </a:lnTo>
                  <a:lnTo>
                    <a:pt x="2540" y="516890"/>
                  </a:lnTo>
                  <a:lnTo>
                    <a:pt x="2540" y="519430"/>
                  </a:lnTo>
                  <a:lnTo>
                    <a:pt x="3809" y="519430"/>
                  </a:lnTo>
                  <a:lnTo>
                    <a:pt x="3809" y="513080"/>
                  </a:lnTo>
                  <a:close/>
                </a:path>
                <a:path w="3809" h="519429">
                  <a:moveTo>
                    <a:pt x="3809" y="506730"/>
                  </a:moveTo>
                  <a:lnTo>
                    <a:pt x="0" y="506730"/>
                  </a:lnTo>
                  <a:lnTo>
                    <a:pt x="0" y="511810"/>
                  </a:lnTo>
                  <a:lnTo>
                    <a:pt x="3809" y="511810"/>
                  </a:lnTo>
                  <a:lnTo>
                    <a:pt x="3809" y="506730"/>
                  </a:lnTo>
                  <a:close/>
                </a:path>
                <a:path w="3809" h="519429">
                  <a:moveTo>
                    <a:pt x="3809" y="500380"/>
                  </a:moveTo>
                  <a:lnTo>
                    <a:pt x="0" y="500380"/>
                  </a:lnTo>
                  <a:lnTo>
                    <a:pt x="0" y="505460"/>
                  </a:lnTo>
                  <a:lnTo>
                    <a:pt x="3809" y="505460"/>
                  </a:lnTo>
                  <a:lnTo>
                    <a:pt x="3809" y="500380"/>
                  </a:lnTo>
                  <a:close/>
                </a:path>
                <a:path w="3809" h="519429">
                  <a:moveTo>
                    <a:pt x="3809" y="494030"/>
                  </a:moveTo>
                  <a:lnTo>
                    <a:pt x="0" y="494030"/>
                  </a:lnTo>
                  <a:lnTo>
                    <a:pt x="0" y="499110"/>
                  </a:lnTo>
                  <a:lnTo>
                    <a:pt x="3809" y="499110"/>
                  </a:lnTo>
                  <a:lnTo>
                    <a:pt x="3809" y="494030"/>
                  </a:lnTo>
                  <a:close/>
                </a:path>
                <a:path w="3809" h="519429">
                  <a:moveTo>
                    <a:pt x="3809" y="487680"/>
                  </a:moveTo>
                  <a:lnTo>
                    <a:pt x="0" y="487680"/>
                  </a:lnTo>
                  <a:lnTo>
                    <a:pt x="0" y="492760"/>
                  </a:lnTo>
                  <a:lnTo>
                    <a:pt x="3809" y="492760"/>
                  </a:lnTo>
                  <a:lnTo>
                    <a:pt x="3809" y="487680"/>
                  </a:lnTo>
                  <a:close/>
                </a:path>
                <a:path w="3809" h="519429">
                  <a:moveTo>
                    <a:pt x="3809" y="224790"/>
                  </a:moveTo>
                  <a:lnTo>
                    <a:pt x="0" y="224790"/>
                  </a:lnTo>
                  <a:lnTo>
                    <a:pt x="0" y="486410"/>
                  </a:lnTo>
                  <a:lnTo>
                    <a:pt x="3809" y="486410"/>
                  </a:lnTo>
                  <a:lnTo>
                    <a:pt x="3809" y="224790"/>
                  </a:lnTo>
                  <a:close/>
                </a:path>
              </a:pathLst>
            </a:custGeom>
            <a:solidFill>
              <a:srgbClr val="E1D9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163320" y="2824479"/>
              <a:ext cx="3810" cy="519430"/>
            </a:xfrm>
            <a:custGeom>
              <a:avLst/>
              <a:gdLst/>
              <a:ahLst/>
              <a:cxnLst/>
              <a:rect l="l" t="t" r="r" b="b"/>
              <a:pathLst>
                <a:path w="3809" h="519429">
                  <a:moveTo>
                    <a:pt x="254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540" y="2540"/>
                  </a:lnTo>
                  <a:lnTo>
                    <a:pt x="2540" y="0"/>
                  </a:lnTo>
                  <a:close/>
                </a:path>
                <a:path w="3809" h="519429">
                  <a:moveTo>
                    <a:pt x="3810" y="518160"/>
                  </a:moveTo>
                  <a:lnTo>
                    <a:pt x="2540" y="518160"/>
                  </a:lnTo>
                  <a:lnTo>
                    <a:pt x="2540" y="519430"/>
                  </a:lnTo>
                  <a:lnTo>
                    <a:pt x="3810" y="519430"/>
                  </a:lnTo>
                  <a:lnTo>
                    <a:pt x="3810" y="518160"/>
                  </a:lnTo>
                  <a:close/>
                </a:path>
                <a:path w="3809" h="519429">
                  <a:moveTo>
                    <a:pt x="3810" y="511810"/>
                  </a:moveTo>
                  <a:lnTo>
                    <a:pt x="0" y="511810"/>
                  </a:lnTo>
                  <a:lnTo>
                    <a:pt x="0" y="516890"/>
                  </a:lnTo>
                  <a:lnTo>
                    <a:pt x="3810" y="516890"/>
                  </a:lnTo>
                  <a:lnTo>
                    <a:pt x="3810" y="511810"/>
                  </a:lnTo>
                  <a:close/>
                </a:path>
                <a:path w="3809" h="519429">
                  <a:moveTo>
                    <a:pt x="3810" y="505460"/>
                  </a:moveTo>
                  <a:lnTo>
                    <a:pt x="0" y="505460"/>
                  </a:lnTo>
                  <a:lnTo>
                    <a:pt x="0" y="510540"/>
                  </a:lnTo>
                  <a:lnTo>
                    <a:pt x="3810" y="510540"/>
                  </a:lnTo>
                  <a:lnTo>
                    <a:pt x="3810" y="505460"/>
                  </a:lnTo>
                  <a:close/>
                </a:path>
                <a:path w="3809" h="519429">
                  <a:moveTo>
                    <a:pt x="3810" y="499110"/>
                  </a:moveTo>
                  <a:lnTo>
                    <a:pt x="0" y="499110"/>
                  </a:lnTo>
                  <a:lnTo>
                    <a:pt x="0" y="504190"/>
                  </a:lnTo>
                  <a:lnTo>
                    <a:pt x="3810" y="504190"/>
                  </a:lnTo>
                  <a:lnTo>
                    <a:pt x="3810" y="499110"/>
                  </a:lnTo>
                  <a:close/>
                </a:path>
                <a:path w="3809" h="519429">
                  <a:moveTo>
                    <a:pt x="3810" y="492760"/>
                  </a:moveTo>
                  <a:lnTo>
                    <a:pt x="0" y="492760"/>
                  </a:lnTo>
                  <a:lnTo>
                    <a:pt x="0" y="497840"/>
                  </a:lnTo>
                  <a:lnTo>
                    <a:pt x="3810" y="497840"/>
                  </a:lnTo>
                  <a:lnTo>
                    <a:pt x="3810" y="492760"/>
                  </a:lnTo>
                  <a:close/>
                </a:path>
                <a:path w="3809" h="519429">
                  <a:moveTo>
                    <a:pt x="3810" y="486410"/>
                  </a:moveTo>
                  <a:lnTo>
                    <a:pt x="0" y="486410"/>
                  </a:lnTo>
                  <a:lnTo>
                    <a:pt x="0" y="491490"/>
                  </a:lnTo>
                  <a:lnTo>
                    <a:pt x="3810" y="491490"/>
                  </a:lnTo>
                  <a:lnTo>
                    <a:pt x="3810" y="486410"/>
                  </a:lnTo>
                  <a:close/>
                </a:path>
                <a:path w="3809" h="519429">
                  <a:moveTo>
                    <a:pt x="3810" y="223520"/>
                  </a:moveTo>
                  <a:lnTo>
                    <a:pt x="0" y="223520"/>
                  </a:lnTo>
                  <a:lnTo>
                    <a:pt x="0" y="485140"/>
                  </a:lnTo>
                  <a:lnTo>
                    <a:pt x="3810" y="485140"/>
                  </a:lnTo>
                  <a:lnTo>
                    <a:pt x="3810" y="223520"/>
                  </a:lnTo>
                  <a:close/>
                </a:path>
                <a:path w="3809" h="519429">
                  <a:moveTo>
                    <a:pt x="3810" y="101600"/>
                  </a:moveTo>
                  <a:lnTo>
                    <a:pt x="0" y="101600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101600"/>
                  </a:lnTo>
                  <a:close/>
                </a:path>
                <a:path w="3809" h="519429">
                  <a:moveTo>
                    <a:pt x="3810" y="99060"/>
                  </a:moveTo>
                  <a:lnTo>
                    <a:pt x="0" y="99060"/>
                  </a:lnTo>
                  <a:lnTo>
                    <a:pt x="0" y="100330"/>
                  </a:lnTo>
                  <a:lnTo>
                    <a:pt x="3810" y="100330"/>
                  </a:lnTo>
                  <a:lnTo>
                    <a:pt x="3810" y="99060"/>
                  </a:lnTo>
                  <a:close/>
                </a:path>
                <a:path w="3809" h="519429">
                  <a:moveTo>
                    <a:pt x="3810" y="95250"/>
                  </a:moveTo>
                  <a:lnTo>
                    <a:pt x="0" y="95250"/>
                  </a:lnTo>
                  <a:lnTo>
                    <a:pt x="0" y="97790"/>
                  </a:lnTo>
                  <a:lnTo>
                    <a:pt x="3810" y="97790"/>
                  </a:lnTo>
                  <a:lnTo>
                    <a:pt x="3810" y="95250"/>
                  </a:lnTo>
                  <a:close/>
                </a:path>
                <a:path w="3809" h="519429">
                  <a:moveTo>
                    <a:pt x="3810" y="92710"/>
                  </a:moveTo>
                  <a:lnTo>
                    <a:pt x="0" y="92710"/>
                  </a:lnTo>
                  <a:lnTo>
                    <a:pt x="0" y="93980"/>
                  </a:lnTo>
                  <a:lnTo>
                    <a:pt x="3810" y="93980"/>
                  </a:lnTo>
                  <a:lnTo>
                    <a:pt x="3810" y="92710"/>
                  </a:lnTo>
                  <a:close/>
                </a:path>
                <a:path w="3809" h="519429">
                  <a:moveTo>
                    <a:pt x="3810" y="88900"/>
                  </a:moveTo>
                  <a:lnTo>
                    <a:pt x="0" y="88900"/>
                  </a:lnTo>
                  <a:lnTo>
                    <a:pt x="0" y="91440"/>
                  </a:lnTo>
                  <a:lnTo>
                    <a:pt x="3810" y="91440"/>
                  </a:lnTo>
                  <a:lnTo>
                    <a:pt x="3810" y="88900"/>
                  </a:lnTo>
                  <a:close/>
                </a:path>
                <a:path w="3809" h="519429">
                  <a:moveTo>
                    <a:pt x="3810" y="86360"/>
                  </a:moveTo>
                  <a:lnTo>
                    <a:pt x="0" y="86360"/>
                  </a:lnTo>
                  <a:lnTo>
                    <a:pt x="0" y="87630"/>
                  </a:lnTo>
                  <a:lnTo>
                    <a:pt x="3810" y="87630"/>
                  </a:lnTo>
                  <a:lnTo>
                    <a:pt x="3810" y="86360"/>
                  </a:lnTo>
                  <a:close/>
                </a:path>
                <a:path w="3809" h="519429">
                  <a:moveTo>
                    <a:pt x="3810" y="82550"/>
                  </a:moveTo>
                  <a:lnTo>
                    <a:pt x="0" y="82550"/>
                  </a:lnTo>
                  <a:lnTo>
                    <a:pt x="0" y="85090"/>
                  </a:lnTo>
                  <a:lnTo>
                    <a:pt x="3810" y="85090"/>
                  </a:lnTo>
                  <a:lnTo>
                    <a:pt x="3810" y="82550"/>
                  </a:lnTo>
                  <a:close/>
                </a:path>
                <a:path w="3809" h="519429">
                  <a:moveTo>
                    <a:pt x="3810" y="80010"/>
                  </a:moveTo>
                  <a:lnTo>
                    <a:pt x="0" y="80010"/>
                  </a:lnTo>
                  <a:lnTo>
                    <a:pt x="0" y="81280"/>
                  </a:lnTo>
                  <a:lnTo>
                    <a:pt x="3810" y="81280"/>
                  </a:lnTo>
                  <a:lnTo>
                    <a:pt x="3810" y="80010"/>
                  </a:lnTo>
                  <a:close/>
                </a:path>
                <a:path w="3809" h="519429">
                  <a:moveTo>
                    <a:pt x="3810" y="76200"/>
                  </a:moveTo>
                  <a:lnTo>
                    <a:pt x="0" y="76200"/>
                  </a:lnTo>
                  <a:lnTo>
                    <a:pt x="0" y="78740"/>
                  </a:lnTo>
                  <a:lnTo>
                    <a:pt x="3810" y="78740"/>
                  </a:lnTo>
                  <a:lnTo>
                    <a:pt x="3810" y="76200"/>
                  </a:lnTo>
                  <a:close/>
                </a:path>
                <a:path w="3809" h="519429">
                  <a:moveTo>
                    <a:pt x="3810" y="73660"/>
                  </a:moveTo>
                  <a:lnTo>
                    <a:pt x="0" y="73660"/>
                  </a:lnTo>
                  <a:lnTo>
                    <a:pt x="0" y="74930"/>
                  </a:lnTo>
                  <a:lnTo>
                    <a:pt x="3810" y="74930"/>
                  </a:lnTo>
                  <a:lnTo>
                    <a:pt x="3810" y="73660"/>
                  </a:lnTo>
                  <a:close/>
                </a:path>
                <a:path w="3809" h="519429">
                  <a:moveTo>
                    <a:pt x="3810" y="69850"/>
                  </a:moveTo>
                  <a:lnTo>
                    <a:pt x="0" y="69850"/>
                  </a:lnTo>
                  <a:lnTo>
                    <a:pt x="0" y="72390"/>
                  </a:lnTo>
                  <a:lnTo>
                    <a:pt x="3810" y="72390"/>
                  </a:lnTo>
                  <a:lnTo>
                    <a:pt x="3810" y="69850"/>
                  </a:lnTo>
                  <a:close/>
                </a:path>
                <a:path w="3809" h="519429">
                  <a:moveTo>
                    <a:pt x="3810" y="67310"/>
                  </a:moveTo>
                  <a:lnTo>
                    <a:pt x="0" y="67310"/>
                  </a:lnTo>
                  <a:lnTo>
                    <a:pt x="0" y="68580"/>
                  </a:lnTo>
                  <a:lnTo>
                    <a:pt x="3810" y="68580"/>
                  </a:lnTo>
                  <a:lnTo>
                    <a:pt x="3810" y="67310"/>
                  </a:lnTo>
                  <a:close/>
                </a:path>
                <a:path w="3809" h="519429">
                  <a:moveTo>
                    <a:pt x="3810" y="63500"/>
                  </a:moveTo>
                  <a:lnTo>
                    <a:pt x="0" y="63500"/>
                  </a:lnTo>
                  <a:lnTo>
                    <a:pt x="0" y="66040"/>
                  </a:lnTo>
                  <a:lnTo>
                    <a:pt x="3810" y="66040"/>
                  </a:lnTo>
                  <a:lnTo>
                    <a:pt x="3810" y="63500"/>
                  </a:lnTo>
                  <a:close/>
                </a:path>
                <a:path w="3809" h="519429">
                  <a:moveTo>
                    <a:pt x="3810" y="60960"/>
                  </a:moveTo>
                  <a:lnTo>
                    <a:pt x="0" y="60960"/>
                  </a:lnTo>
                  <a:lnTo>
                    <a:pt x="0" y="62230"/>
                  </a:lnTo>
                  <a:lnTo>
                    <a:pt x="3810" y="62230"/>
                  </a:lnTo>
                  <a:lnTo>
                    <a:pt x="3810" y="60960"/>
                  </a:lnTo>
                  <a:close/>
                </a:path>
                <a:path w="3809" h="519429">
                  <a:moveTo>
                    <a:pt x="3810" y="57150"/>
                  </a:moveTo>
                  <a:lnTo>
                    <a:pt x="0" y="57150"/>
                  </a:lnTo>
                  <a:lnTo>
                    <a:pt x="0" y="59690"/>
                  </a:lnTo>
                  <a:lnTo>
                    <a:pt x="3810" y="59690"/>
                  </a:lnTo>
                  <a:lnTo>
                    <a:pt x="3810" y="57150"/>
                  </a:lnTo>
                  <a:close/>
                </a:path>
                <a:path w="3809" h="519429">
                  <a:moveTo>
                    <a:pt x="3810" y="54610"/>
                  </a:moveTo>
                  <a:lnTo>
                    <a:pt x="0" y="54610"/>
                  </a:lnTo>
                  <a:lnTo>
                    <a:pt x="0" y="55880"/>
                  </a:lnTo>
                  <a:lnTo>
                    <a:pt x="3810" y="55880"/>
                  </a:lnTo>
                  <a:lnTo>
                    <a:pt x="3810" y="54610"/>
                  </a:lnTo>
                  <a:close/>
                </a:path>
                <a:path w="3809" h="519429">
                  <a:moveTo>
                    <a:pt x="3810" y="50800"/>
                  </a:moveTo>
                  <a:lnTo>
                    <a:pt x="0" y="50800"/>
                  </a:lnTo>
                  <a:lnTo>
                    <a:pt x="0" y="53340"/>
                  </a:lnTo>
                  <a:lnTo>
                    <a:pt x="3810" y="53340"/>
                  </a:lnTo>
                  <a:lnTo>
                    <a:pt x="3810" y="50800"/>
                  </a:lnTo>
                  <a:close/>
                </a:path>
                <a:path w="3809" h="519429">
                  <a:moveTo>
                    <a:pt x="3810" y="48260"/>
                  </a:moveTo>
                  <a:lnTo>
                    <a:pt x="0" y="4826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8260"/>
                  </a:lnTo>
                  <a:close/>
                </a:path>
                <a:path w="3809" h="519429">
                  <a:moveTo>
                    <a:pt x="3810" y="44450"/>
                  </a:moveTo>
                  <a:lnTo>
                    <a:pt x="0" y="44450"/>
                  </a:lnTo>
                  <a:lnTo>
                    <a:pt x="0" y="46990"/>
                  </a:lnTo>
                  <a:lnTo>
                    <a:pt x="3810" y="46990"/>
                  </a:lnTo>
                  <a:lnTo>
                    <a:pt x="3810" y="44450"/>
                  </a:lnTo>
                  <a:close/>
                </a:path>
                <a:path w="3809" h="519429">
                  <a:moveTo>
                    <a:pt x="3810" y="41910"/>
                  </a:moveTo>
                  <a:lnTo>
                    <a:pt x="0" y="4191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41910"/>
                  </a:lnTo>
                  <a:close/>
                </a:path>
                <a:path w="3809" h="519429">
                  <a:moveTo>
                    <a:pt x="3810" y="38100"/>
                  </a:moveTo>
                  <a:lnTo>
                    <a:pt x="0" y="38100"/>
                  </a:lnTo>
                  <a:lnTo>
                    <a:pt x="0" y="40640"/>
                  </a:lnTo>
                  <a:lnTo>
                    <a:pt x="3810" y="40640"/>
                  </a:lnTo>
                  <a:lnTo>
                    <a:pt x="3810" y="38100"/>
                  </a:lnTo>
                  <a:close/>
                </a:path>
                <a:path w="3809" h="519429">
                  <a:moveTo>
                    <a:pt x="3810" y="35560"/>
                  </a:moveTo>
                  <a:lnTo>
                    <a:pt x="0" y="3556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5560"/>
                  </a:lnTo>
                  <a:close/>
                </a:path>
                <a:path w="3809" h="519429">
                  <a:moveTo>
                    <a:pt x="3810" y="31750"/>
                  </a:moveTo>
                  <a:lnTo>
                    <a:pt x="0" y="31750"/>
                  </a:lnTo>
                  <a:lnTo>
                    <a:pt x="0" y="34290"/>
                  </a:lnTo>
                  <a:lnTo>
                    <a:pt x="3810" y="34290"/>
                  </a:lnTo>
                  <a:lnTo>
                    <a:pt x="3810" y="31750"/>
                  </a:lnTo>
                  <a:close/>
                </a:path>
                <a:path w="3809" h="519429">
                  <a:moveTo>
                    <a:pt x="3810" y="29210"/>
                  </a:moveTo>
                  <a:lnTo>
                    <a:pt x="0" y="2921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29210"/>
                  </a:lnTo>
                  <a:close/>
                </a:path>
                <a:path w="3809" h="519429">
                  <a:moveTo>
                    <a:pt x="3810" y="25400"/>
                  </a:moveTo>
                  <a:lnTo>
                    <a:pt x="0" y="25400"/>
                  </a:lnTo>
                  <a:lnTo>
                    <a:pt x="0" y="27940"/>
                  </a:lnTo>
                  <a:lnTo>
                    <a:pt x="3810" y="27940"/>
                  </a:lnTo>
                  <a:lnTo>
                    <a:pt x="3810" y="25400"/>
                  </a:lnTo>
                  <a:close/>
                </a:path>
                <a:path w="3809" h="519429">
                  <a:moveTo>
                    <a:pt x="3810" y="22860"/>
                  </a:moveTo>
                  <a:lnTo>
                    <a:pt x="0" y="2286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2860"/>
                  </a:lnTo>
                  <a:close/>
                </a:path>
                <a:path w="3809" h="519429">
                  <a:moveTo>
                    <a:pt x="3810" y="19050"/>
                  </a:moveTo>
                  <a:lnTo>
                    <a:pt x="0" y="1905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9050"/>
                  </a:lnTo>
                  <a:close/>
                </a:path>
                <a:path w="3809" h="519429">
                  <a:moveTo>
                    <a:pt x="3810" y="16510"/>
                  </a:moveTo>
                  <a:lnTo>
                    <a:pt x="0" y="1651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6510"/>
                  </a:lnTo>
                  <a:close/>
                </a:path>
                <a:path w="3809" h="519429">
                  <a:moveTo>
                    <a:pt x="3810" y="12700"/>
                  </a:moveTo>
                  <a:lnTo>
                    <a:pt x="0" y="1270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2700"/>
                  </a:lnTo>
                  <a:close/>
                </a:path>
                <a:path w="3809" h="519429">
                  <a:moveTo>
                    <a:pt x="3810" y="10160"/>
                  </a:moveTo>
                  <a:lnTo>
                    <a:pt x="0" y="1016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10160"/>
                  </a:lnTo>
                  <a:close/>
                </a:path>
                <a:path w="3809" h="519429">
                  <a:moveTo>
                    <a:pt x="3810" y="6350"/>
                  </a:moveTo>
                  <a:lnTo>
                    <a:pt x="0" y="635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6350"/>
                  </a:lnTo>
                  <a:close/>
                </a:path>
                <a:path w="3809" h="519429">
                  <a:moveTo>
                    <a:pt x="3810" y="3810"/>
                  </a:moveTo>
                  <a:lnTo>
                    <a:pt x="0" y="381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3810"/>
                  </a:lnTo>
                  <a:close/>
                </a:path>
              </a:pathLst>
            </a:custGeom>
            <a:solidFill>
              <a:srgbClr val="E1D8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167130" y="2827019"/>
              <a:ext cx="3810" cy="519430"/>
            </a:xfrm>
            <a:custGeom>
              <a:avLst/>
              <a:gdLst/>
              <a:ahLst/>
              <a:cxnLst/>
              <a:rect l="l" t="t" r="r" b="b"/>
              <a:pathLst>
                <a:path w="3809" h="519429">
                  <a:moveTo>
                    <a:pt x="3809" y="99060"/>
                  </a:moveTo>
                  <a:lnTo>
                    <a:pt x="0" y="99060"/>
                  </a:lnTo>
                  <a:lnTo>
                    <a:pt x="0" y="219710"/>
                  </a:lnTo>
                  <a:lnTo>
                    <a:pt x="3809" y="219710"/>
                  </a:lnTo>
                  <a:lnTo>
                    <a:pt x="3809" y="99060"/>
                  </a:lnTo>
                  <a:close/>
                </a:path>
                <a:path w="3809" h="519429">
                  <a:moveTo>
                    <a:pt x="3809" y="96520"/>
                  </a:moveTo>
                  <a:lnTo>
                    <a:pt x="0" y="96520"/>
                  </a:lnTo>
                  <a:lnTo>
                    <a:pt x="0" y="97789"/>
                  </a:lnTo>
                  <a:lnTo>
                    <a:pt x="3809" y="97789"/>
                  </a:lnTo>
                  <a:lnTo>
                    <a:pt x="3809" y="96520"/>
                  </a:lnTo>
                  <a:close/>
                </a:path>
                <a:path w="3809" h="519429">
                  <a:moveTo>
                    <a:pt x="3809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3809" y="95250"/>
                  </a:lnTo>
                  <a:lnTo>
                    <a:pt x="3809" y="92710"/>
                  </a:lnTo>
                  <a:close/>
                </a:path>
                <a:path w="3809" h="519429">
                  <a:moveTo>
                    <a:pt x="3809" y="90170"/>
                  </a:moveTo>
                  <a:lnTo>
                    <a:pt x="0" y="90170"/>
                  </a:lnTo>
                  <a:lnTo>
                    <a:pt x="0" y="91439"/>
                  </a:lnTo>
                  <a:lnTo>
                    <a:pt x="3809" y="91439"/>
                  </a:lnTo>
                  <a:lnTo>
                    <a:pt x="3809" y="90170"/>
                  </a:lnTo>
                  <a:close/>
                </a:path>
                <a:path w="3809" h="519429">
                  <a:moveTo>
                    <a:pt x="3809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3809" y="88900"/>
                  </a:lnTo>
                  <a:lnTo>
                    <a:pt x="3809" y="86360"/>
                  </a:lnTo>
                  <a:close/>
                </a:path>
                <a:path w="3809" h="519429">
                  <a:moveTo>
                    <a:pt x="3809" y="83820"/>
                  </a:moveTo>
                  <a:lnTo>
                    <a:pt x="0" y="83820"/>
                  </a:lnTo>
                  <a:lnTo>
                    <a:pt x="0" y="85089"/>
                  </a:lnTo>
                  <a:lnTo>
                    <a:pt x="3809" y="85089"/>
                  </a:lnTo>
                  <a:lnTo>
                    <a:pt x="3809" y="83820"/>
                  </a:lnTo>
                  <a:close/>
                </a:path>
                <a:path w="3809" h="519429">
                  <a:moveTo>
                    <a:pt x="3809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3809" y="82550"/>
                  </a:lnTo>
                  <a:lnTo>
                    <a:pt x="3809" y="80010"/>
                  </a:lnTo>
                  <a:close/>
                </a:path>
                <a:path w="3809" h="519429">
                  <a:moveTo>
                    <a:pt x="3809" y="77470"/>
                  </a:moveTo>
                  <a:lnTo>
                    <a:pt x="0" y="77470"/>
                  </a:lnTo>
                  <a:lnTo>
                    <a:pt x="0" y="78739"/>
                  </a:lnTo>
                  <a:lnTo>
                    <a:pt x="3809" y="78739"/>
                  </a:lnTo>
                  <a:lnTo>
                    <a:pt x="3809" y="77470"/>
                  </a:lnTo>
                  <a:close/>
                </a:path>
                <a:path w="3809" h="519429">
                  <a:moveTo>
                    <a:pt x="3809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3809" y="76200"/>
                  </a:lnTo>
                  <a:lnTo>
                    <a:pt x="3809" y="73660"/>
                  </a:lnTo>
                  <a:close/>
                </a:path>
                <a:path w="3809" h="519429">
                  <a:moveTo>
                    <a:pt x="3809" y="71120"/>
                  </a:moveTo>
                  <a:lnTo>
                    <a:pt x="0" y="71120"/>
                  </a:lnTo>
                  <a:lnTo>
                    <a:pt x="0" y="72389"/>
                  </a:lnTo>
                  <a:lnTo>
                    <a:pt x="3809" y="72389"/>
                  </a:lnTo>
                  <a:lnTo>
                    <a:pt x="3809" y="71120"/>
                  </a:lnTo>
                  <a:close/>
                </a:path>
                <a:path w="3809" h="519429">
                  <a:moveTo>
                    <a:pt x="3809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3809" y="69850"/>
                  </a:lnTo>
                  <a:lnTo>
                    <a:pt x="3809" y="67310"/>
                  </a:lnTo>
                  <a:close/>
                </a:path>
                <a:path w="3809" h="519429">
                  <a:moveTo>
                    <a:pt x="3809" y="64770"/>
                  </a:moveTo>
                  <a:lnTo>
                    <a:pt x="0" y="64770"/>
                  </a:lnTo>
                  <a:lnTo>
                    <a:pt x="0" y="66039"/>
                  </a:lnTo>
                  <a:lnTo>
                    <a:pt x="3809" y="66039"/>
                  </a:lnTo>
                  <a:lnTo>
                    <a:pt x="3809" y="64770"/>
                  </a:lnTo>
                  <a:close/>
                </a:path>
                <a:path w="3809" h="519429">
                  <a:moveTo>
                    <a:pt x="3809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3809" y="63500"/>
                  </a:lnTo>
                  <a:lnTo>
                    <a:pt x="3809" y="60960"/>
                  </a:lnTo>
                  <a:close/>
                </a:path>
                <a:path w="3809" h="519429">
                  <a:moveTo>
                    <a:pt x="3809" y="58420"/>
                  </a:moveTo>
                  <a:lnTo>
                    <a:pt x="0" y="58420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8420"/>
                  </a:lnTo>
                  <a:close/>
                </a:path>
                <a:path w="3809" h="519429">
                  <a:moveTo>
                    <a:pt x="3809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3809" y="57150"/>
                  </a:lnTo>
                  <a:lnTo>
                    <a:pt x="3809" y="54610"/>
                  </a:lnTo>
                  <a:close/>
                </a:path>
                <a:path w="3809" h="519429">
                  <a:moveTo>
                    <a:pt x="3809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2070"/>
                  </a:lnTo>
                  <a:close/>
                </a:path>
                <a:path w="3809" h="519429">
                  <a:moveTo>
                    <a:pt x="3809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48260"/>
                  </a:lnTo>
                  <a:close/>
                </a:path>
                <a:path w="3809" h="519429">
                  <a:moveTo>
                    <a:pt x="3809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5720"/>
                  </a:lnTo>
                  <a:close/>
                </a:path>
                <a:path w="3809" h="519429">
                  <a:moveTo>
                    <a:pt x="3809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3809" y="44450"/>
                  </a:lnTo>
                  <a:lnTo>
                    <a:pt x="3809" y="41910"/>
                  </a:lnTo>
                  <a:close/>
                </a:path>
                <a:path w="3809" h="519429">
                  <a:moveTo>
                    <a:pt x="3809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9370"/>
                  </a:lnTo>
                  <a:close/>
                </a:path>
                <a:path w="3809" h="519429">
                  <a:moveTo>
                    <a:pt x="3809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3809" y="38100"/>
                  </a:lnTo>
                  <a:lnTo>
                    <a:pt x="3809" y="35560"/>
                  </a:lnTo>
                  <a:close/>
                </a:path>
                <a:path w="3809" h="519429">
                  <a:moveTo>
                    <a:pt x="3809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33020"/>
                  </a:lnTo>
                  <a:close/>
                </a:path>
                <a:path w="3809" h="519429">
                  <a:moveTo>
                    <a:pt x="3809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3809" y="31750"/>
                  </a:lnTo>
                  <a:lnTo>
                    <a:pt x="3809" y="29210"/>
                  </a:lnTo>
                  <a:close/>
                </a:path>
                <a:path w="3809" h="519429">
                  <a:moveTo>
                    <a:pt x="3809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6670"/>
                  </a:lnTo>
                  <a:close/>
                </a:path>
                <a:path w="3809" h="519429">
                  <a:moveTo>
                    <a:pt x="3809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3809" y="25400"/>
                  </a:lnTo>
                  <a:lnTo>
                    <a:pt x="3809" y="22860"/>
                  </a:lnTo>
                  <a:close/>
                </a:path>
                <a:path w="3809" h="519429">
                  <a:moveTo>
                    <a:pt x="3809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20320"/>
                  </a:lnTo>
                  <a:close/>
                </a:path>
                <a:path w="3809" h="519429">
                  <a:moveTo>
                    <a:pt x="3809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3809" y="19050"/>
                  </a:lnTo>
                  <a:lnTo>
                    <a:pt x="3809" y="16510"/>
                  </a:lnTo>
                  <a:close/>
                </a:path>
                <a:path w="3809" h="519429">
                  <a:moveTo>
                    <a:pt x="3809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3970"/>
                  </a:lnTo>
                  <a:close/>
                </a:path>
                <a:path w="3809" h="519429">
                  <a:moveTo>
                    <a:pt x="3809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3809" y="12700"/>
                  </a:lnTo>
                  <a:lnTo>
                    <a:pt x="3809" y="10160"/>
                  </a:lnTo>
                  <a:close/>
                </a:path>
                <a:path w="3809" h="519429">
                  <a:moveTo>
                    <a:pt x="3809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7620"/>
                  </a:lnTo>
                  <a:close/>
                </a:path>
                <a:path w="3809" h="519429">
                  <a:moveTo>
                    <a:pt x="3809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3810"/>
                  </a:lnTo>
                  <a:close/>
                </a:path>
                <a:path w="3809" h="519429">
                  <a:moveTo>
                    <a:pt x="2539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0" y="1270"/>
                  </a:lnTo>
                  <a:lnTo>
                    <a:pt x="0" y="2539"/>
                  </a:lnTo>
                  <a:lnTo>
                    <a:pt x="2539" y="2539"/>
                  </a:lnTo>
                  <a:lnTo>
                    <a:pt x="2539" y="0"/>
                  </a:lnTo>
                  <a:close/>
                </a:path>
                <a:path w="3809" h="519429">
                  <a:moveTo>
                    <a:pt x="3809" y="515620"/>
                  </a:moveTo>
                  <a:lnTo>
                    <a:pt x="0" y="515620"/>
                  </a:lnTo>
                  <a:lnTo>
                    <a:pt x="0" y="518160"/>
                  </a:lnTo>
                  <a:lnTo>
                    <a:pt x="1269" y="518160"/>
                  </a:lnTo>
                  <a:lnTo>
                    <a:pt x="1269" y="519430"/>
                  </a:lnTo>
                  <a:lnTo>
                    <a:pt x="3809" y="519430"/>
                  </a:lnTo>
                  <a:lnTo>
                    <a:pt x="3809" y="515620"/>
                  </a:lnTo>
                  <a:close/>
                </a:path>
                <a:path w="3809" h="519429">
                  <a:moveTo>
                    <a:pt x="3809" y="509270"/>
                  </a:moveTo>
                  <a:lnTo>
                    <a:pt x="0" y="509270"/>
                  </a:lnTo>
                  <a:lnTo>
                    <a:pt x="0" y="514350"/>
                  </a:lnTo>
                  <a:lnTo>
                    <a:pt x="3809" y="514350"/>
                  </a:lnTo>
                  <a:lnTo>
                    <a:pt x="3809" y="509270"/>
                  </a:lnTo>
                  <a:close/>
                </a:path>
                <a:path w="3809" h="519429">
                  <a:moveTo>
                    <a:pt x="3809" y="502920"/>
                  </a:moveTo>
                  <a:lnTo>
                    <a:pt x="0" y="502920"/>
                  </a:lnTo>
                  <a:lnTo>
                    <a:pt x="0" y="508000"/>
                  </a:lnTo>
                  <a:lnTo>
                    <a:pt x="3809" y="508000"/>
                  </a:lnTo>
                  <a:lnTo>
                    <a:pt x="3809" y="502920"/>
                  </a:lnTo>
                  <a:close/>
                </a:path>
                <a:path w="3809" h="519429">
                  <a:moveTo>
                    <a:pt x="3809" y="496570"/>
                  </a:moveTo>
                  <a:lnTo>
                    <a:pt x="0" y="496570"/>
                  </a:lnTo>
                  <a:lnTo>
                    <a:pt x="0" y="501650"/>
                  </a:lnTo>
                  <a:lnTo>
                    <a:pt x="3809" y="501650"/>
                  </a:lnTo>
                  <a:lnTo>
                    <a:pt x="3809" y="496570"/>
                  </a:lnTo>
                  <a:close/>
                </a:path>
                <a:path w="3809" h="519429">
                  <a:moveTo>
                    <a:pt x="3809" y="490220"/>
                  </a:moveTo>
                  <a:lnTo>
                    <a:pt x="0" y="490220"/>
                  </a:lnTo>
                  <a:lnTo>
                    <a:pt x="0" y="495300"/>
                  </a:lnTo>
                  <a:lnTo>
                    <a:pt x="3809" y="495300"/>
                  </a:lnTo>
                  <a:lnTo>
                    <a:pt x="3809" y="490220"/>
                  </a:lnTo>
                  <a:close/>
                </a:path>
                <a:path w="3809" h="519429">
                  <a:moveTo>
                    <a:pt x="3809" y="483870"/>
                  </a:moveTo>
                  <a:lnTo>
                    <a:pt x="0" y="483870"/>
                  </a:lnTo>
                  <a:lnTo>
                    <a:pt x="0" y="488950"/>
                  </a:lnTo>
                  <a:lnTo>
                    <a:pt x="3809" y="488950"/>
                  </a:lnTo>
                  <a:lnTo>
                    <a:pt x="3809" y="483870"/>
                  </a:lnTo>
                  <a:close/>
                </a:path>
                <a:path w="3809" h="519429">
                  <a:moveTo>
                    <a:pt x="3809" y="220980"/>
                  </a:moveTo>
                  <a:lnTo>
                    <a:pt x="0" y="220980"/>
                  </a:lnTo>
                  <a:lnTo>
                    <a:pt x="0" y="482600"/>
                  </a:lnTo>
                  <a:lnTo>
                    <a:pt x="3809" y="482600"/>
                  </a:lnTo>
                  <a:lnTo>
                    <a:pt x="3809" y="220980"/>
                  </a:lnTo>
                  <a:close/>
                </a:path>
              </a:pathLst>
            </a:custGeom>
            <a:solidFill>
              <a:srgbClr val="E0D7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170940" y="2829560"/>
              <a:ext cx="2540" cy="519430"/>
            </a:xfrm>
            <a:custGeom>
              <a:avLst/>
              <a:gdLst/>
              <a:ahLst/>
              <a:cxnLst/>
              <a:rect l="l" t="t" r="r" b="b"/>
              <a:pathLst>
                <a:path w="2540" h="519429">
                  <a:moveTo>
                    <a:pt x="2540" y="96520"/>
                  </a:moveTo>
                  <a:lnTo>
                    <a:pt x="0" y="96520"/>
                  </a:lnTo>
                  <a:lnTo>
                    <a:pt x="0" y="217170"/>
                  </a:lnTo>
                  <a:lnTo>
                    <a:pt x="2540" y="217170"/>
                  </a:lnTo>
                  <a:lnTo>
                    <a:pt x="2540" y="96520"/>
                  </a:lnTo>
                  <a:close/>
                </a:path>
                <a:path w="2540" h="519429">
                  <a:moveTo>
                    <a:pt x="2540" y="93980"/>
                  </a:moveTo>
                  <a:lnTo>
                    <a:pt x="0" y="93980"/>
                  </a:lnTo>
                  <a:lnTo>
                    <a:pt x="0" y="95250"/>
                  </a:lnTo>
                  <a:lnTo>
                    <a:pt x="2540" y="95250"/>
                  </a:lnTo>
                  <a:lnTo>
                    <a:pt x="2540" y="93980"/>
                  </a:lnTo>
                  <a:close/>
                </a:path>
                <a:path w="2540" h="519429">
                  <a:moveTo>
                    <a:pt x="2540" y="90170"/>
                  </a:moveTo>
                  <a:lnTo>
                    <a:pt x="0" y="90170"/>
                  </a:lnTo>
                  <a:lnTo>
                    <a:pt x="0" y="92710"/>
                  </a:lnTo>
                  <a:lnTo>
                    <a:pt x="2540" y="92710"/>
                  </a:lnTo>
                  <a:lnTo>
                    <a:pt x="2540" y="90170"/>
                  </a:lnTo>
                  <a:close/>
                </a:path>
                <a:path w="2540" h="519429">
                  <a:moveTo>
                    <a:pt x="2540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2540" y="88900"/>
                  </a:lnTo>
                  <a:lnTo>
                    <a:pt x="2540" y="87630"/>
                  </a:lnTo>
                  <a:close/>
                </a:path>
                <a:path w="2540" h="519429">
                  <a:moveTo>
                    <a:pt x="2540" y="83820"/>
                  </a:moveTo>
                  <a:lnTo>
                    <a:pt x="0" y="83820"/>
                  </a:lnTo>
                  <a:lnTo>
                    <a:pt x="0" y="86360"/>
                  </a:lnTo>
                  <a:lnTo>
                    <a:pt x="2540" y="86360"/>
                  </a:lnTo>
                  <a:lnTo>
                    <a:pt x="2540" y="83820"/>
                  </a:lnTo>
                  <a:close/>
                </a:path>
                <a:path w="2540" h="519429">
                  <a:moveTo>
                    <a:pt x="2540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2540" y="82550"/>
                  </a:lnTo>
                  <a:lnTo>
                    <a:pt x="2540" y="81280"/>
                  </a:lnTo>
                  <a:close/>
                </a:path>
                <a:path w="2540" h="519429">
                  <a:moveTo>
                    <a:pt x="2540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2540" y="80010"/>
                  </a:lnTo>
                  <a:lnTo>
                    <a:pt x="2540" y="77470"/>
                  </a:lnTo>
                  <a:close/>
                </a:path>
                <a:path w="2540" h="519429">
                  <a:moveTo>
                    <a:pt x="2540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2540" y="76200"/>
                  </a:lnTo>
                  <a:lnTo>
                    <a:pt x="2540" y="74930"/>
                  </a:lnTo>
                  <a:close/>
                </a:path>
                <a:path w="2540" h="519429">
                  <a:moveTo>
                    <a:pt x="2540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2540" y="73660"/>
                  </a:lnTo>
                  <a:lnTo>
                    <a:pt x="2540" y="71120"/>
                  </a:lnTo>
                  <a:close/>
                </a:path>
                <a:path w="2540" h="519429">
                  <a:moveTo>
                    <a:pt x="2540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2540" y="69850"/>
                  </a:lnTo>
                  <a:lnTo>
                    <a:pt x="2540" y="68580"/>
                  </a:lnTo>
                  <a:close/>
                </a:path>
                <a:path w="2540" h="519429">
                  <a:moveTo>
                    <a:pt x="2540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2540" y="67310"/>
                  </a:lnTo>
                  <a:lnTo>
                    <a:pt x="2540" y="64770"/>
                  </a:lnTo>
                  <a:close/>
                </a:path>
                <a:path w="2540" h="519429">
                  <a:moveTo>
                    <a:pt x="254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2540" y="63500"/>
                  </a:lnTo>
                  <a:lnTo>
                    <a:pt x="2540" y="62230"/>
                  </a:lnTo>
                  <a:close/>
                </a:path>
                <a:path w="2540" h="519429">
                  <a:moveTo>
                    <a:pt x="2540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2540" y="60960"/>
                  </a:lnTo>
                  <a:lnTo>
                    <a:pt x="2540" y="58420"/>
                  </a:lnTo>
                  <a:close/>
                </a:path>
                <a:path w="2540" h="519429">
                  <a:moveTo>
                    <a:pt x="2540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2540" y="57150"/>
                  </a:lnTo>
                  <a:lnTo>
                    <a:pt x="2540" y="55880"/>
                  </a:lnTo>
                  <a:close/>
                </a:path>
                <a:path w="2540" h="519429">
                  <a:moveTo>
                    <a:pt x="2540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2540" y="54610"/>
                  </a:lnTo>
                  <a:lnTo>
                    <a:pt x="2540" y="52070"/>
                  </a:lnTo>
                  <a:close/>
                </a:path>
                <a:path w="2540" h="519429">
                  <a:moveTo>
                    <a:pt x="2540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2540" y="50800"/>
                  </a:lnTo>
                  <a:lnTo>
                    <a:pt x="2540" y="49530"/>
                  </a:lnTo>
                  <a:close/>
                </a:path>
                <a:path w="2540" h="519429">
                  <a:moveTo>
                    <a:pt x="2540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2540" y="48260"/>
                  </a:lnTo>
                  <a:lnTo>
                    <a:pt x="2540" y="45720"/>
                  </a:lnTo>
                  <a:close/>
                </a:path>
                <a:path w="2540" h="519429">
                  <a:moveTo>
                    <a:pt x="2540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2540" y="44450"/>
                  </a:lnTo>
                  <a:lnTo>
                    <a:pt x="2540" y="43180"/>
                  </a:lnTo>
                  <a:close/>
                </a:path>
                <a:path w="2540" h="519429">
                  <a:moveTo>
                    <a:pt x="2540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2540" y="41910"/>
                  </a:lnTo>
                  <a:lnTo>
                    <a:pt x="2540" y="39370"/>
                  </a:lnTo>
                  <a:close/>
                </a:path>
                <a:path w="2540" h="519429">
                  <a:moveTo>
                    <a:pt x="2540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2540" y="38100"/>
                  </a:lnTo>
                  <a:lnTo>
                    <a:pt x="2540" y="36830"/>
                  </a:lnTo>
                  <a:close/>
                </a:path>
                <a:path w="2540" h="519429">
                  <a:moveTo>
                    <a:pt x="2540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2540" y="35560"/>
                  </a:lnTo>
                  <a:lnTo>
                    <a:pt x="2540" y="33020"/>
                  </a:lnTo>
                  <a:close/>
                </a:path>
                <a:path w="2540" h="519429">
                  <a:moveTo>
                    <a:pt x="2540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2540" y="31750"/>
                  </a:lnTo>
                  <a:lnTo>
                    <a:pt x="2540" y="30480"/>
                  </a:lnTo>
                  <a:close/>
                </a:path>
                <a:path w="2540" h="519429">
                  <a:moveTo>
                    <a:pt x="2540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2540" y="29210"/>
                  </a:lnTo>
                  <a:lnTo>
                    <a:pt x="2540" y="26670"/>
                  </a:lnTo>
                  <a:close/>
                </a:path>
                <a:path w="2540" h="519429">
                  <a:moveTo>
                    <a:pt x="2540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2540" y="25400"/>
                  </a:lnTo>
                  <a:lnTo>
                    <a:pt x="2540" y="24130"/>
                  </a:lnTo>
                  <a:close/>
                </a:path>
                <a:path w="2540" h="519429">
                  <a:moveTo>
                    <a:pt x="2540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2540" y="22860"/>
                  </a:lnTo>
                  <a:lnTo>
                    <a:pt x="2540" y="20320"/>
                  </a:lnTo>
                  <a:close/>
                </a:path>
                <a:path w="2540" h="519429">
                  <a:moveTo>
                    <a:pt x="2540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2540" y="19050"/>
                  </a:lnTo>
                  <a:lnTo>
                    <a:pt x="2540" y="17780"/>
                  </a:lnTo>
                  <a:close/>
                </a:path>
                <a:path w="2540" h="519429">
                  <a:moveTo>
                    <a:pt x="2540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2540" y="16510"/>
                  </a:lnTo>
                  <a:lnTo>
                    <a:pt x="2540" y="13970"/>
                  </a:lnTo>
                  <a:close/>
                </a:path>
                <a:path w="2540" h="519429">
                  <a:moveTo>
                    <a:pt x="2540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2540" y="12700"/>
                  </a:lnTo>
                  <a:lnTo>
                    <a:pt x="2540" y="11430"/>
                  </a:lnTo>
                  <a:close/>
                </a:path>
                <a:path w="2540" h="519429">
                  <a:moveTo>
                    <a:pt x="2540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2540" y="10160"/>
                  </a:lnTo>
                  <a:lnTo>
                    <a:pt x="2540" y="7620"/>
                  </a:lnTo>
                  <a:close/>
                </a:path>
                <a:path w="2540" h="519429">
                  <a:moveTo>
                    <a:pt x="2540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2540" y="6350"/>
                  </a:lnTo>
                  <a:lnTo>
                    <a:pt x="2540" y="5080"/>
                  </a:lnTo>
                  <a:close/>
                </a:path>
                <a:path w="2540" h="519429">
                  <a:moveTo>
                    <a:pt x="2540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2540" y="3810"/>
                  </a:lnTo>
                  <a:lnTo>
                    <a:pt x="2540" y="0"/>
                  </a:lnTo>
                  <a:close/>
                </a:path>
                <a:path w="2540" h="519429">
                  <a:moveTo>
                    <a:pt x="2540" y="513080"/>
                  </a:moveTo>
                  <a:lnTo>
                    <a:pt x="0" y="513080"/>
                  </a:lnTo>
                  <a:lnTo>
                    <a:pt x="0" y="519430"/>
                  </a:lnTo>
                  <a:lnTo>
                    <a:pt x="1269" y="519430"/>
                  </a:lnTo>
                  <a:lnTo>
                    <a:pt x="1269" y="518160"/>
                  </a:lnTo>
                  <a:lnTo>
                    <a:pt x="2540" y="518160"/>
                  </a:lnTo>
                  <a:lnTo>
                    <a:pt x="2540" y="513080"/>
                  </a:lnTo>
                  <a:close/>
                </a:path>
                <a:path w="2540" h="519429">
                  <a:moveTo>
                    <a:pt x="2540" y="506730"/>
                  </a:moveTo>
                  <a:lnTo>
                    <a:pt x="0" y="506730"/>
                  </a:lnTo>
                  <a:lnTo>
                    <a:pt x="0" y="511810"/>
                  </a:lnTo>
                  <a:lnTo>
                    <a:pt x="2540" y="511810"/>
                  </a:lnTo>
                  <a:lnTo>
                    <a:pt x="2540" y="506730"/>
                  </a:lnTo>
                  <a:close/>
                </a:path>
                <a:path w="2540" h="519429">
                  <a:moveTo>
                    <a:pt x="2540" y="500380"/>
                  </a:moveTo>
                  <a:lnTo>
                    <a:pt x="0" y="500380"/>
                  </a:lnTo>
                  <a:lnTo>
                    <a:pt x="0" y="505460"/>
                  </a:lnTo>
                  <a:lnTo>
                    <a:pt x="2540" y="505460"/>
                  </a:lnTo>
                  <a:lnTo>
                    <a:pt x="2540" y="500380"/>
                  </a:lnTo>
                  <a:close/>
                </a:path>
                <a:path w="2540" h="519429">
                  <a:moveTo>
                    <a:pt x="2540" y="494030"/>
                  </a:moveTo>
                  <a:lnTo>
                    <a:pt x="0" y="494030"/>
                  </a:lnTo>
                  <a:lnTo>
                    <a:pt x="0" y="499110"/>
                  </a:lnTo>
                  <a:lnTo>
                    <a:pt x="2540" y="499110"/>
                  </a:lnTo>
                  <a:lnTo>
                    <a:pt x="2540" y="494030"/>
                  </a:lnTo>
                  <a:close/>
                </a:path>
                <a:path w="2540" h="519429">
                  <a:moveTo>
                    <a:pt x="2540" y="487680"/>
                  </a:moveTo>
                  <a:lnTo>
                    <a:pt x="0" y="487680"/>
                  </a:lnTo>
                  <a:lnTo>
                    <a:pt x="0" y="492760"/>
                  </a:lnTo>
                  <a:lnTo>
                    <a:pt x="2540" y="492760"/>
                  </a:lnTo>
                  <a:lnTo>
                    <a:pt x="2540" y="487680"/>
                  </a:lnTo>
                  <a:close/>
                </a:path>
                <a:path w="2540" h="519429">
                  <a:moveTo>
                    <a:pt x="2540" y="481330"/>
                  </a:moveTo>
                  <a:lnTo>
                    <a:pt x="0" y="481330"/>
                  </a:lnTo>
                  <a:lnTo>
                    <a:pt x="0" y="486410"/>
                  </a:lnTo>
                  <a:lnTo>
                    <a:pt x="2540" y="486410"/>
                  </a:lnTo>
                  <a:lnTo>
                    <a:pt x="2540" y="481330"/>
                  </a:lnTo>
                  <a:close/>
                </a:path>
                <a:path w="2540" h="519429">
                  <a:moveTo>
                    <a:pt x="2540" y="218440"/>
                  </a:moveTo>
                  <a:lnTo>
                    <a:pt x="0" y="218440"/>
                  </a:lnTo>
                  <a:lnTo>
                    <a:pt x="0" y="480060"/>
                  </a:lnTo>
                  <a:lnTo>
                    <a:pt x="2540" y="480060"/>
                  </a:lnTo>
                  <a:lnTo>
                    <a:pt x="2540" y="218440"/>
                  </a:lnTo>
                  <a:close/>
                </a:path>
              </a:pathLst>
            </a:custGeom>
            <a:solidFill>
              <a:srgbClr val="DFD6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173480" y="2829560"/>
              <a:ext cx="3810" cy="521970"/>
            </a:xfrm>
            <a:custGeom>
              <a:avLst/>
              <a:gdLst/>
              <a:ahLst/>
              <a:cxnLst/>
              <a:rect l="l" t="t" r="r" b="b"/>
              <a:pathLst>
                <a:path w="3809" h="521970">
                  <a:moveTo>
                    <a:pt x="3809" y="96520"/>
                  </a:moveTo>
                  <a:lnTo>
                    <a:pt x="0" y="96520"/>
                  </a:lnTo>
                  <a:lnTo>
                    <a:pt x="0" y="217170"/>
                  </a:lnTo>
                  <a:lnTo>
                    <a:pt x="3809" y="217170"/>
                  </a:lnTo>
                  <a:lnTo>
                    <a:pt x="3809" y="96520"/>
                  </a:lnTo>
                  <a:close/>
                </a:path>
                <a:path w="3809" h="521970">
                  <a:moveTo>
                    <a:pt x="3809" y="93980"/>
                  </a:moveTo>
                  <a:lnTo>
                    <a:pt x="0" y="93980"/>
                  </a:lnTo>
                  <a:lnTo>
                    <a:pt x="0" y="95250"/>
                  </a:lnTo>
                  <a:lnTo>
                    <a:pt x="3809" y="95250"/>
                  </a:lnTo>
                  <a:lnTo>
                    <a:pt x="3809" y="93980"/>
                  </a:lnTo>
                  <a:close/>
                </a:path>
                <a:path w="3809" h="521970">
                  <a:moveTo>
                    <a:pt x="3809" y="90170"/>
                  </a:moveTo>
                  <a:lnTo>
                    <a:pt x="0" y="90170"/>
                  </a:lnTo>
                  <a:lnTo>
                    <a:pt x="0" y="92710"/>
                  </a:lnTo>
                  <a:lnTo>
                    <a:pt x="3809" y="92710"/>
                  </a:lnTo>
                  <a:lnTo>
                    <a:pt x="3809" y="90170"/>
                  </a:lnTo>
                  <a:close/>
                </a:path>
                <a:path w="3809" h="521970">
                  <a:moveTo>
                    <a:pt x="3809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3809" y="88900"/>
                  </a:lnTo>
                  <a:lnTo>
                    <a:pt x="3809" y="87630"/>
                  </a:lnTo>
                  <a:close/>
                </a:path>
                <a:path w="3809" h="521970">
                  <a:moveTo>
                    <a:pt x="3809" y="83820"/>
                  </a:moveTo>
                  <a:lnTo>
                    <a:pt x="0" y="83820"/>
                  </a:lnTo>
                  <a:lnTo>
                    <a:pt x="0" y="86360"/>
                  </a:lnTo>
                  <a:lnTo>
                    <a:pt x="3809" y="86360"/>
                  </a:lnTo>
                  <a:lnTo>
                    <a:pt x="3809" y="83820"/>
                  </a:lnTo>
                  <a:close/>
                </a:path>
                <a:path w="3809" h="521970">
                  <a:moveTo>
                    <a:pt x="3809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3809" y="82550"/>
                  </a:lnTo>
                  <a:lnTo>
                    <a:pt x="3809" y="81280"/>
                  </a:lnTo>
                  <a:close/>
                </a:path>
                <a:path w="3809" h="521970">
                  <a:moveTo>
                    <a:pt x="3809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3809" y="80010"/>
                  </a:lnTo>
                  <a:lnTo>
                    <a:pt x="3809" y="77470"/>
                  </a:lnTo>
                  <a:close/>
                </a:path>
                <a:path w="3809" h="521970">
                  <a:moveTo>
                    <a:pt x="3809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3809" y="76200"/>
                  </a:lnTo>
                  <a:lnTo>
                    <a:pt x="3809" y="74930"/>
                  </a:lnTo>
                  <a:close/>
                </a:path>
                <a:path w="3809" h="521970">
                  <a:moveTo>
                    <a:pt x="3809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3809" y="73660"/>
                  </a:lnTo>
                  <a:lnTo>
                    <a:pt x="3809" y="71120"/>
                  </a:lnTo>
                  <a:close/>
                </a:path>
                <a:path w="3809" h="521970">
                  <a:moveTo>
                    <a:pt x="3809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3809" y="69850"/>
                  </a:lnTo>
                  <a:lnTo>
                    <a:pt x="3809" y="68580"/>
                  </a:lnTo>
                  <a:close/>
                </a:path>
                <a:path w="3809" h="521970">
                  <a:moveTo>
                    <a:pt x="3809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3809" y="67310"/>
                  </a:lnTo>
                  <a:lnTo>
                    <a:pt x="3809" y="64770"/>
                  </a:lnTo>
                  <a:close/>
                </a:path>
                <a:path w="3809" h="521970">
                  <a:moveTo>
                    <a:pt x="380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09" y="63500"/>
                  </a:lnTo>
                  <a:lnTo>
                    <a:pt x="3809" y="62230"/>
                  </a:lnTo>
                  <a:close/>
                </a:path>
                <a:path w="3809" h="521970">
                  <a:moveTo>
                    <a:pt x="3809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3809" y="60960"/>
                  </a:lnTo>
                  <a:lnTo>
                    <a:pt x="3809" y="58420"/>
                  </a:lnTo>
                  <a:close/>
                </a:path>
                <a:path w="3809" h="521970">
                  <a:moveTo>
                    <a:pt x="3809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3809" y="57150"/>
                  </a:lnTo>
                  <a:lnTo>
                    <a:pt x="3809" y="55880"/>
                  </a:lnTo>
                  <a:close/>
                </a:path>
                <a:path w="3809" h="521970">
                  <a:moveTo>
                    <a:pt x="3809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3809" y="54610"/>
                  </a:lnTo>
                  <a:lnTo>
                    <a:pt x="3809" y="52070"/>
                  </a:lnTo>
                  <a:close/>
                </a:path>
                <a:path w="3809" h="521970">
                  <a:moveTo>
                    <a:pt x="3809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49530"/>
                  </a:lnTo>
                  <a:close/>
                </a:path>
                <a:path w="3809" h="521970">
                  <a:moveTo>
                    <a:pt x="3809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3809" y="48260"/>
                  </a:lnTo>
                  <a:lnTo>
                    <a:pt x="3809" y="45720"/>
                  </a:lnTo>
                  <a:close/>
                </a:path>
                <a:path w="3809" h="521970">
                  <a:moveTo>
                    <a:pt x="3809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3809" y="44450"/>
                  </a:lnTo>
                  <a:lnTo>
                    <a:pt x="3809" y="43180"/>
                  </a:lnTo>
                  <a:close/>
                </a:path>
                <a:path w="3809" h="521970">
                  <a:moveTo>
                    <a:pt x="3809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39370"/>
                  </a:lnTo>
                  <a:close/>
                </a:path>
                <a:path w="3809" h="521970">
                  <a:moveTo>
                    <a:pt x="3809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3809" y="38100"/>
                  </a:lnTo>
                  <a:lnTo>
                    <a:pt x="3809" y="36830"/>
                  </a:lnTo>
                  <a:close/>
                </a:path>
                <a:path w="3809" h="521970">
                  <a:moveTo>
                    <a:pt x="3809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33020"/>
                  </a:lnTo>
                  <a:close/>
                </a:path>
                <a:path w="3809" h="521970">
                  <a:moveTo>
                    <a:pt x="3809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3809" y="31750"/>
                  </a:lnTo>
                  <a:lnTo>
                    <a:pt x="3809" y="30480"/>
                  </a:lnTo>
                  <a:close/>
                </a:path>
                <a:path w="3809" h="521970">
                  <a:moveTo>
                    <a:pt x="3809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3809" y="29210"/>
                  </a:lnTo>
                  <a:lnTo>
                    <a:pt x="3809" y="26670"/>
                  </a:lnTo>
                  <a:close/>
                </a:path>
                <a:path w="3809" h="521970">
                  <a:moveTo>
                    <a:pt x="3809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3809" y="25400"/>
                  </a:lnTo>
                  <a:lnTo>
                    <a:pt x="3809" y="24130"/>
                  </a:lnTo>
                  <a:close/>
                </a:path>
                <a:path w="3809" h="521970">
                  <a:moveTo>
                    <a:pt x="3809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20320"/>
                  </a:lnTo>
                  <a:close/>
                </a:path>
                <a:path w="3809" h="521970">
                  <a:moveTo>
                    <a:pt x="3809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3809" y="19050"/>
                  </a:lnTo>
                  <a:lnTo>
                    <a:pt x="3809" y="17780"/>
                  </a:lnTo>
                  <a:close/>
                </a:path>
                <a:path w="3809" h="521970">
                  <a:moveTo>
                    <a:pt x="3809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3970"/>
                  </a:lnTo>
                  <a:close/>
                </a:path>
                <a:path w="3809" h="521970">
                  <a:moveTo>
                    <a:pt x="3809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3809" y="12700"/>
                  </a:lnTo>
                  <a:lnTo>
                    <a:pt x="3809" y="11430"/>
                  </a:lnTo>
                  <a:close/>
                </a:path>
                <a:path w="3809" h="521970">
                  <a:moveTo>
                    <a:pt x="3809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7620"/>
                  </a:lnTo>
                  <a:close/>
                </a:path>
                <a:path w="3809" h="521970">
                  <a:moveTo>
                    <a:pt x="3809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5080"/>
                  </a:lnTo>
                  <a:close/>
                </a:path>
                <a:path w="3809" h="521970">
                  <a:moveTo>
                    <a:pt x="126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39" y="3810"/>
                  </a:lnTo>
                  <a:lnTo>
                    <a:pt x="2539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3809" h="521970">
                  <a:moveTo>
                    <a:pt x="3809" y="519430"/>
                  </a:moveTo>
                  <a:lnTo>
                    <a:pt x="0" y="519430"/>
                  </a:lnTo>
                  <a:lnTo>
                    <a:pt x="0" y="520700"/>
                  </a:lnTo>
                  <a:lnTo>
                    <a:pt x="2539" y="520700"/>
                  </a:lnTo>
                  <a:lnTo>
                    <a:pt x="2539" y="521970"/>
                  </a:lnTo>
                  <a:lnTo>
                    <a:pt x="3809" y="521970"/>
                  </a:lnTo>
                  <a:lnTo>
                    <a:pt x="3809" y="519430"/>
                  </a:lnTo>
                  <a:close/>
                </a:path>
                <a:path w="3809" h="521970">
                  <a:moveTo>
                    <a:pt x="3809" y="513080"/>
                  </a:moveTo>
                  <a:lnTo>
                    <a:pt x="0" y="513080"/>
                  </a:lnTo>
                  <a:lnTo>
                    <a:pt x="0" y="518160"/>
                  </a:lnTo>
                  <a:lnTo>
                    <a:pt x="3809" y="518160"/>
                  </a:lnTo>
                  <a:lnTo>
                    <a:pt x="3809" y="513080"/>
                  </a:lnTo>
                  <a:close/>
                </a:path>
                <a:path w="3809" h="521970">
                  <a:moveTo>
                    <a:pt x="3809" y="506730"/>
                  </a:moveTo>
                  <a:lnTo>
                    <a:pt x="0" y="506730"/>
                  </a:lnTo>
                  <a:lnTo>
                    <a:pt x="0" y="511810"/>
                  </a:lnTo>
                  <a:lnTo>
                    <a:pt x="3809" y="511810"/>
                  </a:lnTo>
                  <a:lnTo>
                    <a:pt x="3809" y="506730"/>
                  </a:lnTo>
                  <a:close/>
                </a:path>
                <a:path w="3809" h="521970">
                  <a:moveTo>
                    <a:pt x="3809" y="500380"/>
                  </a:moveTo>
                  <a:lnTo>
                    <a:pt x="0" y="500380"/>
                  </a:lnTo>
                  <a:lnTo>
                    <a:pt x="0" y="505460"/>
                  </a:lnTo>
                  <a:lnTo>
                    <a:pt x="3809" y="505460"/>
                  </a:lnTo>
                  <a:lnTo>
                    <a:pt x="3809" y="500380"/>
                  </a:lnTo>
                  <a:close/>
                </a:path>
                <a:path w="3809" h="521970">
                  <a:moveTo>
                    <a:pt x="3809" y="494030"/>
                  </a:moveTo>
                  <a:lnTo>
                    <a:pt x="0" y="494030"/>
                  </a:lnTo>
                  <a:lnTo>
                    <a:pt x="0" y="499110"/>
                  </a:lnTo>
                  <a:lnTo>
                    <a:pt x="3809" y="499110"/>
                  </a:lnTo>
                  <a:lnTo>
                    <a:pt x="3809" y="494030"/>
                  </a:lnTo>
                  <a:close/>
                </a:path>
                <a:path w="3809" h="521970">
                  <a:moveTo>
                    <a:pt x="3809" y="487680"/>
                  </a:moveTo>
                  <a:lnTo>
                    <a:pt x="0" y="487680"/>
                  </a:lnTo>
                  <a:lnTo>
                    <a:pt x="0" y="492760"/>
                  </a:lnTo>
                  <a:lnTo>
                    <a:pt x="3809" y="492760"/>
                  </a:lnTo>
                  <a:lnTo>
                    <a:pt x="3809" y="487680"/>
                  </a:lnTo>
                  <a:close/>
                </a:path>
                <a:path w="3809" h="521970">
                  <a:moveTo>
                    <a:pt x="3809" y="481330"/>
                  </a:moveTo>
                  <a:lnTo>
                    <a:pt x="0" y="481330"/>
                  </a:lnTo>
                  <a:lnTo>
                    <a:pt x="0" y="486410"/>
                  </a:lnTo>
                  <a:lnTo>
                    <a:pt x="3809" y="486410"/>
                  </a:lnTo>
                  <a:lnTo>
                    <a:pt x="3809" y="481330"/>
                  </a:lnTo>
                  <a:close/>
                </a:path>
                <a:path w="3809" h="521970">
                  <a:moveTo>
                    <a:pt x="3809" y="218440"/>
                  </a:moveTo>
                  <a:lnTo>
                    <a:pt x="0" y="218440"/>
                  </a:lnTo>
                  <a:lnTo>
                    <a:pt x="0" y="480060"/>
                  </a:lnTo>
                  <a:lnTo>
                    <a:pt x="3809" y="480060"/>
                  </a:lnTo>
                  <a:lnTo>
                    <a:pt x="3809" y="218440"/>
                  </a:lnTo>
                  <a:close/>
                </a:path>
              </a:pathLst>
            </a:custGeom>
            <a:solidFill>
              <a:srgbClr val="DED5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177290" y="2833369"/>
              <a:ext cx="3810" cy="521970"/>
            </a:xfrm>
            <a:custGeom>
              <a:avLst/>
              <a:gdLst/>
              <a:ahLst/>
              <a:cxnLst/>
              <a:rect l="l" t="t" r="r" b="b"/>
              <a:pathLst>
                <a:path w="3809" h="521970">
                  <a:moveTo>
                    <a:pt x="3809" y="92710"/>
                  </a:moveTo>
                  <a:lnTo>
                    <a:pt x="0" y="92710"/>
                  </a:lnTo>
                  <a:lnTo>
                    <a:pt x="0" y="213360"/>
                  </a:lnTo>
                  <a:lnTo>
                    <a:pt x="3809" y="213360"/>
                  </a:lnTo>
                  <a:lnTo>
                    <a:pt x="3809" y="92710"/>
                  </a:lnTo>
                  <a:close/>
                </a:path>
                <a:path w="3809" h="521970">
                  <a:moveTo>
                    <a:pt x="3809" y="90170"/>
                  </a:moveTo>
                  <a:lnTo>
                    <a:pt x="0" y="90170"/>
                  </a:lnTo>
                  <a:lnTo>
                    <a:pt x="0" y="91439"/>
                  </a:lnTo>
                  <a:lnTo>
                    <a:pt x="3809" y="91439"/>
                  </a:lnTo>
                  <a:lnTo>
                    <a:pt x="3809" y="90170"/>
                  </a:lnTo>
                  <a:close/>
                </a:path>
                <a:path w="3809" h="521970">
                  <a:moveTo>
                    <a:pt x="3809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3809" y="88900"/>
                  </a:lnTo>
                  <a:lnTo>
                    <a:pt x="3809" y="86360"/>
                  </a:lnTo>
                  <a:close/>
                </a:path>
                <a:path w="3809" h="521970">
                  <a:moveTo>
                    <a:pt x="3809" y="83820"/>
                  </a:moveTo>
                  <a:lnTo>
                    <a:pt x="0" y="83820"/>
                  </a:lnTo>
                  <a:lnTo>
                    <a:pt x="0" y="85089"/>
                  </a:lnTo>
                  <a:lnTo>
                    <a:pt x="3809" y="85089"/>
                  </a:lnTo>
                  <a:lnTo>
                    <a:pt x="3809" y="83820"/>
                  </a:lnTo>
                  <a:close/>
                </a:path>
                <a:path w="3809" h="521970">
                  <a:moveTo>
                    <a:pt x="3809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3809" y="82550"/>
                  </a:lnTo>
                  <a:lnTo>
                    <a:pt x="3809" y="80010"/>
                  </a:lnTo>
                  <a:close/>
                </a:path>
                <a:path w="3809" h="521970">
                  <a:moveTo>
                    <a:pt x="3809" y="77470"/>
                  </a:moveTo>
                  <a:lnTo>
                    <a:pt x="0" y="77470"/>
                  </a:lnTo>
                  <a:lnTo>
                    <a:pt x="0" y="78739"/>
                  </a:lnTo>
                  <a:lnTo>
                    <a:pt x="3809" y="78739"/>
                  </a:lnTo>
                  <a:lnTo>
                    <a:pt x="3809" y="77470"/>
                  </a:lnTo>
                  <a:close/>
                </a:path>
                <a:path w="3809" h="521970">
                  <a:moveTo>
                    <a:pt x="3809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3809" y="76200"/>
                  </a:lnTo>
                  <a:lnTo>
                    <a:pt x="3809" y="73660"/>
                  </a:lnTo>
                  <a:close/>
                </a:path>
                <a:path w="3809" h="521970">
                  <a:moveTo>
                    <a:pt x="3809" y="71120"/>
                  </a:moveTo>
                  <a:lnTo>
                    <a:pt x="0" y="71120"/>
                  </a:lnTo>
                  <a:lnTo>
                    <a:pt x="0" y="72389"/>
                  </a:lnTo>
                  <a:lnTo>
                    <a:pt x="3809" y="72389"/>
                  </a:lnTo>
                  <a:lnTo>
                    <a:pt x="3809" y="71120"/>
                  </a:lnTo>
                  <a:close/>
                </a:path>
                <a:path w="3809" h="521970">
                  <a:moveTo>
                    <a:pt x="3809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3809" y="69850"/>
                  </a:lnTo>
                  <a:lnTo>
                    <a:pt x="3809" y="67310"/>
                  </a:lnTo>
                  <a:close/>
                </a:path>
                <a:path w="3809" h="521970">
                  <a:moveTo>
                    <a:pt x="3809" y="64770"/>
                  </a:moveTo>
                  <a:lnTo>
                    <a:pt x="0" y="64770"/>
                  </a:lnTo>
                  <a:lnTo>
                    <a:pt x="0" y="66039"/>
                  </a:lnTo>
                  <a:lnTo>
                    <a:pt x="3809" y="66039"/>
                  </a:lnTo>
                  <a:lnTo>
                    <a:pt x="3809" y="64770"/>
                  </a:lnTo>
                  <a:close/>
                </a:path>
                <a:path w="3809" h="521970">
                  <a:moveTo>
                    <a:pt x="3809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3809" y="63500"/>
                  </a:lnTo>
                  <a:lnTo>
                    <a:pt x="3809" y="60960"/>
                  </a:lnTo>
                  <a:close/>
                </a:path>
                <a:path w="3809" h="521970">
                  <a:moveTo>
                    <a:pt x="3809" y="58420"/>
                  </a:moveTo>
                  <a:lnTo>
                    <a:pt x="0" y="58420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8420"/>
                  </a:lnTo>
                  <a:close/>
                </a:path>
                <a:path w="3809" h="521970">
                  <a:moveTo>
                    <a:pt x="3809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3809" y="57150"/>
                  </a:lnTo>
                  <a:lnTo>
                    <a:pt x="3809" y="54610"/>
                  </a:lnTo>
                  <a:close/>
                </a:path>
                <a:path w="3809" h="521970">
                  <a:moveTo>
                    <a:pt x="3809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2070"/>
                  </a:lnTo>
                  <a:close/>
                </a:path>
                <a:path w="3809" h="521970">
                  <a:moveTo>
                    <a:pt x="3809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48260"/>
                  </a:lnTo>
                  <a:close/>
                </a:path>
                <a:path w="3809" h="521970">
                  <a:moveTo>
                    <a:pt x="3809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5720"/>
                  </a:lnTo>
                  <a:close/>
                </a:path>
                <a:path w="3809" h="521970">
                  <a:moveTo>
                    <a:pt x="3809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3809" y="44450"/>
                  </a:lnTo>
                  <a:lnTo>
                    <a:pt x="3809" y="41910"/>
                  </a:lnTo>
                  <a:close/>
                </a:path>
                <a:path w="3809" h="521970">
                  <a:moveTo>
                    <a:pt x="3809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9370"/>
                  </a:lnTo>
                  <a:close/>
                </a:path>
                <a:path w="3809" h="521970">
                  <a:moveTo>
                    <a:pt x="3809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3809" y="38100"/>
                  </a:lnTo>
                  <a:lnTo>
                    <a:pt x="3809" y="35560"/>
                  </a:lnTo>
                  <a:close/>
                </a:path>
                <a:path w="3809" h="521970">
                  <a:moveTo>
                    <a:pt x="3809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33020"/>
                  </a:lnTo>
                  <a:close/>
                </a:path>
                <a:path w="3809" h="521970">
                  <a:moveTo>
                    <a:pt x="3809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3809" y="31750"/>
                  </a:lnTo>
                  <a:lnTo>
                    <a:pt x="3809" y="29210"/>
                  </a:lnTo>
                  <a:close/>
                </a:path>
                <a:path w="3809" h="521970">
                  <a:moveTo>
                    <a:pt x="3809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6670"/>
                  </a:lnTo>
                  <a:close/>
                </a:path>
                <a:path w="3809" h="521970">
                  <a:moveTo>
                    <a:pt x="3809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3809" y="25400"/>
                  </a:lnTo>
                  <a:lnTo>
                    <a:pt x="3809" y="22860"/>
                  </a:lnTo>
                  <a:close/>
                </a:path>
                <a:path w="3809" h="521970">
                  <a:moveTo>
                    <a:pt x="3809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20320"/>
                  </a:lnTo>
                  <a:close/>
                </a:path>
                <a:path w="3809" h="521970">
                  <a:moveTo>
                    <a:pt x="3809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3809" y="19050"/>
                  </a:lnTo>
                  <a:lnTo>
                    <a:pt x="3809" y="16510"/>
                  </a:lnTo>
                  <a:close/>
                </a:path>
                <a:path w="3809" h="521970">
                  <a:moveTo>
                    <a:pt x="3809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3970"/>
                  </a:lnTo>
                  <a:close/>
                </a:path>
                <a:path w="3809" h="521970">
                  <a:moveTo>
                    <a:pt x="3809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3809" y="12700"/>
                  </a:lnTo>
                  <a:lnTo>
                    <a:pt x="3809" y="10160"/>
                  </a:lnTo>
                  <a:close/>
                </a:path>
                <a:path w="3809" h="521970">
                  <a:moveTo>
                    <a:pt x="3809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7620"/>
                  </a:lnTo>
                  <a:close/>
                </a:path>
                <a:path w="3809" h="521970">
                  <a:moveTo>
                    <a:pt x="3809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3810"/>
                  </a:lnTo>
                  <a:close/>
                </a:path>
                <a:path w="3809" h="521970">
                  <a:moveTo>
                    <a:pt x="3809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0" y="127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09" h="521970">
                  <a:moveTo>
                    <a:pt x="3809" y="515620"/>
                  </a:moveTo>
                  <a:lnTo>
                    <a:pt x="0" y="515620"/>
                  </a:lnTo>
                  <a:lnTo>
                    <a:pt x="0" y="519430"/>
                  </a:lnTo>
                  <a:lnTo>
                    <a:pt x="2540" y="519430"/>
                  </a:lnTo>
                  <a:lnTo>
                    <a:pt x="2540" y="521970"/>
                  </a:lnTo>
                  <a:lnTo>
                    <a:pt x="3809" y="521970"/>
                  </a:lnTo>
                  <a:lnTo>
                    <a:pt x="3809" y="515620"/>
                  </a:lnTo>
                  <a:close/>
                </a:path>
                <a:path w="3809" h="521970">
                  <a:moveTo>
                    <a:pt x="3809" y="509270"/>
                  </a:moveTo>
                  <a:lnTo>
                    <a:pt x="0" y="509270"/>
                  </a:lnTo>
                  <a:lnTo>
                    <a:pt x="0" y="514350"/>
                  </a:lnTo>
                  <a:lnTo>
                    <a:pt x="3809" y="514350"/>
                  </a:lnTo>
                  <a:lnTo>
                    <a:pt x="3809" y="509270"/>
                  </a:lnTo>
                  <a:close/>
                </a:path>
                <a:path w="3809" h="521970">
                  <a:moveTo>
                    <a:pt x="3809" y="502920"/>
                  </a:moveTo>
                  <a:lnTo>
                    <a:pt x="0" y="502920"/>
                  </a:lnTo>
                  <a:lnTo>
                    <a:pt x="0" y="508000"/>
                  </a:lnTo>
                  <a:lnTo>
                    <a:pt x="3809" y="508000"/>
                  </a:lnTo>
                  <a:lnTo>
                    <a:pt x="3809" y="502920"/>
                  </a:lnTo>
                  <a:close/>
                </a:path>
                <a:path w="3809" h="521970">
                  <a:moveTo>
                    <a:pt x="3809" y="496570"/>
                  </a:moveTo>
                  <a:lnTo>
                    <a:pt x="0" y="496570"/>
                  </a:lnTo>
                  <a:lnTo>
                    <a:pt x="0" y="501650"/>
                  </a:lnTo>
                  <a:lnTo>
                    <a:pt x="3809" y="501650"/>
                  </a:lnTo>
                  <a:lnTo>
                    <a:pt x="3809" y="496570"/>
                  </a:lnTo>
                  <a:close/>
                </a:path>
                <a:path w="3809" h="521970">
                  <a:moveTo>
                    <a:pt x="3809" y="490220"/>
                  </a:moveTo>
                  <a:lnTo>
                    <a:pt x="0" y="490220"/>
                  </a:lnTo>
                  <a:lnTo>
                    <a:pt x="0" y="495300"/>
                  </a:lnTo>
                  <a:lnTo>
                    <a:pt x="3809" y="495300"/>
                  </a:lnTo>
                  <a:lnTo>
                    <a:pt x="3809" y="490220"/>
                  </a:lnTo>
                  <a:close/>
                </a:path>
                <a:path w="3809" h="521970">
                  <a:moveTo>
                    <a:pt x="3809" y="483870"/>
                  </a:moveTo>
                  <a:lnTo>
                    <a:pt x="0" y="483870"/>
                  </a:lnTo>
                  <a:lnTo>
                    <a:pt x="0" y="488950"/>
                  </a:lnTo>
                  <a:lnTo>
                    <a:pt x="3809" y="488950"/>
                  </a:lnTo>
                  <a:lnTo>
                    <a:pt x="3809" y="483870"/>
                  </a:lnTo>
                  <a:close/>
                </a:path>
                <a:path w="3809" h="521970">
                  <a:moveTo>
                    <a:pt x="3809" y="477520"/>
                  </a:moveTo>
                  <a:lnTo>
                    <a:pt x="0" y="477520"/>
                  </a:lnTo>
                  <a:lnTo>
                    <a:pt x="0" y="482600"/>
                  </a:lnTo>
                  <a:lnTo>
                    <a:pt x="3809" y="482600"/>
                  </a:lnTo>
                  <a:lnTo>
                    <a:pt x="3809" y="477520"/>
                  </a:lnTo>
                  <a:close/>
                </a:path>
                <a:path w="3809" h="521970">
                  <a:moveTo>
                    <a:pt x="3809" y="214630"/>
                  </a:moveTo>
                  <a:lnTo>
                    <a:pt x="0" y="214630"/>
                  </a:lnTo>
                  <a:lnTo>
                    <a:pt x="0" y="476250"/>
                  </a:lnTo>
                  <a:lnTo>
                    <a:pt x="3809" y="476250"/>
                  </a:lnTo>
                  <a:lnTo>
                    <a:pt x="3809" y="214630"/>
                  </a:lnTo>
                  <a:close/>
                </a:path>
              </a:pathLst>
            </a:custGeom>
            <a:solidFill>
              <a:srgbClr val="DED4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181100" y="2835910"/>
              <a:ext cx="3810" cy="520700"/>
            </a:xfrm>
            <a:custGeom>
              <a:avLst/>
              <a:gdLst/>
              <a:ahLst/>
              <a:cxnLst/>
              <a:rect l="l" t="t" r="r" b="b"/>
              <a:pathLst>
                <a:path w="3809" h="520700">
                  <a:moveTo>
                    <a:pt x="3809" y="90170"/>
                  </a:moveTo>
                  <a:lnTo>
                    <a:pt x="0" y="90170"/>
                  </a:lnTo>
                  <a:lnTo>
                    <a:pt x="0" y="210820"/>
                  </a:lnTo>
                  <a:lnTo>
                    <a:pt x="3809" y="210820"/>
                  </a:lnTo>
                  <a:lnTo>
                    <a:pt x="3809" y="90170"/>
                  </a:lnTo>
                  <a:close/>
                </a:path>
                <a:path w="3809" h="520700">
                  <a:moveTo>
                    <a:pt x="3809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3809" y="88900"/>
                  </a:lnTo>
                  <a:lnTo>
                    <a:pt x="3809" y="87630"/>
                  </a:lnTo>
                  <a:close/>
                </a:path>
                <a:path w="3809" h="520700">
                  <a:moveTo>
                    <a:pt x="3809" y="83820"/>
                  </a:moveTo>
                  <a:lnTo>
                    <a:pt x="0" y="83820"/>
                  </a:lnTo>
                  <a:lnTo>
                    <a:pt x="0" y="86360"/>
                  </a:lnTo>
                  <a:lnTo>
                    <a:pt x="3809" y="86360"/>
                  </a:lnTo>
                  <a:lnTo>
                    <a:pt x="3809" y="83820"/>
                  </a:lnTo>
                  <a:close/>
                </a:path>
                <a:path w="3809" h="520700">
                  <a:moveTo>
                    <a:pt x="3809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3809" y="82550"/>
                  </a:lnTo>
                  <a:lnTo>
                    <a:pt x="3809" y="81280"/>
                  </a:lnTo>
                  <a:close/>
                </a:path>
                <a:path w="3809" h="520700">
                  <a:moveTo>
                    <a:pt x="3809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3809" y="80010"/>
                  </a:lnTo>
                  <a:lnTo>
                    <a:pt x="3809" y="77470"/>
                  </a:lnTo>
                  <a:close/>
                </a:path>
                <a:path w="3809" h="520700">
                  <a:moveTo>
                    <a:pt x="3809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3809" y="76200"/>
                  </a:lnTo>
                  <a:lnTo>
                    <a:pt x="3809" y="74930"/>
                  </a:lnTo>
                  <a:close/>
                </a:path>
                <a:path w="3809" h="520700">
                  <a:moveTo>
                    <a:pt x="3809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3809" y="73660"/>
                  </a:lnTo>
                  <a:lnTo>
                    <a:pt x="3809" y="71120"/>
                  </a:lnTo>
                  <a:close/>
                </a:path>
                <a:path w="3809" h="520700">
                  <a:moveTo>
                    <a:pt x="3809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3809" y="69850"/>
                  </a:lnTo>
                  <a:lnTo>
                    <a:pt x="3809" y="68580"/>
                  </a:lnTo>
                  <a:close/>
                </a:path>
                <a:path w="3809" h="520700">
                  <a:moveTo>
                    <a:pt x="3809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3809" y="67310"/>
                  </a:lnTo>
                  <a:lnTo>
                    <a:pt x="3809" y="64770"/>
                  </a:lnTo>
                  <a:close/>
                </a:path>
                <a:path w="3809" h="520700">
                  <a:moveTo>
                    <a:pt x="380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09" y="63500"/>
                  </a:lnTo>
                  <a:lnTo>
                    <a:pt x="3809" y="62230"/>
                  </a:lnTo>
                  <a:close/>
                </a:path>
                <a:path w="3809" h="520700">
                  <a:moveTo>
                    <a:pt x="3809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3809" y="60960"/>
                  </a:lnTo>
                  <a:lnTo>
                    <a:pt x="3809" y="58420"/>
                  </a:lnTo>
                  <a:close/>
                </a:path>
                <a:path w="3809" h="520700">
                  <a:moveTo>
                    <a:pt x="3809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3809" y="57150"/>
                  </a:lnTo>
                  <a:lnTo>
                    <a:pt x="3809" y="55880"/>
                  </a:lnTo>
                  <a:close/>
                </a:path>
                <a:path w="3809" h="520700">
                  <a:moveTo>
                    <a:pt x="3809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3809" y="54610"/>
                  </a:lnTo>
                  <a:lnTo>
                    <a:pt x="3809" y="52070"/>
                  </a:lnTo>
                  <a:close/>
                </a:path>
                <a:path w="3809" h="520700">
                  <a:moveTo>
                    <a:pt x="3809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49530"/>
                  </a:lnTo>
                  <a:close/>
                </a:path>
                <a:path w="3809" h="520700">
                  <a:moveTo>
                    <a:pt x="3809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3809" y="48260"/>
                  </a:lnTo>
                  <a:lnTo>
                    <a:pt x="3809" y="45720"/>
                  </a:lnTo>
                  <a:close/>
                </a:path>
                <a:path w="3809" h="520700">
                  <a:moveTo>
                    <a:pt x="3809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3809" y="44450"/>
                  </a:lnTo>
                  <a:lnTo>
                    <a:pt x="3809" y="43180"/>
                  </a:lnTo>
                  <a:close/>
                </a:path>
                <a:path w="3809" h="520700">
                  <a:moveTo>
                    <a:pt x="3809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39370"/>
                  </a:lnTo>
                  <a:close/>
                </a:path>
                <a:path w="3809" h="520700">
                  <a:moveTo>
                    <a:pt x="3809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3809" y="38100"/>
                  </a:lnTo>
                  <a:lnTo>
                    <a:pt x="3809" y="36830"/>
                  </a:lnTo>
                  <a:close/>
                </a:path>
                <a:path w="3809" h="520700">
                  <a:moveTo>
                    <a:pt x="3809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33020"/>
                  </a:lnTo>
                  <a:close/>
                </a:path>
                <a:path w="3809" h="520700">
                  <a:moveTo>
                    <a:pt x="3809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3809" y="31750"/>
                  </a:lnTo>
                  <a:lnTo>
                    <a:pt x="3809" y="30480"/>
                  </a:lnTo>
                  <a:close/>
                </a:path>
                <a:path w="3809" h="520700">
                  <a:moveTo>
                    <a:pt x="3809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3809" y="29210"/>
                  </a:lnTo>
                  <a:lnTo>
                    <a:pt x="3809" y="26670"/>
                  </a:lnTo>
                  <a:close/>
                </a:path>
                <a:path w="3809" h="520700">
                  <a:moveTo>
                    <a:pt x="3809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3809" y="25400"/>
                  </a:lnTo>
                  <a:lnTo>
                    <a:pt x="3809" y="24130"/>
                  </a:lnTo>
                  <a:close/>
                </a:path>
                <a:path w="3809" h="520700">
                  <a:moveTo>
                    <a:pt x="3809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20320"/>
                  </a:lnTo>
                  <a:close/>
                </a:path>
                <a:path w="3809" h="520700">
                  <a:moveTo>
                    <a:pt x="3809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3809" y="19050"/>
                  </a:lnTo>
                  <a:lnTo>
                    <a:pt x="3809" y="17780"/>
                  </a:lnTo>
                  <a:close/>
                </a:path>
                <a:path w="3809" h="520700">
                  <a:moveTo>
                    <a:pt x="3809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3970"/>
                  </a:lnTo>
                  <a:close/>
                </a:path>
                <a:path w="3809" h="520700">
                  <a:moveTo>
                    <a:pt x="3809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3809" y="12700"/>
                  </a:lnTo>
                  <a:lnTo>
                    <a:pt x="3809" y="11430"/>
                  </a:lnTo>
                  <a:close/>
                </a:path>
                <a:path w="3809" h="520700">
                  <a:moveTo>
                    <a:pt x="3809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7620"/>
                  </a:lnTo>
                  <a:close/>
                </a:path>
                <a:path w="3809" h="520700">
                  <a:moveTo>
                    <a:pt x="3809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5080"/>
                  </a:lnTo>
                  <a:close/>
                </a:path>
                <a:path w="3809" h="520700">
                  <a:moveTo>
                    <a:pt x="3809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09" h="520700">
                  <a:moveTo>
                    <a:pt x="3809" y="519430"/>
                  </a:moveTo>
                  <a:lnTo>
                    <a:pt x="2540" y="519430"/>
                  </a:lnTo>
                  <a:lnTo>
                    <a:pt x="2540" y="520700"/>
                  </a:lnTo>
                  <a:lnTo>
                    <a:pt x="3809" y="520700"/>
                  </a:lnTo>
                  <a:lnTo>
                    <a:pt x="3809" y="519430"/>
                  </a:lnTo>
                  <a:close/>
                </a:path>
                <a:path w="3809" h="520700">
                  <a:moveTo>
                    <a:pt x="3809" y="513080"/>
                  </a:moveTo>
                  <a:lnTo>
                    <a:pt x="0" y="513080"/>
                  </a:lnTo>
                  <a:lnTo>
                    <a:pt x="0" y="518160"/>
                  </a:lnTo>
                  <a:lnTo>
                    <a:pt x="3809" y="518160"/>
                  </a:lnTo>
                  <a:lnTo>
                    <a:pt x="3809" y="513080"/>
                  </a:lnTo>
                  <a:close/>
                </a:path>
                <a:path w="3809" h="520700">
                  <a:moveTo>
                    <a:pt x="3809" y="506730"/>
                  </a:moveTo>
                  <a:lnTo>
                    <a:pt x="0" y="506730"/>
                  </a:lnTo>
                  <a:lnTo>
                    <a:pt x="0" y="511810"/>
                  </a:lnTo>
                  <a:lnTo>
                    <a:pt x="3809" y="511810"/>
                  </a:lnTo>
                  <a:lnTo>
                    <a:pt x="3809" y="506730"/>
                  </a:lnTo>
                  <a:close/>
                </a:path>
                <a:path w="3809" h="520700">
                  <a:moveTo>
                    <a:pt x="3809" y="500380"/>
                  </a:moveTo>
                  <a:lnTo>
                    <a:pt x="0" y="500380"/>
                  </a:lnTo>
                  <a:lnTo>
                    <a:pt x="0" y="505460"/>
                  </a:lnTo>
                  <a:lnTo>
                    <a:pt x="3809" y="505460"/>
                  </a:lnTo>
                  <a:lnTo>
                    <a:pt x="3809" y="500380"/>
                  </a:lnTo>
                  <a:close/>
                </a:path>
                <a:path w="3809" h="520700">
                  <a:moveTo>
                    <a:pt x="3809" y="494030"/>
                  </a:moveTo>
                  <a:lnTo>
                    <a:pt x="0" y="494030"/>
                  </a:lnTo>
                  <a:lnTo>
                    <a:pt x="0" y="499110"/>
                  </a:lnTo>
                  <a:lnTo>
                    <a:pt x="3809" y="499110"/>
                  </a:lnTo>
                  <a:lnTo>
                    <a:pt x="3809" y="494030"/>
                  </a:lnTo>
                  <a:close/>
                </a:path>
                <a:path w="3809" h="520700">
                  <a:moveTo>
                    <a:pt x="3809" y="487680"/>
                  </a:moveTo>
                  <a:lnTo>
                    <a:pt x="0" y="487680"/>
                  </a:lnTo>
                  <a:lnTo>
                    <a:pt x="0" y="492760"/>
                  </a:lnTo>
                  <a:lnTo>
                    <a:pt x="3809" y="492760"/>
                  </a:lnTo>
                  <a:lnTo>
                    <a:pt x="3809" y="487680"/>
                  </a:lnTo>
                  <a:close/>
                </a:path>
                <a:path w="3809" h="520700">
                  <a:moveTo>
                    <a:pt x="3809" y="481330"/>
                  </a:moveTo>
                  <a:lnTo>
                    <a:pt x="0" y="481330"/>
                  </a:lnTo>
                  <a:lnTo>
                    <a:pt x="0" y="486410"/>
                  </a:lnTo>
                  <a:lnTo>
                    <a:pt x="3809" y="486410"/>
                  </a:lnTo>
                  <a:lnTo>
                    <a:pt x="3809" y="481330"/>
                  </a:lnTo>
                  <a:close/>
                </a:path>
                <a:path w="3809" h="520700">
                  <a:moveTo>
                    <a:pt x="3809" y="474980"/>
                  </a:moveTo>
                  <a:lnTo>
                    <a:pt x="0" y="474980"/>
                  </a:lnTo>
                  <a:lnTo>
                    <a:pt x="0" y="480060"/>
                  </a:lnTo>
                  <a:lnTo>
                    <a:pt x="3809" y="480060"/>
                  </a:lnTo>
                  <a:lnTo>
                    <a:pt x="3809" y="474980"/>
                  </a:lnTo>
                  <a:close/>
                </a:path>
                <a:path w="3809" h="520700">
                  <a:moveTo>
                    <a:pt x="3809" y="212090"/>
                  </a:moveTo>
                  <a:lnTo>
                    <a:pt x="0" y="212090"/>
                  </a:lnTo>
                  <a:lnTo>
                    <a:pt x="0" y="473710"/>
                  </a:lnTo>
                  <a:lnTo>
                    <a:pt x="3809" y="473710"/>
                  </a:lnTo>
                  <a:lnTo>
                    <a:pt x="3809" y="212090"/>
                  </a:lnTo>
                  <a:close/>
                </a:path>
              </a:pathLst>
            </a:custGeom>
            <a:solidFill>
              <a:srgbClr val="DDD3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184909" y="2837180"/>
              <a:ext cx="3810" cy="521970"/>
            </a:xfrm>
            <a:custGeom>
              <a:avLst/>
              <a:gdLst/>
              <a:ahLst/>
              <a:cxnLst/>
              <a:rect l="l" t="t" r="r" b="b"/>
              <a:pathLst>
                <a:path w="3809" h="521970">
                  <a:moveTo>
                    <a:pt x="3809" y="88900"/>
                  </a:moveTo>
                  <a:lnTo>
                    <a:pt x="0" y="88900"/>
                  </a:lnTo>
                  <a:lnTo>
                    <a:pt x="0" y="209550"/>
                  </a:lnTo>
                  <a:lnTo>
                    <a:pt x="3809" y="209550"/>
                  </a:lnTo>
                  <a:lnTo>
                    <a:pt x="3809" y="88900"/>
                  </a:lnTo>
                  <a:close/>
                </a:path>
                <a:path w="3809" h="521970">
                  <a:moveTo>
                    <a:pt x="3809" y="86360"/>
                  </a:moveTo>
                  <a:lnTo>
                    <a:pt x="0" y="86360"/>
                  </a:lnTo>
                  <a:lnTo>
                    <a:pt x="0" y="87629"/>
                  </a:lnTo>
                  <a:lnTo>
                    <a:pt x="3809" y="87629"/>
                  </a:lnTo>
                  <a:lnTo>
                    <a:pt x="3809" y="86360"/>
                  </a:lnTo>
                  <a:close/>
                </a:path>
                <a:path w="3809" h="521970">
                  <a:moveTo>
                    <a:pt x="3809" y="82550"/>
                  </a:moveTo>
                  <a:lnTo>
                    <a:pt x="0" y="82550"/>
                  </a:lnTo>
                  <a:lnTo>
                    <a:pt x="0" y="85089"/>
                  </a:lnTo>
                  <a:lnTo>
                    <a:pt x="3809" y="85089"/>
                  </a:lnTo>
                  <a:lnTo>
                    <a:pt x="3809" y="82550"/>
                  </a:lnTo>
                  <a:close/>
                </a:path>
                <a:path w="3809" h="521970">
                  <a:moveTo>
                    <a:pt x="3809" y="80010"/>
                  </a:moveTo>
                  <a:lnTo>
                    <a:pt x="0" y="80010"/>
                  </a:lnTo>
                  <a:lnTo>
                    <a:pt x="0" y="81279"/>
                  </a:lnTo>
                  <a:lnTo>
                    <a:pt x="3809" y="81279"/>
                  </a:lnTo>
                  <a:lnTo>
                    <a:pt x="3809" y="80010"/>
                  </a:lnTo>
                  <a:close/>
                </a:path>
                <a:path w="3809" h="521970">
                  <a:moveTo>
                    <a:pt x="3809" y="76200"/>
                  </a:moveTo>
                  <a:lnTo>
                    <a:pt x="0" y="76200"/>
                  </a:lnTo>
                  <a:lnTo>
                    <a:pt x="0" y="78739"/>
                  </a:lnTo>
                  <a:lnTo>
                    <a:pt x="3809" y="78739"/>
                  </a:lnTo>
                  <a:lnTo>
                    <a:pt x="3809" y="76200"/>
                  </a:lnTo>
                  <a:close/>
                </a:path>
                <a:path w="3809" h="521970">
                  <a:moveTo>
                    <a:pt x="3809" y="73660"/>
                  </a:moveTo>
                  <a:lnTo>
                    <a:pt x="0" y="73660"/>
                  </a:lnTo>
                  <a:lnTo>
                    <a:pt x="0" y="74929"/>
                  </a:lnTo>
                  <a:lnTo>
                    <a:pt x="3809" y="74929"/>
                  </a:lnTo>
                  <a:lnTo>
                    <a:pt x="3809" y="73660"/>
                  </a:lnTo>
                  <a:close/>
                </a:path>
                <a:path w="3809" h="521970">
                  <a:moveTo>
                    <a:pt x="3809" y="69850"/>
                  </a:moveTo>
                  <a:lnTo>
                    <a:pt x="0" y="69850"/>
                  </a:lnTo>
                  <a:lnTo>
                    <a:pt x="0" y="72389"/>
                  </a:lnTo>
                  <a:lnTo>
                    <a:pt x="3809" y="72389"/>
                  </a:lnTo>
                  <a:lnTo>
                    <a:pt x="3809" y="69850"/>
                  </a:lnTo>
                  <a:close/>
                </a:path>
                <a:path w="3809" h="521970">
                  <a:moveTo>
                    <a:pt x="3809" y="67310"/>
                  </a:moveTo>
                  <a:lnTo>
                    <a:pt x="0" y="67310"/>
                  </a:lnTo>
                  <a:lnTo>
                    <a:pt x="0" y="68579"/>
                  </a:lnTo>
                  <a:lnTo>
                    <a:pt x="3809" y="68579"/>
                  </a:lnTo>
                  <a:lnTo>
                    <a:pt x="3809" y="67310"/>
                  </a:lnTo>
                  <a:close/>
                </a:path>
                <a:path w="3809" h="521970">
                  <a:moveTo>
                    <a:pt x="3809" y="63500"/>
                  </a:moveTo>
                  <a:lnTo>
                    <a:pt x="0" y="63500"/>
                  </a:lnTo>
                  <a:lnTo>
                    <a:pt x="0" y="66039"/>
                  </a:lnTo>
                  <a:lnTo>
                    <a:pt x="3809" y="66039"/>
                  </a:lnTo>
                  <a:lnTo>
                    <a:pt x="3809" y="63500"/>
                  </a:lnTo>
                  <a:close/>
                </a:path>
                <a:path w="3809" h="521970">
                  <a:moveTo>
                    <a:pt x="3809" y="60960"/>
                  </a:moveTo>
                  <a:lnTo>
                    <a:pt x="0" y="60960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60960"/>
                  </a:lnTo>
                  <a:close/>
                </a:path>
                <a:path w="3809" h="521970">
                  <a:moveTo>
                    <a:pt x="3809" y="57150"/>
                  </a:moveTo>
                  <a:lnTo>
                    <a:pt x="0" y="57150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7150"/>
                  </a:lnTo>
                  <a:close/>
                </a:path>
                <a:path w="3809" h="521970">
                  <a:moveTo>
                    <a:pt x="3809" y="54610"/>
                  </a:moveTo>
                  <a:lnTo>
                    <a:pt x="0" y="54610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54610"/>
                  </a:lnTo>
                  <a:close/>
                </a:path>
                <a:path w="3809" h="521970">
                  <a:moveTo>
                    <a:pt x="3809" y="50800"/>
                  </a:moveTo>
                  <a:lnTo>
                    <a:pt x="0" y="50800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0800"/>
                  </a:lnTo>
                  <a:close/>
                </a:path>
                <a:path w="3809" h="521970">
                  <a:moveTo>
                    <a:pt x="3809" y="48260"/>
                  </a:moveTo>
                  <a:lnTo>
                    <a:pt x="0" y="48260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8260"/>
                  </a:lnTo>
                  <a:close/>
                </a:path>
                <a:path w="3809" h="521970">
                  <a:moveTo>
                    <a:pt x="3809" y="44450"/>
                  </a:moveTo>
                  <a:lnTo>
                    <a:pt x="0" y="44450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4450"/>
                  </a:lnTo>
                  <a:close/>
                </a:path>
                <a:path w="3809" h="521970">
                  <a:moveTo>
                    <a:pt x="3809" y="41910"/>
                  </a:moveTo>
                  <a:lnTo>
                    <a:pt x="0" y="41910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41910"/>
                  </a:lnTo>
                  <a:close/>
                </a:path>
                <a:path w="3809" h="521970">
                  <a:moveTo>
                    <a:pt x="3809" y="38100"/>
                  </a:moveTo>
                  <a:lnTo>
                    <a:pt x="0" y="38100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8100"/>
                  </a:lnTo>
                  <a:close/>
                </a:path>
                <a:path w="3809" h="521970">
                  <a:moveTo>
                    <a:pt x="3809" y="35560"/>
                  </a:moveTo>
                  <a:lnTo>
                    <a:pt x="0" y="35560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5560"/>
                  </a:lnTo>
                  <a:close/>
                </a:path>
                <a:path w="3809" h="521970">
                  <a:moveTo>
                    <a:pt x="3809" y="31750"/>
                  </a:moveTo>
                  <a:lnTo>
                    <a:pt x="0" y="31750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31750"/>
                  </a:lnTo>
                  <a:close/>
                </a:path>
                <a:path w="3809" h="521970">
                  <a:moveTo>
                    <a:pt x="3809" y="29210"/>
                  </a:moveTo>
                  <a:lnTo>
                    <a:pt x="0" y="29210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29210"/>
                  </a:lnTo>
                  <a:close/>
                </a:path>
                <a:path w="3809" h="521970">
                  <a:moveTo>
                    <a:pt x="3809" y="25400"/>
                  </a:moveTo>
                  <a:lnTo>
                    <a:pt x="0" y="25400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5400"/>
                  </a:lnTo>
                  <a:close/>
                </a:path>
                <a:path w="3809" h="521970">
                  <a:moveTo>
                    <a:pt x="3809" y="22860"/>
                  </a:moveTo>
                  <a:lnTo>
                    <a:pt x="0" y="22860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22860"/>
                  </a:lnTo>
                  <a:close/>
                </a:path>
                <a:path w="3809" h="521970">
                  <a:moveTo>
                    <a:pt x="3809" y="19050"/>
                  </a:moveTo>
                  <a:lnTo>
                    <a:pt x="0" y="19050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9050"/>
                  </a:lnTo>
                  <a:close/>
                </a:path>
                <a:path w="3809" h="521970">
                  <a:moveTo>
                    <a:pt x="3809" y="16510"/>
                  </a:moveTo>
                  <a:lnTo>
                    <a:pt x="0" y="1651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6510"/>
                  </a:lnTo>
                  <a:close/>
                </a:path>
                <a:path w="3809" h="521970">
                  <a:moveTo>
                    <a:pt x="3809" y="12700"/>
                  </a:moveTo>
                  <a:lnTo>
                    <a:pt x="0" y="1270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2700"/>
                  </a:lnTo>
                  <a:close/>
                </a:path>
                <a:path w="3809" h="521970">
                  <a:moveTo>
                    <a:pt x="3809" y="10160"/>
                  </a:moveTo>
                  <a:lnTo>
                    <a:pt x="0" y="1016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10160"/>
                  </a:lnTo>
                  <a:close/>
                </a:path>
                <a:path w="3809" h="521970">
                  <a:moveTo>
                    <a:pt x="3809" y="6350"/>
                  </a:moveTo>
                  <a:lnTo>
                    <a:pt x="0" y="635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50"/>
                  </a:lnTo>
                  <a:close/>
                </a:path>
                <a:path w="3809" h="521970">
                  <a:moveTo>
                    <a:pt x="3809" y="3810"/>
                  </a:moveTo>
                  <a:lnTo>
                    <a:pt x="0" y="381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3810"/>
                  </a:lnTo>
                  <a:close/>
                </a:path>
                <a:path w="3809" h="521970">
                  <a:moveTo>
                    <a:pt x="254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40" y="2539"/>
                  </a:lnTo>
                  <a:lnTo>
                    <a:pt x="2540" y="0"/>
                  </a:lnTo>
                  <a:close/>
                </a:path>
                <a:path w="3809" h="521970">
                  <a:moveTo>
                    <a:pt x="3809" y="518160"/>
                  </a:moveTo>
                  <a:lnTo>
                    <a:pt x="0" y="518160"/>
                  </a:lnTo>
                  <a:lnTo>
                    <a:pt x="0" y="520700"/>
                  </a:lnTo>
                  <a:lnTo>
                    <a:pt x="2540" y="520700"/>
                  </a:lnTo>
                  <a:lnTo>
                    <a:pt x="2540" y="521970"/>
                  </a:lnTo>
                  <a:lnTo>
                    <a:pt x="3809" y="521970"/>
                  </a:lnTo>
                  <a:lnTo>
                    <a:pt x="3809" y="518160"/>
                  </a:lnTo>
                  <a:close/>
                </a:path>
                <a:path w="3809" h="521970">
                  <a:moveTo>
                    <a:pt x="3809" y="511810"/>
                  </a:moveTo>
                  <a:lnTo>
                    <a:pt x="0" y="511810"/>
                  </a:lnTo>
                  <a:lnTo>
                    <a:pt x="0" y="516890"/>
                  </a:lnTo>
                  <a:lnTo>
                    <a:pt x="3809" y="516890"/>
                  </a:lnTo>
                  <a:lnTo>
                    <a:pt x="3809" y="511810"/>
                  </a:lnTo>
                  <a:close/>
                </a:path>
                <a:path w="3809" h="521970">
                  <a:moveTo>
                    <a:pt x="3809" y="505460"/>
                  </a:moveTo>
                  <a:lnTo>
                    <a:pt x="0" y="505460"/>
                  </a:lnTo>
                  <a:lnTo>
                    <a:pt x="0" y="510540"/>
                  </a:lnTo>
                  <a:lnTo>
                    <a:pt x="3809" y="510540"/>
                  </a:lnTo>
                  <a:lnTo>
                    <a:pt x="3809" y="505460"/>
                  </a:lnTo>
                  <a:close/>
                </a:path>
                <a:path w="3809" h="521970">
                  <a:moveTo>
                    <a:pt x="3809" y="499110"/>
                  </a:moveTo>
                  <a:lnTo>
                    <a:pt x="0" y="499110"/>
                  </a:lnTo>
                  <a:lnTo>
                    <a:pt x="0" y="504190"/>
                  </a:lnTo>
                  <a:lnTo>
                    <a:pt x="3809" y="504190"/>
                  </a:lnTo>
                  <a:lnTo>
                    <a:pt x="3809" y="499110"/>
                  </a:lnTo>
                  <a:close/>
                </a:path>
                <a:path w="3809" h="521970">
                  <a:moveTo>
                    <a:pt x="3809" y="492760"/>
                  </a:moveTo>
                  <a:lnTo>
                    <a:pt x="0" y="492760"/>
                  </a:lnTo>
                  <a:lnTo>
                    <a:pt x="0" y="497840"/>
                  </a:lnTo>
                  <a:lnTo>
                    <a:pt x="3809" y="497840"/>
                  </a:lnTo>
                  <a:lnTo>
                    <a:pt x="3809" y="492760"/>
                  </a:lnTo>
                  <a:close/>
                </a:path>
                <a:path w="3809" h="521970">
                  <a:moveTo>
                    <a:pt x="3809" y="486410"/>
                  </a:moveTo>
                  <a:lnTo>
                    <a:pt x="0" y="486410"/>
                  </a:lnTo>
                  <a:lnTo>
                    <a:pt x="0" y="491490"/>
                  </a:lnTo>
                  <a:lnTo>
                    <a:pt x="3809" y="491490"/>
                  </a:lnTo>
                  <a:lnTo>
                    <a:pt x="3809" y="486410"/>
                  </a:lnTo>
                  <a:close/>
                </a:path>
                <a:path w="3809" h="521970">
                  <a:moveTo>
                    <a:pt x="3809" y="480060"/>
                  </a:moveTo>
                  <a:lnTo>
                    <a:pt x="0" y="480060"/>
                  </a:lnTo>
                  <a:lnTo>
                    <a:pt x="0" y="485140"/>
                  </a:lnTo>
                  <a:lnTo>
                    <a:pt x="3809" y="485140"/>
                  </a:lnTo>
                  <a:lnTo>
                    <a:pt x="3809" y="480060"/>
                  </a:lnTo>
                  <a:close/>
                </a:path>
                <a:path w="3809" h="521970">
                  <a:moveTo>
                    <a:pt x="3809" y="473710"/>
                  </a:moveTo>
                  <a:lnTo>
                    <a:pt x="0" y="473710"/>
                  </a:lnTo>
                  <a:lnTo>
                    <a:pt x="0" y="478790"/>
                  </a:lnTo>
                  <a:lnTo>
                    <a:pt x="3809" y="478790"/>
                  </a:lnTo>
                  <a:lnTo>
                    <a:pt x="3809" y="473710"/>
                  </a:lnTo>
                  <a:close/>
                </a:path>
                <a:path w="3809" h="521970">
                  <a:moveTo>
                    <a:pt x="3809" y="210820"/>
                  </a:moveTo>
                  <a:lnTo>
                    <a:pt x="0" y="210820"/>
                  </a:lnTo>
                  <a:lnTo>
                    <a:pt x="0" y="472440"/>
                  </a:lnTo>
                  <a:lnTo>
                    <a:pt x="3809" y="472440"/>
                  </a:lnTo>
                  <a:lnTo>
                    <a:pt x="3809" y="210820"/>
                  </a:lnTo>
                  <a:close/>
                </a:path>
              </a:pathLst>
            </a:custGeom>
            <a:solidFill>
              <a:srgbClr val="DCD2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188719" y="2839719"/>
              <a:ext cx="3810" cy="521970"/>
            </a:xfrm>
            <a:custGeom>
              <a:avLst/>
              <a:gdLst/>
              <a:ahLst/>
              <a:cxnLst/>
              <a:rect l="l" t="t" r="r" b="b"/>
              <a:pathLst>
                <a:path w="3809" h="521970">
                  <a:moveTo>
                    <a:pt x="3810" y="86360"/>
                  </a:moveTo>
                  <a:lnTo>
                    <a:pt x="0" y="86360"/>
                  </a:lnTo>
                  <a:lnTo>
                    <a:pt x="0" y="207010"/>
                  </a:lnTo>
                  <a:lnTo>
                    <a:pt x="3810" y="207010"/>
                  </a:lnTo>
                  <a:lnTo>
                    <a:pt x="3810" y="86360"/>
                  </a:lnTo>
                  <a:close/>
                </a:path>
                <a:path w="3809" h="521970">
                  <a:moveTo>
                    <a:pt x="3810" y="83820"/>
                  </a:moveTo>
                  <a:lnTo>
                    <a:pt x="0" y="83820"/>
                  </a:lnTo>
                  <a:lnTo>
                    <a:pt x="0" y="85089"/>
                  </a:lnTo>
                  <a:lnTo>
                    <a:pt x="3810" y="85089"/>
                  </a:lnTo>
                  <a:lnTo>
                    <a:pt x="3810" y="83820"/>
                  </a:lnTo>
                  <a:close/>
                </a:path>
                <a:path w="3809" h="521970">
                  <a:moveTo>
                    <a:pt x="3810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3810" y="82550"/>
                  </a:lnTo>
                  <a:lnTo>
                    <a:pt x="3810" y="80010"/>
                  </a:lnTo>
                  <a:close/>
                </a:path>
                <a:path w="3809" h="521970">
                  <a:moveTo>
                    <a:pt x="3810" y="77470"/>
                  </a:moveTo>
                  <a:lnTo>
                    <a:pt x="0" y="77470"/>
                  </a:lnTo>
                  <a:lnTo>
                    <a:pt x="0" y="78739"/>
                  </a:lnTo>
                  <a:lnTo>
                    <a:pt x="3810" y="78739"/>
                  </a:lnTo>
                  <a:lnTo>
                    <a:pt x="3810" y="77470"/>
                  </a:lnTo>
                  <a:close/>
                </a:path>
                <a:path w="3809" h="521970">
                  <a:moveTo>
                    <a:pt x="3810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3810" y="76200"/>
                  </a:lnTo>
                  <a:lnTo>
                    <a:pt x="3810" y="73660"/>
                  </a:lnTo>
                  <a:close/>
                </a:path>
                <a:path w="3809" h="521970">
                  <a:moveTo>
                    <a:pt x="3810" y="71120"/>
                  </a:moveTo>
                  <a:lnTo>
                    <a:pt x="0" y="71120"/>
                  </a:lnTo>
                  <a:lnTo>
                    <a:pt x="0" y="72389"/>
                  </a:lnTo>
                  <a:lnTo>
                    <a:pt x="3810" y="72389"/>
                  </a:lnTo>
                  <a:lnTo>
                    <a:pt x="3810" y="71120"/>
                  </a:lnTo>
                  <a:close/>
                </a:path>
                <a:path w="3809" h="521970">
                  <a:moveTo>
                    <a:pt x="3810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3810" y="69850"/>
                  </a:lnTo>
                  <a:lnTo>
                    <a:pt x="3810" y="67310"/>
                  </a:lnTo>
                  <a:close/>
                </a:path>
                <a:path w="3809" h="521970">
                  <a:moveTo>
                    <a:pt x="3810" y="64770"/>
                  </a:moveTo>
                  <a:lnTo>
                    <a:pt x="0" y="64770"/>
                  </a:lnTo>
                  <a:lnTo>
                    <a:pt x="0" y="66039"/>
                  </a:lnTo>
                  <a:lnTo>
                    <a:pt x="3810" y="66039"/>
                  </a:lnTo>
                  <a:lnTo>
                    <a:pt x="3810" y="64770"/>
                  </a:lnTo>
                  <a:close/>
                </a:path>
                <a:path w="3809" h="521970">
                  <a:moveTo>
                    <a:pt x="3810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60960"/>
                  </a:lnTo>
                  <a:close/>
                </a:path>
                <a:path w="3809" h="521970">
                  <a:moveTo>
                    <a:pt x="3810" y="58420"/>
                  </a:moveTo>
                  <a:lnTo>
                    <a:pt x="0" y="58420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8420"/>
                  </a:lnTo>
                  <a:close/>
                </a:path>
                <a:path w="3809" h="521970">
                  <a:moveTo>
                    <a:pt x="3810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3810" y="57150"/>
                  </a:lnTo>
                  <a:lnTo>
                    <a:pt x="3810" y="54610"/>
                  </a:lnTo>
                  <a:close/>
                </a:path>
                <a:path w="3809" h="521970">
                  <a:moveTo>
                    <a:pt x="3810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52070"/>
                  </a:lnTo>
                  <a:close/>
                </a:path>
                <a:path w="3809" h="521970">
                  <a:moveTo>
                    <a:pt x="3810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3810" y="50800"/>
                  </a:lnTo>
                  <a:lnTo>
                    <a:pt x="3810" y="48260"/>
                  </a:lnTo>
                  <a:close/>
                </a:path>
                <a:path w="3809" h="521970">
                  <a:moveTo>
                    <a:pt x="3810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5720"/>
                  </a:lnTo>
                  <a:close/>
                </a:path>
                <a:path w="3809" h="521970">
                  <a:moveTo>
                    <a:pt x="3810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3810" y="44450"/>
                  </a:lnTo>
                  <a:lnTo>
                    <a:pt x="3810" y="41910"/>
                  </a:lnTo>
                  <a:close/>
                </a:path>
                <a:path w="3809" h="521970">
                  <a:moveTo>
                    <a:pt x="3810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9370"/>
                  </a:lnTo>
                  <a:close/>
                </a:path>
                <a:path w="3809" h="521970">
                  <a:moveTo>
                    <a:pt x="381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5560"/>
                  </a:lnTo>
                  <a:close/>
                </a:path>
                <a:path w="3809" h="521970">
                  <a:moveTo>
                    <a:pt x="3810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33020"/>
                  </a:lnTo>
                  <a:close/>
                </a:path>
                <a:path w="3809" h="521970">
                  <a:moveTo>
                    <a:pt x="381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3810" y="31750"/>
                  </a:lnTo>
                  <a:lnTo>
                    <a:pt x="3810" y="29210"/>
                  </a:lnTo>
                  <a:close/>
                </a:path>
                <a:path w="3809" h="521970">
                  <a:moveTo>
                    <a:pt x="3810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6670"/>
                  </a:lnTo>
                  <a:close/>
                </a:path>
                <a:path w="3809" h="521970">
                  <a:moveTo>
                    <a:pt x="381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2860"/>
                  </a:lnTo>
                  <a:close/>
                </a:path>
                <a:path w="3809" h="521970">
                  <a:moveTo>
                    <a:pt x="3810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20320"/>
                  </a:lnTo>
                  <a:close/>
                </a:path>
                <a:path w="3809" h="521970">
                  <a:moveTo>
                    <a:pt x="381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6510"/>
                  </a:lnTo>
                  <a:close/>
                </a:path>
                <a:path w="3809" h="521970">
                  <a:moveTo>
                    <a:pt x="3810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3970"/>
                  </a:lnTo>
                  <a:close/>
                </a:path>
                <a:path w="3809" h="521970">
                  <a:moveTo>
                    <a:pt x="381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10160"/>
                  </a:lnTo>
                  <a:close/>
                </a:path>
                <a:path w="3809" h="521970">
                  <a:moveTo>
                    <a:pt x="3810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7620"/>
                  </a:lnTo>
                  <a:close/>
                </a:path>
                <a:path w="3809" h="521970">
                  <a:moveTo>
                    <a:pt x="3810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3810"/>
                  </a:lnTo>
                  <a:close/>
                </a:path>
                <a:path w="3809" h="521970">
                  <a:moveTo>
                    <a:pt x="254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39"/>
                  </a:lnTo>
                  <a:lnTo>
                    <a:pt x="2540" y="2539"/>
                  </a:lnTo>
                  <a:lnTo>
                    <a:pt x="2540" y="0"/>
                  </a:lnTo>
                  <a:close/>
                </a:path>
                <a:path w="3809" h="521970">
                  <a:moveTo>
                    <a:pt x="3810" y="515620"/>
                  </a:moveTo>
                  <a:lnTo>
                    <a:pt x="0" y="515620"/>
                  </a:lnTo>
                  <a:lnTo>
                    <a:pt x="0" y="521970"/>
                  </a:lnTo>
                  <a:lnTo>
                    <a:pt x="2540" y="521970"/>
                  </a:lnTo>
                  <a:lnTo>
                    <a:pt x="2540" y="520700"/>
                  </a:lnTo>
                  <a:lnTo>
                    <a:pt x="3810" y="520700"/>
                  </a:lnTo>
                  <a:lnTo>
                    <a:pt x="3810" y="515620"/>
                  </a:lnTo>
                  <a:close/>
                </a:path>
                <a:path w="3809" h="521970">
                  <a:moveTo>
                    <a:pt x="3810" y="509270"/>
                  </a:moveTo>
                  <a:lnTo>
                    <a:pt x="0" y="509270"/>
                  </a:lnTo>
                  <a:lnTo>
                    <a:pt x="0" y="514350"/>
                  </a:lnTo>
                  <a:lnTo>
                    <a:pt x="3810" y="514350"/>
                  </a:lnTo>
                  <a:lnTo>
                    <a:pt x="3810" y="509270"/>
                  </a:lnTo>
                  <a:close/>
                </a:path>
                <a:path w="3809" h="521970">
                  <a:moveTo>
                    <a:pt x="3810" y="502920"/>
                  </a:moveTo>
                  <a:lnTo>
                    <a:pt x="0" y="502920"/>
                  </a:lnTo>
                  <a:lnTo>
                    <a:pt x="0" y="508000"/>
                  </a:lnTo>
                  <a:lnTo>
                    <a:pt x="3810" y="508000"/>
                  </a:lnTo>
                  <a:lnTo>
                    <a:pt x="3810" y="502920"/>
                  </a:lnTo>
                  <a:close/>
                </a:path>
                <a:path w="3809" h="521970">
                  <a:moveTo>
                    <a:pt x="3810" y="496570"/>
                  </a:moveTo>
                  <a:lnTo>
                    <a:pt x="0" y="496570"/>
                  </a:lnTo>
                  <a:lnTo>
                    <a:pt x="0" y="501650"/>
                  </a:lnTo>
                  <a:lnTo>
                    <a:pt x="3810" y="501650"/>
                  </a:lnTo>
                  <a:lnTo>
                    <a:pt x="3810" y="496570"/>
                  </a:lnTo>
                  <a:close/>
                </a:path>
                <a:path w="3809" h="521970">
                  <a:moveTo>
                    <a:pt x="3810" y="490220"/>
                  </a:moveTo>
                  <a:lnTo>
                    <a:pt x="0" y="490220"/>
                  </a:lnTo>
                  <a:lnTo>
                    <a:pt x="0" y="495300"/>
                  </a:lnTo>
                  <a:lnTo>
                    <a:pt x="3810" y="495300"/>
                  </a:lnTo>
                  <a:lnTo>
                    <a:pt x="3810" y="490220"/>
                  </a:lnTo>
                  <a:close/>
                </a:path>
                <a:path w="3809" h="521970">
                  <a:moveTo>
                    <a:pt x="3810" y="483870"/>
                  </a:moveTo>
                  <a:lnTo>
                    <a:pt x="0" y="483870"/>
                  </a:lnTo>
                  <a:lnTo>
                    <a:pt x="0" y="488950"/>
                  </a:lnTo>
                  <a:lnTo>
                    <a:pt x="3810" y="488950"/>
                  </a:lnTo>
                  <a:lnTo>
                    <a:pt x="3810" y="483870"/>
                  </a:lnTo>
                  <a:close/>
                </a:path>
                <a:path w="3809" h="521970">
                  <a:moveTo>
                    <a:pt x="3810" y="477520"/>
                  </a:moveTo>
                  <a:lnTo>
                    <a:pt x="0" y="477520"/>
                  </a:lnTo>
                  <a:lnTo>
                    <a:pt x="0" y="482600"/>
                  </a:lnTo>
                  <a:lnTo>
                    <a:pt x="3810" y="482600"/>
                  </a:lnTo>
                  <a:lnTo>
                    <a:pt x="3810" y="477520"/>
                  </a:lnTo>
                  <a:close/>
                </a:path>
                <a:path w="3809" h="521970">
                  <a:moveTo>
                    <a:pt x="3810" y="471170"/>
                  </a:moveTo>
                  <a:lnTo>
                    <a:pt x="0" y="471170"/>
                  </a:lnTo>
                  <a:lnTo>
                    <a:pt x="0" y="476250"/>
                  </a:lnTo>
                  <a:lnTo>
                    <a:pt x="3810" y="476250"/>
                  </a:lnTo>
                  <a:lnTo>
                    <a:pt x="3810" y="471170"/>
                  </a:lnTo>
                  <a:close/>
                </a:path>
                <a:path w="3809" h="521970">
                  <a:moveTo>
                    <a:pt x="3810" y="208280"/>
                  </a:moveTo>
                  <a:lnTo>
                    <a:pt x="0" y="208280"/>
                  </a:lnTo>
                  <a:lnTo>
                    <a:pt x="0" y="469900"/>
                  </a:lnTo>
                  <a:lnTo>
                    <a:pt x="3810" y="469900"/>
                  </a:lnTo>
                  <a:lnTo>
                    <a:pt x="3810" y="208280"/>
                  </a:lnTo>
                  <a:close/>
                </a:path>
              </a:pathLst>
            </a:custGeom>
            <a:solidFill>
              <a:srgbClr val="DBD1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1192530" y="2842260"/>
              <a:ext cx="3810" cy="521970"/>
            </a:xfrm>
            <a:custGeom>
              <a:avLst/>
              <a:gdLst/>
              <a:ahLst/>
              <a:cxnLst/>
              <a:rect l="l" t="t" r="r" b="b"/>
              <a:pathLst>
                <a:path w="3809" h="521970">
                  <a:moveTo>
                    <a:pt x="3809" y="83820"/>
                  </a:moveTo>
                  <a:lnTo>
                    <a:pt x="0" y="83820"/>
                  </a:lnTo>
                  <a:lnTo>
                    <a:pt x="0" y="204470"/>
                  </a:lnTo>
                  <a:lnTo>
                    <a:pt x="3809" y="204470"/>
                  </a:lnTo>
                  <a:lnTo>
                    <a:pt x="3809" y="83820"/>
                  </a:lnTo>
                  <a:close/>
                </a:path>
                <a:path w="3809" h="521970">
                  <a:moveTo>
                    <a:pt x="3809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3809" y="82550"/>
                  </a:lnTo>
                  <a:lnTo>
                    <a:pt x="3809" y="81280"/>
                  </a:lnTo>
                  <a:close/>
                </a:path>
                <a:path w="3809" h="521970">
                  <a:moveTo>
                    <a:pt x="3809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3809" y="80010"/>
                  </a:lnTo>
                  <a:lnTo>
                    <a:pt x="3809" y="77470"/>
                  </a:lnTo>
                  <a:close/>
                </a:path>
                <a:path w="3809" h="521970">
                  <a:moveTo>
                    <a:pt x="3809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3809" y="76200"/>
                  </a:lnTo>
                  <a:lnTo>
                    <a:pt x="3809" y="74930"/>
                  </a:lnTo>
                  <a:close/>
                </a:path>
                <a:path w="3809" h="521970">
                  <a:moveTo>
                    <a:pt x="3809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3809" y="73660"/>
                  </a:lnTo>
                  <a:lnTo>
                    <a:pt x="3809" y="71120"/>
                  </a:lnTo>
                  <a:close/>
                </a:path>
                <a:path w="3809" h="521970">
                  <a:moveTo>
                    <a:pt x="3809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3809" y="69850"/>
                  </a:lnTo>
                  <a:lnTo>
                    <a:pt x="3809" y="68580"/>
                  </a:lnTo>
                  <a:close/>
                </a:path>
                <a:path w="3809" h="521970">
                  <a:moveTo>
                    <a:pt x="3809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3809" y="67310"/>
                  </a:lnTo>
                  <a:lnTo>
                    <a:pt x="3809" y="64770"/>
                  </a:lnTo>
                  <a:close/>
                </a:path>
                <a:path w="3809" h="521970">
                  <a:moveTo>
                    <a:pt x="380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09" y="63500"/>
                  </a:lnTo>
                  <a:lnTo>
                    <a:pt x="3809" y="62230"/>
                  </a:lnTo>
                  <a:close/>
                </a:path>
                <a:path w="3809" h="521970">
                  <a:moveTo>
                    <a:pt x="3809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3809" y="60960"/>
                  </a:lnTo>
                  <a:lnTo>
                    <a:pt x="3809" y="58420"/>
                  </a:lnTo>
                  <a:close/>
                </a:path>
                <a:path w="3809" h="521970">
                  <a:moveTo>
                    <a:pt x="3809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3809" y="57150"/>
                  </a:lnTo>
                  <a:lnTo>
                    <a:pt x="3809" y="55880"/>
                  </a:lnTo>
                  <a:close/>
                </a:path>
                <a:path w="3809" h="521970">
                  <a:moveTo>
                    <a:pt x="3809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3809" y="54610"/>
                  </a:lnTo>
                  <a:lnTo>
                    <a:pt x="3809" y="52070"/>
                  </a:lnTo>
                  <a:close/>
                </a:path>
                <a:path w="3809" h="521970">
                  <a:moveTo>
                    <a:pt x="3809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49530"/>
                  </a:lnTo>
                  <a:close/>
                </a:path>
                <a:path w="3809" h="521970">
                  <a:moveTo>
                    <a:pt x="3809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3809" y="48260"/>
                  </a:lnTo>
                  <a:lnTo>
                    <a:pt x="3809" y="45720"/>
                  </a:lnTo>
                  <a:close/>
                </a:path>
                <a:path w="3809" h="521970">
                  <a:moveTo>
                    <a:pt x="3809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3809" y="44450"/>
                  </a:lnTo>
                  <a:lnTo>
                    <a:pt x="3809" y="43180"/>
                  </a:lnTo>
                  <a:close/>
                </a:path>
                <a:path w="3809" h="521970">
                  <a:moveTo>
                    <a:pt x="3809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39370"/>
                  </a:lnTo>
                  <a:close/>
                </a:path>
                <a:path w="3809" h="521970">
                  <a:moveTo>
                    <a:pt x="3809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3809" y="38100"/>
                  </a:lnTo>
                  <a:lnTo>
                    <a:pt x="3809" y="36830"/>
                  </a:lnTo>
                  <a:close/>
                </a:path>
                <a:path w="3809" h="521970">
                  <a:moveTo>
                    <a:pt x="3809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33020"/>
                  </a:lnTo>
                  <a:close/>
                </a:path>
                <a:path w="3809" h="521970">
                  <a:moveTo>
                    <a:pt x="3809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3809" y="31750"/>
                  </a:lnTo>
                  <a:lnTo>
                    <a:pt x="3809" y="30480"/>
                  </a:lnTo>
                  <a:close/>
                </a:path>
                <a:path w="3809" h="521970">
                  <a:moveTo>
                    <a:pt x="3809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3809" y="29210"/>
                  </a:lnTo>
                  <a:lnTo>
                    <a:pt x="3809" y="26670"/>
                  </a:lnTo>
                  <a:close/>
                </a:path>
                <a:path w="3809" h="521970">
                  <a:moveTo>
                    <a:pt x="3809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3809" y="25400"/>
                  </a:lnTo>
                  <a:lnTo>
                    <a:pt x="3809" y="24130"/>
                  </a:lnTo>
                  <a:close/>
                </a:path>
                <a:path w="3809" h="521970">
                  <a:moveTo>
                    <a:pt x="3809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20320"/>
                  </a:lnTo>
                  <a:close/>
                </a:path>
                <a:path w="3809" h="521970">
                  <a:moveTo>
                    <a:pt x="3809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3809" y="19050"/>
                  </a:lnTo>
                  <a:lnTo>
                    <a:pt x="3809" y="17780"/>
                  </a:lnTo>
                  <a:close/>
                </a:path>
                <a:path w="3809" h="521970">
                  <a:moveTo>
                    <a:pt x="3809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3970"/>
                  </a:lnTo>
                  <a:close/>
                </a:path>
                <a:path w="3809" h="521970">
                  <a:moveTo>
                    <a:pt x="3809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3809" y="12700"/>
                  </a:lnTo>
                  <a:lnTo>
                    <a:pt x="3809" y="11430"/>
                  </a:lnTo>
                  <a:close/>
                </a:path>
                <a:path w="3809" h="521970">
                  <a:moveTo>
                    <a:pt x="3809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7620"/>
                  </a:lnTo>
                  <a:close/>
                </a:path>
                <a:path w="3809" h="521970">
                  <a:moveTo>
                    <a:pt x="3809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5080"/>
                  </a:lnTo>
                  <a:close/>
                </a:path>
                <a:path w="3809" h="521970">
                  <a:moveTo>
                    <a:pt x="3809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09" h="521970">
                  <a:moveTo>
                    <a:pt x="3809" y="519430"/>
                  </a:moveTo>
                  <a:lnTo>
                    <a:pt x="0" y="519430"/>
                  </a:lnTo>
                  <a:lnTo>
                    <a:pt x="0" y="520700"/>
                  </a:lnTo>
                  <a:lnTo>
                    <a:pt x="2539" y="520700"/>
                  </a:lnTo>
                  <a:lnTo>
                    <a:pt x="2539" y="521970"/>
                  </a:lnTo>
                  <a:lnTo>
                    <a:pt x="3809" y="521970"/>
                  </a:lnTo>
                  <a:lnTo>
                    <a:pt x="3809" y="519430"/>
                  </a:lnTo>
                  <a:close/>
                </a:path>
                <a:path w="3809" h="521970">
                  <a:moveTo>
                    <a:pt x="3809" y="513080"/>
                  </a:moveTo>
                  <a:lnTo>
                    <a:pt x="0" y="513080"/>
                  </a:lnTo>
                  <a:lnTo>
                    <a:pt x="0" y="518160"/>
                  </a:lnTo>
                  <a:lnTo>
                    <a:pt x="3809" y="518160"/>
                  </a:lnTo>
                  <a:lnTo>
                    <a:pt x="3809" y="513080"/>
                  </a:lnTo>
                  <a:close/>
                </a:path>
                <a:path w="3809" h="521970">
                  <a:moveTo>
                    <a:pt x="3809" y="506730"/>
                  </a:moveTo>
                  <a:lnTo>
                    <a:pt x="0" y="506730"/>
                  </a:lnTo>
                  <a:lnTo>
                    <a:pt x="0" y="511810"/>
                  </a:lnTo>
                  <a:lnTo>
                    <a:pt x="3809" y="511810"/>
                  </a:lnTo>
                  <a:lnTo>
                    <a:pt x="3809" y="506730"/>
                  </a:lnTo>
                  <a:close/>
                </a:path>
                <a:path w="3809" h="521970">
                  <a:moveTo>
                    <a:pt x="3809" y="500380"/>
                  </a:moveTo>
                  <a:lnTo>
                    <a:pt x="0" y="500380"/>
                  </a:lnTo>
                  <a:lnTo>
                    <a:pt x="0" y="505460"/>
                  </a:lnTo>
                  <a:lnTo>
                    <a:pt x="3809" y="505460"/>
                  </a:lnTo>
                  <a:lnTo>
                    <a:pt x="3809" y="500380"/>
                  </a:lnTo>
                  <a:close/>
                </a:path>
                <a:path w="3809" h="521970">
                  <a:moveTo>
                    <a:pt x="3809" y="494030"/>
                  </a:moveTo>
                  <a:lnTo>
                    <a:pt x="0" y="494030"/>
                  </a:lnTo>
                  <a:lnTo>
                    <a:pt x="0" y="499110"/>
                  </a:lnTo>
                  <a:lnTo>
                    <a:pt x="3809" y="499110"/>
                  </a:lnTo>
                  <a:lnTo>
                    <a:pt x="3809" y="494030"/>
                  </a:lnTo>
                  <a:close/>
                </a:path>
                <a:path w="3809" h="521970">
                  <a:moveTo>
                    <a:pt x="3809" y="487680"/>
                  </a:moveTo>
                  <a:lnTo>
                    <a:pt x="0" y="487680"/>
                  </a:lnTo>
                  <a:lnTo>
                    <a:pt x="0" y="492760"/>
                  </a:lnTo>
                  <a:lnTo>
                    <a:pt x="3809" y="492760"/>
                  </a:lnTo>
                  <a:lnTo>
                    <a:pt x="3809" y="487680"/>
                  </a:lnTo>
                  <a:close/>
                </a:path>
                <a:path w="3809" h="521970">
                  <a:moveTo>
                    <a:pt x="3809" y="481330"/>
                  </a:moveTo>
                  <a:lnTo>
                    <a:pt x="0" y="481330"/>
                  </a:lnTo>
                  <a:lnTo>
                    <a:pt x="0" y="486410"/>
                  </a:lnTo>
                  <a:lnTo>
                    <a:pt x="3809" y="486410"/>
                  </a:lnTo>
                  <a:lnTo>
                    <a:pt x="3809" y="481330"/>
                  </a:lnTo>
                  <a:close/>
                </a:path>
                <a:path w="3809" h="521970">
                  <a:moveTo>
                    <a:pt x="3809" y="474980"/>
                  </a:moveTo>
                  <a:lnTo>
                    <a:pt x="0" y="474980"/>
                  </a:lnTo>
                  <a:lnTo>
                    <a:pt x="0" y="480060"/>
                  </a:lnTo>
                  <a:lnTo>
                    <a:pt x="3809" y="480060"/>
                  </a:lnTo>
                  <a:lnTo>
                    <a:pt x="3809" y="474980"/>
                  </a:lnTo>
                  <a:close/>
                </a:path>
                <a:path w="3809" h="521970">
                  <a:moveTo>
                    <a:pt x="3809" y="468630"/>
                  </a:moveTo>
                  <a:lnTo>
                    <a:pt x="0" y="468630"/>
                  </a:lnTo>
                  <a:lnTo>
                    <a:pt x="0" y="473710"/>
                  </a:lnTo>
                  <a:lnTo>
                    <a:pt x="3809" y="473710"/>
                  </a:lnTo>
                  <a:lnTo>
                    <a:pt x="3809" y="468630"/>
                  </a:lnTo>
                  <a:close/>
                </a:path>
                <a:path w="3809" h="521970">
                  <a:moveTo>
                    <a:pt x="3809" y="205740"/>
                  </a:moveTo>
                  <a:lnTo>
                    <a:pt x="0" y="205740"/>
                  </a:lnTo>
                  <a:lnTo>
                    <a:pt x="0" y="467360"/>
                  </a:lnTo>
                  <a:lnTo>
                    <a:pt x="3809" y="467360"/>
                  </a:lnTo>
                  <a:lnTo>
                    <a:pt x="3809" y="205740"/>
                  </a:lnTo>
                  <a:close/>
                </a:path>
              </a:pathLst>
            </a:custGeom>
            <a:solidFill>
              <a:srgbClr val="DBD0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1196340" y="2843530"/>
              <a:ext cx="3810" cy="524510"/>
            </a:xfrm>
            <a:custGeom>
              <a:avLst/>
              <a:gdLst/>
              <a:ahLst/>
              <a:cxnLst/>
              <a:rect l="l" t="t" r="r" b="b"/>
              <a:pathLst>
                <a:path w="3809" h="524510">
                  <a:moveTo>
                    <a:pt x="3809" y="82550"/>
                  </a:moveTo>
                  <a:lnTo>
                    <a:pt x="0" y="82550"/>
                  </a:lnTo>
                  <a:lnTo>
                    <a:pt x="0" y="203200"/>
                  </a:lnTo>
                  <a:lnTo>
                    <a:pt x="3809" y="203200"/>
                  </a:lnTo>
                  <a:lnTo>
                    <a:pt x="3809" y="82550"/>
                  </a:lnTo>
                  <a:close/>
                </a:path>
                <a:path w="3809" h="524510">
                  <a:moveTo>
                    <a:pt x="3809" y="80010"/>
                  </a:moveTo>
                  <a:lnTo>
                    <a:pt x="0" y="80010"/>
                  </a:lnTo>
                  <a:lnTo>
                    <a:pt x="0" y="81279"/>
                  </a:lnTo>
                  <a:lnTo>
                    <a:pt x="3809" y="81279"/>
                  </a:lnTo>
                  <a:lnTo>
                    <a:pt x="3809" y="80010"/>
                  </a:lnTo>
                  <a:close/>
                </a:path>
                <a:path w="3809" h="524510">
                  <a:moveTo>
                    <a:pt x="3809" y="76200"/>
                  </a:moveTo>
                  <a:lnTo>
                    <a:pt x="0" y="76200"/>
                  </a:lnTo>
                  <a:lnTo>
                    <a:pt x="0" y="78739"/>
                  </a:lnTo>
                  <a:lnTo>
                    <a:pt x="3809" y="78739"/>
                  </a:lnTo>
                  <a:lnTo>
                    <a:pt x="3809" y="76200"/>
                  </a:lnTo>
                  <a:close/>
                </a:path>
                <a:path w="3809" h="524510">
                  <a:moveTo>
                    <a:pt x="3809" y="73660"/>
                  </a:moveTo>
                  <a:lnTo>
                    <a:pt x="0" y="73660"/>
                  </a:lnTo>
                  <a:lnTo>
                    <a:pt x="0" y="74929"/>
                  </a:lnTo>
                  <a:lnTo>
                    <a:pt x="3809" y="74929"/>
                  </a:lnTo>
                  <a:lnTo>
                    <a:pt x="3809" y="73660"/>
                  </a:lnTo>
                  <a:close/>
                </a:path>
                <a:path w="3809" h="524510">
                  <a:moveTo>
                    <a:pt x="3809" y="69850"/>
                  </a:moveTo>
                  <a:lnTo>
                    <a:pt x="0" y="69850"/>
                  </a:lnTo>
                  <a:lnTo>
                    <a:pt x="0" y="72389"/>
                  </a:lnTo>
                  <a:lnTo>
                    <a:pt x="3809" y="72389"/>
                  </a:lnTo>
                  <a:lnTo>
                    <a:pt x="3809" y="69850"/>
                  </a:lnTo>
                  <a:close/>
                </a:path>
                <a:path w="3809" h="524510">
                  <a:moveTo>
                    <a:pt x="3809" y="67310"/>
                  </a:moveTo>
                  <a:lnTo>
                    <a:pt x="0" y="67310"/>
                  </a:lnTo>
                  <a:lnTo>
                    <a:pt x="0" y="68579"/>
                  </a:lnTo>
                  <a:lnTo>
                    <a:pt x="3809" y="68579"/>
                  </a:lnTo>
                  <a:lnTo>
                    <a:pt x="3809" y="67310"/>
                  </a:lnTo>
                  <a:close/>
                </a:path>
                <a:path w="3809" h="524510">
                  <a:moveTo>
                    <a:pt x="3809" y="63500"/>
                  </a:moveTo>
                  <a:lnTo>
                    <a:pt x="0" y="63500"/>
                  </a:lnTo>
                  <a:lnTo>
                    <a:pt x="0" y="66039"/>
                  </a:lnTo>
                  <a:lnTo>
                    <a:pt x="3809" y="66039"/>
                  </a:lnTo>
                  <a:lnTo>
                    <a:pt x="3809" y="63500"/>
                  </a:lnTo>
                  <a:close/>
                </a:path>
                <a:path w="3809" h="524510">
                  <a:moveTo>
                    <a:pt x="3809" y="60960"/>
                  </a:moveTo>
                  <a:lnTo>
                    <a:pt x="0" y="60960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60960"/>
                  </a:lnTo>
                  <a:close/>
                </a:path>
                <a:path w="3809" h="524510">
                  <a:moveTo>
                    <a:pt x="3809" y="57150"/>
                  </a:moveTo>
                  <a:lnTo>
                    <a:pt x="0" y="57150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7150"/>
                  </a:lnTo>
                  <a:close/>
                </a:path>
                <a:path w="3809" h="524510">
                  <a:moveTo>
                    <a:pt x="3809" y="54610"/>
                  </a:moveTo>
                  <a:lnTo>
                    <a:pt x="0" y="54610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54610"/>
                  </a:lnTo>
                  <a:close/>
                </a:path>
                <a:path w="3809" h="524510">
                  <a:moveTo>
                    <a:pt x="3809" y="50800"/>
                  </a:moveTo>
                  <a:lnTo>
                    <a:pt x="0" y="50800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0800"/>
                  </a:lnTo>
                  <a:close/>
                </a:path>
                <a:path w="3809" h="524510">
                  <a:moveTo>
                    <a:pt x="3809" y="48260"/>
                  </a:moveTo>
                  <a:lnTo>
                    <a:pt x="0" y="48260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8260"/>
                  </a:lnTo>
                  <a:close/>
                </a:path>
                <a:path w="3809" h="524510">
                  <a:moveTo>
                    <a:pt x="3809" y="44450"/>
                  </a:moveTo>
                  <a:lnTo>
                    <a:pt x="0" y="44450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4450"/>
                  </a:lnTo>
                  <a:close/>
                </a:path>
                <a:path w="3809" h="524510">
                  <a:moveTo>
                    <a:pt x="3809" y="41910"/>
                  </a:moveTo>
                  <a:lnTo>
                    <a:pt x="0" y="41910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41910"/>
                  </a:lnTo>
                  <a:close/>
                </a:path>
                <a:path w="3809" h="524510">
                  <a:moveTo>
                    <a:pt x="3809" y="38100"/>
                  </a:moveTo>
                  <a:lnTo>
                    <a:pt x="0" y="38100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8100"/>
                  </a:lnTo>
                  <a:close/>
                </a:path>
                <a:path w="3809" h="524510">
                  <a:moveTo>
                    <a:pt x="3809" y="35560"/>
                  </a:moveTo>
                  <a:lnTo>
                    <a:pt x="0" y="35560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5560"/>
                  </a:lnTo>
                  <a:close/>
                </a:path>
                <a:path w="3809" h="524510">
                  <a:moveTo>
                    <a:pt x="3809" y="31750"/>
                  </a:moveTo>
                  <a:lnTo>
                    <a:pt x="0" y="31750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31750"/>
                  </a:lnTo>
                  <a:close/>
                </a:path>
                <a:path w="3809" h="524510">
                  <a:moveTo>
                    <a:pt x="3809" y="29210"/>
                  </a:moveTo>
                  <a:lnTo>
                    <a:pt x="0" y="29210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29210"/>
                  </a:lnTo>
                  <a:close/>
                </a:path>
                <a:path w="3809" h="524510">
                  <a:moveTo>
                    <a:pt x="3809" y="25400"/>
                  </a:moveTo>
                  <a:lnTo>
                    <a:pt x="0" y="25400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5400"/>
                  </a:lnTo>
                  <a:close/>
                </a:path>
                <a:path w="3809" h="524510">
                  <a:moveTo>
                    <a:pt x="3809" y="22860"/>
                  </a:moveTo>
                  <a:lnTo>
                    <a:pt x="0" y="22860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22860"/>
                  </a:lnTo>
                  <a:close/>
                </a:path>
                <a:path w="3809" h="524510">
                  <a:moveTo>
                    <a:pt x="3809" y="19050"/>
                  </a:moveTo>
                  <a:lnTo>
                    <a:pt x="0" y="19050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9050"/>
                  </a:lnTo>
                  <a:close/>
                </a:path>
                <a:path w="3809" h="524510">
                  <a:moveTo>
                    <a:pt x="3809" y="16510"/>
                  </a:moveTo>
                  <a:lnTo>
                    <a:pt x="0" y="1651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6510"/>
                  </a:lnTo>
                  <a:close/>
                </a:path>
                <a:path w="3809" h="524510">
                  <a:moveTo>
                    <a:pt x="3809" y="12700"/>
                  </a:moveTo>
                  <a:lnTo>
                    <a:pt x="0" y="1270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2700"/>
                  </a:lnTo>
                  <a:close/>
                </a:path>
                <a:path w="3809" h="524510">
                  <a:moveTo>
                    <a:pt x="3809" y="10160"/>
                  </a:moveTo>
                  <a:lnTo>
                    <a:pt x="0" y="1016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10160"/>
                  </a:lnTo>
                  <a:close/>
                </a:path>
                <a:path w="3809" h="524510">
                  <a:moveTo>
                    <a:pt x="3809" y="6350"/>
                  </a:moveTo>
                  <a:lnTo>
                    <a:pt x="0" y="635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50"/>
                  </a:lnTo>
                  <a:close/>
                </a:path>
                <a:path w="3809" h="524510">
                  <a:moveTo>
                    <a:pt x="3809" y="3810"/>
                  </a:moveTo>
                  <a:lnTo>
                    <a:pt x="0" y="381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3810"/>
                  </a:lnTo>
                  <a:close/>
                </a:path>
                <a:path w="3809" h="524510">
                  <a:moveTo>
                    <a:pt x="126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69" y="2539"/>
                  </a:lnTo>
                  <a:lnTo>
                    <a:pt x="1269" y="0"/>
                  </a:lnTo>
                  <a:close/>
                </a:path>
                <a:path w="3809" h="524510">
                  <a:moveTo>
                    <a:pt x="3809" y="518160"/>
                  </a:moveTo>
                  <a:lnTo>
                    <a:pt x="0" y="518160"/>
                  </a:lnTo>
                  <a:lnTo>
                    <a:pt x="0" y="521970"/>
                  </a:lnTo>
                  <a:lnTo>
                    <a:pt x="2540" y="521970"/>
                  </a:lnTo>
                  <a:lnTo>
                    <a:pt x="2540" y="524510"/>
                  </a:lnTo>
                  <a:lnTo>
                    <a:pt x="3809" y="524510"/>
                  </a:lnTo>
                  <a:lnTo>
                    <a:pt x="3809" y="518160"/>
                  </a:lnTo>
                  <a:close/>
                </a:path>
                <a:path w="3809" h="524510">
                  <a:moveTo>
                    <a:pt x="3809" y="511810"/>
                  </a:moveTo>
                  <a:lnTo>
                    <a:pt x="0" y="511810"/>
                  </a:lnTo>
                  <a:lnTo>
                    <a:pt x="0" y="516890"/>
                  </a:lnTo>
                  <a:lnTo>
                    <a:pt x="3809" y="516890"/>
                  </a:lnTo>
                  <a:lnTo>
                    <a:pt x="3809" y="511810"/>
                  </a:lnTo>
                  <a:close/>
                </a:path>
                <a:path w="3809" h="524510">
                  <a:moveTo>
                    <a:pt x="3809" y="505460"/>
                  </a:moveTo>
                  <a:lnTo>
                    <a:pt x="0" y="505460"/>
                  </a:lnTo>
                  <a:lnTo>
                    <a:pt x="0" y="510540"/>
                  </a:lnTo>
                  <a:lnTo>
                    <a:pt x="3809" y="510540"/>
                  </a:lnTo>
                  <a:lnTo>
                    <a:pt x="3809" y="505460"/>
                  </a:lnTo>
                  <a:close/>
                </a:path>
                <a:path w="3809" h="524510">
                  <a:moveTo>
                    <a:pt x="3809" y="499110"/>
                  </a:moveTo>
                  <a:lnTo>
                    <a:pt x="0" y="499110"/>
                  </a:lnTo>
                  <a:lnTo>
                    <a:pt x="0" y="504190"/>
                  </a:lnTo>
                  <a:lnTo>
                    <a:pt x="3809" y="504190"/>
                  </a:lnTo>
                  <a:lnTo>
                    <a:pt x="3809" y="499110"/>
                  </a:lnTo>
                  <a:close/>
                </a:path>
                <a:path w="3809" h="524510">
                  <a:moveTo>
                    <a:pt x="3809" y="492760"/>
                  </a:moveTo>
                  <a:lnTo>
                    <a:pt x="0" y="492760"/>
                  </a:lnTo>
                  <a:lnTo>
                    <a:pt x="0" y="497840"/>
                  </a:lnTo>
                  <a:lnTo>
                    <a:pt x="3809" y="497840"/>
                  </a:lnTo>
                  <a:lnTo>
                    <a:pt x="3809" y="492760"/>
                  </a:lnTo>
                  <a:close/>
                </a:path>
                <a:path w="3809" h="524510">
                  <a:moveTo>
                    <a:pt x="3809" y="486410"/>
                  </a:moveTo>
                  <a:lnTo>
                    <a:pt x="0" y="486410"/>
                  </a:lnTo>
                  <a:lnTo>
                    <a:pt x="0" y="491490"/>
                  </a:lnTo>
                  <a:lnTo>
                    <a:pt x="3809" y="491490"/>
                  </a:lnTo>
                  <a:lnTo>
                    <a:pt x="3809" y="486410"/>
                  </a:lnTo>
                  <a:close/>
                </a:path>
                <a:path w="3809" h="524510">
                  <a:moveTo>
                    <a:pt x="3809" y="480060"/>
                  </a:moveTo>
                  <a:lnTo>
                    <a:pt x="0" y="480060"/>
                  </a:lnTo>
                  <a:lnTo>
                    <a:pt x="0" y="485140"/>
                  </a:lnTo>
                  <a:lnTo>
                    <a:pt x="3809" y="485140"/>
                  </a:lnTo>
                  <a:lnTo>
                    <a:pt x="3809" y="480060"/>
                  </a:lnTo>
                  <a:close/>
                </a:path>
                <a:path w="3809" h="524510">
                  <a:moveTo>
                    <a:pt x="3809" y="473710"/>
                  </a:moveTo>
                  <a:lnTo>
                    <a:pt x="0" y="473710"/>
                  </a:lnTo>
                  <a:lnTo>
                    <a:pt x="0" y="478790"/>
                  </a:lnTo>
                  <a:lnTo>
                    <a:pt x="3809" y="478790"/>
                  </a:lnTo>
                  <a:lnTo>
                    <a:pt x="3809" y="473710"/>
                  </a:lnTo>
                  <a:close/>
                </a:path>
                <a:path w="3809" h="524510">
                  <a:moveTo>
                    <a:pt x="3809" y="467360"/>
                  </a:moveTo>
                  <a:lnTo>
                    <a:pt x="0" y="467360"/>
                  </a:lnTo>
                  <a:lnTo>
                    <a:pt x="0" y="472440"/>
                  </a:lnTo>
                  <a:lnTo>
                    <a:pt x="3809" y="472440"/>
                  </a:lnTo>
                  <a:lnTo>
                    <a:pt x="3809" y="467360"/>
                  </a:lnTo>
                  <a:close/>
                </a:path>
                <a:path w="3809" h="524510">
                  <a:moveTo>
                    <a:pt x="3809" y="204470"/>
                  </a:moveTo>
                  <a:lnTo>
                    <a:pt x="0" y="204470"/>
                  </a:lnTo>
                  <a:lnTo>
                    <a:pt x="0" y="466090"/>
                  </a:lnTo>
                  <a:lnTo>
                    <a:pt x="3809" y="466090"/>
                  </a:lnTo>
                  <a:lnTo>
                    <a:pt x="3809" y="204470"/>
                  </a:lnTo>
                  <a:close/>
                </a:path>
              </a:pathLst>
            </a:custGeom>
            <a:solidFill>
              <a:srgbClr val="DACF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1200150" y="2846069"/>
              <a:ext cx="2540" cy="521970"/>
            </a:xfrm>
            <a:custGeom>
              <a:avLst/>
              <a:gdLst/>
              <a:ahLst/>
              <a:cxnLst/>
              <a:rect l="l" t="t" r="r" b="b"/>
              <a:pathLst>
                <a:path w="2540" h="521970">
                  <a:moveTo>
                    <a:pt x="2540" y="80010"/>
                  </a:moveTo>
                  <a:lnTo>
                    <a:pt x="0" y="80010"/>
                  </a:lnTo>
                  <a:lnTo>
                    <a:pt x="0" y="200660"/>
                  </a:lnTo>
                  <a:lnTo>
                    <a:pt x="2540" y="200660"/>
                  </a:lnTo>
                  <a:lnTo>
                    <a:pt x="2540" y="80010"/>
                  </a:lnTo>
                  <a:close/>
                </a:path>
                <a:path w="2540" h="521970">
                  <a:moveTo>
                    <a:pt x="2540" y="77470"/>
                  </a:moveTo>
                  <a:lnTo>
                    <a:pt x="0" y="77470"/>
                  </a:lnTo>
                  <a:lnTo>
                    <a:pt x="0" y="78739"/>
                  </a:lnTo>
                  <a:lnTo>
                    <a:pt x="2540" y="78739"/>
                  </a:lnTo>
                  <a:lnTo>
                    <a:pt x="2540" y="77470"/>
                  </a:lnTo>
                  <a:close/>
                </a:path>
                <a:path w="2540" h="521970">
                  <a:moveTo>
                    <a:pt x="2540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2540" y="76200"/>
                  </a:lnTo>
                  <a:lnTo>
                    <a:pt x="2540" y="73660"/>
                  </a:lnTo>
                  <a:close/>
                </a:path>
                <a:path w="2540" h="521970">
                  <a:moveTo>
                    <a:pt x="2540" y="71120"/>
                  </a:moveTo>
                  <a:lnTo>
                    <a:pt x="0" y="71120"/>
                  </a:lnTo>
                  <a:lnTo>
                    <a:pt x="0" y="72389"/>
                  </a:lnTo>
                  <a:lnTo>
                    <a:pt x="2540" y="72389"/>
                  </a:lnTo>
                  <a:lnTo>
                    <a:pt x="2540" y="71120"/>
                  </a:lnTo>
                  <a:close/>
                </a:path>
                <a:path w="2540" h="521970">
                  <a:moveTo>
                    <a:pt x="2540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2540" y="69850"/>
                  </a:lnTo>
                  <a:lnTo>
                    <a:pt x="2540" y="67310"/>
                  </a:lnTo>
                  <a:close/>
                </a:path>
                <a:path w="2540" h="521970">
                  <a:moveTo>
                    <a:pt x="2540" y="64770"/>
                  </a:moveTo>
                  <a:lnTo>
                    <a:pt x="0" y="64770"/>
                  </a:lnTo>
                  <a:lnTo>
                    <a:pt x="0" y="66039"/>
                  </a:lnTo>
                  <a:lnTo>
                    <a:pt x="2540" y="66039"/>
                  </a:lnTo>
                  <a:lnTo>
                    <a:pt x="2540" y="64770"/>
                  </a:lnTo>
                  <a:close/>
                </a:path>
                <a:path w="2540" h="521970">
                  <a:moveTo>
                    <a:pt x="2540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2540" y="63500"/>
                  </a:lnTo>
                  <a:lnTo>
                    <a:pt x="2540" y="60960"/>
                  </a:lnTo>
                  <a:close/>
                </a:path>
                <a:path w="2540" h="521970">
                  <a:moveTo>
                    <a:pt x="2540" y="58420"/>
                  </a:moveTo>
                  <a:lnTo>
                    <a:pt x="0" y="58420"/>
                  </a:lnTo>
                  <a:lnTo>
                    <a:pt x="0" y="59689"/>
                  </a:lnTo>
                  <a:lnTo>
                    <a:pt x="2540" y="59689"/>
                  </a:lnTo>
                  <a:lnTo>
                    <a:pt x="2540" y="58420"/>
                  </a:lnTo>
                  <a:close/>
                </a:path>
                <a:path w="2540" h="521970">
                  <a:moveTo>
                    <a:pt x="2540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2540" y="57150"/>
                  </a:lnTo>
                  <a:lnTo>
                    <a:pt x="2540" y="54610"/>
                  </a:lnTo>
                  <a:close/>
                </a:path>
                <a:path w="2540" h="521970">
                  <a:moveTo>
                    <a:pt x="2540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2540" y="53339"/>
                  </a:lnTo>
                  <a:lnTo>
                    <a:pt x="2540" y="52070"/>
                  </a:lnTo>
                  <a:close/>
                </a:path>
                <a:path w="2540" h="521970">
                  <a:moveTo>
                    <a:pt x="2540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2540" y="50800"/>
                  </a:lnTo>
                  <a:lnTo>
                    <a:pt x="2540" y="48260"/>
                  </a:lnTo>
                  <a:close/>
                </a:path>
                <a:path w="2540" h="521970">
                  <a:moveTo>
                    <a:pt x="2540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2540" y="46989"/>
                  </a:lnTo>
                  <a:lnTo>
                    <a:pt x="2540" y="45720"/>
                  </a:lnTo>
                  <a:close/>
                </a:path>
                <a:path w="2540" h="521970">
                  <a:moveTo>
                    <a:pt x="2540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2540" y="44450"/>
                  </a:lnTo>
                  <a:lnTo>
                    <a:pt x="2540" y="41910"/>
                  </a:lnTo>
                  <a:close/>
                </a:path>
                <a:path w="2540" h="521970">
                  <a:moveTo>
                    <a:pt x="2540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2540" y="40639"/>
                  </a:lnTo>
                  <a:lnTo>
                    <a:pt x="2540" y="39370"/>
                  </a:lnTo>
                  <a:close/>
                </a:path>
                <a:path w="2540" h="521970">
                  <a:moveTo>
                    <a:pt x="254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2540" y="38100"/>
                  </a:lnTo>
                  <a:lnTo>
                    <a:pt x="2540" y="35560"/>
                  </a:lnTo>
                  <a:close/>
                </a:path>
                <a:path w="2540" h="521970">
                  <a:moveTo>
                    <a:pt x="2540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2540" y="34289"/>
                  </a:lnTo>
                  <a:lnTo>
                    <a:pt x="2540" y="33020"/>
                  </a:lnTo>
                  <a:close/>
                </a:path>
                <a:path w="2540" h="521970">
                  <a:moveTo>
                    <a:pt x="254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2540" y="31750"/>
                  </a:lnTo>
                  <a:lnTo>
                    <a:pt x="2540" y="29210"/>
                  </a:lnTo>
                  <a:close/>
                </a:path>
                <a:path w="2540" h="521970">
                  <a:moveTo>
                    <a:pt x="2540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2540" y="27939"/>
                  </a:lnTo>
                  <a:lnTo>
                    <a:pt x="2540" y="26670"/>
                  </a:lnTo>
                  <a:close/>
                </a:path>
                <a:path w="2540" h="521970">
                  <a:moveTo>
                    <a:pt x="254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2540" y="25400"/>
                  </a:lnTo>
                  <a:lnTo>
                    <a:pt x="2540" y="22860"/>
                  </a:lnTo>
                  <a:close/>
                </a:path>
                <a:path w="2540" h="521970">
                  <a:moveTo>
                    <a:pt x="2540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2540" y="21589"/>
                  </a:lnTo>
                  <a:lnTo>
                    <a:pt x="2540" y="20320"/>
                  </a:lnTo>
                  <a:close/>
                </a:path>
                <a:path w="2540" h="521970">
                  <a:moveTo>
                    <a:pt x="254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2540" y="19050"/>
                  </a:lnTo>
                  <a:lnTo>
                    <a:pt x="2540" y="16510"/>
                  </a:lnTo>
                  <a:close/>
                </a:path>
                <a:path w="2540" h="521970">
                  <a:moveTo>
                    <a:pt x="2540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2540" y="15239"/>
                  </a:lnTo>
                  <a:lnTo>
                    <a:pt x="2540" y="13970"/>
                  </a:lnTo>
                  <a:close/>
                </a:path>
                <a:path w="2540" h="521970">
                  <a:moveTo>
                    <a:pt x="254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2540" y="12700"/>
                  </a:lnTo>
                  <a:lnTo>
                    <a:pt x="2540" y="10160"/>
                  </a:lnTo>
                  <a:close/>
                </a:path>
                <a:path w="2540" h="521970">
                  <a:moveTo>
                    <a:pt x="2540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2540" y="8889"/>
                  </a:lnTo>
                  <a:lnTo>
                    <a:pt x="2540" y="7620"/>
                  </a:lnTo>
                  <a:close/>
                </a:path>
                <a:path w="2540" h="521970">
                  <a:moveTo>
                    <a:pt x="2540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2540" y="6350"/>
                  </a:lnTo>
                  <a:lnTo>
                    <a:pt x="2540" y="3810"/>
                  </a:lnTo>
                  <a:close/>
                </a:path>
                <a:path w="2540" h="521970">
                  <a:moveTo>
                    <a:pt x="254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40" y="2539"/>
                  </a:lnTo>
                  <a:lnTo>
                    <a:pt x="2540" y="0"/>
                  </a:lnTo>
                  <a:close/>
                </a:path>
                <a:path w="2540" h="521970">
                  <a:moveTo>
                    <a:pt x="2540" y="515620"/>
                  </a:moveTo>
                  <a:lnTo>
                    <a:pt x="0" y="515620"/>
                  </a:lnTo>
                  <a:lnTo>
                    <a:pt x="0" y="521970"/>
                  </a:lnTo>
                  <a:lnTo>
                    <a:pt x="1269" y="521970"/>
                  </a:lnTo>
                  <a:lnTo>
                    <a:pt x="1269" y="520700"/>
                  </a:lnTo>
                  <a:lnTo>
                    <a:pt x="2540" y="520700"/>
                  </a:lnTo>
                  <a:lnTo>
                    <a:pt x="2540" y="515620"/>
                  </a:lnTo>
                  <a:close/>
                </a:path>
                <a:path w="2540" h="521970">
                  <a:moveTo>
                    <a:pt x="2540" y="509270"/>
                  </a:moveTo>
                  <a:lnTo>
                    <a:pt x="0" y="509270"/>
                  </a:lnTo>
                  <a:lnTo>
                    <a:pt x="0" y="514350"/>
                  </a:lnTo>
                  <a:lnTo>
                    <a:pt x="2540" y="514350"/>
                  </a:lnTo>
                  <a:lnTo>
                    <a:pt x="2540" y="509270"/>
                  </a:lnTo>
                  <a:close/>
                </a:path>
                <a:path w="2540" h="521970">
                  <a:moveTo>
                    <a:pt x="2540" y="502920"/>
                  </a:moveTo>
                  <a:lnTo>
                    <a:pt x="0" y="502920"/>
                  </a:lnTo>
                  <a:lnTo>
                    <a:pt x="0" y="508000"/>
                  </a:lnTo>
                  <a:lnTo>
                    <a:pt x="2540" y="508000"/>
                  </a:lnTo>
                  <a:lnTo>
                    <a:pt x="2540" y="502920"/>
                  </a:lnTo>
                  <a:close/>
                </a:path>
                <a:path w="2540" h="521970">
                  <a:moveTo>
                    <a:pt x="2540" y="496570"/>
                  </a:moveTo>
                  <a:lnTo>
                    <a:pt x="0" y="496570"/>
                  </a:lnTo>
                  <a:lnTo>
                    <a:pt x="0" y="501650"/>
                  </a:lnTo>
                  <a:lnTo>
                    <a:pt x="2540" y="501650"/>
                  </a:lnTo>
                  <a:lnTo>
                    <a:pt x="2540" y="496570"/>
                  </a:lnTo>
                  <a:close/>
                </a:path>
                <a:path w="2540" h="521970">
                  <a:moveTo>
                    <a:pt x="2540" y="490220"/>
                  </a:moveTo>
                  <a:lnTo>
                    <a:pt x="0" y="490220"/>
                  </a:lnTo>
                  <a:lnTo>
                    <a:pt x="0" y="495300"/>
                  </a:lnTo>
                  <a:lnTo>
                    <a:pt x="2540" y="495300"/>
                  </a:lnTo>
                  <a:lnTo>
                    <a:pt x="2540" y="490220"/>
                  </a:lnTo>
                  <a:close/>
                </a:path>
                <a:path w="2540" h="521970">
                  <a:moveTo>
                    <a:pt x="2540" y="483870"/>
                  </a:moveTo>
                  <a:lnTo>
                    <a:pt x="0" y="483870"/>
                  </a:lnTo>
                  <a:lnTo>
                    <a:pt x="0" y="488950"/>
                  </a:lnTo>
                  <a:lnTo>
                    <a:pt x="2540" y="488950"/>
                  </a:lnTo>
                  <a:lnTo>
                    <a:pt x="2540" y="483870"/>
                  </a:lnTo>
                  <a:close/>
                </a:path>
                <a:path w="2540" h="521970">
                  <a:moveTo>
                    <a:pt x="2540" y="477520"/>
                  </a:moveTo>
                  <a:lnTo>
                    <a:pt x="0" y="477520"/>
                  </a:lnTo>
                  <a:lnTo>
                    <a:pt x="0" y="482600"/>
                  </a:lnTo>
                  <a:lnTo>
                    <a:pt x="2540" y="482600"/>
                  </a:lnTo>
                  <a:lnTo>
                    <a:pt x="2540" y="477520"/>
                  </a:lnTo>
                  <a:close/>
                </a:path>
                <a:path w="2540" h="521970">
                  <a:moveTo>
                    <a:pt x="2540" y="471170"/>
                  </a:moveTo>
                  <a:lnTo>
                    <a:pt x="0" y="471170"/>
                  </a:lnTo>
                  <a:lnTo>
                    <a:pt x="0" y="476250"/>
                  </a:lnTo>
                  <a:lnTo>
                    <a:pt x="2540" y="476250"/>
                  </a:lnTo>
                  <a:lnTo>
                    <a:pt x="2540" y="471170"/>
                  </a:lnTo>
                  <a:close/>
                </a:path>
                <a:path w="2540" h="521970">
                  <a:moveTo>
                    <a:pt x="2540" y="464820"/>
                  </a:moveTo>
                  <a:lnTo>
                    <a:pt x="0" y="464820"/>
                  </a:lnTo>
                  <a:lnTo>
                    <a:pt x="0" y="469900"/>
                  </a:lnTo>
                  <a:lnTo>
                    <a:pt x="2540" y="469900"/>
                  </a:lnTo>
                  <a:lnTo>
                    <a:pt x="2540" y="464820"/>
                  </a:lnTo>
                  <a:close/>
                </a:path>
                <a:path w="2540" h="521970">
                  <a:moveTo>
                    <a:pt x="2540" y="201930"/>
                  </a:moveTo>
                  <a:lnTo>
                    <a:pt x="0" y="201930"/>
                  </a:lnTo>
                  <a:lnTo>
                    <a:pt x="0" y="463550"/>
                  </a:lnTo>
                  <a:lnTo>
                    <a:pt x="2540" y="463550"/>
                  </a:lnTo>
                  <a:lnTo>
                    <a:pt x="2540" y="201930"/>
                  </a:lnTo>
                  <a:close/>
                </a:path>
              </a:pathLst>
            </a:custGeom>
            <a:solidFill>
              <a:srgbClr val="D9CE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1202690" y="2848610"/>
              <a:ext cx="3810" cy="521970"/>
            </a:xfrm>
            <a:custGeom>
              <a:avLst/>
              <a:gdLst/>
              <a:ahLst/>
              <a:cxnLst/>
              <a:rect l="l" t="t" r="r" b="b"/>
              <a:pathLst>
                <a:path w="3809" h="521970">
                  <a:moveTo>
                    <a:pt x="3809" y="77470"/>
                  </a:moveTo>
                  <a:lnTo>
                    <a:pt x="0" y="77470"/>
                  </a:lnTo>
                  <a:lnTo>
                    <a:pt x="0" y="198120"/>
                  </a:lnTo>
                  <a:lnTo>
                    <a:pt x="3809" y="198120"/>
                  </a:lnTo>
                  <a:lnTo>
                    <a:pt x="3809" y="77470"/>
                  </a:lnTo>
                  <a:close/>
                </a:path>
                <a:path w="3809" h="521970">
                  <a:moveTo>
                    <a:pt x="3809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3809" y="76200"/>
                  </a:lnTo>
                  <a:lnTo>
                    <a:pt x="3809" y="74930"/>
                  </a:lnTo>
                  <a:close/>
                </a:path>
                <a:path w="3809" h="521970">
                  <a:moveTo>
                    <a:pt x="3809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3809" y="73660"/>
                  </a:lnTo>
                  <a:lnTo>
                    <a:pt x="3809" y="71120"/>
                  </a:lnTo>
                  <a:close/>
                </a:path>
                <a:path w="3809" h="521970">
                  <a:moveTo>
                    <a:pt x="3809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3809" y="69850"/>
                  </a:lnTo>
                  <a:lnTo>
                    <a:pt x="3809" y="68580"/>
                  </a:lnTo>
                  <a:close/>
                </a:path>
                <a:path w="3809" h="521970">
                  <a:moveTo>
                    <a:pt x="3809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3809" y="67310"/>
                  </a:lnTo>
                  <a:lnTo>
                    <a:pt x="3809" y="64770"/>
                  </a:lnTo>
                  <a:close/>
                </a:path>
                <a:path w="3809" h="521970">
                  <a:moveTo>
                    <a:pt x="380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09" y="63500"/>
                  </a:lnTo>
                  <a:lnTo>
                    <a:pt x="3809" y="62230"/>
                  </a:lnTo>
                  <a:close/>
                </a:path>
                <a:path w="3809" h="521970">
                  <a:moveTo>
                    <a:pt x="3809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3809" y="60960"/>
                  </a:lnTo>
                  <a:lnTo>
                    <a:pt x="3809" y="58420"/>
                  </a:lnTo>
                  <a:close/>
                </a:path>
                <a:path w="3809" h="521970">
                  <a:moveTo>
                    <a:pt x="3809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3809" y="57150"/>
                  </a:lnTo>
                  <a:lnTo>
                    <a:pt x="3809" y="55880"/>
                  </a:lnTo>
                  <a:close/>
                </a:path>
                <a:path w="3809" h="521970">
                  <a:moveTo>
                    <a:pt x="3809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3809" y="54610"/>
                  </a:lnTo>
                  <a:lnTo>
                    <a:pt x="3809" y="52070"/>
                  </a:lnTo>
                  <a:close/>
                </a:path>
                <a:path w="3809" h="521970">
                  <a:moveTo>
                    <a:pt x="3809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49530"/>
                  </a:lnTo>
                  <a:close/>
                </a:path>
                <a:path w="3809" h="521970">
                  <a:moveTo>
                    <a:pt x="3809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3809" y="48260"/>
                  </a:lnTo>
                  <a:lnTo>
                    <a:pt x="3809" y="45720"/>
                  </a:lnTo>
                  <a:close/>
                </a:path>
                <a:path w="3809" h="521970">
                  <a:moveTo>
                    <a:pt x="3809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3809" y="44450"/>
                  </a:lnTo>
                  <a:lnTo>
                    <a:pt x="3809" y="43180"/>
                  </a:lnTo>
                  <a:close/>
                </a:path>
                <a:path w="3809" h="521970">
                  <a:moveTo>
                    <a:pt x="3809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39370"/>
                  </a:lnTo>
                  <a:close/>
                </a:path>
                <a:path w="3809" h="521970">
                  <a:moveTo>
                    <a:pt x="3809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3809" y="38100"/>
                  </a:lnTo>
                  <a:lnTo>
                    <a:pt x="3809" y="36830"/>
                  </a:lnTo>
                  <a:close/>
                </a:path>
                <a:path w="3809" h="521970">
                  <a:moveTo>
                    <a:pt x="3809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33020"/>
                  </a:lnTo>
                  <a:close/>
                </a:path>
                <a:path w="3809" h="521970">
                  <a:moveTo>
                    <a:pt x="3809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3809" y="31750"/>
                  </a:lnTo>
                  <a:lnTo>
                    <a:pt x="3809" y="30480"/>
                  </a:lnTo>
                  <a:close/>
                </a:path>
                <a:path w="3809" h="521970">
                  <a:moveTo>
                    <a:pt x="3809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3809" y="29210"/>
                  </a:lnTo>
                  <a:lnTo>
                    <a:pt x="3809" y="26670"/>
                  </a:lnTo>
                  <a:close/>
                </a:path>
                <a:path w="3809" h="521970">
                  <a:moveTo>
                    <a:pt x="3809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3809" y="25400"/>
                  </a:lnTo>
                  <a:lnTo>
                    <a:pt x="3809" y="24130"/>
                  </a:lnTo>
                  <a:close/>
                </a:path>
                <a:path w="3809" h="521970">
                  <a:moveTo>
                    <a:pt x="3809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20320"/>
                  </a:lnTo>
                  <a:close/>
                </a:path>
                <a:path w="3809" h="521970">
                  <a:moveTo>
                    <a:pt x="3809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3809" y="19050"/>
                  </a:lnTo>
                  <a:lnTo>
                    <a:pt x="3809" y="17780"/>
                  </a:lnTo>
                  <a:close/>
                </a:path>
                <a:path w="3809" h="521970">
                  <a:moveTo>
                    <a:pt x="3809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3970"/>
                  </a:lnTo>
                  <a:close/>
                </a:path>
                <a:path w="3809" h="521970">
                  <a:moveTo>
                    <a:pt x="3809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3809" y="12700"/>
                  </a:lnTo>
                  <a:lnTo>
                    <a:pt x="3809" y="11430"/>
                  </a:lnTo>
                  <a:close/>
                </a:path>
                <a:path w="3809" h="521970">
                  <a:moveTo>
                    <a:pt x="3809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7620"/>
                  </a:lnTo>
                  <a:close/>
                </a:path>
                <a:path w="3809" h="521970">
                  <a:moveTo>
                    <a:pt x="3809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5080"/>
                  </a:lnTo>
                  <a:close/>
                </a:path>
                <a:path w="3809" h="521970">
                  <a:moveTo>
                    <a:pt x="3809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09" h="521970">
                  <a:moveTo>
                    <a:pt x="3809" y="519430"/>
                  </a:moveTo>
                  <a:lnTo>
                    <a:pt x="0" y="519430"/>
                  </a:lnTo>
                  <a:lnTo>
                    <a:pt x="0" y="520700"/>
                  </a:lnTo>
                  <a:lnTo>
                    <a:pt x="2540" y="520700"/>
                  </a:lnTo>
                  <a:lnTo>
                    <a:pt x="2540" y="521970"/>
                  </a:lnTo>
                  <a:lnTo>
                    <a:pt x="3809" y="521970"/>
                  </a:lnTo>
                  <a:lnTo>
                    <a:pt x="3809" y="519430"/>
                  </a:lnTo>
                  <a:close/>
                </a:path>
                <a:path w="3809" h="521970">
                  <a:moveTo>
                    <a:pt x="3809" y="513080"/>
                  </a:moveTo>
                  <a:lnTo>
                    <a:pt x="0" y="513080"/>
                  </a:lnTo>
                  <a:lnTo>
                    <a:pt x="0" y="518160"/>
                  </a:lnTo>
                  <a:lnTo>
                    <a:pt x="3809" y="518160"/>
                  </a:lnTo>
                  <a:lnTo>
                    <a:pt x="3809" y="513080"/>
                  </a:lnTo>
                  <a:close/>
                </a:path>
                <a:path w="3809" h="521970">
                  <a:moveTo>
                    <a:pt x="3809" y="506730"/>
                  </a:moveTo>
                  <a:lnTo>
                    <a:pt x="0" y="506730"/>
                  </a:lnTo>
                  <a:lnTo>
                    <a:pt x="0" y="511810"/>
                  </a:lnTo>
                  <a:lnTo>
                    <a:pt x="3809" y="511810"/>
                  </a:lnTo>
                  <a:lnTo>
                    <a:pt x="3809" y="506730"/>
                  </a:lnTo>
                  <a:close/>
                </a:path>
                <a:path w="3809" h="521970">
                  <a:moveTo>
                    <a:pt x="3809" y="500380"/>
                  </a:moveTo>
                  <a:lnTo>
                    <a:pt x="0" y="500380"/>
                  </a:lnTo>
                  <a:lnTo>
                    <a:pt x="0" y="505460"/>
                  </a:lnTo>
                  <a:lnTo>
                    <a:pt x="3809" y="505460"/>
                  </a:lnTo>
                  <a:lnTo>
                    <a:pt x="3809" y="500380"/>
                  </a:lnTo>
                  <a:close/>
                </a:path>
                <a:path w="3809" h="521970">
                  <a:moveTo>
                    <a:pt x="3809" y="494030"/>
                  </a:moveTo>
                  <a:lnTo>
                    <a:pt x="0" y="494030"/>
                  </a:lnTo>
                  <a:lnTo>
                    <a:pt x="0" y="499110"/>
                  </a:lnTo>
                  <a:lnTo>
                    <a:pt x="3809" y="499110"/>
                  </a:lnTo>
                  <a:lnTo>
                    <a:pt x="3809" y="494030"/>
                  </a:lnTo>
                  <a:close/>
                </a:path>
                <a:path w="3809" h="521970">
                  <a:moveTo>
                    <a:pt x="3809" y="487680"/>
                  </a:moveTo>
                  <a:lnTo>
                    <a:pt x="0" y="487680"/>
                  </a:lnTo>
                  <a:lnTo>
                    <a:pt x="0" y="492760"/>
                  </a:lnTo>
                  <a:lnTo>
                    <a:pt x="3809" y="492760"/>
                  </a:lnTo>
                  <a:lnTo>
                    <a:pt x="3809" y="487680"/>
                  </a:lnTo>
                  <a:close/>
                </a:path>
                <a:path w="3809" h="521970">
                  <a:moveTo>
                    <a:pt x="3809" y="481330"/>
                  </a:moveTo>
                  <a:lnTo>
                    <a:pt x="0" y="481330"/>
                  </a:lnTo>
                  <a:lnTo>
                    <a:pt x="0" y="486410"/>
                  </a:lnTo>
                  <a:lnTo>
                    <a:pt x="3809" y="486410"/>
                  </a:lnTo>
                  <a:lnTo>
                    <a:pt x="3809" y="481330"/>
                  </a:lnTo>
                  <a:close/>
                </a:path>
                <a:path w="3809" h="521970">
                  <a:moveTo>
                    <a:pt x="3809" y="474980"/>
                  </a:moveTo>
                  <a:lnTo>
                    <a:pt x="0" y="474980"/>
                  </a:lnTo>
                  <a:lnTo>
                    <a:pt x="0" y="480060"/>
                  </a:lnTo>
                  <a:lnTo>
                    <a:pt x="3809" y="480060"/>
                  </a:lnTo>
                  <a:lnTo>
                    <a:pt x="3809" y="474980"/>
                  </a:lnTo>
                  <a:close/>
                </a:path>
                <a:path w="3809" h="521970">
                  <a:moveTo>
                    <a:pt x="3809" y="468630"/>
                  </a:moveTo>
                  <a:lnTo>
                    <a:pt x="0" y="468630"/>
                  </a:lnTo>
                  <a:lnTo>
                    <a:pt x="0" y="473710"/>
                  </a:lnTo>
                  <a:lnTo>
                    <a:pt x="3809" y="473710"/>
                  </a:lnTo>
                  <a:lnTo>
                    <a:pt x="3809" y="468630"/>
                  </a:lnTo>
                  <a:close/>
                </a:path>
                <a:path w="3809" h="521970">
                  <a:moveTo>
                    <a:pt x="3809" y="462280"/>
                  </a:moveTo>
                  <a:lnTo>
                    <a:pt x="0" y="462280"/>
                  </a:lnTo>
                  <a:lnTo>
                    <a:pt x="0" y="467360"/>
                  </a:lnTo>
                  <a:lnTo>
                    <a:pt x="3809" y="467360"/>
                  </a:lnTo>
                  <a:lnTo>
                    <a:pt x="3809" y="462280"/>
                  </a:lnTo>
                  <a:close/>
                </a:path>
                <a:path w="3809" h="521970">
                  <a:moveTo>
                    <a:pt x="3809" y="199390"/>
                  </a:moveTo>
                  <a:lnTo>
                    <a:pt x="0" y="199390"/>
                  </a:lnTo>
                  <a:lnTo>
                    <a:pt x="0" y="461010"/>
                  </a:lnTo>
                  <a:lnTo>
                    <a:pt x="3809" y="461010"/>
                  </a:lnTo>
                  <a:lnTo>
                    <a:pt x="3809" y="199390"/>
                  </a:lnTo>
                  <a:close/>
                </a:path>
              </a:pathLst>
            </a:custGeom>
            <a:solidFill>
              <a:srgbClr val="D8CD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1206500" y="2849880"/>
              <a:ext cx="3810" cy="524510"/>
            </a:xfrm>
            <a:custGeom>
              <a:avLst/>
              <a:gdLst/>
              <a:ahLst/>
              <a:cxnLst/>
              <a:rect l="l" t="t" r="r" b="b"/>
              <a:pathLst>
                <a:path w="3809" h="524510">
                  <a:moveTo>
                    <a:pt x="3809" y="76200"/>
                  </a:moveTo>
                  <a:lnTo>
                    <a:pt x="0" y="76200"/>
                  </a:lnTo>
                  <a:lnTo>
                    <a:pt x="0" y="196850"/>
                  </a:lnTo>
                  <a:lnTo>
                    <a:pt x="3809" y="196850"/>
                  </a:lnTo>
                  <a:lnTo>
                    <a:pt x="3809" y="76200"/>
                  </a:lnTo>
                  <a:close/>
                </a:path>
                <a:path w="3809" h="524510">
                  <a:moveTo>
                    <a:pt x="3809" y="73660"/>
                  </a:moveTo>
                  <a:lnTo>
                    <a:pt x="0" y="73660"/>
                  </a:lnTo>
                  <a:lnTo>
                    <a:pt x="0" y="74929"/>
                  </a:lnTo>
                  <a:lnTo>
                    <a:pt x="3809" y="74929"/>
                  </a:lnTo>
                  <a:lnTo>
                    <a:pt x="3809" y="73660"/>
                  </a:lnTo>
                  <a:close/>
                </a:path>
                <a:path w="3809" h="524510">
                  <a:moveTo>
                    <a:pt x="3809" y="69850"/>
                  </a:moveTo>
                  <a:lnTo>
                    <a:pt x="0" y="69850"/>
                  </a:lnTo>
                  <a:lnTo>
                    <a:pt x="0" y="72389"/>
                  </a:lnTo>
                  <a:lnTo>
                    <a:pt x="3809" y="72389"/>
                  </a:lnTo>
                  <a:lnTo>
                    <a:pt x="3809" y="69850"/>
                  </a:lnTo>
                  <a:close/>
                </a:path>
                <a:path w="3809" h="524510">
                  <a:moveTo>
                    <a:pt x="3809" y="67310"/>
                  </a:moveTo>
                  <a:lnTo>
                    <a:pt x="0" y="67310"/>
                  </a:lnTo>
                  <a:lnTo>
                    <a:pt x="0" y="68579"/>
                  </a:lnTo>
                  <a:lnTo>
                    <a:pt x="3809" y="68579"/>
                  </a:lnTo>
                  <a:lnTo>
                    <a:pt x="3809" y="67310"/>
                  </a:lnTo>
                  <a:close/>
                </a:path>
                <a:path w="3809" h="524510">
                  <a:moveTo>
                    <a:pt x="3809" y="63500"/>
                  </a:moveTo>
                  <a:lnTo>
                    <a:pt x="0" y="63500"/>
                  </a:lnTo>
                  <a:lnTo>
                    <a:pt x="0" y="66039"/>
                  </a:lnTo>
                  <a:lnTo>
                    <a:pt x="3809" y="66039"/>
                  </a:lnTo>
                  <a:lnTo>
                    <a:pt x="3809" y="63500"/>
                  </a:lnTo>
                  <a:close/>
                </a:path>
                <a:path w="3809" h="524510">
                  <a:moveTo>
                    <a:pt x="3809" y="60960"/>
                  </a:moveTo>
                  <a:lnTo>
                    <a:pt x="0" y="60960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60960"/>
                  </a:lnTo>
                  <a:close/>
                </a:path>
                <a:path w="3809" h="524510">
                  <a:moveTo>
                    <a:pt x="3809" y="57150"/>
                  </a:moveTo>
                  <a:lnTo>
                    <a:pt x="0" y="57150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7150"/>
                  </a:lnTo>
                  <a:close/>
                </a:path>
                <a:path w="3809" h="524510">
                  <a:moveTo>
                    <a:pt x="3809" y="54610"/>
                  </a:moveTo>
                  <a:lnTo>
                    <a:pt x="0" y="54610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54610"/>
                  </a:lnTo>
                  <a:close/>
                </a:path>
                <a:path w="3809" h="524510">
                  <a:moveTo>
                    <a:pt x="3809" y="50800"/>
                  </a:moveTo>
                  <a:lnTo>
                    <a:pt x="0" y="50800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0800"/>
                  </a:lnTo>
                  <a:close/>
                </a:path>
                <a:path w="3809" h="524510">
                  <a:moveTo>
                    <a:pt x="3809" y="48260"/>
                  </a:moveTo>
                  <a:lnTo>
                    <a:pt x="0" y="48260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8260"/>
                  </a:lnTo>
                  <a:close/>
                </a:path>
                <a:path w="3809" h="524510">
                  <a:moveTo>
                    <a:pt x="3809" y="44450"/>
                  </a:moveTo>
                  <a:lnTo>
                    <a:pt x="0" y="44450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4450"/>
                  </a:lnTo>
                  <a:close/>
                </a:path>
                <a:path w="3809" h="524510">
                  <a:moveTo>
                    <a:pt x="3809" y="41910"/>
                  </a:moveTo>
                  <a:lnTo>
                    <a:pt x="0" y="41910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41910"/>
                  </a:lnTo>
                  <a:close/>
                </a:path>
                <a:path w="3809" h="524510">
                  <a:moveTo>
                    <a:pt x="3809" y="38100"/>
                  </a:moveTo>
                  <a:lnTo>
                    <a:pt x="0" y="38100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8100"/>
                  </a:lnTo>
                  <a:close/>
                </a:path>
                <a:path w="3809" h="524510">
                  <a:moveTo>
                    <a:pt x="3809" y="35560"/>
                  </a:moveTo>
                  <a:lnTo>
                    <a:pt x="0" y="35560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5560"/>
                  </a:lnTo>
                  <a:close/>
                </a:path>
                <a:path w="3809" h="524510">
                  <a:moveTo>
                    <a:pt x="3809" y="31750"/>
                  </a:moveTo>
                  <a:lnTo>
                    <a:pt x="0" y="31750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31750"/>
                  </a:lnTo>
                  <a:close/>
                </a:path>
                <a:path w="3809" h="524510">
                  <a:moveTo>
                    <a:pt x="3809" y="29210"/>
                  </a:moveTo>
                  <a:lnTo>
                    <a:pt x="0" y="29210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29210"/>
                  </a:lnTo>
                  <a:close/>
                </a:path>
                <a:path w="3809" h="524510">
                  <a:moveTo>
                    <a:pt x="3809" y="25400"/>
                  </a:moveTo>
                  <a:lnTo>
                    <a:pt x="0" y="25400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5400"/>
                  </a:lnTo>
                  <a:close/>
                </a:path>
                <a:path w="3809" h="524510">
                  <a:moveTo>
                    <a:pt x="3809" y="22860"/>
                  </a:moveTo>
                  <a:lnTo>
                    <a:pt x="0" y="22860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22860"/>
                  </a:lnTo>
                  <a:close/>
                </a:path>
                <a:path w="3809" h="524510">
                  <a:moveTo>
                    <a:pt x="3809" y="19050"/>
                  </a:moveTo>
                  <a:lnTo>
                    <a:pt x="0" y="19050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9050"/>
                  </a:lnTo>
                  <a:close/>
                </a:path>
                <a:path w="3809" h="524510">
                  <a:moveTo>
                    <a:pt x="3809" y="16510"/>
                  </a:moveTo>
                  <a:lnTo>
                    <a:pt x="0" y="1651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6510"/>
                  </a:lnTo>
                  <a:close/>
                </a:path>
                <a:path w="3809" h="524510">
                  <a:moveTo>
                    <a:pt x="3809" y="12700"/>
                  </a:moveTo>
                  <a:lnTo>
                    <a:pt x="0" y="1270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2700"/>
                  </a:lnTo>
                  <a:close/>
                </a:path>
                <a:path w="3809" h="524510">
                  <a:moveTo>
                    <a:pt x="3809" y="10160"/>
                  </a:moveTo>
                  <a:lnTo>
                    <a:pt x="0" y="1016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10160"/>
                  </a:lnTo>
                  <a:close/>
                </a:path>
                <a:path w="3809" h="524510">
                  <a:moveTo>
                    <a:pt x="3809" y="6350"/>
                  </a:moveTo>
                  <a:lnTo>
                    <a:pt x="0" y="635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50"/>
                  </a:lnTo>
                  <a:close/>
                </a:path>
                <a:path w="3809" h="524510">
                  <a:moveTo>
                    <a:pt x="3809" y="3810"/>
                  </a:moveTo>
                  <a:lnTo>
                    <a:pt x="0" y="381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3810"/>
                  </a:lnTo>
                  <a:close/>
                </a:path>
                <a:path w="3809" h="524510">
                  <a:moveTo>
                    <a:pt x="254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40" y="2539"/>
                  </a:lnTo>
                  <a:lnTo>
                    <a:pt x="2540" y="0"/>
                  </a:lnTo>
                  <a:close/>
                </a:path>
                <a:path w="3809" h="524510">
                  <a:moveTo>
                    <a:pt x="3809" y="518160"/>
                  </a:moveTo>
                  <a:lnTo>
                    <a:pt x="0" y="518160"/>
                  </a:lnTo>
                  <a:lnTo>
                    <a:pt x="0" y="520700"/>
                  </a:lnTo>
                  <a:lnTo>
                    <a:pt x="1269" y="520700"/>
                  </a:lnTo>
                  <a:lnTo>
                    <a:pt x="1269" y="521970"/>
                  </a:lnTo>
                  <a:lnTo>
                    <a:pt x="2540" y="521970"/>
                  </a:lnTo>
                  <a:lnTo>
                    <a:pt x="2540" y="524510"/>
                  </a:lnTo>
                  <a:lnTo>
                    <a:pt x="3809" y="524510"/>
                  </a:lnTo>
                  <a:lnTo>
                    <a:pt x="3809" y="518160"/>
                  </a:lnTo>
                  <a:close/>
                </a:path>
                <a:path w="3809" h="524510">
                  <a:moveTo>
                    <a:pt x="3809" y="511810"/>
                  </a:moveTo>
                  <a:lnTo>
                    <a:pt x="0" y="511810"/>
                  </a:lnTo>
                  <a:lnTo>
                    <a:pt x="0" y="516890"/>
                  </a:lnTo>
                  <a:lnTo>
                    <a:pt x="3809" y="516890"/>
                  </a:lnTo>
                  <a:lnTo>
                    <a:pt x="3809" y="511810"/>
                  </a:lnTo>
                  <a:close/>
                </a:path>
                <a:path w="3809" h="524510">
                  <a:moveTo>
                    <a:pt x="3809" y="505460"/>
                  </a:moveTo>
                  <a:lnTo>
                    <a:pt x="0" y="505460"/>
                  </a:lnTo>
                  <a:lnTo>
                    <a:pt x="0" y="510540"/>
                  </a:lnTo>
                  <a:lnTo>
                    <a:pt x="3809" y="510540"/>
                  </a:lnTo>
                  <a:lnTo>
                    <a:pt x="3809" y="505460"/>
                  </a:lnTo>
                  <a:close/>
                </a:path>
                <a:path w="3809" h="524510">
                  <a:moveTo>
                    <a:pt x="3809" y="499110"/>
                  </a:moveTo>
                  <a:lnTo>
                    <a:pt x="0" y="499110"/>
                  </a:lnTo>
                  <a:lnTo>
                    <a:pt x="0" y="504190"/>
                  </a:lnTo>
                  <a:lnTo>
                    <a:pt x="3809" y="504190"/>
                  </a:lnTo>
                  <a:lnTo>
                    <a:pt x="3809" y="499110"/>
                  </a:lnTo>
                  <a:close/>
                </a:path>
                <a:path w="3809" h="524510">
                  <a:moveTo>
                    <a:pt x="3809" y="492760"/>
                  </a:moveTo>
                  <a:lnTo>
                    <a:pt x="0" y="492760"/>
                  </a:lnTo>
                  <a:lnTo>
                    <a:pt x="0" y="497840"/>
                  </a:lnTo>
                  <a:lnTo>
                    <a:pt x="3809" y="497840"/>
                  </a:lnTo>
                  <a:lnTo>
                    <a:pt x="3809" y="492760"/>
                  </a:lnTo>
                  <a:close/>
                </a:path>
                <a:path w="3809" h="524510">
                  <a:moveTo>
                    <a:pt x="3809" y="486410"/>
                  </a:moveTo>
                  <a:lnTo>
                    <a:pt x="0" y="486410"/>
                  </a:lnTo>
                  <a:lnTo>
                    <a:pt x="0" y="491490"/>
                  </a:lnTo>
                  <a:lnTo>
                    <a:pt x="3809" y="491490"/>
                  </a:lnTo>
                  <a:lnTo>
                    <a:pt x="3809" y="486410"/>
                  </a:lnTo>
                  <a:close/>
                </a:path>
                <a:path w="3809" h="524510">
                  <a:moveTo>
                    <a:pt x="3809" y="480060"/>
                  </a:moveTo>
                  <a:lnTo>
                    <a:pt x="0" y="480060"/>
                  </a:lnTo>
                  <a:lnTo>
                    <a:pt x="0" y="485140"/>
                  </a:lnTo>
                  <a:lnTo>
                    <a:pt x="3809" y="485140"/>
                  </a:lnTo>
                  <a:lnTo>
                    <a:pt x="3809" y="480060"/>
                  </a:lnTo>
                  <a:close/>
                </a:path>
                <a:path w="3809" h="524510">
                  <a:moveTo>
                    <a:pt x="3809" y="473710"/>
                  </a:moveTo>
                  <a:lnTo>
                    <a:pt x="0" y="473710"/>
                  </a:lnTo>
                  <a:lnTo>
                    <a:pt x="0" y="478790"/>
                  </a:lnTo>
                  <a:lnTo>
                    <a:pt x="3809" y="478790"/>
                  </a:lnTo>
                  <a:lnTo>
                    <a:pt x="3809" y="473710"/>
                  </a:lnTo>
                  <a:close/>
                </a:path>
                <a:path w="3809" h="524510">
                  <a:moveTo>
                    <a:pt x="3809" y="467360"/>
                  </a:moveTo>
                  <a:lnTo>
                    <a:pt x="0" y="467360"/>
                  </a:lnTo>
                  <a:lnTo>
                    <a:pt x="0" y="472440"/>
                  </a:lnTo>
                  <a:lnTo>
                    <a:pt x="3809" y="472440"/>
                  </a:lnTo>
                  <a:lnTo>
                    <a:pt x="3809" y="467360"/>
                  </a:lnTo>
                  <a:close/>
                </a:path>
                <a:path w="3809" h="524510">
                  <a:moveTo>
                    <a:pt x="3809" y="461010"/>
                  </a:moveTo>
                  <a:lnTo>
                    <a:pt x="0" y="461010"/>
                  </a:lnTo>
                  <a:lnTo>
                    <a:pt x="0" y="466090"/>
                  </a:lnTo>
                  <a:lnTo>
                    <a:pt x="3809" y="466090"/>
                  </a:lnTo>
                  <a:lnTo>
                    <a:pt x="3809" y="461010"/>
                  </a:lnTo>
                  <a:close/>
                </a:path>
                <a:path w="3809" h="524510">
                  <a:moveTo>
                    <a:pt x="3809" y="198120"/>
                  </a:moveTo>
                  <a:lnTo>
                    <a:pt x="0" y="198120"/>
                  </a:lnTo>
                  <a:lnTo>
                    <a:pt x="0" y="459740"/>
                  </a:lnTo>
                  <a:lnTo>
                    <a:pt x="3809" y="459740"/>
                  </a:lnTo>
                  <a:lnTo>
                    <a:pt x="3809" y="198120"/>
                  </a:lnTo>
                  <a:close/>
                </a:path>
              </a:pathLst>
            </a:custGeom>
            <a:solidFill>
              <a:srgbClr val="D8CC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1210309" y="2852419"/>
              <a:ext cx="3810" cy="521970"/>
            </a:xfrm>
            <a:custGeom>
              <a:avLst/>
              <a:gdLst/>
              <a:ahLst/>
              <a:cxnLst/>
              <a:rect l="l" t="t" r="r" b="b"/>
              <a:pathLst>
                <a:path w="3809" h="521970">
                  <a:moveTo>
                    <a:pt x="3809" y="73660"/>
                  </a:moveTo>
                  <a:lnTo>
                    <a:pt x="0" y="73660"/>
                  </a:lnTo>
                  <a:lnTo>
                    <a:pt x="0" y="194310"/>
                  </a:lnTo>
                  <a:lnTo>
                    <a:pt x="3809" y="194310"/>
                  </a:lnTo>
                  <a:lnTo>
                    <a:pt x="3809" y="73660"/>
                  </a:lnTo>
                  <a:close/>
                </a:path>
                <a:path w="3809" h="521970">
                  <a:moveTo>
                    <a:pt x="3809" y="71120"/>
                  </a:moveTo>
                  <a:lnTo>
                    <a:pt x="0" y="71120"/>
                  </a:lnTo>
                  <a:lnTo>
                    <a:pt x="0" y="72389"/>
                  </a:lnTo>
                  <a:lnTo>
                    <a:pt x="3809" y="72389"/>
                  </a:lnTo>
                  <a:lnTo>
                    <a:pt x="3809" y="71120"/>
                  </a:lnTo>
                  <a:close/>
                </a:path>
                <a:path w="3809" h="521970">
                  <a:moveTo>
                    <a:pt x="3809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3809" y="69850"/>
                  </a:lnTo>
                  <a:lnTo>
                    <a:pt x="3809" y="67310"/>
                  </a:lnTo>
                  <a:close/>
                </a:path>
                <a:path w="3809" h="521970">
                  <a:moveTo>
                    <a:pt x="3809" y="64770"/>
                  </a:moveTo>
                  <a:lnTo>
                    <a:pt x="0" y="64770"/>
                  </a:lnTo>
                  <a:lnTo>
                    <a:pt x="0" y="66039"/>
                  </a:lnTo>
                  <a:lnTo>
                    <a:pt x="3809" y="66039"/>
                  </a:lnTo>
                  <a:lnTo>
                    <a:pt x="3809" y="64770"/>
                  </a:lnTo>
                  <a:close/>
                </a:path>
                <a:path w="3809" h="521970">
                  <a:moveTo>
                    <a:pt x="3809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3809" y="63500"/>
                  </a:lnTo>
                  <a:lnTo>
                    <a:pt x="3809" y="60960"/>
                  </a:lnTo>
                  <a:close/>
                </a:path>
                <a:path w="3809" h="521970">
                  <a:moveTo>
                    <a:pt x="3809" y="58420"/>
                  </a:moveTo>
                  <a:lnTo>
                    <a:pt x="0" y="58420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8420"/>
                  </a:lnTo>
                  <a:close/>
                </a:path>
                <a:path w="3809" h="521970">
                  <a:moveTo>
                    <a:pt x="3809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3809" y="57150"/>
                  </a:lnTo>
                  <a:lnTo>
                    <a:pt x="3809" y="54610"/>
                  </a:lnTo>
                  <a:close/>
                </a:path>
                <a:path w="3809" h="521970">
                  <a:moveTo>
                    <a:pt x="3809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2070"/>
                  </a:lnTo>
                  <a:close/>
                </a:path>
                <a:path w="3809" h="521970">
                  <a:moveTo>
                    <a:pt x="3809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48260"/>
                  </a:lnTo>
                  <a:close/>
                </a:path>
                <a:path w="3809" h="521970">
                  <a:moveTo>
                    <a:pt x="3809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5720"/>
                  </a:lnTo>
                  <a:close/>
                </a:path>
                <a:path w="3809" h="521970">
                  <a:moveTo>
                    <a:pt x="3809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3809" y="44450"/>
                  </a:lnTo>
                  <a:lnTo>
                    <a:pt x="3809" y="41910"/>
                  </a:lnTo>
                  <a:close/>
                </a:path>
                <a:path w="3809" h="521970">
                  <a:moveTo>
                    <a:pt x="3809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9370"/>
                  </a:lnTo>
                  <a:close/>
                </a:path>
                <a:path w="3809" h="521970">
                  <a:moveTo>
                    <a:pt x="3809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3809" y="38100"/>
                  </a:lnTo>
                  <a:lnTo>
                    <a:pt x="3809" y="35560"/>
                  </a:lnTo>
                  <a:close/>
                </a:path>
                <a:path w="3809" h="521970">
                  <a:moveTo>
                    <a:pt x="3809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33020"/>
                  </a:lnTo>
                  <a:close/>
                </a:path>
                <a:path w="3809" h="521970">
                  <a:moveTo>
                    <a:pt x="3809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3809" y="31750"/>
                  </a:lnTo>
                  <a:lnTo>
                    <a:pt x="3809" y="29210"/>
                  </a:lnTo>
                  <a:close/>
                </a:path>
                <a:path w="3809" h="521970">
                  <a:moveTo>
                    <a:pt x="3809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6670"/>
                  </a:lnTo>
                  <a:close/>
                </a:path>
                <a:path w="3809" h="521970">
                  <a:moveTo>
                    <a:pt x="3809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3809" y="25400"/>
                  </a:lnTo>
                  <a:lnTo>
                    <a:pt x="3809" y="22860"/>
                  </a:lnTo>
                  <a:close/>
                </a:path>
                <a:path w="3809" h="521970">
                  <a:moveTo>
                    <a:pt x="3809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20320"/>
                  </a:lnTo>
                  <a:close/>
                </a:path>
                <a:path w="3809" h="521970">
                  <a:moveTo>
                    <a:pt x="3809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3809" y="19050"/>
                  </a:lnTo>
                  <a:lnTo>
                    <a:pt x="3809" y="16510"/>
                  </a:lnTo>
                  <a:close/>
                </a:path>
                <a:path w="3809" h="521970">
                  <a:moveTo>
                    <a:pt x="3809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3970"/>
                  </a:lnTo>
                  <a:close/>
                </a:path>
                <a:path w="3809" h="521970">
                  <a:moveTo>
                    <a:pt x="3809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3809" y="12700"/>
                  </a:lnTo>
                  <a:lnTo>
                    <a:pt x="3809" y="10160"/>
                  </a:lnTo>
                  <a:close/>
                </a:path>
                <a:path w="3809" h="521970">
                  <a:moveTo>
                    <a:pt x="3809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7620"/>
                  </a:lnTo>
                  <a:close/>
                </a:path>
                <a:path w="3809" h="521970">
                  <a:moveTo>
                    <a:pt x="3809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3810"/>
                  </a:lnTo>
                  <a:close/>
                </a:path>
                <a:path w="3809" h="521970">
                  <a:moveTo>
                    <a:pt x="254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40" y="2539"/>
                  </a:lnTo>
                  <a:lnTo>
                    <a:pt x="2540" y="0"/>
                  </a:lnTo>
                  <a:close/>
                </a:path>
                <a:path w="3809" h="521970">
                  <a:moveTo>
                    <a:pt x="3809" y="515620"/>
                  </a:moveTo>
                  <a:lnTo>
                    <a:pt x="0" y="515620"/>
                  </a:lnTo>
                  <a:lnTo>
                    <a:pt x="0" y="521970"/>
                  </a:lnTo>
                  <a:lnTo>
                    <a:pt x="1270" y="521970"/>
                  </a:lnTo>
                  <a:lnTo>
                    <a:pt x="1270" y="520700"/>
                  </a:lnTo>
                  <a:lnTo>
                    <a:pt x="3809" y="520700"/>
                  </a:lnTo>
                  <a:lnTo>
                    <a:pt x="3809" y="515620"/>
                  </a:lnTo>
                  <a:close/>
                </a:path>
                <a:path w="3809" h="521970">
                  <a:moveTo>
                    <a:pt x="3809" y="509270"/>
                  </a:moveTo>
                  <a:lnTo>
                    <a:pt x="0" y="509270"/>
                  </a:lnTo>
                  <a:lnTo>
                    <a:pt x="0" y="514350"/>
                  </a:lnTo>
                  <a:lnTo>
                    <a:pt x="3809" y="514350"/>
                  </a:lnTo>
                  <a:lnTo>
                    <a:pt x="3809" y="509270"/>
                  </a:lnTo>
                  <a:close/>
                </a:path>
                <a:path w="3809" h="521970">
                  <a:moveTo>
                    <a:pt x="3809" y="502920"/>
                  </a:moveTo>
                  <a:lnTo>
                    <a:pt x="0" y="502920"/>
                  </a:lnTo>
                  <a:lnTo>
                    <a:pt x="0" y="508000"/>
                  </a:lnTo>
                  <a:lnTo>
                    <a:pt x="3809" y="508000"/>
                  </a:lnTo>
                  <a:lnTo>
                    <a:pt x="3809" y="502920"/>
                  </a:lnTo>
                  <a:close/>
                </a:path>
                <a:path w="3809" h="521970">
                  <a:moveTo>
                    <a:pt x="3809" y="496570"/>
                  </a:moveTo>
                  <a:lnTo>
                    <a:pt x="0" y="496570"/>
                  </a:lnTo>
                  <a:lnTo>
                    <a:pt x="0" y="501650"/>
                  </a:lnTo>
                  <a:lnTo>
                    <a:pt x="3809" y="501650"/>
                  </a:lnTo>
                  <a:lnTo>
                    <a:pt x="3809" y="496570"/>
                  </a:lnTo>
                  <a:close/>
                </a:path>
                <a:path w="3809" h="521970">
                  <a:moveTo>
                    <a:pt x="3809" y="490220"/>
                  </a:moveTo>
                  <a:lnTo>
                    <a:pt x="0" y="490220"/>
                  </a:lnTo>
                  <a:lnTo>
                    <a:pt x="0" y="495300"/>
                  </a:lnTo>
                  <a:lnTo>
                    <a:pt x="3809" y="495300"/>
                  </a:lnTo>
                  <a:lnTo>
                    <a:pt x="3809" y="490220"/>
                  </a:lnTo>
                  <a:close/>
                </a:path>
                <a:path w="3809" h="521970">
                  <a:moveTo>
                    <a:pt x="3809" y="483870"/>
                  </a:moveTo>
                  <a:lnTo>
                    <a:pt x="0" y="483870"/>
                  </a:lnTo>
                  <a:lnTo>
                    <a:pt x="0" y="488950"/>
                  </a:lnTo>
                  <a:lnTo>
                    <a:pt x="3809" y="488950"/>
                  </a:lnTo>
                  <a:lnTo>
                    <a:pt x="3809" y="483870"/>
                  </a:lnTo>
                  <a:close/>
                </a:path>
                <a:path w="3809" h="521970">
                  <a:moveTo>
                    <a:pt x="3809" y="477520"/>
                  </a:moveTo>
                  <a:lnTo>
                    <a:pt x="0" y="477520"/>
                  </a:lnTo>
                  <a:lnTo>
                    <a:pt x="0" y="482600"/>
                  </a:lnTo>
                  <a:lnTo>
                    <a:pt x="3809" y="482600"/>
                  </a:lnTo>
                  <a:lnTo>
                    <a:pt x="3809" y="477520"/>
                  </a:lnTo>
                  <a:close/>
                </a:path>
                <a:path w="3809" h="521970">
                  <a:moveTo>
                    <a:pt x="3809" y="471170"/>
                  </a:moveTo>
                  <a:lnTo>
                    <a:pt x="0" y="471170"/>
                  </a:lnTo>
                  <a:lnTo>
                    <a:pt x="0" y="476250"/>
                  </a:lnTo>
                  <a:lnTo>
                    <a:pt x="3809" y="476250"/>
                  </a:lnTo>
                  <a:lnTo>
                    <a:pt x="3809" y="471170"/>
                  </a:lnTo>
                  <a:close/>
                </a:path>
                <a:path w="3809" h="521970">
                  <a:moveTo>
                    <a:pt x="3809" y="464820"/>
                  </a:moveTo>
                  <a:lnTo>
                    <a:pt x="0" y="464820"/>
                  </a:lnTo>
                  <a:lnTo>
                    <a:pt x="0" y="469900"/>
                  </a:lnTo>
                  <a:lnTo>
                    <a:pt x="3809" y="469900"/>
                  </a:lnTo>
                  <a:lnTo>
                    <a:pt x="3809" y="464820"/>
                  </a:lnTo>
                  <a:close/>
                </a:path>
                <a:path w="3809" h="521970">
                  <a:moveTo>
                    <a:pt x="3809" y="458470"/>
                  </a:moveTo>
                  <a:lnTo>
                    <a:pt x="0" y="458470"/>
                  </a:lnTo>
                  <a:lnTo>
                    <a:pt x="0" y="463550"/>
                  </a:lnTo>
                  <a:lnTo>
                    <a:pt x="3809" y="463550"/>
                  </a:lnTo>
                  <a:lnTo>
                    <a:pt x="3809" y="458470"/>
                  </a:lnTo>
                  <a:close/>
                </a:path>
                <a:path w="3809" h="521970">
                  <a:moveTo>
                    <a:pt x="3809" y="195580"/>
                  </a:moveTo>
                  <a:lnTo>
                    <a:pt x="0" y="195580"/>
                  </a:lnTo>
                  <a:lnTo>
                    <a:pt x="0" y="457200"/>
                  </a:lnTo>
                  <a:lnTo>
                    <a:pt x="3809" y="457200"/>
                  </a:lnTo>
                  <a:lnTo>
                    <a:pt x="3809" y="195580"/>
                  </a:lnTo>
                  <a:close/>
                </a:path>
              </a:pathLst>
            </a:custGeom>
            <a:solidFill>
              <a:srgbClr val="D7C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1214119" y="2854960"/>
              <a:ext cx="3810" cy="521970"/>
            </a:xfrm>
            <a:custGeom>
              <a:avLst/>
              <a:gdLst/>
              <a:ahLst/>
              <a:cxnLst/>
              <a:rect l="l" t="t" r="r" b="b"/>
              <a:pathLst>
                <a:path w="3809" h="521970">
                  <a:moveTo>
                    <a:pt x="3810" y="71120"/>
                  </a:moveTo>
                  <a:lnTo>
                    <a:pt x="0" y="71120"/>
                  </a:lnTo>
                  <a:lnTo>
                    <a:pt x="0" y="191770"/>
                  </a:lnTo>
                  <a:lnTo>
                    <a:pt x="3810" y="191770"/>
                  </a:lnTo>
                  <a:lnTo>
                    <a:pt x="3810" y="71120"/>
                  </a:lnTo>
                  <a:close/>
                </a:path>
                <a:path w="3809" h="521970">
                  <a:moveTo>
                    <a:pt x="3810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3810" y="69850"/>
                  </a:lnTo>
                  <a:lnTo>
                    <a:pt x="3810" y="68580"/>
                  </a:lnTo>
                  <a:close/>
                </a:path>
                <a:path w="3809" h="521970">
                  <a:moveTo>
                    <a:pt x="3810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3810" y="67310"/>
                  </a:lnTo>
                  <a:lnTo>
                    <a:pt x="3810" y="64770"/>
                  </a:lnTo>
                  <a:close/>
                </a:path>
                <a:path w="3809" h="521970">
                  <a:moveTo>
                    <a:pt x="381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62230"/>
                  </a:lnTo>
                  <a:close/>
                </a:path>
                <a:path w="3809" h="521970">
                  <a:moveTo>
                    <a:pt x="3810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3810" y="60960"/>
                  </a:lnTo>
                  <a:lnTo>
                    <a:pt x="3810" y="58420"/>
                  </a:lnTo>
                  <a:close/>
                </a:path>
                <a:path w="3809" h="521970">
                  <a:moveTo>
                    <a:pt x="3810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3810" y="57150"/>
                  </a:lnTo>
                  <a:lnTo>
                    <a:pt x="3810" y="55880"/>
                  </a:lnTo>
                  <a:close/>
                </a:path>
                <a:path w="3809" h="521970">
                  <a:moveTo>
                    <a:pt x="3810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3810" y="54610"/>
                  </a:lnTo>
                  <a:lnTo>
                    <a:pt x="3810" y="52070"/>
                  </a:lnTo>
                  <a:close/>
                </a:path>
                <a:path w="3809" h="521970">
                  <a:moveTo>
                    <a:pt x="3810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3810" y="50800"/>
                  </a:lnTo>
                  <a:lnTo>
                    <a:pt x="3810" y="49530"/>
                  </a:lnTo>
                  <a:close/>
                </a:path>
                <a:path w="3809" h="521970">
                  <a:moveTo>
                    <a:pt x="3810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5720"/>
                  </a:lnTo>
                  <a:close/>
                </a:path>
                <a:path w="3809" h="521970">
                  <a:moveTo>
                    <a:pt x="3810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3810" y="44450"/>
                  </a:lnTo>
                  <a:lnTo>
                    <a:pt x="3810" y="43180"/>
                  </a:lnTo>
                  <a:close/>
                </a:path>
                <a:path w="3809" h="521970">
                  <a:moveTo>
                    <a:pt x="3810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9370"/>
                  </a:lnTo>
                  <a:close/>
                </a:path>
                <a:path w="3809" h="521970">
                  <a:moveTo>
                    <a:pt x="3810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6830"/>
                  </a:lnTo>
                  <a:close/>
                </a:path>
                <a:path w="3809" h="521970">
                  <a:moveTo>
                    <a:pt x="3810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33020"/>
                  </a:lnTo>
                  <a:close/>
                </a:path>
                <a:path w="3809" h="521970">
                  <a:moveTo>
                    <a:pt x="3810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3810" y="31750"/>
                  </a:lnTo>
                  <a:lnTo>
                    <a:pt x="3810" y="30480"/>
                  </a:lnTo>
                  <a:close/>
                </a:path>
                <a:path w="3809" h="521970">
                  <a:moveTo>
                    <a:pt x="3810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6670"/>
                  </a:lnTo>
                  <a:close/>
                </a:path>
                <a:path w="3809" h="521970">
                  <a:moveTo>
                    <a:pt x="3810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4130"/>
                  </a:lnTo>
                  <a:close/>
                </a:path>
                <a:path w="3809" h="521970">
                  <a:moveTo>
                    <a:pt x="3810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20320"/>
                  </a:lnTo>
                  <a:close/>
                </a:path>
                <a:path w="3809" h="521970">
                  <a:moveTo>
                    <a:pt x="3810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7780"/>
                  </a:lnTo>
                  <a:close/>
                </a:path>
                <a:path w="3809" h="521970">
                  <a:moveTo>
                    <a:pt x="3810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70"/>
                  </a:lnTo>
                  <a:close/>
                </a:path>
                <a:path w="3809" h="521970">
                  <a:moveTo>
                    <a:pt x="3810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11430"/>
                  </a:lnTo>
                  <a:close/>
                </a:path>
                <a:path w="3809" h="521970">
                  <a:moveTo>
                    <a:pt x="3810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20"/>
                  </a:lnTo>
                  <a:close/>
                </a:path>
                <a:path w="3809" h="521970">
                  <a:moveTo>
                    <a:pt x="3810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5080"/>
                  </a:lnTo>
                  <a:close/>
                </a:path>
                <a:path w="3809" h="521970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09" h="521970">
                  <a:moveTo>
                    <a:pt x="3810" y="519430"/>
                  </a:moveTo>
                  <a:lnTo>
                    <a:pt x="0" y="519430"/>
                  </a:lnTo>
                  <a:lnTo>
                    <a:pt x="0" y="520700"/>
                  </a:lnTo>
                  <a:lnTo>
                    <a:pt x="2540" y="520700"/>
                  </a:lnTo>
                  <a:lnTo>
                    <a:pt x="2540" y="521970"/>
                  </a:lnTo>
                  <a:lnTo>
                    <a:pt x="3810" y="521970"/>
                  </a:lnTo>
                  <a:lnTo>
                    <a:pt x="3810" y="519430"/>
                  </a:lnTo>
                  <a:close/>
                </a:path>
                <a:path w="3809" h="521970">
                  <a:moveTo>
                    <a:pt x="3810" y="513080"/>
                  </a:moveTo>
                  <a:lnTo>
                    <a:pt x="0" y="513080"/>
                  </a:lnTo>
                  <a:lnTo>
                    <a:pt x="0" y="518160"/>
                  </a:lnTo>
                  <a:lnTo>
                    <a:pt x="3810" y="518160"/>
                  </a:lnTo>
                  <a:lnTo>
                    <a:pt x="3810" y="513080"/>
                  </a:lnTo>
                  <a:close/>
                </a:path>
                <a:path w="3809" h="521970">
                  <a:moveTo>
                    <a:pt x="3810" y="506730"/>
                  </a:moveTo>
                  <a:lnTo>
                    <a:pt x="0" y="506730"/>
                  </a:lnTo>
                  <a:lnTo>
                    <a:pt x="0" y="511810"/>
                  </a:lnTo>
                  <a:lnTo>
                    <a:pt x="3810" y="511810"/>
                  </a:lnTo>
                  <a:lnTo>
                    <a:pt x="3810" y="506730"/>
                  </a:lnTo>
                  <a:close/>
                </a:path>
                <a:path w="3809" h="521970">
                  <a:moveTo>
                    <a:pt x="3810" y="500380"/>
                  </a:moveTo>
                  <a:lnTo>
                    <a:pt x="0" y="500380"/>
                  </a:lnTo>
                  <a:lnTo>
                    <a:pt x="0" y="505460"/>
                  </a:lnTo>
                  <a:lnTo>
                    <a:pt x="3810" y="505460"/>
                  </a:lnTo>
                  <a:lnTo>
                    <a:pt x="3810" y="500380"/>
                  </a:lnTo>
                  <a:close/>
                </a:path>
                <a:path w="3809" h="521970">
                  <a:moveTo>
                    <a:pt x="3810" y="494030"/>
                  </a:moveTo>
                  <a:lnTo>
                    <a:pt x="0" y="494030"/>
                  </a:lnTo>
                  <a:lnTo>
                    <a:pt x="0" y="499110"/>
                  </a:lnTo>
                  <a:lnTo>
                    <a:pt x="3810" y="499110"/>
                  </a:lnTo>
                  <a:lnTo>
                    <a:pt x="3810" y="494030"/>
                  </a:lnTo>
                  <a:close/>
                </a:path>
                <a:path w="3809" h="521970">
                  <a:moveTo>
                    <a:pt x="3810" y="487680"/>
                  </a:moveTo>
                  <a:lnTo>
                    <a:pt x="0" y="487680"/>
                  </a:lnTo>
                  <a:lnTo>
                    <a:pt x="0" y="492760"/>
                  </a:lnTo>
                  <a:lnTo>
                    <a:pt x="3810" y="492760"/>
                  </a:lnTo>
                  <a:lnTo>
                    <a:pt x="3810" y="487680"/>
                  </a:lnTo>
                  <a:close/>
                </a:path>
                <a:path w="3809" h="521970">
                  <a:moveTo>
                    <a:pt x="3810" y="481330"/>
                  </a:moveTo>
                  <a:lnTo>
                    <a:pt x="0" y="481330"/>
                  </a:lnTo>
                  <a:lnTo>
                    <a:pt x="0" y="486410"/>
                  </a:lnTo>
                  <a:lnTo>
                    <a:pt x="3810" y="486410"/>
                  </a:lnTo>
                  <a:lnTo>
                    <a:pt x="3810" y="481330"/>
                  </a:lnTo>
                  <a:close/>
                </a:path>
                <a:path w="3809" h="521970">
                  <a:moveTo>
                    <a:pt x="3810" y="474980"/>
                  </a:moveTo>
                  <a:lnTo>
                    <a:pt x="0" y="474980"/>
                  </a:lnTo>
                  <a:lnTo>
                    <a:pt x="0" y="480060"/>
                  </a:lnTo>
                  <a:lnTo>
                    <a:pt x="3810" y="480060"/>
                  </a:lnTo>
                  <a:lnTo>
                    <a:pt x="3810" y="474980"/>
                  </a:lnTo>
                  <a:close/>
                </a:path>
                <a:path w="3809" h="521970">
                  <a:moveTo>
                    <a:pt x="3810" y="468630"/>
                  </a:moveTo>
                  <a:lnTo>
                    <a:pt x="0" y="468630"/>
                  </a:lnTo>
                  <a:lnTo>
                    <a:pt x="0" y="473710"/>
                  </a:lnTo>
                  <a:lnTo>
                    <a:pt x="3810" y="473710"/>
                  </a:lnTo>
                  <a:lnTo>
                    <a:pt x="3810" y="468630"/>
                  </a:lnTo>
                  <a:close/>
                </a:path>
                <a:path w="3809" h="521970">
                  <a:moveTo>
                    <a:pt x="3810" y="462280"/>
                  </a:moveTo>
                  <a:lnTo>
                    <a:pt x="0" y="462280"/>
                  </a:lnTo>
                  <a:lnTo>
                    <a:pt x="0" y="467360"/>
                  </a:lnTo>
                  <a:lnTo>
                    <a:pt x="3810" y="467360"/>
                  </a:lnTo>
                  <a:lnTo>
                    <a:pt x="3810" y="462280"/>
                  </a:lnTo>
                  <a:close/>
                </a:path>
                <a:path w="3809" h="521970">
                  <a:moveTo>
                    <a:pt x="3810" y="455930"/>
                  </a:moveTo>
                  <a:lnTo>
                    <a:pt x="0" y="455930"/>
                  </a:lnTo>
                  <a:lnTo>
                    <a:pt x="0" y="461010"/>
                  </a:lnTo>
                  <a:lnTo>
                    <a:pt x="3810" y="461010"/>
                  </a:lnTo>
                  <a:lnTo>
                    <a:pt x="3810" y="455930"/>
                  </a:lnTo>
                  <a:close/>
                </a:path>
                <a:path w="3809" h="521970">
                  <a:moveTo>
                    <a:pt x="3810" y="193040"/>
                  </a:moveTo>
                  <a:lnTo>
                    <a:pt x="0" y="193040"/>
                  </a:lnTo>
                  <a:lnTo>
                    <a:pt x="0" y="454660"/>
                  </a:lnTo>
                  <a:lnTo>
                    <a:pt x="3810" y="454660"/>
                  </a:lnTo>
                  <a:lnTo>
                    <a:pt x="3810" y="193040"/>
                  </a:lnTo>
                  <a:close/>
                </a:path>
              </a:pathLst>
            </a:custGeom>
            <a:solidFill>
              <a:srgbClr val="D6CA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1217930" y="2856230"/>
              <a:ext cx="3810" cy="521970"/>
            </a:xfrm>
            <a:custGeom>
              <a:avLst/>
              <a:gdLst/>
              <a:ahLst/>
              <a:cxnLst/>
              <a:rect l="l" t="t" r="r" b="b"/>
              <a:pathLst>
                <a:path w="3809" h="521970">
                  <a:moveTo>
                    <a:pt x="3809" y="69850"/>
                  </a:moveTo>
                  <a:lnTo>
                    <a:pt x="0" y="69850"/>
                  </a:lnTo>
                  <a:lnTo>
                    <a:pt x="0" y="190500"/>
                  </a:lnTo>
                  <a:lnTo>
                    <a:pt x="3809" y="190500"/>
                  </a:lnTo>
                  <a:lnTo>
                    <a:pt x="3809" y="69850"/>
                  </a:lnTo>
                  <a:close/>
                </a:path>
                <a:path w="3809" h="521970">
                  <a:moveTo>
                    <a:pt x="3809" y="67310"/>
                  </a:moveTo>
                  <a:lnTo>
                    <a:pt x="0" y="67310"/>
                  </a:lnTo>
                  <a:lnTo>
                    <a:pt x="0" y="68579"/>
                  </a:lnTo>
                  <a:lnTo>
                    <a:pt x="3809" y="68579"/>
                  </a:lnTo>
                  <a:lnTo>
                    <a:pt x="3809" y="67310"/>
                  </a:lnTo>
                  <a:close/>
                </a:path>
                <a:path w="3809" h="521970">
                  <a:moveTo>
                    <a:pt x="3809" y="63500"/>
                  </a:moveTo>
                  <a:lnTo>
                    <a:pt x="0" y="63500"/>
                  </a:lnTo>
                  <a:lnTo>
                    <a:pt x="0" y="66039"/>
                  </a:lnTo>
                  <a:lnTo>
                    <a:pt x="3809" y="66039"/>
                  </a:lnTo>
                  <a:lnTo>
                    <a:pt x="3809" y="63500"/>
                  </a:lnTo>
                  <a:close/>
                </a:path>
                <a:path w="3809" h="521970">
                  <a:moveTo>
                    <a:pt x="3809" y="60960"/>
                  </a:moveTo>
                  <a:lnTo>
                    <a:pt x="0" y="60960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60960"/>
                  </a:lnTo>
                  <a:close/>
                </a:path>
                <a:path w="3809" h="521970">
                  <a:moveTo>
                    <a:pt x="3809" y="57150"/>
                  </a:moveTo>
                  <a:lnTo>
                    <a:pt x="0" y="57150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7150"/>
                  </a:lnTo>
                  <a:close/>
                </a:path>
                <a:path w="3809" h="521970">
                  <a:moveTo>
                    <a:pt x="3809" y="54610"/>
                  </a:moveTo>
                  <a:lnTo>
                    <a:pt x="0" y="54610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54610"/>
                  </a:lnTo>
                  <a:close/>
                </a:path>
                <a:path w="3809" h="521970">
                  <a:moveTo>
                    <a:pt x="3809" y="50800"/>
                  </a:moveTo>
                  <a:lnTo>
                    <a:pt x="0" y="50800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0800"/>
                  </a:lnTo>
                  <a:close/>
                </a:path>
                <a:path w="3809" h="521970">
                  <a:moveTo>
                    <a:pt x="3809" y="48260"/>
                  </a:moveTo>
                  <a:lnTo>
                    <a:pt x="0" y="48260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8260"/>
                  </a:lnTo>
                  <a:close/>
                </a:path>
                <a:path w="3809" h="521970">
                  <a:moveTo>
                    <a:pt x="3809" y="44450"/>
                  </a:moveTo>
                  <a:lnTo>
                    <a:pt x="0" y="44450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4450"/>
                  </a:lnTo>
                  <a:close/>
                </a:path>
                <a:path w="3809" h="521970">
                  <a:moveTo>
                    <a:pt x="3809" y="41910"/>
                  </a:moveTo>
                  <a:lnTo>
                    <a:pt x="0" y="41910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41910"/>
                  </a:lnTo>
                  <a:close/>
                </a:path>
                <a:path w="3809" h="521970">
                  <a:moveTo>
                    <a:pt x="3809" y="38100"/>
                  </a:moveTo>
                  <a:lnTo>
                    <a:pt x="0" y="38100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8100"/>
                  </a:lnTo>
                  <a:close/>
                </a:path>
                <a:path w="3809" h="521970">
                  <a:moveTo>
                    <a:pt x="3809" y="35560"/>
                  </a:moveTo>
                  <a:lnTo>
                    <a:pt x="0" y="35560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5560"/>
                  </a:lnTo>
                  <a:close/>
                </a:path>
                <a:path w="3809" h="521970">
                  <a:moveTo>
                    <a:pt x="3809" y="31750"/>
                  </a:moveTo>
                  <a:lnTo>
                    <a:pt x="0" y="31750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31750"/>
                  </a:lnTo>
                  <a:close/>
                </a:path>
                <a:path w="3809" h="521970">
                  <a:moveTo>
                    <a:pt x="3809" y="29210"/>
                  </a:moveTo>
                  <a:lnTo>
                    <a:pt x="0" y="29210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29210"/>
                  </a:lnTo>
                  <a:close/>
                </a:path>
                <a:path w="3809" h="521970">
                  <a:moveTo>
                    <a:pt x="3809" y="25400"/>
                  </a:moveTo>
                  <a:lnTo>
                    <a:pt x="0" y="25400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5400"/>
                  </a:lnTo>
                  <a:close/>
                </a:path>
                <a:path w="3809" h="521970">
                  <a:moveTo>
                    <a:pt x="3809" y="22860"/>
                  </a:moveTo>
                  <a:lnTo>
                    <a:pt x="0" y="22860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22860"/>
                  </a:lnTo>
                  <a:close/>
                </a:path>
                <a:path w="3809" h="521970">
                  <a:moveTo>
                    <a:pt x="3809" y="19050"/>
                  </a:moveTo>
                  <a:lnTo>
                    <a:pt x="0" y="19050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9050"/>
                  </a:lnTo>
                  <a:close/>
                </a:path>
                <a:path w="3809" h="521970">
                  <a:moveTo>
                    <a:pt x="3809" y="16510"/>
                  </a:moveTo>
                  <a:lnTo>
                    <a:pt x="0" y="1651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6510"/>
                  </a:lnTo>
                  <a:close/>
                </a:path>
                <a:path w="3809" h="521970">
                  <a:moveTo>
                    <a:pt x="3809" y="12700"/>
                  </a:moveTo>
                  <a:lnTo>
                    <a:pt x="0" y="1270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2700"/>
                  </a:lnTo>
                  <a:close/>
                </a:path>
                <a:path w="3809" h="521970">
                  <a:moveTo>
                    <a:pt x="3809" y="10160"/>
                  </a:moveTo>
                  <a:lnTo>
                    <a:pt x="0" y="1016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10160"/>
                  </a:lnTo>
                  <a:close/>
                </a:path>
                <a:path w="3809" h="521970">
                  <a:moveTo>
                    <a:pt x="3809" y="6350"/>
                  </a:moveTo>
                  <a:lnTo>
                    <a:pt x="0" y="635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50"/>
                  </a:lnTo>
                  <a:close/>
                </a:path>
                <a:path w="3809" h="521970">
                  <a:moveTo>
                    <a:pt x="3809" y="3810"/>
                  </a:moveTo>
                  <a:lnTo>
                    <a:pt x="0" y="381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3810"/>
                  </a:lnTo>
                  <a:close/>
                </a:path>
                <a:path w="3809" h="521970">
                  <a:moveTo>
                    <a:pt x="126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69" y="2539"/>
                  </a:lnTo>
                  <a:lnTo>
                    <a:pt x="1269" y="0"/>
                  </a:lnTo>
                  <a:close/>
                </a:path>
                <a:path w="3809" h="521970">
                  <a:moveTo>
                    <a:pt x="3809" y="518160"/>
                  </a:moveTo>
                  <a:lnTo>
                    <a:pt x="0" y="518160"/>
                  </a:lnTo>
                  <a:lnTo>
                    <a:pt x="0" y="520700"/>
                  </a:lnTo>
                  <a:lnTo>
                    <a:pt x="1269" y="520700"/>
                  </a:lnTo>
                  <a:lnTo>
                    <a:pt x="1269" y="521970"/>
                  </a:lnTo>
                  <a:lnTo>
                    <a:pt x="3809" y="521970"/>
                  </a:lnTo>
                  <a:lnTo>
                    <a:pt x="3809" y="518160"/>
                  </a:lnTo>
                  <a:close/>
                </a:path>
                <a:path w="3809" h="521970">
                  <a:moveTo>
                    <a:pt x="3809" y="511810"/>
                  </a:moveTo>
                  <a:lnTo>
                    <a:pt x="0" y="511810"/>
                  </a:lnTo>
                  <a:lnTo>
                    <a:pt x="0" y="516890"/>
                  </a:lnTo>
                  <a:lnTo>
                    <a:pt x="3809" y="516890"/>
                  </a:lnTo>
                  <a:lnTo>
                    <a:pt x="3809" y="511810"/>
                  </a:lnTo>
                  <a:close/>
                </a:path>
                <a:path w="3809" h="521970">
                  <a:moveTo>
                    <a:pt x="3809" y="505460"/>
                  </a:moveTo>
                  <a:lnTo>
                    <a:pt x="0" y="505460"/>
                  </a:lnTo>
                  <a:lnTo>
                    <a:pt x="0" y="510540"/>
                  </a:lnTo>
                  <a:lnTo>
                    <a:pt x="3809" y="510540"/>
                  </a:lnTo>
                  <a:lnTo>
                    <a:pt x="3809" y="505460"/>
                  </a:lnTo>
                  <a:close/>
                </a:path>
                <a:path w="3809" h="521970">
                  <a:moveTo>
                    <a:pt x="3809" y="499110"/>
                  </a:moveTo>
                  <a:lnTo>
                    <a:pt x="0" y="499110"/>
                  </a:lnTo>
                  <a:lnTo>
                    <a:pt x="0" y="504190"/>
                  </a:lnTo>
                  <a:lnTo>
                    <a:pt x="3809" y="504190"/>
                  </a:lnTo>
                  <a:lnTo>
                    <a:pt x="3809" y="499110"/>
                  </a:lnTo>
                  <a:close/>
                </a:path>
                <a:path w="3809" h="521970">
                  <a:moveTo>
                    <a:pt x="3809" y="492760"/>
                  </a:moveTo>
                  <a:lnTo>
                    <a:pt x="0" y="492760"/>
                  </a:lnTo>
                  <a:lnTo>
                    <a:pt x="0" y="497840"/>
                  </a:lnTo>
                  <a:lnTo>
                    <a:pt x="3809" y="497840"/>
                  </a:lnTo>
                  <a:lnTo>
                    <a:pt x="3809" y="492760"/>
                  </a:lnTo>
                  <a:close/>
                </a:path>
                <a:path w="3809" h="521970">
                  <a:moveTo>
                    <a:pt x="3809" y="486410"/>
                  </a:moveTo>
                  <a:lnTo>
                    <a:pt x="0" y="486410"/>
                  </a:lnTo>
                  <a:lnTo>
                    <a:pt x="0" y="491490"/>
                  </a:lnTo>
                  <a:lnTo>
                    <a:pt x="3809" y="491490"/>
                  </a:lnTo>
                  <a:lnTo>
                    <a:pt x="3809" y="486410"/>
                  </a:lnTo>
                  <a:close/>
                </a:path>
                <a:path w="3809" h="521970">
                  <a:moveTo>
                    <a:pt x="3809" y="480060"/>
                  </a:moveTo>
                  <a:lnTo>
                    <a:pt x="0" y="480060"/>
                  </a:lnTo>
                  <a:lnTo>
                    <a:pt x="0" y="485140"/>
                  </a:lnTo>
                  <a:lnTo>
                    <a:pt x="3809" y="485140"/>
                  </a:lnTo>
                  <a:lnTo>
                    <a:pt x="3809" y="480060"/>
                  </a:lnTo>
                  <a:close/>
                </a:path>
                <a:path w="3809" h="521970">
                  <a:moveTo>
                    <a:pt x="3809" y="473710"/>
                  </a:moveTo>
                  <a:lnTo>
                    <a:pt x="0" y="473710"/>
                  </a:lnTo>
                  <a:lnTo>
                    <a:pt x="0" y="478790"/>
                  </a:lnTo>
                  <a:lnTo>
                    <a:pt x="3809" y="478790"/>
                  </a:lnTo>
                  <a:lnTo>
                    <a:pt x="3809" y="473710"/>
                  </a:lnTo>
                  <a:close/>
                </a:path>
                <a:path w="3809" h="521970">
                  <a:moveTo>
                    <a:pt x="3809" y="467360"/>
                  </a:moveTo>
                  <a:lnTo>
                    <a:pt x="0" y="467360"/>
                  </a:lnTo>
                  <a:lnTo>
                    <a:pt x="0" y="472440"/>
                  </a:lnTo>
                  <a:lnTo>
                    <a:pt x="3809" y="472440"/>
                  </a:lnTo>
                  <a:lnTo>
                    <a:pt x="3809" y="467360"/>
                  </a:lnTo>
                  <a:close/>
                </a:path>
                <a:path w="3809" h="521970">
                  <a:moveTo>
                    <a:pt x="3809" y="461010"/>
                  </a:moveTo>
                  <a:lnTo>
                    <a:pt x="0" y="461010"/>
                  </a:lnTo>
                  <a:lnTo>
                    <a:pt x="0" y="466090"/>
                  </a:lnTo>
                  <a:lnTo>
                    <a:pt x="3809" y="466090"/>
                  </a:lnTo>
                  <a:lnTo>
                    <a:pt x="3809" y="461010"/>
                  </a:lnTo>
                  <a:close/>
                </a:path>
                <a:path w="3809" h="521970">
                  <a:moveTo>
                    <a:pt x="3809" y="454660"/>
                  </a:moveTo>
                  <a:lnTo>
                    <a:pt x="0" y="454660"/>
                  </a:lnTo>
                  <a:lnTo>
                    <a:pt x="0" y="459740"/>
                  </a:lnTo>
                  <a:lnTo>
                    <a:pt x="3809" y="459740"/>
                  </a:lnTo>
                  <a:lnTo>
                    <a:pt x="3809" y="454660"/>
                  </a:lnTo>
                  <a:close/>
                </a:path>
                <a:path w="3809" h="521970">
                  <a:moveTo>
                    <a:pt x="3809" y="191770"/>
                  </a:moveTo>
                  <a:lnTo>
                    <a:pt x="0" y="191770"/>
                  </a:lnTo>
                  <a:lnTo>
                    <a:pt x="0" y="453390"/>
                  </a:lnTo>
                  <a:lnTo>
                    <a:pt x="3809" y="453390"/>
                  </a:lnTo>
                  <a:lnTo>
                    <a:pt x="3809" y="191770"/>
                  </a:lnTo>
                  <a:close/>
                </a:path>
              </a:pathLst>
            </a:custGeom>
            <a:solidFill>
              <a:srgbClr val="D5C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1221740" y="2858769"/>
              <a:ext cx="3810" cy="521970"/>
            </a:xfrm>
            <a:custGeom>
              <a:avLst/>
              <a:gdLst/>
              <a:ahLst/>
              <a:cxnLst/>
              <a:rect l="l" t="t" r="r" b="b"/>
              <a:pathLst>
                <a:path w="3809" h="521970">
                  <a:moveTo>
                    <a:pt x="3809" y="67310"/>
                  </a:moveTo>
                  <a:lnTo>
                    <a:pt x="0" y="67310"/>
                  </a:lnTo>
                  <a:lnTo>
                    <a:pt x="0" y="187960"/>
                  </a:lnTo>
                  <a:lnTo>
                    <a:pt x="3809" y="187960"/>
                  </a:lnTo>
                  <a:lnTo>
                    <a:pt x="3809" y="67310"/>
                  </a:lnTo>
                  <a:close/>
                </a:path>
                <a:path w="3809" h="521970">
                  <a:moveTo>
                    <a:pt x="3809" y="64770"/>
                  </a:moveTo>
                  <a:lnTo>
                    <a:pt x="0" y="64770"/>
                  </a:lnTo>
                  <a:lnTo>
                    <a:pt x="0" y="66039"/>
                  </a:lnTo>
                  <a:lnTo>
                    <a:pt x="3809" y="66039"/>
                  </a:lnTo>
                  <a:lnTo>
                    <a:pt x="3809" y="64770"/>
                  </a:lnTo>
                  <a:close/>
                </a:path>
                <a:path w="3809" h="521970">
                  <a:moveTo>
                    <a:pt x="3809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3809" y="63500"/>
                  </a:lnTo>
                  <a:lnTo>
                    <a:pt x="3809" y="60960"/>
                  </a:lnTo>
                  <a:close/>
                </a:path>
                <a:path w="3809" h="521970">
                  <a:moveTo>
                    <a:pt x="3809" y="58420"/>
                  </a:moveTo>
                  <a:lnTo>
                    <a:pt x="0" y="58420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8420"/>
                  </a:lnTo>
                  <a:close/>
                </a:path>
                <a:path w="3809" h="521970">
                  <a:moveTo>
                    <a:pt x="3809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3809" y="57150"/>
                  </a:lnTo>
                  <a:lnTo>
                    <a:pt x="3809" y="54610"/>
                  </a:lnTo>
                  <a:close/>
                </a:path>
                <a:path w="3809" h="521970">
                  <a:moveTo>
                    <a:pt x="3809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2070"/>
                  </a:lnTo>
                  <a:close/>
                </a:path>
                <a:path w="3809" h="521970">
                  <a:moveTo>
                    <a:pt x="3809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48260"/>
                  </a:lnTo>
                  <a:close/>
                </a:path>
                <a:path w="3809" h="521970">
                  <a:moveTo>
                    <a:pt x="3809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5720"/>
                  </a:lnTo>
                  <a:close/>
                </a:path>
                <a:path w="3809" h="521970">
                  <a:moveTo>
                    <a:pt x="3809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3809" y="44450"/>
                  </a:lnTo>
                  <a:lnTo>
                    <a:pt x="3809" y="41910"/>
                  </a:lnTo>
                  <a:close/>
                </a:path>
                <a:path w="3809" h="521970">
                  <a:moveTo>
                    <a:pt x="3809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9370"/>
                  </a:lnTo>
                  <a:close/>
                </a:path>
                <a:path w="3809" h="521970">
                  <a:moveTo>
                    <a:pt x="3809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3809" y="38100"/>
                  </a:lnTo>
                  <a:lnTo>
                    <a:pt x="3809" y="35560"/>
                  </a:lnTo>
                  <a:close/>
                </a:path>
                <a:path w="3809" h="521970">
                  <a:moveTo>
                    <a:pt x="3809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33020"/>
                  </a:lnTo>
                  <a:close/>
                </a:path>
                <a:path w="3809" h="521970">
                  <a:moveTo>
                    <a:pt x="3809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3809" y="31750"/>
                  </a:lnTo>
                  <a:lnTo>
                    <a:pt x="3809" y="29210"/>
                  </a:lnTo>
                  <a:close/>
                </a:path>
                <a:path w="3809" h="521970">
                  <a:moveTo>
                    <a:pt x="3809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6670"/>
                  </a:lnTo>
                  <a:close/>
                </a:path>
                <a:path w="3809" h="521970">
                  <a:moveTo>
                    <a:pt x="3809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3809" y="25400"/>
                  </a:lnTo>
                  <a:lnTo>
                    <a:pt x="3809" y="22860"/>
                  </a:lnTo>
                  <a:close/>
                </a:path>
                <a:path w="3809" h="521970">
                  <a:moveTo>
                    <a:pt x="3809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20320"/>
                  </a:lnTo>
                  <a:close/>
                </a:path>
                <a:path w="3809" h="521970">
                  <a:moveTo>
                    <a:pt x="3809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3809" y="19050"/>
                  </a:lnTo>
                  <a:lnTo>
                    <a:pt x="3809" y="16510"/>
                  </a:lnTo>
                  <a:close/>
                </a:path>
                <a:path w="3809" h="521970">
                  <a:moveTo>
                    <a:pt x="3809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3970"/>
                  </a:lnTo>
                  <a:close/>
                </a:path>
                <a:path w="3809" h="521970">
                  <a:moveTo>
                    <a:pt x="3809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3809" y="12700"/>
                  </a:lnTo>
                  <a:lnTo>
                    <a:pt x="3809" y="10160"/>
                  </a:lnTo>
                  <a:close/>
                </a:path>
                <a:path w="3809" h="521970">
                  <a:moveTo>
                    <a:pt x="3809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7620"/>
                  </a:lnTo>
                  <a:close/>
                </a:path>
                <a:path w="3809" h="521970">
                  <a:moveTo>
                    <a:pt x="3809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3810"/>
                  </a:lnTo>
                  <a:close/>
                </a:path>
                <a:path w="3809" h="521970">
                  <a:moveTo>
                    <a:pt x="254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40" y="2539"/>
                  </a:lnTo>
                  <a:lnTo>
                    <a:pt x="2540" y="0"/>
                  </a:lnTo>
                  <a:close/>
                </a:path>
                <a:path w="3809" h="521970">
                  <a:moveTo>
                    <a:pt x="3809" y="515620"/>
                  </a:moveTo>
                  <a:lnTo>
                    <a:pt x="0" y="515620"/>
                  </a:lnTo>
                  <a:lnTo>
                    <a:pt x="0" y="521970"/>
                  </a:lnTo>
                  <a:lnTo>
                    <a:pt x="1269" y="521970"/>
                  </a:lnTo>
                  <a:lnTo>
                    <a:pt x="1269" y="520700"/>
                  </a:lnTo>
                  <a:lnTo>
                    <a:pt x="3809" y="520700"/>
                  </a:lnTo>
                  <a:lnTo>
                    <a:pt x="3809" y="515620"/>
                  </a:lnTo>
                  <a:close/>
                </a:path>
                <a:path w="3809" h="521970">
                  <a:moveTo>
                    <a:pt x="3809" y="509270"/>
                  </a:moveTo>
                  <a:lnTo>
                    <a:pt x="0" y="509270"/>
                  </a:lnTo>
                  <a:lnTo>
                    <a:pt x="0" y="514350"/>
                  </a:lnTo>
                  <a:lnTo>
                    <a:pt x="3809" y="514350"/>
                  </a:lnTo>
                  <a:lnTo>
                    <a:pt x="3809" y="509270"/>
                  </a:lnTo>
                  <a:close/>
                </a:path>
                <a:path w="3809" h="521970">
                  <a:moveTo>
                    <a:pt x="3809" y="502920"/>
                  </a:moveTo>
                  <a:lnTo>
                    <a:pt x="0" y="502920"/>
                  </a:lnTo>
                  <a:lnTo>
                    <a:pt x="0" y="508000"/>
                  </a:lnTo>
                  <a:lnTo>
                    <a:pt x="3809" y="508000"/>
                  </a:lnTo>
                  <a:lnTo>
                    <a:pt x="3809" y="502920"/>
                  </a:lnTo>
                  <a:close/>
                </a:path>
                <a:path w="3809" h="521970">
                  <a:moveTo>
                    <a:pt x="3809" y="496570"/>
                  </a:moveTo>
                  <a:lnTo>
                    <a:pt x="0" y="496570"/>
                  </a:lnTo>
                  <a:lnTo>
                    <a:pt x="0" y="501650"/>
                  </a:lnTo>
                  <a:lnTo>
                    <a:pt x="3809" y="501650"/>
                  </a:lnTo>
                  <a:lnTo>
                    <a:pt x="3809" y="496570"/>
                  </a:lnTo>
                  <a:close/>
                </a:path>
                <a:path w="3809" h="521970">
                  <a:moveTo>
                    <a:pt x="3809" y="490220"/>
                  </a:moveTo>
                  <a:lnTo>
                    <a:pt x="0" y="490220"/>
                  </a:lnTo>
                  <a:lnTo>
                    <a:pt x="0" y="495300"/>
                  </a:lnTo>
                  <a:lnTo>
                    <a:pt x="3809" y="495300"/>
                  </a:lnTo>
                  <a:lnTo>
                    <a:pt x="3809" y="490220"/>
                  </a:lnTo>
                  <a:close/>
                </a:path>
                <a:path w="3809" h="521970">
                  <a:moveTo>
                    <a:pt x="3809" y="483870"/>
                  </a:moveTo>
                  <a:lnTo>
                    <a:pt x="0" y="483870"/>
                  </a:lnTo>
                  <a:lnTo>
                    <a:pt x="0" y="488950"/>
                  </a:lnTo>
                  <a:lnTo>
                    <a:pt x="3809" y="488950"/>
                  </a:lnTo>
                  <a:lnTo>
                    <a:pt x="3809" y="483870"/>
                  </a:lnTo>
                  <a:close/>
                </a:path>
                <a:path w="3809" h="521970">
                  <a:moveTo>
                    <a:pt x="3809" y="477520"/>
                  </a:moveTo>
                  <a:lnTo>
                    <a:pt x="0" y="477520"/>
                  </a:lnTo>
                  <a:lnTo>
                    <a:pt x="0" y="482600"/>
                  </a:lnTo>
                  <a:lnTo>
                    <a:pt x="3809" y="482600"/>
                  </a:lnTo>
                  <a:lnTo>
                    <a:pt x="3809" y="477520"/>
                  </a:lnTo>
                  <a:close/>
                </a:path>
                <a:path w="3809" h="521970">
                  <a:moveTo>
                    <a:pt x="3809" y="471170"/>
                  </a:moveTo>
                  <a:lnTo>
                    <a:pt x="0" y="471170"/>
                  </a:lnTo>
                  <a:lnTo>
                    <a:pt x="0" y="476250"/>
                  </a:lnTo>
                  <a:lnTo>
                    <a:pt x="3809" y="476250"/>
                  </a:lnTo>
                  <a:lnTo>
                    <a:pt x="3809" y="471170"/>
                  </a:lnTo>
                  <a:close/>
                </a:path>
                <a:path w="3809" h="521970">
                  <a:moveTo>
                    <a:pt x="3809" y="464820"/>
                  </a:moveTo>
                  <a:lnTo>
                    <a:pt x="0" y="464820"/>
                  </a:lnTo>
                  <a:lnTo>
                    <a:pt x="0" y="469900"/>
                  </a:lnTo>
                  <a:lnTo>
                    <a:pt x="3809" y="469900"/>
                  </a:lnTo>
                  <a:lnTo>
                    <a:pt x="3809" y="464820"/>
                  </a:lnTo>
                  <a:close/>
                </a:path>
                <a:path w="3809" h="521970">
                  <a:moveTo>
                    <a:pt x="3809" y="458470"/>
                  </a:moveTo>
                  <a:lnTo>
                    <a:pt x="0" y="458470"/>
                  </a:lnTo>
                  <a:lnTo>
                    <a:pt x="0" y="463550"/>
                  </a:lnTo>
                  <a:lnTo>
                    <a:pt x="3809" y="463550"/>
                  </a:lnTo>
                  <a:lnTo>
                    <a:pt x="3809" y="458470"/>
                  </a:lnTo>
                  <a:close/>
                </a:path>
                <a:path w="3809" h="521970">
                  <a:moveTo>
                    <a:pt x="3809" y="452120"/>
                  </a:moveTo>
                  <a:lnTo>
                    <a:pt x="0" y="452120"/>
                  </a:lnTo>
                  <a:lnTo>
                    <a:pt x="0" y="457200"/>
                  </a:lnTo>
                  <a:lnTo>
                    <a:pt x="3809" y="457200"/>
                  </a:lnTo>
                  <a:lnTo>
                    <a:pt x="3809" y="452120"/>
                  </a:lnTo>
                  <a:close/>
                </a:path>
                <a:path w="3809" h="521970">
                  <a:moveTo>
                    <a:pt x="3809" y="189230"/>
                  </a:moveTo>
                  <a:lnTo>
                    <a:pt x="0" y="189230"/>
                  </a:lnTo>
                  <a:lnTo>
                    <a:pt x="0" y="450850"/>
                  </a:lnTo>
                  <a:lnTo>
                    <a:pt x="3809" y="450850"/>
                  </a:lnTo>
                  <a:lnTo>
                    <a:pt x="3809" y="189230"/>
                  </a:lnTo>
                  <a:close/>
                </a:path>
              </a:pathLst>
            </a:custGeom>
            <a:solidFill>
              <a:srgbClr val="D5C8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1225550" y="2861309"/>
              <a:ext cx="2540" cy="520700"/>
            </a:xfrm>
            <a:custGeom>
              <a:avLst/>
              <a:gdLst/>
              <a:ahLst/>
              <a:cxnLst/>
              <a:rect l="l" t="t" r="r" b="b"/>
              <a:pathLst>
                <a:path w="2540" h="520700">
                  <a:moveTo>
                    <a:pt x="2540" y="519430"/>
                  </a:moveTo>
                  <a:lnTo>
                    <a:pt x="1270" y="519430"/>
                  </a:lnTo>
                  <a:lnTo>
                    <a:pt x="1270" y="520700"/>
                  </a:lnTo>
                  <a:lnTo>
                    <a:pt x="2540" y="520700"/>
                  </a:lnTo>
                  <a:lnTo>
                    <a:pt x="2540" y="519430"/>
                  </a:lnTo>
                  <a:close/>
                </a:path>
                <a:path w="2540" h="520700">
                  <a:moveTo>
                    <a:pt x="2540" y="513080"/>
                  </a:moveTo>
                  <a:lnTo>
                    <a:pt x="0" y="513080"/>
                  </a:lnTo>
                  <a:lnTo>
                    <a:pt x="0" y="518160"/>
                  </a:lnTo>
                  <a:lnTo>
                    <a:pt x="2540" y="518160"/>
                  </a:lnTo>
                  <a:lnTo>
                    <a:pt x="2540" y="513080"/>
                  </a:lnTo>
                  <a:close/>
                </a:path>
                <a:path w="2540" h="520700">
                  <a:moveTo>
                    <a:pt x="2540" y="506730"/>
                  </a:moveTo>
                  <a:lnTo>
                    <a:pt x="0" y="506730"/>
                  </a:lnTo>
                  <a:lnTo>
                    <a:pt x="0" y="511810"/>
                  </a:lnTo>
                  <a:lnTo>
                    <a:pt x="2540" y="511810"/>
                  </a:lnTo>
                  <a:lnTo>
                    <a:pt x="2540" y="506730"/>
                  </a:lnTo>
                  <a:close/>
                </a:path>
                <a:path w="2540" h="520700">
                  <a:moveTo>
                    <a:pt x="2540" y="500380"/>
                  </a:moveTo>
                  <a:lnTo>
                    <a:pt x="0" y="500380"/>
                  </a:lnTo>
                  <a:lnTo>
                    <a:pt x="0" y="505460"/>
                  </a:lnTo>
                  <a:lnTo>
                    <a:pt x="2540" y="505460"/>
                  </a:lnTo>
                  <a:lnTo>
                    <a:pt x="2540" y="500380"/>
                  </a:lnTo>
                  <a:close/>
                </a:path>
                <a:path w="2540" h="520700">
                  <a:moveTo>
                    <a:pt x="2540" y="494030"/>
                  </a:moveTo>
                  <a:lnTo>
                    <a:pt x="0" y="494030"/>
                  </a:lnTo>
                  <a:lnTo>
                    <a:pt x="0" y="499110"/>
                  </a:lnTo>
                  <a:lnTo>
                    <a:pt x="2540" y="499110"/>
                  </a:lnTo>
                  <a:lnTo>
                    <a:pt x="2540" y="494030"/>
                  </a:lnTo>
                  <a:close/>
                </a:path>
                <a:path w="2540" h="520700">
                  <a:moveTo>
                    <a:pt x="2540" y="487680"/>
                  </a:moveTo>
                  <a:lnTo>
                    <a:pt x="0" y="487680"/>
                  </a:lnTo>
                  <a:lnTo>
                    <a:pt x="0" y="492760"/>
                  </a:lnTo>
                  <a:lnTo>
                    <a:pt x="2540" y="492760"/>
                  </a:lnTo>
                  <a:lnTo>
                    <a:pt x="2540" y="487680"/>
                  </a:lnTo>
                  <a:close/>
                </a:path>
                <a:path w="2540" h="520700">
                  <a:moveTo>
                    <a:pt x="2540" y="481330"/>
                  </a:moveTo>
                  <a:lnTo>
                    <a:pt x="0" y="481330"/>
                  </a:lnTo>
                  <a:lnTo>
                    <a:pt x="0" y="486410"/>
                  </a:lnTo>
                  <a:lnTo>
                    <a:pt x="2540" y="486410"/>
                  </a:lnTo>
                  <a:lnTo>
                    <a:pt x="2540" y="481330"/>
                  </a:lnTo>
                  <a:close/>
                </a:path>
                <a:path w="2540" h="520700">
                  <a:moveTo>
                    <a:pt x="2540" y="474980"/>
                  </a:moveTo>
                  <a:lnTo>
                    <a:pt x="0" y="474980"/>
                  </a:lnTo>
                  <a:lnTo>
                    <a:pt x="0" y="480060"/>
                  </a:lnTo>
                  <a:lnTo>
                    <a:pt x="2540" y="480060"/>
                  </a:lnTo>
                  <a:lnTo>
                    <a:pt x="2540" y="474980"/>
                  </a:lnTo>
                  <a:close/>
                </a:path>
                <a:path w="2540" h="520700">
                  <a:moveTo>
                    <a:pt x="2540" y="468630"/>
                  </a:moveTo>
                  <a:lnTo>
                    <a:pt x="0" y="468630"/>
                  </a:lnTo>
                  <a:lnTo>
                    <a:pt x="0" y="473710"/>
                  </a:lnTo>
                  <a:lnTo>
                    <a:pt x="2540" y="473710"/>
                  </a:lnTo>
                  <a:lnTo>
                    <a:pt x="2540" y="468630"/>
                  </a:lnTo>
                  <a:close/>
                </a:path>
                <a:path w="2540" h="520700">
                  <a:moveTo>
                    <a:pt x="2540" y="462280"/>
                  </a:moveTo>
                  <a:lnTo>
                    <a:pt x="0" y="462280"/>
                  </a:lnTo>
                  <a:lnTo>
                    <a:pt x="0" y="467360"/>
                  </a:lnTo>
                  <a:lnTo>
                    <a:pt x="2540" y="467360"/>
                  </a:lnTo>
                  <a:lnTo>
                    <a:pt x="2540" y="462280"/>
                  </a:lnTo>
                  <a:close/>
                </a:path>
                <a:path w="2540" h="520700">
                  <a:moveTo>
                    <a:pt x="2540" y="455930"/>
                  </a:moveTo>
                  <a:lnTo>
                    <a:pt x="0" y="455930"/>
                  </a:lnTo>
                  <a:lnTo>
                    <a:pt x="0" y="461010"/>
                  </a:lnTo>
                  <a:lnTo>
                    <a:pt x="2540" y="461010"/>
                  </a:lnTo>
                  <a:lnTo>
                    <a:pt x="2540" y="455930"/>
                  </a:lnTo>
                  <a:close/>
                </a:path>
                <a:path w="2540" h="520700">
                  <a:moveTo>
                    <a:pt x="2540" y="449580"/>
                  </a:moveTo>
                  <a:lnTo>
                    <a:pt x="0" y="449580"/>
                  </a:lnTo>
                  <a:lnTo>
                    <a:pt x="0" y="454660"/>
                  </a:lnTo>
                  <a:lnTo>
                    <a:pt x="2540" y="454660"/>
                  </a:lnTo>
                  <a:lnTo>
                    <a:pt x="2540" y="449580"/>
                  </a:lnTo>
                  <a:close/>
                </a:path>
                <a:path w="2540" h="520700">
                  <a:moveTo>
                    <a:pt x="2540" y="186690"/>
                  </a:moveTo>
                  <a:lnTo>
                    <a:pt x="0" y="186690"/>
                  </a:lnTo>
                  <a:lnTo>
                    <a:pt x="0" y="448310"/>
                  </a:lnTo>
                  <a:lnTo>
                    <a:pt x="2540" y="448310"/>
                  </a:lnTo>
                  <a:lnTo>
                    <a:pt x="2540" y="186690"/>
                  </a:lnTo>
                  <a:close/>
                </a:path>
                <a:path w="2540" h="520700">
                  <a:moveTo>
                    <a:pt x="2540" y="64770"/>
                  </a:moveTo>
                  <a:lnTo>
                    <a:pt x="0" y="64770"/>
                  </a:lnTo>
                  <a:lnTo>
                    <a:pt x="0" y="185420"/>
                  </a:lnTo>
                  <a:lnTo>
                    <a:pt x="2540" y="185420"/>
                  </a:lnTo>
                  <a:lnTo>
                    <a:pt x="2540" y="64770"/>
                  </a:lnTo>
                  <a:close/>
                </a:path>
                <a:path w="2540" h="520700">
                  <a:moveTo>
                    <a:pt x="254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2540" y="63500"/>
                  </a:lnTo>
                  <a:lnTo>
                    <a:pt x="2540" y="62230"/>
                  </a:lnTo>
                  <a:close/>
                </a:path>
                <a:path w="2540" h="520700">
                  <a:moveTo>
                    <a:pt x="2540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2540" y="60960"/>
                  </a:lnTo>
                  <a:lnTo>
                    <a:pt x="2540" y="58420"/>
                  </a:lnTo>
                  <a:close/>
                </a:path>
                <a:path w="2540" h="520700">
                  <a:moveTo>
                    <a:pt x="2540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2540" y="57150"/>
                  </a:lnTo>
                  <a:lnTo>
                    <a:pt x="2540" y="55880"/>
                  </a:lnTo>
                  <a:close/>
                </a:path>
                <a:path w="2540" h="520700">
                  <a:moveTo>
                    <a:pt x="2540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2540" y="54610"/>
                  </a:lnTo>
                  <a:lnTo>
                    <a:pt x="2540" y="52070"/>
                  </a:lnTo>
                  <a:close/>
                </a:path>
                <a:path w="2540" h="520700">
                  <a:moveTo>
                    <a:pt x="2540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2540" y="50800"/>
                  </a:lnTo>
                  <a:lnTo>
                    <a:pt x="2540" y="49530"/>
                  </a:lnTo>
                  <a:close/>
                </a:path>
                <a:path w="2540" h="520700">
                  <a:moveTo>
                    <a:pt x="2540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2540" y="48260"/>
                  </a:lnTo>
                  <a:lnTo>
                    <a:pt x="2540" y="45720"/>
                  </a:lnTo>
                  <a:close/>
                </a:path>
                <a:path w="2540" h="520700">
                  <a:moveTo>
                    <a:pt x="2540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2540" y="44450"/>
                  </a:lnTo>
                  <a:lnTo>
                    <a:pt x="2540" y="43180"/>
                  </a:lnTo>
                  <a:close/>
                </a:path>
                <a:path w="2540" h="520700">
                  <a:moveTo>
                    <a:pt x="2540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2540" y="41910"/>
                  </a:lnTo>
                  <a:lnTo>
                    <a:pt x="2540" y="39370"/>
                  </a:lnTo>
                  <a:close/>
                </a:path>
                <a:path w="2540" h="520700">
                  <a:moveTo>
                    <a:pt x="2540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2540" y="38100"/>
                  </a:lnTo>
                  <a:lnTo>
                    <a:pt x="2540" y="36830"/>
                  </a:lnTo>
                  <a:close/>
                </a:path>
                <a:path w="2540" h="520700">
                  <a:moveTo>
                    <a:pt x="2540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2540" y="35560"/>
                  </a:lnTo>
                  <a:lnTo>
                    <a:pt x="2540" y="33020"/>
                  </a:lnTo>
                  <a:close/>
                </a:path>
                <a:path w="2540" h="520700">
                  <a:moveTo>
                    <a:pt x="2540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2540" y="31750"/>
                  </a:lnTo>
                  <a:lnTo>
                    <a:pt x="2540" y="30480"/>
                  </a:lnTo>
                  <a:close/>
                </a:path>
                <a:path w="2540" h="520700">
                  <a:moveTo>
                    <a:pt x="2540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2540" y="29210"/>
                  </a:lnTo>
                  <a:lnTo>
                    <a:pt x="2540" y="26670"/>
                  </a:lnTo>
                  <a:close/>
                </a:path>
                <a:path w="2540" h="520700">
                  <a:moveTo>
                    <a:pt x="2540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2540" y="25400"/>
                  </a:lnTo>
                  <a:lnTo>
                    <a:pt x="2540" y="24130"/>
                  </a:lnTo>
                  <a:close/>
                </a:path>
                <a:path w="2540" h="520700">
                  <a:moveTo>
                    <a:pt x="2540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2540" y="22860"/>
                  </a:lnTo>
                  <a:lnTo>
                    <a:pt x="2540" y="20320"/>
                  </a:lnTo>
                  <a:close/>
                </a:path>
                <a:path w="2540" h="520700">
                  <a:moveTo>
                    <a:pt x="2540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2540" y="19050"/>
                  </a:lnTo>
                  <a:lnTo>
                    <a:pt x="2540" y="17780"/>
                  </a:lnTo>
                  <a:close/>
                </a:path>
                <a:path w="2540" h="520700">
                  <a:moveTo>
                    <a:pt x="2540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2540" y="16510"/>
                  </a:lnTo>
                  <a:lnTo>
                    <a:pt x="2540" y="13970"/>
                  </a:lnTo>
                  <a:close/>
                </a:path>
                <a:path w="2540" h="520700">
                  <a:moveTo>
                    <a:pt x="2540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2540" y="12700"/>
                  </a:lnTo>
                  <a:lnTo>
                    <a:pt x="2540" y="11430"/>
                  </a:lnTo>
                  <a:close/>
                </a:path>
                <a:path w="2540" h="520700">
                  <a:moveTo>
                    <a:pt x="2540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2540" y="10160"/>
                  </a:lnTo>
                  <a:lnTo>
                    <a:pt x="2540" y="7620"/>
                  </a:lnTo>
                  <a:close/>
                </a:path>
                <a:path w="2540" h="520700">
                  <a:moveTo>
                    <a:pt x="2540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2540" y="6350"/>
                  </a:lnTo>
                  <a:lnTo>
                    <a:pt x="2540" y="5080"/>
                  </a:lnTo>
                  <a:close/>
                </a:path>
                <a:path w="2540" h="520700">
                  <a:moveTo>
                    <a:pt x="254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40" y="381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D4C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1228090" y="2862580"/>
              <a:ext cx="3810" cy="520700"/>
            </a:xfrm>
            <a:custGeom>
              <a:avLst/>
              <a:gdLst/>
              <a:ahLst/>
              <a:cxnLst/>
              <a:rect l="l" t="t" r="r" b="b"/>
              <a:pathLst>
                <a:path w="3809" h="520700">
                  <a:moveTo>
                    <a:pt x="3809" y="63500"/>
                  </a:moveTo>
                  <a:lnTo>
                    <a:pt x="0" y="63500"/>
                  </a:lnTo>
                  <a:lnTo>
                    <a:pt x="0" y="184150"/>
                  </a:lnTo>
                  <a:lnTo>
                    <a:pt x="3809" y="184150"/>
                  </a:lnTo>
                  <a:lnTo>
                    <a:pt x="3809" y="63500"/>
                  </a:lnTo>
                  <a:close/>
                </a:path>
                <a:path w="3809" h="520700">
                  <a:moveTo>
                    <a:pt x="3809" y="60960"/>
                  </a:moveTo>
                  <a:lnTo>
                    <a:pt x="0" y="60960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60960"/>
                  </a:lnTo>
                  <a:close/>
                </a:path>
                <a:path w="3809" h="520700">
                  <a:moveTo>
                    <a:pt x="3809" y="57150"/>
                  </a:moveTo>
                  <a:lnTo>
                    <a:pt x="0" y="57150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7150"/>
                  </a:lnTo>
                  <a:close/>
                </a:path>
                <a:path w="3809" h="520700">
                  <a:moveTo>
                    <a:pt x="3809" y="54610"/>
                  </a:moveTo>
                  <a:lnTo>
                    <a:pt x="0" y="54610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54610"/>
                  </a:lnTo>
                  <a:close/>
                </a:path>
                <a:path w="3809" h="520700">
                  <a:moveTo>
                    <a:pt x="3809" y="50800"/>
                  </a:moveTo>
                  <a:lnTo>
                    <a:pt x="0" y="50800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0800"/>
                  </a:lnTo>
                  <a:close/>
                </a:path>
                <a:path w="3809" h="520700">
                  <a:moveTo>
                    <a:pt x="3809" y="48260"/>
                  </a:moveTo>
                  <a:lnTo>
                    <a:pt x="0" y="48260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8260"/>
                  </a:lnTo>
                  <a:close/>
                </a:path>
                <a:path w="3809" h="520700">
                  <a:moveTo>
                    <a:pt x="3809" y="44450"/>
                  </a:moveTo>
                  <a:lnTo>
                    <a:pt x="0" y="44450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4450"/>
                  </a:lnTo>
                  <a:close/>
                </a:path>
                <a:path w="3809" h="520700">
                  <a:moveTo>
                    <a:pt x="3809" y="41910"/>
                  </a:moveTo>
                  <a:lnTo>
                    <a:pt x="0" y="41910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41910"/>
                  </a:lnTo>
                  <a:close/>
                </a:path>
                <a:path w="3809" h="520700">
                  <a:moveTo>
                    <a:pt x="3809" y="38100"/>
                  </a:moveTo>
                  <a:lnTo>
                    <a:pt x="0" y="38100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8100"/>
                  </a:lnTo>
                  <a:close/>
                </a:path>
                <a:path w="3809" h="520700">
                  <a:moveTo>
                    <a:pt x="3809" y="35560"/>
                  </a:moveTo>
                  <a:lnTo>
                    <a:pt x="0" y="35560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5560"/>
                  </a:lnTo>
                  <a:close/>
                </a:path>
                <a:path w="3809" h="520700">
                  <a:moveTo>
                    <a:pt x="3809" y="31750"/>
                  </a:moveTo>
                  <a:lnTo>
                    <a:pt x="0" y="31750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31750"/>
                  </a:lnTo>
                  <a:close/>
                </a:path>
                <a:path w="3809" h="520700">
                  <a:moveTo>
                    <a:pt x="3809" y="29210"/>
                  </a:moveTo>
                  <a:lnTo>
                    <a:pt x="0" y="29210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29210"/>
                  </a:lnTo>
                  <a:close/>
                </a:path>
                <a:path w="3809" h="520700">
                  <a:moveTo>
                    <a:pt x="3809" y="25400"/>
                  </a:moveTo>
                  <a:lnTo>
                    <a:pt x="0" y="25400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5400"/>
                  </a:lnTo>
                  <a:close/>
                </a:path>
                <a:path w="3809" h="520700">
                  <a:moveTo>
                    <a:pt x="3809" y="22860"/>
                  </a:moveTo>
                  <a:lnTo>
                    <a:pt x="0" y="22860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22860"/>
                  </a:lnTo>
                  <a:close/>
                </a:path>
                <a:path w="3809" h="520700">
                  <a:moveTo>
                    <a:pt x="3809" y="19050"/>
                  </a:moveTo>
                  <a:lnTo>
                    <a:pt x="0" y="19050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9050"/>
                  </a:lnTo>
                  <a:close/>
                </a:path>
                <a:path w="3809" h="520700">
                  <a:moveTo>
                    <a:pt x="3809" y="16510"/>
                  </a:moveTo>
                  <a:lnTo>
                    <a:pt x="0" y="1651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6510"/>
                  </a:lnTo>
                  <a:close/>
                </a:path>
                <a:path w="3809" h="520700">
                  <a:moveTo>
                    <a:pt x="3809" y="12700"/>
                  </a:moveTo>
                  <a:lnTo>
                    <a:pt x="0" y="1270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2700"/>
                  </a:lnTo>
                  <a:close/>
                </a:path>
                <a:path w="3809" h="520700">
                  <a:moveTo>
                    <a:pt x="3809" y="10160"/>
                  </a:moveTo>
                  <a:lnTo>
                    <a:pt x="0" y="1016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10160"/>
                  </a:lnTo>
                  <a:close/>
                </a:path>
                <a:path w="3809" h="520700">
                  <a:moveTo>
                    <a:pt x="3809" y="6350"/>
                  </a:moveTo>
                  <a:lnTo>
                    <a:pt x="0" y="635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50"/>
                  </a:lnTo>
                  <a:close/>
                </a:path>
                <a:path w="3809" h="520700">
                  <a:moveTo>
                    <a:pt x="3809" y="3810"/>
                  </a:moveTo>
                  <a:lnTo>
                    <a:pt x="0" y="381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3810"/>
                  </a:lnTo>
                  <a:close/>
                </a:path>
                <a:path w="3809" h="520700">
                  <a:moveTo>
                    <a:pt x="254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40" y="2539"/>
                  </a:lnTo>
                  <a:lnTo>
                    <a:pt x="2540" y="0"/>
                  </a:lnTo>
                  <a:close/>
                </a:path>
                <a:path w="3809" h="520700">
                  <a:moveTo>
                    <a:pt x="3809" y="518160"/>
                  </a:moveTo>
                  <a:lnTo>
                    <a:pt x="0" y="518160"/>
                  </a:lnTo>
                  <a:lnTo>
                    <a:pt x="0" y="519430"/>
                  </a:lnTo>
                  <a:lnTo>
                    <a:pt x="2540" y="519430"/>
                  </a:lnTo>
                  <a:lnTo>
                    <a:pt x="2540" y="520700"/>
                  </a:lnTo>
                  <a:lnTo>
                    <a:pt x="3809" y="520700"/>
                  </a:lnTo>
                  <a:lnTo>
                    <a:pt x="3809" y="518160"/>
                  </a:lnTo>
                  <a:close/>
                </a:path>
                <a:path w="3809" h="520700">
                  <a:moveTo>
                    <a:pt x="3809" y="511810"/>
                  </a:moveTo>
                  <a:lnTo>
                    <a:pt x="0" y="511810"/>
                  </a:lnTo>
                  <a:lnTo>
                    <a:pt x="0" y="516890"/>
                  </a:lnTo>
                  <a:lnTo>
                    <a:pt x="3809" y="516890"/>
                  </a:lnTo>
                  <a:lnTo>
                    <a:pt x="3809" y="511810"/>
                  </a:lnTo>
                  <a:close/>
                </a:path>
                <a:path w="3809" h="520700">
                  <a:moveTo>
                    <a:pt x="3809" y="505460"/>
                  </a:moveTo>
                  <a:lnTo>
                    <a:pt x="0" y="505460"/>
                  </a:lnTo>
                  <a:lnTo>
                    <a:pt x="0" y="510540"/>
                  </a:lnTo>
                  <a:lnTo>
                    <a:pt x="3809" y="510540"/>
                  </a:lnTo>
                  <a:lnTo>
                    <a:pt x="3809" y="505460"/>
                  </a:lnTo>
                  <a:close/>
                </a:path>
                <a:path w="3809" h="520700">
                  <a:moveTo>
                    <a:pt x="3809" y="499110"/>
                  </a:moveTo>
                  <a:lnTo>
                    <a:pt x="0" y="499110"/>
                  </a:lnTo>
                  <a:lnTo>
                    <a:pt x="0" y="504190"/>
                  </a:lnTo>
                  <a:lnTo>
                    <a:pt x="3809" y="504190"/>
                  </a:lnTo>
                  <a:lnTo>
                    <a:pt x="3809" y="499110"/>
                  </a:lnTo>
                  <a:close/>
                </a:path>
                <a:path w="3809" h="520700">
                  <a:moveTo>
                    <a:pt x="3809" y="492760"/>
                  </a:moveTo>
                  <a:lnTo>
                    <a:pt x="0" y="492760"/>
                  </a:lnTo>
                  <a:lnTo>
                    <a:pt x="0" y="497840"/>
                  </a:lnTo>
                  <a:lnTo>
                    <a:pt x="3809" y="497840"/>
                  </a:lnTo>
                  <a:lnTo>
                    <a:pt x="3809" y="492760"/>
                  </a:lnTo>
                  <a:close/>
                </a:path>
                <a:path w="3809" h="520700">
                  <a:moveTo>
                    <a:pt x="3809" y="486410"/>
                  </a:moveTo>
                  <a:lnTo>
                    <a:pt x="0" y="486410"/>
                  </a:lnTo>
                  <a:lnTo>
                    <a:pt x="0" y="491490"/>
                  </a:lnTo>
                  <a:lnTo>
                    <a:pt x="3809" y="491490"/>
                  </a:lnTo>
                  <a:lnTo>
                    <a:pt x="3809" y="486410"/>
                  </a:lnTo>
                  <a:close/>
                </a:path>
                <a:path w="3809" h="520700">
                  <a:moveTo>
                    <a:pt x="3809" y="480060"/>
                  </a:moveTo>
                  <a:lnTo>
                    <a:pt x="0" y="480060"/>
                  </a:lnTo>
                  <a:lnTo>
                    <a:pt x="0" y="485140"/>
                  </a:lnTo>
                  <a:lnTo>
                    <a:pt x="3809" y="485140"/>
                  </a:lnTo>
                  <a:lnTo>
                    <a:pt x="3809" y="480060"/>
                  </a:lnTo>
                  <a:close/>
                </a:path>
                <a:path w="3809" h="520700">
                  <a:moveTo>
                    <a:pt x="3809" y="473710"/>
                  </a:moveTo>
                  <a:lnTo>
                    <a:pt x="0" y="473710"/>
                  </a:lnTo>
                  <a:lnTo>
                    <a:pt x="0" y="478790"/>
                  </a:lnTo>
                  <a:lnTo>
                    <a:pt x="3809" y="478790"/>
                  </a:lnTo>
                  <a:lnTo>
                    <a:pt x="3809" y="473710"/>
                  </a:lnTo>
                  <a:close/>
                </a:path>
                <a:path w="3809" h="520700">
                  <a:moveTo>
                    <a:pt x="3809" y="467360"/>
                  </a:moveTo>
                  <a:lnTo>
                    <a:pt x="0" y="467360"/>
                  </a:lnTo>
                  <a:lnTo>
                    <a:pt x="0" y="472440"/>
                  </a:lnTo>
                  <a:lnTo>
                    <a:pt x="3809" y="472440"/>
                  </a:lnTo>
                  <a:lnTo>
                    <a:pt x="3809" y="467360"/>
                  </a:lnTo>
                  <a:close/>
                </a:path>
                <a:path w="3809" h="520700">
                  <a:moveTo>
                    <a:pt x="3809" y="461010"/>
                  </a:moveTo>
                  <a:lnTo>
                    <a:pt x="0" y="461010"/>
                  </a:lnTo>
                  <a:lnTo>
                    <a:pt x="0" y="466090"/>
                  </a:lnTo>
                  <a:lnTo>
                    <a:pt x="3809" y="466090"/>
                  </a:lnTo>
                  <a:lnTo>
                    <a:pt x="3809" y="461010"/>
                  </a:lnTo>
                  <a:close/>
                </a:path>
                <a:path w="3809" h="520700">
                  <a:moveTo>
                    <a:pt x="3809" y="454660"/>
                  </a:moveTo>
                  <a:lnTo>
                    <a:pt x="0" y="454660"/>
                  </a:lnTo>
                  <a:lnTo>
                    <a:pt x="0" y="459740"/>
                  </a:lnTo>
                  <a:lnTo>
                    <a:pt x="3809" y="459740"/>
                  </a:lnTo>
                  <a:lnTo>
                    <a:pt x="3809" y="454660"/>
                  </a:lnTo>
                  <a:close/>
                </a:path>
                <a:path w="3809" h="520700">
                  <a:moveTo>
                    <a:pt x="3809" y="448310"/>
                  </a:moveTo>
                  <a:lnTo>
                    <a:pt x="0" y="448310"/>
                  </a:lnTo>
                  <a:lnTo>
                    <a:pt x="0" y="453390"/>
                  </a:lnTo>
                  <a:lnTo>
                    <a:pt x="3809" y="453390"/>
                  </a:lnTo>
                  <a:lnTo>
                    <a:pt x="3809" y="448310"/>
                  </a:lnTo>
                  <a:close/>
                </a:path>
                <a:path w="3809" h="520700">
                  <a:moveTo>
                    <a:pt x="3809" y="185420"/>
                  </a:moveTo>
                  <a:lnTo>
                    <a:pt x="0" y="185420"/>
                  </a:lnTo>
                  <a:lnTo>
                    <a:pt x="0" y="447040"/>
                  </a:lnTo>
                  <a:lnTo>
                    <a:pt x="3809" y="447040"/>
                  </a:lnTo>
                  <a:lnTo>
                    <a:pt x="3809" y="185420"/>
                  </a:lnTo>
                  <a:close/>
                </a:path>
              </a:pathLst>
            </a:custGeom>
            <a:solidFill>
              <a:srgbClr val="D3C6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1231900" y="2865119"/>
              <a:ext cx="3810" cy="519430"/>
            </a:xfrm>
            <a:custGeom>
              <a:avLst/>
              <a:gdLst/>
              <a:ahLst/>
              <a:cxnLst/>
              <a:rect l="l" t="t" r="r" b="b"/>
              <a:pathLst>
                <a:path w="3809" h="519429">
                  <a:moveTo>
                    <a:pt x="3809" y="60960"/>
                  </a:moveTo>
                  <a:lnTo>
                    <a:pt x="0" y="60960"/>
                  </a:lnTo>
                  <a:lnTo>
                    <a:pt x="0" y="181610"/>
                  </a:lnTo>
                  <a:lnTo>
                    <a:pt x="3809" y="181610"/>
                  </a:lnTo>
                  <a:lnTo>
                    <a:pt x="3809" y="60960"/>
                  </a:lnTo>
                  <a:close/>
                </a:path>
                <a:path w="3809" h="519429">
                  <a:moveTo>
                    <a:pt x="3809" y="58420"/>
                  </a:moveTo>
                  <a:lnTo>
                    <a:pt x="0" y="58420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8420"/>
                  </a:lnTo>
                  <a:close/>
                </a:path>
                <a:path w="3809" h="519429">
                  <a:moveTo>
                    <a:pt x="3809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3809" y="57150"/>
                  </a:lnTo>
                  <a:lnTo>
                    <a:pt x="3809" y="54610"/>
                  </a:lnTo>
                  <a:close/>
                </a:path>
                <a:path w="3809" h="519429">
                  <a:moveTo>
                    <a:pt x="3809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2070"/>
                  </a:lnTo>
                  <a:close/>
                </a:path>
                <a:path w="3809" h="519429">
                  <a:moveTo>
                    <a:pt x="3809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48260"/>
                  </a:lnTo>
                  <a:close/>
                </a:path>
                <a:path w="3809" h="519429">
                  <a:moveTo>
                    <a:pt x="3809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5720"/>
                  </a:lnTo>
                  <a:close/>
                </a:path>
                <a:path w="3809" h="519429">
                  <a:moveTo>
                    <a:pt x="3809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3809" y="44450"/>
                  </a:lnTo>
                  <a:lnTo>
                    <a:pt x="3809" y="41910"/>
                  </a:lnTo>
                  <a:close/>
                </a:path>
                <a:path w="3809" h="519429">
                  <a:moveTo>
                    <a:pt x="3809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9370"/>
                  </a:lnTo>
                  <a:close/>
                </a:path>
                <a:path w="3809" h="519429">
                  <a:moveTo>
                    <a:pt x="3809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3809" y="38100"/>
                  </a:lnTo>
                  <a:lnTo>
                    <a:pt x="3809" y="35560"/>
                  </a:lnTo>
                  <a:close/>
                </a:path>
                <a:path w="3809" h="519429">
                  <a:moveTo>
                    <a:pt x="3809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33020"/>
                  </a:lnTo>
                  <a:close/>
                </a:path>
                <a:path w="3809" h="519429">
                  <a:moveTo>
                    <a:pt x="3809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3809" y="31750"/>
                  </a:lnTo>
                  <a:lnTo>
                    <a:pt x="3809" y="29210"/>
                  </a:lnTo>
                  <a:close/>
                </a:path>
                <a:path w="3809" h="519429">
                  <a:moveTo>
                    <a:pt x="3809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6670"/>
                  </a:lnTo>
                  <a:close/>
                </a:path>
                <a:path w="3809" h="519429">
                  <a:moveTo>
                    <a:pt x="3809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3809" y="25400"/>
                  </a:lnTo>
                  <a:lnTo>
                    <a:pt x="3809" y="22860"/>
                  </a:lnTo>
                  <a:close/>
                </a:path>
                <a:path w="3809" h="519429">
                  <a:moveTo>
                    <a:pt x="3809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20320"/>
                  </a:lnTo>
                  <a:close/>
                </a:path>
                <a:path w="3809" h="519429">
                  <a:moveTo>
                    <a:pt x="3809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3809" y="19050"/>
                  </a:lnTo>
                  <a:lnTo>
                    <a:pt x="3809" y="16510"/>
                  </a:lnTo>
                  <a:close/>
                </a:path>
                <a:path w="3809" h="519429">
                  <a:moveTo>
                    <a:pt x="3809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3970"/>
                  </a:lnTo>
                  <a:close/>
                </a:path>
                <a:path w="3809" h="519429">
                  <a:moveTo>
                    <a:pt x="3809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3809" y="12700"/>
                  </a:lnTo>
                  <a:lnTo>
                    <a:pt x="3809" y="10160"/>
                  </a:lnTo>
                  <a:close/>
                </a:path>
                <a:path w="3809" h="519429">
                  <a:moveTo>
                    <a:pt x="3809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7620"/>
                  </a:lnTo>
                  <a:close/>
                </a:path>
                <a:path w="3809" h="519429">
                  <a:moveTo>
                    <a:pt x="3809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3810"/>
                  </a:lnTo>
                  <a:close/>
                </a:path>
                <a:path w="3809" h="519429">
                  <a:moveTo>
                    <a:pt x="254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40" y="2539"/>
                  </a:lnTo>
                  <a:lnTo>
                    <a:pt x="2540" y="0"/>
                  </a:lnTo>
                  <a:close/>
                </a:path>
                <a:path w="3809" h="519429">
                  <a:moveTo>
                    <a:pt x="3809" y="515620"/>
                  </a:moveTo>
                  <a:lnTo>
                    <a:pt x="0" y="515620"/>
                  </a:lnTo>
                  <a:lnTo>
                    <a:pt x="0" y="518160"/>
                  </a:lnTo>
                  <a:lnTo>
                    <a:pt x="1269" y="518160"/>
                  </a:lnTo>
                  <a:lnTo>
                    <a:pt x="1269" y="519430"/>
                  </a:lnTo>
                  <a:lnTo>
                    <a:pt x="3809" y="519430"/>
                  </a:lnTo>
                  <a:lnTo>
                    <a:pt x="3809" y="515620"/>
                  </a:lnTo>
                  <a:close/>
                </a:path>
                <a:path w="3809" h="519429">
                  <a:moveTo>
                    <a:pt x="3809" y="509270"/>
                  </a:moveTo>
                  <a:lnTo>
                    <a:pt x="0" y="509270"/>
                  </a:lnTo>
                  <a:lnTo>
                    <a:pt x="0" y="514350"/>
                  </a:lnTo>
                  <a:lnTo>
                    <a:pt x="3809" y="514350"/>
                  </a:lnTo>
                  <a:lnTo>
                    <a:pt x="3809" y="509270"/>
                  </a:lnTo>
                  <a:close/>
                </a:path>
                <a:path w="3809" h="519429">
                  <a:moveTo>
                    <a:pt x="3809" y="502920"/>
                  </a:moveTo>
                  <a:lnTo>
                    <a:pt x="0" y="502920"/>
                  </a:lnTo>
                  <a:lnTo>
                    <a:pt x="0" y="508000"/>
                  </a:lnTo>
                  <a:lnTo>
                    <a:pt x="3809" y="508000"/>
                  </a:lnTo>
                  <a:lnTo>
                    <a:pt x="3809" y="502920"/>
                  </a:lnTo>
                  <a:close/>
                </a:path>
                <a:path w="3809" h="519429">
                  <a:moveTo>
                    <a:pt x="3809" y="496570"/>
                  </a:moveTo>
                  <a:lnTo>
                    <a:pt x="0" y="496570"/>
                  </a:lnTo>
                  <a:lnTo>
                    <a:pt x="0" y="501650"/>
                  </a:lnTo>
                  <a:lnTo>
                    <a:pt x="3809" y="501650"/>
                  </a:lnTo>
                  <a:lnTo>
                    <a:pt x="3809" y="496570"/>
                  </a:lnTo>
                  <a:close/>
                </a:path>
                <a:path w="3809" h="519429">
                  <a:moveTo>
                    <a:pt x="3809" y="490220"/>
                  </a:moveTo>
                  <a:lnTo>
                    <a:pt x="0" y="490220"/>
                  </a:lnTo>
                  <a:lnTo>
                    <a:pt x="0" y="495300"/>
                  </a:lnTo>
                  <a:lnTo>
                    <a:pt x="3809" y="495300"/>
                  </a:lnTo>
                  <a:lnTo>
                    <a:pt x="3809" y="490220"/>
                  </a:lnTo>
                  <a:close/>
                </a:path>
                <a:path w="3809" h="519429">
                  <a:moveTo>
                    <a:pt x="3809" y="483870"/>
                  </a:moveTo>
                  <a:lnTo>
                    <a:pt x="0" y="483870"/>
                  </a:lnTo>
                  <a:lnTo>
                    <a:pt x="0" y="488950"/>
                  </a:lnTo>
                  <a:lnTo>
                    <a:pt x="3809" y="488950"/>
                  </a:lnTo>
                  <a:lnTo>
                    <a:pt x="3809" y="483870"/>
                  </a:lnTo>
                  <a:close/>
                </a:path>
                <a:path w="3809" h="519429">
                  <a:moveTo>
                    <a:pt x="3809" y="477520"/>
                  </a:moveTo>
                  <a:lnTo>
                    <a:pt x="0" y="477520"/>
                  </a:lnTo>
                  <a:lnTo>
                    <a:pt x="0" y="482600"/>
                  </a:lnTo>
                  <a:lnTo>
                    <a:pt x="3809" y="482600"/>
                  </a:lnTo>
                  <a:lnTo>
                    <a:pt x="3809" y="477520"/>
                  </a:lnTo>
                  <a:close/>
                </a:path>
                <a:path w="3809" h="519429">
                  <a:moveTo>
                    <a:pt x="3809" y="471170"/>
                  </a:moveTo>
                  <a:lnTo>
                    <a:pt x="0" y="471170"/>
                  </a:lnTo>
                  <a:lnTo>
                    <a:pt x="0" y="476250"/>
                  </a:lnTo>
                  <a:lnTo>
                    <a:pt x="3809" y="476250"/>
                  </a:lnTo>
                  <a:lnTo>
                    <a:pt x="3809" y="471170"/>
                  </a:lnTo>
                  <a:close/>
                </a:path>
                <a:path w="3809" h="519429">
                  <a:moveTo>
                    <a:pt x="3809" y="464820"/>
                  </a:moveTo>
                  <a:lnTo>
                    <a:pt x="0" y="464820"/>
                  </a:lnTo>
                  <a:lnTo>
                    <a:pt x="0" y="469900"/>
                  </a:lnTo>
                  <a:lnTo>
                    <a:pt x="3809" y="469900"/>
                  </a:lnTo>
                  <a:lnTo>
                    <a:pt x="3809" y="464820"/>
                  </a:lnTo>
                  <a:close/>
                </a:path>
                <a:path w="3809" h="519429">
                  <a:moveTo>
                    <a:pt x="3809" y="458470"/>
                  </a:moveTo>
                  <a:lnTo>
                    <a:pt x="0" y="458470"/>
                  </a:lnTo>
                  <a:lnTo>
                    <a:pt x="0" y="463550"/>
                  </a:lnTo>
                  <a:lnTo>
                    <a:pt x="3809" y="463550"/>
                  </a:lnTo>
                  <a:lnTo>
                    <a:pt x="3809" y="458470"/>
                  </a:lnTo>
                  <a:close/>
                </a:path>
                <a:path w="3809" h="519429">
                  <a:moveTo>
                    <a:pt x="3809" y="452120"/>
                  </a:moveTo>
                  <a:lnTo>
                    <a:pt x="0" y="452120"/>
                  </a:lnTo>
                  <a:lnTo>
                    <a:pt x="0" y="457200"/>
                  </a:lnTo>
                  <a:lnTo>
                    <a:pt x="3809" y="457200"/>
                  </a:lnTo>
                  <a:lnTo>
                    <a:pt x="3809" y="452120"/>
                  </a:lnTo>
                  <a:close/>
                </a:path>
                <a:path w="3809" h="519429">
                  <a:moveTo>
                    <a:pt x="3809" y="445770"/>
                  </a:moveTo>
                  <a:lnTo>
                    <a:pt x="0" y="445770"/>
                  </a:lnTo>
                  <a:lnTo>
                    <a:pt x="0" y="450850"/>
                  </a:lnTo>
                  <a:lnTo>
                    <a:pt x="3809" y="450850"/>
                  </a:lnTo>
                  <a:lnTo>
                    <a:pt x="3809" y="445770"/>
                  </a:lnTo>
                  <a:close/>
                </a:path>
                <a:path w="3809" h="519429">
                  <a:moveTo>
                    <a:pt x="3809" y="182880"/>
                  </a:moveTo>
                  <a:lnTo>
                    <a:pt x="0" y="182880"/>
                  </a:lnTo>
                  <a:lnTo>
                    <a:pt x="0" y="444500"/>
                  </a:lnTo>
                  <a:lnTo>
                    <a:pt x="3809" y="444500"/>
                  </a:lnTo>
                  <a:lnTo>
                    <a:pt x="3809" y="182880"/>
                  </a:lnTo>
                  <a:close/>
                </a:path>
              </a:pathLst>
            </a:custGeom>
            <a:solidFill>
              <a:srgbClr val="D2C5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1235709" y="2867660"/>
              <a:ext cx="3810" cy="519430"/>
            </a:xfrm>
            <a:custGeom>
              <a:avLst/>
              <a:gdLst/>
              <a:ahLst/>
              <a:cxnLst/>
              <a:rect l="l" t="t" r="r" b="b"/>
              <a:pathLst>
                <a:path w="3809" h="519429">
                  <a:moveTo>
                    <a:pt x="3809" y="58420"/>
                  </a:moveTo>
                  <a:lnTo>
                    <a:pt x="0" y="58420"/>
                  </a:lnTo>
                  <a:lnTo>
                    <a:pt x="0" y="179070"/>
                  </a:lnTo>
                  <a:lnTo>
                    <a:pt x="3809" y="179070"/>
                  </a:lnTo>
                  <a:lnTo>
                    <a:pt x="3809" y="58420"/>
                  </a:lnTo>
                  <a:close/>
                </a:path>
                <a:path w="3809" h="519429">
                  <a:moveTo>
                    <a:pt x="3809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3809" y="57150"/>
                  </a:lnTo>
                  <a:lnTo>
                    <a:pt x="3809" y="55880"/>
                  </a:lnTo>
                  <a:close/>
                </a:path>
                <a:path w="3809" h="519429">
                  <a:moveTo>
                    <a:pt x="3809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3809" y="54610"/>
                  </a:lnTo>
                  <a:lnTo>
                    <a:pt x="3809" y="52070"/>
                  </a:lnTo>
                  <a:close/>
                </a:path>
                <a:path w="3809" h="519429">
                  <a:moveTo>
                    <a:pt x="3809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49530"/>
                  </a:lnTo>
                  <a:close/>
                </a:path>
                <a:path w="3809" h="519429">
                  <a:moveTo>
                    <a:pt x="3809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3809" y="48260"/>
                  </a:lnTo>
                  <a:lnTo>
                    <a:pt x="3809" y="45720"/>
                  </a:lnTo>
                  <a:close/>
                </a:path>
                <a:path w="3809" h="519429">
                  <a:moveTo>
                    <a:pt x="3809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3809" y="44450"/>
                  </a:lnTo>
                  <a:lnTo>
                    <a:pt x="3809" y="43180"/>
                  </a:lnTo>
                  <a:close/>
                </a:path>
                <a:path w="3809" h="519429">
                  <a:moveTo>
                    <a:pt x="3809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39370"/>
                  </a:lnTo>
                  <a:close/>
                </a:path>
                <a:path w="3809" h="519429">
                  <a:moveTo>
                    <a:pt x="3809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3809" y="38100"/>
                  </a:lnTo>
                  <a:lnTo>
                    <a:pt x="3809" y="36830"/>
                  </a:lnTo>
                  <a:close/>
                </a:path>
                <a:path w="3809" h="519429">
                  <a:moveTo>
                    <a:pt x="3809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33020"/>
                  </a:lnTo>
                  <a:close/>
                </a:path>
                <a:path w="3809" h="519429">
                  <a:moveTo>
                    <a:pt x="3809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3809" y="31750"/>
                  </a:lnTo>
                  <a:lnTo>
                    <a:pt x="3809" y="30480"/>
                  </a:lnTo>
                  <a:close/>
                </a:path>
                <a:path w="3809" h="519429">
                  <a:moveTo>
                    <a:pt x="3809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3809" y="29210"/>
                  </a:lnTo>
                  <a:lnTo>
                    <a:pt x="3809" y="26670"/>
                  </a:lnTo>
                  <a:close/>
                </a:path>
                <a:path w="3809" h="519429">
                  <a:moveTo>
                    <a:pt x="3809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3809" y="25400"/>
                  </a:lnTo>
                  <a:lnTo>
                    <a:pt x="3809" y="24130"/>
                  </a:lnTo>
                  <a:close/>
                </a:path>
                <a:path w="3809" h="519429">
                  <a:moveTo>
                    <a:pt x="3809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20320"/>
                  </a:lnTo>
                  <a:close/>
                </a:path>
                <a:path w="3809" h="519429">
                  <a:moveTo>
                    <a:pt x="3809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3809" y="19050"/>
                  </a:lnTo>
                  <a:lnTo>
                    <a:pt x="3809" y="17780"/>
                  </a:lnTo>
                  <a:close/>
                </a:path>
                <a:path w="3809" h="519429">
                  <a:moveTo>
                    <a:pt x="3809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3970"/>
                  </a:lnTo>
                  <a:close/>
                </a:path>
                <a:path w="3809" h="519429">
                  <a:moveTo>
                    <a:pt x="3809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3809" y="12700"/>
                  </a:lnTo>
                  <a:lnTo>
                    <a:pt x="3809" y="11430"/>
                  </a:lnTo>
                  <a:close/>
                </a:path>
                <a:path w="3809" h="519429">
                  <a:moveTo>
                    <a:pt x="3809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7620"/>
                  </a:lnTo>
                  <a:close/>
                </a:path>
                <a:path w="3809" h="519429">
                  <a:moveTo>
                    <a:pt x="3809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5080"/>
                  </a:lnTo>
                  <a:close/>
                </a:path>
                <a:path w="3809" h="519429">
                  <a:moveTo>
                    <a:pt x="3809" y="1270"/>
                  </a:moveTo>
                  <a:lnTo>
                    <a:pt x="0" y="127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1270"/>
                  </a:lnTo>
                  <a:close/>
                </a:path>
                <a:path w="3809" h="519429">
                  <a:moveTo>
                    <a:pt x="254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  <a:path w="3809" h="519429">
                  <a:moveTo>
                    <a:pt x="3809" y="513080"/>
                  </a:moveTo>
                  <a:lnTo>
                    <a:pt x="0" y="513080"/>
                  </a:lnTo>
                  <a:lnTo>
                    <a:pt x="0" y="519430"/>
                  </a:lnTo>
                  <a:lnTo>
                    <a:pt x="2540" y="519430"/>
                  </a:lnTo>
                  <a:lnTo>
                    <a:pt x="2540" y="518160"/>
                  </a:lnTo>
                  <a:lnTo>
                    <a:pt x="3809" y="518160"/>
                  </a:lnTo>
                  <a:lnTo>
                    <a:pt x="3809" y="513080"/>
                  </a:lnTo>
                  <a:close/>
                </a:path>
                <a:path w="3809" h="519429">
                  <a:moveTo>
                    <a:pt x="3809" y="506730"/>
                  </a:moveTo>
                  <a:lnTo>
                    <a:pt x="0" y="506730"/>
                  </a:lnTo>
                  <a:lnTo>
                    <a:pt x="0" y="511810"/>
                  </a:lnTo>
                  <a:lnTo>
                    <a:pt x="3809" y="511810"/>
                  </a:lnTo>
                  <a:lnTo>
                    <a:pt x="3809" y="506730"/>
                  </a:lnTo>
                  <a:close/>
                </a:path>
                <a:path w="3809" h="519429">
                  <a:moveTo>
                    <a:pt x="3809" y="500380"/>
                  </a:moveTo>
                  <a:lnTo>
                    <a:pt x="0" y="500380"/>
                  </a:lnTo>
                  <a:lnTo>
                    <a:pt x="0" y="505460"/>
                  </a:lnTo>
                  <a:lnTo>
                    <a:pt x="3809" y="505460"/>
                  </a:lnTo>
                  <a:lnTo>
                    <a:pt x="3809" y="500380"/>
                  </a:lnTo>
                  <a:close/>
                </a:path>
                <a:path w="3809" h="519429">
                  <a:moveTo>
                    <a:pt x="3809" y="494030"/>
                  </a:moveTo>
                  <a:lnTo>
                    <a:pt x="0" y="494030"/>
                  </a:lnTo>
                  <a:lnTo>
                    <a:pt x="0" y="499110"/>
                  </a:lnTo>
                  <a:lnTo>
                    <a:pt x="3809" y="499110"/>
                  </a:lnTo>
                  <a:lnTo>
                    <a:pt x="3809" y="494030"/>
                  </a:lnTo>
                  <a:close/>
                </a:path>
                <a:path w="3809" h="519429">
                  <a:moveTo>
                    <a:pt x="3809" y="487680"/>
                  </a:moveTo>
                  <a:lnTo>
                    <a:pt x="0" y="487680"/>
                  </a:lnTo>
                  <a:lnTo>
                    <a:pt x="0" y="492760"/>
                  </a:lnTo>
                  <a:lnTo>
                    <a:pt x="3809" y="492760"/>
                  </a:lnTo>
                  <a:lnTo>
                    <a:pt x="3809" y="487680"/>
                  </a:lnTo>
                  <a:close/>
                </a:path>
                <a:path w="3809" h="519429">
                  <a:moveTo>
                    <a:pt x="3809" y="481330"/>
                  </a:moveTo>
                  <a:lnTo>
                    <a:pt x="0" y="481330"/>
                  </a:lnTo>
                  <a:lnTo>
                    <a:pt x="0" y="486410"/>
                  </a:lnTo>
                  <a:lnTo>
                    <a:pt x="3809" y="486410"/>
                  </a:lnTo>
                  <a:lnTo>
                    <a:pt x="3809" y="481330"/>
                  </a:lnTo>
                  <a:close/>
                </a:path>
                <a:path w="3809" h="519429">
                  <a:moveTo>
                    <a:pt x="3809" y="474980"/>
                  </a:moveTo>
                  <a:lnTo>
                    <a:pt x="0" y="474980"/>
                  </a:lnTo>
                  <a:lnTo>
                    <a:pt x="0" y="480060"/>
                  </a:lnTo>
                  <a:lnTo>
                    <a:pt x="3809" y="480060"/>
                  </a:lnTo>
                  <a:lnTo>
                    <a:pt x="3809" y="474980"/>
                  </a:lnTo>
                  <a:close/>
                </a:path>
                <a:path w="3809" h="519429">
                  <a:moveTo>
                    <a:pt x="3809" y="468630"/>
                  </a:moveTo>
                  <a:lnTo>
                    <a:pt x="0" y="468630"/>
                  </a:lnTo>
                  <a:lnTo>
                    <a:pt x="0" y="473710"/>
                  </a:lnTo>
                  <a:lnTo>
                    <a:pt x="3809" y="473710"/>
                  </a:lnTo>
                  <a:lnTo>
                    <a:pt x="3809" y="468630"/>
                  </a:lnTo>
                  <a:close/>
                </a:path>
                <a:path w="3809" h="519429">
                  <a:moveTo>
                    <a:pt x="3809" y="462280"/>
                  </a:moveTo>
                  <a:lnTo>
                    <a:pt x="0" y="462280"/>
                  </a:lnTo>
                  <a:lnTo>
                    <a:pt x="0" y="467360"/>
                  </a:lnTo>
                  <a:lnTo>
                    <a:pt x="3809" y="467360"/>
                  </a:lnTo>
                  <a:lnTo>
                    <a:pt x="3809" y="462280"/>
                  </a:lnTo>
                  <a:close/>
                </a:path>
                <a:path w="3809" h="519429">
                  <a:moveTo>
                    <a:pt x="3809" y="455930"/>
                  </a:moveTo>
                  <a:lnTo>
                    <a:pt x="0" y="455930"/>
                  </a:lnTo>
                  <a:lnTo>
                    <a:pt x="0" y="461010"/>
                  </a:lnTo>
                  <a:lnTo>
                    <a:pt x="3809" y="461010"/>
                  </a:lnTo>
                  <a:lnTo>
                    <a:pt x="3809" y="455930"/>
                  </a:lnTo>
                  <a:close/>
                </a:path>
                <a:path w="3809" h="519429">
                  <a:moveTo>
                    <a:pt x="3809" y="449580"/>
                  </a:moveTo>
                  <a:lnTo>
                    <a:pt x="0" y="449580"/>
                  </a:lnTo>
                  <a:lnTo>
                    <a:pt x="0" y="454660"/>
                  </a:lnTo>
                  <a:lnTo>
                    <a:pt x="3809" y="454660"/>
                  </a:lnTo>
                  <a:lnTo>
                    <a:pt x="3809" y="449580"/>
                  </a:lnTo>
                  <a:close/>
                </a:path>
                <a:path w="3809" h="519429">
                  <a:moveTo>
                    <a:pt x="3809" y="443230"/>
                  </a:moveTo>
                  <a:lnTo>
                    <a:pt x="0" y="443230"/>
                  </a:lnTo>
                  <a:lnTo>
                    <a:pt x="0" y="448310"/>
                  </a:lnTo>
                  <a:lnTo>
                    <a:pt x="3809" y="448310"/>
                  </a:lnTo>
                  <a:lnTo>
                    <a:pt x="3809" y="443230"/>
                  </a:lnTo>
                  <a:close/>
                </a:path>
                <a:path w="3809" h="519429">
                  <a:moveTo>
                    <a:pt x="3809" y="180340"/>
                  </a:moveTo>
                  <a:lnTo>
                    <a:pt x="0" y="180340"/>
                  </a:lnTo>
                  <a:lnTo>
                    <a:pt x="0" y="441960"/>
                  </a:lnTo>
                  <a:lnTo>
                    <a:pt x="3809" y="441960"/>
                  </a:lnTo>
                  <a:lnTo>
                    <a:pt x="3809" y="180340"/>
                  </a:lnTo>
                  <a:close/>
                </a:path>
              </a:pathLst>
            </a:custGeom>
            <a:solidFill>
              <a:srgbClr val="D1C4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1239520" y="2868929"/>
              <a:ext cx="3810" cy="519430"/>
            </a:xfrm>
            <a:custGeom>
              <a:avLst/>
              <a:gdLst/>
              <a:ahLst/>
              <a:cxnLst/>
              <a:rect l="l" t="t" r="r" b="b"/>
              <a:pathLst>
                <a:path w="3809" h="519429">
                  <a:moveTo>
                    <a:pt x="127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70" y="2540"/>
                  </a:lnTo>
                  <a:lnTo>
                    <a:pt x="1270" y="0"/>
                  </a:lnTo>
                  <a:close/>
                </a:path>
                <a:path w="3809" h="519429">
                  <a:moveTo>
                    <a:pt x="3810" y="518160"/>
                  </a:moveTo>
                  <a:lnTo>
                    <a:pt x="2540" y="518160"/>
                  </a:lnTo>
                  <a:lnTo>
                    <a:pt x="2540" y="519430"/>
                  </a:lnTo>
                  <a:lnTo>
                    <a:pt x="3810" y="519430"/>
                  </a:lnTo>
                  <a:lnTo>
                    <a:pt x="3810" y="518160"/>
                  </a:lnTo>
                  <a:close/>
                </a:path>
                <a:path w="3809" h="519429">
                  <a:moveTo>
                    <a:pt x="3810" y="511810"/>
                  </a:moveTo>
                  <a:lnTo>
                    <a:pt x="0" y="511810"/>
                  </a:lnTo>
                  <a:lnTo>
                    <a:pt x="0" y="516890"/>
                  </a:lnTo>
                  <a:lnTo>
                    <a:pt x="3810" y="516890"/>
                  </a:lnTo>
                  <a:lnTo>
                    <a:pt x="3810" y="511810"/>
                  </a:lnTo>
                  <a:close/>
                </a:path>
                <a:path w="3809" h="519429">
                  <a:moveTo>
                    <a:pt x="3810" y="505460"/>
                  </a:moveTo>
                  <a:lnTo>
                    <a:pt x="0" y="505460"/>
                  </a:lnTo>
                  <a:lnTo>
                    <a:pt x="0" y="510540"/>
                  </a:lnTo>
                  <a:lnTo>
                    <a:pt x="3810" y="510540"/>
                  </a:lnTo>
                  <a:lnTo>
                    <a:pt x="3810" y="505460"/>
                  </a:lnTo>
                  <a:close/>
                </a:path>
                <a:path w="3809" h="519429">
                  <a:moveTo>
                    <a:pt x="3810" y="499110"/>
                  </a:moveTo>
                  <a:lnTo>
                    <a:pt x="0" y="499110"/>
                  </a:lnTo>
                  <a:lnTo>
                    <a:pt x="0" y="504190"/>
                  </a:lnTo>
                  <a:lnTo>
                    <a:pt x="3810" y="504190"/>
                  </a:lnTo>
                  <a:lnTo>
                    <a:pt x="3810" y="499110"/>
                  </a:lnTo>
                  <a:close/>
                </a:path>
                <a:path w="3809" h="519429">
                  <a:moveTo>
                    <a:pt x="3810" y="492760"/>
                  </a:moveTo>
                  <a:lnTo>
                    <a:pt x="0" y="492760"/>
                  </a:lnTo>
                  <a:lnTo>
                    <a:pt x="0" y="497840"/>
                  </a:lnTo>
                  <a:lnTo>
                    <a:pt x="3810" y="497840"/>
                  </a:lnTo>
                  <a:lnTo>
                    <a:pt x="3810" y="492760"/>
                  </a:lnTo>
                  <a:close/>
                </a:path>
                <a:path w="3809" h="519429">
                  <a:moveTo>
                    <a:pt x="3810" y="486410"/>
                  </a:moveTo>
                  <a:lnTo>
                    <a:pt x="0" y="486410"/>
                  </a:lnTo>
                  <a:lnTo>
                    <a:pt x="0" y="491490"/>
                  </a:lnTo>
                  <a:lnTo>
                    <a:pt x="3810" y="491490"/>
                  </a:lnTo>
                  <a:lnTo>
                    <a:pt x="3810" y="486410"/>
                  </a:lnTo>
                  <a:close/>
                </a:path>
                <a:path w="3809" h="519429">
                  <a:moveTo>
                    <a:pt x="3810" y="480060"/>
                  </a:moveTo>
                  <a:lnTo>
                    <a:pt x="0" y="480060"/>
                  </a:lnTo>
                  <a:lnTo>
                    <a:pt x="0" y="485140"/>
                  </a:lnTo>
                  <a:lnTo>
                    <a:pt x="3810" y="485140"/>
                  </a:lnTo>
                  <a:lnTo>
                    <a:pt x="3810" y="480060"/>
                  </a:lnTo>
                  <a:close/>
                </a:path>
                <a:path w="3809" h="519429">
                  <a:moveTo>
                    <a:pt x="3810" y="473710"/>
                  </a:moveTo>
                  <a:lnTo>
                    <a:pt x="0" y="473710"/>
                  </a:lnTo>
                  <a:lnTo>
                    <a:pt x="0" y="478790"/>
                  </a:lnTo>
                  <a:lnTo>
                    <a:pt x="3810" y="478790"/>
                  </a:lnTo>
                  <a:lnTo>
                    <a:pt x="3810" y="473710"/>
                  </a:lnTo>
                  <a:close/>
                </a:path>
                <a:path w="3809" h="519429">
                  <a:moveTo>
                    <a:pt x="3810" y="467360"/>
                  </a:moveTo>
                  <a:lnTo>
                    <a:pt x="0" y="467360"/>
                  </a:lnTo>
                  <a:lnTo>
                    <a:pt x="0" y="472440"/>
                  </a:lnTo>
                  <a:lnTo>
                    <a:pt x="3810" y="472440"/>
                  </a:lnTo>
                  <a:lnTo>
                    <a:pt x="3810" y="467360"/>
                  </a:lnTo>
                  <a:close/>
                </a:path>
                <a:path w="3809" h="519429">
                  <a:moveTo>
                    <a:pt x="3810" y="461010"/>
                  </a:moveTo>
                  <a:lnTo>
                    <a:pt x="0" y="461010"/>
                  </a:lnTo>
                  <a:lnTo>
                    <a:pt x="0" y="466090"/>
                  </a:lnTo>
                  <a:lnTo>
                    <a:pt x="3810" y="466090"/>
                  </a:lnTo>
                  <a:lnTo>
                    <a:pt x="3810" y="461010"/>
                  </a:lnTo>
                  <a:close/>
                </a:path>
                <a:path w="3809" h="519429">
                  <a:moveTo>
                    <a:pt x="3810" y="454660"/>
                  </a:moveTo>
                  <a:lnTo>
                    <a:pt x="0" y="454660"/>
                  </a:lnTo>
                  <a:lnTo>
                    <a:pt x="0" y="459740"/>
                  </a:lnTo>
                  <a:lnTo>
                    <a:pt x="3810" y="459740"/>
                  </a:lnTo>
                  <a:lnTo>
                    <a:pt x="3810" y="454660"/>
                  </a:lnTo>
                  <a:close/>
                </a:path>
                <a:path w="3809" h="519429">
                  <a:moveTo>
                    <a:pt x="3810" y="448310"/>
                  </a:moveTo>
                  <a:lnTo>
                    <a:pt x="0" y="448310"/>
                  </a:lnTo>
                  <a:lnTo>
                    <a:pt x="0" y="453390"/>
                  </a:lnTo>
                  <a:lnTo>
                    <a:pt x="3810" y="453390"/>
                  </a:lnTo>
                  <a:lnTo>
                    <a:pt x="3810" y="448310"/>
                  </a:lnTo>
                  <a:close/>
                </a:path>
                <a:path w="3809" h="519429">
                  <a:moveTo>
                    <a:pt x="3810" y="441960"/>
                  </a:moveTo>
                  <a:lnTo>
                    <a:pt x="0" y="441960"/>
                  </a:lnTo>
                  <a:lnTo>
                    <a:pt x="0" y="447040"/>
                  </a:lnTo>
                  <a:lnTo>
                    <a:pt x="3810" y="447040"/>
                  </a:lnTo>
                  <a:lnTo>
                    <a:pt x="3810" y="441960"/>
                  </a:lnTo>
                  <a:close/>
                </a:path>
                <a:path w="3809" h="519429">
                  <a:moveTo>
                    <a:pt x="3810" y="179070"/>
                  </a:moveTo>
                  <a:lnTo>
                    <a:pt x="0" y="179070"/>
                  </a:lnTo>
                  <a:lnTo>
                    <a:pt x="0" y="440690"/>
                  </a:lnTo>
                  <a:lnTo>
                    <a:pt x="3810" y="440690"/>
                  </a:lnTo>
                  <a:lnTo>
                    <a:pt x="3810" y="179070"/>
                  </a:lnTo>
                  <a:close/>
                </a:path>
                <a:path w="3809" h="519429">
                  <a:moveTo>
                    <a:pt x="3810" y="57150"/>
                  </a:moveTo>
                  <a:lnTo>
                    <a:pt x="0" y="57150"/>
                  </a:lnTo>
                  <a:lnTo>
                    <a:pt x="0" y="177800"/>
                  </a:lnTo>
                  <a:lnTo>
                    <a:pt x="3810" y="177800"/>
                  </a:lnTo>
                  <a:lnTo>
                    <a:pt x="3810" y="57150"/>
                  </a:lnTo>
                  <a:close/>
                </a:path>
                <a:path w="3809" h="519429">
                  <a:moveTo>
                    <a:pt x="3810" y="54610"/>
                  </a:moveTo>
                  <a:lnTo>
                    <a:pt x="0" y="54610"/>
                  </a:lnTo>
                  <a:lnTo>
                    <a:pt x="0" y="55880"/>
                  </a:lnTo>
                  <a:lnTo>
                    <a:pt x="3810" y="55880"/>
                  </a:lnTo>
                  <a:lnTo>
                    <a:pt x="3810" y="54610"/>
                  </a:lnTo>
                  <a:close/>
                </a:path>
                <a:path w="3809" h="519429">
                  <a:moveTo>
                    <a:pt x="3810" y="50800"/>
                  </a:moveTo>
                  <a:lnTo>
                    <a:pt x="0" y="50800"/>
                  </a:lnTo>
                  <a:lnTo>
                    <a:pt x="0" y="53340"/>
                  </a:lnTo>
                  <a:lnTo>
                    <a:pt x="3810" y="53340"/>
                  </a:lnTo>
                  <a:lnTo>
                    <a:pt x="3810" y="50800"/>
                  </a:lnTo>
                  <a:close/>
                </a:path>
                <a:path w="3809" h="519429">
                  <a:moveTo>
                    <a:pt x="3810" y="48260"/>
                  </a:moveTo>
                  <a:lnTo>
                    <a:pt x="0" y="4826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8260"/>
                  </a:lnTo>
                  <a:close/>
                </a:path>
                <a:path w="3809" h="519429">
                  <a:moveTo>
                    <a:pt x="3810" y="44450"/>
                  </a:moveTo>
                  <a:lnTo>
                    <a:pt x="0" y="44450"/>
                  </a:lnTo>
                  <a:lnTo>
                    <a:pt x="0" y="46990"/>
                  </a:lnTo>
                  <a:lnTo>
                    <a:pt x="3810" y="46990"/>
                  </a:lnTo>
                  <a:lnTo>
                    <a:pt x="3810" y="44450"/>
                  </a:lnTo>
                  <a:close/>
                </a:path>
                <a:path w="3809" h="519429">
                  <a:moveTo>
                    <a:pt x="3810" y="41910"/>
                  </a:moveTo>
                  <a:lnTo>
                    <a:pt x="0" y="4191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41910"/>
                  </a:lnTo>
                  <a:close/>
                </a:path>
                <a:path w="3809" h="519429">
                  <a:moveTo>
                    <a:pt x="3810" y="38100"/>
                  </a:moveTo>
                  <a:lnTo>
                    <a:pt x="0" y="38100"/>
                  </a:lnTo>
                  <a:lnTo>
                    <a:pt x="0" y="40640"/>
                  </a:lnTo>
                  <a:lnTo>
                    <a:pt x="3810" y="40640"/>
                  </a:lnTo>
                  <a:lnTo>
                    <a:pt x="3810" y="38100"/>
                  </a:lnTo>
                  <a:close/>
                </a:path>
                <a:path w="3809" h="519429">
                  <a:moveTo>
                    <a:pt x="3810" y="35560"/>
                  </a:moveTo>
                  <a:lnTo>
                    <a:pt x="0" y="3556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5560"/>
                  </a:lnTo>
                  <a:close/>
                </a:path>
                <a:path w="3809" h="519429">
                  <a:moveTo>
                    <a:pt x="3810" y="31750"/>
                  </a:moveTo>
                  <a:lnTo>
                    <a:pt x="0" y="31750"/>
                  </a:lnTo>
                  <a:lnTo>
                    <a:pt x="0" y="34290"/>
                  </a:lnTo>
                  <a:lnTo>
                    <a:pt x="3810" y="34290"/>
                  </a:lnTo>
                  <a:lnTo>
                    <a:pt x="3810" y="31750"/>
                  </a:lnTo>
                  <a:close/>
                </a:path>
                <a:path w="3809" h="519429">
                  <a:moveTo>
                    <a:pt x="3810" y="29210"/>
                  </a:moveTo>
                  <a:lnTo>
                    <a:pt x="0" y="2921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29210"/>
                  </a:lnTo>
                  <a:close/>
                </a:path>
                <a:path w="3809" h="519429">
                  <a:moveTo>
                    <a:pt x="3810" y="25400"/>
                  </a:moveTo>
                  <a:lnTo>
                    <a:pt x="0" y="25400"/>
                  </a:lnTo>
                  <a:lnTo>
                    <a:pt x="0" y="27940"/>
                  </a:lnTo>
                  <a:lnTo>
                    <a:pt x="3810" y="27940"/>
                  </a:lnTo>
                  <a:lnTo>
                    <a:pt x="3810" y="25400"/>
                  </a:lnTo>
                  <a:close/>
                </a:path>
                <a:path w="3809" h="519429">
                  <a:moveTo>
                    <a:pt x="3810" y="22860"/>
                  </a:moveTo>
                  <a:lnTo>
                    <a:pt x="0" y="2286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2860"/>
                  </a:lnTo>
                  <a:close/>
                </a:path>
                <a:path w="3809" h="519429">
                  <a:moveTo>
                    <a:pt x="3810" y="19050"/>
                  </a:moveTo>
                  <a:lnTo>
                    <a:pt x="0" y="1905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9050"/>
                  </a:lnTo>
                  <a:close/>
                </a:path>
                <a:path w="3809" h="519429">
                  <a:moveTo>
                    <a:pt x="3810" y="16510"/>
                  </a:moveTo>
                  <a:lnTo>
                    <a:pt x="0" y="1651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6510"/>
                  </a:lnTo>
                  <a:close/>
                </a:path>
                <a:path w="3809" h="519429">
                  <a:moveTo>
                    <a:pt x="3810" y="12700"/>
                  </a:moveTo>
                  <a:lnTo>
                    <a:pt x="0" y="1270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2700"/>
                  </a:lnTo>
                  <a:close/>
                </a:path>
                <a:path w="3809" h="519429">
                  <a:moveTo>
                    <a:pt x="3810" y="10160"/>
                  </a:moveTo>
                  <a:lnTo>
                    <a:pt x="0" y="1016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10160"/>
                  </a:lnTo>
                  <a:close/>
                </a:path>
                <a:path w="3809" h="519429">
                  <a:moveTo>
                    <a:pt x="3810" y="6350"/>
                  </a:moveTo>
                  <a:lnTo>
                    <a:pt x="0" y="635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6350"/>
                  </a:lnTo>
                  <a:close/>
                </a:path>
                <a:path w="3809" h="519429">
                  <a:moveTo>
                    <a:pt x="3810" y="3810"/>
                  </a:moveTo>
                  <a:lnTo>
                    <a:pt x="0" y="381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3810"/>
                  </a:lnTo>
                  <a:close/>
                </a:path>
              </a:pathLst>
            </a:custGeom>
            <a:solidFill>
              <a:srgbClr val="D1C3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1243330" y="2871469"/>
              <a:ext cx="3810" cy="518159"/>
            </a:xfrm>
            <a:custGeom>
              <a:avLst/>
              <a:gdLst/>
              <a:ahLst/>
              <a:cxnLst/>
              <a:rect l="l" t="t" r="r" b="b"/>
              <a:pathLst>
                <a:path w="3809" h="518160">
                  <a:moveTo>
                    <a:pt x="3809" y="54610"/>
                  </a:moveTo>
                  <a:lnTo>
                    <a:pt x="0" y="54610"/>
                  </a:lnTo>
                  <a:lnTo>
                    <a:pt x="0" y="175260"/>
                  </a:lnTo>
                  <a:lnTo>
                    <a:pt x="3809" y="175260"/>
                  </a:lnTo>
                  <a:lnTo>
                    <a:pt x="3809" y="54610"/>
                  </a:lnTo>
                  <a:close/>
                </a:path>
                <a:path w="3809" h="518160">
                  <a:moveTo>
                    <a:pt x="3809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2070"/>
                  </a:lnTo>
                  <a:close/>
                </a:path>
                <a:path w="3809" h="518160">
                  <a:moveTo>
                    <a:pt x="3809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48260"/>
                  </a:lnTo>
                  <a:close/>
                </a:path>
                <a:path w="3809" h="518160">
                  <a:moveTo>
                    <a:pt x="3809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5720"/>
                  </a:lnTo>
                  <a:close/>
                </a:path>
                <a:path w="3809" h="518160">
                  <a:moveTo>
                    <a:pt x="3809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3809" y="44450"/>
                  </a:lnTo>
                  <a:lnTo>
                    <a:pt x="3809" y="41910"/>
                  </a:lnTo>
                  <a:close/>
                </a:path>
                <a:path w="3809" h="518160">
                  <a:moveTo>
                    <a:pt x="3809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9370"/>
                  </a:lnTo>
                  <a:close/>
                </a:path>
                <a:path w="3809" h="518160">
                  <a:moveTo>
                    <a:pt x="3809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3809" y="38100"/>
                  </a:lnTo>
                  <a:lnTo>
                    <a:pt x="3809" y="35560"/>
                  </a:lnTo>
                  <a:close/>
                </a:path>
                <a:path w="3809" h="518160">
                  <a:moveTo>
                    <a:pt x="3809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33020"/>
                  </a:lnTo>
                  <a:close/>
                </a:path>
                <a:path w="3809" h="518160">
                  <a:moveTo>
                    <a:pt x="3809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3809" y="31750"/>
                  </a:lnTo>
                  <a:lnTo>
                    <a:pt x="3809" y="29210"/>
                  </a:lnTo>
                  <a:close/>
                </a:path>
                <a:path w="3809" h="518160">
                  <a:moveTo>
                    <a:pt x="3809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6670"/>
                  </a:lnTo>
                  <a:close/>
                </a:path>
                <a:path w="3809" h="518160">
                  <a:moveTo>
                    <a:pt x="3809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3809" y="25400"/>
                  </a:lnTo>
                  <a:lnTo>
                    <a:pt x="3809" y="22860"/>
                  </a:lnTo>
                  <a:close/>
                </a:path>
                <a:path w="3809" h="518160">
                  <a:moveTo>
                    <a:pt x="3809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20320"/>
                  </a:lnTo>
                  <a:close/>
                </a:path>
                <a:path w="3809" h="518160">
                  <a:moveTo>
                    <a:pt x="3809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3809" y="19050"/>
                  </a:lnTo>
                  <a:lnTo>
                    <a:pt x="3809" y="16510"/>
                  </a:lnTo>
                  <a:close/>
                </a:path>
                <a:path w="3809" h="518160">
                  <a:moveTo>
                    <a:pt x="3809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3970"/>
                  </a:lnTo>
                  <a:close/>
                </a:path>
                <a:path w="3809" h="518160">
                  <a:moveTo>
                    <a:pt x="3809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3809" y="12700"/>
                  </a:lnTo>
                  <a:lnTo>
                    <a:pt x="3809" y="10160"/>
                  </a:lnTo>
                  <a:close/>
                </a:path>
                <a:path w="3809" h="518160">
                  <a:moveTo>
                    <a:pt x="3809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7620"/>
                  </a:lnTo>
                  <a:close/>
                </a:path>
                <a:path w="3809" h="518160">
                  <a:moveTo>
                    <a:pt x="3809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3810"/>
                  </a:lnTo>
                  <a:close/>
                </a:path>
                <a:path w="3809" h="518160">
                  <a:moveTo>
                    <a:pt x="253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39" y="2539"/>
                  </a:lnTo>
                  <a:lnTo>
                    <a:pt x="2539" y="0"/>
                  </a:lnTo>
                  <a:close/>
                </a:path>
                <a:path w="3809" h="518160">
                  <a:moveTo>
                    <a:pt x="3809" y="515620"/>
                  </a:moveTo>
                  <a:lnTo>
                    <a:pt x="0" y="515620"/>
                  </a:lnTo>
                  <a:lnTo>
                    <a:pt x="0" y="516890"/>
                  </a:lnTo>
                  <a:lnTo>
                    <a:pt x="2539" y="516890"/>
                  </a:lnTo>
                  <a:lnTo>
                    <a:pt x="2539" y="518160"/>
                  </a:lnTo>
                  <a:lnTo>
                    <a:pt x="3809" y="518160"/>
                  </a:lnTo>
                  <a:lnTo>
                    <a:pt x="3809" y="515620"/>
                  </a:lnTo>
                  <a:close/>
                </a:path>
                <a:path w="3809" h="518160">
                  <a:moveTo>
                    <a:pt x="3809" y="509270"/>
                  </a:moveTo>
                  <a:lnTo>
                    <a:pt x="0" y="509270"/>
                  </a:lnTo>
                  <a:lnTo>
                    <a:pt x="0" y="514350"/>
                  </a:lnTo>
                  <a:lnTo>
                    <a:pt x="3809" y="514350"/>
                  </a:lnTo>
                  <a:lnTo>
                    <a:pt x="3809" y="509270"/>
                  </a:lnTo>
                  <a:close/>
                </a:path>
                <a:path w="3809" h="518160">
                  <a:moveTo>
                    <a:pt x="3809" y="502920"/>
                  </a:moveTo>
                  <a:lnTo>
                    <a:pt x="0" y="502920"/>
                  </a:lnTo>
                  <a:lnTo>
                    <a:pt x="0" y="508000"/>
                  </a:lnTo>
                  <a:lnTo>
                    <a:pt x="3809" y="508000"/>
                  </a:lnTo>
                  <a:lnTo>
                    <a:pt x="3809" y="502920"/>
                  </a:lnTo>
                  <a:close/>
                </a:path>
                <a:path w="3809" h="518160">
                  <a:moveTo>
                    <a:pt x="3809" y="496570"/>
                  </a:moveTo>
                  <a:lnTo>
                    <a:pt x="0" y="496570"/>
                  </a:lnTo>
                  <a:lnTo>
                    <a:pt x="0" y="501650"/>
                  </a:lnTo>
                  <a:lnTo>
                    <a:pt x="3809" y="501650"/>
                  </a:lnTo>
                  <a:lnTo>
                    <a:pt x="3809" y="496570"/>
                  </a:lnTo>
                  <a:close/>
                </a:path>
                <a:path w="3809" h="518160">
                  <a:moveTo>
                    <a:pt x="3809" y="490220"/>
                  </a:moveTo>
                  <a:lnTo>
                    <a:pt x="0" y="490220"/>
                  </a:lnTo>
                  <a:lnTo>
                    <a:pt x="0" y="495300"/>
                  </a:lnTo>
                  <a:lnTo>
                    <a:pt x="3809" y="495300"/>
                  </a:lnTo>
                  <a:lnTo>
                    <a:pt x="3809" y="490220"/>
                  </a:lnTo>
                  <a:close/>
                </a:path>
                <a:path w="3809" h="518160">
                  <a:moveTo>
                    <a:pt x="3809" y="483870"/>
                  </a:moveTo>
                  <a:lnTo>
                    <a:pt x="0" y="483870"/>
                  </a:lnTo>
                  <a:lnTo>
                    <a:pt x="0" y="488950"/>
                  </a:lnTo>
                  <a:lnTo>
                    <a:pt x="3809" y="488950"/>
                  </a:lnTo>
                  <a:lnTo>
                    <a:pt x="3809" y="483870"/>
                  </a:lnTo>
                  <a:close/>
                </a:path>
                <a:path w="3809" h="518160">
                  <a:moveTo>
                    <a:pt x="3809" y="477520"/>
                  </a:moveTo>
                  <a:lnTo>
                    <a:pt x="0" y="477520"/>
                  </a:lnTo>
                  <a:lnTo>
                    <a:pt x="0" y="482600"/>
                  </a:lnTo>
                  <a:lnTo>
                    <a:pt x="3809" y="482600"/>
                  </a:lnTo>
                  <a:lnTo>
                    <a:pt x="3809" y="477520"/>
                  </a:lnTo>
                  <a:close/>
                </a:path>
                <a:path w="3809" h="518160">
                  <a:moveTo>
                    <a:pt x="3809" y="471170"/>
                  </a:moveTo>
                  <a:lnTo>
                    <a:pt x="0" y="471170"/>
                  </a:lnTo>
                  <a:lnTo>
                    <a:pt x="0" y="476250"/>
                  </a:lnTo>
                  <a:lnTo>
                    <a:pt x="3809" y="476250"/>
                  </a:lnTo>
                  <a:lnTo>
                    <a:pt x="3809" y="471170"/>
                  </a:lnTo>
                  <a:close/>
                </a:path>
                <a:path w="3809" h="518160">
                  <a:moveTo>
                    <a:pt x="3809" y="464820"/>
                  </a:moveTo>
                  <a:lnTo>
                    <a:pt x="0" y="464820"/>
                  </a:lnTo>
                  <a:lnTo>
                    <a:pt x="0" y="469900"/>
                  </a:lnTo>
                  <a:lnTo>
                    <a:pt x="3809" y="469900"/>
                  </a:lnTo>
                  <a:lnTo>
                    <a:pt x="3809" y="464820"/>
                  </a:lnTo>
                  <a:close/>
                </a:path>
                <a:path w="3809" h="518160">
                  <a:moveTo>
                    <a:pt x="3809" y="458470"/>
                  </a:moveTo>
                  <a:lnTo>
                    <a:pt x="0" y="458470"/>
                  </a:lnTo>
                  <a:lnTo>
                    <a:pt x="0" y="463550"/>
                  </a:lnTo>
                  <a:lnTo>
                    <a:pt x="3809" y="463550"/>
                  </a:lnTo>
                  <a:lnTo>
                    <a:pt x="3809" y="458470"/>
                  </a:lnTo>
                  <a:close/>
                </a:path>
                <a:path w="3809" h="518160">
                  <a:moveTo>
                    <a:pt x="3809" y="452120"/>
                  </a:moveTo>
                  <a:lnTo>
                    <a:pt x="0" y="452120"/>
                  </a:lnTo>
                  <a:lnTo>
                    <a:pt x="0" y="457200"/>
                  </a:lnTo>
                  <a:lnTo>
                    <a:pt x="3809" y="457200"/>
                  </a:lnTo>
                  <a:lnTo>
                    <a:pt x="3809" y="452120"/>
                  </a:lnTo>
                  <a:close/>
                </a:path>
                <a:path w="3809" h="518160">
                  <a:moveTo>
                    <a:pt x="3809" y="445770"/>
                  </a:moveTo>
                  <a:lnTo>
                    <a:pt x="0" y="445770"/>
                  </a:lnTo>
                  <a:lnTo>
                    <a:pt x="0" y="450850"/>
                  </a:lnTo>
                  <a:lnTo>
                    <a:pt x="3809" y="450850"/>
                  </a:lnTo>
                  <a:lnTo>
                    <a:pt x="3809" y="445770"/>
                  </a:lnTo>
                  <a:close/>
                </a:path>
                <a:path w="3809" h="518160">
                  <a:moveTo>
                    <a:pt x="3809" y="439420"/>
                  </a:moveTo>
                  <a:lnTo>
                    <a:pt x="0" y="439420"/>
                  </a:lnTo>
                  <a:lnTo>
                    <a:pt x="0" y="444500"/>
                  </a:lnTo>
                  <a:lnTo>
                    <a:pt x="3809" y="444500"/>
                  </a:lnTo>
                  <a:lnTo>
                    <a:pt x="3809" y="439420"/>
                  </a:lnTo>
                  <a:close/>
                </a:path>
                <a:path w="3809" h="518160">
                  <a:moveTo>
                    <a:pt x="3809" y="176530"/>
                  </a:moveTo>
                  <a:lnTo>
                    <a:pt x="0" y="176530"/>
                  </a:lnTo>
                  <a:lnTo>
                    <a:pt x="0" y="438150"/>
                  </a:lnTo>
                  <a:lnTo>
                    <a:pt x="3809" y="438150"/>
                  </a:lnTo>
                  <a:lnTo>
                    <a:pt x="3809" y="176530"/>
                  </a:lnTo>
                  <a:close/>
                </a:path>
              </a:pathLst>
            </a:custGeom>
            <a:solidFill>
              <a:srgbClr val="D0C2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1247140" y="2874010"/>
              <a:ext cx="3810" cy="516890"/>
            </a:xfrm>
            <a:custGeom>
              <a:avLst/>
              <a:gdLst/>
              <a:ahLst/>
              <a:cxnLst/>
              <a:rect l="l" t="t" r="r" b="b"/>
              <a:pathLst>
                <a:path w="3809" h="516889">
                  <a:moveTo>
                    <a:pt x="3809" y="52070"/>
                  </a:moveTo>
                  <a:lnTo>
                    <a:pt x="0" y="52070"/>
                  </a:lnTo>
                  <a:lnTo>
                    <a:pt x="0" y="172720"/>
                  </a:lnTo>
                  <a:lnTo>
                    <a:pt x="3809" y="172720"/>
                  </a:lnTo>
                  <a:lnTo>
                    <a:pt x="3809" y="52070"/>
                  </a:lnTo>
                  <a:close/>
                </a:path>
                <a:path w="3809" h="516889">
                  <a:moveTo>
                    <a:pt x="3809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49530"/>
                  </a:lnTo>
                  <a:close/>
                </a:path>
                <a:path w="3809" h="516889">
                  <a:moveTo>
                    <a:pt x="3809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3809" y="48260"/>
                  </a:lnTo>
                  <a:lnTo>
                    <a:pt x="3809" y="45720"/>
                  </a:lnTo>
                  <a:close/>
                </a:path>
                <a:path w="3809" h="516889">
                  <a:moveTo>
                    <a:pt x="3809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3809" y="44450"/>
                  </a:lnTo>
                  <a:lnTo>
                    <a:pt x="3809" y="43180"/>
                  </a:lnTo>
                  <a:close/>
                </a:path>
                <a:path w="3809" h="516889">
                  <a:moveTo>
                    <a:pt x="3809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39370"/>
                  </a:lnTo>
                  <a:close/>
                </a:path>
                <a:path w="3809" h="516889">
                  <a:moveTo>
                    <a:pt x="3809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3809" y="38100"/>
                  </a:lnTo>
                  <a:lnTo>
                    <a:pt x="3809" y="36830"/>
                  </a:lnTo>
                  <a:close/>
                </a:path>
                <a:path w="3809" h="516889">
                  <a:moveTo>
                    <a:pt x="3809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33020"/>
                  </a:lnTo>
                  <a:close/>
                </a:path>
                <a:path w="3809" h="516889">
                  <a:moveTo>
                    <a:pt x="3809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3809" y="31750"/>
                  </a:lnTo>
                  <a:lnTo>
                    <a:pt x="3809" y="30480"/>
                  </a:lnTo>
                  <a:close/>
                </a:path>
                <a:path w="3809" h="516889">
                  <a:moveTo>
                    <a:pt x="3809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3809" y="29210"/>
                  </a:lnTo>
                  <a:lnTo>
                    <a:pt x="3809" y="26670"/>
                  </a:lnTo>
                  <a:close/>
                </a:path>
                <a:path w="3809" h="516889">
                  <a:moveTo>
                    <a:pt x="3809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3809" y="25400"/>
                  </a:lnTo>
                  <a:lnTo>
                    <a:pt x="3809" y="24130"/>
                  </a:lnTo>
                  <a:close/>
                </a:path>
                <a:path w="3809" h="516889">
                  <a:moveTo>
                    <a:pt x="3809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20320"/>
                  </a:lnTo>
                  <a:close/>
                </a:path>
                <a:path w="3809" h="516889">
                  <a:moveTo>
                    <a:pt x="3809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3809" y="19050"/>
                  </a:lnTo>
                  <a:lnTo>
                    <a:pt x="3809" y="17780"/>
                  </a:lnTo>
                  <a:close/>
                </a:path>
                <a:path w="3809" h="516889">
                  <a:moveTo>
                    <a:pt x="3809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3970"/>
                  </a:lnTo>
                  <a:close/>
                </a:path>
                <a:path w="3809" h="516889">
                  <a:moveTo>
                    <a:pt x="3809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3809" y="12700"/>
                  </a:lnTo>
                  <a:lnTo>
                    <a:pt x="3809" y="11430"/>
                  </a:lnTo>
                  <a:close/>
                </a:path>
                <a:path w="3809" h="516889">
                  <a:moveTo>
                    <a:pt x="3809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7620"/>
                  </a:lnTo>
                  <a:close/>
                </a:path>
                <a:path w="3809" h="516889">
                  <a:moveTo>
                    <a:pt x="3809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5080"/>
                  </a:lnTo>
                  <a:close/>
                </a:path>
                <a:path w="3809" h="516889">
                  <a:moveTo>
                    <a:pt x="254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  <a:path w="3809" h="516889">
                  <a:moveTo>
                    <a:pt x="3809" y="513080"/>
                  </a:moveTo>
                  <a:lnTo>
                    <a:pt x="0" y="513080"/>
                  </a:lnTo>
                  <a:lnTo>
                    <a:pt x="0" y="515620"/>
                  </a:lnTo>
                  <a:lnTo>
                    <a:pt x="1269" y="515620"/>
                  </a:lnTo>
                  <a:lnTo>
                    <a:pt x="1269" y="516890"/>
                  </a:lnTo>
                  <a:lnTo>
                    <a:pt x="3809" y="516890"/>
                  </a:lnTo>
                  <a:lnTo>
                    <a:pt x="3809" y="513080"/>
                  </a:lnTo>
                  <a:close/>
                </a:path>
                <a:path w="3809" h="516889">
                  <a:moveTo>
                    <a:pt x="3809" y="506730"/>
                  </a:moveTo>
                  <a:lnTo>
                    <a:pt x="0" y="506730"/>
                  </a:lnTo>
                  <a:lnTo>
                    <a:pt x="0" y="511810"/>
                  </a:lnTo>
                  <a:lnTo>
                    <a:pt x="3809" y="511810"/>
                  </a:lnTo>
                  <a:lnTo>
                    <a:pt x="3809" y="506730"/>
                  </a:lnTo>
                  <a:close/>
                </a:path>
                <a:path w="3809" h="516889">
                  <a:moveTo>
                    <a:pt x="3809" y="500380"/>
                  </a:moveTo>
                  <a:lnTo>
                    <a:pt x="0" y="500380"/>
                  </a:lnTo>
                  <a:lnTo>
                    <a:pt x="0" y="505460"/>
                  </a:lnTo>
                  <a:lnTo>
                    <a:pt x="3809" y="505460"/>
                  </a:lnTo>
                  <a:lnTo>
                    <a:pt x="3809" y="500380"/>
                  </a:lnTo>
                  <a:close/>
                </a:path>
                <a:path w="3809" h="516889">
                  <a:moveTo>
                    <a:pt x="3809" y="494030"/>
                  </a:moveTo>
                  <a:lnTo>
                    <a:pt x="0" y="494030"/>
                  </a:lnTo>
                  <a:lnTo>
                    <a:pt x="0" y="499110"/>
                  </a:lnTo>
                  <a:lnTo>
                    <a:pt x="3809" y="499110"/>
                  </a:lnTo>
                  <a:lnTo>
                    <a:pt x="3809" y="494030"/>
                  </a:lnTo>
                  <a:close/>
                </a:path>
                <a:path w="3809" h="516889">
                  <a:moveTo>
                    <a:pt x="3809" y="487680"/>
                  </a:moveTo>
                  <a:lnTo>
                    <a:pt x="0" y="487680"/>
                  </a:lnTo>
                  <a:lnTo>
                    <a:pt x="0" y="492760"/>
                  </a:lnTo>
                  <a:lnTo>
                    <a:pt x="3809" y="492760"/>
                  </a:lnTo>
                  <a:lnTo>
                    <a:pt x="3809" y="487680"/>
                  </a:lnTo>
                  <a:close/>
                </a:path>
                <a:path w="3809" h="516889">
                  <a:moveTo>
                    <a:pt x="3809" y="481330"/>
                  </a:moveTo>
                  <a:lnTo>
                    <a:pt x="0" y="481330"/>
                  </a:lnTo>
                  <a:lnTo>
                    <a:pt x="0" y="486410"/>
                  </a:lnTo>
                  <a:lnTo>
                    <a:pt x="3809" y="486410"/>
                  </a:lnTo>
                  <a:lnTo>
                    <a:pt x="3809" y="481330"/>
                  </a:lnTo>
                  <a:close/>
                </a:path>
                <a:path w="3809" h="516889">
                  <a:moveTo>
                    <a:pt x="3809" y="474980"/>
                  </a:moveTo>
                  <a:lnTo>
                    <a:pt x="0" y="474980"/>
                  </a:lnTo>
                  <a:lnTo>
                    <a:pt x="0" y="480060"/>
                  </a:lnTo>
                  <a:lnTo>
                    <a:pt x="3809" y="480060"/>
                  </a:lnTo>
                  <a:lnTo>
                    <a:pt x="3809" y="474980"/>
                  </a:lnTo>
                  <a:close/>
                </a:path>
                <a:path w="3809" h="516889">
                  <a:moveTo>
                    <a:pt x="3809" y="468630"/>
                  </a:moveTo>
                  <a:lnTo>
                    <a:pt x="0" y="468630"/>
                  </a:lnTo>
                  <a:lnTo>
                    <a:pt x="0" y="473710"/>
                  </a:lnTo>
                  <a:lnTo>
                    <a:pt x="3809" y="473710"/>
                  </a:lnTo>
                  <a:lnTo>
                    <a:pt x="3809" y="468630"/>
                  </a:lnTo>
                  <a:close/>
                </a:path>
                <a:path w="3809" h="516889">
                  <a:moveTo>
                    <a:pt x="3809" y="462280"/>
                  </a:moveTo>
                  <a:lnTo>
                    <a:pt x="0" y="462280"/>
                  </a:lnTo>
                  <a:lnTo>
                    <a:pt x="0" y="467360"/>
                  </a:lnTo>
                  <a:lnTo>
                    <a:pt x="3809" y="467360"/>
                  </a:lnTo>
                  <a:lnTo>
                    <a:pt x="3809" y="462280"/>
                  </a:lnTo>
                  <a:close/>
                </a:path>
                <a:path w="3809" h="516889">
                  <a:moveTo>
                    <a:pt x="3809" y="455930"/>
                  </a:moveTo>
                  <a:lnTo>
                    <a:pt x="0" y="455930"/>
                  </a:lnTo>
                  <a:lnTo>
                    <a:pt x="0" y="461010"/>
                  </a:lnTo>
                  <a:lnTo>
                    <a:pt x="3809" y="461010"/>
                  </a:lnTo>
                  <a:lnTo>
                    <a:pt x="3809" y="455930"/>
                  </a:lnTo>
                  <a:close/>
                </a:path>
                <a:path w="3809" h="516889">
                  <a:moveTo>
                    <a:pt x="3809" y="449580"/>
                  </a:moveTo>
                  <a:lnTo>
                    <a:pt x="0" y="449580"/>
                  </a:lnTo>
                  <a:lnTo>
                    <a:pt x="0" y="454660"/>
                  </a:lnTo>
                  <a:lnTo>
                    <a:pt x="3809" y="454660"/>
                  </a:lnTo>
                  <a:lnTo>
                    <a:pt x="3809" y="449580"/>
                  </a:lnTo>
                  <a:close/>
                </a:path>
                <a:path w="3809" h="516889">
                  <a:moveTo>
                    <a:pt x="3809" y="443230"/>
                  </a:moveTo>
                  <a:lnTo>
                    <a:pt x="0" y="443230"/>
                  </a:lnTo>
                  <a:lnTo>
                    <a:pt x="0" y="448310"/>
                  </a:lnTo>
                  <a:lnTo>
                    <a:pt x="3809" y="448310"/>
                  </a:lnTo>
                  <a:lnTo>
                    <a:pt x="3809" y="443230"/>
                  </a:lnTo>
                  <a:close/>
                </a:path>
                <a:path w="3809" h="516889">
                  <a:moveTo>
                    <a:pt x="3809" y="436880"/>
                  </a:moveTo>
                  <a:lnTo>
                    <a:pt x="0" y="436880"/>
                  </a:lnTo>
                  <a:lnTo>
                    <a:pt x="0" y="441960"/>
                  </a:lnTo>
                  <a:lnTo>
                    <a:pt x="3809" y="441960"/>
                  </a:lnTo>
                  <a:lnTo>
                    <a:pt x="3809" y="436880"/>
                  </a:lnTo>
                  <a:close/>
                </a:path>
                <a:path w="3809" h="516889">
                  <a:moveTo>
                    <a:pt x="3809" y="173990"/>
                  </a:moveTo>
                  <a:lnTo>
                    <a:pt x="0" y="173990"/>
                  </a:lnTo>
                  <a:lnTo>
                    <a:pt x="0" y="435610"/>
                  </a:lnTo>
                  <a:lnTo>
                    <a:pt x="3809" y="435610"/>
                  </a:lnTo>
                  <a:lnTo>
                    <a:pt x="3809" y="173990"/>
                  </a:lnTo>
                  <a:close/>
                </a:path>
              </a:pathLst>
            </a:custGeom>
            <a:solidFill>
              <a:srgbClr val="CFC1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1250950" y="2875280"/>
              <a:ext cx="3810" cy="518159"/>
            </a:xfrm>
            <a:custGeom>
              <a:avLst/>
              <a:gdLst/>
              <a:ahLst/>
              <a:cxnLst/>
              <a:rect l="l" t="t" r="r" b="b"/>
              <a:pathLst>
                <a:path w="3809" h="518160">
                  <a:moveTo>
                    <a:pt x="3809" y="50800"/>
                  </a:moveTo>
                  <a:lnTo>
                    <a:pt x="0" y="50800"/>
                  </a:lnTo>
                  <a:lnTo>
                    <a:pt x="0" y="171450"/>
                  </a:lnTo>
                  <a:lnTo>
                    <a:pt x="3809" y="171450"/>
                  </a:lnTo>
                  <a:lnTo>
                    <a:pt x="3809" y="50800"/>
                  </a:lnTo>
                  <a:close/>
                </a:path>
                <a:path w="3809" h="518160">
                  <a:moveTo>
                    <a:pt x="3809" y="48260"/>
                  </a:moveTo>
                  <a:lnTo>
                    <a:pt x="0" y="48260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8260"/>
                  </a:lnTo>
                  <a:close/>
                </a:path>
                <a:path w="3809" h="518160">
                  <a:moveTo>
                    <a:pt x="3809" y="44450"/>
                  </a:moveTo>
                  <a:lnTo>
                    <a:pt x="0" y="44450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4450"/>
                  </a:lnTo>
                  <a:close/>
                </a:path>
                <a:path w="3809" h="518160">
                  <a:moveTo>
                    <a:pt x="3809" y="41910"/>
                  </a:moveTo>
                  <a:lnTo>
                    <a:pt x="0" y="41910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41910"/>
                  </a:lnTo>
                  <a:close/>
                </a:path>
                <a:path w="3809" h="518160">
                  <a:moveTo>
                    <a:pt x="3809" y="38100"/>
                  </a:moveTo>
                  <a:lnTo>
                    <a:pt x="0" y="38100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8100"/>
                  </a:lnTo>
                  <a:close/>
                </a:path>
                <a:path w="3809" h="518160">
                  <a:moveTo>
                    <a:pt x="3809" y="35560"/>
                  </a:moveTo>
                  <a:lnTo>
                    <a:pt x="0" y="35560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5560"/>
                  </a:lnTo>
                  <a:close/>
                </a:path>
                <a:path w="3809" h="518160">
                  <a:moveTo>
                    <a:pt x="3809" y="31750"/>
                  </a:moveTo>
                  <a:lnTo>
                    <a:pt x="0" y="31750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31750"/>
                  </a:lnTo>
                  <a:close/>
                </a:path>
                <a:path w="3809" h="518160">
                  <a:moveTo>
                    <a:pt x="3809" y="29210"/>
                  </a:moveTo>
                  <a:lnTo>
                    <a:pt x="0" y="29210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29210"/>
                  </a:lnTo>
                  <a:close/>
                </a:path>
                <a:path w="3809" h="518160">
                  <a:moveTo>
                    <a:pt x="3809" y="25400"/>
                  </a:moveTo>
                  <a:lnTo>
                    <a:pt x="0" y="25400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5400"/>
                  </a:lnTo>
                  <a:close/>
                </a:path>
                <a:path w="3809" h="518160">
                  <a:moveTo>
                    <a:pt x="3809" y="22860"/>
                  </a:moveTo>
                  <a:lnTo>
                    <a:pt x="0" y="22860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22860"/>
                  </a:lnTo>
                  <a:close/>
                </a:path>
                <a:path w="3809" h="518160">
                  <a:moveTo>
                    <a:pt x="3809" y="19050"/>
                  </a:moveTo>
                  <a:lnTo>
                    <a:pt x="0" y="19050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9050"/>
                  </a:lnTo>
                  <a:close/>
                </a:path>
                <a:path w="3809" h="518160">
                  <a:moveTo>
                    <a:pt x="3809" y="16510"/>
                  </a:moveTo>
                  <a:lnTo>
                    <a:pt x="0" y="1651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6510"/>
                  </a:lnTo>
                  <a:close/>
                </a:path>
                <a:path w="3809" h="518160">
                  <a:moveTo>
                    <a:pt x="3809" y="12700"/>
                  </a:moveTo>
                  <a:lnTo>
                    <a:pt x="0" y="1270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2700"/>
                  </a:lnTo>
                  <a:close/>
                </a:path>
                <a:path w="3809" h="518160">
                  <a:moveTo>
                    <a:pt x="3809" y="10160"/>
                  </a:moveTo>
                  <a:lnTo>
                    <a:pt x="0" y="1016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10160"/>
                  </a:lnTo>
                  <a:close/>
                </a:path>
                <a:path w="3809" h="518160">
                  <a:moveTo>
                    <a:pt x="3809" y="6350"/>
                  </a:moveTo>
                  <a:lnTo>
                    <a:pt x="0" y="635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50"/>
                  </a:lnTo>
                  <a:close/>
                </a:path>
                <a:path w="3809" h="518160">
                  <a:moveTo>
                    <a:pt x="3809" y="2539"/>
                  </a:moveTo>
                  <a:lnTo>
                    <a:pt x="2540" y="2539"/>
                  </a:lnTo>
                  <a:lnTo>
                    <a:pt x="2540" y="3810"/>
                  </a:lnTo>
                  <a:lnTo>
                    <a:pt x="0" y="381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2539"/>
                  </a:lnTo>
                  <a:close/>
                </a:path>
                <a:path w="3809" h="518160">
                  <a:moveTo>
                    <a:pt x="126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69" y="2539"/>
                  </a:lnTo>
                  <a:lnTo>
                    <a:pt x="1269" y="0"/>
                  </a:lnTo>
                  <a:close/>
                </a:path>
                <a:path w="3809" h="518160">
                  <a:moveTo>
                    <a:pt x="3809" y="511810"/>
                  </a:moveTo>
                  <a:lnTo>
                    <a:pt x="0" y="511810"/>
                  </a:lnTo>
                  <a:lnTo>
                    <a:pt x="0" y="518160"/>
                  </a:lnTo>
                  <a:lnTo>
                    <a:pt x="2540" y="518160"/>
                  </a:lnTo>
                  <a:lnTo>
                    <a:pt x="2540" y="516890"/>
                  </a:lnTo>
                  <a:lnTo>
                    <a:pt x="3809" y="516890"/>
                  </a:lnTo>
                  <a:lnTo>
                    <a:pt x="3809" y="511810"/>
                  </a:lnTo>
                  <a:close/>
                </a:path>
                <a:path w="3809" h="518160">
                  <a:moveTo>
                    <a:pt x="3809" y="505460"/>
                  </a:moveTo>
                  <a:lnTo>
                    <a:pt x="0" y="505460"/>
                  </a:lnTo>
                  <a:lnTo>
                    <a:pt x="0" y="510540"/>
                  </a:lnTo>
                  <a:lnTo>
                    <a:pt x="3809" y="510540"/>
                  </a:lnTo>
                  <a:lnTo>
                    <a:pt x="3809" y="505460"/>
                  </a:lnTo>
                  <a:close/>
                </a:path>
                <a:path w="3809" h="518160">
                  <a:moveTo>
                    <a:pt x="3809" y="499110"/>
                  </a:moveTo>
                  <a:lnTo>
                    <a:pt x="0" y="499110"/>
                  </a:lnTo>
                  <a:lnTo>
                    <a:pt x="0" y="504190"/>
                  </a:lnTo>
                  <a:lnTo>
                    <a:pt x="3809" y="504190"/>
                  </a:lnTo>
                  <a:lnTo>
                    <a:pt x="3809" y="499110"/>
                  </a:lnTo>
                  <a:close/>
                </a:path>
                <a:path w="3809" h="518160">
                  <a:moveTo>
                    <a:pt x="3809" y="492760"/>
                  </a:moveTo>
                  <a:lnTo>
                    <a:pt x="0" y="492760"/>
                  </a:lnTo>
                  <a:lnTo>
                    <a:pt x="0" y="497840"/>
                  </a:lnTo>
                  <a:lnTo>
                    <a:pt x="3809" y="497840"/>
                  </a:lnTo>
                  <a:lnTo>
                    <a:pt x="3809" y="492760"/>
                  </a:lnTo>
                  <a:close/>
                </a:path>
                <a:path w="3809" h="518160">
                  <a:moveTo>
                    <a:pt x="3809" y="486410"/>
                  </a:moveTo>
                  <a:lnTo>
                    <a:pt x="0" y="486410"/>
                  </a:lnTo>
                  <a:lnTo>
                    <a:pt x="0" y="491490"/>
                  </a:lnTo>
                  <a:lnTo>
                    <a:pt x="3809" y="491490"/>
                  </a:lnTo>
                  <a:lnTo>
                    <a:pt x="3809" y="486410"/>
                  </a:lnTo>
                  <a:close/>
                </a:path>
                <a:path w="3809" h="518160">
                  <a:moveTo>
                    <a:pt x="3809" y="480060"/>
                  </a:moveTo>
                  <a:lnTo>
                    <a:pt x="0" y="480060"/>
                  </a:lnTo>
                  <a:lnTo>
                    <a:pt x="0" y="485140"/>
                  </a:lnTo>
                  <a:lnTo>
                    <a:pt x="3809" y="485140"/>
                  </a:lnTo>
                  <a:lnTo>
                    <a:pt x="3809" y="480060"/>
                  </a:lnTo>
                  <a:close/>
                </a:path>
                <a:path w="3809" h="518160">
                  <a:moveTo>
                    <a:pt x="3809" y="473710"/>
                  </a:moveTo>
                  <a:lnTo>
                    <a:pt x="0" y="473710"/>
                  </a:lnTo>
                  <a:lnTo>
                    <a:pt x="0" y="478790"/>
                  </a:lnTo>
                  <a:lnTo>
                    <a:pt x="3809" y="478790"/>
                  </a:lnTo>
                  <a:lnTo>
                    <a:pt x="3809" y="473710"/>
                  </a:lnTo>
                  <a:close/>
                </a:path>
                <a:path w="3809" h="518160">
                  <a:moveTo>
                    <a:pt x="3809" y="467360"/>
                  </a:moveTo>
                  <a:lnTo>
                    <a:pt x="0" y="467360"/>
                  </a:lnTo>
                  <a:lnTo>
                    <a:pt x="0" y="472440"/>
                  </a:lnTo>
                  <a:lnTo>
                    <a:pt x="3809" y="472440"/>
                  </a:lnTo>
                  <a:lnTo>
                    <a:pt x="3809" y="467360"/>
                  </a:lnTo>
                  <a:close/>
                </a:path>
                <a:path w="3809" h="518160">
                  <a:moveTo>
                    <a:pt x="3809" y="461010"/>
                  </a:moveTo>
                  <a:lnTo>
                    <a:pt x="0" y="461010"/>
                  </a:lnTo>
                  <a:lnTo>
                    <a:pt x="0" y="466090"/>
                  </a:lnTo>
                  <a:lnTo>
                    <a:pt x="3809" y="466090"/>
                  </a:lnTo>
                  <a:lnTo>
                    <a:pt x="3809" y="461010"/>
                  </a:lnTo>
                  <a:close/>
                </a:path>
                <a:path w="3809" h="518160">
                  <a:moveTo>
                    <a:pt x="3809" y="454660"/>
                  </a:moveTo>
                  <a:lnTo>
                    <a:pt x="0" y="454660"/>
                  </a:lnTo>
                  <a:lnTo>
                    <a:pt x="0" y="459740"/>
                  </a:lnTo>
                  <a:lnTo>
                    <a:pt x="3809" y="459740"/>
                  </a:lnTo>
                  <a:lnTo>
                    <a:pt x="3809" y="454660"/>
                  </a:lnTo>
                  <a:close/>
                </a:path>
                <a:path w="3809" h="518160">
                  <a:moveTo>
                    <a:pt x="3809" y="448310"/>
                  </a:moveTo>
                  <a:lnTo>
                    <a:pt x="0" y="448310"/>
                  </a:lnTo>
                  <a:lnTo>
                    <a:pt x="0" y="453390"/>
                  </a:lnTo>
                  <a:lnTo>
                    <a:pt x="3809" y="453390"/>
                  </a:lnTo>
                  <a:lnTo>
                    <a:pt x="3809" y="448310"/>
                  </a:lnTo>
                  <a:close/>
                </a:path>
                <a:path w="3809" h="518160">
                  <a:moveTo>
                    <a:pt x="3809" y="441960"/>
                  </a:moveTo>
                  <a:lnTo>
                    <a:pt x="0" y="441960"/>
                  </a:lnTo>
                  <a:lnTo>
                    <a:pt x="0" y="447040"/>
                  </a:lnTo>
                  <a:lnTo>
                    <a:pt x="3809" y="447040"/>
                  </a:lnTo>
                  <a:lnTo>
                    <a:pt x="3809" y="441960"/>
                  </a:lnTo>
                  <a:close/>
                </a:path>
                <a:path w="3809" h="518160">
                  <a:moveTo>
                    <a:pt x="3809" y="435610"/>
                  </a:moveTo>
                  <a:lnTo>
                    <a:pt x="0" y="435610"/>
                  </a:lnTo>
                  <a:lnTo>
                    <a:pt x="0" y="440690"/>
                  </a:lnTo>
                  <a:lnTo>
                    <a:pt x="3809" y="440690"/>
                  </a:lnTo>
                  <a:lnTo>
                    <a:pt x="3809" y="435610"/>
                  </a:lnTo>
                  <a:close/>
                </a:path>
                <a:path w="3809" h="518160">
                  <a:moveTo>
                    <a:pt x="3809" y="172720"/>
                  </a:moveTo>
                  <a:lnTo>
                    <a:pt x="0" y="172720"/>
                  </a:lnTo>
                  <a:lnTo>
                    <a:pt x="0" y="434340"/>
                  </a:lnTo>
                  <a:lnTo>
                    <a:pt x="3809" y="434340"/>
                  </a:lnTo>
                  <a:lnTo>
                    <a:pt x="3809" y="172720"/>
                  </a:lnTo>
                  <a:close/>
                </a:path>
              </a:pathLst>
            </a:custGeom>
            <a:solidFill>
              <a:srgbClr val="CEC0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1254760" y="2877819"/>
              <a:ext cx="2540" cy="514350"/>
            </a:xfrm>
            <a:custGeom>
              <a:avLst/>
              <a:gdLst/>
              <a:ahLst/>
              <a:cxnLst/>
              <a:rect l="l" t="t" r="r" b="b"/>
              <a:pathLst>
                <a:path w="2540" h="514350">
                  <a:moveTo>
                    <a:pt x="127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70" y="2540"/>
                  </a:lnTo>
                  <a:lnTo>
                    <a:pt x="1270" y="0"/>
                  </a:lnTo>
                  <a:close/>
                </a:path>
                <a:path w="2540" h="514350">
                  <a:moveTo>
                    <a:pt x="2540" y="509270"/>
                  </a:moveTo>
                  <a:lnTo>
                    <a:pt x="0" y="509270"/>
                  </a:lnTo>
                  <a:lnTo>
                    <a:pt x="0" y="514350"/>
                  </a:lnTo>
                  <a:lnTo>
                    <a:pt x="2540" y="514350"/>
                  </a:lnTo>
                  <a:lnTo>
                    <a:pt x="2540" y="509270"/>
                  </a:lnTo>
                  <a:close/>
                </a:path>
                <a:path w="2540" h="514350">
                  <a:moveTo>
                    <a:pt x="2540" y="502920"/>
                  </a:moveTo>
                  <a:lnTo>
                    <a:pt x="0" y="502920"/>
                  </a:lnTo>
                  <a:lnTo>
                    <a:pt x="0" y="508000"/>
                  </a:lnTo>
                  <a:lnTo>
                    <a:pt x="2540" y="508000"/>
                  </a:lnTo>
                  <a:lnTo>
                    <a:pt x="2540" y="502920"/>
                  </a:lnTo>
                  <a:close/>
                </a:path>
                <a:path w="2540" h="514350">
                  <a:moveTo>
                    <a:pt x="2540" y="496570"/>
                  </a:moveTo>
                  <a:lnTo>
                    <a:pt x="0" y="496570"/>
                  </a:lnTo>
                  <a:lnTo>
                    <a:pt x="0" y="501650"/>
                  </a:lnTo>
                  <a:lnTo>
                    <a:pt x="2540" y="501650"/>
                  </a:lnTo>
                  <a:lnTo>
                    <a:pt x="2540" y="496570"/>
                  </a:lnTo>
                  <a:close/>
                </a:path>
                <a:path w="2540" h="514350">
                  <a:moveTo>
                    <a:pt x="2540" y="490220"/>
                  </a:moveTo>
                  <a:lnTo>
                    <a:pt x="0" y="490220"/>
                  </a:lnTo>
                  <a:lnTo>
                    <a:pt x="0" y="495300"/>
                  </a:lnTo>
                  <a:lnTo>
                    <a:pt x="2540" y="495300"/>
                  </a:lnTo>
                  <a:lnTo>
                    <a:pt x="2540" y="490220"/>
                  </a:lnTo>
                  <a:close/>
                </a:path>
                <a:path w="2540" h="514350">
                  <a:moveTo>
                    <a:pt x="2540" y="483870"/>
                  </a:moveTo>
                  <a:lnTo>
                    <a:pt x="0" y="483870"/>
                  </a:lnTo>
                  <a:lnTo>
                    <a:pt x="0" y="488950"/>
                  </a:lnTo>
                  <a:lnTo>
                    <a:pt x="2540" y="488950"/>
                  </a:lnTo>
                  <a:lnTo>
                    <a:pt x="2540" y="483870"/>
                  </a:lnTo>
                  <a:close/>
                </a:path>
                <a:path w="2540" h="514350">
                  <a:moveTo>
                    <a:pt x="2540" y="477520"/>
                  </a:moveTo>
                  <a:lnTo>
                    <a:pt x="0" y="477520"/>
                  </a:lnTo>
                  <a:lnTo>
                    <a:pt x="0" y="482600"/>
                  </a:lnTo>
                  <a:lnTo>
                    <a:pt x="2540" y="482600"/>
                  </a:lnTo>
                  <a:lnTo>
                    <a:pt x="2540" y="477520"/>
                  </a:lnTo>
                  <a:close/>
                </a:path>
                <a:path w="2540" h="514350">
                  <a:moveTo>
                    <a:pt x="2540" y="471170"/>
                  </a:moveTo>
                  <a:lnTo>
                    <a:pt x="0" y="471170"/>
                  </a:lnTo>
                  <a:lnTo>
                    <a:pt x="0" y="476250"/>
                  </a:lnTo>
                  <a:lnTo>
                    <a:pt x="2540" y="476250"/>
                  </a:lnTo>
                  <a:lnTo>
                    <a:pt x="2540" y="471170"/>
                  </a:lnTo>
                  <a:close/>
                </a:path>
                <a:path w="2540" h="514350">
                  <a:moveTo>
                    <a:pt x="2540" y="464820"/>
                  </a:moveTo>
                  <a:lnTo>
                    <a:pt x="0" y="464820"/>
                  </a:lnTo>
                  <a:lnTo>
                    <a:pt x="0" y="469900"/>
                  </a:lnTo>
                  <a:lnTo>
                    <a:pt x="2540" y="469900"/>
                  </a:lnTo>
                  <a:lnTo>
                    <a:pt x="2540" y="464820"/>
                  </a:lnTo>
                  <a:close/>
                </a:path>
                <a:path w="2540" h="514350">
                  <a:moveTo>
                    <a:pt x="2540" y="458470"/>
                  </a:moveTo>
                  <a:lnTo>
                    <a:pt x="0" y="458470"/>
                  </a:lnTo>
                  <a:lnTo>
                    <a:pt x="0" y="463550"/>
                  </a:lnTo>
                  <a:lnTo>
                    <a:pt x="2540" y="463550"/>
                  </a:lnTo>
                  <a:lnTo>
                    <a:pt x="2540" y="458470"/>
                  </a:lnTo>
                  <a:close/>
                </a:path>
                <a:path w="2540" h="514350">
                  <a:moveTo>
                    <a:pt x="2540" y="452120"/>
                  </a:moveTo>
                  <a:lnTo>
                    <a:pt x="0" y="452120"/>
                  </a:lnTo>
                  <a:lnTo>
                    <a:pt x="0" y="457200"/>
                  </a:lnTo>
                  <a:lnTo>
                    <a:pt x="2540" y="457200"/>
                  </a:lnTo>
                  <a:lnTo>
                    <a:pt x="2540" y="452120"/>
                  </a:lnTo>
                  <a:close/>
                </a:path>
                <a:path w="2540" h="514350">
                  <a:moveTo>
                    <a:pt x="2540" y="445770"/>
                  </a:moveTo>
                  <a:lnTo>
                    <a:pt x="0" y="445770"/>
                  </a:lnTo>
                  <a:lnTo>
                    <a:pt x="0" y="450850"/>
                  </a:lnTo>
                  <a:lnTo>
                    <a:pt x="2540" y="450850"/>
                  </a:lnTo>
                  <a:lnTo>
                    <a:pt x="2540" y="445770"/>
                  </a:lnTo>
                  <a:close/>
                </a:path>
                <a:path w="2540" h="514350">
                  <a:moveTo>
                    <a:pt x="2540" y="439420"/>
                  </a:moveTo>
                  <a:lnTo>
                    <a:pt x="0" y="439420"/>
                  </a:lnTo>
                  <a:lnTo>
                    <a:pt x="0" y="444500"/>
                  </a:lnTo>
                  <a:lnTo>
                    <a:pt x="2540" y="444500"/>
                  </a:lnTo>
                  <a:lnTo>
                    <a:pt x="2540" y="439420"/>
                  </a:lnTo>
                  <a:close/>
                </a:path>
                <a:path w="2540" h="514350">
                  <a:moveTo>
                    <a:pt x="2540" y="433070"/>
                  </a:moveTo>
                  <a:lnTo>
                    <a:pt x="0" y="433070"/>
                  </a:lnTo>
                  <a:lnTo>
                    <a:pt x="0" y="438150"/>
                  </a:lnTo>
                  <a:lnTo>
                    <a:pt x="2540" y="438150"/>
                  </a:lnTo>
                  <a:lnTo>
                    <a:pt x="2540" y="433070"/>
                  </a:lnTo>
                  <a:close/>
                </a:path>
                <a:path w="2540" h="514350">
                  <a:moveTo>
                    <a:pt x="2540" y="170180"/>
                  </a:moveTo>
                  <a:lnTo>
                    <a:pt x="0" y="170180"/>
                  </a:lnTo>
                  <a:lnTo>
                    <a:pt x="0" y="431800"/>
                  </a:lnTo>
                  <a:lnTo>
                    <a:pt x="2540" y="431800"/>
                  </a:lnTo>
                  <a:lnTo>
                    <a:pt x="2540" y="170180"/>
                  </a:lnTo>
                  <a:close/>
                </a:path>
                <a:path w="2540" h="514350">
                  <a:moveTo>
                    <a:pt x="2540" y="48260"/>
                  </a:moveTo>
                  <a:lnTo>
                    <a:pt x="0" y="48260"/>
                  </a:lnTo>
                  <a:lnTo>
                    <a:pt x="0" y="168910"/>
                  </a:lnTo>
                  <a:lnTo>
                    <a:pt x="2540" y="168910"/>
                  </a:lnTo>
                  <a:lnTo>
                    <a:pt x="2540" y="48260"/>
                  </a:lnTo>
                  <a:close/>
                </a:path>
                <a:path w="2540" h="514350">
                  <a:moveTo>
                    <a:pt x="2540" y="45720"/>
                  </a:moveTo>
                  <a:lnTo>
                    <a:pt x="0" y="45720"/>
                  </a:lnTo>
                  <a:lnTo>
                    <a:pt x="0" y="46990"/>
                  </a:lnTo>
                  <a:lnTo>
                    <a:pt x="2540" y="46990"/>
                  </a:lnTo>
                  <a:lnTo>
                    <a:pt x="2540" y="45720"/>
                  </a:lnTo>
                  <a:close/>
                </a:path>
                <a:path w="2540" h="514350">
                  <a:moveTo>
                    <a:pt x="2540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2540" y="44450"/>
                  </a:lnTo>
                  <a:lnTo>
                    <a:pt x="2540" y="41910"/>
                  </a:lnTo>
                  <a:close/>
                </a:path>
                <a:path w="2540" h="514350">
                  <a:moveTo>
                    <a:pt x="2540" y="39370"/>
                  </a:moveTo>
                  <a:lnTo>
                    <a:pt x="0" y="39370"/>
                  </a:lnTo>
                  <a:lnTo>
                    <a:pt x="0" y="40640"/>
                  </a:lnTo>
                  <a:lnTo>
                    <a:pt x="2540" y="40640"/>
                  </a:lnTo>
                  <a:lnTo>
                    <a:pt x="2540" y="39370"/>
                  </a:lnTo>
                  <a:close/>
                </a:path>
                <a:path w="2540" h="514350">
                  <a:moveTo>
                    <a:pt x="254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2540" y="38100"/>
                  </a:lnTo>
                  <a:lnTo>
                    <a:pt x="2540" y="35560"/>
                  </a:lnTo>
                  <a:close/>
                </a:path>
                <a:path w="2540" h="514350">
                  <a:moveTo>
                    <a:pt x="2540" y="33020"/>
                  </a:moveTo>
                  <a:lnTo>
                    <a:pt x="0" y="33020"/>
                  </a:lnTo>
                  <a:lnTo>
                    <a:pt x="0" y="34290"/>
                  </a:lnTo>
                  <a:lnTo>
                    <a:pt x="2540" y="34290"/>
                  </a:lnTo>
                  <a:lnTo>
                    <a:pt x="2540" y="33020"/>
                  </a:lnTo>
                  <a:close/>
                </a:path>
                <a:path w="2540" h="514350">
                  <a:moveTo>
                    <a:pt x="254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2540" y="31750"/>
                  </a:lnTo>
                  <a:lnTo>
                    <a:pt x="2540" y="29210"/>
                  </a:lnTo>
                  <a:close/>
                </a:path>
                <a:path w="2540" h="514350">
                  <a:moveTo>
                    <a:pt x="2540" y="26670"/>
                  </a:moveTo>
                  <a:lnTo>
                    <a:pt x="0" y="26670"/>
                  </a:lnTo>
                  <a:lnTo>
                    <a:pt x="0" y="27940"/>
                  </a:lnTo>
                  <a:lnTo>
                    <a:pt x="2540" y="27940"/>
                  </a:lnTo>
                  <a:lnTo>
                    <a:pt x="2540" y="26670"/>
                  </a:lnTo>
                  <a:close/>
                </a:path>
                <a:path w="2540" h="514350">
                  <a:moveTo>
                    <a:pt x="254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2540" y="25400"/>
                  </a:lnTo>
                  <a:lnTo>
                    <a:pt x="2540" y="22860"/>
                  </a:lnTo>
                  <a:close/>
                </a:path>
                <a:path w="2540" h="514350">
                  <a:moveTo>
                    <a:pt x="2540" y="20320"/>
                  </a:moveTo>
                  <a:lnTo>
                    <a:pt x="0" y="20320"/>
                  </a:lnTo>
                  <a:lnTo>
                    <a:pt x="0" y="21590"/>
                  </a:lnTo>
                  <a:lnTo>
                    <a:pt x="2540" y="21590"/>
                  </a:lnTo>
                  <a:lnTo>
                    <a:pt x="2540" y="20320"/>
                  </a:lnTo>
                  <a:close/>
                </a:path>
                <a:path w="2540" h="514350">
                  <a:moveTo>
                    <a:pt x="254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2540" y="19050"/>
                  </a:lnTo>
                  <a:lnTo>
                    <a:pt x="2540" y="16510"/>
                  </a:lnTo>
                  <a:close/>
                </a:path>
                <a:path w="2540" h="514350">
                  <a:moveTo>
                    <a:pt x="2540" y="13970"/>
                  </a:moveTo>
                  <a:lnTo>
                    <a:pt x="0" y="13970"/>
                  </a:lnTo>
                  <a:lnTo>
                    <a:pt x="0" y="15240"/>
                  </a:lnTo>
                  <a:lnTo>
                    <a:pt x="2540" y="15240"/>
                  </a:lnTo>
                  <a:lnTo>
                    <a:pt x="2540" y="13970"/>
                  </a:lnTo>
                  <a:close/>
                </a:path>
                <a:path w="2540" h="514350">
                  <a:moveTo>
                    <a:pt x="254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2540" y="12700"/>
                  </a:lnTo>
                  <a:lnTo>
                    <a:pt x="2540" y="10160"/>
                  </a:lnTo>
                  <a:close/>
                </a:path>
                <a:path w="2540" h="514350">
                  <a:moveTo>
                    <a:pt x="2540" y="7620"/>
                  </a:moveTo>
                  <a:lnTo>
                    <a:pt x="0" y="7620"/>
                  </a:lnTo>
                  <a:lnTo>
                    <a:pt x="0" y="8890"/>
                  </a:lnTo>
                  <a:lnTo>
                    <a:pt x="2540" y="8890"/>
                  </a:lnTo>
                  <a:lnTo>
                    <a:pt x="2540" y="7620"/>
                  </a:lnTo>
                  <a:close/>
                </a:path>
                <a:path w="2540" h="514350">
                  <a:moveTo>
                    <a:pt x="2540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2540" y="6350"/>
                  </a:lnTo>
                  <a:lnTo>
                    <a:pt x="2540" y="3810"/>
                  </a:lnTo>
                  <a:close/>
                </a:path>
              </a:pathLst>
            </a:custGeom>
            <a:solidFill>
              <a:srgbClr val="CEBF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1257300" y="2880359"/>
              <a:ext cx="3810" cy="514350"/>
            </a:xfrm>
            <a:custGeom>
              <a:avLst/>
              <a:gdLst/>
              <a:ahLst/>
              <a:cxnLst/>
              <a:rect l="l" t="t" r="r" b="b"/>
              <a:pathLst>
                <a:path w="3809" h="514350">
                  <a:moveTo>
                    <a:pt x="3810" y="513080"/>
                  </a:moveTo>
                  <a:lnTo>
                    <a:pt x="1270" y="513080"/>
                  </a:lnTo>
                  <a:lnTo>
                    <a:pt x="1270" y="514350"/>
                  </a:lnTo>
                  <a:lnTo>
                    <a:pt x="3810" y="514350"/>
                  </a:lnTo>
                  <a:lnTo>
                    <a:pt x="3810" y="513080"/>
                  </a:lnTo>
                  <a:close/>
                </a:path>
                <a:path w="3809" h="514350">
                  <a:moveTo>
                    <a:pt x="3810" y="506730"/>
                  </a:moveTo>
                  <a:lnTo>
                    <a:pt x="0" y="506730"/>
                  </a:lnTo>
                  <a:lnTo>
                    <a:pt x="0" y="511810"/>
                  </a:lnTo>
                  <a:lnTo>
                    <a:pt x="3810" y="511810"/>
                  </a:lnTo>
                  <a:lnTo>
                    <a:pt x="3810" y="506730"/>
                  </a:lnTo>
                  <a:close/>
                </a:path>
                <a:path w="3809" h="514350">
                  <a:moveTo>
                    <a:pt x="3810" y="500380"/>
                  </a:moveTo>
                  <a:lnTo>
                    <a:pt x="0" y="500380"/>
                  </a:lnTo>
                  <a:lnTo>
                    <a:pt x="0" y="505460"/>
                  </a:lnTo>
                  <a:lnTo>
                    <a:pt x="3810" y="505460"/>
                  </a:lnTo>
                  <a:lnTo>
                    <a:pt x="3810" y="500380"/>
                  </a:lnTo>
                  <a:close/>
                </a:path>
                <a:path w="3809" h="514350">
                  <a:moveTo>
                    <a:pt x="3810" y="494030"/>
                  </a:moveTo>
                  <a:lnTo>
                    <a:pt x="0" y="494030"/>
                  </a:lnTo>
                  <a:lnTo>
                    <a:pt x="0" y="499110"/>
                  </a:lnTo>
                  <a:lnTo>
                    <a:pt x="3810" y="499110"/>
                  </a:lnTo>
                  <a:lnTo>
                    <a:pt x="3810" y="494030"/>
                  </a:lnTo>
                  <a:close/>
                </a:path>
                <a:path w="3809" h="514350">
                  <a:moveTo>
                    <a:pt x="3810" y="487680"/>
                  </a:moveTo>
                  <a:lnTo>
                    <a:pt x="0" y="487680"/>
                  </a:lnTo>
                  <a:lnTo>
                    <a:pt x="0" y="492760"/>
                  </a:lnTo>
                  <a:lnTo>
                    <a:pt x="3810" y="492760"/>
                  </a:lnTo>
                  <a:lnTo>
                    <a:pt x="3810" y="487680"/>
                  </a:lnTo>
                  <a:close/>
                </a:path>
                <a:path w="3809" h="514350">
                  <a:moveTo>
                    <a:pt x="3810" y="481330"/>
                  </a:moveTo>
                  <a:lnTo>
                    <a:pt x="0" y="481330"/>
                  </a:lnTo>
                  <a:lnTo>
                    <a:pt x="0" y="486410"/>
                  </a:lnTo>
                  <a:lnTo>
                    <a:pt x="3810" y="486410"/>
                  </a:lnTo>
                  <a:lnTo>
                    <a:pt x="3810" y="481330"/>
                  </a:lnTo>
                  <a:close/>
                </a:path>
                <a:path w="3809" h="514350">
                  <a:moveTo>
                    <a:pt x="3810" y="474980"/>
                  </a:moveTo>
                  <a:lnTo>
                    <a:pt x="0" y="474980"/>
                  </a:lnTo>
                  <a:lnTo>
                    <a:pt x="0" y="480060"/>
                  </a:lnTo>
                  <a:lnTo>
                    <a:pt x="3810" y="480060"/>
                  </a:lnTo>
                  <a:lnTo>
                    <a:pt x="3810" y="474980"/>
                  </a:lnTo>
                  <a:close/>
                </a:path>
                <a:path w="3809" h="514350">
                  <a:moveTo>
                    <a:pt x="3810" y="468630"/>
                  </a:moveTo>
                  <a:lnTo>
                    <a:pt x="0" y="468630"/>
                  </a:lnTo>
                  <a:lnTo>
                    <a:pt x="0" y="473710"/>
                  </a:lnTo>
                  <a:lnTo>
                    <a:pt x="3810" y="473710"/>
                  </a:lnTo>
                  <a:lnTo>
                    <a:pt x="3810" y="468630"/>
                  </a:lnTo>
                  <a:close/>
                </a:path>
                <a:path w="3809" h="514350">
                  <a:moveTo>
                    <a:pt x="3810" y="462280"/>
                  </a:moveTo>
                  <a:lnTo>
                    <a:pt x="0" y="462280"/>
                  </a:lnTo>
                  <a:lnTo>
                    <a:pt x="0" y="467360"/>
                  </a:lnTo>
                  <a:lnTo>
                    <a:pt x="3810" y="467360"/>
                  </a:lnTo>
                  <a:lnTo>
                    <a:pt x="3810" y="462280"/>
                  </a:lnTo>
                  <a:close/>
                </a:path>
                <a:path w="3809" h="514350">
                  <a:moveTo>
                    <a:pt x="3810" y="455930"/>
                  </a:moveTo>
                  <a:lnTo>
                    <a:pt x="0" y="455930"/>
                  </a:lnTo>
                  <a:lnTo>
                    <a:pt x="0" y="461010"/>
                  </a:lnTo>
                  <a:lnTo>
                    <a:pt x="3810" y="461010"/>
                  </a:lnTo>
                  <a:lnTo>
                    <a:pt x="3810" y="455930"/>
                  </a:lnTo>
                  <a:close/>
                </a:path>
                <a:path w="3809" h="514350">
                  <a:moveTo>
                    <a:pt x="3810" y="449580"/>
                  </a:moveTo>
                  <a:lnTo>
                    <a:pt x="0" y="449580"/>
                  </a:lnTo>
                  <a:lnTo>
                    <a:pt x="0" y="454660"/>
                  </a:lnTo>
                  <a:lnTo>
                    <a:pt x="3810" y="454660"/>
                  </a:lnTo>
                  <a:lnTo>
                    <a:pt x="3810" y="449580"/>
                  </a:lnTo>
                  <a:close/>
                </a:path>
                <a:path w="3809" h="514350">
                  <a:moveTo>
                    <a:pt x="3810" y="443230"/>
                  </a:moveTo>
                  <a:lnTo>
                    <a:pt x="0" y="443230"/>
                  </a:lnTo>
                  <a:lnTo>
                    <a:pt x="0" y="448310"/>
                  </a:lnTo>
                  <a:lnTo>
                    <a:pt x="3810" y="448310"/>
                  </a:lnTo>
                  <a:lnTo>
                    <a:pt x="3810" y="443230"/>
                  </a:lnTo>
                  <a:close/>
                </a:path>
                <a:path w="3809" h="514350">
                  <a:moveTo>
                    <a:pt x="3810" y="436880"/>
                  </a:moveTo>
                  <a:lnTo>
                    <a:pt x="0" y="436880"/>
                  </a:lnTo>
                  <a:lnTo>
                    <a:pt x="0" y="441960"/>
                  </a:lnTo>
                  <a:lnTo>
                    <a:pt x="3810" y="441960"/>
                  </a:lnTo>
                  <a:lnTo>
                    <a:pt x="3810" y="436880"/>
                  </a:lnTo>
                  <a:close/>
                </a:path>
                <a:path w="3809" h="514350">
                  <a:moveTo>
                    <a:pt x="3810" y="430530"/>
                  </a:moveTo>
                  <a:lnTo>
                    <a:pt x="0" y="430530"/>
                  </a:lnTo>
                  <a:lnTo>
                    <a:pt x="0" y="435610"/>
                  </a:lnTo>
                  <a:lnTo>
                    <a:pt x="3810" y="435610"/>
                  </a:lnTo>
                  <a:lnTo>
                    <a:pt x="3810" y="430530"/>
                  </a:lnTo>
                  <a:close/>
                </a:path>
                <a:path w="3809" h="514350">
                  <a:moveTo>
                    <a:pt x="3810" y="167640"/>
                  </a:moveTo>
                  <a:lnTo>
                    <a:pt x="0" y="167640"/>
                  </a:lnTo>
                  <a:lnTo>
                    <a:pt x="0" y="429260"/>
                  </a:lnTo>
                  <a:lnTo>
                    <a:pt x="3810" y="429260"/>
                  </a:lnTo>
                  <a:lnTo>
                    <a:pt x="3810" y="167640"/>
                  </a:lnTo>
                  <a:close/>
                </a:path>
                <a:path w="3809" h="514350">
                  <a:moveTo>
                    <a:pt x="3810" y="45720"/>
                  </a:moveTo>
                  <a:lnTo>
                    <a:pt x="0" y="45720"/>
                  </a:lnTo>
                  <a:lnTo>
                    <a:pt x="0" y="166370"/>
                  </a:lnTo>
                  <a:lnTo>
                    <a:pt x="3810" y="166370"/>
                  </a:lnTo>
                  <a:lnTo>
                    <a:pt x="3810" y="45720"/>
                  </a:lnTo>
                  <a:close/>
                </a:path>
                <a:path w="3809" h="514350">
                  <a:moveTo>
                    <a:pt x="3810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3810" y="44450"/>
                  </a:lnTo>
                  <a:lnTo>
                    <a:pt x="3810" y="43180"/>
                  </a:lnTo>
                  <a:close/>
                </a:path>
                <a:path w="3809" h="514350">
                  <a:moveTo>
                    <a:pt x="3810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9370"/>
                  </a:lnTo>
                  <a:close/>
                </a:path>
                <a:path w="3809" h="514350">
                  <a:moveTo>
                    <a:pt x="3810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6830"/>
                  </a:lnTo>
                  <a:close/>
                </a:path>
                <a:path w="3809" h="514350">
                  <a:moveTo>
                    <a:pt x="3810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33020"/>
                  </a:lnTo>
                  <a:close/>
                </a:path>
                <a:path w="3809" h="514350">
                  <a:moveTo>
                    <a:pt x="3810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3810" y="31750"/>
                  </a:lnTo>
                  <a:lnTo>
                    <a:pt x="3810" y="30480"/>
                  </a:lnTo>
                  <a:close/>
                </a:path>
                <a:path w="3809" h="514350">
                  <a:moveTo>
                    <a:pt x="3810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6670"/>
                  </a:lnTo>
                  <a:close/>
                </a:path>
                <a:path w="3809" h="514350">
                  <a:moveTo>
                    <a:pt x="3810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4130"/>
                  </a:lnTo>
                  <a:close/>
                </a:path>
                <a:path w="3809" h="514350">
                  <a:moveTo>
                    <a:pt x="3810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20320"/>
                  </a:lnTo>
                  <a:close/>
                </a:path>
                <a:path w="3809" h="514350">
                  <a:moveTo>
                    <a:pt x="3810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7780"/>
                  </a:lnTo>
                  <a:close/>
                </a:path>
                <a:path w="3809" h="514350">
                  <a:moveTo>
                    <a:pt x="3810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70"/>
                  </a:lnTo>
                  <a:close/>
                </a:path>
                <a:path w="3809" h="514350">
                  <a:moveTo>
                    <a:pt x="3810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11430"/>
                  </a:lnTo>
                  <a:close/>
                </a:path>
                <a:path w="3809" h="514350">
                  <a:moveTo>
                    <a:pt x="3810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20"/>
                  </a:lnTo>
                  <a:close/>
                </a:path>
                <a:path w="3809" h="514350">
                  <a:moveTo>
                    <a:pt x="3810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5080"/>
                  </a:lnTo>
                  <a:close/>
                </a:path>
                <a:path w="3809" h="514350">
                  <a:moveTo>
                    <a:pt x="3810" y="1270"/>
                  </a:moveTo>
                  <a:lnTo>
                    <a:pt x="2540" y="1270"/>
                  </a:lnTo>
                  <a:lnTo>
                    <a:pt x="254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70"/>
                  </a:lnTo>
                  <a:close/>
                </a:path>
              </a:pathLst>
            </a:custGeom>
            <a:solidFill>
              <a:srgbClr val="CDBE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1261109" y="2881630"/>
              <a:ext cx="3810" cy="514350"/>
            </a:xfrm>
            <a:custGeom>
              <a:avLst/>
              <a:gdLst/>
              <a:ahLst/>
              <a:cxnLst/>
              <a:rect l="l" t="t" r="r" b="b"/>
              <a:pathLst>
                <a:path w="3809" h="514350">
                  <a:moveTo>
                    <a:pt x="3809" y="44450"/>
                  </a:moveTo>
                  <a:lnTo>
                    <a:pt x="0" y="44450"/>
                  </a:lnTo>
                  <a:lnTo>
                    <a:pt x="0" y="165100"/>
                  </a:lnTo>
                  <a:lnTo>
                    <a:pt x="3809" y="165100"/>
                  </a:lnTo>
                  <a:lnTo>
                    <a:pt x="3809" y="44450"/>
                  </a:lnTo>
                  <a:close/>
                </a:path>
                <a:path w="3809" h="514350">
                  <a:moveTo>
                    <a:pt x="3809" y="41910"/>
                  </a:moveTo>
                  <a:lnTo>
                    <a:pt x="0" y="41910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41910"/>
                  </a:lnTo>
                  <a:close/>
                </a:path>
                <a:path w="3809" h="514350">
                  <a:moveTo>
                    <a:pt x="3809" y="38100"/>
                  </a:moveTo>
                  <a:lnTo>
                    <a:pt x="0" y="38100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8100"/>
                  </a:lnTo>
                  <a:close/>
                </a:path>
                <a:path w="3809" h="514350">
                  <a:moveTo>
                    <a:pt x="3809" y="35560"/>
                  </a:moveTo>
                  <a:lnTo>
                    <a:pt x="0" y="35560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5560"/>
                  </a:lnTo>
                  <a:close/>
                </a:path>
                <a:path w="3809" h="514350">
                  <a:moveTo>
                    <a:pt x="3809" y="31750"/>
                  </a:moveTo>
                  <a:lnTo>
                    <a:pt x="0" y="31750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31750"/>
                  </a:lnTo>
                  <a:close/>
                </a:path>
                <a:path w="3809" h="514350">
                  <a:moveTo>
                    <a:pt x="3809" y="29210"/>
                  </a:moveTo>
                  <a:lnTo>
                    <a:pt x="0" y="29210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29210"/>
                  </a:lnTo>
                  <a:close/>
                </a:path>
                <a:path w="3809" h="514350">
                  <a:moveTo>
                    <a:pt x="3809" y="25400"/>
                  </a:moveTo>
                  <a:lnTo>
                    <a:pt x="0" y="25400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5400"/>
                  </a:lnTo>
                  <a:close/>
                </a:path>
                <a:path w="3809" h="514350">
                  <a:moveTo>
                    <a:pt x="3809" y="22860"/>
                  </a:moveTo>
                  <a:lnTo>
                    <a:pt x="0" y="22860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22860"/>
                  </a:lnTo>
                  <a:close/>
                </a:path>
                <a:path w="3809" h="514350">
                  <a:moveTo>
                    <a:pt x="3809" y="19050"/>
                  </a:moveTo>
                  <a:lnTo>
                    <a:pt x="0" y="19050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9050"/>
                  </a:lnTo>
                  <a:close/>
                </a:path>
                <a:path w="3809" h="514350">
                  <a:moveTo>
                    <a:pt x="3809" y="16510"/>
                  </a:moveTo>
                  <a:lnTo>
                    <a:pt x="0" y="1651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6510"/>
                  </a:lnTo>
                  <a:close/>
                </a:path>
                <a:path w="3809" h="514350">
                  <a:moveTo>
                    <a:pt x="3809" y="12700"/>
                  </a:moveTo>
                  <a:lnTo>
                    <a:pt x="0" y="1270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2700"/>
                  </a:lnTo>
                  <a:close/>
                </a:path>
                <a:path w="3809" h="514350">
                  <a:moveTo>
                    <a:pt x="3809" y="10160"/>
                  </a:moveTo>
                  <a:lnTo>
                    <a:pt x="0" y="1016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10160"/>
                  </a:lnTo>
                  <a:close/>
                </a:path>
                <a:path w="3809" h="514350">
                  <a:moveTo>
                    <a:pt x="3809" y="6350"/>
                  </a:moveTo>
                  <a:lnTo>
                    <a:pt x="0" y="635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50"/>
                  </a:lnTo>
                  <a:close/>
                </a:path>
                <a:path w="3809" h="514350">
                  <a:moveTo>
                    <a:pt x="3809" y="3810"/>
                  </a:moveTo>
                  <a:lnTo>
                    <a:pt x="0" y="381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3810"/>
                  </a:lnTo>
                  <a:close/>
                </a:path>
                <a:path w="3809" h="514350">
                  <a:moveTo>
                    <a:pt x="127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70" y="2539"/>
                  </a:lnTo>
                  <a:lnTo>
                    <a:pt x="1270" y="0"/>
                  </a:lnTo>
                  <a:close/>
                </a:path>
                <a:path w="3809" h="514350">
                  <a:moveTo>
                    <a:pt x="3809" y="511810"/>
                  </a:moveTo>
                  <a:lnTo>
                    <a:pt x="0" y="511810"/>
                  </a:lnTo>
                  <a:lnTo>
                    <a:pt x="0" y="513080"/>
                  </a:lnTo>
                  <a:lnTo>
                    <a:pt x="1270" y="513080"/>
                  </a:lnTo>
                  <a:lnTo>
                    <a:pt x="1270" y="514350"/>
                  </a:lnTo>
                  <a:lnTo>
                    <a:pt x="3809" y="514350"/>
                  </a:lnTo>
                  <a:lnTo>
                    <a:pt x="3809" y="511810"/>
                  </a:lnTo>
                  <a:close/>
                </a:path>
                <a:path w="3809" h="514350">
                  <a:moveTo>
                    <a:pt x="3809" y="505460"/>
                  </a:moveTo>
                  <a:lnTo>
                    <a:pt x="0" y="505460"/>
                  </a:lnTo>
                  <a:lnTo>
                    <a:pt x="0" y="510540"/>
                  </a:lnTo>
                  <a:lnTo>
                    <a:pt x="3809" y="510540"/>
                  </a:lnTo>
                  <a:lnTo>
                    <a:pt x="3809" y="505460"/>
                  </a:lnTo>
                  <a:close/>
                </a:path>
                <a:path w="3809" h="514350">
                  <a:moveTo>
                    <a:pt x="3809" y="499110"/>
                  </a:moveTo>
                  <a:lnTo>
                    <a:pt x="0" y="499110"/>
                  </a:lnTo>
                  <a:lnTo>
                    <a:pt x="0" y="504190"/>
                  </a:lnTo>
                  <a:lnTo>
                    <a:pt x="3809" y="504190"/>
                  </a:lnTo>
                  <a:lnTo>
                    <a:pt x="3809" y="499110"/>
                  </a:lnTo>
                  <a:close/>
                </a:path>
                <a:path w="3809" h="514350">
                  <a:moveTo>
                    <a:pt x="3809" y="492760"/>
                  </a:moveTo>
                  <a:lnTo>
                    <a:pt x="0" y="492760"/>
                  </a:lnTo>
                  <a:lnTo>
                    <a:pt x="0" y="497840"/>
                  </a:lnTo>
                  <a:lnTo>
                    <a:pt x="3809" y="497840"/>
                  </a:lnTo>
                  <a:lnTo>
                    <a:pt x="3809" y="492760"/>
                  </a:lnTo>
                  <a:close/>
                </a:path>
                <a:path w="3809" h="514350">
                  <a:moveTo>
                    <a:pt x="3809" y="486410"/>
                  </a:moveTo>
                  <a:lnTo>
                    <a:pt x="0" y="486410"/>
                  </a:lnTo>
                  <a:lnTo>
                    <a:pt x="0" y="491490"/>
                  </a:lnTo>
                  <a:lnTo>
                    <a:pt x="3809" y="491490"/>
                  </a:lnTo>
                  <a:lnTo>
                    <a:pt x="3809" y="486410"/>
                  </a:lnTo>
                  <a:close/>
                </a:path>
                <a:path w="3809" h="514350">
                  <a:moveTo>
                    <a:pt x="3809" y="480060"/>
                  </a:moveTo>
                  <a:lnTo>
                    <a:pt x="0" y="480060"/>
                  </a:lnTo>
                  <a:lnTo>
                    <a:pt x="0" y="485140"/>
                  </a:lnTo>
                  <a:lnTo>
                    <a:pt x="3809" y="485140"/>
                  </a:lnTo>
                  <a:lnTo>
                    <a:pt x="3809" y="480060"/>
                  </a:lnTo>
                  <a:close/>
                </a:path>
                <a:path w="3809" h="514350">
                  <a:moveTo>
                    <a:pt x="3809" y="473710"/>
                  </a:moveTo>
                  <a:lnTo>
                    <a:pt x="0" y="473710"/>
                  </a:lnTo>
                  <a:lnTo>
                    <a:pt x="0" y="478790"/>
                  </a:lnTo>
                  <a:lnTo>
                    <a:pt x="3809" y="478790"/>
                  </a:lnTo>
                  <a:lnTo>
                    <a:pt x="3809" y="473710"/>
                  </a:lnTo>
                  <a:close/>
                </a:path>
                <a:path w="3809" h="514350">
                  <a:moveTo>
                    <a:pt x="3809" y="467360"/>
                  </a:moveTo>
                  <a:lnTo>
                    <a:pt x="0" y="467360"/>
                  </a:lnTo>
                  <a:lnTo>
                    <a:pt x="0" y="472440"/>
                  </a:lnTo>
                  <a:lnTo>
                    <a:pt x="3809" y="472440"/>
                  </a:lnTo>
                  <a:lnTo>
                    <a:pt x="3809" y="467360"/>
                  </a:lnTo>
                  <a:close/>
                </a:path>
                <a:path w="3809" h="514350">
                  <a:moveTo>
                    <a:pt x="3809" y="461010"/>
                  </a:moveTo>
                  <a:lnTo>
                    <a:pt x="0" y="461010"/>
                  </a:lnTo>
                  <a:lnTo>
                    <a:pt x="0" y="466090"/>
                  </a:lnTo>
                  <a:lnTo>
                    <a:pt x="3809" y="466090"/>
                  </a:lnTo>
                  <a:lnTo>
                    <a:pt x="3809" y="461010"/>
                  </a:lnTo>
                  <a:close/>
                </a:path>
                <a:path w="3809" h="514350">
                  <a:moveTo>
                    <a:pt x="3809" y="454660"/>
                  </a:moveTo>
                  <a:lnTo>
                    <a:pt x="0" y="454660"/>
                  </a:lnTo>
                  <a:lnTo>
                    <a:pt x="0" y="459740"/>
                  </a:lnTo>
                  <a:lnTo>
                    <a:pt x="3809" y="459740"/>
                  </a:lnTo>
                  <a:lnTo>
                    <a:pt x="3809" y="454660"/>
                  </a:lnTo>
                  <a:close/>
                </a:path>
                <a:path w="3809" h="514350">
                  <a:moveTo>
                    <a:pt x="3809" y="448310"/>
                  </a:moveTo>
                  <a:lnTo>
                    <a:pt x="0" y="448310"/>
                  </a:lnTo>
                  <a:lnTo>
                    <a:pt x="0" y="453390"/>
                  </a:lnTo>
                  <a:lnTo>
                    <a:pt x="3809" y="453390"/>
                  </a:lnTo>
                  <a:lnTo>
                    <a:pt x="3809" y="448310"/>
                  </a:lnTo>
                  <a:close/>
                </a:path>
                <a:path w="3809" h="514350">
                  <a:moveTo>
                    <a:pt x="3809" y="441960"/>
                  </a:moveTo>
                  <a:lnTo>
                    <a:pt x="0" y="441960"/>
                  </a:lnTo>
                  <a:lnTo>
                    <a:pt x="0" y="447040"/>
                  </a:lnTo>
                  <a:lnTo>
                    <a:pt x="3809" y="447040"/>
                  </a:lnTo>
                  <a:lnTo>
                    <a:pt x="3809" y="441960"/>
                  </a:lnTo>
                  <a:close/>
                </a:path>
                <a:path w="3809" h="514350">
                  <a:moveTo>
                    <a:pt x="3809" y="435610"/>
                  </a:moveTo>
                  <a:lnTo>
                    <a:pt x="0" y="435610"/>
                  </a:lnTo>
                  <a:lnTo>
                    <a:pt x="0" y="440690"/>
                  </a:lnTo>
                  <a:lnTo>
                    <a:pt x="3809" y="440690"/>
                  </a:lnTo>
                  <a:lnTo>
                    <a:pt x="3809" y="435610"/>
                  </a:lnTo>
                  <a:close/>
                </a:path>
                <a:path w="3809" h="514350">
                  <a:moveTo>
                    <a:pt x="3809" y="429260"/>
                  </a:moveTo>
                  <a:lnTo>
                    <a:pt x="0" y="429260"/>
                  </a:lnTo>
                  <a:lnTo>
                    <a:pt x="0" y="434340"/>
                  </a:lnTo>
                  <a:lnTo>
                    <a:pt x="3809" y="434340"/>
                  </a:lnTo>
                  <a:lnTo>
                    <a:pt x="3809" y="429260"/>
                  </a:lnTo>
                  <a:close/>
                </a:path>
                <a:path w="3809" h="514350">
                  <a:moveTo>
                    <a:pt x="3809" y="166370"/>
                  </a:moveTo>
                  <a:lnTo>
                    <a:pt x="0" y="166370"/>
                  </a:lnTo>
                  <a:lnTo>
                    <a:pt x="0" y="427990"/>
                  </a:lnTo>
                  <a:lnTo>
                    <a:pt x="3809" y="427990"/>
                  </a:lnTo>
                  <a:lnTo>
                    <a:pt x="3809" y="166370"/>
                  </a:lnTo>
                  <a:close/>
                </a:path>
              </a:pathLst>
            </a:custGeom>
            <a:solidFill>
              <a:srgbClr val="CCBD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1264920" y="2884169"/>
              <a:ext cx="3810" cy="513080"/>
            </a:xfrm>
            <a:custGeom>
              <a:avLst/>
              <a:gdLst/>
              <a:ahLst/>
              <a:cxnLst/>
              <a:rect l="l" t="t" r="r" b="b"/>
              <a:pathLst>
                <a:path w="3809" h="513079">
                  <a:moveTo>
                    <a:pt x="127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70" y="2540"/>
                  </a:lnTo>
                  <a:lnTo>
                    <a:pt x="1270" y="0"/>
                  </a:lnTo>
                  <a:close/>
                </a:path>
                <a:path w="3809" h="513079">
                  <a:moveTo>
                    <a:pt x="3810" y="509270"/>
                  </a:moveTo>
                  <a:lnTo>
                    <a:pt x="0" y="509270"/>
                  </a:lnTo>
                  <a:lnTo>
                    <a:pt x="0" y="513080"/>
                  </a:lnTo>
                  <a:lnTo>
                    <a:pt x="3810" y="513080"/>
                  </a:lnTo>
                  <a:lnTo>
                    <a:pt x="3810" y="509270"/>
                  </a:lnTo>
                  <a:close/>
                </a:path>
                <a:path w="3809" h="513079">
                  <a:moveTo>
                    <a:pt x="3810" y="502920"/>
                  </a:moveTo>
                  <a:lnTo>
                    <a:pt x="0" y="502920"/>
                  </a:lnTo>
                  <a:lnTo>
                    <a:pt x="0" y="508000"/>
                  </a:lnTo>
                  <a:lnTo>
                    <a:pt x="3810" y="508000"/>
                  </a:lnTo>
                  <a:lnTo>
                    <a:pt x="3810" y="502920"/>
                  </a:lnTo>
                  <a:close/>
                </a:path>
                <a:path w="3809" h="513079">
                  <a:moveTo>
                    <a:pt x="3810" y="496570"/>
                  </a:moveTo>
                  <a:lnTo>
                    <a:pt x="0" y="496570"/>
                  </a:lnTo>
                  <a:lnTo>
                    <a:pt x="0" y="501650"/>
                  </a:lnTo>
                  <a:lnTo>
                    <a:pt x="3810" y="501650"/>
                  </a:lnTo>
                  <a:lnTo>
                    <a:pt x="3810" y="496570"/>
                  </a:lnTo>
                  <a:close/>
                </a:path>
                <a:path w="3809" h="513079">
                  <a:moveTo>
                    <a:pt x="3810" y="490220"/>
                  </a:moveTo>
                  <a:lnTo>
                    <a:pt x="0" y="490220"/>
                  </a:lnTo>
                  <a:lnTo>
                    <a:pt x="0" y="495300"/>
                  </a:lnTo>
                  <a:lnTo>
                    <a:pt x="3810" y="495300"/>
                  </a:lnTo>
                  <a:lnTo>
                    <a:pt x="3810" y="490220"/>
                  </a:lnTo>
                  <a:close/>
                </a:path>
                <a:path w="3809" h="513079">
                  <a:moveTo>
                    <a:pt x="3810" y="483870"/>
                  </a:moveTo>
                  <a:lnTo>
                    <a:pt x="0" y="483870"/>
                  </a:lnTo>
                  <a:lnTo>
                    <a:pt x="0" y="488950"/>
                  </a:lnTo>
                  <a:lnTo>
                    <a:pt x="3810" y="488950"/>
                  </a:lnTo>
                  <a:lnTo>
                    <a:pt x="3810" y="483870"/>
                  </a:lnTo>
                  <a:close/>
                </a:path>
                <a:path w="3809" h="513079">
                  <a:moveTo>
                    <a:pt x="3810" y="477520"/>
                  </a:moveTo>
                  <a:lnTo>
                    <a:pt x="0" y="477520"/>
                  </a:lnTo>
                  <a:lnTo>
                    <a:pt x="0" y="482600"/>
                  </a:lnTo>
                  <a:lnTo>
                    <a:pt x="3810" y="482600"/>
                  </a:lnTo>
                  <a:lnTo>
                    <a:pt x="3810" y="477520"/>
                  </a:lnTo>
                  <a:close/>
                </a:path>
                <a:path w="3809" h="513079">
                  <a:moveTo>
                    <a:pt x="3810" y="471170"/>
                  </a:moveTo>
                  <a:lnTo>
                    <a:pt x="0" y="471170"/>
                  </a:lnTo>
                  <a:lnTo>
                    <a:pt x="0" y="476250"/>
                  </a:lnTo>
                  <a:lnTo>
                    <a:pt x="3810" y="476250"/>
                  </a:lnTo>
                  <a:lnTo>
                    <a:pt x="3810" y="471170"/>
                  </a:lnTo>
                  <a:close/>
                </a:path>
                <a:path w="3809" h="513079">
                  <a:moveTo>
                    <a:pt x="3810" y="464820"/>
                  </a:moveTo>
                  <a:lnTo>
                    <a:pt x="0" y="464820"/>
                  </a:lnTo>
                  <a:lnTo>
                    <a:pt x="0" y="469900"/>
                  </a:lnTo>
                  <a:lnTo>
                    <a:pt x="3810" y="469900"/>
                  </a:lnTo>
                  <a:lnTo>
                    <a:pt x="3810" y="464820"/>
                  </a:lnTo>
                  <a:close/>
                </a:path>
                <a:path w="3809" h="513079">
                  <a:moveTo>
                    <a:pt x="3810" y="458470"/>
                  </a:moveTo>
                  <a:lnTo>
                    <a:pt x="0" y="458470"/>
                  </a:lnTo>
                  <a:lnTo>
                    <a:pt x="0" y="463550"/>
                  </a:lnTo>
                  <a:lnTo>
                    <a:pt x="3810" y="463550"/>
                  </a:lnTo>
                  <a:lnTo>
                    <a:pt x="3810" y="458470"/>
                  </a:lnTo>
                  <a:close/>
                </a:path>
                <a:path w="3809" h="513079">
                  <a:moveTo>
                    <a:pt x="3810" y="452120"/>
                  </a:moveTo>
                  <a:lnTo>
                    <a:pt x="0" y="452120"/>
                  </a:lnTo>
                  <a:lnTo>
                    <a:pt x="0" y="457200"/>
                  </a:lnTo>
                  <a:lnTo>
                    <a:pt x="3810" y="457200"/>
                  </a:lnTo>
                  <a:lnTo>
                    <a:pt x="3810" y="452120"/>
                  </a:lnTo>
                  <a:close/>
                </a:path>
                <a:path w="3809" h="513079">
                  <a:moveTo>
                    <a:pt x="3810" y="445770"/>
                  </a:moveTo>
                  <a:lnTo>
                    <a:pt x="0" y="445770"/>
                  </a:lnTo>
                  <a:lnTo>
                    <a:pt x="0" y="450850"/>
                  </a:lnTo>
                  <a:lnTo>
                    <a:pt x="3810" y="450850"/>
                  </a:lnTo>
                  <a:lnTo>
                    <a:pt x="3810" y="445770"/>
                  </a:lnTo>
                  <a:close/>
                </a:path>
                <a:path w="3809" h="513079">
                  <a:moveTo>
                    <a:pt x="3810" y="439420"/>
                  </a:moveTo>
                  <a:lnTo>
                    <a:pt x="0" y="439420"/>
                  </a:lnTo>
                  <a:lnTo>
                    <a:pt x="0" y="444500"/>
                  </a:lnTo>
                  <a:lnTo>
                    <a:pt x="3810" y="444500"/>
                  </a:lnTo>
                  <a:lnTo>
                    <a:pt x="3810" y="439420"/>
                  </a:lnTo>
                  <a:close/>
                </a:path>
                <a:path w="3809" h="513079">
                  <a:moveTo>
                    <a:pt x="3810" y="433070"/>
                  </a:moveTo>
                  <a:lnTo>
                    <a:pt x="0" y="433070"/>
                  </a:lnTo>
                  <a:lnTo>
                    <a:pt x="0" y="438150"/>
                  </a:lnTo>
                  <a:lnTo>
                    <a:pt x="3810" y="438150"/>
                  </a:lnTo>
                  <a:lnTo>
                    <a:pt x="3810" y="433070"/>
                  </a:lnTo>
                  <a:close/>
                </a:path>
                <a:path w="3809" h="513079">
                  <a:moveTo>
                    <a:pt x="3810" y="426720"/>
                  </a:moveTo>
                  <a:lnTo>
                    <a:pt x="0" y="426720"/>
                  </a:lnTo>
                  <a:lnTo>
                    <a:pt x="0" y="431800"/>
                  </a:lnTo>
                  <a:lnTo>
                    <a:pt x="3810" y="431800"/>
                  </a:lnTo>
                  <a:lnTo>
                    <a:pt x="3810" y="426720"/>
                  </a:lnTo>
                  <a:close/>
                </a:path>
                <a:path w="3809" h="513079">
                  <a:moveTo>
                    <a:pt x="3810" y="163830"/>
                  </a:moveTo>
                  <a:lnTo>
                    <a:pt x="0" y="163830"/>
                  </a:lnTo>
                  <a:lnTo>
                    <a:pt x="0" y="425450"/>
                  </a:lnTo>
                  <a:lnTo>
                    <a:pt x="3810" y="425450"/>
                  </a:lnTo>
                  <a:lnTo>
                    <a:pt x="3810" y="163830"/>
                  </a:lnTo>
                  <a:close/>
                </a:path>
                <a:path w="3809" h="513079">
                  <a:moveTo>
                    <a:pt x="3810" y="41910"/>
                  </a:moveTo>
                  <a:lnTo>
                    <a:pt x="0" y="41910"/>
                  </a:lnTo>
                  <a:lnTo>
                    <a:pt x="0" y="162560"/>
                  </a:lnTo>
                  <a:lnTo>
                    <a:pt x="3810" y="162560"/>
                  </a:lnTo>
                  <a:lnTo>
                    <a:pt x="3810" y="41910"/>
                  </a:lnTo>
                  <a:close/>
                </a:path>
                <a:path w="3809" h="513079">
                  <a:moveTo>
                    <a:pt x="3810" y="39370"/>
                  </a:moveTo>
                  <a:lnTo>
                    <a:pt x="0" y="39370"/>
                  </a:lnTo>
                  <a:lnTo>
                    <a:pt x="0" y="40640"/>
                  </a:lnTo>
                  <a:lnTo>
                    <a:pt x="3810" y="40640"/>
                  </a:lnTo>
                  <a:lnTo>
                    <a:pt x="3810" y="39370"/>
                  </a:lnTo>
                  <a:close/>
                </a:path>
                <a:path w="3809" h="513079">
                  <a:moveTo>
                    <a:pt x="381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5560"/>
                  </a:lnTo>
                  <a:close/>
                </a:path>
                <a:path w="3809" h="513079">
                  <a:moveTo>
                    <a:pt x="3810" y="33020"/>
                  </a:moveTo>
                  <a:lnTo>
                    <a:pt x="0" y="33020"/>
                  </a:lnTo>
                  <a:lnTo>
                    <a:pt x="0" y="34290"/>
                  </a:lnTo>
                  <a:lnTo>
                    <a:pt x="3810" y="34290"/>
                  </a:lnTo>
                  <a:lnTo>
                    <a:pt x="3810" y="33020"/>
                  </a:lnTo>
                  <a:close/>
                </a:path>
                <a:path w="3809" h="513079">
                  <a:moveTo>
                    <a:pt x="381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3810" y="31750"/>
                  </a:lnTo>
                  <a:lnTo>
                    <a:pt x="3810" y="29210"/>
                  </a:lnTo>
                  <a:close/>
                </a:path>
                <a:path w="3809" h="513079">
                  <a:moveTo>
                    <a:pt x="3810" y="26670"/>
                  </a:moveTo>
                  <a:lnTo>
                    <a:pt x="0" y="26670"/>
                  </a:lnTo>
                  <a:lnTo>
                    <a:pt x="0" y="27940"/>
                  </a:lnTo>
                  <a:lnTo>
                    <a:pt x="3810" y="27940"/>
                  </a:lnTo>
                  <a:lnTo>
                    <a:pt x="3810" y="26670"/>
                  </a:lnTo>
                  <a:close/>
                </a:path>
                <a:path w="3809" h="513079">
                  <a:moveTo>
                    <a:pt x="381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2860"/>
                  </a:lnTo>
                  <a:close/>
                </a:path>
                <a:path w="3809" h="513079">
                  <a:moveTo>
                    <a:pt x="3810" y="20320"/>
                  </a:moveTo>
                  <a:lnTo>
                    <a:pt x="0" y="2032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20320"/>
                  </a:lnTo>
                  <a:close/>
                </a:path>
                <a:path w="3809" h="513079">
                  <a:moveTo>
                    <a:pt x="381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6510"/>
                  </a:lnTo>
                  <a:close/>
                </a:path>
                <a:path w="3809" h="513079">
                  <a:moveTo>
                    <a:pt x="3810" y="13970"/>
                  </a:moveTo>
                  <a:lnTo>
                    <a:pt x="0" y="1397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3970"/>
                  </a:lnTo>
                  <a:close/>
                </a:path>
                <a:path w="3809" h="513079">
                  <a:moveTo>
                    <a:pt x="381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10160"/>
                  </a:lnTo>
                  <a:close/>
                </a:path>
                <a:path w="3809" h="513079">
                  <a:moveTo>
                    <a:pt x="3810" y="7620"/>
                  </a:moveTo>
                  <a:lnTo>
                    <a:pt x="0" y="762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7620"/>
                  </a:lnTo>
                  <a:close/>
                </a:path>
                <a:path w="3809" h="513079">
                  <a:moveTo>
                    <a:pt x="3810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3810"/>
                  </a:lnTo>
                  <a:close/>
                </a:path>
              </a:pathLst>
            </a:custGeom>
            <a:solidFill>
              <a:srgbClr val="CCBC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1268730" y="2886710"/>
              <a:ext cx="3810" cy="513080"/>
            </a:xfrm>
            <a:custGeom>
              <a:avLst/>
              <a:gdLst/>
              <a:ahLst/>
              <a:cxnLst/>
              <a:rect l="l" t="t" r="r" b="b"/>
              <a:pathLst>
                <a:path w="3809" h="513079">
                  <a:moveTo>
                    <a:pt x="3809" y="39370"/>
                  </a:moveTo>
                  <a:lnTo>
                    <a:pt x="0" y="39370"/>
                  </a:lnTo>
                  <a:lnTo>
                    <a:pt x="0" y="160020"/>
                  </a:lnTo>
                  <a:lnTo>
                    <a:pt x="3809" y="160020"/>
                  </a:lnTo>
                  <a:lnTo>
                    <a:pt x="3809" y="39370"/>
                  </a:lnTo>
                  <a:close/>
                </a:path>
                <a:path w="3809" h="513079">
                  <a:moveTo>
                    <a:pt x="3809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3809" y="38100"/>
                  </a:lnTo>
                  <a:lnTo>
                    <a:pt x="3809" y="36830"/>
                  </a:lnTo>
                  <a:close/>
                </a:path>
                <a:path w="3809" h="513079">
                  <a:moveTo>
                    <a:pt x="3809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33020"/>
                  </a:lnTo>
                  <a:close/>
                </a:path>
                <a:path w="3809" h="513079">
                  <a:moveTo>
                    <a:pt x="3809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3809" y="31750"/>
                  </a:lnTo>
                  <a:lnTo>
                    <a:pt x="3809" y="30480"/>
                  </a:lnTo>
                  <a:close/>
                </a:path>
                <a:path w="3809" h="513079">
                  <a:moveTo>
                    <a:pt x="3809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3809" y="29210"/>
                  </a:lnTo>
                  <a:lnTo>
                    <a:pt x="3809" y="26670"/>
                  </a:lnTo>
                  <a:close/>
                </a:path>
                <a:path w="3809" h="513079">
                  <a:moveTo>
                    <a:pt x="3809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3809" y="25400"/>
                  </a:lnTo>
                  <a:lnTo>
                    <a:pt x="3809" y="24130"/>
                  </a:lnTo>
                  <a:close/>
                </a:path>
                <a:path w="3809" h="513079">
                  <a:moveTo>
                    <a:pt x="3809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20320"/>
                  </a:lnTo>
                  <a:close/>
                </a:path>
                <a:path w="3809" h="513079">
                  <a:moveTo>
                    <a:pt x="3809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3809" y="19050"/>
                  </a:lnTo>
                  <a:lnTo>
                    <a:pt x="3809" y="17780"/>
                  </a:lnTo>
                  <a:close/>
                </a:path>
                <a:path w="3809" h="513079">
                  <a:moveTo>
                    <a:pt x="3809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3970"/>
                  </a:lnTo>
                  <a:close/>
                </a:path>
                <a:path w="3809" h="513079">
                  <a:moveTo>
                    <a:pt x="3809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3809" y="12700"/>
                  </a:lnTo>
                  <a:lnTo>
                    <a:pt x="3809" y="11430"/>
                  </a:lnTo>
                  <a:close/>
                </a:path>
                <a:path w="3809" h="513079">
                  <a:moveTo>
                    <a:pt x="3809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7620"/>
                  </a:lnTo>
                  <a:close/>
                </a:path>
                <a:path w="3809" h="513079">
                  <a:moveTo>
                    <a:pt x="3809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5080"/>
                  </a:lnTo>
                  <a:close/>
                </a:path>
                <a:path w="3809" h="513079">
                  <a:moveTo>
                    <a:pt x="253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1270"/>
                  </a:lnTo>
                  <a:lnTo>
                    <a:pt x="2539" y="1270"/>
                  </a:lnTo>
                  <a:lnTo>
                    <a:pt x="2539" y="0"/>
                  </a:lnTo>
                  <a:close/>
                </a:path>
                <a:path w="3809" h="513079">
                  <a:moveTo>
                    <a:pt x="3809" y="506730"/>
                  </a:moveTo>
                  <a:lnTo>
                    <a:pt x="0" y="506730"/>
                  </a:lnTo>
                  <a:lnTo>
                    <a:pt x="0" y="513080"/>
                  </a:lnTo>
                  <a:lnTo>
                    <a:pt x="2539" y="513080"/>
                  </a:lnTo>
                  <a:lnTo>
                    <a:pt x="2539" y="511810"/>
                  </a:lnTo>
                  <a:lnTo>
                    <a:pt x="3809" y="511810"/>
                  </a:lnTo>
                  <a:lnTo>
                    <a:pt x="3809" y="506730"/>
                  </a:lnTo>
                  <a:close/>
                </a:path>
                <a:path w="3809" h="513079">
                  <a:moveTo>
                    <a:pt x="3809" y="500380"/>
                  </a:moveTo>
                  <a:lnTo>
                    <a:pt x="0" y="500380"/>
                  </a:lnTo>
                  <a:lnTo>
                    <a:pt x="0" y="505460"/>
                  </a:lnTo>
                  <a:lnTo>
                    <a:pt x="3809" y="505460"/>
                  </a:lnTo>
                  <a:lnTo>
                    <a:pt x="3809" y="500380"/>
                  </a:lnTo>
                  <a:close/>
                </a:path>
                <a:path w="3809" h="513079">
                  <a:moveTo>
                    <a:pt x="3809" y="494030"/>
                  </a:moveTo>
                  <a:lnTo>
                    <a:pt x="0" y="494030"/>
                  </a:lnTo>
                  <a:lnTo>
                    <a:pt x="0" y="499110"/>
                  </a:lnTo>
                  <a:lnTo>
                    <a:pt x="3809" y="499110"/>
                  </a:lnTo>
                  <a:lnTo>
                    <a:pt x="3809" y="494030"/>
                  </a:lnTo>
                  <a:close/>
                </a:path>
                <a:path w="3809" h="513079">
                  <a:moveTo>
                    <a:pt x="3809" y="487680"/>
                  </a:moveTo>
                  <a:lnTo>
                    <a:pt x="0" y="487680"/>
                  </a:lnTo>
                  <a:lnTo>
                    <a:pt x="0" y="492760"/>
                  </a:lnTo>
                  <a:lnTo>
                    <a:pt x="3809" y="492760"/>
                  </a:lnTo>
                  <a:lnTo>
                    <a:pt x="3809" y="487680"/>
                  </a:lnTo>
                  <a:close/>
                </a:path>
                <a:path w="3809" h="513079">
                  <a:moveTo>
                    <a:pt x="3809" y="481330"/>
                  </a:moveTo>
                  <a:lnTo>
                    <a:pt x="0" y="481330"/>
                  </a:lnTo>
                  <a:lnTo>
                    <a:pt x="0" y="486410"/>
                  </a:lnTo>
                  <a:lnTo>
                    <a:pt x="3809" y="486410"/>
                  </a:lnTo>
                  <a:lnTo>
                    <a:pt x="3809" y="481330"/>
                  </a:lnTo>
                  <a:close/>
                </a:path>
                <a:path w="3809" h="513079">
                  <a:moveTo>
                    <a:pt x="3809" y="474980"/>
                  </a:moveTo>
                  <a:lnTo>
                    <a:pt x="0" y="474980"/>
                  </a:lnTo>
                  <a:lnTo>
                    <a:pt x="0" y="480060"/>
                  </a:lnTo>
                  <a:lnTo>
                    <a:pt x="3809" y="480060"/>
                  </a:lnTo>
                  <a:lnTo>
                    <a:pt x="3809" y="474980"/>
                  </a:lnTo>
                  <a:close/>
                </a:path>
                <a:path w="3809" h="513079">
                  <a:moveTo>
                    <a:pt x="3809" y="468630"/>
                  </a:moveTo>
                  <a:lnTo>
                    <a:pt x="0" y="468630"/>
                  </a:lnTo>
                  <a:lnTo>
                    <a:pt x="0" y="473710"/>
                  </a:lnTo>
                  <a:lnTo>
                    <a:pt x="3809" y="473710"/>
                  </a:lnTo>
                  <a:lnTo>
                    <a:pt x="3809" y="468630"/>
                  </a:lnTo>
                  <a:close/>
                </a:path>
                <a:path w="3809" h="513079">
                  <a:moveTo>
                    <a:pt x="3809" y="462280"/>
                  </a:moveTo>
                  <a:lnTo>
                    <a:pt x="0" y="462280"/>
                  </a:lnTo>
                  <a:lnTo>
                    <a:pt x="0" y="467360"/>
                  </a:lnTo>
                  <a:lnTo>
                    <a:pt x="3809" y="467360"/>
                  </a:lnTo>
                  <a:lnTo>
                    <a:pt x="3809" y="462280"/>
                  </a:lnTo>
                  <a:close/>
                </a:path>
                <a:path w="3809" h="513079">
                  <a:moveTo>
                    <a:pt x="3809" y="455930"/>
                  </a:moveTo>
                  <a:lnTo>
                    <a:pt x="0" y="455930"/>
                  </a:lnTo>
                  <a:lnTo>
                    <a:pt x="0" y="461010"/>
                  </a:lnTo>
                  <a:lnTo>
                    <a:pt x="3809" y="461010"/>
                  </a:lnTo>
                  <a:lnTo>
                    <a:pt x="3809" y="455930"/>
                  </a:lnTo>
                  <a:close/>
                </a:path>
                <a:path w="3809" h="513079">
                  <a:moveTo>
                    <a:pt x="3809" y="449580"/>
                  </a:moveTo>
                  <a:lnTo>
                    <a:pt x="0" y="449580"/>
                  </a:lnTo>
                  <a:lnTo>
                    <a:pt x="0" y="454660"/>
                  </a:lnTo>
                  <a:lnTo>
                    <a:pt x="3809" y="454660"/>
                  </a:lnTo>
                  <a:lnTo>
                    <a:pt x="3809" y="449580"/>
                  </a:lnTo>
                  <a:close/>
                </a:path>
                <a:path w="3809" h="513079">
                  <a:moveTo>
                    <a:pt x="3809" y="443230"/>
                  </a:moveTo>
                  <a:lnTo>
                    <a:pt x="0" y="443230"/>
                  </a:lnTo>
                  <a:lnTo>
                    <a:pt x="0" y="448310"/>
                  </a:lnTo>
                  <a:lnTo>
                    <a:pt x="3809" y="448310"/>
                  </a:lnTo>
                  <a:lnTo>
                    <a:pt x="3809" y="443230"/>
                  </a:lnTo>
                  <a:close/>
                </a:path>
                <a:path w="3809" h="513079">
                  <a:moveTo>
                    <a:pt x="3809" y="436880"/>
                  </a:moveTo>
                  <a:lnTo>
                    <a:pt x="0" y="436880"/>
                  </a:lnTo>
                  <a:lnTo>
                    <a:pt x="0" y="441960"/>
                  </a:lnTo>
                  <a:lnTo>
                    <a:pt x="3809" y="441960"/>
                  </a:lnTo>
                  <a:lnTo>
                    <a:pt x="3809" y="436880"/>
                  </a:lnTo>
                  <a:close/>
                </a:path>
                <a:path w="3809" h="513079">
                  <a:moveTo>
                    <a:pt x="3809" y="430530"/>
                  </a:moveTo>
                  <a:lnTo>
                    <a:pt x="0" y="430530"/>
                  </a:lnTo>
                  <a:lnTo>
                    <a:pt x="0" y="435610"/>
                  </a:lnTo>
                  <a:lnTo>
                    <a:pt x="3809" y="435610"/>
                  </a:lnTo>
                  <a:lnTo>
                    <a:pt x="3809" y="430530"/>
                  </a:lnTo>
                  <a:close/>
                </a:path>
                <a:path w="3809" h="513079">
                  <a:moveTo>
                    <a:pt x="3809" y="424180"/>
                  </a:moveTo>
                  <a:lnTo>
                    <a:pt x="0" y="424180"/>
                  </a:lnTo>
                  <a:lnTo>
                    <a:pt x="0" y="429260"/>
                  </a:lnTo>
                  <a:lnTo>
                    <a:pt x="3809" y="429260"/>
                  </a:lnTo>
                  <a:lnTo>
                    <a:pt x="3809" y="424180"/>
                  </a:lnTo>
                  <a:close/>
                </a:path>
                <a:path w="3809" h="513079">
                  <a:moveTo>
                    <a:pt x="3809" y="161290"/>
                  </a:moveTo>
                  <a:lnTo>
                    <a:pt x="0" y="161290"/>
                  </a:lnTo>
                  <a:lnTo>
                    <a:pt x="0" y="422910"/>
                  </a:lnTo>
                  <a:lnTo>
                    <a:pt x="3809" y="422910"/>
                  </a:lnTo>
                  <a:lnTo>
                    <a:pt x="3809" y="161290"/>
                  </a:lnTo>
                  <a:close/>
                </a:path>
              </a:pathLst>
            </a:custGeom>
            <a:solidFill>
              <a:srgbClr val="CCBB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1272540" y="2887980"/>
              <a:ext cx="3810" cy="510540"/>
            </a:xfrm>
            <a:custGeom>
              <a:avLst/>
              <a:gdLst/>
              <a:ahLst/>
              <a:cxnLst/>
              <a:rect l="l" t="t" r="r" b="b"/>
              <a:pathLst>
                <a:path w="3809" h="510539">
                  <a:moveTo>
                    <a:pt x="3809" y="38100"/>
                  </a:moveTo>
                  <a:lnTo>
                    <a:pt x="0" y="38100"/>
                  </a:lnTo>
                  <a:lnTo>
                    <a:pt x="0" y="158750"/>
                  </a:lnTo>
                  <a:lnTo>
                    <a:pt x="3809" y="158750"/>
                  </a:lnTo>
                  <a:lnTo>
                    <a:pt x="3809" y="38100"/>
                  </a:lnTo>
                  <a:close/>
                </a:path>
                <a:path w="3809" h="510539">
                  <a:moveTo>
                    <a:pt x="3809" y="35560"/>
                  </a:moveTo>
                  <a:lnTo>
                    <a:pt x="0" y="35560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5560"/>
                  </a:lnTo>
                  <a:close/>
                </a:path>
                <a:path w="3809" h="510539">
                  <a:moveTo>
                    <a:pt x="3809" y="31750"/>
                  </a:moveTo>
                  <a:lnTo>
                    <a:pt x="0" y="31750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31750"/>
                  </a:lnTo>
                  <a:close/>
                </a:path>
                <a:path w="3809" h="510539">
                  <a:moveTo>
                    <a:pt x="3809" y="29210"/>
                  </a:moveTo>
                  <a:lnTo>
                    <a:pt x="0" y="29210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29210"/>
                  </a:lnTo>
                  <a:close/>
                </a:path>
                <a:path w="3809" h="510539">
                  <a:moveTo>
                    <a:pt x="3809" y="25400"/>
                  </a:moveTo>
                  <a:lnTo>
                    <a:pt x="0" y="25400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5400"/>
                  </a:lnTo>
                  <a:close/>
                </a:path>
                <a:path w="3809" h="510539">
                  <a:moveTo>
                    <a:pt x="3809" y="22860"/>
                  </a:moveTo>
                  <a:lnTo>
                    <a:pt x="0" y="22860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22860"/>
                  </a:lnTo>
                  <a:close/>
                </a:path>
                <a:path w="3809" h="510539">
                  <a:moveTo>
                    <a:pt x="3809" y="19050"/>
                  </a:moveTo>
                  <a:lnTo>
                    <a:pt x="0" y="19050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9050"/>
                  </a:lnTo>
                  <a:close/>
                </a:path>
                <a:path w="3809" h="510539">
                  <a:moveTo>
                    <a:pt x="3809" y="16510"/>
                  </a:moveTo>
                  <a:lnTo>
                    <a:pt x="0" y="1651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6510"/>
                  </a:lnTo>
                  <a:close/>
                </a:path>
                <a:path w="3809" h="510539">
                  <a:moveTo>
                    <a:pt x="3809" y="12700"/>
                  </a:moveTo>
                  <a:lnTo>
                    <a:pt x="0" y="1270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2700"/>
                  </a:lnTo>
                  <a:close/>
                </a:path>
                <a:path w="3809" h="510539">
                  <a:moveTo>
                    <a:pt x="3809" y="10160"/>
                  </a:moveTo>
                  <a:lnTo>
                    <a:pt x="0" y="1016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10160"/>
                  </a:lnTo>
                  <a:close/>
                </a:path>
                <a:path w="3809" h="510539">
                  <a:moveTo>
                    <a:pt x="3809" y="6350"/>
                  </a:moveTo>
                  <a:lnTo>
                    <a:pt x="0" y="635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50"/>
                  </a:lnTo>
                  <a:close/>
                </a:path>
                <a:path w="3809" h="510539">
                  <a:moveTo>
                    <a:pt x="3809" y="2539"/>
                  </a:moveTo>
                  <a:lnTo>
                    <a:pt x="2540" y="2539"/>
                  </a:lnTo>
                  <a:lnTo>
                    <a:pt x="2540" y="3810"/>
                  </a:lnTo>
                  <a:lnTo>
                    <a:pt x="0" y="381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2539"/>
                  </a:lnTo>
                  <a:close/>
                </a:path>
                <a:path w="3809" h="510539">
                  <a:moveTo>
                    <a:pt x="126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69" y="2539"/>
                  </a:lnTo>
                  <a:lnTo>
                    <a:pt x="1269" y="0"/>
                  </a:lnTo>
                  <a:close/>
                </a:path>
                <a:path w="3809" h="510539">
                  <a:moveTo>
                    <a:pt x="3809" y="505460"/>
                  </a:moveTo>
                  <a:lnTo>
                    <a:pt x="0" y="505460"/>
                  </a:lnTo>
                  <a:lnTo>
                    <a:pt x="0" y="510540"/>
                  </a:lnTo>
                  <a:lnTo>
                    <a:pt x="3809" y="510540"/>
                  </a:lnTo>
                  <a:lnTo>
                    <a:pt x="3809" y="505460"/>
                  </a:lnTo>
                  <a:close/>
                </a:path>
                <a:path w="3809" h="510539">
                  <a:moveTo>
                    <a:pt x="3809" y="499110"/>
                  </a:moveTo>
                  <a:lnTo>
                    <a:pt x="0" y="499110"/>
                  </a:lnTo>
                  <a:lnTo>
                    <a:pt x="0" y="504190"/>
                  </a:lnTo>
                  <a:lnTo>
                    <a:pt x="3809" y="504190"/>
                  </a:lnTo>
                  <a:lnTo>
                    <a:pt x="3809" y="499110"/>
                  </a:lnTo>
                  <a:close/>
                </a:path>
                <a:path w="3809" h="510539">
                  <a:moveTo>
                    <a:pt x="3809" y="492760"/>
                  </a:moveTo>
                  <a:lnTo>
                    <a:pt x="0" y="492760"/>
                  </a:lnTo>
                  <a:lnTo>
                    <a:pt x="0" y="497840"/>
                  </a:lnTo>
                  <a:lnTo>
                    <a:pt x="3809" y="497840"/>
                  </a:lnTo>
                  <a:lnTo>
                    <a:pt x="3809" y="492760"/>
                  </a:lnTo>
                  <a:close/>
                </a:path>
                <a:path w="3809" h="510539">
                  <a:moveTo>
                    <a:pt x="3809" y="486410"/>
                  </a:moveTo>
                  <a:lnTo>
                    <a:pt x="0" y="486410"/>
                  </a:lnTo>
                  <a:lnTo>
                    <a:pt x="0" y="491490"/>
                  </a:lnTo>
                  <a:lnTo>
                    <a:pt x="3809" y="491490"/>
                  </a:lnTo>
                  <a:lnTo>
                    <a:pt x="3809" y="486410"/>
                  </a:lnTo>
                  <a:close/>
                </a:path>
                <a:path w="3809" h="510539">
                  <a:moveTo>
                    <a:pt x="3809" y="480060"/>
                  </a:moveTo>
                  <a:lnTo>
                    <a:pt x="0" y="480060"/>
                  </a:lnTo>
                  <a:lnTo>
                    <a:pt x="0" y="485140"/>
                  </a:lnTo>
                  <a:lnTo>
                    <a:pt x="3809" y="485140"/>
                  </a:lnTo>
                  <a:lnTo>
                    <a:pt x="3809" y="480060"/>
                  </a:lnTo>
                  <a:close/>
                </a:path>
                <a:path w="3809" h="510539">
                  <a:moveTo>
                    <a:pt x="3809" y="473710"/>
                  </a:moveTo>
                  <a:lnTo>
                    <a:pt x="0" y="473710"/>
                  </a:lnTo>
                  <a:lnTo>
                    <a:pt x="0" y="478790"/>
                  </a:lnTo>
                  <a:lnTo>
                    <a:pt x="3809" y="478790"/>
                  </a:lnTo>
                  <a:lnTo>
                    <a:pt x="3809" y="473710"/>
                  </a:lnTo>
                  <a:close/>
                </a:path>
                <a:path w="3809" h="510539">
                  <a:moveTo>
                    <a:pt x="3809" y="467360"/>
                  </a:moveTo>
                  <a:lnTo>
                    <a:pt x="0" y="467360"/>
                  </a:lnTo>
                  <a:lnTo>
                    <a:pt x="0" y="472440"/>
                  </a:lnTo>
                  <a:lnTo>
                    <a:pt x="3809" y="472440"/>
                  </a:lnTo>
                  <a:lnTo>
                    <a:pt x="3809" y="467360"/>
                  </a:lnTo>
                  <a:close/>
                </a:path>
                <a:path w="3809" h="510539">
                  <a:moveTo>
                    <a:pt x="3809" y="461010"/>
                  </a:moveTo>
                  <a:lnTo>
                    <a:pt x="0" y="461010"/>
                  </a:lnTo>
                  <a:lnTo>
                    <a:pt x="0" y="466090"/>
                  </a:lnTo>
                  <a:lnTo>
                    <a:pt x="3809" y="466090"/>
                  </a:lnTo>
                  <a:lnTo>
                    <a:pt x="3809" y="461010"/>
                  </a:lnTo>
                  <a:close/>
                </a:path>
                <a:path w="3809" h="510539">
                  <a:moveTo>
                    <a:pt x="3809" y="454660"/>
                  </a:moveTo>
                  <a:lnTo>
                    <a:pt x="0" y="454660"/>
                  </a:lnTo>
                  <a:lnTo>
                    <a:pt x="0" y="459740"/>
                  </a:lnTo>
                  <a:lnTo>
                    <a:pt x="3809" y="459740"/>
                  </a:lnTo>
                  <a:lnTo>
                    <a:pt x="3809" y="454660"/>
                  </a:lnTo>
                  <a:close/>
                </a:path>
                <a:path w="3809" h="510539">
                  <a:moveTo>
                    <a:pt x="3809" y="448310"/>
                  </a:moveTo>
                  <a:lnTo>
                    <a:pt x="0" y="448310"/>
                  </a:lnTo>
                  <a:lnTo>
                    <a:pt x="0" y="453390"/>
                  </a:lnTo>
                  <a:lnTo>
                    <a:pt x="3809" y="453390"/>
                  </a:lnTo>
                  <a:lnTo>
                    <a:pt x="3809" y="448310"/>
                  </a:lnTo>
                  <a:close/>
                </a:path>
                <a:path w="3809" h="510539">
                  <a:moveTo>
                    <a:pt x="3809" y="441960"/>
                  </a:moveTo>
                  <a:lnTo>
                    <a:pt x="0" y="441960"/>
                  </a:lnTo>
                  <a:lnTo>
                    <a:pt x="0" y="447040"/>
                  </a:lnTo>
                  <a:lnTo>
                    <a:pt x="3809" y="447040"/>
                  </a:lnTo>
                  <a:lnTo>
                    <a:pt x="3809" y="441960"/>
                  </a:lnTo>
                  <a:close/>
                </a:path>
                <a:path w="3809" h="510539">
                  <a:moveTo>
                    <a:pt x="3809" y="435610"/>
                  </a:moveTo>
                  <a:lnTo>
                    <a:pt x="0" y="435610"/>
                  </a:lnTo>
                  <a:lnTo>
                    <a:pt x="0" y="440690"/>
                  </a:lnTo>
                  <a:lnTo>
                    <a:pt x="3809" y="440690"/>
                  </a:lnTo>
                  <a:lnTo>
                    <a:pt x="3809" y="435610"/>
                  </a:lnTo>
                  <a:close/>
                </a:path>
                <a:path w="3809" h="510539">
                  <a:moveTo>
                    <a:pt x="3809" y="429260"/>
                  </a:moveTo>
                  <a:lnTo>
                    <a:pt x="0" y="429260"/>
                  </a:lnTo>
                  <a:lnTo>
                    <a:pt x="0" y="434340"/>
                  </a:lnTo>
                  <a:lnTo>
                    <a:pt x="3809" y="434340"/>
                  </a:lnTo>
                  <a:lnTo>
                    <a:pt x="3809" y="429260"/>
                  </a:lnTo>
                  <a:close/>
                </a:path>
                <a:path w="3809" h="510539">
                  <a:moveTo>
                    <a:pt x="3809" y="422910"/>
                  </a:moveTo>
                  <a:lnTo>
                    <a:pt x="0" y="422910"/>
                  </a:lnTo>
                  <a:lnTo>
                    <a:pt x="0" y="427990"/>
                  </a:lnTo>
                  <a:lnTo>
                    <a:pt x="3809" y="427990"/>
                  </a:lnTo>
                  <a:lnTo>
                    <a:pt x="3809" y="422910"/>
                  </a:lnTo>
                  <a:close/>
                </a:path>
                <a:path w="3809" h="510539">
                  <a:moveTo>
                    <a:pt x="3809" y="160020"/>
                  </a:moveTo>
                  <a:lnTo>
                    <a:pt x="0" y="160020"/>
                  </a:lnTo>
                  <a:lnTo>
                    <a:pt x="0" y="421640"/>
                  </a:lnTo>
                  <a:lnTo>
                    <a:pt x="3809" y="421640"/>
                  </a:lnTo>
                  <a:lnTo>
                    <a:pt x="3809" y="160020"/>
                  </a:lnTo>
                  <a:close/>
                </a:path>
              </a:pathLst>
            </a:custGeom>
            <a:solidFill>
              <a:srgbClr val="CABA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1276350" y="2890519"/>
              <a:ext cx="3810" cy="510540"/>
            </a:xfrm>
            <a:custGeom>
              <a:avLst/>
              <a:gdLst/>
              <a:ahLst/>
              <a:cxnLst/>
              <a:rect l="l" t="t" r="r" b="b"/>
              <a:pathLst>
                <a:path w="3809" h="510539">
                  <a:moveTo>
                    <a:pt x="127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70" y="2540"/>
                  </a:lnTo>
                  <a:lnTo>
                    <a:pt x="1270" y="0"/>
                  </a:lnTo>
                  <a:close/>
                </a:path>
                <a:path w="3809" h="510539">
                  <a:moveTo>
                    <a:pt x="3810" y="509270"/>
                  </a:moveTo>
                  <a:lnTo>
                    <a:pt x="2540" y="509270"/>
                  </a:lnTo>
                  <a:lnTo>
                    <a:pt x="2540" y="510540"/>
                  </a:lnTo>
                  <a:lnTo>
                    <a:pt x="3810" y="510540"/>
                  </a:lnTo>
                  <a:lnTo>
                    <a:pt x="3810" y="509270"/>
                  </a:lnTo>
                  <a:close/>
                </a:path>
                <a:path w="3809" h="510539">
                  <a:moveTo>
                    <a:pt x="3810" y="502920"/>
                  </a:moveTo>
                  <a:lnTo>
                    <a:pt x="0" y="502920"/>
                  </a:lnTo>
                  <a:lnTo>
                    <a:pt x="0" y="508000"/>
                  </a:lnTo>
                  <a:lnTo>
                    <a:pt x="3810" y="508000"/>
                  </a:lnTo>
                  <a:lnTo>
                    <a:pt x="3810" y="502920"/>
                  </a:lnTo>
                  <a:close/>
                </a:path>
                <a:path w="3809" h="510539">
                  <a:moveTo>
                    <a:pt x="3810" y="496570"/>
                  </a:moveTo>
                  <a:lnTo>
                    <a:pt x="0" y="496570"/>
                  </a:lnTo>
                  <a:lnTo>
                    <a:pt x="0" y="501650"/>
                  </a:lnTo>
                  <a:lnTo>
                    <a:pt x="3810" y="501650"/>
                  </a:lnTo>
                  <a:lnTo>
                    <a:pt x="3810" y="496570"/>
                  </a:lnTo>
                  <a:close/>
                </a:path>
                <a:path w="3809" h="510539">
                  <a:moveTo>
                    <a:pt x="3810" y="490220"/>
                  </a:moveTo>
                  <a:lnTo>
                    <a:pt x="0" y="490220"/>
                  </a:lnTo>
                  <a:lnTo>
                    <a:pt x="0" y="495300"/>
                  </a:lnTo>
                  <a:lnTo>
                    <a:pt x="3810" y="495300"/>
                  </a:lnTo>
                  <a:lnTo>
                    <a:pt x="3810" y="490220"/>
                  </a:lnTo>
                  <a:close/>
                </a:path>
                <a:path w="3809" h="510539">
                  <a:moveTo>
                    <a:pt x="3810" y="483870"/>
                  </a:moveTo>
                  <a:lnTo>
                    <a:pt x="0" y="483870"/>
                  </a:lnTo>
                  <a:lnTo>
                    <a:pt x="0" y="488950"/>
                  </a:lnTo>
                  <a:lnTo>
                    <a:pt x="3810" y="488950"/>
                  </a:lnTo>
                  <a:lnTo>
                    <a:pt x="3810" y="483870"/>
                  </a:lnTo>
                  <a:close/>
                </a:path>
                <a:path w="3809" h="510539">
                  <a:moveTo>
                    <a:pt x="3810" y="477520"/>
                  </a:moveTo>
                  <a:lnTo>
                    <a:pt x="0" y="477520"/>
                  </a:lnTo>
                  <a:lnTo>
                    <a:pt x="0" y="482600"/>
                  </a:lnTo>
                  <a:lnTo>
                    <a:pt x="3810" y="482600"/>
                  </a:lnTo>
                  <a:lnTo>
                    <a:pt x="3810" y="477520"/>
                  </a:lnTo>
                  <a:close/>
                </a:path>
                <a:path w="3809" h="510539">
                  <a:moveTo>
                    <a:pt x="3810" y="471170"/>
                  </a:moveTo>
                  <a:lnTo>
                    <a:pt x="0" y="471170"/>
                  </a:lnTo>
                  <a:lnTo>
                    <a:pt x="0" y="476250"/>
                  </a:lnTo>
                  <a:lnTo>
                    <a:pt x="3810" y="476250"/>
                  </a:lnTo>
                  <a:lnTo>
                    <a:pt x="3810" y="471170"/>
                  </a:lnTo>
                  <a:close/>
                </a:path>
                <a:path w="3809" h="510539">
                  <a:moveTo>
                    <a:pt x="3810" y="464820"/>
                  </a:moveTo>
                  <a:lnTo>
                    <a:pt x="0" y="464820"/>
                  </a:lnTo>
                  <a:lnTo>
                    <a:pt x="0" y="469900"/>
                  </a:lnTo>
                  <a:lnTo>
                    <a:pt x="3810" y="469900"/>
                  </a:lnTo>
                  <a:lnTo>
                    <a:pt x="3810" y="464820"/>
                  </a:lnTo>
                  <a:close/>
                </a:path>
                <a:path w="3809" h="510539">
                  <a:moveTo>
                    <a:pt x="3810" y="458470"/>
                  </a:moveTo>
                  <a:lnTo>
                    <a:pt x="0" y="458470"/>
                  </a:lnTo>
                  <a:lnTo>
                    <a:pt x="0" y="463550"/>
                  </a:lnTo>
                  <a:lnTo>
                    <a:pt x="3810" y="463550"/>
                  </a:lnTo>
                  <a:lnTo>
                    <a:pt x="3810" y="458470"/>
                  </a:lnTo>
                  <a:close/>
                </a:path>
                <a:path w="3809" h="510539">
                  <a:moveTo>
                    <a:pt x="3810" y="452120"/>
                  </a:moveTo>
                  <a:lnTo>
                    <a:pt x="0" y="452120"/>
                  </a:lnTo>
                  <a:lnTo>
                    <a:pt x="0" y="457200"/>
                  </a:lnTo>
                  <a:lnTo>
                    <a:pt x="3810" y="457200"/>
                  </a:lnTo>
                  <a:lnTo>
                    <a:pt x="3810" y="452120"/>
                  </a:lnTo>
                  <a:close/>
                </a:path>
                <a:path w="3809" h="510539">
                  <a:moveTo>
                    <a:pt x="3810" y="445770"/>
                  </a:moveTo>
                  <a:lnTo>
                    <a:pt x="0" y="445770"/>
                  </a:lnTo>
                  <a:lnTo>
                    <a:pt x="0" y="450850"/>
                  </a:lnTo>
                  <a:lnTo>
                    <a:pt x="3810" y="450850"/>
                  </a:lnTo>
                  <a:lnTo>
                    <a:pt x="3810" y="445770"/>
                  </a:lnTo>
                  <a:close/>
                </a:path>
                <a:path w="3809" h="510539">
                  <a:moveTo>
                    <a:pt x="3810" y="439420"/>
                  </a:moveTo>
                  <a:lnTo>
                    <a:pt x="0" y="439420"/>
                  </a:lnTo>
                  <a:lnTo>
                    <a:pt x="0" y="444500"/>
                  </a:lnTo>
                  <a:lnTo>
                    <a:pt x="3810" y="444500"/>
                  </a:lnTo>
                  <a:lnTo>
                    <a:pt x="3810" y="439420"/>
                  </a:lnTo>
                  <a:close/>
                </a:path>
                <a:path w="3809" h="510539">
                  <a:moveTo>
                    <a:pt x="3810" y="433070"/>
                  </a:moveTo>
                  <a:lnTo>
                    <a:pt x="0" y="433070"/>
                  </a:lnTo>
                  <a:lnTo>
                    <a:pt x="0" y="438150"/>
                  </a:lnTo>
                  <a:lnTo>
                    <a:pt x="3810" y="438150"/>
                  </a:lnTo>
                  <a:lnTo>
                    <a:pt x="3810" y="433070"/>
                  </a:lnTo>
                  <a:close/>
                </a:path>
                <a:path w="3809" h="510539">
                  <a:moveTo>
                    <a:pt x="3810" y="426720"/>
                  </a:moveTo>
                  <a:lnTo>
                    <a:pt x="0" y="426720"/>
                  </a:lnTo>
                  <a:lnTo>
                    <a:pt x="0" y="431800"/>
                  </a:lnTo>
                  <a:lnTo>
                    <a:pt x="3810" y="431800"/>
                  </a:lnTo>
                  <a:lnTo>
                    <a:pt x="3810" y="426720"/>
                  </a:lnTo>
                  <a:close/>
                </a:path>
                <a:path w="3809" h="510539">
                  <a:moveTo>
                    <a:pt x="3810" y="420370"/>
                  </a:moveTo>
                  <a:lnTo>
                    <a:pt x="0" y="420370"/>
                  </a:lnTo>
                  <a:lnTo>
                    <a:pt x="0" y="425450"/>
                  </a:lnTo>
                  <a:lnTo>
                    <a:pt x="3810" y="425450"/>
                  </a:lnTo>
                  <a:lnTo>
                    <a:pt x="3810" y="420370"/>
                  </a:lnTo>
                  <a:close/>
                </a:path>
                <a:path w="3809" h="510539">
                  <a:moveTo>
                    <a:pt x="3810" y="157480"/>
                  </a:moveTo>
                  <a:lnTo>
                    <a:pt x="0" y="157480"/>
                  </a:lnTo>
                  <a:lnTo>
                    <a:pt x="0" y="419100"/>
                  </a:lnTo>
                  <a:lnTo>
                    <a:pt x="3810" y="419100"/>
                  </a:lnTo>
                  <a:lnTo>
                    <a:pt x="3810" y="157480"/>
                  </a:lnTo>
                  <a:close/>
                </a:path>
                <a:path w="3809" h="510539">
                  <a:moveTo>
                    <a:pt x="3810" y="35560"/>
                  </a:moveTo>
                  <a:lnTo>
                    <a:pt x="0" y="35560"/>
                  </a:lnTo>
                  <a:lnTo>
                    <a:pt x="0" y="156210"/>
                  </a:lnTo>
                  <a:lnTo>
                    <a:pt x="3810" y="156210"/>
                  </a:lnTo>
                  <a:lnTo>
                    <a:pt x="3810" y="35560"/>
                  </a:lnTo>
                  <a:close/>
                </a:path>
                <a:path w="3809" h="510539">
                  <a:moveTo>
                    <a:pt x="3810" y="33020"/>
                  </a:moveTo>
                  <a:lnTo>
                    <a:pt x="0" y="33020"/>
                  </a:lnTo>
                  <a:lnTo>
                    <a:pt x="0" y="34290"/>
                  </a:lnTo>
                  <a:lnTo>
                    <a:pt x="3810" y="34290"/>
                  </a:lnTo>
                  <a:lnTo>
                    <a:pt x="3810" y="33020"/>
                  </a:lnTo>
                  <a:close/>
                </a:path>
                <a:path w="3809" h="510539">
                  <a:moveTo>
                    <a:pt x="381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3810" y="31750"/>
                  </a:lnTo>
                  <a:lnTo>
                    <a:pt x="3810" y="29210"/>
                  </a:lnTo>
                  <a:close/>
                </a:path>
                <a:path w="3809" h="510539">
                  <a:moveTo>
                    <a:pt x="3810" y="26670"/>
                  </a:moveTo>
                  <a:lnTo>
                    <a:pt x="0" y="26670"/>
                  </a:lnTo>
                  <a:lnTo>
                    <a:pt x="0" y="27940"/>
                  </a:lnTo>
                  <a:lnTo>
                    <a:pt x="3810" y="27940"/>
                  </a:lnTo>
                  <a:lnTo>
                    <a:pt x="3810" y="26670"/>
                  </a:lnTo>
                  <a:close/>
                </a:path>
                <a:path w="3809" h="510539">
                  <a:moveTo>
                    <a:pt x="381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2860"/>
                  </a:lnTo>
                  <a:close/>
                </a:path>
                <a:path w="3809" h="510539">
                  <a:moveTo>
                    <a:pt x="3810" y="20320"/>
                  </a:moveTo>
                  <a:lnTo>
                    <a:pt x="0" y="2032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20320"/>
                  </a:lnTo>
                  <a:close/>
                </a:path>
                <a:path w="3809" h="510539">
                  <a:moveTo>
                    <a:pt x="381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6510"/>
                  </a:lnTo>
                  <a:close/>
                </a:path>
                <a:path w="3809" h="510539">
                  <a:moveTo>
                    <a:pt x="3810" y="13970"/>
                  </a:moveTo>
                  <a:lnTo>
                    <a:pt x="0" y="1397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3970"/>
                  </a:lnTo>
                  <a:close/>
                </a:path>
                <a:path w="3809" h="510539">
                  <a:moveTo>
                    <a:pt x="381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10160"/>
                  </a:lnTo>
                  <a:close/>
                </a:path>
                <a:path w="3809" h="510539">
                  <a:moveTo>
                    <a:pt x="3810" y="7620"/>
                  </a:moveTo>
                  <a:lnTo>
                    <a:pt x="0" y="762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7620"/>
                  </a:lnTo>
                  <a:close/>
                </a:path>
                <a:path w="3809" h="510539">
                  <a:moveTo>
                    <a:pt x="3810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3810"/>
                  </a:lnTo>
                  <a:close/>
                </a:path>
              </a:pathLst>
            </a:custGeom>
            <a:solidFill>
              <a:srgbClr val="C9B9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1280159" y="2893060"/>
              <a:ext cx="3810" cy="508000"/>
            </a:xfrm>
            <a:custGeom>
              <a:avLst/>
              <a:gdLst/>
              <a:ahLst/>
              <a:cxnLst/>
              <a:rect l="l" t="t" r="r" b="b"/>
              <a:pathLst>
                <a:path w="3809" h="508000">
                  <a:moveTo>
                    <a:pt x="3809" y="33020"/>
                  </a:moveTo>
                  <a:lnTo>
                    <a:pt x="0" y="33020"/>
                  </a:lnTo>
                  <a:lnTo>
                    <a:pt x="0" y="153670"/>
                  </a:lnTo>
                  <a:lnTo>
                    <a:pt x="3809" y="153670"/>
                  </a:lnTo>
                  <a:lnTo>
                    <a:pt x="3809" y="33020"/>
                  </a:lnTo>
                  <a:close/>
                </a:path>
                <a:path w="3809" h="508000">
                  <a:moveTo>
                    <a:pt x="3809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3809" y="31750"/>
                  </a:lnTo>
                  <a:lnTo>
                    <a:pt x="3809" y="30480"/>
                  </a:lnTo>
                  <a:close/>
                </a:path>
                <a:path w="3809" h="508000">
                  <a:moveTo>
                    <a:pt x="3809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3809" y="29210"/>
                  </a:lnTo>
                  <a:lnTo>
                    <a:pt x="3809" y="26670"/>
                  </a:lnTo>
                  <a:close/>
                </a:path>
                <a:path w="3809" h="508000">
                  <a:moveTo>
                    <a:pt x="3809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3809" y="25400"/>
                  </a:lnTo>
                  <a:lnTo>
                    <a:pt x="3809" y="24130"/>
                  </a:lnTo>
                  <a:close/>
                </a:path>
                <a:path w="3809" h="508000">
                  <a:moveTo>
                    <a:pt x="3809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20320"/>
                  </a:lnTo>
                  <a:close/>
                </a:path>
                <a:path w="3809" h="508000">
                  <a:moveTo>
                    <a:pt x="3809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3809" y="19050"/>
                  </a:lnTo>
                  <a:lnTo>
                    <a:pt x="3809" y="17780"/>
                  </a:lnTo>
                  <a:close/>
                </a:path>
                <a:path w="3809" h="508000">
                  <a:moveTo>
                    <a:pt x="3809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3970"/>
                  </a:lnTo>
                  <a:close/>
                </a:path>
                <a:path w="3809" h="508000">
                  <a:moveTo>
                    <a:pt x="3809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3809" y="12700"/>
                  </a:lnTo>
                  <a:lnTo>
                    <a:pt x="3809" y="11430"/>
                  </a:lnTo>
                  <a:close/>
                </a:path>
                <a:path w="3809" h="508000">
                  <a:moveTo>
                    <a:pt x="3809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7620"/>
                  </a:lnTo>
                  <a:close/>
                </a:path>
                <a:path w="3809" h="508000">
                  <a:moveTo>
                    <a:pt x="3809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5080"/>
                  </a:lnTo>
                  <a:close/>
                </a:path>
                <a:path w="3809" h="508000">
                  <a:moveTo>
                    <a:pt x="127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3809" h="508000">
                  <a:moveTo>
                    <a:pt x="3809" y="506730"/>
                  </a:moveTo>
                  <a:lnTo>
                    <a:pt x="0" y="506730"/>
                  </a:lnTo>
                  <a:lnTo>
                    <a:pt x="0" y="508000"/>
                  </a:lnTo>
                  <a:lnTo>
                    <a:pt x="3809" y="508000"/>
                  </a:lnTo>
                  <a:lnTo>
                    <a:pt x="3809" y="506730"/>
                  </a:lnTo>
                  <a:close/>
                </a:path>
                <a:path w="3809" h="508000">
                  <a:moveTo>
                    <a:pt x="3809" y="500380"/>
                  </a:moveTo>
                  <a:lnTo>
                    <a:pt x="0" y="500380"/>
                  </a:lnTo>
                  <a:lnTo>
                    <a:pt x="0" y="505460"/>
                  </a:lnTo>
                  <a:lnTo>
                    <a:pt x="3809" y="505460"/>
                  </a:lnTo>
                  <a:lnTo>
                    <a:pt x="3809" y="500380"/>
                  </a:lnTo>
                  <a:close/>
                </a:path>
                <a:path w="3809" h="508000">
                  <a:moveTo>
                    <a:pt x="3809" y="494030"/>
                  </a:moveTo>
                  <a:lnTo>
                    <a:pt x="0" y="494030"/>
                  </a:lnTo>
                  <a:lnTo>
                    <a:pt x="0" y="499110"/>
                  </a:lnTo>
                  <a:lnTo>
                    <a:pt x="3809" y="499110"/>
                  </a:lnTo>
                  <a:lnTo>
                    <a:pt x="3809" y="494030"/>
                  </a:lnTo>
                  <a:close/>
                </a:path>
                <a:path w="3809" h="508000">
                  <a:moveTo>
                    <a:pt x="3809" y="487680"/>
                  </a:moveTo>
                  <a:lnTo>
                    <a:pt x="0" y="487680"/>
                  </a:lnTo>
                  <a:lnTo>
                    <a:pt x="0" y="492760"/>
                  </a:lnTo>
                  <a:lnTo>
                    <a:pt x="3809" y="492760"/>
                  </a:lnTo>
                  <a:lnTo>
                    <a:pt x="3809" y="487680"/>
                  </a:lnTo>
                  <a:close/>
                </a:path>
                <a:path w="3809" h="508000">
                  <a:moveTo>
                    <a:pt x="3809" y="481330"/>
                  </a:moveTo>
                  <a:lnTo>
                    <a:pt x="0" y="481330"/>
                  </a:lnTo>
                  <a:lnTo>
                    <a:pt x="0" y="486410"/>
                  </a:lnTo>
                  <a:lnTo>
                    <a:pt x="3809" y="486410"/>
                  </a:lnTo>
                  <a:lnTo>
                    <a:pt x="3809" y="481330"/>
                  </a:lnTo>
                  <a:close/>
                </a:path>
                <a:path w="3809" h="508000">
                  <a:moveTo>
                    <a:pt x="3809" y="474980"/>
                  </a:moveTo>
                  <a:lnTo>
                    <a:pt x="0" y="474980"/>
                  </a:lnTo>
                  <a:lnTo>
                    <a:pt x="0" y="480060"/>
                  </a:lnTo>
                  <a:lnTo>
                    <a:pt x="3809" y="480060"/>
                  </a:lnTo>
                  <a:lnTo>
                    <a:pt x="3809" y="474980"/>
                  </a:lnTo>
                  <a:close/>
                </a:path>
                <a:path w="3809" h="508000">
                  <a:moveTo>
                    <a:pt x="3809" y="468630"/>
                  </a:moveTo>
                  <a:lnTo>
                    <a:pt x="0" y="468630"/>
                  </a:lnTo>
                  <a:lnTo>
                    <a:pt x="0" y="473710"/>
                  </a:lnTo>
                  <a:lnTo>
                    <a:pt x="3809" y="473710"/>
                  </a:lnTo>
                  <a:lnTo>
                    <a:pt x="3809" y="468630"/>
                  </a:lnTo>
                  <a:close/>
                </a:path>
                <a:path w="3809" h="508000">
                  <a:moveTo>
                    <a:pt x="3809" y="462280"/>
                  </a:moveTo>
                  <a:lnTo>
                    <a:pt x="0" y="462280"/>
                  </a:lnTo>
                  <a:lnTo>
                    <a:pt x="0" y="467360"/>
                  </a:lnTo>
                  <a:lnTo>
                    <a:pt x="3809" y="467360"/>
                  </a:lnTo>
                  <a:lnTo>
                    <a:pt x="3809" y="462280"/>
                  </a:lnTo>
                  <a:close/>
                </a:path>
                <a:path w="3809" h="508000">
                  <a:moveTo>
                    <a:pt x="3809" y="455930"/>
                  </a:moveTo>
                  <a:lnTo>
                    <a:pt x="0" y="455930"/>
                  </a:lnTo>
                  <a:lnTo>
                    <a:pt x="0" y="461010"/>
                  </a:lnTo>
                  <a:lnTo>
                    <a:pt x="3809" y="461010"/>
                  </a:lnTo>
                  <a:lnTo>
                    <a:pt x="3809" y="455930"/>
                  </a:lnTo>
                  <a:close/>
                </a:path>
                <a:path w="3809" h="508000">
                  <a:moveTo>
                    <a:pt x="3809" y="449580"/>
                  </a:moveTo>
                  <a:lnTo>
                    <a:pt x="0" y="449580"/>
                  </a:lnTo>
                  <a:lnTo>
                    <a:pt x="0" y="454660"/>
                  </a:lnTo>
                  <a:lnTo>
                    <a:pt x="3809" y="454660"/>
                  </a:lnTo>
                  <a:lnTo>
                    <a:pt x="3809" y="449580"/>
                  </a:lnTo>
                  <a:close/>
                </a:path>
                <a:path w="3809" h="508000">
                  <a:moveTo>
                    <a:pt x="3809" y="443230"/>
                  </a:moveTo>
                  <a:lnTo>
                    <a:pt x="0" y="443230"/>
                  </a:lnTo>
                  <a:lnTo>
                    <a:pt x="0" y="448310"/>
                  </a:lnTo>
                  <a:lnTo>
                    <a:pt x="3809" y="448310"/>
                  </a:lnTo>
                  <a:lnTo>
                    <a:pt x="3809" y="443230"/>
                  </a:lnTo>
                  <a:close/>
                </a:path>
                <a:path w="3809" h="508000">
                  <a:moveTo>
                    <a:pt x="3809" y="436880"/>
                  </a:moveTo>
                  <a:lnTo>
                    <a:pt x="0" y="436880"/>
                  </a:lnTo>
                  <a:lnTo>
                    <a:pt x="0" y="441960"/>
                  </a:lnTo>
                  <a:lnTo>
                    <a:pt x="3809" y="441960"/>
                  </a:lnTo>
                  <a:lnTo>
                    <a:pt x="3809" y="436880"/>
                  </a:lnTo>
                  <a:close/>
                </a:path>
                <a:path w="3809" h="508000">
                  <a:moveTo>
                    <a:pt x="3809" y="430530"/>
                  </a:moveTo>
                  <a:lnTo>
                    <a:pt x="0" y="430530"/>
                  </a:lnTo>
                  <a:lnTo>
                    <a:pt x="0" y="435610"/>
                  </a:lnTo>
                  <a:lnTo>
                    <a:pt x="3809" y="435610"/>
                  </a:lnTo>
                  <a:lnTo>
                    <a:pt x="3809" y="430530"/>
                  </a:lnTo>
                  <a:close/>
                </a:path>
                <a:path w="3809" h="508000">
                  <a:moveTo>
                    <a:pt x="3809" y="424180"/>
                  </a:moveTo>
                  <a:lnTo>
                    <a:pt x="0" y="424180"/>
                  </a:lnTo>
                  <a:lnTo>
                    <a:pt x="0" y="429260"/>
                  </a:lnTo>
                  <a:lnTo>
                    <a:pt x="3809" y="429260"/>
                  </a:lnTo>
                  <a:lnTo>
                    <a:pt x="3809" y="424180"/>
                  </a:lnTo>
                  <a:close/>
                </a:path>
                <a:path w="3809" h="508000">
                  <a:moveTo>
                    <a:pt x="3809" y="417830"/>
                  </a:moveTo>
                  <a:lnTo>
                    <a:pt x="0" y="417830"/>
                  </a:lnTo>
                  <a:lnTo>
                    <a:pt x="0" y="422910"/>
                  </a:lnTo>
                  <a:lnTo>
                    <a:pt x="3809" y="422910"/>
                  </a:lnTo>
                  <a:lnTo>
                    <a:pt x="3809" y="417830"/>
                  </a:lnTo>
                  <a:close/>
                </a:path>
                <a:path w="3809" h="508000">
                  <a:moveTo>
                    <a:pt x="3809" y="154940"/>
                  </a:moveTo>
                  <a:lnTo>
                    <a:pt x="0" y="154940"/>
                  </a:lnTo>
                  <a:lnTo>
                    <a:pt x="0" y="416560"/>
                  </a:lnTo>
                  <a:lnTo>
                    <a:pt x="3809" y="416560"/>
                  </a:lnTo>
                  <a:lnTo>
                    <a:pt x="3809" y="154940"/>
                  </a:lnTo>
                  <a:close/>
                </a:path>
              </a:pathLst>
            </a:custGeom>
            <a:solidFill>
              <a:srgbClr val="C8B8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1283970" y="2898139"/>
              <a:ext cx="2540" cy="504825"/>
            </a:xfrm>
            <a:custGeom>
              <a:avLst/>
              <a:gdLst/>
              <a:ahLst/>
              <a:cxnLst/>
              <a:rect l="l" t="t" r="r" b="b"/>
              <a:pathLst>
                <a:path w="2540" h="504825">
                  <a:moveTo>
                    <a:pt x="2540" y="501650"/>
                  </a:moveTo>
                  <a:lnTo>
                    <a:pt x="0" y="501650"/>
                  </a:lnTo>
                  <a:lnTo>
                    <a:pt x="0" y="504202"/>
                  </a:lnTo>
                  <a:lnTo>
                    <a:pt x="2540" y="504202"/>
                  </a:lnTo>
                  <a:lnTo>
                    <a:pt x="2540" y="501650"/>
                  </a:lnTo>
                  <a:close/>
                </a:path>
                <a:path w="2540" h="504825">
                  <a:moveTo>
                    <a:pt x="2540" y="495300"/>
                  </a:moveTo>
                  <a:lnTo>
                    <a:pt x="0" y="495300"/>
                  </a:lnTo>
                  <a:lnTo>
                    <a:pt x="0" y="500380"/>
                  </a:lnTo>
                  <a:lnTo>
                    <a:pt x="2540" y="500380"/>
                  </a:lnTo>
                  <a:lnTo>
                    <a:pt x="2540" y="495300"/>
                  </a:lnTo>
                  <a:close/>
                </a:path>
                <a:path w="2540" h="504825">
                  <a:moveTo>
                    <a:pt x="2540" y="488950"/>
                  </a:moveTo>
                  <a:lnTo>
                    <a:pt x="0" y="488950"/>
                  </a:lnTo>
                  <a:lnTo>
                    <a:pt x="0" y="494030"/>
                  </a:lnTo>
                  <a:lnTo>
                    <a:pt x="2540" y="494030"/>
                  </a:lnTo>
                  <a:lnTo>
                    <a:pt x="2540" y="488950"/>
                  </a:lnTo>
                  <a:close/>
                </a:path>
                <a:path w="2540" h="504825">
                  <a:moveTo>
                    <a:pt x="2540" y="482600"/>
                  </a:moveTo>
                  <a:lnTo>
                    <a:pt x="0" y="482600"/>
                  </a:lnTo>
                  <a:lnTo>
                    <a:pt x="0" y="487680"/>
                  </a:lnTo>
                  <a:lnTo>
                    <a:pt x="2540" y="487680"/>
                  </a:lnTo>
                  <a:lnTo>
                    <a:pt x="2540" y="482600"/>
                  </a:lnTo>
                  <a:close/>
                </a:path>
                <a:path w="2540" h="504825">
                  <a:moveTo>
                    <a:pt x="2540" y="476250"/>
                  </a:moveTo>
                  <a:lnTo>
                    <a:pt x="0" y="476250"/>
                  </a:lnTo>
                  <a:lnTo>
                    <a:pt x="0" y="481330"/>
                  </a:lnTo>
                  <a:lnTo>
                    <a:pt x="2540" y="481330"/>
                  </a:lnTo>
                  <a:lnTo>
                    <a:pt x="2540" y="476250"/>
                  </a:lnTo>
                  <a:close/>
                </a:path>
                <a:path w="2540" h="504825">
                  <a:moveTo>
                    <a:pt x="2540" y="469900"/>
                  </a:moveTo>
                  <a:lnTo>
                    <a:pt x="0" y="469900"/>
                  </a:lnTo>
                  <a:lnTo>
                    <a:pt x="0" y="474980"/>
                  </a:lnTo>
                  <a:lnTo>
                    <a:pt x="2540" y="474980"/>
                  </a:lnTo>
                  <a:lnTo>
                    <a:pt x="2540" y="469900"/>
                  </a:lnTo>
                  <a:close/>
                </a:path>
                <a:path w="2540" h="504825">
                  <a:moveTo>
                    <a:pt x="2540" y="463550"/>
                  </a:moveTo>
                  <a:lnTo>
                    <a:pt x="0" y="463550"/>
                  </a:lnTo>
                  <a:lnTo>
                    <a:pt x="0" y="468630"/>
                  </a:lnTo>
                  <a:lnTo>
                    <a:pt x="2540" y="468630"/>
                  </a:lnTo>
                  <a:lnTo>
                    <a:pt x="2540" y="463550"/>
                  </a:lnTo>
                  <a:close/>
                </a:path>
                <a:path w="2540" h="504825">
                  <a:moveTo>
                    <a:pt x="2540" y="457200"/>
                  </a:moveTo>
                  <a:lnTo>
                    <a:pt x="0" y="457200"/>
                  </a:lnTo>
                  <a:lnTo>
                    <a:pt x="0" y="462280"/>
                  </a:lnTo>
                  <a:lnTo>
                    <a:pt x="2540" y="462280"/>
                  </a:lnTo>
                  <a:lnTo>
                    <a:pt x="2540" y="457200"/>
                  </a:lnTo>
                  <a:close/>
                </a:path>
                <a:path w="2540" h="504825">
                  <a:moveTo>
                    <a:pt x="2540" y="450850"/>
                  </a:moveTo>
                  <a:lnTo>
                    <a:pt x="0" y="450850"/>
                  </a:lnTo>
                  <a:lnTo>
                    <a:pt x="0" y="455930"/>
                  </a:lnTo>
                  <a:lnTo>
                    <a:pt x="2540" y="455930"/>
                  </a:lnTo>
                  <a:lnTo>
                    <a:pt x="2540" y="450850"/>
                  </a:lnTo>
                  <a:close/>
                </a:path>
                <a:path w="2540" h="504825">
                  <a:moveTo>
                    <a:pt x="2540" y="444500"/>
                  </a:moveTo>
                  <a:lnTo>
                    <a:pt x="0" y="444500"/>
                  </a:lnTo>
                  <a:lnTo>
                    <a:pt x="0" y="449580"/>
                  </a:lnTo>
                  <a:lnTo>
                    <a:pt x="2540" y="449580"/>
                  </a:lnTo>
                  <a:lnTo>
                    <a:pt x="2540" y="444500"/>
                  </a:lnTo>
                  <a:close/>
                </a:path>
                <a:path w="2540" h="504825">
                  <a:moveTo>
                    <a:pt x="2540" y="438150"/>
                  </a:moveTo>
                  <a:lnTo>
                    <a:pt x="0" y="438150"/>
                  </a:lnTo>
                  <a:lnTo>
                    <a:pt x="0" y="443230"/>
                  </a:lnTo>
                  <a:lnTo>
                    <a:pt x="2540" y="443230"/>
                  </a:lnTo>
                  <a:lnTo>
                    <a:pt x="2540" y="438150"/>
                  </a:lnTo>
                  <a:close/>
                </a:path>
                <a:path w="2540" h="504825">
                  <a:moveTo>
                    <a:pt x="2540" y="431800"/>
                  </a:moveTo>
                  <a:lnTo>
                    <a:pt x="0" y="431800"/>
                  </a:lnTo>
                  <a:lnTo>
                    <a:pt x="0" y="436880"/>
                  </a:lnTo>
                  <a:lnTo>
                    <a:pt x="2540" y="436880"/>
                  </a:lnTo>
                  <a:lnTo>
                    <a:pt x="2540" y="431800"/>
                  </a:lnTo>
                  <a:close/>
                </a:path>
                <a:path w="2540" h="504825">
                  <a:moveTo>
                    <a:pt x="2540" y="425450"/>
                  </a:moveTo>
                  <a:lnTo>
                    <a:pt x="0" y="425450"/>
                  </a:lnTo>
                  <a:lnTo>
                    <a:pt x="0" y="430530"/>
                  </a:lnTo>
                  <a:lnTo>
                    <a:pt x="2540" y="430530"/>
                  </a:lnTo>
                  <a:lnTo>
                    <a:pt x="2540" y="425450"/>
                  </a:lnTo>
                  <a:close/>
                </a:path>
                <a:path w="2540" h="504825">
                  <a:moveTo>
                    <a:pt x="2540" y="419100"/>
                  </a:moveTo>
                  <a:lnTo>
                    <a:pt x="0" y="419100"/>
                  </a:lnTo>
                  <a:lnTo>
                    <a:pt x="0" y="424180"/>
                  </a:lnTo>
                  <a:lnTo>
                    <a:pt x="2540" y="424180"/>
                  </a:lnTo>
                  <a:lnTo>
                    <a:pt x="2540" y="419100"/>
                  </a:lnTo>
                  <a:close/>
                </a:path>
                <a:path w="2540" h="504825">
                  <a:moveTo>
                    <a:pt x="2540" y="412750"/>
                  </a:moveTo>
                  <a:lnTo>
                    <a:pt x="0" y="412750"/>
                  </a:lnTo>
                  <a:lnTo>
                    <a:pt x="0" y="417830"/>
                  </a:lnTo>
                  <a:lnTo>
                    <a:pt x="2540" y="417830"/>
                  </a:lnTo>
                  <a:lnTo>
                    <a:pt x="2540" y="412750"/>
                  </a:lnTo>
                  <a:close/>
                </a:path>
                <a:path w="2540" h="504825">
                  <a:moveTo>
                    <a:pt x="2540" y="149860"/>
                  </a:moveTo>
                  <a:lnTo>
                    <a:pt x="0" y="149860"/>
                  </a:lnTo>
                  <a:lnTo>
                    <a:pt x="0" y="411480"/>
                  </a:lnTo>
                  <a:lnTo>
                    <a:pt x="2540" y="411480"/>
                  </a:lnTo>
                  <a:lnTo>
                    <a:pt x="2540" y="149860"/>
                  </a:lnTo>
                  <a:close/>
                </a:path>
                <a:path w="2540" h="504825">
                  <a:moveTo>
                    <a:pt x="2540" y="27940"/>
                  </a:moveTo>
                  <a:lnTo>
                    <a:pt x="0" y="27940"/>
                  </a:lnTo>
                  <a:lnTo>
                    <a:pt x="0" y="148590"/>
                  </a:lnTo>
                  <a:lnTo>
                    <a:pt x="2540" y="148590"/>
                  </a:lnTo>
                  <a:lnTo>
                    <a:pt x="2540" y="27940"/>
                  </a:lnTo>
                  <a:close/>
                </a:path>
                <a:path w="2540" h="504825">
                  <a:moveTo>
                    <a:pt x="2540" y="25400"/>
                  </a:moveTo>
                  <a:lnTo>
                    <a:pt x="0" y="25400"/>
                  </a:lnTo>
                  <a:lnTo>
                    <a:pt x="0" y="26670"/>
                  </a:lnTo>
                  <a:lnTo>
                    <a:pt x="2540" y="26670"/>
                  </a:lnTo>
                  <a:lnTo>
                    <a:pt x="2540" y="25400"/>
                  </a:lnTo>
                  <a:close/>
                </a:path>
                <a:path w="2540" h="504825">
                  <a:moveTo>
                    <a:pt x="2540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2540" y="24130"/>
                  </a:lnTo>
                  <a:lnTo>
                    <a:pt x="2540" y="21590"/>
                  </a:lnTo>
                  <a:close/>
                </a:path>
                <a:path w="2540" h="504825">
                  <a:moveTo>
                    <a:pt x="2540" y="19050"/>
                  </a:moveTo>
                  <a:lnTo>
                    <a:pt x="0" y="19050"/>
                  </a:lnTo>
                  <a:lnTo>
                    <a:pt x="0" y="20320"/>
                  </a:lnTo>
                  <a:lnTo>
                    <a:pt x="2540" y="20320"/>
                  </a:lnTo>
                  <a:lnTo>
                    <a:pt x="2540" y="19050"/>
                  </a:lnTo>
                  <a:close/>
                </a:path>
                <a:path w="2540" h="504825">
                  <a:moveTo>
                    <a:pt x="254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2540" y="17780"/>
                  </a:lnTo>
                  <a:lnTo>
                    <a:pt x="2540" y="15240"/>
                  </a:lnTo>
                  <a:close/>
                </a:path>
                <a:path w="2540" h="504825">
                  <a:moveTo>
                    <a:pt x="2540" y="12700"/>
                  </a:moveTo>
                  <a:lnTo>
                    <a:pt x="0" y="12700"/>
                  </a:lnTo>
                  <a:lnTo>
                    <a:pt x="0" y="13970"/>
                  </a:lnTo>
                  <a:lnTo>
                    <a:pt x="2540" y="13970"/>
                  </a:lnTo>
                  <a:lnTo>
                    <a:pt x="2540" y="12700"/>
                  </a:lnTo>
                  <a:close/>
                </a:path>
                <a:path w="2540" h="504825">
                  <a:moveTo>
                    <a:pt x="254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8890"/>
                  </a:lnTo>
                  <a:close/>
                </a:path>
                <a:path w="2540" h="504825">
                  <a:moveTo>
                    <a:pt x="2540" y="6350"/>
                  </a:moveTo>
                  <a:lnTo>
                    <a:pt x="0" y="6350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6350"/>
                  </a:lnTo>
                  <a:close/>
                </a:path>
                <a:path w="2540" h="504825">
                  <a:moveTo>
                    <a:pt x="254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2540"/>
                  </a:lnTo>
                  <a:close/>
                </a:path>
                <a:path w="2540" h="504825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C8B7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1286509" y="2896869"/>
              <a:ext cx="3810" cy="506730"/>
            </a:xfrm>
            <a:custGeom>
              <a:avLst/>
              <a:gdLst/>
              <a:ahLst/>
              <a:cxnLst/>
              <a:rect l="l" t="t" r="r" b="b"/>
              <a:pathLst>
                <a:path w="3809" h="506729">
                  <a:moveTo>
                    <a:pt x="3809" y="29210"/>
                  </a:moveTo>
                  <a:lnTo>
                    <a:pt x="0" y="29210"/>
                  </a:lnTo>
                  <a:lnTo>
                    <a:pt x="0" y="149860"/>
                  </a:lnTo>
                  <a:lnTo>
                    <a:pt x="3809" y="149860"/>
                  </a:lnTo>
                  <a:lnTo>
                    <a:pt x="3809" y="29210"/>
                  </a:lnTo>
                  <a:close/>
                </a:path>
                <a:path w="3809" h="506729">
                  <a:moveTo>
                    <a:pt x="3809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6670"/>
                  </a:lnTo>
                  <a:close/>
                </a:path>
                <a:path w="3809" h="506729">
                  <a:moveTo>
                    <a:pt x="3809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3809" y="25400"/>
                  </a:lnTo>
                  <a:lnTo>
                    <a:pt x="3809" y="22860"/>
                  </a:lnTo>
                  <a:close/>
                </a:path>
                <a:path w="3809" h="506729">
                  <a:moveTo>
                    <a:pt x="3809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20320"/>
                  </a:lnTo>
                  <a:close/>
                </a:path>
                <a:path w="3809" h="506729">
                  <a:moveTo>
                    <a:pt x="3809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3809" y="19050"/>
                  </a:lnTo>
                  <a:lnTo>
                    <a:pt x="3809" y="16510"/>
                  </a:lnTo>
                  <a:close/>
                </a:path>
                <a:path w="3809" h="506729">
                  <a:moveTo>
                    <a:pt x="3809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3970"/>
                  </a:lnTo>
                  <a:close/>
                </a:path>
                <a:path w="3809" h="506729">
                  <a:moveTo>
                    <a:pt x="3809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3809" y="12700"/>
                  </a:lnTo>
                  <a:lnTo>
                    <a:pt x="3809" y="10160"/>
                  </a:lnTo>
                  <a:close/>
                </a:path>
                <a:path w="3809" h="506729">
                  <a:moveTo>
                    <a:pt x="3809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7620"/>
                  </a:lnTo>
                  <a:close/>
                </a:path>
                <a:path w="3809" h="506729">
                  <a:moveTo>
                    <a:pt x="3809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3810"/>
                  </a:lnTo>
                  <a:close/>
                </a:path>
                <a:path w="3809" h="506729">
                  <a:moveTo>
                    <a:pt x="127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70" y="2539"/>
                  </a:lnTo>
                  <a:lnTo>
                    <a:pt x="1270" y="0"/>
                  </a:lnTo>
                  <a:close/>
                </a:path>
                <a:path w="3809" h="506729">
                  <a:moveTo>
                    <a:pt x="3809" y="502920"/>
                  </a:moveTo>
                  <a:lnTo>
                    <a:pt x="0" y="502920"/>
                  </a:lnTo>
                  <a:lnTo>
                    <a:pt x="0" y="505460"/>
                  </a:lnTo>
                  <a:lnTo>
                    <a:pt x="2540" y="505460"/>
                  </a:lnTo>
                  <a:lnTo>
                    <a:pt x="2540" y="506730"/>
                  </a:lnTo>
                  <a:lnTo>
                    <a:pt x="3809" y="506730"/>
                  </a:lnTo>
                  <a:lnTo>
                    <a:pt x="3809" y="502920"/>
                  </a:lnTo>
                  <a:close/>
                </a:path>
                <a:path w="3809" h="506729">
                  <a:moveTo>
                    <a:pt x="3809" y="496570"/>
                  </a:moveTo>
                  <a:lnTo>
                    <a:pt x="0" y="496570"/>
                  </a:lnTo>
                  <a:lnTo>
                    <a:pt x="0" y="501650"/>
                  </a:lnTo>
                  <a:lnTo>
                    <a:pt x="3809" y="501650"/>
                  </a:lnTo>
                  <a:lnTo>
                    <a:pt x="3809" y="496570"/>
                  </a:lnTo>
                  <a:close/>
                </a:path>
                <a:path w="3809" h="506729">
                  <a:moveTo>
                    <a:pt x="3809" y="490220"/>
                  </a:moveTo>
                  <a:lnTo>
                    <a:pt x="0" y="490220"/>
                  </a:lnTo>
                  <a:lnTo>
                    <a:pt x="0" y="495300"/>
                  </a:lnTo>
                  <a:lnTo>
                    <a:pt x="3809" y="495300"/>
                  </a:lnTo>
                  <a:lnTo>
                    <a:pt x="3809" y="490220"/>
                  </a:lnTo>
                  <a:close/>
                </a:path>
                <a:path w="3809" h="506729">
                  <a:moveTo>
                    <a:pt x="3809" y="483870"/>
                  </a:moveTo>
                  <a:lnTo>
                    <a:pt x="0" y="483870"/>
                  </a:lnTo>
                  <a:lnTo>
                    <a:pt x="0" y="488950"/>
                  </a:lnTo>
                  <a:lnTo>
                    <a:pt x="3809" y="488950"/>
                  </a:lnTo>
                  <a:lnTo>
                    <a:pt x="3809" y="483870"/>
                  </a:lnTo>
                  <a:close/>
                </a:path>
                <a:path w="3809" h="506729">
                  <a:moveTo>
                    <a:pt x="3809" y="477520"/>
                  </a:moveTo>
                  <a:lnTo>
                    <a:pt x="0" y="477520"/>
                  </a:lnTo>
                  <a:lnTo>
                    <a:pt x="0" y="482600"/>
                  </a:lnTo>
                  <a:lnTo>
                    <a:pt x="3809" y="482600"/>
                  </a:lnTo>
                  <a:lnTo>
                    <a:pt x="3809" y="477520"/>
                  </a:lnTo>
                  <a:close/>
                </a:path>
                <a:path w="3809" h="506729">
                  <a:moveTo>
                    <a:pt x="3809" y="471170"/>
                  </a:moveTo>
                  <a:lnTo>
                    <a:pt x="0" y="471170"/>
                  </a:lnTo>
                  <a:lnTo>
                    <a:pt x="0" y="476250"/>
                  </a:lnTo>
                  <a:lnTo>
                    <a:pt x="3809" y="476250"/>
                  </a:lnTo>
                  <a:lnTo>
                    <a:pt x="3809" y="471170"/>
                  </a:lnTo>
                  <a:close/>
                </a:path>
                <a:path w="3809" h="506729">
                  <a:moveTo>
                    <a:pt x="3809" y="464820"/>
                  </a:moveTo>
                  <a:lnTo>
                    <a:pt x="0" y="464820"/>
                  </a:lnTo>
                  <a:lnTo>
                    <a:pt x="0" y="469900"/>
                  </a:lnTo>
                  <a:lnTo>
                    <a:pt x="3809" y="469900"/>
                  </a:lnTo>
                  <a:lnTo>
                    <a:pt x="3809" y="464820"/>
                  </a:lnTo>
                  <a:close/>
                </a:path>
                <a:path w="3809" h="506729">
                  <a:moveTo>
                    <a:pt x="3809" y="458470"/>
                  </a:moveTo>
                  <a:lnTo>
                    <a:pt x="0" y="458470"/>
                  </a:lnTo>
                  <a:lnTo>
                    <a:pt x="0" y="463550"/>
                  </a:lnTo>
                  <a:lnTo>
                    <a:pt x="3809" y="463550"/>
                  </a:lnTo>
                  <a:lnTo>
                    <a:pt x="3809" y="458470"/>
                  </a:lnTo>
                  <a:close/>
                </a:path>
                <a:path w="3809" h="506729">
                  <a:moveTo>
                    <a:pt x="3809" y="452120"/>
                  </a:moveTo>
                  <a:lnTo>
                    <a:pt x="0" y="452120"/>
                  </a:lnTo>
                  <a:lnTo>
                    <a:pt x="0" y="457200"/>
                  </a:lnTo>
                  <a:lnTo>
                    <a:pt x="3809" y="457200"/>
                  </a:lnTo>
                  <a:lnTo>
                    <a:pt x="3809" y="452120"/>
                  </a:lnTo>
                  <a:close/>
                </a:path>
                <a:path w="3809" h="506729">
                  <a:moveTo>
                    <a:pt x="3809" y="445770"/>
                  </a:moveTo>
                  <a:lnTo>
                    <a:pt x="0" y="445770"/>
                  </a:lnTo>
                  <a:lnTo>
                    <a:pt x="0" y="450850"/>
                  </a:lnTo>
                  <a:lnTo>
                    <a:pt x="3809" y="450850"/>
                  </a:lnTo>
                  <a:lnTo>
                    <a:pt x="3809" y="445770"/>
                  </a:lnTo>
                  <a:close/>
                </a:path>
                <a:path w="3809" h="506729">
                  <a:moveTo>
                    <a:pt x="3809" y="439420"/>
                  </a:moveTo>
                  <a:lnTo>
                    <a:pt x="0" y="439420"/>
                  </a:lnTo>
                  <a:lnTo>
                    <a:pt x="0" y="444500"/>
                  </a:lnTo>
                  <a:lnTo>
                    <a:pt x="3809" y="444500"/>
                  </a:lnTo>
                  <a:lnTo>
                    <a:pt x="3809" y="439420"/>
                  </a:lnTo>
                  <a:close/>
                </a:path>
                <a:path w="3809" h="506729">
                  <a:moveTo>
                    <a:pt x="3809" y="433070"/>
                  </a:moveTo>
                  <a:lnTo>
                    <a:pt x="0" y="433070"/>
                  </a:lnTo>
                  <a:lnTo>
                    <a:pt x="0" y="438150"/>
                  </a:lnTo>
                  <a:lnTo>
                    <a:pt x="3809" y="438150"/>
                  </a:lnTo>
                  <a:lnTo>
                    <a:pt x="3809" y="433070"/>
                  </a:lnTo>
                  <a:close/>
                </a:path>
                <a:path w="3809" h="506729">
                  <a:moveTo>
                    <a:pt x="3809" y="426720"/>
                  </a:moveTo>
                  <a:lnTo>
                    <a:pt x="0" y="426720"/>
                  </a:lnTo>
                  <a:lnTo>
                    <a:pt x="0" y="431800"/>
                  </a:lnTo>
                  <a:lnTo>
                    <a:pt x="3809" y="431800"/>
                  </a:lnTo>
                  <a:lnTo>
                    <a:pt x="3809" y="426720"/>
                  </a:lnTo>
                  <a:close/>
                </a:path>
                <a:path w="3809" h="506729">
                  <a:moveTo>
                    <a:pt x="3809" y="420370"/>
                  </a:moveTo>
                  <a:lnTo>
                    <a:pt x="0" y="420370"/>
                  </a:lnTo>
                  <a:lnTo>
                    <a:pt x="0" y="425450"/>
                  </a:lnTo>
                  <a:lnTo>
                    <a:pt x="3809" y="425450"/>
                  </a:lnTo>
                  <a:lnTo>
                    <a:pt x="3809" y="420370"/>
                  </a:lnTo>
                  <a:close/>
                </a:path>
                <a:path w="3809" h="506729">
                  <a:moveTo>
                    <a:pt x="3809" y="414020"/>
                  </a:moveTo>
                  <a:lnTo>
                    <a:pt x="0" y="414020"/>
                  </a:lnTo>
                  <a:lnTo>
                    <a:pt x="0" y="419100"/>
                  </a:lnTo>
                  <a:lnTo>
                    <a:pt x="3809" y="419100"/>
                  </a:lnTo>
                  <a:lnTo>
                    <a:pt x="3809" y="414020"/>
                  </a:lnTo>
                  <a:close/>
                </a:path>
                <a:path w="3809" h="506729">
                  <a:moveTo>
                    <a:pt x="3809" y="151130"/>
                  </a:moveTo>
                  <a:lnTo>
                    <a:pt x="0" y="151130"/>
                  </a:lnTo>
                  <a:lnTo>
                    <a:pt x="0" y="412750"/>
                  </a:lnTo>
                  <a:lnTo>
                    <a:pt x="3809" y="412750"/>
                  </a:lnTo>
                  <a:lnTo>
                    <a:pt x="3809" y="151130"/>
                  </a:lnTo>
                  <a:close/>
                </a:path>
              </a:pathLst>
            </a:custGeom>
            <a:solidFill>
              <a:srgbClr val="C7B6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1290319" y="2899410"/>
              <a:ext cx="3810" cy="506730"/>
            </a:xfrm>
            <a:custGeom>
              <a:avLst/>
              <a:gdLst/>
              <a:ahLst/>
              <a:cxnLst/>
              <a:rect l="l" t="t" r="r" b="b"/>
              <a:pathLst>
                <a:path w="3809" h="506729">
                  <a:moveTo>
                    <a:pt x="3810" y="26670"/>
                  </a:moveTo>
                  <a:lnTo>
                    <a:pt x="0" y="26670"/>
                  </a:lnTo>
                  <a:lnTo>
                    <a:pt x="0" y="147320"/>
                  </a:lnTo>
                  <a:lnTo>
                    <a:pt x="3810" y="147320"/>
                  </a:lnTo>
                  <a:lnTo>
                    <a:pt x="3810" y="26670"/>
                  </a:lnTo>
                  <a:close/>
                </a:path>
                <a:path w="3809" h="506729">
                  <a:moveTo>
                    <a:pt x="3810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4130"/>
                  </a:lnTo>
                  <a:close/>
                </a:path>
                <a:path w="3809" h="506729">
                  <a:moveTo>
                    <a:pt x="3810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20320"/>
                  </a:lnTo>
                  <a:close/>
                </a:path>
                <a:path w="3809" h="506729">
                  <a:moveTo>
                    <a:pt x="3810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7780"/>
                  </a:lnTo>
                  <a:close/>
                </a:path>
                <a:path w="3809" h="506729">
                  <a:moveTo>
                    <a:pt x="3810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70"/>
                  </a:lnTo>
                  <a:close/>
                </a:path>
                <a:path w="3809" h="506729">
                  <a:moveTo>
                    <a:pt x="3810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11430"/>
                  </a:lnTo>
                  <a:close/>
                </a:path>
                <a:path w="3809" h="506729">
                  <a:moveTo>
                    <a:pt x="3810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20"/>
                  </a:lnTo>
                  <a:close/>
                </a:path>
                <a:path w="3809" h="506729">
                  <a:moveTo>
                    <a:pt x="3810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5080"/>
                  </a:lnTo>
                  <a:close/>
                </a:path>
                <a:path w="3809" h="506729">
                  <a:moveTo>
                    <a:pt x="254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  <a:path w="3809" h="506729">
                  <a:moveTo>
                    <a:pt x="3810" y="500380"/>
                  </a:moveTo>
                  <a:lnTo>
                    <a:pt x="0" y="500380"/>
                  </a:lnTo>
                  <a:lnTo>
                    <a:pt x="0" y="504190"/>
                  </a:lnTo>
                  <a:lnTo>
                    <a:pt x="1270" y="504190"/>
                  </a:lnTo>
                  <a:lnTo>
                    <a:pt x="1270" y="506730"/>
                  </a:lnTo>
                  <a:lnTo>
                    <a:pt x="3810" y="506730"/>
                  </a:lnTo>
                  <a:lnTo>
                    <a:pt x="3810" y="500380"/>
                  </a:lnTo>
                  <a:close/>
                </a:path>
                <a:path w="3809" h="506729">
                  <a:moveTo>
                    <a:pt x="3810" y="494030"/>
                  </a:moveTo>
                  <a:lnTo>
                    <a:pt x="0" y="494030"/>
                  </a:lnTo>
                  <a:lnTo>
                    <a:pt x="0" y="499110"/>
                  </a:lnTo>
                  <a:lnTo>
                    <a:pt x="3810" y="499110"/>
                  </a:lnTo>
                  <a:lnTo>
                    <a:pt x="3810" y="494030"/>
                  </a:lnTo>
                  <a:close/>
                </a:path>
                <a:path w="3809" h="506729">
                  <a:moveTo>
                    <a:pt x="3810" y="487680"/>
                  </a:moveTo>
                  <a:lnTo>
                    <a:pt x="0" y="487680"/>
                  </a:lnTo>
                  <a:lnTo>
                    <a:pt x="0" y="492760"/>
                  </a:lnTo>
                  <a:lnTo>
                    <a:pt x="3810" y="492760"/>
                  </a:lnTo>
                  <a:lnTo>
                    <a:pt x="3810" y="487680"/>
                  </a:lnTo>
                  <a:close/>
                </a:path>
                <a:path w="3809" h="506729">
                  <a:moveTo>
                    <a:pt x="3810" y="481330"/>
                  </a:moveTo>
                  <a:lnTo>
                    <a:pt x="0" y="481330"/>
                  </a:lnTo>
                  <a:lnTo>
                    <a:pt x="0" y="486410"/>
                  </a:lnTo>
                  <a:lnTo>
                    <a:pt x="3810" y="486410"/>
                  </a:lnTo>
                  <a:lnTo>
                    <a:pt x="3810" y="481330"/>
                  </a:lnTo>
                  <a:close/>
                </a:path>
                <a:path w="3809" h="506729">
                  <a:moveTo>
                    <a:pt x="3810" y="474980"/>
                  </a:moveTo>
                  <a:lnTo>
                    <a:pt x="0" y="474980"/>
                  </a:lnTo>
                  <a:lnTo>
                    <a:pt x="0" y="480060"/>
                  </a:lnTo>
                  <a:lnTo>
                    <a:pt x="3810" y="480060"/>
                  </a:lnTo>
                  <a:lnTo>
                    <a:pt x="3810" y="474980"/>
                  </a:lnTo>
                  <a:close/>
                </a:path>
                <a:path w="3809" h="506729">
                  <a:moveTo>
                    <a:pt x="3810" y="468630"/>
                  </a:moveTo>
                  <a:lnTo>
                    <a:pt x="0" y="468630"/>
                  </a:lnTo>
                  <a:lnTo>
                    <a:pt x="0" y="473710"/>
                  </a:lnTo>
                  <a:lnTo>
                    <a:pt x="3810" y="473710"/>
                  </a:lnTo>
                  <a:lnTo>
                    <a:pt x="3810" y="468630"/>
                  </a:lnTo>
                  <a:close/>
                </a:path>
                <a:path w="3809" h="506729">
                  <a:moveTo>
                    <a:pt x="3810" y="462280"/>
                  </a:moveTo>
                  <a:lnTo>
                    <a:pt x="0" y="462280"/>
                  </a:lnTo>
                  <a:lnTo>
                    <a:pt x="0" y="467360"/>
                  </a:lnTo>
                  <a:lnTo>
                    <a:pt x="3810" y="467360"/>
                  </a:lnTo>
                  <a:lnTo>
                    <a:pt x="3810" y="462280"/>
                  </a:lnTo>
                  <a:close/>
                </a:path>
                <a:path w="3809" h="506729">
                  <a:moveTo>
                    <a:pt x="3810" y="455930"/>
                  </a:moveTo>
                  <a:lnTo>
                    <a:pt x="0" y="455930"/>
                  </a:lnTo>
                  <a:lnTo>
                    <a:pt x="0" y="461010"/>
                  </a:lnTo>
                  <a:lnTo>
                    <a:pt x="3810" y="461010"/>
                  </a:lnTo>
                  <a:lnTo>
                    <a:pt x="3810" y="455930"/>
                  </a:lnTo>
                  <a:close/>
                </a:path>
                <a:path w="3809" h="506729">
                  <a:moveTo>
                    <a:pt x="3810" y="449580"/>
                  </a:moveTo>
                  <a:lnTo>
                    <a:pt x="0" y="449580"/>
                  </a:lnTo>
                  <a:lnTo>
                    <a:pt x="0" y="454660"/>
                  </a:lnTo>
                  <a:lnTo>
                    <a:pt x="3810" y="454660"/>
                  </a:lnTo>
                  <a:lnTo>
                    <a:pt x="3810" y="449580"/>
                  </a:lnTo>
                  <a:close/>
                </a:path>
                <a:path w="3809" h="506729">
                  <a:moveTo>
                    <a:pt x="3810" y="443230"/>
                  </a:moveTo>
                  <a:lnTo>
                    <a:pt x="0" y="443230"/>
                  </a:lnTo>
                  <a:lnTo>
                    <a:pt x="0" y="448310"/>
                  </a:lnTo>
                  <a:lnTo>
                    <a:pt x="3810" y="448310"/>
                  </a:lnTo>
                  <a:lnTo>
                    <a:pt x="3810" y="443230"/>
                  </a:lnTo>
                  <a:close/>
                </a:path>
                <a:path w="3809" h="506729">
                  <a:moveTo>
                    <a:pt x="3810" y="436880"/>
                  </a:moveTo>
                  <a:lnTo>
                    <a:pt x="0" y="436880"/>
                  </a:lnTo>
                  <a:lnTo>
                    <a:pt x="0" y="441960"/>
                  </a:lnTo>
                  <a:lnTo>
                    <a:pt x="3810" y="441960"/>
                  </a:lnTo>
                  <a:lnTo>
                    <a:pt x="3810" y="436880"/>
                  </a:lnTo>
                  <a:close/>
                </a:path>
                <a:path w="3809" h="506729">
                  <a:moveTo>
                    <a:pt x="3810" y="430530"/>
                  </a:moveTo>
                  <a:lnTo>
                    <a:pt x="0" y="430530"/>
                  </a:lnTo>
                  <a:lnTo>
                    <a:pt x="0" y="435610"/>
                  </a:lnTo>
                  <a:lnTo>
                    <a:pt x="3810" y="435610"/>
                  </a:lnTo>
                  <a:lnTo>
                    <a:pt x="3810" y="430530"/>
                  </a:lnTo>
                  <a:close/>
                </a:path>
                <a:path w="3809" h="506729">
                  <a:moveTo>
                    <a:pt x="3810" y="424180"/>
                  </a:moveTo>
                  <a:lnTo>
                    <a:pt x="0" y="424180"/>
                  </a:lnTo>
                  <a:lnTo>
                    <a:pt x="0" y="429260"/>
                  </a:lnTo>
                  <a:lnTo>
                    <a:pt x="3810" y="429260"/>
                  </a:lnTo>
                  <a:lnTo>
                    <a:pt x="3810" y="424180"/>
                  </a:lnTo>
                  <a:close/>
                </a:path>
                <a:path w="3809" h="506729">
                  <a:moveTo>
                    <a:pt x="3810" y="417830"/>
                  </a:moveTo>
                  <a:lnTo>
                    <a:pt x="0" y="417830"/>
                  </a:lnTo>
                  <a:lnTo>
                    <a:pt x="0" y="422910"/>
                  </a:lnTo>
                  <a:lnTo>
                    <a:pt x="3810" y="422910"/>
                  </a:lnTo>
                  <a:lnTo>
                    <a:pt x="3810" y="417830"/>
                  </a:lnTo>
                  <a:close/>
                </a:path>
                <a:path w="3809" h="506729">
                  <a:moveTo>
                    <a:pt x="3810" y="411480"/>
                  </a:moveTo>
                  <a:lnTo>
                    <a:pt x="0" y="411480"/>
                  </a:lnTo>
                  <a:lnTo>
                    <a:pt x="0" y="416560"/>
                  </a:lnTo>
                  <a:lnTo>
                    <a:pt x="3810" y="416560"/>
                  </a:lnTo>
                  <a:lnTo>
                    <a:pt x="3810" y="411480"/>
                  </a:lnTo>
                  <a:close/>
                </a:path>
                <a:path w="3809" h="506729">
                  <a:moveTo>
                    <a:pt x="3810" y="148590"/>
                  </a:moveTo>
                  <a:lnTo>
                    <a:pt x="0" y="148590"/>
                  </a:lnTo>
                  <a:lnTo>
                    <a:pt x="0" y="410210"/>
                  </a:lnTo>
                  <a:lnTo>
                    <a:pt x="3810" y="410210"/>
                  </a:lnTo>
                  <a:lnTo>
                    <a:pt x="3810" y="148590"/>
                  </a:lnTo>
                  <a:close/>
                </a:path>
              </a:pathLst>
            </a:custGeom>
            <a:solidFill>
              <a:srgbClr val="C6B5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1294130" y="2903219"/>
              <a:ext cx="3810" cy="502920"/>
            </a:xfrm>
            <a:custGeom>
              <a:avLst/>
              <a:gdLst/>
              <a:ahLst/>
              <a:cxnLst/>
              <a:rect l="l" t="t" r="r" b="b"/>
              <a:pathLst>
                <a:path w="3809" h="502920">
                  <a:moveTo>
                    <a:pt x="3809" y="22860"/>
                  </a:moveTo>
                  <a:lnTo>
                    <a:pt x="0" y="22860"/>
                  </a:lnTo>
                  <a:lnTo>
                    <a:pt x="0" y="143510"/>
                  </a:lnTo>
                  <a:lnTo>
                    <a:pt x="3809" y="143510"/>
                  </a:lnTo>
                  <a:lnTo>
                    <a:pt x="3809" y="22860"/>
                  </a:lnTo>
                  <a:close/>
                </a:path>
                <a:path w="3809" h="502920">
                  <a:moveTo>
                    <a:pt x="3809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20320"/>
                  </a:lnTo>
                  <a:close/>
                </a:path>
                <a:path w="3809" h="502920">
                  <a:moveTo>
                    <a:pt x="3809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3809" y="19050"/>
                  </a:lnTo>
                  <a:lnTo>
                    <a:pt x="3809" y="16510"/>
                  </a:lnTo>
                  <a:close/>
                </a:path>
                <a:path w="3809" h="502920">
                  <a:moveTo>
                    <a:pt x="3809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3970"/>
                  </a:lnTo>
                  <a:close/>
                </a:path>
                <a:path w="3809" h="502920">
                  <a:moveTo>
                    <a:pt x="3809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3809" y="12700"/>
                  </a:lnTo>
                  <a:lnTo>
                    <a:pt x="3809" y="10160"/>
                  </a:lnTo>
                  <a:close/>
                </a:path>
                <a:path w="3809" h="502920">
                  <a:moveTo>
                    <a:pt x="3809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7620"/>
                  </a:lnTo>
                  <a:close/>
                </a:path>
                <a:path w="3809" h="502920">
                  <a:moveTo>
                    <a:pt x="3809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3810"/>
                  </a:lnTo>
                  <a:close/>
                </a:path>
                <a:path w="3809" h="502920">
                  <a:moveTo>
                    <a:pt x="3809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09" h="502920">
                  <a:moveTo>
                    <a:pt x="3809" y="496570"/>
                  </a:moveTo>
                  <a:lnTo>
                    <a:pt x="0" y="496570"/>
                  </a:lnTo>
                  <a:lnTo>
                    <a:pt x="0" y="502920"/>
                  </a:lnTo>
                  <a:lnTo>
                    <a:pt x="3809" y="502920"/>
                  </a:lnTo>
                  <a:lnTo>
                    <a:pt x="3809" y="496570"/>
                  </a:lnTo>
                  <a:close/>
                </a:path>
                <a:path w="3809" h="502920">
                  <a:moveTo>
                    <a:pt x="3809" y="490220"/>
                  </a:moveTo>
                  <a:lnTo>
                    <a:pt x="0" y="490220"/>
                  </a:lnTo>
                  <a:lnTo>
                    <a:pt x="0" y="495300"/>
                  </a:lnTo>
                  <a:lnTo>
                    <a:pt x="3809" y="495300"/>
                  </a:lnTo>
                  <a:lnTo>
                    <a:pt x="3809" y="490220"/>
                  </a:lnTo>
                  <a:close/>
                </a:path>
                <a:path w="3809" h="502920">
                  <a:moveTo>
                    <a:pt x="3809" y="483870"/>
                  </a:moveTo>
                  <a:lnTo>
                    <a:pt x="0" y="483870"/>
                  </a:lnTo>
                  <a:lnTo>
                    <a:pt x="0" y="488950"/>
                  </a:lnTo>
                  <a:lnTo>
                    <a:pt x="3809" y="488950"/>
                  </a:lnTo>
                  <a:lnTo>
                    <a:pt x="3809" y="483870"/>
                  </a:lnTo>
                  <a:close/>
                </a:path>
                <a:path w="3809" h="502920">
                  <a:moveTo>
                    <a:pt x="3809" y="477520"/>
                  </a:moveTo>
                  <a:lnTo>
                    <a:pt x="0" y="477520"/>
                  </a:lnTo>
                  <a:lnTo>
                    <a:pt x="0" y="482600"/>
                  </a:lnTo>
                  <a:lnTo>
                    <a:pt x="3809" y="482600"/>
                  </a:lnTo>
                  <a:lnTo>
                    <a:pt x="3809" y="477520"/>
                  </a:lnTo>
                  <a:close/>
                </a:path>
                <a:path w="3809" h="502920">
                  <a:moveTo>
                    <a:pt x="3809" y="471170"/>
                  </a:moveTo>
                  <a:lnTo>
                    <a:pt x="0" y="471170"/>
                  </a:lnTo>
                  <a:lnTo>
                    <a:pt x="0" y="476250"/>
                  </a:lnTo>
                  <a:lnTo>
                    <a:pt x="3809" y="476250"/>
                  </a:lnTo>
                  <a:lnTo>
                    <a:pt x="3809" y="471170"/>
                  </a:lnTo>
                  <a:close/>
                </a:path>
                <a:path w="3809" h="502920">
                  <a:moveTo>
                    <a:pt x="3809" y="464820"/>
                  </a:moveTo>
                  <a:lnTo>
                    <a:pt x="0" y="464820"/>
                  </a:lnTo>
                  <a:lnTo>
                    <a:pt x="0" y="469900"/>
                  </a:lnTo>
                  <a:lnTo>
                    <a:pt x="3809" y="469900"/>
                  </a:lnTo>
                  <a:lnTo>
                    <a:pt x="3809" y="464820"/>
                  </a:lnTo>
                  <a:close/>
                </a:path>
                <a:path w="3809" h="502920">
                  <a:moveTo>
                    <a:pt x="3809" y="458470"/>
                  </a:moveTo>
                  <a:lnTo>
                    <a:pt x="0" y="458470"/>
                  </a:lnTo>
                  <a:lnTo>
                    <a:pt x="0" y="463550"/>
                  </a:lnTo>
                  <a:lnTo>
                    <a:pt x="3809" y="463550"/>
                  </a:lnTo>
                  <a:lnTo>
                    <a:pt x="3809" y="458470"/>
                  </a:lnTo>
                  <a:close/>
                </a:path>
                <a:path w="3809" h="502920">
                  <a:moveTo>
                    <a:pt x="3809" y="452120"/>
                  </a:moveTo>
                  <a:lnTo>
                    <a:pt x="0" y="452120"/>
                  </a:lnTo>
                  <a:lnTo>
                    <a:pt x="0" y="457200"/>
                  </a:lnTo>
                  <a:lnTo>
                    <a:pt x="3809" y="457200"/>
                  </a:lnTo>
                  <a:lnTo>
                    <a:pt x="3809" y="452120"/>
                  </a:lnTo>
                  <a:close/>
                </a:path>
                <a:path w="3809" h="502920">
                  <a:moveTo>
                    <a:pt x="3809" y="445770"/>
                  </a:moveTo>
                  <a:lnTo>
                    <a:pt x="0" y="445770"/>
                  </a:lnTo>
                  <a:lnTo>
                    <a:pt x="0" y="450850"/>
                  </a:lnTo>
                  <a:lnTo>
                    <a:pt x="3809" y="450850"/>
                  </a:lnTo>
                  <a:lnTo>
                    <a:pt x="3809" y="445770"/>
                  </a:lnTo>
                  <a:close/>
                </a:path>
                <a:path w="3809" h="502920">
                  <a:moveTo>
                    <a:pt x="3809" y="439420"/>
                  </a:moveTo>
                  <a:lnTo>
                    <a:pt x="0" y="439420"/>
                  </a:lnTo>
                  <a:lnTo>
                    <a:pt x="0" y="444500"/>
                  </a:lnTo>
                  <a:lnTo>
                    <a:pt x="3809" y="444500"/>
                  </a:lnTo>
                  <a:lnTo>
                    <a:pt x="3809" y="439420"/>
                  </a:lnTo>
                  <a:close/>
                </a:path>
                <a:path w="3809" h="502920">
                  <a:moveTo>
                    <a:pt x="3809" y="433070"/>
                  </a:moveTo>
                  <a:lnTo>
                    <a:pt x="0" y="433070"/>
                  </a:lnTo>
                  <a:lnTo>
                    <a:pt x="0" y="438150"/>
                  </a:lnTo>
                  <a:lnTo>
                    <a:pt x="3809" y="438150"/>
                  </a:lnTo>
                  <a:lnTo>
                    <a:pt x="3809" y="433070"/>
                  </a:lnTo>
                  <a:close/>
                </a:path>
                <a:path w="3809" h="502920">
                  <a:moveTo>
                    <a:pt x="3809" y="426720"/>
                  </a:moveTo>
                  <a:lnTo>
                    <a:pt x="0" y="426720"/>
                  </a:lnTo>
                  <a:lnTo>
                    <a:pt x="0" y="431800"/>
                  </a:lnTo>
                  <a:lnTo>
                    <a:pt x="3809" y="431800"/>
                  </a:lnTo>
                  <a:lnTo>
                    <a:pt x="3809" y="426720"/>
                  </a:lnTo>
                  <a:close/>
                </a:path>
                <a:path w="3809" h="502920">
                  <a:moveTo>
                    <a:pt x="3809" y="420370"/>
                  </a:moveTo>
                  <a:lnTo>
                    <a:pt x="0" y="420370"/>
                  </a:lnTo>
                  <a:lnTo>
                    <a:pt x="0" y="425450"/>
                  </a:lnTo>
                  <a:lnTo>
                    <a:pt x="3809" y="425450"/>
                  </a:lnTo>
                  <a:lnTo>
                    <a:pt x="3809" y="420370"/>
                  </a:lnTo>
                  <a:close/>
                </a:path>
                <a:path w="3809" h="502920">
                  <a:moveTo>
                    <a:pt x="3809" y="414020"/>
                  </a:moveTo>
                  <a:lnTo>
                    <a:pt x="0" y="414020"/>
                  </a:lnTo>
                  <a:lnTo>
                    <a:pt x="0" y="419100"/>
                  </a:lnTo>
                  <a:lnTo>
                    <a:pt x="3809" y="419100"/>
                  </a:lnTo>
                  <a:lnTo>
                    <a:pt x="3809" y="414020"/>
                  </a:lnTo>
                  <a:close/>
                </a:path>
                <a:path w="3809" h="502920">
                  <a:moveTo>
                    <a:pt x="3809" y="407670"/>
                  </a:moveTo>
                  <a:lnTo>
                    <a:pt x="0" y="407670"/>
                  </a:lnTo>
                  <a:lnTo>
                    <a:pt x="0" y="412750"/>
                  </a:lnTo>
                  <a:lnTo>
                    <a:pt x="3809" y="412750"/>
                  </a:lnTo>
                  <a:lnTo>
                    <a:pt x="3809" y="407670"/>
                  </a:lnTo>
                  <a:close/>
                </a:path>
                <a:path w="3809" h="502920">
                  <a:moveTo>
                    <a:pt x="3809" y="144780"/>
                  </a:moveTo>
                  <a:lnTo>
                    <a:pt x="0" y="144780"/>
                  </a:lnTo>
                  <a:lnTo>
                    <a:pt x="0" y="406400"/>
                  </a:lnTo>
                  <a:lnTo>
                    <a:pt x="3809" y="406400"/>
                  </a:lnTo>
                  <a:lnTo>
                    <a:pt x="3809" y="144780"/>
                  </a:lnTo>
                  <a:close/>
                </a:path>
              </a:pathLst>
            </a:custGeom>
            <a:solidFill>
              <a:srgbClr val="C5B4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1297940" y="2903219"/>
              <a:ext cx="3810" cy="502920"/>
            </a:xfrm>
            <a:custGeom>
              <a:avLst/>
              <a:gdLst/>
              <a:ahLst/>
              <a:cxnLst/>
              <a:rect l="l" t="t" r="r" b="b"/>
              <a:pathLst>
                <a:path w="3809" h="502920">
                  <a:moveTo>
                    <a:pt x="3809" y="22860"/>
                  </a:moveTo>
                  <a:lnTo>
                    <a:pt x="0" y="22860"/>
                  </a:lnTo>
                  <a:lnTo>
                    <a:pt x="0" y="143510"/>
                  </a:lnTo>
                  <a:lnTo>
                    <a:pt x="3809" y="143510"/>
                  </a:lnTo>
                  <a:lnTo>
                    <a:pt x="3809" y="22860"/>
                  </a:lnTo>
                  <a:close/>
                </a:path>
                <a:path w="3809" h="502920">
                  <a:moveTo>
                    <a:pt x="3809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20320"/>
                  </a:lnTo>
                  <a:close/>
                </a:path>
                <a:path w="3809" h="502920">
                  <a:moveTo>
                    <a:pt x="3809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3809" y="19050"/>
                  </a:lnTo>
                  <a:lnTo>
                    <a:pt x="3809" y="16510"/>
                  </a:lnTo>
                  <a:close/>
                </a:path>
                <a:path w="3809" h="502920">
                  <a:moveTo>
                    <a:pt x="3809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3970"/>
                  </a:lnTo>
                  <a:close/>
                </a:path>
                <a:path w="3809" h="502920">
                  <a:moveTo>
                    <a:pt x="3809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3809" y="12700"/>
                  </a:lnTo>
                  <a:lnTo>
                    <a:pt x="3809" y="10160"/>
                  </a:lnTo>
                  <a:close/>
                </a:path>
                <a:path w="3809" h="502920">
                  <a:moveTo>
                    <a:pt x="3809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7620"/>
                  </a:lnTo>
                  <a:close/>
                </a:path>
                <a:path w="3809" h="502920">
                  <a:moveTo>
                    <a:pt x="3809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3810"/>
                  </a:lnTo>
                  <a:close/>
                </a:path>
                <a:path w="3809" h="502920">
                  <a:moveTo>
                    <a:pt x="126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69" y="2539"/>
                  </a:lnTo>
                  <a:lnTo>
                    <a:pt x="1269" y="0"/>
                  </a:lnTo>
                  <a:close/>
                </a:path>
                <a:path w="3809" h="502920">
                  <a:moveTo>
                    <a:pt x="3809" y="496570"/>
                  </a:moveTo>
                  <a:lnTo>
                    <a:pt x="0" y="496570"/>
                  </a:lnTo>
                  <a:lnTo>
                    <a:pt x="0" y="502920"/>
                  </a:lnTo>
                  <a:lnTo>
                    <a:pt x="2540" y="502920"/>
                  </a:lnTo>
                  <a:lnTo>
                    <a:pt x="2540" y="501650"/>
                  </a:lnTo>
                  <a:lnTo>
                    <a:pt x="3809" y="501650"/>
                  </a:lnTo>
                  <a:lnTo>
                    <a:pt x="3809" y="496570"/>
                  </a:lnTo>
                  <a:close/>
                </a:path>
                <a:path w="3809" h="502920">
                  <a:moveTo>
                    <a:pt x="3809" y="490220"/>
                  </a:moveTo>
                  <a:lnTo>
                    <a:pt x="0" y="490220"/>
                  </a:lnTo>
                  <a:lnTo>
                    <a:pt x="0" y="495300"/>
                  </a:lnTo>
                  <a:lnTo>
                    <a:pt x="3809" y="495300"/>
                  </a:lnTo>
                  <a:lnTo>
                    <a:pt x="3809" y="490220"/>
                  </a:lnTo>
                  <a:close/>
                </a:path>
                <a:path w="3809" h="502920">
                  <a:moveTo>
                    <a:pt x="3809" y="483870"/>
                  </a:moveTo>
                  <a:lnTo>
                    <a:pt x="0" y="483870"/>
                  </a:lnTo>
                  <a:lnTo>
                    <a:pt x="0" y="488950"/>
                  </a:lnTo>
                  <a:lnTo>
                    <a:pt x="3809" y="488950"/>
                  </a:lnTo>
                  <a:lnTo>
                    <a:pt x="3809" y="483870"/>
                  </a:lnTo>
                  <a:close/>
                </a:path>
                <a:path w="3809" h="502920">
                  <a:moveTo>
                    <a:pt x="3809" y="477520"/>
                  </a:moveTo>
                  <a:lnTo>
                    <a:pt x="0" y="477520"/>
                  </a:lnTo>
                  <a:lnTo>
                    <a:pt x="0" y="482600"/>
                  </a:lnTo>
                  <a:lnTo>
                    <a:pt x="3809" y="482600"/>
                  </a:lnTo>
                  <a:lnTo>
                    <a:pt x="3809" y="477520"/>
                  </a:lnTo>
                  <a:close/>
                </a:path>
                <a:path w="3809" h="502920">
                  <a:moveTo>
                    <a:pt x="3809" y="471170"/>
                  </a:moveTo>
                  <a:lnTo>
                    <a:pt x="0" y="471170"/>
                  </a:lnTo>
                  <a:lnTo>
                    <a:pt x="0" y="476250"/>
                  </a:lnTo>
                  <a:lnTo>
                    <a:pt x="3809" y="476250"/>
                  </a:lnTo>
                  <a:lnTo>
                    <a:pt x="3809" y="471170"/>
                  </a:lnTo>
                  <a:close/>
                </a:path>
                <a:path w="3809" h="502920">
                  <a:moveTo>
                    <a:pt x="3809" y="464820"/>
                  </a:moveTo>
                  <a:lnTo>
                    <a:pt x="0" y="464820"/>
                  </a:lnTo>
                  <a:lnTo>
                    <a:pt x="0" y="469900"/>
                  </a:lnTo>
                  <a:lnTo>
                    <a:pt x="3809" y="469900"/>
                  </a:lnTo>
                  <a:lnTo>
                    <a:pt x="3809" y="464820"/>
                  </a:lnTo>
                  <a:close/>
                </a:path>
                <a:path w="3809" h="502920">
                  <a:moveTo>
                    <a:pt x="3809" y="458470"/>
                  </a:moveTo>
                  <a:lnTo>
                    <a:pt x="0" y="458470"/>
                  </a:lnTo>
                  <a:lnTo>
                    <a:pt x="0" y="463550"/>
                  </a:lnTo>
                  <a:lnTo>
                    <a:pt x="3809" y="463550"/>
                  </a:lnTo>
                  <a:lnTo>
                    <a:pt x="3809" y="458470"/>
                  </a:lnTo>
                  <a:close/>
                </a:path>
                <a:path w="3809" h="502920">
                  <a:moveTo>
                    <a:pt x="3809" y="452120"/>
                  </a:moveTo>
                  <a:lnTo>
                    <a:pt x="0" y="452120"/>
                  </a:lnTo>
                  <a:lnTo>
                    <a:pt x="0" y="457200"/>
                  </a:lnTo>
                  <a:lnTo>
                    <a:pt x="3809" y="457200"/>
                  </a:lnTo>
                  <a:lnTo>
                    <a:pt x="3809" y="452120"/>
                  </a:lnTo>
                  <a:close/>
                </a:path>
                <a:path w="3809" h="502920">
                  <a:moveTo>
                    <a:pt x="3809" y="445770"/>
                  </a:moveTo>
                  <a:lnTo>
                    <a:pt x="0" y="445770"/>
                  </a:lnTo>
                  <a:lnTo>
                    <a:pt x="0" y="450850"/>
                  </a:lnTo>
                  <a:lnTo>
                    <a:pt x="3809" y="450850"/>
                  </a:lnTo>
                  <a:lnTo>
                    <a:pt x="3809" y="445770"/>
                  </a:lnTo>
                  <a:close/>
                </a:path>
                <a:path w="3809" h="502920">
                  <a:moveTo>
                    <a:pt x="3809" y="439420"/>
                  </a:moveTo>
                  <a:lnTo>
                    <a:pt x="0" y="439420"/>
                  </a:lnTo>
                  <a:lnTo>
                    <a:pt x="0" y="444500"/>
                  </a:lnTo>
                  <a:lnTo>
                    <a:pt x="3809" y="444500"/>
                  </a:lnTo>
                  <a:lnTo>
                    <a:pt x="3809" y="439420"/>
                  </a:lnTo>
                  <a:close/>
                </a:path>
                <a:path w="3809" h="502920">
                  <a:moveTo>
                    <a:pt x="3809" y="433070"/>
                  </a:moveTo>
                  <a:lnTo>
                    <a:pt x="0" y="433070"/>
                  </a:lnTo>
                  <a:lnTo>
                    <a:pt x="0" y="438150"/>
                  </a:lnTo>
                  <a:lnTo>
                    <a:pt x="3809" y="438150"/>
                  </a:lnTo>
                  <a:lnTo>
                    <a:pt x="3809" y="433070"/>
                  </a:lnTo>
                  <a:close/>
                </a:path>
                <a:path w="3809" h="502920">
                  <a:moveTo>
                    <a:pt x="3809" y="426720"/>
                  </a:moveTo>
                  <a:lnTo>
                    <a:pt x="0" y="426720"/>
                  </a:lnTo>
                  <a:lnTo>
                    <a:pt x="0" y="431800"/>
                  </a:lnTo>
                  <a:lnTo>
                    <a:pt x="3809" y="431800"/>
                  </a:lnTo>
                  <a:lnTo>
                    <a:pt x="3809" y="426720"/>
                  </a:lnTo>
                  <a:close/>
                </a:path>
                <a:path w="3809" h="502920">
                  <a:moveTo>
                    <a:pt x="3809" y="420370"/>
                  </a:moveTo>
                  <a:lnTo>
                    <a:pt x="0" y="420370"/>
                  </a:lnTo>
                  <a:lnTo>
                    <a:pt x="0" y="425450"/>
                  </a:lnTo>
                  <a:lnTo>
                    <a:pt x="3809" y="425450"/>
                  </a:lnTo>
                  <a:lnTo>
                    <a:pt x="3809" y="420370"/>
                  </a:lnTo>
                  <a:close/>
                </a:path>
                <a:path w="3809" h="502920">
                  <a:moveTo>
                    <a:pt x="3809" y="414020"/>
                  </a:moveTo>
                  <a:lnTo>
                    <a:pt x="0" y="414020"/>
                  </a:lnTo>
                  <a:lnTo>
                    <a:pt x="0" y="419100"/>
                  </a:lnTo>
                  <a:lnTo>
                    <a:pt x="3809" y="419100"/>
                  </a:lnTo>
                  <a:lnTo>
                    <a:pt x="3809" y="414020"/>
                  </a:lnTo>
                  <a:close/>
                </a:path>
                <a:path w="3809" h="502920">
                  <a:moveTo>
                    <a:pt x="3809" y="407670"/>
                  </a:moveTo>
                  <a:lnTo>
                    <a:pt x="0" y="407670"/>
                  </a:lnTo>
                  <a:lnTo>
                    <a:pt x="0" y="412750"/>
                  </a:lnTo>
                  <a:lnTo>
                    <a:pt x="3809" y="412750"/>
                  </a:lnTo>
                  <a:lnTo>
                    <a:pt x="3809" y="407670"/>
                  </a:lnTo>
                  <a:close/>
                </a:path>
                <a:path w="3809" h="502920">
                  <a:moveTo>
                    <a:pt x="3809" y="144780"/>
                  </a:moveTo>
                  <a:lnTo>
                    <a:pt x="0" y="144780"/>
                  </a:lnTo>
                  <a:lnTo>
                    <a:pt x="0" y="406400"/>
                  </a:lnTo>
                  <a:lnTo>
                    <a:pt x="3809" y="406400"/>
                  </a:lnTo>
                  <a:lnTo>
                    <a:pt x="3809" y="144780"/>
                  </a:lnTo>
                  <a:close/>
                </a:path>
              </a:pathLst>
            </a:custGeom>
            <a:solidFill>
              <a:srgbClr val="C5B3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1301750" y="2905760"/>
              <a:ext cx="3810" cy="499109"/>
            </a:xfrm>
            <a:custGeom>
              <a:avLst/>
              <a:gdLst/>
              <a:ahLst/>
              <a:cxnLst/>
              <a:rect l="l" t="t" r="r" b="b"/>
              <a:pathLst>
                <a:path w="3809" h="499110">
                  <a:moveTo>
                    <a:pt x="3809" y="20320"/>
                  </a:moveTo>
                  <a:lnTo>
                    <a:pt x="0" y="20320"/>
                  </a:lnTo>
                  <a:lnTo>
                    <a:pt x="0" y="140970"/>
                  </a:lnTo>
                  <a:lnTo>
                    <a:pt x="3809" y="140970"/>
                  </a:lnTo>
                  <a:lnTo>
                    <a:pt x="3809" y="20320"/>
                  </a:lnTo>
                  <a:close/>
                </a:path>
                <a:path w="3809" h="499110">
                  <a:moveTo>
                    <a:pt x="3809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3809" y="19050"/>
                  </a:lnTo>
                  <a:lnTo>
                    <a:pt x="3809" y="17780"/>
                  </a:lnTo>
                  <a:close/>
                </a:path>
                <a:path w="3809" h="499110">
                  <a:moveTo>
                    <a:pt x="3809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3970"/>
                  </a:lnTo>
                  <a:close/>
                </a:path>
                <a:path w="3809" h="499110">
                  <a:moveTo>
                    <a:pt x="3809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3809" y="12700"/>
                  </a:lnTo>
                  <a:lnTo>
                    <a:pt x="3809" y="11430"/>
                  </a:lnTo>
                  <a:close/>
                </a:path>
                <a:path w="3809" h="499110">
                  <a:moveTo>
                    <a:pt x="3809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7620"/>
                  </a:lnTo>
                  <a:close/>
                </a:path>
                <a:path w="3809" h="499110">
                  <a:moveTo>
                    <a:pt x="3809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5080"/>
                  </a:lnTo>
                  <a:close/>
                </a:path>
                <a:path w="3809" h="499110">
                  <a:moveTo>
                    <a:pt x="126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3809" h="499110">
                  <a:moveTo>
                    <a:pt x="3809" y="494030"/>
                  </a:moveTo>
                  <a:lnTo>
                    <a:pt x="0" y="494030"/>
                  </a:lnTo>
                  <a:lnTo>
                    <a:pt x="0" y="499110"/>
                  </a:lnTo>
                  <a:lnTo>
                    <a:pt x="3809" y="499110"/>
                  </a:lnTo>
                  <a:lnTo>
                    <a:pt x="3809" y="494030"/>
                  </a:lnTo>
                  <a:close/>
                </a:path>
                <a:path w="3809" h="499110">
                  <a:moveTo>
                    <a:pt x="3809" y="487680"/>
                  </a:moveTo>
                  <a:lnTo>
                    <a:pt x="0" y="487680"/>
                  </a:lnTo>
                  <a:lnTo>
                    <a:pt x="0" y="492760"/>
                  </a:lnTo>
                  <a:lnTo>
                    <a:pt x="3809" y="492760"/>
                  </a:lnTo>
                  <a:lnTo>
                    <a:pt x="3809" y="487680"/>
                  </a:lnTo>
                  <a:close/>
                </a:path>
                <a:path w="3809" h="499110">
                  <a:moveTo>
                    <a:pt x="3809" y="481330"/>
                  </a:moveTo>
                  <a:lnTo>
                    <a:pt x="0" y="481330"/>
                  </a:lnTo>
                  <a:lnTo>
                    <a:pt x="0" y="486410"/>
                  </a:lnTo>
                  <a:lnTo>
                    <a:pt x="3809" y="486410"/>
                  </a:lnTo>
                  <a:lnTo>
                    <a:pt x="3809" y="481330"/>
                  </a:lnTo>
                  <a:close/>
                </a:path>
                <a:path w="3809" h="499110">
                  <a:moveTo>
                    <a:pt x="3809" y="474980"/>
                  </a:moveTo>
                  <a:lnTo>
                    <a:pt x="0" y="474980"/>
                  </a:lnTo>
                  <a:lnTo>
                    <a:pt x="0" y="480060"/>
                  </a:lnTo>
                  <a:lnTo>
                    <a:pt x="3809" y="480060"/>
                  </a:lnTo>
                  <a:lnTo>
                    <a:pt x="3809" y="474980"/>
                  </a:lnTo>
                  <a:close/>
                </a:path>
                <a:path w="3809" h="499110">
                  <a:moveTo>
                    <a:pt x="3809" y="468630"/>
                  </a:moveTo>
                  <a:lnTo>
                    <a:pt x="0" y="468630"/>
                  </a:lnTo>
                  <a:lnTo>
                    <a:pt x="0" y="473710"/>
                  </a:lnTo>
                  <a:lnTo>
                    <a:pt x="3809" y="473710"/>
                  </a:lnTo>
                  <a:lnTo>
                    <a:pt x="3809" y="468630"/>
                  </a:lnTo>
                  <a:close/>
                </a:path>
                <a:path w="3809" h="499110">
                  <a:moveTo>
                    <a:pt x="3809" y="462280"/>
                  </a:moveTo>
                  <a:lnTo>
                    <a:pt x="0" y="462280"/>
                  </a:lnTo>
                  <a:lnTo>
                    <a:pt x="0" y="467360"/>
                  </a:lnTo>
                  <a:lnTo>
                    <a:pt x="3809" y="467360"/>
                  </a:lnTo>
                  <a:lnTo>
                    <a:pt x="3809" y="462280"/>
                  </a:lnTo>
                  <a:close/>
                </a:path>
                <a:path w="3809" h="499110">
                  <a:moveTo>
                    <a:pt x="3809" y="455930"/>
                  </a:moveTo>
                  <a:lnTo>
                    <a:pt x="0" y="455930"/>
                  </a:lnTo>
                  <a:lnTo>
                    <a:pt x="0" y="461010"/>
                  </a:lnTo>
                  <a:lnTo>
                    <a:pt x="3809" y="461010"/>
                  </a:lnTo>
                  <a:lnTo>
                    <a:pt x="3809" y="455930"/>
                  </a:lnTo>
                  <a:close/>
                </a:path>
                <a:path w="3809" h="499110">
                  <a:moveTo>
                    <a:pt x="3809" y="449580"/>
                  </a:moveTo>
                  <a:lnTo>
                    <a:pt x="0" y="449580"/>
                  </a:lnTo>
                  <a:lnTo>
                    <a:pt x="0" y="454660"/>
                  </a:lnTo>
                  <a:lnTo>
                    <a:pt x="3809" y="454660"/>
                  </a:lnTo>
                  <a:lnTo>
                    <a:pt x="3809" y="449580"/>
                  </a:lnTo>
                  <a:close/>
                </a:path>
                <a:path w="3809" h="499110">
                  <a:moveTo>
                    <a:pt x="3809" y="443230"/>
                  </a:moveTo>
                  <a:lnTo>
                    <a:pt x="0" y="443230"/>
                  </a:lnTo>
                  <a:lnTo>
                    <a:pt x="0" y="448310"/>
                  </a:lnTo>
                  <a:lnTo>
                    <a:pt x="3809" y="448310"/>
                  </a:lnTo>
                  <a:lnTo>
                    <a:pt x="3809" y="443230"/>
                  </a:lnTo>
                  <a:close/>
                </a:path>
                <a:path w="3809" h="499110">
                  <a:moveTo>
                    <a:pt x="3809" y="436880"/>
                  </a:moveTo>
                  <a:lnTo>
                    <a:pt x="0" y="436880"/>
                  </a:lnTo>
                  <a:lnTo>
                    <a:pt x="0" y="441960"/>
                  </a:lnTo>
                  <a:lnTo>
                    <a:pt x="3809" y="441960"/>
                  </a:lnTo>
                  <a:lnTo>
                    <a:pt x="3809" y="436880"/>
                  </a:lnTo>
                  <a:close/>
                </a:path>
                <a:path w="3809" h="499110">
                  <a:moveTo>
                    <a:pt x="3809" y="430530"/>
                  </a:moveTo>
                  <a:lnTo>
                    <a:pt x="0" y="430530"/>
                  </a:lnTo>
                  <a:lnTo>
                    <a:pt x="0" y="435610"/>
                  </a:lnTo>
                  <a:lnTo>
                    <a:pt x="3809" y="435610"/>
                  </a:lnTo>
                  <a:lnTo>
                    <a:pt x="3809" y="430530"/>
                  </a:lnTo>
                  <a:close/>
                </a:path>
                <a:path w="3809" h="499110">
                  <a:moveTo>
                    <a:pt x="3809" y="424180"/>
                  </a:moveTo>
                  <a:lnTo>
                    <a:pt x="0" y="424180"/>
                  </a:lnTo>
                  <a:lnTo>
                    <a:pt x="0" y="429260"/>
                  </a:lnTo>
                  <a:lnTo>
                    <a:pt x="3809" y="429260"/>
                  </a:lnTo>
                  <a:lnTo>
                    <a:pt x="3809" y="424180"/>
                  </a:lnTo>
                  <a:close/>
                </a:path>
                <a:path w="3809" h="499110">
                  <a:moveTo>
                    <a:pt x="3809" y="417830"/>
                  </a:moveTo>
                  <a:lnTo>
                    <a:pt x="0" y="417830"/>
                  </a:lnTo>
                  <a:lnTo>
                    <a:pt x="0" y="422910"/>
                  </a:lnTo>
                  <a:lnTo>
                    <a:pt x="3809" y="422910"/>
                  </a:lnTo>
                  <a:lnTo>
                    <a:pt x="3809" y="417830"/>
                  </a:lnTo>
                  <a:close/>
                </a:path>
                <a:path w="3809" h="499110">
                  <a:moveTo>
                    <a:pt x="3809" y="411480"/>
                  </a:moveTo>
                  <a:lnTo>
                    <a:pt x="0" y="411480"/>
                  </a:lnTo>
                  <a:lnTo>
                    <a:pt x="0" y="416560"/>
                  </a:lnTo>
                  <a:lnTo>
                    <a:pt x="3809" y="416560"/>
                  </a:lnTo>
                  <a:lnTo>
                    <a:pt x="3809" y="411480"/>
                  </a:lnTo>
                  <a:close/>
                </a:path>
                <a:path w="3809" h="499110">
                  <a:moveTo>
                    <a:pt x="3809" y="405130"/>
                  </a:moveTo>
                  <a:lnTo>
                    <a:pt x="0" y="405130"/>
                  </a:lnTo>
                  <a:lnTo>
                    <a:pt x="0" y="410210"/>
                  </a:lnTo>
                  <a:lnTo>
                    <a:pt x="3809" y="410210"/>
                  </a:lnTo>
                  <a:lnTo>
                    <a:pt x="3809" y="405130"/>
                  </a:lnTo>
                  <a:close/>
                </a:path>
                <a:path w="3809" h="499110">
                  <a:moveTo>
                    <a:pt x="3809" y="142240"/>
                  </a:moveTo>
                  <a:lnTo>
                    <a:pt x="0" y="142240"/>
                  </a:lnTo>
                  <a:lnTo>
                    <a:pt x="0" y="403860"/>
                  </a:lnTo>
                  <a:lnTo>
                    <a:pt x="3809" y="403860"/>
                  </a:lnTo>
                  <a:lnTo>
                    <a:pt x="3809" y="142240"/>
                  </a:lnTo>
                  <a:close/>
                </a:path>
              </a:pathLst>
            </a:custGeom>
            <a:solidFill>
              <a:srgbClr val="C4B2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1305559" y="2909569"/>
              <a:ext cx="3810" cy="497840"/>
            </a:xfrm>
            <a:custGeom>
              <a:avLst/>
              <a:gdLst/>
              <a:ahLst/>
              <a:cxnLst/>
              <a:rect l="l" t="t" r="r" b="b"/>
              <a:pathLst>
                <a:path w="3809" h="497839">
                  <a:moveTo>
                    <a:pt x="3809" y="16510"/>
                  </a:moveTo>
                  <a:lnTo>
                    <a:pt x="0" y="16510"/>
                  </a:lnTo>
                  <a:lnTo>
                    <a:pt x="0" y="137160"/>
                  </a:lnTo>
                  <a:lnTo>
                    <a:pt x="3809" y="137160"/>
                  </a:lnTo>
                  <a:lnTo>
                    <a:pt x="3809" y="16510"/>
                  </a:lnTo>
                  <a:close/>
                </a:path>
                <a:path w="3809" h="497839">
                  <a:moveTo>
                    <a:pt x="3809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3970"/>
                  </a:lnTo>
                  <a:close/>
                </a:path>
                <a:path w="3809" h="497839">
                  <a:moveTo>
                    <a:pt x="3809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3809" y="12700"/>
                  </a:lnTo>
                  <a:lnTo>
                    <a:pt x="3809" y="10160"/>
                  </a:lnTo>
                  <a:close/>
                </a:path>
                <a:path w="3809" h="497839">
                  <a:moveTo>
                    <a:pt x="3809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7620"/>
                  </a:lnTo>
                  <a:close/>
                </a:path>
                <a:path w="3809" h="497839">
                  <a:moveTo>
                    <a:pt x="3809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3810"/>
                  </a:lnTo>
                  <a:close/>
                </a:path>
                <a:path w="3809" h="497839">
                  <a:moveTo>
                    <a:pt x="3809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09" h="497839">
                  <a:moveTo>
                    <a:pt x="3809" y="496570"/>
                  </a:moveTo>
                  <a:lnTo>
                    <a:pt x="1270" y="496570"/>
                  </a:lnTo>
                  <a:lnTo>
                    <a:pt x="1270" y="497840"/>
                  </a:lnTo>
                  <a:lnTo>
                    <a:pt x="3809" y="497840"/>
                  </a:lnTo>
                  <a:lnTo>
                    <a:pt x="3809" y="496570"/>
                  </a:lnTo>
                  <a:close/>
                </a:path>
                <a:path w="3809" h="497839">
                  <a:moveTo>
                    <a:pt x="3809" y="490220"/>
                  </a:moveTo>
                  <a:lnTo>
                    <a:pt x="0" y="490220"/>
                  </a:lnTo>
                  <a:lnTo>
                    <a:pt x="0" y="495300"/>
                  </a:lnTo>
                  <a:lnTo>
                    <a:pt x="3809" y="495300"/>
                  </a:lnTo>
                  <a:lnTo>
                    <a:pt x="3809" y="490220"/>
                  </a:lnTo>
                  <a:close/>
                </a:path>
                <a:path w="3809" h="497839">
                  <a:moveTo>
                    <a:pt x="3809" y="483870"/>
                  </a:moveTo>
                  <a:lnTo>
                    <a:pt x="0" y="483870"/>
                  </a:lnTo>
                  <a:lnTo>
                    <a:pt x="0" y="488950"/>
                  </a:lnTo>
                  <a:lnTo>
                    <a:pt x="3809" y="488950"/>
                  </a:lnTo>
                  <a:lnTo>
                    <a:pt x="3809" y="483870"/>
                  </a:lnTo>
                  <a:close/>
                </a:path>
                <a:path w="3809" h="497839">
                  <a:moveTo>
                    <a:pt x="3809" y="477520"/>
                  </a:moveTo>
                  <a:lnTo>
                    <a:pt x="0" y="477520"/>
                  </a:lnTo>
                  <a:lnTo>
                    <a:pt x="0" y="482600"/>
                  </a:lnTo>
                  <a:lnTo>
                    <a:pt x="3809" y="482600"/>
                  </a:lnTo>
                  <a:lnTo>
                    <a:pt x="3809" y="477520"/>
                  </a:lnTo>
                  <a:close/>
                </a:path>
                <a:path w="3809" h="497839">
                  <a:moveTo>
                    <a:pt x="3809" y="471170"/>
                  </a:moveTo>
                  <a:lnTo>
                    <a:pt x="0" y="471170"/>
                  </a:lnTo>
                  <a:lnTo>
                    <a:pt x="0" y="476250"/>
                  </a:lnTo>
                  <a:lnTo>
                    <a:pt x="3809" y="476250"/>
                  </a:lnTo>
                  <a:lnTo>
                    <a:pt x="3809" y="471170"/>
                  </a:lnTo>
                  <a:close/>
                </a:path>
                <a:path w="3809" h="497839">
                  <a:moveTo>
                    <a:pt x="3809" y="464820"/>
                  </a:moveTo>
                  <a:lnTo>
                    <a:pt x="0" y="464820"/>
                  </a:lnTo>
                  <a:lnTo>
                    <a:pt x="0" y="469900"/>
                  </a:lnTo>
                  <a:lnTo>
                    <a:pt x="3809" y="469900"/>
                  </a:lnTo>
                  <a:lnTo>
                    <a:pt x="3809" y="464820"/>
                  </a:lnTo>
                  <a:close/>
                </a:path>
                <a:path w="3809" h="497839">
                  <a:moveTo>
                    <a:pt x="3809" y="458470"/>
                  </a:moveTo>
                  <a:lnTo>
                    <a:pt x="0" y="458470"/>
                  </a:lnTo>
                  <a:lnTo>
                    <a:pt x="0" y="463550"/>
                  </a:lnTo>
                  <a:lnTo>
                    <a:pt x="3809" y="463550"/>
                  </a:lnTo>
                  <a:lnTo>
                    <a:pt x="3809" y="458470"/>
                  </a:lnTo>
                  <a:close/>
                </a:path>
                <a:path w="3809" h="497839">
                  <a:moveTo>
                    <a:pt x="3809" y="452120"/>
                  </a:moveTo>
                  <a:lnTo>
                    <a:pt x="0" y="452120"/>
                  </a:lnTo>
                  <a:lnTo>
                    <a:pt x="0" y="457200"/>
                  </a:lnTo>
                  <a:lnTo>
                    <a:pt x="3809" y="457200"/>
                  </a:lnTo>
                  <a:lnTo>
                    <a:pt x="3809" y="452120"/>
                  </a:lnTo>
                  <a:close/>
                </a:path>
                <a:path w="3809" h="497839">
                  <a:moveTo>
                    <a:pt x="3809" y="445770"/>
                  </a:moveTo>
                  <a:lnTo>
                    <a:pt x="0" y="445770"/>
                  </a:lnTo>
                  <a:lnTo>
                    <a:pt x="0" y="450850"/>
                  </a:lnTo>
                  <a:lnTo>
                    <a:pt x="3809" y="450850"/>
                  </a:lnTo>
                  <a:lnTo>
                    <a:pt x="3809" y="445770"/>
                  </a:lnTo>
                  <a:close/>
                </a:path>
                <a:path w="3809" h="497839">
                  <a:moveTo>
                    <a:pt x="3809" y="439420"/>
                  </a:moveTo>
                  <a:lnTo>
                    <a:pt x="0" y="439420"/>
                  </a:lnTo>
                  <a:lnTo>
                    <a:pt x="0" y="444500"/>
                  </a:lnTo>
                  <a:lnTo>
                    <a:pt x="3809" y="444500"/>
                  </a:lnTo>
                  <a:lnTo>
                    <a:pt x="3809" y="439420"/>
                  </a:lnTo>
                  <a:close/>
                </a:path>
                <a:path w="3809" h="497839">
                  <a:moveTo>
                    <a:pt x="3809" y="433070"/>
                  </a:moveTo>
                  <a:lnTo>
                    <a:pt x="0" y="433070"/>
                  </a:lnTo>
                  <a:lnTo>
                    <a:pt x="0" y="438150"/>
                  </a:lnTo>
                  <a:lnTo>
                    <a:pt x="3809" y="438150"/>
                  </a:lnTo>
                  <a:lnTo>
                    <a:pt x="3809" y="433070"/>
                  </a:lnTo>
                  <a:close/>
                </a:path>
                <a:path w="3809" h="497839">
                  <a:moveTo>
                    <a:pt x="3809" y="426720"/>
                  </a:moveTo>
                  <a:lnTo>
                    <a:pt x="0" y="426720"/>
                  </a:lnTo>
                  <a:lnTo>
                    <a:pt x="0" y="431800"/>
                  </a:lnTo>
                  <a:lnTo>
                    <a:pt x="3809" y="431800"/>
                  </a:lnTo>
                  <a:lnTo>
                    <a:pt x="3809" y="426720"/>
                  </a:lnTo>
                  <a:close/>
                </a:path>
                <a:path w="3809" h="497839">
                  <a:moveTo>
                    <a:pt x="3809" y="420370"/>
                  </a:moveTo>
                  <a:lnTo>
                    <a:pt x="0" y="420370"/>
                  </a:lnTo>
                  <a:lnTo>
                    <a:pt x="0" y="425450"/>
                  </a:lnTo>
                  <a:lnTo>
                    <a:pt x="3809" y="425450"/>
                  </a:lnTo>
                  <a:lnTo>
                    <a:pt x="3809" y="420370"/>
                  </a:lnTo>
                  <a:close/>
                </a:path>
                <a:path w="3809" h="497839">
                  <a:moveTo>
                    <a:pt x="3809" y="414020"/>
                  </a:moveTo>
                  <a:lnTo>
                    <a:pt x="0" y="414020"/>
                  </a:lnTo>
                  <a:lnTo>
                    <a:pt x="0" y="419100"/>
                  </a:lnTo>
                  <a:lnTo>
                    <a:pt x="3809" y="419100"/>
                  </a:lnTo>
                  <a:lnTo>
                    <a:pt x="3809" y="414020"/>
                  </a:lnTo>
                  <a:close/>
                </a:path>
                <a:path w="3809" h="497839">
                  <a:moveTo>
                    <a:pt x="3809" y="407670"/>
                  </a:moveTo>
                  <a:lnTo>
                    <a:pt x="0" y="407670"/>
                  </a:lnTo>
                  <a:lnTo>
                    <a:pt x="0" y="412750"/>
                  </a:lnTo>
                  <a:lnTo>
                    <a:pt x="3809" y="412750"/>
                  </a:lnTo>
                  <a:lnTo>
                    <a:pt x="3809" y="407670"/>
                  </a:lnTo>
                  <a:close/>
                </a:path>
                <a:path w="3809" h="497839">
                  <a:moveTo>
                    <a:pt x="3809" y="401320"/>
                  </a:moveTo>
                  <a:lnTo>
                    <a:pt x="0" y="401320"/>
                  </a:lnTo>
                  <a:lnTo>
                    <a:pt x="0" y="406400"/>
                  </a:lnTo>
                  <a:lnTo>
                    <a:pt x="3809" y="406400"/>
                  </a:lnTo>
                  <a:lnTo>
                    <a:pt x="3809" y="401320"/>
                  </a:lnTo>
                  <a:close/>
                </a:path>
                <a:path w="3809" h="497839">
                  <a:moveTo>
                    <a:pt x="3809" y="138430"/>
                  </a:moveTo>
                  <a:lnTo>
                    <a:pt x="0" y="138430"/>
                  </a:lnTo>
                  <a:lnTo>
                    <a:pt x="0" y="400050"/>
                  </a:lnTo>
                  <a:lnTo>
                    <a:pt x="3809" y="400050"/>
                  </a:lnTo>
                  <a:lnTo>
                    <a:pt x="3809" y="138430"/>
                  </a:lnTo>
                  <a:close/>
                </a:path>
              </a:pathLst>
            </a:custGeom>
            <a:solidFill>
              <a:srgbClr val="C3B1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1309369" y="2912110"/>
              <a:ext cx="3810" cy="495300"/>
            </a:xfrm>
            <a:custGeom>
              <a:avLst/>
              <a:gdLst/>
              <a:ahLst/>
              <a:cxnLst/>
              <a:rect l="l" t="t" r="r" b="b"/>
              <a:pathLst>
                <a:path w="3809" h="495300">
                  <a:moveTo>
                    <a:pt x="3810" y="13970"/>
                  </a:moveTo>
                  <a:lnTo>
                    <a:pt x="0" y="13970"/>
                  </a:lnTo>
                  <a:lnTo>
                    <a:pt x="0" y="134620"/>
                  </a:lnTo>
                  <a:lnTo>
                    <a:pt x="3810" y="134620"/>
                  </a:lnTo>
                  <a:lnTo>
                    <a:pt x="3810" y="13970"/>
                  </a:lnTo>
                  <a:close/>
                </a:path>
                <a:path w="3809" h="495300">
                  <a:moveTo>
                    <a:pt x="3810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11430"/>
                  </a:lnTo>
                  <a:close/>
                </a:path>
                <a:path w="3809" h="495300">
                  <a:moveTo>
                    <a:pt x="3810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20"/>
                  </a:lnTo>
                  <a:close/>
                </a:path>
                <a:path w="3809" h="495300">
                  <a:moveTo>
                    <a:pt x="3810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5080"/>
                  </a:lnTo>
                  <a:close/>
                </a:path>
                <a:path w="3809" h="495300">
                  <a:moveTo>
                    <a:pt x="38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09" h="495300">
                  <a:moveTo>
                    <a:pt x="3810" y="494030"/>
                  </a:moveTo>
                  <a:lnTo>
                    <a:pt x="0" y="494030"/>
                  </a:lnTo>
                  <a:lnTo>
                    <a:pt x="0" y="495300"/>
                  </a:lnTo>
                  <a:lnTo>
                    <a:pt x="3810" y="495300"/>
                  </a:lnTo>
                  <a:lnTo>
                    <a:pt x="3810" y="494030"/>
                  </a:lnTo>
                  <a:close/>
                </a:path>
                <a:path w="3809" h="495300">
                  <a:moveTo>
                    <a:pt x="3810" y="487680"/>
                  </a:moveTo>
                  <a:lnTo>
                    <a:pt x="0" y="487680"/>
                  </a:lnTo>
                  <a:lnTo>
                    <a:pt x="0" y="492760"/>
                  </a:lnTo>
                  <a:lnTo>
                    <a:pt x="3810" y="492760"/>
                  </a:lnTo>
                  <a:lnTo>
                    <a:pt x="3810" y="487680"/>
                  </a:lnTo>
                  <a:close/>
                </a:path>
                <a:path w="3809" h="495300">
                  <a:moveTo>
                    <a:pt x="3810" y="481330"/>
                  </a:moveTo>
                  <a:lnTo>
                    <a:pt x="0" y="481330"/>
                  </a:lnTo>
                  <a:lnTo>
                    <a:pt x="0" y="486410"/>
                  </a:lnTo>
                  <a:lnTo>
                    <a:pt x="3810" y="486410"/>
                  </a:lnTo>
                  <a:lnTo>
                    <a:pt x="3810" y="481330"/>
                  </a:lnTo>
                  <a:close/>
                </a:path>
                <a:path w="3809" h="495300">
                  <a:moveTo>
                    <a:pt x="3810" y="474980"/>
                  </a:moveTo>
                  <a:lnTo>
                    <a:pt x="0" y="474980"/>
                  </a:lnTo>
                  <a:lnTo>
                    <a:pt x="0" y="480060"/>
                  </a:lnTo>
                  <a:lnTo>
                    <a:pt x="3810" y="480060"/>
                  </a:lnTo>
                  <a:lnTo>
                    <a:pt x="3810" y="474980"/>
                  </a:lnTo>
                  <a:close/>
                </a:path>
                <a:path w="3809" h="495300">
                  <a:moveTo>
                    <a:pt x="3810" y="468630"/>
                  </a:moveTo>
                  <a:lnTo>
                    <a:pt x="0" y="468630"/>
                  </a:lnTo>
                  <a:lnTo>
                    <a:pt x="0" y="473710"/>
                  </a:lnTo>
                  <a:lnTo>
                    <a:pt x="3810" y="473710"/>
                  </a:lnTo>
                  <a:lnTo>
                    <a:pt x="3810" y="468630"/>
                  </a:lnTo>
                  <a:close/>
                </a:path>
                <a:path w="3809" h="495300">
                  <a:moveTo>
                    <a:pt x="3810" y="462280"/>
                  </a:moveTo>
                  <a:lnTo>
                    <a:pt x="0" y="462280"/>
                  </a:lnTo>
                  <a:lnTo>
                    <a:pt x="0" y="467360"/>
                  </a:lnTo>
                  <a:lnTo>
                    <a:pt x="3810" y="467360"/>
                  </a:lnTo>
                  <a:lnTo>
                    <a:pt x="3810" y="462280"/>
                  </a:lnTo>
                  <a:close/>
                </a:path>
                <a:path w="3809" h="495300">
                  <a:moveTo>
                    <a:pt x="3810" y="455930"/>
                  </a:moveTo>
                  <a:lnTo>
                    <a:pt x="0" y="455930"/>
                  </a:lnTo>
                  <a:lnTo>
                    <a:pt x="0" y="461010"/>
                  </a:lnTo>
                  <a:lnTo>
                    <a:pt x="3810" y="461010"/>
                  </a:lnTo>
                  <a:lnTo>
                    <a:pt x="3810" y="455930"/>
                  </a:lnTo>
                  <a:close/>
                </a:path>
                <a:path w="3809" h="495300">
                  <a:moveTo>
                    <a:pt x="3810" y="449580"/>
                  </a:moveTo>
                  <a:lnTo>
                    <a:pt x="0" y="449580"/>
                  </a:lnTo>
                  <a:lnTo>
                    <a:pt x="0" y="454660"/>
                  </a:lnTo>
                  <a:lnTo>
                    <a:pt x="3810" y="454660"/>
                  </a:lnTo>
                  <a:lnTo>
                    <a:pt x="3810" y="449580"/>
                  </a:lnTo>
                  <a:close/>
                </a:path>
                <a:path w="3809" h="495300">
                  <a:moveTo>
                    <a:pt x="3810" y="443230"/>
                  </a:moveTo>
                  <a:lnTo>
                    <a:pt x="0" y="443230"/>
                  </a:lnTo>
                  <a:lnTo>
                    <a:pt x="0" y="448310"/>
                  </a:lnTo>
                  <a:lnTo>
                    <a:pt x="3810" y="448310"/>
                  </a:lnTo>
                  <a:lnTo>
                    <a:pt x="3810" y="443230"/>
                  </a:lnTo>
                  <a:close/>
                </a:path>
                <a:path w="3809" h="495300">
                  <a:moveTo>
                    <a:pt x="3810" y="436880"/>
                  </a:moveTo>
                  <a:lnTo>
                    <a:pt x="0" y="436880"/>
                  </a:lnTo>
                  <a:lnTo>
                    <a:pt x="0" y="441960"/>
                  </a:lnTo>
                  <a:lnTo>
                    <a:pt x="3810" y="441960"/>
                  </a:lnTo>
                  <a:lnTo>
                    <a:pt x="3810" y="436880"/>
                  </a:lnTo>
                  <a:close/>
                </a:path>
                <a:path w="3809" h="495300">
                  <a:moveTo>
                    <a:pt x="3810" y="430530"/>
                  </a:moveTo>
                  <a:lnTo>
                    <a:pt x="0" y="430530"/>
                  </a:lnTo>
                  <a:lnTo>
                    <a:pt x="0" y="435610"/>
                  </a:lnTo>
                  <a:lnTo>
                    <a:pt x="3810" y="435610"/>
                  </a:lnTo>
                  <a:lnTo>
                    <a:pt x="3810" y="430530"/>
                  </a:lnTo>
                  <a:close/>
                </a:path>
                <a:path w="3809" h="495300">
                  <a:moveTo>
                    <a:pt x="3810" y="424180"/>
                  </a:moveTo>
                  <a:lnTo>
                    <a:pt x="0" y="424180"/>
                  </a:lnTo>
                  <a:lnTo>
                    <a:pt x="0" y="429260"/>
                  </a:lnTo>
                  <a:lnTo>
                    <a:pt x="3810" y="429260"/>
                  </a:lnTo>
                  <a:lnTo>
                    <a:pt x="3810" y="424180"/>
                  </a:lnTo>
                  <a:close/>
                </a:path>
                <a:path w="3809" h="495300">
                  <a:moveTo>
                    <a:pt x="3810" y="417830"/>
                  </a:moveTo>
                  <a:lnTo>
                    <a:pt x="0" y="417830"/>
                  </a:lnTo>
                  <a:lnTo>
                    <a:pt x="0" y="422910"/>
                  </a:lnTo>
                  <a:lnTo>
                    <a:pt x="3810" y="422910"/>
                  </a:lnTo>
                  <a:lnTo>
                    <a:pt x="3810" y="417830"/>
                  </a:lnTo>
                  <a:close/>
                </a:path>
                <a:path w="3809" h="495300">
                  <a:moveTo>
                    <a:pt x="3810" y="411480"/>
                  </a:moveTo>
                  <a:lnTo>
                    <a:pt x="0" y="411480"/>
                  </a:lnTo>
                  <a:lnTo>
                    <a:pt x="0" y="416560"/>
                  </a:lnTo>
                  <a:lnTo>
                    <a:pt x="3810" y="416560"/>
                  </a:lnTo>
                  <a:lnTo>
                    <a:pt x="3810" y="411480"/>
                  </a:lnTo>
                  <a:close/>
                </a:path>
                <a:path w="3809" h="495300">
                  <a:moveTo>
                    <a:pt x="3810" y="405130"/>
                  </a:moveTo>
                  <a:lnTo>
                    <a:pt x="0" y="405130"/>
                  </a:lnTo>
                  <a:lnTo>
                    <a:pt x="0" y="410210"/>
                  </a:lnTo>
                  <a:lnTo>
                    <a:pt x="3810" y="410210"/>
                  </a:lnTo>
                  <a:lnTo>
                    <a:pt x="3810" y="405130"/>
                  </a:lnTo>
                  <a:close/>
                </a:path>
                <a:path w="3809" h="495300">
                  <a:moveTo>
                    <a:pt x="3810" y="398780"/>
                  </a:moveTo>
                  <a:lnTo>
                    <a:pt x="0" y="398780"/>
                  </a:lnTo>
                  <a:lnTo>
                    <a:pt x="0" y="403860"/>
                  </a:lnTo>
                  <a:lnTo>
                    <a:pt x="3810" y="403860"/>
                  </a:lnTo>
                  <a:lnTo>
                    <a:pt x="3810" y="398780"/>
                  </a:lnTo>
                  <a:close/>
                </a:path>
                <a:path w="3809" h="495300">
                  <a:moveTo>
                    <a:pt x="3810" y="135890"/>
                  </a:moveTo>
                  <a:lnTo>
                    <a:pt x="0" y="135890"/>
                  </a:lnTo>
                  <a:lnTo>
                    <a:pt x="0" y="397510"/>
                  </a:lnTo>
                  <a:lnTo>
                    <a:pt x="3810" y="397510"/>
                  </a:lnTo>
                  <a:lnTo>
                    <a:pt x="3810" y="135890"/>
                  </a:lnTo>
                  <a:close/>
                </a:path>
              </a:pathLst>
            </a:custGeom>
            <a:solidFill>
              <a:srgbClr val="C2B0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1313180" y="2912110"/>
              <a:ext cx="2540" cy="496570"/>
            </a:xfrm>
            <a:custGeom>
              <a:avLst/>
              <a:gdLst/>
              <a:ahLst/>
              <a:cxnLst/>
              <a:rect l="l" t="t" r="r" b="b"/>
              <a:pathLst>
                <a:path w="2540" h="496570">
                  <a:moveTo>
                    <a:pt x="2539" y="13970"/>
                  </a:moveTo>
                  <a:lnTo>
                    <a:pt x="0" y="13970"/>
                  </a:lnTo>
                  <a:lnTo>
                    <a:pt x="0" y="134620"/>
                  </a:lnTo>
                  <a:lnTo>
                    <a:pt x="2539" y="134620"/>
                  </a:lnTo>
                  <a:lnTo>
                    <a:pt x="2539" y="13970"/>
                  </a:lnTo>
                  <a:close/>
                </a:path>
                <a:path w="2540" h="496570">
                  <a:moveTo>
                    <a:pt x="2539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2539" y="12700"/>
                  </a:lnTo>
                  <a:lnTo>
                    <a:pt x="2539" y="11430"/>
                  </a:lnTo>
                  <a:close/>
                </a:path>
                <a:path w="2540" h="496570">
                  <a:moveTo>
                    <a:pt x="2539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2539" y="10160"/>
                  </a:lnTo>
                  <a:lnTo>
                    <a:pt x="2539" y="7620"/>
                  </a:lnTo>
                  <a:close/>
                </a:path>
                <a:path w="2540" h="496570">
                  <a:moveTo>
                    <a:pt x="2539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2539" y="6350"/>
                  </a:lnTo>
                  <a:lnTo>
                    <a:pt x="2539" y="5080"/>
                  </a:lnTo>
                  <a:close/>
                </a:path>
                <a:path w="2540" h="496570">
                  <a:moveTo>
                    <a:pt x="126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39" y="3810"/>
                  </a:lnTo>
                  <a:lnTo>
                    <a:pt x="2539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2540" h="496570">
                  <a:moveTo>
                    <a:pt x="2539" y="494030"/>
                  </a:moveTo>
                  <a:lnTo>
                    <a:pt x="0" y="494030"/>
                  </a:lnTo>
                  <a:lnTo>
                    <a:pt x="0" y="495300"/>
                  </a:lnTo>
                  <a:lnTo>
                    <a:pt x="1269" y="495300"/>
                  </a:lnTo>
                  <a:lnTo>
                    <a:pt x="1269" y="496570"/>
                  </a:lnTo>
                  <a:lnTo>
                    <a:pt x="2539" y="496570"/>
                  </a:lnTo>
                  <a:lnTo>
                    <a:pt x="2539" y="494030"/>
                  </a:lnTo>
                  <a:close/>
                </a:path>
                <a:path w="2540" h="496570">
                  <a:moveTo>
                    <a:pt x="2539" y="487680"/>
                  </a:moveTo>
                  <a:lnTo>
                    <a:pt x="0" y="487680"/>
                  </a:lnTo>
                  <a:lnTo>
                    <a:pt x="0" y="492760"/>
                  </a:lnTo>
                  <a:lnTo>
                    <a:pt x="2539" y="492760"/>
                  </a:lnTo>
                  <a:lnTo>
                    <a:pt x="2539" y="487680"/>
                  </a:lnTo>
                  <a:close/>
                </a:path>
                <a:path w="2540" h="496570">
                  <a:moveTo>
                    <a:pt x="2539" y="481330"/>
                  </a:moveTo>
                  <a:lnTo>
                    <a:pt x="0" y="481330"/>
                  </a:lnTo>
                  <a:lnTo>
                    <a:pt x="0" y="486410"/>
                  </a:lnTo>
                  <a:lnTo>
                    <a:pt x="2539" y="486410"/>
                  </a:lnTo>
                  <a:lnTo>
                    <a:pt x="2539" y="481330"/>
                  </a:lnTo>
                  <a:close/>
                </a:path>
                <a:path w="2540" h="496570">
                  <a:moveTo>
                    <a:pt x="2539" y="474980"/>
                  </a:moveTo>
                  <a:lnTo>
                    <a:pt x="0" y="474980"/>
                  </a:lnTo>
                  <a:lnTo>
                    <a:pt x="0" y="480060"/>
                  </a:lnTo>
                  <a:lnTo>
                    <a:pt x="2539" y="480060"/>
                  </a:lnTo>
                  <a:lnTo>
                    <a:pt x="2539" y="474980"/>
                  </a:lnTo>
                  <a:close/>
                </a:path>
                <a:path w="2540" h="496570">
                  <a:moveTo>
                    <a:pt x="2539" y="468630"/>
                  </a:moveTo>
                  <a:lnTo>
                    <a:pt x="0" y="468630"/>
                  </a:lnTo>
                  <a:lnTo>
                    <a:pt x="0" y="473710"/>
                  </a:lnTo>
                  <a:lnTo>
                    <a:pt x="2539" y="473710"/>
                  </a:lnTo>
                  <a:lnTo>
                    <a:pt x="2539" y="468630"/>
                  </a:lnTo>
                  <a:close/>
                </a:path>
                <a:path w="2540" h="496570">
                  <a:moveTo>
                    <a:pt x="2539" y="462280"/>
                  </a:moveTo>
                  <a:lnTo>
                    <a:pt x="0" y="462280"/>
                  </a:lnTo>
                  <a:lnTo>
                    <a:pt x="0" y="467360"/>
                  </a:lnTo>
                  <a:lnTo>
                    <a:pt x="2539" y="467360"/>
                  </a:lnTo>
                  <a:lnTo>
                    <a:pt x="2539" y="462280"/>
                  </a:lnTo>
                  <a:close/>
                </a:path>
                <a:path w="2540" h="496570">
                  <a:moveTo>
                    <a:pt x="2539" y="455930"/>
                  </a:moveTo>
                  <a:lnTo>
                    <a:pt x="0" y="455930"/>
                  </a:lnTo>
                  <a:lnTo>
                    <a:pt x="0" y="461010"/>
                  </a:lnTo>
                  <a:lnTo>
                    <a:pt x="2539" y="461010"/>
                  </a:lnTo>
                  <a:lnTo>
                    <a:pt x="2539" y="455930"/>
                  </a:lnTo>
                  <a:close/>
                </a:path>
                <a:path w="2540" h="496570">
                  <a:moveTo>
                    <a:pt x="2539" y="449580"/>
                  </a:moveTo>
                  <a:lnTo>
                    <a:pt x="0" y="449580"/>
                  </a:lnTo>
                  <a:lnTo>
                    <a:pt x="0" y="454660"/>
                  </a:lnTo>
                  <a:lnTo>
                    <a:pt x="2539" y="454660"/>
                  </a:lnTo>
                  <a:lnTo>
                    <a:pt x="2539" y="449580"/>
                  </a:lnTo>
                  <a:close/>
                </a:path>
                <a:path w="2540" h="496570">
                  <a:moveTo>
                    <a:pt x="2539" y="443230"/>
                  </a:moveTo>
                  <a:lnTo>
                    <a:pt x="0" y="443230"/>
                  </a:lnTo>
                  <a:lnTo>
                    <a:pt x="0" y="448310"/>
                  </a:lnTo>
                  <a:lnTo>
                    <a:pt x="2539" y="448310"/>
                  </a:lnTo>
                  <a:lnTo>
                    <a:pt x="2539" y="443230"/>
                  </a:lnTo>
                  <a:close/>
                </a:path>
                <a:path w="2540" h="496570">
                  <a:moveTo>
                    <a:pt x="2539" y="436880"/>
                  </a:moveTo>
                  <a:lnTo>
                    <a:pt x="0" y="436880"/>
                  </a:lnTo>
                  <a:lnTo>
                    <a:pt x="0" y="441960"/>
                  </a:lnTo>
                  <a:lnTo>
                    <a:pt x="2539" y="441960"/>
                  </a:lnTo>
                  <a:lnTo>
                    <a:pt x="2539" y="436880"/>
                  </a:lnTo>
                  <a:close/>
                </a:path>
                <a:path w="2540" h="496570">
                  <a:moveTo>
                    <a:pt x="2539" y="430530"/>
                  </a:moveTo>
                  <a:lnTo>
                    <a:pt x="0" y="430530"/>
                  </a:lnTo>
                  <a:lnTo>
                    <a:pt x="0" y="435610"/>
                  </a:lnTo>
                  <a:lnTo>
                    <a:pt x="2539" y="435610"/>
                  </a:lnTo>
                  <a:lnTo>
                    <a:pt x="2539" y="430530"/>
                  </a:lnTo>
                  <a:close/>
                </a:path>
                <a:path w="2540" h="496570">
                  <a:moveTo>
                    <a:pt x="2539" y="424180"/>
                  </a:moveTo>
                  <a:lnTo>
                    <a:pt x="0" y="424180"/>
                  </a:lnTo>
                  <a:lnTo>
                    <a:pt x="0" y="429260"/>
                  </a:lnTo>
                  <a:lnTo>
                    <a:pt x="2539" y="429260"/>
                  </a:lnTo>
                  <a:lnTo>
                    <a:pt x="2539" y="424180"/>
                  </a:lnTo>
                  <a:close/>
                </a:path>
                <a:path w="2540" h="496570">
                  <a:moveTo>
                    <a:pt x="2539" y="417830"/>
                  </a:moveTo>
                  <a:lnTo>
                    <a:pt x="0" y="417830"/>
                  </a:lnTo>
                  <a:lnTo>
                    <a:pt x="0" y="422910"/>
                  </a:lnTo>
                  <a:lnTo>
                    <a:pt x="2539" y="422910"/>
                  </a:lnTo>
                  <a:lnTo>
                    <a:pt x="2539" y="417830"/>
                  </a:lnTo>
                  <a:close/>
                </a:path>
                <a:path w="2540" h="496570">
                  <a:moveTo>
                    <a:pt x="2539" y="411480"/>
                  </a:moveTo>
                  <a:lnTo>
                    <a:pt x="0" y="411480"/>
                  </a:lnTo>
                  <a:lnTo>
                    <a:pt x="0" y="416560"/>
                  </a:lnTo>
                  <a:lnTo>
                    <a:pt x="2539" y="416560"/>
                  </a:lnTo>
                  <a:lnTo>
                    <a:pt x="2539" y="411480"/>
                  </a:lnTo>
                  <a:close/>
                </a:path>
                <a:path w="2540" h="496570">
                  <a:moveTo>
                    <a:pt x="2539" y="405130"/>
                  </a:moveTo>
                  <a:lnTo>
                    <a:pt x="0" y="405130"/>
                  </a:lnTo>
                  <a:lnTo>
                    <a:pt x="0" y="410210"/>
                  </a:lnTo>
                  <a:lnTo>
                    <a:pt x="2539" y="410210"/>
                  </a:lnTo>
                  <a:lnTo>
                    <a:pt x="2539" y="405130"/>
                  </a:lnTo>
                  <a:close/>
                </a:path>
                <a:path w="2540" h="496570">
                  <a:moveTo>
                    <a:pt x="2539" y="398780"/>
                  </a:moveTo>
                  <a:lnTo>
                    <a:pt x="0" y="398780"/>
                  </a:lnTo>
                  <a:lnTo>
                    <a:pt x="0" y="403860"/>
                  </a:lnTo>
                  <a:lnTo>
                    <a:pt x="2539" y="403860"/>
                  </a:lnTo>
                  <a:lnTo>
                    <a:pt x="2539" y="398780"/>
                  </a:lnTo>
                  <a:close/>
                </a:path>
                <a:path w="2540" h="496570">
                  <a:moveTo>
                    <a:pt x="2539" y="135890"/>
                  </a:moveTo>
                  <a:lnTo>
                    <a:pt x="0" y="135890"/>
                  </a:lnTo>
                  <a:lnTo>
                    <a:pt x="0" y="397510"/>
                  </a:lnTo>
                  <a:lnTo>
                    <a:pt x="2539" y="397510"/>
                  </a:lnTo>
                  <a:lnTo>
                    <a:pt x="2539" y="135890"/>
                  </a:lnTo>
                  <a:close/>
                </a:path>
              </a:pathLst>
            </a:custGeom>
            <a:solidFill>
              <a:srgbClr val="C2AF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1315719" y="2915919"/>
              <a:ext cx="3810" cy="492759"/>
            </a:xfrm>
            <a:custGeom>
              <a:avLst/>
              <a:gdLst/>
              <a:ahLst/>
              <a:cxnLst/>
              <a:rect l="l" t="t" r="r" b="b"/>
              <a:pathLst>
                <a:path w="3809" h="492760">
                  <a:moveTo>
                    <a:pt x="3810" y="10160"/>
                  </a:moveTo>
                  <a:lnTo>
                    <a:pt x="0" y="10160"/>
                  </a:lnTo>
                  <a:lnTo>
                    <a:pt x="0" y="130810"/>
                  </a:lnTo>
                  <a:lnTo>
                    <a:pt x="3810" y="130810"/>
                  </a:lnTo>
                  <a:lnTo>
                    <a:pt x="3810" y="10160"/>
                  </a:lnTo>
                  <a:close/>
                </a:path>
                <a:path w="3809" h="492760">
                  <a:moveTo>
                    <a:pt x="3810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7620"/>
                  </a:lnTo>
                  <a:close/>
                </a:path>
                <a:path w="3809" h="492760">
                  <a:moveTo>
                    <a:pt x="3810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3810"/>
                  </a:lnTo>
                  <a:close/>
                </a:path>
                <a:path w="3809" h="492760">
                  <a:moveTo>
                    <a:pt x="38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09" h="492760">
                  <a:moveTo>
                    <a:pt x="3810" y="490220"/>
                  </a:moveTo>
                  <a:lnTo>
                    <a:pt x="0" y="490220"/>
                  </a:lnTo>
                  <a:lnTo>
                    <a:pt x="0" y="492760"/>
                  </a:lnTo>
                  <a:lnTo>
                    <a:pt x="3810" y="492760"/>
                  </a:lnTo>
                  <a:lnTo>
                    <a:pt x="3810" y="490220"/>
                  </a:lnTo>
                  <a:close/>
                </a:path>
                <a:path w="3809" h="492760">
                  <a:moveTo>
                    <a:pt x="3810" y="483870"/>
                  </a:moveTo>
                  <a:lnTo>
                    <a:pt x="0" y="483870"/>
                  </a:lnTo>
                  <a:lnTo>
                    <a:pt x="0" y="488950"/>
                  </a:lnTo>
                  <a:lnTo>
                    <a:pt x="3810" y="488950"/>
                  </a:lnTo>
                  <a:lnTo>
                    <a:pt x="3810" y="483870"/>
                  </a:lnTo>
                  <a:close/>
                </a:path>
                <a:path w="3809" h="492760">
                  <a:moveTo>
                    <a:pt x="3810" y="477520"/>
                  </a:moveTo>
                  <a:lnTo>
                    <a:pt x="0" y="477520"/>
                  </a:lnTo>
                  <a:lnTo>
                    <a:pt x="0" y="482600"/>
                  </a:lnTo>
                  <a:lnTo>
                    <a:pt x="3810" y="482600"/>
                  </a:lnTo>
                  <a:lnTo>
                    <a:pt x="3810" y="477520"/>
                  </a:lnTo>
                  <a:close/>
                </a:path>
                <a:path w="3809" h="492760">
                  <a:moveTo>
                    <a:pt x="3810" y="471170"/>
                  </a:moveTo>
                  <a:lnTo>
                    <a:pt x="0" y="471170"/>
                  </a:lnTo>
                  <a:lnTo>
                    <a:pt x="0" y="476250"/>
                  </a:lnTo>
                  <a:lnTo>
                    <a:pt x="3810" y="476250"/>
                  </a:lnTo>
                  <a:lnTo>
                    <a:pt x="3810" y="471170"/>
                  </a:lnTo>
                  <a:close/>
                </a:path>
                <a:path w="3809" h="492760">
                  <a:moveTo>
                    <a:pt x="3810" y="464820"/>
                  </a:moveTo>
                  <a:lnTo>
                    <a:pt x="0" y="464820"/>
                  </a:lnTo>
                  <a:lnTo>
                    <a:pt x="0" y="469900"/>
                  </a:lnTo>
                  <a:lnTo>
                    <a:pt x="3810" y="469900"/>
                  </a:lnTo>
                  <a:lnTo>
                    <a:pt x="3810" y="464820"/>
                  </a:lnTo>
                  <a:close/>
                </a:path>
                <a:path w="3809" h="492760">
                  <a:moveTo>
                    <a:pt x="3810" y="458470"/>
                  </a:moveTo>
                  <a:lnTo>
                    <a:pt x="0" y="458470"/>
                  </a:lnTo>
                  <a:lnTo>
                    <a:pt x="0" y="463550"/>
                  </a:lnTo>
                  <a:lnTo>
                    <a:pt x="3810" y="463550"/>
                  </a:lnTo>
                  <a:lnTo>
                    <a:pt x="3810" y="458470"/>
                  </a:lnTo>
                  <a:close/>
                </a:path>
                <a:path w="3809" h="492760">
                  <a:moveTo>
                    <a:pt x="3810" y="452120"/>
                  </a:moveTo>
                  <a:lnTo>
                    <a:pt x="0" y="452120"/>
                  </a:lnTo>
                  <a:lnTo>
                    <a:pt x="0" y="457200"/>
                  </a:lnTo>
                  <a:lnTo>
                    <a:pt x="3810" y="457200"/>
                  </a:lnTo>
                  <a:lnTo>
                    <a:pt x="3810" y="452120"/>
                  </a:lnTo>
                  <a:close/>
                </a:path>
                <a:path w="3809" h="492760">
                  <a:moveTo>
                    <a:pt x="3810" y="445770"/>
                  </a:moveTo>
                  <a:lnTo>
                    <a:pt x="0" y="445770"/>
                  </a:lnTo>
                  <a:lnTo>
                    <a:pt x="0" y="450850"/>
                  </a:lnTo>
                  <a:lnTo>
                    <a:pt x="3810" y="450850"/>
                  </a:lnTo>
                  <a:lnTo>
                    <a:pt x="3810" y="445770"/>
                  </a:lnTo>
                  <a:close/>
                </a:path>
                <a:path w="3809" h="492760">
                  <a:moveTo>
                    <a:pt x="3810" y="439420"/>
                  </a:moveTo>
                  <a:lnTo>
                    <a:pt x="0" y="439420"/>
                  </a:lnTo>
                  <a:lnTo>
                    <a:pt x="0" y="444500"/>
                  </a:lnTo>
                  <a:lnTo>
                    <a:pt x="3810" y="444500"/>
                  </a:lnTo>
                  <a:lnTo>
                    <a:pt x="3810" y="439420"/>
                  </a:lnTo>
                  <a:close/>
                </a:path>
                <a:path w="3809" h="492760">
                  <a:moveTo>
                    <a:pt x="3810" y="433070"/>
                  </a:moveTo>
                  <a:lnTo>
                    <a:pt x="0" y="433070"/>
                  </a:lnTo>
                  <a:lnTo>
                    <a:pt x="0" y="438150"/>
                  </a:lnTo>
                  <a:lnTo>
                    <a:pt x="3810" y="438150"/>
                  </a:lnTo>
                  <a:lnTo>
                    <a:pt x="3810" y="433070"/>
                  </a:lnTo>
                  <a:close/>
                </a:path>
                <a:path w="3809" h="492760">
                  <a:moveTo>
                    <a:pt x="3810" y="426720"/>
                  </a:moveTo>
                  <a:lnTo>
                    <a:pt x="0" y="426720"/>
                  </a:lnTo>
                  <a:lnTo>
                    <a:pt x="0" y="431800"/>
                  </a:lnTo>
                  <a:lnTo>
                    <a:pt x="3810" y="431800"/>
                  </a:lnTo>
                  <a:lnTo>
                    <a:pt x="3810" y="426720"/>
                  </a:lnTo>
                  <a:close/>
                </a:path>
                <a:path w="3809" h="492760">
                  <a:moveTo>
                    <a:pt x="3810" y="420370"/>
                  </a:moveTo>
                  <a:lnTo>
                    <a:pt x="0" y="420370"/>
                  </a:lnTo>
                  <a:lnTo>
                    <a:pt x="0" y="425450"/>
                  </a:lnTo>
                  <a:lnTo>
                    <a:pt x="3810" y="425450"/>
                  </a:lnTo>
                  <a:lnTo>
                    <a:pt x="3810" y="420370"/>
                  </a:lnTo>
                  <a:close/>
                </a:path>
                <a:path w="3809" h="492760">
                  <a:moveTo>
                    <a:pt x="3810" y="414020"/>
                  </a:moveTo>
                  <a:lnTo>
                    <a:pt x="0" y="414020"/>
                  </a:lnTo>
                  <a:lnTo>
                    <a:pt x="0" y="419100"/>
                  </a:lnTo>
                  <a:lnTo>
                    <a:pt x="3810" y="419100"/>
                  </a:lnTo>
                  <a:lnTo>
                    <a:pt x="3810" y="414020"/>
                  </a:lnTo>
                  <a:close/>
                </a:path>
                <a:path w="3809" h="492760">
                  <a:moveTo>
                    <a:pt x="3810" y="407670"/>
                  </a:moveTo>
                  <a:lnTo>
                    <a:pt x="0" y="407670"/>
                  </a:lnTo>
                  <a:lnTo>
                    <a:pt x="0" y="412750"/>
                  </a:lnTo>
                  <a:lnTo>
                    <a:pt x="3810" y="412750"/>
                  </a:lnTo>
                  <a:lnTo>
                    <a:pt x="3810" y="407670"/>
                  </a:lnTo>
                  <a:close/>
                </a:path>
                <a:path w="3809" h="492760">
                  <a:moveTo>
                    <a:pt x="3810" y="401320"/>
                  </a:moveTo>
                  <a:lnTo>
                    <a:pt x="0" y="401320"/>
                  </a:lnTo>
                  <a:lnTo>
                    <a:pt x="0" y="406400"/>
                  </a:lnTo>
                  <a:lnTo>
                    <a:pt x="3810" y="406400"/>
                  </a:lnTo>
                  <a:lnTo>
                    <a:pt x="3810" y="401320"/>
                  </a:lnTo>
                  <a:close/>
                </a:path>
                <a:path w="3809" h="492760">
                  <a:moveTo>
                    <a:pt x="3810" y="394970"/>
                  </a:moveTo>
                  <a:lnTo>
                    <a:pt x="0" y="394970"/>
                  </a:lnTo>
                  <a:lnTo>
                    <a:pt x="0" y="400050"/>
                  </a:lnTo>
                  <a:lnTo>
                    <a:pt x="3810" y="400050"/>
                  </a:lnTo>
                  <a:lnTo>
                    <a:pt x="3810" y="394970"/>
                  </a:lnTo>
                  <a:close/>
                </a:path>
                <a:path w="3809" h="492760">
                  <a:moveTo>
                    <a:pt x="3810" y="132080"/>
                  </a:moveTo>
                  <a:lnTo>
                    <a:pt x="0" y="132080"/>
                  </a:lnTo>
                  <a:lnTo>
                    <a:pt x="0" y="393700"/>
                  </a:lnTo>
                  <a:lnTo>
                    <a:pt x="3810" y="393700"/>
                  </a:lnTo>
                  <a:lnTo>
                    <a:pt x="3810" y="132080"/>
                  </a:lnTo>
                  <a:close/>
                </a:path>
              </a:pathLst>
            </a:custGeom>
            <a:solidFill>
              <a:srgbClr val="C1AE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1319530" y="2915919"/>
              <a:ext cx="3810" cy="494030"/>
            </a:xfrm>
            <a:custGeom>
              <a:avLst/>
              <a:gdLst/>
              <a:ahLst/>
              <a:cxnLst/>
              <a:rect l="l" t="t" r="r" b="b"/>
              <a:pathLst>
                <a:path w="3809" h="494029">
                  <a:moveTo>
                    <a:pt x="3809" y="10160"/>
                  </a:moveTo>
                  <a:lnTo>
                    <a:pt x="0" y="10160"/>
                  </a:lnTo>
                  <a:lnTo>
                    <a:pt x="0" y="130810"/>
                  </a:lnTo>
                  <a:lnTo>
                    <a:pt x="3809" y="130810"/>
                  </a:lnTo>
                  <a:lnTo>
                    <a:pt x="3809" y="10160"/>
                  </a:lnTo>
                  <a:close/>
                </a:path>
                <a:path w="3809" h="494029">
                  <a:moveTo>
                    <a:pt x="3809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7620"/>
                  </a:lnTo>
                  <a:close/>
                </a:path>
                <a:path w="3809" h="494029">
                  <a:moveTo>
                    <a:pt x="3809" y="2539"/>
                  </a:moveTo>
                  <a:lnTo>
                    <a:pt x="2539" y="2539"/>
                  </a:lnTo>
                  <a:lnTo>
                    <a:pt x="2539" y="3810"/>
                  </a:lnTo>
                  <a:lnTo>
                    <a:pt x="0" y="3810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2539"/>
                  </a:lnTo>
                  <a:close/>
                </a:path>
                <a:path w="3809" h="494029">
                  <a:moveTo>
                    <a:pt x="126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69" y="2539"/>
                  </a:lnTo>
                  <a:lnTo>
                    <a:pt x="1269" y="0"/>
                  </a:lnTo>
                  <a:close/>
                </a:path>
                <a:path w="3809" h="494029">
                  <a:moveTo>
                    <a:pt x="3809" y="490220"/>
                  </a:moveTo>
                  <a:lnTo>
                    <a:pt x="0" y="490220"/>
                  </a:lnTo>
                  <a:lnTo>
                    <a:pt x="0" y="492760"/>
                  </a:lnTo>
                  <a:lnTo>
                    <a:pt x="1269" y="492760"/>
                  </a:lnTo>
                  <a:lnTo>
                    <a:pt x="1269" y="494030"/>
                  </a:lnTo>
                  <a:lnTo>
                    <a:pt x="3809" y="494030"/>
                  </a:lnTo>
                  <a:lnTo>
                    <a:pt x="3809" y="490220"/>
                  </a:lnTo>
                  <a:close/>
                </a:path>
                <a:path w="3809" h="494029">
                  <a:moveTo>
                    <a:pt x="3809" y="483870"/>
                  </a:moveTo>
                  <a:lnTo>
                    <a:pt x="0" y="483870"/>
                  </a:lnTo>
                  <a:lnTo>
                    <a:pt x="0" y="488950"/>
                  </a:lnTo>
                  <a:lnTo>
                    <a:pt x="3809" y="488950"/>
                  </a:lnTo>
                  <a:lnTo>
                    <a:pt x="3809" y="483870"/>
                  </a:lnTo>
                  <a:close/>
                </a:path>
                <a:path w="3809" h="494029">
                  <a:moveTo>
                    <a:pt x="3809" y="477520"/>
                  </a:moveTo>
                  <a:lnTo>
                    <a:pt x="0" y="477520"/>
                  </a:lnTo>
                  <a:lnTo>
                    <a:pt x="0" y="482600"/>
                  </a:lnTo>
                  <a:lnTo>
                    <a:pt x="3809" y="482600"/>
                  </a:lnTo>
                  <a:lnTo>
                    <a:pt x="3809" y="477520"/>
                  </a:lnTo>
                  <a:close/>
                </a:path>
                <a:path w="3809" h="494029">
                  <a:moveTo>
                    <a:pt x="3809" y="471170"/>
                  </a:moveTo>
                  <a:lnTo>
                    <a:pt x="0" y="471170"/>
                  </a:lnTo>
                  <a:lnTo>
                    <a:pt x="0" y="476250"/>
                  </a:lnTo>
                  <a:lnTo>
                    <a:pt x="3809" y="476250"/>
                  </a:lnTo>
                  <a:lnTo>
                    <a:pt x="3809" y="471170"/>
                  </a:lnTo>
                  <a:close/>
                </a:path>
                <a:path w="3809" h="494029">
                  <a:moveTo>
                    <a:pt x="3809" y="464820"/>
                  </a:moveTo>
                  <a:lnTo>
                    <a:pt x="0" y="464820"/>
                  </a:lnTo>
                  <a:lnTo>
                    <a:pt x="0" y="469900"/>
                  </a:lnTo>
                  <a:lnTo>
                    <a:pt x="3809" y="469900"/>
                  </a:lnTo>
                  <a:lnTo>
                    <a:pt x="3809" y="464820"/>
                  </a:lnTo>
                  <a:close/>
                </a:path>
                <a:path w="3809" h="494029">
                  <a:moveTo>
                    <a:pt x="3809" y="458470"/>
                  </a:moveTo>
                  <a:lnTo>
                    <a:pt x="0" y="458470"/>
                  </a:lnTo>
                  <a:lnTo>
                    <a:pt x="0" y="463550"/>
                  </a:lnTo>
                  <a:lnTo>
                    <a:pt x="3809" y="463550"/>
                  </a:lnTo>
                  <a:lnTo>
                    <a:pt x="3809" y="458470"/>
                  </a:lnTo>
                  <a:close/>
                </a:path>
                <a:path w="3809" h="494029">
                  <a:moveTo>
                    <a:pt x="3809" y="452120"/>
                  </a:moveTo>
                  <a:lnTo>
                    <a:pt x="0" y="452120"/>
                  </a:lnTo>
                  <a:lnTo>
                    <a:pt x="0" y="457200"/>
                  </a:lnTo>
                  <a:lnTo>
                    <a:pt x="3809" y="457200"/>
                  </a:lnTo>
                  <a:lnTo>
                    <a:pt x="3809" y="452120"/>
                  </a:lnTo>
                  <a:close/>
                </a:path>
                <a:path w="3809" h="494029">
                  <a:moveTo>
                    <a:pt x="3809" y="445770"/>
                  </a:moveTo>
                  <a:lnTo>
                    <a:pt x="0" y="445770"/>
                  </a:lnTo>
                  <a:lnTo>
                    <a:pt x="0" y="450850"/>
                  </a:lnTo>
                  <a:lnTo>
                    <a:pt x="3809" y="450850"/>
                  </a:lnTo>
                  <a:lnTo>
                    <a:pt x="3809" y="445770"/>
                  </a:lnTo>
                  <a:close/>
                </a:path>
                <a:path w="3809" h="494029">
                  <a:moveTo>
                    <a:pt x="3809" y="439420"/>
                  </a:moveTo>
                  <a:lnTo>
                    <a:pt x="0" y="439420"/>
                  </a:lnTo>
                  <a:lnTo>
                    <a:pt x="0" y="444500"/>
                  </a:lnTo>
                  <a:lnTo>
                    <a:pt x="3809" y="444500"/>
                  </a:lnTo>
                  <a:lnTo>
                    <a:pt x="3809" y="439420"/>
                  </a:lnTo>
                  <a:close/>
                </a:path>
                <a:path w="3809" h="494029">
                  <a:moveTo>
                    <a:pt x="3809" y="433070"/>
                  </a:moveTo>
                  <a:lnTo>
                    <a:pt x="0" y="433070"/>
                  </a:lnTo>
                  <a:lnTo>
                    <a:pt x="0" y="438150"/>
                  </a:lnTo>
                  <a:lnTo>
                    <a:pt x="3809" y="438150"/>
                  </a:lnTo>
                  <a:lnTo>
                    <a:pt x="3809" y="433070"/>
                  </a:lnTo>
                  <a:close/>
                </a:path>
                <a:path w="3809" h="494029">
                  <a:moveTo>
                    <a:pt x="3809" y="426720"/>
                  </a:moveTo>
                  <a:lnTo>
                    <a:pt x="0" y="426720"/>
                  </a:lnTo>
                  <a:lnTo>
                    <a:pt x="0" y="431800"/>
                  </a:lnTo>
                  <a:lnTo>
                    <a:pt x="3809" y="431800"/>
                  </a:lnTo>
                  <a:lnTo>
                    <a:pt x="3809" y="426720"/>
                  </a:lnTo>
                  <a:close/>
                </a:path>
                <a:path w="3809" h="494029">
                  <a:moveTo>
                    <a:pt x="3809" y="420370"/>
                  </a:moveTo>
                  <a:lnTo>
                    <a:pt x="0" y="420370"/>
                  </a:lnTo>
                  <a:lnTo>
                    <a:pt x="0" y="425450"/>
                  </a:lnTo>
                  <a:lnTo>
                    <a:pt x="3809" y="425450"/>
                  </a:lnTo>
                  <a:lnTo>
                    <a:pt x="3809" y="420370"/>
                  </a:lnTo>
                  <a:close/>
                </a:path>
                <a:path w="3809" h="494029">
                  <a:moveTo>
                    <a:pt x="3809" y="414020"/>
                  </a:moveTo>
                  <a:lnTo>
                    <a:pt x="0" y="414020"/>
                  </a:lnTo>
                  <a:lnTo>
                    <a:pt x="0" y="419100"/>
                  </a:lnTo>
                  <a:lnTo>
                    <a:pt x="3809" y="419100"/>
                  </a:lnTo>
                  <a:lnTo>
                    <a:pt x="3809" y="414020"/>
                  </a:lnTo>
                  <a:close/>
                </a:path>
                <a:path w="3809" h="494029">
                  <a:moveTo>
                    <a:pt x="3809" y="407670"/>
                  </a:moveTo>
                  <a:lnTo>
                    <a:pt x="0" y="407670"/>
                  </a:lnTo>
                  <a:lnTo>
                    <a:pt x="0" y="412750"/>
                  </a:lnTo>
                  <a:lnTo>
                    <a:pt x="3809" y="412750"/>
                  </a:lnTo>
                  <a:lnTo>
                    <a:pt x="3809" y="407670"/>
                  </a:lnTo>
                  <a:close/>
                </a:path>
                <a:path w="3809" h="494029">
                  <a:moveTo>
                    <a:pt x="3809" y="401320"/>
                  </a:moveTo>
                  <a:lnTo>
                    <a:pt x="0" y="401320"/>
                  </a:lnTo>
                  <a:lnTo>
                    <a:pt x="0" y="406400"/>
                  </a:lnTo>
                  <a:lnTo>
                    <a:pt x="3809" y="406400"/>
                  </a:lnTo>
                  <a:lnTo>
                    <a:pt x="3809" y="401320"/>
                  </a:lnTo>
                  <a:close/>
                </a:path>
                <a:path w="3809" h="494029">
                  <a:moveTo>
                    <a:pt x="3809" y="394970"/>
                  </a:moveTo>
                  <a:lnTo>
                    <a:pt x="0" y="394970"/>
                  </a:lnTo>
                  <a:lnTo>
                    <a:pt x="0" y="400050"/>
                  </a:lnTo>
                  <a:lnTo>
                    <a:pt x="3809" y="400050"/>
                  </a:lnTo>
                  <a:lnTo>
                    <a:pt x="3809" y="394970"/>
                  </a:lnTo>
                  <a:close/>
                </a:path>
                <a:path w="3809" h="494029">
                  <a:moveTo>
                    <a:pt x="3809" y="132080"/>
                  </a:moveTo>
                  <a:lnTo>
                    <a:pt x="0" y="132080"/>
                  </a:lnTo>
                  <a:lnTo>
                    <a:pt x="0" y="393700"/>
                  </a:lnTo>
                  <a:lnTo>
                    <a:pt x="3809" y="393700"/>
                  </a:lnTo>
                  <a:lnTo>
                    <a:pt x="3809" y="132080"/>
                  </a:lnTo>
                  <a:close/>
                </a:path>
              </a:pathLst>
            </a:custGeom>
            <a:solidFill>
              <a:srgbClr val="C0AD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1323340" y="2918460"/>
              <a:ext cx="3810" cy="491490"/>
            </a:xfrm>
            <a:custGeom>
              <a:avLst/>
              <a:gdLst/>
              <a:ahLst/>
              <a:cxnLst/>
              <a:rect l="l" t="t" r="r" b="b"/>
              <a:pathLst>
                <a:path w="3809" h="491489">
                  <a:moveTo>
                    <a:pt x="3809" y="7620"/>
                  </a:moveTo>
                  <a:lnTo>
                    <a:pt x="0" y="7620"/>
                  </a:lnTo>
                  <a:lnTo>
                    <a:pt x="0" y="128270"/>
                  </a:lnTo>
                  <a:lnTo>
                    <a:pt x="3809" y="128270"/>
                  </a:lnTo>
                  <a:lnTo>
                    <a:pt x="3809" y="7620"/>
                  </a:lnTo>
                  <a:close/>
                </a:path>
                <a:path w="3809" h="491489">
                  <a:moveTo>
                    <a:pt x="3809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5080"/>
                  </a:lnTo>
                  <a:close/>
                </a:path>
                <a:path w="3809" h="491489">
                  <a:moveTo>
                    <a:pt x="126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3809" h="491489">
                  <a:moveTo>
                    <a:pt x="3809" y="487680"/>
                  </a:moveTo>
                  <a:lnTo>
                    <a:pt x="0" y="487680"/>
                  </a:lnTo>
                  <a:lnTo>
                    <a:pt x="0" y="491490"/>
                  </a:lnTo>
                  <a:lnTo>
                    <a:pt x="3809" y="491490"/>
                  </a:lnTo>
                  <a:lnTo>
                    <a:pt x="3809" y="487680"/>
                  </a:lnTo>
                  <a:close/>
                </a:path>
                <a:path w="3809" h="491489">
                  <a:moveTo>
                    <a:pt x="3809" y="481330"/>
                  </a:moveTo>
                  <a:lnTo>
                    <a:pt x="0" y="481330"/>
                  </a:lnTo>
                  <a:lnTo>
                    <a:pt x="0" y="486410"/>
                  </a:lnTo>
                  <a:lnTo>
                    <a:pt x="3809" y="486410"/>
                  </a:lnTo>
                  <a:lnTo>
                    <a:pt x="3809" y="481330"/>
                  </a:lnTo>
                  <a:close/>
                </a:path>
                <a:path w="3809" h="491489">
                  <a:moveTo>
                    <a:pt x="3809" y="474980"/>
                  </a:moveTo>
                  <a:lnTo>
                    <a:pt x="0" y="474980"/>
                  </a:lnTo>
                  <a:lnTo>
                    <a:pt x="0" y="480060"/>
                  </a:lnTo>
                  <a:lnTo>
                    <a:pt x="3809" y="480060"/>
                  </a:lnTo>
                  <a:lnTo>
                    <a:pt x="3809" y="474980"/>
                  </a:lnTo>
                  <a:close/>
                </a:path>
                <a:path w="3809" h="491489">
                  <a:moveTo>
                    <a:pt x="3809" y="468630"/>
                  </a:moveTo>
                  <a:lnTo>
                    <a:pt x="0" y="468630"/>
                  </a:lnTo>
                  <a:lnTo>
                    <a:pt x="0" y="473710"/>
                  </a:lnTo>
                  <a:lnTo>
                    <a:pt x="3809" y="473710"/>
                  </a:lnTo>
                  <a:lnTo>
                    <a:pt x="3809" y="468630"/>
                  </a:lnTo>
                  <a:close/>
                </a:path>
                <a:path w="3809" h="491489">
                  <a:moveTo>
                    <a:pt x="3809" y="462280"/>
                  </a:moveTo>
                  <a:lnTo>
                    <a:pt x="0" y="462280"/>
                  </a:lnTo>
                  <a:lnTo>
                    <a:pt x="0" y="467360"/>
                  </a:lnTo>
                  <a:lnTo>
                    <a:pt x="3809" y="467360"/>
                  </a:lnTo>
                  <a:lnTo>
                    <a:pt x="3809" y="462280"/>
                  </a:lnTo>
                  <a:close/>
                </a:path>
                <a:path w="3809" h="491489">
                  <a:moveTo>
                    <a:pt x="3809" y="455930"/>
                  </a:moveTo>
                  <a:lnTo>
                    <a:pt x="0" y="455930"/>
                  </a:lnTo>
                  <a:lnTo>
                    <a:pt x="0" y="461010"/>
                  </a:lnTo>
                  <a:lnTo>
                    <a:pt x="3809" y="461010"/>
                  </a:lnTo>
                  <a:lnTo>
                    <a:pt x="3809" y="455930"/>
                  </a:lnTo>
                  <a:close/>
                </a:path>
                <a:path w="3809" h="491489">
                  <a:moveTo>
                    <a:pt x="3809" y="449580"/>
                  </a:moveTo>
                  <a:lnTo>
                    <a:pt x="0" y="449580"/>
                  </a:lnTo>
                  <a:lnTo>
                    <a:pt x="0" y="454660"/>
                  </a:lnTo>
                  <a:lnTo>
                    <a:pt x="3809" y="454660"/>
                  </a:lnTo>
                  <a:lnTo>
                    <a:pt x="3809" y="449580"/>
                  </a:lnTo>
                  <a:close/>
                </a:path>
                <a:path w="3809" h="491489">
                  <a:moveTo>
                    <a:pt x="3809" y="443230"/>
                  </a:moveTo>
                  <a:lnTo>
                    <a:pt x="0" y="443230"/>
                  </a:lnTo>
                  <a:lnTo>
                    <a:pt x="0" y="448310"/>
                  </a:lnTo>
                  <a:lnTo>
                    <a:pt x="3809" y="448310"/>
                  </a:lnTo>
                  <a:lnTo>
                    <a:pt x="3809" y="443230"/>
                  </a:lnTo>
                  <a:close/>
                </a:path>
                <a:path w="3809" h="491489">
                  <a:moveTo>
                    <a:pt x="3809" y="436880"/>
                  </a:moveTo>
                  <a:lnTo>
                    <a:pt x="0" y="436880"/>
                  </a:lnTo>
                  <a:lnTo>
                    <a:pt x="0" y="441960"/>
                  </a:lnTo>
                  <a:lnTo>
                    <a:pt x="3809" y="441960"/>
                  </a:lnTo>
                  <a:lnTo>
                    <a:pt x="3809" y="436880"/>
                  </a:lnTo>
                  <a:close/>
                </a:path>
                <a:path w="3809" h="491489">
                  <a:moveTo>
                    <a:pt x="3809" y="430530"/>
                  </a:moveTo>
                  <a:lnTo>
                    <a:pt x="0" y="430530"/>
                  </a:lnTo>
                  <a:lnTo>
                    <a:pt x="0" y="435610"/>
                  </a:lnTo>
                  <a:lnTo>
                    <a:pt x="3809" y="435610"/>
                  </a:lnTo>
                  <a:lnTo>
                    <a:pt x="3809" y="430530"/>
                  </a:lnTo>
                  <a:close/>
                </a:path>
                <a:path w="3809" h="491489">
                  <a:moveTo>
                    <a:pt x="3809" y="424180"/>
                  </a:moveTo>
                  <a:lnTo>
                    <a:pt x="0" y="424180"/>
                  </a:lnTo>
                  <a:lnTo>
                    <a:pt x="0" y="429260"/>
                  </a:lnTo>
                  <a:lnTo>
                    <a:pt x="3809" y="429260"/>
                  </a:lnTo>
                  <a:lnTo>
                    <a:pt x="3809" y="424180"/>
                  </a:lnTo>
                  <a:close/>
                </a:path>
                <a:path w="3809" h="491489">
                  <a:moveTo>
                    <a:pt x="3809" y="417830"/>
                  </a:moveTo>
                  <a:lnTo>
                    <a:pt x="0" y="417830"/>
                  </a:lnTo>
                  <a:lnTo>
                    <a:pt x="0" y="422910"/>
                  </a:lnTo>
                  <a:lnTo>
                    <a:pt x="3809" y="422910"/>
                  </a:lnTo>
                  <a:lnTo>
                    <a:pt x="3809" y="417830"/>
                  </a:lnTo>
                  <a:close/>
                </a:path>
                <a:path w="3809" h="491489">
                  <a:moveTo>
                    <a:pt x="3809" y="411480"/>
                  </a:moveTo>
                  <a:lnTo>
                    <a:pt x="0" y="411480"/>
                  </a:lnTo>
                  <a:lnTo>
                    <a:pt x="0" y="416560"/>
                  </a:lnTo>
                  <a:lnTo>
                    <a:pt x="3809" y="416560"/>
                  </a:lnTo>
                  <a:lnTo>
                    <a:pt x="3809" y="411480"/>
                  </a:lnTo>
                  <a:close/>
                </a:path>
                <a:path w="3809" h="491489">
                  <a:moveTo>
                    <a:pt x="3809" y="405130"/>
                  </a:moveTo>
                  <a:lnTo>
                    <a:pt x="0" y="405130"/>
                  </a:lnTo>
                  <a:lnTo>
                    <a:pt x="0" y="410210"/>
                  </a:lnTo>
                  <a:lnTo>
                    <a:pt x="3809" y="410210"/>
                  </a:lnTo>
                  <a:lnTo>
                    <a:pt x="3809" y="405130"/>
                  </a:lnTo>
                  <a:close/>
                </a:path>
                <a:path w="3809" h="491489">
                  <a:moveTo>
                    <a:pt x="3809" y="398780"/>
                  </a:moveTo>
                  <a:lnTo>
                    <a:pt x="0" y="398780"/>
                  </a:lnTo>
                  <a:lnTo>
                    <a:pt x="0" y="403860"/>
                  </a:lnTo>
                  <a:lnTo>
                    <a:pt x="3809" y="403860"/>
                  </a:lnTo>
                  <a:lnTo>
                    <a:pt x="3809" y="398780"/>
                  </a:lnTo>
                  <a:close/>
                </a:path>
                <a:path w="3809" h="491489">
                  <a:moveTo>
                    <a:pt x="3809" y="392430"/>
                  </a:moveTo>
                  <a:lnTo>
                    <a:pt x="0" y="392430"/>
                  </a:lnTo>
                  <a:lnTo>
                    <a:pt x="0" y="397510"/>
                  </a:lnTo>
                  <a:lnTo>
                    <a:pt x="3809" y="397510"/>
                  </a:lnTo>
                  <a:lnTo>
                    <a:pt x="3809" y="392430"/>
                  </a:lnTo>
                  <a:close/>
                </a:path>
                <a:path w="3809" h="491489">
                  <a:moveTo>
                    <a:pt x="3809" y="129540"/>
                  </a:moveTo>
                  <a:lnTo>
                    <a:pt x="0" y="129540"/>
                  </a:lnTo>
                  <a:lnTo>
                    <a:pt x="0" y="391160"/>
                  </a:lnTo>
                  <a:lnTo>
                    <a:pt x="3809" y="391160"/>
                  </a:lnTo>
                  <a:lnTo>
                    <a:pt x="3809" y="129540"/>
                  </a:lnTo>
                  <a:close/>
                </a:path>
              </a:pathLst>
            </a:custGeom>
            <a:solidFill>
              <a:srgbClr val="BFAC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1327150" y="2922269"/>
              <a:ext cx="3810" cy="490220"/>
            </a:xfrm>
            <a:custGeom>
              <a:avLst/>
              <a:gdLst/>
              <a:ahLst/>
              <a:cxnLst/>
              <a:rect l="l" t="t" r="r" b="b"/>
              <a:pathLst>
                <a:path w="3809" h="490220">
                  <a:moveTo>
                    <a:pt x="3809" y="3810"/>
                  </a:moveTo>
                  <a:lnTo>
                    <a:pt x="0" y="3810"/>
                  </a:lnTo>
                  <a:lnTo>
                    <a:pt x="0" y="124460"/>
                  </a:lnTo>
                  <a:lnTo>
                    <a:pt x="3809" y="124460"/>
                  </a:lnTo>
                  <a:lnTo>
                    <a:pt x="3809" y="3810"/>
                  </a:lnTo>
                  <a:close/>
                </a:path>
                <a:path w="3809" h="490220">
                  <a:moveTo>
                    <a:pt x="3809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09" h="490220">
                  <a:moveTo>
                    <a:pt x="3809" y="483870"/>
                  </a:moveTo>
                  <a:lnTo>
                    <a:pt x="0" y="483870"/>
                  </a:lnTo>
                  <a:lnTo>
                    <a:pt x="0" y="490220"/>
                  </a:lnTo>
                  <a:lnTo>
                    <a:pt x="3809" y="490220"/>
                  </a:lnTo>
                  <a:lnTo>
                    <a:pt x="3809" y="483870"/>
                  </a:lnTo>
                  <a:close/>
                </a:path>
                <a:path w="3809" h="490220">
                  <a:moveTo>
                    <a:pt x="3809" y="477520"/>
                  </a:moveTo>
                  <a:lnTo>
                    <a:pt x="0" y="477520"/>
                  </a:lnTo>
                  <a:lnTo>
                    <a:pt x="0" y="482600"/>
                  </a:lnTo>
                  <a:lnTo>
                    <a:pt x="3809" y="482600"/>
                  </a:lnTo>
                  <a:lnTo>
                    <a:pt x="3809" y="477520"/>
                  </a:lnTo>
                  <a:close/>
                </a:path>
                <a:path w="3809" h="490220">
                  <a:moveTo>
                    <a:pt x="3809" y="471170"/>
                  </a:moveTo>
                  <a:lnTo>
                    <a:pt x="0" y="471170"/>
                  </a:lnTo>
                  <a:lnTo>
                    <a:pt x="0" y="476250"/>
                  </a:lnTo>
                  <a:lnTo>
                    <a:pt x="3809" y="476250"/>
                  </a:lnTo>
                  <a:lnTo>
                    <a:pt x="3809" y="471170"/>
                  </a:lnTo>
                  <a:close/>
                </a:path>
                <a:path w="3809" h="490220">
                  <a:moveTo>
                    <a:pt x="3809" y="464820"/>
                  </a:moveTo>
                  <a:lnTo>
                    <a:pt x="0" y="464820"/>
                  </a:lnTo>
                  <a:lnTo>
                    <a:pt x="0" y="469900"/>
                  </a:lnTo>
                  <a:lnTo>
                    <a:pt x="3809" y="469900"/>
                  </a:lnTo>
                  <a:lnTo>
                    <a:pt x="3809" y="464820"/>
                  </a:lnTo>
                  <a:close/>
                </a:path>
                <a:path w="3809" h="490220">
                  <a:moveTo>
                    <a:pt x="3809" y="458470"/>
                  </a:moveTo>
                  <a:lnTo>
                    <a:pt x="0" y="458470"/>
                  </a:lnTo>
                  <a:lnTo>
                    <a:pt x="0" y="463550"/>
                  </a:lnTo>
                  <a:lnTo>
                    <a:pt x="3809" y="463550"/>
                  </a:lnTo>
                  <a:lnTo>
                    <a:pt x="3809" y="458470"/>
                  </a:lnTo>
                  <a:close/>
                </a:path>
                <a:path w="3809" h="490220">
                  <a:moveTo>
                    <a:pt x="3809" y="452120"/>
                  </a:moveTo>
                  <a:lnTo>
                    <a:pt x="0" y="452120"/>
                  </a:lnTo>
                  <a:lnTo>
                    <a:pt x="0" y="457200"/>
                  </a:lnTo>
                  <a:lnTo>
                    <a:pt x="3809" y="457200"/>
                  </a:lnTo>
                  <a:lnTo>
                    <a:pt x="3809" y="452120"/>
                  </a:lnTo>
                  <a:close/>
                </a:path>
                <a:path w="3809" h="490220">
                  <a:moveTo>
                    <a:pt x="3809" y="445770"/>
                  </a:moveTo>
                  <a:lnTo>
                    <a:pt x="0" y="445770"/>
                  </a:lnTo>
                  <a:lnTo>
                    <a:pt x="0" y="450850"/>
                  </a:lnTo>
                  <a:lnTo>
                    <a:pt x="3809" y="450850"/>
                  </a:lnTo>
                  <a:lnTo>
                    <a:pt x="3809" y="445770"/>
                  </a:lnTo>
                  <a:close/>
                </a:path>
                <a:path w="3809" h="490220">
                  <a:moveTo>
                    <a:pt x="3809" y="439420"/>
                  </a:moveTo>
                  <a:lnTo>
                    <a:pt x="0" y="439420"/>
                  </a:lnTo>
                  <a:lnTo>
                    <a:pt x="0" y="444500"/>
                  </a:lnTo>
                  <a:lnTo>
                    <a:pt x="3809" y="444500"/>
                  </a:lnTo>
                  <a:lnTo>
                    <a:pt x="3809" y="439420"/>
                  </a:lnTo>
                  <a:close/>
                </a:path>
                <a:path w="3809" h="490220">
                  <a:moveTo>
                    <a:pt x="3809" y="433070"/>
                  </a:moveTo>
                  <a:lnTo>
                    <a:pt x="0" y="433070"/>
                  </a:lnTo>
                  <a:lnTo>
                    <a:pt x="0" y="438150"/>
                  </a:lnTo>
                  <a:lnTo>
                    <a:pt x="3809" y="438150"/>
                  </a:lnTo>
                  <a:lnTo>
                    <a:pt x="3809" y="433070"/>
                  </a:lnTo>
                  <a:close/>
                </a:path>
                <a:path w="3809" h="490220">
                  <a:moveTo>
                    <a:pt x="3809" y="426720"/>
                  </a:moveTo>
                  <a:lnTo>
                    <a:pt x="0" y="426720"/>
                  </a:lnTo>
                  <a:lnTo>
                    <a:pt x="0" y="431800"/>
                  </a:lnTo>
                  <a:lnTo>
                    <a:pt x="3809" y="431800"/>
                  </a:lnTo>
                  <a:lnTo>
                    <a:pt x="3809" y="426720"/>
                  </a:lnTo>
                  <a:close/>
                </a:path>
                <a:path w="3809" h="490220">
                  <a:moveTo>
                    <a:pt x="3809" y="420370"/>
                  </a:moveTo>
                  <a:lnTo>
                    <a:pt x="0" y="420370"/>
                  </a:lnTo>
                  <a:lnTo>
                    <a:pt x="0" y="425450"/>
                  </a:lnTo>
                  <a:lnTo>
                    <a:pt x="3809" y="425450"/>
                  </a:lnTo>
                  <a:lnTo>
                    <a:pt x="3809" y="420370"/>
                  </a:lnTo>
                  <a:close/>
                </a:path>
                <a:path w="3809" h="490220">
                  <a:moveTo>
                    <a:pt x="3809" y="414020"/>
                  </a:moveTo>
                  <a:lnTo>
                    <a:pt x="0" y="414020"/>
                  </a:lnTo>
                  <a:lnTo>
                    <a:pt x="0" y="419100"/>
                  </a:lnTo>
                  <a:lnTo>
                    <a:pt x="3809" y="419100"/>
                  </a:lnTo>
                  <a:lnTo>
                    <a:pt x="3809" y="414020"/>
                  </a:lnTo>
                  <a:close/>
                </a:path>
                <a:path w="3809" h="490220">
                  <a:moveTo>
                    <a:pt x="3809" y="407670"/>
                  </a:moveTo>
                  <a:lnTo>
                    <a:pt x="0" y="407670"/>
                  </a:lnTo>
                  <a:lnTo>
                    <a:pt x="0" y="412750"/>
                  </a:lnTo>
                  <a:lnTo>
                    <a:pt x="3809" y="412750"/>
                  </a:lnTo>
                  <a:lnTo>
                    <a:pt x="3809" y="407670"/>
                  </a:lnTo>
                  <a:close/>
                </a:path>
                <a:path w="3809" h="490220">
                  <a:moveTo>
                    <a:pt x="3809" y="401320"/>
                  </a:moveTo>
                  <a:lnTo>
                    <a:pt x="0" y="401320"/>
                  </a:lnTo>
                  <a:lnTo>
                    <a:pt x="0" y="406400"/>
                  </a:lnTo>
                  <a:lnTo>
                    <a:pt x="3809" y="406400"/>
                  </a:lnTo>
                  <a:lnTo>
                    <a:pt x="3809" y="401320"/>
                  </a:lnTo>
                  <a:close/>
                </a:path>
                <a:path w="3809" h="490220">
                  <a:moveTo>
                    <a:pt x="3809" y="394970"/>
                  </a:moveTo>
                  <a:lnTo>
                    <a:pt x="0" y="394970"/>
                  </a:lnTo>
                  <a:lnTo>
                    <a:pt x="0" y="400050"/>
                  </a:lnTo>
                  <a:lnTo>
                    <a:pt x="3809" y="400050"/>
                  </a:lnTo>
                  <a:lnTo>
                    <a:pt x="3809" y="394970"/>
                  </a:lnTo>
                  <a:close/>
                </a:path>
                <a:path w="3809" h="490220">
                  <a:moveTo>
                    <a:pt x="3809" y="388620"/>
                  </a:moveTo>
                  <a:lnTo>
                    <a:pt x="0" y="388620"/>
                  </a:lnTo>
                  <a:lnTo>
                    <a:pt x="0" y="393700"/>
                  </a:lnTo>
                  <a:lnTo>
                    <a:pt x="3809" y="393700"/>
                  </a:lnTo>
                  <a:lnTo>
                    <a:pt x="3809" y="388620"/>
                  </a:lnTo>
                  <a:close/>
                </a:path>
                <a:path w="3809" h="490220">
                  <a:moveTo>
                    <a:pt x="3809" y="125730"/>
                  </a:moveTo>
                  <a:lnTo>
                    <a:pt x="0" y="125730"/>
                  </a:lnTo>
                  <a:lnTo>
                    <a:pt x="0" y="387350"/>
                  </a:lnTo>
                  <a:lnTo>
                    <a:pt x="3809" y="387350"/>
                  </a:lnTo>
                  <a:lnTo>
                    <a:pt x="3809" y="125730"/>
                  </a:lnTo>
                  <a:close/>
                </a:path>
              </a:pathLst>
            </a:custGeom>
            <a:solidFill>
              <a:srgbClr val="BFAB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1330959" y="2924810"/>
              <a:ext cx="3810" cy="487680"/>
            </a:xfrm>
            <a:custGeom>
              <a:avLst/>
              <a:gdLst/>
              <a:ahLst/>
              <a:cxnLst/>
              <a:rect l="l" t="t" r="r" b="b"/>
              <a:pathLst>
                <a:path w="3809" h="487679">
                  <a:moveTo>
                    <a:pt x="3809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121920"/>
                  </a:lnTo>
                  <a:lnTo>
                    <a:pt x="3809" y="121920"/>
                  </a:lnTo>
                  <a:lnTo>
                    <a:pt x="3809" y="0"/>
                  </a:lnTo>
                  <a:close/>
                </a:path>
                <a:path w="3809" h="487679">
                  <a:moveTo>
                    <a:pt x="3809" y="481330"/>
                  </a:moveTo>
                  <a:lnTo>
                    <a:pt x="0" y="481330"/>
                  </a:lnTo>
                  <a:lnTo>
                    <a:pt x="0" y="487680"/>
                  </a:lnTo>
                  <a:lnTo>
                    <a:pt x="2540" y="487680"/>
                  </a:lnTo>
                  <a:lnTo>
                    <a:pt x="2540" y="486410"/>
                  </a:lnTo>
                  <a:lnTo>
                    <a:pt x="3809" y="486410"/>
                  </a:lnTo>
                  <a:lnTo>
                    <a:pt x="3809" y="481330"/>
                  </a:lnTo>
                  <a:close/>
                </a:path>
                <a:path w="3809" h="487679">
                  <a:moveTo>
                    <a:pt x="3809" y="474980"/>
                  </a:moveTo>
                  <a:lnTo>
                    <a:pt x="0" y="474980"/>
                  </a:lnTo>
                  <a:lnTo>
                    <a:pt x="0" y="480060"/>
                  </a:lnTo>
                  <a:lnTo>
                    <a:pt x="3809" y="480060"/>
                  </a:lnTo>
                  <a:lnTo>
                    <a:pt x="3809" y="474980"/>
                  </a:lnTo>
                  <a:close/>
                </a:path>
                <a:path w="3809" h="487679">
                  <a:moveTo>
                    <a:pt x="3809" y="468630"/>
                  </a:moveTo>
                  <a:lnTo>
                    <a:pt x="0" y="468630"/>
                  </a:lnTo>
                  <a:lnTo>
                    <a:pt x="0" y="473710"/>
                  </a:lnTo>
                  <a:lnTo>
                    <a:pt x="3809" y="473710"/>
                  </a:lnTo>
                  <a:lnTo>
                    <a:pt x="3809" y="468630"/>
                  </a:lnTo>
                  <a:close/>
                </a:path>
                <a:path w="3809" h="487679">
                  <a:moveTo>
                    <a:pt x="3809" y="462280"/>
                  </a:moveTo>
                  <a:lnTo>
                    <a:pt x="0" y="462280"/>
                  </a:lnTo>
                  <a:lnTo>
                    <a:pt x="0" y="467360"/>
                  </a:lnTo>
                  <a:lnTo>
                    <a:pt x="3809" y="467360"/>
                  </a:lnTo>
                  <a:lnTo>
                    <a:pt x="3809" y="462280"/>
                  </a:lnTo>
                  <a:close/>
                </a:path>
                <a:path w="3809" h="487679">
                  <a:moveTo>
                    <a:pt x="3809" y="455930"/>
                  </a:moveTo>
                  <a:lnTo>
                    <a:pt x="0" y="455930"/>
                  </a:lnTo>
                  <a:lnTo>
                    <a:pt x="0" y="461010"/>
                  </a:lnTo>
                  <a:lnTo>
                    <a:pt x="3809" y="461010"/>
                  </a:lnTo>
                  <a:lnTo>
                    <a:pt x="3809" y="455930"/>
                  </a:lnTo>
                  <a:close/>
                </a:path>
                <a:path w="3809" h="487679">
                  <a:moveTo>
                    <a:pt x="3809" y="449580"/>
                  </a:moveTo>
                  <a:lnTo>
                    <a:pt x="0" y="449580"/>
                  </a:lnTo>
                  <a:lnTo>
                    <a:pt x="0" y="454660"/>
                  </a:lnTo>
                  <a:lnTo>
                    <a:pt x="3809" y="454660"/>
                  </a:lnTo>
                  <a:lnTo>
                    <a:pt x="3809" y="449580"/>
                  </a:lnTo>
                  <a:close/>
                </a:path>
                <a:path w="3809" h="487679">
                  <a:moveTo>
                    <a:pt x="3809" y="443230"/>
                  </a:moveTo>
                  <a:lnTo>
                    <a:pt x="0" y="443230"/>
                  </a:lnTo>
                  <a:lnTo>
                    <a:pt x="0" y="448310"/>
                  </a:lnTo>
                  <a:lnTo>
                    <a:pt x="3809" y="448310"/>
                  </a:lnTo>
                  <a:lnTo>
                    <a:pt x="3809" y="443230"/>
                  </a:lnTo>
                  <a:close/>
                </a:path>
                <a:path w="3809" h="487679">
                  <a:moveTo>
                    <a:pt x="3809" y="436880"/>
                  </a:moveTo>
                  <a:lnTo>
                    <a:pt x="0" y="436880"/>
                  </a:lnTo>
                  <a:lnTo>
                    <a:pt x="0" y="441960"/>
                  </a:lnTo>
                  <a:lnTo>
                    <a:pt x="3809" y="441960"/>
                  </a:lnTo>
                  <a:lnTo>
                    <a:pt x="3809" y="436880"/>
                  </a:lnTo>
                  <a:close/>
                </a:path>
                <a:path w="3809" h="487679">
                  <a:moveTo>
                    <a:pt x="3809" y="430530"/>
                  </a:moveTo>
                  <a:lnTo>
                    <a:pt x="0" y="430530"/>
                  </a:lnTo>
                  <a:lnTo>
                    <a:pt x="0" y="435610"/>
                  </a:lnTo>
                  <a:lnTo>
                    <a:pt x="3809" y="435610"/>
                  </a:lnTo>
                  <a:lnTo>
                    <a:pt x="3809" y="430530"/>
                  </a:lnTo>
                  <a:close/>
                </a:path>
                <a:path w="3809" h="487679">
                  <a:moveTo>
                    <a:pt x="3809" y="424180"/>
                  </a:moveTo>
                  <a:lnTo>
                    <a:pt x="0" y="424180"/>
                  </a:lnTo>
                  <a:lnTo>
                    <a:pt x="0" y="429260"/>
                  </a:lnTo>
                  <a:lnTo>
                    <a:pt x="3809" y="429260"/>
                  </a:lnTo>
                  <a:lnTo>
                    <a:pt x="3809" y="424180"/>
                  </a:lnTo>
                  <a:close/>
                </a:path>
                <a:path w="3809" h="487679">
                  <a:moveTo>
                    <a:pt x="3809" y="417830"/>
                  </a:moveTo>
                  <a:lnTo>
                    <a:pt x="0" y="417830"/>
                  </a:lnTo>
                  <a:lnTo>
                    <a:pt x="0" y="422910"/>
                  </a:lnTo>
                  <a:lnTo>
                    <a:pt x="3809" y="422910"/>
                  </a:lnTo>
                  <a:lnTo>
                    <a:pt x="3809" y="417830"/>
                  </a:lnTo>
                  <a:close/>
                </a:path>
                <a:path w="3809" h="487679">
                  <a:moveTo>
                    <a:pt x="3809" y="411480"/>
                  </a:moveTo>
                  <a:lnTo>
                    <a:pt x="0" y="411480"/>
                  </a:lnTo>
                  <a:lnTo>
                    <a:pt x="0" y="416560"/>
                  </a:lnTo>
                  <a:lnTo>
                    <a:pt x="3809" y="416560"/>
                  </a:lnTo>
                  <a:lnTo>
                    <a:pt x="3809" y="411480"/>
                  </a:lnTo>
                  <a:close/>
                </a:path>
                <a:path w="3809" h="487679">
                  <a:moveTo>
                    <a:pt x="3809" y="405130"/>
                  </a:moveTo>
                  <a:lnTo>
                    <a:pt x="0" y="405130"/>
                  </a:lnTo>
                  <a:lnTo>
                    <a:pt x="0" y="410210"/>
                  </a:lnTo>
                  <a:lnTo>
                    <a:pt x="3809" y="410210"/>
                  </a:lnTo>
                  <a:lnTo>
                    <a:pt x="3809" y="405130"/>
                  </a:lnTo>
                  <a:close/>
                </a:path>
                <a:path w="3809" h="487679">
                  <a:moveTo>
                    <a:pt x="3809" y="398780"/>
                  </a:moveTo>
                  <a:lnTo>
                    <a:pt x="0" y="398780"/>
                  </a:lnTo>
                  <a:lnTo>
                    <a:pt x="0" y="403860"/>
                  </a:lnTo>
                  <a:lnTo>
                    <a:pt x="3809" y="403860"/>
                  </a:lnTo>
                  <a:lnTo>
                    <a:pt x="3809" y="398780"/>
                  </a:lnTo>
                  <a:close/>
                </a:path>
                <a:path w="3809" h="487679">
                  <a:moveTo>
                    <a:pt x="3809" y="392430"/>
                  </a:moveTo>
                  <a:lnTo>
                    <a:pt x="0" y="392430"/>
                  </a:lnTo>
                  <a:lnTo>
                    <a:pt x="0" y="397510"/>
                  </a:lnTo>
                  <a:lnTo>
                    <a:pt x="3809" y="397510"/>
                  </a:lnTo>
                  <a:lnTo>
                    <a:pt x="3809" y="392430"/>
                  </a:lnTo>
                  <a:close/>
                </a:path>
                <a:path w="3809" h="487679">
                  <a:moveTo>
                    <a:pt x="3809" y="386080"/>
                  </a:moveTo>
                  <a:lnTo>
                    <a:pt x="0" y="386080"/>
                  </a:lnTo>
                  <a:lnTo>
                    <a:pt x="0" y="391160"/>
                  </a:lnTo>
                  <a:lnTo>
                    <a:pt x="3809" y="391160"/>
                  </a:lnTo>
                  <a:lnTo>
                    <a:pt x="3809" y="386080"/>
                  </a:lnTo>
                  <a:close/>
                </a:path>
                <a:path w="3809" h="487679">
                  <a:moveTo>
                    <a:pt x="3809" y="123190"/>
                  </a:moveTo>
                  <a:lnTo>
                    <a:pt x="0" y="123190"/>
                  </a:lnTo>
                  <a:lnTo>
                    <a:pt x="0" y="384810"/>
                  </a:lnTo>
                  <a:lnTo>
                    <a:pt x="3809" y="384810"/>
                  </a:lnTo>
                  <a:lnTo>
                    <a:pt x="3809" y="123190"/>
                  </a:lnTo>
                  <a:close/>
                </a:path>
              </a:pathLst>
            </a:custGeom>
            <a:solidFill>
              <a:srgbClr val="BEAA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1334770" y="292480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1270" y="0"/>
                  </a:moveTo>
                  <a:lnTo>
                    <a:pt x="0" y="0"/>
                  </a:lnTo>
                  <a:lnTo>
                    <a:pt x="0" y="121920"/>
                  </a:lnTo>
                  <a:lnTo>
                    <a:pt x="1270" y="121920"/>
                  </a:lnTo>
                  <a:lnTo>
                    <a:pt x="1270" y="0"/>
                  </a:lnTo>
                  <a:close/>
                </a:path>
                <a:path w="2540" h="486410">
                  <a:moveTo>
                    <a:pt x="2540" y="481330"/>
                  </a:moveTo>
                  <a:lnTo>
                    <a:pt x="0" y="481330"/>
                  </a:lnTo>
                  <a:lnTo>
                    <a:pt x="0" y="486410"/>
                  </a:lnTo>
                  <a:lnTo>
                    <a:pt x="2540" y="486410"/>
                  </a:lnTo>
                  <a:lnTo>
                    <a:pt x="2540" y="481330"/>
                  </a:lnTo>
                  <a:close/>
                </a:path>
                <a:path w="2540" h="486410">
                  <a:moveTo>
                    <a:pt x="2540" y="474980"/>
                  </a:moveTo>
                  <a:lnTo>
                    <a:pt x="0" y="474980"/>
                  </a:lnTo>
                  <a:lnTo>
                    <a:pt x="0" y="480060"/>
                  </a:lnTo>
                  <a:lnTo>
                    <a:pt x="2540" y="480060"/>
                  </a:lnTo>
                  <a:lnTo>
                    <a:pt x="2540" y="474980"/>
                  </a:lnTo>
                  <a:close/>
                </a:path>
                <a:path w="2540" h="486410">
                  <a:moveTo>
                    <a:pt x="2540" y="468630"/>
                  </a:moveTo>
                  <a:lnTo>
                    <a:pt x="0" y="468630"/>
                  </a:lnTo>
                  <a:lnTo>
                    <a:pt x="0" y="473710"/>
                  </a:lnTo>
                  <a:lnTo>
                    <a:pt x="2540" y="473710"/>
                  </a:lnTo>
                  <a:lnTo>
                    <a:pt x="2540" y="468630"/>
                  </a:lnTo>
                  <a:close/>
                </a:path>
                <a:path w="2540" h="486410">
                  <a:moveTo>
                    <a:pt x="2540" y="462280"/>
                  </a:moveTo>
                  <a:lnTo>
                    <a:pt x="0" y="462280"/>
                  </a:lnTo>
                  <a:lnTo>
                    <a:pt x="0" y="467360"/>
                  </a:lnTo>
                  <a:lnTo>
                    <a:pt x="2540" y="467360"/>
                  </a:lnTo>
                  <a:lnTo>
                    <a:pt x="2540" y="462280"/>
                  </a:lnTo>
                  <a:close/>
                </a:path>
                <a:path w="2540" h="486410">
                  <a:moveTo>
                    <a:pt x="2540" y="455930"/>
                  </a:moveTo>
                  <a:lnTo>
                    <a:pt x="0" y="455930"/>
                  </a:lnTo>
                  <a:lnTo>
                    <a:pt x="0" y="461010"/>
                  </a:lnTo>
                  <a:lnTo>
                    <a:pt x="2540" y="461010"/>
                  </a:lnTo>
                  <a:lnTo>
                    <a:pt x="2540" y="455930"/>
                  </a:lnTo>
                  <a:close/>
                </a:path>
                <a:path w="2540" h="486410">
                  <a:moveTo>
                    <a:pt x="2540" y="449580"/>
                  </a:moveTo>
                  <a:lnTo>
                    <a:pt x="0" y="449580"/>
                  </a:lnTo>
                  <a:lnTo>
                    <a:pt x="0" y="454660"/>
                  </a:lnTo>
                  <a:lnTo>
                    <a:pt x="2540" y="454660"/>
                  </a:lnTo>
                  <a:lnTo>
                    <a:pt x="2540" y="449580"/>
                  </a:lnTo>
                  <a:close/>
                </a:path>
                <a:path w="2540" h="486410">
                  <a:moveTo>
                    <a:pt x="2540" y="443230"/>
                  </a:moveTo>
                  <a:lnTo>
                    <a:pt x="0" y="443230"/>
                  </a:lnTo>
                  <a:lnTo>
                    <a:pt x="0" y="448310"/>
                  </a:lnTo>
                  <a:lnTo>
                    <a:pt x="2540" y="448310"/>
                  </a:lnTo>
                  <a:lnTo>
                    <a:pt x="2540" y="443230"/>
                  </a:lnTo>
                  <a:close/>
                </a:path>
                <a:path w="2540" h="486410">
                  <a:moveTo>
                    <a:pt x="2540" y="436880"/>
                  </a:moveTo>
                  <a:lnTo>
                    <a:pt x="0" y="436880"/>
                  </a:lnTo>
                  <a:lnTo>
                    <a:pt x="0" y="441960"/>
                  </a:lnTo>
                  <a:lnTo>
                    <a:pt x="2540" y="441960"/>
                  </a:lnTo>
                  <a:lnTo>
                    <a:pt x="2540" y="436880"/>
                  </a:lnTo>
                  <a:close/>
                </a:path>
                <a:path w="2540" h="486410">
                  <a:moveTo>
                    <a:pt x="2540" y="430530"/>
                  </a:moveTo>
                  <a:lnTo>
                    <a:pt x="0" y="430530"/>
                  </a:lnTo>
                  <a:lnTo>
                    <a:pt x="0" y="435610"/>
                  </a:lnTo>
                  <a:lnTo>
                    <a:pt x="2540" y="435610"/>
                  </a:lnTo>
                  <a:lnTo>
                    <a:pt x="2540" y="430530"/>
                  </a:lnTo>
                  <a:close/>
                </a:path>
                <a:path w="2540" h="486410">
                  <a:moveTo>
                    <a:pt x="2540" y="424180"/>
                  </a:moveTo>
                  <a:lnTo>
                    <a:pt x="0" y="424180"/>
                  </a:lnTo>
                  <a:lnTo>
                    <a:pt x="0" y="429260"/>
                  </a:lnTo>
                  <a:lnTo>
                    <a:pt x="2540" y="429260"/>
                  </a:lnTo>
                  <a:lnTo>
                    <a:pt x="2540" y="424180"/>
                  </a:lnTo>
                  <a:close/>
                </a:path>
                <a:path w="2540" h="486410">
                  <a:moveTo>
                    <a:pt x="2540" y="417830"/>
                  </a:moveTo>
                  <a:lnTo>
                    <a:pt x="0" y="417830"/>
                  </a:lnTo>
                  <a:lnTo>
                    <a:pt x="0" y="422910"/>
                  </a:lnTo>
                  <a:lnTo>
                    <a:pt x="2540" y="422910"/>
                  </a:lnTo>
                  <a:lnTo>
                    <a:pt x="2540" y="417830"/>
                  </a:lnTo>
                  <a:close/>
                </a:path>
                <a:path w="2540" h="486410">
                  <a:moveTo>
                    <a:pt x="2540" y="411480"/>
                  </a:moveTo>
                  <a:lnTo>
                    <a:pt x="0" y="411480"/>
                  </a:lnTo>
                  <a:lnTo>
                    <a:pt x="0" y="416560"/>
                  </a:lnTo>
                  <a:lnTo>
                    <a:pt x="2540" y="416560"/>
                  </a:lnTo>
                  <a:lnTo>
                    <a:pt x="2540" y="411480"/>
                  </a:lnTo>
                  <a:close/>
                </a:path>
                <a:path w="2540" h="486410">
                  <a:moveTo>
                    <a:pt x="2540" y="405130"/>
                  </a:moveTo>
                  <a:lnTo>
                    <a:pt x="0" y="405130"/>
                  </a:lnTo>
                  <a:lnTo>
                    <a:pt x="0" y="410210"/>
                  </a:lnTo>
                  <a:lnTo>
                    <a:pt x="2540" y="410210"/>
                  </a:lnTo>
                  <a:lnTo>
                    <a:pt x="2540" y="405130"/>
                  </a:lnTo>
                  <a:close/>
                </a:path>
                <a:path w="2540" h="486410">
                  <a:moveTo>
                    <a:pt x="2540" y="398780"/>
                  </a:moveTo>
                  <a:lnTo>
                    <a:pt x="0" y="398780"/>
                  </a:lnTo>
                  <a:lnTo>
                    <a:pt x="0" y="403860"/>
                  </a:lnTo>
                  <a:lnTo>
                    <a:pt x="2540" y="403860"/>
                  </a:lnTo>
                  <a:lnTo>
                    <a:pt x="2540" y="398780"/>
                  </a:lnTo>
                  <a:close/>
                </a:path>
                <a:path w="2540" h="486410">
                  <a:moveTo>
                    <a:pt x="2540" y="392430"/>
                  </a:moveTo>
                  <a:lnTo>
                    <a:pt x="0" y="392430"/>
                  </a:lnTo>
                  <a:lnTo>
                    <a:pt x="0" y="397510"/>
                  </a:lnTo>
                  <a:lnTo>
                    <a:pt x="2540" y="397510"/>
                  </a:lnTo>
                  <a:lnTo>
                    <a:pt x="2540" y="392430"/>
                  </a:lnTo>
                  <a:close/>
                </a:path>
                <a:path w="2540" h="486410">
                  <a:moveTo>
                    <a:pt x="2540" y="386080"/>
                  </a:moveTo>
                  <a:lnTo>
                    <a:pt x="0" y="386080"/>
                  </a:lnTo>
                  <a:lnTo>
                    <a:pt x="0" y="391160"/>
                  </a:lnTo>
                  <a:lnTo>
                    <a:pt x="2540" y="391160"/>
                  </a:lnTo>
                  <a:lnTo>
                    <a:pt x="2540" y="386080"/>
                  </a:lnTo>
                  <a:close/>
                </a:path>
                <a:path w="2540" h="486410">
                  <a:moveTo>
                    <a:pt x="2540" y="123190"/>
                  </a:moveTo>
                  <a:lnTo>
                    <a:pt x="0" y="123190"/>
                  </a:lnTo>
                  <a:lnTo>
                    <a:pt x="0" y="384810"/>
                  </a:lnTo>
                  <a:lnTo>
                    <a:pt x="2540" y="384810"/>
                  </a:lnTo>
                  <a:lnTo>
                    <a:pt x="2540" y="123190"/>
                  </a:lnTo>
                  <a:close/>
                </a:path>
              </a:pathLst>
            </a:custGeom>
            <a:solidFill>
              <a:srgbClr val="BDA97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1117600" y="2796540"/>
              <a:ext cx="219710" cy="615950"/>
            </a:xfrm>
            <a:custGeom>
              <a:avLst/>
              <a:gdLst/>
              <a:ahLst/>
              <a:cxnLst/>
              <a:rect l="l" t="t" r="r" b="b"/>
              <a:pathLst>
                <a:path w="219709" h="615950">
                  <a:moveTo>
                    <a:pt x="217169" y="128270"/>
                  </a:moveTo>
                  <a:lnTo>
                    <a:pt x="217209" y="273050"/>
                  </a:lnTo>
                  <a:lnTo>
                    <a:pt x="217487" y="372110"/>
                  </a:lnTo>
                  <a:lnTo>
                    <a:pt x="218241" y="471170"/>
                  </a:lnTo>
                  <a:lnTo>
                    <a:pt x="219709" y="615950"/>
                  </a:lnTo>
                  <a:lnTo>
                    <a:pt x="151262" y="600334"/>
                  </a:lnTo>
                  <a:lnTo>
                    <a:pt x="99761" y="579414"/>
                  </a:lnTo>
                  <a:lnTo>
                    <a:pt x="60512" y="555508"/>
                  </a:lnTo>
                  <a:lnTo>
                    <a:pt x="28823" y="530931"/>
                  </a:lnTo>
                  <a:lnTo>
                    <a:pt x="0" y="508000"/>
                  </a:lnTo>
                  <a:lnTo>
                    <a:pt x="0" y="321468"/>
                  </a:lnTo>
                  <a:lnTo>
                    <a:pt x="0" y="158750"/>
                  </a:lnTo>
                  <a:lnTo>
                    <a:pt x="0" y="43656"/>
                  </a:lnTo>
                  <a:lnTo>
                    <a:pt x="0" y="0"/>
                  </a:lnTo>
                  <a:lnTo>
                    <a:pt x="3393" y="2004"/>
                  </a:lnTo>
                  <a:lnTo>
                    <a:pt x="27146" y="16033"/>
                  </a:lnTo>
                  <a:lnTo>
                    <a:pt x="91618" y="54113"/>
                  </a:lnTo>
                  <a:lnTo>
                    <a:pt x="217169" y="128270"/>
                  </a:lnTo>
                  <a:close/>
                </a:path>
              </a:pathLst>
            </a:custGeom>
            <a:ln w="646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3" name="object 8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34769" y="2792730"/>
              <a:ext cx="228600" cy="228600"/>
            </a:xfrm>
            <a:prstGeom prst="rect">
              <a:avLst/>
            </a:prstGeom>
          </p:spPr>
        </p:pic>
        <p:sp>
          <p:nvSpPr>
            <p:cNvPr id="84" name="object 84"/>
            <p:cNvSpPr/>
            <p:nvPr/>
          </p:nvSpPr>
          <p:spPr>
            <a:xfrm>
              <a:off x="1334769" y="2776219"/>
              <a:ext cx="257810" cy="257810"/>
            </a:xfrm>
            <a:custGeom>
              <a:avLst/>
              <a:gdLst/>
              <a:ahLst/>
              <a:cxnLst/>
              <a:rect l="l" t="t" r="r" b="b"/>
              <a:pathLst>
                <a:path w="257809" h="257810">
                  <a:moveTo>
                    <a:pt x="116839" y="140970"/>
                  </a:moveTo>
                  <a:lnTo>
                    <a:pt x="104140" y="140970"/>
                  </a:lnTo>
                  <a:lnTo>
                    <a:pt x="102870" y="142239"/>
                  </a:lnTo>
                  <a:lnTo>
                    <a:pt x="115570" y="142239"/>
                  </a:lnTo>
                  <a:lnTo>
                    <a:pt x="116839" y="140970"/>
                  </a:lnTo>
                  <a:close/>
                </a:path>
                <a:path w="257809" h="257810">
                  <a:moveTo>
                    <a:pt x="120650" y="137160"/>
                  </a:moveTo>
                  <a:lnTo>
                    <a:pt x="107950" y="137160"/>
                  </a:lnTo>
                  <a:lnTo>
                    <a:pt x="105410" y="139700"/>
                  </a:lnTo>
                  <a:lnTo>
                    <a:pt x="118110" y="139700"/>
                  </a:lnTo>
                  <a:lnTo>
                    <a:pt x="120650" y="137160"/>
                  </a:lnTo>
                  <a:close/>
                </a:path>
                <a:path w="257809" h="257810">
                  <a:moveTo>
                    <a:pt x="123189" y="134620"/>
                  </a:moveTo>
                  <a:lnTo>
                    <a:pt x="110489" y="134620"/>
                  </a:lnTo>
                  <a:lnTo>
                    <a:pt x="109220" y="135889"/>
                  </a:lnTo>
                  <a:lnTo>
                    <a:pt x="121920" y="135889"/>
                  </a:lnTo>
                  <a:lnTo>
                    <a:pt x="123189" y="134620"/>
                  </a:lnTo>
                  <a:close/>
                </a:path>
                <a:path w="257809" h="257810">
                  <a:moveTo>
                    <a:pt x="127000" y="130810"/>
                  </a:moveTo>
                  <a:lnTo>
                    <a:pt x="114300" y="130810"/>
                  </a:lnTo>
                  <a:lnTo>
                    <a:pt x="111760" y="133350"/>
                  </a:lnTo>
                  <a:lnTo>
                    <a:pt x="124460" y="133350"/>
                  </a:lnTo>
                  <a:lnTo>
                    <a:pt x="127000" y="130810"/>
                  </a:lnTo>
                  <a:close/>
                </a:path>
                <a:path w="257809" h="257810">
                  <a:moveTo>
                    <a:pt x="129539" y="128270"/>
                  </a:moveTo>
                  <a:lnTo>
                    <a:pt x="116839" y="128270"/>
                  </a:lnTo>
                  <a:lnTo>
                    <a:pt x="115570" y="129539"/>
                  </a:lnTo>
                  <a:lnTo>
                    <a:pt x="128270" y="129539"/>
                  </a:lnTo>
                  <a:lnTo>
                    <a:pt x="129539" y="128270"/>
                  </a:lnTo>
                  <a:close/>
                </a:path>
                <a:path w="257809" h="257810">
                  <a:moveTo>
                    <a:pt x="133350" y="124460"/>
                  </a:moveTo>
                  <a:lnTo>
                    <a:pt x="120650" y="124460"/>
                  </a:lnTo>
                  <a:lnTo>
                    <a:pt x="118110" y="127000"/>
                  </a:lnTo>
                  <a:lnTo>
                    <a:pt x="130810" y="127000"/>
                  </a:lnTo>
                  <a:lnTo>
                    <a:pt x="133350" y="124460"/>
                  </a:lnTo>
                  <a:close/>
                </a:path>
                <a:path w="257809" h="257810">
                  <a:moveTo>
                    <a:pt x="135889" y="121920"/>
                  </a:moveTo>
                  <a:lnTo>
                    <a:pt x="123189" y="121920"/>
                  </a:lnTo>
                  <a:lnTo>
                    <a:pt x="121920" y="123189"/>
                  </a:lnTo>
                  <a:lnTo>
                    <a:pt x="134620" y="123189"/>
                  </a:lnTo>
                  <a:lnTo>
                    <a:pt x="135889" y="121920"/>
                  </a:lnTo>
                  <a:close/>
                </a:path>
                <a:path w="257809" h="257810">
                  <a:moveTo>
                    <a:pt x="139700" y="118110"/>
                  </a:moveTo>
                  <a:lnTo>
                    <a:pt x="127000" y="118110"/>
                  </a:lnTo>
                  <a:lnTo>
                    <a:pt x="124460" y="120650"/>
                  </a:lnTo>
                  <a:lnTo>
                    <a:pt x="137160" y="120650"/>
                  </a:lnTo>
                  <a:lnTo>
                    <a:pt x="139700" y="118110"/>
                  </a:lnTo>
                  <a:close/>
                </a:path>
                <a:path w="257809" h="257810">
                  <a:moveTo>
                    <a:pt x="142239" y="115570"/>
                  </a:moveTo>
                  <a:lnTo>
                    <a:pt x="129539" y="115570"/>
                  </a:lnTo>
                  <a:lnTo>
                    <a:pt x="128270" y="116839"/>
                  </a:lnTo>
                  <a:lnTo>
                    <a:pt x="140970" y="116839"/>
                  </a:lnTo>
                  <a:lnTo>
                    <a:pt x="142239" y="115570"/>
                  </a:lnTo>
                  <a:close/>
                </a:path>
                <a:path w="257809" h="257810">
                  <a:moveTo>
                    <a:pt x="146050" y="111760"/>
                  </a:moveTo>
                  <a:lnTo>
                    <a:pt x="133350" y="111760"/>
                  </a:lnTo>
                  <a:lnTo>
                    <a:pt x="130810" y="114300"/>
                  </a:lnTo>
                  <a:lnTo>
                    <a:pt x="143510" y="114300"/>
                  </a:lnTo>
                  <a:lnTo>
                    <a:pt x="146050" y="111760"/>
                  </a:lnTo>
                  <a:close/>
                </a:path>
                <a:path w="257809" h="257810">
                  <a:moveTo>
                    <a:pt x="148589" y="109220"/>
                  </a:moveTo>
                  <a:lnTo>
                    <a:pt x="135889" y="109220"/>
                  </a:lnTo>
                  <a:lnTo>
                    <a:pt x="134620" y="110489"/>
                  </a:lnTo>
                  <a:lnTo>
                    <a:pt x="147320" y="110489"/>
                  </a:lnTo>
                  <a:lnTo>
                    <a:pt x="148589" y="109220"/>
                  </a:lnTo>
                  <a:close/>
                </a:path>
                <a:path w="257809" h="257810">
                  <a:moveTo>
                    <a:pt x="152400" y="105410"/>
                  </a:moveTo>
                  <a:lnTo>
                    <a:pt x="139700" y="105410"/>
                  </a:lnTo>
                  <a:lnTo>
                    <a:pt x="137160" y="107950"/>
                  </a:lnTo>
                  <a:lnTo>
                    <a:pt x="149860" y="107950"/>
                  </a:lnTo>
                  <a:lnTo>
                    <a:pt x="152400" y="105410"/>
                  </a:lnTo>
                  <a:close/>
                </a:path>
                <a:path w="257809" h="257810">
                  <a:moveTo>
                    <a:pt x="154939" y="102870"/>
                  </a:moveTo>
                  <a:lnTo>
                    <a:pt x="142239" y="102870"/>
                  </a:lnTo>
                  <a:lnTo>
                    <a:pt x="140970" y="104139"/>
                  </a:lnTo>
                  <a:lnTo>
                    <a:pt x="153670" y="104139"/>
                  </a:lnTo>
                  <a:lnTo>
                    <a:pt x="154939" y="102870"/>
                  </a:lnTo>
                  <a:close/>
                </a:path>
                <a:path w="257809" h="257810">
                  <a:moveTo>
                    <a:pt x="158750" y="99060"/>
                  </a:moveTo>
                  <a:lnTo>
                    <a:pt x="146050" y="99060"/>
                  </a:lnTo>
                  <a:lnTo>
                    <a:pt x="143510" y="101600"/>
                  </a:lnTo>
                  <a:lnTo>
                    <a:pt x="156210" y="101600"/>
                  </a:lnTo>
                  <a:lnTo>
                    <a:pt x="158750" y="99060"/>
                  </a:lnTo>
                  <a:close/>
                </a:path>
                <a:path w="257809" h="257810">
                  <a:moveTo>
                    <a:pt x="161289" y="96520"/>
                  </a:moveTo>
                  <a:lnTo>
                    <a:pt x="148589" y="96520"/>
                  </a:lnTo>
                  <a:lnTo>
                    <a:pt x="147320" y="97789"/>
                  </a:lnTo>
                  <a:lnTo>
                    <a:pt x="160020" y="97789"/>
                  </a:lnTo>
                  <a:lnTo>
                    <a:pt x="161289" y="96520"/>
                  </a:lnTo>
                  <a:close/>
                </a:path>
                <a:path w="257809" h="257810">
                  <a:moveTo>
                    <a:pt x="165100" y="92710"/>
                  </a:moveTo>
                  <a:lnTo>
                    <a:pt x="152400" y="92710"/>
                  </a:lnTo>
                  <a:lnTo>
                    <a:pt x="149860" y="95250"/>
                  </a:lnTo>
                  <a:lnTo>
                    <a:pt x="162560" y="95250"/>
                  </a:lnTo>
                  <a:lnTo>
                    <a:pt x="165100" y="92710"/>
                  </a:lnTo>
                  <a:close/>
                </a:path>
                <a:path w="257809" h="257810">
                  <a:moveTo>
                    <a:pt x="167639" y="90170"/>
                  </a:moveTo>
                  <a:lnTo>
                    <a:pt x="154939" y="90170"/>
                  </a:lnTo>
                  <a:lnTo>
                    <a:pt x="153670" y="91439"/>
                  </a:lnTo>
                  <a:lnTo>
                    <a:pt x="166370" y="91439"/>
                  </a:lnTo>
                  <a:lnTo>
                    <a:pt x="167639" y="90170"/>
                  </a:lnTo>
                  <a:close/>
                </a:path>
                <a:path w="257809" h="257810">
                  <a:moveTo>
                    <a:pt x="171450" y="86360"/>
                  </a:moveTo>
                  <a:lnTo>
                    <a:pt x="158750" y="86360"/>
                  </a:lnTo>
                  <a:lnTo>
                    <a:pt x="156210" y="88900"/>
                  </a:lnTo>
                  <a:lnTo>
                    <a:pt x="168910" y="88900"/>
                  </a:lnTo>
                  <a:lnTo>
                    <a:pt x="171450" y="86360"/>
                  </a:lnTo>
                  <a:close/>
                </a:path>
                <a:path w="257809" h="257810">
                  <a:moveTo>
                    <a:pt x="173989" y="83820"/>
                  </a:moveTo>
                  <a:lnTo>
                    <a:pt x="161289" y="83820"/>
                  </a:lnTo>
                  <a:lnTo>
                    <a:pt x="160020" y="85089"/>
                  </a:lnTo>
                  <a:lnTo>
                    <a:pt x="172720" y="85089"/>
                  </a:lnTo>
                  <a:lnTo>
                    <a:pt x="173989" y="83820"/>
                  </a:lnTo>
                  <a:close/>
                </a:path>
                <a:path w="257809" h="257810">
                  <a:moveTo>
                    <a:pt x="177800" y="80010"/>
                  </a:moveTo>
                  <a:lnTo>
                    <a:pt x="165100" y="80010"/>
                  </a:lnTo>
                  <a:lnTo>
                    <a:pt x="162560" y="82550"/>
                  </a:lnTo>
                  <a:lnTo>
                    <a:pt x="175260" y="82550"/>
                  </a:lnTo>
                  <a:lnTo>
                    <a:pt x="177800" y="80010"/>
                  </a:lnTo>
                  <a:close/>
                </a:path>
                <a:path w="257809" h="257810">
                  <a:moveTo>
                    <a:pt x="180339" y="77470"/>
                  </a:moveTo>
                  <a:lnTo>
                    <a:pt x="167639" y="77470"/>
                  </a:lnTo>
                  <a:lnTo>
                    <a:pt x="166370" y="78739"/>
                  </a:lnTo>
                  <a:lnTo>
                    <a:pt x="179070" y="78739"/>
                  </a:lnTo>
                  <a:lnTo>
                    <a:pt x="180339" y="77470"/>
                  </a:lnTo>
                  <a:close/>
                </a:path>
                <a:path w="257809" h="257810">
                  <a:moveTo>
                    <a:pt x="184150" y="73660"/>
                  </a:moveTo>
                  <a:lnTo>
                    <a:pt x="171450" y="73660"/>
                  </a:lnTo>
                  <a:lnTo>
                    <a:pt x="168910" y="76200"/>
                  </a:lnTo>
                  <a:lnTo>
                    <a:pt x="181610" y="76200"/>
                  </a:lnTo>
                  <a:lnTo>
                    <a:pt x="184150" y="73660"/>
                  </a:lnTo>
                  <a:close/>
                </a:path>
                <a:path w="257809" h="257810">
                  <a:moveTo>
                    <a:pt x="186689" y="71120"/>
                  </a:moveTo>
                  <a:lnTo>
                    <a:pt x="173989" y="71120"/>
                  </a:lnTo>
                  <a:lnTo>
                    <a:pt x="172720" y="72389"/>
                  </a:lnTo>
                  <a:lnTo>
                    <a:pt x="185420" y="72389"/>
                  </a:lnTo>
                  <a:lnTo>
                    <a:pt x="186689" y="71120"/>
                  </a:lnTo>
                  <a:close/>
                </a:path>
                <a:path w="257809" h="257810">
                  <a:moveTo>
                    <a:pt x="190500" y="67310"/>
                  </a:moveTo>
                  <a:lnTo>
                    <a:pt x="177800" y="67310"/>
                  </a:lnTo>
                  <a:lnTo>
                    <a:pt x="175260" y="69850"/>
                  </a:lnTo>
                  <a:lnTo>
                    <a:pt x="187960" y="69850"/>
                  </a:lnTo>
                  <a:lnTo>
                    <a:pt x="190500" y="67310"/>
                  </a:lnTo>
                  <a:close/>
                </a:path>
                <a:path w="257809" h="257810">
                  <a:moveTo>
                    <a:pt x="193039" y="64770"/>
                  </a:moveTo>
                  <a:lnTo>
                    <a:pt x="180339" y="64770"/>
                  </a:lnTo>
                  <a:lnTo>
                    <a:pt x="179070" y="66039"/>
                  </a:lnTo>
                  <a:lnTo>
                    <a:pt x="191770" y="66039"/>
                  </a:lnTo>
                  <a:lnTo>
                    <a:pt x="193039" y="64770"/>
                  </a:lnTo>
                  <a:close/>
                </a:path>
                <a:path w="257809" h="257810">
                  <a:moveTo>
                    <a:pt x="196850" y="60960"/>
                  </a:moveTo>
                  <a:lnTo>
                    <a:pt x="184150" y="60960"/>
                  </a:lnTo>
                  <a:lnTo>
                    <a:pt x="181610" y="63500"/>
                  </a:lnTo>
                  <a:lnTo>
                    <a:pt x="194310" y="63500"/>
                  </a:lnTo>
                  <a:lnTo>
                    <a:pt x="196850" y="60960"/>
                  </a:lnTo>
                  <a:close/>
                </a:path>
                <a:path w="257809" h="257810">
                  <a:moveTo>
                    <a:pt x="199389" y="58420"/>
                  </a:moveTo>
                  <a:lnTo>
                    <a:pt x="186689" y="58420"/>
                  </a:lnTo>
                  <a:lnTo>
                    <a:pt x="185420" y="59689"/>
                  </a:lnTo>
                  <a:lnTo>
                    <a:pt x="198120" y="59689"/>
                  </a:lnTo>
                  <a:lnTo>
                    <a:pt x="199389" y="58420"/>
                  </a:lnTo>
                  <a:close/>
                </a:path>
                <a:path w="257809" h="257810">
                  <a:moveTo>
                    <a:pt x="203200" y="54610"/>
                  </a:moveTo>
                  <a:lnTo>
                    <a:pt x="190500" y="54610"/>
                  </a:lnTo>
                  <a:lnTo>
                    <a:pt x="187960" y="57150"/>
                  </a:lnTo>
                  <a:lnTo>
                    <a:pt x="200660" y="57150"/>
                  </a:lnTo>
                  <a:lnTo>
                    <a:pt x="203200" y="54610"/>
                  </a:lnTo>
                  <a:close/>
                </a:path>
                <a:path w="257809" h="257810">
                  <a:moveTo>
                    <a:pt x="205739" y="52070"/>
                  </a:moveTo>
                  <a:lnTo>
                    <a:pt x="193040" y="52070"/>
                  </a:lnTo>
                  <a:lnTo>
                    <a:pt x="191770" y="53339"/>
                  </a:lnTo>
                  <a:lnTo>
                    <a:pt x="204470" y="53339"/>
                  </a:lnTo>
                  <a:lnTo>
                    <a:pt x="205739" y="52070"/>
                  </a:lnTo>
                  <a:close/>
                </a:path>
                <a:path w="257809" h="257810">
                  <a:moveTo>
                    <a:pt x="209550" y="48260"/>
                  </a:moveTo>
                  <a:lnTo>
                    <a:pt x="196850" y="48260"/>
                  </a:lnTo>
                  <a:lnTo>
                    <a:pt x="194310" y="50800"/>
                  </a:lnTo>
                  <a:lnTo>
                    <a:pt x="207010" y="50800"/>
                  </a:lnTo>
                  <a:lnTo>
                    <a:pt x="209550" y="48260"/>
                  </a:lnTo>
                  <a:close/>
                </a:path>
                <a:path w="257809" h="257810">
                  <a:moveTo>
                    <a:pt x="212089" y="45720"/>
                  </a:moveTo>
                  <a:lnTo>
                    <a:pt x="199389" y="45720"/>
                  </a:lnTo>
                  <a:lnTo>
                    <a:pt x="198120" y="46989"/>
                  </a:lnTo>
                  <a:lnTo>
                    <a:pt x="210820" y="46989"/>
                  </a:lnTo>
                  <a:lnTo>
                    <a:pt x="212089" y="45720"/>
                  </a:lnTo>
                  <a:close/>
                </a:path>
                <a:path w="257809" h="257810">
                  <a:moveTo>
                    <a:pt x="215900" y="41910"/>
                  </a:moveTo>
                  <a:lnTo>
                    <a:pt x="203200" y="41910"/>
                  </a:lnTo>
                  <a:lnTo>
                    <a:pt x="200660" y="44450"/>
                  </a:lnTo>
                  <a:lnTo>
                    <a:pt x="213360" y="44450"/>
                  </a:lnTo>
                  <a:lnTo>
                    <a:pt x="215900" y="41910"/>
                  </a:lnTo>
                  <a:close/>
                </a:path>
                <a:path w="257809" h="257810">
                  <a:moveTo>
                    <a:pt x="218439" y="39370"/>
                  </a:moveTo>
                  <a:lnTo>
                    <a:pt x="205739" y="39370"/>
                  </a:lnTo>
                  <a:lnTo>
                    <a:pt x="204470" y="40639"/>
                  </a:lnTo>
                  <a:lnTo>
                    <a:pt x="217170" y="40639"/>
                  </a:lnTo>
                  <a:lnTo>
                    <a:pt x="218439" y="39370"/>
                  </a:lnTo>
                  <a:close/>
                </a:path>
                <a:path w="257809" h="257810">
                  <a:moveTo>
                    <a:pt x="222250" y="35560"/>
                  </a:moveTo>
                  <a:lnTo>
                    <a:pt x="209550" y="35560"/>
                  </a:lnTo>
                  <a:lnTo>
                    <a:pt x="207010" y="38100"/>
                  </a:lnTo>
                  <a:lnTo>
                    <a:pt x="219710" y="38100"/>
                  </a:lnTo>
                  <a:lnTo>
                    <a:pt x="222250" y="35560"/>
                  </a:lnTo>
                  <a:close/>
                </a:path>
                <a:path w="257809" h="257810">
                  <a:moveTo>
                    <a:pt x="224789" y="33020"/>
                  </a:moveTo>
                  <a:lnTo>
                    <a:pt x="212089" y="33020"/>
                  </a:lnTo>
                  <a:lnTo>
                    <a:pt x="210820" y="34289"/>
                  </a:lnTo>
                  <a:lnTo>
                    <a:pt x="223520" y="34289"/>
                  </a:lnTo>
                  <a:lnTo>
                    <a:pt x="224789" y="33020"/>
                  </a:lnTo>
                  <a:close/>
                </a:path>
                <a:path w="257809" h="257810">
                  <a:moveTo>
                    <a:pt x="228600" y="29210"/>
                  </a:moveTo>
                  <a:lnTo>
                    <a:pt x="215900" y="29210"/>
                  </a:lnTo>
                  <a:lnTo>
                    <a:pt x="213360" y="31750"/>
                  </a:lnTo>
                  <a:lnTo>
                    <a:pt x="226060" y="31750"/>
                  </a:lnTo>
                  <a:lnTo>
                    <a:pt x="228600" y="29210"/>
                  </a:lnTo>
                  <a:close/>
                </a:path>
                <a:path w="257809" h="257810">
                  <a:moveTo>
                    <a:pt x="231139" y="26670"/>
                  </a:moveTo>
                  <a:lnTo>
                    <a:pt x="218439" y="26670"/>
                  </a:lnTo>
                  <a:lnTo>
                    <a:pt x="217170" y="27939"/>
                  </a:lnTo>
                  <a:lnTo>
                    <a:pt x="229870" y="27939"/>
                  </a:lnTo>
                  <a:lnTo>
                    <a:pt x="231139" y="26670"/>
                  </a:lnTo>
                  <a:close/>
                </a:path>
                <a:path w="257809" h="257810">
                  <a:moveTo>
                    <a:pt x="234950" y="22860"/>
                  </a:moveTo>
                  <a:lnTo>
                    <a:pt x="222250" y="22860"/>
                  </a:lnTo>
                  <a:lnTo>
                    <a:pt x="219710" y="25400"/>
                  </a:lnTo>
                  <a:lnTo>
                    <a:pt x="232410" y="25400"/>
                  </a:lnTo>
                  <a:lnTo>
                    <a:pt x="234950" y="22860"/>
                  </a:lnTo>
                  <a:close/>
                </a:path>
                <a:path w="257809" h="257810">
                  <a:moveTo>
                    <a:pt x="237489" y="20320"/>
                  </a:moveTo>
                  <a:lnTo>
                    <a:pt x="224789" y="20320"/>
                  </a:lnTo>
                  <a:lnTo>
                    <a:pt x="223520" y="21589"/>
                  </a:lnTo>
                  <a:lnTo>
                    <a:pt x="236220" y="21589"/>
                  </a:lnTo>
                  <a:lnTo>
                    <a:pt x="237489" y="20320"/>
                  </a:lnTo>
                  <a:close/>
                </a:path>
                <a:path w="257809" h="257810">
                  <a:moveTo>
                    <a:pt x="241300" y="16510"/>
                  </a:moveTo>
                  <a:lnTo>
                    <a:pt x="228600" y="16510"/>
                  </a:lnTo>
                  <a:lnTo>
                    <a:pt x="227330" y="17780"/>
                  </a:lnTo>
                  <a:lnTo>
                    <a:pt x="227330" y="19050"/>
                  </a:lnTo>
                  <a:lnTo>
                    <a:pt x="238760" y="19050"/>
                  </a:lnTo>
                  <a:lnTo>
                    <a:pt x="241300" y="16510"/>
                  </a:lnTo>
                  <a:close/>
                </a:path>
                <a:path w="257809" h="257810">
                  <a:moveTo>
                    <a:pt x="232410" y="15239"/>
                  </a:moveTo>
                  <a:lnTo>
                    <a:pt x="229870" y="15239"/>
                  </a:lnTo>
                  <a:lnTo>
                    <a:pt x="229870" y="16510"/>
                  </a:lnTo>
                  <a:lnTo>
                    <a:pt x="232410" y="16510"/>
                  </a:lnTo>
                  <a:lnTo>
                    <a:pt x="232410" y="15239"/>
                  </a:lnTo>
                  <a:close/>
                </a:path>
                <a:path w="257809" h="257810">
                  <a:moveTo>
                    <a:pt x="236220" y="12700"/>
                  </a:moveTo>
                  <a:lnTo>
                    <a:pt x="233680" y="12700"/>
                  </a:lnTo>
                  <a:lnTo>
                    <a:pt x="233680" y="15239"/>
                  </a:lnTo>
                  <a:lnTo>
                    <a:pt x="242570" y="15239"/>
                  </a:lnTo>
                  <a:lnTo>
                    <a:pt x="243839" y="13970"/>
                  </a:lnTo>
                  <a:lnTo>
                    <a:pt x="236220" y="13970"/>
                  </a:lnTo>
                  <a:lnTo>
                    <a:pt x="236220" y="12700"/>
                  </a:lnTo>
                  <a:close/>
                </a:path>
                <a:path w="257809" h="257810">
                  <a:moveTo>
                    <a:pt x="247650" y="10160"/>
                  </a:moveTo>
                  <a:lnTo>
                    <a:pt x="238760" y="10160"/>
                  </a:lnTo>
                  <a:lnTo>
                    <a:pt x="238760" y="12700"/>
                  </a:lnTo>
                  <a:lnTo>
                    <a:pt x="245110" y="12700"/>
                  </a:lnTo>
                  <a:lnTo>
                    <a:pt x="247650" y="10160"/>
                  </a:lnTo>
                  <a:close/>
                </a:path>
                <a:path w="257809" h="257810">
                  <a:moveTo>
                    <a:pt x="242570" y="8889"/>
                  </a:moveTo>
                  <a:lnTo>
                    <a:pt x="241300" y="8889"/>
                  </a:lnTo>
                  <a:lnTo>
                    <a:pt x="241300" y="10160"/>
                  </a:lnTo>
                  <a:lnTo>
                    <a:pt x="242570" y="10160"/>
                  </a:lnTo>
                  <a:lnTo>
                    <a:pt x="242570" y="8889"/>
                  </a:lnTo>
                  <a:close/>
                </a:path>
                <a:path w="257809" h="257810">
                  <a:moveTo>
                    <a:pt x="247650" y="6350"/>
                  </a:moveTo>
                  <a:lnTo>
                    <a:pt x="245110" y="6350"/>
                  </a:lnTo>
                  <a:lnTo>
                    <a:pt x="245110" y="8889"/>
                  </a:lnTo>
                  <a:lnTo>
                    <a:pt x="248920" y="8889"/>
                  </a:lnTo>
                  <a:lnTo>
                    <a:pt x="250189" y="7620"/>
                  </a:lnTo>
                  <a:lnTo>
                    <a:pt x="247650" y="7620"/>
                  </a:lnTo>
                  <a:lnTo>
                    <a:pt x="247650" y="6350"/>
                  </a:lnTo>
                  <a:close/>
                </a:path>
                <a:path w="257809" h="257810">
                  <a:moveTo>
                    <a:pt x="254000" y="2539"/>
                  </a:moveTo>
                  <a:lnTo>
                    <a:pt x="252730" y="2539"/>
                  </a:lnTo>
                  <a:lnTo>
                    <a:pt x="252730" y="3810"/>
                  </a:lnTo>
                  <a:lnTo>
                    <a:pt x="250190" y="3810"/>
                  </a:lnTo>
                  <a:lnTo>
                    <a:pt x="250190" y="6350"/>
                  </a:lnTo>
                  <a:lnTo>
                    <a:pt x="251460" y="6350"/>
                  </a:lnTo>
                  <a:lnTo>
                    <a:pt x="254000" y="3810"/>
                  </a:lnTo>
                  <a:lnTo>
                    <a:pt x="254000" y="2539"/>
                  </a:lnTo>
                  <a:close/>
                </a:path>
                <a:path w="257809" h="257810">
                  <a:moveTo>
                    <a:pt x="257810" y="0"/>
                  </a:moveTo>
                  <a:lnTo>
                    <a:pt x="256540" y="0"/>
                  </a:lnTo>
                  <a:lnTo>
                    <a:pt x="256540" y="1270"/>
                  </a:lnTo>
                  <a:lnTo>
                    <a:pt x="257810" y="0"/>
                  </a:lnTo>
                  <a:close/>
                </a:path>
                <a:path w="257809" h="257810">
                  <a:moveTo>
                    <a:pt x="113029" y="144780"/>
                  </a:moveTo>
                  <a:lnTo>
                    <a:pt x="100329" y="144780"/>
                  </a:lnTo>
                  <a:lnTo>
                    <a:pt x="0" y="245110"/>
                  </a:lnTo>
                  <a:lnTo>
                    <a:pt x="0" y="257810"/>
                  </a:lnTo>
                  <a:lnTo>
                    <a:pt x="113029" y="144780"/>
                  </a:lnTo>
                  <a:close/>
                </a:path>
              </a:pathLst>
            </a:custGeom>
            <a:solidFill>
              <a:srgbClr val="C8B8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1334769" y="2763519"/>
              <a:ext cx="280670" cy="280670"/>
            </a:xfrm>
            <a:custGeom>
              <a:avLst/>
              <a:gdLst/>
              <a:ahLst/>
              <a:cxnLst/>
              <a:rect l="l" t="t" r="r" b="b"/>
              <a:pathLst>
                <a:path w="280669" h="280669">
                  <a:moveTo>
                    <a:pt x="127000" y="153670"/>
                  </a:moveTo>
                  <a:lnTo>
                    <a:pt x="116839" y="153670"/>
                  </a:lnTo>
                  <a:lnTo>
                    <a:pt x="115570" y="154939"/>
                  </a:lnTo>
                  <a:lnTo>
                    <a:pt x="125730" y="154939"/>
                  </a:lnTo>
                  <a:lnTo>
                    <a:pt x="127000" y="153670"/>
                  </a:lnTo>
                  <a:close/>
                </a:path>
                <a:path w="280669" h="280669">
                  <a:moveTo>
                    <a:pt x="130810" y="149860"/>
                  </a:moveTo>
                  <a:lnTo>
                    <a:pt x="120650" y="149860"/>
                  </a:lnTo>
                  <a:lnTo>
                    <a:pt x="118110" y="152400"/>
                  </a:lnTo>
                  <a:lnTo>
                    <a:pt x="128270" y="152400"/>
                  </a:lnTo>
                  <a:lnTo>
                    <a:pt x="130810" y="149860"/>
                  </a:lnTo>
                  <a:close/>
                </a:path>
                <a:path w="280669" h="280669">
                  <a:moveTo>
                    <a:pt x="133350" y="147320"/>
                  </a:moveTo>
                  <a:lnTo>
                    <a:pt x="123190" y="147320"/>
                  </a:lnTo>
                  <a:lnTo>
                    <a:pt x="121920" y="148589"/>
                  </a:lnTo>
                  <a:lnTo>
                    <a:pt x="132080" y="148589"/>
                  </a:lnTo>
                  <a:lnTo>
                    <a:pt x="133350" y="147320"/>
                  </a:lnTo>
                  <a:close/>
                </a:path>
                <a:path w="280669" h="280669">
                  <a:moveTo>
                    <a:pt x="137160" y="143510"/>
                  </a:moveTo>
                  <a:lnTo>
                    <a:pt x="127000" y="143510"/>
                  </a:lnTo>
                  <a:lnTo>
                    <a:pt x="124460" y="146050"/>
                  </a:lnTo>
                  <a:lnTo>
                    <a:pt x="134620" y="146050"/>
                  </a:lnTo>
                  <a:lnTo>
                    <a:pt x="137160" y="143510"/>
                  </a:lnTo>
                  <a:close/>
                </a:path>
                <a:path w="280669" h="280669">
                  <a:moveTo>
                    <a:pt x="139700" y="140970"/>
                  </a:moveTo>
                  <a:lnTo>
                    <a:pt x="129539" y="140970"/>
                  </a:lnTo>
                  <a:lnTo>
                    <a:pt x="128270" y="142239"/>
                  </a:lnTo>
                  <a:lnTo>
                    <a:pt x="138430" y="142239"/>
                  </a:lnTo>
                  <a:lnTo>
                    <a:pt x="139700" y="140970"/>
                  </a:lnTo>
                  <a:close/>
                </a:path>
                <a:path w="280669" h="280669">
                  <a:moveTo>
                    <a:pt x="143510" y="137160"/>
                  </a:moveTo>
                  <a:lnTo>
                    <a:pt x="133350" y="137160"/>
                  </a:lnTo>
                  <a:lnTo>
                    <a:pt x="130810" y="139700"/>
                  </a:lnTo>
                  <a:lnTo>
                    <a:pt x="140970" y="139700"/>
                  </a:lnTo>
                  <a:lnTo>
                    <a:pt x="143510" y="137160"/>
                  </a:lnTo>
                  <a:close/>
                </a:path>
                <a:path w="280669" h="280669">
                  <a:moveTo>
                    <a:pt x="146050" y="134620"/>
                  </a:moveTo>
                  <a:lnTo>
                    <a:pt x="135889" y="134620"/>
                  </a:lnTo>
                  <a:lnTo>
                    <a:pt x="134620" y="135889"/>
                  </a:lnTo>
                  <a:lnTo>
                    <a:pt x="144780" y="135889"/>
                  </a:lnTo>
                  <a:lnTo>
                    <a:pt x="146050" y="134620"/>
                  </a:lnTo>
                  <a:close/>
                </a:path>
                <a:path w="280669" h="280669">
                  <a:moveTo>
                    <a:pt x="149860" y="130810"/>
                  </a:moveTo>
                  <a:lnTo>
                    <a:pt x="139700" y="130810"/>
                  </a:lnTo>
                  <a:lnTo>
                    <a:pt x="137160" y="133350"/>
                  </a:lnTo>
                  <a:lnTo>
                    <a:pt x="147320" y="133350"/>
                  </a:lnTo>
                  <a:lnTo>
                    <a:pt x="149860" y="130810"/>
                  </a:lnTo>
                  <a:close/>
                </a:path>
                <a:path w="280669" h="280669">
                  <a:moveTo>
                    <a:pt x="152400" y="128270"/>
                  </a:moveTo>
                  <a:lnTo>
                    <a:pt x="142239" y="128270"/>
                  </a:lnTo>
                  <a:lnTo>
                    <a:pt x="140970" y="129539"/>
                  </a:lnTo>
                  <a:lnTo>
                    <a:pt x="151130" y="129539"/>
                  </a:lnTo>
                  <a:lnTo>
                    <a:pt x="152400" y="128270"/>
                  </a:lnTo>
                  <a:close/>
                </a:path>
                <a:path w="280669" h="280669">
                  <a:moveTo>
                    <a:pt x="156210" y="124460"/>
                  </a:moveTo>
                  <a:lnTo>
                    <a:pt x="146050" y="124460"/>
                  </a:lnTo>
                  <a:lnTo>
                    <a:pt x="143510" y="127000"/>
                  </a:lnTo>
                  <a:lnTo>
                    <a:pt x="153670" y="127000"/>
                  </a:lnTo>
                  <a:lnTo>
                    <a:pt x="156210" y="124460"/>
                  </a:lnTo>
                  <a:close/>
                </a:path>
                <a:path w="280669" h="280669">
                  <a:moveTo>
                    <a:pt x="158750" y="121920"/>
                  </a:moveTo>
                  <a:lnTo>
                    <a:pt x="148589" y="121920"/>
                  </a:lnTo>
                  <a:lnTo>
                    <a:pt x="147320" y="123189"/>
                  </a:lnTo>
                  <a:lnTo>
                    <a:pt x="157480" y="123189"/>
                  </a:lnTo>
                  <a:lnTo>
                    <a:pt x="158750" y="121920"/>
                  </a:lnTo>
                  <a:close/>
                </a:path>
                <a:path w="280669" h="280669">
                  <a:moveTo>
                    <a:pt x="162560" y="118110"/>
                  </a:moveTo>
                  <a:lnTo>
                    <a:pt x="152400" y="118110"/>
                  </a:lnTo>
                  <a:lnTo>
                    <a:pt x="149860" y="120650"/>
                  </a:lnTo>
                  <a:lnTo>
                    <a:pt x="160020" y="120650"/>
                  </a:lnTo>
                  <a:lnTo>
                    <a:pt x="162560" y="118110"/>
                  </a:lnTo>
                  <a:close/>
                </a:path>
                <a:path w="280669" h="280669">
                  <a:moveTo>
                    <a:pt x="165100" y="115570"/>
                  </a:moveTo>
                  <a:lnTo>
                    <a:pt x="154939" y="115570"/>
                  </a:lnTo>
                  <a:lnTo>
                    <a:pt x="153670" y="116839"/>
                  </a:lnTo>
                  <a:lnTo>
                    <a:pt x="163830" y="116839"/>
                  </a:lnTo>
                  <a:lnTo>
                    <a:pt x="165100" y="115570"/>
                  </a:lnTo>
                  <a:close/>
                </a:path>
                <a:path w="280669" h="280669">
                  <a:moveTo>
                    <a:pt x="168910" y="111760"/>
                  </a:moveTo>
                  <a:lnTo>
                    <a:pt x="158750" y="111760"/>
                  </a:lnTo>
                  <a:lnTo>
                    <a:pt x="156210" y="114300"/>
                  </a:lnTo>
                  <a:lnTo>
                    <a:pt x="166370" y="114300"/>
                  </a:lnTo>
                  <a:lnTo>
                    <a:pt x="168910" y="111760"/>
                  </a:lnTo>
                  <a:close/>
                </a:path>
                <a:path w="280669" h="280669">
                  <a:moveTo>
                    <a:pt x="171450" y="109220"/>
                  </a:moveTo>
                  <a:lnTo>
                    <a:pt x="161289" y="109220"/>
                  </a:lnTo>
                  <a:lnTo>
                    <a:pt x="160020" y="110489"/>
                  </a:lnTo>
                  <a:lnTo>
                    <a:pt x="170180" y="110489"/>
                  </a:lnTo>
                  <a:lnTo>
                    <a:pt x="171450" y="109220"/>
                  </a:lnTo>
                  <a:close/>
                </a:path>
                <a:path w="280669" h="280669">
                  <a:moveTo>
                    <a:pt x="175260" y="105410"/>
                  </a:moveTo>
                  <a:lnTo>
                    <a:pt x="165100" y="105410"/>
                  </a:lnTo>
                  <a:lnTo>
                    <a:pt x="162560" y="107950"/>
                  </a:lnTo>
                  <a:lnTo>
                    <a:pt x="172720" y="107950"/>
                  </a:lnTo>
                  <a:lnTo>
                    <a:pt x="175260" y="105410"/>
                  </a:lnTo>
                  <a:close/>
                </a:path>
                <a:path w="280669" h="280669">
                  <a:moveTo>
                    <a:pt x="177800" y="102870"/>
                  </a:moveTo>
                  <a:lnTo>
                    <a:pt x="167639" y="102870"/>
                  </a:lnTo>
                  <a:lnTo>
                    <a:pt x="166370" y="104139"/>
                  </a:lnTo>
                  <a:lnTo>
                    <a:pt x="176530" y="104139"/>
                  </a:lnTo>
                  <a:lnTo>
                    <a:pt x="177800" y="102870"/>
                  </a:lnTo>
                  <a:close/>
                </a:path>
                <a:path w="280669" h="280669">
                  <a:moveTo>
                    <a:pt x="181610" y="99060"/>
                  </a:moveTo>
                  <a:lnTo>
                    <a:pt x="171450" y="99060"/>
                  </a:lnTo>
                  <a:lnTo>
                    <a:pt x="168910" y="101600"/>
                  </a:lnTo>
                  <a:lnTo>
                    <a:pt x="179070" y="101600"/>
                  </a:lnTo>
                  <a:lnTo>
                    <a:pt x="181610" y="99060"/>
                  </a:lnTo>
                  <a:close/>
                </a:path>
                <a:path w="280669" h="280669">
                  <a:moveTo>
                    <a:pt x="184150" y="96520"/>
                  </a:moveTo>
                  <a:lnTo>
                    <a:pt x="173989" y="96520"/>
                  </a:lnTo>
                  <a:lnTo>
                    <a:pt x="172720" y="97789"/>
                  </a:lnTo>
                  <a:lnTo>
                    <a:pt x="182880" y="97789"/>
                  </a:lnTo>
                  <a:lnTo>
                    <a:pt x="184150" y="96520"/>
                  </a:lnTo>
                  <a:close/>
                </a:path>
                <a:path w="280669" h="280669">
                  <a:moveTo>
                    <a:pt x="187960" y="92710"/>
                  </a:moveTo>
                  <a:lnTo>
                    <a:pt x="177800" y="92710"/>
                  </a:lnTo>
                  <a:lnTo>
                    <a:pt x="175260" y="95250"/>
                  </a:lnTo>
                  <a:lnTo>
                    <a:pt x="185420" y="95250"/>
                  </a:lnTo>
                  <a:lnTo>
                    <a:pt x="187960" y="92710"/>
                  </a:lnTo>
                  <a:close/>
                </a:path>
                <a:path w="280669" h="280669">
                  <a:moveTo>
                    <a:pt x="190500" y="90170"/>
                  </a:moveTo>
                  <a:lnTo>
                    <a:pt x="180339" y="90170"/>
                  </a:lnTo>
                  <a:lnTo>
                    <a:pt x="179070" y="91439"/>
                  </a:lnTo>
                  <a:lnTo>
                    <a:pt x="189230" y="91439"/>
                  </a:lnTo>
                  <a:lnTo>
                    <a:pt x="190500" y="90170"/>
                  </a:lnTo>
                  <a:close/>
                </a:path>
                <a:path w="280669" h="280669">
                  <a:moveTo>
                    <a:pt x="194310" y="86360"/>
                  </a:moveTo>
                  <a:lnTo>
                    <a:pt x="184150" y="86360"/>
                  </a:lnTo>
                  <a:lnTo>
                    <a:pt x="181610" y="88900"/>
                  </a:lnTo>
                  <a:lnTo>
                    <a:pt x="191770" y="88900"/>
                  </a:lnTo>
                  <a:lnTo>
                    <a:pt x="194310" y="86360"/>
                  </a:lnTo>
                  <a:close/>
                </a:path>
                <a:path w="280669" h="280669">
                  <a:moveTo>
                    <a:pt x="196850" y="83820"/>
                  </a:moveTo>
                  <a:lnTo>
                    <a:pt x="186689" y="83820"/>
                  </a:lnTo>
                  <a:lnTo>
                    <a:pt x="185420" y="85089"/>
                  </a:lnTo>
                  <a:lnTo>
                    <a:pt x="195580" y="85089"/>
                  </a:lnTo>
                  <a:lnTo>
                    <a:pt x="196850" y="83820"/>
                  </a:lnTo>
                  <a:close/>
                </a:path>
                <a:path w="280669" h="280669">
                  <a:moveTo>
                    <a:pt x="200660" y="80010"/>
                  </a:moveTo>
                  <a:lnTo>
                    <a:pt x="190500" y="80010"/>
                  </a:lnTo>
                  <a:lnTo>
                    <a:pt x="187960" y="82550"/>
                  </a:lnTo>
                  <a:lnTo>
                    <a:pt x="198120" y="82550"/>
                  </a:lnTo>
                  <a:lnTo>
                    <a:pt x="200660" y="80010"/>
                  </a:lnTo>
                  <a:close/>
                </a:path>
                <a:path w="280669" h="280669">
                  <a:moveTo>
                    <a:pt x="203200" y="77470"/>
                  </a:moveTo>
                  <a:lnTo>
                    <a:pt x="193039" y="77470"/>
                  </a:lnTo>
                  <a:lnTo>
                    <a:pt x="191770" y="78739"/>
                  </a:lnTo>
                  <a:lnTo>
                    <a:pt x="201930" y="78739"/>
                  </a:lnTo>
                  <a:lnTo>
                    <a:pt x="203200" y="77470"/>
                  </a:lnTo>
                  <a:close/>
                </a:path>
                <a:path w="280669" h="280669">
                  <a:moveTo>
                    <a:pt x="207010" y="73660"/>
                  </a:moveTo>
                  <a:lnTo>
                    <a:pt x="196850" y="73660"/>
                  </a:lnTo>
                  <a:lnTo>
                    <a:pt x="194310" y="76200"/>
                  </a:lnTo>
                  <a:lnTo>
                    <a:pt x="204470" y="76200"/>
                  </a:lnTo>
                  <a:lnTo>
                    <a:pt x="207010" y="73660"/>
                  </a:lnTo>
                  <a:close/>
                </a:path>
                <a:path w="280669" h="280669">
                  <a:moveTo>
                    <a:pt x="209550" y="71120"/>
                  </a:moveTo>
                  <a:lnTo>
                    <a:pt x="199389" y="71120"/>
                  </a:lnTo>
                  <a:lnTo>
                    <a:pt x="198120" y="72389"/>
                  </a:lnTo>
                  <a:lnTo>
                    <a:pt x="208280" y="72389"/>
                  </a:lnTo>
                  <a:lnTo>
                    <a:pt x="209550" y="71120"/>
                  </a:lnTo>
                  <a:close/>
                </a:path>
                <a:path w="280669" h="280669">
                  <a:moveTo>
                    <a:pt x="213360" y="67310"/>
                  </a:moveTo>
                  <a:lnTo>
                    <a:pt x="203200" y="67310"/>
                  </a:lnTo>
                  <a:lnTo>
                    <a:pt x="200660" y="69850"/>
                  </a:lnTo>
                  <a:lnTo>
                    <a:pt x="210820" y="69850"/>
                  </a:lnTo>
                  <a:lnTo>
                    <a:pt x="213360" y="67310"/>
                  </a:lnTo>
                  <a:close/>
                </a:path>
                <a:path w="280669" h="280669">
                  <a:moveTo>
                    <a:pt x="215900" y="64770"/>
                  </a:moveTo>
                  <a:lnTo>
                    <a:pt x="205739" y="64770"/>
                  </a:lnTo>
                  <a:lnTo>
                    <a:pt x="204470" y="66039"/>
                  </a:lnTo>
                  <a:lnTo>
                    <a:pt x="214630" y="66039"/>
                  </a:lnTo>
                  <a:lnTo>
                    <a:pt x="215900" y="64770"/>
                  </a:lnTo>
                  <a:close/>
                </a:path>
                <a:path w="280669" h="280669">
                  <a:moveTo>
                    <a:pt x="219710" y="60960"/>
                  </a:moveTo>
                  <a:lnTo>
                    <a:pt x="209550" y="60960"/>
                  </a:lnTo>
                  <a:lnTo>
                    <a:pt x="207010" y="63500"/>
                  </a:lnTo>
                  <a:lnTo>
                    <a:pt x="217170" y="63500"/>
                  </a:lnTo>
                  <a:lnTo>
                    <a:pt x="219710" y="60960"/>
                  </a:lnTo>
                  <a:close/>
                </a:path>
                <a:path w="280669" h="280669">
                  <a:moveTo>
                    <a:pt x="222250" y="58420"/>
                  </a:moveTo>
                  <a:lnTo>
                    <a:pt x="212089" y="58420"/>
                  </a:lnTo>
                  <a:lnTo>
                    <a:pt x="210820" y="59689"/>
                  </a:lnTo>
                  <a:lnTo>
                    <a:pt x="220980" y="59689"/>
                  </a:lnTo>
                  <a:lnTo>
                    <a:pt x="222250" y="58420"/>
                  </a:lnTo>
                  <a:close/>
                </a:path>
                <a:path w="280669" h="280669">
                  <a:moveTo>
                    <a:pt x="226060" y="54610"/>
                  </a:moveTo>
                  <a:lnTo>
                    <a:pt x="215900" y="54610"/>
                  </a:lnTo>
                  <a:lnTo>
                    <a:pt x="213360" y="57150"/>
                  </a:lnTo>
                  <a:lnTo>
                    <a:pt x="223520" y="57150"/>
                  </a:lnTo>
                  <a:lnTo>
                    <a:pt x="226060" y="54610"/>
                  </a:lnTo>
                  <a:close/>
                </a:path>
                <a:path w="280669" h="280669">
                  <a:moveTo>
                    <a:pt x="228600" y="52070"/>
                  </a:moveTo>
                  <a:lnTo>
                    <a:pt x="218439" y="52070"/>
                  </a:lnTo>
                  <a:lnTo>
                    <a:pt x="217170" y="53339"/>
                  </a:lnTo>
                  <a:lnTo>
                    <a:pt x="227330" y="53339"/>
                  </a:lnTo>
                  <a:lnTo>
                    <a:pt x="228600" y="52070"/>
                  </a:lnTo>
                  <a:close/>
                </a:path>
                <a:path w="280669" h="280669">
                  <a:moveTo>
                    <a:pt x="232410" y="48260"/>
                  </a:moveTo>
                  <a:lnTo>
                    <a:pt x="222250" y="48260"/>
                  </a:lnTo>
                  <a:lnTo>
                    <a:pt x="219710" y="50800"/>
                  </a:lnTo>
                  <a:lnTo>
                    <a:pt x="229870" y="50800"/>
                  </a:lnTo>
                  <a:lnTo>
                    <a:pt x="232410" y="48260"/>
                  </a:lnTo>
                  <a:close/>
                </a:path>
                <a:path w="280669" h="280669">
                  <a:moveTo>
                    <a:pt x="234950" y="45720"/>
                  </a:moveTo>
                  <a:lnTo>
                    <a:pt x="224789" y="45720"/>
                  </a:lnTo>
                  <a:lnTo>
                    <a:pt x="223520" y="46989"/>
                  </a:lnTo>
                  <a:lnTo>
                    <a:pt x="233680" y="46989"/>
                  </a:lnTo>
                  <a:lnTo>
                    <a:pt x="234950" y="45720"/>
                  </a:lnTo>
                  <a:close/>
                </a:path>
                <a:path w="280669" h="280669">
                  <a:moveTo>
                    <a:pt x="238760" y="41910"/>
                  </a:moveTo>
                  <a:lnTo>
                    <a:pt x="228600" y="41910"/>
                  </a:lnTo>
                  <a:lnTo>
                    <a:pt x="226060" y="44450"/>
                  </a:lnTo>
                  <a:lnTo>
                    <a:pt x="236220" y="44450"/>
                  </a:lnTo>
                  <a:lnTo>
                    <a:pt x="238760" y="41910"/>
                  </a:lnTo>
                  <a:close/>
                </a:path>
                <a:path w="280669" h="280669">
                  <a:moveTo>
                    <a:pt x="241300" y="39370"/>
                  </a:moveTo>
                  <a:lnTo>
                    <a:pt x="231139" y="39370"/>
                  </a:lnTo>
                  <a:lnTo>
                    <a:pt x="229870" y="40639"/>
                  </a:lnTo>
                  <a:lnTo>
                    <a:pt x="240030" y="40639"/>
                  </a:lnTo>
                  <a:lnTo>
                    <a:pt x="241300" y="39370"/>
                  </a:lnTo>
                  <a:close/>
                </a:path>
                <a:path w="280669" h="280669">
                  <a:moveTo>
                    <a:pt x="245110" y="35560"/>
                  </a:moveTo>
                  <a:lnTo>
                    <a:pt x="234950" y="35560"/>
                  </a:lnTo>
                  <a:lnTo>
                    <a:pt x="232410" y="38100"/>
                  </a:lnTo>
                  <a:lnTo>
                    <a:pt x="242570" y="38100"/>
                  </a:lnTo>
                  <a:lnTo>
                    <a:pt x="245110" y="35560"/>
                  </a:lnTo>
                  <a:close/>
                </a:path>
                <a:path w="280669" h="280669">
                  <a:moveTo>
                    <a:pt x="247650" y="33020"/>
                  </a:moveTo>
                  <a:lnTo>
                    <a:pt x="237489" y="33020"/>
                  </a:lnTo>
                  <a:lnTo>
                    <a:pt x="236220" y="34289"/>
                  </a:lnTo>
                  <a:lnTo>
                    <a:pt x="246380" y="34289"/>
                  </a:lnTo>
                  <a:lnTo>
                    <a:pt x="247650" y="33020"/>
                  </a:lnTo>
                  <a:close/>
                </a:path>
                <a:path w="280669" h="280669">
                  <a:moveTo>
                    <a:pt x="251460" y="29210"/>
                  </a:moveTo>
                  <a:lnTo>
                    <a:pt x="241300" y="29210"/>
                  </a:lnTo>
                  <a:lnTo>
                    <a:pt x="238760" y="31750"/>
                  </a:lnTo>
                  <a:lnTo>
                    <a:pt x="248920" y="31750"/>
                  </a:lnTo>
                  <a:lnTo>
                    <a:pt x="251460" y="29210"/>
                  </a:lnTo>
                  <a:close/>
                </a:path>
                <a:path w="280669" h="280669">
                  <a:moveTo>
                    <a:pt x="254000" y="26670"/>
                  </a:moveTo>
                  <a:lnTo>
                    <a:pt x="243839" y="26670"/>
                  </a:lnTo>
                  <a:lnTo>
                    <a:pt x="242570" y="27939"/>
                  </a:lnTo>
                  <a:lnTo>
                    <a:pt x="252730" y="27939"/>
                  </a:lnTo>
                  <a:lnTo>
                    <a:pt x="254000" y="26670"/>
                  </a:lnTo>
                  <a:close/>
                </a:path>
                <a:path w="280669" h="280669">
                  <a:moveTo>
                    <a:pt x="257810" y="22860"/>
                  </a:moveTo>
                  <a:lnTo>
                    <a:pt x="247650" y="22860"/>
                  </a:lnTo>
                  <a:lnTo>
                    <a:pt x="245110" y="25400"/>
                  </a:lnTo>
                  <a:lnTo>
                    <a:pt x="255270" y="25400"/>
                  </a:lnTo>
                  <a:lnTo>
                    <a:pt x="257810" y="22860"/>
                  </a:lnTo>
                  <a:close/>
                </a:path>
                <a:path w="280669" h="280669">
                  <a:moveTo>
                    <a:pt x="260350" y="20320"/>
                  </a:moveTo>
                  <a:lnTo>
                    <a:pt x="250189" y="20320"/>
                  </a:lnTo>
                  <a:lnTo>
                    <a:pt x="248920" y="21589"/>
                  </a:lnTo>
                  <a:lnTo>
                    <a:pt x="259080" y="21589"/>
                  </a:lnTo>
                  <a:lnTo>
                    <a:pt x="260350" y="20320"/>
                  </a:lnTo>
                  <a:close/>
                </a:path>
                <a:path w="280669" h="280669">
                  <a:moveTo>
                    <a:pt x="264160" y="16510"/>
                  </a:moveTo>
                  <a:lnTo>
                    <a:pt x="254000" y="16510"/>
                  </a:lnTo>
                  <a:lnTo>
                    <a:pt x="251460" y="19050"/>
                  </a:lnTo>
                  <a:lnTo>
                    <a:pt x="261620" y="19050"/>
                  </a:lnTo>
                  <a:lnTo>
                    <a:pt x="264160" y="16510"/>
                  </a:lnTo>
                  <a:close/>
                </a:path>
                <a:path w="280669" h="280669">
                  <a:moveTo>
                    <a:pt x="259080" y="12700"/>
                  </a:moveTo>
                  <a:lnTo>
                    <a:pt x="257810" y="12700"/>
                  </a:lnTo>
                  <a:lnTo>
                    <a:pt x="256540" y="13970"/>
                  </a:lnTo>
                  <a:lnTo>
                    <a:pt x="256540" y="15239"/>
                  </a:lnTo>
                  <a:lnTo>
                    <a:pt x="265430" y="15239"/>
                  </a:lnTo>
                  <a:lnTo>
                    <a:pt x="266700" y="13970"/>
                  </a:lnTo>
                  <a:lnTo>
                    <a:pt x="259080" y="13970"/>
                  </a:lnTo>
                  <a:lnTo>
                    <a:pt x="259080" y="12700"/>
                  </a:lnTo>
                  <a:close/>
                </a:path>
                <a:path w="280669" h="280669">
                  <a:moveTo>
                    <a:pt x="270510" y="10160"/>
                  </a:moveTo>
                  <a:lnTo>
                    <a:pt x="261620" y="10160"/>
                  </a:lnTo>
                  <a:lnTo>
                    <a:pt x="261620" y="12700"/>
                  </a:lnTo>
                  <a:lnTo>
                    <a:pt x="267970" y="12700"/>
                  </a:lnTo>
                  <a:lnTo>
                    <a:pt x="270510" y="10160"/>
                  </a:lnTo>
                  <a:close/>
                </a:path>
                <a:path w="280669" h="280669">
                  <a:moveTo>
                    <a:pt x="265430" y="8889"/>
                  </a:moveTo>
                  <a:lnTo>
                    <a:pt x="264160" y="8889"/>
                  </a:lnTo>
                  <a:lnTo>
                    <a:pt x="264160" y="10160"/>
                  </a:lnTo>
                  <a:lnTo>
                    <a:pt x="265430" y="10160"/>
                  </a:lnTo>
                  <a:lnTo>
                    <a:pt x="265430" y="8889"/>
                  </a:lnTo>
                  <a:close/>
                </a:path>
                <a:path w="280669" h="280669">
                  <a:moveTo>
                    <a:pt x="270510" y="6350"/>
                  </a:moveTo>
                  <a:lnTo>
                    <a:pt x="267970" y="6350"/>
                  </a:lnTo>
                  <a:lnTo>
                    <a:pt x="267970" y="8889"/>
                  </a:lnTo>
                  <a:lnTo>
                    <a:pt x="271780" y="8889"/>
                  </a:lnTo>
                  <a:lnTo>
                    <a:pt x="273050" y="7620"/>
                  </a:lnTo>
                  <a:lnTo>
                    <a:pt x="270510" y="7620"/>
                  </a:lnTo>
                  <a:lnTo>
                    <a:pt x="270510" y="6350"/>
                  </a:lnTo>
                  <a:close/>
                </a:path>
                <a:path w="280669" h="280669">
                  <a:moveTo>
                    <a:pt x="276860" y="2539"/>
                  </a:moveTo>
                  <a:lnTo>
                    <a:pt x="275590" y="2539"/>
                  </a:lnTo>
                  <a:lnTo>
                    <a:pt x="275590" y="3810"/>
                  </a:lnTo>
                  <a:lnTo>
                    <a:pt x="273050" y="3810"/>
                  </a:lnTo>
                  <a:lnTo>
                    <a:pt x="273050" y="6350"/>
                  </a:lnTo>
                  <a:lnTo>
                    <a:pt x="274320" y="6350"/>
                  </a:lnTo>
                  <a:lnTo>
                    <a:pt x="276860" y="3810"/>
                  </a:lnTo>
                  <a:lnTo>
                    <a:pt x="276860" y="2539"/>
                  </a:lnTo>
                  <a:close/>
                </a:path>
                <a:path w="280669" h="280669">
                  <a:moveTo>
                    <a:pt x="280670" y="0"/>
                  </a:moveTo>
                  <a:lnTo>
                    <a:pt x="279400" y="0"/>
                  </a:lnTo>
                  <a:lnTo>
                    <a:pt x="279400" y="1270"/>
                  </a:lnTo>
                  <a:lnTo>
                    <a:pt x="280670" y="0"/>
                  </a:lnTo>
                  <a:close/>
                </a:path>
                <a:path w="280669" h="280669">
                  <a:moveTo>
                    <a:pt x="123190" y="157480"/>
                  </a:moveTo>
                  <a:lnTo>
                    <a:pt x="113029" y="157480"/>
                  </a:lnTo>
                  <a:lnTo>
                    <a:pt x="0" y="270510"/>
                  </a:lnTo>
                  <a:lnTo>
                    <a:pt x="0" y="280670"/>
                  </a:lnTo>
                  <a:lnTo>
                    <a:pt x="123190" y="157480"/>
                  </a:lnTo>
                  <a:close/>
                </a:path>
              </a:pathLst>
            </a:custGeom>
            <a:solidFill>
              <a:srgbClr val="C8B8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1334769" y="2750819"/>
              <a:ext cx="303530" cy="303530"/>
            </a:xfrm>
            <a:custGeom>
              <a:avLst/>
              <a:gdLst/>
              <a:ahLst/>
              <a:cxnLst/>
              <a:rect l="l" t="t" r="r" b="b"/>
              <a:pathLst>
                <a:path w="303530" h="303530">
                  <a:moveTo>
                    <a:pt x="137160" y="166370"/>
                  </a:moveTo>
                  <a:lnTo>
                    <a:pt x="127000" y="166370"/>
                  </a:lnTo>
                  <a:lnTo>
                    <a:pt x="125730" y="167639"/>
                  </a:lnTo>
                  <a:lnTo>
                    <a:pt x="135890" y="167639"/>
                  </a:lnTo>
                  <a:lnTo>
                    <a:pt x="137160" y="166370"/>
                  </a:lnTo>
                  <a:close/>
                </a:path>
                <a:path w="303530" h="303530">
                  <a:moveTo>
                    <a:pt x="140970" y="162560"/>
                  </a:moveTo>
                  <a:lnTo>
                    <a:pt x="130810" y="162560"/>
                  </a:lnTo>
                  <a:lnTo>
                    <a:pt x="128270" y="165100"/>
                  </a:lnTo>
                  <a:lnTo>
                    <a:pt x="138430" y="165100"/>
                  </a:lnTo>
                  <a:lnTo>
                    <a:pt x="140970" y="162560"/>
                  </a:lnTo>
                  <a:close/>
                </a:path>
                <a:path w="303530" h="303530">
                  <a:moveTo>
                    <a:pt x="143510" y="160020"/>
                  </a:moveTo>
                  <a:lnTo>
                    <a:pt x="133350" y="160020"/>
                  </a:lnTo>
                  <a:lnTo>
                    <a:pt x="132080" y="161289"/>
                  </a:lnTo>
                  <a:lnTo>
                    <a:pt x="142240" y="161289"/>
                  </a:lnTo>
                  <a:lnTo>
                    <a:pt x="143510" y="160020"/>
                  </a:lnTo>
                  <a:close/>
                </a:path>
                <a:path w="303530" h="303530">
                  <a:moveTo>
                    <a:pt x="147320" y="156210"/>
                  </a:moveTo>
                  <a:lnTo>
                    <a:pt x="137160" y="156210"/>
                  </a:lnTo>
                  <a:lnTo>
                    <a:pt x="134620" y="158750"/>
                  </a:lnTo>
                  <a:lnTo>
                    <a:pt x="144780" y="158750"/>
                  </a:lnTo>
                  <a:lnTo>
                    <a:pt x="147320" y="156210"/>
                  </a:lnTo>
                  <a:close/>
                </a:path>
                <a:path w="303530" h="303530">
                  <a:moveTo>
                    <a:pt x="149860" y="153670"/>
                  </a:moveTo>
                  <a:lnTo>
                    <a:pt x="139700" y="153670"/>
                  </a:lnTo>
                  <a:lnTo>
                    <a:pt x="138430" y="154939"/>
                  </a:lnTo>
                  <a:lnTo>
                    <a:pt x="148590" y="154939"/>
                  </a:lnTo>
                  <a:lnTo>
                    <a:pt x="149860" y="153670"/>
                  </a:lnTo>
                  <a:close/>
                </a:path>
                <a:path w="303530" h="303530">
                  <a:moveTo>
                    <a:pt x="153670" y="149860"/>
                  </a:moveTo>
                  <a:lnTo>
                    <a:pt x="143510" y="149860"/>
                  </a:lnTo>
                  <a:lnTo>
                    <a:pt x="140970" y="152400"/>
                  </a:lnTo>
                  <a:lnTo>
                    <a:pt x="151130" y="152400"/>
                  </a:lnTo>
                  <a:lnTo>
                    <a:pt x="153670" y="149860"/>
                  </a:lnTo>
                  <a:close/>
                </a:path>
                <a:path w="303530" h="303530">
                  <a:moveTo>
                    <a:pt x="156210" y="147320"/>
                  </a:moveTo>
                  <a:lnTo>
                    <a:pt x="146050" y="147320"/>
                  </a:lnTo>
                  <a:lnTo>
                    <a:pt x="144780" y="148589"/>
                  </a:lnTo>
                  <a:lnTo>
                    <a:pt x="154940" y="148589"/>
                  </a:lnTo>
                  <a:lnTo>
                    <a:pt x="156210" y="147320"/>
                  </a:lnTo>
                  <a:close/>
                </a:path>
                <a:path w="303530" h="303530">
                  <a:moveTo>
                    <a:pt x="160020" y="143510"/>
                  </a:moveTo>
                  <a:lnTo>
                    <a:pt x="149860" y="143510"/>
                  </a:lnTo>
                  <a:lnTo>
                    <a:pt x="147320" y="146050"/>
                  </a:lnTo>
                  <a:lnTo>
                    <a:pt x="157480" y="146050"/>
                  </a:lnTo>
                  <a:lnTo>
                    <a:pt x="160020" y="143510"/>
                  </a:lnTo>
                  <a:close/>
                </a:path>
                <a:path w="303530" h="303530">
                  <a:moveTo>
                    <a:pt x="162560" y="140970"/>
                  </a:moveTo>
                  <a:lnTo>
                    <a:pt x="152400" y="140970"/>
                  </a:lnTo>
                  <a:lnTo>
                    <a:pt x="151130" y="142239"/>
                  </a:lnTo>
                  <a:lnTo>
                    <a:pt x="161290" y="142239"/>
                  </a:lnTo>
                  <a:lnTo>
                    <a:pt x="162560" y="140970"/>
                  </a:lnTo>
                  <a:close/>
                </a:path>
                <a:path w="303530" h="303530">
                  <a:moveTo>
                    <a:pt x="166370" y="137160"/>
                  </a:moveTo>
                  <a:lnTo>
                    <a:pt x="156210" y="137160"/>
                  </a:lnTo>
                  <a:lnTo>
                    <a:pt x="153670" y="139700"/>
                  </a:lnTo>
                  <a:lnTo>
                    <a:pt x="163830" y="139700"/>
                  </a:lnTo>
                  <a:lnTo>
                    <a:pt x="166370" y="137160"/>
                  </a:lnTo>
                  <a:close/>
                </a:path>
                <a:path w="303530" h="303530">
                  <a:moveTo>
                    <a:pt x="168910" y="134620"/>
                  </a:moveTo>
                  <a:lnTo>
                    <a:pt x="158750" y="134620"/>
                  </a:lnTo>
                  <a:lnTo>
                    <a:pt x="157480" y="135889"/>
                  </a:lnTo>
                  <a:lnTo>
                    <a:pt x="167640" y="135889"/>
                  </a:lnTo>
                  <a:lnTo>
                    <a:pt x="168910" y="134620"/>
                  </a:lnTo>
                  <a:close/>
                </a:path>
                <a:path w="303530" h="303530">
                  <a:moveTo>
                    <a:pt x="172720" y="130810"/>
                  </a:moveTo>
                  <a:lnTo>
                    <a:pt x="162560" y="130810"/>
                  </a:lnTo>
                  <a:lnTo>
                    <a:pt x="160020" y="133350"/>
                  </a:lnTo>
                  <a:lnTo>
                    <a:pt x="170180" y="133350"/>
                  </a:lnTo>
                  <a:lnTo>
                    <a:pt x="172720" y="130810"/>
                  </a:lnTo>
                  <a:close/>
                </a:path>
                <a:path w="303530" h="303530">
                  <a:moveTo>
                    <a:pt x="175260" y="128270"/>
                  </a:moveTo>
                  <a:lnTo>
                    <a:pt x="165100" y="128270"/>
                  </a:lnTo>
                  <a:lnTo>
                    <a:pt x="163830" y="129539"/>
                  </a:lnTo>
                  <a:lnTo>
                    <a:pt x="173990" y="129539"/>
                  </a:lnTo>
                  <a:lnTo>
                    <a:pt x="175260" y="128270"/>
                  </a:lnTo>
                  <a:close/>
                </a:path>
                <a:path w="303530" h="303530">
                  <a:moveTo>
                    <a:pt x="179070" y="124460"/>
                  </a:moveTo>
                  <a:lnTo>
                    <a:pt x="168910" y="124460"/>
                  </a:lnTo>
                  <a:lnTo>
                    <a:pt x="166370" y="127000"/>
                  </a:lnTo>
                  <a:lnTo>
                    <a:pt x="176530" y="127000"/>
                  </a:lnTo>
                  <a:lnTo>
                    <a:pt x="179070" y="124460"/>
                  </a:lnTo>
                  <a:close/>
                </a:path>
                <a:path w="303530" h="303530">
                  <a:moveTo>
                    <a:pt x="181610" y="121920"/>
                  </a:moveTo>
                  <a:lnTo>
                    <a:pt x="171450" y="121920"/>
                  </a:lnTo>
                  <a:lnTo>
                    <a:pt x="170180" y="123189"/>
                  </a:lnTo>
                  <a:lnTo>
                    <a:pt x="180340" y="123189"/>
                  </a:lnTo>
                  <a:lnTo>
                    <a:pt x="181610" y="121920"/>
                  </a:lnTo>
                  <a:close/>
                </a:path>
                <a:path w="303530" h="303530">
                  <a:moveTo>
                    <a:pt x="185420" y="118110"/>
                  </a:moveTo>
                  <a:lnTo>
                    <a:pt x="175260" y="118110"/>
                  </a:lnTo>
                  <a:lnTo>
                    <a:pt x="172720" y="120650"/>
                  </a:lnTo>
                  <a:lnTo>
                    <a:pt x="182880" y="120650"/>
                  </a:lnTo>
                  <a:lnTo>
                    <a:pt x="185420" y="118110"/>
                  </a:lnTo>
                  <a:close/>
                </a:path>
                <a:path w="303530" h="303530">
                  <a:moveTo>
                    <a:pt x="187960" y="115570"/>
                  </a:moveTo>
                  <a:lnTo>
                    <a:pt x="177800" y="115570"/>
                  </a:lnTo>
                  <a:lnTo>
                    <a:pt x="176530" y="116839"/>
                  </a:lnTo>
                  <a:lnTo>
                    <a:pt x="186690" y="116839"/>
                  </a:lnTo>
                  <a:lnTo>
                    <a:pt x="187960" y="115570"/>
                  </a:lnTo>
                  <a:close/>
                </a:path>
                <a:path w="303530" h="303530">
                  <a:moveTo>
                    <a:pt x="191770" y="111760"/>
                  </a:moveTo>
                  <a:lnTo>
                    <a:pt x="181610" y="111760"/>
                  </a:lnTo>
                  <a:lnTo>
                    <a:pt x="179070" y="114300"/>
                  </a:lnTo>
                  <a:lnTo>
                    <a:pt x="189230" y="114300"/>
                  </a:lnTo>
                  <a:lnTo>
                    <a:pt x="191770" y="111760"/>
                  </a:lnTo>
                  <a:close/>
                </a:path>
                <a:path w="303530" h="303530">
                  <a:moveTo>
                    <a:pt x="194310" y="109220"/>
                  </a:moveTo>
                  <a:lnTo>
                    <a:pt x="184150" y="109220"/>
                  </a:lnTo>
                  <a:lnTo>
                    <a:pt x="182880" y="110489"/>
                  </a:lnTo>
                  <a:lnTo>
                    <a:pt x="193040" y="110489"/>
                  </a:lnTo>
                  <a:lnTo>
                    <a:pt x="194310" y="109220"/>
                  </a:lnTo>
                  <a:close/>
                </a:path>
                <a:path w="303530" h="303530">
                  <a:moveTo>
                    <a:pt x="198120" y="105410"/>
                  </a:moveTo>
                  <a:lnTo>
                    <a:pt x="187960" y="105410"/>
                  </a:lnTo>
                  <a:lnTo>
                    <a:pt x="185420" y="107950"/>
                  </a:lnTo>
                  <a:lnTo>
                    <a:pt x="195580" y="107950"/>
                  </a:lnTo>
                  <a:lnTo>
                    <a:pt x="198120" y="105410"/>
                  </a:lnTo>
                  <a:close/>
                </a:path>
                <a:path w="303530" h="303530">
                  <a:moveTo>
                    <a:pt x="200660" y="102870"/>
                  </a:moveTo>
                  <a:lnTo>
                    <a:pt x="190500" y="102870"/>
                  </a:lnTo>
                  <a:lnTo>
                    <a:pt x="189230" y="104139"/>
                  </a:lnTo>
                  <a:lnTo>
                    <a:pt x="199390" y="104139"/>
                  </a:lnTo>
                  <a:lnTo>
                    <a:pt x="200660" y="102870"/>
                  </a:lnTo>
                  <a:close/>
                </a:path>
                <a:path w="303530" h="303530">
                  <a:moveTo>
                    <a:pt x="204470" y="99060"/>
                  </a:moveTo>
                  <a:lnTo>
                    <a:pt x="194310" y="99060"/>
                  </a:lnTo>
                  <a:lnTo>
                    <a:pt x="191770" y="101600"/>
                  </a:lnTo>
                  <a:lnTo>
                    <a:pt x="201930" y="101600"/>
                  </a:lnTo>
                  <a:lnTo>
                    <a:pt x="204470" y="99060"/>
                  </a:lnTo>
                  <a:close/>
                </a:path>
                <a:path w="303530" h="303530">
                  <a:moveTo>
                    <a:pt x="207010" y="96520"/>
                  </a:moveTo>
                  <a:lnTo>
                    <a:pt x="196850" y="96520"/>
                  </a:lnTo>
                  <a:lnTo>
                    <a:pt x="195580" y="97789"/>
                  </a:lnTo>
                  <a:lnTo>
                    <a:pt x="205740" y="97789"/>
                  </a:lnTo>
                  <a:lnTo>
                    <a:pt x="207010" y="96520"/>
                  </a:lnTo>
                  <a:close/>
                </a:path>
                <a:path w="303530" h="303530">
                  <a:moveTo>
                    <a:pt x="210820" y="92710"/>
                  </a:moveTo>
                  <a:lnTo>
                    <a:pt x="200660" y="92710"/>
                  </a:lnTo>
                  <a:lnTo>
                    <a:pt x="198120" y="95250"/>
                  </a:lnTo>
                  <a:lnTo>
                    <a:pt x="208280" y="95250"/>
                  </a:lnTo>
                  <a:lnTo>
                    <a:pt x="210820" y="92710"/>
                  </a:lnTo>
                  <a:close/>
                </a:path>
                <a:path w="303530" h="303530">
                  <a:moveTo>
                    <a:pt x="213360" y="90170"/>
                  </a:moveTo>
                  <a:lnTo>
                    <a:pt x="203200" y="90170"/>
                  </a:lnTo>
                  <a:lnTo>
                    <a:pt x="201930" y="91439"/>
                  </a:lnTo>
                  <a:lnTo>
                    <a:pt x="212090" y="91439"/>
                  </a:lnTo>
                  <a:lnTo>
                    <a:pt x="213360" y="90170"/>
                  </a:lnTo>
                  <a:close/>
                </a:path>
                <a:path w="303530" h="303530">
                  <a:moveTo>
                    <a:pt x="217170" y="86360"/>
                  </a:moveTo>
                  <a:lnTo>
                    <a:pt x="207010" y="86360"/>
                  </a:lnTo>
                  <a:lnTo>
                    <a:pt x="204470" y="88900"/>
                  </a:lnTo>
                  <a:lnTo>
                    <a:pt x="214630" y="88900"/>
                  </a:lnTo>
                  <a:lnTo>
                    <a:pt x="217170" y="86360"/>
                  </a:lnTo>
                  <a:close/>
                </a:path>
                <a:path w="303530" h="303530">
                  <a:moveTo>
                    <a:pt x="219710" y="83820"/>
                  </a:moveTo>
                  <a:lnTo>
                    <a:pt x="209550" y="83820"/>
                  </a:lnTo>
                  <a:lnTo>
                    <a:pt x="208280" y="85089"/>
                  </a:lnTo>
                  <a:lnTo>
                    <a:pt x="218440" y="85089"/>
                  </a:lnTo>
                  <a:lnTo>
                    <a:pt x="219710" y="83820"/>
                  </a:lnTo>
                  <a:close/>
                </a:path>
                <a:path w="303530" h="303530">
                  <a:moveTo>
                    <a:pt x="223520" y="80010"/>
                  </a:moveTo>
                  <a:lnTo>
                    <a:pt x="213360" y="80010"/>
                  </a:lnTo>
                  <a:lnTo>
                    <a:pt x="210820" y="82550"/>
                  </a:lnTo>
                  <a:lnTo>
                    <a:pt x="220980" y="82550"/>
                  </a:lnTo>
                  <a:lnTo>
                    <a:pt x="223520" y="80010"/>
                  </a:lnTo>
                  <a:close/>
                </a:path>
                <a:path w="303530" h="303530">
                  <a:moveTo>
                    <a:pt x="226060" y="77470"/>
                  </a:moveTo>
                  <a:lnTo>
                    <a:pt x="215900" y="77470"/>
                  </a:lnTo>
                  <a:lnTo>
                    <a:pt x="214630" y="78739"/>
                  </a:lnTo>
                  <a:lnTo>
                    <a:pt x="224790" y="78739"/>
                  </a:lnTo>
                  <a:lnTo>
                    <a:pt x="226060" y="77470"/>
                  </a:lnTo>
                  <a:close/>
                </a:path>
                <a:path w="303530" h="303530">
                  <a:moveTo>
                    <a:pt x="229870" y="73660"/>
                  </a:moveTo>
                  <a:lnTo>
                    <a:pt x="219710" y="73660"/>
                  </a:lnTo>
                  <a:lnTo>
                    <a:pt x="217170" y="76200"/>
                  </a:lnTo>
                  <a:lnTo>
                    <a:pt x="227330" y="76200"/>
                  </a:lnTo>
                  <a:lnTo>
                    <a:pt x="229870" y="73660"/>
                  </a:lnTo>
                  <a:close/>
                </a:path>
                <a:path w="303530" h="303530">
                  <a:moveTo>
                    <a:pt x="232410" y="71120"/>
                  </a:moveTo>
                  <a:lnTo>
                    <a:pt x="222250" y="71120"/>
                  </a:lnTo>
                  <a:lnTo>
                    <a:pt x="220980" y="72389"/>
                  </a:lnTo>
                  <a:lnTo>
                    <a:pt x="231140" y="72389"/>
                  </a:lnTo>
                  <a:lnTo>
                    <a:pt x="232410" y="71120"/>
                  </a:lnTo>
                  <a:close/>
                </a:path>
                <a:path w="303530" h="303530">
                  <a:moveTo>
                    <a:pt x="236220" y="67310"/>
                  </a:moveTo>
                  <a:lnTo>
                    <a:pt x="226060" y="67310"/>
                  </a:lnTo>
                  <a:lnTo>
                    <a:pt x="223520" y="69850"/>
                  </a:lnTo>
                  <a:lnTo>
                    <a:pt x="233680" y="69850"/>
                  </a:lnTo>
                  <a:lnTo>
                    <a:pt x="236220" y="67310"/>
                  </a:lnTo>
                  <a:close/>
                </a:path>
                <a:path w="303530" h="303530">
                  <a:moveTo>
                    <a:pt x="238760" y="64770"/>
                  </a:moveTo>
                  <a:lnTo>
                    <a:pt x="228600" y="64770"/>
                  </a:lnTo>
                  <a:lnTo>
                    <a:pt x="227330" y="66039"/>
                  </a:lnTo>
                  <a:lnTo>
                    <a:pt x="237490" y="66039"/>
                  </a:lnTo>
                  <a:lnTo>
                    <a:pt x="238760" y="64770"/>
                  </a:lnTo>
                  <a:close/>
                </a:path>
                <a:path w="303530" h="303530">
                  <a:moveTo>
                    <a:pt x="242570" y="60960"/>
                  </a:moveTo>
                  <a:lnTo>
                    <a:pt x="232410" y="60960"/>
                  </a:lnTo>
                  <a:lnTo>
                    <a:pt x="229870" y="63500"/>
                  </a:lnTo>
                  <a:lnTo>
                    <a:pt x="240030" y="63500"/>
                  </a:lnTo>
                  <a:lnTo>
                    <a:pt x="242570" y="60960"/>
                  </a:lnTo>
                  <a:close/>
                </a:path>
                <a:path w="303530" h="303530">
                  <a:moveTo>
                    <a:pt x="245110" y="58420"/>
                  </a:moveTo>
                  <a:lnTo>
                    <a:pt x="234950" y="58420"/>
                  </a:lnTo>
                  <a:lnTo>
                    <a:pt x="233680" y="59689"/>
                  </a:lnTo>
                  <a:lnTo>
                    <a:pt x="243840" y="59689"/>
                  </a:lnTo>
                  <a:lnTo>
                    <a:pt x="245110" y="58420"/>
                  </a:lnTo>
                  <a:close/>
                </a:path>
                <a:path w="303530" h="303530">
                  <a:moveTo>
                    <a:pt x="248920" y="54610"/>
                  </a:moveTo>
                  <a:lnTo>
                    <a:pt x="238760" y="54610"/>
                  </a:lnTo>
                  <a:lnTo>
                    <a:pt x="236220" y="57150"/>
                  </a:lnTo>
                  <a:lnTo>
                    <a:pt x="246380" y="57150"/>
                  </a:lnTo>
                  <a:lnTo>
                    <a:pt x="248920" y="54610"/>
                  </a:lnTo>
                  <a:close/>
                </a:path>
                <a:path w="303530" h="303530">
                  <a:moveTo>
                    <a:pt x="251460" y="52070"/>
                  </a:moveTo>
                  <a:lnTo>
                    <a:pt x="241300" y="52070"/>
                  </a:lnTo>
                  <a:lnTo>
                    <a:pt x="240030" y="53339"/>
                  </a:lnTo>
                  <a:lnTo>
                    <a:pt x="250190" y="53339"/>
                  </a:lnTo>
                  <a:lnTo>
                    <a:pt x="251460" y="52070"/>
                  </a:lnTo>
                  <a:close/>
                </a:path>
                <a:path w="303530" h="303530">
                  <a:moveTo>
                    <a:pt x="255270" y="48260"/>
                  </a:moveTo>
                  <a:lnTo>
                    <a:pt x="245110" y="48260"/>
                  </a:lnTo>
                  <a:lnTo>
                    <a:pt x="242570" y="50800"/>
                  </a:lnTo>
                  <a:lnTo>
                    <a:pt x="252730" y="50800"/>
                  </a:lnTo>
                  <a:lnTo>
                    <a:pt x="255270" y="48260"/>
                  </a:lnTo>
                  <a:close/>
                </a:path>
                <a:path w="303530" h="303530">
                  <a:moveTo>
                    <a:pt x="257810" y="45720"/>
                  </a:moveTo>
                  <a:lnTo>
                    <a:pt x="247650" y="45720"/>
                  </a:lnTo>
                  <a:lnTo>
                    <a:pt x="246380" y="46989"/>
                  </a:lnTo>
                  <a:lnTo>
                    <a:pt x="256540" y="46989"/>
                  </a:lnTo>
                  <a:lnTo>
                    <a:pt x="257810" y="45720"/>
                  </a:lnTo>
                  <a:close/>
                </a:path>
                <a:path w="303530" h="303530">
                  <a:moveTo>
                    <a:pt x="261620" y="41910"/>
                  </a:moveTo>
                  <a:lnTo>
                    <a:pt x="251460" y="41910"/>
                  </a:lnTo>
                  <a:lnTo>
                    <a:pt x="248920" y="44450"/>
                  </a:lnTo>
                  <a:lnTo>
                    <a:pt x="259080" y="44450"/>
                  </a:lnTo>
                  <a:lnTo>
                    <a:pt x="261620" y="41910"/>
                  </a:lnTo>
                  <a:close/>
                </a:path>
                <a:path w="303530" h="303530">
                  <a:moveTo>
                    <a:pt x="264160" y="39370"/>
                  </a:moveTo>
                  <a:lnTo>
                    <a:pt x="254000" y="39370"/>
                  </a:lnTo>
                  <a:lnTo>
                    <a:pt x="252730" y="40639"/>
                  </a:lnTo>
                  <a:lnTo>
                    <a:pt x="262890" y="40639"/>
                  </a:lnTo>
                  <a:lnTo>
                    <a:pt x="264160" y="39370"/>
                  </a:lnTo>
                  <a:close/>
                </a:path>
                <a:path w="303530" h="303530">
                  <a:moveTo>
                    <a:pt x="267970" y="35560"/>
                  </a:moveTo>
                  <a:lnTo>
                    <a:pt x="257810" y="35560"/>
                  </a:lnTo>
                  <a:lnTo>
                    <a:pt x="255270" y="38100"/>
                  </a:lnTo>
                  <a:lnTo>
                    <a:pt x="265430" y="38100"/>
                  </a:lnTo>
                  <a:lnTo>
                    <a:pt x="267970" y="35560"/>
                  </a:lnTo>
                  <a:close/>
                </a:path>
                <a:path w="303530" h="303530">
                  <a:moveTo>
                    <a:pt x="270510" y="33020"/>
                  </a:moveTo>
                  <a:lnTo>
                    <a:pt x="260350" y="33020"/>
                  </a:lnTo>
                  <a:lnTo>
                    <a:pt x="259080" y="34289"/>
                  </a:lnTo>
                  <a:lnTo>
                    <a:pt x="269240" y="34289"/>
                  </a:lnTo>
                  <a:lnTo>
                    <a:pt x="270510" y="33020"/>
                  </a:lnTo>
                  <a:close/>
                </a:path>
                <a:path w="303530" h="303530">
                  <a:moveTo>
                    <a:pt x="274320" y="29210"/>
                  </a:moveTo>
                  <a:lnTo>
                    <a:pt x="264160" y="29210"/>
                  </a:lnTo>
                  <a:lnTo>
                    <a:pt x="261620" y="31750"/>
                  </a:lnTo>
                  <a:lnTo>
                    <a:pt x="271780" y="31750"/>
                  </a:lnTo>
                  <a:lnTo>
                    <a:pt x="274320" y="29210"/>
                  </a:lnTo>
                  <a:close/>
                </a:path>
                <a:path w="303530" h="303530">
                  <a:moveTo>
                    <a:pt x="276860" y="26670"/>
                  </a:moveTo>
                  <a:lnTo>
                    <a:pt x="266700" y="26670"/>
                  </a:lnTo>
                  <a:lnTo>
                    <a:pt x="265430" y="27939"/>
                  </a:lnTo>
                  <a:lnTo>
                    <a:pt x="275590" y="27939"/>
                  </a:lnTo>
                  <a:lnTo>
                    <a:pt x="276860" y="26670"/>
                  </a:lnTo>
                  <a:close/>
                </a:path>
                <a:path w="303530" h="303530">
                  <a:moveTo>
                    <a:pt x="280670" y="22860"/>
                  </a:moveTo>
                  <a:lnTo>
                    <a:pt x="270510" y="22860"/>
                  </a:lnTo>
                  <a:lnTo>
                    <a:pt x="267970" y="25400"/>
                  </a:lnTo>
                  <a:lnTo>
                    <a:pt x="278130" y="25400"/>
                  </a:lnTo>
                  <a:lnTo>
                    <a:pt x="280670" y="22860"/>
                  </a:lnTo>
                  <a:close/>
                </a:path>
                <a:path w="303530" h="303530">
                  <a:moveTo>
                    <a:pt x="283210" y="20320"/>
                  </a:moveTo>
                  <a:lnTo>
                    <a:pt x="273050" y="20320"/>
                  </a:lnTo>
                  <a:lnTo>
                    <a:pt x="271780" y="21589"/>
                  </a:lnTo>
                  <a:lnTo>
                    <a:pt x="281940" y="21589"/>
                  </a:lnTo>
                  <a:lnTo>
                    <a:pt x="283210" y="20320"/>
                  </a:lnTo>
                  <a:close/>
                </a:path>
                <a:path w="303530" h="303530">
                  <a:moveTo>
                    <a:pt x="287020" y="16510"/>
                  </a:moveTo>
                  <a:lnTo>
                    <a:pt x="276860" y="16510"/>
                  </a:lnTo>
                  <a:lnTo>
                    <a:pt x="274320" y="19050"/>
                  </a:lnTo>
                  <a:lnTo>
                    <a:pt x="284480" y="19050"/>
                  </a:lnTo>
                  <a:lnTo>
                    <a:pt x="287020" y="16510"/>
                  </a:lnTo>
                  <a:close/>
                </a:path>
                <a:path w="303530" h="303530">
                  <a:moveTo>
                    <a:pt x="281940" y="12700"/>
                  </a:moveTo>
                  <a:lnTo>
                    <a:pt x="280670" y="12700"/>
                  </a:lnTo>
                  <a:lnTo>
                    <a:pt x="279400" y="13970"/>
                  </a:lnTo>
                  <a:lnTo>
                    <a:pt x="279400" y="15239"/>
                  </a:lnTo>
                  <a:lnTo>
                    <a:pt x="288290" y="15239"/>
                  </a:lnTo>
                  <a:lnTo>
                    <a:pt x="289560" y="13970"/>
                  </a:lnTo>
                  <a:lnTo>
                    <a:pt x="281940" y="13970"/>
                  </a:lnTo>
                  <a:lnTo>
                    <a:pt x="281940" y="12700"/>
                  </a:lnTo>
                  <a:close/>
                </a:path>
                <a:path w="303530" h="303530">
                  <a:moveTo>
                    <a:pt x="293370" y="10160"/>
                  </a:moveTo>
                  <a:lnTo>
                    <a:pt x="284480" y="10160"/>
                  </a:lnTo>
                  <a:lnTo>
                    <a:pt x="284480" y="12700"/>
                  </a:lnTo>
                  <a:lnTo>
                    <a:pt x="290830" y="12700"/>
                  </a:lnTo>
                  <a:lnTo>
                    <a:pt x="293370" y="10160"/>
                  </a:lnTo>
                  <a:close/>
                </a:path>
                <a:path w="303530" h="303530">
                  <a:moveTo>
                    <a:pt x="288290" y="8889"/>
                  </a:moveTo>
                  <a:lnTo>
                    <a:pt x="287020" y="8889"/>
                  </a:lnTo>
                  <a:lnTo>
                    <a:pt x="287020" y="10160"/>
                  </a:lnTo>
                  <a:lnTo>
                    <a:pt x="288290" y="10160"/>
                  </a:lnTo>
                  <a:lnTo>
                    <a:pt x="288290" y="8889"/>
                  </a:lnTo>
                  <a:close/>
                </a:path>
                <a:path w="303530" h="303530">
                  <a:moveTo>
                    <a:pt x="293369" y="6350"/>
                  </a:moveTo>
                  <a:lnTo>
                    <a:pt x="290830" y="6350"/>
                  </a:lnTo>
                  <a:lnTo>
                    <a:pt x="290830" y="8889"/>
                  </a:lnTo>
                  <a:lnTo>
                    <a:pt x="294640" y="8889"/>
                  </a:lnTo>
                  <a:lnTo>
                    <a:pt x="295910" y="7620"/>
                  </a:lnTo>
                  <a:lnTo>
                    <a:pt x="293369" y="7620"/>
                  </a:lnTo>
                  <a:lnTo>
                    <a:pt x="293369" y="6350"/>
                  </a:lnTo>
                  <a:close/>
                </a:path>
                <a:path w="303530" h="303530">
                  <a:moveTo>
                    <a:pt x="299719" y="2539"/>
                  </a:moveTo>
                  <a:lnTo>
                    <a:pt x="298450" y="2539"/>
                  </a:lnTo>
                  <a:lnTo>
                    <a:pt x="298450" y="3810"/>
                  </a:lnTo>
                  <a:lnTo>
                    <a:pt x="295910" y="3810"/>
                  </a:lnTo>
                  <a:lnTo>
                    <a:pt x="295910" y="6350"/>
                  </a:lnTo>
                  <a:lnTo>
                    <a:pt x="297180" y="6350"/>
                  </a:lnTo>
                  <a:lnTo>
                    <a:pt x="299720" y="3810"/>
                  </a:lnTo>
                  <a:lnTo>
                    <a:pt x="299719" y="2539"/>
                  </a:lnTo>
                  <a:close/>
                </a:path>
                <a:path w="303530" h="303530">
                  <a:moveTo>
                    <a:pt x="303530" y="0"/>
                  </a:moveTo>
                  <a:lnTo>
                    <a:pt x="302260" y="0"/>
                  </a:lnTo>
                  <a:lnTo>
                    <a:pt x="302260" y="1270"/>
                  </a:lnTo>
                  <a:lnTo>
                    <a:pt x="303530" y="0"/>
                  </a:lnTo>
                  <a:close/>
                </a:path>
                <a:path w="303530" h="303530">
                  <a:moveTo>
                    <a:pt x="133350" y="170180"/>
                  </a:moveTo>
                  <a:lnTo>
                    <a:pt x="123190" y="170180"/>
                  </a:lnTo>
                  <a:lnTo>
                    <a:pt x="0" y="293370"/>
                  </a:lnTo>
                  <a:lnTo>
                    <a:pt x="0" y="303530"/>
                  </a:lnTo>
                  <a:lnTo>
                    <a:pt x="133350" y="170180"/>
                  </a:lnTo>
                  <a:close/>
                </a:path>
              </a:pathLst>
            </a:custGeom>
            <a:solidFill>
              <a:srgbClr val="C9B9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1334769" y="2738119"/>
              <a:ext cx="327660" cy="327660"/>
            </a:xfrm>
            <a:custGeom>
              <a:avLst/>
              <a:gdLst/>
              <a:ahLst/>
              <a:cxnLst/>
              <a:rect l="l" t="t" r="r" b="b"/>
              <a:pathLst>
                <a:path w="327660" h="327660">
                  <a:moveTo>
                    <a:pt x="148590" y="179070"/>
                  </a:moveTo>
                  <a:lnTo>
                    <a:pt x="137160" y="179070"/>
                  </a:lnTo>
                  <a:lnTo>
                    <a:pt x="135890" y="180339"/>
                  </a:lnTo>
                  <a:lnTo>
                    <a:pt x="147320" y="180339"/>
                  </a:lnTo>
                  <a:lnTo>
                    <a:pt x="148590" y="179070"/>
                  </a:lnTo>
                  <a:close/>
                </a:path>
                <a:path w="327660" h="327660">
                  <a:moveTo>
                    <a:pt x="152400" y="175260"/>
                  </a:moveTo>
                  <a:lnTo>
                    <a:pt x="140970" y="175260"/>
                  </a:lnTo>
                  <a:lnTo>
                    <a:pt x="138430" y="177800"/>
                  </a:lnTo>
                  <a:lnTo>
                    <a:pt x="149860" y="177800"/>
                  </a:lnTo>
                  <a:lnTo>
                    <a:pt x="152400" y="175260"/>
                  </a:lnTo>
                  <a:close/>
                </a:path>
                <a:path w="327660" h="327660">
                  <a:moveTo>
                    <a:pt x="154940" y="172720"/>
                  </a:moveTo>
                  <a:lnTo>
                    <a:pt x="143510" y="172720"/>
                  </a:lnTo>
                  <a:lnTo>
                    <a:pt x="142240" y="173989"/>
                  </a:lnTo>
                  <a:lnTo>
                    <a:pt x="153670" y="173989"/>
                  </a:lnTo>
                  <a:lnTo>
                    <a:pt x="154940" y="172720"/>
                  </a:lnTo>
                  <a:close/>
                </a:path>
                <a:path w="327660" h="327660">
                  <a:moveTo>
                    <a:pt x="158750" y="168910"/>
                  </a:moveTo>
                  <a:lnTo>
                    <a:pt x="147320" y="168910"/>
                  </a:lnTo>
                  <a:lnTo>
                    <a:pt x="144780" y="171450"/>
                  </a:lnTo>
                  <a:lnTo>
                    <a:pt x="156210" y="171450"/>
                  </a:lnTo>
                  <a:lnTo>
                    <a:pt x="158750" y="168910"/>
                  </a:lnTo>
                  <a:close/>
                </a:path>
                <a:path w="327660" h="327660">
                  <a:moveTo>
                    <a:pt x="161290" y="166370"/>
                  </a:moveTo>
                  <a:lnTo>
                    <a:pt x="149860" y="166370"/>
                  </a:lnTo>
                  <a:lnTo>
                    <a:pt x="148590" y="167639"/>
                  </a:lnTo>
                  <a:lnTo>
                    <a:pt x="160020" y="167639"/>
                  </a:lnTo>
                  <a:lnTo>
                    <a:pt x="161290" y="166370"/>
                  </a:lnTo>
                  <a:close/>
                </a:path>
                <a:path w="327660" h="327660">
                  <a:moveTo>
                    <a:pt x="165100" y="162560"/>
                  </a:moveTo>
                  <a:lnTo>
                    <a:pt x="153670" y="162560"/>
                  </a:lnTo>
                  <a:lnTo>
                    <a:pt x="151130" y="165100"/>
                  </a:lnTo>
                  <a:lnTo>
                    <a:pt x="162560" y="165100"/>
                  </a:lnTo>
                  <a:lnTo>
                    <a:pt x="165100" y="162560"/>
                  </a:lnTo>
                  <a:close/>
                </a:path>
                <a:path w="327660" h="327660">
                  <a:moveTo>
                    <a:pt x="167640" y="160020"/>
                  </a:moveTo>
                  <a:lnTo>
                    <a:pt x="156210" y="160020"/>
                  </a:lnTo>
                  <a:lnTo>
                    <a:pt x="154940" y="161289"/>
                  </a:lnTo>
                  <a:lnTo>
                    <a:pt x="166370" y="161289"/>
                  </a:lnTo>
                  <a:lnTo>
                    <a:pt x="167640" y="160020"/>
                  </a:lnTo>
                  <a:close/>
                </a:path>
                <a:path w="327660" h="327660">
                  <a:moveTo>
                    <a:pt x="171450" y="156210"/>
                  </a:moveTo>
                  <a:lnTo>
                    <a:pt x="160020" y="156210"/>
                  </a:lnTo>
                  <a:lnTo>
                    <a:pt x="157480" y="158750"/>
                  </a:lnTo>
                  <a:lnTo>
                    <a:pt x="168910" y="158750"/>
                  </a:lnTo>
                  <a:lnTo>
                    <a:pt x="171450" y="156210"/>
                  </a:lnTo>
                  <a:close/>
                </a:path>
                <a:path w="327660" h="327660">
                  <a:moveTo>
                    <a:pt x="173990" y="153670"/>
                  </a:moveTo>
                  <a:lnTo>
                    <a:pt x="162560" y="153670"/>
                  </a:lnTo>
                  <a:lnTo>
                    <a:pt x="161290" y="154939"/>
                  </a:lnTo>
                  <a:lnTo>
                    <a:pt x="172720" y="154939"/>
                  </a:lnTo>
                  <a:lnTo>
                    <a:pt x="173990" y="153670"/>
                  </a:lnTo>
                  <a:close/>
                </a:path>
                <a:path w="327660" h="327660">
                  <a:moveTo>
                    <a:pt x="177800" y="149860"/>
                  </a:moveTo>
                  <a:lnTo>
                    <a:pt x="166370" y="149860"/>
                  </a:lnTo>
                  <a:lnTo>
                    <a:pt x="163830" y="152400"/>
                  </a:lnTo>
                  <a:lnTo>
                    <a:pt x="175260" y="152400"/>
                  </a:lnTo>
                  <a:lnTo>
                    <a:pt x="177800" y="149860"/>
                  </a:lnTo>
                  <a:close/>
                </a:path>
                <a:path w="327660" h="327660">
                  <a:moveTo>
                    <a:pt x="180340" y="147320"/>
                  </a:moveTo>
                  <a:lnTo>
                    <a:pt x="168910" y="147320"/>
                  </a:lnTo>
                  <a:lnTo>
                    <a:pt x="167640" y="148589"/>
                  </a:lnTo>
                  <a:lnTo>
                    <a:pt x="179070" y="148589"/>
                  </a:lnTo>
                  <a:lnTo>
                    <a:pt x="180340" y="147320"/>
                  </a:lnTo>
                  <a:close/>
                </a:path>
                <a:path w="327660" h="327660">
                  <a:moveTo>
                    <a:pt x="184150" y="143510"/>
                  </a:moveTo>
                  <a:lnTo>
                    <a:pt x="172720" y="143510"/>
                  </a:lnTo>
                  <a:lnTo>
                    <a:pt x="170180" y="146050"/>
                  </a:lnTo>
                  <a:lnTo>
                    <a:pt x="181610" y="146050"/>
                  </a:lnTo>
                  <a:lnTo>
                    <a:pt x="184150" y="143510"/>
                  </a:lnTo>
                  <a:close/>
                </a:path>
                <a:path w="327660" h="327660">
                  <a:moveTo>
                    <a:pt x="186690" y="140970"/>
                  </a:moveTo>
                  <a:lnTo>
                    <a:pt x="175260" y="140970"/>
                  </a:lnTo>
                  <a:lnTo>
                    <a:pt x="173990" y="142239"/>
                  </a:lnTo>
                  <a:lnTo>
                    <a:pt x="185420" y="142239"/>
                  </a:lnTo>
                  <a:lnTo>
                    <a:pt x="186690" y="140970"/>
                  </a:lnTo>
                  <a:close/>
                </a:path>
                <a:path w="327660" h="327660">
                  <a:moveTo>
                    <a:pt x="190500" y="137160"/>
                  </a:moveTo>
                  <a:lnTo>
                    <a:pt x="179070" y="137160"/>
                  </a:lnTo>
                  <a:lnTo>
                    <a:pt x="176530" y="139700"/>
                  </a:lnTo>
                  <a:lnTo>
                    <a:pt x="187960" y="139700"/>
                  </a:lnTo>
                  <a:lnTo>
                    <a:pt x="190500" y="137160"/>
                  </a:lnTo>
                  <a:close/>
                </a:path>
                <a:path w="327660" h="327660">
                  <a:moveTo>
                    <a:pt x="193040" y="134620"/>
                  </a:moveTo>
                  <a:lnTo>
                    <a:pt x="181610" y="134620"/>
                  </a:lnTo>
                  <a:lnTo>
                    <a:pt x="180340" y="135889"/>
                  </a:lnTo>
                  <a:lnTo>
                    <a:pt x="191770" y="135889"/>
                  </a:lnTo>
                  <a:lnTo>
                    <a:pt x="193040" y="134620"/>
                  </a:lnTo>
                  <a:close/>
                </a:path>
                <a:path w="327660" h="327660">
                  <a:moveTo>
                    <a:pt x="196850" y="130810"/>
                  </a:moveTo>
                  <a:lnTo>
                    <a:pt x="185420" y="130810"/>
                  </a:lnTo>
                  <a:lnTo>
                    <a:pt x="182880" y="133350"/>
                  </a:lnTo>
                  <a:lnTo>
                    <a:pt x="194310" y="133350"/>
                  </a:lnTo>
                  <a:lnTo>
                    <a:pt x="196850" y="130810"/>
                  </a:lnTo>
                  <a:close/>
                </a:path>
                <a:path w="327660" h="327660">
                  <a:moveTo>
                    <a:pt x="199390" y="128270"/>
                  </a:moveTo>
                  <a:lnTo>
                    <a:pt x="187960" y="128270"/>
                  </a:lnTo>
                  <a:lnTo>
                    <a:pt x="186690" y="129539"/>
                  </a:lnTo>
                  <a:lnTo>
                    <a:pt x="198120" y="129539"/>
                  </a:lnTo>
                  <a:lnTo>
                    <a:pt x="199390" y="128270"/>
                  </a:lnTo>
                  <a:close/>
                </a:path>
                <a:path w="327660" h="327660">
                  <a:moveTo>
                    <a:pt x="203200" y="124460"/>
                  </a:moveTo>
                  <a:lnTo>
                    <a:pt x="191770" y="124460"/>
                  </a:lnTo>
                  <a:lnTo>
                    <a:pt x="189230" y="127000"/>
                  </a:lnTo>
                  <a:lnTo>
                    <a:pt x="200660" y="127000"/>
                  </a:lnTo>
                  <a:lnTo>
                    <a:pt x="203200" y="124460"/>
                  </a:lnTo>
                  <a:close/>
                </a:path>
                <a:path w="327660" h="327660">
                  <a:moveTo>
                    <a:pt x="205740" y="121920"/>
                  </a:moveTo>
                  <a:lnTo>
                    <a:pt x="194310" y="121920"/>
                  </a:lnTo>
                  <a:lnTo>
                    <a:pt x="193040" y="123189"/>
                  </a:lnTo>
                  <a:lnTo>
                    <a:pt x="204470" y="123189"/>
                  </a:lnTo>
                  <a:lnTo>
                    <a:pt x="205740" y="121920"/>
                  </a:lnTo>
                  <a:close/>
                </a:path>
                <a:path w="327660" h="327660">
                  <a:moveTo>
                    <a:pt x="209550" y="118110"/>
                  </a:moveTo>
                  <a:lnTo>
                    <a:pt x="198120" y="118110"/>
                  </a:lnTo>
                  <a:lnTo>
                    <a:pt x="195580" y="120650"/>
                  </a:lnTo>
                  <a:lnTo>
                    <a:pt x="207010" y="120650"/>
                  </a:lnTo>
                  <a:lnTo>
                    <a:pt x="209550" y="118110"/>
                  </a:lnTo>
                  <a:close/>
                </a:path>
                <a:path w="327660" h="327660">
                  <a:moveTo>
                    <a:pt x="212090" y="115570"/>
                  </a:moveTo>
                  <a:lnTo>
                    <a:pt x="200660" y="115570"/>
                  </a:lnTo>
                  <a:lnTo>
                    <a:pt x="199390" y="116839"/>
                  </a:lnTo>
                  <a:lnTo>
                    <a:pt x="210820" y="116839"/>
                  </a:lnTo>
                  <a:lnTo>
                    <a:pt x="212090" y="115570"/>
                  </a:lnTo>
                  <a:close/>
                </a:path>
                <a:path w="327660" h="327660">
                  <a:moveTo>
                    <a:pt x="215900" y="111760"/>
                  </a:moveTo>
                  <a:lnTo>
                    <a:pt x="204470" y="111760"/>
                  </a:lnTo>
                  <a:lnTo>
                    <a:pt x="201930" y="114300"/>
                  </a:lnTo>
                  <a:lnTo>
                    <a:pt x="213360" y="114300"/>
                  </a:lnTo>
                  <a:lnTo>
                    <a:pt x="215900" y="111760"/>
                  </a:lnTo>
                  <a:close/>
                </a:path>
                <a:path w="327660" h="327660">
                  <a:moveTo>
                    <a:pt x="218440" y="109220"/>
                  </a:moveTo>
                  <a:lnTo>
                    <a:pt x="207010" y="109220"/>
                  </a:lnTo>
                  <a:lnTo>
                    <a:pt x="205740" y="110489"/>
                  </a:lnTo>
                  <a:lnTo>
                    <a:pt x="217170" y="110489"/>
                  </a:lnTo>
                  <a:lnTo>
                    <a:pt x="218440" y="109220"/>
                  </a:lnTo>
                  <a:close/>
                </a:path>
                <a:path w="327660" h="327660">
                  <a:moveTo>
                    <a:pt x="222250" y="105410"/>
                  </a:moveTo>
                  <a:lnTo>
                    <a:pt x="210820" y="105410"/>
                  </a:lnTo>
                  <a:lnTo>
                    <a:pt x="208280" y="107950"/>
                  </a:lnTo>
                  <a:lnTo>
                    <a:pt x="219710" y="107950"/>
                  </a:lnTo>
                  <a:lnTo>
                    <a:pt x="222250" y="105410"/>
                  </a:lnTo>
                  <a:close/>
                </a:path>
                <a:path w="327660" h="327660">
                  <a:moveTo>
                    <a:pt x="224790" y="102870"/>
                  </a:moveTo>
                  <a:lnTo>
                    <a:pt x="213360" y="102870"/>
                  </a:lnTo>
                  <a:lnTo>
                    <a:pt x="212090" y="104139"/>
                  </a:lnTo>
                  <a:lnTo>
                    <a:pt x="223520" y="104139"/>
                  </a:lnTo>
                  <a:lnTo>
                    <a:pt x="224790" y="102870"/>
                  </a:lnTo>
                  <a:close/>
                </a:path>
                <a:path w="327660" h="327660">
                  <a:moveTo>
                    <a:pt x="228600" y="99060"/>
                  </a:moveTo>
                  <a:lnTo>
                    <a:pt x="217170" y="99060"/>
                  </a:lnTo>
                  <a:lnTo>
                    <a:pt x="214630" y="101600"/>
                  </a:lnTo>
                  <a:lnTo>
                    <a:pt x="226060" y="101600"/>
                  </a:lnTo>
                  <a:lnTo>
                    <a:pt x="228600" y="99060"/>
                  </a:lnTo>
                  <a:close/>
                </a:path>
                <a:path w="327660" h="327660">
                  <a:moveTo>
                    <a:pt x="231140" y="96520"/>
                  </a:moveTo>
                  <a:lnTo>
                    <a:pt x="219710" y="96520"/>
                  </a:lnTo>
                  <a:lnTo>
                    <a:pt x="218440" y="97789"/>
                  </a:lnTo>
                  <a:lnTo>
                    <a:pt x="229870" y="97789"/>
                  </a:lnTo>
                  <a:lnTo>
                    <a:pt x="231140" y="96520"/>
                  </a:lnTo>
                  <a:close/>
                </a:path>
                <a:path w="327660" h="327660">
                  <a:moveTo>
                    <a:pt x="234950" y="92710"/>
                  </a:moveTo>
                  <a:lnTo>
                    <a:pt x="223520" y="92710"/>
                  </a:lnTo>
                  <a:lnTo>
                    <a:pt x="220980" y="95250"/>
                  </a:lnTo>
                  <a:lnTo>
                    <a:pt x="232410" y="95250"/>
                  </a:lnTo>
                  <a:lnTo>
                    <a:pt x="234950" y="92710"/>
                  </a:lnTo>
                  <a:close/>
                </a:path>
                <a:path w="327660" h="327660">
                  <a:moveTo>
                    <a:pt x="237490" y="90170"/>
                  </a:moveTo>
                  <a:lnTo>
                    <a:pt x="226060" y="90170"/>
                  </a:lnTo>
                  <a:lnTo>
                    <a:pt x="224790" y="91439"/>
                  </a:lnTo>
                  <a:lnTo>
                    <a:pt x="236220" y="91439"/>
                  </a:lnTo>
                  <a:lnTo>
                    <a:pt x="237490" y="90170"/>
                  </a:lnTo>
                  <a:close/>
                </a:path>
                <a:path w="327660" h="327660">
                  <a:moveTo>
                    <a:pt x="241300" y="86360"/>
                  </a:moveTo>
                  <a:lnTo>
                    <a:pt x="229870" y="86360"/>
                  </a:lnTo>
                  <a:lnTo>
                    <a:pt x="227330" y="88900"/>
                  </a:lnTo>
                  <a:lnTo>
                    <a:pt x="238760" y="88900"/>
                  </a:lnTo>
                  <a:lnTo>
                    <a:pt x="241300" y="86360"/>
                  </a:lnTo>
                  <a:close/>
                </a:path>
                <a:path w="327660" h="327660">
                  <a:moveTo>
                    <a:pt x="243840" y="83820"/>
                  </a:moveTo>
                  <a:lnTo>
                    <a:pt x="232410" y="83820"/>
                  </a:lnTo>
                  <a:lnTo>
                    <a:pt x="231140" y="85089"/>
                  </a:lnTo>
                  <a:lnTo>
                    <a:pt x="242570" y="85089"/>
                  </a:lnTo>
                  <a:lnTo>
                    <a:pt x="243840" y="83820"/>
                  </a:lnTo>
                  <a:close/>
                </a:path>
                <a:path w="327660" h="327660">
                  <a:moveTo>
                    <a:pt x="247650" y="80010"/>
                  </a:moveTo>
                  <a:lnTo>
                    <a:pt x="236220" y="80010"/>
                  </a:lnTo>
                  <a:lnTo>
                    <a:pt x="233680" y="82550"/>
                  </a:lnTo>
                  <a:lnTo>
                    <a:pt x="245110" y="82550"/>
                  </a:lnTo>
                  <a:lnTo>
                    <a:pt x="247650" y="80010"/>
                  </a:lnTo>
                  <a:close/>
                </a:path>
                <a:path w="327660" h="327660">
                  <a:moveTo>
                    <a:pt x="250190" y="77470"/>
                  </a:moveTo>
                  <a:lnTo>
                    <a:pt x="238760" y="77470"/>
                  </a:lnTo>
                  <a:lnTo>
                    <a:pt x="237490" y="78739"/>
                  </a:lnTo>
                  <a:lnTo>
                    <a:pt x="248920" y="78739"/>
                  </a:lnTo>
                  <a:lnTo>
                    <a:pt x="250190" y="77470"/>
                  </a:lnTo>
                  <a:close/>
                </a:path>
                <a:path w="327660" h="327660">
                  <a:moveTo>
                    <a:pt x="254000" y="73660"/>
                  </a:moveTo>
                  <a:lnTo>
                    <a:pt x="242570" y="73660"/>
                  </a:lnTo>
                  <a:lnTo>
                    <a:pt x="240030" y="76200"/>
                  </a:lnTo>
                  <a:lnTo>
                    <a:pt x="251460" y="76200"/>
                  </a:lnTo>
                  <a:lnTo>
                    <a:pt x="254000" y="73660"/>
                  </a:lnTo>
                  <a:close/>
                </a:path>
                <a:path w="327660" h="327660">
                  <a:moveTo>
                    <a:pt x="256540" y="71120"/>
                  </a:moveTo>
                  <a:lnTo>
                    <a:pt x="245110" y="71120"/>
                  </a:lnTo>
                  <a:lnTo>
                    <a:pt x="243840" y="72389"/>
                  </a:lnTo>
                  <a:lnTo>
                    <a:pt x="255270" y="72389"/>
                  </a:lnTo>
                  <a:lnTo>
                    <a:pt x="256540" y="71120"/>
                  </a:lnTo>
                  <a:close/>
                </a:path>
                <a:path w="327660" h="327660">
                  <a:moveTo>
                    <a:pt x="260350" y="67310"/>
                  </a:moveTo>
                  <a:lnTo>
                    <a:pt x="248920" y="67310"/>
                  </a:lnTo>
                  <a:lnTo>
                    <a:pt x="246380" y="69850"/>
                  </a:lnTo>
                  <a:lnTo>
                    <a:pt x="257810" y="69850"/>
                  </a:lnTo>
                  <a:lnTo>
                    <a:pt x="260350" y="67310"/>
                  </a:lnTo>
                  <a:close/>
                </a:path>
                <a:path w="327660" h="327660">
                  <a:moveTo>
                    <a:pt x="262890" y="64770"/>
                  </a:moveTo>
                  <a:lnTo>
                    <a:pt x="251460" y="64770"/>
                  </a:lnTo>
                  <a:lnTo>
                    <a:pt x="250190" y="66039"/>
                  </a:lnTo>
                  <a:lnTo>
                    <a:pt x="261620" y="66039"/>
                  </a:lnTo>
                  <a:lnTo>
                    <a:pt x="262890" y="64770"/>
                  </a:lnTo>
                  <a:close/>
                </a:path>
                <a:path w="327660" h="327660">
                  <a:moveTo>
                    <a:pt x="266700" y="60960"/>
                  </a:moveTo>
                  <a:lnTo>
                    <a:pt x="255270" y="60960"/>
                  </a:lnTo>
                  <a:lnTo>
                    <a:pt x="252730" y="63500"/>
                  </a:lnTo>
                  <a:lnTo>
                    <a:pt x="264160" y="63500"/>
                  </a:lnTo>
                  <a:lnTo>
                    <a:pt x="266700" y="60960"/>
                  </a:lnTo>
                  <a:close/>
                </a:path>
                <a:path w="327660" h="327660">
                  <a:moveTo>
                    <a:pt x="269240" y="58420"/>
                  </a:moveTo>
                  <a:lnTo>
                    <a:pt x="257810" y="58420"/>
                  </a:lnTo>
                  <a:lnTo>
                    <a:pt x="256540" y="59689"/>
                  </a:lnTo>
                  <a:lnTo>
                    <a:pt x="267970" y="59689"/>
                  </a:lnTo>
                  <a:lnTo>
                    <a:pt x="269240" y="58420"/>
                  </a:lnTo>
                  <a:close/>
                </a:path>
                <a:path w="327660" h="327660">
                  <a:moveTo>
                    <a:pt x="273050" y="54610"/>
                  </a:moveTo>
                  <a:lnTo>
                    <a:pt x="261620" y="54610"/>
                  </a:lnTo>
                  <a:lnTo>
                    <a:pt x="259080" y="57150"/>
                  </a:lnTo>
                  <a:lnTo>
                    <a:pt x="270510" y="57150"/>
                  </a:lnTo>
                  <a:lnTo>
                    <a:pt x="273050" y="54610"/>
                  </a:lnTo>
                  <a:close/>
                </a:path>
                <a:path w="327660" h="327660">
                  <a:moveTo>
                    <a:pt x="275590" y="52070"/>
                  </a:moveTo>
                  <a:lnTo>
                    <a:pt x="264160" y="52070"/>
                  </a:lnTo>
                  <a:lnTo>
                    <a:pt x="262890" y="53339"/>
                  </a:lnTo>
                  <a:lnTo>
                    <a:pt x="274320" y="53339"/>
                  </a:lnTo>
                  <a:lnTo>
                    <a:pt x="275590" y="52070"/>
                  </a:lnTo>
                  <a:close/>
                </a:path>
                <a:path w="327660" h="327660">
                  <a:moveTo>
                    <a:pt x="279400" y="48260"/>
                  </a:moveTo>
                  <a:lnTo>
                    <a:pt x="267970" y="48260"/>
                  </a:lnTo>
                  <a:lnTo>
                    <a:pt x="265430" y="50800"/>
                  </a:lnTo>
                  <a:lnTo>
                    <a:pt x="276860" y="50800"/>
                  </a:lnTo>
                  <a:lnTo>
                    <a:pt x="279400" y="48260"/>
                  </a:lnTo>
                  <a:close/>
                </a:path>
                <a:path w="327660" h="327660">
                  <a:moveTo>
                    <a:pt x="281940" y="45720"/>
                  </a:moveTo>
                  <a:lnTo>
                    <a:pt x="270510" y="45720"/>
                  </a:lnTo>
                  <a:lnTo>
                    <a:pt x="269240" y="46989"/>
                  </a:lnTo>
                  <a:lnTo>
                    <a:pt x="280670" y="46989"/>
                  </a:lnTo>
                  <a:lnTo>
                    <a:pt x="281940" y="45720"/>
                  </a:lnTo>
                  <a:close/>
                </a:path>
                <a:path w="327660" h="327660">
                  <a:moveTo>
                    <a:pt x="285750" y="41910"/>
                  </a:moveTo>
                  <a:lnTo>
                    <a:pt x="274320" y="41910"/>
                  </a:lnTo>
                  <a:lnTo>
                    <a:pt x="271780" y="44450"/>
                  </a:lnTo>
                  <a:lnTo>
                    <a:pt x="283210" y="44450"/>
                  </a:lnTo>
                  <a:lnTo>
                    <a:pt x="285750" y="41910"/>
                  </a:lnTo>
                  <a:close/>
                </a:path>
                <a:path w="327660" h="327660">
                  <a:moveTo>
                    <a:pt x="288290" y="39370"/>
                  </a:moveTo>
                  <a:lnTo>
                    <a:pt x="276860" y="39370"/>
                  </a:lnTo>
                  <a:lnTo>
                    <a:pt x="275590" y="40639"/>
                  </a:lnTo>
                  <a:lnTo>
                    <a:pt x="287020" y="40639"/>
                  </a:lnTo>
                  <a:lnTo>
                    <a:pt x="288290" y="39370"/>
                  </a:lnTo>
                  <a:close/>
                </a:path>
                <a:path w="327660" h="327660">
                  <a:moveTo>
                    <a:pt x="292100" y="35560"/>
                  </a:moveTo>
                  <a:lnTo>
                    <a:pt x="280670" y="35560"/>
                  </a:lnTo>
                  <a:lnTo>
                    <a:pt x="278130" y="38100"/>
                  </a:lnTo>
                  <a:lnTo>
                    <a:pt x="289560" y="38100"/>
                  </a:lnTo>
                  <a:lnTo>
                    <a:pt x="292100" y="35560"/>
                  </a:lnTo>
                  <a:close/>
                </a:path>
                <a:path w="327660" h="327660">
                  <a:moveTo>
                    <a:pt x="294640" y="33020"/>
                  </a:moveTo>
                  <a:lnTo>
                    <a:pt x="283210" y="33020"/>
                  </a:lnTo>
                  <a:lnTo>
                    <a:pt x="281940" y="34289"/>
                  </a:lnTo>
                  <a:lnTo>
                    <a:pt x="293370" y="34289"/>
                  </a:lnTo>
                  <a:lnTo>
                    <a:pt x="294640" y="33020"/>
                  </a:lnTo>
                  <a:close/>
                </a:path>
                <a:path w="327660" h="327660">
                  <a:moveTo>
                    <a:pt x="298450" y="29210"/>
                  </a:moveTo>
                  <a:lnTo>
                    <a:pt x="287020" y="29210"/>
                  </a:lnTo>
                  <a:lnTo>
                    <a:pt x="284480" y="31750"/>
                  </a:lnTo>
                  <a:lnTo>
                    <a:pt x="295910" y="31750"/>
                  </a:lnTo>
                  <a:lnTo>
                    <a:pt x="298450" y="29210"/>
                  </a:lnTo>
                  <a:close/>
                </a:path>
                <a:path w="327660" h="327660">
                  <a:moveTo>
                    <a:pt x="300990" y="26670"/>
                  </a:moveTo>
                  <a:lnTo>
                    <a:pt x="289560" y="26670"/>
                  </a:lnTo>
                  <a:lnTo>
                    <a:pt x="288290" y="27939"/>
                  </a:lnTo>
                  <a:lnTo>
                    <a:pt x="299720" y="27939"/>
                  </a:lnTo>
                  <a:lnTo>
                    <a:pt x="300990" y="26670"/>
                  </a:lnTo>
                  <a:close/>
                </a:path>
                <a:path w="327660" h="327660">
                  <a:moveTo>
                    <a:pt x="304800" y="22860"/>
                  </a:moveTo>
                  <a:lnTo>
                    <a:pt x="293370" y="22860"/>
                  </a:lnTo>
                  <a:lnTo>
                    <a:pt x="290830" y="25400"/>
                  </a:lnTo>
                  <a:lnTo>
                    <a:pt x="302260" y="25400"/>
                  </a:lnTo>
                  <a:lnTo>
                    <a:pt x="304800" y="22860"/>
                  </a:lnTo>
                  <a:close/>
                </a:path>
                <a:path w="327660" h="327660">
                  <a:moveTo>
                    <a:pt x="307340" y="20320"/>
                  </a:moveTo>
                  <a:lnTo>
                    <a:pt x="295910" y="20320"/>
                  </a:lnTo>
                  <a:lnTo>
                    <a:pt x="294640" y="21589"/>
                  </a:lnTo>
                  <a:lnTo>
                    <a:pt x="306070" y="21589"/>
                  </a:lnTo>
                  <a:lnTo>
                    <a:pt x="307340" y="20320"/>
                  </a:lnTo>
                  <a:close/>
                </a:path>
                <a:path w="327660" h="327660">
                  <a:moveTo>
                    <a:pt x="311150" y="16510"/>
                  </a:moveTo>
                  <a:lnTo>
                    <a:pt x="299720" y="16510"/>
                  </a:lnTo>
                  <a:lnTo>
                    <a:pt x="297180" y="19050"/>
                  </a:lnTo>
                  <a:lnTo>
                    <a:pt x="308610" y="19050"/>
                  </a:lnTo>
                  <a:lnTo>
                    <a:pt x="311150" y="16510"/>
                  </a:lnTo>
                  <a:close/>
                </a:path>
                <a:path w="327660" h="327660">
                  <a:moveTo>
                    <a:pt x="304800" y="12700"/>
                  </a:moveTo>
                  <a:lnTo>
                    <a:pt x="303530" y="12700"/>
                  </a:lnTo>
                  <a:lnTo>
                    <a:pt x="302260" y="13970"/>
                  </a:lnTo>
                  <a:lnTo>
                    <a:pt x="302260" y="15239"/>
                  </a:lnTo>
                  <a:lnTo>
                    <a:pt x="312420" y="15239"/>
                  </a:lnTo>
                  <a:lnTo>
                    <a:pt x="313690" y="13970"/>
                  </a:lnTo>
                  <a:lnTo>
                    <a:pt x="304800" y="13970"/>
                  </a:lnTo>
                  <a:lnTo>
                    <a:pt x="304800" y="12700"/>
                  </a:lnTo>
                  <a:close/>
                </a:path>
                <a:path w="327660" h="327660">
                  <a:moveTo>
                    <a:pt x="317500" y="10160"/>
                  </a:moveTo>
                  <a:lnTo>
                    <a:pt x="307340" y="10160"/>
                  </a:lnTo>
                  <a:lnTo>
                    <a:pt x="307340" y="12700"/>
                  </a:lnTo>
                  <a:lnTo>
                    <a:pt x="314960" y="12700"/>
                  </a:lnTo>
                  <a:lnTo>
                    <a:pt x="317500" y="10160"/>
                  </a:lnTo>
                  <a:close/>
                </a:path>
                <a:path w="327660" h="327660">
                  <a:moveTo>
                    <a:pt x="311150" y="8889"/>
                  </a:moveTo>
                  <a:lnTo>
                    <a:pt x="308610" y="8889"/>
                  </a:lnTo>
                  <a:lnTo>
                    <a:pt x="308610" y="10160"/>
                  </a:lnTo>
                  <a:lnTo>
                    <a:pt x="311150" y="10160"/>
                  </a:lnTo>
                  <a:lnTo>
                    <a:pt x="311150" y="8889"/>
                  </a:lnTo>
                  <a:close/>
                </a:path>
                <a:path w="327660" h="327660">
                  <a:moveTo>
                    <a:pt x="316230" y="6350"/>
                  </a:moveTo>
                  <a:lnTo>
                    <a:pt x="313690" y="6350"/>
                  </a:lnTo>
                  <a:lnTo>
                    <a:pt x="313690" y="8889"/>
                  </a:lnTo>
                  <a:lnTo>
                    <a:pt x="318770" y="8889"/>
                  </a:lnTo>
                  <a:lnTo>
                    <a:pt x="320040" y="7620"/>
                  </a:lnTo>
                  <a:lnTo>
                    <a:pt x="316230" y="7620"/>
                  </a:lnTo>
                  <a:lnTo>
                    <a:pt x="316230" y="6350"/>
                  </a:lnTo>
                  <a:close/>
                </a:path>
                <a:path w="327660" h="327660">
                  <a:moveTo>
                    <a:pt x="323850" y="3810"/>
                  </a:moveTo>
                  <a:lnTo>
                    <a:pt x="318769" y="3810"/>
                  </a:lnTo>
                  <a:lnTo>
                    <a:pt x="318769" y="6350"/>
                  </a:lnTo>
                  <a:lnTo>
                    <a:pt x="321310" y="6350"/>
                  </a:lnTo>
                  <a:lnTo>
                    <a:pt x="323850" y="3810"/>
                  </a:lnTo>
                  <a:close/>
                </a:path>
                <a:path w="327660" h="327660">
                  <a:moveTo>
                    <a:pt x="322580" y="2539"/>
                  </a:moveTo>
                  <a:lnTo>
                    <a:pt x="320040" y="2539"/>
                  </a:lnTo>
                  <a:lnTo>
                    <a:pt x="320040" y="3810"/>
                  </a:lnTo>
                  <a:lnTo>
                    <a:pt x="322580" y="3810"/>
                  </a:lnTo>
                  <a:lnTo>
                    <a:pt x="322580" y="2539"/>
                  </a:lnTo>
                  <a:close/>
                </a:path>
                <a:path w="327660" h="327660">
                  <a:moveTo>
                    <a:pt x="327660" y="0"/>
                  </a:moveTo>
                  <a:lnTo>
                    <a:pt x="325119" y="0"/>
                  </a:lnTo>
                  <a:lnTo>
                    <a:pt x="325119" y="2540"/>
                  </a:lnTo>
                  <a:lnTo>
                    <a:pt x="327660" y="0"/>
                  </a:lnTo>
                  <a:close/>
                </a:path>
                <a:path w="327660" h="327660">
                  <a:moveTo>
                    <a:pt x="144780" y="182880"/>
                  </a:moveTo>
                  <a:lnTo>
                    <a:pt x="133350" y="182880"/>
                  </a:lnTo>
                  <a:lnTo>
                    <a:pt x="0" y="316230"/>
                  </a:lnTo>
                  <a:lnTo>
                    <a:pt x="0" y="327660"/>
                  </a:lnTo>
                  <a:lnTo>
                    <a:pt x="144780" y="182880"/>
                  </a:lnTo>
                  <a:close/>
                </a:path>
              </a:pathLst>
            </a:custGeom>
            <a:solidFill>
              <a:srgbClr val="C9BA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1334769" y="2729230"/>
              <a:ext cx="342900" cy="347980"/>
            </a:xfrm>
            <a:custGeom>
              <a:avLst/>
              <a:gdLst/>
              <a:ahLst/>
              <a:cxnLst/>
              <a:rect l="l" t="t" r="r" b="b"/>
              <a:pathLst>
                <a:path w="342900" h="347980">
                  <a:moveTo>
                    <a:pt x="160020" y="187960"/>
                  </a:moveTo>
                  <a:lnTo>
                    <a:pt x="148590" y="187960"/>
                  </a:lnTo>
                  <a:lnTo>
                    <a:pt x="147320" y="189229"/>
                  </a:lnTo>
                  <a:lnTo>
                    <a:pt x="158750" y="189229"/>
                  </a:lnTo>
                  <a:lnTo>
                    <a:pt x="160020" y="187960"/>
                  </a:lnTo>
                  <a:close/>
                </a:path>
                <a:path w="342900" h="347980">
                  <a:moveTo>
                    <a:pt x="163830" y="184150"/>
                  </a:moveTo>
                  <a:lnTo>
                    <a:pt x="152400" y="184150"/>
                  </a:lnTo>
                  <a:lnTo>
                    <a:pt x="149860" y="186689"/>
                  </a:lnTo>
                  <a:lnTo>
                    <a:pt x="161290" y="186689"/>
                  </a:lnTo>
                  <a:lnTo>
                    <a:pt x="163830" y="184150"/>
                  </a:lnTo>
                  <a:close/>
                </a:path>
                <a:path w="342900" h="347980">
                  <a:moveTo>
                    <a:pt x="166370" y="181610"/>
                  </a:moveTo>
                  <a:lnTo>
                    <a:pt x="154940" y="181610"/>
                  </a:lnTo>
                  <a:lnTo>
                    <a:pt x="153670" y="182879"/>
                  </a:lnTo>
                  <a:lnTo>
                    <a:pt x="165100" y="182879"/>
                  </a:lnTo>
                  <a:lnTo>
                    <a:pt x="166370" y="181610"/>
                  </a:lnTo>
                  <a:close/>
                </a:path>
                <a:path w="342900" h="347980">
                  <a:moveTo>
                    <a:pt x="170180" y="177800"/>
                  </a:moveTo>
                  <a:lnTo>
                    <a:pt x="158750" y="177800"/>
                  </a:lnTo>
                  <a:lnTo>
                    <a:pt x="156210" y="180339"/>
                  </a:lnTo>
                  <a:lnTo>
                    <a:pt x="167640" y="180339"/>
                  </a:lnTo>
                  <a:lnTo>
                    <a:pt x="170180" y="177800"/>
                  </a:lnTo>
                  <a:close/>
                </a:path>
                <a:path w="342900" h="347980">
                  <a:moveTo>
                    <a:pt x="172720" y="175260"/>
                  </a:moveTo>
                  <a:lnTo>
                    <a:pt x="161290" y="175260"/>
                  </a:lnTo>
                  <a:lnTo>
                    <a:pt x="160020" y="176529"/>
                  </a:lnTo>
                  <a:lnTo>
                    <a:pt x="171450" y="176529"/>
                  </a:lnTo>
                  <a:lnTo>
                    <a:pt x="172720" y="175260"/>
                  </a:lnTo>
                  <a:close/>
                </a:path>
                <a:path w="342900" h="347980">
                  <a:moveTo>
                    <a:pt x="176530" y="171450"/>
                  </a:moveTo>
                  <a:lnTo>
                    <a:pt x="165100" y="171450"/>
                  </a:lnTo>
                  <a:lnTo>
                    <a:pt x="162560" y="173989"/>
                  </a:lnTo>
                  <a:lnTo>
                    <a:pt x="173990" y="173989"/>
                  </a:lnTo>
                  <a:lnTo>
                    <a:pt x="176530" y="171450"/>
                  </a:lnTo>
                  <a:close/>
                </a:path>
                <a:path w="342900" h="347980">
                  <a:moveTo>
                    <a:pt x="179070" y="168910"/>
                  </a:moveTo>
                  <a:lnTo>
                    <a:pt x="167640" y="168910"/>
                  </a:lnTo>
                  <a:lnTo>
                    <a:pt x="166370" y="170179"/>
                  </a:lnTo>
                  <a:lnTo>
                    <a:pt x="177800" y="170179"/>
                  </a:lnTo>
                  <a:lnTo>
                    <a:pt x="179070" y="168910"/>
                  </a:lnTo>
                  <a:close/>
                </a:path>
                <a:path w="342900" h="347980">
                  <a:moveTo>
                    <a:pt x="182880" y="165100"/>
                  </a:moveTo>
                  <a:lnTo>
                    <a:pt x="171450" y="165100"/>
                  </a:lnTo>
                  <a:lnTo>
                    <a:pt x="168910" y="167639"/>
                  </a:lnTo>
                  <a:lnTo>
                    <a:pt x="180340" y="167639"/>
                  </a:lnTo>
                  <a:lnTo>
                    <a:pt x="182880" y="165100"/>
                  </a:lnTo>
                  <a:close/>
                </a:path>
                <a:path w="342900" h="347980">
                  <a:moveTo>
                    <a:pt x="185420" y="162560"/>
                  </a:moveTo>
                  <a:lnTo>
                    <a:pt x="173990" y="162560"/>
                  </a:lnTo>
                  <a:lnTo>
                    <a:pt x="172720" y="163829"/>
                  </a:lnTo>
                  <a:lnTo>
                    <a:pt x="184150" y="163829"/>
                  </a:lnTo>
                  <a:lnTo>
                    <a:pt x="185420" y="162560"/>
                  </a:lnTo>
                  <a:close/>
                </a:path>
                <a:path w="342900" h="347980">
                  <a:moveTo>
                    <a:pt x="189230" y="158750"/>
                  </a:moveTo>
                  <a:lnTo>
                    <a:pt x="177800" y="158750"/>
                  </a:lnTo>
                  <a:lnTo>
                    <a:pt x="175260" y="161289"/>
                  </a:lnTo>
                  <a:lnTo>
                    <a:pt x="186690" y="161289"/>
                  </a:lnTo>
                  <a:lnTo>
                    <a:pt x="189230" y="158750"/>
                  </a:lnTo>
                  <a:close/>
                </a:path>
                <a:path w="342900" h="347980">
                  <a:moveTo>
                    <a:pt x="191770" y="156210"/>
                  </a:moveTo>
                  <a:lnTo>
                    <a:pt x="180340" y="156210"/>
                  </a:lnTo>
                  <a:lnTo>
                    <a:pt x="179070" y="157479"/>
                  </a:lnTo>
                  <a:lnTo>
                    <a:pt x="190500" y="157479"/>
                  </a:lnTo>
                  <a:lnTo>
                    <a:pt x="191770" y="156210"/>
                  </a:lnTo>
                  <a:close/>
                </a:path>
                <a:path w="342900" h="347980">
                  <a:moveTo>
                    <a:pt x="195580" y="152400"/>
                  </a:moveTo>
                  <a:lnTo>
                    <a:pt x="184150" y="152400"/>
                  </a:lnTo>
                  <a:lnTo>
                    <a:pt x="181610" y="154939"/>
                  </a:lnTo>
                  <a:lnTo>
                    <a:pt x="193040" y="154939"/>
                  </a:lnTo>
                  <a:lnTo>
                    <a:pt x="195580" y="152400"/>
                  </a:lnTo>
                  <a:close/>
                </a:path>
                <a:path w="342900" h="347980">
                  <a:moveTo>
                    <a:pt x="198120" y="149860"/>
                  </a:moveTo>
                  <a:lnTo>
                    <a:pt x="186690" y="149860"/>
                  </a:lnTo>
                  <a:lnTo>
                    <a:pt x="185420" y="151129"/>
                  </a:lnTo>
                  <a:lnTo>
                    <a:pt x="196850" y="151129"/>
                  </a:lnTo>
                  <a:lnTo>
                    <a:pt x="198120" y="149860"/>
                  </a:lnTo>
                  <a:close/>
                </a:path>
                <a:path w="342900" h="347980">
                  <a:moveTo>
                    <a:pt x="201930" y="146050"/>
                  </a:moveTo>
                  <a:lnTo>
                    <a:pt x="190500" y="146050"/>
                  </a:lnTo>
                  <a:lnTo>
                    <a:pt x="187960" y="148589"/>
                  </a:lnTo>
                  <a:lnTo>
                    <a:pt x="199390" y="148589"/>
                  </a:lnTo>
                  <a:lnTo>
                    <a:pt x="201930" y="146050"/>
                  </a:lnTo>
                  <a:close/>
                </a:path>
                <a:path w="342900" h="347980">
                  <a:moveTo>
                    <a:pt x="204470" y="143510"/>
                  </a:moveTo>
                  <a:lnTo>
                    <a:pt x="193040" y="143510"/>
                  </a:lnTo>
                  <a:lnTo>
                    <a:pt x="191770" y="144779"/>
                  </a:lnTo>
                  <a:lnTo>
                    <a:pt x="203200" y="144779"/>
                  </a:lnTo>
                  <a:lnTo>
                    <a:pt x="204470" y="143510"/>
                  </a:lnTo>
                  <a:close/>
                </a:path>
                <a:path w="342900" h="347980">
                  <a:moveTo>
                    <a:pt x="208280" y="139700"/>
                  </a:moveTo>
                  <a:lnTo>
                    <a:pt x="196850" y="139700"/>
                  </a:lnTo>
                  <a:lnTo>
                    <a:pt x="194310" y="142239"/>
                  </a:lnTo>
                  <a:lnTo>
                    <a:pt x="205740" y="142239"/>
                  </a:lnTo>
                  <a:lnTo>
                    <a:pt x="208280" y="139700"/>
                  </a:lnTo>
                  <a:close/>
                </a:path>
                <a:path w="342900" h="347980">
                  <a:moveTo>
                    <a:pt x="210820" y="137160"/>
                  </a:moveTo>
                  <a:lnTo>
                    <a:pt x="199390" y="137160"/>
                  </a:lnTo>
                  <a:lnTo>
                    <a:pt x="198120" y="138429"/>
                  </a:lnTo>
                  <a:lnTo>
                    <a:pt x="209550" y="138429"/>
                  </a:lnTo>
                  <a:lnTo>
                    <a:pt x="210820" y="137160"/>
                  </a:lnTo>
                  <a:close/>
                </a:path>
                <a:path w="342900" h="347980">
                  <a:moveTo>
                    <a:pt x="214630" y="133350"/>
                  </a:moveTo>
                  <a:lnTo>
                    <a:pt x="203200" y="133350"/>
                  </a:lnTo>
                  <a:lnTo>
                    <a:pt x="200660" y="135889"/>
                  </a:lnTo>
                  <a:lnTo>
                    <a:pt x="212090" y="135889"/>
                  </a:lnTo>
                  <a:lnTo>
                    <a:pt x="214630" y="133350"/>
                  </a:lnTo>
                  <a:close/>
                </a:path>
                <a:path w="342900" h="347980">
                  <a:moveTo>
                    <a:pt x="217170" y="130810"/>
                  </a:moveTo>
                  <a:lnTo>
                    <a:pt x="205740" y="130810"/>
                  </a:lnTo>
                  <a:lnTo>
                    <a:pt x="204470" y="132079"/>
                  </a:lnTo>
                  <a:lnTo>
                    <a:pt x="215900" y="132079"/>
                  </a:lnTo>
                  <a:lnTo>
                    <a:pt x="217170" y="130810"/>
                  </a:lnTo>
                  <a:close/>
                </a:path>
                <a:path w="342900" h="347980">
                  <a:moveTo>
                    <a:pt x="220980" y="127000"/>
                  </a:moveTo>
                  <a:lnTo>
                    <a:pt x="209550" y="127000"/>
                  </a:lnTo>
                  <a:lnTo>
                    <a:pt x="207010" y="129539"/>
                  </a:lnTo>
                  <a:lnTo>
                    <a:pt x="218440" y="129539"/>
                  </a:lnTo>
                  <a:lnTo>
                    <a:pt x="220980" y="127000"/>
                  </a:lnTo>
                  <a:close/>
                </a:path>
                <a:path w="342900" h="347980">
                  <a:moveTo>
                    <a:pt x="223520" y="124460"/>
                  </a:moveTo>
                  <a:lnTo>
                    <a:pt x="212090" y="124460"/>
                  </a:lnTo>
                  <a:lnTo>
                    <a:pt x="210820" y="125729"/>
                  </a:lnTo>
                  <a:lnTo>
                    <a:pt x="222250" y="125729"/>
                  </a:lnTo>
                  <a:lnTo>
                    <a:pt x="223520" y="124460"/>
                  </a:lnTo>
                  <a:close/>
                </a:path>
                <a:path w="342900" h="347980">
                  <a:moveTo>
                    <a:pt x="227330" y="120650"/>
                  </a:moveTo>
                  <a:lnTo>
                    <a:pt x="215900" y="120650"/>
                  </a:lnTo>
                  <a:lnTo>
                    <a:pt x="213360" y="123189"/>
                  </a:lnTo>
                  <a:lnTo>
                    <a:pt x="224790" y="123189"/>
                  </a:lnTo>
                  <a:lnTo>
                    <a:pt x="227330" y="120650"/>
                  </a:lnTo>
                  <a:close/>
                </a:path>
                <a:path w="342900" h="347980">
                  <a:moveTo>
                    <a:pt x="229870" y="118110"/>
                  </a:moveTo>
                  <a:lnTo>
                    <a:pt x="218440" y="118110"/>
                  </a:lnTo>
                  <a:lnTo>
                    <a:pt x="217170" y="119379"/>
                  </a:lnTo>
                  <a:lnTo>
                    <a:pt x="228600" y="119379"/>
                  </a:lnTo>
                  <a:lnTo>
                    <a:pt x="229870" y="118110"/>
                  </a:lnTo>
                  <a:close/>
                </a:path>
                <a:path w="342900" h="347980">
                  <a:moveTo>
                    <a:pt x="233680" y="114300"/>
                  </a:moveTo>
                  <a:lnTo>
                    <a:pt x="222250" y="114300"/>
                  </a:lnTo>
                  <a:lnTo>
                    <a:pt x="219710" y="116839"/>
                  </a:lnTo>
                  <a:lnTo>
                    <a:pt x="231140" y="116839"/>
                  </a:lnTo>
                  <a:lnTo>
                    <a:pt x="233680" y="114300"/>
                  </a:lnTo>
                  <a:close/>
                </a:path>
                <a:path w="342900" h="347980">
                  <a:moveTo>
                    <a:pt x="236220" y="111760"/>
                  </a:moveTo>
                  <a:lnTo>
                    <a:pt x="224790" y="111760"/>
                  </a:lnTo>
                  <a:lnTo>
                    <a:pt x="223520" y="113029"/>
                  </a:lnTo>
                  <a:lnTo>
                    <a:pt x="234950" y="113029"/>
                  </a:lnTo>
                  <a:lnTo>
                    <a:pt x="236220" y="111760"/>
                  </a:lnTo>
                  <a:close/>
                </a:path>
                <a:path w="342900" h="347980">
                  <a:moveTo>
                    <a:pt x="240030" y="107950"/>
                  </a:moveTo>
                  <a:lnTo>
                    <a:pt x="228600" y="107950"/>
                  </a:lnTo>
                  <a:lnTo>
                    <a:pt x="226060" y="110489"/>
                  </a:lnTo>
                  <a:lnTo>
                    <a:pt x="237490" y="110489"/>
                  </a:lnTo>
                  <a:lnTo>
                    <a:pt x="240030" y="107950"/>
                  </a:lnTo>
                  <a:close/>
                </a:path>
                <a:path w="342900" h="347980">
                  <a:moveTo>
                    <a:pt x="242570" y="105410"/>
                  </a:moveTo>
                  <a:lnTo>
                    <a:pt x="231140" y="105410"/>
                  </a:lnTo>
                  <a:lnTo>
                    <a:pt x="229870" y="106679"/>
                  </a:lnTo>
                  <a:lnTo>
                    <a:pt x="241300" y="106679"/>
                  </a:lnTo>
                  <a:lnTo>
                    <a:pt x="242570" y="105410"/>
                  </a:lnTo>
                  <a:close/>
                </a:path>
                <a:path w="342900" h="347980">
                  <a:moveTo>
                    <a:pt x="246380" y="101600"/>
                  </a:moveTo>
                  <a:lnTo>
                    <a:pt x="234950" y="101600"/>
                  </a:lnTo>
                  <a:lnTo>
                    <a:pt x="232410" y="104139"/>
                  </a:lnTo>
                  <a:lnTo>
                    <a:pt x="243840" y="104139"/>
                  </a:lnTo>
                  <a:lnTo>
                    <a:pt x="246380" y="101600"/>
                  </a:lnTo>
                  <a:close/>
                </a:path>
                <a:path w="342900" h="347980">
                  <a:moveTo>
                    <a:pt x="248920" y="99060"/>
                  </a:moveTo>
                  <a:lnTo>
                    <a:pt x="237490" y="99060"/>
                  </a:lnTo>
                  <a:lnTo>
                    <a:pt x="236220" y="100329"/>
                  </a:lnTo>
                  <a:lnTo>
                    <a:pt x="247650" y="100329"/>
                  </a:lnTo>
                  <a:lnTo>
                    <a:pt x="248920" y="99060"/>
                  </a:lnTo>
                  <a:close/>
                </a:path>
                <a:path w="342900" h="347980">
                  <a:moveTo>
                    <a:pt x="252730" y="95250"/>
                  </a:moveTo>
                  <a:lnTo>
                    <a:pt x="241300" y="95250"/>
                  </a:lnTo>
                  <a:lnTo>
                    <a:pt x="238760" y="97789"/>
                  </a:lnTo>
                  <a:lnTo>
                    <a:pt x="250190" y="97789"/>
                  </a:lnTo>
                  <a:lnTo>
                    <a:pt x="252730" y="95250"/>
                  </a:lnTo>
                  <a:close/>
                </a:path>
                <a:path w="342900" h="347980">
                  <a:moveTo>
                    <a:pt x="255270" y="92710"/>
                  </a:moveTo>
                  <a:lnTo>
                    <a:pt x="243840" y="92710"/>
                  </a:lnTo>
                  <a:lnTo>
                    <a:pt x="242570" y="93979"/>
                  </a:lnTo>
                  <a:lnTo>
                    <a:pt x="254000" y="93979"/>
                  </a:lnTo>
                  <a:lnTo>
                    <a:pt x="255270" y="92710"/>
                  </a:lnTo>
                  <a:close/>
                </a:path>
                <a:path w="342900" h="347980">
                  <a:moveTo>
                    <a:pt x="259080" y="88900"/>
                  </a:moveTo>
                  <a:lnTo>
                    <a:pt x="247650" y="88900"/>
                  </a:lnTo>
                  <a:lnTo>
                    <a:pt x="245110" y="91439"/>
                  </a:lnTo>
                  <a:lnTo>
                    <a:pt x="256540" y="91439"/>
                  </a:lnTo>
                  <a:lnTo>
                    <a:pt x="259080" y="88900"/>
                  </a:lnTo>
                  <a:close/>
                </a:path>
                <a:path w="342900" h="347980">
                  <a:moveTo>
                    <a:pt x="261620" y="86360"/>
                  </a:moveTo>
                  <a:lnTo>
                    <a:pt x="250190" y="86360"/>
                  </a:lnTo>
                  <a:lnTo>
                    <a:pt x="248920" y="87629"/>
                  </a:lnTo>
                  <a:lnTo>
                    <a:pt x="260350" y="87629"/>
                  </a:lnTo>
                  <a:lnTo>
                    <a:pt x="261620" y="86360"/>
                  </a:lnTo>
                  <a:close/>
                </a:path>
                <a:path w="342900" h="347980">
                  <a:moveTo>
                    <a:pt x="265430" y="82550"/>
                  </a:moveTo>
                  <a:lnTo>
                    <a:pt x="254000" y="82550"/>
                  </a:lnTo>
                  <a:lnTo>
                    <a:pt x="251460" y="85089"/>
                  </a:lnTo>
                  <a:lnTo>
                    <a:pt x="262890" y="85089"/>
                  </a:lnTo>
                  <a:lnTo>
                    <a:pt x="265430" y="82550"/>
                  </a:lnTo>
                  <a:close/>
                </a:path>
                <a:path w="342900" h="347980">
                  <a:moveTo>
                    <a:pt x="267970" y="80010"/>
                  </a:moveTo>
                  <a:lnTo>
                    <a:pt x="256540" y="80010"/>
                  </a:lnTo>
                  <a:lnTo>
                    <a:pt x="255270" y="81279"/>
                  </a:lnTo>
                  <a:lnTo>
                    <a:pt x="266700" y="81279"/>
                  </a:lnTo>
                  <a:lnTo>
                    <a:pt x="267970" y="80010"/>
                  </a:lnTo>
                  <a:close/>
                </a:path>
                <a:path w="342900" h="347980">
                  <a:moveTo>
                    <a:pt x="271780" y="76200"/>
                  </a:moveTo>
                  <a:lnTo>
                    <a:pt x="260350" y="76200"/>
                  </a:lnTo>
                  <a:lnTo>
                    <a:pt x="257810" y="78739"/>
                  </a:lnTo>
                  <a:lnTo>
                    <a:pt x="269240" y="78739"/>
                  </a:lnTo>
                  <a:lnTo>
                    <a:pt x="271780" y="76200"/>
                  </a:lnTo>
                  <a:close/>
                </a:path>
                <a:path w="342900" h="347980">
                  <a:moveTo>
                    <a:pt x="274320" y="73660"/>
                  </a:moveTo>
                  <a:lnTo>
                    <a:pt x="262890" y="73660"/>
                  </a:lnTo>
                  <a:lnTo>
                    <a:pt x="261620" y="74929"/>
                  </a:lnTo>
                  <a:lnTo>
                    <a:pt x="273050" y="74929"/>
                  </a:lnTo>
                  <a:lnTo>
                    <a:pt x="274320" y="73660"/>
                  </a:lnTo>
                  <a:close/>
                </a:path>
                <a:path w="342900" h="347980">
                  <a:moveTo>
                    <a:pt x="278130" y="69850"/>
                  </a:moveTo>
                  <a:lnTo>
                    <a:pt x="266700" y="69850"/>
                  </a:lnTo>
                  <a:lnTo>
                    <a:pt x="264160" y="72389"/>
                  </a:lnTo>
                  <a:lnTo>
                    <a:pt x="275590" y="72389"/>
                  </a:lnTo>
                  <a:lnTo>
                    <a:pt x="278130" y="69850"/>
                  </a:lnTo>
                  <a:close/>
                </a:path>
                <a:path w="342900" h="347980">
                  <a:moveTo>
                    <a:pt x="280670" y="67310"/>
                  </a:moveTo>
                  <a:lnTo>
                    <a:pt x="269240" y="67310"/>
                  </a:lnTo>
                  <a:lnTo>
                    <a:pt x="267970" y="68579"/>
                  </a:lnTo>
                  <a:lnTo>
                    <a:pt x="279400" y="68579"/>
                  </a:lnTo>
                  <a:lnTo>
                    <a:pt x="280670" y="67310"/>
                  </a:lnTo>
                  <a:close/>
                </a:path>
                <a:path w="342900" h="347980">
                  <a:moveTo>
                    <a:pt x="284480" y="63500"/>
                  </a:moveTo>
                  <a:lnTo>
                    <a:pt x="273050" y="63500"/>
                  </a:lnTo>
                  <a:lnTo>
                    <a:pt x="270510" y="66039"/>
                  </a:lnTo>
                  <a:lnTo>
                    <a:pt x="281940" y="66039"/>
                  </a:lnTo>
                  <a:lnTo>
                    <a:pt x="284480" y="63500"/>
                  </a:lnTo>
                  <a:close/>
                </a:path>
                <a:path w="342900" h="347980">
                  <a:moveTo>
                    <a:pt x="287020" y="60960"/>
                  </a:moveTo>
                  <a:lnTo>
                    <a:pt x="275590" y="60960"/>
                  </a:lnTo>
                  <a:lnTo>
                    <a:pt x="274320" y="62229"/>
                  </a:lnTo>
                  <a:lnTo>
                    <a:pt x="285750" y="62229"/>
                  </a:lnTo>
                  <a:lnTo>
                    <a:pt x="287020" y="60960"/>
                  </a:lnTo>
                  <a:close/>
                </a:path>
                <a:path w="342900" h="347980">
                  <a:moveTo>
                    <a:pt x="290830" y="57150"/>
                  </a:moveTo>
                  <a:lnTo>
                    <a:pt x="279400" y="57150"/>
                  </a:lnTo>
                  <a:lnTo>
                    <a:pt x="276860" y="59689"/>
                  </a:lnTo>
                  <a:lnTo>
                    <a:pt x="288290" y="59689"/>
                  </a:lnTo>
                  <a:lnTo>
                    <a:pt x="290830" y="57150"/>
                  </a:lnTo>
                  <a:close/>
                </a:path>
                <a:path w="342900" h="347980">
                  <a:moveTo>
                    <a:pt x="293370" y="54610"/>
                  </a:moveTo>
                  <a:lnTo>
                    <a:pt x="281940" y="54610"/>
                  </a:lnTo>
                  <a:lnTo>
                    <a:pt x="280670" y="55879"/>
                  </a:lnTo>
                  <a:lnTo>
                    <a:pt x="292100" y="55879"/>
                  </a:lnTo>
                  <a:lnTo>
                    <a:pt x="293370" y="54610"/>
                  </a:lnTo>
                  <a:close/>
                </a:path>
                <a:path w="342900" h="347980">
                  <a:moveTo>
                    <a:pt x="297180" y="50800"/>
                  </a:moveTo>
                  <a:lnTo>
                    <a:pt x="285750" y="50800"/>
                  </a:lnTo>
                  <a:lnTo>
                    <a:pt x="283210" y="53339"/>
                  </a:lnTo>
                  <a:lnTo>
                    <a:pt x="294640" y="53339"/>
                  </a:lnTo>
                  <a:lnTo>
                    <a:pt x="297180" y="50800"/>
                  </a:lnTo>
                  <a:close/>
                </a:path>
                <a:path w="342900" h="347980">
                  <a:moveTo>
                    <a:pt x="299720" y="48260"/>
                  </a:moveTo>
                  <a:lnTo>
                    <a:pt x="288290" y="48260"/>
                  </a:lnTo>
                  <a:lnTo>
                    <a:pt x="287020" y="49529"/>
                  </a:lnTo>
                  <a:lnTo>
                    <a:pt x="298450" y="49529"/>
                  </a:lnTo>
                  <a:lnTo>
                    <a:pt x="299720" y="48260"/>
                  </a:lnTo>
                  <a:close/>
                </a:path>
                <a:path w="342900" h="347980">
                  <a:moveTo>
                    <a:pt x="303530" y="44450"/>
                  </a:moveTo>
                  <a:lnTo>
                    <a:pt x="292100" y="44450"/>
                  </a:lnTo>
                  <a:lnTo>
                    <a:pt x="289560" y="46989"/>
                  </a:lnTo>
                  <a:lnTo>
                    <a:pt x="300990" y="46989"/>
                  </a:lnTo>
                  <a:lnTo>
                    <a:pt x="303530" y="44450"/>
                  </a:lnTo>
                  <a:close/>
                </a:path>
                <a:path w="342900" h="347980">
                  <a:moveTo>
                    <a:pt x="306070" y="41910"/>
                  </a:moveTo>
                  <a:lnTo>
                    <a:pt x="294640" y="41910"/>
                  </a:lnTo>
                  <a:lnTo>
                    <a:pt x="293370" y="43179"/>
                  </a:lnTo>
                  <a:lnTo>
                    <a:pt x="304800" y="43179"/>
                  </a:lnTo>
                  <a:lnTo>
                    <a:pt x="306070" y="41910"/>
                  </a:lnTo>
                  <a:close/>
                </a:path>
                <a:path w="342900" h="347980">
                  <a:moveTo>
                    <a:pt x="309880" y="38100"/>
                  </a:moveTo>
                  <a:lnTo>
                    <a:pt x="298450" y="38100"/>
                  </a:lnTo>
                  <a:lnTo>
                    <a:pt x="295910" y="40639"/>
                  </a:lnTo>
                  <a:lnTo>
                    <a:pt x="307340" y="40639"/>
                  </a:lnTo>
                  <a:lnTo>
                    <a:pt x="309880" y="38100"/>
                  </a:lnTo>
                  <a:close/>
                </a:path>
                <a:path w="342900" h="347980">
                  <a:moveTo>
                    <a:pt x="312420" y="35560"/>
                  </a:moveTo>
                  <a:lnTo>
                    <a:pt x="300990" y="35560"/>
                  </a:lnTo>
                  <a:lnTo>
                    <a:pt x="299720" y="36829"/>
                  </a:lnTo>
                  <a:lnTo>
                    <a:pt x="311150" y="36829"/>
                  </a:lnTo>
                  <a:lnTo>
                    <a:pt x="312420" y="35560"/>
                  </a:lnTo>
                  <a:close/>
                </a:path>
                <a:path w="342900" h="347980">
                  <a:moveTo>
                    <a:pt x="316230" y="31750"/>
                  </a:moveTo>
                  <a:lnTo>
                    <a:pt x="304800" y="31750"/>
                  </a:lnTo>
                  <a:lnTo>
                    <a:pt x="302260" y="34289"/>
                  </a:lnTo>
                  <a:lnTo>
                    <a:pt x="313690" y="34289"/>
                  </a:lnTo>
                  <a:lnTo>
                    <a:pt x="316230" y="31750"/>
                  </a:lnTo>
                  <a:close/>
                </a:path>
                <a:path w="342900" h="347980">
                  <a:moveTo>
                    <a:pt x="318770" y="29210"/>
                  </a:moveTo>
                  <a:lnTo>
                    <a:pt x="307340" y="29210"/>
                  </a:lnTo>
                  <a:lnTo>
                    <a:pt x="306070" y="30479"/>
                  </a:lnTo>
                  <a:lnTo>
                    <a:pt x="317500" y="30479"/>
                  </a:lnTo>
                  <a:lnTo>
                    <a:pt x="318770" y="29210"/>
                  </a:lnTo>
                  <a:close/>
                </a:path>
                <a:path w="342900" h="347980">
                  <a:moveTo>
                    <a:pt x="322580" y="25400"/>
                  </a:moveTo>
                  <a:lnTo>
                    <a:pt x="311150" y="25400"/>
                  </a:lnTo>
                  <a:lnTo>
                    <a:pt x="308610" y="27939"/>
                  </a:lnTo>
                  <a:lnTo>
                    <a:pt x="320040" y="27939"/>
                  </a:lnTo>
                  <a:lnTo>
                    <a:pt x="322580" y="25400"/>
                  </a:lnTo>
                  <a:close/>
                </a:path>
                <a:path w="342900" h="347980">
                  <a:moveTo>
                    <a:pt x="325120" y="22860"/>
                  </a:moveTo>
                  <a:lnTo>
                    <a:pt x="313690" y="22860"/>
                  </a:lnTo>
                  <a:lnTo>
                    <a:pt x="312420" y="24129"/>
                  </a:lnTo>
                  <a:lnTo>
                    <a:pt x="323850" y="24129"/>
                  </a:lnTo>
                  <a:lnTo>
                    <a:pt x="325120" y="22860"/>
                  </a:lnTo>
                  <a:close/>
                </a:path>
                <a:path w="342900" h="347980">
                  <a:moveTo>
                    <a:pt x="328930" y="19050"/>
                  </a:moveTo>
                  <a:lnTo>
                    <a:pt x="317500" y="19050"/>
                  </a:lnTo>
                  <a:lnTo>
                    <a:pt x="314960" y="21589"/>
                  </a:lnTo>
                  <a:lnTo>
                    <a:pt x="326390" y="21589"/>
                  </a:lnTo>
                  <a:lnTo>
                    <a:pt x="328930" y="19050"/>
                  </a:lnTo>
                  <a:close/>
                </a:path>
                <a:path w="342900" h="347980">
                  <a:moveTo>
                    <a:pt x="331470" y="16510"/>
                  </a:moveTo>
                  <a:lnTo>
                    <a:pt x="320040" y="16510"/>
                  </a:lnTo>
                  <a:lnTo>
                    <a:pt x="318770" y="17779"/>
                  </a:lnTo>
                  <a:lnTo>
                    <a:pt x="330200" y="17779"/>
                  </a:lnTo>
                  <a:lnTo>
                    <a:pt x="331470" y="16510"/>
                  </a:lnTo>
                  <a:close/>
                </a:path>
                <a:path w="342900" h="347980">
                  <a:moveTo>
                    <a:pt x="335280" y="12700"/>
                  </a:moveTo>
                  <a:lnTo>
                    <a:pt x="323850" y="12700"/>
                  </a:lnTo>
                  <a:lnTo>
                    <a:pt x="321310" y="15239"/>
                  </a:lnTo>
                  <a:lnTo>
                    <a:pt x="332740" y="15239"/>
                  </a:lnTo>
                  <a:lnTo>
                    <a:pt x="335280" y="12700"/>
                  </a:lnTo>
                  <a:close/>
                </a:path>
                <a:path w="342900" h="347980">
                  <a:moveTo>
                    <a:pt x="327660" y="8889"/>
                  </a:moveTo>
                  <a:lnTo>
                    <a:pt x="325119" y="11430"/>
                  </a:lnTo>
                  <a:lnTo>
                    <a:pt x="336550" y="11430"/>
                  </a:lnTo>
                  <a:lnTo>
                    <a:pt x="337820" y="10160"/>
                  </a:lnTo>
                  <a:lnTo>
                    <a:pt x="327660" y="10160"/>
                  </a:lnTo>
                  <a:lnTo>
                    <a:pt x="327660" y="8889"/>
                  </a:lnTo>
                  <a:close/>
                </a:path>
                <a:path w="342900" h="347980">
                  <a:moveTo>
                    <a:pt x="341630" y="6350"/>
                  </a:moveTo>
                  <a:lnTo>
                    <a:pt x="330200" y="6350"/>
                  </a:lnTo>
                  <a:lnTo>
                    <a:pt x="330200" y="8889"/>
                  </a:lnTo>
                  <a:lnTo>
                    <a:pt x="339090" y="8889"/>
                  </a:lnTo>
                  <a:lnTo>
                    <a:pt x="341630" y="6350"/>
                  </a:lnTo>
                  <a:close/>
                </a:path>
                <a:path w="342900" h="347980">
                  <a:moveTo>
                    <a:pt x="334010" y="5079"/>
                  </a:moveTo>
                  <a:lnTo>
                    <a:pt x="331470" y="5079"/>
                  </a:lnTo>
                  <a:lnTo>
                    <a:pt x="331469" y="6350"/>
                  </a:lnTo>
                  <a:lnTo>
                    <a:pt x="334010" y="6350"/>
                  </a:lnTo>
                  <a:lnTo>
                    <a:pt x="334010" y="5079"/>
                  </a:lnTo>
                  <a:close/>
                </a:path>
                <a:path w="342900" h="347980">
                  <a:moveTo>
                    <a:pt x="339090" y="2539"/>
                  </a:moveTo>
                  <a:lnTo>
                    <a:pt x="336550" y="2539"/>
                  </a:lnTo>
                  <a:lnTo>
                    <a:pt x="336550" y="5079"/>
                  </a:lnTo>
                  <a:lnTo>
                    <a:pt x="342900" y="5079"/>
                  </a:lnTo>
                  <a:lnTo>
                    <a:pt x="342900" y="3810"/>
                  </a:lnTo>
                  <a:lnTo>
                    <a:pt x="339090" y="3810"/>
                  </a:lnTo>
                  <a:lnTo>
                    <a:pt x="339090" y="2539"/>
                  </a:lnTo>
                  <a:close/>
                </a:path>
                <a:path w="342900" h="347980">
                  <a:moveTo>
                    <a:pt x="342900" y="0"/>
                  </a:moveTo>
                  <a:lnTo>
                    <a:pt x="341630" y="0"/>
                  </a:lnTo>
                  <a:lnTo>
                    <a:pt x="341630" y="2539"/>
                  </a:lnTo>
                  <a:lnTo>
                    <a:pt x="342900" y="2539"/>
                  </a:lnTo>
                  <a:lnTo>
                    <a:pt x="342900" y="0"/>
                  </a:lnTo>
                  <a:close/>
                </a:path>
                <a:path w="342900" h="347980">
                  <a:moveTo>
                    <a:pt x="156210" y="191770"/>
                  </a:moveTo>
                  <a:lnTo>
                    <a:pt x="144780" y="191770"/>
                  </a:lnTo>
                  <a:lnTo>
                    <a:pt x="0" y="336550"/>
                  </a:lnTo>
                  <a:lnTo>
                    <a:pt x="0" y="347980"/>
                  </a:lnTo>
                  <a:lnTo>
                    <a:pt x="156210" y="191770"/>
                  </a:lnTo>
                  <a:close/>
                </a:path>
              </a:pathLst>
            </a:custGeom>
            <a:solidFill>
              <a:srgbClr val="CABA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1334769" y="2735580"/>
              <a:ext cx="342900" cy="351790"/>
            </a:xfrm>
            <a:custGeom>
              <a:avLst/>
              <a:gdLst/>
              <a:ahLst/>
              <a:cxnLst/>
              <a:rect l="l" t="t" r="r" b="b"/>
              <a:pathLst>
                <a:path w="342900" h="351789">
                  <a:moveTo>
                    <a:pt x="170180" y="181610"/>
                  </a:moveTo>
                  <a:lnTo>
                    <a:pt x="160020" y="181610"/>
                  </a:lnTo>
                  <a:lnTo>
                    <a:pt x="158750" y="182879"/>
                  </a:lnTo>
                  <a:lnTo>
                    <a:pt x="168910" y="182879"/>
                  </a:lnTo>
                  <a:lnTo>
                    <a:pt x="170180" y="181610"/>
                  </a:lnTo>
                  <a:close/>
                </a:path>
                <a:path w="342900" h="351789">
                  <a:moveTo>
                    <a:pt x="173990" y="177800"/>
                  </a:moveTo>
                  <a:lnTo>
                    <a:pt x="163830" y="177800"/>
                  </a:lnTo>
                  <a:lnTo>
                    <a:pt x="161290" y="180339"/>
                  </a:lnTo>
                  <a:lnTo>
                    <a:pt x="171450" y="180339"/>
                  </a:lnTo>
                  <a:lnTo>
                    <a:pt x="173990" y="177800"/>
                  </a:lnTo>
                  <a:close/>
                </a:path>
                <a:path w="342900" h="351789">
                  <a:moveTo>
                    <a:pt x="176530" y="175260"/>
                  </a:moveTo>
                  <a:lnTo>
                    <a:pt x="166370" y="175260"/>
                  </a:lnTo>
                  <a:lnTo>
                    <a:pt x="165100" y="176529"/>
                  </a:lnTo>
                  <a:lnTo>
                    <a:pt x="175260" y="176529"/>
                  </a:lnTo>
                  <a:lnTo>
                    <a:pt x="176530" y="175260"/>
                  </a:lnTo>
                  <a:close/>
                </a:path>
                <a:path w="342900" h="351789">
                  <a:moveTo>
                    <a:pt x="180340" y="171450"/>
                  </a:moveTo>
                  <a:lnTo>
                    <a:pt x="170180" y="171450"/>
                  </a:lnTo>
                  <a:lnTo>
                    <a:pt x="167640" y="173989"/>
                  </a:lnTo>
                  <a:lnTo>
                    <a:pt x="177800" y="173989"/>
                  </a:lnTo>
                  <a:lnTo>
                    <a:pt x="180340" y="171450"/>
                  </a:lnTo>
                  <a:close/>
                </a:path>
                <a:path w="342900" h="351789">
                  <a:moveTo>
                    <a:pt x="182880" y="168910"/>
                  </a:moveTo>
                  <a:lnTo>
                    <a:pt x="172720" y="168910"/>
                  </a:lnTo>
                  <a:lnTo>
                    <a:pt x="171450" y="170179"/>
                  </a:lnTo>
                  <a:lnTo>
                    <a:pt x="181610" y="170179"/>
                  </a:lnTo>
                  <a:lnTo>
                    <a:pt x="182880" y="168910"/>
                  </a:lnTo>
                  <a:close/>
                </a:path>
                <a:path w="342900" h="351789">
                  <a:moveTo>
                    <a:pt x="186690" y="165100"/>
                  </a:moveTo>
                  <a:lnTo>
                    <a:pt x="176530" y="165100"/>
                  </a:lnTo>
                  <a:lnTo>
                    <a:pt x="173990" y="167639"/>
                  </a:lnTo>
                  <a:lnTo>
                    <a:pt x="184150" y="167639"/>
                  </a:lnTo>
                  <a:lnTo>
                    <a:pt x="186690" y="165100"/>
                  </a:lnTo>
                  <a:close/>
                </a:path>
                <a:path w="342900" h="351789">
                  <a:moveTo>
                    <a:pt x="189230" y="162560"/>
                  </a:moveTo>
                  <a:lnTo>
                    <a:pt x="179070" y="162560"/>
                  </a:lnTo>
                  <a:lnTo>
                    <a:pt x="177800" y="163829"/>
                  </a:lnTo>
                  <a:lnTo>
                    <a:pt x="187960" y="163829"/>
                  </a:lnTo>
                  <a:lnTo>
                    <a:pt x="189230" y="162560"/>
                  </a:lnTo>
                  <a:close/>
                </a:path>
                <a:path w="342900" h="351789">
                  <a:moveTo>
                    <a:pt x="193040" y="158750"/>
                  </a:moveTo>
                  <a:lnTo>
                    <a:pt x="182880" y="158750"/>
                  </a:lnTo>
                  <a:lnTo>
                    <a:pt x="180340" y="161289"/>
                  </a:lnTo>
                  <a:lnTo>
                    <a:pt x="190500" y="161289"/>
                  </a:lnTo>
                  <a:lnTo>
                    <a:pt x="193040" y="158750"/>
                  </a:lnTo>
                  <a:close/>
                </a:path>
                <a:path w="342900" h="351789">
                  <a:moveTo>
                    <a:pt x="195580" y="156210"/>
                  </a:moveTo>
                  <a:lnTo>
                    <a:pt x="185420" y="156210"/>
                  </a:lnTo>
                  <a:lnTo>
                    <a:pt x="184150" y="157479"/>
                  </a:lnTo>
                  <a:lnTo>
                    <a:pt x="194310" y="157479"/>
                  </a:lnTo>
                  <a:lnTo>
                    <a:pt x="195580" y="156210"/>
                  </a:lnTo>
                  <a:close/>
                </a:path>
                <a:path w="342900" h="351789">
                  <a:moveTo>
                    <a:pt x="199390" y="152400"/>
                  </a:moveTo>
                  <a:lnTo>
                    <a:pt x="189230" y="152400"/>
                  </a:lnTo>
                  <a:lnTo>
                    <a:pt x="186690" y="154939"/>
                  </a:lnTo>
                  <a:lnTo>
                    <a:pt x="196850" y="154939"/>
                  </a:lnTo>
                  <a:lnTo>
                    <a:pt x="199390" y="152400"/>
                  </a:lnTo>
                  <a:close/>
                </a:path>
                <a:path w="342900" h="351789">
                  <a:moveTo>
                    <a:pt x="201930" y="149860"/>
                  </a:moveTo>
                  <a:lnTo>
                    <a:pt x="191770" y="149860"/>
                  </a:lnTo>
                  <a:lnTo>
                    <a:pt x="190500" y="151129"/>
                  </a:lnTo>
                  <a:lnTo>
                    <a:pt x="200660" y="151129"/>
                  </a:lnTo>
                  <a:lnTo>
                    <a:pt x="201930" y="149860"/>
                  </a:lnTo>
                  <a:close/>
                </a:path>
                <a:path w="342900" h="351789">
                  <a:moveTo>
                    <a:pt x="205740" y="146050"/>
                  </a:moveTo>
                  <a:lnTo>
                    <a:pt x="195580" y="146050"/>
                  </a:lnTo>
                  <a:lnTo>
                    <a:pt x="193040" y="148589"/>
                  </a:lnTo>
                  <a:lnTo>
                    <a:pt x="203200" y="148589"/>
                  </a:lnTo>
                  <a:lnTo>
                    <a:pt x="205740" y="146050"/>
                  </a:lnTo>
                  <a:close/>
                </a:path>
                <a:path w="342900" h="351789">
                  <a:moveTo>
                    <a:pt x="208280" y="143510"/>
                  </a:moveTo>
                  <a:lnTo>
                    <a:pt x="198120" y="143510"/>
                  </a:lnTo>
                  <a:lnTo>
                    <a:pt x="196850" y="144779"/>
                  </a:lnTo>
                  <a:lnTo>
                    <a:pt x="207010" y="144779"/>
                  </a:lnTo>
                  <a:lnTo>
                    <a:pt x="208280" y="143510"/>
                  </a:lnTo>
                  <a:close/>
                </a:path>
                <a:path w="342900" h="351789">
                  <a:moveTo>
                    <a:pt x="212090" y="139700"/>
                  </a:moveTo>
                  <a:lnTo>
                    <a:pt x="201930" y="139700"/>
                  </a:lnTo>
                  <a:lnTo>
                    <a:pt x="199390" y="142239"/>
                  </a:lnTo>
                  <a:lnTo>
                    <a:pt x="209550" y="142239"/>
                  </a:lnTo>
                  <a:lnTo>
                    <a:pt x="212090" y="139700"/>
                  </a:lnTo>
                  <a:close/>
                </a:path>
                <a:path w="342900" h="351789">
                  <a:moveTo>
                    <a:pt x="214630" y="137160"/>
                  </a:moveTo>
                  <a:lnTo>
                    <a:pt x="204470" y="137160"/>
                  </a:lnTo>
                  <a:lnTo>
                    <a:pt x="203200" y="138429"/>
                  </a:lnTo>
                  <a:lnTo>
                    <a:pt x="213360" y="138429"/>
                  </a:lnTo>
                  <a:lnTo>
                    <a:pt x="214630" y="137160"/>
                  </a:lnTo>
                  <a:close/>
                </a:path>
                <a:path w="342900" h="351789">
                  <a:moveTo>
                    <a:pt x="218440" y="133350"/>
                  </a:moveTo>
                  <a:lnTo>
                    <a:pt x="208280" y="133350"/>
                  </a:lnTo>
                  <a:lnTo>
                    <a:pt x="205740" y="135889"/>
                  </a:lnTo>
                  <a:lnTo>
                    <a:pt x="215900" y="135889"/>
                  </a:lnTo>
                  <a:lnTo>
                    <a:pt x="218440" y="133350"/>
                  </a:lnTo>
                  <a:close/>
                </a:path>
                <a:path w="342900" h="351789">
                  <a:moveTo>
                    <a:pt x="220980" y="130810"/>
                  </a:moveTo>
                  <a:lnTo>
                    <a:pt x="210820" y="130810"/>
                  </a:lnTo>
                  <a:lnTo>
                    <a:pt x="209550" y="132079"/>
                  </a:lnTo>
                  <a:lnTo>
                    <a:pt x="219710" y="132079"/>
                  </a:lnTo>
                  <a:lnTo>
                    <a:pt x="220980" y="130810"/>
                  </a:lnTo>
                  <a:close/>
                </a:path>
                <a:path w="342900" h="351789">
                  <a:moveTo>
                    <a:pt x="224790" y="127000"/>
                  </a:moveTo>
                  <a:lnTo>
                    <a:pt x="214630" y="127000"/>
                  </a:lnTo>
                  <a:lnTo>
                    <a:pt x="212090" y="129539"/>
                  </a:lnTo>
                  <a:lnTo>
                    <a:pt x="222250" y="129539"/>
                  </a:lnTo>
                  <a:lnTo>
                    <a:pt x="224790" y="127000"/>
                  </a:lnTo>
                  <a:close/>
                </a:path>
                <a:path w="342900" h="351789">
                  <a:moveTo>
                    <a:pt x="227330" y="124460"/>
                  </a:moveTo>
                  <a:lnTo>
                    <a:pt x="217170" y="124460"/>
                  </a:lnTo>
                  <a:lnTo>
                    <a:pt x="215900" y="125729"/>
                  </a:lnTo>
                  <a:lnTo>
                    <a:pt x="226060" y="125729"/>
                  </a:lnTo>
                  <a:lnTo>
                    <a:pt x="227330" y="124460"/>
                  </a:lnTo>
                  <a:close/>
                </a:path>
                <a:path w="342900" h="351789">
                  <a:moveTo>
                    <a:pt x="231140" y="120650"/>
                  </a:moveTo>
                  <a:lnTo>
                    <a:pt x="220980" y="120650"/>
                  </a:lnTo>
                  <a:lnTo>
                    <a:pt x="218440" y="123189"/>
                  </a:lnTo>
                  <a:lnTo>
                    <a:pt x="228600" y="123189"/>
                  </a:lnTo>
                  <a:lnTo>
                    <a:pt x="231140" y="120650"/>
                  </a:lnTo>
                  <a:close/>
                </a:path>
                <a:path w="342900" h="351789">
                  <a:moveTo>
                    <a:pt x="233680" y="118110"/>
                  </a:moveTo>
                  <a:lnTo>
                    <a:pt x="223520" y="118110"/>
                  </a:lnTo>
                  <a:lnTo>
                    <a:pt x="222250" y="119379"/>
                  </a:lnTo>
                  <a:lnTo>
                    <a:pt x="232410" y="119379"/>
                  </a:lnTo>
                  <a:lnTo>
                    <a:pt x="233680" y="118110"/>
                  </a:lnTo>
                  <a:close/>
                </a:path>
                <a:path w="342900" h="351789">
                  <a:moveTo>
                    <a:pt x="237490" y="114300"/>
                  </a:moveTo>
                  <a:lnTo>
                    <a:pt x="227330" y="114300"/>
                  </a:lnTo>
                  <a:lnTo>
                    <a:pt x="224790" y="116839"/>
                  </a:lnTo>
                  <a:lnTo>
                    <a:pt x="234950" y="116839"/>
                  </a:lnTo>
                  <a:lnTo>
                    <a:pt x="237490" y="114300"/>
                  </a:lnTo>
                  <a:close/>
                </a:path>
                <a:path w="342900" h="351789">
                  <a:moveTo>
                    <a:pt x="240030" y="111760"/>
                  </a:moveTo>
                  <a:lnTo>
                    <a:pt x="229870" y="111760"/>
                  </a:lnTo>
                  <a:lnTo>
                    <a:pt x="228600" y="113029"/>
                  </a:lnTo>
                  <a:lnTo>
                    <a:pt x="238760" y="113029"/>
                  </a:lnTo>
                  <a:lnTo>
                    <a:pt x="240030" y="111760"/>
                  </a:lnTo>
                  <a:close/>
                </a:path>
                <a:path w="342900" h="351789">
                  <a:moveTo>
                    <a:pt x="243840" y="107950"/>
                  </a:moveTo>
                  <a:lnTo>
                    <a:pt x="233680" y="107950"/>
                  </a:lnTo>
                  <a:lnTo>
                    <a:pt x="231140" y="110489"/>
                  </a:lnTo>
                  <a:lnTo>
                    <a:pt x="241300" y="110489"/>
                  </a:lnTo>
                  <a:lnTo>
                    <a:pt x="243840" y="107950"/>
                  </a:lnTo>
                  <a:close/>
                </a:path>
                <a:path w="342900" h="351789">
                  <a:moveTo>
                    <a:pt x="246380" y="105410"/>
                  </a:moveTo>
                  <a:lnTo>
                    <a:pt x="236220" y="105410"/>
                  </a:lnTo>
                  <a:lnTo>
                    <a:pt x="234950" y="106679"/>
                  </a:lnTo>
                  <a:lnTo>
                    <a:pt x="245110" y="106679"/>
                  </a:lnTo>
                  <a:lnTo>
                    <a:pt x="246380" y="105410"/>
                  </a:lnTo>
                  <a:close/>
                </a:path>
                <a:path w="342900" h="351789">
                  <a:moveTo>
                    <a:pt x="250190" y="101600"/>
                  </a:moveTo>
                  <a:lnTo>
                    <a:pt x="240030" y="101600"/>
                  </a:lnTo>
                  <a:lnTo>
                    <a:pt x="237490" y="104139"/>
                  </a:lnTo>
                  <a:lnTo>
                    <a:pt x="247650" y="104139"/>
                  </a:lnTo>
                  <a:lnTo>
                    <a:pt x="250190" y="101600"/>
                  </a:lnTo>
                  <a:close/>
                </a:path>
                <a:path w="342900" h="351789">
                  <a:moveTo>
                    <a:pt x="252730" y="99060"/>
                  </a:moveTo>
                  <a:lnTo>
                    <a:pt x="242570" y="99060"/>
                  </a:lnTo>
                  <a:lnTo>
                    <a:pt x="241300" y="100329"/>
                  </a:lnTo>
                  <a:lnTo>
                    <a:pt x="251460" y="100329"/>
                  </a:lnTo>
                  <a:lnTo>
                    <a:pt x="252730" y="99060"/>
                  </a:lnTo>
                  <a:close/>
                </a:path>
                <a:path w="342900" h="351789">
                  <a:moveTo>
                    <a:pt x="256540" y="95250"/>
                  </a:moveTo>
                  <a:lnTo>
                    <a:pt x="246380" y="95250"/>
                  </a:lnTo>
                  <a:lnTo>
                    <a:pt x="243840" y="97789"/>
                  </a:lnTo>
                  <a:lnTo>
                    <a:pt x="254000" y="97789"/>
                  </a:lnTo>
                  <a:lnTo>
                    <a:pt x="256540" y="95250"/>
                  </a:lnTo>
                  <a:close/>
                </a:path>
                <a:path w="342900" h="351789">
                  <a:moveTo>
                    <a:pt x="259080" y="92710"/>
                  </a:moveTo>
                  <a:lnTo>
                    <a:pt x="248920" y="92710"/>
                  </a:lnTo>
                  <a:lnTo>
                    <a:pt x="247650" y="93979"/>
                  </a:lnTo>
                  <a:lnTo>
                    <a:pt x="257810" y="93979"/>
                  </a:lnTo>
                  <a:lnTo>
                    <a:pt x="259080" y="92710"/>
                  </a:lnTo>
                  <a:close/>
                </a:path>
                <a:path w="342900" h="351789">
                  <a:moveTo>
                    <a:pt x="262890" y="88900"/>
                  </a:moveTo>
                  <a:lnTo>
                    <a:pt x="252730" y="88900"/>
                  </a:lnTo>
                  <a:lnTo>
                    <a:pt x="250190" y="91439"/>
                  </a:lnTo>
                  <a:lnTo>
                    <a:pt x="260350" y="91439"/>
                  </a:lnTo>
                  <a:lnTo>
                    <a:pt x="262890" y="88900"/>
                  </a:lnTo>
                  <a:close/>
                </a:path>
                <a:path w="342900" h="351789">
                  <a:moveTo>
                    <a:pt x="265430" y="86360"/>
                  </a:moveTo>
                  <a:lnTo>
                    <a:pt x="255270" y="86360"/>
                  </a:lnTo>
                  <a:lnTo>
                    <a:pt x="254000" y="87629"/>
                  </a:lnTo>
                  <a:lnTo>
                    <a:pt x="264160" y="87629"/>
                  </a:lnTo>
                  <a:lnTo>
                    <a:pt x="265430" y="86360"/>
                  </a:lnTo>
                  <a:close/>
                </a:path>
                <a:path w="342900" h="351789">
                  <a:moveTo>
                    <a:pt x="269240" y="82550"/>
                  </a:moveTo>
                  <a:lnTo>
                    <a:pt x="259080" y="82550"/>
                  </a:lnTo>
                  <a:lnTo>
                    <a:pt x="256540" y="85089"/>
                  </a:lnTo>
                  <a:lnTo>
                    <a:pt x="266700" y="85089"/>
                  </a:lnTo>
                  <a:lnTo>
                    <a:pt x="269240" y="82550"/>
                  </a:lnTo>
                  <a:close/>
                </a:path>
                <a:path w="342900" h="351789">
                  <a:moveTo>
                    <a:pt x="271780" y="80010"/>
                  </a:moveTo>
                  <a:lnTo>
                    <a:pt x="261620" y="80010"/>
                  </a:lnTo>
                  <a:lnTo>
                    <a:pt x="260350" y="81279"/>
                  </a:lnTo>
                  <a:lnTo>
                    <a:pt x="270510" y="81279"/>
                  </a:lnTo>
                  <a:lnTo>
                    <a:pt x="271780" y="80010"/>
                  </a:lnTo>
                  <a:close/>
                </a:path>
                <a:path w="342900" h="351789">
                  <a:moveTo>
                    <a:pt x="275590" y="76200"/>
                  </a:moveTo>
                  <a:lnTo>
                    <a:pt x="265430" y="76200"/>
                  </a:lnTo>
                  <a:lnTo>
                    <a:pt x="262890" y="78739"/>
                  </a:lnTo>
                  <a:lnTo>
                    <a:pt x="273050" y="78739"/>
                  </a:lnTo>
                  <a:lnTo>
                    <a:pt x="275590" y="76200"/>
                  </a:lnTo>
                  <a:close/>
                </a:path>
                <a:path w="342900" h="351789">
                  <a:moveTo>
                    <a:pt x="278130" y="73660"/>
                  </a:moveTo>
                  <a:lnTo>
                    <a:pt x="267970" y="73660"/>
                  </a:lnTo>
                  <a:lnTo>
                    <a:pt x="266700" y="74929"/>
                  </a:lnTo>
                  <a:lnTo>
                    <a:pt x="276860" y="74929"/>
                  </a:lnTo>
                  <a:lnTo>
                    <a:pt x="278130" y="73660"/>
                  </a:lnTo>
                  <a:close/>
                </a:path>
                <a:path w="342900" h="351789">
                  <a:moveTo>
                    <a:pt x="281940" y="69850"/>
                  </a:moveTo>
                  <a:lnTo>
                    <a:pt x="271780" y="69850"/>
                  </a:lnTo>
                  <a:lnTo>
                    <a:pt x="269240" y="72389"/>
                  </a:lnTo>
                  <a:lnTo>
                    <a:pt x="279400" y="72389"/>
                  </a:lnTo>
                  <a:lnTo>
                    <a:pt x="281940" y="69850"/>
                  </a:lnTo>
                  <a:close/>
                </a:path>
                <a:path w="342900" h="351789">
                  <a:moveTo>
                    <a:pt x="284480" y="67310"/>
                  </a:moveTo>
                  <a:lnTo>
                    <a:pt x="274320" y="67310"/>
                  </a:lnTo>
                  <a:lnTo>
                    <a:pt x="273050" y="68579"/>
                  </a:lnTo>
                  <a:lnTo>
                    <a:pt x="283210" y="68579"/>
                  </a:lnTo>
                  <a:lnTo>
                    <a:pt x="284480" y="67310"/>
                  </a:lnTo>
                  <a:close/>
                </a:path>
                <a:path w="342900" h="351789">
                  <a:moveTo>
                    <a:pt x="288290" y="63500"/>
                  </a:moveTo>
                  <a:lnTo>
                    <a:pt x="278130" y="63500"/>
                  </a:lnTo>
                  <a:lnTo>
                    <a:pt x="275590" y="66039"/>
                  </a:lnTo>
                  <a:lnTo>
                    <a:pt x="285750" y="66039"/>
                  </a:lnTo>
                  <a:lnTo>
                    <a:pt x="288290" y="63500"/>
                  </a:lnTo>
                  <a:close/>
                </a:path>
                <a:path w="342900" h="351789">
                  <a:moveTo>
                    <a:pt x="290830" y="60960"/>
                  </a:moveTo>
                  <a:lnTo>
                    <a:pt x="280670" y="60960"/>
                  </a:lnTo>
                  <a:lnTo>
                    <a:pt x="279400" y="62229"/>
                  </a:lnTo>
                  <a:lnTo>
                    <a:pt x="289560" y="62229"/>
                  </a:lnTo>
                  <a:lnTo>
                    <a:pt x="290830" y="60960"/>
                  </a:lnTo>
                  <a:close/>
                </a:path>
                <a:path w="342900" h="351789">
                  <a:moveTo>
                    <a:pt x="294640" y="57150"/>
                  </a:moveTo>
                  <a:lnTo>
                    <a:pt x="284480" y="57150"/>
                  </a:lnTo>
                  <a:lnTo>
                    <a:pt x="281940" y="59689"/>
                  </a:lnTo>
                  <a:lnTo>
                    <a:pt x="292100" y="59689"/>
                  </a:lnTo>
                  <a:lnTo>
                    <a:pt x="294640" y="57150"/>
                  </a:lnTo>
                  <a:close/>
                </a:path>
                <a:path w="342900" h="351789">
                  <a:moveTo>
                    <a:pt x="297180" y="54610"/>
                  </a:moveTo>
                  <a:lnTo>
                    <a:pt x="287020" y="54610"/>
                  </a:lnTo>
                  <a:lnTo>
                    <a:pt x="285750" y="55879"/>
                  </a:lnTo>
                  <a:lnTo>
                    <a:pt x="295910" y="55879"/>
                  </a:lnTo>
                  <a:lnTo>
                    <a:pt x="297180" y="54610"/>
                  </a:lnTo>
                  <a:close/>
                </a:path>
                <a:path w="342900" h="351789">
                  <a:moveTo>
                    <a:pt x="300990" y="50800"/>
                  </a:moveTo>
                  <a:lnTo>
                    <a:pt x="290830" y="50800"/>
                  </a:lnTo>
                  <a:lnTo>
                    <a:pt x="288290" y="53339"/>
                  </a:lnTo>
                  <a:lnTo>
                    <a:pt x="298450" y="53339"/>
                  </a:lnTo>
                  <a:lnTo>
                    <a:pt x="300990" y="50800"/>
                  </a:lnTo>
                  <a:close/>
                </a:path>
                <a:path w="342900" h="351789">
                  <a:moveTo>
                    <a:pt x="303530" y="48260"/>
                  </a:moveTo>
                  <a:lnTo>
                    <a:pt x="293370" y="48260"/>
                  </a:lnTo>
                  <a:lnTo>
                    <a:pt x="292100" y="49529"/>
                  </a:lnTo>
                  <a:lnTo>
                    <a:pt x="302260" y="49529"/>
                  </a:lnTo>
                  <a:lnTo>
                    <a:pt x="303530" y="48260"/>
                  </a:lnTo>
                  <a:close/>
                </a:path>
                <a:path w="342900" h="351789">
                  <a:moveTo>
                    <a:pt x="307340" y="44450"/>
                  </a:moveTo>
                  <a:lnTo>
                    <a:pt x="297180" y="44450"/>
                  </a:lnTo>
                  <a:lnTo>
                    <a:pt x="294640" y="46989"/>
                  </a:lnTo>
                  <a:lnTo>
                    <a:pt x="304800" y="46989"/>
                  </a:lnTo>
                  <a:lnTo>
                    <a:pt x="307340" y="44450"/>
                  </a:lnTo>
                  <a:close/>
                </a:path>
                <a:path w="342900" h="351789">
                  <a:moveTo>
                    <a:pt x="309880" y="41910"/>
                  </a:moveTo>
                  <a:lnTo>
                    <a:pt x="299720" y="41910"/>
                  </a:lnTo>
                  <a:lnTo>
                    <a:pt x="298450" y="43179"/>
                  </a:lnTo>
                  <a:lnTo>
                    <a:pt x="308610" y="43179"/>
                  </a:lnTo>
                  <a:lnTo>
                    <a:pt x="309880" y="41910"/>
                  </a:lnTo>
                  <a:close/>
                </a:path>
                <a:path w="342900" h="351789">
                  <a:moveTo>
                    <a:pt x="313690" y="38100"/>
                  </a:moveTo>
                  <a:lnTo>
                    <a:pt x="303530" y="38100"/>
                  </a:lnTo>
                  <a:lnTo>
                    <a:pt x="300990" y="40639"/>
                  </a:lnTo>
                  <a:lnTo>
                    <a:pt x="311150" y="40639"/>
                  </a:lnTo>
                  <a:lnTo>
                    <a:pt x="313690" y="38100"/>
                  </a:lnTo>
                  <a:close/>
                </a:path>
                <a:path w="342900" h="351789">
                  <a:moveTo>
                    <a:pt x="316230" y="35560"/>
                  </a:moveTo>
                  <a:lnTo>
                    <a:pt x="306070" y="35560"/>
                  </a:lnTo>
                  <a:lnTo>
                    <a:pt x="304800" y="36829"/>
                  </a:lnTo>
                  <a:lnTo>
                    <a:pt x="314960" y="36829"/>
                  </a:lnTo>
                  <a:lnTo>
                    <a:pt x="316230" y="35560"/>
                  </a:lnTo>
                  <a:close/>
                </a:path>
                <a:path w="342900" h="351789">
                  <a:moveTo>
                    <a:pt x="320040" y="31750"/>
                  </a:moveTo>
                  <a:lnTo>
                    <a:pt x="309880" y="31750"/>
                  </a:lnTo>
                  <a:lnTo>
                    <a:pt x="307340" y="34289"/>
                  </a:lnTo>
                  <a:lnTo>
                    <a:pt x="317500" y="34289"/>
                  </a:lnTo>
                  <a:lnTo>
                    <a:pt x="320040" y="31750"/>
                  </a:lnTo>
                  <a:close/>
                </a:path>
                <a:path w="342900" h="351789">
                  <a:moveTo>
                    <a:pt x="322580" y="29210"/>
                  </a:moveTo>
                  <a:lnTo>
                    <a:pt x="312420" y="29210"/>
                  </a:lnTo>
                  <a:lnTo>
                    <a:pt x="311150" y="30479"/>
                  </a:lnTo>
                  <a:lnTo>
                    <a:pt x="321310" y="30479"/>
                  </a:lnTo>
                  <a:lnTo>
                    <a:pt x="322580" y="29210"/>
                  </a:lnTo>
                  <a:close/>
                </a:path>
                <a:path w="342900" h="351789">
                  <a:moveTo>
                    <a:pt x="326390" y="25400"/>
                  </a:moveTo>
                  <a:lnTo>
                    <a:pt x="316230" y="25400"/>
                  </a:lnTo>
                  <a:lnTo>
                    <a:pt x="313690" y="27939"/>
                  </a:lnTo>
                  <a:lnTo>
                    <a:pt x="323850" y="27939"/>
                  </a:lnTo>
                  <a:lnTo>
                    <a:pt x="326390" y="25400"/>
                  </a:lnTo>
                  <a:close/>
                </a:path>
                <a:path w="342900" h="351789">
                  <a:moveTo>
                    <a:pt x="328930" y="22860"/>
                  </a:moveTo>
                  <a:lnTo>
                    <a:pt x="318770" y="22860"/>
                  </a:lnTo>
                  <a:lnTo>
                    <a:pt x="317500" y="24129"/>
                  </a:lnTo>
                  <a:lnTo>
                    <a:pt x="327660" y="24129"/>
                  </a:lnTo>
                  <a:lnTo>
                    <a:pt x="328930" y="22860"/>
                  </a:lnTo>
                  <a:close/>
                </a:path>
                <a:path w="342900" h="351789">
                  <a:moveTo>
                    <a:pt x="332740" y="19050"/>
                  </a:moveTo>
                  <a:lnTo>
                    <a:pt x="322580" y="19050"/>
                  </a:lnTo>
                  <a:lnTo>
                    <a:pt x="320040" y="21589"/>
                  </a:lnTo>
                  <a:lnTo>
                    <a:pt x="330200" y="21589"/>
                  </a:lnTo>
                  <a:lnTo>
                    <a:pt x="332740" y="19050"/>
                  </a:lnTo>
                  <a:close/>
                </a:path>
                <a:path w="342900" h="351789">
                  <a:moveTo>
                    <a:pt x="335280" y="16510"/>
                  </a:moveTo>
                  <a:lnTo>
                    <a:pt x="325120" y="16510"/>
                  </a:lnTo>
                  <a:lnTo>
                    <a:pt x="323850" y="17779"/>
                  </a:lnTo>
                  <a:lnTo>
                    <a:pt x="334010" y="17779"/>
                  </a:lnTo>
                  <a:lnTo>
                    <a:pt x="335280" y="16510"/>
                  </a:lnTo>
                  <a:close/>
                </a:path>
                <a:path w="342900" h="351789">
                  <a:moveTo>
                    <a:pt x="339090" y="12700"/>
                  </a:moveTo>
                  <a:lnTo>
                    <a:pt x="328930" y="12700"/>
                  </a:lnTo>
                  <a:lnTo>
                    <a:pt x="326390" y="15239"/>
                  </a:lnTo>
                  <a:lnTo>
                    <a:pt x="336550" y="15239"/>
                  </a:lnTo>
                  <a:lnTo>
                    <a:pt x="339090" y="12700"/>
                  </a:lnTo>
                  <a:close/>
                </a:path>
                <a:path w="342900" h="351789">
                  <a:moveTo>
                    <a:pt x="341630" y="10160"/>
                  </a:moveTo>
                  <a:lnTo>
                    <a:pt x="331470" y="10160"/>
                  </a:lnTo>
                  <a:lnTo>
                    <a:pt x="330200" y="11429"/>
                  </a:lnTo>
                  <a:lnTo>
                    <a:pt x="340360" y="11429"/>
                  </a:lnTo>
                  <a:lnTo>
                    <a:pt x="341630" y="10160"/>
                  </a:lnTo>
                  <a:close/>
                </a:path>
                <a:path w="342900" h="351789">
                  <a:moveTo>
                    <a:pt x="342900" y="6350"/>
                  </a:moveTo>
                  <a:lnTo>
                    <a:pt x="335280" y="6350"/>
                  </a:lnTo>
                  <a:lnTo>
                    <a:pt x="332740" y="8889"/>
                  </a:lnTo>
                  <a:lnTo>
                    <a:pt x="342900" y="8889"/>
                  </a:lnTo>
                  <a:lnTo>
                    <a:pt x="342900" y="6350"/>
                  </a:lnTo>
                  <a:close/>
                </a:path>
                <a:path w="342900" h="351789">
                  <a:moveTo>
                    <a:pt x="342900" y="3810"/>
                  </a:moveTo>
                  <a:lnTo>
                    <a:pt x="337820" y="3810"/>
                  </a:lnTo>
                  <a:lnTo>
                    <a:pt x="336550" y="5079"/>
                  </a:lnTo>
                  <a:lnTo>
                    <a:pt x="342900" y="5079"/>
                  </a:lnTo>
                  <a:lnTo>
                    <a:pt x="342900" y="3810"/>
                  </a:lnTo>
                  <a:close/>
                </a:path>
                <a:path w="342900" h="351789">
                  <a:moveTo>
                    <a:pt x="342900" y="0"/>
                  </a:moveTo>
                  <a:lnTo>
                    <a:pt x="341630" y="0"/>
                  </a:lnTo>
                  <a:lnTo>
                    <a:pt x="339090" y="2539"/>
                  </a:lnTo>
                  <a:lnTo>
                    <a:pt x="342900" y="2539"/>
                  </a:lnTo>
                  <a:lnTo>
                    <a:pt x="342900" y="0"/>
                  </a:lnTo>
                  <a:close/>
                </a:path>
                <a:path w="342900" h="351789">
                  <a:moveTo>
                    <a:pt x="166370" y="185420"/>
                  </a:moveTo>
                  <a:lnTo>
                    <a:pt x="156210" y="185420"/>
                  </a:lnTo>
                  <a:lnTo>
                    <a:pt x="0" y="341630"/>
                  </a:lnTo>
                  <a:lnTo>
                    <a:pt x="0" y="351790"/>
                  </a:lnTo>
                  <a:lnTo>
                    <a:pt x="166370" y="185420"/>
                  </a:lnTo>
                  <a:close/>
                </a:path>
              </a:pathLst>
            </a:custGeom>
            <a:solidFill>
              <a:srgbClr val="CABB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1334770" y="2745739"/>
              <a:ext cx="342900" cy="364490"/>
            </a:xfrm>
            <a:custGeom>
              <a:avLst/>
              <a:gdLst/>
              <a:ahLst/>
              <a:cxnLst/>
              <a:rect l="l" t="t" r="r" b="b"/>
              <a:pathLst>
                <a:path w="342900" h="364489">
                  <a:moveTo>
                    <a:pt x="189217" y="175260"/>
                  </a:moveTo>
                  <a:lnTo>
                    <a:pt x="176517" y="175260"/>
                  </a:lnTo>
                  <a:lnTo>
                    <a:pt x="166370" y="175260"/>
                  </a:lnTo>
                  <a:lnTo>
                    <a:pt x="0" y="341630"/>
                  </a:lnTo>
                  <a:lnTo>
                    <a:pt x="0" y="351790"/>
                  </a:lnTo>
                  <a:lnTo>
                    <a:pt x="0" y="364490"/>
                  </a:lnTo>
                  <a:lnTo>
                    <a:pt x="189217" y="175260"/>
                  </a:lnTo>
                  <a:close/>
                </a:path>
                <a:path w="342900" h="364489">
                  <a:moveTo>
                    <a:pt x="193027" y="171450"/>
                  </a:moveTo>
                  <a:lnTo>
                    <a:pt x="180327" y="171450"/>
                  </a:lnTo>
                  <a:lnTo>
                    <a:pt x="170180" y="171450"/>
                  </a:lnTo>
                  <a:lnTo>
                    <a:pt x="168910" y="172720"/>
                  </a:lnTo>
                  <a:lnTo>
                    <a:pt x="179070" y="172720"/>
                  </a:lnTo>
                  <a:lnTo>
                    <a:pt x="191770" y="172720"/>
                  </a:lnTo>
                  <a:lnTo>
                    <a:pt x="193027" y="171450"/>
                  </a:lnTo>
                  <a:close/>
                </a:path>
                <a:path w="342900" h="364489">
                  <a:moveTo>
                    <a:pt x="196850" y="167640"/>
                  </a:moveTo>
                  <a:lnTo>
                    <a:pt x="184150" y="167640"/>
                  </a:lnTo>
                  <a:lnTo>
                    <a:pt x="173990" y="167640"/>
                  </a:lnTo>
                  <a:lnTo>
                    <a:pt x="171450" y="170180"/>
                  </a:lnTo>
                  <a:lnTo>
                    <a:pt x="181610" y="170180"/>
                  </a:lnTo>
                  <a:lnTo>
                    <a:pt x="194310" y="170180"/>
                  </a:lnTo>
                  <a:lnTo>
                    <a:pt x="196850" y="167640"/>
                  </a:lnTo>
                  <a:close/>
                </a:path>
                <a:path w="342900" h="364489">
                  <a:moveTo>
                    <a:pt x="199377" y="165100"/>
                  </a:moveTo>
                  <a:lnTo>
                    <a:pt x="186677" y="165100"/>
                  </a:lnTo>
                  <a:lnTo>
                    <a:pt x="176530" y="165100"/>
                  </a:lnTo>
                  <a:lnTo>
                    <a:pt x="175260" y="166370"/>
                  </a:lnTo>
                  <a:lnTo>
                    <a:pt x="185420" y="166370"/>
                  </a:lnTo>
                  <a:lnTo>
                    <a:pt x="198120" y="166370"/>
                  </a:lnTo>
                  <a:lnTo>
                    <a:pt x="199377" y="165100"/>
                  </a:lnTo>
                  <a:close/>
                </a:path>
                <a:path w="342900" h="364489">
                  <a:moveTo>
                    <a:pt x="203200" y="161290"/>
                  </a:moveTo>
                  <a:lnTo>
                    <a:pt x="190500" y="161290"/>
                  </a:lnTo>
                  <a:lnTo>
                    <a:pt x="180340" y="161290"/>
                  </a:lnTo>
                  <a:lnTo>
                    <a:pt x="177800" y="163830"/>
                  </a:lnTo>
                  <a:lnTo>
                    <a:pt x="187960" y="163830"/>
                  </a:lnTo>
                  <a:lnTo>
                    <a:pt x="200660" y="163830"/>
                  </a:lnTo>
                  <a:lnTo>
                    <a:pt x="203200" y="161290"/>
                  </a:lnTo>
                  <a:close/>
                </a:path>
                <a:path w="342900" h="364489">
                  <a:moveTo>
                    <a:pt x="205727" y="158750"/>
                  </a:moveTo>
                  <a:lnTo>
                    <a:pt x="193027" y="158750"/>
                  </a:lnTo>
                  <a:lnTo>
                    <a:pt x="182880" y="158750"/>
                  </a:lnTo>
                  <a:lnTo>
                    <a:pt x="181610" y="160020"/>
                  </a:lnTo>
                  <a:lnTo>
                    <a:pt x="191770" y="160020"/>
                  </a:lnTo>
                  <a:lnTo>
                    <a:pt x="204470" y="160020"/>
                  </a:lnTo>
                  <a:lnTo>
                    <a:pt x="205727" y="158750"/>
                  </a:lnTo>
                  <a:close/>
                </a:path>
                <a:path w="342900" h="364489">
                  <a:moveTo>
                    <a:pt x="209550" y="154940"/>
                  </a:moveTo>
                  <a:lnTo>
                    <a:pt x="196850" y="154940"/>
                  </a:lnTo>
                  <a:lnTo>
                    <a:pt x="186690" y="154940"/>
                  </a:lnTo>
                  <a:lnTo>
                    <a:pt x="184150" y="157480"/>
                  </a:lnTo>
                  <a:lnTo>
                    <a:pt x="194310" y="157480"/>
                  </a:lnTo>
                  <a:lnTo>
                    <a:pt x="207010" y="157480"/>
                  </a:lnTo>
                  <a:lnTo>
                    <a:pt x="209550" y="154940"/>
                  </a:lnTo>
                  <a:close/>
                </a:path>
                <a:path w="342900" h="364489">
                  <a:moveTo>
                    <a:pt x="212077" y="152400"/>
                  </a:moveTo>
                  <a:lnTo>
                    <a:pt x="199377" y="152400"/>
                  </a:lnTo>
                  <a:lnTo>
                    <a:pt x="189230" y="152400"/>
                  </a:lnTo>
                  <a:lnTo>
                    <a:pt x="187960" y="153670"/>
                  </a:lnTo>
                  <a:lnTo>
                    <a:pt x="198120" y="153670"/>
                  </a:lnTo>
                  <a:lnTo>
                    <a:pt x="210820" y="153670"/>
                  </a:lnTo>
                  <a:lnTo>
                    <a:pt x="212077" y="152400"/>
                  </a:lnTo>
                  <a:close/>
                </a:path>
                <a:path w="342900" h="364489">
                  <a:moveTo>
                    <a:pt x="215900" y="148590"/>
                  </a:moveTo>
                  <a:lnTo>
                    <a:pt x="203200" y="148590"/>
                  </a:lnTo>
                  <a:lnTo>
                    <a:pt x="193040" y="148590"/>
                  </a:lnTo>
                  <a:lnTo>
                    <a:pt x="190500" y="151130"/>
                  </a:lnTo>
                  <a:lnTo>
                    <a:pt x="200660" y="151130"/>
                  </a:lnTo>
                  <a:lnTo>
                    <a:pt x="213360" y="151130"/>
                  </a:lnTo>
                  <a:lnTo>
                    <a:pt x="215900" y="148590"/>
                  </a:lnTo>
                  <a:close/>
                </a:path>
                <a:path w="342900" h="364489">
                  <a:moveTo>
                    <a:pt x="218427" y="146050"/>
                  </a:moveTo>
                  <a:lnTo>
                    <a:pt x="205727" y="146050"/>
                  </a:lnTo>
                  <a:lnTo>
                    <a:pt x="195580" y="146050"/>
                  </a:lnTo>
                  <a:lnTo>
                    <a:pt x="194310" y="147320"/>
                  </a:lnTo>
                  <a:lnTo>
                    <a:pt x="204470" y="147320"/>
                  </a:lnTo>
                  <a:lnTo>
                    <a:pt x="217170" y="147320"/>
                  </a:lnTo>
                  <a:lnTo>
                    <a:pt x="218427" y="146050"/>
                  </a:lnTo>
                  <a:close/>
                </a:path>
                <a:path w="342900" h="364489">
                  <a:moveTo>
                    <a:pt x="222250" y="142240"/>
                  </a:moveTo>
                  <a:lnTo>
                    <a:pt x="209550" y="142240"/>
                  </a:lnTo>
                  <a:lnTo>
                    <a:pt x="199390" y="142240"/>
                  </a:lnTo>
                  <a:lnTo>
                    <a:pt x="196850" y="144780"/>
                  </a:lnTo>
                  <a:lnTo>
                    <a:pt x="207010" y="144780"/>
                  </a:lnTo>
                  <a:lnTo>
                    <a:pt x="219710" y="144780"/>
                  </a:lnTo>
                  <a:lnTo>
                    <a:pt x="222250" y="142240"/>
                  </a:lnTo>
                  <a:close/>
                </a:path>
                <a:path w="342900" h="364489">
                  <a:moveTo>
                    <a:pt x="224777" y="139700"/>
                  </a:moveTo>
                  <a:lnTo>
                    <a:pt x="212077" y="139700"/>
                  </a:lnTo>
                  <a:lnTo>
                    <a:pt x="201930" y="139700"/>
                  </a:lnTo>
                  <a:lnTo>
                    <a:pt x="200660" y="140970"/>
                  </a:lnTo>
                  <a:lnTo>
                    <a:pt x="210820" y="140970"/>
                  </a:lnTo>
                  <a:lnTo>
                    <a:pt x="223520" y="140970"/>
                  </a:lnTo>
                  <a:lnTo>
                    <a:pt x="224777" y="139700"/>
                  </a:lnTo>
                  <a:close/>
                </a:path>
                <a:path w="342900" h="364489">
                  <a:moveTo>
                    <a:pt x="228600" y="135890"/>
                  </a:moveTo>
                  <a:lnTo>
                    <a:pt x="215900" y="135890"/>
                  </a:lnTo>
                  <a:lnTo>
                    <a:pt x="205740" y="135890"/>
                  </a:lnTo>
                  <a:lnTo>
                    <a:pt x="203200" y="138430"/>
                  </a:lnTo>
                  <a:lnTo>
                    <a:pt x="213360" y="138430"/>
                  </a:lnTo>
                  <a:lnTo>
                    <a:pt x="226060" y="138430"/>
                  </a:lnTo>
                  <a:lnTo>
                    <a:pt x="228600" y="135890"/>
                  </a:lnTo>
                  <a:close/>
                </a:path>
                <a:path w="342900" h="364489">
                  <a:moveTo>
                    <a:pt x="231127" y="133350"/>
                  </a:moveTo>
                  <a:lnTo>
                    <a:pt x="218427" y="133350"/>
                  </a:lnTo>
                  <a:lnTo>
                    <a:pt x="208280" y="133350"/>
                  </a:lnTo>
                  <a:lnTo>
                    <a:pt x="207010" y="134620"/>
                  </a:lnTo>
                  <a:lnTo>
                    <a:pt x="217170" y="134620"/>
                  </a:lnTo>
                  <a:lnTo>
                    <a:pt x="229870" y="134620"/>
                  </a:lnTo>
                  <a:lnTo>
                    <a:pt x="231127" y="133350"/>
                  </a:lnTo>
                  <a:close/>
                </a:path>
                <a:path w="342900" h="364489">
                  <a:moveTo>
                    <a:pt x="234950" y="129540"/>
                  </a:moveTo>
                  <a:lnTo>
                    <a:pt x="222250" y="129540"/>
                  </a:lnTo>
                  <a:lnTo>
                    <a:pt x="212090" y="129540"/>
                  </a:lnTo>
                  <a:lnTo>
                    <a:pt x="209550" y="132080"/>
                  </a:lnTo>
                  <a:lnTo>
                    <a:pt x="219710" y="132080"/>
                  </a:lnTo>
                  <a:lnTo>
                    <a:pt x="232410" y="132080"/>
                  </a:lnTo>
                  <a:lnTo>
                    <a:pt x="234950" y="129540"/>
                  </a:lnTo>
                  <a:close/>
                </a:path>
                <a:path w="342900" h="364489">
                  <a:moveTo>
                    <a:pt x="237477" y="127000"/>
                  </a:moveTo>
                  <a:lnTo>
                    <a:pt x="224777" y="127000"/>
                  </a:lnTo>
                  <a:lnTo>
                    <a:pt x="214630" y="127000"/>
                  </a:lnTo>
                  <a:lnTo>
                    <a:pt x="213360" y="128270"/>
                  </a:lnTo>
                  <a:lnTo>
                    <a:pt x="223520" y="128270"/>
                  </a:lnTo>
                  <a:lnTo>
                    <a:pt x="236220" y="128270"/>
                  </a:lnTo>
                  <a:lnTo>
                    <a:pt x="237477" y="127000"/>
                  </a:lnTo>
                  <a:close/>
                </a:path>
                <a:path w="342900" h="364489">
                  <a:moveTo>
                    <a:pt x="241300" y="123190"/>
                  </a:moveTo>
                  <a:lnTo>
                    <a:pt x="228600" y="123190"/>
                  </a:lnTo>
                  <a:lnTo>
                    <a:pt x="218440" y="123190"/>
                  </a:lnTo>
                  <a:lnTo>
                    <a:pt x="215900" y="125730"/>
                  </a:lnTo>
                  <a:lnTo>
                    <a:pt x="226060" y="125730"/>
                  </a:lnTo>
                  <a:lnTo>
                    <a:pt x="238760" y="125730"/>
                  </a:lnTo>
                  <a:lnTo>
                    <a:pt x="241300" y="123190"/>
                  </a:lnTo>
                  <a:close/>
                </a:path>
                <a:path w="342900" h="364489">
                  <a:moveTo>
                    <a:pt x="243827" y="120650"/>
                  </a:moveTo>
                  <a:lnTo>
                    <a:pt x="231127" y="120650"/>
                  </a:lnTo>
                  <a:lnTo>
                    <a:pt x="220980" y="120650"/>
                  </a:lnTo>
                  <a:lnTo>
                    <a:pt x="219710" y="121920"/>
                  </a:lnTo>
                  <a:lnTo>
                    <a:pt x="229870" y="121920"/>
                  </a:lnTo>
                  <a:lnTo>
                    <a:pt x="242570" y="121920"/>
                  </a:lnTo>
                  <a:lnTo>
                    <a:pt x="243827" y="120650"/>
                  </a:lnTo>
                  <a:close/>
                </a:path>
                <a:path w="342900" h="364489">
                  <a:moveTo>
                    <a:pt x="247650" y="116840"/>
                  </a:moveTo>
                  <a:lnTo>
                    <a:pt x="234950" y="116840"/>
                  </a:lnTo>
                  <a:lnTo>
                    <a:pt x="224790" y="116840"/>
                  </a:lnTo>
                  <a:lnTo>
                    <a:pt x="222250" y="119380"/>
                  </a:lnTo>
                  <a:lnTo>
                    <a:pt x="232410" y="119380"/>
                  </a:lnTo>
                  <a:lnTo>
                    <a:pt x="245110" y="119380"/>
                  </a:lnTo>
                  <a:lnTo>
                    <a:pt x="247650" y="116840"/>
                  </a:lnTo>
                  <a:close/>
                </a:path>
                <a:path w="342900" h="364489">
                  <a:moveTo>
                    <a:pt x="250177" y="114300"/>
                  </a:moveTo>
                  <a:lnTo>
                    <a:pt x="237477" y="114300"/>
                  </a:lnTo>
                  <a:lnTo>
                    <a:pt x="227330" y="114300"/>
                  </a:lnTo>
                  <a:lnTo>
                    <a:pt x="226060" y="115570"/>
                  </a:lnTo>
                  <a:lnTo>
                    <a:pt x="236220" y="115570"/>
                  </a:lnTo>
                  <a:lnTo>
                    <a:pt x="248920" y="115570"/>
                  </a:lnTo>
                  <a:lnTo>
                    <a:pt x="250177" y="114300"/>
                  </a:lnTo>
                  <a:close/>
                </a:path>
                <a:path w="342900" h="364489">
                  <a:moveTo>
                    <a:pt x="254000" y="110490"/>
                  </a:moveTo>
                  <a:lnTo>
                    <a:pt x="241300" y="110490"/>
                  </a:lnTo>
                  <a:lnTo>
                    <a:pt x="231140" y="110490"/>
                  </a:lnTo>
                  <a:lnTo>
                    <a:pt x="228600" y="113030"/>
                  </a:lnTo>
                  <a:lnTo>
                    <a:pt x="238760" y="113030"/>
                  </a:lnTo>
                  <a:lnTo>
                    <a:pt x="251460" y="113030"/>
                  </a:lnTo>
                  <a:lnTo>
                    <a:pt x="254000" y="110490"/>
                  </a:lnTo>
                  <a:close/>
                </a:path>
                <a:path w="342900" h="364489">
                  <a:moveTo>
                    <a:pt x="256527" y="107950"/>
                  </a:moveTo>
                  <a:lnTo>
                    <a:pt x="243827" y="107950"/>
                  </a:lnTo>
                  <a:lnTo>
                    <a:pt x="233680" y="107950"/>
                  </a:lnTo>
                  <a:lnTo>
                    <a:pt x="232410" y="109220"/>
                  </a:lnTo>
                  <a:lnTo>
                    <a:pt x="242570" y="109220"/>
                  </a:lnTo>
                  <a:lnTo>
                    <a:pt x="255270" y="109220"/>
                  </a:lnTo>
                  <a:lnTo>
                    <a:pt x="256527" y="107950"/>
                  </a:lnTo>
                  <a:close/>
                </a:path>
                <a:path w="342900" h="364489">
                  <a:moveTo>
                    <a:pt x="260350" y="104140"/>
                  </a:moveTo>
                  <a:lnTo>
                    <a:pt x="247650" y="104140"/>
                  </a:lnTo>
                  <a:lnTo>
                    <a:pt x="237490" y="104140"/>
                  </a:lnTo>
                  <a:lnTo>
                    <a:pt x="234950" y="106680"/>
                  </a:lnTo>
                  <a:lnTo>
                    <a:pt x="245110" y="106680"/>
                  </a:lnTo>
                  <a:lnTo>
                    <a:pt x="257810" y="106680"/>
                  </a:lnTo>
                  <a:lnTo>
                    <a:pt x="260350" y="104140"/>
                  </a:lnTo>
                  <a:close/>
                </a:path>
                <a:path w="342900" h="364489">
                  <a:moveTo>
                    <a:pt x="262877" y="101600"/>
                  </a:moveTo>
                  <a:lnTo>
                    <a:pt x="250177" y="101600"/>
                  </a:lnTo>
                  <a:lnTo>
                    <a:pt x="240030" y="101600"/>
                  </a:lnTo>
                  <a:lnTo>
                    <a:pt x="238760" y="102870"/>
                  </a:lnTo>
                  <a:lnTo>
                    <a:pt x="248920" y="102870"/>
                  </a:lnTo>
                  <a:lnTo>
                    <a:pt x="261620" y="102870"/>
                  </a:lnTo>
                  <a:lnTo>
                    <a:pt x="262877" y="101600"/>
                  </a:lnTo>
                  <a:close/>
                </a:path>
                <a:path w="342900" h="364489">
                  <a:moveTo>
                    <a:pt x="266700" y="97790"/>
                  </a:moveTo>
                  <a:lnTo>
                    <a:pt x="254000" y="97790"/>
                  </a:lnTo>
                  <a:lnTo>
                    <a:pt x="243840" y="97790"/>
                  </a:lnTo>
                  <a:lnTo>
                    <a:pt x="241300" y="100330"/>
                  </a:lnTo>
                  <a:lnTo>
                    <a:pt x="251460" y="100330"/>
                  </a:lnTo>
                  <a:lnTo>
                    <a:pt x="264160" y="100330"/>
                  </a:lnTo>
                  <a:lnTo>
                    <a:pt x="266700" y="97790"/>
                  </a:lnTo>
                  <a:close/>
                </a:path>
                <a:path w="342900" h="364489">
                  <a:moveTo>
                    <a:pt x="269227" y="95250"/>
                  </a:moveTo>
                  <a:lnTo>
                    <a:pt x="256527" y="95250"/>
                  </a:lnTo>
                  <a:lnTo>
                    <a:pt x="246380" y="95250"/>
                  </a:lnTo>
                  <a:lnTo>
                    <a:pt x="245110" y="96520"/>
                  </a:lnTo>
                  <a:lnTo>
                    <a:pt x="255270" y="96520"/>
                  </a:lnTo>
                  <a:lnTo>
                    <a:pt x="267970" y="96520"/>
                  </a:lnTo>
                  <a:lnTo>
                    <a:pt x="269227" y="95250"/>
                  </a:lnTo>
                  <a:close/>
                </a:path>
                <a:path w="342900" h="364489">
                  <a:moveTo>
                    <a:pt x="273050" y="91440"/>
                  </a:moveTo>
                  <a:lnTo>
                    <a:pt x="260350" y="91440"/>
                  </a:lnTo>
                  <a:lnTo>
                    <a:pt x="250190" y="91440"/>
                  </a:lnTo>
                  <a:lnTo>
                    <a:pt x="247650" y="93980"/>
                  </a:lnTo>
                  <a:lnTo>
                    <a:pt x="257810" y="93980"/>
                  </a:lnTo>
                  <a:lnTo>
                    <a:pt x="270510" y="93980"/>
                  </a:lnTo>
                  <a:lnTo>
                    <a:pt x="273050" y="91440"/>
                  </a:lnTo>
                  <a:close/>
                </a:path>
                <a:path w="342900" h="364489">
                  <a:moveTo>
                    <a:pt x="275577" y="88900"/>
                  </a:moveTo>
                  <a:lnTo>
                    <a:pt x="262877" y="88900"/>
                  </a:lnTo>
                  <a:lnTo>
                    <a:pt x="252730" y="88900"/>
                  </a:lnTo>
                  <a:lnTo>
                    <a:pt x="251460" y="90170"/>
                  </a:lnTo>
                  <a:lnTo>
                    <a:pt x="261620" y="90170"/>
                  </a:lnTo>
                  <a:lnTo>
                    <a:pt x="274320" y="90170"/>
                  </a:lnTo>
                  <a:lnTo>
                    <a:pt x="275577" y="88900"/>
                  </a:lnTo>
                  <a:close/>
                </a:path>
                <a:path w="342900" h="364489">
                  <a:moveTo>
                    <a:pt x="279400" y="85090"/>
                  </a:moveTo>
                  <a:lnTo>
                    <a:pt x="266700" y="85090"/>
                  </a:lnTo>
                  <a:lnTo>
                    <a:pt x="256540" y="85090"/>
                  </a:lnTo>
                  <a:lnTo>
                    <a:pt x="254000" y="87630"/>
                  </a:lnTo>
                  <a:lnTo>
                    <a:pt x="264160" y="87630"/>
                  </a:lnTo>
                  <a:lnTo>
                    <a:pt x="276860" y="87630"/>
                  </a:lnTo>
                  <a:lnTo>
                    <a:pt x="279400" y="85090"/>
                  </a:lnTo>
                  <a:close/>
                </a:path>
                <a:path w="342900" h="364489">
                  <a:moveTo>
                    <a:pt x="281927" y="82550"/>
                  </a:moveTo>
                  <a:lnTo>
                    <a:pt x="269227" y="82550"/>
                  </a:lnTo>
                  <a:lnTo>
                    <a:pt x="259080" y="82550"/>
                  </a:lnTo>
                  <a:lnTo>
                    <a:pt x="257810" y="83820"/>
                  </a:lnTo>
                  <a:lnTo>
                    <a:pt x="267970" y="83820"/>
                  </a:lnTo>
                  <a:lnTo>
                    <a:pt x="280670" y="83820"/>
                  </a:lnTo>
                  <a:lnTo>
                    <a:pt x="281927" y="82550"/>
                  </a:lnTo>
                  <a:close/>
                </a:path>
                <a:path w="342900" h="364489">
                  <a:moveTo>
                    <a:pt x="285750" y="78740"/>
                  </a:moveTo>
                  <a:lnTo>
                    <a:pt x="273050" y="78740"/>
                  </a:lnTo>
                  <a:lnTo>
                    <a:pt x="262890" y="78740"/>
                  </a:lnTo>
                  <a:lnTo>
                    <a:pt x="260350" y="81280"/>
                  </a:lnTo>
                  <a:lnTo>
                    <a:pt x="270510" y="81280"/>
                  </a:lnTo>
                  <a:lnTo>
                    <a:pt x="283210" y="81280"/>
                  </a:lnTo>
                  <a:lnTo>
                    <a:pt x="285750" y="78740"/>
                  </a:lnTo>
                  <a:close/>
                </a:path>
                <a:path w="342900" h="364489">
                  <a:moveTo>
                    <a:pt x="288277" y="76200"/>
                  </a:moveTo>
                  <a:lnTo>
                    <a:pt x="275577" y="76200"/>
                  </a:lnTo>
                  <a:lnTo>
                    <a:pt x="265430" y="76200"/>
                  </a:lnTo>
                  <a:lnTo>
                    <a:pt x="264160" y="77470"/>
                  </a:lnTo>
                  <a:lnTo>
                    <a:pt x="274320" y="77470"/>
                  </a:lnTo>
                  <a:lnTo>
                    <a:pt x="287020" y="77470"/>
                  </a:lnTo>
                  <a:lnTo>
                    <a:pt x="288277" y="76200"/>
                  </a:lnTo>
                  <a:close/>
                </a:path>
                <a:path w="342900" h="364489">
                  <a:moveTo>
                    <a:pt x="292100" y="72390"/>
                  </a:moveTo>
                  <a:lnTo>
                    <a:pt x="279400" y="72390"/>
                  </a:lnTo>
                  <a:lnTo>
                    <a:pt x="269240" y="72390"/>
                  </a:lnTo>
                  <a:lnTo>
                    <a:pt x="266700" y="74930"/>
                  </a:lnTo>
                  <a:lnTo>
                    <a:pt x="276860" y="74930"/>
                  </a:lnTo>
                  <a:lnTo>
                    <a:pt x="289560" y="74930"/>
                  </a:lnTo>
                  <a:lnTo>
                    <a:pt x="292100" y="72390"/>
                  </a:lnTo>
                  <a:close/>
                </a:path>
                <a:path w="342900" h="364489">
                  <a:moveTo>
                    <a:pt x="294627" y="69850"/>
                  </a:moveTo>
                  <a:lnTo>
                    <a:pt x="281927" y="69850"/>
                  </a:lnTo>
                  <a:lnTo>
                    <a:pt x="271780" y="69850"/>
                  </a:lnTo>
                  <a:lnTo>
                    <a:pt x="270510" y="71120"/>
                  </a:lnTo>
                  <a:lnTo>
                    <a:pt x="280670" y="71120"/>
                  </a:lnTo>
                  <a:lnTo>
                    <a:pt x="293370" y="71120"/>
                  </a:lnTo>
                  <a:lnTo>
                    <a:pt x="294627" y="69850"/>
                  </a:lnTo>
                  <a:close/>
                </a:path>
                <a:path w="342900" h="364489">
                  <a:moveTo>
                    <a:pt x="298450" y="66040"/>
                  </a:moveTo>
                  <a:lnTo>
                    <a:pt x="285750" y="66040"/>
                  </a:lnTo>
                  <a:lnTo>
                    <a:pt x="275590" y="66040"/>
                  </a:lnTo>
                  <a:lnTo>
                    <a:pt x="273050" y="68580"/>
                  </a:lnTo>
                  <a:lnTo>
                    <a:pt x="283210" y="68580"/>
                  </a:lnTo>
                  <a:lnTo>
                    <a:pt x="295910" y="68580"/>
                  </a:lnTo>
                  <a:lnTo>
                    <a:pt x="298450" y="66040"/>
                  </a:lnTo>
                  <a:close/>
                </a:path>
                <a:path w="342900" h="364489">
                  <a:moveTo>
                    <a:pt x="300977" y="63500"/>
                  </a:moveTo>
                  <a:lnTo>
                    <a:pt x="288277" y="63500"/>
                  </a:lnTo>
                  <a:lnTo>
                    <a:pt x="278130" y="63500"/>
                  </a:lnTo>
                  <a:lnTo>
                    <a:pt x="276860" y="64770"/>
                  </a:lnTo>
                  <a:lnTo>
                    <a:pt x="287020" y="64770"/>
                  </a:lnTo>
                  <a:lnTo>
                    <a:pt x="299720" y="64770"/>
                  </a:lnTo>
                  <a:lnTo>
                    <a:pt x="300977" y="63500"/>
                  </a:lnTo>
                  <a:close/>
                </a:path>
                <a:path w="342900" h="364489">
                  <a:moveTo>
                    <a:pt x="304800" y="59690"/>
                  </a:moveTo>
                  <a:lnTo>
                    <a:pt x="292100" y="59690"/>
                  </a:lnTo>
                  <a:lnTo>
                    <a:pt x="281940" y="59690"/>
                  </a:lnTo>
                  <a:lnTo>
                    <a:pt x="279400" y="62230"/>
                  </a:lnTo>
                  <a:lnTo>
                    <a:pt x="289560" y="62230"/>
                  </a:lnTo>
                  <a:lnTo>
                    <a:pt x="302260" y="62230"/>
                  </a:lnTo>
                  <a:lnTo>
                    <a:pt x="304800" y="59690"/>
                  </a:lnTo>
                  <a:close/>
                </a:path>
                <a:path w="342900" h="364489">
                  <a:moveTo>
                    <a:pt x="307327" y="57150"/>
                  </a:moveTo>
                  <a:lnTo>
                    <a:pt x="294627" y="57150"/>
                  </a:lnTo>
                  <a:lnTo>
                    <a:pt x="284480" y="57150"/>
                  </a:lnTo>
                  <a:lnTo>
                    <a:pt x="283210" y="58420"/>
                  </a:lnTo>
                  <a:lnTo>
                    <a:pt x="293370" y="58420"/>
                  </a:lnTo>
                  <a:lnTo>
                    <a:pt x="306070" y="58420"/>
                  </a:lnTo>
                  <a:lnTo>
                    <a:pt x="307327" y="57150"/>
                  </a:lnTo>
                  <a:close/>
                </a:path>
                <a:path w="342900" h="364489">
                  <a:moveTo>
                    <a:pt x="311150" y="53340"/>
                  </a:moveTo>
                  <a:lnTo>
                    <a:pt x="298450" y="53340"/>
                  </a:lnTo>
                  <a:lnTo>
                    <a:pt x="288290" y="53340"/>
                  </a:lnTo>
                  <a:lnTo>
                    <a:pt x="285750" y="55880"/>
                  </a:lnTo>
                  <a:lnTo>
                    <a:pt x="295910" y="55880"/>
                  </a:lnTo>
                  <a:lnTo>
                    <a:pt x="308610" y="55880"/>
                  </a:lnTo>
                  <a:lnTo>
                    <a:pt x="311150" y="53340"/>
                  </a:lnTo>
                  <a:close/>
                </a:path>
                <a:path w="342900" h="364489">
                  <a:moveTo>
                    <a:pt x="313677" y="50800"/>
                  </a:moveTo>
                  <a:lnTo>
                    <a:pt x="300977" y="50800"/>
                  </a:lnTo>
                  <a:lnTo>
                    <a:pt x="290830" y="50800"/>
                  </a:lnTo>
                  <a:lnTo>
                    <a:pt x="289560" y="52070"/>
                  </a:lnTo>
                  <a:lnTo>
                    <a:pt x="299720" y="52070"/>
                  </a:lnTo>
                  <a:lnTo>
                    <a:pt x="312420" y="52070"/>
                  </a:lnTo>
                  <a:lnTo>
                    <a:pt x="313677" y="50800"/>
                  </a:lnTo>
                  <a:close/>
                </a:path>
                <a:path w="342900" h="364489">
                  <a:moveTo>
                    <a:pt x="317500" y="46990"/>
                  </a:moveTo>
                  <a:lnTo>
                    <a:pt x="304800" y="46990"/>
                  </a:lnTo>
                  <a:lnTo>
                    <a:pt x="294640" y="46990"/>
                  </a:lnTo>
                  <a:lnTo>
                    <a:pt x="292100" y="49530"/>
                  </a:lnTo>
                  <a:lnTo>
                    <a:pt x="302260" y="49530"/>
                  </a:lnTo>
                  <a:lnTo>
                    <a:pt x="314960" y="49530"/>
                  </a:lnTo>
                  <a:lnTo>
                    <a:pt x="317500" y="46990"/>
                  </a:lnTo>
                  <a:close/>
                </a:path>
                <a:path w="342900" h="364489">
                  <a:moveTo>
                    <a:pt x="320027" y="44450"/>
                  </a:moveTo>
                  <a:lnTo>
                    <a:pt x="307327" y="44450"/>
                  </a:lnTo>
                  <a:lnTo>
                    <a:pt x="297180" y="44450"/>
                  </a:lnTo>
                  <a:lnTo>
                    <a:pt x="295910" y="45720"/>
                  </a:lnTo>
                  <a:lnTo>
                    <a:pt x="306070" y="45720"/>
                  </a:lnTo>
                  <a:lnTo>
                    <a:pt x="318770" y="45720"/>
                  </a:lnTo>
                  <a:lnTo>
                    <a:pt x="320027" y="44450"/>
                  </a:lnTo>
                  <a:close/>
                </a:path>
                <a:path w="342900" h="364489">
                  <a:moveTo>
                    <a:pt x="323850" y="40640"/>
                  </a:moveTo>
                  <a:lnTo>
                    <a:pt x="311150" y="40640"/>
                  </a:lnTo>
                  <a:lnTo>
                    <a:pt x="300990" y="40640"/>
                  </a:lnTo>
                  <a:lnTo>
                    <a:pt x="298450" y="43180"/>
                  </a:lnTo>
                  <a:lnTo>
                    <a:pt x="308610" y="43180"/>
                  </a:lnTo>
                  <a:lnTo>
                    <a:pt x="321310" y="43180"/>
                  </a:lnTo>
                  <a:lnTo>
                    <a:pt x="323850" y="40640"/>
                  </a:lnTo>
                  <a:close/>
                </a:path>
                <a:path w="342900" h="364489">
                  <a:moveTo>
                    <a:pt x="326377" y="38100"/>
                  </a:moveTo>
                  <a:lnTo>
                    <a:pt x="313677" y="38100"/>
                  </a:lnTo>
                  <a:lnTo>
                    <a:pt x="303530" y="38100"/>
                  </a:lnTo>
                  <a:lnTo>
                    <a:pt x="302260" y="39370"/>
                  </a:lnTo>
                  <a:lnTo>
                    <a:pt x="312420" y="39370"/>
                  </a:lnTo>
                  <a:lnTo>
                    <a:pt x="325120" y="39370"/>
                  </a:lnTo>
                  <a:lnTo>
                    <a:pt x="326377" y="38100"/>
                  </a:lnTo>
                  <a:close/>
                </a:path>
                <a:path w="342900" h="364489">
                  <a:moveTo>
                    <a:pt x="330200" y="34290"/>
                  </a:moveTo>
                  <a:lnTo>
                    <a:pt x="317500" y="34290"/>
                  </a:lnTo>
                  <a:lnTo>
                    <a:pt x="307340" y="34290"/>
                  </a:lnTo>
                  <a:lnTo>
                    <a:pt x="304800" y="36830"/>
                  </a:lnTo>
                  <a:lnTo>
                    <a:pt x="314960" y="36830"/>
                  </a:lnTo>
                  <a:lnTo>
                    <a:pt x="327660" y="36830"/>
                  </a:lnTo>
                  <a:lnTo>
                    <a:pt x="330200" y="34290"/>
                  </a:lnTo>
                  <a:close/>
                </a:path>
                <a:path w="342900" h="364489">
                  <a:moveTo>
                    <a:pt x="332727" y="31750"/>
                  </a:moveTo>
                  <a:lnTo>
                    <a:pt x="320027" y="31750"/>
                  </a:lnTo>
                  <a:lnTo>
                    <a:pt x="309880" y="31750"/>
                  </a:lnTo>
                  <a:lnTo>
                    <a:pt x="308610" y="33020"/>
                  </a:lnTo>
                  <a:lnTo>
                    <a:pt x="318770" y="33020"/>
                  </a:lnTo>
                  <a:lnTo>
                    <a:pt x="331470" y="33020"/>
                  </a:lnTo>
                  <a:lnTo>
                    <a:pt x="332727" y="31750"/>
                  </a:lnTo>
                  <a:close/>
                </a:path>
                <a:path w="342900" h="364489">
                  <a:moveTo>
                    <a:pt x="336550" y="27940"/>
                  </a:moveTo>
                  <a:lnTo>
                    <a:pt x="323850" y="27940"/>
                  </a:lnTo>
                  <a:lnTo>
                    <a:pt x="313690" y="27940"/>
                  </a:lnTo>
                  <a:lnTo>
                    <a:pt x="311150" y="30480"/>
                  </a:lnTo>
                  <a:lnTo>
                    <a:pt x="321310" y="30480"/>
                  </a:lnTo>
                  <a:lnTo>
                    <a:pt x="334010" y="30480"/>
                  </a:lnTo>
                  <a:lnTo>
                    <a:pt x="336550" y="27940"/>
                  </a:lnTo>
                  <a:close/>
                </a:path>
                <a:path w="342900" h="364489">
                  <a:moveTo>
                    <a:pt x="339077" y="25400"/>
                  </a:moveTo>
                  <a:lnTo>
                    <a:pt x="326377" y="25400"/>
                  </a:lnTo>
                  <a:lnTo>
                    <a:pt x="316230" y="25400"/>
                  </a:lnTo>
                  <a:lnTo>
                    <a:pt x="314960" y="26670"/>
                  </a:lnTo>
                  <a:lnTo>
                    <a:pt x="325120" y="26670"/>
                  </a:lnTo>
                  <a:lnTo>
                    <a:pt x="337820" y="26670"/>
                  </a:lnTo>
                  <a:lnTo>
                    <a:pt x="339077" y="25400"/>
                  </a:lnTo>
                  <a:close/>
                </a:path>
                <a:path w="342900" h="364489">
                  <a:moveTo>
                    <a:pt x="342900" y="21590"/>
                  </a:moveTo>
                  <a:lnTo>
                    <a:pt x="330200" y="21590"/>
                  </a:lnTo>
                  <a:lnTo>
                    <a:pt x="320040" y="21590"/>
                  </a:lnTo>
                  <a:lnTo>
                    <a:pt x="317500" y="24130"/>
                  </a:lnTo>
                  <a:lnTo>
                    <a:pt x="327660" y="24130"/>
                  </a:lnTo>
                  <a:lnTo>
                    <a:pt x="340360" y="24130"/>
                  </a:lnTo>
                  <a:lnTo>
                    <a:pt x="342900" y="21590"/>
                  </a:lnTo>
                  <a:close/>
                </a:path>
                <a:path w="342900" h="364489">
                  <a:moveTo>
                    <a:pt x="342900" y="19050"/>
                  </a:moveTo>
                  <a:lnTo>
                    <a:pt x="332727" y="19050"/>
                  </a:lnTo>
                  <a:lnTo>
                    <a:pt x="322580" y="19050"/>
                  </a:lnTo>
                  <a:lnTo>
                    <a:pt x="321310" y="20320"/>
                  </a:lnTo>
                  <a:lnTo>
                    <a:pt x="331470" y="20320"/>
                  </a:lnTo>
                  <a:lnTo>
                    <a:pt x="342900" y="20320"/>
                  </a:lnTo>
                  <a:lnTo>
                    <a:pt x="342900" y="19050"/>
                  </a:lnTo>
                  <a:close/>
                </a:path>
                <a:path w="342900" h="364489">
                  <a:moveTo>
                    <a:pt x="342900" y="15240"/>
                  </a:moveTo>
                  <a:lnTo>
                    <a:pt x="336550" y="15240"/>
                  </a:lnTo>
                  <a:lnTo>
                    <a:pt x="326390" y="15240"/>
                  </a:lnTo>
                  <a:lnTo>
                    <a:pt x="323850" y="17780"/>
                  </a:lnTo>
                  <a:lnTo>
                    <a:pt x="334010" y="17780"/>
                  </a:lnTo>
                  <a:lnTo>
                    <a:pt x="342900" y="17780"/>
                  </a:lnTo>
                  <a:lnTo>
                    <a:pt x="342900" y="15240"/>
                  </a:lnTo>
                  <a:close/>
                </a:path>
                <a:path w="342900" h="364489">
                  <a:moveTo>
                    <a:pt x="342900" y="12700"/>
                  </a:moveTo>
                  <a:lnTo>
                    <a:pt x="339077" y="12700"/>
                  </a:lnTo>
                  <a:lnTo>
                    <a:pt x="328930" y="12700"/>
                  </a:lnTo>
                  <a:lnTo>
                    <a:pt x="327660" y="13970"/>
                  </a:lnTo>
                  <a:lnTo>
                    <a:pt x="337820" y="13970"/>
                  </a:lnTo>
                  <a:lnTo>
                    <a:pt x="342900" y="13970"/>
                  </a:lnTo>
                  <a:lnTo>
                    <a:pt x="342900" y="12700"/>
                  </a:lnTo>
                  <a:close/>
                </a:path>
                <a:path w="342900" h="364489">
                  <a:moveTo>
                    <a:pt x="342900" y="8890"/>
                  </a:moveTo>
                  <a:lnTo>
                    <a:pt x="332740" y="8890"/>
                  </a:lnTo>
                  <a:lnTo>
                    <a:pt x="330200" y="11430"/>
                  </a:lnTo>
                  <a:lnTo>
                    <a:pt x="340360" y="11430"/>
                  </a:lnTo>
                  <a:lnTo>
                    <a:pt x="342900" y="11430"/>
                  </a:lnTo>
                  <a:lnTo>
                    <a:pt x="342900" y="8890"/>
                  </a:lnTo>
                  <a:close/>
                </a:path>
                <a:path w="342900" h="364489">
                  <a:moveTo>
                    <a:pt x="342900" y="6350"/>
                  </a:moveTo>
                  <a:lnTo>
                    <a:pt x="335280" y="6350"/>
                  </a:lnTo>
                  <a:lnTo>
                    <a:pt x="334010" y="7620"/>
                  </a:lnTo>
                  <a:lnTo>
                    <a:pt x="342900" y="7620"/>
                  </a:lnTo>
                  <a:lnTo>
                    <a:pt x="342900" y="6350"/>
                  </a:lnTo>
                  <a:close/>
                </a:path>
                <a:path w="342900" h="364489">
                  <a:moveTo>
                    <a:pt x="342900" y="2540"/>
                  </a:moveTo>
                  <a:lnTo>
                    <a:pt x="339090" y="2540"/>
                  </a:lnTo>
                  <a:lnTo>
                    <a:pt x="336550" y="5080"/>
                  </a:lnTo>
                  <a:lnTo>
                    <a:pt x="342900" y="5080"/>
                  </a:lnTo>
                  <a:lnTo>
                    <a:pt x="342900" y="2540"/>
                  </a:lnTo>
                  <a:close/>
                </a:path>
                <a:path w="342900" h="364489">
                  <a:moveTo>
                    <a:pt x="342900" y="0"/>
                  </a:moveTo>
                  <a:lnTo>
                    <a:pt x="341630" y="0"/>
                  </a:lnTo>
                  <a:lnTo>
                    <a:pt x="340360" y="1270"/>
                  </a:lnTo>
                  <a:lnTo>
                    <a:pt x="342900" y="1270"/>
                  </a:lnTo>
                  <a:lnTo>
                    <a:pt x="342900" y="0"/>
                  </a:lnTo>
                  <a:close/>
                </a:path>
              </a:pathLst>
            </a:custGeom>
            <a:solidFill>
              <a:srgbClr val="CCBC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1334769" y="2767330"/>
              <a:ext cx="342900" cy="353060"/>
            </a:xfrm>
            <a:custGeom>
              <a:avLst/>
              <a:gdLst/>
              <a:ahLst/>
              <a:cxnLst/>
              <a:rect l="l" t="t" r="r" b="b"/>
              <a:pathLst>
                <a:path w="342900" h="353060">
                  <a:moveTo>
                    <a:pt x="203200" y="149860"/>
                  </a:moveTo>
                  <a:lnTo>
                    <a:pt x="193039" y="149860"/>
                  </a:lnTo>
                  <a:lnTo>
                    <a:pt x="191770" y="151129"/>
                  </a:lnTo>
                  <a:lnTo>
                    <a:pt x="201930" y="151129"/>
                  </a:lnTo>
                  <a:lnTo>
                    <a:pt x="203200" y="149860"/>
                  </a:lnTo>
                  <a:close/>
                </a:path>
                <a:path w="342900" h="353060">
                  <a:moveTo>
                    <a:pt x="207010" y="146050"/>
                  </a:moveTo>
                  <a:lnTo>
                    <a:pt x="196850" y="146050"/>
                  </a:lnTo>
                  <a:lnTo>
                    <a:pt x="194310" y="148589"/>
                  </a:lnTo>
                  <a:lnTo>
                    <a:pt x="204470" y="148589"/>
                  </a:lnTo>
                  <a:lnTo>
                    <a:pt x="207010" y="146050"/>
                  </a:lnTo>
                  <a:close/>
                </a:path>
                <a:path w="342900" h="353060">
                  <a:moveTo>
                    <a:pt x="209550" y="143510"/>
                  </a:moveTo>
                  <a:lnTo>
                    <a:pt x="199389" y="143510"/>
                  </a:lnTo>
                  <a:lnTo>
                    <a:pt x="198120" y="144779"/>
                  </a:lnTo>
                  <a:lnTo>
                    <a:pt x="208280" y="144779"/>
                  </a:lnTo>
                  <a:lnTo>
                    <a:pt x="209550" y="143510"/>
                  </a:lnTo>
                  <a:close/>
                </a:path>
                <a:path w="342900" h="353060">
                  <a:moveTo>
                    <a:pt x="213360" y="139700"/>
                  </a:moveTo>
                  <a:lnTo>
                    <a:pt x="203200" y="139700"/>
                  </a:lnTo>
                  <a:lnTo>
                    <a:pt x="200660" y="142239"/>
                  </a:lnTo>
                  <a:lnTo>
                    <a:pt x="210820" y="142239"/>
                  </a:lnTo>
                  <a:lnTo>
                    <a:pt x="213360" y="139700"/>
                  </a:lnTo>
                  <a:close/>
                </a:path>
                <a:path w="342900" h="353060">
                  <a:moveTo>
                    <a:pt x="215900" y="137160"/>
                  </a:moveTo>
                  <a:lnTo>
                    <a:pt x="205739" y="137160"/>
                  </a:lnTo>
                  <a:lnTo>
                    <a:pt x="204470" y="138429"/>
                  </a:lnTo>
                  <a:lnTo>
                    <a:pt x="214630" y="138429"/>
                  </a:lnTo>
                  <a:lnTo>
                    <a:pt x="215900" y="137160"/>
                  </a:lnTo>
                  <a:close/>
                </a:path>
                <a:path w="342900" h="353060">
                  <a:moveTo>
                    <a:pt x="219710" y="133350"/>
                  </a:moveTo>
                  <a:lnTo>
                    <a:pt x="209550" y="133350"/>
                  </a:lnTo>
                  <a:lnTo>
                    <a:pt x="207010" y="135889"/>
                  </a:lnTo>
                  <a:lnTo>
                    <a:pt x="217170" y="135889"/>
                  </a:lnTo>
                  <a:lnTo>
                    <a:pt x="219710" y="133350"/>
                  </a:lnTo>
                  <a:close/>
                </a:path>
                <a:path w="342900" h="353060">
                  <a:moveTo>
                    <a:pt x="222250" y="130810"/>
                  </a:moveTo>
                  <a:lnTo>
                    <a:pt x="212089" y="130810"/>
                  </a:lnTo>
                  <a:lnTo>
                    <a:pt x="210820" y="132079"/>
                  </a:lnTo>
                  <a:lnTo>
                    <a:pt x="220980" y="132079"/>
                  </a:lnTo>
                  <a:lnTo>
                    <a:pt x="222250" y="130810"/>
                  </a:lnTo>
                  <a:close/>
                </a:path>
                <a:path w="342900" h="353060">
                  <a:moveTo>
                    <a:pt x="226060" y="127000"/>
                  </a:moveTo>
                  <a:lnTo>
                    <a:pt x="215900" y="127000"/>
                  </a:lnTo>
                  <a:lnTo>
                    <a:pt x="213360" y="129539"/>
                  </a:lnTo>
                  <a:lnTo>
                    <a:pt x="223520" y="129539"/>
                  </a:lnTo>
                  <a:lnTo>
                    <a:pt x="226060" y="127000"/>
                  </a:lnTo>
                  <a:close/>
                </a:path>
                <a:path w="342900" h="353060">
                  <a:moveTo>
                    <a:pt x="228600" y="124460"/>
                  </a:moveTo>
                  <a:lnTo>
                    <a:pt x="218439" y="124460"/>
                  </a:lnTo>
                  <a:lnTo>
                    <a:pt x="217170" y="125729"/>
                  </a:lnTo>
                  <a:lnTo>
                    <a:pt x="227330" y="125729"/>
                  </a:lnTo>
                  <a:lnTo>
                    <a:pt x="228600" y="124460"/>
                  </a:lnTo>
                  <a:close/>
                </a:path>
                <a:path w="342900" h="353060">
                  <a:moveTo>
                    <a:pt x="232410" y="120650"/>
                  </a:moveTo>
                  <a:lnTo>
                    <a:pt x="222250" y="120650"/>
                  </a:lnTo>
                  <a:lnTo>
                    <a:pt x="219710" y="123189"/>
                  </a:lnTo>
                  <a:lnTo>
                    <a:pt x="229870" y="123189"/>
                  </a:lnTo>
                  <a:lnTo>
                    <a:pt x="232410" y="120650"/>
                  </a:lnTo>
                  <a:close/>
                </a:path>
                <a:path w="342900" h="353060">
                  <a:moveTo>
                    <a:pt x="234950" y="118110"/>
                  </a:moveTo>
                  <a:lnTo>
                    <a:pt x="224789" y="118110"/>
                  </a:lnTo>
                  <a:lnTo>
                    <a:pt x="223520" y="119379"/>
                  </a:lnTo>
                  <a:lnTo>
                    <a:pt x="233680" y="119379"/>
                  </a:lnTo>
                  <a:lnTo>
                    <a:pt x="234950" y="118110"/>
                  </a:lnTo>
                  <a:close/>
                </a:path>
                <a:path w="342900" h="353060">
                  <a:moveTo>
                    <a:pt x="238760" y="114300"/>
                  </a:moveTo>
                  <a:lnTo>
                    <a:pt x="228600" y="114300"/>
                  </a:lnTo>
                  <a:lnTo>
                    <a:pt x="226060" y="116839"/>
                  </a:lnTo>
                  <a:lnTo>
                    <a:pt x="236220" y="116839"/>
                  </a:lnTo>
                  <a:lnTo>
                    <a:pt x="238760" y="114300"/>
                  </a:lnTo>
                  <a:close/>
                </a:path>
                <a:path w="342900" h="353060">
                  <a:moveTo>
                    <a:pt x="241300" y="111760"/>
                  </a:moveTo>
                  <a:lnTo>
                    <a:pt x="231139" y="111760"/>
                  </a:lnTo>
                  <a:lnTo>
                    <a:pt x="229870" y="113029"/>
                  </a:lnTo>
                  <a:lnTo>
                    <a:pt x="240030" y="113029"/>
                  </a:lnTo>
                  <a:lnTo>
                    <a:pt x="241300" y="111760"/>
                  </a:lnTo>
                  <a:close/>
                </a:path>
                <a:path w="342900" h="353060">
                  <a:moveTo>
                    <a:pt x="245110" y="107950"/>
                  </a:moveTo>
                  <a:lnTo>
                    <a:pt x="234950" y="107950"/>
                  </a:lnTo>
                  <a:lnTo>
                    <a:pt x="232410" y="110489"/>
                  </a:lnTo>
                  <a:lnTo>
                    <a:pt x="242570" y="110489"/>
                  </a:lnTo>
                  <a:lnTo>
                    <a:pt x="245110" y="107950"/>
                  </a:lnTo>
                  <a:close/>
                </a:path>
                <a:path w="342900" h="353060">
                  <a:moveTo>
                    <a:pt x="247650" y="105410"/>
                  </a:moveTo>
                  <a:lnTo>
                    <a:pt x="237489" y="105410"/>
                  </a:lnTo>
                  <a:lnTo>
                    <a:pt x="236220" y="106679"/>
                  </a:lnTo>
                  <a:lnTo>
                    <a:pt x="246380" y="106679"/>
                  </a:lnTo>
                  <a:lnTo>
                    <a:pt x="247650" y="105410"/>
                  </a:lnTo>
                  <a:close/>
                </a:path>
                <a:path w="342900" h="353060">
                  <a:moveTo>
                    <a:pt x="251460" y="101600"/>
                  </a:moveTo>
                  <a:lnTo>
                    <a:pt x="241300" y="101600"/>
                  </a:lnTo>
                  <a:lnTo>
                    <a:pt x="238760" y="104139"/>
                  </a:lnTo>
                  <a:lnTo>
                    <a:pt x="248920" y="104139"/>
                  </a:lnTo>
                  <a:lnTo>
                    <a:pt x="251460" y="101600"/>
                  </a:lnTo>
                  <a:close/>
                </a:path>
                <a:path w="342900" h="353060">
                  <a:moveTo>
                    <a:pt x="254000" y="99060"/>
                  </a:moveTo>
                  <a:lnTo>
                    <a:pt x="243839" y="99060"/>
                  </a:lnTo>
                  <a:lnTo>
                    <a:pt x="242570" y="100329"/>
                  </a:lnTo>
                  <a:lnTo>
                    <a:pt x="252730" y="100329"/>
                  </a:lnTo>
                  <a:lnTo>
                    <a:pt x="254000" y="99060"/>
                  </a:lnTo>
                  <a:close/>
                </a:path>
                <a:path w="342900" h="353060">
                  <a:moveTo>
                    <a:pt x="257810" y="95250"/>
                  </a:moveTo>
                  <a:lnTo>
                    <a:pt x="247650" y="95250"/>
                  </a:lnTo>
                  <a:lnTo>
                    <a:pt x="245110" y="97789"/>
                  </a:lnTo>
                  <a:lnTo>
                    <a:pt x="255270" y="97789"/>
                  </a:lnTo>
                  <a:lnTo>
                    <a:pt x="257810" y="95250"/>
                  </a:lnTo>
                  <a:close/>
                </a:path>
                <a:path w="342900" h="353060">
                  <a:moveTo>
                    <a:pt x="260350" y="92710"/>
                  </a:moveTo>
                  <a:lnTo>
                    <a:pt x="250189" y="92710"/>
                  </a:lnTo>
                  <a:lnTo>
                    <a:pt x="248920" y="93979"/>
                  </a:lnTo>
                  <a:lnTo>
                    <a:pt x="259080" y="93979"/>
                  </a:lnTo>
                  <a:lnTo>
                    <a:pt x="260350" y="92710"/>
                  </a:lnTo>
                  <a:close/>
                </a:path>
                <a:path w="342900" h="353060">
                  <a:moveTo>
                    <a:pt x="264160" y="88900"/>
                  </a:moveTo>
                  <a:lnTo>
                    <a:pt x="254000" y="88900"/>
                  </a:lnTo>
                  <a:lnTo>
                    <a:pt x="251460" y="91439"/>
                  </a:lnTo>
                  <a:lnTo>
                    <a:pt x="261620" y="91439"/>
                  </a:lnTo>
                  <a:lnTo>
                    <a:pt x="264160" y="88900"/>
                  </a:lnTo>
                  <a:close/>
                </a:path>
                <a:path w="342900" h="353060">
                  <a:moveTo>
                    <a:pt x="266700" y="86360"/>
                  </a:moveTo>
                  <a:lnTo>
                    <a:pt x="256539" y="86360"/>
                  </a:lnTo>
                  <a:lnTo>
                    <a:pt x="255270" y="87629"/>
                  </a:lnTo>
                  <a:lnTo>
                    <a:pt x="265430" y="87629"/>
                  </a:lnTo>
                  <a:lnTo>
                    <a:pt x="266700" y="86360"/>
                  </a:lnTo>
                  <a:close/>
                </a:path>
                <a:path w="342900" h="353060">
                  <a:moveTo>
                    <a:pt x="270510" y="82550"/>
                  </a:moveTo>
                  <a:lnTo>
                    <a:pt x="260350" y="82550"/>
                  </a:lnTo>
                  <a:lnTo>
                    <a:pt x="257810" y="85089"/>
                  </a:lnTo>
                  <a:lnTo>
                    <a:pt x="267970" y="85089"/>
                  </a:lnTo>
                  <a:lnTo>
                    <a:pt x="270510" y="82550"/>
                  </a:lnTo>
                  <a:close/>
                </a:path>
                <a:path w="342900" h="353060">
                  <a:moveTo>
                    <a:pt x="273050" y="80010"/>
                  </a:moveTo>
                  <a:lnTo>
                    <a:pt x="262889" y="80010"/>
                  </a:lnTo>
                  <a:lnTo>
                    <a:pt x="261620" y="81279"/>
                  </a:lnTo>
                  <a:lnTo>
                    <a:pt x="271780" y="81279"/>
                  </a:lnTo>
                  <a:lnTo>
                    <a:pt x="273050" y="80010"/>
                  </a:lnTo>
                  <a:close/>
                </a:path>
                <a:path w="342900" h="353060">
                  <a:moveTo>
                    <a:pt x="276860" y="76200"/>
                  </a:moveTo>
                  <a:lnTo>
                    <a:pt x="266700" y="76200"/>
                  </a:lnTo>
                  <a:lnTo>
                    <a:pt x="264160" y="78739"/>
                  </a:lnTo>
                  <a:lnTo>
                    <a:pt x="274320" y="78739"/>
                  </a:lnTo>
                  <a:lnTo>
                    <a:pt x="276860" y="76200"/>
                  </a:lnTo>
                  <a:close/>
                </a:path>
                <a:path w="342900" h="353060">
                  <a:moveTo>
                    <a:pt x="279400" y="73660"/>
                  </a:moveTo>
                  <a:lnTo>
                    <a:pt x="269239" y="73660"/>
                  </a:lnTo>
                  <a:lnTo>
                    <a:pt x="267970" y="74929"/>
                  </a:lnTo>
                  <a:lnTo>
                    <a:pt x="278130" y="74929"/>
                  </a:lnTo>
                  <a:lnTo>
                    <a:pt x="279400" y="73660"/>
                  </a:lnTo>
                  <a:close/>
                </a:path>
                <a:path w="342900" h="353060">
                  <a:moveTo>
                    <a:pt x="283210" y="69850"/>
                  </a:moveTo>
                  <a:lnTo>
                    <a:pt x="273050" y="69850"/>
                  </a:lnTo>
                  <a:lnTo>
                    <a:pt x="270510" y="72389"/>
                  </a:lnTo>
                  <a:lnTo>
                    <a:pt x="280670" y="72389"/>
                  </a:lnTo>
                  <a:lnTo>
                    <a:pt x="283210" y="69850"/>
                  </a:lnTo>
                  <a:close/>
                </a:path>
                <a:path w="342900" h="353060">
                  <a:moveTo>
                    <a:pt x="285750" y="67310"/>
                  </a:moveTo>
                  <a:lnTo>
                    <a:pt x="275589" y="67310"/>
                  </a:lnTo>
                  <a:lnTo>
                    <a:pt x="274320" y="68579"/>
                  </a:lnTo>
                  <a:lnTo>
                    <a:pt x="284480" y="68579"/>
                  </a:lnTo>
                  <a:lnTo>
                    <a:pt x="285750" y="67310"/>
                  </a:lnTo>
                  <a:close/>
                </a:path>
                <a:path w="342900" h="353060">
                  <a:moveTo>
                    <a:pt x="289560" y="63500"/>
                  </a:moveTo>
                  <a:lnTo>
                    <a:pt x="279400" y="63500"/>
                  </a:lnTo>
                  <a:lnTo>
                    <a:pt x="276860" y="66039"/>
                  </a:lnTo>
                  <a:lnTo>
                    <a:pt x="287020" y="66039"/>
                  </a:lnTo>
                  <a:lnTo>
                    <a:pt x="289560" y="63500"/>
                  </a:lnTo>
                  <a:close/>
                </a:path>
                <a:path w="342900" h="353060">
                  <a:moveTo>
                    <a:pt x="292100" y="60960"/>
                  </a:moveTo>
                  <a:lnTo>
                    <a:pt x="281939" y="60960"/>
                  </a:lnTo>
                  <a:lnTo>
                    <a:pt x="280670" y="62229"/>
                  </a:lnTo>
                  <a:lnTo>
                    <a:pt x="290830" y="62229"/>
                  </a:lnTo>
                  <a:lnTo>
                    <a:pt x="292100" y="60960"/>
                  </a:lnTo>
                  <a:close/>
                </a:path>
                <a:path w="342900" h="353060">
                  <a:moveTo>
                    <a:pt x="295910" y="57150"/>
                  </a:moveTo>
                  <a:lnTo>
                    <a:pt x="285750" y="57150"/>
                  </a:lnTo>
                  <a:lnTo>
                    <a:pt x="283210" y="59689"/>
                  </a:lnTo>
                  <a:lnTo>
                    <a:pt x="293370" y="59689"/>
                  </a:lnTo>
                  <a:lnTo>
                    <a:pt x="295910" y="57150"/>
                  </a:lnTo>
                  <a:close/>
                </a:path>
                <a:path w="342900" h="353060">
                  <a:moveTo>
                    <a:pt x="298450" y="54610"/>
                  </a:moveTo>
                  <a:lnTo>
                    <a:pt x="288289" y="54610"/>
                  </a:lnTo>
                  <a:lnTo>
                    <a:pt x="287020" y="55879"/>
                  </a:lnTo>
                  <a:lnTo>
                    <a:pt x="297180" y="55879"/>
                  </a:lnTo>
                  <a:lnTo>
                    <a:pt x="298450" y="54610"/>
                  </a:lnTo>
                  <a:close/>
                </a:path>
                <a:path w="342900" h="353060">
                  <a:moveTo>
                    <a:pt x="302260" y="50800"/>
                  </a:moveTo>
                  <a:lnTo>
                    <a:pt x="292100" y="50800"/>
                  </a:lnTo>
                  <a:lnTo>
                    <a:pt x="289560" y="53339"/>
                  </a:lnTo>
                  <a:lnTo>
                    <a:pt x="299720" y="53339"/>
                  </a:lnTo>
                  <a:lnTo>
                    <a:pt x="302260" y="50800"/>
                  </a:lnTo>
                  <a:close/>
                </a:path>
                <a:path w="342900" h="353060">
                  <a:moveTo>
                    <a:pt x="304800" y="48260"/>
                  </a:moveTo>
                  <a:lnTo>
                    <a:pt x="294639" y="48260"/>
                  </a:lnTo>
                  <a:lnTo>
                    <a:pt x="293370" y="49529"/>
                  </a:lnTo>
                  <a:lnTo>
                    <a:pt x="303530" y="49529"/>
                  </a:lnTo>
                  <a:lnTo>
                    <a:pt x="304800" y="48260"/>
                  </a:lnTo>
                  <a:close/>
                </a:path>
                <a:path w="342900" h="353060">
                  <a:moveTo>
                    <a:pt x="308610" y="44450"/>
                  </a:moveTo>
                  <a:lnTo>
                    <a:pt x="298450" y="44450"/>
                  </a:lnTo>
                  <a:lnTo>
                    <a:pt x="295910" y="46989"/>
                  </a:lnTo>
                  <a:lnTo>
                    <a:pt x="306070" y="46989"/>
                  </a:lnTo>
                  <a:lnTo>
                    <a:pt x="308610" y="44450"/>
                  </a:lnTo>
                  <a:close/>
                </a:path>
                <a:path w="342900" h="353060">
                  <a:moveTo>
                    <a:pt x="311150" y="41910"/>
                  </a:moveTo>
                  <a:lnTo>
                    <a:pt x="300989" y="41910"/>
                  </a:lnTo>
                  <a:lnTo>
                    <a:pt x="299720" y="43179"/>
                  </a:lnTo>
                  <a:lnTo>
                    <a:pt x="309880" y="43179"/>
                  </a:lnTo>
                  <a:lnTo>
                    <a:pt x="311150" y="41910"/>
                  </a:lnTo>
                  <a:close/>
                </a:path>
                <a:path w="342900" h="353060">
                  <a:moveTo>
                    <a:pt x="314960" y="38100"/>
                  </a:moveTo>
                  <a:lnTo>
                    <a:pt x="304800" y="38100"/>
                  </a:lnTo>
                  <a:lnTo>
                    <a:pt x="302260" y="40639"/>
                  </a:lnTo>
                  <a:lnTo>
                    <a:pt x="312420" y="40639"/>
                  </a:lnTo>
                  <a:lnTo>
                    <a:pt x="314960" y="38100"/>
                  </a:lnTo>
                  <a:close/>
                </a:path>
                <a:path w="342900" h="353060">
                  <a:moveTo>
                    <a:pt x="317500" y="35560"/>
                  </a:moveTo>
                  <a:lnTo>
                    <a:pt x="307339" y="35560"/>
                  </a:lnTo>
                  <a:lnTo>
                    <a:pt x="306070" y="36829"/>
                  </a:lnTo>
                  <a:lnTo>
                    <a:pt x="316230" y="36829"/>
                  </a:lnTo>
                  <a:lnTo>
                    <a:pt x="317500" y="35560"/>
                  </a:lnTo>
                  <a:close/>
                </a:path>
                <a:path w="342900" h="353060">
                  <a:moveTo>
                    <a:pt x="321310" y="31750"/>
                  </a:moveTo>
                  <a:lnTo>
                    <a:pt x="311150" y="31750"/>
                  </a:lnTo>
                  <a:lnTo>
                    <a:pt x="308610" y="34289"/>
                  </a:lnTo>
                  <a:lnTo>
                    <a:pt x="318770" y="34289"/>
                  </a:lnTo>
                  <a:lnTo>
                    <a:pt x="321310" y="31750"/>
                  </a:lnTo>
                  <a:close/>
                </a:path>
                <a:path w="342900" h="353060">
                  <a:moveTo>
                    <a:pt x="323850" y="29210"/>
                  </a:moveTo>
                  <a:lnTo>
                    <a:pt x="313689" y="29210"/>
                  </a:lnTo>
                  <a:lnTo>
                    <a:pt x="312420" y="30479"/>
                  </a:lnTo>
                  <a:lnTo>
                    <a:pt x="322580" y="30479"/>
                  </a:lnTo>
                  <a:lnTo>
                    <a:pt x="323850" y="29210"/>
                  </a:lnTo>
                  <a:close/>
                </a:path>
                <a:path w="342900" h="353060">
                  <a:moveTo>
                    <a:pt x="327660" y="25400"/>
                  </a:moveTo>
                  <a:lnTo>
                    <a:pt x="317500" y="25400"/>
                  </a:lnTo>
                  <a:lnTo>
                    <a:pt x="314960" y="27939"/>
                  </a:lnTo>
                  <a:lnTo>
                    <a:pt x="325120" y="27939"/>
                  </a:lnTo>
                  <a:lnTo>
                    <a:pt x="327660" y="25400"/>
                  </a:lnTo>
                  <a:close/>
                </a:path>
                <a:path w="342900" h="353060">
                  <a:moveTo>
                    <a:pt x="330200" y="22860"/>
                  </a:moveTo>
                  <a:lnTo>
                    <a:pt x="320039" y="22860"/>
                  </a:lnTo>
                  <a:lnTo>
                    <a:pt x="318770" y="24129"/>
                  </a:lnTo>
                  <a:lnTo>
                    <a:pt x="328930" y="24129"/>
                  </a:lnTo>
                  <a:lnTo>
                    <a:pt x="330200" y="22860"/>
                  </a:lnTo>
                  <a:close/>
                </a:path>
                <a:path w="342900" h="353060">
                  <a:moveTo>
                    <a:pt x="334010" y="19050"/>
                  </a:moveTo>
                  <a:lnTo>
                    <a:pt x="323850" y="19050"/>
                  </a:lnTo>
                  <a:lnTo>
                    <a:pt x="321310" y="21589"/>
                  </a:lnTo>
                  <a:lnTo>
                    <a:pt x="331470" y="21589"/>
                  </a:lnTo>
                  <a:lnTo>
                    <a:pt x="334010" y="19050"/>
                  </a:lnTo>
                  <a:close/>
                </a:path>
                <a:path w="342900" h="353060">
                  <a:moveTo>
                    <a:pt x="336550" y="16510"/>
                  </a:moveTo>
                  <a:lnTo>
                    <a:pt x="326389" y="16510"/>
                  </a:lnTo>
                  <a:lnTo>
                    <a:pt x="325120" y="17779"/>
                  </a:lnTo>
                  <a:lnTo>
                    <a:pt x="335280" y="17779"/>
                  </a:lnTo>
                  <a:lnTo>
                    <a:pt x="336550" y="16510"/>
                  </a:lnTo>
                  <a:close/>
                </a:path>
                <a:path w="342900" h="353060">
                  <a:moveTo>
                    <a:pt x="340360" y="12700"/>
                  </a:moveTo>
                  <a:lnTo>
                    <a:pt x="330200" y="12700"/>
                  </a:lnTo>
                  <a:lnTo>
                    <a:pt x="327660" y="15239"/>
                  </a:lnTo>
                  <a:lnTo>
                    <a:pt x="337820" y="15239"/>
                  </a:lnTo>
                  <a:lnTo>
                    <a:pt x="340360" y="12700"/>
                  </a:lnTo>
                  <a:close/>
                </a:path>
                <a:path w="342900" h="353060">
                  <a:moveTo>
                    <a:pt x="342900" y="10160"/>
                  </a:moveTo>
                  <a:lnTo>
                    <a:pt x="332739" y="10160"/>
                  </a:lnTo>
                  <a:lnTo>
                    <a:pt x="331470" y="11429"/>
                  </a:lnTo>
                  <a:lnTo>
                    <a:pt x="341630" y="11429"/>
                  </a:lnTo>
                  <a:lnTo>
                    <a:pt x="342900" y="10160"/>
                  </a:lnTo>
                  <a:close/>
                </a:path>
                <a:path w="342900" h="353060">
                  <a:moveTo>
                    <a:pt x="342900" y="6350"/>
                  </a:moveTo>
                  <a:lnTo>
                    <a:pt x="336550" y="6350"/>
                  </a:lnTo>
                  <a:lnTo>
                    <a:pt x="334010" y="8889"/>
                  </a:lnTo>
                  <a:lnTo>
                    <a:pt x="342900" y="8889"/>
                  </a:lnTo>
                  <a:lnTo>
                    <a:pt x="342900" y="6350"/>
                  </a:lnTo>
                  <a:close/>
                </a:path>
                <a:path w="342900" h="353060">
                  <a:moveTo>
                    <a:pt x="342900" y="3810"/>
                  </a:moveTo>
                  <a:lnTo>
                    <a:pt x="339089" y="3810"/>
                  </a:lnTo>
                  <a:lnTo>
                    <a:pt x="337820" y="5079"/>
                  </a:lnTo>
                  <a:lnTo>
                    <a:pt x="342900" y="5079"/>
                  </a:lnTo>
                  <a:lnTo>
                    <a:pt x="342900" y="3810"/>
                  </a:lnTo>
                  <a:close/>
                </a:path>
                <a:path w="342900" h="353060">
                  <a:moveTo>
                    <a:pt x="342900" y="0"/>
                  </a:moveTo>
                  <a:lnTo>
                    <a:pt x="340360" y="2539"/>
                  </a:lnTo>
                  <a:lnTo>
                    <a:pt x="342900" y="2539"/>
                  </a:lnTo>
                  <a:lnTo>
                    <a:pt x="342900" y="0"/>
                  </a:lnTo>
                  <a:close/>
                </a:path>
                <a:path w="342900" h="353060">
                  <a:moveTo>
                    <a:pt x="199390" y="153670"/>
                  </a:moveTo>
                  <a:lnTo>
                    <a:pt x="189229" y="153670"/>
                  </a:lnTo>
                  <a:lnTo>
                    <a:pt x="0" y="342900"/>
                  </a:lnTo>
                  <a:lnTo>
                    <a:pt x="0" y="353060"/>
                  </a:lnTo>
                  <a:lnTo>
                    <a:pt x="199390" y="153670"/>
                  </a:lnTo>
                  <a:close/>
                </a:path>
              </a:pathLst>
            </a:custGeom>
            <a:solidFill>
              <a:srgbClr val="CCBD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1334769" y="2777490"/>
              <a:ext cx="342900" cy="353060"/>
            </a:xfrm>
            <a:custGeom>
              <a:avLst/>
              <a:gdLst/>
              <a:ahLst/>
              <a:cxnLst/>
              <a:rect l="l" t="t" r="r" b="b"/>
              <a:pathLst>
                <a:path w="342900" h="353060">
                  <a:moveTo>
                    <a:pt x="213360" y="139699"/>
                  </a:moveTo>
                  <a:lnTo>
                    <a:pt x="203200" y="139699"/>
                  </a:lnTo>
                  <a:lnTo>
                    <a:pt x="201930" y="140969"/>
                  </a:lnTo>
                  <a:lnTo>
                    <a:pt x="212090" y="140969"/>
                  </a:lnTo>
                  <a:lnTo>
                    <a:pt x="213360" y="139699"/>
                  </a:lnTo>
                  <a:close/>
                </a:path>
                <a:path w="342900" h="353060">
                  <a:moveTo>
                    <a:pt x="217170" y="135889"/>
                  </a:moveTo>
                  <a:lnTo>
                    <a:pt x="207010" y="135889"/>
                  </a:lnTo>
                  <a:lnTo>
                    <a:pt x="204470" y="138429"/>
                  </a:lnTo>
                  <a:lnTo>
                    <a:pt x="214630" y="138429"/>
                  </a:lnTo>
                  <a:lnTo>
                    <a:pt x="217170" y="135889"/>
                  </a:lnTo>
                  <a:close/>
                </a:path>
                <a:path w="342900" h="353060">
                  <a:moveTo>
                    <a:pt x="219710" y="133349"/>
                  </a:moveTo>
                  <a:lnTo>
                    <a:pt x="209550" y="133349"/>
                  </a:lnTo>
                  <a:lnTo>
                    <a:pt x="208280" y="134619"/>
                  </a:lnTo>
                  <a:lnTo>
                    <a:pt x="218440" y="134619"/>
                  </a:lnTo>
                  <a:lnTo>
                    <a:pt x="219710" y="133349"/>
                  </a:lnTo>
                  <a:close/>
                </a:path>
                <a:path w="342900" h="353060">
                  <a:moveTo>
                    <a:pt x="223520" y="129539"/>
                  </a:moveTo>
                  <a:lnTo>
                    <a:pt x="213360" y="129539"/>
                  </a:lnTo>
                  <a:lnTo>
                    <a:pt x="210820" y="132079"/>
                  </a:lnTo>
                  <a:lnTo>
                    <a:pt x="220980" y="132079"/>
                  </a:lnTo>
                  <a:lnTo>
                    <a:pt x="223520" y="129539"/>
                  </a:lnTo>
                  <a:close/>
                </a:path>
                <a:path w="342900" h="353060">
                  <a:moveTo>
                    <a:pt x="226060" y="126999"/>
                  </a:moveTo>
                  <a:lnTo>
                    <a:pt x="215900" y="126999"/>
                  </a:lnTo>
                  <a:lnTo>
                    <a:pt x="214630" y="128269"/>
                  </a:lnTo>
                  <a:lnTo>
                    <a:pt x="224790" y="128269"/>
                  </a:lnTo>
                  <a:lnTo>
                    <a:pt x="226060" y="126999"/>
                  </a:lnTo>
                  <a:close/>
                </a:path>
                <a:path w="342900" h="353060">
                  <a:moveTo>
                    <a:pt x="229870" y="123189"/>
                  </a:moveTo>
                  <a:lnTo>
                    <a:pt x="219710" y="123189"/>
                  </a:lnTo>
                  <a:lnTo>
                    <a:pt x="217170" y="125729"/>
                  </a:lnTo>
                  <a:lnTo>
                    <a:pt x="227330" y="125729"/>
                  </a:lnTo>
                  <a:lnTo>
                    <a:pt x="229870" y="123189"/>
                  </a:lnTo>
                  <a:close/>
                </a:path>
                <a:path w="342900" h="353060">
                  <a:moveTo>
                    <a:pt x="232410" y="120649"/>
                  </a:moveTo>
                  <a:lnTo>
                    <a:pt x="222250" y="120649"/>
                  </a:lnTo>
                  <a:lnTo>
                    <a:pt x="220980" y="121919"/>
                  </a:lnTo>
                  <a:lnTo>
                    <a:pt x="231140" y="121919"/>
                  </a:lnTo>
                  <a:lnTo>
                    <a:pt x="232410" y="120649"/>
                  </a:lnTo>
                  <a:close/>
                </a:path>
                <a:path w="342900" h="353060">
                  <a:moveTo>
                    <a:pt x="236220" y="116839"/>
                  </a:moveTo>
                  <a:lnTo>
                    <a:pt x="226060" y="116839"/>
                  </a:lnTo>
                  <a:lnTo>
                    <a:pt x="223520" y="119379"/>
                  </a:lnTo>
                  <a:lnTo>
                    <a:pt x="233680" y="119379"/>
                  </a:lnTo>
                  <a:lnTo>
                    <a:pt x="236220" y="116839"/>
                  </a:lnTo>
                  <a:close/>
                </a:path>
                <a:path w="342900" h="353060">
                  <a:moveTo>
                    <a:pt x="238760" y="114299"/>
                  </a:moveTo>
                  <a:lnTo>
                    <a:pt x="228600" y="114299"/>
                  </a:lnTo>
                  <a:lnTo>
                    <a:pt x="227330" y="115569"/>
                  </a:lnTo>
                  <a:lnTo>
                    <a:pt x="237490" y="115569"/>
                  </a:lnTo>
                  <a:lnTo>
                    <a:pt x="238760" y="114299"/>
                  </a:lnTo>
                  <a:close/>
                </a:path>
                <a:path w="342900" h="353060">
                  <a:moveTo>
                    <a:pt x="242570" y="110489"/>
                  </a:moveTo>
                  <a:lnTo>
                    <a:pt x="232410" y="110489"/>
                  </a:lnTo>
                  <a:lnTo>
                    <a:pt x="229870" y="113029"/>
                  </a:lnTo>
                  <a:lnTo>
                    <a:pt x="240030" y="113029"/>
                  </a:lnTo>
                  <a:lnTo>
                    <a:pt x="242570" y="110489"/>
                  </a:lnTo>
                  <a:close/>
                </a:path>
                <a:path w="342900" h="353060">
                  <a:moveTo>
                    <a:pt x="245110" y="107949"/>
                  </a:moveTo>
                  <a:lnTo>
                    <a:pt x="234950" y="107949"/>
                  </a:lnTo>
                  <a:lnTo>
                    <a:pt x="233680" y="109219"/>
                  </a:lnTo>
                  <a:lnTo>
                    <a:pt x="243840" y="109219"/>
                  </a:lnTo>
                  <a:lnTo>
                    <a:pt x="245110" y="107949"/>
                  </a:lnTo>
                  <a:close/>
                </a:path>
                <a:path w="342900" h="353060">
                  <a:moveTo>
                    <a:pt x="248920" y="104139"/>
                  </a:moveTo>
                  <a:lnTo>
                    <a:pt x="238760" y="104139"/>
                  </a:lnTo>
                  <a:lnTo>
                    <a:pt x="236220" y="106679"/>
                  </a:lnTo>
                  <a:lnTo>
                    <a:pt x="246380" y="106679"/>
                  </a:lnTo>
                  <a:lnTo>
                    <a:pt x="248920" y="104139"/>
                  </a:lnTo>
                  <a:close/>
                </a:path>
                <a:path w="342900" h="353060">
                  <a:moveTo>
                    <a:pt x="251460" y="101599"/>
                  </a:moveTo>
                  <a:lnTo>
                    <a:pt x="241300" y="101599"/>
                  </a:lnTo>
                  <a:lnTo>
                    <a:pt x="240030" y="102869"/>
                  </a:lnTo>
                  <a:lnTo>
                    <a:pt x="250190" y="102869"/>
                  </a:lnTo>
                  <a:lnTo>
                    <a:pt x="251460" y="101599"/>
                  </a:lnTo>
                  <a:close/>
                </a:path>
                <a:path w="342900" h="353060">
                  <a:moveTo>
                    <a:pt x="255270" y="97789"/>
                  </a:moveTo>
                  <a:lnTo>
                    <a:pt x="245110" y="97789"/>
                  </a:lnTo>
                  <a:lnTo>
                    <a:pt x="242570" y="100329"/>
                  </a:lnTo>
                  <a:lnTo>
                    <a:pt x="252730" y="100329"/>
                  </a:lnTo>
                  <a:lnTo>
                    <a:pt x="255270" y="97789"/>
                  </a:lnTo>
                  <a:close/>
                </a:path>
                <a:path w="342900" h="353060">
                  <a:moveTo>
                    <a:pt x="257810" y="95249"/>
                  </a:moveTo>
                  <a:lnTo>
                    <a:pt x="247650" y="95249"/>
                  </a:lnTo>
                  <a:lnTo>
                    <a:pt x="246380" y="96519"/>
                  </a:lnTo>
                  <a:lnTo>
                    <a:pt x="256540" y="96519"/>
                  </a:lnTo>
                  <a:lnTo>
                    <a:pt x="257810" y="95249"/>
                  </a:lnTo>
                  <a:close/>
                </a:path>
                <a:path w="342900" h="353060">
                  <a:moveTo>
                    <a:pt x="261620" y="91439"/>
                  </a:moveTo>
                  <a:lnTo>
                    <a:pt x="251460" y="91439"/>
                  </a:lnTo>
                  <a:lnTo>
                    <a:pt x="248920" y="93979"/>
                  </a:lnTo>
                  <a:lnTo>
                    <a:pt x="259080" y="93979"/>
                  </a:lnTo>
                  <a:lnTo>
                    <a:pt x="261620" y="91439"/>
                  </a:lnTo>
                  <a:close/>
                </a:path>
                <a:path w="342900" h="353060">
                  <a:moveTo>
                    <a:pt x="264160" y="88899"/>
                  </a:moveTo>
                  <a:lnTo>
                    <a:pt x="254000" y="88899"/>
                  </a:lnTo>
                  <a:lnTo>
                    <a:pt x="252730" y="90169"/>
                  </a:lnTo>
                  <a:lnTo>
                    <a:pt x="262890" y="90169"/>
                  </a:lnTo>
                  <a:lnTo>
                    <a:pt x="264160" y="88899"/>
                  </a:lnTo>
                  <a:close/>
                </a:path>
                <a:path w="342900" h="353060">
                  <a:moveTo>
                    <a:pt x="267970" y="85089"/>
                  </a:moveTo>
                  <a:lnTo>
                    <a:pt x="257810" y="85089"/>
                  </a:lnTo>
                  <a:lnTo>
                    <a:pt x="255270" y="87629"/>
                  </a:lnTo>
                  <a:lnTo>
                    <a:pt x="265430" y="87629"/>
                  </a:lnTo>
                  <a:lnTo>
                    <a:pt x="267970" y="85089"/>
                  </a:lnTo>
                  <a:close/>
                </a:path>
                <a:path w="342900" h="353060">
                  <a:moveTo>
                    <a:pt x="270510" y="82549"/>
                  </a:moveTo>
                  <a:lnTo>
                    <a:pt x="260350" y="82549"/>
                  </a:lnTo>
                  <a:lnTo>
                    <a:pt x="259080" y="83819"/>
                  </a:lnTo>
                  <a:lnTo>
                    <a:pt x="269240" y="83819"/>
                  </a:lnTo>
                  <a:lnTo>
                    <a:pt x="270510" y="82549"/>
                  </a:lnTo>
                  <a:close/>
                </a:path>
                <a:path w="342900" h="353060">
                  <a:moveTo>
                    <a:pt x="274320" y="78739"/>
                  </a:moveTo>
                  <a:lnTo>
                    <a:pt x="264160" y="78739"/>
                  </a:lnTo>
                  <a:lnTo>
                    <a:pt x="261620" y="81279"/>
                  </a:lnTo>
                  <a:lnTo>
                    <a:pt x="271780" y="81279"/>
                  </a:lnTo>
                  <a:lnTo>
                    <a:pt x="274320" y="78739"/>
                  </a:lnTo>
                  <a:close/>
                </a:path>
                <a:path w="342900" h="353060">
                  <a:moveTo>
                    <a:pt x="276860" y="76199"/>
                  </a:moveTo>
                  <a:lnTo>
                    <a:pt x="266700" y="76199"/>
                  </a:lnTo>
                  <a:lnTo>
                    <a:pt x="265430" y="77469"/>
                  </a:lnTo>
                  <a:lnTo>
                    <a:pt x="275590" y="77469"/>
                  </a:lnTo>
                  <a:lnTo>
                    <a:pt x="276860" y="76199"/>
                  </a:lnTo>
                  <a:close/>
                </a:path>
                <a:path w="342900" h="353060">
                  <a:moveTo>
                    <a:pt x="280670" y="72389"/>
                  </a:moveTo>
                  <a:lnTo>
                    <a:pt x="270510" y="72389"/>
                  </a:lnTo>
                  <a:lnTo>
                    <a:pt x="267970" y="74929"/>
                  </a:lnTo>
                  <a:lnTo>
                    <a:pt x="278130" y="74929"/>
                  </a:lnTo>
                  <a:lnTo>
                    <a:pt x="280670" y="72389"/>
                  </a:lnTo>
                  <a:close/>
                </a:path>
                <a:path w="342900" h="353060">
                  <a:moveTo>
                    <a:pt x="283210" y="69849"/>
                  </a:moveTo>
                  <a:lnTo>
                    <a:pt x="273050" y="69849"/>
                  </a:lnTo>
                  <a:lnTo>
                    <a:pt x="271780" y="71119"/>
                  </a:lnTo>
                  <a:lnTo>
                    <a:pt x="281940" y="71119"/>
                  </a:lnTo>
                  <a:lnTo>
                    <a:pt x="283210" y="69849"/>
                  </a:lnTo>
                  <a:close/>
                </a:path>
                <a:path w="342900" h="353060">
                  <a:moveTo>
                    <a:pt x="287020" y="66039"/>
                  </a:moveTo>
                  <a:lnTo>
                    <a:pt x="276860" y="66039"/>
                  </a:lnTo>
                  <a:lnTo>
                    <a:pt x="274320" y="68579"/>
                  </a:lnTo>
                  <a:lnTo>
                    <a:pt x="284480" y="68579"/>
                  </a:lnTo>
                  <a:lnTo>
                    <a:pt x="287020" y="66039"/>
                  </a:lnTo>
                  <a:close/>
                </a:path>
                <a:path w="342900" h="353060">
                  <a:moveTo>
                    <a:pt x="289560" y="63499"/>
                  </a:moveTo>
                  <a:lnTo>
                    <a:pt x="279400" y="63499"/>
                  </a:lnTo>
                  <a:lnTo>
                    <a:pt x="278130" y="64769"/>
                  </a:lnTo>
                  <a:lnTo>
                    <a:pt x="288290" y="64769"/>
                  </a:lnTo>
                  <a:lnTo>
                    <a:pt x="289560" y="63499"/>
                  </a:lnTo>
                  <a:close/>
                </a:path>
                <a:path w="342900" h="353060">
                  <a:moveTo>
                    <a:pt x="293370" y="59689"/>
                  </a:moveTo>
                  <a:lnTo>
                    <a:pt x="283210" y="59689"/>
                  </a:lnTo>
                  <a:lnTo>
                    <a:pt x="280670" y="62229"/>
                  </a:lnTo>
                  <a:lnTo>
                    <a:pt x="290830" y="62229"/>
                  </a:lnTo>
                  <a:lnTo>
                    <a:pt x="293370" y="59689"/>
                  </a:lnTo>
                  <a:close/>
                </a:path>
                <a:path w="342900" h="353060">
                  <a:moveTo>
                    <a:pt x="295910" y="57149"/>
                  </a:moveTo>
                  <a:lnTo>
                    <a:pt x="285750" y="57149"/>
                  </a:lnTo>
                  <a:lnTo>
                    <a:pt x="284480" y="58419"/>
                  </a:lnTo>
                  <a:lnTo>
                    <a:pt x="294640" y="58419"/>
                  </a:lnTo>
                  <a:lnTo>
                    <a:pt x="295910" y="57149"/>
                  </a:lnTo>
                  <a:close/>
                </a:path>
                <a:path w="342900" h="353060">
                  <a:moveTo>
                    <a:pt x="299720" y="53339"/>
                  </a:moveTo>
                  <a:lnTo>
                    <a:pt x="289560" y="53339"/>
                  </a:lnTo>
                  <a:lnTo>
                    <a:pt x="287020" y="55879"/>
                  </a:lnTo>
                  <a:lnTo>
                    <a:pt x="297180" y="55879"/>
                  </a:lnTo>
                  <a:lnTo>
                    <a:pt x="299720" y="53339"/>
                  </a:lnTo>
                  <a:close/>
                </a:path>
                <a:path w="342900" h="353060">
                  <a:moveTo>
                    <a:pt x="302260" y="50799"/>
                  </a:moveTo>
                  <a:lnTo>
                    <a:pt x="292100" y="50799"/>
                  </a:lnTo>
                  <a:lnTo>
                    <a:pt x="290830" y="52069"/>
                  </a:lnTo>
                  <a:lnTo>
                    <a:pt x="300990" y="52069"/>
                  </a:lnTo>
                  <a:lnTo>
                    <a:pt x="302260" y="50799"/>
                  </a:lnTo>
                  <a:close/>
                </a:path>
                <a:path w="342900" h="353060">
                  <a:moveTo>
                    <a:pt x="306070" y="46989"/>
                  </a:moveTo>
                  <a:lnTo>
                    <a:pt x="295910" y="46989"/>
                  </a:lnTo>
                  <a:lnTo>
                    <a:pt x="293370" y="49529"/>
                  </a:lnTo>
                  <a:lnTo>
                    <a:pt x="303530" y="49529"/>
                  </a:lnTo>
                  <a:lnTo>
                    <a:pt x="306070" y="46989"/>
                  </a:lnTo>
                  <a:close/>
                </a:path>
                <a:path w="342900" h="353060">
                  <a:moveTo>
                    <a:pt x="308610" y="44449"/>
                  </a:moveTo>
                  <a:lnTo>
                    <a:pt x="298450" y="44449"/>
                  </a:lnTo>
                  <a:lnTo>
                    <a:pt x="297180" y="45719"/>
                  </a:lnTo>
                  <a:lnTo>
                    <a:pt x="307340" y="45719"/>
                  </a:lnTo>
                  <a:lnTo>
                    <a:pt x="308610" y="44449"/>
                  </a:lnTo>
                  <a:close/>
                </a:path>
                <a:path w="342900" h="353060">
                  <a:moveTo>
                    <a:pt x="312420" y="40639"/>
                  </a:moveTo>
                  <a:lnTo>
                    <a:pt x="302260" y="40639"/>
                  </a:lnTo>
                  <a:lnTo>
                    <a:pt x="299720" y="43179"/>
                  </a:lnTo>
                  <a:lnTo>
                    <a:pt x="309880" y="43179"/>
                  </a:lnTo>
                  <a:lnTo>
                    <a:pt x="312420" y="40639"/>
                  </a:lnTo>
                  <a:close/>
                </a:path>
                <a:path w="342900" h="353060">
                  <a:moveTo>
                    <a:pt x="314960" y="38099"/>
                  </a:moveTo>
                  <a:lnTo>
                    <a:pt x="304800" y="38099"/>
                  </a:lnTo>
                  <a:lnTo>
                    <a:pt x="303530" y="39369"/>
                  </a:lnTo>
                  <a:lnTo>
                    <a:pt x="313690" y="39369"/>
                  </a:lnTo>
                  <a:lnTo>
                    <a:pt x="314960" y="38099"/>
                  </a:lnTo>
                  <a:close/>
                </a:path>
                <a:path w="342900" h="353060">
                  <a:moveTo>
                    <a:pt x="318770" y="34289"/>
                  </a:moveTo>
                  <a:lnTo>
                    <a:pt x="308610" y="34289"/>
                  </a:lnTo>
                  <a:lnTo>
                    <a:pt x="306070" y="36829"/>
                  </a:lnTo>
                  <a:lnTo>
                    <a:pt x="316230" y="36829"/>
                  </a:lnTo>
                  <a:lnTo>
                    <a:pt x="318770" y="34289"/>
                  </a:lnTo>
                  <a:close/>
                </a:path>
                <a:path w="342900" h="353060">
                  <a:moveTo>
                    <a:pt x="321310" y="31749"/>
                  </a:moveTo>
                  <a:lnTo>
                    <a:pt x="311150" y="31749"/>
                  </a:lnTo>
                  <a:lnTo>
                    <a:pt x="309880" y="33019"/>
                  </a:lnTo>
                  <a:lnTo>
                    <a:pt x="320040" y="33019"/>
                  </a:lnTo>
                  <a:lnTo>
                    <a:pt x="321310" y="31749"/>
                  </a:lnTo>
                  <a:close/>
                </a:path>
                <a:path w="342900" h="353060">
                  <a:moveTo>
                    <a:pt x="325120" y="27939"/>
                  </a:moveTo>
                  <a:lnTo>
                    <a:pt x="314960" y="27939"/>
                  </a:lnTo>
                  <a:lnTo>
                    <a:pt x="312420" y="30479"/>
                  </a:lnTo>
                  <a:lnTo>
                    <a:pt x="322580" y="30479"/>
                  </a:lnTo>
                  <a:lnTo>
                    <a:pt x="325120" y="27939"/>
                  </a:lnTo>
                  <a:close/>
                </a:path>
                <a:path w="342900" h="353060">
                  <a:moveTo>
                    <a:pt x="327660" y="25399"/>
                  </a:moveTo>
                  <a:lnTo>
                    <a:pt x="317500" y="25399"/>
                  </a:lnTo>
                  <a:lnTo>
                    <a:pt x="316230" y="26669"/>
                  </a:lnTo>
                  <a:lnTo>
                    <a:pt x="326390" y="26669"/>
                  </a:lnTo>
                  <a:lnTo>
                    <a:pt x="327660" y="25399"/>
                  </a:lnTo>
                  <a:close/>
                </a:path>
                <a:path w="342900" h="353060">
                  <a:moveTo>
                    <a:pt x="331470" y="21589"/>
                  </a:moveTo>
                  <a:lnTo>
                    <a:pt x="321310" y="21589"/>
                  </a:lnTo>
                  <a:lnTo>
                    <a:pt x="318770" y="24129"/>
                  </a:lnTo>
                  <a:lnTo>
                    <a:pt x="328930" y="24129"/>
                  </a:lnTo>
                  <a:lnTo>
                    <a:pt x="331470" y="21589"/>
                  </a:lnTo>
                  <a:close/>
                </a:path>
                <a:path w="342900" h="353060">
                  <a:moveTo>
                    <a:pt x="334010" y="19049"/>
                  </a:moveTo>
                  <a:lnTo>
                    <a:pt x="323850" y="19049"/>
                  </a:lnTo>
                  <a:lnTo>
                    <a:pt x="322580" y="20319"/>
                  </a:lnTo>
                  <a:lnTo>
                    <a:pt x="332740" y="20319"/>
                  </a:lnTo>
                  <a:lnTo>
                    <a:pt x="334010" y="19049"/>
                  </a:lnTo>
                  <a:close/>
                </a:path>
                <a:path w="342900" h="353060">
                  <a:moveTo>
                    <a:pt x="337820" y="15239"/>
                  </a:moveTo>
                  <a:lnTo>
                    <a:pt x="327660" y="15239"/>
                  </a:lnTo>
                  <a:lnTo>
                    <a:pt x="325120" y="17779"/>
                  </a:lnTo>
                  <a:lnTo>
                    <a:pt x="335280" y="17779"/>
                  </a:lnTo>
                  <a:lnTo>
                    <a:pt x="337820" y="15239"/>
                  </a:lnTo>
                  <a:close/>
                </a:path>
                <a:path w="342900" h="353060">
                  <a:moveTo>
                    <a:pt x="340360" y="12699"/>
                  </a:moveTo>
                  <a:lnTo>
                    <a:pt x="330200" y="12699"/>
                  </a:lnTo>
                  <a:lnTo>
                    <a:pt x="328930" y="13969"/>
                  </a:lnTo>
                  <a:lnTo>
                    <a:pt x="339090" y="13969"/>
                  </a:lnTo>
                  <a:lnTo>
                    <a:pt x="340360" y="12699"/>
                  </a:lnTo>
                  <a:close/>
                </a:path>
                <a:path w="342900" h="353060">
                  <a:moveTo>
                    <a:pt x="342900" y="8889"/>
                  </a:moveTo>
                  <a:lnTo>
                    <a:pt x="334010" y="8889"/>
                  </a:lnTo>
                  <a:lnTo>
                    <a:pt x="331470" y="11429"/>
                  </a:lnTo>
                  <a:lnTo>
                    <a:pt x="341630" y="11429"/>
                  </a:lnTo>
                  <a:lnTo>
                    <a:pt x="342900" y="10159"/>
                  </a:lnTo>
                  <a:lnTo>
                    <a:pt x="342900" y="8889"/>
                  </a:lnTo>
                  <a:close/>
                </a:path>
                <a:path w="342900" h="353060">
                  <a:moveTo>
                    <a:pt x="342900" y="6349"/>
                  </a:moveTo>
                  <a:lnTo>
                    <a:pt x="336550" y="6349"/>
                  </a:lnTo>
                  <a:lnTo>
                    <a:pt x="335280" y="7619"/>
                  </a:lnTo>
                  <a:lnTo>
                    <a:pt x="342900" y="7619"/>
                  </a:lnTo>
                  <a:lnTo>
                    <a:pt x="342900" y="6349"/>
                  </a:lnTo>
                  <a:close/>
                </a:path>
                <a:path w="342900" h="353060">
                  <a:moveTo>
                    <a:pt x="342900" y="2539"/>
                  </a:moveTo>
                  <a:lnTo>
                    <a:pt x="340360" y="2539"/>
                  </a:lnTo>
                  <a:lnTo>
                    <a:pt x="337820" y="5079"/>
                  </a:lnTo>
                  <a:lnTo>
                    <a:pt x="342900" y="5079"/>
                  </a:lnTo>
                  <a:lnTo>
                    <a:pt x="342900" y="2539"/>
                  </a:lnTo>
                  <a:close/>
                </a:path>
                <a:path w="342900" h="353060">
                  <a:moveTo>
                    <a:pt x="342900" y="0"/>
                  </a:moveTo>
                  <a:lnTo>
                    <a:pt x="341630" y="1269"/>
                  </a:lnTo>
                  <a:lnTo>
                    <a:pt x="342900" y="1269"/>
                  </a:lnTo>
                  <a:lnTo>
                    <a:pt x="342900" y="0"/>
                  </a:lnTo>
                  <a:close/>
                </a:path>
                <a:path w="342900" h="353060">
                  <a:moveTo>
                    <a:pt x="209550" y="143509"/>
                  </a:moveTo>
                  <a:lnTo>
                    <a:pt x="199390" y="143509"/>
                  </a:lnTo>
                  <a:lnTo>
                    <a:pt x="0" y="342900"/>
                  </a:lnTo>
                  <a:lnTo>
                    <a:pt x="0" y="353059"/>
                  </a:lnTo>
                  <a:lnTo>
                    <a:pt x="209550" y="143509"/>
                  </a:lnTo>
                  <a:close/>
                </a:path>
              </a:pathLst>
            </a:custGeom>
            <a:solidFill>
              <a:srgbClr val="CCBE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1334769" y="2787650"/>
              <a:ext cx="342900" cy="355600"/>
            </a:xfrm>
            <a:custGeom>
              <a:avLst/>
              <a:gdLst/>
              <a:ahLst/>
              <a:cxnLst/>
              <a:rect l="l" t="t" r="r" b="b"/>
              <a:pathLst>
                <a:path w="342900" h="355600">
                  <a:moveTo>
                    <a:pt x="225170" y="129539"/>
                  </a:moveTo>
                  <a:lnTo>
                    <a:pt x="213360" y="129539"/>
                  </a:lnTo>
                  <a:lnTo>
                    <a:pt x="212090" y="130809"/>
                  </a:lnTo>
                  <a:lnTo>
                    <a:pt x="223903" y="130809"/>
                  </a:lnTo>
                  <a:lnTo>
                    <a:pt x="225170" y="129539"/>
                  </a:lnTo>
                  <a:close/>
                </a:path>
                <a:path w="342900" h="355600">
                  <a:moveTo>
                    <a:pt x="228970" y="125729"/>
                  </a:moveTo>
                  <a:lnTo>
                    <a:pt x="217170" y="125729"/>
                  </a:lnTo>
                  <a:lnTo>
                    <a:pt x="214630" y="128269"/>
                  </a:lnTo>
                  <a:lnTo>
                    <a:pt x="226437" y="128269"/>
                  </a:lnTo>
                  <a:lnTo>
                    <a:pt x="228970" y="125729"/>
                  </a:lnTo>
                  <a:close/>
                </a:path>
                <a:path w="342900" h="355600">
                  <a:moveTo>
                    <a:pt x="231504" y="123189"/>
                  </a:moveTo>
                  <a:lnTo>
                    <a:pt x="219710" y="123189"/>
                  </a:lnTo>
                  <a:lnTo>
                    <a:pt x="218440" y="124459"/>
                  </a:lnTo>
                  <a:lnTo>
                    <a:pt x="230237" y="124459"/>
                  </a:lnTo>
                  <a:lnTo>
                    <a:pt x="231504" y="123189"/>
                  </a:lnTo>
                  <a:close/>
                </a:path>
                <a:path w="342900" h="355600">
                  <a:moveTo>
                    <a:pt x="235305" y="119379"/>
                  </a:moveTo>
                  <a:lnTo>
                    <a:pt x="223520" y="119379"/>
                  </a:lnTo>
                  <a:lnTo>
                    <a:pt x="220980" y="121919"/>
                  </a:lnTo>
                  <a:lnTo>
                    <a:pt x="232771" y="121919"/>
                  </a:lnTo>
                  <a:lnTo>
                    <a:pt x="235305" y="119379"/>
                  </a:lnTo>
                  <a:close/>
                </a:path>
                <a:path w="342900" h="355600">
                  <a:moveTo>
                    <a:pt x="237838" y="116839"/>
                  </a:moveTo>
                  <a:lnTo>
                    <a:pt x="226060" y="116839"/>
                  </a:lnTo>
                  <a:lnTo>
                    <a:pt x="224790" y="118109"/>
                  </a:lnTo>
                  <a:lnTo>
                    <a:pt x="236572" y="118109"/>
                  </a:lnTo>
                  <a:lnTo>
                    <a:pt x="237838" y="116839"/>
                  </a:lnTo>
                  <a:close/>
                </a:path>
                <a:path w="342900" h="355600">
                  <a:moveTo>
                    <a:pt x="241639" y="113029"/>
                  </a:moveTo>
                  <a:lnTo>
                    <a:pt x="229870" y="113029"/>
                  </a:lnTo>
                  <a:lnTo>
                    <a:pt x="227330" y="115569"/>
                  </a:lnTo>
                  <a:lnTo>
                    <a:pt x="239105" y="115569"/>
                  </a:lnTo>
                  <a:lnTo>
                    <a:pt x="241639" y="113029"/>
                  </a:lnTo>
                  <a:close/>
                </a:path>
                <a:path w="342900" h="355600">
                  <a:moveTo>
                    <a:pt x="244173" y="110489"/>
                  </a:moveTo>
                  <a:lnTo>
                    <a:pt x="232410" y="110489"/>
                  </a:lnTo>
                  <a:lnTo>
                    <a:pt x="231140" y="111759"/>
                  </a:lnTo>
                  <a:lnTo>
                    <a:pt x="242906" y="111759"/>
                  </a:lnTo>
                  <a:lnTo>
                    <a:pt x="244173" y="110489"/>
                  </a:lnTo>
                  <a:close/>
                </a:path>
                <a:path w="342900" h="355600">
                  <a:moveTo>
                    <a:pt x="247973" y="106679"/>
                  </a:moveTo>
                  <a:lnTo>
                    <a:pt x="236220" y="106679"/>
                  </a:lnTo>
                  <a:lnTo>
                    <a:pt x="233680" y="109219"/>
                  </a:lnTo>
                  <a:lnTo>
                    <a:pt x="245440" y="109219"/>
                  </a:lnTo>
                  <a:lnTo>
                    <a:pt x="247973" y="106679"/>
                  </a:lnTo>
                  <a:close/>
                </a:path>
                <a:path w="342900" h="355600">
                  <a:moveTo>
                    <a:pt x="250507" y="104139"/>
                  </a:moveTo>
                  <a:lnTo>
                    <a:pt x="238760" y="104139"/>
                  </a:lnTo>
                  <a:lnTo>
                    <a:pt x="237490" y="105409"/>
                  </a:lnTo>
                  <a:lnTo>
                    <a:pt x="249240" y="105409"/>
                  </a:lnTo>
                  <a:lnTo>
                    <a:pt x="250507" y="104139"/>
                  </a:lnTo>
                  <a:close/>
                </a:path>
                <a:path w="342900" h="355600">
                  <a:moveTo>
                    <a:pt x="254308" y="100329"/>
                  </a:moveTo>
                  <a:lnTo>
                    <a:pt x="242570" y="100329"/>
                  </a:lnTo>
                  <a:lnTo>
                    <a:pt x="240030" y="102869"/>
                  </a:lnTo>
                  <a:lnTo>
                    <a:pt x="251774" y="102869"/>
                  </a:lnTo>
                  <a:lnTo>
                    <a:pt x="254308" y="100329"/>
                  </a:lnTo>
                  <a:close/>
                </a:path>
                <a:path w="342900" h="355600">
                  <a:moveTo>
                    <a:pt x="256841" y="97789"/>
                  </a:moveTo>
                  <a:lnTo>
                    <a:pt x="245110" y="97789"/>
                  </a:lnTo>
                  <a:lnTo>
                    <a:pt x="243840" y="99059"/>
                  </a:lnTo>
                  <a:lnTo>
                    <a:pt x="255574" y="99059"/>
                  </a:lnTo>
                  <a:lnTo>
                    <a:pt x="256841" y="97789"/>
                  </a:lnTo>
                  <a:close/>
                </a:path>
                <a:path w="342900" h="355600">
                  <a:moveTo>
                    <a:pt x="260642" y="93979"/>
                  </a:moveTo>
                  <a:lnTo>
                    <a:pt x="248920" y="93979"/>
                  </a:lnTo>
                  <a:lnTo>
                    <a:pt x="246380" y="96519"/>
                  </a:lnTo>
                  <a:lnTo>
                    <a:pt x="258108" y="96519"/>
                  </a:lnTo>
                  <a:lnTo>
                    <a:pt x="260642" y="93979"/>
                  </a:lnTo>
                  <a:close/>
                </a:path>
                <a:path w="342900" h="355600">
                  <a:moveTo>
                    <a:pt x="263176" y="91439"/>
                  </a:moveTo>
                  <a:lnTo>
                    <a:pt x="251460" y="91439"/>
                  </a:lnTo>
                  <a:lnTo>
                    <a:pt x="250190" y="92709"/>
                  </a:lnTo>
                  <a:lnTo>
                    <a:pt x="261909" y="92709"/>
                  </a:lnTo>
                  <a:lnTo>
                    <a:pt x="263176" y="91439"/>
                  </a:lnTo>
                  <a:close/>
                </a:path>
                <a:path w="342900" h="355600">
                  <a:moveTo>
                    <a:pt x="266976" y="87629"/>
                  </a:moveTo>
                  <a:lnTo>
                    <a:pt x="255270" y="87629"/>
                  </a:lnTo>
                  <a:lnTo>
                    <a:pt x="252730" y="90169"/>
                  </a:lnTo>
                  <a:lnTo>
                    <a:pt x="264442" y="90169"/>
                  </a:lnTo>
                  <a:lnTo>
                    <a:pt x="266976" y="87629"/>
                  </a:lnTo>
                  <a:close/>
                </a:path>
                <a:path w="342900" h="355600">
                  <a:moveTo>
                    <a:pt x="269510" y="85089"/>
                  </a:moveTo>
                  <a:lnTo>
                    <a:pt x="257810" y="85089"/>
                  </a:lnTo>
                  <a:lnTo>
                    <a:pt x="256540" y="86359"/>
                  </a:lnTo>
                  <a:lnTo>
                    <a:pt x="268243" y="86359"/>
                  </a:lnTo>
                  <a:lnTo>
                    <a:pt x="269510" y="85089"/>
                  </a:lnTo>
                  <a:close/>
                </a:path>
                <a:path w="342900" h="355600">
                  <a:moveTo>
                    <a:pt x="273310" y="81279"/>
                  </a:moveTo>
                  <a:lnTo>
                    <a:pt x="261620" y="81279"/>
                  </a:lnTo>
                  <a:lnTo>
                    <a:pt x="259080" y="83819"/>
                  </a:lnTo>
                  <a:lnTo>
                    <a:pt x="270777" y="83819"/>
                  </a:lnTo>
                  <a:lnTo>
                    <a:pt x="273310" y="81279"/>
                  </a:lnTo>
                  <a:close/>
                </a:path>
                <a:path w="342900" h="355600">
                  <a:moveTo>
                    <a:pt x="275844" y="78739"/>
                  </a:moveTo>
                  <a:lnTo>
                    <a:pt x="264160" y="78739"/>
                  </a:lnTo>
                  <a:lnTo>
                    <a:pt x="262890" y="80009"/>
                  </a:lnTo>
                  <a:lnTo>
                    <a:pt x="274577" y="80009"/>
                  </a:lnTo>
                  <a:lnTo>
                    <a:pt x="275844" y="78739"/>
                  </a:lnTo>
                  <a:close/>
                </a:path>
                <a:path w="342900" h="355600">
                  <a:moveTo>
                    <a:pt x="279645" y="74929"/>
                  </a:moveTo>
                  <a:lnTo>
                    <a:pt x="267970" y="74929"/>
                  </a:lnTo>
                  <a:lnTo>
                    <a:pt x="265430" y="77469"/>
                  </a:lnTo>
                  <a:lnTo>
                    <a:pt x="277111" y="77469"/>
                  </a:lnTo>
                  <a:lnTo>
                    <a:pt x="279645" y="74929"/>
                  </a:lnTo>
                  <a:close/>
                </a:path>
                <a:path w="342900" h="355600">
                  <a:moveTo>
                    <a:pt x="282178" y="72389"/>
                  </a:moveTo>
                  <a:lnTo>
                    <a:pt x="270510" y="72389"/>
                  </a:lnTo>
                  <a:lnTo>
                    <a:pt x="269240" y="73659"/>
                  </a:lnTo>
                  <a:lnTo>
                    <a:pt x="280912" y="73659"/>
                  </a:lnTo>
                  <a:lnTo>
                    <a:pt x="282178" y="72389"/>
                  </a:lnTo>
                  <a:close/>
                </a:path>
                <a:path w="342900" h="355600">
                  <a:moveTo>
                    <a:pt x="285979" y="68579"/>
                  </a:moveTo>
                  <a:lnTo>
                    <a:pt x="274320" y="68579"/>
                  </a:lnTo>
                  <a:lnTo>
                    <a:pt x="271780" y="71119"/>
                  </a:lnTo>
                  <a:lnTo>
                    <a:pt x="283445" y="71119"/>
                  </a:lnTo>
                  <a:lnTo>
                    <a:pt x="285979" y="68579"/>
                  </a:lnTo>
                  <a:close/>
                </a:path>
                <a:path w="342900" h="355600">
                  <a:moveTo>
                    <a:pt x="288513" y="66039"/>
                  </a:moveTo>
                  <a:lnTo>
                    <a:pt x="276860" y="66039"/>
                  </a:lnTo>
                  <a:lnTo>
                    <a:pt x="275590" y="67309"/>
                  </a:lnTo>
                  <a:lnTo>
                    <a:pt x="287246" y="67309"/>
                  </a:lnTo>
                  <a:lnTo>
                    <a:pt x="288513" y="66039"/>
                  </a:lnTo>
                  <a:close/>
                </a:path>
                <a:path w="342900" h="355600">
                  <a:moveTo>
                    <a:pt x="292313" y="62229"/>
                  </a:moveTo>
                  <a:lnTo>
                    <a:pt x="280670" y="62229"/>
                  </a:lnTo>
                  <a:lnTo>
                    <a:pt x="278130" y="64769"/>
                  </a:lnTo>
                  <a:lnTo>
                    <a:pt x="289780" y="64769"/>
                  </a:lnTo>
                  <a:lnTo>
                    <a:pt x="292313" y="62229"/>
                  </a:lnTo>
                  <a:close/>
                </a:path>
                <a:path w="342900" h="355600">
                  <a:moveTo>
                    <a:pt x="294847" y="59689"/>
                  </a:moveTo>
                  <a:lnTo>
                    <a:pt x="283210" y="59689"/>
                  </a:lnTo>
                  <a:lnTo>
                    <a:pt x="281940" y="60959"/>
                  </a:lnTo>
                  <a:lnTo>
                    <a:pt x="293580" y="60959"/>
                  </a:lnTo>
                  <a:lnTo>
                    <a:pt x="294847" y="59689"/>
                  </a:lnTo>
                  <a:close/>
                </a:path>
                <a:path w="342900" h="355600">
                  <a:moveTo>
                    <a:pt x="298648" y="55879"/>
                  </a:moveTo>
                  <a:lnTo>
                    <a:pt x="287020" y="55879"/>
                  </a:lnTo>
                  <a:lnTo>
                    <a:pt x="284480" y="58419"/>
                  </a:lnTo>
                  <a:lnTo>
                    <a:pt x="296114" y="58419"/>
                  </a:lnTo>
                  <a:lnTo>
                    <a:pt x="298648" y="55879"/>
                  </a:lnTo>
                  <a:close/>
                </a:path>
                <a:path w="342900" h="355600">
                  <a:moveTo>
                    <a:pt x="301181" y="53339"/>
                  </a:moveTo>
                  <a:lnTo>
                    <a:pt x="289560" y="53339"/>
                  </a:lnTo>
                  <a:lnTo>
                    <a:pt x="288290" y="54609"/>
                  </a:lnTo>
                  <a:lnTo>
                    <a:pt x="299914" y="54609"/>
                  </a:lnTo>
                  <a:lnTo>
                    <a:pt x="301181" y="53339"/>
                  </a:lnTo>
                  <a:close/>
                </a:path>
                <a:path w="342900" h="355600">
                  <a:moveTo>
                    <a:pt x="304982" y="49529"/>
                  </a:moveTo>
                  <a:lnTo>
                    <a:pt x="293370" y="49529"/>
                  </a:lnTo>
                  <a:lnTo>
                    <a:pt x="290830" y="52069"/>
                  </a:lnTo>
                  <a:lnTo>
                    <a:pt x="302448" y="52069"/>
                  </a:lnTo>
                  <a:lnTo>
                    <a:pt x="304982" y="49529"/>
                  </a:lnTo>
                  <a:close/>
                </a:path>
                <a:path w="342900" h="355600">
                  <a:moveTo>
                    <a:pt x="307516" y="46989"/>
                  </a:moveTo>
                  <a:lnTo>
                    <a:pt x="295910" y="46989"/>
                  </a:lnTo>
                  <a:lnTo>
                    <a:pt x="294640" y="48259"/>
                  </a:lnTo>
                  <a:lnTo>
                    <a:pt x="306249" y="48259"/>
                  </a:lnTo>
                  <a:lnTo>
                    <a:pt x="307516" y="46989"/>
                  </a:lnTo>
                  <a:close/>
                </a:path>
                <a:path w="342900" h="355600">
                  <a:moveTo>
                    <a:pt x="311316" y="43179"/>
                  </a:moveTo>
                  <a:lnTo>
                    <a:pt x="299720" y="43179"/>
                  </a:lnTo>
                  <a:lnTo>
                    <a:pt x="297180" y="45719"/>
                  </a:lnTo>
                  <a:lnTo>
                    <a:pt x="308782" y="45719"/>
                  </a:lnTo>
                  <a:lnTo>
                    <a:pt x="311316" y="43179"/>
                  </a:lnTo>
                  <a:close/>
                </a:path>
                <a:path w="342900" h="355600">
                  <a:moveTo>
                    <a:pt x="313850" y="40639"/>
                  </a:moveTo>
                  <a:lnTo>
                    <a:pt x="302260" y="40639"/>
                  </a:lnTo>
                  <a:lnTo>
                    <a:pt x="300990" y="41909"/>
                  </a:lnTo>
                  <a:lnTo>
                    <a:pt x="312583" y="41909"/>
                  </a:lnTo>
                  <a:lnTo>
                    <a:pt x="313850" y="40639"/>
                  </a:lnTo>
                  <a:close/>
                </a:path>
                <a:path w="342900" h="355600">
                  <a:moveTo>
                    <a:pt x="317650" y="36829"/>
                  </a:moveTo>
                  <a:lnTo>
                    <a:pt x="306070" y="36829"/>
                  </a:lnTo>
                  <a:lnTo>
                    <a:pt x="303530" y="39369"/>
                  </a:lnTo>
                  <a:lnTo>
                    <a:pt x="315117" y="39369"/>
                  </a:lnTo>
                  <a:lnTo>
                    <a:pt x="317650" y="36829"/>
                  </a:lnTo>
                  <a:close/>
                </a:path>
                <a:path w="342900" h="355600">
                  <a:moveTo>
                    <a:pt x="320184" y="34289"/>
                  </a:moveTo>
                  <a:lnTo>
                    <a:pt x="308610" y="34289"/>
                  </a:lnTo>
                  <a:lnTo>
                    <a:pt x="307340" y="35559"/>
                  </a:lnTo>
                  <a:lnTo>
                    <a:pt x="318917" y="35559"/>
                  </a:lnTo>
                  <a:lnTo>
                    <a:pt x="320184" y="34289"/>
                  </a:lnTo>
                  <a:close/>
                </a:path>
                <a:path w="342900" h="355600">
                  <a:moveTo>
                    <a:pt x="323985" y="30479"/>
                  </a:moveTo>
                  <a:lnTo>
                    <a:pt x="312420" y="30479"/>
                  </a:lnTo>
                  <a:lnTo>
                    <a:pt x="309880" y="33019"/>
                  </a:lnTo>
                  <a:lnTo>
                    <a:pt x="321451" y="33019"/>
                  </a:lnTo>
                  <a:lnTo>
                    <a:pt x="323985" y="30479"/>
                  </a:lnTo>
                  <a:close/>
                </a:path>
                <a:path w="342900" h="355600">
                  <a:moveTo>
                    <a:pt x="326518" y="27939"/>
                  </a:moveTo>
                  <a:lnTo>
                    <a:pt x="314960" y="27939"/>
                  </a:lnTo>
                  <a:lnTo>
                    <a:pt x="313690" y="29209"/>
                  </a:lnTo>
                  <a:lnTo>
                    <a:pt x="325252" y="29209"/>
                  </a:lnTo>
                  <a:lnTo>
                    <a:pt x="326518" y="27939"/>
                  </a:lnTo>
                  <a:close/>
                </a:path>
                <a:path w="342900" h="355600">
                  <a:moveTo>
                    <a:pt x="330319" y="24129"/>
                  </a:moveTo>
                  <a:lnTo>
                    <a:pt x="318770" y="24129"/>
                  </a:lnTo>
                  <a:lnTo>
                    <a:pt x="316230" y="26669"/>
                  </a:lnTo>
                  <a:lnTo>
                    <a:pt x="327785" y="26669"/>
                  </a:lnTo>
                  <a:lnTo>
                    <a:pt x="330319" y="24129"/>
                  </a:lnTo>
                  <a:close/>
                </a:path>
                <a:path w="342900" h="355600">
                  <a:moveTo>
                    <a:pt x="332853" y="21589"/>
                  </a:moveTo>
                  <a:lnTo>
                    <a:pt x="321310" y="21589"/>
                  </a:lnTo>
                  <a:lnTo>
                    <a:pt x="320040" y="22859"/>
                  </a:lnTo>
                  <a:lnTo>
                    <a:pt x="331586" y="22859"/>
                  </a:lnTo>
                  <a:lnTo>
                    <a:pt x="332853" y="21589"/>
                  </a:lnTo>
                  <a:close/>
                </a:path>
                <a:path w="342900" h="355600">
                  <a:moveTo>
                    <a:pt x="336653" y="17779"/>
                  </a:moveTo>
                  <a:lnTo>
                    <a:pt x="325120" y="17779"/>
                  </a:lnTo>
                  <a:lnTo>
                    <a:pt x="322580" y="20319"/>
                  </a:lnTo>
                  <a:lnTo>
                    <a:pt x="334120" y="20319"/>
                  </a:lnTo>
                  <a:lnTo>
                    <a:pt x="336653" y="17779"/>
                  </a:lnTo>
                  <a:close/>
                </a:path>
                <a:path w="342900" h="355600">
                  <a:moveTo>
                    <a:pt x="339187" y="15239"/>
                  </a:moveTo>
                  <a:lnTo>
                    <a:pt x="327660" y="15239"/>
                  </a:lnTo>
                  <a:lnTo>
                    <a:pt x="326390" y="16509"/>
                  </a:lnTo>
                  <a:lnTo>
                    <a:pt x="337920" y="16509"/>
                  </a:lnTo>
                  <a:lnTo>
                    <a:pt x="339187" y="15239"/>
                  </a:lnTo>
                  <a:close/>
                </a:path>
                <a:path w="342900" h="355600">
                  <a:moveTo>
                    <a:pt x="342900" y="11429"/>
                  </a:moveTo>
                  <a:lnTo>
                    <a:pt x="331470" y="11429"/>
                  </a:lnTo>
                  <a:lnTo>
                    <a:pt x="328930" y="13969"/>
                  </a:lnTo>
                  <a:lnTo>
                    <a:pt x="340454" y="13969"/>
                  </a:lnTo>
                  <a:lnTo>
                    <a:pt x="342900" y="11518"/>
                  </a:lnTo>
                  <a:close/>
                </a:path>
                <a:path w="342900" h="355600">
                  <a:moveTo>
                    <a:pt x="342900" y="8889"/>
                  </a:moveTo>
                  <a:lnTo>
                    <a:pt x="334010" y="8889"/>
                  </a:lnTo>
                  <a:lnTo>
                    <a:pt x="332740" y="10159"/>
                  </a:lnTo>
                  <a:lnTo>
                    <a:pt x="342900" y="10159"/>
                  </a:lnTo>
                  <a:lnTo>
                    <a:pt x="342900" y="8889"/>
                  </a:lnTo>
                  <a:close/>
                </a:path>
                <a:path w="342900" h="355600">
                  <a:moveTo>
                    <a:pt x="342900" y="5079"/>
                  </a:moveTo>
                  <a:lnTo>
                    <a:pt x="337820" y="5079"/>
                  </a:lnTo>
                  <a:lnTo>
                    <a:pt x="335280" y="7619"/>
                  </a:lnTo>
                  <a:lnTo>
                    <a:pt x="342900" y="7619"/>
                  </a:lnTo>
                  <a:lnTo>
                    <a:pt x="342900" y="5079"/>
                  </a:lnTo>
                  <a:close/>
                </a:path>
                <a:path w="342900" h="355600">
                  <a:moveTo>
                    <a:pt x="342900" y="2539"/>
                  </a:moveTo>
                  <a:lnTo>
                    <a:pt x="340360" y="2539"/>
                  </a:lnTo>
                  <a:lnTo>
                    <a:pt x="339090" y="3809"/>
                  </a:lnTo>
                  <a:lnTo>
                    <a:pt x="342900" y="3809"/>
                  </a:lnTo>
                  <a:lnTo>
                    <a:pt x="342900" y="2539"/>
                  </a:lnTo>
                  <a:close/>
                </a:path>
                <a:path w="342900" h="355600">
                  <a:moveTo>
                    <a:pt x="342900" y="0"/>
                  </a:moveTo>
                  <a:lnTo>
                    <a:pt x="341630" y="1269"/>
                  </a:lnTo>
                  <a:lnTo>
                    <a:pt x="342900" y="1269"/>
                  </a:lnTo>
                  <a:lnTo>
                    <a:pt x="342900" y="0"/>
                  </a:lnTo>
                  <a:close/>
                </a:path>
                <a:path w="342900" h="355600">
                  <a:moveTo>
                    <a:pt x="221369" y="133350"/>
                  </a:moveTo>
                  <a:lnTo>
                    <a:pt x="209550" y="133350"/>
                  </a:lnTo>
                  <a:lnTo>
                    <a:pt x="0" y="342900"/>
                  </a:lnTo>
                  <a:lnTo>
                    <a:pt x="0" y="355269"/>
                  </a:lnTo>
                  <a:lnTo>
                    <a:pt x="221369" y="133350"/>
                  </a:lnTo>
                  <a:close/>
                </a:path>
              </a:pathLst>
            </a:custGeom>
            <a:solidFill>
              <a:srgbClr val="CDBE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1334769" y="2799168"/>
              <a:ext cx="342900" cy="354330"/>
            </a:xfrm>
            <a:custGeom>
              <a:avLst/>
              <a:gdLst/>
              <a:ahLst/>
              <a:cxnLst/>
              <a:rect l="l" t="t" r="r" b="b"/>
              <a:pathLst>
                <a:path w="342900" h="354330">
                  <a:moveTo>
                    <a:pt x="236220" y="118021"/>
                  </a:moveTo>
                  <a:lnTo>
                    <a:pt x="225170" y="118021"/>
                  </a:lnTo>
                  <a:lnTo>
                    <a:pt x="223903" y="119291"/>
                  </a:lnTo>
                  <a:lnTo>
                    <a:pt x="234950" y="119291"/>
                  </a:lnTo>
                  <a:lnTo>
                    <a:pt x="236220" y="118021"/>
                  </a:lnTo>
                  <a:close/>
                </a:path>
                <a:path w="342900" h="354330">
                  <a:moveTo>
                    <a:pt x="240030" y="114211"/>
                  </a:moveTo>
                  <a:lnTo>
                    <a:pt x="228970" y="114211"/>
                  </a:lnTo>
                  <a:lnTo>
                    <a:pt x="226437" y="116751"/>
                  </a:lnTo>
                  <a:lnTo>
                    <a:pt x="237490" y="116751"/>
                  </a:lnTo>
                  <a:lnTo>
                    <a:pt x="240030" y="114211"/>
                  </a:lnTo>
                  <a:close/>
                </a:path>
                <a:path w="342900" h="354330">
                  <a:moveTo>
                    <a:pt x="242570" y="111671"/>
                  </a:moveTo>
                  <a:lnTo>
                    <a:pt x="231504" y="111671"/>
                  </a:lnTo>
                  <a:lnTo>
                    <a:pt x="230237" y="112941"/>
                  </a:lnTo>
                  <a:lnTo>
                    <a:pt x="241300" y="112941"/>
                  </a:lnTo>
                  <a:lnTo>
                    <a:pt x="242570" y="111671"/>
                  </a:lnTo>
                  <a:close/>
                </a:path>
                <a:path w="342900" h="354330">
                  <a:moveTo>
                    <a:pt x="246380" y="107861"/>
                  </a:moveTo>
                  <a:lnTo>
                    <a:pt x="235305" y="107861"/>
                  </a:lnTo>
                  <a:lnTo>
                    <a:pt x="232771" y="110401"/>
                  </a:lnTo>
                  <a:lnTo>
                    <a:pt x="243840" y="110401"/>
                  </a:lnTo>
                  <a:lnTo>
                    <a:pt x="246380" y="107861"/>
                  </a:lnTo>
                  <a:close/>
                </a:path>
                <a:path w="342900" h="354330">
                  <a:moveTo>
                    <a:pt x="248920" y="105321"/>
                  </a:moveTo>
                  <a:lnTo>
                    <a:pt x="237838" y="105321"/>
                  </a:lnTo>
                  <a:lnTo>
                    <a:pt x="236572" y="106591"/>
                  </a:lnTo>
                  <a:lnTo>
                    <a:pt x="247650" y="106591"/>
                  </a:lnTo>
                  <a:lnTo>
                    <a:pt x="248920" y="105321"/>
                  </a:lnTo>
                  <a:close/>
                </a:path>
                <a:path w="342900" h="354330">
                  <a:moveTo>
                    <a:pt x="252730" y="101511"/>
                  </a:moveTo>
                  <a:lnTo>
                    <a:pt x="241639" y="101511"/>
                  </a:lnTo>
                  <a:lnTo>
                    <a:pt x="239105" y="104051"/>
                  </a:lnTo>
                  <a:lnTo>
                    <a:pt x="250190" y="104051"/>
                  </a:lnTo>
                  <a:lnTo>
                    <a:pt x="252730" y="101511"/>
                  </a:lnTo>
                  <a:close/>
                </a:path>
                <a:path w="342900" h="354330">
                  <a:moveTo>
                    <a:pt x="255270" y="98971"/>
                  </a:moveTo>
                  <a:lnTo>
                    <a:pt x="244173" y="98971"/>
                  </a:lnTo>
                  <a:lnTo>
                    <a:pt x="242906" y="100241"/>
                  </a:lnTo>
                  <a:lnTo>
                    <a:pt x="254000" y="100241"/>
                  </a:lnTo>
                  <a:lnTo>
                    <a:pt x="255270" y="98971"/>
                  </a:lnTo>
                  <a:close/>
                </a:path>
                <a:path w="342900" h="354330">
                  <a:moveTo>
                    <a:pt x="259080" y="95161"/>
                  </a:moveTo>
                  <a:lnTo>
                    <a:pt x="247973" y="95161"/>
                  </a:lnTo>
                  <a:lnTo>
                    <a:pt x="245440" y="97701"/>
                  </a:lnTo>
                  <a:lnTo>
                    <a:pt x="256540" y="97701"/>
                  </a:lnTo>
                  <a:lnTo>
                    <a:pt x="259080" y="95161"/>
                  </a:lnTo>
                  <a:close/>
                </a:path>
                <a:path w="342900" h="354330">
                  <a:moveTo>
                    <a:pt x="261620" y="92621"/>
                  </a:moveTo>
                  <a:lnTo>
                    <a:pt x="250507" y="92621"/>
                  </a:lnTo>
                  <a:lnTo>
                    <a:pt x="249240" y="93891"/>
                  </a:lnTo>
                  <a:lnTo>
                    <a:pt x="260350" y="93891"/>
                  </a:lnTo>
                  <a:lnTo>
                    <a:pt x="261620" y="92621"/>
                  </a:lnTo>
                  <a:close/>
                </a:path>
                <a:path w="342900" h="354330">
                  <a:moveTo>
                    <a:pt x="265430" y="88811"/>
                  </a:moveTo>
                  <a:lnTo>
                    <a:pt x="254308" y="88811"/>
                  </a:lnTo>
                  <a:lnTo>
                    <a:pt x="251774" y="91351"/>
                  </a:lnTo>
                  <a:lnTo>
                    <a:pt x="262890" y="91351"/>
                  </a:lnTo>
                  <a:lnTo>
                    <a:pt x="265430" y="88811"/>
                  </a:lnTo>
                  <a:close/>
                </a:path>
                <a:path w="342900" h="354330">
                  <a:moveTo>
                    <a:pt x="267970" y="86271"/>
                  </a:moveTo>
                  <a:lnTo>
                    <a:pt x="256841" y="86271"/>
                  </a:lnTo>
                  <a:lnTo>
                    <a:pt x="255574" y="87541"/>
                  </a:lnTo>
                  <a:lnTo>
                    <a:pt x="266700" y="87541"/>
                  </a:lnTo>
                  <a:lnTo>
                    <a:pt x="267970" y="86271"/>
                  </a:lnTo>
                  <a:close/>
                </a:path>
                <a:path w="342900" h="354330">
                  <a:moveTo>
                    <a:pt x="271780" y="82461"/>
                  </a:moveTo>
                  <a:lnTo>
                    <a:pt x="260642" y="82461"/>
                  </a:lnTo>
                  <a:lnTo>
                    <a:pt x="258108" y="85001"/>
                  </a:lnTo>
                  <a:lnTo>
                    <a:pt x="269240" y="85001"/>
                  </a:lnTo>
                  <a:lnTo>
                    <a:pt x="271780" y="82461"/>
                  </a:lnTo>
                  <a:close/>
                </a:path>
                <a:path w="342900" h="354330">
                  <a:moveTo>
                    <a:pt x="274320" y="79921"/>
                  </a:moveTo>
                  <a:lnTo>
                    <a:pt x="263176" y="79921"/>
                  </a:lnTo>
                  <a:lnTo>
                    <a:pt x="261909" y="81191"/>
                  </a:lnTo>
                  <a:lnTo>
                    <a:pt x="273050" y="81191"/>
                  </a:lnTo>
                  <a:lnTo>
                    <a:pt x="274320" y="79921"/>
                  </a:lnTo>
                  <a:close/>
                </a:path>
                <a:path w="342900" h="354330">
                  <a:moveTo>
                    <a:pt x="278130" y="76111"/>
                  </a:moveTo>
                  <a:lnTo>
                    <a:pt x="266976" y="76111"/>
                  </a:lnTo>
                  <a:lnTo>
                    <a:pt x="264442" y="78651"/>
                  </a:lnTo>
                  <a:lnTo>
                    <a:pt x="275590" y="78651"/>
                  </a:lnTo>
                  <a:lnTo>
                    <a:pt x="278130" y="76111"/>
                  </a:lnTo>
                  <a:close/>
                </a:path>
                <a:path w="342900" h="354330">
                  <a:moveTo>
                    <a:pt x="280670" y="73571"/>
                  </a:moveTo>
                  <a:lnTo>
                    <a:pt x="269510" y="73571"/>
                  </a:lnTo>
                  <a:lnTo>
                    <a:pt x="268243" y="74841"/>
                  </a:lnTo>
                  <a:lnTo>
                    <a:pt x="279400" y="74841"/>
                  </a:lnTo>
                  <a:lnTo>
                    <a:pt x="280670" y="73571"/>
                  </a:lnTo>
                  <a:close/>
                </a:path>
                <a:path w="342900" h="354330">
                  <a:moveTo>
                    <a:pt x="284480" y="69761"/>
                  </a:moveTo>
                  <a:lnTo>
                    <a:pt x="273310" y="69761"/>
                  </a:lnTo>
                  <a:lnTo>
                    <a:pt x="270777" y="72301"/>
                  </a:lnTo>
                  <a:lnTo>
                    <a:pt x="281940" y="72301"/>
                  </a:lnTo>
                  <a:lnTo>
                    <a:pt x="284480" y="69761"/>
                  </a:lnTo>
                  <a:close/>
                </a:path>
                <a:path w="342900" h="354330">
                  <a:moveTo>
                    <a:pt x="287020" y="67221"/>
                  </a:moveTo>
                  <a:lnTo>
                    <a:pt x="275844" y="67221"/>
                  </a:lnTo>
                  <a:lnTo>
                    <a:pt x="274577" y="68491"/>
                  </a:lnTo>
                  <a:lnTo>
                    <a:pt x="285750" y="68491"/>
                  </a:lnTo>
                  <a:lnTo>
                    <a:pt x="287020" y="67221"/>
                  </a:lnTo>
                  <a:close/>
                </a:path>
                <a:path w="342900" h="354330">
                  <a:moveTo>
                    <a:pt x="290830" y="63411"/>
                  </a:moveTo>
                  <a:lnTo>
                    <a:pt x="279645" y="63411"/>
                  </a:lnTo>
                  <a:lnTo>
                    <a:pt x="277111" y="65951"/>
                  </a:lnTo>
                  <a:lnTo>
                    <a:pt x="288290" y="65951"/>
                  </a:lnTo>
                  <a:lnTo>
                    <a:pt x="290830" y="63411"/>
                  </a:lnTo>
                  <a:close/>
                </a:path>
                <a:path w="342900" h="354330">
                  <a:moveTo>
                    <a:pt x="293370" y="60871"/>
                  </a:moveTo>
                  <a:lnTo>
                    <a:pt x="282178" y="60871"/>
                  </a:lnTo>
                  <a:lnTo>
                    <a:pt x="280912" y="62141"/>
                  </a:lnTo>
                  <a:lnTo>
                    <a:pt x="292100" y="62141"/>
                  </a:lnTo>
                  <a:lnTo>
                    <a:pt x="293370" y="60871"/>
                  </a:lnTo>
                  <a:close/>
                </a:path>
                <a:path w="342900" h="354330">
                  <a:moveTo>
                    <a:pt x="297180" y="57061"/>
                  </a:moveTo>
                  <a:lnTo>
                    <a:pt x="285979" y="57061"/>
                  </a:lnTo>
                  <a:lnTo>
                    <a:pt x="283445" y="59601"/>
                  </a:lnTo>
                  <a:lnTo>
                    <a:pt x="294640" y="59601"/>
                  </a:lnTo>
                  <a:lnTo>
                    <a:pt x="297180" y="57061"/>
                  </a:lnTo>
                  <a:close/>
                </a:path>
                <a:path w="342900" h="354330">
                  <a:moveTo>
                    <a:pt x="299720" y="54521"/>
                  </a:moveTo>
                  <a:lnTo>
                    <a:pt x="288513" y="54521"/>
                  </a:lnTo>
                  <a:lnTo>
                    <a:pt x="287246" y="55791"/>
                  </a:lnTo>
                  <a:lnTo>
                    <a:pt x="298450" y="55791"/>
                  </a:lnTo>
                  <a:lnTo>
                    <a:pt x="299720" y="54521"/>
                  </a:lnTo>
                  <a:close/>
                </a:path>
                <a:path w="342900" h="354330">
                  <a:moveTo>
                    <a:pt x="303530" y="50711"/>
                  </a:moveTo>
                  <a:lnTo>
                    <a:pt x="292313" y="50711"/>
                  </a:lnTo>
                  <a:lnTo>
                    <a:pt x="289780" y="53251"/>
                  </a:lnTo>
                  <a:lnTo>
                    <a:pt x="300990" y="53251"/>
                  </a:lnTo>
                  <a:lnTo>
                    <a:pt x="303530" y="50711"/>
                  </a:lnTo>
                  <a:close/>
                </a:path>
                <a:path w="342900" h="354330">
                  <a:moveTo>
                    <a:pt x="306070" y="48171"/>
                  </a:moveTo>
                  <a:lnTo>
                    <a:pt x="294847" y="48171"/>
                  </a:lnTo>
                  <a:lnTo>
                    <a:pt x="293580" y="49441"/>
                  </a:lnTo>
                  <a:lnTo>
                    <a:pt x="304800" y="49441"/>
                  </a:lnTo>
                  <a:lnTo>
                    <a:pt x="306070" y="48171"/>
                  </a:lnTo>
                  <a:close/>
                </a:path>
                <a:path w="342900" h="354330">
                  <a:moveTo>
                    <a:pt x="309880" y="44361"/>
                  </a:moveTo>
                  <a:lnTo>
                    <a:pt x="298648" y="44361"/>
                  </a:lnTo>
                  <a:lnTo>
                    <a:pt x="296114" y="46901"/>
                  </a:lnTo>
                  <a:lnTo>
                    <a:pt x="307340" y="46901"/>
                  </a:lnTo>
                  <a:lnTo>
                    <a:pt x="309880" y="44361"/>
                  </a:lnTo>
                  <a:close/>
                </a:path>
                <a:path w="342900" h="354330">
                  <a:moveTo>
                    <a:pt x="312420" y="41821"/>
                  </a:moveTo>
                  <a:lnTo>
                    <a:pt x="301181" y="41821"/>
                  </a:lnTo>
                  <a:lnTo>
                    <a:pt x="299914" y="43091"/>
                  </a:lnTo>
                  <a:lnTo>
                    <a:pt x="311150" y="43091"/>
                  </a:lnTo>
                  <a:lnTo>
                    <a:pt x="312420" y="41821"/>
                  </a:lnTo>
                  <a:close/>
                </a:path>
                <a:path w="342900" h="354330">
                  <a:moveTo>
                    <a:pt x="316230" y="38011"/>
                  </a:moveTo>
                  <a:lnTo>
                    <a:pt x="304982" y="38011"/>
                  </a:lnTo>
                  <a:lnTo>
                    <a:pt x="302448" y="40551"/>
                  </a:lnTo>
                  <a:lnTo>
                    <a:pt x="313690" y="40551"/>
                  </a:lnTo>
                  <a:lnTo>
                    <a:pt x="316230" y="38011"/>
                  </a:lnTo>
                  <a:close/>
                </a:path>
                <a:path w="342900" h="354330">
                  <a:moveTo>
                    <a:pt x="318770" y="35471"/>
                  </a:moveTo>
                  <a:lnTo>
                    <a:pt x="307516" y="35471"/>
                  </a:lnTo>
                  <a:lnTo>
                    <a:pt x="306249" y="36741"/>
                  </a:lnTo>
                  <a:lnTo>
                    <a:pt x="317500" y="36741"/>
                  </a:lnTo>
                  <a:lnTo>
                    <a:pt x="318770" y="35471"/>
                  </a:lnTo>
                  <a:close/>
                </a:path>
                <a:path w="342900" h="354330">
                  <a:moveTo>
                    <a:pt x="322580" y="31661"/>
                  </a:moveTo>
                  <a:lnTo>
                    <a:pt x="311316" y="31661"/>
                  </a:lnTo>
                  <a:lnTo>
                    <a:pt x="308782" y="34201"/>
                  </a:lnTo>
                  <a:lnTo>
                    <a:pt x="320040" y="34201"/>
                  </a:lnTo>
                  <a:lnTo>
                    <a:pt x="322580" y="31661"/>
                  </a:lnTo>
                  <a:close/>
                </a:path>
                <a:path w="342900" h="354330">
                  <a:moveTo>
                    <a:pt x="325120" y="29121"/>
                  </a:moveTo>
                  <a:lnTo>
                    <a:pt x="313850" y="29121"/>
                  </a:lnTo>
                  <a:lnTo>
                    <a:pt x="312583" y="30391"/>
                  </a:lnTo>
                  <a:lnTo>
                    <a:pt x="323850" y="30391"/>
                  </a:lnTo>
                  <a:lnTo>
                    <a:pt x="325120" y="29121"/>
                  </a:lnTo>
                  <a:close/>
                </a:path>
                <a:path w="342900" h="354330">
                  <a:moveTo>
                    <a:pt x="328930" y="25311"/>
                  </a:moveTo>
                  <a:lnTo>
                    <a:pt x="317650" y="25311"/>
                  </a:lnTo>
                  <a:lnTo>
                    <a:pt x="315117" y="27851"/>
                  </a:lnTo>
                  <a:lnTo>
                    <a:pt x="326390" y="27851"/>
                  </a:lnTo>
                  <a:lnTo>
                    <a:pt x="328930" y="25311"/>
                  </a:lnTo>
                  <a:close/>
                </a:path>
                <a:path w="342900" h="354330">
                  <a:moveTo>
                    <a:pt x="331470" y="22771"/>
                  </a:moveTo>
                  <a:lnTo>
                    <a:pt x="320184" y="22771"/>
                  </a:lnTo>
                  <a:lnTo>
                    <a:pt x="318917" y="24041"/>
                  </a:lnTo>
                  <a:lnTo>
                    <a:pt x="330200" y="24041"/>
                  </a:lnTo>
                  <a:lnTo>
                    <a:pt x="331470" y="22771"/>
                  </a:lnTo>
                  <a:close/>
                </a:path>
                <a:path w="342900" h="354330">
                  <a:moveTo>
                    <a:pt x="335280" y="18961"/>
                  </a:moveTo>
                  <a:lnTo>
                    <a:pt x="323985" y="18961"/>
                  </a:lnTo>
                  <a:lnTo>
                    <a:pt x="321451" y="21501"/>
                  </a:lnTo>
                  <a:lnTo>
                    <a:pt x="332740" y="21501"/>
                  </a:lnTo>
                  <a:lnTo>
                    <a:pt x="335280" y="18961"/>
                  </a:lnTo>
                  <a:close/>
                </a:path>
                <a:path w="342900" h="354330">
                  <a:moveTo>
                    <a:pt x="337820" y="16421"/>
                  </a:moveTo>
                  <a:lnTo>
                    <a:pt x="326518" y="16421"/>
                  </a:lnTo>
                  <a:lnTo>
                    <a:pt x="325252" y="17691"/>
                  </a:lnTo>
                  <a:lnTo>
                    <a:pt x="336550" y="17691"/>
                  </a:lnTo>
                  <a:lnTo>
                    <a:pt x="337820" y="16421"/>
                  </a:lnTo>
                  <a:close/>
                </a:path>
                <a:path w="342900" h="354330">
                  <a:moveTo>
                    <a:pt x="341630" y="12611"/>
                  </a:moveTo>
                  <a:lnTo>
                    <a:pt x="330319" y="12611"/>
                  </a:lnTo>
                  <a:lnTo>
                    <a:pt x="327785" y="15151"/>
                  </a:lnTo>
                  <a:lnTo>
                    <a:pt x="339090" y="15151"/>
                  </a:lnTo>
                  <a:lnTo>
                    <a:pt x="341630" y="12611"/>
                  </a:lnTo>
                  <a:close/>
                </a:path>
                <a:path w="342900" h="354330">
                  <a:moveTo>
                    <a:pt x="342900" y="10071"/>
                  </a:moveTo>
                  <a:lnTo>
                    <a:pt x="332853" y="10071"/>
                  </a:lnTo>
                  <a:lnTo>
                    <a:pt x="331586" y="11341"/>
                  </a:lnTo>
                  <a:lnTo>
                    <a:pt x="342900" y="11341"/>
                  </a:lnTo>
                  <a:lnTo>
                    <a:pt x="342900" y="10071"/>
                  </a:lnTo>
                  <a:close/>
                </a:path>
                <a:path w="342900" h="354330">
                  <a:moveTo>
                    <a:pt x="342900" y="6261"/>
                  </a:moveTo>
                  <a:lnTo>
                    <a:pt x="336653" y="6261"/>
                  </a:lnTo>
                  <a:lnTo>
                    <a:pt x="334120" y="8801"/>
                  </a:lnTo>
                  <a:lnTo>
                    <a:pt x="342900" y="8801"/>
                  </a:lnTo>
                  <a:lnTo>
                    <a:pt x="342900" y="6261"/>
                  </a:lnTo>
                  <a:close/>
                </a:path>
                <a:path w="342900" h="354330">
                  <a:moveTo>
                    <a:pt x="342900" y="3721"/>
                  </a:moveTo>
                  <a:lnTo>
                    <a:pt x="339187" y="3721"/>
                  </a:lnTo>
                  <a:lnTo>
                    <a:pt x="337920" y="4991"/>
                  </a:lnTo>
                  <a:lnTo>
                    <a:pt x="342900" y="4991"/>
                  </a:lnTo>
                  <a:lnTo>
                    <a:pt x="342900" y="3721"/>
                  </a:lnTo>
                  <a:close/>
                </a:path>
                <a:path w="342900" h="354330">
                  <a:moveTo>
                    <a:pt x="342900" y="0"/>
                  </a:moveTo>
                  <a:lnTo>
                    <a:pt x="340454" y="2451"/>
                  </a:lnTo>
                  <a:lnTo>
                    <a:pt x="342900" y="2451"/>
                  </a:lnTo>
                  <a:lnTo>
                    <a:pt x="342900" y="0"/>
                  </a:lnTo>
                  <a:close/>
                </a:path>
                <a:path w="342900" h="354330">
                  <a:moveTo>
                    <a:pt x="232410" y="121831"/>
                  </a:moveTo>
                  <a:lnTo>
                    <a:pt x="221369" y="121831"/>
                  </a:lnTo>
                  <a:lnTo>
                    <a:pt x="0" y="343750"/>
                  </a:lnTo>
                  <a:lnTo>
                    <a:pt x="0" y="354241"/>
                  </a:lnTo>
                  <a:lnTo>
                    <a:pt x="232410" y="121831"/>
                  </a:lnTo>
                  <a:close/>
                </a:path>
              </a:pathLst>
            </a:custGeom>
            <a:solidFill>
              <a:srgbClr val="CDBF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1334769" y="2811780"/>
              <a:ext cx="342900" cy="351790"/>
            </a:xfrm>
            <a:custGeom>
              <a:avLst/>
              <a:gdLst/>
              <a:ahLst/>
              <a:cxnLst/>
              <a:rect l="l" t="t" r="r" b="b"/>
              <a:pathLst>
                <a:path w="342900" h="351789">
                  <a:moveTo>
                    <a:pt x="246380" y="105410"/>
                  </a:moveTo>
                  <a:lnTo>
                    <a:pt x="236220" y="105410"/>
                  </a:lnTo>
                  <a:lnTo>
                    <a:pt x="234950" y="106679"/>
                  </a:lnTo>
                  <a:lnTo>
                    <a:pt x="245110" y="106679"/>
                  </a:lnTo>
                  <a:lnTo>
                    <a:pt x="246380" y="105410"/>
                  </a:lnTo>
                  <a:close/>
                </a:path>
                <a:path w="342900" h="351789">
                  <a:moveTo>
                    <a:pt x="250190" y="101600"/>
                  </a:moveTo>
                  <a:lnTo>
                    <a:pt x="240030" y="101600"/>
                  </a:lnTo>
                  <a:lnTo>
                    <a:pt x="237490" y="104139"/>
                  </a:lnTo>
                  <a:lnTo>
                    <a:pt x="247650" y="104139"/>
                  </a:lnTo>
                  <a:lnTo>
                    <a:pt x="250190" y="101600"/>
                  </a:lnTo>
                  <a:close/>
                </a:path>
                <a:path w="342900" h="351789">
                  <a:moveTo>
                    <a:pt x="252730" y="99060"/>
                  </a:moveTo>
                  <a:lnTo>
                    <a:pt x="242570" y="99060"/>
                  </a:lnTo>
                  <a:lnTo>
                    <a:pt x="241300" y="100329"/>
                  </a:lnTo>
                  <a:lnTo>
                    <a:pt x="251460" y="100329"/>
                  </a:lnTo>
                  <a:lnTo>
                    <a:pt x="252730" y="99060"/>
                  </a:lnTo>
                  <a:close/>
                </a:path>
                <a:path w="342900" h="351789">
                  <a:moveTo>
                    <a:pt x="256540" y="95250"/>
                  </a:moveTo>
                  <a:lnTo>
                    <a:pt x="246380" y="95250"/>
                  </a:lnTo>
                  <a:lnTo>
                    <a:pt x="243840" y="97789"/>
                  </a:lnTo>
                  <a:lnTo>
                    <a:pt x="254000" y="97789"/>
                  </a:lnTo>
                  <a:lnTo>
                    <a:pt x="256540" y="95250"/>
                  </a:lnTo>
                  <a:close/>
                </a:path>
                <a:path w="342900" h="351789">
                  <a:moveTo>
                    <a:pt x="259080" y="92710"/>
                  </a:moveTo>
                  <a:lnTo>
                    <a:pt x="248920" y="92710"/>
                  </a:lnTo>
                  <a:lnTo>
                    <a:pt x="247650" y="93979"/>
                  </a:lnTo>
                  <a:lnTo>
                    <a:pt x="257810" y="93979"/>
                  </a:lnTo>
                  <a:lnTo>
                    <a:pt x="259080" y="92710"/>
                  </a:lnTo>
                  <a:close/>
                </a:path>
                <a:path w="342900" h="351789">
                  <a:moveTo>
                    <a:pt x="262890" y="88900"/>
                  </a:moveTo>
                  <a:lnTo>
                    <a:pt x="252730" y="88900"/>
                  </a:lnTo>
                  <a:lnTo>
                    <a:pt x="250190" y="91439"/>
                  </a:lnTo>
                  <a:lnTo>
                    <a:pt x="260350" y="91439"/>
                  </a:lnTo>
                  <a:lnTo>
                    <a:pt x="262890" y="88900"/>
                  </a:lnTo>
                  <a:close/>
                </a:path>
                <a:path w="342900" h="351789">
                  <a:moveTo>
                    <a:pt x="265430" y="86360"/>
                  </a:moveTo>
                  <a:lnTo>
                    <a:pt x="255270" y="86360"/>
                  </a:lnTo>
                  <a:lnTo>
                    <a:pt x="254000" y="87629"/>
                  </a:lnTo>
                  <a:lnTo>
                    <a:pt x="264160" y="87629"/>
                  </a:lnTo>
                  <a:lnTo>
                    <a:pt x="265430" y="86360"/>
                  </a:lnTo>
                  <a:close/>
                </a:path>
                <a:path w="342900" h="351789">
                  <a:moveTo>
                    <a:pt x="269240" y="82550"/>
                  </a:moveTo>
                  <a:lnTo>
                    <a:pt x="259080" y="82550"/>
                  </a:lnTo>
                  <a:lnTo>
                    <a:pt x="256540" y="85089"/>
                  </a:lnTo>
                  <a:lnTo>
                    <a:pt x="266700" y="85089"/>
                  </a:lnTo>
                  <a:lnTo>
                    <a:pt x="269240" y="82550"/>
                  </a:lnTo>
                  <a:close/>
                </a:path>
                <a:path w="342900" h="351789">
                  <a:moveTo>
                    <a:pt x="271780" y="80010"/>
                  </a:moveTo>
                  <a:lnTo>
                    <a:pt x="261620" y="80010"/>
                  </a:lnTo>
                  <a:lnTo>
                    <a:pt x="260350" y="81279"/>
                  </a:lnTo>
                  <a:lnTo>
                    <a:pt x="270510" y="81279"/>
                  </a:lnTo>
                  <a:lnTo>
                    <a:pt x="271780" y="80010"/>
                  </a:lnTo>
                  <a:close/>
                </a:path>
                <a:path w="342900" h="351789">
                  <a:moveTo>
                    <a:pt x="275590" y="76200"/>
                  </a:moveTo>
                  <a:lnTo>
                    <a:pt x="265430" y="76200"/>
                  </a:lnTo>
                  <a:lnTo>
                    <a:pt x="262890" y="78739"/>
                  </a:lnTo>
                  <a:lnTo>
                    <a:pt x="273050" y="78739"/>
                  </a:lnTo>
                  <a:lnTo>
                    <a:pt x="275590" y="76200"/>
                  </a:lnTo>
                  <a:close/>
                </a:path>
                <a:path w="342900" h="351789">
                  <a:moveTo>
                    <a:pt x="278130" y="73660"/>
                  </a:moveTo>
                  <a:lnTo>
                    <a:pt x="267970" y="73660"/>
                  </a:lnTo>
                  <a:lnTo>
                    <a:pt x="266700" y="74929"/>
                  </a:lnTo>
                  <a:lnTo>
                    <a:pt x="276860" y="74929"/>
                  </a:lnTo>
                  <a:lnTo>
                    <a:pt x="278130" y="73660"/>
                  </a:lnTo>
                  <a:close/>
                </a:path>
                <a:path w="342900" h="351789">
                  <a:moveTo>
                    <a:pt x="281940" y="69850"/>
                  </a:moveTo>
                  <a:lnTo>
                    <a:pt x="271780" y="69850"/>
                  </a:lnTo>
                  <a:lnTo>
                    <a:pt x="269240" y="72389"/>
                  </a:lnTo>
                  <a:lnTo>
                    <a:pt x="279400" y="72389"/>
                  </a:lnTo>
                  <a:lnTo>
                    <a:pt x="281940" y="69850"/>
                  </a:lnTo>
                  <a:close/>
                </a:path>
                <a:path w="342900" h="351789">
                  <a:moveTo>
                    <a:pt x="284480" y="67310"/>
                  </a:moveTo>
                  <a:lnTo>
                    <a:pt x="274320" y="67310"/>
                  </a:lnTo>
                  <a:lnTo>
                    <a:pt x="273050" y="68579"/>
                  </a:lnTo>
                  <a:lnTo>
                    <a:pt x="283210" y="68579"/>
                  </a:lnTo>
                  <a:lnTo>
                    <a:pt x="284480" y="67310"/>
                  </a:lnTo>
                  <a:close/>
                </a:path>
                <a:path w="342900" h="351789">
                  <a:moveTo>
                    <a:pt x="288290" y="63500"/>
                  </a:moveTo>
                  <a:lnTo>
                    <a:pt x="278130" y="63500"/>
                  </a:lnTo>
                  <a:lnTo>
                    <a:pt x="275590" y="66039"/>
                  </a:lnTo>
                  <a:lnTo>
                    <a:pt x="285750" y="66039"/>
                  </a:lnTo>
                  <a:lnTo>
                    <a:pt x="288290" y="63500"/>
                  </a:lnTo>
                  <a:close/>
                </a:path>
                <a:path w="342900" h="351789">
                  <a:moveTo>
                    <a:pt x="290830" y="60960"/>
                  </a:moveTo>
                  <a:lnTo>
                    <a:pt x="280670" y="60960"/>
                  </a:lnTo>
                  <a:lnTo>
                    <a:pt x="279400" y="62229"/>
                  </a:lnTo>
                  <a:lnTo>
                    <a:pt x="289560" y="62229"/>
                  </a:lnTo>
                  <a:lnTo>
                    <a:pt x="290830" y="60960"/>
                  </a:lnTo>
                  <a:close/>
                </a:path>
                <a:path w="342900" h="351789">
                  <a:moveTo>
                    <a:pt x="294640" y="57150"/>
                  </a:moveTo>
                  <a:lnTo>
                    <a:pt x="284480" y="57150"/>
                  </a:lnTo>
                  <a:lnTo>
                    <a:pt x="281940" y="59689"/>
                  </a:lnTo>
                  <a:lnTo>
                    <a:pt x="292100" y="59689"/>
                  </a:lnTo>
                  <a:lnTo>
                    <a:pt x="294640" y="57150"/>
                  </a:lnTo>
                  <a:close/>
                </a:path>
                <a:path w="342900" h="351789">
                  <a:moveTo>
                    <a:pt x="297180" y="54610"/>
                  </a:moveTo>
                  <a:lnTo>
                    <a:pt x="287020" y="54610"/>
                  </a:lnTo>
                  <a:lnTo>
                    <a:pt x="285750" y="55879"/>
                  </a:lnTo>
                  <a:lnTo>
                    <a:pt x="295910" y="55879"/>
                  </a:lnTo>
                  <a:lnTo>
                    <a:pt x="297180" y="54610"/>
                  </a:lnTo>
                  <a:close/>
                </a:path>
                <a:path w="342900" h="351789">
                  <a:moveTo>
                    <a:pt x="300990" y="50800"/>
                  </a:moveTo>
                  <a:lnTo>
                    <a:pt x="290830" y="50800"/>
                  </a:lnTo>
                  <a:lnTo>
                    <a:pt x="288290" y="53339"/>
                  </a:lnTo>
                  <a:lnTo>
                    <a:pt x="298450" y="53339"/>
                  </a:lnTo>
                  <a:lnTo>
                    <a:pt x="300990" y="50800"/>
                  </a:lnTo>
                  <a:close/>
                </a:path>
                <a:path w="342900" h="351789">
                  <a:moveTo>
                    <a:pt x="303530" y="48260"/>
                  </a:moveTo>
                  <a:lnTo>
                    <a:pt x="293370" y="48260"/>
                  </a:lnTo>
                  <a:lnTo>
                    <a:pt x="292100" y="49529"/>
                  </a:lnTo>
                  <a:lnTo>
                    <a:pt x="302260" y="49529"/>
                  </a:lnTo>
                  <a:lnTo>
                    <a:pt x="303530" y="48260"/>
                  </a:lnTo>
                  <a:close/>
                </a:path>
                <a:path w="342900" h="351789">
                  <a:moveTo>
                    <a:pt x="307340" y="44450"/>
                  </a:moveTo>
                  <a:lnTo>
                    <a:pt x="297180" y="44450"/>
                  </a:lnTo>
                  <a:lnTo>
                    <a:pt x="294640" y="46989"/>
                  </a:lnTo>
                  <a:lnTo>
                    <a:pt x="304800" y="46989"/>
                  </a:lnTo>
                  <a:lnTo>
                    <a:pt x="307340" y="44450"/>
                  </a:lnTo>
                  <a:close/>
                </a:path>
                <a:path w="342900" h="351789">
                  <a:moveTo>
                    <a:pt x="309880" y="41910"/>
                  </a:moveTo>
                  <a:lnTo>
                    <a:pt x="299720" y="41910"/>
                  </a:lnTo>
                  <a:lnTo>
                    <a:pt x="298450" y="43179"/>
                  </a:lnTo>
                  <a:lnTo>
                    <a:pt x="308610" y="43179"/>
                  </a:lnTo>
                  <a:lnTo>
                    <a:pt x="309880" y="41910"/>
                  </a:lnTo>
                  <a:close/>
                </a:path>
                <a:path w="342900" h="351789">
                  <a:moveTo>
                    <a:pt x="313690" y="38100"/>
                  </a:moveTo>
                  <a:lnTo>
                    <a:pt x="303530" y="38100"/>
                  </a:lnTo>
                  <a:lnTo>
                    <a:pt x="300990" y="40639"/>
                  </a:lnTo>
                  <a:lnTo>
                    <a:pt x="311150" y="40639"/>
                  </a:lnTo>
                  <a:lnTo>
                    <a:pt x="313690" y="38100"/>
                  </a:lnTo>
                  <a:close/>
                </a:path>
                <a:path w="342900" h="351789">
                  <a:moveTo>
                    <a:pt x="316230" y="35560"/>
                  </a:moveTo>
                  <a:lnTo>
                    <a:pt x="306070" y="35560"/>
                  </a:lnTo>
                  <a:lnTo>
                    <a:pt x="304800" y="36829"/>
                  </a:lnTo>
                  <a:lnTo>
                    <a:pt x="314960" y="36829"/>
                  </a:lnTo>
                  <a:lnTo>
                    <a:pt x="316230" y="35560"/>
                  </a:lnTo>
                  <a:close/>
                </a:path>
                <a:path w="342900" h="351789">
                  <a:moveTo>
                    <a:pt x="320040" y="31750"/>
                  </a:moveTo>
                  <a:lnTo>
                    <a:pt x="309880" y="31750"/>
                  </a:lnTo>
                  <a:lnTo>
                    <a:pt x="307340" y="34289"/>
                  </a:lnTo>
                  <a:lnTo>
                    <a:pt x="317500" y="34289"/>
                  </a:lnTo>
                  <a:lnTo>
                    <a:pt x="320040" y="31750"/>
                  </a:lnTo>
                  <a:close/>
                </a:path>
                <a:path w="342900" h="351789">
                  <a:moveTo>
                    <a:pt x="322580" y="29210"/>
                  </a:moveTo>
                  <a:lnTo>
                    <a:pt x="312420" y="29210"/>
                  </a:lnTo>
                  <a:lnTo>
                    <a:pt x="311150" y="30479"/>
                  </a:lnTo>
                  <a:lnTo>
                    <a:pt x="321310" y="30479"/>
                  </a:lnTo>
                  <a:lnTo>
                    <a:pt x="322580" y="29210"/>
                  </a:lnTo>
                  <a:close/>
                </a:path>
                <a:path w="342900" h="351789">
                  <a:moveTo>
                    <a:pt x="326390" y="25400"/>
                  </a:moveTo>
                  <a:lnTo>
                    <a:pt x="316230" y="25400"/>
                  </a:lnTo>
                  <a:lnTo>
                    <a:pt x="313690" y="27939"/>
                  </a:lnTo>
                  <a:lnTo>
                    <a:pt x="323850" y="27939"/>
                  </a:lnTo>
                  <a:lnTo>
                    <a:pt x="326390" y="25400"/>
                  </a:lnTo>
                  <a:close/>
                </a:path>
                <a:path w="342900" h="351789">
                  <a:moveTo>
                    <a:pt x="328930" y="22860"/>
                  </a:moveTo>
                  <a:lnTo>
                    <a:pt x="318770" y="22860"/>
                  </a:lnTo>
                  <a:lnTo>
                    <a:pt x="317500" y="24129"/>
                  </a:lnTo>
                  <a:lnTo>
                    <a:pt x="327660" y="24129"/>
                  </a:lnTo>
                  <a:lnTo>
                    <a:pt x="328930" y="22860"/>
                  </a:lnTo>
                  <a:close/>
                </a:path>
                <a:path w="342900" h="351789">
                  <a:moveTo>
                    <a:pt x="332740" y="19050"/>
                  </a:moveTo>
                  <a:lnTo>
                    <a:pt x="322580" y="19050"/>
                  </a:lnTo>
                  <a:lnTo>
                    <a:pt x="320040" y="21589"/>
                  </a:lnTo>
                  <a:lnTo>
                    <a:pt x="330200" y="21589"/>
                  </a:lnTo>
                  <a:lnTo>
                    <a:pt x="332740" y="19050"/>
                  </a:lnTo>
                  <a:close/>
                </a:path>
                <a:path w="342900" h="351789">
                  <a:moveTo>
                    <a:pt x="335280" y="16510"/>
                  </a:moveTo>
                  <a:lnTo>
                    <a:pt x="325120" y="16510"/>
                  </a:lnTo>
                  <a:lnTo>
                    <a:pt x="323850" y="17779"/>
                  </a:lnTo>
                  <a:lnTo>
                    <a:pt x="334010" y="17779"/>
                  </a:lnTo>
                  <a:lnTo>
                    <a:pt x="335280" y="16510"/>
                  </a:lnTo>
                  <a:close/>
                </a:path>
                <a:path w="342900" h="351789">
                  <a:moveTo>
                    <a:pt x="339090" y="12700"/>
                  </a:moveTo>
                  <a:lnTo>
                    <a:pt x="328930" y="12700"/>
                  </a:lnTo>
                  <a:lnTo>
                    <a:pt x="326390" y="15239"/>
                  </a:lnTo>
                  <a:lnTo>
                    <a:pt x="336550" y="15239"/>
                  </a:lnTo>
                  <a:lnTo>
                    <a:pt x="339090" y="12700"/>
                  </a:lnTo>
                  <a:close/>
                </a:path>
                <a:path w="342900" h="351789">
                  <a:moveTo>
                    <a:pt x="341630" y="10160"/>
                  </a:moveTo>
                  <a:lnTo>
                    <a:pt x="331470" y="10160"/>
                  </a:lnTo>
                  <a:lnTo>
                    <a:pt x="330200" y="11429"/>
                  </a:lnTo>
                  <a:lnTo>
                    <a:pt x="340360" y="11429"/>
                  </a:lnTo>
                  <a:lnTo>
                    <a:pt x="341630" y="10160"/>
                  </a:lnTo>
                  <a:close/>
                </a:path>
                <a:path w="342900" h="351789">
                  <a:moveTo>
                    <a:pt x="342900" y="6350"/>
                  </a:moveTo>
                  <a:lnTo>
                    <a:pt x="335280" y="6350"/>
                  </a:lnTo>
                  <a:lnTo>
                    <a:pt x="332740" y="8889"/>
                  </a:lnTo>
                  <a:lnTo>
                    <a:pt x="342900" y="8889"/>
                  </a:lnTo>
                  <a:lnTo>
                    <a:pt x="342900" y="6350"/>
                  </a:lnTo>
                  <a:close/>
                </a:path>
                <a:path w="342900" h="351789">
                  <a:moveTo>
                    <a:pt x="342900" y="3810"/>
                  </a:moveTo>
                  <a:lnTo>
                    <a:pt x="337820" y="3810"/>
                  </a:lnTo>
                  <a:lnTo>
                    <a:pt x="336550" y="5079"/>
                  </a:lnTo>
                  <a:lnTo>
                    <a:pt x="342900" y="5079"/>
                  </a:lnTo>
                  <a:lnTo>
                    <a:pt x="342900" y="3810"/>
                  </a:lnTo>
                  <a:close/>
                </a:path>
                <a:path w="342900" h="351789">
                  <a:moveTo>
                    <a:pt x="342900" y="0"/>
                  </a:moveTo>
                  <a:lnTo>
                    <a:pt x="341630" y="0"/>
                  </a:lnTo>
                  <a:lnTo>
                    <a:pt x="339090" y="2539"/>
                  </a:lnTo>
                  <a:lnTo>
                    <a:pt x="342900" y="2539"/>
                  </a:lnTo>
                  <a:lnTo>
                    <a:pt x="342900" y="0"/>
                  </a:lnTo>
                  <a:close/>
                </a:path>
                <a:path w="342900" h="351789">
                  <a:moveTo>
                    <a:pt x="242570" y="109220"/>
                  </a:moveTo>
                  <a:lnTo>
                    <a:pt x="232410" y="109220"/>
                  </a:lnTo>
                  <a:lnTo>
                    <a:pt x="0" y="341630"/>
                  </a:lnTo>
                  <a:lnTo>
                    <a:pt x="0" y="351790"/>
                  </a:lnTo>
                  <a:lnTo>
                    <a:pt x="242570" y="109220"/>
                  </a:lnTo>
                  <a:close/>
                </a:path>
              </a:pathLst>
            </a:custGeom>
            <a:solidFill>
              <a:srgbClr val="CEC0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1334769" y="2821940"/>
              <a:ext cx="342900" cy="351790"/>
            </a:xfrm>
            <a:custGeom>
              <a:avLst/>
              <a:gdLst/>
              <a:ahLst/>
              <a:cxnLst/>
              <a:rect l="l" t="t" r="r" b="b"/>
              <a:pathLst>
                <a:path w="342900" h="351789">
                  <a:moveTo>
                    <a:pt x="256539" y="95250"/>
                  </a:moveTo>
                  <a:lnTo>
                    <a:pt x="246380" y="95250"/>
                  </a:lnTo>
                  <a:lnTo>
                    <a:pt x="245110" y="96519"/>
                  </a:lnTo>
                  <a:lnTo>
                    <a:pt x="255270" y="96519"/>
                  </a:lnTo>
                  <a:lnTo>
                    <a:pt x="256539" y="95250"/>
                  </a:lnTo>
                  <a:close/>
                </a:path>
                <a:path w="342900" h="351789">
                  <a:moveTo>
                    <a:pt x="260350" y="91439"/>
                  </a:moveTo>
                  <a:lnTo>
                    <a:pt x="250190" y="91439"/>
                  </a:lnTo>
                  <a:lnTo>
                    <a:pt x="247650" y="93979"/>
                  </a:lnTo>
                  <a:lnTo>
                    <a:pt x="257810" y="93979"/>
                  </a:lnTo>
                  <a:lnTo>
                    <a:pt x="260350" y="91439"/>
                  </a:lnTo>
                  <a:close/>
                </a:path>
                <a:path w="342900" h="351789">
                  <a:moveTo>
                    <a:pt x="262889" y="88900"/>
                  </a:moveTo>
                  <a:lnTo>
                    <a:pt x="252730" y="88900"/>
                  </a:lnTo>
                  <a:lnTo>
                    <a:pt x="251460" y="90169"/>
                  </a:lnTo>
                  <a:lnTo>
                    <a:pt x="261620" y="90169"/>
                  </a:lnTo>
                  <a:lnTo>
                    <a:pt x="262889" y="88900"/>
                  </a:lnTo>
                  <a:close/>
                </a:path>
                <a:path w="342900" h="351789">
                  <a:moveTo>
                    <a:pt x="266700" y="85089"/>
                  </a:moveTo>
                  <a:lnTo>
                    <a:pt x="256540" y="85089"/>
                  </a:lnTo>
                  <a:lnTo>
                    <a:pt x="254000" y="87629"/>
                  </a:lnTo>
                  <a:lnTo>
                    <a:pt x="264160" y="87629"/>
                  </a:lnTo>
                  <a:lnTo>
                    <a:pt x="266700" y="85089"/>
                  </a:lnTo>
                  <a:close/>
                </a:path>
                <a:path w="342900" h="351789">
                  <a:moveTo>
                    <a:pt x="269239" y="82550"/>
                  </a:moveTo>
                  <a:lnTo>
                    <a:pt x="259080" y="82550"/>
                  </a:lnTo>
                  <a:lnTo>
                    <a:pt x="257810" y="83819"/>
                  </a:lnTo>
                  <a:lnTo>
                    <a:pt x="267970" y="83819"/>
                  </a:lnTo>
                  <a:lnTo>
                    <a:pt x="269239" y="82550"/>
                  </a:lnTo>
                  <a:close/>
                </a:path>
                <a:path w="342900" h="351789">
                  <a:moveTo>
                    <a:pt x="273050" y="78739"/>
                  </a:moveTo>
                  <a:lnTo>
                    <a:pt x="262890" y="78739"/>
                  </a:lnTo>
                  <a:lnTo>
                    <a:pt x="260350" y="81279"/>
                  </a:lnTo>
                  <a:lnTo>
                    <a:pt x="270510" y="81279"/>
                  </a:lnTo>
                  <a:lnTo>
                    <a:pt x="273050" y="78739"/>
                  </a:lnTo>
                  <a:close/>
                </a:path>
                <a:path w="342900" h="351789">
                  <a:moveTo>
                    <a:pt x="275589" y="76200"/>
                  </a:moveTo>
                  <a:lnTo>
                    <a:pt x="265430" y="76200"/>
                  </a:lnTo>
                  <a:lnTo>
                    <a:pt x="264160" y="77469"/>
                  </a:lnTo>
                  <a:lnTo>
                    <a:pt x="274320" y="77469"/>
                  </a:lnTo>
                  <a:lnTo>
                    <a:pt x="275589" y="76200"/>
                  </a:lnTo>
                  <a:close/>
                </a:path>
                <a:path w="342900" h="351789">
                  <a:moveTo>
                    <a:pt x="279400" y="72389"/>
                  </a:moveTo>
                  <a:lnTo>
                    <a:pt x="269240" y="72389"/>
                  </a:lnTo>
                  <a:lnTo>
                    <a:pt x="266700" y="74929"/>
                  </a:lnTo>
                  <a:lnTo>
                    <a:pt x="276860" y="74929"/>
                  </a:lnTo>
                  <a:lnTo>
                    <a:pt x="279400" y="72389"/>
                  </a:lnTo>
                  <a:close/>
                </a:path>
                <a:path w="342900" h="351789">
                  <a:moveTo>
                    <a:pt x="281939" y="69850"/>
                  </a:moveTo>
                  <a:lnTo>
                    <a:pt x="271780" y="69850"/>
                  </a:lnTo>
                  <a:lnTo>
                    <a:pt x="270510" y="71119"/>
                  </a:lnTo>
                  <a:lnTo>
                    <a:pt x="280670" y="71119"/>
                  </a:lnTo>
                  <a:lnTo>
                    <a:pt x="281939" y="69850"/>
                  </a:lnTo>
                  <a:close/>
                </a:path>
                <a:path w="342900" h="351789">
                  <a:moveTo>
                    <a:pt x="285750" y="66039"/>
                  </a:moveTo>
                  <a:lnTo>
                    <a:pt x="275590" y="66039"/>
                  </a:lnTo>
                  <a:lnTo>
                    <a:pt x="273050" y="68579"/>
                  </a:lnTo>
                  <a:lnTo>
                    <a:pt x="283210" y="68579"/>
                  </a:lnTo>
                  <a:lnTo>
                    <a:pt x="285750" y="66039"/>
                  </a:lnTo>
                  <a:close/>
                </a:path>
                <a:path w="342900" h="351789">
                  <a:moveTo>
                    <a:pt x="288289" y="63500"/>
                  </a:moveTo>
                  <a:lnTo>
                    <a:pt x="278130" y="63500"/>
                  </a:lnTo>
                  <a:lnTo>
                    <a:pt x="276860" y="64769"/>
                  </a:lnTo>
                  <a:lnTo>
                    <a:pt x="287020" y="64769"/>
                  </a:lnTo>
                  <a:lnTo>
                    <a:pt x="288289" y="63500"/>
                  </a:lnTo>
                  <a:close/>
                </a:path>
                <a:path w="342900" h="351789">
                  <a:moveTo>
                    <a:pt x="292100" y="59689"/>
                  </a:moveTo>
                  <a:lnTo>
                    <a:pt x="281940" y="59689"/>
                  </a:lnTo>
                  <a:lnTo>
                    <a:pt x="279400" y="62229"/>
                  </a:lnTo>
                  <a:lnTo>
                    <a:pt x="289560" y="62229"/>
                  </a:lnTo>
                  <a:lnTo>
                    <a:pt x="292100" y="59689"/>
                  </a:lnTo>
                  <a:close/>
                </a:path>
                <a:path w="342900" h="351789">
                  <a:moveTo>
                    <a:pt x="294639" y="57150"/>
                  </a:moveTo>
                  <a:lnTo>
                    <a:pt x="284480" y="57150"/>
                  </a:lnTo>
                  <a:lnTo>
                    <a:pt x="283210" y="58419"/>
                  </a:lnTo>
                  <a:lnTo>
                    <a:pt x="293370" y="58419"/>
                  </a:lnTo>
                  <a:lnTo>
                    <a:pt x="294639" y="57150"/>
                  </a:lnTo>
                  <a:close/>
                </a:path>
                <a:path w="342900" h="351789">
                  <a:moveTo>
                    <a:pt x="298450" y="53339"/>
                  </a:moveTo>
                  <a:lnTo>
                    <a:pt x="288290" y="53339"/>
                  </a:lnTo>
                  <a:lnTo>
                    <a:pt x="285750" y="55879"/>
                  </a:lnTo>
                  <a:lnTo>
                    <a:pt x="295910" y="55879"/>
                  </a:lnTo>
                  <a:lnTo>
                    <a:pt x="298450" y="53339"/>
                  </a:lnTo>
                  <a:close/>
                </a:path>
                <a:path w="342900" h="351789">
                  <a:moveTo>
                    <a:pt x="300989" y="50800"/>
                  </a:moveTo>
                  <a:lnTo>
                    <a:pt x="290830" y="50800"/>
                  </a:lnTo>
                  <a:lnTo>
                    <a:pt x="289560" y="52069"/>
                  </a:lnTo>
                  <a:lnTo>
                    <a:pt x="299720" y="52069"/>
                  </a:lnTo>
                  <a:lnTo>
                    <a:pt x="300989" y="50800"/>
                  </a:lnTo>
                  <a:close/>
                </a:path>
                <a:path w="342900" h="351789">
                  <a:moveTo>
                    <a:pt x="304800" y="46989"/>
                  </a:moveTo>
                  <a:lnTo>
                    <a:pt x="294640" y="46989"/>
                  </a:lnTo>
                  <a:lnTo>
                    <a:pt x="292100" y="49529"/>
                  </a:lnTo>
                  <a:lnTo>
                    <a:pt x="302260" y="49529"/>
                  </a:lnTo>
                  <a:lnTo>
                    <a:pt x="304800" y="46989"/>
                  </a:lnTo>
                  <a:close/>
                </a:path>
                <a:path w="342900" h="351789">
                  <a:moveTo>
                    <a:pt x="307339" y="44450"/>
                  </a:moveTo>
                  <a:lnTo>
                    <a:pt x="297180" y="44450"/>
                  </a:lnTo>
                  <a:lnTo>
                    <a:pt x="295910" y="45719"/>
                  </a:lnTo>
                  <a:lnTo>
                    <a:pt x="306070" y="45719"/>
                  </a:lnTo>
                  <a:lnTo>
                    <a:pt x="307339" y="44450"/>
                  </a:lnTo>
                  <a:close/>
                </a:path>
                <a:path w="342900" h="351789">
                  <a:moveTo>
                    <a:pt x="311150" y="40639"/>
                  </a:moveTo>
                  <a:lnTo>
                    <a:pt x="300990" y="40639"/>
                  </a:lnTo>
                  <a:lnTo>
                    <a:pt x="298450" y="43179"/>
                  </a:lnTo>
                  <a:lnTo>
                    <a:pt x="308610" y="43179"/>
                  </a:lnTo>
                  <a:lnTo>
                    <a:pt x="311150" y="40639"/>
                  </a:lnTo>
                  <a:close/>
                </a:path>
                <a:path w="342900" h="351789">
                  <a:moveTo>
                    <a:pt x="313689" y="38100"/>
                  </a:moveTo>
                  <a:lnTo>
                    <a:pt x="303530" y="38100"/>
                  </a:lnTo>
                  <a:lnTo>
                    <a:pt x="302260" y="39369"/>
                  </a:lnTo>
                  <a:lnTo>
                    <a:pt x="312420" y="39369"/>
                  </a:lnTo>
                  <a:lnTo>
                    <a:pt x="313689" y="38100"/>
                  </a:lnTo>
                  <a:close/>
                </a:path>
                <a:path w="342900" h="351789">
                  <a:moveTo>
                    <a:pt x="317500" y="34289"/>
                  </a:moveTo>
                  <a:lnTo>
                    <a:pt x="307340" y="34289"/>
                  </a:lnTo>
                  <a:lnTo>
                    <a:pt x="304800" y="36829"/>
                  </a:lnTo>
                  <a:lnTo>
                    <a:pt x="314960" y="36829"/>
                  </a:lnTo>
                  <a:lnTo>
                    <a:pt x="317500" y="34289"/>
                  </a:lnTo>
                  <a:close/>
                </a:path>
                <a:path w="342900" h="351789">
                  <a:moveTo>
                    <a:pt x="320039" y="31750"/>
                  </a:moveTo>
                  <a:lnTo>
                    <a:pt x="309880" y="31750"/>
                  </a:lnTo>
                  <a:lnTo>
                    <a:pt x="308610" y="33019"/>
                  </a:lnTo>
                  <a:lnTo>
                    <a:pt x="318770" y="33019"/>
                  </a:lnTo>
                  <a:lnTo>
                    <a:pt x="320039" y="31750"/>
                  </a:lnTo>
                  <a:close/>
                </a:path>
                <a:path w="342900" h="351789">
                  <a:moveTo>
                    <a:pt x="323850" y="27939"/>
                  </a:moveTo>
                  <a:lnTo>
                    <a:pt x="313690" y="27939"/>
                  </a:lnTo>
                  <a:lnTo>
                    <a:pt x="311150" y="30479"/>
                  </a:lnTo>
                  <a:lnTo>
                    <a:pt x="321310" y="30479"/>
                  </a:lnTo>
                  <a:lnTo>
                    <a:pt x="323850" y="27939"/>
                  </a:lnTo>
                  <a:close/>
                </a:path>
                <a:path w="342900" h="351789">
                  <a:moveTo>
                    <a:pt x="326389" y="25400"/>
                  </a:moveTo>
                  <a:lnTo>
                    <a:pt x="316230" y="25400"/>
                  </a:lnTo>
                  <a:lnTo>
                    <a:pt x="314960" y="26669"/>
                  </a:lnTo>
                  <a:lnTo>
                    <a:pt x="325120" y="26669"/>
                  </a:lnTo>
                  <a:lnTo>
                    <a:pt x="326389" y="25400"/>
                  </a:lnTo>
                  <a:close/>
                </a:path>
                <a:path w="342900" h="351789">
                  <a:moveTo>
                    <a:pt x="330200" y="21589"/>
                  </a:moveTo>
                  <a:lnTo>
                    <a:pt x="320040" y="21589"/>
                  </a:lnTo>
                  <a:lnTo>
                    <a:pt x="317500" y="24129"/>
                  </a:lnTo>
                  <a:lnTo>
                    <a:pt x="327660" y="24129"/>
                  </a:lnTo>
                  <a:lnTo>
                    <a:pt x="330200" y="21589"/>
                  </a:lnTo>
                  <a:close/>
                </a:path>
                <a:path w="342900" h="351789">
                  <a:moveTo>
                    <a:pt x="332739" y="19050"/>
                  </a:moveTo>
                  <a:lnTo>
                    <a:pt x="322580" y="19050"/>
                  </a:lnTo>
                  <a:lnTo>
                    <a:pt x="321310" y="20319"/>
                  </a:lnTo>
                  <a:lnTo>
                    <a:pt x="331470" y="20319"/>
                  </a:lnTo>
                  <a:lnTo>
                    <a:pt x="332739" y="19050"/>
                  </a:lnTo>
                  <a:close/>
                </a:path>
                <a:path w="342900" h="351789">
                  <a:moveTo>
                    <a:pt x="336550" y="15239"/>
                  </a:moveTo>
                  <a:lnTo>
                    <a:pt x="326390" y="15239"/>
                  </a:lnTo>
                  <a:lnTo>
                    <a:pt x="323850" y="17779"/>
                  </a:lnTo>
                  <a:lnTo>
                    <a:pt x="334010" y="17779"/>
                  </a:lnTo>
                  <a:lnTo>
                    <a:pt x="336550" y="15239"/>
                  </a:lnTo>
                  <a:close/>
                </a:path>
                <a:path w="342900" h="351789">
                  <a:moveTo>
                    <a:pt x="339089" y="12700"/>
                  </a:moveTo>
                  <a:lnTo>
                    <a:pt x="328930" y="12700"/>
                  </a:lnTo>
                  <a:lnTo>
                    <a:pt x="327660" y="13969"/>
                  </a:lnTo>
                  <a:lnTo>
                    <a:pt x="337820" y="13969"/>
                  </a:lnTo>
                  <a:lnTo>
                    <a:pt x="339089" y="12700"/>
                  </a:lnTo>
                  <a:close/>
                </a:path>
                <a:path w="342900" h="351789">
                  <a:moveTo>
                    <a:pt x="342900" y="8889"/>
                  </a:moveTo>
                  <a:lnTo>
                    <a:pt x="332740" y="8889"/>
                  </a:lnTo>
                  <a:lnTo>
                    <a:pt x="330200" y="11429"/>
                  </a:lnTo>
                  <a:lnTo>
                    <a:pt x="340360" y="11429"/>
                  </a:lnTo>
                  <a:lnTo>
                    <a:pt x="342900" y="8889"/>
                  </a:lnTo>
                  <a:close/>
                </a:path>
                <a:path w="342900" h="351789">
                  <a:moveTo>
                    <a:pt x="342900" y="6350"/>
                  </a:moveTo>
                  <a:lnTo>
                    <a:pt x="335280" y="6350"/>
                  </a:lnTo>
                  <a:lnTo>
                    <a:pt x="334010" y="7619"/>
                  </a:lnTo>
                  <a:lnTo>
                    <a:pt x="342900" y="7619"/>
                  </a:lnTo>
                  <a:lnTo>
                    <a:pt x="342900" y="6350"/>
                  </a:lnTo>
                  <a:close/>
                </a:path>
                <a:path w="342900" h="351789">
                  <a:moveTo>
                    <a:pt x="342900" y="2539"/>
                  </a:moveTo>
                  <a:lnTo>
                    <a:pt x="339090" y="2539"/>
                  </a:lnTo>
                  <a:lnTo>
                    <a:pt x="336550" y="5079"/>
                  </a:lnTo>
                  <a:lnTo>
                    <a:pt x="342900" y="5079"/>
                  </a:lnTo>
                  <a:lnTo>
                    <a:pt x="342900" y="2539"/>
                  </a:lnTo>
                  <a:close/>
                </a:path>
                <a:path w="342900" h="351789">
                  <a:moveTo>
                    <a:pt x="342900" y="0"/>
                  </a:moveTo>
                  <a:lnTo>
                    <a:pt x="341630" y="0"/>
                  </a:lnTo>
                  <a:lnTo>
                    <a:pt x="340360" y="1269"/>
                  </a:lnTo>
                  <a:lnTo>
                    <a:pt x="342900" y="1269"/>
                  </a:lnTo>
                  <a:lnTo>
                    <a:pt x="342900" y="0"/>
                  </a:lnTo>
                  <a:close/>
                </a:path>
                <a:path w="342900" h="351789">
                  <a:moveTo>
                    <a:pt x="252729" y="99060"/>
                  </a:moveTo>
                  <a:lnTo>
                    <a:pt x="242569" y="99060"/>
                  </a:lnTo>
                  <a:lnTo>
                    <a:pt x="0" y="341630"/>
                  </a:lnTo>
                  <a:lnTo>
                    <a:pt x="0" y="351789"/>
                  </a:lnTo>
                  <a:lnTo>
                    <a:pt x="252729" y="99060"/>
                  </a:lnTo>
                  <a:close/>
                </a:path>
              </a:pathLst>
            </a:custGeom>
            <a:solidFill>
              <a:srgbClr val="CEC0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1334769" y="2830830"/>
              <a:ext cx="342900" cy="355600"/>
            </a:xfrm>
            <a:custGeom>
              <a:avLst/>
              <a:gdLst/>
              <a:ahLst/>
              <a:cxnLst/>
              <a:rect l="l" t="t" r="r" b="b"/>
              <a:pathLst>
                <a:path w="342900" h="355600">
                  <a:moveTo>
                    <a:pt x="268296" y="86360"/>
                  </a:moveTo>
                  <a:lnTo>
                    <a:pt x="256539" y="86360"/>
                  </a:lnTo>
                  <a:lnTo>
                    <a:pt x="255270" y="87629"/>
                  </a:lnTo>
                  <a:lnTo>
                    <a:pt x="267030" y="87629"/>
                  </a:lnTo>
                  <a:lnTo>
                    <a:pt x="268296" y="86360"/>
                  </a:lnTo>
                  <a:close/>
                </a:path>
                <a:path w="342900" h="355600">
                  <a:moveTo>
                    <a:pt x="272097" y="82550"/>
                  </a:moveTo>
                  <a:lnTo>
                    <a:pt x="260350" y="82550"/>
                  </a:lnTo>
                  <a:lnTo>
                    <a:pt x="257810" y="85089"/>
                  </a:lnTo>
                  <a:lnTo>
                    <a:pt x="269563" y="85089"/>
                  </a:lnTo>
                  <a:lnTo>
                    <a:pt x="272097" y="82550"/>
                  </a:lnTo>
                  <a:close/>
                </a:path>
                <a:path w="342900" h="355600">
                  <a:moveTo>
                    <a:pt x="274631" y="80010"/>
                  </a:moveTo>
                  <a:lnTo>
                    <a:pt x="262889" y="80010"/>
                  </a:lnTo>
                  <a:lnTo>
                    <a:pt x="261620" y="81279"/>
                  </a:lnTo>
                  <a:lnTo>
                    <a:pt x="273364" y="81279"/>
                  </a:lnTo>
                  <a:lnTo>
                    <a:pt x="274631" y="80010"/>
                  </a:lnTo>
                  <a:close/>
                </a:path>
                <a:path w="342900" h="355600">
                  <a:moveTo>
                    <a:pt x="278431" y="76200"/>
                  </a:moveTo>
                  <a:lnTo>
                    <a:pt x="266700" y="76200"/>
                  </a:lnTo>
                  <a:lnTo>
                    <a:pt x="264160" y="78739"/>
                  </a:lnTo>
                  <a:lnTo>
                    <a:pt x="275898" y="78739"/>
                  </a:lnTo>
                  <a:lnTo>
                    <a:pt x="278431" y="76200"/>
                  </a:lnTo>
                  <a:close/>
                </a:path>
                <a:path w="342900" h="355600">
                  <a:moveTo>
                    <a:pt x="280965" y="73660"/>
                  </a:moveTo>
                  <a:lnTo>
                    <a:pt x="269239" y="73660"/>
                  </a:lnTo>
                  <a:lnTo>
                    <a:pt x="267970" y="74929"/>
                  </a:lnTo>
                  <a:lnTo>
                    <a:pt x="279698" y="74929"/>
                  </a:lnTo>
                  <a:lnTo>
                    <a:pt x="280965" y="73660"/>
                  </a:lnTo>
                  <a:close/>
                </a:path>
                <a:path w="342900" h="355600">
                  <a:moveTo>
                    <a:pt x="284766" y="69850"/>
                  </a:moveTo>
                  <a:lnTo>
                    <a:pt x="273050" y="69850"/>
                  </a:lnTo>
                  <a:lnTo>
                    <a:pt x="270510" y="72389"/>
                  </a:lnTo>
                  <a:lnTo>
                    <a:pt x="282232" y="72389"/>
                  </a:lnTo>
                  <a:lnTo>
                    <a:pt x="284766" y="69850"/>
                  </a:lnTo>
                  <a:close/>
                </a:path>
                <a:path w="342900" h="355600">
                  <a:moveTo>
                    <a:pt x="287299" y="67310"/>
                  </a:moveTo>
                  <a:lnTo>
                    <a:pt x="275589" y="67310"/>
                  </a:lnTo>
                  <a:lnTo>
                    <a:pt x="274320" y="68579"/>
                  </a:lnTo>
                  <a:lnTo>
                    <a:pt x="286032" y="68579"/>
                  </a:lnTo>
                  <a:lnTo>
                    <a:pt x="287299" y="67310"/>
                  </a:lnTo>
                  <a:close/>
                </a:path>
                <a:path w="342900" h="355600">
                  <a:moveTo>
                    <a:pt x="291100" y="63500"/>
                  </a:moveTo>
                  <a:lnTo>
                    <a:pt x="279400" y="63500"/>
                  </a:lnTo>
                  <a:lnTo>
                    <a:pt x="276860" y="66039"/>
                  </a:lnTo>
                  <a:lnTo>
                    <a:pt x="288566" y="66039"/>
                  </a:lnTo>
                  <a:lnTo>
                    <a:pt x="291100" y="63500"/>
                  </a:lnTo>
                  <a:close/>
                </a:path>
                <a:path w="342900" h="355600">
                  <a:moveTo>
                    <a:pt x="293634" y="60960"/>
                  </a:moveTo>
                  <a:lnTo>
                    <a:pt x="281939" y="60960"/>
                  </a:lnTo>
                  <a:lnTo>
                    <a:pt x="280670" y="62229"/>
                  </a:lnTo>
                  <a:lnTo>
                    <a:pt x="292367" y="62229"/>
                  </a:lnTo>
                  <a:lnTo>
                    <a:pt x="293634" y="60960"/>
                  </a:lnTo>
                  <a:close/>
                </a:path>
                <a:path w="342900" h="355600">
                  <a:moveTo>
                    <a:pt x="297434" y="57150"/>
                  </a:moveTo>
                  <a:lnTo>
                    <a:pt x="285750" y="57150"/>
                  </a:lnTo>
                  <a:lnTo>
                    <a:pt x="283210" y="59689"/>
                  </a:lnTo>
                  <a:lnTo>
                    <a:pt x="294900" y="59689"/>
                  </a:lnTo>
                  <a:lnTo>
                    <a:pt x="297434" y="57150"/>
                  </a:lnTo>
                  <a:close/>
                </a:path>
                <a:path w="342900" h="355600">
                  <a:moveTo>
                    <a:pt x="299968" y="54610"/>
                  </a:moveTo>
                  <a:lnTo>
                    <a:pt x="288289" y="54610"/>
                  </a:lnTo>
                  <a:lnTo>
                    <a:pt x="287020" y="55879"/>
                  </a:lnTo>
                  <a:lnTo>
                    <a:pt x="298701" y="55879"/>
                  </a:lnTo>
                  <a:lnTo>
                    <a:pt x="299968" y="54610"/>
                  </a:lnTo>
                  <a:close/>
                </a:path>
                <a:path w="342900" h="355600">
                  <a:moveTo>
                    <a:pt x="303768" y="50800"/>
                  </a:moveTo>
                  <a:lnTo>
                    <a:pt x="292100" y="50800"/>
                  </a:lnTo>
                  <a:lnTo>
                    <a:pt x="289560" y="53339"/>
                  </a:lnTo>
                  <a:lnTo>
                    <a:pt x="301235" y="53339"/>
                  </a:lnTo>
                  <a:lnTo>
                    <a:pt x="303768" y="50800"/>
                  </a:lnTo>
                  <a:close/>
                </a:path>
                <a:path w="342900" h="355600">
                  <a:moveTo>
                    <a:pt x="306302" y="48260"/>
                  </a:moveTo>
                  <a:lnTo>
                    <a:pt x="294639" y="48260"/>
                  </a:lnTo>
                  <a:lnTo>
                    <a:pt x="293370" y="49529"/>
                  </a:lnTo>
                  <a:lnTo>
                    <a:pt x="305035" y="49529"/>
                  </a:lnTo>
                  <a:lnTo>
                    <a:pt x="306302" y="48260"/>
                  </a:lnTo>
                  <a:close/>
                </a:path>
                <a:path w="342900" h="355600">
                  <a:moveTo>
                    <a:pt x="310103" y="44450"/>
                  </a:moveTo>
                  <a:lnTo>
                    <a:pt x="298450" y="44450"/>
                  </a:lnTo>
                  <a:lnTo>
                    <a:pt x="295910" y="46989"/>
                  </a:lnTo>
                  <a:lnTo>
                    <a:pt x="307569" y="46989"/>
                  </a:lnTo>
                  <a:lnTo>
                    <a:pt x="310103" y="44450"/>
                  </a:lnTo>
                  <a:close/>
                </a:path>
                <a:path w="342900" h="355600">
                  <a:moveTo>
                    <a:pt x="312636" y="41910"/>
                  </a:moveTo>
                  <a:lnTo>
                    <a:pt x="300989" y="41910"/>
                  </a:lnTo>
                  <a:lnTo>
                    <a:pt x="299720" y="43179"/>
                  </a:lnTo>
                  <a:lnTo>
                    <a:pt x="311370" y="43179"/>
                  </a:lnTo>
                  <a:lnTo>
                    <a:pt x="312636" y="41910"/>
                  </a:lnTo>
                  <a:close/>
                </a:path>
                <a:path w="342900" h="355600">
                  <a:moveTo>
                    <a:pt x="316437" y="38100"/>
                  </a:moveTo>
                  <a:lnTo>
                    <a:pt x="304800" y="38100"/>
                  </a:lnTo>
                  <a:lnTo>
                    <a:pt x="302260" y="40639"/>
                  </a:lnTo>
                  <a:lnTo>
                    <a:pt x="313903" y="40639"/>
                  </a:lnTo>
                  <a:lnTo>
                    <a:pt x="316437" y="38100"/>
                  </a:lnTo>
                  <a:close/>
                </a:path>
                <a:path w="342900" h="355600">
                  <a:moveTo>
                    <a:pt x="318971" y="35560"/>
                  </a:moveTo>
                  <a:lnTo>
                    <a:pt x="307339" y="35560"/>
                  </a:lnTo>
                  <a:lnTo>
                    <a:pt x="306070" y="36829"/>
                  </a:lnTo>
                  <a:lnTo>
                    <a:pt x="317704" y="36829"/>
                  </a:lnTo>
                  <a:lnTo>
                    <a:pt x="318971" y="35560"/>
                  </a:lnTo>
                  <a:close/>
                </a:path>
                <a:path w="342900" h="355600">
                  <a:moveTo>
                    <a:pt x="322771" y="31750"/>
                  </a:moveTo>
                  <a:lnTo>
                    <a:pt x="311150" y="31750"/>
                  </a:lnTo>
                  <a:lnTo>
                    <a:pt x="308610" y="34289"/>
                  </a:lnTo>
                  <a:lnTo>
                    <a:pt x="320238" y="34289"/>
                  </a:lnTo>
                  <a:lnTo>
                    <a:pt x="322771" y="31750"/>
                  </a:lnTo>
                  <a:close/>
                </a:path>
                <a:path w="342900" h="355600">
                  <a:moveTo>
                    <a:pt x="325305" y="29210"/>
                  </a:moveTo>
                  <a:lnTo>
                    <a:pt x="313689" y="29210"/>
                  </a:lnTo>
                  <a:lnTo>
                    <a:pt x="312420" y="30479"/>
                  </a:lnTo>
                  <a:lnTo>
                    <a:pt x="324038" y="30479"/>
                  </a:lnTo>
                  <a:lnTo>
                    <a:pt x="325305" y="29210"/>
                  </a:lnTo>
                  <a:close/>
                </a:path>
                <a:path w="342900" h="355600">
                  <a:moveTo>
                    <a:pt x="329106" y="25400"/>
                  </a:moveTo>
                  <a:lnTo>
                    <a:pt x="317500" y="25400"/>
                  </a:lnTo>
                  <a:lnTo>
                    <a:pt x="314960" y="27939"/>
                  </a:lnTo>
                  <a:lnTo>
                    <a:pt x="326572" y="27939"/>
                  </a:lnTo>
                  <a:lnTo>
                    <a:pt x="329106" y="25400"/>
                  </a:lnTo>
                  <a:close/>
                </a:path>
                <a:path w="342900" h="355600">
                  <a:moveTo>
                    <a:pt x="331639" y="22860"/>
                  </a:moveTo>
                  <a:lnTo>
                    <a:pt x="320039" y="22860"/>
                  </a:lnTo>
                  <a:lnTo>
                    <a:pt x="318770" y="24129"/>
                  </a:lnTo>
                  <a:lnTo>
                    <a:pt x="330372" y="24129"/>
                  </a:lnTo>
                  <a:lnTo>
                    <a:pt x="331639" y="22860"/>
                  </a:lnTo>
                  <a:close/>
                </a:path>
                <a:path w="342900" h="355600">
                  <a:moveTo>
                    <a:pt x="335440" y="19050"/>
                  </a:moveTo>
                  <a:lnTo>
                    <a:pt x="323850" y="19050"/>
                  </a:lnTo>
                  <a:lnTo>
                    <a:pt x="321310" y="21589"/>
                  </a:lnTo>
                  <a:lnTo>
                    <a:pt x="332906" y="21589"/>
                  </a:lnTo>
                  <a:lnTo>
                    <a:pt x="335440" y="19050"/>
                  </a:lnTo>
                  <a:close/>
                </a:path>
                <a:path w="342900" h="355600">
                  <a:moveTo>
                    <a:pt x="337974" y="16510"/>
                  </a:moveTo>
                  <a:lnTo>
                    <a:pt x="326389" y="16510"/>
                  </a:lnTo>
                  <a:lnTo>
                    <a:pt x="325120" y="17779"/>
                  </a:lnTo>
                  <a:lnTo>
                    <a:pt x="336707" y="17779"/>
                  </a:lnTo>
                  <a:lnTo>
                    <a:pt x="337974" y="16510"/>
                  </a:lnTo>
                  <a:close/>
                </a:path>
                <a:path w="342900" h="355600">
                  <a:moveTo>
                    <a:pt x="341774" y="12700"/>
                  </a:moveTo>
                  <a:lnTo>
                    <a:pt x="330200" y="12700"/>
                  </a:lnTo>
                  <a:lnTo>
                    <a:pt x="327660" y="15239"/>
                  </a:lnTo>
                  <a:lnTo>
                    <a:pt x="339240" y="15239"/>
                  </a:lnTo>
                  <a:lnTo>
                    <a:pt x="341774" y="12700"/>
                  </a:lnTo>
                  <a:close/>
                </a:path>
                <a:path w="342900" h="355600">
                  <a:moveTo>
                    <a:pt x="342900" y="10160"/>
                  </a:moveTo>
                  <a:lnTo>
                    <a:pt x="332739" y="10160"/>
                  </a:lnTo>
                  <a:lnTo>
                    <a:pt x="331470" y="11429"/>
                  </a:lnTo>
                  <a:lnTo>
                    <a:pt x="342900" y="11429"/>
                  </a:lnTo>
                  <a:lnTo>
                    <a:pt x="342900" y="10160"/>
                  </a:lnTo>
                  <a:close/>
                </a:path>
                <a:path w="342900" h="355600">
                  <a:moveTo>
                    <a:pt x="342900" y="6350"/>
                  </a:moveTo>
                  <a:lnTo>
                    <a:pt x="336550" y="6350"/>
                  </a:lnTo>
                  <a:lnTo>
                    <a:pt x="334010" y="8889"/>
                  </a:lnTo>
                  <a:lnTo>
                    <a:pt x="342900" y="8889"/>
                  </a:lnTo>
                  <a:lnTo>
                    <a:pt x="342900" y="6350"/>
                  </a:lnTo>
                  <a:close/>
                </a:path>
                <a:path w="342900" h="355600">
                  <a:moveTo>
                    <a:pt x="342900" y="3810"/>
                  </a:moveTo>
                  <a:lnTo>
                    <a:pt x="339089" y="3810"/>
                  </a:lnTo>
                  <a:lnTo>
                    <a:pt x="337820" y="5079"/>
                  </a:lnTo>
                  <a:lnTo>
                    <a:pt x="342900" y="5079"/>
                  </a:lnTo>
                  <a:lnTo>
                    <a:pt x="342900" y="3810"/>
                  </a:lnTo>
                  <a:close/>
                </a:path>
                <a:path w="342900" h="355600">
                  <a:moveTo>
                    <a:pt x="342900" y="0"/>
                  </a:moveTo>
                  <a:lnTo>
                    <a:pt x="340360" y="2539"/>
                  </a:lnTo>
                  <a:lnTo>
                    <a:pt x="342900" y="2539"/>
                  </a:lnTo>
                  <a:lnTo>
                    <a:pt x="342900" y="0"/>
                  </a:lnTo>
                  <a:close/>
                </a:path>
                <a:path w="342900" h="355600">
                  <a:moveTo>
                    <a:pt x="264496" y="90170"/>
                  </a:moveTo>
                  <a:lnTo>
                    <a:pt x="252729" y="90170"/>
                  </a:lnTo>
                  <a:lnTo>
                    <a:pt x="0" y="342900"/>
                  </a:lnTo>
                  <a:lnTo>
                    <a:pt x="0" y="355322"/>
                  </a:lnTo>
                  <a:lnTo>
                    <a:pt x="264496" y="90170"/>
                  </a:lnTo>
                  <a:close/>
                </a:path>
              </a:pathLst>
            </a:custGeom>
            <a:solidFill>
              <a:srgbClr val="CFC1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1334769" y="2843530"/>
              <a:ext cx="342900" cy="353060"/>
            </a:xfrm>
            <a:custGeom>
              <a:avLst/>
              <a:gdLst/>
              <a:ahLst/>
              <a:cxnLst/>
              <a:rect l="l" t="t" r="r" b="b"/>
              <a:pathLst>
                <a:path w="342900" h="353060">
                  <a:moveTo>
                    <a:pt x="279400" y="73660"/>
                  </a:moveTo>
                  <a:lnTo>
                    <a:pt x="268296" y="73660"/>
                  </a:lnTo>
                  <a:lnTo>
                    <a:pt x="267030" y="74929"/>
                  </a:lnTo>
                  <a:lnTo>
                    <a:pt x="278130" y="74929"/>
                  </a:lnTo>
                  <a:lnTo>
                    <a:pt x="279400" y="73660"/>
                  </a:lnTo>
                  <a:close/>
                </a:path>
                <a:path w="342900" h="353060">
                  <a:moveTo>
                    <a:pt x="283210" y="69850"/>
                  </a:moveTo>
                  <a:lnTo>
                    <a:pt x="272097" y="69850"/>
                  </a:lnTo>
                  <a:lnTo>
                    <a:pt x="269563" y="72389"/>
                  </a:lnTo>
                  <a:lnTo>
                    <a:pt x="280670" y="72389"/>
                  </a:lnTo>
                  <a:lnTo>
                    <a:pt x="283210" y="69850"/>
                  </a:lnTo>
                  <a:close/>
                </a:path>
                <a:path w="342900" h="353060">
                  <a:moveTo>
                    <a:pt x="285750" y="67310"/>
                  </a:moveTo>
                  <a:lnTo>
                    <a:pt x="274631" y="67310"/>
                  </a:lnTo>
                  <a:lnTo>
                    <a:pt x="273364" y="68579"/>
                  </a:lnTo>
                  <a:lnTo>
                    <a:pt x="284480" y="68579"/>
                  </a:lnTo>
                  <a:lnTo>
                    <a:pt x="285750" y="67310"/>
                  </a:lnTo>
                  <a:close/>
                </a:path>
                <a:path w="342900" h="353060">
                  <a:moveTo>
                    <a:pt x="289560" y="63500"/>
                  </a:moveTo>
                  <a:lnTo>
                    <a:pt x="278431" y="63500"/>
                  </a:lnTo>
                  <a:lnTo>
                    <a:pt x="275898" y="66039"/>
                  </a:lnTo>
                  <a:lnTo>
                    <a:pt x="287020" y="66039"/>
                  </a:lnTo>
                  <a:lnTo>
                    <a:pt x="289560" y="63500"/>
                  </a:lnTo>
                  <a:close/>
                </a:path>
                <a:path w="342900" h="353060">
                  <a:moveTo>
                    <a:pt x="292100" y="60960"/>
                  </a:moveTo>
                  <a:lnTo>
                    <a:pt x="280965" y="60960"/>
                  </a:lnTo>
                  <a:lnTo>
                    <a:pt x="279698" y="62229"/>
                  </a:lnTo>
                  <a:lnTo>
                    <a:pt x="290830" y="62229"/>
                  </a:lnTo>
                  <a:lnTo>
                    <a:pt x="292100" y="60960"/>
                  </a:lnTo>
                  <a:close/>
                </a:path>
                <a:path w="342900" h="353060">
                  <a:moveTo>
                    <a:pt x="295910" y="57150"/>
                  </a:moveTo>
                  <a:lnTo>
                    <a:pt x="284766" y="57150"/>
                  </a:lnTo>
                  <a:lnTo>
                    <a:pt x="282232" y="59689"/>
                  </a:lnTo>
                  <a:lnTo>
                    <a:pt x="293370" y="59689"/>
                  </a:lnTo>
                  <a:lnTo>
                    <a:pt x="295910" y="57150"/>
                  </a:lnTo>
                  <a:close/>
                </a:path>
                <a:path w="342900" h="353060">
                  <a:moveTo>
                    <a:pt x="298450" y="54610"/>
                  </a:moveTo>
                  <a:lnTo>
                    <a:pt x="287299" y="54610"/>
                  </a:lnTo>
                  <a:lnTo>
                    <a:pt x="286032" y="55879"/>
                  </a:lnTo>
                  <a:lnTo>
                    <a:pt x="297180" y="55879"/>
                  </a:lnTo>
                  <a:lnTo>
                    <a:pt x="298450" y="54610"/>
                  </a:lnTo>
                  <a:close/>
                </a:path>
                <a:path w="342900" h="353060">
                  <a:moveTo>
                    <a:pt x="302260" y="50800"/>
                  </a:moveTo>
                  <a:lnTo>
                    <a:pt x="291100" y="50800"/>
                  </a:lnTo>
                  <a:lnTo>
                    <a:pt x="288566" y="53339"/>
                  </a:lnTo>
                  <a:lnTo>
                    <a:pt x="299720" y="53339"/>
                  </a:lnTo>
                  <a:lnTo>
                    <a:pt x="302260" y="50800"/>
                  </a:lnTo>
                  <a:close/>
                </a:path>
                <a:path w="342900" h="353060">
                  <a:moveTo>
                    <a:pt x="304800" y="48260"/>
                  </a:moveTo>
                  <a:lnTo>
                    <a:pt x="293634" y="48260"/>
                  </a:lnTo>
                  <a:lnTo>
                    <a:pt x="292367" y="49529"/>
                  </a:lnTo>
                  <a:lnTo>
                    <a:pt x="303530" y="49529"/>
                  </a:lnTo>
                  <a:lnTo>
                    <a:pt x="304800" y="48260"/>
                  </a:lnTo>
                  <a:close/>
                </a:path>
                <a:path w="342900" h="353060">
                  <a:moveTo>
                    <a:pt x="308610" y="44450"/>
                  </a:moveTo>
                  <a:lnTo>
                    <a:pt x="297434" y="44450"/>
                  </a:lnTo>
                  <a:lnTo>
                    <a:pt x="294900" y="46989"/>
                  </a:lnTo>
                  <a:lnTo>
                    <a:pt x="306070" y="46989"/>
                  </a:lnTo>
                  <a:lnTo>
                    <a:pt x="308610" y="44450"/>
                  </a:lnTo>
                  <a:close/>
                </a:path>
                <a:path w="342900" h="353060">
                  <a:moveTo>
                    <a:pt x="311150" y="41910"/>
                  </a:moveTo>
                  <a:lnTo>
                    <a:pt x="299968" y="41910"/>
                  </a:lnTo>
                  <a:lnTo>
                    <a:pt x="298701" y="43179"/>
                  </a:lnTo>
                  <a:lnTo>
                    <a:pt x="309880" y="43179"/>
                  </a:lnTo>
                  <a:lnTo>
                    <a:pt x="311150" y="41910"/>
                  </a:lnTo>
                  <a:close/>
                </a:path>
                <a:path w="342900" h="353060">
                  <a:moveTo>
                    <a:pt x="314960" y="38100"/>
                  </a:moveTo>
                  <a:lnTo>
                    <a:pt x="303768" y="38100"/>
                  </a:lnTo>
                  <a:lnTo>
                    <a:pt x="301235" y="40639"/>
                  </a:lnTo>
                  <a:lnTo>
                    <a:pt x="312420" y="40639"/>
                  </a:lnTo>
                  <a:lnTo>
                    <a:pt x="314960" y="38100"/>
                  </a:lnTo>
                  <a:close/>
                </a:path>
                <a:path w="342900" h="353060">
                  <a:moveTo>
                    <a:pt x="317500" y="35560"/>
                  </a:moveTo>
                  <a:lnTo>
                    <a:pt x="306302" y="35560"/>
                  </a:lnTo>
                  <a:lnTo>
                    <a:pt x="305035" y="36829"/>
                  </a:lnTo>
                  <a:lnTo>
                    <a:pt x="316230" y="36829"/>
                  </a:lnTo>
                  <a:lnTo>
                    <a:pt x="317500" y="35560"/>
                  </a:lnTo>
                  <a:close/>
                </a:path>
                <a:path w="342900" h="353060">
                  <a:moveTo>
                    <a:pt x="321310" y="31750"/>
                  </a:moveTo>
                  <a:lnTo>
                    <a:pt x="310103" y="31750"/>
                  </a:lnTo>
                  <a:lnTo>
                    <a:pt x="307569" y="34289"/>
                  </a:lnTo>
                  <a:lnTo>
                    <a:pt x="318770" y="34289"/>
                  </a:lnTo>
                  <a:lnTo>
                    <a:pt x="321310" y="31750"/>
                  </a:lnTo>
                  <a:close/>
                </a:path>
                <a:path w="342900" h="353060">
                  <a:moveTo>
                    <a:pt x="323850" y="29210"/>
                  </a:moveTo>
                  <a:lnTo>
                    <a:pt x="312636" y="29210"/>
                  </a:lnTo>
                  <a:lnTo>
                    <a:pt x="311370" y="30479"/>
                  </a:lnTo>
                  <a:lnTo>
                    <a:pt x="322580" y="30479"/>
                  </a:lnTo>
                  <a:lnTo>
                    <a:pt x="323850" y="29210"/>
                  </a:lnTo>
                  <a:close/>
                </a:path>
                <a:path w="342900" h="353060">
                  <a:moveTo>
                    <a:pt x="327660" y="25400"/>
                  </a:moveTo>
                  <a:lnTo>
                    <a:pt x="316437" y="25400"/>
                  </a:lnTo>
                  <a:lnTo>
                    <a:pt x="313903" y="27939"/>
                  </a:lnTo>
                  <a:lnTo>
                    <a:pt x="325120" y="27939"/>
                  </a:lnTo>
                  <a:lnTo>
                    <a:pt x="327660" y="25400"/>
                  </a:lnTo>
                  <a:close/>
                </a:path>
                <a:path w="342900" h="353060">
                  <a:moveTo>
                    <a:pt x="330200" y="22860"/>
                  </a:moveTo>
                  <a:lnTo>
                    <a:pt x="318971" y="22860"/>
                  </a:lnTo>
                  <a:lnTo>
                    <a:pt x="317704" y="24129"/>
                  </a:lnTo>
                  <a:lnTo>
                    <a:pt x="328930" y="24129"/>
                  </a:lnTo>
                  <a:lnTo>
                    <a:pt x="330200" y="22860"/>
                  </a:lnTo>
                  <a:close/>
                </a:path>
                <a:path w="342900" h="353060">
                  <a:moveTo>
                    <a:pt x="334010" y="19050"/>
                  </a:moveTo>
                  <a:lnTo>
                    <a:pt x="322771" y="19050"/>
                  </a:lnTo>
                  <a:lnTo>
                    <a:pt x="320238" y="21589"/>
                  </a:lnTo>
                  <a:lnTo>
                    <a:pt x="331470" y="21589"/>
                  </a:lnTo>
                  <a:lnTo>
                    <a:pt x="334010" y="19050"/>
                  </a:lnTo>
                  <a:close/>
                </a:path>
                <a:path w="342900" h="353060">
                  <a:moveTo>
                    <a:pt x="336550" y="16510"/>
                  </a:moveTo>
                  <a:lnTo>
                    <a:pt x="325305" y="16510"/>
                  </a:lnTo>
                  <a:lnTo>
                    <a:pt x="324038" y="17779"/>
                  </a:lnTo>
                  <a:lnTo>
                    <a:pt x="335280" y="17779"/>
                  </a:lnTo>
                  <a:lnTo>
                    <a:pt x="336550" y="16510"/>
                  </a:lnTo>
                  <a:close/>
                </a:path>
                <a:path w="342900" h="353060">
                  <a:moveTo>
                    <a:pt x="340360" y="12700"/>
                  </a:moveTo>
                  <a:lnTo>
                    <a:pt x="329106" y="12700"/>
                  </a:lnTo>
                  <a:lnTo>
                    <a:pt x="326572" y="15239"/>
                  </a:lnTo>
                  <a:lnTo>
                    <a:pt x="337820" y="15239"/>
                  </a:lnTo>
                  <a:lnTo>
                    <a:pt x="340360" y="12700"/>
                  </a:lnTo>
                  <a:close/>
                </a:path>
                <a:path w="342900" h="353060">
                  <a:moveTo>
                    <a:pt x="342900" y="10160"/>
                  </a:moveTo>
                  <a:lnTo>
                    <a:pt x="331639" y="10160"/>
                  </a:lnTo>
                  <a:lnTo>
                    <a:pt x="330372" y="11429"/>
                  </a:lnTo>
                  <a:lnTo>
                    <a:pt x="341630" y="11429"/>
                  </a:lnTo>
                  <a:lnTo>
                    <a:pt x="342900" y="10160"/>
                  </a:lnTo>
                  <a:close/>
                </a:path>
                <a:path w="342900" h="353060">
                  <a:moveTo>
                    <a:pt x="342900" y="6350"/>
                  </a:moveTo>
                  <a:lnTo>
                    <a:pt x="335440" y="6350"/>
                  </a:lnTo>
                  <a:lnTo>
                    <a:pt x="332906" y="8889"/>
                  </a:lnTo>
                  <a:lnTo>
                    <a:pt x="342900" y="8889"/>
                  </a:lnTo>
                  <a:lnTo>
                    <a:pt x="342900" y="6350"/>
                  </a:lnTo>
                  <a:close/>
                </a:path>
                <a:path w="342900" h="353060">
                  <a:moveTo>
                    <a:pt x="342900" y="3810"/>
                  </a:moveTo>
                  <a:lnTo>
                    <a:pt x="337974" y="3810"/>
                  </a:lnTo>
                  <a:lnTo>
                    <a:pt x="336707" y="5079"/>
                  </a:lnTo>
                  <a:lnTo>
                    <a:pt x="342900" y="5079"/>
                  </a:lnTo>
                  <a:lnTo>
                    <a:pt x="342900" y="3810"/>
                  </a:lnTo>
                  <a:close/>
                </a:path>
                <a:path w="342900" h="353060">
                  <a:moveTo>
                    <a:pt x="342900" y="0"/>
                  </a:moveTo>
                  <a:lnTo>
                    <a:pt x="341774" y="0"/>
                  </a:lnTo>
                  <a:lnTo>
                    <a:pt x="339240" y="2539"/>
                  </a:lnTo>
                  <a:lnTo>
                    <a:pt x="342900" y="2539"/>
                  </a:lnTo>
                  <a:lnTo>
                    <a:pt x="342900" y="0"/>
                  </a:lnTo>
                  <a:close/>
                </a:path>
                <a:path w="342900" h="353060">
                  <a:moveTo>
                    <a:pt x="275590" y="77470"/>
                  </a:moveTo>
                  <a:lnTo>
                    <a:pt x="264496" y="77470"/>
                  </a:lnTo>
                  <a:lnTo>
                    <a:pt x="0" y="342622"/>
                  </a:lnTo>
                  <a:lnTo>
                    <a:pt x="0" y="353060"/>
                  </a:lnTo>
                  <a:lnTo>
                    <a:pt x="275590" y="77470"/>
                  </a:lnTo>
                  <a:close/>
                </a:path>
              </a:pathLst>
            </a:custGeom>
            <a:solidFill>
              <a:srgbClr val="CFC1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1334769" y="2853690"/>
              <a:ext cx="342900" cy="353060"/>
            </a:xfrm>
            <a:custGeom>
              <a:avLst/>
              <a:gdLst/>
              <a:ahLst/>
              <a:cxnLst/>
              <a:rect l="l" t="t" r="r" b="b"/>
              <a:pathLst>
                <a:path w="342900" h="353060">
                  <a:moveTo>
                    <a:pt x="289560" y="63499"/>
                  </a:moveTo>
                  <a:lnTo>
                    <a:pt x="279400" y="63499"/>
                  </a:lnTo>
                  <a:lnTo>
                    <a:pt x="278130" y="64769"/>
                  </a:lnTo>
                  <a:lnTo>
                    <a:pt x="288290" y="64769"/>
                  </a:lnTo>
                  <a:lnTo>
                    <a:pt x="289560" y="63499"/>
                  </a:lnTo>
                  <a:close/>
                </a:path>
                <a:path w="342900" h="353060">
                  <a:moveTo>
                    <a:pt x="293370" y="59689"/>
                  </a:moveTo>
                  <a:lnTo>
                    <a:pt x="283210" y="59689"/>
                  </a:lnTo>
                  <a:lnTo>
                    <a:pt x="280670" y="62229"/>
                  </a:lnTo>
                  <a:lnTo>
                    <a:pt x="290830" y="62229"/>
                  </a:lnTo>
                  <a:lnTo>
                    <a:pt x="293370" y="59689"/>
                  </a:lnTo>
                  <a:close/>
                </a:path>
                <a:path w="342900" h="353060">
                  <a:moveTo>
                    <a:pt x="295910" y="57149"/>
                  </a:moveTo>
                  <a:lnTo>
                    <a:pt x="285750" y="57149"/>
                  </a:lnTo>
                  <a:lnTo>
                    <a:pt x="284480" y="58419"/>
                  </a:lnTo>
                  <a:lnTo>
                    <a:pt x="294640" y="58419"/>
                  </a:lnTo>
                  <a:lnTo>
                    <a:pt x="295910" y="57149"/>
                  </a:lnTo>
                  <a:close/>
                </a:path>
                <a:path w="342900" h="353060">
                  <a:moveTo>
                    <a:pt x="299720" y="53339"/>
                  </a:moveTo>
                  <a:lnTo>
                    <a:pt x="289560" y="53339"/>
                  </a:lnTo>
                  <a:lnTo>
                    <a:pt x="287020" y="55879"/>
                  </a:lnTo>
                  <a:lnTo>
                    <a:pt x="297180" y="55879"/>
                  </a:lnTo>
                  <a:lnTo>
                    <a:pt x="299720" y="53339"/>
                  </a:lnTo>
                  <a:close/>
                </a:path>
                <a:path w="342900" h="353060">
                  <a:moveTo>
                    <a:pt x="302260" y="50799"/>
                  </a:moveTo>
                  <a:lnTo>
                    <a:pt x="292100" y="50799"/>
                  </a:lnTo>
                  <a:lnTo>
                    <a:pt x="290830" y="52069"/>
                  </a:lnTo>
                  <a:lnTo>
                    <a:pt x="300990" y="52069"/>
                  </a:lnTo>
                  <a:lnTo>
                    <a:pt x="302260" y="50799"/>
                  </a:lnTo>
                  <a:close/>
                </a:path>
                <a:path w="342900" h="353060">
                  <a:moveTo>
                    <a:pt x="306070" y="46989"/>
                  </a:moveTo>
                  <a:lnTo>
                    <a:pt x="295910" y="46989"/>
                  </a:lnTo>
                  <a:lnTo>
                    <a:pt x="293370" y="49529"/>
                  </a:lnTo>
                  <a:lnTo>
                    <a:pt x="303530" y="49529"/>
                  </a:lnTo>
                  <a:lnTo>
                    <a:pt x="306070" y="46989"/>
                  </a:lnTo>
                  <a:close/>
                </a:path>
                <a:path w="342900" h="353060">
                  <a:moveTo>
                    <a:pt x="308610" y="44449"/>
                  </a:moveTo>
                  <a:lnTo>
                    <a:pt x="298450" y="44449"/>
                  </a:lnTo>
                  <a:lnTo>
                    <a:pt x="297180" y="45719"/>
                  </a:lnTo>
                  <a:lnTo>
                    <a:pt x="307340" y="45719"/>
                  </a:lnTo>
                  <a:lnTo>
                    <a:pt x="308610" y="44449"/>
                  </a:lnTo>
                  <a:close/>
                </a:path>
                <a:path w="342900" h="353060">
                  <a:moveTo>
                    <a:pt x="312420" y="40639"/>
                  </a:moveTo>
                  <a:lnTo>
                    <a:pt x="302260" y="40639"/>
                  </a:lnTo>
                  <a:lnTo>
                    <a:pt x="299720" y="43179"/>
                  </a:lnTo>
                  <a:lnTo>
                    <a:pt x="309880" y="43179"/>
                  </a:lnTo>
                  <a:lnTo>
                    <a:pt x="312420" y="40639"/>
                  </a:lnTo>
                  <a:close/>
                </a:path>
                <a:path w="342900" h="353060">
                  <a:moveTo>
                    <a:pt x="314960" y="38099"/>
                  </a:moveTo>
                  <a:lnTo>
                    <a:pt x="304800" y="38099"/>
                  </a:lnTo>
                  <a:lnTo>
                    <a:pt x="303530" y="39369"/>
                  </a:lnTo>
                  <a:lnTo>
                    <a:pt x="313690" y="39369"/>
                  </a:lnTo>
                  <a:lnTo>
                    <a:pt x="314960" y="38099"/>
                  </a:lnTo>
                  <a:close/>
                </a:path>
                <a:path w="342900" h="353060">
                  <a:moveTo>
                    <a:pt x="318770" y="34289"/>
                  </a:moveTo>
                  <a:lnTo>
                    <a:pt x="308610" y="34289"/>
                  </a:lnTo>
                  <a:lnTo>
                    <a:pt x="306070" y="36829"/>
                  </a:lnTo>
                  <a:lnTo>
                    <a:pt x="316230" y="36829"/>
                  </a:lnTo>
                  <a:lnTo>
                    <a:pt x="318770" y="34289"/>
                  </a:lnTo>
                  <a:close/>
                </a:path>
                <a:path w="342900" h="353060">
                  <a:moveTo>
                    <a:pt x="321310" y="31749"/>
                  </a:moveTo>
                  <a:lnTo>
                    <a:pt x="311150" y="31749"/>
                  </a:lnTo>
                  <a:lnTo>
                    <a:pt x="309880" y="33019"/>
                  </a:lnTo>
                  <a:lnTo>
                    <a:pt x="320040" y="33019"/>
                  </a:lnTo>
                  <a:lnTo>
                    <a:pt x="321310" y="31749"/>
                  </a:lnTo>
                  <a:close/>
                </a:path>
                <a:path w="342900" h="353060">
                  <a:moveTo>
                    <a:pt x="325120" y="27939"/>
                  </a:moveTo>
                  <a:lnTo>
                    <a:pt x="314960" y="27939"/>
                  </a:lnTo>
                  <a:lnTo>
                    <a:pt x="312420" y="30479"/>
                  </a:lnTo>
                  <a:lnTo>
                    <a:pt x="322580" y="30479"/>
                  </a:lnTo>
                  <a:lnTo>
                    <a:pt x="325120" y="27939"/>
                  </a:lnTo>
                  <a:close/>
                </a:path>
                <a:path w="342900" h="353060">
                  <a:moveTo>
                    <a:pt x="327660" y="25399"/>
                  </a:moveTo>
                  <a:lnTo>
                    <a:pt x="317500" y="25399"/>
                  </a:lnTo>
                  <a:lnTo>
                    <a:pt x="316230" y="26669"/>
                  </a:lnTo>
                  <a:lnTo>
                    <a:pt x="326390" y="26669"/>
                  </a:lnTo>
                  <a:lnTo>
                    <a:pt x="327660" y="25399"/>
                  </a:lnTo>
                  <a:close/>
                </a:path>
                <a:path w="342900" h="353060">
                  <a:moveTo>
                    <a:pt x="331470" y="21589"/>
                  </a:moveTo>
                  <a:lnTo>
                    <a:pt x="321310" y="21589"/>
                  </a:lnTo>
                  <a:lnTo>
                    <a:pt x="318770" y="24129"/>
                  </a:lnTo>
                  <a:lnTo>
                    <a:pt x="328930" y="24129"/>
                  </a:lnTo>
                  <a:lnTo>
                    <a:pt x="331470" y="21589"/>
                  </a:lnTo>
                  <a:close/>
                </a:path>
                <a:path w="342900" h="353060">
                  <a:moveTo>
                    <a:pt x="334010" y="19049"/>
                  </a:moveTo>
                  <a:lnTo>
                    <a:pt x="323850" y="19049"/>
                  </a:lnTo>
                  <a:lnTo>
                    <a:pt x="322580" y="20319"/>
                  </a:lnTo>
                  <a:lnTo>
                    <a:pt x="332740" y="20319"/>
                  </a:lnTo>
                  <a:lnTo>
                    <a:pt x="334010" y="19049"/>
                  </a:lnTo>
                  <a:close/>
                </a:path>
                <a:path w="342900" h="353060">
                  <a:moveTo>
                    <a:pt x="337820" y="15239"/>
                  </a:moveTo>
                  <a:lnTo>
                    <a:pt x="327660" y="15239"/>
                  </a:lnTo>
                  <a:lnTo>
                    <a:pt x="325120" y="17779"/>
                  </a:lnTo>
                  <a:lnTo>
                    <a:pt x="335280" y="17779"/>
                  </a:lnTo>
                  <a:lnTo>
                    <a:pt x="337820" y="15239"/>
                  </a:lnTo>
                  <a:close/>
                </a:path>
                <a:path w="342900" h="353060">
                  <a:moveTo>
                    <a:pt x="340360" y="12699"/>
                  </a:moveTo>
                  <a:lnTo>
                    <a:pt x="330200" y="12699"/>
                  </a:lnTo>
                  <a:lnTo>
                    <a:pt x="328930" y="13969"/>
                  </a:lnTo>
                  <a:lnTo>
                    <a:pt x="339090" y="13969"/>
                  </a:lnTo>
                  <a:lnTo>
                    <a:pt x="340360" y="12699"/>
                  </a:lnTo>
                  <a:close/>
                </a:path>
                <a:path w="342900" h="353060">
                  <a:moveTo>
                    <a:pt x="342900" y="8889"/>
                  </a:moveTo>
                  <a:lnTo>
                    <a:pt x="334010" y="8889"/>
                  </a:lnTo>
                  <a:lnTo>
                    <a:pt x="331470" y="11429"/>
                  </a:lnTo>
                  <a:lnTo>
                    <a:pt x="341630" y="11429"/>
                  </a:lnTo>
                  <a:lnTo>
                    <a:pt x="342900" y="10159"/>
                  </a:lnTo>
                  <a:lnTo>
                    <a:pt x="342900" y="8889"/>
                  </a:lnTo>
                  <a:close/>
                </a:path>
                <a:path w="342900" h="353060">
                  <a:moveTo>
                    <a:pt x="342900" y="6349"/>
                  </a:moveTo>
                  <a:lnTo>
                    <a:pt x="336550" y="6349"/>
                  </a:lnTo>
                  <a:lnTo>
                    <a:pt x="335280" y="7619"/>
                  </a:lnTo>
                  <a:lnTo>
                    <a:pt x="342900" y="7619"/>
                  </a:lnTo>
                  <a:lnTo>
                    <a:pt x="342900" y="6349"/>
                  </a:lnTo>
                  <a:close/>
                </a:path>
                <a:path w="342900" h="353060">
                  <a:moveTo>
                    <a:pt x="342900" y="2539"/>
                  </a:moveTo>
                  <a:lnTo>
                    <a:pt x="340360" y="2539"/>
                  </a:lnTo>
                  <a:lnTo>
                    <a:pt x="337820" y="5079"/>
                  </a:lnTo>
                  <a:lnTo>
                    <a:pt x="342900" y="5079"/>
                  </a:lnTo>
                  <a:lnTo>
                    <a:pt x="342900" y="2539"/>
                  </a:lnTo>
                  <a:close/>
                </a:path>
                <a:path w="342900" h="353060">
                  <a:moveTo>
                    <a:pt x="342900" y="0"/>
                  </a:moveTo>
                  <a:lnTo>
                    <a:pt x="341630" y="1269"/>
                  </a:lnTo>
                  <a:lnTo>
                    <a:pt x="342900" y="1269"/>
                  </a:lnTo>
                  <a:lnTo>
                    <a:pt x="342900" y="0"/>
                  </a:lnTo>
                  <a:close/>
                </a:path>
                <a:path w="342900" h="353060">
                  <a:moveTo>
                    <a:pt x="285750" y="67309"/>
                  </a:moveTo>
                  <a:lnTo>
                    <a:pt x="275590" y="67309"/>
                  </a:lnTo>
                  <a:lnTo>
                    <a:pt x="0" y="342900"/>
                  </a:lnTo>
                  <a:lnTo>
                    <a:pt x="0" y="353059"/>
                  </a:lnTo>
                  <a:lnTo>
                    <a:pt x="285750" y="67309"/>
                  </a:lnTo>
                  <a:close/>
                </a:path>
              </a:pathLst>
            </a:custGeom>
            <a:solidFill>
              <a:srgbClr val="D0C2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1334769" y="2863850"/>
              <a:ext cx="342900" cy="355600"/>
            </a:xfrm>
            <a:custGeom>
              <a:avLst/>
              <a:gdLst/>
              <a:ahLst/>
              <a:cxnLst/>
              <a:rect l="l" t="t" r="r" b="b"/>
              <a:pathLst>
                <a:path w="342900" h="355600">
                  <a:moveTo>
                    <a:pt x="301276" y="53339"/>
                  </a:moveTo>
                  <a:lnTo>
                    <a:pt x="289560" y="53339"/>
                  </a:lnTo>
                  <a:lnTo>
                    <a:pt x="288290" y="54609"/>
                  </a:lnTo>
                  <a:lnTo>
                    <a:pt x="300009" y="54609"/>
                  </a:lnTo>
                  <a:lnTo>
                    <a:pt x="301276" y="53339"/>
                  </a:lnTo>
                  <a:close/>
                </a:path>
                <a:path w="342900" h="355600">
                  <a:moveTo>
                    <a:pt x="305076" y="49529"/>
                  </a:moveTo>
                  <a:lnTo>
                    <a:pt x="293370" y="49529"/>
                  </a:lnTo>
                  <a:lnTo>
                    <a:pt x="290830" y="52069"/>
                  </a:lnTo>
                  <a:lnTo>
                    <a:pt x="302542" y="52069"/>
                  </a:lnTo>
                  <a:lnTo>
                    <a:pt x="305076" y="49529"/>
                  </a:lnTo>
                  <a:close/>
                </a:path>
                <a:path w="342900" h="355600">
                  <a:moveTo>
                    <a:pt x="307610" y="46989"/>
                  </a:moveTo>
                  <a:lnTo>
                    <a:pt x="295910" y="46989"/>
                  </a:lnTo>
                  <a:lnTo>
                    <a:pt x="294640" y="48259"/>
                  </a:lnTo>
                  <a:lnTo>
                    <a:pt x="306343" y="48259"/>
                  </a:lnTo>
                  <a:lnTo>
                    <a:pt x="307610" y="46989"/>
                  </a:lnTo>
                  <a:close/>
                </a:path>
                <a:path w="342900" h="355600">
                  <a:moveTo>
                    <a:pt x="311410" y="43179"/>
                  </a:moveTo>
                  <a:lnTo>
                    <a:pt x="299720" y="43179"/>
                  </a:lnTo>
                  <a:lnTo>
                    <a:pt x="297180" y="45719"/>
                  </a:lnTo>
                  <a:lnTo>
                    <a:pt x="308877" y="45719"/>
                  </a:lnTo>
                  <a:lnTo>
                    <a:pt x="311410" y="43179"/>
                  </a:lnTo>
                  <a:close/>
                </a:path>
                <a:path w="342900" h="355600">
                  <a:moveTo>
                    <a:pt x="313944" y="40639"/>
                  </a:moveTo>
                  <a:lnTo>
                    <a:pt x="302260" y="40639"/>
                  </a:lnTo>
                  <a:lnTo>
                    <a:pt x="300990" y="41909"/>
                  </a:lnTo>
                  <a:lnTo>
                    <a:pt x="312677" y="41909"/>
                  </a:lnTo>
                  <a:lnTo>
                    <a:pt x="313944" y="40639"/>
                  </a:lnTo>
                  <a:close/>
                </a:path>
                <a:path w="342900" h="355600">
                  <a:moveTo>
                    <a:pt x="317745" y="36829"/>
                  </a:moveTo>
                  <a:lnTo>
                    <a:pt x="306070" y="36829"/>
                  </a:lnTo>
                  <a:lnTo>
                    <a:pt x="303530" y="39369"/>
                  </a:lnTo>
                  <a:lnTo>
                    <a:pt x="315211" y="39369"/>
                  </a:lnTo>
                  <a:lnTo>
                    <a:pt x="317745" y="36829"/>
                  </a:lnTo>
                  <a:close/>
                </a:path>
                <a:path w="342900" h="355600">
                  <a:moveTo>
                    <a:pt x="320278" y="34289"/>
                  </a:moveTo>
                  <a:lnTo>
                    <a:pt x="308610" y="34289"/>
                  </a:lnTo>
                  <a:lnTo>
                    <a:pt x="307340" y="35559"/>
                  </a:lnTo>
                  <a:lnTo>
                    <a:pt x="319012" y="35559"/>
                  </a:lnTo>
                  <a:lnTo>
                    <a:pt x="320278" y="34289"/>
                  </a:lnTo>
                  <a:close/>
                </a:path>
                <a:path w="342900" h="355600">
                  <a:moveTo>
                    <a:pt x="324079" y="30479"/>
                  </a:moveTo>
                  <a:lnTo>
                    <a:pt x="312420" y="30479"/>
                  </a:lnTo>
                  <a:lnTo>
                    <a:pt x="309880" y="33019"/>
                  </a:lnTo>
                  <a:lnTo>
                    <a:pt x="321545" y="33019"/>
                  </a:lnTo>
                  <a:lnTo>
                    <a:pt x="324079" y="30479"/>
                  </a:lnTo>
                  <a:close/>
                </a:path>
                <a:path w="342900" h="355600">
                  <a:moveTo>
                    <a:pt x="326613" y="27939"/>
                  </a:moveTo>
                  <a:lnTo>
                    <a:pt x="314960" y="27939"/>
                  </a:lnTo>
                  <a:lnTo>
                    <a:pt x="313690" y="29209"/>
                  </a:lnTo>
                  <a:lnTo>
                    <a:pt x="325346" y="29209"/>
                  </a:lnTo>
                  <a:lnTo>
                    <a:pt x="326613" y="27939"/>
                  </a:lnTo>
                  <a:close/>
                </a:path>
                <a:path w="342900" h="355600">
                  <a:moveTo>
                    <a:pt x="330413" y="24129"/>
                  </a:moveTo>
                  <a:lnTo>
                    <a:pt x="318770" y="24129"/>
                  </a:lnTo>
                  <a:lnTo>
                    <a:pt x="316230" y="26669"/>
                  </a:lnTo>
                  <a:lnTo>
                    <a:pt x="327880" y="26669"/>
                  </a:lnTo>
                  <a:lnTo>
                    <a:pt x="330413" y="24129"/>
                  </a:lnTo>
                  <a:close/>
                </a:path>
                <a:path w="342900" h="355600">
                  <a:moveTo>
                    <a:pt x="332947" y="21589"/>
                  </a:moveTo>
                  <a:lnTo>
                    <a:pt x="321310" y="21589"/>
                  </a:lnTo>
                  <a:lnTo>
                    <a:pt x="320040" y="22859"/>
                  </a:lnTo>
                  <a:lnTo>
                    <a:pt x="331680" y="22859"/>
                  </a:lnTo>
                  <a:lnTo>
                    <a:pt x="332947" y="21589"/>
                  </a:lnTo>
                  <a:close/>
                </a:path>
                <a:path w="342900" h="355600">
                  <a:moveTo>
                    <a:pt x="336748" y="17779"/>
                  </a:moveTo>
                  <a:lnTo>
                    <a:pt x="325120" y="17779"/>
                  </a:lnTo>
                  <a:lnTo>
                    <a:pt x="322580" y="20319"/>
                  </a:lnTo>
                  <a:lnTo>
                    <a:pt x="334214" y="20319"/>
                  </a:lnTo>
                  <a:lnTo>
                    <a:pt x="336748" y="17779"/>
                  </a:lnTo>
                  <a:close/>
                </a:path>
                <a:path w="342900" h="355600">
                  <a:moveTo>
                    <a:pt x="339281" y="15239"/>
                  </a:moveTo>
                  <a:lnTo>
                    <a:pt x="327660" y="15239"/>
                  </a:lnTo>
                  <a:lnTo>
                    <a:pt x="326390" y="16509"/>
                  </a:lnTo>
                  <a:lnTo>
                    <a:pt x="338014" y="16509"/>
                  </a:lnTo>
                  <a:lnTo>
                    <a:pt x="339281" y="15239"/>
                  </a:lnTo>
                  <a:close/>
                </a:path>
                <a:path w="342900" h="355600">
                  <a:moveTo>
                    <a:pt x="342900" y="11429"/>
                  </a:moveTo>
                  <a:lnTo>
                    <a:pt x="331470" y="11429"/>
                  </a:lnTo>
                  <a:lnTo>
                    <a:pt x="328930" y="13969"/>
                  </a:lnTo>
                  <a:lnTo>
                    <a:pt x="340548" y="13969"/>
                  </a:lnTo>
                  <a:lnTo>
                    <a:pt x="342900" y="11612"/>
                  </a:lnTo>
                  <a:lnTo>
                    <a:pt x="342900" y="11429"/>
                  </a:lnTo>
                  <a:close/>
                </a:path>
                <a:path w="342900" h="355600">
                  <a:moveTo>
                    <a:pt x="342900" y="8889"/>
                  </a:moveTo>
                  <a:lnTo>
                    <a:pt x="334010" y="8889"/>
                  </a:lnTo>
                  <a:lnTo>
                    <a:pt x="332740" y="10159"/>
                  </a:lnTo>
                  <a:lnTo>
                    <a:pt x="342900" y="10159"/>
                  </a:lnTo>
                  <a:lnTo>
                    <a:pt x="342900" y="8889"/>
                  </a:lnTo>
                  <a:close/>
                </a:path>
                <a:path w="342900" h="355600">
                  <a:moveTo>
                    <a:pt x="342900" y="5079"/>
                  </a:moveTo>
                  <a:lnTo>
                    <a:pt x="337820" y="5079"/>
                  </a:lnTo>
                  <a:lnTo>
                    <a:pt x="335280" y="7619"/>
                  </a:lnTo>
                  <a:lnTo>
                    <a:pt x="342900" y="7619"/>
                  </a:lnTo>
                  <a:lnTo>
                    <a:pt x="342900" y="5079"/>
                  </a:lnTo>
                  <a:close/>
                </a:path>
                <a:path w="342900" h="355600">
                  <a:moveTo>
                    <a:pt x="342900" y="2539"/>
                  </a:moveTo>
                  <a:lnTo>
                    <a:pt x="340360" y="2539"/>
                  </a:lnTo>
                  <a:lnTo>
                    <a:pt x="339090" y="3809"/>
                  </a:lnTo>
                  <a:lnTo>
                    <a:pt x="342900" y="3809"/>
                  </a:lnTo>
                  <a:lnTo>
                    <a:pt x="342900" y="2539"/>
                  </a:lnTo>
                  <a:close/>
                </a:path>
                <a:path w="342900" h="355600">
                  <a:moveTo>
                    <a:pt x="342900" y="0"/>
                  </a:moveTo>
                  <a:lnTo>
                    <a:pt x="341630" y="1269"/>
                  </a:lnTo>
                  <a:lnTo>
                    <a:pt x="342900" y="1269"/>
                  </a:lnTo>
                  <a:lnTo>
                    <a:pt x="342900" y="0"/>
                  </a:lnTo>
                  <a:close/>
                </a:path>
                <a:path w="342900" h="355600">
                  <a:moveTo>
                    <a:pt x="297475" y="57150"/>
                  </a:moveTo>
                  <a:lnTo>
                    <a:pt x="285750" y="57150"/>
                  </a:lnTo>
                  <a:lnTo>
                    <a:pt x="0" y="342900"/>
                  </a:lnTo>
                  <a:lnTo>
                    <a:pt x="0" y="355363"/>
                  </a:lnTo>
                  <a:lnTo>
                    <a:pt x="297475" y="57150"/>
                  </a:lnTo>
                  <a:close/>
                </a:path>
              </a:pathLst>
            </a:custGeom>
            <a:solidFill>
              <a:srgbClr val="D0C3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1334769" y="2875462"/>
              <a:ext cx="342900" cy="354330"/>
            </a:xfrm>
            <a:custGeom>
              <a:avLst/>
              <a:gdLst/>
              <a:ahLst/>
              <a:cxnLst/>
              <a:rect l="l" t="t" r="r" b="b"/>
              <a:pathLst>
                <a:path w="342900" h="354330">
                  <a:moveTo>
                    <a:pt x="312420" y="41727"/>
                  </a:moveTo>
                  <a:lnTo>
                    <a:pt x="301276" y="41727"/>
                  </a:lnTo>
                  <a:lnTo>
                    <a:pt x="300009" y="42997"/>
                  </a:lnTo>
                  <a:lnTo>
                    <a:pt x="311150" y="42997"/>
                  </a:lnTo>
                  <a:lnTo>
                    <a:pt x="312420" y="41727"/>
                  </a:lnTo>
                  <a:close/>
                </a:path>
                <a:path w="342900" h="354330">
                  <a:moveTo>
                    <a:pt x="316230" y="37917"/>
                  </a:moveTo>
                  <a:lnTo>
                    <a:pt x="305076" y="37917"/>
                  </a:lnTo>
                  <a:lnTo>
                    <a:pt x="302542" y="40457"/>
                  </a:lnTo>
                  <a:lnTo>
                    <a:pt x="313690" y="40457"/>
                  </a:lnTo>
                  <a:lnTo>
                    <a:pt x="316230" y="37917"/>
                  </a:lnTo>
                  <a:close/>
                </a:path>
                <a:path w="342900" h="354330">
                  <a:moveTo>
                    <a:pt x="318770" y="35377"/>
                  </a:moveTo>
                  <a:lnTo>
                    <a:pt x="307610" y="35377"/>
                  </a:lnTo>
                  <a:lnTo>
                    <a:pt x="306343" y="36647"/>
                  </a:lnTo>
                  <a:lnTo>
                    <a:pt x="317500" y="36647"/>
                  </a:lnTo>
                  <a:lnTo>
                    <a:pt x="318770" y="35377"/>
                  </a:lnTo>
                  <a:close/>
                </a:path>
                <a:path w="342900" h="354330">
                  <a:moveTo>
                    <a:pt x="322580" y="31567"/>
                  </a:moveTo>
                  <a:lnTo>
                    <a:pt x="311410" y="31567"/>
                  </a:lnTo>
                  <a:lnTo>
                    <a:pt x="308877" y="34107"/>
                  </a:lnTo>
                  <a:lnTo>
                    <a:pt x="320040" y="34107"/>
                  </a:lnTo>
                  <a:lnTo>
                    <a:pt x="322580" y="31567"/>
                  </a:lnTo>
                  <a:close/>
                </a:path>
                <a:path w="342900" h="354330">
                  <a:moveTo>
                    <a:pt x="325120" y="29027"/>
                  </a:moveTo>
                  <a:lnTo>
                    <a:pt x="313944" y="29027"/>
                  </a:lnTo>
                  <a:lnTo>
                    <a:pt x="312677" y="30297"/>
                  </a:lnTo>
                  <a:lnTo>
                    <a:pt x="323850" y="30297"/>
                  </a:lnTo>
                  <a:lnTo>
                    <a:pt x="325120" y="29027"/>
                  </a:lnTo>
                  <a:close/>
                </a:path>
                <a:path w="342900" h="354330">
                  <a:moveTo>
                    <a:pt x="328930" y="25217"/>
                  </a:moveTo>
                  <a:lnTo>
                    <a:pt x="317745" y="25217"/>
                  </a:lnTo>
                  <a:lnTo>
                    <a:pt x="315211" y="27757"/>
                  </a:lnTo>
                  <a:lnTo>
                    <a:pt x="326390" y="27757"/>
                  </a:lnTo>
                  <a:lnTo>
                    <a:pt x="328930" y="25217"/>
                  </a:lnTo>
                  <a:close/>
                </a:path>
                <a:path w="342900" h="354330">
                  <a:moveTo>
                    <a:pt x="331470" y="22677"/>
                  </a:moveTo>
                  <a:lnTo>
                    <a:pt x="320278" y="22677"/>
                  </a:lnTo>
                  <a:lnTo>
                    <a:pt x="319012" y="23947"/>
                  </a:lnTo>
                  <a:lnTo>
                    <a:pt x="330200" y="23947"/>
                  </a:lnTo>
                  <a:lnTo>
                    <a:pt x="331470" y="22677"/>
                  </a:lnTo>
                  <a:close/>
                </a:path>
                <a:path w="342900" h="354330">
                  <a:moveTo>
                    <a:pt x="335280" y="18867"/>
                  </a:moveTo>
                  <a:lnTo>
                    <a:pt x="324079" y="18867"/>
                  </a:lnTo>
                  <a:lnTo>
                    <a:pt x="321545" y="21407"/>
                  </a:lnTo>
                  <a:lnTo>
                    <a:pt x="332740" y="21407"/>
                  </a:lnTo>
                  <a:lnTo>
                    <a:pt x="335280" y="18867"/>
                  </a:lnTo>
                  <a:close/>
                </a:path>
                <a:path w="342900" h="354330">
                  <a:moveTo>
                    <a:pt x="337820" y="16327"/>
                  </a:moveTo>
                  <a:lnTo>
                    <a:pt x="326613" y="16327"/>
                  </a:lnTo>
                  <a:lnTo>
                    <a:pt x="325346" y="17597"/>
                  </a:lnTo>
                  <a:lnTo>
                    <a:pt x="336550" y="17597"/>
                  </a:lnTo>
                  <a:lnTo>
                    <a:pt x="337820" y="16327"/>
                  </a:lnTo>
                  <a:close/>
                </a:path>
                <a:path w="342900" h="354330">
                  <a:moveTo>
                    <a:pt x="341630" y="12517"/>
                  </a:moveTo>
                  <a:lnTo>
                    <a:pt x="330413" y="12517"/>
                  </a:lnTo>
                  <a:lnTo>
                    <a:pt x="327880" y="15057"/>
                  </a:lnTo>
                  <a:lnTo>
                    <a:pt x="339090" y="15057"/>
                  </a:lnTo>
                  <a:lnTo>
                    <a:pt x="341630" y="12517"/>
                  </a:lnTo>
                  <a:close/>
                </a:path>
                <a:path w="342900" h="354330">
                  <a:moveTo>
                    <a:pt x="342900" y="9977"/>
                  </a:moveTo>
                  <a:lnTo>
                    <a:pt x="332947" y="9977"/>
                  </a:lnTo>
                  <a:lnTo>
                    <a:pt x="331680" y="11247"/>
                  </a:lnTo>
                  <a:lnTo>
                    <a:pt x="342900" y="11247"/>
                  </a:lnTo>
                  <a:lnTo>
                    <a:pt x="342900" y="9977"/>
                  </a:lnTo>
                  <a:close/>
                </a:path>
                <a:path w="342900" h="354330">
                  <a:moveTo>
                    <a:pt x="342900" y="6167"/>
                  </a:moveTo>
                  <a:lnTo>
                    <a:pt x="336748" y="6167"/>
                  </a:lnTo>
                  <a:lnTo>
                    <a:pt x="334214" y="8707"/>
                  </a:lnTo>
                  <a:lnTo>
                    <a:pt x="342900" y="8707"/>
                  </a:lnTo>
                  <a:lnTo>
                    <a:pt x="342900" y="6167"/>
                  </a:lnTo>
                  <a:close/>
                </a:path>
                <a:path w="342900" h="354330">
                  <a:moveTo>
                    <a:pt x="342900" y="3627"/>
                  </a:moveTo>
                  <a:lnTo>
                    <a:pt x="339281" y="3627"/>
                  </a:lnTo>
                  <a:lnTo>
                    <a:pt x="338014" y="4897"/>
                  </a:lnTo>
                  <a:lnTo>
                    <a:pt x="342900" y="4897"/>
                  </a:lnTo>
                  <a:lnTo>
                    <a:pt x="342900" y="3627"/>
                  </a:lnTo>
                  <a:close/>
                </a:path>
                <a:path w="342900" h="354330">
                  <a:moveTo>
                    <a:pt x="342900" y="0"/>
                  </a:moveTo>
                  <a:lnTo>
                    <a:pt x="340548" y="2357"/>
                  </a:lnTo>
                  <a:lnTo>
                    <a:pt x="342900" y="2357"/>
                  </a:lnTo>
                  <a:lnTo>
                    <a:pt x="342900" y="0"/>
                  </a:lnTo>
                  <a:close/>
                </a:path>
                <a:path w="342900" h="354330">
                  <a:moveTo>
                    <a:pt x="1269" y="352877"/>
                  </a:moveTo>
                  <a:lnTo>
                    <a:pt x="0" y="352877"/>
                  </a:lnTo>
                  <a:lnTo>
                    <a:pt x="0" y="354147"/>
                  </a:lnTo>
                  <a:lnTo>
                    <a:pt x="1269" y="352877"/>
                  </a:lnTo>
                  <a:close/>
                </a:path>
                <a:path w="342900" h="354330">
                  <a:moveTo>
                    <a:pt x="5080" y="349067"/>
                  </a:moveTo>
                  <a:lnTo>
                    <a:pt x="0" y="349067"/>
                  </a:lnTo>
                  <a:lnTo>
                    <a:pt x="0" y="351607"/>
                  </a:lnTo>
                  <a:lnTo>
                    <a:pt x="2539" y="351607"/>
                  </a:lnTo>
                  <a:lnTo>
                    <a:pt x="5080" y="349067"/>
                  </a:lnTo>
                  <a:close/>
                </a:path>
                <a:path w="342900" h="354330">
                  <a:moveTo>
                    <a:pt x="308610" y="45537"/>
                  </a:moveTo>
                  <a:lnTo>
                    <a:pt x="297475" y="45537"/>
                  </a:lnTo>
                  <a:lnTo>
                    <a:pt x="0" y="343750"/>
                  </a:lnTo>
                  <a:lnTo>
                    <a:pt x="0" y="347797"/>
                  </a:lnTo>
                  <a:lnTo>
                    <a:pt x="6349" y="347797"/>
                  </a:lnTo>
                  <a:lnTo>
                    <a:pt x="308610" y="45537"/>
                  </a:lnTo>
                  <a:close/>
                </a:path>
              </a:pathLst>
            </a:custGeom>
            <a:solidFill>
              <a:srgbClr val="D1C3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1334769" y="2887980"/>
              <a:ext cx="342900" cy="351790"/>
            </a:xfrm>
            <a:custGeom>
              <a:avLst/>
              <a:gdLst/>
              <a:ahLst/>
              <a:cxnLst/>
              <a:rect l="l" t="t" r="r" b="b"/>
              <a:pathLst>
                <a:path w="342900" h="351789">
                  <a:moveTo>
                    <a:pt x="322580" y="29210"/>
                  </a:moveTo>
                  <a:lnTo>
                    <a:pt x="312420" y="29210"/>
                  </a:lnTo>
                  <a:lnTo>
                    <a:pt x="311150" y="30479"/>
                  </a:lnTo>
                  <a:lnTo>
                    <a:pt x="321310" y="30479"/>
                  </a:lnTo>
                  <a:lnTo>
                    <a:pt x="322580" y="29210"/>
                  </a:lnTo>
                  <a:close/>
                </a:path>
                <a:path w="342900" h="351789">
                  <a:moveTo>
                    <a:pt x="326390" y="25400"/>
                  </a:moveTo>
                  <a:lnTo>
                    <a:pt x="316230" y="25400"/>
                  </a:lnTo>
                  <a:lnTo>
                    <a:pt x="313690" y="27939"/>
                  </a:lnTo>
                  <a:lnTo>
                    <a:pt x="323850" y="27939"/>
                  </a:lnTo>
                  <a:lnTo>
                    <a:pt x="326390" y="25400"/>
                  </a:lnTo>
                  <a:close/>
                </a:path>
                <a:path w="342900" h="351789">
                  <a:moveTo>
                    <a:pt x="328930" y="22860"/>
                  </a:moveTo>
                  <a:lnTo>
                    <a:pt x="318770" y="22860"/>
                  </a:lnTo>
                  <a:lnTo>
                    <a:pt x="317500" y="24129"/>
                  </a:lnTo>
                  <a:lnTo>
                    <a:pt x="327660" y="24129"/>
                  </a:lnTo>
                  <a:lnTo>
                    <a:pt x="328930" y="22860"/>
                  </a:lnTo>
                  <a:close/>
                </a:path>
                <a:path w="342900" h="351789">
                  <a:moveTo>
                    <a:pt x="332740" y="19050"/>
                  </a:moveTo>
                  <a:lnTo>
                    <a:pt x="322580" y="19050"/>
                  </a:lnTo>
                  <a:lnTo>
                    <a:pt x="320040" y="21589"/>
                  </a:lnTo>
                  <a:lnTo>
                    <a:pt x="330200" y="21589"/>
                  </a:lnTo>
                  <a:lnTo>
                    <a:pt x="332740" y="19050"/>
                  </a:lnTo>
                  <a:close/>
                </a:path>
                <a:path w="342900" h="351789">
                  <a:moveTo>
                    <a:pt x="335280" y="16510"/>
                  </a:moveTo>
                  <a:lnTo>
                    <a:pt x="325120" y="16510"/>
                  </a:lnTo>
                  <a:lnTo>
                    <a:pt x="323850" y="17779"/>
                  </a:lnTo>
                  <a:lnTo>
                    <a:pt x="334010" y="17779"/>
                  </a:lnTo>
                  <a:lnTo>
                    <a:pt x="335280" y="16510"/>
                  </a:lnTo>
                  <a:close/>
                </a:path>
                <a:path w="342900" h="351789">
                  <a:moveTo>
                    <a:pt x="339090" y="12700"/>
                  </a:moveTo>
                  <a:lnTo>
                    <a:pt x="328930" y="12700"/>
                  </a:lnTo>
                  <a:lnTo>
                    <a:pt x="326390" y="15239"/>
                  </a:lnTo>
                  <a:lnTo>
                    <a:pt x="336550" y="15239"/>
                  </a:lnTo>
                  <a:lnTo>
                    <a:pt x="339090" y="12700"/>
                  </a:lnTo>
                  <a:close/>
                </a:path>
                <a:path w="342900" h="351789">
                  <a:moveTo>
                    <a:pt x="341630" y="10160"/>
                  </a:moveTo>
                  <a:lnTo>
                    <a:pt x="331470" y="10160"/>
                  </a:lnTo>
                  <a:lnTo>
                    <a:pt x="330200" y="11429"/>
                  </a:lnTo>
                  <a:lnTo>
                    <a:pt x="340360" y="11429"/>
                  </a:lnTo>
                  <a:lnTo>
                    <a:pt x="341630" y="10160"/>
                  </a:lnTo>
                  <a:close/>
                </a:path>
                <a:path w="342900" h="351789">
                  <a:moveTo>
                    <a:pt x="342900" y="6350"/>
                  </a:moveTo>
                  <a:lnTo>
                    <a:pt x="335280" y="6350"/>
                  </a:lnTo>
                  <a:lnTo>
                    <a:pt x="332740" y="8889"/>
                  </a:lnTo>
                  <a:lnTo>
                    <a:pt x="342900" y="8889"/>
                  </a:lnTo>
                  <a:lnTo>
                    <a:pt x="342900" y="6350"/>
                  </a:lnTo>
                  <a:close/>
                </a:path>
                <a:path w="342900" h="351789">
                  <a:moveTo>
                    <a:pt x="342900" y="3810"/>
                  </a:moveTo>
                  <a:lnTo>
                    <a:pt x="337820" y="3810"/>
                  </a:lnTo>
                  <a:lnTo>
                    <a:pt x="336550" y="5079"/>
                  </a:lnTo>
                  <a:lnTo>
                    <a:pt x="342900" y="5079"/>
                  </a:lnTo>
                  <a:lnTo>
                    <a:pt x="342900" y="3810"/>
                  </a:lnTo>
                  <a:close/>
                </a:path>
                <a:path w="342900" h="351789">
                  <a:moveTo>
                    <a:pt x="342900" y="0"/>
                  </a:moveTo>
                  <a:lnTo>
                    <a:pt x="341630" y="0"/>
                  </a:lnTo>
                  <a:lnTo>
                    <a:pt x="339090" y="2539"/>
                  </a:lnTo>
                  <a:lnTo>
                    <a:pt x="342900" y="2539"/>
                  </a:lnTo>
                  <a:lnTo>
                    <a:pt x="342900" y="0"/>
                  </a:lnTo>
                  <a:close/>
                </a:path>
                <a:path w="342900" h="351789">
                  <a:moveTo>
                    <a:pt x="2540" y="349250"/>
                  </a:moveTo>
                  <a:lnTo>
                    <a:pt x="0" y="349250"/>
                  </a:lnTo>
                  <a:lnTo>
                    <a:pt x="0" y="351790"/>
                  </a:lnTo>
                  <a:lnTo>
                    <a:pt x="2540" y="349250"/>
                  </a:lnTo>
                  <a:close/>
                </a:path>
                <a:path w="342900" h="351789">
                  <a:moveTo>
                    <a:pt x="5080" y="346710"/>
                  </a:moveTo>
                  <a:lnTo>
                    <a:pt x="0" y="346710"/>
                  </a:lnTo>
                  <a:lnTo>
                    <a:pt x="0" y="347980"/>
                  </a:lnTo>
                  <a:lnTo>
                    <a:pt x="3810" y="347980"/>
                  </a:lnTo>
                  <a:lnTo>
                    <a:pt x="5080" y="346710"/>
                  </a:lnTo>
                  <a:close/>
                </a:path>
                <a:path w="342900" h="351789">
                  <a:moveTo>
                    <a:pt x="8890" y="342900"/>
                  </a:moveTo>
                  <a:lnTo>
                    <a:pt x="0" y="342900"/>
                  </a:lnTo>
                  <a:lnTo>
                    <a:pt x="0" y="345440"/>
                  </a:lnTo>
                  <a:lnTo>
                    <a:pt x="6350" y="345440"/>
                  </a:lnTo>
                  <a:lnTo>
                    <a:pt x="8890" y="342900"/>
                  </a:lnTo>
                  <a:close/>
                </a:path>
                <a:path w="342900" h="351789">
                  <a:moveTo>
                    <a:pt x="11430" y="340360"/>
                  </a:moveTo>
                  <a:lnTo>
                    <a:pt x="1270" y="340360"/>
                  </a:lnTo>
                  <a:lnTo>
                    <a:pt x="0" y="341630"/>
                  </a:lnTo>
                  <a:lnTo>
                    <a:pt x="10160" y="341630"/>
                  </a:lnTo>
                  <a:lnTo>
                    <a:pt x="11430" y="340360"/>
                  </a:lnTo>
                  <a:close/>
                </a:path>
                <a:path w="342900" h="351789">
                  <a:moveTo>
                    <a:pt x="15240" y="336550"/>
                  </a:moveTo>
                  <a:lnTo>
                    <a:pt x="5080" y="336550"/>
                  </a:lnTo>
                  <a:lnTo>
                    <a:pt x="2539" y="339090"/>
                  </a:lnTo>
                  <a:lnTo>
                    <a:pt x="12700" y="339090"/>
                  </a:lnTo>
                  <a:lnTo>
                    <a:pt x="15240" y="336550"/>
                  </a:lnTo>
                  <a:close/>
                </a:path>
                <a:path w="342900" h="351789">
                  <a:moveTo>
                    <a:pt x="318769" y="33020"/>
                  </a:moveTo>
                  <a:lnTo>
                    <a:pt x="308610" y="33020"/>
                  </a:lnTo>
                  <a:lnTo>
                    <a:pt x="6349" y="335280"/>
                  </a:lnTo>
                  <a:lnTo>
                    <a:pt x="16510" y="335280"/>
                  </a:lnTo>
                  <a:lnTo>
                    <a:pt x="318769" y="33020"/>
                  </a:lnTo>
                  <a:close/>
                </a:path>
              </a:pathLst>
            </a:custGeom>
            <a:solidFill>
              <a:srgbClr val="D1C4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1334769" y="2898140"/>
              <a:ext cx="342900" cy="352425"/>
            </a:xfrm>
            <a:custGeom>
              <a:avLst/>
              <a:gdLst/>
              <a:ahLst/>
              <a:cxnLst/>
              <a:rect l="l" t="t" r="r" b="b"/>
              <a:pathLst>
                <a:path w="342900" h="352425">
                  <a:moveTo>
                    <a:pt x="333764" y="19050"/>
                  </a:moveTo>
                  <a:lnTo>
                    <a:pt x="322580" y="19050"/>
                  </a:lnTo>
                  <a:lnTo>
                    <a:pt x="321310" y="20319"/>
                  </a:lnTo>
                  <a:lnTo>
                    <a:pt x="332491" y="20319"/>
                  </a:lnTo>
                  <a:lnTo>
                    <a:pt x="333764" y="19050"/>
                  </a:lnTo>
                  <a:close/>
                </a:path>
                <a:path w="342900" h="352425">
                  <a:moveTo>
                    <a:pt x="337583" y="15239"/>
                  </a:moveTo>
                  <a:lnTo>
                    <a:pt x="326390" y="15239"/>
                  </a:lnTo>
                  <a:lnTo>
                    <a:pt x="323850" y="17779"/>
                  </a:lnTo>
                  <a:lnTo>
                    <a:pt x="335037" y="17779"/>
                  </a:lnTo>
                  <a:lnTo>
                    <a:pt x="337583" y="15239"/>
                  </a:lnTo>
                  <a:close/>
                </a:path>
                <a:path w="342900" h="352425">
                  <a:moveTo>
                    <a:pt x="340129" y="12700"/>
                  </a:moveTo>
                  <a:lnTo>
                    <a:pt x="328930" y="12700"/>
                  </a:lnTo>
                  <a:lnTo>
                    <a:pt x="327660" y="13969"/>
                  </a:lnTo>
                  <a:lnTo>
                    <a:pt x="338856" y="13969"/>
                  </a:lnTo>
                  <a:lnTo>
                    <a:pt x="340129" y="12700"/>
                  </a:lnTo>
                  <a:close/>
                </a:path>
                <a:path w="342900" h="352425">
                  <a:moveTo>
                    <a:pt x="342900" y="8889"/>
                  </a:moveTo>
                  <a:lnTo>
                    <a:pt x="332740" y="8889"/>
                  </a:lnTo>
                  <a:lnTo>
                    <a:pt x="330200" y="11429"/>
                  </a:lnTo>
                  <a:lnTo>
                    <a:pt x="341403" y="11429"/>
                  </a:lnTo>
                  <a:lnTo>
                    <a:pt x="342900" y="9936"/>
                  </a:lnTo>
                  <a:lnTo>
                    <a:pt x="342900" y="8889"/>
                  </a:lnTo>
                  <a:close/>
                </a:path>
                <a:path w="342900" h="352425">
                  <a:moveTo>
                    <a:pt x="342900" y="6350"/>
                  </a:moveTo>
                  <a:lnTo>
                    <a:pt x="335280" y="6350"/>
                  </a:lnTo>
                  <a:lnTo>
                    <a:pt x="334010" y="7619"/>
                  </a:lnTo>
                  <a:lnTo>
                    <a:pt x="342900" y="7619"/>
                  </a:lnTo>
                  <a:lnTo>
                    <a:pt x="342900" y="6350"/>
                  </a:lnTo>
                  <a:close/>
                </a:path>
                <a:path w="342900" h="352425">
                  <a:moveTo>
                    <a:pt x="342900" y="2539"/>
                  </a:moveTo>
                  <a:lnTo>
                    <a:pt x="339090" y="2539"/>
                  </a:lnTo>
                  <a:lnTo>
                    <a:pt x="336550" y="5079"/>
                  </a:lnTo>
                  <a:lnTo>
                    <a:pt x="342900" y="5079"/>
                  </a:lnTo>
                  <a:lnTo>
                    <a:pt x="342900" y="2539"/>
                  </a:lnTo>
                  <a:close/>
                </a:path>
                <a:path w="342900" h="352425">
                  <a:moveTo>
                    <a:pt x="342900" y="0"/>
                  </a:moveTo>
                  <a:lnTo>
                    <a:pt x="341630" y="0"/>
                  </a:lnTo>
                  <a:lnTo>
                    <a:pt x="340360" y="1269"/>
                  </a:lnTo>
                  <a:lnTo>
                    <a:pt x="342900" y="1269"/>
                  </a:lnTo>
                  <a:lnTo>
                    <a:pt x="342900" y="0"/>
                  </a:lnTo>
                  <a:close/>
                </a:path>
                <a:path w="342900" h="352425">
                  <a:moveTo>
                    <a:pt x="198" y="351789"/>
                  </a:moveTo>
                  <a:lnTo>
                    <a:pt x="0" y="351789"/>
                  </a:lnTo>
                  <a:lnTo>
                    <a:pt x="0" y="351988"/>
                  </a:lnTo>
                  <a:lnTo>
                    <a:pt x="198" y="351789"/>
                  </a:lnTo>
                  <a:close/>
                </a:path>
                <a:path w="342900" h="352425">
                  <a:moveTo>
                    <a:pt x="2744" y="349250"/>
                  </a:moveTo>
                  <a:lnTo>
                    <a:pt x="0" y="349250"/>
                  </a:lnTo>
                  <a:lnTo>
                    <a:pt x="0" y="350520"/>
                  </a:lnTo>
                  <a:lnTo>
                    <a:pt x="1471" y="350520"/>
                  </a:lnTo>
                  <a:lnTo>
                    <a:pt x="2744" y="349250"/>
                  </a:lnTo>
                  <a:close/>
                </a:path>
                <a:path w="342900" h="352425">
                  <a:moveTo>
                    <a:pt x="6564" y="345439"/>
                  </a:moveTo>
                  <a:lnTo>
                    <a:pt x="0" y="345439"/>
                  </a:lnTo>
                  <a:lnTo>
                    <a:pt x="0" y="347980"/>
                  </a:lnTo>
                  <a:lnTo>
                    <a:pt x="4017" y="347980"/>
                  </a:lnTo>
                  <a:lnTo>
                    <a:pt x="6564" y="345439"/>
                  </a:lnTo>
                  <a:close/>
                </a:path>
                <a:path w="342900" h="352425">
                  <a:moveTo>
                    <a:pt x="9110" y="342900"/>
                  </a:moveTo>
                  <a:lnTo>
                    <a:pt x="0" y="342900"/>
                  </a:lnTo>
                  <a:lnTo>
                    <a:pt x="0" y="344170"/>
                  </a:lnTo>
                  <a:lnTo>
                    <a:pt x="7837" y="344170"/>
                  </a:lnTo>
                  <a:lnTo>
                    <a:pt x="9110" y="342900"/>
                  </a:lnTo>
                  <a:close/>
                </a:path>
                <a:path w="342900" h="352425">
                  <a:moveTo>
                    <a:pt x="12930" y="339089"/>
                  </a:moveTo>
                  <a:lnTo>
                    <a:pt x="2540" y="339089"/>
                  </a:lnTo>
                  <a:lnTo>
                    <a:pt x="0" y="341630"/>
                  </a:lnTo>
                  <a:lnTo>
                    <a:pt x="10383" y="341630"/>
                  </a:lnTo>
                  <a:lnTo>
                    <a:pt x="12930" y="339089"/>
                  </a:lnTo>
                  <a:close/>
                </a:path>
                <a:path w="342900" h="352425">
                  <a:moveTo>
                    <a:pt x="15476" y="336550"/>
                  </a:moveTo>
                  <a:lnTo>
                    <a:pt x="5080" y="336550"/>
                  </a:lnTo>
                  <a:lnTo>
                    <a:pt x="3810" y="337820"/>
                  </a:lnTo>
                  <a:lnTo>
                    <a:pt x="14203" y="337820"/>
                  </a:lnTo>
                  <a:lnTo>
                    <a:pt x="15476" y="336550"/>
                  </a:lnTo>
                  <a:close/>
                </a:path>
                <a:path w="342900" h="352425">
                  <a:moveTo>
                    <a:pt x="19295" y="332739"/>
                  </a:moveTo>
                  <a:lnTo>
                    <a:pt x="8890" y="332739"/>
                  </a:lnTo>
                  <a:lnTo>
                    <a:pt x="6350" y="335280"/>
                  </a:lnTo>
                  <a:lnTo>
                    <a:pt x="16749" y="335280"/>
                  </a:lnTo>
                  <a:lnTo>
                    <a:pt x="19295" y="332739"/>
                  </a:lnTo>
                  <a:close/>
                </a:path>
                <a:path w="342900" h="352425">
                  <a:moveTo>
                    <a:pt x="21842" y="330200"/>
                  </a:moveTo>
                  <a:lnTo>
                    <a:pt x="11430" y="330200"/>
                  </a:lnTo>
                  <a:lnTo>
                    <a:pt x="10160" y="331470"/>
                  </a:lnTo>
                  <a:lnTo>
                    <a:pt x="20568" y="331470"/>
                  </a:lnTo>
                  <a:lnTo>
                    <a:pt x="21842" y="330200"/>
                  </a:lnTo>
                  <a:close/>
                </a:path>
                <a:path w="342900" h="352425">
                  <a:moveTo>
                    <a:pt x="25661" y="326389"/>
                  </a:moveTo>
                  <a:lnTo>
                    <a:pt x="15240" y="326389"/>
                  </a:lnTo>
                  <a:lnTo>
                    <a:pt x="12700" y="328930"/>
                  </a:lnTo>
                  <a:lnTo>
                    <a:pt x="23115" y="328930"/>
                  </a:lnTo>
                  <a:lnTo>
                    <a:pt x="25661" y="326389"/>
                  </a:lnTo>
                  <a:close/>
                </a:path>
                <a:path w="342900" h="352425">
                  <a:moveTo>
                    <a:pt x="329944" y="22860"/>
                  </a:moveTo>
                  <a:lnTo>
                    <a:pt x="318769" y="22860"/>
                  </a:lnTo>
                  <a:lnTo>
                    <a:pt x="16510" y="325120"/>
                  </a:lnTo>
                  <a:lnTo>
                    <a:pt x="26934" y="325120"/>
                  </a:lnTo>
                  <a:lnTo>
                    <a:pt x="329944" y="22860"/>
                  </a:lnTo>
                  <a:close/>
                </a:path>
              </a:pathLst>
            </a:custGeom>
            <a:solidFill>
              <a:srgbClr val="D2C5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1334769" y="2908076"/>
              <a:ext cx="342900" cy="353695"/>
            </a:xfrm>
            <a:custGeom>
              <a:avLst/>
              <a:gdLst/>
              <a:ahLst/>
              <a:cxnLst/>
              <a:rect l="l" t="t" r="r" b="b"/>
              <a:pathLst>
                <a:path w="342900" h="353695">
                  <a:moveTo>
                    <a:pt x="342900" y="9113"/>
                  </a:moveTo>
                  <a:lnTo>
                    <a:pt x="333764" y="9113"/>
                  </a:lnTo>
                  <a:lnTo>
                    <a:pt x="332491" y="10383"/>
                  </a:lnTo>
                  <a:lnTo>
                    <a:pt x="342900" y="10383"/>
                  </a:lnTo>
                  <a:lnTo>
                    <a:pt x="342900" y="9113"/>
                  </a:lnTo>
                  <a:close/>
                </a:path>
                <a:path w="342900" h="353695">
                  <a:moveTo>
                    <a:pt x="342900" y="5303"/>
                  </a:moveTo>
                  <a:lnTo>
                    <a:pt x="337583" y="5303"/>
                  </a:lnTo>
                  <a:lnTo>
                    <a:pt x="335037" y="7843"/>
                  </a:lnTo>
                  <a:lnTo>
                    <a:pt x="342900" y="7843"/>
                  </a:lnTo>
                  <a:lnTo>
                    <a:pt x="342900" y="5303"/>
                  </a:lnTo>
                  <a:close/>
                </a:path>
                <a:path w="342900" h="353695">
                  <a:moveTo>
                    <a:pt x="342900" y="2763"/>
                  </a:moveTo>
                  <a:lnTo>
                    <a:pt x="340129" y="2763"/>
                  </a:lnTo>
                  <a:lnTo>
                    <a:pt x="338856" y="4033"/>
                  </a:lnTo>
                  <a:lnTo>
                    <a:pt x="342900" y="4033"/>
                  </a:lnTo>
                  <a:lnTo>
                    <a:pt x="342900" y="2763"/>
                  </a:lnTo>
                  <a:close/>
                </a:path>
                <a:path w="342900" h="353695">
                  <a:moveTo>
                    <a:pt x="342900" y="0"/>
                  </a:moveTo>
                  <a:lnTo>
                    <a:pt x="341403" y="1493"/>
                  </a:lnTo>
                  <a:lnTo>
                    <a:pt x="342900" y="1493"/>
                  </a:lnTo>
                  <a:lnTo>
                    <a:pt x="342900" y="0"/>
                  </a:lnTo>
                  <a:close/>
                </a:path>
                <a:path w="342900" h="353695">
                  <a:moveTo>
                    <a:pt x="2351" y="352013"/>
                  </a:moveTo>
                  <a:lnTo>
                    <a:pt x="0" y="352013"/>
                  </a:lnTo>
                  <a:lnTo>
                    <a:pt x="0" y="353283"/>
                  </a:lnTo>
                  <a:lnTo>
                    <a:pt x="1084" y="353283"/>
                  </a:lnTo>
                  <a:lnTo>
                    <a:pt x="2351" y="352013"/>
                  </a:lnTo>
                  <a:close/>
                </a:path>
                <a:path w="342900" h="353695">
                  <a:moveTo>
                    <a:pt x="6151" y="348203"/>
                  </a:moveTo>
                  <a:lnTo>
                    <a:pt x="0" y="348203"/>
                  </a:lnTo>
                  <a:lnTo>
                    <a:pt x="0" y="350743"/>
                  </a:lnTo>
                  <a:lnTo>
                    <a:pt x="3618" y="350743"/>
                  </a:lnTo>
                  <a:lnTo>
                    <a:pt x="6151" y="348203"/>
                  </a:lnTo>
                  <a:close/>
                </a:path>
                <a:path w="342900" h="353695">
                  <a:moveTo>
                    <a:pt x="8685" y="345663"/>
                  </a:moveTo>
                  <a:lnTo>
                    <a:pt x="0" y="345663"/>
                  </a:lnTo>
                  <a:lnTo>
                    <a:pt x="0" y="346933"/>
                  </a:lnTo>
                  <a:lnTo>
                    <a:pt x="7418" y="346933"/>
                  </a:lnTo>
                  <a:lnTo>
                    <a:pt x="8685" y="345663"/>
                  </a:lnTo>
                  <a:close/>
                </a:path>
                <a:path w="342900" h="353695">
                  <a:moveTo>
                    <a:pt x="12486" y="341853"/>
                  </a:moveTo>
                  <a:lnTo>
                    <a:pt x="198" y="341853"/>
                  </a:lnTo>
                  <a:lnTo>
                    <a:pt x="0" y="342051"/>
                  </a:lnTo>
                  <a:lnTo>
                    <a:pt x="0" y="344393"/>
                  </a:lnTo>
                  <a:lnTo>
                    <a:pt x="9952" y="344393"/>
                  </a:lnTo>
                  <a:lnTo>
                    <a:pt x="12486" y="341853"/>
                  </a:lnTo>
                  <a:close/>
                </a:path>
                <a:path w="342900" h="353695">
                  <a:moveTo>
                    <a:pt x="15019" y="339313"/>
                  </a:moveTo>
                  <a:lnTo>
                    <a:pt x="2744" y="339313"/>
                  </a:lnTo>
                  <a:lnTo>
                    <a:pt x="1471" y="340583"/>
                  </a:lnTo>
                  <a:lnTo>
                    <a:pt x="13753" y="340583"/>
                  </a:lnTo>
                  <a:lnTo>
                    <a:pt x="15019" y="339313"/>
                  </a:lnTo>
                  <a:close/>
                </a:path>
                <a:path w="342900" h="353695">
                  <a:moveTo>
                    <a:pt x="18820" y="335503"/>
                  </a:moveTo>
                  <a:lnTo>
                    <a:pt x="6564" y="335503"/>
                  </a:lnTo>
                  <a:lnTo>
                    <a:pt x="4017" y="338043"/>
                  </a:lnTo>
                  <a:lnTo>
                    <a:pt x="16286" y="338043"/>
                  </a:lnTo>
                  <a:lnTo>
                    <a:pt x="18820" y="335503"/>
                  </a:lnTo>
                  <a:close/>
                </a:path>
                <a:path w="342900" h="353695">
                  <a:moveTo>
                    <a:pt x="21354" y="332963"/>
                  </a:moveTo>
                  <a:lnTo>
                    <a:pt x="9110" y="332963"/>
                  </a:lnTo>
                  <a:lnTo>
                    <a:pt x="7837" y="334233"/>
                  </a:lnTo>
                  <a:lnTo>
                    <a:pt x="20087" y="334233"/>
                  </a:lnTo>
                  <a:lnTo>
                    <a:pt x="21354" y="332963"/>
                  </a:lnTo>
                  <a:close/>
                </a:path>
                <a:path w="342900" h="353695">
                  <a:moveTo>
                    <a:pt x="25154" y="329153"/>
                  </a:moveTo>
                  <a:lnTo>
                    <a:pt x="12930" y="329153"/>
                  </a:lnTo>
                  <a:lnTo>
                    <a:pt x="10383" y="331693"/>
                  </a:lnTo>
                  <a:lnTo>
                    <a:pt x="22621" y="331693"/>
                  </a:lnTo>
                  <a:lnTo>
                    <a:pt x="25154" y="329153"/>
                  </a:lnTo>
                  <a:close/>
                </a:path>
                <a:path w="342900" h="353695">
                  <a:moveTo>
                    <a:pt x="27688" y="326613"/>
                  </a:moveTo>
                  <a:lnTo>
                    <a:pt x="15476" y="326613"/>
                  </a:lnTo>
                  <a:lnTo>
                    <a:pt x="14203" y="327883"/>
                  </a:lnTo>
                  <a:lnTo>
                    <a:pt x="26421" y="327883"/>
                  </a:lnTo>
                  <a:lnTo>
                    <a:pt x="27688" y="326613"/>
                  </a:lnTo>
                  <a:close/>
                </a:path>
                <a:path w="342900" h="353695">
                  <a:moveTo>
                    <a:pt x="31489" y="322803"/>
                  </a:moveTo>
                  <a:lnTo>
                    <a:pt x="19295" y="322803"/>
                  </a:lnTo>
                  <a:lnTo>
                    <a:pt x="16749" y="325343"/>
                  </a:lnTo>
                  <a:lnTo>
                    <a:pt x="28955" y="325343"/>
                  </a:lnTo>
                  <a:lnTo>
                    <a:pt x="31489" y="322803"/>
                  </a:lnTo>
                  <a:close/>
                </a:path>
                <a:path w="342900" h="353695">
                  <a:moveTo>
                    <a:pt x="34022" y="320263"/>
                  </a:moveTo>
                  <a:lnTo>
                    <a:pt x="21842" y="320263"/>
                  </a:lnTo>
                  <a:lnTo>
                    <a:pt x="20568" y="321533"/>
                  </a:lnTo>
                  <a:lnTo>
                    <a:pt x="32755" y="321533"/>
                  </a:lnTo>
                  <a:lnTo>
                    <a:pt x="34022" y="320263"/>
                  </a:lnTo>
                  <a:close/>
                </a:path>
                <a:path w="342900" h="353695">
                  <a:moveTo>
                    <a:pt x="37823" y="316453"/>
                  </a:moveTo>
                  <a:lnTo>
                    <a:pt x="25661" y="316453"/>
                  </a:lnTo>
                  <a:lnTo>
                    <a:pt x="23115" y="318993"/>
                  </a:lnTo>
                  <a:lnTo>
                    <a:pt x="35289" y="318993"/>
                  </a:lnTo>
                  <a:lnTo>
                    <a:pt x="37823" y="316453"/>
                  </a:lnTo>
                  <a:close/>
                </a:path>
                <a:path w="342900" h="353695">
                  <a:moveTo>
                    <a:pt x="340602" y="12923"/>
                  </a:moveTo>
                  <a:lnTo>
                    <a:pt x="329944" y="12923"/>
                  </a:lnTo>
                  <a:lnTo>
                    <a:pt x="26934" y="315183"/>
                  </a:lnTo>
                  <a:lnTo>
                    <a:pt x="39090" y="315183"/>
                  </a:lnTo>
                  <a:lnTo>
                    <a:pt x="340602" y="12923"/>
                  </a:lnTo>
                  <a:close/>
                </a:path>
              </a:pathLst>
            </a:custGeom>
            <a:solidFill>
              <a:srgbClr val="D2C5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1334769" y="2921000"/>
              <a:ext cx="342900" cy="350520"/>
            </a:xfrm>
            <a:custGeom>
              <a:avLst/>
              <a:gdLst/>
              <a:ahLst/>
              <a:cxnLst/>
              <a:rect l="l" t="t" r="r" b="b"/>
              <a:pathLst>
                <a:path w="342900" h="350520">
                  <a:moveTo>
                    <a:pt x="3810" y="347979"/>
                  </a:moveTo>
                  <a:lnTo>
                    <a:pt x="0" y="347979"/>
                  </a:lnTo>
                  <a:lnTo>
                    <a:pt x="0" y="350520"/>
                  </a:lnTo>
                  <a:lnTo>
                    <a:pt x="1270" y="350520"/>
                  </a:lnTo>
                  <a:lnTo>
                    <a:pt x="3810" y="347979"/>
                  </a:lnTo>
                  <a:close/>
                </a:path>
                <a:path w="342900" h="350520">
                  <a:moveTo>
                    <a:pt x="6350" y="345439"/>
                  </a:moveTo>
                  <a:lnTo>
                    <a:pt x="0" y="345439"/>
                  </a:lnTo>
                  <a:lnTo>
                    <a:pt x="0" y="346710"/>
                  </a:lnTo>
                  <a:lnTo>
                    <a:pt x="5080" y="346710"/>
                  </a:lnTo>
                  <a:lnTo>
                    <a:pt x="6350" y="345439"/>
                  </a:lnTo>
                  <a:close/>
                </a:path>
                <a:path w="342900" h="350520">
                  <a:moveTo>
                    <a:pt x="10160" y="341629"/>
                  </a:moveTo>
                  <a:lnTo>
                    <a:pt x="0" y="341629"/>
                  </a:lnTo>
                  <a:lnTo>
                    <a:pt x="0" y="344170"/>
                  </a:lnTo>
                  <a:lnTo>
                    <a:pt x="7620" y="344170"/>
                  </a:lnTo>
                  <a:lnTo>
                    <a:pt x="10160" y="341629"/>
                  </a:lnTo>
                  <a:close/>
                </a:path>
                <a:path w="342900" h="350520">
                  <a:moveTo>
                    <a:pt x="12700" y="339089"/>
                  </a:moveTo>
                  <a:lnTo>
                    <a:pt x="2351" y="339089"/>
                  </a:lnTo>
                  <a:lnTo>
                    <a:pt x="1084" y="340360"/>
                  </a:lnTo>
                  <a:lnTo>
                    <a:pt x="11430" y="340360"/>
                  </a:lnTo>
                  <a:lnTo>
                    <a:pt x="12700" y="339089"/>
                  </a:lnTo>
                  <a:close/>
                </a:path>
                <a:path w="342900" h="350520">
                  <a:moveTo>
                    <a:pt x="16510" y="335279"/>
                  </a:moveTo>
                  <a:lnTo>
                    <a:pt x="6151" y="335279"/>
                  </a:lnTo>
                  <a:lnTo>
                    <a:pt x="3618" y="337820"/>
                  </a:lnTo>
                  <a:lnTo>
                    <a:pt x="13969" y="337820"/>
                  </a:lnTo>
                  <a:lnTo>
                    <a:pt x="16510" y="335279"/>
                  </a:lnTo>
                  <a:close/>
                </a:path>
                <a:path w="342900" h="350520">
                  <a:moveTo>
                    <a:pt x="19050" y="332739"/>
                  </a:moveTo>
                  <a:lnTo>
                    <a:pt x="8685" y="332739"/>
                  </a:lnTo>
                  <a:lnTo>
                    <a:pt x="7418" y="334010"/>
                  </a:lnTo>
                  <a:lnTo>
                    <a:pt x="17780" y="334010"/>
                  </a:lnTo>
                  <a:lnTo>
                    <a:pt x="19050" y="332739"/>
                  </a:lnTo>
                  <a:close/>
                </a:path>
                <a:path w="342900" h="350520">
                  <a:moveTo>
                    <a:pt x="22860" y="328929"/>
                  </a:moveTo>
                  <a:lnTo>
                    <a:pt x="12486" y="328929"/>
                  </a:lnTo>
                  <a:lnTo>
                    <a:pt x="9952" y="331470"/>
                  </a:lnTo>
                  <a:lnTo>
                    <a:pt x="20320" y="331470"/>
                  </a:lnTo>
                  <a:lnTo>
                    <a:pt x="22860" y="328929"/>
                  </a:lnTo>
                  <a:close/>
                </a:path>
                <a:path w="342900" h="350520">
                  <a:moveTo>
                    <a:pt x="25400" y="326389"/>
                  </a:moveTo>
                  <a:lnTo>
                    <a:pt x="15019" y="326389"/>
                  </a:lnTo>
                  <a:lnTo>
                    <a:pt x="13753" y="327660"/>
                  </a:lnTo>
                  <a:lnTo>
                    <a:pt x="24130" y="327660"/>
                  </a:lnTo>
                  <a:lnTo>
                    <a:pt x="25400" y="326389"/>
                  </a:lnTo>
                  <a:close/>
                </a:path>
                <a:path w="342900" h="350520">
                  <a:moveTo>
                    <a:pt x="29210" y="322579"/>
                  </a:moveTo>
                  <a:lnTo>
                    <a:pt x="18820" y="322579"/>
                  </a:lnTo>
                  <a:lnTo>
                    <a:pt x="16286" y="325120"/>
                  </a:lnTo>
                  <a:lnTo>
                    <a:pt x="26670" y="325120"/>
                  </a:lnTo>
                  <a:lnTo>
                    <a:pt x="29210" y="322579"/>
                  </a:lnTo>
                  <a:close/>
                </a:path>
                <a:path w="342900" h="350520">
                  <a:moveTo>
                    <a:pt x="31750" y="320039"/>
                  </a:moveTo>
                  <a:lnTo>
                    <a:pt x="21354" y="320039"/>
                  </a:lnTo>
                  <a:lnTo>
                    <a:pt x="20087" y="321310"/>
                  </a:lnTo>
                  <a:lnTo>
                    <a:pt x="30480" y="321310"/>
                  </a:lnTo>
                  <a:lnTo>
                    <a:pt x="31750" y="320039"/>
                  </a:lnTo>
                  <a:close/>
                </a:path>
                <a:path w="342900" h="350520">
                  <a:moveTo>
                    <a:pt x="35560" y="316229"/>
                  </a:moveTo>
                  <a:lnTo>
                    <a:pt x="25154" y="316229"/>
                  </a:lnTo>
                  <a:lnTo>
                    <a:pt x="22621" y="318770"/>
                  </a:lnTo>
                  <a:lnTo>
                    <a:pt x="33020" y="318770"/>
                  </a:lnTo>
                  <a:lnTo>
                    <a:pt x="35560" y="316229"/>
                  </a:lnTo>
                  <a:close/>
                </a:path>
                <a:path w="342900" h="350520">
                  <a:moveTo>
                    <a:pt x="38100" y="313689"/>
                  </a:moveTo>
                  <a:lnTo>
                    <a:pt x="27688" y="313689"/>
                  </a:lnTo>
                  <a:lnTo>
                    <a:pt x="26421" y="314960"/>
                  </a:lnTo>
                  <a:lnTo>
                    <a:pt x="36830" y="314960"/>
                  </a:lnTo>
                  <a:lnTo>
                    <a:pt x="38100" y="313689"/>
                  </a:lnTo>
                  <a:close/>
                </a:path>
                <a:path w="342900" h="350520">
                  <a:moveTo>
                    <a:pt x="41910" y="309879"/>
                  </a:moveTo>
                  <a:lnTo>
                    <a:pt x="31489" y="309879"/>
                  </a:lnTo>
                  <a:lnTo>
                    <a:pt x="28955" y="312420"/>
                  </a:lnTo>
                  <a:lnTo>
                    <a:pt x="39370" y="312420"/>
                  </a:lnTo>
                  <a:lnTo>
                    <a:pt x="41910" y="309879"/>
                  </a:lnTo>
                  <a:close/>
                </a:path>
                <a:path w="342900" h="350520">
                  <a:moveTo>
                    <a:pt x="44450" y="307339"/>
                  </a:moveTo>
                  <a:lnTo>
                    <a:pt x="34022" y="307339"/>
                  </a:lnTo>
                  <a:lnTo>
                    <a:pt x="32755" y="308610"/>
                  </a:lnTo>
                  <a:lnTo>
                    <a:pt x="43180" y="308610"/>
                  </a:lnTo>
                  <a:lnTo>
                    <a:pt x="44450" y="307339"/>
                  </a:lnTo>
                  <a:close/>
                </a:path>
                <a:path w="342900" h="350520">
                  <a:moveTo>
                    <a:pt x="48260" y="303529"/>
                  </a:moveTo>
                  <a:lnTo>
                    <a:pt x="37823" y="303529"/>
                  </a:lnTo>
                  <a:lnTo>
                    <a:pt x="35289" y="306070"/>
                  </a:lnTo>
                  <a:lnTo>
                    <a:pt x="45720" y="306070"/>
                  </a:lnTo>
                  <a:lnTo>
                    <a:pt x="48260" y="303529"/>
                  </a:lnTo>
                  <a:close/>
                </a:path>
                <a:path w="342900" h="350520">
                  <a:moveTo>
                    <a:pt x="342900" y="0"/>
                  </a:moveTo>
                  <a:lnTo>
                    <a:pt x="340602" y="0"/>
                  </a:lnTo>
                  <a:lnTo>
                    <a:pt x="39090" y="302260"/>
                  </a:lnTo>
                  <a:lnTo>
                    <a:pt x="49530" y="302260"/>
                  </a:lnTo>
                  <a:lnTo>
                    <a:pt x="342900" y="8890"/>
                  </a:lnTo>
                  <a:lnTo>
                    <a:pt x="342900" y="0"/>
                  </a:lnTo>
                  <a:close/>
                </a:path>
              </a:pathLst>
            </a:custGeom>
            <a:solidFill>
              <a:srgbClr val="D3C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1334769" y="2929890"/>
              <a:ext cx="342900" cy="353060"/>
            </a:xfrm>
            <a:custGeom>
              <a:avLst/>
              <a:gdLst/>
              <a:ahLst/>
              <a:cxnLst/>
              <a:rect l="l" t="t" r="r" b="b"/>
              <a:pathLst>
                <a:path w="342900" h="353060">
                  <a:moveTo>
                    <a:pt x="1270" y="351789"/>
                  </a:moveTo>
                  <a:lnTo>
                    <a:pt x="0" y="351789"/>
                  </a:lnTo>
                  <a:lnTo>
                    <a:pt x="0" y="353059"/>
                  </a:lnTo>
                  <a:lnTo>
                    <a:pt x="1270" y="351789"/>
                  </a:lnTo>
                  <a:close/>
                </a:path>
                <a:path w="342900" h="353060">
                  <a:moveTo>
                    <a:pt x="3810" y="349249"/>
                  </a:moveTo>
                  <a:lnTo>
                    <a:pt x="0" y="349249"/>
                  </a:lnTo>
                  <a:lnTo>
                    <a:pt x="0" y="350519"/>
                  </a:lnTo>
                  <a:lnTo>
                    <a:pt x="2539" y="350519"/>
                  </a:lnTo>
                  <a:lnTo>
                    <a:pt x="3810" y="349249"/>
                  </a:lnTo>
                  <a:close/>
                </a:path>
                <a:path w="342900" h="353060">
                  <a:moveTo>
                    <a:pt x="7620" y="345439"/>
                  </a:moveTo>
                  <a:lnTo>
                    <a:pt x="0" y="345439"/>
                  </a:lnTo>
                  <a:lnTo>
                    <a:pt x="0" y="347979"/>
                  </a:lnTo>
                  <a:lnTo>
                    <a:pt x="5079" y="347979"/>
                  </a:lnTo>
                  <a:lnTo>
                    <a:pt x="7620" y="345439"/>
                  </a:lnTo>
                  <a:close/>
                </a:path>
                <a:path w="342900" h="353060">
                  <a:moveTo>
                    <a:pt x="10160" y="342899"/>
                  </a:moveTo>
                  <a:lnTo>
                    <a:pt x="0" y="342899"/>
                  </a:lnTo>
                  <a:lnTo>
                    <a:pt x="0" y="344169"/>
                  </a:lnTo>
                  <a:lnTo>
                    <a:pt x="8889" y="344169"/>
                  </a:lnTo>
                  <a:lnTo>
                    <a:pt x="10160" y="342899"/>
                  </a:lnTo>
                  <a:close/>
                </a:path>
                <a:path w="342900" h="353060">
                  <a:moveTo>
                    <a:pt x="13970" y="339089"/>
                  </a:moveTo>
                  <a:lnTo>
                    <a:pt x="3810" y="339089"/>
                  </a:lnTo>
                  <a:lnTo>
                    <a:pt x="1270" y="341629"/>
                  </a:lnTo>
                  <a:lnTo>
                    <a:pt x="11429" y="341629"/>
                  </a:lnTo>
                  <a:lnTo>
                    <a:pt x="13970" y="339089"/>
                  </a:lnTo>
                  <a:close/>
                </a:path>
                <a:path w="342900" h="353060">
                  <a:moveTo>
                    <a:pt x="16510" y="336549"/>
                  </a:moveTo>
                  <a:lnTo>
                    <a:pt x="6350" y="336549"/>
                  </a:lnTo>
                  <a:lnTo>
                    <a:pt x="5080" y="337819"/>
                  </a:lnTo>
                  <a:lnTo>
                    <a:pt x="15239" y="337819"/>
                  </a:lnTo>
                  <a:lnTo>
                    <a:pt x="16510" y="336549"/>
                  </a:lnTo>
                  <a:close/>
                </a:path>
                <a:path w="342900" h="353060">
                  <a:moveTo>
                    <a:pt x="20320" y="332739"/>
                  </a:moveTo>
                  <a:lnTo>
                    <a:pt x="10160" y="332739"/>
                  </a:lnTo>
                  <a:lnTo>
                    <a:pt x="7620" y="335279"/>
                  </a:lnTo>
                  <a:lnTo>
                    <a:pt x="17779" y="335279"/>
                  </a:lnTo>
                  <a:lnTo>
                    <a:pt x="20320" y="332739"/>
                  </a:lnTo>
                  <a:close/>
                </a:path>
                <a:path w="342900" h="353060">
                  <a:moveTo>
                    <a:pt x="22860" y="330199"/>
                  </a:moveTo>
                  <a:lnTo>
                    <a:pt x="12700" y="330199"/>
                  </a:lnTo>
                  <a:lnTo>
                    <a:pt x="11430" y="331469"/>
                  </a:lnTo>
                  <a:lnTo>
                    <a:pt x="21589" y="331469"/>
                  </a:lnTo>
                  <a:lnTo>
                    <a:pt x="22860" y="330199"/>
                  </a:lnTo>
                  <a:close/>
                </a:path>
                <a:path w="342900" h="353060">
                  <a:moveTo>
                    <a:pt x="26670" y="326389"/>
                  </a:moveTo>
                  <a:lnTo>
                    <a:pt x="16510" y="326389"/>
                  </a:lnTo>
                  <a:lnTo>
                    <a:pt x="13970" y="328929"/>
                  </a:lnTo>
                  <a:lnTo>
                    <a:pt x="24129" y="328929"/>
                  </a:lnTo>
                  <a:lnTo>
                    <a:pt x="26670" y="326389"/>
                  </a:lnTo>
                  <a:close/>
                </a:path>
                <a:path w="342900" h="353060">
                  <a:moveTo>
                    <a:pt x="29210" y="323849"/>
                  </a:moveTo>
                  <a:lnTo>
                    <a:pt x="19050" y="323849"/>
                  </a:lnTo>
                  <a:lnTo>
                    <a:pt x="17780" y="325119"/>
                  </a:lnTo>
                  <a:lnTo>
                    <a:pt x="27939" y="325119"/>
                  </a:lnTo>
                  <a:lnTo>
                    <a:pt x="29210" y="323849"/>
                  </a:lnTo>
                  <a:close/>
                </a:path>
                <a:path w="342900" h="353060">
                  <a:moveTo>
                    <a:pt x="33020" y="320039"/>
                  </a:moveTo>
                  <a:lnTo>
                    <a:pt x="22860" y="320039"/>
                  </a:lnTo>
                  <a:lnTo>
                    <a:pt x="20320" y="322579"/>
                  </a:lnTo>
                  <a:lnTo>
                    <a:pt x="30479" y="322579"/>
                  </a:lnTo>
                  <a:lnTo>
                    <a:pt x="33020" y="320039"/>
                  </a:lnTo>
                  <a:close/>
                </a:path>
                <a:path w="342900" h="353060">
                  <a:moveTo>
                    <a:pt x="35560" y="317499"/>
                  </a:moveTo>
                  <a:lnTo>
                    <a:pt x="25400" y="317499"/>
                  </a:lnTo>
                  <a:lnTo>
                    <a:pt x="24130" y="318769"/>
                  </a:lnTo>
                  <a:lnTo>
                    <a:pt x="34289" y="318769"/>
                  </a:lnTo>
                  <a:lnTo>
                    <a:pt x="35560" y="317499"/>
                  </a:lnTo>
                  <a:close/>
                </a:path>
                <a:path w="342900" h="353060">
                  <a:moveTo>
                    <a:pt x="39370" y="313689"/>
                  </a:moveTo>
                  <a:lnTo>
                    <a:pt x="29210" y="313689"/>
                  </a:lnTo>
                  <a:lnTo>
                    <a:pt x="26670" y="316229"/>
                  </a:lnTo>
                  <a:lnTo>
                    <a:pt x="36829" y="316229"/>
                  </a:lnTo>
                  <a:lnTo>
                    <a:pt x="39370" y="313689"/>
                  </a:lnTo>
                  <a:close/>
                </a:path>
                <a:path w="342900" h="353060">
                  <a:moveTo>
                    <a:pt x="41910" y="311149"/>
                  </a:moveTo>
                  <a:lnTo>
                    <a:pt x="31750" y="311149"/>
                  </a:lnTo>
                  <a:lnTo>
                    <a:pt x="30480" y="312419"/>
                  </a:lnTo>
                  <a:lnTo>
                    <a:pt x="40639" y="312419"/>
                  </a:lnTo>
                  <a:lnTo>
                    <a:pt x="41910" y="311149"/>
                  </a:lnTo>
                  <a:close/>
                </a:path>
                <a:path w="342900" h="353060">
                  <a:moveTo>
                    <a:pt x="45720" y="307339"/>
                  </a:moveTo>
                  <a:lnTo>
                    <a:pt x="35560" y="307339"/>
                  </a:lnTo>
                  <a:lnTo>
                    <a:pt x="33020" y="309879"/>
                  </a:lnTo>
                  <a:lnTo>
                    <a:pt x="43179" y="309879"/>
                  </a:lnTo>
                  <a:lnTo>
                    <a:pt x="45720" y="307339"/>
                  </a:lnTo>
                  <a:close/>
                </a:path>
                <a:path w="342900" h="353060">
                  <a:moveTo>
                    <a:pt x="48260" y="304799"/>
                  </a:moveTo>
                  <a:lnTo>
                    <a:pt x="38100" y="304799"/>
                  </a:lnTo>
                  <a:lnTo>
                    <a:pt x="36830" y="306069"/>
                  </a:lnTo>
                  <a:lnTo>
                    <a:pt x="46989" y="306069"/>
                  </a:lnTo>
                  <a:lnTo>
                    <a:pt x="48260" y="304799"/>
                  </a:lnTo>
                  <a:close/>
                </a:path>
                <a:path w="342900" h="353060">
                  <a:moveTo>
                    <a:pt x="52070" y="300989"/>
                  </a:moveTo>
                  <a:lnTo>
                    <a:pt x="41910" y="300989"/>
                  </a:lnTo>
                  <a:lnTo>
                    <a:pt x="39370" y="303529"/>
                  </a:lnTo>
                  <a:lnTo>
                    <a:pt x="49529" y="303529"/>
                  </a:lnTo>
                  <a:lnTo>
                    <a:pt x="52070" y="300989"/>
                  </a:lnTo>
                  <a:close/>
                </a:path>
                <a:path w="342900" h="353060">
                  <a:moveTo>
                    <a:pt x="54610" y="298449"/>
                  </a:moveTo>
                  <a:lnTo>
                    <a:pt x="44450" y="298449"/>
                  </a:lnTo>
                  <a:lnTo>
                    <a:pt x="43180" y="299719"/>
                  </a:lnTo>
                  <a:lnTo>
                    <a:pt x="53339" y="299719"/>
                  </a:lnTo>
                  <a:lnTo>
                    <a:pt x="54610" y="298449"/>
                  </a:lnTo>
                  <a:close/>
                </a:path>
                <a:path w="342900" h="353060">
                  <a:moveTo>
                    <a:pt x="58420" y="294639"/>
                  </a:moveTo>
                  <a:lnTo>
                    <a:pt x="48260" y="294639"/>
                  </a:lnTo>
                  <a:lnTo>
                    <a:pt x="45720" y="297179"/>
                  </a:lnTo>
                  <a:lnTo>
                    <a:pt x="55879" y="297179"/>
                  </a:lnTo>
                  <a:lnTo>
                    <a:pt x="58420" y="294639"/>
                  </a:lnTo>
                  <a:close/>
                </a:path>
                <a:path w="342900" h="353060">
                  <a:moveTo>
                    <a:pt x="342900" y="0"/>
                  </a:moveTo>
                  <a:lnTo>
                    <a:pt x="49530" y="293369"/>
                  </a:lnTo>
                  <a:lnTo>
                    <a:pt x="59689" y="293369"/>
                  </a:lnTo>
                  <a:lnTo>
                    <a:pt x="342900" y="10159"/>
                  </a:lnTo>
                  <a:lnTo>
                    <a:pt x="342900" y="0"/>
                  </a:lnTo>
                  <a:close/>
                </a:path>
              </a:pathLst>
            </a:custGeom>
            <a:solidFill>
              <a:srgbClr val="D3C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1334769" y="2940050"/>
              <a:ext cx="342900" cy="355600"/>
            </a:xfrm>
            <a:custGeom>
              <a:avLst/>
              <a:gdLst/>
              <a:ahLst/>
              <a:cxnLst/>
              <a:rect l="l" t="t" r="r" b="b"/>
              <a:pathLst>
                <a:path w="342900" h="355600">
                  <a:moveTo>
                    <a:pt x="1270" y="354329"/>
                  </a:moveTo>
                  <a:lnTo>
                    <a:pt x="0" y="354329"/>
                  </a:lnTo>
                  <a:lnTo>
                    <a:pt x="0" y="355600"/>
                  </a:lnTo>
                  <a:lnTo>
                    <a:pt x="1270" y="354329"/>
                  </a:lnTo>
                  <a:close/>
                </a:path>
                <a:path w="342900" h="355600">
                  <a:moveTo>
                    <a:pt x="3810" y="351789"/>
                  </a:moveTo>
                  <a:lnTo>
                    <a:pt x="0" y="351789"/>
                  </a:lnTo>
                  <a:lnTo>
                    <a:pt x="0" y="353060"/>
                  </a:lnTo>
                  <a:lnTo>
                    <a:pt x="2539" y="353060"/>
                  </a:lnTo>
                  <a:lnTo>
                    <a:pt x="3810" y="351789"/>
                  </a:lnTo>
                  <a:close/>
                </a:path>
                <a:path w="342900" h="355600">
                  <a:moveTo>
                    <a:pt x="7620" y="347979"/>
                  </a:moveTo>
                  <a:lnTo>
                    <a:pt x="0" y="347979"/>
                  </a:lnTo>
                  <a:lnTo>
                    <a:pt x="0" y="350520"/>
                  </a:lnTo>
                  <a:lnTo>
                    <a:pt x="5079" y="350520"/>
                  </a:lnTo>
                  <a:lnTo>
                    <a:pt x="7620" y="347979"/>
                  </a:lnTo>
                  <a:close/>
                </a:path>
                <a:path w="342900" h="355600">
                  <a:moveTo>
                    <a:pt x="10160" y="345439"/>
                  </a:moveTo>
                  <a:lnTo>
                    <a:pt x="0" y="345439"/>
                  </a:lnTo>
                  <a:lnTo>
                    <a:pt x="0" y="346710"/>
                  </a:lnTo>
                  <a:lnTo>
                    <a:pt x="8889" y="346710"/>
                  </a:lnTo>
                  <a:lnTo>
                    <a:pt x="10160" y="345439"/>
                  </a:lnTo>
                  <a:close/>
                </a:path>
                <a:path w="342900" h="355600">
                  <a:moveTo>
                    <a:pt x="13970" y="341629"/>
                  </a:moveTo>
                  <a:lnTo>
                    <a:pt x="1270" y="341629"/>
                  </a:lnTo>
                  <a:lnTo>
                    <a:pt x="0" y="342900"/>
                  </a:lnTo>
                  <a:lnTo>
                    <a:pt x="0" y="344170"/>
                  </a:lnTo>
                  <a:lnTo>
                    <a:pt x="11429" y="344170"/>
                  </a:lnTo>
                  <a:lnTo>
                    <a:pt x="13970" y="341629"/>
                  </a:lnTo>
                  <a:close/>
                </a:path>
                <a:path w="342900" h="355600">
                  <a:moveTo>
                    <a:pt x="16510" y="339089"/>
                  </a:moveTo>
                  <a:lnTo>
                    <a:pt x="3810" y="339089"/>
                  </a:lnTo>
                  <a:lnTo>
                    <a:pt x="2539" y="340360"/>
                  </a:lnTo>
                  <a:lnTo>
                    <a:pt x="15239" y="340360"/>
                  </a:lnTo>
                  <a:lnTo>
                    <a:pt x="16510" y="339089"/>
                  </a:lnTo>
                  <a:close/>
                </a:path>
                <a:path w="342900" h="355600">
                  <a:moveTo>
                    <a:pt x="20320" y="335279"/>
                  </a:moveTo>
                  <a:lnTo>
                    <a:pt x="7620" y="335279"/>
                  </a:lnTo>
                  <a:lnTo>
                    <a:pt x="5079" y="337820"/>
                  </a:lnTo>
                  <a:lnTo>
                    <a:pt x="17779" y="337820"/>
                  </a:lnTo>
                  <a:lnTo>
                    <a:pt x="20320" y="335279"/>
                  </a:lnTo>
                  <a:close/>
                </a:path>
                <a:path w="342900" h="355600">
                  <a:moveTo>
                    <a:pt x="22860" y="332739"/>
                  </a:moveTo>
                  <a:lnTo>
                    <a:pt x="10160" y="332739"/>
                  </a:lnTo>
                  <a:lnTo>
                    <a:pt x="8889" y="334010"/>
                  </a:lnTo>
                  <a:lnTo>
                    <a:pt x="21589" y="334010"/>
                  </a:lnTo>
                  <a:lnTo>
                    <a:pt x="22860" y="332739"/>
                  </a:lnTo>
                  <a:close/>
                </a:path>
                <a:path w="342900" h="355600">
                  <a:moveTo>
                    <a:pt x="26670" y="328929"/>
                  </a:moveTo>
                  <a:lnTo>
                    <a:pt x="13970" y="328929"/>
                  </a:lnTo>
                  <a:lnTo>
                    <a:pt x="11429" y="331470"/>
                  </a:lnTo>
                  <a:lnTo>
                    <a:pt x="24129" y="331470"/>
                  </a:lnTo>
                  <a:lnTo>
                    <a:pt x="26670" y="328929"/>
                  </a:lnTo>
                  <a:close/>
                </a:path>
                <a:path w="342900" h="355600">
                  <a:moveTo>
                    <a:pt x="29210" y="326389"/>
                  </a:moveTo>
                  <a:lnTo>
                    <a:pt x="16510" y="326389"/>
                  </a:lnTo>
                  <a:lnTo>
                    <a:pt x="15239" y="327660"/>
                  </a:lnTo>
                  <a:lnTo>
                    <a:pt x="27939" y="327660"/>
                  </a:lnTo>
                  <a:lnTo>
                    <a:pt x="29210" y="326389"/>
                  </a:lnTo>
                  <a:close/>
                </a:path>
                <a:path w="342900" h="355600">
                  <a:moveTo>
                    <a:pt x="33020" y="322579"/>
                  </a:moveTo>
                  <a:lnTo>
                    <a:pt x="20320" y="322579"/>
                  </a:lnTo>
                  <a:lnTo>
                    <a:pt x="17779" y="325120"/>
                  </a:lnTo>
                  <a:lnTo>
                    <a:pt x="30479" y="325120"/>
                  </a:lnTo>
                  <a:lnTo>
                    <a:pt x="33020" y="322579"/>
                  </a:lnTo>
                  <a:close/>
                </a:path>
                <a:path w="342900" h="355600">
                  <a:moveTo>
                    <a:pt x="35560" y="320039"/>
                  </a:moveTo>
                  <a:lnTo>
                    <a:pt x="22860" y="320039"/>
                  </a:lnTo>
                  <a:lnTo>
                    <a:pt x="21589" y="321310"/>
                  </a:lnTo>
                  <a:lnTo>
                    <a:pt x="34289" y="321310"/>
                  </a:lnTo>
                  <a:lnTo>
                    <a:pt x="35560" y="320039"/>
                  </a:lnTo>
                  <a:close/>
                </a:path>
                <a:path w="342900" h="355600">
                  <a:moveTo>
                    <a:pt x="39370" y="316229"/>
                  </a:moveTo>
                  <a:lnTo>
                    <a:pt x="26670" y="316229"/>
                  </a:lnTo>
                  <a:lnTo>
                    <a:pt x="24129" y="318770"/>
                  </a:lnTo>
                  <a:lnTo>
                    <a:pt x="36829" y="318770"/>
                  </a:lnTo>
                  <a:lnTo>
                    <a:pt x="39370" y="316229"/>
                  </a:lnTo>
                  <a:close/>
                </a:path>
                <a:path w="342900" h="355600">
                  <a:moveTo>
                    <a:pt x="41910" y="313689"/>
                  </a:moveTo>
                  <a:lnTo>
                    <a:pt x="29210" y="313689"/>
                  </a:lnTo>
                  <a:lnTo>
                    <a:pt x="27939" y="314960"/>
                  </a:lnTo>
                  <a:lnTo>
                    <a:pt x="40639" y="314960"/>
                  </a:lnTo>
                  <a:lnTo>
                    <a:pt x="41910" y="313689"/>
                  </a:lnTo>
                  <a:close/>
                </a:path>
                <a:path w="342900" h="355600">
                  <a:moveTo>
                    <a:pt x="45720" y="309879"/>
                  </a:moveTo>
                  <a:lnTo>
                    <a:pt x="33020" y="309879"/>
                  </a:lnTo>
                  <a:lnTo>
                    <a:pt x="30479" y="312420"/>
                  </a:lnTo>
                  <a:lnTo>
                    <a:pt x="43179" y="312420"/>
                  </a:lnTo>
                  <a:lnTo>
                    <a:pt x="45720" y="309879"/>
                  </a:lnTo>
                  <a:close/>
                </a:path>
                <a:path w="342900" h="355600">
                  <a:moveTo>
                    <a:pt x="48260" y="307339"/>
                  </a:moveTo>
                  <a:lnTo>
                    <a:pt x="35560" y="307339"/>
                  </a:lnTo>
                  <a:lnTo>
                    <a:pt x="34289" y="308610"/>
                  </a:lnTo>
                  <a:lnTo>
                    <a:pt x="46989" y="308610"/>
                  </a:lnTo>
                  <a:lnTo>
                    <a:pt x="48260" y="307339"/>
                  </a:lnTo>
                  <a:close/>
                </a:path>
                <a:path w="342900" h="355600">
                  <a:moveTo>
                    <a:pt x="52070" y="303529"/>
                  </a:moveTo>
                  <a:lnTo>
                    <a:pt x="39370" y="303529"/>
                  </a:lnTo>
                  <a:lnTo>
                    <a:pt x="36829" y="306070"/>
                  </a:lnTo>
                  <a:lnTo>
                    <a:pt x="49529" y="306070"/>
                  </a:lnTo>
                  <a:lnTo>
                    <a:pt x="52070" y="303529"/>
                  </a:lnTo>
                  <a:close/>
                </a:path>
                <a:path w="342900" h="355600">
                  <a:moveTo>
                    <a:pt x="54610" y="300989"/>
                  </a:moveTo>
                  <a:lnTo>
                    <a:pt x="41910" y="300989"/>
                  </a:lnTo>
                  <a:lnTo>
                    <a:pt x="40639" y="302260"/>
                  </a:lnTo>
                  <a:lnTo>
                    <a:pt x="53339" y="302260"/>
                  </a:lnTo>
                  <a:lnTo>
                    <a:pt x="54610" y="300989"/>
                  </a:lnTo>
                  <a:close/>
                </a:path>
                <a:path w="342900" h="355600">
                  <a:moveTo>
                    <a:pt x="58420" y="297179"/>
                  </a:moveTo>
                  <a:lnTo>
                    <a:pt x="45720" y="297179"/>
                  </a:lnTo>
                  <a:lnTo>
                    <a:pt x="43179" y="299720"/>
                  </a:lnTo>
                  <a:lnTo>
                    <a:pt x="55879" y="299720"/>
                  </a:lnTo>
                  <a:lnTo>
                    <a:pt x="58420" y="297179"/>
                  </a:lnTo>
                  <a:close/>
                </a:path>
                <a:path w="342900" h="355600">
                  <a:moveTo>
                    <a:pt x="60960" y="294639"/>
                  </a:moveTo>
                  <a:lnTo>
                    <a:pt x="48260" y="294639"/>
                  </a:lnTo>
                  <a:lnTo>
                    <a:pt x="46989" y="295910"/>
                  </a:lnTo>
                  <a:lnTo>
                    <a:pt x="59689" y="295910"/>
                  </a:lnTo>
                  <a:lnTo>
                    <a:pt x="60960" y="294639"/>
                  </a:lnTo>
                  <a:close/>
                </a:path>
                <a:path w="342900" h="355600">
                  <a:moveTo>
                    <a:pt x="64770" y="290829"/>
                  </a:moveTo>
                  <a:lnTo>
                    <a:pt x="52070" y="290829"/>
                  </a:lnTo>
                  <a:lnTo>
                    <a:pt x="49529" y="293370"/>
                  </a:lnTo>
                  <a:lnTo>
                    <a:pt x="62229" y="293370"/>
                  </a:lnTo>
                  <a:lnTo>
                    <a:pt x="64770" y="290829"/>
                  </a:lnTo>
                  <a:close/>
                </a:path>
                <a:path w="342900" h="355600">
                  <a:moveTo>
                    <a:pt x="67310" y="288289"/>
                  </a:moveTo>
                  <a:lnTo>
                    <a:pt x="54610" y="288289"/>
                  </a:lnTo>
                  <a:lnTo>
                    <a:pt x="53339" y="289560"/>
                  </a:lnTo>
                  <a:lnTo>
                    <a:pt x="66039" y="289560"/>
                  </a:lnTo>
                  <a:lnTo>
                    <a:pt x="67310" y="288289"/>
                  </a:lnTo>
                  <a:close/>
                </a:path>
                <a:path w="342900" h="355600">
                  <a:moveTo>
                    <a:pt x="71120" y="284479"/>
                  </a:moveTo>
                  <a:lnTo>
                    <a:pt x="58420" y="284479"/>
                  </a:lnTo>
                  <a:lnTo>
                    <a:pt x="55879" y="287020"/>
                  </a:lnTo>
                  <a:lnTo>
                    <a:pt x="68579" y="287020"/>
                  </a:lnTo>
                  <a:lnTo>
                    <a:pt x="71120" y="284479"/>
                  </a:lnTo>
                  <a:close/>
                </a:path>
                <a:path w="342900" h="355600">
                  <a:moveTo>
                    <a:pt x="342900" y="0"/>
                  </a:moveTo>
                  <a:lnTo>
                    <a:pt x="59689" y="283210"/>
                  </a:lnTo>
                  <a:lnTo>
                    <a:pt x="72389" y="283210"/>
                  </a:lnTo>
                  <a:lnTo>
                    <a:pt x="342900" y="12700"/>
                  </a:lnTo>
                  <a:lnTo>
                    <a:pt x="342900" y="0"/>
                  </a:lnTo>
                  <a:close/>
                </a:path>
              </a:pathLst>
            </a:custGeom>
            <a:solidFill>
              <a:srgbClr val="D4C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1334769" y="2952750"/>
              <a:ext cx="342900" cy="353060"/>
            </a:xfrm>
            <a:custGeom>
              <a:avLst/>
              <a:gdLst/>
              <a:ahLst/>
              <a:cxnLst/>
              <a:rect l="l" t="t" r="r" b="b"/>
              <a:pathLst>
                <a:path w="342900" h="353060">
                  <a:moveTo>
                    <a:pt x="1269" y="351789"/>
                  </a:moveTo>
                  <a:lnTo>
                    <a:pt x="0" y="351789"/>
                  </a:lnTo>
                  <a:lnTo>
                    <a:pt x="0" y="353060"/>
                  </a:lnTo>
                  <a:lnTo>
                    <a:pt x="1269" y="351789"/>
                  </a:lnTo>
                  <a:close/>
                </a:path>
                <a:path w="342900" h="353060">
                  <a:moveTo>
                    <a:pt x="5080" y="347979"/>
                  </a:moveTo>
                  <a:lnTo>
                    <a:pt x="0" y="347979"/>
                  </a:lnTo>
                  <a:lnTo>
                    <a:pt x="0" y="350520"/>
                  </a:lnTo>
                  <a:lnTo>
                    <a:pt x="2539" y="350520"/>
                  </a:lnTo>
                  <a:lnTo>
                    <a:pt x="5080" y="347979"/>
                  </a:lnTo>
                  <a:close/>
                </a:path>
                <a:path w="342900" h="353060">
                  <a:moveTo>
                    <a:pt x="7619" y="345439"/>
                  </a:moveTo>
                  <a:lnTo>
                    <a:pt x="0" y="345439"/>
                  </a:lnTo>
                  <a:lnTo>
                    <a:pt x="0" y="346710"/>
                  </a:lnTo>
                  <a:lnTo>
                    <a:pt x="6349" y="346710"/>
                  </a:lnTo>
                  <a:lnTo>
                    <a:pt x="7619" y="345439"/>
                  </a:lnTo>
                  <a:close/>
                </a:path>
                <a:path w="342900" h="353060">
                  <a:moveTo>
                    <a:pt x="11430" y="341629"/>
                  </a:moveTo>
                  <a:lnTo>
                    <a:pt x="1270" y="341629"/>
                  </a:lnTo>
                  <a:lnTo>
                    <a:pt x="0" y="342900"/>
                  </a:lnTo>
                  <a:lnTo>
                    <a:pt x="0" y="344170"/>
                  </a:lnTo>
                  <a:lnTo>
                    <a:pt x="8889" y="344170"/>
                  </a:lnTo>
                  <a:lnTo>
                    <a:pt x="11430" y="341629"/>
                  </a:lnTo>
                  <a:close/>
                </a:path>
                <a:path w="342900" h="353060">
                  <a:moveTo>
                    <a:pt x="13970" y="339089"/>
                  </a:moveTo>
                  <a:lnTo>
                    <a:pt x="3810" y="339089"/>
                  </a:lnTo>
                  <a:lnTo>
                    <a:pt x="2539" y="340360"/>
                  </a:lnTo>
                  <a:lnTo>
                    <a:pt x="12699" y="340360"/>
                  </a:lnTo>
                  <a:lnTo>
                    <a:pt x="13970" y="339089"/>
                  </a:lnTo>
                  <a:close/>
                </a:path>
                <a:path w="342900" h="353060">
                  <a:moveTo>
                    <a:pt x="17780" y="335279"/>
                  </a:moveTo>
                  <a:lnTo>
                    <a:pt x="7620" y="335279"/>
                  </a:lnTo>
                  <a:lnTo>
                    <a:pt x="5079" y="337820"/>
                  </a:lnTo>
                  <a:lnTo>
                    <a:pt x="15239" y="337820"/>
                  </a:lnTo>
                  <a:lnTo>
                    <a:pt x="17780" y="335279"/>
                  </a:lnTo>
                  <a:close/>
                </a:path>
                <a:path w="342900" h="353060">
                  <a:moveTo>
                    <a:pt x="20319" y="332739"/>
                  </a:moveTo>
                  <a:lnTo>
                    <a:pt x="10160" y="332739"/>
                  </a:lnTo>
                  <a:lnTo>
                    <a:pt x="8889" y="334010"/>
                  </a:lnTo>
                  <a:lnTo>
                    <a:pt x="19049" y="334010"/>
                  </a:lnTo>
                  <a:lnTo>
                    <a:pt x="20319" y="332739"/>
                  </a:lnTo>
                  <a:close/>
                </a:path>
                <a:path w="342900" h="353060">
                  <a:moveTo>
                    <a:pt x="24130" y="328929"/>
                  </a:moveTo>
                  <a:lnTo>
                    <a:pt x="13970" y="328929"/>
                  </a:lnTo>
                  <a:lnTo>
                    <a:pt x="11429" y="331470"/>
                  </a:lnTo>
                  <a:lnTo>
                    <a:pt x="21589" y="331470"/>
                  </a:lnTo>
                  <a:lnTo>
                    <a:pt x="24130" y="328929"/>
                  </a:lnTo>
                  <a:close/>
                </a:path>
                <a:path w="342900" h="353060">
                  <a:moveTo>
                    <a:pt x="26670" y="326389"/>
                  </a:moveTo>
                  <a:lnTo>
                    <a:pt x="16510" y="326389"/>
                  </a:lnTo>
                  <a:lnTo>
                    <a:pt x="15239" y="327660"/>
                  </a:lnTo>
                  <a:lnTo>
                    <a:pt x="25399" y="327660"/>
                  </a:lnTo>
                  <a:lnTo>
                    <a:pt x="26670" y="326389"/>
                  </a:lnTo>
                  <a:close/>
                </a:path>
                <a:path w="342900" h="353060">
                  <a:moveTo>
                    <a:pt x="30480" y="322579"/>
                  </a:moveTo>
                  <a:lnTo>
                    <a:pt x="20320" y="322579"/>
                  </a:lnTo>
                  <a:lnTo>
                    <a:pt x="17779" y="325120"/>
                  </a:lnTo>
                  <a:lnTo>
                    <a:pt x="27939" y="325120"/>
                  </a:lnTo>
                  <a:lnTo>
                    <a:pt x="30480" y="322579"/>
                  </a:lnTo>
                  <a:close/>
                </a:path>
                <a:path w="342900" h="353060">
                  <a:moveTo>
                    <a:pt x="33019" y="320039"/>
                  </a:moveTo>
                  <a:lnTo>
                    <a:pt x="22860" y="320039"/>
                  </a:lnTo>
                  <a:lnTo>
                    <a:pt x="21589" y="321310"/>
                  </a:lnTo>
                  <a:lnTo>
                    <a:pt x="31749" y="321310"/>
                  </a:lnTo>
                  <a:lnTo>
                    <a:pt x="33019" y="320039"/>
                  </a:lnTo>
                  <a:close/>
                </a:path>
                <a:path w="342900" h="353060">
                  <a:moveTo>
                    <a:pt x="36830" y="316229"/>
                  </a:moveTo>
                  <a:lnTo>
                    <a:pt x="26670" y="316229"/>
                  </a:lnTo>
                  <a:lnTo>
                    <a:pt x="24129" y="318770"/>
                  </a:lnTo>
                  <a:lnTo>
                    <a:pt x="34289" y="318770"/>
                  </a:lnTo>
                  <a:lnTo>
                    <a:pt x="36830" y="316229"/>
                  </a:lnTo>
                  <a:close/>
                </a:path>
                <a:path w="342900" h="353060">
                  <a:moveTo>
                    <a:pt x="39369" y="313689"/>
                  </a:moveTo>
                  <a:lnTo>
                    <a:pt x="29210" y="313689"/>
                  </a:lnTo>
                  <a:lnTo>
                    <a:pt x="27939" y="314960"/>
                  </a:lnTo>
                  <a:lnTo>
                    <a:pt x="38099" y="314960"/>
                  </a:lnTo>
                  <a:lnTo>
                    <a:pt x="39369" y="313689"/>
                  </a:lnTo>
                  <a:close/>
                </a:path>
                <a:path w="342900" h="353060">
                  <a:moveTo>
                    <a:pt x="43180" y="309879"/>
                  </a:moveTo>
                  <a:lnTo>
                    <a:pt x="33020" y="309879"/>
                  </a:lnTo>
                  <a:lnTo>
                    <a:pt x="30479" y="312420"/>
                  </a:lnTo>
                  <a:lnTo>
                    <a:pt x="40639" y="312420"/>
                  </a:lnTo>
                  <a:lnTo>
                    <a:pt x="43180" y="309879"/>
                  </a:lnTo>
                  <a:close/>
                </a:path>
                <a:path w="342900" h="353060">
                  <a:moveTo>
                    <a:pt x="45719" y="307339"/>
                  </a:moveTo>
                  <a:lnTo>
                    <a:pt x="35560" y="307339"/>
                  </a:lnTo>
                  <a:lnTo>
                    <a:pt x="34289" y="308610"/>
                  </a:lnTo>
                  <a:lnTo>
                    <a:pt x="44449" y="308610"/>
                  </a:lnTo>
                  <a:lnTo>
                    <a:pt x="45719" y="307339"/>
                  </a:lnTo>
                  <a:close/>
                </a:path>
                <a:path w="342900" h="353060">
                  <a:moveTo>
                    <a:pt x="49530" y="303529"/>
                  </a:moveTo>
                  <a:lnTo>
                    <a:pt x="39370" y="303529"/>
                  </a:lnTo>
                  <a:lnTo>
                    <a:pt x="36829" y="306070"/>
                  </a:lnTo>
                  <a:lnTo>
                    <a:pt x="46989" y="306070"/>
                  </a:lnTo>
                  <a:lnTo>
                    <a:pt x="49530" y="303529"/>
                  </a:lnTo>
                  <a:close/>
                </a:path>
                <a:path w="342900" h="353060">
                  <a:moveTo>
                    <a:pt x="52070" y="300989"/>
                  </a:moveTo>
                  <a:lnTo>
                    <a:pt x="41910" y="300989"/>
                  </a:lnTo>
                  <a:lnTo>
                    <a:pt x="40639" y="302260"/>
                  </a:lnTo>
                  <a:lnTo>
                    <a:pt x="50799" y="302260"/>
                  </a:lnTo>
                  <a:lnTo>
                    <a:pt x="52070" y="300989"/>
                  </a:lnTo>
                  <a:close/>
                </a:path>
                <a:path w="342900" h="353060">
                  <a:moveTo>
                    <a:pt x="55880" y="297179"/>
                  </a:moveTo>
                  <a:lnTo>
                    <a:pt x="45720" y="297179"/>
                  </a:lnTo>
                  <a:lnTo>
                    <a:pt x="43179" y="299720"/>
                  </a:lnTo>
                  <a:lnTo>
                    <a:pt x="53339" y="299720"/>
                  </a:lnTo>
                  <a:lnTo>
                    <a:pt x="55880" y="297179"/>
                  </a:lnTo>
                  <a:close/>
                </a:path>
                <a:path w="342900" h="353060">
                  <a:moveTo>
                    <a:pt x="58420" y="294639"/>
                  </a:moveTo>
                  <a:lnTo>
                    <a:pt x="48260" y="294639"/>
                  </a:lnTo>
                  <a:lnTo>
                    <a:pt x="46989" y="295910"/>
                  </a:lnTo>
                  <a:lnTo>
                    <a:pt x="57149" y="295910"/>
                  </a:lnTo>
                  <a:lnTo>
                    <a:pt x="58420" y="294639"/>
                  </a:lnTo>
                  <a:close/>
                </a:path>
                <a:path w="342900" h="353060">
                  <a:moveTo>
                    <a:pt x="62230" y="290829"/>
                  </a:moveTo>
                  <a:lnTo>
                    <a:pt x="52070" y="290829"/>
                  </a:lnTo>
                  <a:lnTo>
                    <a:pt x="49529" y="293370"/>
                  </a:lnTo>
                  <a:lnTo>
                    <a:pt x="59689" y="293370"/>
                  </a:lnTo>
                  <a:lnTo>
                    <a:pt x="62230" y="290829"/>
                  </a:lnTo>
                  <a:close/>
                </a:path>
                <a:path w="342900" h="353060">
                  <a:moveTo>
                    <a:pt x="64770" y="288289"/>
                  </a:moveTo>
                  <a:lnTo>
                    <a:pt x="54610" y="288289"/>
                  </a:lnTo>
                  <a:lnTo>
                    <a:pt x="53339" y="289560"/>
                  </a:lnTo>
                  <a:lnTo>
                    <a:pt x="63499" y="289560"/>
                  </a:lnTo>
                  <a:lnTo>
                    <a:pt x="64770" y="288289"/>
                  </a:lnTo>
                  <a:close/>
                </a:path>
                <a:path w="342900" h="353060">
                  <a:moveTo>
                    <a:pt x="68580" y="284479"/>
                  </a:moveTo>
                  <a:lnTo>
                    <a:pt x="58420" y="284479"/>
                  </a:lnTo>
                  <a:lnTo>
                    <a:pt x="55879" y="287020"/>
                  </a:lnTo>
                  <a:lnTo>
                    <a:pt x="66039" y="287020"/>
                  </a:lnTo>
                  <a:lnTo>
                    <a:pt x="68580" y="284479"/>
                  </a:lnTo>
                  <a:close/>
                </a:path>
                <a:path w="342900" h="353060">
                  <a:moveTo>
                    <a:pt x="71120" y="281939"/>
                  </a:moveTo>
                  <a:lnTo>
                    <a:pt x="60960" y="281939"/>
                  </a:lnTo>
                  <a:lnTo>
                    <a:pt x="59689" y="283210"/>
                  </a:lnTo>
                  <a:lnTo>
                    <a:pt x="69849" y="283210"/>
                  </a:lnTo>
                  <a:lnTo>
                    <a:pt x="71120" y="281939"/>
                  </a:lnTo>
                  <a:close/>
                </a:path>
                <a:path w="342900" h="353060">
                  <a:moveTo>
                    <a:pt x="74930" y="278129"/>
                  </a:moveTo>
                  <a:lnTo>
                    <a:pt x="64770" y="278129"/>
                  </a:lnTo>
                  <a:lnTo>
                    <a:pt x="62229" y="280670"/>
                  </a:lnTo>
                  <a:lnTo>
                    <a:pt x="72389" y="280670"/>
                  </a:lnTo>
                  <a:lnTo>
                    <a:pt x="74930" y="278129"/>
                  </a:lnTo>
                  <a:close/>
                </a:path>
                <a:path w="342900" h="353060">
                  <a:moveTo>
                    <a:pt x="77470" y="275589"/>
                  </a:moveTo>
                  <a:lnTo>
                    <a:pt x="67310" y="275589"/>
                  </a:lnTo>
                  <a:lnTo>
                    <a:pt x="66039" y="276860"/>
                  </a:lnTo>
                  <a:lnTo>
                    <a:pt x="76199" y="276860"/>
                  </a:lnTo>
                  <a:lnTo>
                    <a:pt x="77470" y="275589"/>
                  </a:lnTo>
                  <a:close/>
                </a:path>
                <a:path w="342900" h="353060">
                  <a:moveTo>
                    <a:pt x="81280" y="271779"/>
                  </a:moveTo>
                  <a:lnTo>
                    <a:pt x="71120" y="271779"/>
                  </a:lnTo>
                  <a:lnTo>
                    <a:pt x="68579" y="274320"/>
                  </a:lnTo>
                  <a:lnTo>
                    <a:pt x="78739" y="274320"/>
                  </a:lnTo>
                  <a:lnTo>
                    <a:pt x="81280" y="271779"/>
                  </a:lnTo>
                  <a:close/>
                </a:path>
                <a:path w="342900" h="353060">
                  <a:moveTo>
                    <a:pt x="342900" y="0"/>
                  </a:moveTo>
                  <a:lnTo>
                    <a:pt x="72389" y="270510"/>
                  </a:lnTo>
                  <a:lnTo>
                    <a:pt x="82549" y="270510"/>
                  </a:lnTo>
                  <a:lnTo>
                    <a:pt x="342900" y="10160"/>
                  </a:lnTo>
                  <a:lnTo>
                    <a:pt x="342900" y="0"/>
                  </a:lnTo>
                  <a:close/>
                </a:path>
              </a:pathLst>
            </a:custGeom>
            <a:solidFill>
              <a:srgbClr val="D4C8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1334769" y="2962910"/>
              <a:ext cx="342900" cy="353060"/>
            </a:xfrm>
            <a:custGeom>
              <a:avLst/>
              <a:gdLst/>
              <a:ahLst/>
              <a:cxnLst/>
              <a:rect l="l" t="t" r="r" b="b"/>
              <a:pathLst>
                <a:path w="342900" h="353060">
                  <a:moveTo>
                    <a:pt x="2540" y="350519"/>
                  </a:moveTo>
                  <a:lnTo>
                    <a:pt x="0" y="350519"/>
                  </a:lnTo>
                  <a:lnTo>
                    <a:pt x="0" y="353060"/>
                  </a:lnTo>
                  <a:lnTo>
                    <a:pt x="2540" y="350519"/>
                  </a:lnTo>
                  <a:close/>
                </a:path>
                <a:path w="342900" h="353060">
                  <a:moveTo>
                    <a:pt x="5080" y="347979"/>
                  </a:moveTo>
                  <a:lnTo>
                    <a:pt x="0" y="347979"/>
                  </a:lnTo>
                  <a:lnTo>
                    <a:pt x="0" y="349250"/>
                  </a:lnTo>
                  <a:lnTo>
                    <a:pt x="3810" y="349250"/>
                  </a:lnTo>
                  <a:lnTo>
                    <a:pt x="5080" y="347979"/>
                  </a:lnTo>
                  <a:close/>
                </a:path>
                <a:path w="342900" h="353060">
                  <a:moveTo>
                    <a:pt x="8890" y="344169"/>
                  </a:moveTo>
                  <a:lnTo>
                    <a:pt x="0" y="344169"/>
                  </a:lnTo>
                  <a:lnTo>
                    <a:pt x="0" y="346710"/>
                  </a:lnTo>
                  <a:lnTo>
                    <a:pt x="6350" y="346710"/>
                  </a:lnTo>
                  <a:lnTo>
                    <a:pt x="8890" y="344169"/>
                  </a:lnTo>
                  <a:close/>
                </a:path>
                <a:path w="342900" h="353060">
                  <a:moveTo>
                    <a:pt x="11430" y="341629"/>
                  </a:moveTo>
                  <a:lnTo>
                    <a:pt x="1269" y="341629"/>
                  </a:lnTo>
                  <a:lnTo>
                    <a:pt x="0" y="342900"/>
                  </a:lnTo>
                  <a:lnTo>
                    <a:pt x="10160" y="342900"/>
                  </a:lnTo>
                  <a:lnTo>
                    <a:pt x="11430" y="341629"/>
                  </a:lnTo>
                  <a:close/>
                </a:path>
                <a:path w="342900" h="353060">
                  <a:moveTo>
                    <a:pt x="15240" y="337819"/>
                  </a:moveTo>
                  <a:lnTo>
                    <a:pt x="5080" y="337819"/>
                  </a:lnTo>
                  <a:lnTo>
                    <a:pt x="2539" y="340360"/>
                  </a:lnTo>
                  <a:lnTo>
                    <a:pt x="12700" y="340360"/>
                  </a:lnTo>
                  <a:lnTo>
                    <a:pt x="15240" y="337819"/>
                  </a:lnTo>
                  <a:close/>
                </a:path>
                <a:path w="342900" h="353060">
                  <a:moveTo>
                    <a:pt x="17780" y="335279"/>
                  </a:moveTo>
                  <a:lnTo>
                    <a:pt x="7619" y="335279"/>
                  </a:lnTo>
                  <a:lnTo>
                    <a:pt x="6349" y="336550"/>
                  </a:lnTo>
                  <a:lnTo>
                    <a:pt x="16510" y="336550"/>
                  </a:lnTo>
                  <a:lnTo>
                    <a:pt x="17780" y="335279"/>
                  </a:lnTo>
                  <a:close/>
                </a:path>
                <a:path w="342900" h="353060">
                  <a:moveTo>
                    <a:pt x="21590" y="331469"/>
                  </a:moveTo>
                  <a:lnTo>
                    <a:pt x="11430" y="331469"/>
                  </a:lnTo>
                  <a:lnTo>
                    <a:pt x="8889" y="334010"/>
                  </a:lnTo>
                  <a:lnTo>
                    <a:pt x="19050" y="334010"/>
                  </a:lnTo>
                  <a:lnTo>
                    <a:pt x="21590" y="331469"/>
                  </a:lnTo>
                  <a:close/>
                </a:path>
                <a:path w="342900" h="353060">
                  <a:moveTo>
                    <a:pt x="24130" y="328929"/>
                  </a:moveTo>
                  <a:lnTo>
                    <a:pt x="13969" y="328929"/>
                  </a:lnTo>
                  <a:lnTo>
                    <a:pt x="12699" y="330200"/>
                  </a:lnTo>
                  <a:lnTo>
                    <a:pt x="22860" y="330200"/>
                  </a:lnTo>
                  <a:lnTo>
                    <a:pt x="24130" y="328929"/>
                  </a:lnTo>
                  <a:close/>
                </a:path>
                <a:path w="342900" h="353060">
                  <a:moveTo>
                    <a:pt x="27940" y="325119"/>
                  </a:moveTo>
                  <a:lnTo>
                    <a:pt x="17780" y="325119"/>
                  </a:lnTo>
                  <a:lnTo>
                    <a:pt x="15239" y="327660"/>
                  </a:lnTo>
                  <a:lnTo>
                    <a:pt x="25400" y="327660"/>
                  </a:lnTo>
                  <a:lnTo>
                    <a:pt x="27940" y="325119"/>
                  </a:lnTo>
                  <a:close/>
                </a:path>
                <a:path w="342900" h="353060">
                  <a:moveTo>
                    <a:pt x="30480" y="322579"/>
                  </a:moveTo>
                  <a:lnTo>
                    <a:pt x="20319" y="322579"/>
                  </a:lnTo>
                  <a:lnTo>
                    <a:pt x="19049" y="323850"/>
                  </a:lnTo>
                  <a:lnTo>
                    <a:pt x="29210" y="323850"/>
                  </a:lnTo>
                  <a:lnTo>
                    <a:pt x="30480" y="322579"/>
                  </a:lnTo>
                  <a:close/>
                </a:path>
                <a:path w="342900" h="353060">
                  <a:moveTo>
                    <a:pt x="34290" y="318769"/>
                  </a:moveTo>
                  <a:lnTo>
                    <a:pt x="24130" y="318769"/>
                  </a:lnTo>
                  <a:lnTo>
                    <a:pt x="21589" y="321310"/>
                  </a:lnTo>
                  <a:lnTo>
                    <a:pt x="31750" y="321310"/>
                  </a:lnTo>
                  <a:lnTo>
                    <a:pt x="34290" y="318769"/>
                  </a:lnTo>
                  <a:close/>
                </a:path>
                <a:path w="342900" h="353060">
                  <a:moveTo>
                    <a:pt x="36830" y="316229"/>
                  </a:moveTo>
                  <a:lnTo>
                    <a:pt x="26670" y="316229"/>
                  </a:lnTo>
                  <a:lnTo>
                    <a:pt x="25399" y="317500"/>
                  </a:lnTo>
                  <a:lnTo>
                    <a:pt x="35560" y="317500"/>
                  </a:lnTo>
                  <a:lnTo>
                    <a:pt x="36830" y="316229"/>
                  </a:lnTo>
                  <a:close/>
                </a:path>
                <a:path w="342900" h="353060">
                  <a:moveTo>
                    <a:pt x="40640" y="312419"/>
                  </a:moveTo>
                  <a:lnTo>
                    <a:pt x="30480" y="312419"/>
                  </a:lnTo>
                  <a:lnTo>
                    <a:pt x="27939" y="314960"/>
                  </a:lnTo>
                  <a:lnTo>
                    <a:pt x="38100" y="314960"/>
                  </a:lnTo>
                  <a:lnTo>
                    <a:pt x="40640" y="312419"/>
                  </a:lnTo>
                  <a:close/>
                </a:path>
                <a:path w="342900" h="353060">
                  <a:moveTo>
                    <a:pt x="43180" y="309879"/>
                  </a:moveTo>
                  <a:lnTo>
                    <a:pt x="33020" y="309879"/>
                  </a:lnTo>
                  <a:lnTo>
                    <a:pt x="31749" y="311150"/>
                  </a:lnTo>
                  <a:lnTo>
                    <a:pt x="41910" y="311150"/>
                  </a:lnTo>
                  <a:lnTo>
                    <a:pt x="43180" y="309879"/>
                  </a:lnTo>
                  <a:close/>
                </a:path>
                <a:path w="342900" h="353060">
                  <a:moveTo>
                    <a:pt x="46990" y="306069"/>
                  </a:moveTo>
                  <a:lnTo>
                    <a:pt x="36830" y="306069"/>
                  </a:lnTo>
                  <a:lnTo>
                    <a:pt x="34289" y="308610"/>
                  </a:lnTo>
                  <a:lnTo>
                    <a:pt x="44450" y="308610"/>
                  </a:lnTo>
                  <a:lnTo>
                    <a:pt x="46990" y="306069"/>
                  </a:lnTo>
                  <a:close/>
                </a:path>
                <a:path w="342900" h="353060">
                  <a:moveTo>
                    <a:pt x="49530" y="303529"/>
                  </a:moveTo>
                  <a:lnTo>
                    <a:pt x="39370" y="303529"/>
                  </a:lnTo>
                  <a:lnTo>
                    <a:pt x="38099" y="304800"/>
                  </a:lnTo>
                  <a:lnTo>
                    <a:pt x="48260" y="304800"/>
                  </a:lnTo>
                  <a:lnTo>
                    <a:pt x="49530" y="303529"/>
                  </a:lnTo>
                  <a:close/>
                </a:path>
                <a:path w="342900" h="353060">
                  <a:moveTo>
                    <a:pt x="53340" y="299719"/>
                  </a:moveTo>
                  <a:lnTo>
                    <a:pt x="43180" y="299719"/>
                  </a:lnTo>
                  <a:lnTo>
                    <a:pt x="40639" y="302260"/>
                  </a:lnTo>
                  <a:lnTo>
                    <a:pt x="50800" y="302260"/>
                  </a:lnTo>
                  <a:lnTo>
                    <a:pt x="53340" y="299719"/>
                  </a:lnTo>
                  <a:close/>
                </a:path>
                <a:path w="342900" h="353060">
                  <a:moveTo>
                    <a:pt x="55880" y="297179"/>
                  </a:moveTo>
                  <a:lnTo>
                    <a:pt x="45720" y="297179"/>
                  </a:lnTo>
                  <a:lnTo>
                    <a:pt x="44449" y="298450"/>
                  </a:lnTo>
                  <a:lnTo>
                    <a:pt x="54610" y="298450"/>
                  </a:lnTo>
                  <a:lnTo>
                    <a:pt x="55880" y="297179"/>
                  </a:lnTo>
                  <a:close/>
                </a:path>
                <a:path w="342900" h="353060">
                  <a:moveTo>
                    <a:pt x="59690" y="293369"/>
                  </a:moveTo>
                  <a:lnTo>
                    <a:pt x="49530" y="293369"/>
                  </a:lnTo>
                  <a:lnTo>
                    <a:pt x="46989" y="295910"/>
                  </a:lnTo>
                  <a:lnTo>
                    <a:pt x="57150" y="295910"/>
                  </a:lnTo>
                  <a:lnTo>
                    <a:pt x="59690" y="293369"/>
                  </a:lnTo>
                  <a:close/>
                </a:path>
                <a:path w="342900" h="353060">
                  <a:moveTo>
                    <a:pt x="62230" y="290829"/>
                  </a:moveTo>
                  <a:lnTo>
                    <a:pt x="52070" y="290829"/>
                  </a:lnTo>
                  <a:lnTo>
                    <a:pt x="50799" y="292100"/>
                  </a:lnTo>
                  <a:lnTo>
                    <a:pt x="60960" y="292100"/>
                  </a:lnTo>
                  <a:lnTo>
                    <a:pt x="62230" y="290829"/>
                  </a:lnTo>
                  <a:close/>
                </a:path>
                <a:path w="342900" h="353060">
                  <a:moveTo>
                    <a:pt x="66040" y="287019"/>
                  </a:moveTo>
                  <a:lnTo>
                    <a:pt x="55880" y="287019"/>
                  </a:lnTo>
                  <a:lnTo>
                    <a:pt x="53339" y="289560"/>
                  </a:lnTo>
                  <a:lnTo>
                    <a:pt x="63500" y="289560"/>
                  </a:lnTo>
                  <a:lnTo>
                    <a:pt x="66040" y="287019"/>
                  </a:lnTo>
                  <a:close/>
                </a:path>
                <a:path w="342900" h="353060">
                  <a:moveTo>
                    <a:pt x="68580" y="284479"/>
                  </a:moveTo>
                  <a:lnTo>
                    <a:pt x="58420" y="284479"/>
                  </a:lnTo>
                  <a:lnTo>
                    <a:pt x="57149" y="285750"/>
                  </a:lnTo>
                  <a:lnTo>
                    <a:pt x="67310" y="285750"/>
                  </a:lnTo>
                  <a:lnTo>
                    <a:pt x="68580" y="284479"/>
                  </a:lnTo>
                  <a:close/>
                </a:path>
                <a:path w="342900" h="353060">
                  <a:moveTo>
                    <a:pt x="72390" y="280669"/>
                  </a:moveTo>
                  <a:lnTo>
                    <a:pt x="62230" y="280669"/>
                  </a:lnTo>
                  <a:lnTo>
                    <a:pt x="59689" y="283210"/>
                  </a:lnTo>
                  <a:lnTo>
                    <a:pt x="69850" y="283210"/>
                  </a:lnTo>
                  <a:lnTo>
                    <a:pt x="72390" y="280669"/>
                  </a:lnTo>
                  <a:close/>
                </a:path>
                <a:path w="342900" h="353060">
                  <a:moveTo>
                    <a:pt x="74930" y="278129"/>
                  </a:moveTo>
                  <a:lnTo>
                    <a:pt x="64770" y="278129"/>
                  </a:lnTo>
                  <a:lnTo>
                    <a:pt x="63499" y="279400"/>
                  </a:lnTo>
                  <a:lnTo>
                    <a:pt x="73660" y="279400"/>
                  </a:lnTo>
                  <a:lnTo>
                    <a:pt x="74930" y="278129"/>
                  </a:lnTo>
                  <a:close/>
                </a:path>
                <a:path w="342900" h="353060">
                  <a:moveTo>
                    <a:pt x="78740" y="274319"/>
                  </a:moveTo>
                  <a:lnTo>
                    <a:pt x="68580" y="274319"/>
                  </a:lnTo>
                  <a:lnTo>
                    <a:pt x="66039" y="276860"/>
                  </a:lnTo>
                  <a:lnTo>
                    <a:pt x="76200" y="276860"/>
                  </a:lnTo>
                  <a:lnTo>
                    <a:pt x="78740" y="274319"/>
                  </a:lnTo>
                  <a:close/>
                </a:path>
                <a:path w="342900" h="353060">
                  <a:moveTo>
                    <a:pt x="81280" y="271779"/>
                  </a:moveTo>
                  <a:lnTo>
                    <a:pt x="71120" y="271779"/>
                  </a:lnTo>
                  <a:lnTo>
                    <a:pt x="69849" y="273050"/>
                  </a:lnTo>
                  <a:lnTo>
                    <a:pt x="80010" y="273050"/>
                  </a:lnTo>
                  <a:lnTo>
                    <a:pt x="81280" y="271779"/>
                  </a:lnTo>
                  <a:close/>
                </a:path>
                <a:path w="342900" h="353060">
                  <a:moveTo>
                    <a:pt x="85090" y="267969"/>
                  </a:moveTo>
                  <a:lnTo>
                    <a:pt x="74930" y="267969"/>
                  </a:lnTo>
                  <a:lnTo>
                    <a:pt x="72389" y="270510"/>
                  </a:lnTo>
                  <a:lnTo>
                    <a:pt x="82550" y="270510"/>
                  </a:lnTo>
                  <a:lnTo>
                    <a:pt x="85090" y="267969"/>
                  </a:lnTo>
                  <a:close/>
                </a:path>
                <a:path w="342900" h="353060">
                  <a:moveTo>
                    <a:pt x="87630" y="265429"/>
                  </a:moveTo>
                  <a:lnTo>
                    <a:pt x="77470" y="265429"/>
                  </a:lnTo>
                  <a:lnTo>
                    <a:pt x="76199" y="266700"/>
                  </a:lnTo>
                  <a:lnTo>
                    <a:pt x="86359" y="266700"/>
                  </a:lnTo>
                  <a:lnTo>
                    <a:pt x="87630" y="265429"/>
                  </a:lnTo>
                  <a:close/>
                </a:path>
                <a:path w="342900" h="353060">
                  <a:moveTo>
                    <a:pt x="91440" y="261619"/>
                  </a:moveTo>
                  <a:lnTo>
                    <a:pt x="81280" y="261619"/>
                  </a:lnTo>
                  <a:lnTo>
                    <a:pt x="78739" y="264160"/>
                  </a:lnTo>
                  <a:lnTo>
                    <a:pt x="88900" y="264160"/>
                  </a:lnTo>
                  <a:lnTo>
                    <a:pt x="91440" y="261619"/>
                  </a:lnTo>
                  <a:close/>
                </a:path>
                <a:path w="342900" h="353060">
                  <a:moveTo>
                    <a:pt x="342900" y="0"/>
                  </a:moveTo>
                  <a:lnTo>
                    <a:pt x="82549" y="260350"/>
                  </a:lnTo>
                  <a:lnTo>
                    <a:pt x="92710" y="260350"/>
                  </a:lnTo>
                  <a:lnTo>
                    <a:pt x="342900" y="10160"/>
                  </a:lnTo>
                  <a:lnTo>
                    <a:pt x="342900" y="0"/>
                  </a:lnTo>
                  <a:close/>
                </a:path>
              </a:pathLst>
            </a:custGeom>
            <a:solidFill>
              <a:srgbClr val="D5C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1334769" y="2973069"/>
              <a:ext cx="342900" cy="353695"/>
            </a:xfrm>
            <a:custGeom>
              <a:avLst/>
              <a:gdLst/>
              <a:ahLst/>
              <a:cxnLst/>
              <a:rect l="l" t="t" r="r" b="b"/>
              <a:pathLst>
                <a:path w="342900" h="353695">
                  <a:moveTo>
                    <a:pt x="103" y="353059"/>
                  </a:moveTo>
                  <a:close/>
                </a:path>
                <a:path w="342900" h="353695">
                  <a:moveTo>
                    <a:pt x="2650" y="350519"/>
                  </a:moveTo>
                  <a:lnTo>
                    <a:pt x="0" y="350519"/>
                  </a:lnTo>
                  <a:lnTo>
                    <a:pt x="0" y="351789"/>
                  </a:lnTo>
                  <a:lnTo>
                    <a:pt x="1377" y="351789"/>
                  </a:lnTo>
                  <a:lnTo>
                    <a:pt x="2650" y="350519"/>
                  </a:lnTo>
                  <a:close/>
                </a:path>
                <a:path w="342900" h="353695">
                  <a:moveTo>
                    <a:pt x="6469" y="346709"/>
                  </a:moveTo>
                  <a:lnTo>
                    <a:pt x="0" y="346709"/>
                  </a:lnTo>
                  <a:lnTo>
                    <a:pt x="0" y="349250"/>
                  </a:lnTo>
                  <a:lnTo>
                    <a:pt x="3923" y="349250"/>
                  </a:lnTo>
                  <a:lnTo>
                    <a:pt x="6469" y="346709"/>
                  </a:lnTo>
                  <a:close/>
                </a:path>
                <a:path w="342900" h="353695">
                  <a:moveTo>
                    <a:pt x="9016" y="344169"/>
                  </a:moveTo>
                  <a:lnTo>
                    <a:pt x="0" y="344169"/>
                  </a:lnTo>
                  <a:lnTo>
                    <a:pt x="0" y="345439"/>
                  </a:lnTo>
                  <a:lnTo>
                    <a:pt x="7742" y="345439"/>
                  </a:lnTo>
                  <a:lnTo>
                    <a:pt x="9016" y="344169"/>
                  </a:lnTo>
                  <a:close/>
                </a:path>
                <a:path w="342900" h="353695">
                  <a:moveTo>
                    <a:pt x="12835" y="340359"/>
                  </a:moveTo>
                  <a:lnTo>
                    <a:pt x="2540" y="340359"/>
                  </a:lnTo>
                  <a:lnTo>
                    <a:pt x="0" y="342900"/>
                  </a:lnTo>
                  <a:lnTo>
                    <a:pt x="10289" y="342900"/>
                  </a:lnTo>
                  <a:lnTo>
                    <a:pt x="12835" y="340359"/>
                  </a:lnTo>
                  <a:close/>
                </a:path>
                <a:path w="342900" h="353695">
                  <a:moveTo>
                    <a:pt x="15381" y="337819"/>
                  </a:moveTo>
                  <a:lnTo>
                    <a:pt x="5080" y="337819"/>
                  </a:lnTo>
                  <a:lnTo>
                    <a:pt x="3810" y="339089"/>
                  </a:lnTo>
                  <a:lnTo>
                    <a:pt x="14108" y="339089"/>
                  </a:lnTo>
                  <a:lnTo>
                    <a:pt x="15381" y="337819"/>
                  </a:lnTo>
                  <a:close/>
                </a:path>
                <a:path w="342900" h="353695">
                  <a:moveTo>
                    <a:pt x="19201" y="334009"/>
                  </a:moveTo>
                  <a:lnTo>
                    <a:pt x="8890" y="334009"/>
                  </a:lnTo>
                  <a:lnTo>
                    <a:pt x="6350" y="336550"/>
                  </a:lnTo>
                  <a:lnTo>
                    <a:pt x="16654" y="336550"/>
                  </a:lnTo>
                  <a:lnTo>
                    <a:pt x="19201" y="334009"/>
                  </a:lnTo>
                  <a:close/>
                </a:path>
                <a:path w="342900" h="353695">
                  <a:moveTo>
                    <a:pt x="21747" y="331469"/>
                  </a:moveTo>
                  <a:lnTo>
                    <a:pt x="11430" y="331469"/>
                  </a:lnTo>
                  <a:lnTo>
                    <a:pt x="10160" y="332739"/>
                  </a:lnTo>
                  <a:lnTo>
                    <a:pt x="20474" y="332739"/>
                  </a:lnTo>
                  <a:lnTo>
                    <a:pt x="21747" y="331469"/>
                  </a:lnTo>
                  <a:close/>
                </a:path>
                <a:path w="342900" h="353695">
                  <a:moveTo>
                    <a:pt x="25567" y="327659"/>
                  </a:moveTo>
                  <a:lnTo>
                    <a:pt x="15240" y="327659"/>
                  </a:lnTo>
                  <a:lnTo>
                    <a:pt x="12700" y="330200"/>
                  </a:lnTo>
                  <a:lnTo>
                    <a:pt x="23020" y="330200"/>
                  </a:lnTo>
                  <a:lnTo>
                    <a:pt x="25567" y="327659"/>
                  </a:lnTo>
                  <a:close/>
                </a:path>
                <a:path w="342900" h="353695">
                  <a:moveTo>
                    <a:pt x="28113" y="325119"/>
                  </a:moveTo>
                  <a:lnTo>
                    <a:pt x="17780" y="325119"/>
                  </a:lnTo>
                  <a:lnTo>
                    <a:pt x="16510" y="326389"/>
                  </a:lnTo>
                  <a:lnTo>
                    <a:pt x="26840" y="326389"/>
                  </a:lnTo>
                  <a:lnTo>
                    <a:pt x="28113" y="325119"/>
                  </a:lnTo>
                  <a:close/>
                </a:path>
                <a:path w="342900" h="353695">
                  <a:moveTo>
                    <a:pt x="31932" y="321309"/>
                  </a:moveTo>
                  <a:lnTo>
                    <a:pt x="21590" y="321309"/>
                  </a:lnTo>
                  <a:lnTo>
                    <a:pt x="19050" y="323850"/>
                  </a:lnTo>
                  <a:lnTo>
                    <a:pt x="29386" y="323850"/>
                  </a:lnTo>
                  <a:lnTo>
                    <a:pt x="31932" y="321309"/>
                  </a:lnTo>
                  <a:close/>
                </a:path>
                <a:path w="342900" h="353695">
                  <a:moveTo>
                    <a:pt x="34479" y="318769"/>
                  </a:moveTo>
                  <a:lnTo>
                    <a:pt x="24130" y="318769"/>
                  </a:lnTo>
                  <a:lnTo>
                    <a:pt x="22860" y="320039"/>
                  </a:lnTo>
                  <a:lnTo>
                    <a:pt x="33205" y="320039"/>
                  </a:lnTo>
                  <a:lnTo>
                    <a:pt x="34479" y="318769"/>
                  </a:lnTo>
                  <a:close/>
                </a:path>
                <a:path w="342900" h="353695">
                  <a:moveTo>
                    <a:pt x="38298" y="314959"/>
                  </a:moveTo>
                  <a:lnTo>
                    <a:pt x="27940" y="314959"/>
                  </a:lnTo>
                  <a:lnTo>
                    <a:pt x="25400" y="317500"/>
                  </a:lnTo>
                  <a:lnTo>
                    <a:pt x="35752" y="317500"/>
                  </a:lnTo>
                  <a:lnTo>
                    <a:pt x="38298" y="314959"/>
                  </a:lnTo>
                  <a:close/>
                </a:path>
                <a:path w="342900" h="353695">
                  <a:moveTo>
                    <a:pt x="40844" y="312419"/>
                  </a:moveTo>
                  <a:lnTo>
                    <a:pt x="30480" y="312419"/>
                  </a:lnTo>
                  <a:lnTo>
                    <a:pt x="29210" y="313689"/>
                  </a:lnTo>
                  <a:lnTo>
                    <a:pt x="39571" y="313689"/>
                  </a:lnTo>
                  <a:lnTo>
                    <a:pt x="40844" y="312419"/>
                  </a:lnTo>
                  <a:close/>
                </a:path>
                <a:path w="342900" h="353695">
                  <a:moveTo>
                    <a:pt x="44664" y="308609"/>
                  </a:moveTo>
                  <a:lnTo>
                    <a:pt x="34290" y="308609"/>
                  </a:lnTo>
                  <a:lnTo>
                    <a:pt x="31750" y="311150"/>
                  </a:lnTo>
                  <a:lnTo>
                    <a:pt x="42117" y="311150"/>
                  </a:lnTo>
                  <a:lnTo>
                    <a:pt x="44664" y="308609"/>
                  </a:lnTo>
                  <a:close/>
                </a:path>
                <a:path w="342900" h="353695">
                  <a:moveTo>
                    <a:pt x="47210" y="306069"/>
                  </a:moveTo>
                  <a:lnTo>
                    <a:pt x="36830" y="306069"/>
                  </a:lnTo>
                  <a:lnTo>
                    <a:pt x="35560" y="307339"/>
                  </a:lnTo>
                  <a:lnTo>
                    <a:pt x="45937" y="307339"/>
                  </a:lnTo>
                  <a:lnTo>
                    <a:pt x="47210" y="306069"/>
                  </a:lnTo>
                  <a:close/>
                </a:path>
                <a:path w="342900" h="353695">
                  <a:moveTo>
                    <a:pt x="51030" y="302259"/>
                  </a:moveTo>
                  <a:lnTo>
                    <a:pt x="40640" y="302259"/>
                  </a:lnTo>
                  <a:lnTo>
                    <a:pt x="38100" y="304800"/>
                  </a:lnTo>
                  <a:lnTo>
                    <a:pt x="48483" y="304800"/>
                  </a:lnTo>
                  <a:lnTo>
                    <a:pt x="51030" y="302259"/>
                  </a:lnTo>
                  <a:close/>
                </a:path>
                <a:path w="342900" h="353695">
                  <a:moveTo>
                    <a:pt x="53576" y="299719"/>
                  </a:moveTo>
                  <a:lnTo>
                    <a:pt x="43180" y="299719"/>
                  </a:lnTo>
                  <a:lnTo>
                    <a:pt x="41910" y="300989"/>
                  </a:lnTo>
                  <a:lnTo>
                    <a:pt x="52303" y="300989"/>
                  </a:lnTo>
                  <a:lnTo>
                    <a:pt x="53576" y="299719"/>
                  </a:lnTo>
                  <a:close/>
                </a:path>
                <a:path w="342900" h="353695">
                  <a:moveTo>
                    <a:pt x="57395" y="295909"/>
                  </a:moveTo>
                  <a:lnTo>
                    <a:pt x="46990" y="295909"/>
                  </a:lnTo>
                  <a:lnTo>
                    <a:pt x="44450" y="298450"/>
                  </a:lnTo>
                  <a:lnTo>
                    <a:pt x="54849" y="298450"/>
                  </a:lnTo>
                  <a:lnTo>
                    <a:pt x="57395" y="295909"/>
                  </a:lnTo>
                  <a:close/>
                </a:path>
                <a:path w="342900" h="353695">
                  <a:moveTo>
                    <a:pt x="59942" y="293369"/>
                  </a:moveTo>
                  <a:lnTo>
                    <a:pt x="49530" y="293369"/>
                  </a:lnTo>
                  <a:lnTo>
                    <a:pt x="48260" y="294639"/>
                  </a:lnTo>
                  <a:lnTo>
                    <a:pt x="58668" y="294639"/>
                  </a:lnTo>
                  <a:lnTo>
                    <a:pt x="59942" y="293369"/>
                  </a:lnTo>
                  <a:close/>
                </a:path>
                <a:path w="342900" h="353695">
                  <a:moveTo>
                    <a:pt x="63761" y="289559"/>
                  </a:moveTo>
                  <a:lnTo>
                    <a:pt x="53340" y="289559"/>
                  </a:lnTo>
                  <a:lnTo>
                    <a:pt x="50800" y="292100"/>
                  </a:lnTo>
                  <a:lnTo>
                    <a:pt x="61215" y="292100"/>
                  </a:lnTo>
                  <a:lnTo>
                    <a:pt x="63761" y="289559"/>
                  </a:lnTo>
                  <a:close/>
                </a:path>
                <a:path w="342900" h="353695">
                  <a:moveTo>
                    <a:pt x="66307" y="287019"/>
                  </a:moveTo>
                  <a:lnTo>
                    <a:pt x="55880" y="287019"/>
                  </a:lnTo>
                  <a:lnTo>
                    <a:pt x="54610" y="288289"/>
                  </a:lnTo>
                  <a:lnTo>
                    <a:pt x="65034" y="288289"/>
                  </a:lnTo>
                  <a:lnTo>
                    <a:pt x="66307" y="287019"/>
                  </a:lnTo>
                  <a:close/>
                </a:path>
                <a:path w="342900" h="353695">
                  <a:moveTo>
                    <a:pt x="70127" y="283209"/>
                  </a:moveTo>
                  <a:lnTo>
                    <a:pt x="59690" y="283209"/>
                  </a:lnTo>
                  <a:lnTo>
                    <a:pt x="57150" y="285750"/>
                  </a:lnTo>
                  <a:lnTo>
                    <a:pt x="67581" y="285750"/>
                  </a:lnTo>
                  <a:lnTo>
                    <a:pt x="70127" y="283209"/>
                  </a:lnTo>
                  <a:close/>
                </a:path>
                <a:path w="342900" h="353695">
                  <a:moveTo>
                    <a:pt x="72673" y="280669"/>
                  </a:moveTo>
                  <a:lnTo>
                    <a:pt x="62230" y="280669"/>
                  </a:lnTo>
                  <a:lnTo>
                    <a:pt x="60960" y="281939"/>
                  </a:lnTo>
                  <a:lnTo>
                    <a:pt x="71400" y="281939"/>
                  </a:lnTo>
                  <a:lnTo>
                    <a:pt x="72673" y="280669"/>
                  </a:lnTo>
                  <a:close/>
                </a:path>
                <a:path w="342900" h="353695">
                  <a:moveTo>
                    <a:pt x="76493" y="276859"/>
                  </a:moveTo>
                  <a:lnTo>
                    <a:pt x="66040" y="276859"/>
                  </a:lnTo>
                  <a:lnTo>
                    <a:pt x="63500" y="279400"/>
                  </a:lnTo>
                  <a:lnTo>
                    <a:pt x="73946" y="279400"/>
                  </a:lnTo>
                  <a:lnTo>
                    <a:pt x="76493" y="276859"/>
                  </a:lnTo>
                  <a:close/>
                </a:path>
                <a:path w="342900" h="353695">
                  <a:moveTo>
                    <a:pt x="79039" y="274319"/>
                  </a:moveTo>
                  <a:lnTo>
                    <a:pt x="68580" y="274319"/>
                  </a:lnTo>
                  <a:lnTo>
                    <a:pt x="67310" y="275589"/>
                  </a:lnTo>
                  <a:lnTo>
                    <a:pt x="77766" y="275589"/>
                  </a:lnTo>
                  <a:lnTo>
                    <a:pt x="79039" y="274319"/>
                  </a:lnTo>
                  <a:close/>
                </a:path>
                <a:path w="342900" h="353695">
                  <a:moveTo>
                    <a:pt x="82858" y="270509"/>
                  </a:moveTo>
                  <a:lnTo>
                    <a:pt x="72390" y="270509"/>
                  </a:lnTo>
                  <a:lnTo>
                    <a:pt x="69850" y="273050"/>
                  </a:lnTo>
                  <a:lnTo>
                    <a:pt x="80312" y="273050"/>
                  </a:lnTo>
                  <a:lnTo>
                    <a:pt x="82858" y="270509"/>
                  </a:lnTo>
                  <a:close/>
                </a:path>
                <a:path w="342900" h="353695">
                  <a:moveTo>
                    <a:pt x="85405" y="267969"/>
                  </a:moveTo>
                  <a:lnTo>
                    <a:pt x="74930" y="267969"/>
                  </a:lnTo>
                  <a:lnTo>
                    <a:pt x="73660" y="269239"/>
                  </a:lnTo>
                  <a:lnTo>
                    <a:pt x="84131" y="269239"/>
                  </a:lnTo>
                  <a:lnTo>
                    <a:pt x="85405" y="267969"/>
                  </a:lnTo>
                  <a:close/>
                </a:path>
                <a:path w="342900" h="353695">
                  <a:moveTo>
                    <a:pt x="89224" y="264159"/>
                  </a:moveTo>
                  <a:lnTo>
                    <a:pt x="78740" y="264159"/>
                  </a:lnTo>
                  <a:lnTo>
                    <a:pt x="76200" y="266700"/>
                  </a:lnTo>
                  <a:lnTo>
                    <a:pt x="86678" y="266700"/>
                  </a:lnTo>
                  <a:lnTo>
                    <a:pt x="89224" y="264159"/>
                  </a:lnTo>
                  <a:close/>
                </a:path>
                <a:path w="342900" h="353695">
                  <a:moveTo>
                    <a:pt x="91770" y="261619"/>
                  </a:moveTo>
                  <a:lnTo>
                    <a:pt x="81280" y="261619"/>
                  </a:lnTo>
                  <a:lnTo>
                    <a:pt x="80010" y="262889"/>
                  </a:lnTo>
                  <a:lnTo>
                    <a:pt x="90497" y="262889"/>
                  </a:lnTo>
                  <a:lnTo>
                    <a:pt x="91770" y="261619"/>
                  </a:lnTo>
                  <a:close/>
                </a:path>
                <a:path w="342900" h="353695">
                  <a:moveTo>
                    <a:pt x="95590" y="257809"/>
                  </a:moveTo>
                  <a:lnTo>
                    <a:pt x="85090" y="257809"/>
                  </a:lnTo>
                  <a:lnTo>
                    <a:pt x="82549" y="260350"/>
                  </a:lnTo>
                  <a:lnTo>
                    <a:pt x="93044" y="260350"/>
                  </a:lnTo>
                  <a:lnTo>
                    <a:pt x="95590" y="257809"/>
                  </a:lnTo>
                  <a:close/>
                </a:path>
                <a:path w="342900" h="353695">
                  <a:moveTo>
                    <a:pt x="98136" y="255269"/>
                  </a:moveTo>
                  <a:lnTo>
                    <a:pt x="87630" y="255269"/>
                  </a:lnTo>
                  <a:lnTo>
                    <a:pt x="86360" y="256539"/>
                  </a:lnTo>
                  <a:lnTo>
                    <a:pt x="96863" y="256539"/>
                  </a:lnTo>
                  <a:lnTo>
                    <a:pt x="98136" y="255269"/>
                  </a:lnTo>
                  <a:close/>
                </a:path>
                <a:path w="342900" h="353695">
                  <a:moveTo>
                    <a:pt x="101956" y="251459"/>
                  </a:moveTo>
                  <a:lnTo>
                    <a:pt x="91440" y="251459"/>
                  </a:lnTo>
                  <a:lnTo>
                    <a:pt x="88899" y="254000"/>
                  </a:lnTo>
                  <a:lnTo>
                    <a:pt x="99409" y="254000"/>
                  </a:lnTo>
                  <a:lnTo>
                    <a:pt x="101956" y="251459"/>
                  </a:lnTo>
                  <a:close/>
                </a:path>
                <a:path w="342900" h="353695">
                  <a:moveTo>
                    <a:pt x="342900" y="0"/>
                  </a:moveTo>
                  <a:lnTo>
                    <a:pt x="92709" y="250189"/>
                  </a:lnTo>
                  <a:lnTo>
                    <a:pt x="103229" y="250189"/>
                  </a:lnTo>
                  <a:lnTo>
                    <a:pt x="342900" y="11112"/>
                  </a:lnTo>
                  <a:lnTo>
                    <a:pt x="342900" y="0"/>
                  </a:lnTo>
                  <a:close/>
                </a:path>
              </a:pathLst>
            </a:custGeom>
            <a:solidFill>
              <a:srgbClr val="D5C9A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1334769" y="2984182"/>
              <a:ext cx="342900" cy="353695"/>
            </a:xfrm>
            <a:custGeom>
              <a:avLst/>
              <a:gdLst/>
              <a:ahLst/>
              <a:cxnLst/>
              <a:rect l="l" t="t" r="r" b="b"/>
              <a:pathLst>
                <a:path w="342900" h="353695">
                  <a:moveTo>
                    <a:pt x="2540" y="352107"/>
                  </a:moveTo>
                  <a:lnTo>
                    <a:pt x="0" y="352107"/>
                  </a:lnTo>
                  <a:lnTo>
                    <a:pt x="0" y="353377"/>
                  </a:lnTo>
                  <a:lnTo>
                    <a:pt x="1269" y="353377"/>
                  </a:lnTo>
                  <a:lnTo>
                    <a:pt x="2540" y="352107"/>
                  </a:lnTo>
                  <a:close/>
                </a:path>
                <a:path w="342900" h="353695">
                  <a:moveTo>
                    <a:pt x="6350" y="348297"/>
                  </a:moveTo>
                  <a:lnTo>
                    <a:pt x="0" y="348297"/>
                  </a:lnTo>
                  <a:lnTo>
                    <a:pt x="0" y="350837"/>
                  </a:lnTo>
                  <a:lnTo>
                    <a:pt x="3809" y="350837"/>
                  </a:lnTo>
                  <a:lnTo>
                    <a:pt x="6350" y="348297"/>
                  </a:lnTo>
                  <a:close/>
                </a:path>
                <a:path w="342900" h="353695">
                  <a:moveTo>
                    <a:pt x="8890" y="345757"/>
                  </a:moveTo>
                  <a:lnTo>
                    <a:pt x="0" y="345757"/>
                  </a:lnTo>
                  <a:lnTo>
                    <a:pt x="0" y="347027"/>
                  </a:lnTo>
                  <a:lnTo>
                    <a:pt x="7619" y="347027"/>
                  </a:lnTo>
                  <a:lnTo>
                    <a:pt x="8890" y="345757"/>
                  </a:lnTo>
                  <a:close/>
                </a:path>
                <a:path w="342900" h="353695">
                  <a:moveTo>
                    <a:pt x="12700" y="341947"/>
                  </a:moveTo>
                  <a:lnTo>
                    <a:pt x="103" y="341947"/>
                  </a:lnTo>
                  <a:lnTo>
                    <a:pt x="0" y="344487"/>
                  </a:lnTo>
                  <a:lnTo>
                    <a:pt x="10159" y="344487"/>
                  </a:lnTo>
                  <a:lnTo>
                    <a:pt x="12700" y="341947"/>
                  </a:lnTo>
                  <a:close/>
                </a:path>
                <a:path w="342900" h="353695">
                  <a:moveTo>
                    <a:pt x="15240" y="339407"/>
                  </a:moveTo>
                  <a:lnTo>
                    <a:pt x="2650" y="339407"/>
                  </a:lnTo>
                  <a:lnTo>
                    <a:pt x="1377" y="340677"/>
                  </a:lnTo>
                  <a:lnTo>
                    <a:pt x="13969" y="340677"/>
                  </a:lnTo>
                  <a:lnTo>
                    <a:pt x="15240" y="339407"/>
                  </a:lnTo>
                  <a:close/>
                </a:path>
                <a:path w="342900" h="353695">
                  <a:moveTo>
                    <a:pt x="19050" y="335597"/>
                  </a:moveTo>
                  <a:lnTo>
                    <a:pt x="6469" y="335597"/>
                  </a:lnTo>
                  <a:lnTo>
                    <a:pt x="3923" y="338137"/>
                  </a:lnTo>
                  <a:lnTo>
                    <a:pt x="16509" y="338137"/>
                  </a:lnTo>
                  <a:lnTo>
                    <a:pt x="19050" y="335597"/>
                  </a:lnTo>
                  <a:close/>
                </a:path>
                <a:path w="342900" h="353695">
                  <a:moveTo>
                    <a:pt x="21590" y="333057"/>
                  </a:moveTo>
                  <a:lnTo>
                    <a:pt x="9016" y="333057"/>
                  </a:lnTo>
                  <a:lnTo>
                    <a:pt x="7742" y="334327"/>
                  </a:lnTo>
                  <a:lnTo>
                    <a:pt x="20319" y="334327"/>
                  </a:lnTo>
                  <a:lnTo>
                    <a:pt x="21590" y="333057"/>
                  </a:lnTo>
                  <a:close/>
                </a:path>
                <a:path w="342900" h="353695">
                  <a:moveTo>
                    <a:pt x="25400" y="329247"/>
                  </a:moveTo>
                  <a:lnTo>
                    <a:pt x="12835" y="329247"/>
                  </a:lnTo>
                  <a:lnTo>
                    <a:pt x="10289" y="331787"/>
                  </a:lnTo>
                  <a:lnTo>
                    <a:pt x="22859" y="331787"/>
                  </a:lnTo>
                  <a:lnTo>
                    <a:pt x="25400" y="329247"/>
                  </a:lnTo>
                  <a:close/>
                </a:path>
                <a:path w="342900" h="353695">
                  <a:moveTo>
                    <a:pt x="27940" y="326707"/>
                  </a:moveTo>
                  <a:lnTo>
                    <a:pt x="15381" y="326707"/>
                  </a:lnTo>
                  <a:lnTo>
                    <a:pt x="14108" y="327977"/>
                  </a:lnTo>
                  <a:lnTo>
                    <a:pt x="26669" y="327977"/>
                  </a:lnTo>
                  <a:lnTo>
                    <a:pt x="27940" y="326707"/>
                  </a:lnTo>
                  <a:close/>
                </a:path>
                <a:path w="342900" h="353695">
                  <a:moveTo>
                    <a:pt x="31750" y="322897"/>
                  </a:moveTo>
                  <a:lnTo>
                    <a:pt x="19201" y="322897"/>
                  </a:lnTo>
                  <a:lnTo>
                    <a:pt x="16654" y="325437"/>
                  </a:lnTo>
                  <a:lnTo>
                    <a:pt x="29209" y="325437"/>
                  </a:lnTo>
                  <a:lnTo>
                    <a:pt x="31750" y="322897"/>
                  </a:lnTo>
                  <a:close/>
                </a:path>
                <a:path w="342900" h="353695">
                  <a:moveTo>
                    <a:pt x="34290" y="320357"/>
                  </a:moveTo>
                  <a:lnTo>
                    <a:pt x="21747" y="320357"/>
                  </a:lnTo>
                  <a:lnTo>
                    <a:pt x="20474" y="321627"/>
                  </a:lnTo>
                  <a:lnTo>
                    <a:pt x="33019" y="321627"/>
                  </a:lnTo>
                  <a:lnTo>
                    <a:pt x="34290" y="320357"/>
                  </a:lnTo>
                  <a:close/>
                </a:path>
                <a:path w="342900" h="353695">
                  <a:moveTo>
                    <a:pt x="38100" y="316547"/>
                  </a:moveTo>
                  <a:lnTo>
                    <a:pt x="25567" y="316547"/>
                  </a:lnTo>
                  <a:lnTo>
                    <a:pt x="23020" y="319087"/>
                  </a:lnTo>
                  <a:lnTo>
                    <a:pt x="35559" y="319087"/>
                  </a:lnTo>
                  <a:lnTo>
                    <a:pt x="38100" y="316547"/>
                  </a:lnTo>
                  <a:close/>
                </a:path>
                <a:path w="342900" h="353695">
                  <a:moveTo>
                    <a:pt x="40639" y="314007"/>
                  </a:moveTo>
                  <a:lnTo>
                    <a:pt x="28113" y="314007"/>
                  </a:lnTo>
                  <a:lnTo>
                    <a:pt x="26840" y="315277"/>
                  </a:lnTo>
                  <a:lnTo>
                    <a:pt x="39369" y="315277"/>
                  </a:lnTo>
                  <a:lnTo>
                    <a:pt x="40639" y="314007"/>
                  </a:lnTo>
                  <a:close/>
                </a:path>
                <a:path w="342900" h="353695">
                  <a:moveTo>
                    <a:pt x="44450" y="310197"/>
                  </a:moveTo>
                  <a:lnTo>
                    <a:pt x="31932" y="310197"/>
                  </a:lnTo>
                  <a:lnTo>
                    <a:pt x="29386" y="312737"/>
                  </a:lnTo>
                  <a:lnTo>
                    <a:pt x="41909" y="312737"/>
                  </a:lnTo>
                  <a:lnTo>
                    <a:pt x="44450" y="310197"/>
                  </a:lnTo>
                  <a:close/>
                </a:path>
                <a:path w="342900" h="353695">
                  <a:moveTo>
                    <a:pt x="46990" y="307657"/>
                  </a:moveTo>
                  <a:lnTo>
                    <a:pt x="34479" y="307657"/>
                  </a:lnTo>
                  <a:lnTo>
                    <a:pt x="33205" y="308927"/>
                  </a:lnTo>
                  <a:lnTo>
                    <a:pt x="45719" y="308927"/>
                  </a:lnTo>
                  <a:lnTo>
                    <a:pt x="46990" y="307657"/>
                  </a:lnTo>
                  <a:close/>
                </a:path>
                <a:path w="342900" h="353695">
                  <a:moveTo>
                    <a:pt x="50800" y="303847"/>
                  </a:moveTo>
                  <a:lnTo>
                    <a:pt x="38298" y="303847"/>
                  </a:lnTo>
                  <a:lnTo>
                    <a:pt x="35752" y="306387"/>
                  </a:lnTo>
                  <a:lnTo>
                    <a:pt x="48259" y="306387"/>
                  </a:lnTo>
                  <a:lnTo>
                    <a:pt x="50800" y="303847"/>
                  </a:lnTo>
                  <a:close/>
                </a:path>
                <a:path w="342900" h="353695">
                  <a:moveTo>
                    <a:pt x="53340" y="301307"/>
                  </a:moveTo>
                  <a:lnTo>
                    <a:pt x="40844" y="301307"/>
                  </a:lnTo>
                  <a:lnTo>
                    <a:pt x="39571" y="302577"/>
                  </a:lnTo>
                  <a:lnTo>
                    <a:pt x="52069" y="302577"/>
                  </a:lnTo>
                  <a:lnTo>
                    <a:pt x="53340" y="301307"/>
                  </a:lnTo>
                  <a:close/>
                </a:path>
                <a:path w="342900" h="353695">
                  <a:moveTo>
                    <a:pt x="57150" y="297497"/>
                  </a:moveTo>
                  <a:lnTo>
                    <a:pt x="44664" y="297497"/>
                  </a:lnTo>
                  <a:lnTo>
                    <a:pt x="42117" y="300037"/>
                  </a:lnTo>
                  <a:lnTo>
                    <a:pt x="54609" y="300037"/>
                  </a:lnTo>
                  <a:lnTo>
                    <a:pt x="57150" y="297497"/>
                  </a:lnTo>
                  <a:close/>
                </a:path>
                <a:path w="342900" h="353695">
                  <a:moveTo>
                    <a:pt x="59690" y="294957"/>
                  </a:moveTo>
                  <a:lnTo>
                    <a:pt x="47210" y="294957"/>
                  </a:lnTo>
                  <a:lnTo>
                    <a:pt x="45937" y="296227"/>
                  </a:lnTo>
                  <a:lnTo>
                    <a:pt x="58419" y="296227"/>
                  </a:lnTo>
                  <a:lnTo>
                    <a:pt x="59690" y="294957"/>
                  </a:lnTo>
                  <a:close/>
                </a:path>
                <a:path w="342900" h="353695">
                  <a:moveTo>
                    <a:pt x="63500" y="291147"/>
                  </a:moveTo>
                  <a:lnTo>
                    <a:pt x="51030" y="291147"/>
                  </a:lnTo>
                  <a:lnTo>
                    <a:pt x="48483" y="293687"/>
                  </a:lnTo>
                  <a:lnTo>
                    <a:pt x="60959" y="293687"/>
                  </a:lnTo>
                  <a:lnTo>
                    <a:pt x="63500" y="291147"/>
                  </a:lnTo>
                  <a:close/>
                </a:path>
                <a:path w="342900" h="353695">
                  <a:moveTo>
                    <a:pt x="66040" y="288607"/>
                  </a:moveTo>
                  <a:lnTo>
                    <a:pt x="53576" y="288607"/>
                  </a:lnTo>
                  <a:lnTo>
                    <a:pt x="52303" y="289877"/>
                  </a:lnTo>
                  <a:lnTo>
                    <a:pt x="64769" y="289877"/>
                  </a:lnTo>
                  <a:lnTo>
                    <a:pt x="66040" y="288607"/>
                  </a:lnTo>
                  <a:close/>
                </a:path>
                <a:path w="342900" h="353695">
                  <a:moveTo>
                    <a:pt x="69850" y="284797"/>
                  </a:moveTo>
                  <a:lnTo>
                    <a:pt x="57395" y="284797"/>
                  </a:lnTo>
                  <a:lnTo>
                    <a:pt x="54849" y="287337"/>
                  </a:lnTo>
                  <a:lnTo>
                    <a:pt x="67309" y="287337"/>
                  </a:lnTo>
                  <a:lnTo>
                    <a:pt x="69850" y="284797"/>
                  </a:lnTo>
                  <a:close/>
                </a:path>
                <a:path w="342900" h="353695">
                  <a:moveTo>
                    <a:pt x="72389" y="282257"/>
                  </a:moveTo>
                  <a:lnTo>
                    <a:pt x="59942" y="282257"/>
                  </a:lnTo>
                  <a:lnTo>
                    <a:pt x="58668" y="283527"/>
                  </a:lnTo>
                  <a:lnTo>
                    <a:pt x="71119" y="283527"/>
                  </a:lnTo>
                  <a:lnTo>
                    <a:pt x="72389" y="282257"/>
                  </a:lnTo>
                  <a:close/>
                </a:path>
                <a:path w="342900" h="353695">
                  <a:moveTo>
                    <a:pt x="76200" y="278447"/>
                  </a:moveTo>
                  <a:lnTo>
                    <a:pt x="63761" y="278447"/>
                  </a:lnTo>
                  <a:lnTo>
                    <a:pt x="61215" y="280987"/>
                  </a:lnTo>
                  <a:lnTo>
                    <a:pt x="73659" y="280987"/>
                  </a:lnTo>
                  <a:lnTo>
                    <a:pt x="76200" y="278447"/>
                  </a:lnTo>
                  <a:close/>
                </a:path>
                <a:path w="342900" h="353695">
                  <a:moveTo>
                    <a:pt x="78740" y="275907"/>
                  </a:moveTo>
                  <a:lnTo>
                    <a:pt x="66307" y="275907"/>
                  </a:lnTo>
                  <a:lnTo>
                    <a:pt x="65034" y="277177"/>
                  </a:lnTo>
                  <a:lnTo>
                    <a:pt x="77469" y="277177"/>
                  </a:lnTo>
                  <a:lnTo>
                    <a:pt x="78740" y="275907"/>
                  </a:lnTo>
                  <a:close/>
                </a:path>
                <a:path w="342900" h="353695">
                  <a:moveTo>
                    <a:pt x="82550" y="272097"/>
                  </a:moveTo>
                  <a:lnTo>
                    <a:pt x="70127" y="272097"/>
                  </a:lnTo>
                  <a:lnTo>
                    <a:pt x="67581" y="274637"/>
                  </a:lnTo>
                  <a:lnTo>
                    <a:pt x="80009" y="274637"/>
                  </a:lnTo>
                  <a:lnTo>
                    <a:pt x="82550" y="272097"/>
                  </a:lnTo>
                  <a:close/>
                </a:path>
                <a:path w="342900" h="353695">
                  <a:moveTo>
                    <a:pt x="85090" y="269557"/>
                  </a:moveTo>
                  <a:lnTo>
                    <a:pt x="72673" y="269557"/>
                  </a:lnTo>
                  <a:lnTo>
                    <a:pt x="71400" y="270827"/>
                  </a:lnTo>
                  <a:lnTo>
                    <a:pt x="83819" y="270827"/>
                  </a:lnTo>
                  <a:lnTo>
                    <a:pt x="85090" y="269557"/>
                  </a:lnTo>
                  <a:close/>
                </a:path>
                <a:path w="342900" h="353695">
                  <a:moveTo>
                    <a:pt x="88900" y="265747"/>
                  </a:moveTo>
                  <a:lnTo>
                    <a:pt x="76493" y="265747"/>
                  </a:lnTo>
                  <a:lnTo>
                    <a:pt x="73946" y="268287"/>
                  </a:lnTo>
                  <a:lnTo>
                    <a:pt x="86359" y="268287"/>
                  </a:lnTo>
                  <a:lnTo>
                    <a:pt x="88900" y="265747"/>
                  </a:lnTo>
                  <a:close/>
                </a:path>
                <a:path w="342900" h="353695">
                  <a:moveTo>
                    <a:pt x="91440" y="263207"/>
                  </a:moveTo>
                  <a:lnTo>
                    <a:pt x="79039" y="263207"/>
                  </a:lnTo>
                  <a:lnTo>
                    <a:pt x="77766" y="264477"/>
                  </a:lnTo>
                  <a:lnTo>
                    <a:pt x="90169" y="264477"/>
                  </a:lnTo>
                  <a:lnTo>
                    <a:pt x="91440" y="263207"/>
                  </a:lnTo>
                  <a:close/>
                </a:path>
                <a:path w="342900" h="353695">
                  <a:moveTo>
                    <a:pt x="95250" y="259397"/>
                  </a:moveTo>
                  <a:lnTo>
                    <a:pt x="82858" y="259397"/>
                  </a:lnTo>
                  <a:lnTo>
                    <a:pt x="80312" y="261937"/>
                  </a:lnTo>
                  <a:lnTo>
                    <a:pt x="92709" y="261937"/>
                  </a:lnTo>
                  <a:lnTo>
                    <a:pt x="95250" y="259397"/>
                  </a:lnTo>
                  <a:close/>
                </a:path>
                <a:path w="342900" h="353695">
                  <a:moveTo>
                    <a:pt x="97790" y="256857"/>
                  </a:moveTo>
                  <a:lnTo>
                    <a:pt x="85405" y="256857"/>
                  </a:lnTo>
                  <a:lnTo>
                    <a:pt x="84131" y="258127"/>
                  </a:lnTo>
                  <a:lnTo>
                    <a:pt x="96519" y="258127"/>
                  </a:lnTo>
                  <a:lnTo>
                    <a:pt x="97790" y="256857"/>
                  </a:lnTo>
                  <a:close/>
                </a:path>
                <a:path w="342900" h="353695">
                  <a:moveTo>
                    <a:pt x="101600" y="253047"/>
                  </a:moveTo>
                  <a:lnTo>
                    <a:pt x="89224" y="253047"/>
                  </a:lnTo>
                  <a:lnTo>
                    <a:pt x="86678" y="255587"/>
                  </a:lnTo>
                  <a:lnTo>
                    <a:pt x="99059" y="255587"/>
                  </a:lnTo>
                  <a:lnTo>
                    <a:pt x="101600" y="253047"/>
                  </a:lnTo>
                  <a:close/>
                </a:path>
                <a:path w="342900" h="353695">
                  <a:moveTo>
                    <a:pt x="104140" y="250507"/>
                  </a:moveTo>
                  <a:lnTo>
                    <a:pt x="91770" y="250507"/>
                  </a:lnTo>
                  <a:lnTo>
                    <a:pt x="90497" y="251777"/>
                  </a:lnTo>
                  <a:lnTo>
                    <a:pt x="102869" y="251777"/>
                  </a:lnTo>
                  <a:lnTo>
                    <a:pt x="104140" y="250507"/>
                  </a:lnTo>
                  <a:close/>
                </a:path>
                <a:path w="342900" h="353695">
                  <a:moveTo>
                    <a:pt x="107950" y="246697"/>
                  </a:moveTo>
                  <a:lnTo>
                    <a:pt x="95590" y="246697"/>
                  </a:lnTo>
                  <a:lnTo>
                    <a:pt x="93044" y="249237"/>
                  </a:lnTo>
                  <a:lnTo>
                    <a:pt x="105409" y="249237"/>
                  </a:lnTo>
                  <a:lnTo>
                    <a:pt x="107950" y="246697"/>
                  </a:lnTo>
                  <a:close/>
                </a:path>
                <a:path w="342900" h="353695">
                  <a:moveTo>
                    <a:pt x="110490" y="244157"/>
                  </a:moveTo>
                  <a:lnTo>
                    <a:pt x="98136" y="244157"/>
                  </a:lnTo>
                  <a:lnTo>
                    <a:pt x="96863" y="245427"/>
                  </a:lnTo>
                  <a:lnTo>
                    <a:pt x="109219" y="245427"/>
                  </a:lnTo>
                  <a:lnTo>
                    <a:pt x="110490" y="244157"/>
                  </a:lnTo>
                  <a:close/>
                </a:path>
                <a:path w="342900" h="353695">
                  <a:moveTo>
                    <a:pt x="114300" y="240347"/>
                  </a:moveTo>
                  <a:lnTo>
                    <a:pt x="101956" y="240347"/>
                  </a:lnTo>
                  <a:lnTo>
                    <a:pt x="99409" y="242887"/>
                  </a:lnTo>
                  <a:lnTo>
                    <a:pt x="111759" y="242887"/>
                  </a:lnTo>
                  <a:lnTo>
                    <a:pt x="114300" y="240347"/>
                  </a:lnTo>
                  <a:close/>
                </a:path>
                <a:path w="342900" h="353695">
                  <a:moveTo>
                    <a:pt x="342900" y="0"/>
                  </a:moveTo>
                  <a:lnTo>
                    <a:pt x="103229" y="239077"/>
                  </a:lnTo>
                  <a:lnTo>
                    <a:pt x="115569" y="239077"/>
                  </a:lnTo>
                  <a:lnTo>
                    <a:pt x="342900" y="11747"/>
                  </a:lnTo>
                  <a:lnTo>
                    <a:pt x="342900" y="0"/>
                  </a:lnTo>
                  <a:close/>
                </a:path>
              </a:pathLst>
            </a:custGeom>
            <a:solidFill>
              <a:srgbClr val="D6CA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1334769" y="2995930"/>
              <a:ext cx="342900" cy="351790"/>
            </a:xfrm>
            <a:custGeom>
              <a:avLst/>
              <a:gdLst/>
              <a:ahLst/>
              <a:cxnLst/>
              <a:rect l="l" t="t" r="r" b="b"/>
              <a:pathLst>
                <a:path w="342900" h="351789">
                  <a:moveTo>
                    <a:pt x="3810" y="349250"/>
                  </a:moveTo>
                  <a:lnTo>
                    <a:pt x="0" y="349250"/>
                  </a:lnTo>
                  <a:lnTo>
                    <a:pt x="0" y="351790"/>
                  </a:lnTo>
                  <a:lnTo>
                    <a:pt x="1270" y="351790"/>
                  </a:lnTo>
                  <a:lnTo>
                    <a:pt x="3810" y="349250"/>
                  </a:lnTo>
                  <a:close/>
                </a:path>
                <a:path w="342900" h="351789">
                  <a:moveTo>
                    <a:pt x="6350" y="346710"/>
                  </a:moveTo>
                  <a:lnTo>
                    <a:pt x="0" y="346710"/>
                  </a:lnTo>
                  <a:lnTo>
                    <a:pt x="0" y="347980"/>
                  </a:lnTo>
                  <a:lnTo>
                    <a:pt x="5080" y="347980"/>
                  </a:lnTo>
                  <a:lnTo>
                    <a:pt x="6350" y="346710"/>
                  </a:lnTo>
                  <a:close/>
                </a:path>
                <a:path w="342900" h="351789">
                  <a:moveTo>
                    <a:pt x="10160" y="342900"/>
                  </a:moveTo>
                  <a:lnTo>
                    <a:pt x="0" y="342900"/>
                  </a:lnTo>
                  <a:lnTo>
                    <a:pt x="0" y="345440"/>
                  </a:lnTo>
                  <a:lnTo>
                    <a:pt x="7620" y="345440"/>
                  </a:lnTo>
                  <a:lnTo>
                    <a:pt x="10160" y="342900"/>
                  </a:lnTo>
                  <a:close/>
                </a:path>
                <a:path w="342900" h="351789">
                  <a:moveTo>
                    <a:pt x="12700" y="340360"/>
                  </a:moveTo>
                  <a:lnTo>
                    <a:pt x="2540" y="340360"/>
                  </a:lnTo>
                  <a:lnTo>
                    <a:pt x="1269" y="341630"/>
                  </a:lnTo>
                  <a:lnTo>
                    <a:pt x="11430" y="341630"/>
                  </a:lnTo>
                  <a:lnTo>
                    <a:pt x="12700" y="340360"/>
                  </a:lnTo>
                  <a:close/>
                </a:path>
                <a:path w="342900" h="351789">
                  <a:moveTo>
                    <a:pt x="16510" y="336550"/>
                  </a:moveTo>
                  <a:lnTo>
                    <a:pt x="6350" y="336550"/>
                  </a:lnTo>
                  <a:lnTo>
                    <a:pt x="3809" y="339090"/>
                  </a:lnTo>
                  <a:lnTo>
                    <a:pt x="13970" y="339090"/>
                  </a:lnTo>
                  <a:lnTo>
                    <a:pt x="16510" y="336550"/>
                  </a:lnTo>
                  <a:close/>
                </a:path>
                <a:path w="342900" h="351789">
                  <a:moveTo>
                    <a:pt x="19050" y="334010"/>
                  </a:moveTo>
                  <a:lnTo>
                    <a:pt x="8890" y="334010"/>
                  </a:lnTo>
                  <a:lnTo>
                    <a:pt x="7619" y="335280"/>
                  </a:lnTo>
                  <a:lnTo>
                    <a:pt x="17780" y="335280"/>
                  </a:lnTo>
                  <a:lnTo>
                    <a:pt x="19050" y="334010"/>
                  </a:lnTo>
                  <a:close/>
                </a:path>
                <a:path w="342900" h="351789">
                  <a:moveTo>
                    <a:pt x="22860" y="330200"/>
                  </a:moveTo>
                  <a:lnTo>
                    <a:pt x="12700" y="330200"/>
                  </a:lnTo>
                  <a:lnTo>
                    <a:pt x="10159" y="332740"/>
                  </a:lnTo>
                  <a:lnTo>
                    <a:pt x="20320" y="332740"/>
                  </a:lnTo>
                  <a:lnTo>
                    <a:pt x="22860" y="330200"/>
                  </a:lnTo>
                  <a:close/>
                </a:path>
                <a:path w="342900" h="351789">
                  <a:moveTo>
                    <a:pt x="25400" y="327660"/>
                  </a:moveTo>
                  <a:lnTo>
                    <a:pt x="15240" y="327660"/>
                  </a:lnTo>
                  <a:lnTo>
                    <a:pt x="13969" y="328930"/>
                  </a:lnTo>
                  <a:lnTo>
                    <a:pt x="24130" y="328930"/>
                  </a:lnTo>
                  <a:lnTo>
                    <a:pt x="25400" y="327660"/>
                  </a:lnTo>
                  <a:close/>
                </a:path>
                <a:path w="342900" h="351789">
                  <a:moveTo>
                    <a:pt x="29210" y="323850"/>
                  </a:moveTo>
                  <a:lnTo>
                    <a:pt x="19050" y="323850"/>
                  </a:lnTo>
                  <a:lnTo>
                    <a:pt x="16509" y="326390"/>
                  </a:lnTo>
                  <a:lnTo>
                    <a:pt x="26670" y="326390"/>
                  </a:lnTo>
                  <a:lnTo>
                    <a:pt x="29210" y="323850"/>
                  </a:lnTo>
                  <a:close/>
                </a:path>
                <a:path w="342900" h="351789">
                  <a:moveTo>
                    <a:pt x="31750" y="321310"/>
                  </a:moveTo>
                  <a:lnTo>
                    <a:pt x="21590" y="321310"/>
                  </a:lnTo>
                  <a:lnTo>
                    <a:pt x="20319" y="322580"/>
                  </a:lnTo>
                  <a:lnTo>
                    <a:pt x="30480" y="322580"/>
                  </a:lnTo>
                  <a:lnTo>
                    <a:pt x="31750" y="321310"/>
                  </a:lnTo>
                  <a:close/>
                </a:path>
                <a:path w="342900" h="351789">
                  <a:moveTo>
                    <a:pt x="35560" y="317500"/>
                  </a:moveTo>
                  <a:lnTo>
                    <a:pt x="25400" y="317500"/>
                  </a:lnTo>
                  <a:lnTo>
                    <a:pt x="22859" y="320040"/>
                  </a:lnTo>
                  <a:lnTo>
                    <a:pt x="33020" y="320040"/>
                  </a:lnTo>
                  <a:lnTo>
                    <a:pt x="35560" y="317500"/>
                  </a:lnTo>
                  <a:close/>
                </a:path>
                <a:path w="342900" h="351789">
                  <a:moveTo>
                    <a:pt x="38100" y="314960"/>
                  </a:moveTo>
                  <a:lnTo>
                    <a:pt x="27940" y="314960"/>
                  </a:lnTo>
                  <a:lnTo>
                    <a:pt x="26669" y="316230"/>
                  </a:lnTo>
                  <a:lnTo>
                    <a:pt x="36830" y="316230"/>
                  </a:lnTo>
                  <a:lnTo>
                    <a:pt x="38100" y="314960"/>
                  </a:lnTo>
                  <a:close/>
                </a:path>
                <a:path w="342900" h="351789">
                  <a:moveTo>
                    <a:pt x="41910" y="311150"/>
                  </a:moveTo>
                  <a:lnTo>
                    <a:pt x="31750" y="311150"/>
                  </a:lnTo>
                  <a:lnTo>
                    <a:pt x="29209" y="313690"/>
                  </a:lnTo>
                  <a:lnTo>
                    <a:pt x="39370" y="313690"/>
                  </a:lnTo>
                  <a:lnTo>
                    <a:pt x="41910" y="311150"/>
                  </a:lnTo>
                  <a:close/>
                </a:path>
                <a:path w="342900" h="351789">
                  <a:moveTo>
                    <a:pt x="44450" y="308610"/>
                  </a:moveTo>
                  <a:lnTo>
                    <a:pt x="34290" y="308610"/>
                  </a:lnTo>
                  <a:lnTo>
                    <a:pt x="33019" y="309880"/>
                  </a:lnTo>
                  <a:lnTo>
                    <a:pt x="43180" y="309880"/>
                  </a:lnTo>
                  <a:lnTo>
                    <a:pt x="44450" y="308610"/>
                  </a:lnTo>
                  <a:close/>
                </a:path>
                <a:path w="342900" h="351789">
                  <a:moveTo>
                    <a:pt x="48260" y="304800"/>
                  </a:moveTo>
                  <a:lnTo>
                    <a:pt x="38100" y="304800"/>
                  </a:lnTo>
                  <a:lnTo>
                    <a:pt x="35559" y="307340"/>
                  </a:lnTo>
                  <a:lnTo>
                    <a:pt x="45720" y="307340"/>
                  </a:lnTo>
                  <a:lnTo>
                    <a:pt x="48260" y="304800"/>
                  </a:lnTo>
                  <a:close/>
                </a:path>
                <a:path w="342900" h="351789">
                  <a:moveTo>
                    <a:pt x="50800" y="302260"/>
                  </a:moveTo>
                  <a:lnTo>
                    <a:pt x="40640" y="302260"/>
                  </a:lnTo>
                  <a:lnTo>
                    <a:pt x="39369" y="303530"/>
                  </a:lnTo>
                  <a:lnTo>
                    <a:pt x="49530" y="303530"/>
                  </a:lnTo>
                  <a:lnTo>
                    <a:pt x="50800" y="302260"/>
                  </a:lnTo>
                  <a:close/>
                </a:path>
                <a:path w="342900" h="351789">
                  <a:moveTo>
                    <a:pt x="54610" y="298450"/>
                  </a:moveTo>
                  <a:lnTo>
                    <a:pt x="44450" y="298450"/>
                  </a:lnTo>
                  <a:lnTo>
                    <a:pt x="41909" y="300990"/>
                  </a:lnTo>
                  <a:lnTo>
                    <a:pt x="52070" y="300990"/>
                  </a:lnTo>
                  <a:lnTo>
                    <a:pt x="54610" y="298450"/>
                  </a:lnTo>
                  <a:close/>
                </a:path>
                <a:path w="342900" h="351789">
                  <a:moveTo>
                    <a:pt x="57150" y="295910"/>
                  </a:moveTo>
                  <a:lnTo>
                    <a:pt x="46990" y="295910"/>
                  </a:lnTo>
                  <a:lnTo>
                    <a:pt x="45719" y="297180"/>
                  </a:lnTo>
                  <a:lnTo>
                    <a:pt x="55880" y="297180"/>
                  </a:lnTo>
                  <a:lnTo>
                    <a:pt x="57150" y="295910"/>
                  </a:lnTo>
                  <a:close/>
                </a:path>
                <a:path w="342900" h="351789">
                  <a:moveTo>
                    <a:pt x="60960" y="292100"/>
                  </a:moveTo>
                  <a:lnTo>
                    <a:pt x="50800" y="292100"/>
                  </a:lnTo>
                  <a:lnTo>
                    <a:pt x="48259" y="294640"/>
                  </a:lnTo>
                  <a:lnTo>
                    <a:pt x="58419" y="294640"/>
                  </a:lnTo>
                  <a:lnTo>
                    <a:pt x="60960" y="292100"/>
                  </a:lnTo>
                  <a:close/>
                </a:path>
                <a:path w="342900" h="351789">
                  <a:moveTo>
                    <a:pt x="63500" y="289560"/>
                  </a:moveTo>
                  <a:lnTo>
                    <a:pt x="53340" y="289560"/>
                  </a:lnTo>
                  <a:lnTo>
                    <a:pt x="52069" y="290830"/>
                  </a:lnTo>
                  <a:lnTo>
                    <a:pt x="62230" y="290830"/>
                  </a:lnTo>
                  <a:lnTo>
                    <a:pt x="63500" y="289560"/>
                  </a:lnTo>
                  <a:close/>
                </a:path>
                <a:path w="342900" h="351789">
                  <a:moveTo>
                    <a:pt x="67310" y="285750"/>
                  </a:moveTo>
                  <a:lnTo>
                    <a:pt x="57150" y="285750"/>
                  </a:lnTo>
                  <a:lnTo>
                    <a:pt x="54609" y="288290"/>
                  </a:lnTo>
                  <a:lnTo>
                    <a:pt x="64769" y="288290"/>
                  </a:lnTo>
                  <a:lnTo>
                    <a:pt x="67310" y="285750"/>
                  </a:lnTo>
                  <a:close/>
                </a:path>
                <a:path w="342900" h="351789">
                  <a:moveTo>
                    <a:pt x="69850" y="283210"/>
                  </a:moveTo>
                  <a:lnTo>
                    <a:pt x="59690" y="283210"/>
                  </a:lnTo>
                  <a:lnTo>
                    <a:pt x="58419" y="284480"/>
                  </a:lnTo>
                  <a:lnTo>
                    <a:pt x="68580" y="284480"/>
                  </a:lnTo>
                  <a:lnTo>
                    <a:pt x="69850" y="283210"/>
                  </a:lnTo>
                  <a:close/>
                </a:path>
                <a:path w="342900" h="351789">
                  <a:moveTo>
                    <a:pt x="73660" y="279400"/>
                  </a:moveTo>
                  <a:lnTo>
                    <a:pt x="63500" y="279400"/>
                  </a:lnTo>
                  <a:lnTo>
                    <a:pt x="60959" y="281940"/>
                  </a:lnTo>
                  <a:lnTo>
                    <a:pt x="71119" y="281940"/>
                  </a:lnTo>
                  <a:lnTo>
                    <a:pt x="73660" y="279400"/>
                  </a:lnTo>
                  <a:close/>
                </a:path>
                <a:path w="342900" h="351789">
                  <a:moveTo>
                    <a:pt x="76200" y="276860"/>
                  </a:moveTo>
                  <a:lnTo>
                    <a:pt x="66040" y="276860"/>
                  </a:lnTo>
                  <a:lnTo>
                    <a:pt x="64769" y="278130"/>
                  </a:lnTo>
                  <a:lnTo>
                    <a:pt x="74930" y="278130"/>
                  </a:lnTo>
                  <a:lnTo>
                    <a:pt x="76200" y="276860"/>
                  </a:lnTo>
                  <a:close/>
                </a:path>
                <a:path w="342900" h="351789">
                  <a:moveTo>
                    <a:pt x="80010" y="273050"/>
                  </a:moveTo>
                  <a:lnTo>
                    <a:pt x="69850" y="273050"/>
                  </a:lnTo>
                  <a:lnTo>
                    <a:pt x="67309" y="275590"/>
                  </a:lnTo>
                  <a:lnTo>
                    <a:pt x="77470" y="275590"/>
                  </a:lnTo>
                  <a:lnTo>
                    <a:pt x="80010" y="273050"/>
                  </a:lnTo>
                  <a:close/>
                </a:path>
                <a:path w="342900" h="351789">
                  <a:moveTo>
                    <a:pt x="82550" y="270510"/>
                  </a:moveTo>
                  <a:lnTo>
                    <a:pt x="72390" y="270510"/>
                  </a:lnTo>
                  <a:lnTo>
                    <a:pt x="71119" y="271780"/>
                  </a:lnTo>
                  <a:lnTo>
                    <a:pt x="81280" y="271780"/>
                  </a:lnTo>
                  <a:lnTo>
                    <a:pt x="82550" y="270510"/>
                  </a:lnTo>
                  <a:close/>
                </a:path>
                <a:path w="342900" h="351789">
                  <a:moveTo>
                    <a:pt x="86360" y="266700"/>
                  </a:moveTo>
                  <a:lnTo>
                    <a:pt x="76200" y="266700"/>
                  </a:lnTo>
                  <a:lnTo>
                    <a:pt x="73659" y="269240"/>
                  </a:lnTo>
                  <a:lnTo>
                    <a:pt x="83820" y="269240"/>
                  </a:lnTo>
                  <a:lnTo>
                    <a:pt x="86360" y="266700"/>
                  </a:lnTo>
                  <a:close/>
                </a:path>
                <a:path w="342900" h="351789">
                  <a:moveTo>
                    <a:pt x="88900" y="264160"/>
                  </a:moveTo>
                  <a:lnTo>
                    <a:pt x="78740" y="264160"/>
                  </a:lnTo>
                  <a:lnTo>
                    <a:pt x="77469" y="265430"/>
                  </a:lnTo>
                  <a:lnTo>
                    <a:pt x="87630" y="265430"/>
                  </a:lnTo>
                  <a:lnTo>
                    <a:pt x="88900" y="264160"/>
                  </a:lnTo>
                  <a:close/>
                </a:path>
                <a:path w="342900" h="351789">
                  <a:moveTo>
                    <a:pt x="92710" y="260350"/>
                  </a:moveTo>
                  <a:lnTo>
                    <a:pt x="82550" y="260350"/>
                  </a:lnTo>
                  <a:lnTo>
                    <a:pt x="80009" y="262890"/>
                  </a:lnTo>
                  <a:lnTo>
                    <a:pt x="90170" y="262890"/>
                  </a:lnTo>
                  <a:lnTo>
                    <a:pt x="92710" y="260350"/>
                  </a:lnTo>
                  <a:close/>
                </a:path>
                <a:path w="342900" h="351789">
                  <a:moveTo>
                    <a:pt x="95250" y="257810"/>
                  </a:moveTo>
                  <a:lnTo>
                    <a:pt x="85090" y="257810"/>
                  </a:lnTo>
                  <a:lnTo>
                    <a:pt x="83819" y="259080"/>
                  </a:lnTo>
                  <a:lnTo>
                    <a:pt x="93980" y="259080"/>
                  </a:lnTo>
                  <a:lnTo>
                    <a:pt x="95250" y="257810"/>
                  </a:lnTo>
                  <a:close/>
                </a:path>
                <a:path w="342900" h="351789">
                  <a:moveTo>
                    <a:pt x="99060" y="254000"/>
                  </a:moveTo>
                  <a:lnTo>
                    <a:pt x="88900" y="254000"/>
                  </a:lnTo>
                  <a:lnTo>
                    <a:pt x="86359" y="256540"/>
                  </a:lnTo>
                  <a:lnTo>
                    <a:pt x="96520" y="256540"/>
                  </a:lnTo>
                  <a:lnTo>
                    <a:pt x="99060" y="254000"/>
                  </a:lnTo>
                  <a:close/>
                </a:path>
                <a:path w="342900" h="351789">
                  <a:moveTo>
                    <a:pt x="101600" y="251460"/>
                  </a:moveTo>
                  <a:lnTo>
                    <a:pt x="91440" y="251460"/>
                  </a:lnTo>
                  <a:lnTo>
                    <a:pt x="90169" y="252730"/>
                  </a:lnTo>
                  <a:lnTo>
                    <a:pt x="100330" y="252730"/>
                  </a:lnTo>
                  <a:lnTo>
                    <a:pt x="101600" y="251460"/>
                  </a:lnTo>
                  <a:close/>
                </a:path>
                <a:path w="342900" h="351789">
                  <a:moveTo>
                    <a:pt x="105410" y="247650"/>
                  </a:moveTo>
                  <a:lnTo>
                    <a:pt x="95250" y="247650"/>
                  </a:lnTo>
                  <a:lnTo>
                    <a:pt x="92709" y="250190"/>
                  </a:lnTo>
                  <a:lnTo>
                    <a:pt x="102870" y="250190"/>
                  </a:lnTo>
                  <a:lnTo>
                    <a:pt x="105410" y="247650"/>
                  </a:lnTo>
                  <a:close/>
                </a:path>
                <a:path w="342900" h="351789">
                  <a:moveTo>
                    <a:pt x="107950" y="245110"/>
                  </a:moveTo>
                  <a:lnTo>
                    <a:pt x="97790" y="245110"/>
                  </a:lnTo>
                  <a:lnTo>
                    <a:pt x="96519" y="246380"/>
                  </a:lnTo>
                  <a:lnTo>
                    <a:pt x="106680" y="246380"/>
                  </a:lnTo>
                  <a:lnTo>
                    <a:pt x="107950" y="245110"/>
                  </a:lnTo>
                  <a:close/>
                </a:path>
                <a:path w="342900" h="351789">
                  <a:moveTo>
                    <a:pt x="111760" y="241300"/>
                  </a:moveTo>
                  <a:lnTo>
                    <a:pt x="101600" y="241300"/>
                  </a:lnTo>
                  <a:lnTo>
                    <a:pt x="99059" y="243840"/>
                  </a:lnTo>
                  <a:lnTo>
                    <a:pt x="109220" y="243840"/>
                  </a:lnTo>
                  <a:lnTo>
                    <a:pt x="111760" y="241300"/>
                  </a:lnTo>
                  <a:close/>
                </a:path>
                <a:path w="342900" h="351789">
                  <a:moveTo>
                    <a:pt x="114300" y="238760"/>
                  </a:moveTo>
                  <a:lnTo>
                    <a:pt x="104140" y="238760"/>
                  </a:lnTo>
                  <a:lnTo>
                    <a:pt x="102869" y="240030"/>
                  </a:lnTo>
                  <a:lnTo>
                    <a:pt x="113030" y="240030"/>
                  </a:lnTo>
                  <a:lnTo>
                    <a:pt x="114300" y="238760"/>
                  </a:lnTo>
                  <a:close/>
                </a:path>
                <a:path w="342900" h="351789">
                  <a:moveTo>
                    <a:pt x="118110" y="234950"/>
                  </a:moveTo>
                  <a:lnTo>
                    <a:pt x="107950" y="234950"/>
                  </a:lnTo>
                  <a:lnTo>
                    <a:pt x="105409" y="237490"/>
                  </a:lnTo>
                  <a:lnTo>
                    <a:pt x="115570" y="237490"/>
                  </a:lnTo>
                  <a:lnTo>
                    <a:pt x="118110" y="234950"/>
                  </a:lnTo>
                  <a:close/>
                </a:path>
                <a:path w="342900" h="351789">
                  <a:moveTo>
                    <a:pt x="120650" y="232410"/>
                  </a:moveTo>
                  <a:lnTo>
                    <a:pt x="110489" y="232410"/>
                  </a:lnTo>
                  <a:lnTo>
                    <a:pt x="109219" y="233680"/>
                  </a:lnTo>
                  <a:lnTo>
                    <a:pt x="119380" y="233680"/>
                  </a:lnTo>
                  <a:lnTo>
                    <a:pt x="120650" y="232410"/>
                  </a:lnTo>
                  <a:close/>
                </a:path>
                <a:path w="342900" h="351789">
                  <a:moveTo>
                    <a:pt x="124460" y="228600"/>
                  </a:moveTo>
                  <a:lnTo>
                    <a:pt x="114300" y="228600"/>
                  </a:lnTo>
                  <a:lnTo>
                    <a:pt x="111759" y="231140"/>
                  </a:lnTo>
                  <a:lnTo>
                    <a:pt x="121920" y="231140"/>
                  </a:lnTo>
                  <a:lnTo>
                    <a:pt x="124460" y="228600"/>
                  </a:lnTo>
                  <a:close/>
                </a:path>
                <a:path w="342900" h="351789">
                  <a:moveTo>
                    <a:pt x="342900" y="0"/>
                  </a:moveTo>
                  <a:lnTo>
                    <a:pt x="115569" y="227330"/>
                  </a:lnTo>
                  <a:lnTo>
                    <a:pt x="125730" y="227330"/>
                  </a:lnTo>
                  <a:lnTo>
                    <a:pt x="342900" y="10160"/>
                  </a:lnTo>
                  <a:lnTo>
                    <a:pt x="342900" y="0"/>
                  </a:lnTo>
                  <a:close/>
                </a:path>
              </a:pathLst>
            </a:custGeom>
            <a:solidFill>
              <a:srgbClr val="D6CA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1334769" y="3006090"/>
              <a:ext cx="342900" cy="353060"/>
            </a:xfrm>
            <a:custGeom>
              <a:avLst/>
              <a:gdLst/>
              <a:ahLst/>
              <a:cxnLst/>
              <a:rect l="l" t="t" r="r" b="b"/>
              <a:pathLst>
                <a:path w="342900" h="353060">
                  <a:moveTo>
                    <a:pt x="1270" y="351789"/>
                  </a:moveTo>
                  <a:lnTo>
                    <a:pt x="0" y="351789"/>
                  </a:lnTo>
                  <a:lnTo>
                    <a:pt x="0" y="353059"/>
                  </a:lnTo>
                  <a:lnTo>
                    <a:pt x="1270" y="351789"/>
                  </a:lnTo>
                  <a:close/>
                </a:path>
                <a:path w="342900" h="353060">
                  <a:moveTo>
                    <a:pt x="3810" y="349249"/>
                  </a:moveTo>
                  <a:lnTo>
                    <a:pt x="0" y="349249"/>
                  </a:lnTo>
                  <a:lnTo>
                    <a:pt x="0" y="350519"/>
                  </a:lnTo>
                  <a:lnTo>
                    <a:pt x="2539" y="350519"/>
                  </a:lnTo>
                  <a:lnTo>
                    <a:pt x="3810" y="349249"/>
                  </a:lnTo>
                  <a:close/>
                </a:path>
                <a:path w="342900" h="353060">
                  <a:moveTo>
                    <a:pt x="7620" y="345439"/>
                  </a:moveTo>
                  <a:lnTo>
                    <a:pt x="0" y="345439"/>
                  </a:lnTo>
                  <a:lnTo>
                    <a:pt x="0" y="347979"/>
                  </a:lnTo>
                  <a:lnTo>
                    <a:pt x="5079" y="347979"/>
                  </a:lnTo>
                  <a:lnTo>
                    <a:pt x="7620" y="345439"/>
                  </a:lnTo>
                  <a:close/>
                </a:path>
                <a:path w="342900" h="353060">
                  <a:moveTo>
                    <a:pt x="10160" y="342899"/>
                  </a:moveTo>
                  <a:lnTo>
                    <a:pt x="0" y="342899"/>
                  </a:lnTo>
                  <a:lnTo>
                    <a:pt x="0" y="344169"/>
                  </a:lnTo>
                  <a:lnTo>
                    <a:pt x="8889" y="344169"/>
                  </a:lnTo>
                  <a:lnTo>
                    <a:pt x="10160" y="342899"/>
                  </a:lnTo>
                  <a:close/>
                </a:path>
                <a:path w="342900" h="353060">
                  <a:moveTo>
                    <a:pt x="13970" y="339089"/>
                  </a:moveTo>
                  <a:lnTo>
                    <a:pt x="3810" y="339089"/>
                  </a:lnTo>
                  <a:lnTo>
                    <a:pt x="1270" y="341629"/>
                  </a:lnTo>
                  <a:lnTo>
                    <a:pt x="11429" y="341629"/>
                  </a:lnTo>
                  <a:lnTo>
                    <a:pt x="13970" y="339089"/>
                  </a:lnTo>
                  <a:close/>
                </a:path>
                <a:path w="342900" h="353060">
                  <a:moveTo>
                    <a:pt x="16510" y="336549"/>
                  </a:moveTo>
                  <a:lnTo>
                    <a:pt x="6350" y="336549"/>
                  </a:lnTo>
                  <a:lnTo>
                    <a:pt x="5080" y="337819"/>
                  </a:lnTo>
                  <a:lnTo>
                    <a:pt x="15239" y="337819"/>
                  </a:lnTo>
                  <a:lnTo>
                    <a:pt x="16510" y="336549"/>
                  </a:lnTo>
                  <a:close/>
                </a:path>
                <a:path w="342900" h="353060">
                  <a:moveTo>
                    <a:pt x="20320" y="332739"/>
                  </a:moveTo>
                  <a:lnTo>
                    <a:pt x="10160" y="332739"/>
                  </a:lnTo>
                  <a:lnTo>
                    <a:pt x="7620" y="335279"/>
                  </a:lnTo>
                  <a:lnTo>
                    <a:pt x="17779" y="335279"/>
                  </a:lnTo>
                  <a:lnTo>
                    <a:pt x="20320" y="332739"/>
                  </a:lnTo>
                  <a:close/>
                </a:path>
                <a:path w="342900" h="353060">
                  <a:moveTo>
                    <a:pt x="22860" y="330199"/>
                  </a:moveTo>
                  <a:lnTo>
                    <a:pt x="12700" y="330199"/>
                  </a:lnTo>
                  <a:lnTo>
                    <a:pt x="11430" y="331469"/>
                  </a:lnTo>
                  <a:lnTo>
                    <a:pt x="21589" y="331469"/>
                  </a:lnTo>
                  <a:lnTo>
                    <a:pt x="22860" y="330199"/>
                  </a:lnTo>
                  <a:close/>
                </a:path>
                <a:path w="342900" h="353060">
                  <a:moveTo>
                    <a:pt x="26670" y="326389"/>
                  </a:moveTo>
                  <a:lnTo>
                    <a:pt x="16510" y="326389"/>
                  </a:lnTo>
                  <a:lnTo>
                    <a:pt x="13970" y="328929"/>
                  </a:lnTo>
                  <a:lnTo>
                    <a:pt x="24129" y="328929"/>
                  </a:lnTo>
                  <a:lnTo>
                    <a:pt x="26670" y="326389"/>
                  </a:lnTo>
                  <a:close/>
                </a:path>
                <a:path w="342900" h="353060">
                  <a:moveTo>
                    <a:pt x="29210" y="323849"/>
                  </a:moveTo>
                  <a:lnTo>
                    <a:pt x="19050" y="323849"/>
                  </a:lnTo>
                  <a:lnTo>
                    <a:pt x="17780" y="325119"/>
                  </a:lnTo>
                  <a:lnTo>
                    <a:pt x="27939" y="325119"/>
                  </a:lnTo>
                  <a:lnTo>
                    <a:pt x="29210" y="323849"/>
                  </a:lnTo>
                  <a:close/>
                </a:path>
                <a:path w="342900" h="353060">
                  <a:moveTo>
                    <a:pt x="33020" y="320039"/>
                  </a:moveTo>
                  <a:lnTo>
                    <a:pt x="22860" y="320039"/>
                  </a:lnTo>
                  <a:lnTo>
                    <a:pt x="20320" y="322579"/>
                  </a:lnTo>
                  <a:lnTo>
                    <a:pt x="30479" y="322579"/>
                  </a:lnTo>
                  <a:lnTo>
                    <a:pt x="33020" y="320039"/>
                  </a:lnTo>
                  <a:close/>
                </a:path>
                <a:path w="342900" h="353060">
                  <a:moveTo>
                    <a:pt x="35560" y="317499"/>
                  </a:moveTo>
                  <a:lnTo>
                    <a:pt x="25400" y="317499"/>
                  </a:lnTo>
                  <a:lnTo>
                    <a:pt x="24130" y="318769"/>
                  </a:lnTo>
                  <a:lnTo>
                    <a:pt x="34289" y="318769"/>
                  </a:lnTo>
                  <a:lnTo>
                    <a:pt x="35560" y="317499"/>
                  </a:lnTo>
                  <a:close/>
                </a:path>
                <a:path w="342900" h="353060">
                  <a:moveTo>
                    <a:pt x="39370" y="313689"/>
                  </a:moveTo>
                  <a:lnTo>
                    <a:pt x="29210" y="313689"/>
                  </a:lnTo>
                  <a:lnTo>
                    <a:pt x="26670" y="316229"/>
                  </a:lnTo>
                  <a:lnTo>
                    <a:pt x="36829" y="316229"/>
                  </a:lnTo>
                  <a:lnTo>
                    <a:pt x="39370" y="313689"/>
                  </a:lnTo>
                  <a:close/>
                </a:path>
                <a:path w="342900" h="353060">
                  <a:moveTo>
                    <a:pt x="41910" y="311149"/>
                  </a:moveTo>
                  <a:lnTo>
                    <a:pt x="31750" y="311149"/>
                  </a:lnTo>
                  <a:lnTo>
                    <a:pt x="30480" y="312419"/>
                  </a:lnTo>
                  <a:lnTo>
                    <a:pt x="40639" y="312419"/>
                  </a:lnTo>
                  <a:lnTo>
                    <a:pt x="41910" y="311149"/>
                  </a:lnTo>
                  <a:close/>
                </a:path>
                <a:path w="342900" h="353060">
                  <a:moveTo>
                    <a:pt x="45720" y="307339"/>
                  </a:moveTo>
                  <a:lnTo>
                    <a:pt x="35560" y="307339"/>
                  </a:lnTo>
                  <a:lnTo>
                    <a:pt x="33020" y="309879"/>
                  </a:lnTo>
                  <a:lnTo>
                    <a:pt x="43179" y="309879"/>
                  </a:lnTo>
                  <a:lnTo>
                    <a:pt x="45720" y="307339"/>
                  </a:lnTo>
                  <a:close/>
                </a:path>
                <a:path w="342900" h="353060">
                  <a:moveTo>
                    <a:pt x="48260" y="304799"/>
                  </a:moveTo>
                  <a:lnTo>
                    <a:pt x="38100" y="304799"/>
                  </a:lnTo>
                  <a:lnTo>
                    <a:pt x="36830" y="306069"/>
                  </a:lnTo>
                  <a:lnTo>
                    <a:pt x="46989" y="306069"/>
                  </a:lnTo>
                  <a:lnTo>
                    <a:pt x="48260" y="304799"/>
                  </a:lnTo>
                  <a:close/>
                </a:path>
                <a:path w="342900" h="353060">
                  <a:moveTo>
                    <a:pt x="52070" y="300989"/>
                  </a:moveTo>
                  <a:lnTo>
                    <a:pt x="41910" y="300989"/>
                  </a:lnTo>
                  <a:lnTo>
                    <a:pt x="39370" y="303529"/>
                  </a:lnTo>
                  <a:lnTo>
                    <a:pt x="49529" y="303529"/>
                  </a:lnTo>
                  <a:lnTo>
                    <a:pt x="52070" y="300989"/>
                  </a:lnTo>
                  <a:close/>
                </a:path>
                <a:path w="342900" h="353060">
                  <a:moveTo>
                    <a:pt x="54610" y="298449"/>
                  </a:moveTo>
                  <a:lnTo>
                    <a:pt x="44450" y="298449"/>
                  </a:lnTo>
                  <a:lnTo>
                    <a:pt x="43180" y="299719"/>
                  </a:lnTo>
                  <a:lnTo>
                    <a:pt x="53339" y="299719"/>
                  </a:lnTo>
                  <a:lnTo>
                    <a:pt x="54610" y="298449"/>
                  </a:lnTo>
                  <a:close/>
                </a:path>
                <a:path w="342900" h="353060">
                  <a:moveTo>
                    <a:pt x="58420" y="294639"/>
                  </a:moveTo>
                  <a:lnTo>
                    <a:pt x="48260" y="294639"/>
                  </a:lnTo>
                  <a:lnTo>
                    <a:pt x="45720" y="297179"/>
                  </a:lnTo>
                  <a:lnTo>
                    <a:pt x="55879" y="297179"/>
                  </a:lnTo>
                  <a:lnTo>
                    <a:pt x="58420" y="294639"/>
                  </a:lnTo>
                  <a:close/>
                </a:path>
                <a:path w="342900" h="353060">
                  <a:moveTo>
                    <a:pt x="60960" y="292099"/>
                  </a:moveTo>
                  <a:lnTo>
                    <a:pt x="50800" y="292099"/>
                  </a:lnTo>
                  <a:lnTo>
                    <a:pt x="49530" y="293369"/>
                  </a:lnTo>
                  <a:lnTo>
                    <a:pt x="59689" y="293369"/>
                  </a:lnTo>
                  <a:lnTo>
                    <a:pt x="60960" y="292099"/>
                  </a:lnTo>
                  <a:close/>
                </a:path>
                <a:path w="342900" h="353060">
                  <a:moveTo>
                    <a:pt x="64770" y="288289"/>
                  </a:moveTo>
                  <a:lnTo>
                    <a:pt x="54610" y="288289"/>
                  </a:lnTo>
                  <a:lnTo>
                    <a:pt x="52070" y="290829"/>
                  </a:lnTo>
                  <a:lnTo>
                    <a:pt x="62229" y="290829"/>
                  </a:lnTo>
                  <a:lnTo>
                    <a:pt x="64770" y="288289"/>
                  </a:lnTo>
                  <a:close/>
                </a:path>
                <a:path w="342900" h="353060">
                  <a:moveTo>
                    <a:pt x="67310" y="285749"/>
                  </a:moveTo>
                  <a:lnTo>
                    <a:pt x="57150" y="285749"/>
                  </a:lnTo>
                  <a:lnTo>
                    <a:pt x="55880" y="287019"/>
                  </a:lnTo>
                  <a:lnTo>
                    <a:pt x="66039" y="287019"/>
                  </a:lnTo>
                  <a:lnTo>
                    <a:pt x="67310" y="285749"/>
                  </a:lnTo>
                  <a:close/>
                </a:path>
                <a:path w="342900" h="353060">
                  <a:moveTo>
                    <a:pt x="71120" y="281939"/>
                  </a:moveTo>
                  <a:lnTo>
                    <a:pt x="60960" y="281939"/>
                  </a:lnTo>
                  <a:lnTo>
                    <a:pt x="58420" y="284479"/>
                  </a:lnTo>
                  <a:lnTo>
                    <a:pt x="68579" y="284479"/>
                  </a:lnTo>
                  <a:lnTo>
                    <a:pt x="71120" y="281939"/>
                  </a:lnTo>
                  <a:close/>
                </a:path>
                <a:path w="342900" h="353060">
                  <a:moveTo>
                    <a:pt x="73660" y="279399"/>
                  </a:moveTo>
                  <a:lnTo>
                    <a:pt x="63500" y="279399"/>
                  </a:lnTo>
                  <a:lnTo>
                    <a:pt x="62230" y="280669"/>
                  </a:lnTo>
                  <a:lnTo>
                    <a:pt x="72389" y="280669"/>
                  </a:lnTo>
                  <a:lnTo>
                    <a:pt x="73660" y="279399"/>
                  </a:lnTo>
                  <a:close/>
                </a:path>
                <a:path w="342900" h="353060">
                  <a:moveTo>
                    <a:pt x="77470" y="275589"/>
                  </a:moveTo>
                  <a:lnTo>
                    <a:pt x="67310" y="275589"/>
                  </a:lnTo>
                  <a:lnTo>
                    <a:pt x="64770" y="278129"/>
                  </a:lnTo>
                  <a:lnTo>
                    <a:pt x="74929" y="278129"/>
                  </a:lnTo>
                  <a:lnTo>
                    <a:pt x="77470" y="275589"/>
                  </a:lnTo>
                  <a:close/>
                </a:path>
                <a:path w="342900" h="353060">
                  <a:moveTo>
                    <a:pt x="80010" y="273049"/>
                  </a:moveTo>
                  <a:lnTo>
                    <a:pt x="69850" y="273049"/>
                  </a:lnTo>
                  <a:lnTo>
                    <a:pt x="68580" y="274319"/>
                  </a:lnTo>
                  <a:lnTo>
                    <a:pt x="78739" y="274319"/>
                  </a:lnTo>
                  <a:lnTo>
                    <a:pt x="80010" y="273049"/>
                  </a:lnTo>
                  <a:close/>
                </a:path>
                <a:path w="342900" h="353060">
                  <a:moveTo>
                    <a:pt x="83820" y="269239"/>
                  </a:moveTo>
                  <a:lnTo>
                    <a:pt x="73660" y="269239"/>
                  </a:lnTo>
                  <a:lnTo>
                    <a:pt x="71120" y="271779"/>
                  </a:lnTo>
                  <a:lnTo>
                    <a:pt x="81279" y="271779"/>
                  </a:lnTo>
                  <a:lnTo>
                    <a:pt x="83820" y="269239"/>
                  </a:lnTo>
                  <a:close/>
                </a:path>
                <a:path w="342900" h="353060">
                  <a:moveTo>
                    <a:pt x="86360" y="266699"/>
                  </a:moveTo>
                  <a:lnTo>
                    <a:pt x="76200" y="266699"/>
                  </a:lnTo>
                  <a:lnTo>
                    <a:pt x="74930" y="267969"/>
                  </a:lnTo>
                  <a:lnTo>
                    <a:pt x="85089" y="267969"/>
                  </a:lnTo>
                  <a:lnTo>
                    <a:pt x="86360" y="266699"/>
                  </a:lnTo>
                  <a:close/>
                </a:path>
                <a:path w="342900" h="353060">
                  <a:moveTo>
                    <a:pt x="90170" y="262889"/>
                  </a:moveTo>
                  <a:lnTo>
                    <a:pt x="80010" y="262889"/>
                  </a:lnTo>
                  <a:lnTo>
                    <a:pt x="77470" y="265429"/>
                  </a:lnTo>
                  <a:lnTo>
                    <a:pt x="87629" y="265429"/>
                  </a:lnTo>
                  <a:lnTo>
                    <a:pt x="90170" y="262889"/>
                  </a:lnTo>
                  <a:close/>
                </a:path>
                <a:path w="342900" h="353060">
                  <a:moveTo>
                    <a:pt x="92710" y="260349"/>
                  </a:moveTo>
                  <a:lnTo>
                    <a:pt x="82550" y="260349"/>
                  </a:lnTo>
                  <a:lnTo>
                    <a:pt x="81280" y="261619"/>
                  </a:lnTo>
                  <a:lnTo>
                    <a:pt x="91439" y="261619"/>
                  </a:lnTo>
                  <a:lnTo>
                    <a:pt x="92710" y="260349"/>
                  </a:lnTo>
                  <a:close/>
                </a:path>
                <a:path w="342900" h="353060">
                  <a:moveTo>
                    <a:pt x="96520" y="256539"/>
                  </a:moveTo>
                  <a:lnTo>
                    <a:pt x="86360" y="256539"/>
                  </a:lnTo>
                  <a:lnTo>
                    <a:pt x="83820" y="259079"/>
                  </a:lnTo>
                  <a:lnTo>
                    <a:pt x="93979" y="259079"/>
                  </a:lnTo>
                  <a:lnTo>
                    <a:pt x="96520" y="256539"/>
                  </a:lnTo>
                  <a:close/>
                </a:path>
                <a:path w="342900" h="353060">
                  <a:moveTo>
                    <a:pt x="99060" y="253999"/>
                  </a:moveTo>
                  <a:lnTo>
                    <a:pt x="88900" y="253999"/>
                  </a:lnTo>
                  <a:lnTo>
                    <a:pt x="87630" y="255269"/>
                  </a:lnTo>
                  <a:lnTo>
                    <a:pt x="97789" y="255269"/>
                  </a:lnTo>
                  <a:lnTo>
                    <a:pt x="99060" y="253999"/>
                  </a:lnTo>
                  <a:close/>
                </a:path>
                <a:path w="342900" h="353060">
                  <a:moveTo>
                    <a:pt x="102870" y="250189"/>
                  </a:moveTo>
                  <a:lnTo>
                    <a:pt x="92710" y="250189"/>
                  </a:lnTo>
                  <a:lnTo>
                    <a:pt x="90170" y="252729"/>
                  </a:lnTo>
                  <a:lnTo>
                    <a:pt x="100329" y="252729"/>
                  </a:lnTo>
                  <a:lnTo>
                    <a:pt x="102870" y="250189"/>
                  </a:lnTo>
                  <a:close/>
                </a:path>
                <a:path w="342900" h="353060">
                  <a:moveTo>
                    <a:pt x="105410" y="247649"/>
                  </a:moveTo>
                  <a:lnTo>
                    <a:pt x="95250" y="247649"/>
                  </a:lnTo>
                  <a:lnTo>
                    <a:pt x="93980" y="248919"/>
                  </a:lnTo>
                  <a:lnTo>
                    <a:pt x="104139" y="248919"/>
                  </a:lnTo>
                  <a:lnTo>
                    <a:pt x="105410" y="247649"/>
                  </a:lnTo>
                  <a:close/>
                </a:path>
                <a:path w="342900" h="353060">
                  <a:moveTo>
                    <a:pt x="109220" y="243839"/>
                  </a:moveTo>
                  <a:lnTo>
                    <a:pt x="99060" y="243839"/>
                  </a:lnTo>
                  <a:lnTo>
                    <a:pt x="96520" y="246379"/>
                  </a:lnTo>
                  <a:lnTo>
                    <a:pt x="106679" y="246379"/>
                  </a:lnTo>
                  <a:lnTo>
                    <a:pt x="109220" y="243839"/>
                  </a:lnTo>
                  <a:close/>
                </a:path>
                <a:path w="342900" h="353060">
                  <a:moveTo>
                    <a:pt x="111760" y="241299"/>
                  </a:moveTo>
                  <a:lnTo>
                    <a:pt x="101600" y="241299"/>
                  </a:lnTo>
                  <a:lnTo>
                    <a:pt x="100330" y="242569"/>
                  </a:lnTo>
                  <a:lnTo>
                    <a:pt x="110489" y="242569"/>
                  </a:lnTo>
                  <a:lnTo>
                    <a:pt x="111760" y="241299"/>
                  </a:lnTo>
                  <a:close/>
                </a:path>
                <a:path w="342900" h="353060">
                  <a:moveTo>
                    <a:pt x="115570" y="237489"/>
                  </a:moveTo>
                  <a:lnTo>
                    <a:pt x="105410" y="237489"/>
                  </a:lnTo>
                  <a:lnTo>
                    <a:pt x="102870" y="240029"/>
                  </a:lnTo>
                  <a:lnTo>
                    <a:pt x="113029" y="240029"/>
                  </a:lnTo>
                  <a:lnTo>
                    <a:pt x="115570" y="237489"/>
                  </a:lnTo>
                  <a:close/>
                </a:path>
                <a:path w="342900" h="353060">
                  <a:moveTo>
                    <a:pt x="118110" y="234949"/>
                  </a:moveTo>
                  <a:lnTo>
                    <a:pt x="107950" y="234949"/>
                  </a:lnTo>
                  <a:lnTo>
                    <a:pt x="106680" y="236219"/>
                  </a:lnTo>
                  <a:lnTo>
                    <a:pt x="116839" y="236219"/>
                  </a:lnTo>
                  <a:lnTo>
                    <a:pt x="118110" y="234949"/>
                  </a:lnTo>
                  <a:close/>
                </a:path>
                <a:path w="342900" h="353060">
                  <a:moveTo>
                    <a:pt x="121920" y="231139"/>
                  </a:moveTo>
                  <a:lnTo>
                    <a:pt x="111760" y="231139"/>
                  </a:lnTo>
                  <a:lnTo>
                    <a:pt x="109220" y="233679"/>
                  </a:lnTo>
                  <a:lnTo>
                    <a:pt x="119379" y="233679"/>
                  </a:lnTo>
                  <a:lnTo>
                    <a:pt x="121920" y="231139"/>
                  </a:lnTo>
                  <a:close/>
                </a:path>
                <a:path w="342900" h="353060">
                  <a:moveTo>
                    <a:pt x="124460" y="228599"/>
                  </a:moveTo>
                  <a:lnTo>
                    <a:pt x="114300" y="228599"/>
                  </a:lnTo>
                  <a:lnTo>
                    <a:pt x="113030" y="229869"/>
                  </a:lnTo>
                  <a:lnTo>
                    <a:pt x="123189" y="229869"/>
                  </a:lnTo>
                  <a:lnTo>
                    <a:pt x="124460" y="228599"/>
                  </a:lnTo>
                  <a:close/>
                </a:path>
                <a:path w="342900" h="353060">
                  <a:moveTo>
                    <a:pt x="128270" y="224789"/>
                  </a:moveTo>
                  <a:lnTo>
                    <a:pt x="118110" y="224789"/>
                  </a:lnTo>
                  <a:lnTo>
                    <a:pt x="115570" y="227329"/>
                  </a:lnTo>
                  <a:lnTo>
                    <a:pt x="125729" y="227329"/>
                  </a:lnTo>
                  <a:lnTo>
                    <a:pt x="128270" y="224789"/>
                  </a:lnTo>
                  <a:close/>
                </a:path>
                <a:path w="342900" h="353060">
                  <a:moveTo>
                    <a:pt x="130810" y="222249"/>
                  </a:moveTo>
                  <a:lnTo>
                    <a:pt x="120650" y="222249"/>
                  </a:lnTo>
                  <a:lnTo>
                    <a:pt x="119380" y="223519"/>
                  </a:lnTo>
                  <a:lnTo>
                    <a:pt x="129539" y="223519"/>
                  </a:lnTo>
                  <a:lnTo>
                    <a:pt x="130810" y="222249"/>
                  </a:lnTo>
                  <a:close/>
                </a:path>
                <a:path w="342900" h="353060">
                  <a:moveTo>
                    <a:pt x="134620" y="218439"/>
                  </a:moveTo>
                  <a:lnTo>
                    <a:pt x="124460" y="218439"/>
                  </a:lnTo>
                  <a:lnTo>
                    <a:pt x="121920" y="220979"/>
                  </a:lnTo>
                  <a:lnTo>
                    <a:pt x="132079" y="220979"/>
                  </a:lnTo>
                  <a:lnTo>
                    <a:pt x="134620" y="218439"/>
                  </a:lnTo>
                  <a:close/>
                </a:path>
                <a:path w="342900" h="353060">
                  <a:moveTo>
                    <a:pt x="342900" y="0"/>
                  </a:moveTo>
                  <a:lnTo>
                    <a:pt x="125730" y="217169"/>
                  </a:lnTo>
                  <a:lnTo>
                    <a:pt x="135889" y="217169"/>
                  </a:lnTo>
                  <a:lnTo>
                    <a:pt x="342900" y="10159"/>
                  </a:lnTo>
                  <a:lnTo>
                    <a:pt x="342900" y="0"/>
                  </a:lnTo>
                  <a:close/>
                </a:path>
              </a:pathLst>
            </a:custGeom>
            <a:solidFill>
              <a:srgbClr val="D7CC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1334769" y="3016250"/>
              <a:ext cx="342900" cy="353060"/>
            </a:xfrm>
            <a:custGeom>
              <a:avLst/>
              <a:gdLst/>
              <a:ahLst/>
              <a:cxnLst/>
              <a:rect l="l" t="t" r="r" b="b"/>
              <a:pathLst>
                <a:path w="342900" h="353060">
                  <a:moveTo>
                    <a:pt x="1323" y="351789"/>
                  </a:moveTo>
                  <a:lnTo>
                    <a:pt x="0" y="351789"/>
                  </a:lnTo>
                  <a:lnTo>
                    <a:pt x="0" y="353060"/>
                  </a:lnTo>
                  <a:lnTo>
                    <a:pt x="1323" y="351789"/>
                  </a:lnTo>
                  <a:close/>
                </a:path>
                <a:path w="342900" h="353060">
                  <a:moveTo>
                    <a:pt x="5143" y="347979"/>
                  </a:moveTo>
                  <a:lnTo>
                    <a:pt x="0" y="347979"/>
                  </a:lnTo>
                  <a:lnTo>
                    <a:pt x="0" y="350520"/>
                  </a:lnTo>
                  <a:lnTo>
                    <a:pt x="2596" y="350520"/>
                  </a:lnTo>
                  <a:lnTo>
                    <a:pt x="5143" y="347979"/>
                  </a:lnTo>
                  <a:close/>
                </a:path>
                <a:path w="342900" h="353060">
                  <a:moveTo>
                    <a:pt x="7689" y="345439"/>
                  </a:moveTo>
                  <a:lnTo>
                    <a:pt x="0" y="345439"/>
                  </a:lnTo>
                  <a:lnTo>
                    <a:pt x="0" y="346710"/>
                  </a:lnTo>
                  <a:lnTo>
                    <a:pt x="6416" y="346710"/>
                  </a:lnTo>
                  <a:lnTo>
                    <a:pt x="7689" y="345439"/>
                  </a:lnTo>
                  <a:close/>
                </a:path>
                <a:path w="342900" h="353060">
                  <a:moveTo>
                    <a:pt x="11508" y="341629"/>
                  </a:moveTo>
                  <a:lnTo>
                    <a:pt x="1270" y="341629"/>
                  </a:lnTo>
                  <a:lnTo>
                    <a:pt x="0" y="342900"/>
                  </a:lnTo>
                  <a:lnTo>
                    <a:pt x="0" y="344170"/>
                  </a:lnTo>
                  <a:lnTo>
                    <a:pt x="8962" y="344170"/>
                  </a:lnTo>
                  <a:lnTo>
                    <a:pt x="11508" y="341629"/>
                  </a:lnTo>
                  <a:close/>
                </a:path>
                <a:path w="342900" h="353060">
                  <a:moveTo>
                    <a:pt x="14055" y="339089"/>
                  </a:moveTo>
                  <a:lnTo>
                    <a:pt x="3810" y="339089"/>
                  </a:lnTo>
                  <a:lnTo>
                    <a:pt x="2539" y="340360"/>
                  </a:lnTo>
                  <a:lnTo>
                    <a:pt x="12781" y="340360"/>
                  </a:lnTo>
                  <a:lnTo>
                    <a:pt x="14055" y="339089"/>
                  </a:lnTo>
                  <a:close/>
                </a:path>
                <a:path w="342900" h="353060">
                  <a:moveTo>
                    <a:pt x="17874" y="335279"/>
                  </a:moveTo>
                  <a:lnTo>
                    <a:pt x="7620" y="335279"/>
                  </a:lnTo>
                  <a:lnTo>
                    <a:pt x="5079" y="337820"/>
                  </a:lnTo>
                  <a:lnTo>
                    <a:pt x="15328" y="337820"/>
                  </a:lnTo>
                  <a:lnTo>
                    <a:pt x="17874" y="335279"/>
                  </a:lnTo>
                  <a:close/>
                </a:path>
                <a:path w="342900" h="353060">
                  <a:moveTo>
                    <a:pt x="20420" y="332739"/>
                  </a:moveTo>
                  <a:lnTo>
                    <a:pt x="10160" y="332739"/>
                  </a:lnTo>
                  <a:lnTo>
                    <a:pt x="8889" y="334010"/>
                  </a:lnTo>
                  <a:lnTo>
                    <a:pt x="19147" y="334010"/>
                  </a:lnTo>
                  <a:lnTo>
                    <a:pt x="20420" y="332739"/>
                  </a:lnTo>
                  <a:close/>
                </a:path>
                <a:path w="342900" h="353060">
                  <a:moveTo>
                    <a:pt x="24240" y="328929"/>
                  </a:moveTo>
                  <a:lnTo>
                    <a:pt x="13970" y="328929"/>
                  </a:lnTo>
                  <a:lnTo>
                    <a:pt x="11429" y="331470"/>
                  </a:lnTo>
                  <a:lnTo>
                    <a:pt x="21693" y="331470"/>
                  </a:lnTo>
                  <a:lnTo>
                    <a:pt x="24240" y="328929"/>
                  </a:lnTo>
                  <a:close/>
                </a:path>
                <a:path w="342900" h="353060">
                  <a:moveTo>
                    <a:pt x="26786" y="326389"/>
                  </a:moveTo>
                  <a:lnTo>
                    <a:pt x="16510" y="326389"/>
                  </a:lnTo>
                  <a:lnTo>
                    <a:pt x="15239" y="327660"/>
                  </a:lnTo>
                  <a:lnTo>
                    <a:pt x="25513" y="327660"/>
                  </a:lnTo>
                  <a:lnTo>
                    <a:pt x="26786" y="326389"/>
                  </a:lnTo>
                  <a:close/>
                </a:path>
                <a:path w="342900" h="353060">
                  <a:moveTo>
                    <a:pt x="30606" y="322579"/>
                  </a:moveTo>
                  <a:lnTo>
                    <a:pt x="20320" y="322579"/>
                  </a:lnTo>
                  <a:lnTo>
                    <a:pt x="17779" y="325120"/>
                  </a:lnTo>
                  <a:lnTo>
                    <a:pt x="28059" y="325120"/>
                  </a:lnTo>
                  <a:lnTo>
                    <a:pt x="30606" y="322579"/>
                  </a:lnTo>
                  <a:close/>
                </a:path>
                <a:path w="342900" h="353060">
                  <a:moveTo>
                    <a:pt x="33152" y="320039"/>
                  </a:moveTo>
                  <a:lnTo>
                    <a:pt x="22860" y="320039"/>
                  </a:lnTo>
                  <a:lnTo>
                    <a:pt x="21589" y="321310"/>
                  </a:lnTo>
                  <a:lnTo>
                    <a:pt x="31879" y="321310"/>
                  </a:lnTo>
                  <a:lnTo>
                    <a:pt x="33152" y="320039"/>
                  </a:lnTo>
                  <a:close/>
                </a:path>
                <a:path w="342900" h="353060">
                  <a:moveTo>
                    <a:pt x="36971" y="316229"/>
                  </a:moveTo>
                  <a:lnTo>
                    <a:pt x="26670" y="316229"/>
                  </a:lnTo>
                  <a:lnTo>
                    <a:pt x="24129" y="318770"/>
                  </a:lnTo>
                  <a:lnTo>
                    <a:pt x="34425" y="318770"/>
                  </a:lnTo>
                  <a:lnTo>
                    <a:pt x="36971" y="316229"/>
                  </a:lnTo>
                  <a:close/>
                </a:path>
                <a:path w="342900" h="353060">
                  <a:moveTo>
                    <a:pt x="39518" y="313689"/>
                  </a:moveTo>
                  <a:lnTo>
                    <a:pt x="29210" y="313689"/>
                  </a:lnTo>
                  <a:lnTo>
                    <a:pt x="27939" y="314960"/>
                  </a:lnTo>
                  <a:lnTo>
                    <a:pt x="38244" y="314960"/>
                  </a:lnTo>
                  <a:lnTo>
                    <a:pt x="39518" y="313689"/>
                  </a:lnTo>
                  <a:close/>
                </a:path>
                <a:path w="342900" h="353060">
                  <a:moveTo>
                    <a:pt x="43337" y="309879"/>
                  </a:moveTo>
                  <a:lnTo>
                    <a:pt x="33020" y="309879"/>
                  </a:lnTo>
                  <a:lnTo>
                    <a:pt x="30479" y="312420"/>
                  </a:lnTo>
                  <a:lnTo>
                    <a:pt x="40791" y="312420"/>
                  </a:lnTo>
                  <a:lnTo>
                    <a:pt x="43337" y="309879"/>
                  </a:lnTo>
                  <a:close/>
                </a:path>
                <a:path w="342900" h="353060">
                  <a:moveTo>
                    <a:pt x="45883" y="307339"/>
                  </a:moveTo>
                  <a:lnTo>
                    <a:pt x="35560" y="307339"/>
                  </a:lnTo>
                  <a:lnTo>
                    <a:pt x="34289" y="308610"/>
                  </a:lnTo>
                  <a:lnTo>
                    <a:pt x="44610" y="308610"/>
                  </a:lnTo>
                  <a:lnTo>
                    <a:pt x="45883" y="307339"/>
                  </a:lnTo>
                  <a:close/>
                </a:path>
                <a:path w="342900" h="353060">
                  <a:moveTo>
                    <a:pt x="49703" y="303529"/>
                  </a:moveTo>
                  <a:lnTo>
                    <a:pt x="39370" y="303529"/>
                  </a:lnTo>
                  <a:lnTo>
                    <a:pt x="36829" y="306070"/>
                  </a:lnTo>
                  <a:lnTo>
                    <a:pt x="47157" y="306070"/>
                  </a:lnTo>
                  <a:lnTo>
                    <a:pt x="49703" y="303529"/>
                  </a:lnTo>
                  <a:close/>
                </a:path>
                <a:path w="342900" h="353060">
                  <a:moveTo>
                    <a:pt x="52249" y="300989"/>
                  </a:moveTo>
                  <a:lnTo>
                    <a:pt x="41910" y="300989"/>
                  </a:lnTo>
                  <a:lnTo>
                    <a:pt x="40639" y="302260"/>
                  </a:lnTo>
                  <a:lnTo>
                    <a:pt x="50976" y="302260"/>
                  </a:lnTo>
                  <a:lnTo>
                    <a:pt x="52249" y="300989"/>
                  </a:lnTo>
                  <a:close/>
                </a:path>
                <a:path w="342900" h="353060">
                  <a:moveTo>
                    <a:pt x="56069" y="297179"/>
                  </a:moveTo>
                  <a:lnTo>
                    <a:pt x="45720" y="297179"/>
                  </a:lnTo>
                  <a:lnTo>
                    <a:pt x="43179" y="299720"/>
                  </a:lnTo>
                  <a:lnTo>
                    <a:pt x="53522" y="299720"/>
                  </a:lnTo>
                  <a:lnTo>
                    <a:pt x="56069" y="297179"/>
                  </a:lnTo>
                  <a:close/>
                </a:path>
                <a:path w="342900" h="353060">
                  <a:moveTo>
                    <a:pt x="58615" y="294639"/>
                  </a:moveTo>
                  <a:lnTo>
                    <a:pt x="48260" y="294639"/>
                  </a:lnTo>
                  <a:lnTo>
                    <a:pt x="46989" y="295910"/>
                  </a:lnTo>
                  <a:lnTo>
                    <a:pt x="57342" y="295910"/>
                  </a:lnTo>
                  <a:lnTo>
                    <a:pt x="58615" y="294639"/>
                  </a:lnTo>
                  <a:close/>
                </a:path>
                <a:path w="342900" h="353060">
                  <a:moveTo>
                    <a:pt x="62434" y="290829"/>
                  </a:moveTo>
                  <a:lnTo>
                    <a:pt x="52070" y="290829"/>
                  </a:lnTo>
                  <a:lnTo>
                    <a:pt x="49529" y="293370"/>
                  </a:lnTo>
                  <a:lnTo>
                    <a:pt x="59888" y="293370"/>
                  </a:lnTo>
                  <a:lnTo>
                    <a:pt x="62434" y="290829"/>
                  </a:lnTo>
                  <a:close/>
                </a:path>
                <a:path w="342900" h="353060">
                  <a:moveTo>
                    <a:pt x="64981" y="288289"/>
                  </a:moveTo>
                  <a:lnTo>
                    <a:pt x="54610" y="288289"/>
                  </a:lnTo>
                  <a:lnTo>
                    <a:pt x="53339" y="289560"/>
                  </a:lnTo>
                  <a:lnTo>
                    <a:pt x="63707" y="289560"/>
                  </a:lnTo>
                  <a:lnTo>
                    <a:pt x="64981" y="288289"/>
                  </a:lnTo>
                  <a:close/>
                </a:path>
                <a:path w="342900" h="353060">
                  <a:moveTo>
                    <a:pt x="68800" y="284479"/>
                  </a:moveTo>
                  <a:lnTo>
                    <a:pt x="58420" y="284479"/>
                  </a:lnTo>
                  <a:lnTo>
                    <a:pt x="55879" y="287020"/>
                  </a:lnTo>
                  <a:lnTo>
                    <a:pt x="66254" y="287020"/>
                  </a:lnTo>
                  <a:lnTo>
                    <a:pt x="68800" y="284479"/>
                  </a:lnTo>
                  <a:close/>
                </a:path>
                <a:path w="342900" h="353060">
                  <a:moveTo>
                    <a:pt x="71346" y="281939"/>
                  </a:moveTo>
                  <a:lnTo>
                    <a:pt x="60960" y="281939"/>
                  </a:lnTo>
                  <a:lnTo>
                    <a:pt x="59689" y="283210"/>
                  </a:lnTo>
                  <a:lnTo>
                    <a:pt x="70073" y="283210"/>
                  </a:lnTo>
                  <a:lnTo>
                    <a:pt x="71346" y="281939"/>
                  </a:lnTo>
                  <a:close/>
                </a:path>
                <a:path w="342900" h="353060">
                  <a:moveTo>
                    <a:pt x="75166" y="278129"/>
                  </a:moveTo>
                  <a:lnTo>
                    <a:pt x="64770" y="278129"/>
                  </a:lnTo>
                  <a:lnTo>
                    <a:pt x="62229" y="280670"/>
                  </a:lnTo>
                  <a:lnTo>
                    <a:pt x="72620" y="280670"/>
                  </a:lnTo>
                  <a:lnTo>
                    <a:pt x="75166" y="278129"/>
                  </a:lnTo>
                  <a:close/>
                </a:path>
                <a:path w="342900" h="353060">
                  <a:moveTo>
                    <a:pt x="77712" y="275589"/>
                  </a:moveTo>
                  <a:lnTo>
                    <a:pt x="67310" y="275589"/>
                  </a:lnTo>
                  <a:lnTo>
                    <a:pt x="66039" y="276860"/>
                  </a:lnTo>
                  <a:lnTo>
                    <a:pt x="76439" y="276860"/>
                  </a:lnTo>
                  <a:lnTo>
                    <a:pt x="77712" y="275589"/>
                  </a:lnTo>
                  <a:close/>
                </a:path>
                <a:path w="342900" h="353060">
                  <a:moveTo>
                    <a:pt x="81532" y="271779"/>
                  </a:moveTo>
                  <a:lnTo>
                    <a:pt x="71120" y="271779"/>
                  </a:lnTo>
                  <a:lnTo>
                    <a:pt x="68579" y="274320"/>
                  </a:lnTo>
                  <a:lnTo>
                    <a:pt x="78985" y="274320"/>
                  </a:lnTo>
                  <a:lnTo>
                    <a:pt x="81532" y="271779"/>
                  </a:lnTo>
                  <a:close/>
                </a:path>
                <a:path w="342900" h="353060">
                  <a:moveTo>
                    <a:pt x="84078" y="269239"/>
                  </a:moveTo>
                  <a:lnTo>
                    <a:pt x="73660" y="269239"/>
                  </a:lnTo>
                  <a:lnTo>
                    <a:pt x="72389" y="270510"/>
                  </a:lnTo>
                  <a:lnTo>
                    <a:pt x="82805" y="270510"/>
                  </a:lnTo>
                  <a:lnTo>
                    <a:pt x="84078" y="269239"/>
                  </a:lnTo>
                  <a:close/>
                </a:path>
                <a:path w="342900" h="353060">
                  <a:moveTo>
                    <a:pt x="87897" y="265429"/>
                  </a:moveTo>
                  <a:lnTo>
                    <a:pt x="77470" y="265429"/>
                  </a:lnTo>
                  <a:lnTo>
                    <a:pt x="74929" y="267970"/>
                  </a:lnTo>
                  <a:lnTo>
                    <a:pt x="85351" y="267970"/>
                  </a:lnTo>
                  <a:lnTo>
                    <a:pt x="87897" y="265429"/>
                  </a:lnTo>
                  <a:close/>
                </a:path>
                <a:path w="342900" h="353060">
                  <a:moveTo>
                    <a:pt x="90444" y="262889"/>
                  </a:moveTo>
                  <a:lnTo>
                    <a:pt x="80010" y="262889"/>
                  </a:lnTo>
                  <a:lnTo>
                    <a:pt x="78739" y="264160"/>
                  </a:lnTo>
                  <a:lnTo>
                    <a:pt x="89171" y="264160"/>
                  </a:lnTo>
                  <a:lnTo>
                    <a:pt x="90444" y="262889"/>
                  </a:lnTo>
                  <a:close/>
                </a:path>
                <a:path w="342900" h="353060">
                  <a:moveTo>
                    <a:pt x="94263" y="259079"/>
                  </a:moveTo>
                  <a:lnTo>
                    <a:pt x="83820" y="259079"/>
                  </a:lnTo>
                  <a:lnTo>
                    <a:pt x="81279" y="261620"/>
                  </a:lnTo>
                  <a:lnTo>
                    <a:pt x="91717" y="261620"/>
                  </a:lnTo>
                  <a:lnTo>
                    <a:pt x="94263" y="259079"/>
                  </a:lnTo>
                  <a:close/>
                </a:path>
                <a:path w="342900" h="353060">
                  <a:moveTo>
                    <a:pt x="96809" y="256539"/>
                  </a:moveTo>
                  <a:lnTo>
                    <a:pt x="86360" y="256539"/>
                  </a:lnTo>
                  <a:lnTo>
                    <a:pt x="85089" y="257810"/>
                  </a:lnTo>
                  <a:lnTo>
                    <a:pt x="95536" y="257810"/>
                  </a:lnTo>
                  <a:lnTo>
                    <a:pt x="96809" y="256539"/>
                  </a:lnTo>
                  <a:close/>
                </a:path>
                <a:path w="342900" h="353060">
                  <a:moveTo>
                    <a:pt x="100629" y="252729"/>
                  </a:moveTo>
                  <a:lnTo>
                    <a:pt x="90170" y="252729"/>
                  </a:lnTo>
                  <a:lnTo>
                    <a:pt x="87629" y="255270"/>
                  </a:lnTo>
                  <a:lnTo>
                    <a:pt x="98083" y="255270"/>
                  </a:lnTo>
                  <a:lnTo>
                    <a:pt x="100629" y="252729"/>
                  </a:lnTo>
                  <a:close/>
                </a:path>
                <a:path w="342900" h="353060">
                  <a:moveTo>
                    <a:pt x="103175" y="250189"/>
                  </a:moveTo>
                  <a:lnTo>
                    <a:pt x="92710" y="250189"/>
                  </a:lnTo>
                  <a:lnTo>
                    <a:pt x="91439" y="251460"/>
                  </a:lnTo>
                  <a:lnTo>
                    <a:pt x="101902" y="251460"/>
                  </a:lnTo>
                  <a:lnTo>
                    <a:pt x="103175" y="250189"/>
                  </a:lnTo>
                  <a:close/>
                </a:path>
                <a:path w="342900" h="353060">
                  <a:moveTo>
                    <a:pt x="106995" y="246379"/>
                  </a:moveTo>
                  <a:lnTo>
                    <a:pt x="96520" y="246379"/>
                  </a:lnTo>
                  <a:lnTo>
                    <a:pt x="93979" y="248920"/>
                  </a:lnTo>
                  <a:lnTo>
                    <a:pt x="104448" y="248920"/>
                  </a:lnTo>
                  <a:lnTo>
                    <a:pt x="106995" y="246379"/>
                  </a:lnTo>
                  <a:close/>
                </a:path>
                <a:path w="342900" h="353060">
                  <a:moveTo>
                    <a:pt x="109541" y="243839"/>
                  </a:moveTo>
                  <a:lnTo>
                    <a:pt x="99060" y="243839"/>
                  </a:lnTo>
                  <a:lnTo>
                    <a:pt x="97789" y="245110"/>
                  </a:lnTo>
                  <a:lnTo>
                    <a:pt x="108268" y="245110"/>
                  </a:lnTo>
                  <a:lnTo>
                    <a:pt x="109541" y="243839"/>
                  </a:lnTo>
                  <a:close/>
                </a:path>
                <a:path w="342900" h="353060">
                  <a:moveTo>
                    <a:pt x="113360" y="240029"/>
                  </a:moveTo>
                  <a:lnTo>
                    <a:pt x="102870" y="240029"/>
                  </a:lnTo>
                  <a:lnTo>
                    <a:pt x="100329" y="242570"/>
                  </a:lnTo>
                  <a:lnTo>
                    <a:pt x="110814" y="242570"/>
                  </a:lnTo>
                  <a:lnTo>
                    <a:pt x="113360" y="240029"/>
                  </a:lnTo>
                  <a:close/>
                </a:path>
                <a:path w="342900" h="353060">
                  <a:moveTo>
                    <a:pt x="115907" y="237489"/>
                  </a:moveTo>
                  <a:lnTo>
                    <a:pt x="105410" y="237489"/>
                  </a:lnTo>
                  <a:lnTo>
                    <a:pt x="104139" y="238760"/>
                  </a:lnTo>
                  <a:lnTo>
                    <a:pt x="114634" y="238760"/>
                  </a:lnTo>
                  <a:lnTo>
                    <a:pt x="115907" y="237489"/>
                  </a:lnTo>
                  <a:close/>
                </a:path>
                <a:path w="342900" h="353060">
                  <a:moveTo>
                    <a:pt x="119726" y="233679"/>
                  </a:moveTo>
                  <a:lnTo>
                    <a:pt x="109220" y="233679"/>
                  </a:lnTo>
                  <a:lnTo>
                    <a:pt x="106679" y="236220"/>
                  </a:lnTo>
                  <a:lnTo>
                    <a:pt x="117180" y="236220"/>
                  </a:lnTo>
                  <a:lnTo>
                    <a:pt x="119726" y="233679"/>
                  </a:lnTo>
                  <a:close/>
                </a:path>
                <a:path w="342900" h="353060">
                  <a:moveTo>
                    <a:pt x="122272" y="231139"/>
                  </a:moveTo>
                  <a:lnTo>
                    <a:pt x="111760" y="231139"/>
                  </a:lnTo>
                  <a:lnTo>
                    <a:pt x="110489" y="232410"/>
                  </a:lnTo>
                  <a:lnTo>
                    <a:pt x="120999" y="232410"/>
                  </a:lnTo>
                  <a:lnTo>
                    <a:pt x="122272" y="231139"/>
                  </a:lnTo>
                  <a:close/>
                </a:path>
                <a:path w="342900" h="353060">
                  <a:moveTo>
                    <a:pt x="126092" y="227329"/>
                  </a:moveTo>
                  <a:lnTo>
                    <a:pt x="115570" y="227329"/>
                  </a:lnTo>
                  <a:lnTo>
                    <a:pt x="113029" y="229870"/>
                  </a:lnTo>
                  <a:lnTo>
                    <a:pt x="123546" y="229870"/>
                  </a:lnTo>
                  <a:lnTo>
                    <a:pt x="126092" y="227329"/>
                  </a:lnTo>
                  <a:close/>
                </a:path>
                <a:path w="342900" h="353060">
                  <a:moveTo>
                    <a:pt x="128638" y="224789"/>
                  </a:moveTo>
                  <a:lnTo>
                    <a:pt x="118110" y="224789"/>
                  </a:lnTo>
                  <a:lnTo>
                    <a:pt x="116839" y="226060"/>
                  </a:lnTo>
                  <a:lnTo>
                    <a:pt x="127365" y="226060"/>
                  </a:lnTo>
                  <a:lnTo>
                    <a:pt x="128638" y="224789"/>
                  </a:lnTo>
                  <a:close/>
                </a:path>
                <a:path w="342900" h="353060">
                  <a:moveTo>
                    <a:pt x="132458" y="220979"/>
                  </a:moveTo>
                  <a:lnTo>
                    <a:pt x="121920" y="220979"/>
                  </a:lnTo>
                  <a:lnTo>
                    <a:pt x="119379" y="223520"/>
                  </a:lnTo>
                  <a:lnTo>
                    <a:pt x="129911" y="223520"/>
                  </a:lnTo>
                  <a:lnTo>
                    <a:pt x="132458" y="220979"/>
                  </a:lnTo>
                  <a:close/>
                </a:path>
                <a:path w="342900" h="353060">
                  <a:moveTo>
                    <a:pt x="135004" y="218439"/>
                  </a:moveTo>
                  <a:lnTo>
                    <a:pt x="124460" y="218439"/>
                  </a:lnTo>
                  <a:lnTo>
                    <a:pt x="123189" y="219710"/>
                  </a:lnTo>
                  <a:lnTo>
                    <a:pt x="133731" y="219710"/>
                  </a:lnTo>
                  <a:lnTo>
                    <a:pt x="135004" y="218439"/>
                  </a:lnTo>
                  <a:close/>
                </a:path>
                <a:path w="342900" h="353060">
                  <a:moveTo>
                    <a:pt x="138823" y="214629"/>
                  </a:moveTo>
                  <a:lnTo>
                    <a:pt x="128270" y="214629"/>
                  </a:lnTo>
                  <a:lnTo>
                    <a:pt x="125729" y="217170"/>
                  </a:lnTo>
                  <a:lnTo>
                    <a:pt x="136277" y="217170"/>
                  </a:lnTo>
                  <a:lnTo>
                    <a:pt x="138823" y="214629"/>
                  </a:lnTo>
                  <a:close/>
                </a:path>
                <a:path w="342900" h="353060">
                  <a:moveTo>
                    <a:pt x="141370" y="212089"/>
                  </a:moveTo>
                  <a:lnTo>
                    <a:pt x="130810" y="212089"/>
                  </a:lnTo>
                  <a:lnTo>
                    <a:pt x="129539" y="213360"/>
                  </a:lnTo>
                  <a:lnTo>
                    <a:pt x="140097" y="213360"/>
                  </a:lnTo>
                  <a:lnTo>
                    <a:pt x="141370" y="212089"/>
                  </a:lnTo>
                  <a:close/>
                </a:path>
                <a:path w="342900" h="353060">
                  <a:moveTo>
                    <a:pt x="145189" y="208279"/>
                  </a:moveTo>
                  <a:lnTo>
                    <a:pt x="134620" y="208279"/>
                  </a:lnTo>
                  <a:lnTo>
                    <a:pt x="132079" y="210820"/>
                  </a:lnTo>
                  <a:lnTo>
                    <a:pt x="142643" y="210820"/>
                  </a:lnTo>
                  <a:lnTo>
                    <a:pt x="145189" y="208279"/>
                  </a:lnTo>
                  <a:close/>
                </a:path>
                <a:path w="342900" h="353060">
                  <a:moveTo>
                    <a:pt x="342900" y="0"/>
                  </a:moveTo>
                  <a:lnTo>
                    <a:pt x="135889" y="207010"/>
                  </a:lnTo>
                  <a:lnTo>
                    <a:pt x="146462" y="207010"/>
                  </a:lnTo>
                  <a:lnTo>
                    <a:pt x="342900" y="11059"/>
                  </a:lnTo>
                  <a:lnTo>
                    <a:pt x="342900" y="0"/>
                  </a:lnTo>
                  <a:close/>
                </a:path>
              </a:pathLst>
            </a:custGeom>
            <a:solidFill>
              <a:srgbClr val="D7CC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1334769" y="3027309"/>
              <a:ext cx="342900" cy="354965"/>
            </a:xfrm>
            <a:custGeom>
              <a:avLst/>
              <a:gdLst/>
              <a:ahLst/>
              <a:cxnLst/>
              <a:rect l="l" t="t" r="r" b="b"/>
              <a:pathLst>
                <a:path w="342900" h="354964">
                  <a:moveTo>
                    <a:pt x="1269" y="353430"/>
                  </a:moveTo>
                  <a:lnTo>
                    <a:pt x="0" y="353430"/>
                  </a:lnTo>
                  <a:lnTo>
                    <a:pt x="0" y="354700"/>
                  </a:lnTo>
                  <a:lnTo>
                    <a:pt x="1269" y="353430"/>
                  </a:lnTo>
                  <a:close/>
                </a:path>
                <a:path w="342900" h="354964">
                  <a:moveTo>
                    <a:pt x="5080" y="349620"/>
                  </a:moveTo>
                  <a:lnTo>
                    <a:pt x="0" y="349620"/>
                  </a:lnTo>
                  <a:lnTo>
                    <a:pt x="0" y="352160"/>
                  </a:lnTo>
                  <a:lnTo>
                    <a:pt x="2539" y="352160"/>
                  </a:lnTo>
                  <a:lnTo>
                    <a:pt x="5080" y="349620"/>
                  </a:lnTo>
                  <a:close/>
                </a:path>
                <a:path w="342900" h="354964">
                  <a:moveTo>
                    <a:pt x="7619" y="347080"/>
                  </a:moveTo>
                  <a:lnTo>
                    <a:pt x="0" y="347080"/>
                  </a:lnTo>
                  <a:lnTo>
                    <a:pt x="0" y="348350"/>
                  </a:lnTo>
                  <a:lnTo>
                    <a:pt x="6349" y="348350"/>
                  </a:lnTo>
                  <a:lnTo>
                    <a:pt x="7619" y="347080"/>
                  </a:lnTo>
                  <a:close/>
                </a:path>
                <a:path w="342900" h="354964">
                  <a:moveTo>
                    <a:pt x="11430" y="343270"/>
                  </a:moveTo>
                  <a:lnTo>
                    <a:pt x="0" y="343270"/>
                  </a:lnTo>
                  <a:lnTo>
                    <a:pt x="0" y="345810"/>
                  </a:lnTo>
                  <a:lnTo>
                    <a:pt x="8889" y="345810"/>
                  </a:lnTo>
                  <a:lnTo>
                    <a:pt x="11430" y="343270"/>
                  </a:lnTo>
                  <a:close/>
                </a:path>
                <a:path w="342900" h="354964">
                  <a:moveTo>
                    <a:pt x="13969" y="340730"/>
                  </a:moveTo>
                  <a:lnTo>
                    <a:pt x="1323" y="340730"/>
                  </a:lnTo>
                  <a:lnTo>
                    <a:pt x="50" y="342000"/>
                  </a:lnTo>
                  <a:lnTo>
                    <a:pt x="12699" y="342000"/>
                  </a:lnTo>
                  <a:lnTo>
                    <a:pt x="13969" y="340730"/>
                  </a:lnTo>
                  <a:close/>
                </a:path>
                <a:path w="342900" h="354964">
                  <a:moveTo>
                    <a:pt x="17780" y="336920"/>
                  </a:moveTo>
                  <a:lnTo>
                    <a:pt x="5143" y="336920"/>
                  </a:lnTo>
                  <a:lnTo>
                    <a:pt x="2596" y="339460"/>
                  </a:lnTo>
                  <a:lnTo>
                    <a:pt x="15239" y="339460"/>
                  </a:lnTo>
                  <a:lnTo>
                    <a:pt x="17780" y="336920"/>
                  </a:lnTo>
                  <a:close/>
                </a:path>
                <a:path w="342900" h="354964">
                  <a:moveTo>
                    <a:pt x="20319" y="334380"/>
                  </a:moveTo>
                  <a:lnTo>
                    <a:pt x="7689" y="334380"/>
                  </a:lnTo>
                  <a:lnTo>
                    <a:pt x="6416" y="335650"/>
                  </a:lnTo>
                  <a:lnTo>
                    <a:pt x="19049" y="335650"/>
                  </a:lnTo>
                  <a:lnTo>
                    <a:pt x="20319" y="334380"/>
                  </a:lnTo>
                  <a:close/>
                </a:path>
                <a:path w="342900" h="354964">
                  <a:moveTo>
                    <a:pt x="24130" y="330570"/>
                  </a:moveTo>
                  <a:lnTo>
                    <a:pt x="11508" y="330570"/>
                  </a:lnTo>
                  <a:lnTo>
                    <a:pt x="8962" y="333110"/>
                  </a:lnTo>
                  <a:lnTo>
                    <a:pt x="21589" y="333110"/>
                  </a:lnTo>
                  <a:lnTo>
                    <a:pt x="24130" y="330570"/>
                  </a:lnTo>
                  <a:close/>
                </a:path>
                <a:path w="342900" h="354964">
                  <a:moveTo>
                    <a:pt x="26669" y="328030"/>
                  </a:moveTo>
                  <a:lnTo>
                    <a:pt x="14055" y="328030"/>
                  </a:lnTo>
                  <a:lnTo>
                    <a:pt x="12781" y="329300"/>
                  </a:lnTo>
                  <a:lnTo>
                    <a:pt x="25399" y="329300"/>
                  </a:lnTo>
                  <a:lnTo>
                    <a:pt x="26669" y="328030"/>
                  </a:lnTo>
                  <a:close/>
                </a:path>
                <a:path w="342900" h="354964">
                  <a:moveTo>
                    <a:pt x="30480" y="324220"/>
                  </a:moveTo>
                  <a:lnTo>
                    <a:pt x="17874" y="324220"/>
                  </a:lnTo>
                  <a:lnTo>
                    <a:pt x="15328" y="326760"/>
                  </a:lnTo>
                  <a:lnTo>
                    <a:pt x="27939" y="326760"/>
                  </a:lnTo>
                  <a:lnTo>
                    <a:pt x="30480" y="324220"/>
                  </a:lnTo>
                  <a:close/>
                </a:path>
                <a:path w="342900" h="354964">
                  <a:moveTo>
                    <a:pt x="33019" y="321680"/>
                  </a:moveTo>
                  <a:lnTo>
                    <a:pt x="20420" y="321680"/>
                  </a:lnTo>
                  <a:lnTo>
                    <a:pt x="19147" y="322950"/>
                  </a:lnTo>
                  <a:lnTo>
                    <a:pt x="31749" y="322950"/>
                  </a:lnTo>
                  <a:lnTo>
                    <a:pt x="33019" y="321680"/>
                  </a:lnTo>
                  <a:close/>
                </a:path>
                <a:path w="342900" h="354964">
                  <a:moveTo>
                    <a:pt x="36830" y="317870"/>
                  </a:moveTo>
                  <a:lnTo>
                    <a:pt x="24240" y="317870"/>
                  </a:lnTo>
                  <a:lnTo>
                    <a:pt x="21693" y="320410"/>
                  </a:lnTo>
                  <a:lnTo>
                    <a:pt x="34289" y="320410"/>
                  </a:lnTo>
                  <a:lnTo>
                    <a:pt x="36830" y="317870"/>
                  </a:lnTo>
                  <a:close/>
                </a:path>
                <a:path w="342900" h="354964">
                  <a:moveTo>
                    <a:pt x="39369" y="315330"/>
                  </a:moveTo>
                  <a:lnTo>
                    <a:pt x="26786" y="315330"/>
                  </a:lnTo>
                  <a:lnTo>
                    <a:pt x="25513" y="316600"/>
                  </a:lnTo>
                  <a:lnTo>
                    <a:pt x="38099" y="316600"/>
                  </a:lnTo>
                  <a:lnTo>
                    <a:pt x="39369" y="315330"/>
                  </a:lnTo>
                  <a:close/>
                </a:path>
                <a:path w="342900" h="354964">
                  <a:moveTo>
                    <a:pt x="43180" y="311520"/>
                  </a:moveTo>
                  <a:lnTo>
                    <a:pt x="30606" y="311520"/>
                  </a:lnTo>
                  <a:lnTo>
                    <a:pt x="28059" y="314060"/>
                  </a:lnTo>
                  <a:lnTo>
                    <a:pt x="40639" y="314060"/>
                  </a:lnTo>
                  <a:lnTo>
                    <a:pt x="43180" y="311520"/>
                  </a:lnTo>
                  <a:close/>
                </a:path>
                <a:path w="342900" h="354964">
                  <a:moveTo>
                    <a:pt x="45719" y="308980"/>
                  </a:moveTo>
                  <a:lnTo>
                    <a:pt x="33152" y="308980"/>
                  </a:lnTo>
                  <a:lnTo>
                    <a:pt x="31879" y="310250"/>
                  </a:lnTo>
                  <a:lnTo>
                    <a:pt x="44449" y="310250"/>
                  </a:lnTo>
                  <a:lnTo>
                    <a:pt x="45719" y="308980"/>
                  </a:lnTo>
                  <a:close/>
                </a:path>
                <a:path w="342900" h="354964">
                  <a:moveTo>
                    <a:pt x="49530" y="305170"/>
                  </a:moveTo>
                  <a:lnTo>
                    <a:pt x="36971" y="305170"/>
                  </a:lnTo>
                  <a:lnTo>
                    <a:pt x="34425" y="307710"/>
                  </a:lnTo>
                  <a:lnTo>
                    <a:pt x="46989" y="307710"/>
                  </a:lnTo>
                  <a:lnTo>
                    <a:pt x="49530" y="305170"/>
                  </a:lnTo>
                  <a:close/>
                </a:path>
                <a:path w="342900" h="354964">
                  <a:moveTo>
                    <a:pt x="52069" y="302630"/>
                  </a:moveTo>
                  <a:lnTo>
                    <a:pt x="39518" y="302630"/>
                  </a:lnTo>
                  <a:lnTo>
                    <a:pt x="38244" y="303900"/>
                  </a:lnTo>
                  <a:lnTo>
                    <a:pt x="50799" y="303900"/>
                  </a:lnTo>
                  <a:lnTo>
                    <a:pt x="52069" y="302630"/>
                  </a:lnTo>
                  <a:close/>
                </a:path>
                <a:path w="342900" h="354964">
                  <a:moveTo>
                    <a:pt x="55880" y="298820"/>
                  </a:moveTo>
                  <a:lnTo>
                    <a:pt x="43337" y="298820"/>
                  </a:lnTo>
                  <a:lnTo>
                    <a:pt x="40791" y="301360"/>
                  </a:lnTo>
                  <a:lnTo>
                    <a:pt x="53339" y="301360"/>
                  </a:lnTo>
                  <a:lnTo>
                    <a:pt x="55880" y="298820"/>
                  </a:lnTo>
                  <a:close/>
                </a:path>
                <a:path w="342900" h="354964">
                  <a:moveTo>
                    <a:pt x="58419" y="296280"/>
                  </a:moveTo>
                  <a:lnTo>
                    <a:pt x="45883" y="296280"/>
                  </a:lnTo>
                  <a:lnTo>
                    <a:pt x="44610" y="297550"/>
                  </a:lnTo>
                  <a:lnTo>
                    <a:pt x="57149" y="297550"/>
                  </a:lnTo>
                  <a:lnTo>
                    <a:pt x="58419" y="296280"/>
                  </a:lnTo>
                  <a:close/>
                </a:path>
                <a:path w="342900" h="354964">
                  <a:moveTo>
                    <a:pt x="62230" y="292470"/>
                  </a:moveTo>
                  <a:lnTo>
                    <a:pt x="49703" y="292470"/>
                  </a:lnTo>
                  <a:lnTo>
                    <a:pt x="47157" y="295010"/>
                  </a:lnTo>
                  <a:lnTo>
                    <a:pt x="59689" y="295010"/>
                  </a:lnTo>
                  <a:lnTo>
                    <a:pt x="62230" y="292470"/>
                  </a:lnTo>
                  <a:close/>
                </a:path>
                <a:path w="342900" h="354964">
                  <a:moveTo>
                    <a:pt x="64769" y="289930"/>
                  </a:moveTo>
                  <a:lnTo>
                    <a:pt x="52249" y="289930"/>
                  </a:lnTo>
                  <a:lnTo>
                    <a:pt x="50976" y="291200"/>
                  </a:lnTo>
                  <a:lnTo>
                    <a:pt x="63499" y="291200"/>
                  </a:lnTo>
                  <a:lnTo>
                    <a:pt x="64769" y="289930"/>
                  </a:lnTo>
                  <a:close/>
                </a:path>
                <a:path w="342900" h="354964">
                  <a:moveTo>
                    <a:pt x="68580" y="286120"/>
                  </a:moveTo>
                  <a:lnTo>
                    <a:pt x="56069" y="286120"/>
                  </a:lnTo>
                  <a:lnTo>
                    <a:pt x="53522" y="288660"/>
                  </a:lnTo>
                  <a:lnTo>
                    <a:pt x="66039" y="288660"/>
                  </a:lnTo>
                  <a:lnTo>
                    <a:pt x="68580" y="286120"/>
                  </a:lnTo>
                  <a:close/>
                </a:path>
                <a:path w="342900" h="354964">
                  <a:moveTo>
                    <a:pt x="71119" y="283580"/>
                  </a:moveTo>
                  <a:lnTo>
                    <a:pt x="58615" y="283580"/>
                  </a:lnTo>
                  <a:lnTo>
                    <a:pt x="57342" y="284850"/>
                  </a:lnTo>
                  <a:lnTo>
                    <a:pt x="69849" y="284850"/>
                  </a:lnTo>
                  <a:lnTo>
                    <a:pt x="71119" y="283580"/>
                  </a:lnTo>
                  <a:close/>
                </a:path>
                <a:path w="342900" h="354964">
                  <a:moveTo>
                    <a:pt x="74930" y="279770"/>
                  </a:moveTo>
                  <a:lnTo>
                    <a:pt x="62434" y="279770"/>
                  </a:lnTo>
                  <a:lnTo>
                    <a:pt x="59888" y="282310"/>
                  </a:lnTo>
                  <a:lnTo>
                    <a:pt x="72389" y="282310"/>
                  </a:lnTo>
                  <a:lnTo>
                    <a:pt x="74930" y="279770"/>
                  </a:lnTo>
                  <a:close/>
                </a:path>
                <a:path w="342900" h="354964">
                  <a:moveTo>
                    <a:pt x="77469" y="277230"/>
                  </a:moveTo>
                  <a:lnTo>
                    <a:pt x="64981" y="277230"/>
                  </a:lnTo>
                  <a:lnTo>
                    <a:pt x="63707" y="278500"/>
                  </a:lnTo>
                  <a:lnTo>
                    <a:pt x="76199" y="278500"/>
                  </a:lnTo>
                  <a:lnTo>
                    <a:pt x="77469" y="277230"/>
                  </a:lnTo>
                  <a:close/>
                </a:path>
                <a:path w="342900" h="354964">
                  <a:moveTo>
                    <a:pt x="81280" y="273420"/>
                  </a:moveTo>
                  <a:lnTo>
                    <a:pt x="68800" y="273420"/>
                  </a:lnTo>
                  <a:lnTo>
                    <a:pt x="66254" y="275960"/>
                  </a:lnTo>
                  <a:lnTo>
                    <a:pt x="78739" y="275960"/>
                  </a:lnTo>
                  <a:lnTo>
                    <a:pt x="81280" y="273420"/>
                  </a:lnTo>
                  <a:close/>
                </a:path>
                <a:path w="342900" h="354964">
                  <a:moveTo>
                    <a:pt x="83820" y="270880"/>
                  </a:moveTo>
                  <a:lnTo>
                    <a:pt x="71346" y="270880"/>
                  </a:lnTo>
                  <a:lnTo>
                    <a:pt x="70073" y="272150"/>
                  </a:lnTo>
                  <a:lnTo>
                    <a:pt x="82549" y="272150"/>
                  </a:lnTo>
                  <a:lnTo>
                    <a:pt x="83820" y="270880"/>
                  </a:lnTo>
                  <a:close/>
                </a:path>
                <a:path w="342900" h="354964">
                  <a:moveTo>
                    <a:pt x="87630" y="267070"/>
                  </a:moveTo>
                  <a:lnTo>
                    <a:pt x="75166" y="267070"/>
                  </a:lnTo>
                  <a:lnTo>
                    <a:pt x="72620" y="269610"/>
                  </a:lnTo>
                  <a:lnTo>
                    <a:pt x="85089" y="269610"/>
                  </a:lnTo>
                  <a:lnTo>
                    <a:pt x="87630" y="267070"/>
                  </a:lnTo>
                  <a:close/>
                </a:path>
                <a:path w="342900" h="354964">
                  <a:moveTo>
                    <a:pt x="90170" y="264530"/>
                  </a:moveTo>
                  <a:lnTo>
                    <a:pt x="77712" y="264530"/>
                  </a:lnTo>
                  <a:lnTo>
                    <a:pt x="76439" y="265800"/>
                  </a:lnTo>
                  <a:lnTo>
                    <a:pt x="88899" y="265800"/>
                  </a:lnTo>
                  <a:lnTo>
                    <a:pt x="90170" y="264530"/>
                  </a:lnTo>
                  <a:close/>
                </a:path>
                <a:path w="342900" h="354964">
                  <a:moveTo>
                    <a:pt x="93980" y="260720"/>
                  </a:moveTo>
                  <a:lnTo>
                    <a:pt x="81532" y="260720"/>
                  </a:lnTo>
                  <a:lnTo>
                    <a:pt x="78985" y="263260"/>
                  </a:lnTo>
                  <a:lnTo>
                    <a:pt x="91439" y="263260"/>
                  </a:lnTo>
                  <a:lnTo>
                    <a:pt x="93980" y="260720"/>
                  </a:lnTo>
                  <a:close/>
                </a:path>
                <a:path w="342900" h="354964">
                  <a:moveTo>
                    <a:pt x="96520" y="258180"/>
                  </a:moveTo>
                  <a:lnTo>
                    <a:pt x="84078" y="258180"/>
                  </a:lnTo>
                  <a:lnTo>
                    <a:pt x="82805" y="259450"/>
                  </a:lnTo>
                  <a:lnTo>
                    <a:pt x="95249" y="259450"/>
                  </a:lnTo>
                  <a:lnTo>
                    <a:pt x="96520" y="258180"/>
                  </a:lnTo>
                  <a:close/>
                </a:path>
                <a:path w="342900" h="354964">
                  <a:moveTo>
                    <a:pt x="100330" y="254370"/>
                  </a:moveTo>
                  <a:lnTo>
                    <a:pt x="87897" y="254370"/>
                  </a:lnTo>
                  <a:lnTo>
                    <a:pt x="85351" y="256910"/>
                  </a:lnTo>
                  <a:lnTo>
                    <a:pt x="97789" y="256910"/>
                  </a:lnTo>
                  <a:lnTo>
                    <a:pt x="100330" y="254370"/>
                  </a:lnTo>
                  <a:close/>
                </a:path>
                <a:path w="342900" h="354964">
                  <a:moveTo>
                    <a:pt x="102870" y="251830"/>
                  </a:moveTo>
                  <a:lnTo>
                    <a:pt x="90444" y="251830"/>
                  </a:lnTo>
                  <a:lnTo>
                    <a:pt x="89171" y="253100"/>
                  </a:lnTo>
                  <a:lnTo>
                    <a:pt x="101599" y="253100"/>
                  </a:lnTo>
                  <a:lnTo>
                    <a:pt x="102870" y="251830"/>
                  </a:lnTo>
                  <a:close/>
                </a:path>
                <a:path w="342900" h="354964">
                  <a:moveTo>
                    <a:pt x="106680" y="248020"/>
                  </a:moveTo>
                  <a:lnTo>
                    <a:pt x="94263" y="248020"/>
                  </a:lnTo>
                  <a:lnTo>
                    <a:pt x="91717" y="250560"/>
                  </a:lnTo>
                  <a:lnTo>
                    <a:pt x="104139" y="250560"/>
                  </a:lnTo>
                  <a:lnTo>
                    <a:pt x="106680" y="248020"/>
                  </a:lnTo>
                  <a:close/>
                </a:path>
                <a:path w="342900" h="354964">
                  <a:moveTo>
                    <a:pt x="109220" y="245480"/>
                  </a:moveTo>
                  <a:lnTo>
                    <a:pt x="96809" y="245480"/>
                  </a:lnTo>
                  <a:lnTo>
                    <a:pt x="95536" y="246750"/>
                  </a:lnTo>
                  <a:lnTo>
                    <a:pt x="107949" y="246750"/>
                  </a:lnTo>
                  <a:lnTo>
                    <a:pt x="109220" y="245480"/>
                  </a:lnTo>
                  <a:close/>
                </a:path>
                <a:path w="342900" h="354964">
                  <a:moveTo>
                    <a:pt x="113030" y="241670"/>
                  </a:moveTo>
                  <a:lnTo>
                    <a:pt x="100629" y="241670"/>
                  </a:lnTo>
                  <a:lnTo>
                    <a:pt x="98083" y="244210"/>
                  </a:lnTo>
                  <a:lnTo>
                    <a:pt x="110489" y="244210"/>
                  </a:lnTo>
                  <a:lnTo>
                    <a:pt x="113030" y="241670"/>
                  </a:lnTo>
                  <a:close/>
                </a:path>
                <a:path w="342900" h="354964">
                  <a:moveTo>
                    <a:pt x="115570" y="239130"/>
                  </a:moveTo>
                  <a:lnTo>
                    <a:pt x="103175" y="239130"/>
                  </a:lnTo>
                  <a:lnTo>
                    <a:pt x="101902" y="240400"/>
                  </a:lnTo>
                  <a:lnTo>
                    <a:pt x="114299" y="240400"/>
                  </a:lnTo>
                  <a:lnTo>
                    <a:pt x="115570" y="239130"/>
                  </a:lnTo>
                  <a:close/>
                </a:path>
                <a:path w="342900" h="354964">
                  <a:moveTo>
                    <a:pt x="119380" y="235320"/>
                  </a:moveTo>
                  <a:lnTo>
                    <a:pt x="106995" y="235320"/>
                  </a:lnTo>
                  <a:lnTo>
                    <a:pt x="104448" y="237860"/>
                  </a:lnTo>
                  <a:lnTo>
                    <a:pt x="116839" y="237860"/>
                  </a:lnTo>
                  <a:lnTo>
                    <a:pt x="119380" y="235320"/>
                  </a:lnTo>
                  <a:close/>
                </a:path>
                <a:path w="342900" h="354964">
                  <a:moveTo>
                    <a:pt x="121920" y="232780"/>
                  </a:moveTo>
                  <a:lnTo>
                    <a:pt x="109541" y="232780"/>
                  </a:lnTo>
                  <a:lnTo>
                    <a:pt x="108268" y="234050"/>
                  </a:lnTo>
                  <a:lnTo>
                    <a:pt x="120649" y="234050"/>
                  </a:lnTo>
                  <a:lnTo>
                    <a:pt x="121920" y="232780"/>
                  </a:lnTo>
                  <a:close/>
                </a:path>
                <a:path w="342900" h="354964">
                  <a:moveTo>
                    <a:pt x="125730" y="228970"/>
                  </a:moveTo>
                  <a:lnTo>
                    <a:pt x="113360" y="228970"/>
                  </a:lnTo>
                  <a:lnTo>
                    <a:pt x="110814" y="231510"/>
                  </a:lnTo>
                  <a:lnTo>
                    <a:pt x="123189" y="231510"/>
                  </a:lnTo>
                  <a:lnTo>
                    <a:pt x="125730" y="228970"/>
                  </a:lnTo>
                  <a:close/>
                </a:path>
                <a:path w="342900" h="354964">
                  <a:moveTo>
                    <a:pt x="128270" y="226430"/>
                  </a:moveTo>
                  <a:lnTo>
                    <a:pt x="115907" y="226430"/>
                  </a:lnTo>
                  <a:lnTo>
                    <a:pt x="114634" y="227700"/>
                  </a:lnTo>
                  <a:lnTo>
                    <a:pt x="126999" y="227700"/>
                  </a:lnTo>
                  <a:lnTo>
                    <a:pt x="128270" y="226430"/>
                  </a:lnTo>
                  <a:close/>
                </a:path>
                <a:path w="342900" h="354964">
                  <a:moveTo>
                    <a:pt x="132080" y="222620"/>
                  </a:moveTo>
                  <a:lnTo>
                    <a:pt x="119726" y="222620"/>
                  </a:lnTo>
                  <a:lnTo>
                    <a:pt x="117180" y="225160"/>
                  </a:lnTo>
                  <a:lnTo>
                    <a:pt x="129539" y="225160"/>
                  </a:lnTo>
                  <a:lnTo>
                    <a:pt x="132080" y="222620"/>
                  </a:lnTo>
                  <a:close/>
                </a:path>
                <a:path w="342900" h="354964">
                  <a:moveTo>
                    <a:pt x="134620" y="220080"/>
                  </a:moveTo>
                  <a:lnTo>
                    <a:pt x="122272" y="220080"/>
                  </a:lnTo>
                  <a:lnTo>
                    <a:pt x="120999" y="221350"/>
                  </a:lnTo>
                  <a:lnTo>
                    <a:pt x="133349" y="221350"/>
                  </a:lnTo>
                  <a:lnTo>
                    <a:pt x="134620" y="220080"/>
                  </a:lnTo>
                  <a:close/>
                </a:path>
                <a:path w="342900" h="354964">
                  <a:moveTo>
                    <a:pt x="138430" y="216270"/>
                  </a:moveTo>
                  <a:lnTo>
                    <a:pt x="126092" y="216270"/>
                  </a:lnTo>
                  <a:lnTo>
                    <a:pt x="123546" y="218810"/>
                  </a:lnTo>
                  <a:lnTo>
                    <a:pt x="135889" y="218810"/>
                  </a:lnTo>
                  <a:lnTo>
                    <a:pt x="138430" y="216270"/>
                  </a:lnTo>
                  <a:close/>
                </a:path>
                <a:path w="342900" h="354964">
                  <a:moveTo>
                    <a:pt x="140970" y="213730"/>
                  </a:moveTo>
                  <a:lnTo>
                    <a:pt x="128638" y="213730"/>
                  </a:lnTo>
                  <a:lnTo>
                    <a:pt x="127365" y="215000"/>
                  </a:lnTo>
                  <a:lnTo>
                    <a:pt x="139699" y="215000"/>
                  </a:lnTo>
                  <a:lnTo>
                    <a:pt x="140970" y="213730"/>
                  </a:lnTo>
                  <a:close/>
                </a:path>
                <a:path w="342900" h="354964">
                  <a:moveTo>
                    <a:pt x="144780" y="209920"/>
                  </a:moveTo>
                  <a:lnTo>
                    <a:pt x="132458" y="209920"/>
                  </a:lnTo>
                  <a:lnTo>
                    <a:pt x="129911" y="212460"/>
                  </a:lnTo>
                  <a:lnTo>
                    <a:pt x="142239" y="212460"/>
                  </a:lnTo>
                  <a:lnTo>
                    <a:pt x="144780" y="209920"/>
                  </a:lnTo>
                  <a:close/>
                </a:path>
                <a:path w="342900" h="354964">
                  <a:moveTo>
                    <a:pt x="147320" y="207380"/>
                  </a:moveTo>
                  <a:lnTo>
                    <a:pt x="135004" y="207380"/>
                  </a:lnTo>
                  <a:lnTo>
                    <a:pt x="133731" y="208650"/>
                  </a:lnTo>
                  <a:lnTo>
                    <a:pt x="146049" y="208650"/>
                  </a:lnTo>
                  <a:lnTo>
                    <a:pt x="147320" y="207380"/>
                  </a:lnTo>
                  <a:close/>
                </a:path>
                <a:path w="342900" h="354964">
                  <a:moveTo>
                    <a:pt x="151130" y="203570"/>
                  </a:moveTo>
                  <a:lnTo>
                    <a:pt x="138823" y="203570"/>
                  </a:lnTo>
                  <a:lnTo>
                    <a:pt x="136277" y="206110"/>
                  </a:lnTo>
                  <a:lnTo>
                    <a:pt x="148589" y="206110"/>
                  </a:lnTo>
                  <a:lnTo>
                    <a:pt x="151130" y="203570"/>
                  </a:lnTo>
                  <a:close/>
                </a:path>
                <a:path w="342900" h="354964">
                  <a:moveTo>
                    <a:pt x="153670" y="201030"/>
                  </a:moveTo>
                  <a:lnTo>
                    <a:pt x="141370" y="201030"/>
                  </a:lnTo>
                  <a:lnTo>
                    <a:pt x="140097" y="202300"/>
                  </a:lnTo>
                  <a:lnTo>
                    <a:pt x="152399" y="202300"/>
                  </a:lnTo>
                  <a:lnTo>
                    <a:pt x="153670" y="201030"/>
                  </a:lnTo>
                  <a:close/>
                </a:path>
                <a:path w="342900" h="354964">
                  <a:moveTo>
                    <a:pt x="157480" y="197220"/>
                  </a:moveTo>
                  <a:lnTo>
                    <a:pt x="145189" y="197220"/>
                  </a:lnTo>
                  <a:lnTo>
                    <a:pt x="142643" y="199760"/>
                  </a:lnTo>
                  <a:lnTo>
                    <a:pt x="154939" y="199760"/>
                  </a:lnTo>
                  <a:lnTo>
                    <a:pt x="157480" y="197220"/>
                  </a:lnTo>
                  <a:close/>
                </a:path>
                <a:path w="342900" h="354964">
                  <a:moveTo>
                    <a:pt x="342900" y="0"/>
                  </a:moveTo>
                  <a:lnTo>
                    <a:pt x="146462" y="195950"/>
                  </a:lnTo>
                  <a:lnTo>
                    <a:pt x="158750" y="195950"/>
                  </a:lnTo>
                  <a:lnTo>
                    <a:pt x="342900" y="11800"/>
                  </a:lnTo>
                  <a:lnTo>
                    <a:pt x="342900" y="0"/>
                  </a:lnTo>
                  <a:close/>
                </a:path>
              </a:pathLst>
            </a:custGeom>
            <a:solidFill>
              <a:srgbClr val="D8CC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1334769" y="3039110"/>
              <a:ext cx="342900" cy="353060"/>
            </a:xfrm>
            <a:custGeom>
              <a:avLst/>
              <a:gdLst/>
              <a:ahLst/>
              <a:cxnLst/>
              <a:rect l="l" t="t" r="r" b="b"/>
              <a:pathLst>
                <a:path w="342900" h="353060">
                  <a:moveTo>
                    <a:pt x="2540" y="350519"/>
                  </a:moveTo>
                  <a:lnTo>
                    <a:pt x="0" y="350519"/>
                  </a:lnTo>
                  <a:lnTo>
                    <a:pt x="0" y="353060"/>
                  </a:lnTo>
                  <a:lnTo>
                    <a:pt x="2540" y="350519"/>
                  </a:lnTo>
                  <a:close/>
                </a:path>
                <a:path w="342900" h="353060">
                  <a:moveTo>
                    <a:pt x="5080" y="347979"/>
                  </a:moveTo>
                  <a:lnTo>
                    <a:pt x="0" y="347979"/>
                  </a:lnTo>
                  <a:lnTo>
                    <a:pt x="0" y="349250"/>
                  </a:lnTo>
                  <a:lnTo>
                    <a:pt x="3810" y="349250"/>
                  </a:lnTo>
                  <a:lnTo>
                    <a:pt x="5080" y="347979"/>
                  </a:lnTo>
                  <a:close/>
                </a:path>
                <a:path w="342900" h="353060">
                  <a:moveTo>
                    <a:pt x="8890" y="344169"/>
                  </a:moveTo>
                  <a:lnTo>
                    <a:pt x="0" y="344169"/>
                  </a:lnTo>
                  <a:lnTo>
                    <a:pt x="0" y="346710"/>
                  </a:lnTo>
                  <a:lnTo>
                    <a:pt x="6350" y="346710"/>
                  </a:lnTo>
                  <a:lnTo>
                    <a:pt x="8890" y="344169"/>
                  </a:lnTo>
                  <a:close/>
                </a:path>
                <a:path w="342900" h="353060">
                  <a:moveTo>
                    <a:pt x="11430" y="341629"/>
                  </a:moveTo>
                  <a:lnTo>
                    <a:pt x="1269" y="341629"/>
                  </a:lnTo>
                  <a:lnTo>
                    <a:pt x="0" y="342900"/>
                  </a:lnTo>
                  <a:lnTo>
                    <a:pt x="10160" y="342900"/>
                  </a:lnTo>
                  <a:lnTo>
                    <a:pt x="11430" y="341629"/>
                  </a:lnTo>
                  <a:close/>
                </a:path>
                <a:path w="342900" h="353060">
                  <a:moveTo>
                    <a:pt x="15240" y="337819"/>
                  </a:moveTo>
                  <a:lnTo>
                    <a:pt x="5080" y="337819"/>
                  </a:lnTo>
                  <a:lnTo>
                    <a:pt x="2539" y="340360"/>
                  </a:lnTo>
                  <a:lnTo>
                    <a:pt x="12700" y="340360"/>
                  </a:lnTo>
                  <a:lnTo>
                    <a:pt x="15240" y="337819"/>
                  </a:lnTo>
                  <a:close/>
                </a:path>
                <a:path w="342900" h="353060">
                  <a:moveTo>
                    <a:pt x="17780" y="335279"/>
                  </a:moveTo>
                  <a:lnTo>
                    <a:pt x="7619" y="335279"/>
                  </a:lnTo>
                  <a:lnTo>
                    <a:pt x="6349" y="336550"/>
                  </a:lnTo>
                  <a:lnTo>
                    <a:pt x="16510" y="336550"/>
                  </a:lnTo>
                  <a:lnTo>
                    <a:pt x="17780" y="335279"/>
                  </a:lnTo>
                  <a:close/>
                </a:path>
                <a:path w="342900" h="353060">
                  <a:moveTo>
                    <a:pt x="21590" y="331469"/>
                  </a:moveTo>
                  <a:lnTo>
                    <a:pt x="11430" y="331469"/>
                  </a:lnTo>
                  <a:lnTo>
                    <a:pt x="8889" y="334010"/>
                  </a:lnTo>
                  <a:lnTo>
                    <a:pt x="19050" y="334010"/>
                  </a:lnTo>
                  <a:lnTo>
                    <a:pt x="21590" y="331469"/>
                  </a:lnTo>
                  <a:close/>
                </a:path>
                <a:path w="342900" h="353060">
                  <a:moveTo>
                    <a:pt x="24130" y="328929"/>
                  </a:moveTo>
                  <a:lnTo>
                    <a:pt x="13969" y="328929"/>
                  </a:lnTo>
                  <a:lnTo>
                    <a:pt x="12699" y="330200"/>
                  </a:lnTo>
                  <a:lnTo>
                    <a:pt x="22860" y="330200"/>
                  </a:lnTo>
                  <a:lnTo>
                    <a:pt x="24130" y="328929"/>
                  </a:lnTo>
                  <a:close/>
                </a:path>
                <a:path w="342900" h="353060">
                  <a:moveTo>
                    <a:pt x="27940" y="325119"/>
                  </a:moveTo>
                  <a:lnTo>
                    <a:pt x="17780" y="325119"/>
                  </a:lnTo>
                  <a:lnTo>
                    <a:pt x="15239" y="327660"/>
                  </a:lnTo>
                  <a:lnTo>
                    <a:pt x="25400" y="327660"/>
                  </a:lnTo>
                  <a:lnTo>
                    <a:pt x="27940" y="325119"/>
                  </a:lnTo>
                  <a:close/>
                </a:path>
                <a:path w="342900" h="353060">
                  <a:moveTo>
                    <a:pt x="30480" y="322579"/>
                  </a:moveTo>
                  <a:lnTo>
                    <a:pt x="20319" y="322579"/>
                  </a:lnTo>
                  <a:lnTo>
                    <a:pt x="19049" y="323850"/>
                  </a:lnTo>
                  <a:lnTo>
                    <a:pt x="29210" y="323850"/>
                  </a:lnTo>
                  <a:lnTo>
                    <a:pt x="30480" y="322579"/>
                  </a:lnTo>
                  <a:close/>
                </a:path>
                <a:path w="342900" h="353060">
                  <a:moveTo>
                    <a:pt x="34290" y="318769"/>
                  </a:moveTo>
                  <a:lnTo>
                    <a:pt x="24130" y="318769"/>
                  </a:lnTo>
                  <a:lnTo>
                    <a:pt x="21589" y="321310"/>
                  </a:lnTo>
                  <a:lnTo>
                    <a:pt x="31750" y="321310"/>
                  </a:lnTo>
                  <a:lnTo>
                    <a:pt x="34290" y="318769"/>
                  </a:lnTo>
                  <a:close/>
                </a:path>
                <a:path w="342900" h="353060">
                  <a:moveTo>
                    <a:pt x="36830" y="316229"/>
                  </a:moveTo>
                  <a:lnTo>
                    <a:pt x="26669" y="316229"/>
                  </a:lnTo>
                  <a:lnTo>
                    <a:pt x="25399" y="317500"/>
                  </a:lnTo>
                  <a:lnTo>
                    <a:pt x="35560" y="317500"/>
                  </a:lnTo>
                  <a:lnTo>
                    <a:pt x="36830" y="316229"/>
                  </a:lnTo>
                  <a:close/>
                </a:path>
                <a:path w="342900" h="353060">
                  <a:moveTo>
                    <a:pt x="40640" y="312419"/>
                  </a:moveTo>
                  <a:lnTo>
                    <a:pt x="30480" y="312419"/>
                  </a:lnTo>
                  <a:lnTo>
                    <a:pt x="27939" y="314960"/>
                  </a:lnTo>
                  <a:lnTo>
                    <a:pt x="38100" y="314960"/>
                  </a:lnTo>
                  <a:lnTo>
                    <a:pt x="40640" y="312419"/>
                  </a:lnTo>
                  <a:close/>
                </a:path>
                <a:path w="342900" h="353060">
                  <a:moveTo>
                    <a:pt x="43180" y="309879"/>
                  </a:moveTo>
                  <a:lnTo>
                    <a:pt x="33019" y="309879"/>
                  </a:lnTo>
                  <a:lnTo>
                    <a:pt x="31749" y="311150"/>
                  </a:lnTo>
                  <a:lnTo>
                    <a:pt x="41910" y="311150"/>
                  </a:lnTo>
                  <a:lnTo>
                    <a:pt x="43180" y="309879"/>
                  </a:lnTo>
                  <a:close/>
                </a:path>
                <a:path w="342900" h="353060">
                  <a:moveTo>
                    <a:pt x="46990" y="306069"/>
                  </a:moveTo>
                  <a:lnTo>
                    <a:pt x="36830" y="306069"/>
                  </a:lnTo>
                  <a:lnTo>
                    <a:pt x="34289" y="308610"/>
                  </a:lnTo>
                  <a:lnTo>
                    <a:pt x="44450" y="308610"/>
                  </a:lnTo>
                  <a:lnTo>
                    <a:pt x="46990" y="306069"/>
                  </a:lnTo>
                  <a:close/>
                </a:path>
                <a:path w="342900" h="353060">
                  <a:moveTo>
                    <a:pt x="49530" y="303529"/>
                  </a:moveTo>
                  <a:lnTo>
                    <a:pt x="39369" y="303529"/>
                  </a:lnTo>
                  <a:lnTo>
                    <a:pt x="38099" y="304800"/>
                  </a:lnTo>
                  <a:lnTo>
                    <a:pt x="48260" y="304800"/>
                  </a:lnTo>
                  <a:lnTo>
                    <a:pt x="49530" y="303529"/>
                  </a:lnTo>
                  <a:close/>
                </a:path>
                <a:path w="342900" h="353060">
                  <a:moveTo>
                    <a:pt x="53340" y="299719"/>
                  </a:moveTo>
                  <a:lnTo>
                    <a:pt x="43180" y="299719"/>
                  </a:lnTo>
                  <a:lnTo>
                    <a:pt x="40639" y="302260"/>
                  </a:lnTo>
                  <a:lnTo>
                    <a:pt x="50800" y="302260"/>
                  </a:lnTo>
                  <a:lnTo>
                    <a:pt x="53340" y="299719"/>
                  </a:lnTo>
                  <a:close/>
                </a:path>
                <a:path w="342900" h="353060">
                  <a:moveTo>
                    <a:pt x="55880" y="297179"/>
                  </a:moveTo>
                  <a:lnTo>
                    <a:pt x="45719" y="297179"/>
                  </a:lnTo>
                  <a:lnTo>
                    <a:pt x="44449" y="298450"/>
                  </a:lnTo>
                  <a:lnTo>
                    <a:pt x="54610" y="298450"/>
                  </a:lnTo>
                  <a:lnTo>
                    <a:pt x="55880" y="297179"/>
                  </a:lnTo>
                  <a:close/>
                </a:path>
                <a:path w="342900" h="353060">
                  <a:moveTo>
                    <a:pt x="59690" y="293369"/>
                  </a:moveTo>
                  <a:lnTo>
                    <a:pt x="49530" y="293369"/>
                  </a:lnTo>
                  <a:lnTo>
                    <a:pt x="46989" y="295910"/>
                  </a:lnTo>
                  <a:lnTo>
                    <a:pt x="57150" y="295910"/>
                  </a:lnTo>
                  <a:lnTo>
                    <a:pt x="59690" y="293369"/>
                  </a:lnTo>
                  <a:close/>
                </a:path>
                <a:path w="342900" h="353060">
                  <a:moveTo>
                    <a:pt x="62230" y="290829"/>
                  </a:moveTo>
                  <a:lnTo>
                    <a:pt x="52069" y="290829"/>
                  </a:lnTo>
                  <a:lnTo>
                    <a:pt x="50799" y="292100"/>
                  </a:lnTo>
                  <a:lnTo>
                    <a:pt x="60960" y="292100"/>
                  </a:lnTo>
                  <a:lnTo>
                    <a:pt x="62230" y="290829"/>
                  </a:lnTo>
                  <a:close/>
                </a:path>
                <a:path w="342900" h="353060">
                  <a:moveTo>
                    <a:pt x="66040" y="287019"/>
                  </a:moveTo>
                  <a:lnTo>
                    <a:pt x="55880" y="287019"/>
                  </a:lnTo>
                  <a:lnTo>
                    <a:pt x="53339" y="289560"/>
                  </a:lnTo>
                  <a:lnTo>
                    <a:pt x="63500" y="289560"/>
                  </a:lnTo>
                  <a:lnTo>
                    <a:pt x="66040" y="287019"/>
                  </a:lnTo>
                  <a:close/>
                </a:path>
                <a:path w="342900" h="353060">
                  <a:moveTo>
                    <a:pt x="68580" y="284479"/>
                  </a:moveTo>
                  <a:lnTo>
                    <a:pt x="58419" y="284479"/>
                  </a:lnTo>
                  <a:lnTo>
                    <a:pt x="57149" y="285750"/>
                  </a:lnTo>
                  <a:lnTo>
                    <a:pt x="67310" y="285750"/>
                  </a:lnTo>
                  <a:lnTo>
                    <a:pt x="68580" y="284479"/>
                  </a:lnTo>
                  <a:close/>
                </a:path>
                <a:path w="342900" h="353060">
                  <a:moveTo>
                    <a:pt x="72390" y="280669"/>
                  </a:moveTo>
                  <a:lnTo>
                    <a:pt x="62230" y="280669"/>
                  </a:lnTo>
                  <a:lnTo>
                    <a:pt x="59689" y="283210"/>
                  </a:lnTo>
                  <a:lnTo>
                    <a:pt x="69850" y="283210"/>
                  </a:lnTo>
                  <a:lnTo>
                    <a:pt x="72390" y="280669"/>
                  </a:lnTo>
                  <a:close/>
                </a:path>
                <a:path w="342900" h="353060">
                  <a:moveTo>
                    <a:pt x="74930" y="278129"/>
                  </a:moveTo>
                  <a:lnTo>
                    <a:pt x="64770" y="278129"/>
                  </a:lnTo>
                  <a:lnTo>
                    <a:pt x="63499" y="279400"/>
                  </a:lnTo>
                  <a:lnTo>
                    <a:pt x="73660" y="279400"/>
                  </a:lnTo>
                  <a:lnTo>
                    <a:pt x="74930" y="278129"/>
                  </a:lnTo>
                  <a:close/>
                </a:path>
                <a:path w="342900" h="353060">
                  <a:moveTo>
                    <a:pt x="78740" y="274319"/>
                  </a:moveTo>
                  <a:lnTo>
                    <a:pt x="68580" y="274319"/>
                  </a:lnTo>
                  <a:lnTo>
                    <a:pt x="66039" y="276860"/>
                  </a:lnTo>
                  <a:lnTo>
                    <a:pt x="76200" y="276860"/>
                  </a:lnTo>
                  <a:lnTo>
                    <a:pt x="78740" y="274319"/>
                  </a:lnTo>
                  <a:close/>
                </a:path>
                <a:path w="342900" h="353060">
                  <a:moveTo>
                    <a:pt x="81280" y="271779"/>
                  </a:moveTo>
                  <a:lnTo>
                    <a:pt x="71120" y="271779"/>
                  </a:lnTo>
                  <a:lnTo>
                    <a:pt x="69849" y="273050"/>
                  </a:lnTo>
                  <a:lnTo>
                    <a:pt x="80010" y="273050"/>
                  </a:lnTo>
                  <a:lnTo>
                    <a:pt x="81280" y="271779"/>
                  </a:lnTo>
                  <a:close/>
                </a:path>
                <a:path w="342900" h="353060">
                  <a:moveTo>
                    <a:pt x="85090" y="267969"/>
                  </a:moveTo>
                  <a:lnTo>
                    <a:pt x="74930" y="267969"/>
                  </a:lnTo>
                  <a:lnTo>
                    <a:pt x="72389" y="270510"/>
                  </a:lnTo>
                  <a:lnTo>
                    <a:pt x="82550" y="270510"/>
                  </a:lnTo>
                  <a:lnTo>
                    <a:pt x="85090" y="267969"/>
                  </a:lnTo>
                  <a:close/>
                </a:path>
                <a:path w="342900" h="353060">
                  <a:moveTo>
                    <a:pt x="87630" y="265429"/>
                  </a:moveTo>
                  <a:lnTo>
                    <a:pt x="77470" y="265429"/>
                  </a:lnTo>
                  <a:lnTo>
                    <a:pt x="76199" y="266700"/>
                  </a:lnTo>
                  <a:lnTo>
                    <a:pt x="86360" y="266700"/>
                  </a:lnTo>
                  <a:lnTo>
                    <a:pt x="87630" y="265429"/>
                  </a:lnTo>
                  <a:close/>
                </a:path>
                <a:path w="342900" h="353060">
                  <a:moveTo>
                    <a:pt x="91440" y="261619"/>
                  </a:moveTo>
                  <a:lnTo>
                    <a:pt x="81280" y="261619"/>
                  </a:lnTo>
                  <a:lnTo>
                    <a:pt x="78739" y="264160"/>
                  </a:lnTo>
                  <a:lnTo>
                    <a:pt x="88900" y="264160"/>
                  </a:lnTo>
                  <a:lnTo>
                    <a:pt x="91440" y="261619"/>
                  </a:lnTo>
                  <a:close/>
                </a:path>
                <a:path w="342900" h="353060">
                  <a:moveTo>
                    <a:pt x="93980" y="259079"/>
                  </a:moveTo>
                  <a:lnTo>
                    <a:pt x="83820" y="259079"/>
                  </a:lnTo>
                  <a:lnTo>
                    <a:pt x="82549" y="260350"/>
                  </a:lnTo>
                  <a:lnTo>
                    <a:pt x="92710" y="260350"/>
                  </a:lnTo>
                  <a:lnTo>
                    <a:pt x="93980" y="259079"/>
                  </a:lnTo>
                  <a:close/>
                </a:path>
                <a:path w="342900" h="353060">
                  <a:moveTo>
                    <a:pt x="97790" y="255269"/>
                  </a:moveTo>
                  <a:lnTo>
                    <a:pt x="87630" y="255269"/>
                  </a:lnTo>
                  <a:lnTo>
                    <a:pt x="85089" y="257810"/>
                  </a:lnTo>
                  <a:lnTo>
                    <a:pt x="95250" y="257810"/>
                  </a:lnTo>
                  <a:lnTo>
                    <a:pt x="97790" y="255269"/>
                  </a:lnTo>
                  <a:close/>
                </a:path>
                <a:path w="342900" h="353060">
                  <a:moveTo>
                    <a:pt x="100330" y="252729"/>
                  </a:moveTo>
                  <a:lnTo>
                    <a:pt x="90170" y="252729"/>
                  </a:lnTo>
                  <a:lnTo>
                    <a:pt x="88899" y="254000"/>
                  </a:lnTo>
                  <a:lnTo>
                    <a:pt x="99060" y="254000"/>
                  </a:lnTo>
                  <a:lnTo>
                    <a:pt x="100330" y="252729"/>
                  </a:lnTo>
                  <a:close/>
                </a:path>
                <a:path w="342900" h="353060">
                  <a:moveTo>
                    <a:pt x="104140" y="248919"/>
                  </a:moveTo>
                  <a:lnTo>
                    <a:pt x="93980" y="248919"/>
                  </a:lnTo>
                  <a:lnTo>
                    <a:pt x="91439" y="251460"/>
                  </a:lnTo>
                  <a:lnTo>
                    <a:pt x="101600" y="251460"/>
                  </a:lnTo>
                  <a:lnTo>
                    <a:pt x="104140" y="248919"/>
                  </a:lnTo>
                  <a:close/>
                </a:path>
                <a:path w="342900" h="353060">
                  <a:moveTo>
                    <a:pt x="106680" y="246379"/>
                  </a:moveTo>
                  <a:lnTo>
                    <a:pt x="96520" y="246379"/>
                  </a:lnTo>
                  <a:lnTo>
                    <a:pt x="95249" y="247650"/>
                  </a:lnTo>
                  <a:lnTo>
                    <a:pt x="105410" y="247650"/>
                  </a:lnTo>
                  <a:lnTo>
                    <a:pt x="106680" y="246379"/>
                  </a:lnTo>
                  <a:close/>
                </a:path>
                <a:path w="342900" h="353060">
                  <a:moveTo>
                    <a:pt x="110490" y="242569"/>
                  </a:moveTo>
                  <a:lnTo>
                    <a:pt x="100330" y="242569"/>
                  </a:lnTo>
                  <a:lnTo>
                    <a:pt x="97789" y="245110"/>
                  </a:lnTo>
                  <a:lnTo>
                    <a:pt x="107950" y="245110"/>
                  </a:lnTo>
                  <a:lnTo>
                    <a:pt x="110490" y="242569"/>
                  </a:lnTo>
                  <a:close/>
                </a:path>
                <a:path w="342900" h="353060">
                  <a:moveTo>
                    <a:pt x="113030" y="240029"/>
                  </a:moveTo>
                  <a:lnTo>
                    <a:pt x="102870" y="240029"/>
                  </a:lnTo>
                  <a:lnTo>
                    <a:pt x="101599" y="241300"/>
                  </a:lnTo>
                  <a:lnTo>
                    <a:pt x="111760" y="241300"/>
                  </a:lnTo>
                  <a:lnTo>
                    <a:pt x="113030" y="240029"/>
                  </a:lnTo>
                  <a:close/>
                </a:path>
                <a:path w="342900" h="353060">
                  <a:moveTo>
                    <a:pt x="116840" y="236219"/>
                  </a:moveTo>
                  <a:lnTo>
                    <a:pt x="106680" y="236219"/>
                  </a:lnTo>
                  <a:lnTo>
                    <a:pt x="104139" y="238760"/>
                  </a:lnTo>
                  <a:lnTo>
                    <a:pt x="114300" y="238760"/>
                  </a:lnTo>
                  <a:lnTo>
                    <a:pt x="116840" y="236219"/>
                  </a:lnTo>
                  <a:close/>
                </a:path>
                <a:path w="342900" h="353060">
                  <a:moveTo>
                    <a:pt x="119380" y="233679"/>
                  </a:moveTo>
                  <a:lnTo>
                    <a:pt x="109220" y="233679"/>
                  </a:lnTo>
                  <a:lnTo>
                    <a:pt x="107949" y="234950"/>
                  </a:lnTo>
                  <a:lnTo>
                    <a:pt x="118110" y="234950"/>
                  </a:lnTo>
                  <a:lnTo>
                    <a:pt x="119380" y="233679"/>
                  </a:lnTo>
                  <a:close/>
                </a:path>
                <a:path w="342900" h="353060">
                  <a:moveTo>
                    <a:pt x="123190" y="229869"/>
                  </a:moveTo>
                  <a:lnTo>
                    <a:pt x="113030" y="229869"/>
                  </a:lnTo>
                  <a:lnTo>
                    <a:pt x="110489" y="232410"/>
                  </a:lnTo>
                  <a:lnTo>
                    <a:pt x="120650" y="232410"/>
                  </a:lnTo>
                  <a:lnTo>
                    <a:pt x="123190" y="229869"/>
                  </a:lnTo>
                  <a:close/>
                </a:path>
                <a:path w="342900" h="353060">
                  <a:moveTo>
                    <a:pt x="125730" y="227329"/>
                  </a:moveTo>
                  <a:lnTo>
                    <a:pt x="115570" y="227329"/>
                  </a:lnTo>
                  <a:lnTo>
                    <a:pt x="114299" y="228600"/>
                  </a:lnTo>
                  <a:lnTo>
                    <a:pt x="124460" y="228600"/>
                  </a:lnTo>
                  <a:lnTo>
                    <a:pt x="125730" y="227329"/>
                  </a:lnTo>
                  <a:close/>
                </a:path>
                <a:path w="342900" h="353060">
                  <a:moveTo>
                    <a:pt x="129540" y="223519"/>
                  </a:moveTo>
                  <a:lnTo>
                    <a:pt x="119380" y="223519"/>
                  </a:lnTo>
                  <a:lnTo>
                    <a:pt x="116839" y="226060"/>
                  </a:lnTo>
                  <a:lnTo>
                    <a:pt x="127000" y="226060"/>
                  </a:lnTo>
                  <a:lnTo>
                    <a:pt x="129540" y="223519"/>
                  </a:lnTo>
                  <a:close/>
                </a:path>
                <a:path w="342900" h="353060">
                  <a:moveTo>
                    <a:pt x="132080" y="220979"/>
                  </a:moveTo>
                  <a:lnTo>
                    <a:pt x="121920" y="220979"/>
                  </a:lnTo>
                  <a:lnTo>
                    <a:pt x="120649" y="222250"/>
                  </a:lnTo>
                  <a:lnTo>
                    <a:pt x="130810" y="222250"/>
                  </a:lnTo>
                  <a:lnTo>
                    <a:pt x="132080" y="220979"/>
                  </a:lnTo>
                  <a:close/>
                </a:path>
                <a:path w="342900" h="353060">
                  <a:moveTo>
                    <a:pt x="135890" y="217169"/>
                  </a:moveTo>
                  <a:lnTo>
                    <a:pt x="125730" y="217169"/>
                  </a:lnTo>
                  <a:lnTo>
                    <a:pt x="123189" y="219710"/>
                  </a:lnTo>
                  <a:lnTo>
                    <a:pt x="133350" y="219710"/>
                  </a:lnTo>
                  <a:lnTo>
                    <a:pt x="135890" y="217169"/>
                  </a:lnTo>
                  <a:close/>
                </a:path>
                <a:path w="342900" h="353060">
                  <a:moveTo>
                    <a:pt x="138430" y="214629"/>
                  </a:moveTo>
                  <a:lnTo>
                    <a:pt x="128270" y="214629"/>
                  </a:lnTo>
                  <a:lnTo>
                    <a:pt x="126999" y="215900"/>
                  </a:lnTo>
                  <a:lnTo>
                    <a:pt x="137160" y="215900"/>
                  </a:lnTo>
                  <a:lnTo>
                    <a:pt x="138430" y="214629"/>
                  </a:lnTo>
                  <a:close/>
                </a:path>
                <a:path w="342900" h="353060">
                  <a:moveTo>
                    <a:pt x="142240" y="210819"/>
                  </a:moveTo>
                  <a:lnTo>
                    <a:pt x="132080" y="210819"/>
                  </a:lnTo>
                  <a:lnTo>
                    <a:pt x="129539" y="213360"/>
                  </a:lnTo>
                  <a:lnTo>
                    <a:pt x="139700" y="213360"/>
                  </a:lnTo>
                  <a:lnTo>
                    <a:pt x="142240" y="210819"/>
                  </a:lnTo>
                  <a:close/>
                </a:path>
                <a:path w="342900" h="353060">
                  <a:moveTo>
                    <a:pt x="144780" y="208279"/>
                  </a:moveTo>
                  <a:lnTo>
                    <a:pt x="134620" y="208279"/>
                  </a:lnTo>
                  <a:lnTo>
                    <a:pt x="133349" y="209550"/>
                  </a:lnTo>
                  <a:lnTo>
                    <a:pt x="143510" y="209550"/>
                  </a:lnTo>
                  <a:lnTo>
                    <a:pt x="144780" y="208279"/>
                  </a:lnTo>
                  <a:close/>
                </a:path>
                <a:path w="342900" h="353060">
                  <a:moveTo>
                    <a:pt x="148590" y="204469"/>
                  </a:moveTo>
                  <a:lnTo>
                    <a:pt x="138430" y="204469"/>
                  </a:lnTo>
                  <a:lnTo>
                    <a:pt x="135889" y="207010"/>
                  </a:lnTo>
                  <a:lnTo>
                    <a:pt x="146050" y="207010"/>
                  </a:lnTo>
                  <a:lnTo>
                    <a:pt x="148590" y="204469"/>
                  </a:lnTo>
                  <a:close/>
                </a:path>
                <a:path w="342900" h="353060">
                  <a:moveTo>
                    <a:pt x="151130" y="201929"/>
                  </a:moveTo>
                  <a:lnTo>
                    <a:pt x="140970" y="201929"/>
                  </a:lnTo>
                  <a:lnTo>
                    <a:pt x="139699" y="203200"/>
                  </a:lnTo>
                  <a:lnTo>
                    <a:pt x="149860" y="203200"/>
                  </a:lnTo>
                  <a:lnTo>
                    <a:pt x="151130" y="201929"/>
                  </a:lnTo>
                  <a:close/>
                </a:path>
                <a:path w="342900" h="353060">
                  <a:moveTo>
                    <a:pt x="154940" y="198119"/>
                  </a:moveTo>
                  <a:lnTo>
                    <a:pt x="144780" y="198119"/>
                  </a:lnTo>
                  <a:lnTo>
                    <a:pt x="142239" y="200660"/>
                  </a:lnTo>
                  <a:lnTo>
                    <a:pt x="152400" y="200660"/>
                  </a:lnTo>
                  <a:lnTo>
                    <a:pt x="154940" y="198119"/>
                  </a:lnTo>
                  <a:close/>
                </a:path>
                <a:path w="342900" h="353060">
                  <a:moveTo>
                    <a:pt x="157480" y="195579"/>
                  </a:moveTo>
                  <a:lnTo>
                    <a:pt x="147320" y="195579"/>
                  </a:lnTo>
                  <a:lnTo>
                    <a:pt x="146049" y="196850"/>
                  </a:lnTo>
                  <a:lnTo>
                    <a:pt x="156210" y="196850"/>
                  </a:lnTo>
                  <a:lnTo>
                    <a:pt x="157480" y="195579"/>
                  </a:lnTo>
                  <a:close/>
                </a:path>
                <a:path w="342900" h="353060">
                  <a:moveTo>
                    <a:pt x="161290" y="191769"/>
                  </a:moveTo>
                  <a:lnTo>
                    <a:pt x="151130" y="191769"/>
                  </a:lnTo>
                  <a:lnTo>
                    <a:pt x="148589" y="194310"/>
                  </a:lnTo>
                  <a:lnTo>
                    <a:pt x="158750" y="194310"/>
                  </a:lnTo>
                  <a:lnTo>
                    <a:pt x="161290" y="191769"/>
                  </a:lnTo>
                  <a:close/>
                </a:path>
                <a:path w="342900" h="353060">
                  <a:moveTo>
                    <a:pt x="163830" y="189229"/>
                  </a:moveTo>
                  <a:lnTo>
                    <a:pt x="153670" y="189229"/>
                  </a:lnTo>
                  <a:lnTo>
                    <a:pt x="152399" y="190500"/>
                  </a:lnTo>
                  <a:lnTo>
                    <a:pt x="162559" y="190500"/>
                  </a:lnTo>
                  <a:lnTo>
                    <a:pt x="163830" y="189229"/>
                  </a:lnTo>
                  <a:close/>
                </a:path>
                <a:path w="342900" h="353060">
                  <a:moveTo>
                    <a:pt x="167640" y="185419"/>
                  </a:moveTo>
                  <a:lnTo>
                    <a:pt x="157480" y="185419"/>
                  </a:lnTo>
                  <a:lnTo>
                    <a:pt x="154939" y="187960"/>
                  </a:lnTo>
                  <a:lnTo>
                    <a:pt x="165099" y="187960"/>
                  </a:lnTo>
                  <a:lnTo>
                    <a:pt x="167640" y="185419"/>
                  </a:lnTo>
                  <a:close/>
                </a:path>
                <a:path w="342900" h="353060">
                  <a:moveTo>
                    <a:pt x="342900" y="0"/>
                  </a:moveTo>
                  <a:lnTo>
                    <a:pt x="158749" y="184150"/>
                  </a:lnTo>
                  <a:lnTo>
                    <a:pt x="168910" y="184150"/>
                  </a:lnTo>
                  <a:lnTo>
                    <a:pt x="342900" y="10160"/>
                  </a:lnTo>
                  <a:lnTo>
                    <a:pt x="342900" y="0"/>
                  </a:lnTo>
                  <a:close/>
                </a:path>
              </a:pathLst>
            </a:custGeom>
            <a:solidFill>
              <a:srgbClr val="D8CD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1334769" y="3049269"/>
              <a:ext cx="342900" cy="354330"/>
            </a:xfrm>
            <a:custGeom>
              <a:avLst/>
              <a:gdLst/>
              <a:ahLst/>
              <a:cxnLst/>
              <a:rect l="l" t="t" r="r" b="b"/>
              <a:pathLst>
                <a:path w="342900" h="354329">
                  <a:moveTo>
                    <a:pt x="1270" y="353059"/>
                  </a:moveTo>
                  <a:lnTo>
                    <a:pt x="0" y="353059"/>
                  </a:lnTo>
                  <a:lnTo>
                    <a:pt x="0" y="354329"/>
                  </a:lnTo>
                  <a:lnTo>
                    <a:pt x="1270" y="353059"/>
                  </a:lnTo>
                  <a:close/>
                </a:path>
                <a:path w="342900" h="354329">
                  <a:moveTo>
                    <a:pt x="3810" y="350519"/>
                  </a:moveTo>
                  <a:lnTo>
                    <a:pt x="0" y="350519"/>
                  </a:lnTo>
                  <a:lnTo>
                    <a:pt x="0" y="351789"/>
                  </a:lnTo>
                  <a:lnTo>
                    <a:pt x="2539" y="351789"/>
                  </a:lnTo>
                  <a:lnTo>
                    <a:pt x="3810" y="350519"/>
                  </a:lnTo>
                  <a:close/>
                </a:path>
                <a:path w="342900" h="354329">
                  <a:moveTo>
                    <a:pt x="7620" y="346709"/>
                  </a:moveTo>
                  <a:lnTo>
                    <a:pt x="0" y="346709"/>
                  </a:lnTo>
                  <a:lnTo>
                    <a:pt x="0" y="349250"/>
                  </a:lnTo>
                  <a:lnTo>
                    <a:pt x="5079" y="349250"/>
                  </a:lnTo>
                  <a:lnTo>
                    <a:pt x="7620" y="346709"/>
                  </a:lnTo>
                  <a:close/>
                </a:path>
                <a:path w="342900" h="354329">
                  <a:moveTo>
                    <a:pt x="10160" y="344169"/>
                  </a:moveTo>
                  <a:lnTo>
                    <a:pt x="0" y="344169"/>
                  </a:lnTo>
                  <a:lnTo>
                    <a:pt x="0" y="345439"/>
                  </a:lnTo>
                  <a:lnTo>
                    <a:pt x="8889" y="345439"/>
                  </a:lnTo>
                  <a:lnTo>
                    <a:pt x="10160" y="344169"/>
                  </a:lnTo>
                  <a:close/>
                </a:path>
                <a:path w="342900" h="354329">
                  <a:moveTo>
                    <a:pt x="13970" y="340359"/>
                  </a:moveTo>
                  <a:lnTo>
                    <a:pt x="2540" y="340359"/>
                  </a:lnTo>
                  <a:lnTo>
                    <a:pt x="0" y="342900"/>
                  </a:lnTo>
                  <a:lnTo>
                    <a:pt x="11429" y="342900"/>
                  </a:lnTo>
                  <a:lnTo>
                    <a:pt x="13970" y="340359"/>
                  </a:lnTo>
                  <a:close/>
                </a:path>
                <a:path w="342900" h="354329">
                  <a:moveTo>
                    <a:pt x="16510" y="337819"/>
                  </a:moveTo>
                  <a:lnTo>
                    <a:pt x="5080" y="337819"/>
                  </a:lnTo>
                  <a:lnTo>
                    <a:pt x="3810" y="339089"/>
                  </a:lnTo>
                  <a:lnTo>
                    <a:pt x="15239" y="339089"/>
                  </a:lnTo>
                  <a:lnTo>
                    <a:pt x="16510" y="337819"/>
                  </a:lnTo>
                  <a:close/>
                </a:path>
                <a:path w="342900" h="354329">
                  <a:moveTo>
                    <a:pt x="20320" y="334009"/>
                  </a:moveTo>
                  <a:lnTo>
                    <a:pt x="8890" y="334009"/>
                  </a:lnTo>
                  <a:lnTo>
                    <a:pt x="6350" y="336550"/>
                  </a:lnTo>
                  <a:lnTo>
                    <a:pt x="17779" y="336550"/>
                  </a:lnTo>
                  <a:lnTo>
                    <a:pt x="20320" y="334009"/>
                  </a:lnTo>
                  <a:close/>
                </a:path>
                <a:path w="342900" h="354329">
                  <a:moveTo>
                    <a:pt x="22860" y="331469"/>
                  </a:moveTo>
                  <a:lnTo>
                    <a:pt x="11430" y="331469"/>
                  </a:lnTo>
                  <a:lnTo>
                    <a:pt x="10160" y="332739"/>
                  </a:lnTo>
                  <a:lnTo>
                    <a:pt x="21589" y="332739"/>
                  </a:lnTo>
                  <a:lnTo>
                    <a:pt x="22860" y="331469"/>
                  </a:lnTo>
                  <a:close/>
                </a:path>
                <a:path w="342900" h="354329">
                  <a:moveTo>
                    <a:pt x="26670" y="327659"/>
                  </a:moveTo>
                  <a:lnTo>
                    <a:pt x="15240" y="327659"/>
                  </a:lnTo>
                  <a:lnTo>
                    <a:pt x="12700" y="330200"/>
                  </a:lnTo>
                  <a:lnTo>
                    <a:pt x="24129" y="330200"/>
                  </a:lnTo>
                  <a:lnTo>
                    <a:pt x="26670" y="327659"/>
                  </a:lnTo>
                  <a:close/>
                </a:path>
                <a:path w="342900" h="354329">
                  <a:moveTo>
                    <a:pt x="29210" y="325119"/>
                  </a:moveTo>
                  <a:lnTo>
                    <a:pt x="17780" y="325119"/>
                  </a:lnTo>
                  <a:lnTo>
                    <a:pt x="16510" y="326389"/>
                  </a:lnTo>
                  <a:lnTo>
                    <a:pt x="27939" y="326389"/>
                  </a:lnTo>
                  <a:lnTo>
                    <a:pt x="29210" y="325119"/>
                  </a:lnTo>
                  <a:close/>
                </a:path>
                <a:path w="342900" h="354329">
                  <a:moveTo>
                    <a:pt x="33020" y="321309"/>
                  </a:moveTo>
                  <a:lnTo>
                    <a:pt x="21590" y="321309"/>
                  </a:lnTo>
                  <a:lnTo>
                    <a:pt x="19050" y="323850"/>
                  </a:lnTo>
                  <a:lnTo>
                    <a:pt x="30479" y="323850"/>
                  </a:lnTo>
                  <a:lnTo>
                    <a:pt x="33020" y="321309"/>
                  </a:lnTo>
                  <a:close/>
                </a:path>
                <a:path w="342900" h="354329">
                  <a:moveTo>
                    <a:pt x="35560" y="318769"/>
                  </a:moveTo>
                  <a:lnTo>
                    <a:pt x="24130" y="318769"/>
                  </a:lnTo>
                  <a:lnTo>
                    <a:pt x="22860" y="320039"/>
                  </a:lnTo>
                  <a:lnTo>
                    <a:pt x="34289" y="320039"/>
                  </a:lnTo>
                  <a:lnTo>
                    <a:pt x="35560" y="318769"/>
                  </a:lnTo>
                  <a:close/>
                </a:path>
                <a:path w="342900" h="354329">
                  <a:moveTo>
                    <a:pt x="39370" y="314959"/>
                  </a:moveTo>
                  <a:lnTo>
                    <a:pt x="27940" y="314959"/>
                  </a:lnTo>
                  <a:lnTo>
                    <a:pt x="25400" y="317500"/>
                  </a:lnTo>
                  <a:lnTo>
                    <a:pt x="36829" y="317500"/>
                  </a:lnTo>
                  <a:lnTo>
                    <a:pt x="39370" y="314959"/>
                  </a:lnTo>
                  <a:close/>
                </a:path>
                <a:path w="342900" h="354329">
                  <a:moveTo>
                    <a:pt x="41910" y="312419"/>
                  </a:moveTo>
                  <a:lnTo>
                    <a:pt x="30480" y="312419"/>
                  </a:lnTo>
                  <a:lnTo>
                    <a:pt x="29210" y="313689"/>
                  </a:lnTo>
                  <a:lnTo>
                    <a:pt x="40639" y="313689"/>
                  </a:lnTo>
                  <a:lnTo>
                    <a:pt x="41910" y="312419"/>
                  </a:lnTo>
                  <a:close/>
                </a:path>
                <a:path w="342900" h="354329">
                  <a:moveTo>
                    <a:pt x="45720" y="308609"/>
                  </a:moveTo>
                  <a:lnTo>
                    <a:pt x="34290" y="308609"/>
                  </a:lnTo>
                  <a:lnTo>
                    <a:pt x="31750" y="311150"/>
                  </a:lnTo>
                  <a:lnTo>
                    <a:pt x="43179" y="311150"/>
                  </a:lnTo>
                  <a:lnTo>
                    <a:pt x="45720" y="308609"/>
                  </a:lnTo>
                  <a:close/>
                </a:path>
                <a:path w="342900" h="354329">
                  <a:moveTo>
                    <a:pt x="48260" y="306069"/>
                  </a:moveTo>
                  <a:lnTo>
                    <a:pt x="36830" y="306069"/>
                  </a:lnTo>
                  <a:lnTo>
                    <a:pt x="35560" y="307339"/>
                  </a:lnTo>
                  <a:lnTo>
                    <a:pt x="46989" y="307339"/>
                  </a:lnTo>
                  <a:lnTo>
                    <a:pt x="48260" y="306069"/>
                  </a:lnTo>
                  <a:close/>
                </a:path>
                <a:path w="342900" h="354329">
                  <a:moveTo>
                    <a:pt x="52070" y="302259"/>
                  </a:moveTo>
                  <a:lnTo>
                    <a:pt x="40640" y="302259"/>
                  </a:lnTo>
                  <a:lnTo>
                    <a:pt x="38100" y="304800"/>
                  </a:lnTo>
                  <a:lnTo>
                    <a:pt x="49529" y="304800"/>
                  </a:lnTo>
                  <a:lnTo>
                    <a:pt x="52070" y="302259"/>
                  </a:lnTo>
                  <a:close/>
                </a:path>
                <a:path w="342900" h="354329">
                  <a:moveTo>
                    <a:pt x="54610" y="299719"/>
                  </a:moveTo>
                  <a:lnTo>
                    <a:pt x="43180" y="299719"/>
                  </a:lnTo>
                  <a:lnTo>
                    <a:pt x="41910" y="300989"/>
                  </a:lnTo>
                  <a:lnTo>
                    <a:pt x="53339" y="300989"/>
                  </a:lnTo>
                  <a:lnTo>
                    <a:pt x="54610" y="299719"/>
                  </a:lnTo>
                  <a:close/>
                </a:path>
                <a:path w="342900" h="354329">
                  <a:moveTo>
                    <a:pt x="58420" y="295909"/>
                  </a:moveTo>
                  <a:lnTo>
                    <a:pt x="46990" y="295909"/>
                  </a:lnTo>
                  <a:lnTo>
                    <a:pt x="44450" y="298450"/>
                  </a:lnTo>
                  <a:lnTo>
                    <a:pt x="55879" y="298450"/>
                  </a:lnTo>
                  <a:lnTo>
                    <a:pt x="58420" y="295909"/>
                  </a:lnTo>
                  <a:close/>
                </a:path>
                <a:path w="342900" h="354329">
                  <a:moveTo>
                    <a:pt x="60960" y="293369"/>
                  </a:moveTo>
                  <a:lnTo>
                    <a:pt x="49530" y="293369"/>
                  </a:lnTo>
                  <a:lnTo>
                    <a:pt x="48260" y="294639"/>
                  </a:lnTo>
                  <a:lnTo>
                    <a:pt x="59689" y="294639"/>
                  </a:lnTo>
                  <a:lnTo>
                    <a:pt x="60960" y="293369"/>
                  </a:lnTo>
                  <a:close/>
                </a:path>
                <a:path w="342900" h="354329">
                  <a:moveTo>
                    <a:pt x="64770" y="289559"/>
                  </a:moveTo>
                  <a:lnTo>
                    <a:pt x="53340" y="289559"/>
                  </a:lnTo>
                  <a:lnTo>
                    <a:pt x="50800" y="292100"/>
                  </a:lnTo>
                  <a:lnTo>
                    <a:pt x="62229" y="292100"/>
                  </a:lnTo>
                  <a:lnTo>
                    <a:pt x="64770" y="289559"/>
                  </a:lnTo>
                  <a:close/>
                </a:path>
                <a:path w="342900" h="354329">
                  <a:moveTo>
                    <a:pt x="67310" y="287019"/>
                  </a:moveTo>
                  <a:lnTo>
                    <a:pt x="55880" y="287019"/>
                  </a:lnTo>
                  <a:lnTo>
                    <a:pt x="54610" y="288289"/>
                  </a:lnTo>
                  <a:lnTo>
                    <a:pt x="66039" y="288289"/>
                  </a:lnTo>
                  <a:lnTo>
                    <a:pt x="67310" y="287019"/>
                  </a:lnTo>
                  <a:close/>
                </a:path>
                <a:path w="342900" h="354329">
                  <a:moveTo>
                    <a:pt x="71120" y="283209"/>
                  </a:moveTo>
                  <a:lnTo>
                    <a:pt x="59690" y="283209"/>
                  </a:lnTo>
                  <a:lnTo>
                    <a:pt x="57150" y="285750"/>
                  </a:lnTo>
                  <a:lnTo>
                    <a:pt x="68579" y="285750"/>
                  </a:lnTo>
                  <a:lnTo>
                    <a:pt x="71120" y="283209"/>
                  </a:lnTo>
                  <a:close/>
                </a:path>
                <a:path w="342900" h="354329">
                  <a:moveTo>
                    <a:pt x="73660" y="280669"/>
                  </a:moveTo>
                  <a:lnTo>
                    <a:pt x="62230" y="280669"/>
                  </a:lnTo>
                  <a:lnTo>
                    <a:pt x="60960" y="281939"/>
                  </a:lnTo>
                  <a:lnTo>
                    <a:pt x="72389" y="281939"/>
                  </a:lnTo>
                  <a:lnTo>
                    <a:pt x="73660" y="280669"/>
                  </a:lnTo>
                  <a:close/>
                </a:path>
                <a:path w="342900" h="354329">
                  <a:moveTo>
                    <a:pt x="77470" y="276859"/>
                  </a:moveTo>
                  <a:lnTo>
                    <a:pt x="66040" y="276859"/>
                  </a:lnTo>
                  <a:lnTo>
                    <a:pt x="63500" y="279400"/>
                  </a:lnTo>
                  <a:lnTo>
                    <a:pt x="74929" y="279400"/>
                  </a:lnTo>
                  <a:lnTo>
                    <a:pt x="77470" y="276859"/>
                  </a:lnTo>
                  <a:close/>
                </a:path>
                <a:path w="342900" h="354329">
                  <a:moveTo>
                    <a:pt x="80010" y="274319"/>
                  </a:moveTo>
                  <a:lnTo>
                    <a:pt x="68580" y="274319"/>
                  </a:lnTo>
                  <a:lnTo>
                    <a:pt x="67310" y="275589"/>
                  </a:lnTo>
                  <a:lnTo>
                    <a:pt x="78739" y="275589"/>
                  </a:lnTo>
                  <a:lnTo>
                    <a:pt x="80010" y="274319"/>
                  </a:lnTo>
                  <a:close/>
                </a:path>
                <a:path w="342900" h="354329">
                  <a:moveTo>
                    <a:pt x="83820" y="270509"/>
                  </a:moveTo>
                  <a:lnTo>
                    <a:pt x="72390" y="270509"/>
                  </a:lnTo>
                  <a:lnTo>
                    <a:pt x="69850" y="273050"/>
                  </a:lnTo>
                  <a:lnTo>
                    <a:pt x="81279" y="273050"/>
                  </a:lnTo>
                  <a:lnTo>
                    <a:pt x="83820" y="270509"/>
                  </a:lnTo>
                  <a:close/>
                </a:path>
                <a:path w="342900" h="354329">
                  <a:moveTo>
                    <a:pt x="86360" y="267969"/>
                  </a:moveTo>
                  <a:lnTo>
                    <a:pt x="74930" y="267969"/>
                  </a:lnTo>
                  <a:lnTo>
                    <a:pt x="73660" y="269239"/>
                  </a:lnTo>
                  <a:lnTo>
                    <a:pt x="85089" y="269239"/>
                  </a:lnTo>
                  <a:lnTo>
                    <a:pt x="86360" y="267969"/>
                  </a:lnTo>
                  <a:close/>
                </a:path>
                <a:path w="342900" h="354329">
                  <a:moveTo>
                    <a:pt x="90170" y="264159"/>
                  </a:moveTo>
                  <a:lnTo>
                    <a:pt x="78740" y="264159"/>
                  </a:lnTo>
                  <a:lnTo>
                    <a:pt x="76200" y="266700"/>
                  </a:lnTo>
                  <a:lnTo>
                    <a:pt x="87629" y="266700"/>
                  </a:lnTo>
                  <a:lnTo>
                    <a:pt x="90170" y="264159"/>
                  </a:lnTo>
                  <a:close/>
                </a:path>
                <a:path w="342900" h="354329">
                  <a:moveTo>
                    <a:pt x="92710" y="261619"/>
                  </a:moveTo>
                  <a:lnTo>
                    <a:pt x="81280" y="261619"/>
                  </a:lnTo>
                  <a:lnTo>
                    <a:pt x="80010" y="262889"/>
                  </a:lnTo>
                  <a:lnTo>
                    <a:pt x="91439" y="262889"/>
                  </a:lnTo>
                  <a:lnTo>
                    <a:pt x="92710" y="261619"/>
                  </a:lnTo>
                  <a:close/>
                </a:path>
                <a:path w="342900" h="354329">
                  <a:moveTo>
                    <a:pt x="96520" y="257809"/>
                  </a:moveTo>
                  <a:lnTo>
                    <a:pt x="85090" y="257809"/>
                  </a:lnTo>
                  <a:lnTo>
                    <a:pt x="82550" y="260350"/>
                  </a:lnTo>
                  <a:lnTo>
                    <a:pt x="93979" y="260350"/>
                  </a:lnTo>
                  <a:lnTo>
                    <a:pt x="96520" y="257809"/>
                  </a:lnTo>
                  <a:close/>
                </a:path>
                <a:path w="342900" h="354329">
                  <a:moveTo>
                    <a:pt x="99060" y="255269"/>
                  </a:moveTo>
                  <a:lnTo>
                    <a:pt x="87630" y="255269"/>
                  </a:lnTo>
                  <a:lnTo>
                    <a:pt x="86360" y="256539"/>
                  </a:lnTo>
                  <a:lnTo>
                    <a:pt x="97789" y="256539"/>
                  </a:lnTo>
                  <a:lnTo>
                    <a:pt x="99060" y="255269"/>
                  </a:lnTo>
                  <a:close/>
                </a:path>
                <a:path w="342900" h="354329">
                  <a:moveTo>
                    <a:pt x="102870" y="251459"/>
                  </a:moveTo>
                  <a:lnTo>
                    <a:pt x="91440" y="251459"/>
                  </a:lnTo>
                  <a:lnTo>
                    <a:pt x="88900" y="254000"/>
                  </a:lnTo>
                  <a:lnTo>
                    <a:pt x="100329" y="254000"/>
                  </a:lnTo>
                  <a:lnTo>
                    <a:pt x="102870" y="251459"/>
                  </a:lnTo>
                  <a:close/>
                </a:path>
                <a:path w="342900" h="354329">
                  <a:moveTo>
                    <a:pt x="105410" y="248919"/>
                  </a:moveTo>
                  <a:lnTo>
                    <a:pt x="93980" y="248919"/>
                  </a:lnTo>
                  <a:lnTo>
                    <a:pt x="92710" y="250189"/>
                  </a:lnTo>
                  <a:lnTo>
                    <a:pt x="104139" y="250189"/>
                  </a:lnTo>
                  <a:lnTo>
                    <a:pt x="105410" y="248919"/>
                  </a:lnTo>
                  <a:close/>
                </a:path>
                <a:path w="342900" h="354329">
                  <a:moveTo>
                    <a:pt x="109220" y="245109"/>
                  </a:moveTo>
                  <a:lnTo>
                    <a:pt x="97790" y="245109"/>
                  </a:lnTo>
                  <a:lnTo>
                    <a:pt x="95250" y="247650"/>
                  </a:lnTo>
                  <a:lnTo>
                    <a:pt x="106679" y="247650"/>
                  </a:lnTo>
                  <a:lnTo>
                    <a:pt x="109220" y="245109"/>
                  </a:lnTo>
                  <a:close/>
                </a:path>
                <a:path w="342900" h="354329">
                  <a:moveTo>
                    <a:pt x="111760" y="242569"/>
                  </a:moveTo>
                  <a:lnTo>
                    <a:pt x="100330" y="242569"/>
                  </a:lnTo>
                  <a:lnTo>
                    <a:pt x="99060" y="243839"/>
                  </a:lnTo>
                  <a:lnTo>
                    <a:pt x="110489" y="243839"/>
                  </a:lnTo>
                  <a:lnTo>
                    <a:pt x="111760" y="242569"/>
                  </a:lnTo>
                  <a:close/>
                </a:path>
                <a:path w="342900" h="354329">
                  <a:moveTo>
                    <a:pt x="115570" y="238759"/>
                  </a:moveTo>
                  <a:lnTo>
                    <a:pt x="104140" y="238759"/>
                  </a:lnTo>
                  <a:lnTo>
                    <a:pt x="101600" y="241300"/>
                  </a:lnTo>
                  <a:lnTo>
                    <a:pt x="113029" y="241300"/>
                  </a:lnTo>
                  <a:lnTo>
                    <a:pt x="115570" y="238759"/>
                  </a:lnTo>
                  <a:close/>
                </a:path>
                <a:path w="342900" h="354329">
                  <a:moveTo>
                    <a:pt x="118110" y="236219"/>
                  </a:moveTo>
                  <a:lnTo>
                    <a:pt x="106680" y="236219"/>
                  </a:lnTo>
                  <a:lnTo>
                    <a:pt x="105410" y="237489"/>
                  </a:lnTo>
                  <a:lnTo>
                    <a:pt x="116839" y="237489"/>
                  </a:lnTo>
                  <a:lnTo>
                    <a:pt x="118110" y="236219"/>
                  </a:lnTo>
                  <a:close/>
                </a:path>
                <a:path w="342900" h="354329">
                  <a:moveTo>
                    <a:pt x="121920" y="232409"/>
                  </a:moveTo>
                  <a:lnTo>
                    <a:pt x="110490" y="232409"/>
                  </a:lnTo>
                  <a:lnTo>
                    <a:pt x="107950" y="234950"/>
                  </a:lnTo>
                  <a:lnTo>
                    <a:pt x="119379" y="234950"/>
                  </a:lnTo>
                  <a:lnTo>
                    <a:pt x="121920" y="232409"/>
                  </a:lnTo>
                  <a:close/>
                </a:path>
                <a:path w="342900" h="354329">
                  <a:moveTo>
                    <a:pt x="124460" y="229869"/>
                  </a:moveTo>
                  <a:lnTo>
                    <a:pt x="113030" y="229869"/>
                  </a:lnTo>
                  <a:lnTo>
                    <a:pt x="111760" y="231139"/>
                  </a:lnTo>
                  <a:lnTo>
                    <a:pt x="123189" y="231139"/>
                  </a:lnTo>
                  <a:lnTo>
                    <a:pt x="124460" y="229869"/>
                  </a:lnTo>
                  <a:close/>
                </a:path>
                <a:path w="342900" h="354329">
                  <a:moveTo>
                    <a:pt x="128270" y="226059"/>
                  </a:moveTo>
                  <a:lnTo>
                    <a:pt x="116840" y="226059"/>
                  </a:lnTo>
                  <a:lnTo>
                    <a:pt x="114300" y="228600"/>
                  </a:lnTo>
                  <a:lnTo>
                    <a:pt x="125729" y="228600"/>
                  </a:lnTo>
                  <a:lnTo>
                    <a:pt x="128270" y="226059"/>
                  </a:lnTo>
                  <a:close/>
                </a:path>
                <a:path w="342900" h="354329">
                  <a:moveTo>
                    <a:pt x="130810" y="223519"/>
                  </a:moveTo>
                  <a:lnTo>
                    <a:pt x="119380" y="223519"/>
                  </a:lnTo>
                  <a:lnTo>
                    <a:pt x="118110" y="224789"/>
                  </a:lnTo>
                  <a:lnTo>
                    <a:pt x="129539" y="224789"/>
                  </a:lnTo>
                  <a:lnTo>
                    <a:pt x="130810" y="223519"/>
                  </a:lnTo>
                  <a:close/>
                </a:path>
                <a:path w="342900" h="354329">
                  <a:moveTo>
                    <a:pt x="134620" y="219709"/>
                  </a:moveTo>
                  <a:lnTo>
                    <a:pt x="123190" y="219709"/>
                  </a:lnTo>
                  <a:lnTo>
                    <a:pt x="120649" y="222250"/>
                  </a:lnTo>
                  <a:lnTo>
                    <a:pt x="132079" y="222250"/>
                  </a:lnTo>
                  <a:lnTo>
                    <a:pt x="134620" y="219709"/>
                  </a:lnTo>
                  <a:close/>
                </a:path>
                <a:path w="342900" h="354329">
                  <a:moveTo>
                    <a:pt x="137160" y="217169"/>
                  </a:moveTo>
                  <a:lnTo>
                    <a:pt x="125730" y="217169"/>
                  </a:lnTo>
                  <a:lnTo>
                    <a:pt x="124460" y="218439"/>
                  </a:lnTo>
                  <a:lnTo>
                    <a:pt x="135889" y="218439"/>
                  </a:lnTo>
                  <a:lnTo>
                    <a:pt x="137160" y="217169"/>
                  </a:lnTo>
                  <a:close/>
                </a:path>
                <a:path w="342900" h="354329">
                  <a:moveTo>
                    <a:pt x="140970" y="213359"/>
                  </a:moveTo>
                  <a:lnTo>
                    <a:pt x="129540" y="213359"/>
                  </a:lnTo>
                  <a:lnTo>
                    <a:pt x="127000" y="215900"/>
                  </a:lnTo>
                  <a:lnTo>
                    <a:pt x="138429" y="215900"/>
                  </a:lnTo>
                  <a:lnTo>
                    <a:pt x="140970" y="213359"/>
                  </a:lnTo>
                  <a:close/>
                </a:path>
                <a:path w="342900" h="354329">
                  <a:moveTo>
                    <a:pt x="143510" y="210819"/>
                  </a:moveTo>
                  <a:lnTo>
                    <a:pt x="132080" y="210819"/>
                  </a:lnTo>
                  <a:lnTo>
                    <a:pt x="130809" y="212089"/>
                  </a:lnTo>
                  <a:lnTo>
                    <a:pt x="142239" y="212089"/>
                  </a:lnTo>
                  <a:lnTo>
                    <a:pt x="143510" y="210819"/>
                  </a:lnTo>
                  <a:close/>
                </a:path>
                <a:path w="342900" h="354329">
                  <a:moveTo>
                    <a:pt x="147320" y="207009"/>
                  </a:moveTo>
                  <a:lnTo>
                    <a:pt x="135890" y="207009"/>
                  </a:lnTo>
                  <a:lnTo>
                    <a:pt x="133350" y="209550"/>
                  </a:lnTo>
                  <a:lnTo>
                    <a:pt x="144779" y="209550"/>
                  </a:lnTo>
                  <a:lnTo>
                    <a:pt x="147320" y="207009"/>
                  </a:lnTo>
                  <a:close/>
                </a:path>
                <a:path w="342900" h="354329">
                  <a:moveTo>
                    <a:pt x="149860" y="204469"/>
                  </a:moveTo>
                  <a:lnTo>
                    <a:pt x="138430" y="204469"/>
                  </a:lnTo>
                  <a:lnTo>
                    <a:pt x="137159" y="205739"/>
                  </a:lnTo>
                  <a:lnTo>
                    <a:pt x="148589" y="205739"/>
                  </a:lnTo>
                  <a:lnTo>
                    <a:pt x="149860" y="204469"/>
                  </a:lnTo>
                  <a:close/>
                </a:path>
                <a:path w="342900" h="354329">
                  <a:moveTo>
                    <a:pt x="153670" y="200659"/>
                  </a:moveTo>
                  <a:lnTo>
                    <a:pt x="142240" y="200659"/>
                  </a:lnTo>
                  <a:lnTo>
                    <a:pt x="139699" y="203200"/>
                  </a:lnTo>
                  <a:lnTo>
                    <a:pt x="151129" y="203200"/>
                  </a:lnTo>
                  <a:lnTo>
                    <a:pt x="153670" y="200659"/>
                  </a:lnTo>
                  <a:close/>
                </a:path>
                <a:path w="342900" h="354329">
                  <a:moveTo>
                    <a:pt x="156210" y="198119"/>
                  </a:moveTo>
                  <a:lnTo>
                    <a:pt x="144780" y="198119"/>
                  </a:lnTo>
                  <a:lnTo>
                    <a:pt x="143509" y="199389"/>
                  </a:lnTo>
                  <a:lnTo>
                    <a:pt x="154939" y="199389"/>
                  </a:lnTo>
                  <a:lnTo>
                    <a:pt x="156210" y="198119"/>
                  </a:lnTo>
                  <a:close/>
                </a:path>
                <a:path w="342900" h="354329">
                  <a:moveTo>
                    <a:pt x="160020" y="194309"/>
                  </a:moveTo>
                  <a:lnTo>
                    <a:pt x="148590" y="194309"/>
                  </a:lnTo>
                  <a:lnTo>
                    <a:pt x="146049" y="196850"/>
                  </a:lnTo>
                  <a:lnTo>
                    <a:pt x="157479" y="196850"/>
                  </a:lnTo>
                  <a:lnTo>
                    <a:pt x="160020" y="194309"/>
                  </a:lnTo>
                  <a:close/>
                </a:path>
                <a:path w="342900" h="354329">
                  <a:moveTo>
                    <a:pt x="162560" y="191769"/>
                  </a:moveTo>
                  <a:lnTo>
                    <a:pt x="151130" y="191769"/>
                  </a:lnTo>
                  <a:lnTo>
                    <a:pt x="149859" y="193039"/>
                  </a:lnTo>
                  <a:lnTo>
                    <a:pt x="161289" y="193039"/>
                  </a:lnTo>
                  <a:lnTo>
                    <a:pt x="162560" y="191769"/>
                  </a:lnTo>
                  <a:close/>
                </a:path>
                <a:path w="342900" h="354329">
                  <a:moveTo>
                    <a:pt x="166370" y="187959"/>
                  </a:moveTo>
                  <a:lnTo>
                    <a:pt x="154940" y="187959"/>
                  </a:lnTo>
                  <a:lnTo>
                    <a:pt x="152399" y="190500"/>
                  </a:lnTo>
                  <a:lnTo>
                    <a:pt x="163829" y="190500"/>
                  </a:lnTo>
                  <a:lnTo>
                    <a:pt x="166370" y="187959"/>
                  </a:lnTo>
                  <a:close/>
                </a:path>
                <a:path w="342900" h="354329">
                  <a:moveTo>
                    <a:pt x="168909" y="185419"/>
                  </a:moveTo>
                  <a:lnTo>
                    <a:pt x="157480" y="185419"/>
                  </a:lnTo>
                  <a:lnTo>
                    <a:pt x="156209" y="186689"/>
                  </a:lnTo>
                  <a:lnTo>
                    <a:pt x="167639" y="186689"/>
                  </a:lnTo>
                  <a:lnTo>
                    <a:pt x="168909" y="185419"/>
                  </a:lnTo>
                  <a:close/>
                </a:path>
                <a:path w="342900" h="354329">
                  <a:moveTo>
                    <a:pt x="172720" y="181609"/>
                  </a:moveTo>
                  <a:lnTo>
                    <a:pt x="161290" y="181609"/>
                  </a:lnTo>
                  <a:lnTo>
                    <a:pt x="158749" y="184150"/>
                  </a:lnTo>
                  <a:lnTo>
                    <a:pt x="170179" y="184150"/>
                  </a:lnTo>
                  <a:lnTo>
                    <a:pt x="172720" y="181609"/>
                  </a:lnTo>
                  <a:close/>
                </a:path>
                <a:path w="342900" h="354329">
                  <a:moveTo>
                    <a:pt x="175260" y="179069"/>
                  </a:moveTo>
                  <a:lnTo>
                    <a:pt x="163830" y="179069"/>
                  </a:lnTo>
                  <a:lnTo>
                    <a:pt x="162559" y="180339"/>
                  </a:lnTo>
                  <a:lnTo>
                    <a:pt x="173989" y="180339"/>
                  </a:lnTo>
                  <a:lnTo>
                    <a:pt x="175260" y="179069"/>
                  </a:lnTo>
                  <a:close/>
                </a:path>
                <a:path w="342900" h="354329">
                  <a:moveTo>
                    <a:pt x="179070" y="175259"/>
                  </a:moveTo>
                  <a:lnTo>
                    <a:pt x="167640" y="175259"/>
                  </a:lnTo>
                  <a:lnTo>
                    <a:pt x="165099" y="177800"/>
                  </a:lnTo>
                  <a:lnTo>
                    <a:pt x="176529" y="177800"/>
                  </a:lnTo>
                  <a:lnTo>
                    <a:pt x="179070" y="175259"/>
                  </a:lnTo>
                  <a:close/>
                </a:path>
                <a:path w="342900" h="354329">
                  <a:moveTo>
                    <a:pt x="342900" y="0"/>
                  </a:moveTo>
                  <a:lnTo>
                    <a:pt x="168909" y="173989"/>
                  </a:lnTo>
                  <a:lnTo>
                    <a:pt x="180339" y="173989"/>
                  </a:lnTo>
                  <a:lnTo>
                    <a:pt x="342900" y="11429"/>
                  </a:lnTo>
                  <a:lnTo>
                    <a:pt x="342900" y="0"/>
                  </a:lnTo>
                  <a:close/>
                </a:path>
              </a:pathLst>
            </a:custGeom>
            <a:solidFill>
              <a:srgbClr val="D9CE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1334769" y="3060700"/>
              <a:ext cx="342900" cy="349250"/>
            </a:xfrm>
            <a:custGeom>
              <a:avLst/>
              <a:gdLst/>
              <a:ahLst/>
              <a:cxnLst/>
              <a:rect l="l" t="t" r="r" b="b"/>
              <a:pathLst>
                <a:path w="342900" h="349250">
                  <a:moveTo>
                    <a:pt x="1269" y="347979"/>
                  </a:moveTo>
                  <a:lnTo>
                    <a:pt x="0" y="347979"/>
                  </a:lnTo>
                  <a:lnTo>
                    <a:pt x="0" y="348614"/>
                  </a:lnTo>
                  <a:lnTo>
                    <a:pt x="508" y="349250"/>
                  </a:lnTo>
                  <a:lnTo>
                    <a:pt x="1269" y="349250"/>
                  </a:lnTo>
                  <a:lnTo>
                    <a:pt x="1269" y="347979"/>
                  </a:lnTo>
                  <a:close/>
                </a:path>
                <a:path w="342900" h="349250">
                  <a:moveTo>
                    <a:pt x="6350" y="345439"/>
                  </a:moveTo>
                  <a:lnTo>
                    <a:pt x="0" y="345439"/>
                  </a:lnTo>
                  <a:lnTo>
                    <a:pt x="0" y="346710"/>
                  </a:lnTo>
                  <a:lnTo>
                    <a:pt x="3809" y="346710"/>
                  </a:lnTo>
                  <a:lnTo>
                    <a:pt x="3809" y="347979"/>
                  </a:lnTo>
                  <a:lnTo>
                    <a:pt x="6350" y="347979"/>
                  </a:lnTo>
                  <a:lnTo>
                    <a:pt x="6350" y="345439"/>
                  </a:lnTo>
                  <a:close/>
                </a:path>
                <a:path w="342900" h="349250">
                  <a:moveTo>
                    <a:pt x="12700" y="341629"/>
                  </a:moveTo>
                  <a:lnTo>
                    <a:pt x="1270" y="341629"/>
                  </a:lnTo>
                  <a:lnTo>
                    <a:pt x="0" y="342900"/>
                  </a:lnTo>
                  <a:lnTo>
                    <a:pt x="0" y="344170"/>
                  </a:lnTo>
                  <a:lnTo>
                    <a:pt x="8890" y="344170"/>
                  </a:lnTo>
                  <a:lnTo>
                    <a:pt x="8890" y="345439"/>
                  </a:lnTo>
                  <a:lnTo>
                    <a:pt x="12700" y="341629"/>
                  </a:lnTo>
                  <a:close/>
                </a:path>
                <a:path w="342900" h="349250">
                  <a:moveTo>
                    <a:pt x="15240" y="339089"/>
                  </a:moveTo>
                  <a:lnTo>
                    <a:pt x="3810" y="339089"/>
                  </a:lnTo>
                  <a:lnTo>
                    <a:pt x="2539" y="340360"/>
                  </a:lnTo>
                  <a:lnTo>
                    <a:pt x="13969" y="340360"/>
                  </a:lnTo>
                  <a:lnTo>
                    <a:pt x="15240" y="339089"/>
                  </a:lnTo>
                  <a:close/>
                </a:path>
                <a:path w="342900" h="349250">
                  <a:moveTo>
                    <a:pt x="19050" y="335279"/>
                  </a:moveTo>
                  <a:lnTo>
                    <a:pt x="7620" y="335279"/>
                  </a:lnTo>
                  <a:lnTo>
                    <a:pt x="5079" y="337820"/>
                  </a:lnTo>
                  <a:lnTo>
                    <a:pt x="16509" y="337820"/>
                  </a:lnTo>
                  <a:lnTo>
                    <a:pt x="19050" y="335279"/>
                  </a:lnTo>
                  <a:close/>
                </a:path>
                <a:path w="342900" h="349250">
                  <a:moveTo>
                    <a:pt x="21590" y="332739"/>
                  </a:moveTo>
                  <a:lnTo>
                    <a:pt x="10160" y="332739"/>
                  </a:lnTo>
                  <a:lnTo>
                    <a:pt x="8889" y="334010"/>
                  </a:lnTo>
                  <a:lnTo>
                    <a:pt x="20319" y="334010"/>
                  </a:lnTo>
                  <a:lnTo>
                    <a:pt x="21590" y="332739"/>
                  </a:lnTo>
                  <a:close/>
                </a:path>
                <a:path w="342900" h="349250">
                  <a:moveTo>
                    <a:pt x="25400" y="328929"/>
                  </a:moveTo>
                  <a:lnTo>
                    <a:pt x="13970" y="328929"/>
                  </a:lnTo>
                  <a:lnTo>
                    <a:pt x="11429" y="331470"/>
                  </a:lnTo>
                  <a:lnTo>
                    <a:pt x="22859" y="331470"/>
                  </a:lnTo>
                  <a:lnTo>
                    <a:pt x="25400" y="328929"/>
                  </a:lnTo>
                  <a:close/>
                </a:path>
                <a:path w="342900" h="349250">
                  <a:moveTo>
                    <a:pt x="27940" y="326389"/>
                  </a:moveTo>
                  <a:lnTo>
                    <a:pt x="16510" y="326389"/>
                  </a:lnTo>
                  <a:lnTo>
                    <a:pt x="15239" y="327660"/>
                  </a:lnTo>
                  <a:lnTo>
                    <a:pt x="26669" y="327660"/>
                  </a:lnTo>
                  <a:lnTo>
                    <a:pt x="27940" y="326389"/>
                  </a:lnTo>
                  <a:close/>
                </a:path>
                <a:path w="342900" h="349250">
                  <a:moveTo>
                    <a:pt x="31750" y="322579"/>
                  </a:moveTo>
                  <a:lnTo>
                    <a:pt x="20320" y="322579"/>
                  </a:lnTo>
                  <a:lnTo>
                    <a:pt x="17779" y="325120"/>
                  </a:lnTo>
                  <a:lnTo>
                    <a:pt x="29209" y="325120"/>
                  </a:lnTo>
                  <a:lnTo>
                    <a:pt x="31750" y="322579"/>
                  </a:lnTo>
                  <a:close/>
                </a:path>
                <a:path w="342900" h="349250">
                  <a:moveTo>
                    <a:pt x="34290" y="320039"/>
                  </a:moveTo>
                  <a:lnTo>
                    <a:pt x="22860" y="320039"/>
                  </a:lnTo>
                  <a:lnTo>
                    <a:pt x="21589" y="321310"/>
                  </a:lnTo>
                  <a:lnTo>
                    <a:pt x="33019" y="321310"/>
                  </a:lnTo>
                  <a:lnTo>
                    <a:pt x="34290" y="320039"/>
                  </a:lnTo>
                  <a:close/>
                </a:path>
                <a:path w="342900" h="349250">
                  <a:moveTo>
                    <a:pt x="38100" y="316229"/>
                  </a:moveTo>
                  <a:lnTo>
                    <a:pt x="26670" y="316229"/>
                  </a:lnTo>
                  <a:lnTo>
                    <a:pt x="24129" y="318770"/>
                  </a:lnTo>
                  <a:lnTo>
                    <a:pt x="35559" y="318770"/>
                  </a:lnTo>
                  <a:lnTo>
                    <a:pt x="38100" y="316229"/>
                  </a:lnTo>
                  <a:close/>
                </a:path>
                <a:path w="342900" h="349250">
                  <a:moveTo>
                    <a:pt x="40640" y="313689"/>
                  </a:moveTo>
                  <a:lnTo>
                    <a:pt x="29210" y="313689"/>
                  </a:lnTo>
                  <a:lnTo>
                    <a:pt x="27939" y="314960"/>
                  </a:lnTo>
                  <a:lnTo>
                    <a:pt x="39369" y="314960"/>
                  </a:lnTo>
                  <a:lnTo>
                    <a:pt x="40640" y="313689"/>
                  </a:lnTo>
                  <a:close/>
                </a:path>
                <a:path w="342900" h="349250">
                  <a:moveTo>
                    <a:pt x="44450" y="309879"/>
                  </a:moveTo>
                  <a:lnTo>
                    <a:pt x="33020" y="309879"/>
                  </a:lnTo>
                  <a:lnTo>
                    <a:pt x="30479" y="312420"/>
                  </a:lnTo>
                  <a:lnTo>
                    <a:pt x="41909" y="312420"/>
                  </a:lnTo>
                  <a:lnTo>
                    <a:pt x="44450" y="309879"/>
                  </a:lnTo>
                  <a:close/>
                </a:path>
                <a:path w="342900" h="349250">
                  <a:moveTo>
                    <a:pt x="46990" y="307339"/>
                  </a:moveTo>
                  <a:lnTo>
                    <a:pt x="35560" y="307339"/>
                  </a:lnTo>
                  <a:lnTo>
                    <a:pt x="34289" y="308610"/>
                  </a:lnTo>
                  <a:lnTo>
                    <a:pt x="45719" y="308610"/>
                  </a:lnTo>
                  <a:lnTo>
                    <a:pt x="46990" y="307339"/>
                  </a:lnTo>
                  <a:close/>
                </a:path>
                <a:path w="342900" h="349250">
                  <a:moveTo>
                    <a:pt x="50800" y="303529"/>
                  </a:moveTo>
                  <a:lnTo>
                    <a:pt x="39370" y="303529"/>
                  </a:lnTo>
                  <a:lnTo>
                    <a:pt x="36829" y="306070"/>
                  </a:lnTo>
                  <a:lnTo>
                    <a:pt x="48259" y="306070"/>
                  </a:lnTo>
                  <a:lnTo>
                    <a:pt x="50800" y="303529"/>
                  </a:lnTo>
                  <a:close/>
                </a:path>
                <a:path w="342900" h="349250">
                  <a:moveTo>
                    <a:pt x="53340" y="300989"/>
                  </a:moveTo>
                  <a:lnTo>
                    <a:pt x="41910" y="300989"/>
                  </a:lnTo>
                  <a:lnTo>
                    <a:pt x="40639" y="302260"/>
                  </a:lnTo>
                  <a:lnTo>
                    <a:pt x="52069" y="302260"/>
                  </a:lnTo>
                  <a:lnTo>
                    <a:pt x="53340" y="300989"/>
                  </a:lnTo>
                  <a:close/>
                </a:path>
                <a:path w="342900" h="349250">
                  <a:moveTo>
                    <a:pt x="57150" y="297179"/>
                  </a:moveTo>
                  <a:lnTo>
                    <a:pt x="45720" y="297179"/>
                  </a:lnTo>
                  <a:lnTo>
                    <a:pt x="43179" y="299720"/>
                  </a:lnTo>
                  <a:lnTo>
                    <a:pt x="54609" y="299720"/>
                  </a:lnTo>
                  <a:lnTo>
                    <a:pt x="57150" y="297179"/>
                  </a:lnTo>
                  <a:close/>
                </a:path>
                <a:path w="342900" h="349250">
                  <a:moveTo>
                    <a:pt x="59690" y="294639"/>
                  </a:moveTo>
                  <a:lnTo>
                    <a:pt x="48260" y="294639"/>
                  </a:lnTo>
                  <a:lnTo>
                    <a:pt x="46989" y="295910"/>
                  </a:lnTo>
                  <a:lnTo>
                    <a:pt x="58419" y="295910"/>
                  </a:lnTo>
                  <a:lnTo>
                    <a:pt x="59690" y="294639"/>
                  </a:lnTo>
                  <a:close/>
                </a:path>
                <a:path w="342900" h="349250">
                  <a:moveTo>
                    <a:pt x="63500" y="290829"/>
                  </a:moveTo>
                  <a:lnTo>
                    <a:pt x="52070" y="290829"/>
                  </a:lnTo>
                  <a:lnTo>
                    <a:pt x="49529" y="293370"/>
                  </a:lnTo>
                  <a:lnTo>
                    <a:pt x="60959" y="293370"/>
                  </a:lnTo>
                  <a:lnTo>
                    <a:pt x="63500" y="290829"/>
                  </a:lnTo>
                  <a:close/>
                </a:path>
                <a:path w="342900" h="349250">
                  <a:moveTo>
                    <a:pt x="66040" y="288289"/>
                  </a:moveTo>
                  <a:lnTo>
                    <a:pt x="54610" y="288289"/>
                  </a:lnTo>
                  <a:lnTo>
                    <a:pt x="53339" y="289560"/>
                  </a:lnTo>
                  <a:lnTo>
                    <a:pt x="64769" y="289560"/>
                  </a:lnTo>
                  <a:lnTo>
                    <a:pt x="66040" y="288289"/>
                  </a:lnTo>
                  <a:close/>
                </a:path>
                <a:path w="342900" h="349250">
                  <a:moveTo>
                    <a:pt x="69850" y="284479"/>
                  </a:moveTo>
                  <a:lnTo>
                    <a:pt x="58420" y="284479"/>
                  </a:lnTo>
                  <a:lnTo>
                    <a:pt x="55879" y="287020"/>
                  </a:lnTo>
                  <a:lnTo>
                    <a:pt x="67309" y="287020"/>
                  </a:lnTo>
                  <a:lnTo>
                    <a:pt x="69850" y="284479"/>
                  </a:lnTo>
                  <a:close/>
                </a:path>
                <a:path w="342900" h="349250">
                  <a:moveTo>
                    <a:pt x="72390" y="281939"/>
                  </a:moveTo>
                  <a:lnTo>
                    <a:pt x="60960" y="281939"/>
                  </a:lnTo>
                  <a:lnTo>
                    <a:pt x="59689" y="283210"/>
                  </a:lnTo>
                  <a:lnTo>
                    <a:pt x="71119" y="283210"/>
                  </a:lnTo>
                  <a:lnTo>
                    <a:pt x="72390" y="281939"/>
                  </a:lnTo>
                  <a:close/>
                </a:path>
                <a:path w="342900" h="349250">
                  <a:moveTo>
                    <a:pt x="76200" y="278129"/>
                  </a:moveTo>
                  <a:lnTo>
                    <a:pt x="64770" y="278129"/>
                  </a:lnTo>
                  <a:lnTo>
                    <a:pt x="62229" y="280670"/>
                  </a:lnTo>
                  <a:lnTo>
                    <a:pt x="73659" y="280670"/>
                  </a:lnTo>
                  <a:lnTo>
                    <a:pt x="76200" y="278129"/>
                  </a:lnTo>
                  <a:close/>
                </a:path>
                <a:path w="342900" h="349250">
                  <a:moveTo>
                    <a:pt x="78740" y="275589"/>
                  </a:moveTo>
                  <a:lnTo>
                    <a:pt x="67310" y="275589"/>
                  </a:lnTo>
                  <a:lnTo>
                    <a:pt x="66039" y="276860"/>
                  </a:lnTo>
                  <a:lnTo>
                    <a:pt x="77469" y="276860"/>
                  </a:lnTo>
                  <a:lnTo>
                    <a:pt x="78740" y="275589"/>
                  </a:lnTo>
                  <a:close/>
                </a:path>
                <a:path w="342900" h="349250">
                  <a:moveTo>
                    <a:pt x="82550" y="271779"/>
                  </a:moveTo>
                  <a:lnTo>
                    <a:pt x="71120" y="271779"/>
                  </a:lnTo>
                  <a:lnTo>
                    <a:pt x="68579" y="274320"/>
                  </a:lnTo>
                  <a:lnTo>
                    <a:pt x="80009" y="274320"/>
                  </a:lnTo>
                  <a:lnTo>
                    <a:pt x="82550" y="271779"/>
                  </a:lnTo>
                  <a:close/>
                </a:path>
                <a:path w="342900" h="349250">
                  <a:moveTo>
                    <a:pt x="85090" y="269239"/>
                  </a:moveTo>
                  <a:lnTo>
                    <a:pt x="73660" y="269239"/>
                  </a:lnTo>
                  <a:lnTo>
                    <a:pt x="72389" y="270510"/>
                  </a:lnTo>
                  <a:lnTo>
                    <a:pt x="83819" y="270510"/>
                  </a:lnTo>
                  <a:lnTo>
                    <a:pt x="85090" y="269239"/>
                  </a:lnTo>
                  <a:close/>
                </a:path>
                <a:path w="342900" h="349250">
                  <a:moveTo>
                    <a:pt x="88900" y="265429"/>
                  </a:moveTo>
                  <a:lnTo>
                    <a:pt x="77470" y="265429"/>
                  </a:lnTo>
                  <a:lnTo>
                    <a:pt x="74929" y="267970"/>
                  </a:lnTo>
                  <a:lnTo>
                    <a:pt x="86359" y="267970"/>
                  </a:lnTo>
                  <a:lnTo>
                    <a:pt x="88900" y="265429"/>
                  </a:lnTo>
                  <a:close/>
                </a:path>
                <a:path w="342900" h="349250">
                  <a:moveTo>
                    <a:pt x="91439" y="262889"/>
                  </a:moveTo>
                  <a:lnTo>
                    <a:pt x="80010" y="262889"/>
                  </a:lnTo>
                  <a:lnTo>
                    <a:pt x="78739" y="264160"/>
                  </a:lnTo>
                  <a:lnTo>
                    <a:pt x="90169" y="264160"/>
                  </a:lnTo>
                  <a:lnTo>
                    <a:pt x="91439" y="262889"/>
                  </a:lnTo>
                  <a:close/>
                </a:path>
                <a:path w="342900" h="349250">
                  <a:moveTo>
                    <a:pt x="95250" y="259079"/>
                  </a:moveTo>
                  <a:lnTo>
                    <a:pt x="83820" y="259079"/>
                  </a:lnTo>
                  <a:lnTo>
                    <a:pt x="81279" y="261620"/>
                  </a:lnTo>
                  <a:lnTo>
                    <a:pt x="92709" y="261620"/>
                  </a:lnTo>
                  <a:lnTo>
                    <a:pt x="95250" y="259079"/>
                  </a:lnTo>
                  <a:close/>
                </a:path>
                <a:path w="342900" h="349250">
                  <a:moveTo>
                    <a:pt x="97789" y="256539"/>
                  </a:moveTo>
                  <a:lnTo>
                    <a:pt x="86360" y="256539"/>
                  </a:lnTo>
                  <a:lnTo>
                    <a:pt x="85089" y="257810"/>
                  </a:lnTo>
                  <a:lnTo>
                    <a:pt x="96519" y="257810"/>
                  </a:lnTo>
                  <a:lnTo>
                    <a:pt x="97789" y="256539"/>
                  </a:lnTo>
                  <a:close/>
                </a:path>
                <a:path w="342900" h="349250">
                  <a:moveTo>
                    <a:pt x="101600" y="252729"/>
                  </a:moveTo>
                  <a:lnTo>
                    <a:pt x="90170" y="252729"/>
                  </a:lnTo>
                  <a:lnTo>
                    <a:pt x="87629" y="255270"/>
                  </a:lnTo>
                  <a:lnTo>
                    <a:pt x="99059" y="255270"/>
                  </a:lnTo>
                  <a:lnTo>
                    <a:pt x="101600" y="252729"/>
                  </a:lnTo>
                  <a:close/>
                </a:path>
                <a:path w="342900" h="349250">
                  <a:moveTo>
                    <a:pt x="104140" y="250189"/>
                  </a:moveTo>
                  <a:lnTo>
                    <a:pt x="92710" y="250189"/>
                  </a:lnTo>
                  <a:lnTo>
                    <a:pt x="91439" y="251460"/>
                  </a:lnTo>
                  <a:lnTo>
                    <a:pt x="102869" y="251460"/>
                  </a:lnTo>
                  <a:lnTo>
                    <a:pt x="104140" y="250189"/>
                  </a:lnTo>
                  <a:close/>
                </a:path>
                <a:path w="342900" h="349250">
                  <a:moveTo>
                    <a:pt x="107950" y="246379"/>
                  </a:moveTo>
                  <a:lnTo>
                    <a:pt x="96520" y="246379"/>
                  </a:lnTo>
                  <a:lnTo>
                    <a:pt x="93979" y="248920"/>
                  </a:lnTo>
                  <a:lnTo>
                    <a:pt x="105409" y="248920"/>
                  </a:lnTo>
                  <a:lnTo>
                    <a:pt x="107950" y="246379"/>
                  </a:lnTo>
                  <a:close/>
                </a:path>
                <a:path w="342900" h="349250">
                  <a:moveTo>
                    <a:pt x="110490" y="243839"/>
                  </a:moveTo>
                  <a:lnTo>
                    <a:pt x="99060" y="243839"/>
                  </a:lnTo>
                  <a:lnTo>
                    <a:pt x="97789" y="245110"/>
                  </a:lnTo>
                  <a:lnTo>
                    <a:pt x="109219" y="245110"/>
                  </a:lnTo>
                  <a:lnTo>
                    <a:pt x="110490" y="243839"/>
                  </a:lnTo>
                  <a:close/>
                </a:path>
                <a:path w="342900" h="349250">
                  <a:moveTo>
                    <a:pt x="114300" y="240029"/>
                  </a:moveTo>
                  <a:lnTo>
                    <a:pt x="102870" y="240029"/>
                  </a:lnTo>
                  <a:lnTo>
                    <a:pt x="100329" y="242570"/>
                  </a:lnTo>
                  <a:lnTo>
                    <a:pt x="111759" y="242570"/>
                  </a:lnTo>
                  <a:lnTo>
                    <a:pt x="114300" y="240029"/>
                  </a:lnTo>
                  <a:close/>
                </a:path>
                <a:path w="342900" h="349250">
                  <a:moveTo>
                    <a:pt x="116840" y="237489"/>
                  </a:moveTo>
                  <a:lnTo>
                    <a:pt x="105410" y="237489"/>
                  </a:lnTo>
                  <a:lnTo>
                    <a:pt x="104139" y="238760"/>
                  </a:lnTo>
                  <a:lnTo>
                    <a:pt x="115569" y="238760"/>
                  </a:lnTo>
                  <a:lnTo>
                    <a:pt x="116840" y="237489"/>
                  </a:lnTo>
                  <a:close/>
                </a:path>
                <a:path w="342900" h="349250">
                  <a:moveTo>
                    <a:pt x="120650" y="233679"/>
                  </a:moveTo>
                  <a:lnTo>
                    <a:pt x="109220" y="233679"/>
                  </a:lnTo>
                  <a:lnTo>
                    <a:pt x="106679" y="236220"/>
                  </a:lnTo>
                  <a:lnTo>
                    <a:pt x="118109" y="236220"/>
                  </a:lnTo>
                  <a:lnTo>
                    <a:pt x="120650" y="233679"/>
                  </a:lnTo>
                  <a:close/>
                </a:path>
                <a:path w="342900" h="349250">
                  <a:moveTo>
                    <a:pt x="123190" y="231139"/>
                  </a:moveTo>
                  <a:lnTo>
                    <a:pt x="111760" y="231139"/>
                  </a:lnTo>
                  <a:lnTo>
                    <a:pt x="110489" y="232410"/>
                  </a:lnTo>
                  <a:lnTo>
                    <a:pt x="121919" y="232410"/>
                  </a:lnTo>
                  <a:lnTo>
                    <a:pt x="123190" y="231139"/>
                  </a:lnTo>
                  <a:close/>
                </a:path>
                <a:path w="342900" h="349250">
                  <a:moveTo>
                    <a:pt x="127000" y="227329"/>
                  </a:moveTo>
                  <a:lnTo>
                    <a:pt x="115570" y="227329"/>
                  </a:lnTo>
                  <a:lnTo>
                    <a:pt x="113029" y="229870"/>
                  </a:lnTo>
                  <a:lnTo>
                    <a:pt x="124459" y="229870"/>
                  </a:lnTo>
                  <a:lnTo>
                    <a:pt x="127000" y="227329"/>
                  </a:lnTo>
                  <a:close/>
                </a:path>
                <a:path w="342900" h="349250">
                  <a:moveTo>
                    <a:pt x="129540" y="224789"/>
                  </a:moveTo>
                  <a:lnTo>
                    <a:pt x="118110" y="224789"/>
                  </a:lnTo>
                  <a:lnTo>
                    <a:pt x="116839" y="226060"/>
                  </a:lnTo>
                  <a:lnTo>
                    <a:pt x="128269" y="226060"/>
                  </a:lnTo>
                  <a:lnTo>
                    <a:pt x="129540" y="224789"/>
                  </a:lnTo>
                  <a:close/>
                </a:path>
                <a:path w="342900" h="349250">
                  <a:moveTo>
                    <a:pt x="133350" y="220979"/>
                  </a:moveTo>
                  <a:lnTo>
                    <a:pt x="121920" y="220979"/>
                  </a:lnTo>
                  <a:lnTo>
                    <a:pt x="119379" y="223520"/>
                  </a:lnTo>
                  <a:lnTo>
                    <a:pt x="130809" y="223520"/>
                  </a:lnTo>
                  <a:lnTo>
                    <a:pt x="133350" y="220979"/>
                  </a:lnTo>
                  <a:close/>
                </a:path>
                <a:path w="342900" h="349250">
                  <a:moveTo>
                    <a:pt x="135890" y="218439"/>
                  </a:moveTo>
                  <a:lnTo>
                    <a:pt x="124460" y="218439"/>
                  </a:lnTo>
                  <a:lnTo>
                    <a:pt x="123189" y="219710"/>
                  </a:lnTo>
                  <a:lnTo>
                    <a:pt x="134619" y="219710"/>
                  </a:lnTo>
                  <a:lnTo>
                    <a:pt x="135890" y="218439"/>
                  </a:lnTo>
                  <a:close/>
                </a:path>
                <a:path w="342900" h="349250">
                  <a:moveTo>
                    <a:pt x="139700" y="214629"/>
                  </a:moveTo>
                  <a:lnTo>
                    <a:pt x="128270" y="214629"/>
                  </a:lnTo>
                  <a:lnTo>
                    <a:pt x="125729" y="217170"/>
                  </a:lnTo>
                  <a:lnTo>
                    <a:pt x="137159" y="217170"/>
                  </a:lnTo>
                  <a:lnTo>
                    <a:pt x="139700" y="214629"/>
                  </a:lnTo>
                  <a:close/>
                </a:path>
                <a:path w="342900" h="349250">
                  <a:moveTo>
                    <a:pt x="142240" y="212089"/>
                  </a:moveTo>
                  <a:lnTo>
                    <a:pt x="130809" y="212089"/>
                  </a:lnTo>
                  <a:lnTo>
                    <a:pt x="129539" y="213360"/>
                  </a:lnTo>
                  <a:lnTo>
                    <a:pt x="140969" y="213360"/>
                  </a:lnTo>
                  <a:lnTo>
                    <a:pt x="142240" y="212089"/>
                  </a:lnTo>
                  <a:close/>
                </a:path>
                <a:path w="342900" h="349250">
                  <a:moveTo>
                    <a:pt x="146050" y="208279"/>
                  </a:moveTo>
                  <a:lnTo>
                    <a:pt x="134620" y="208279"/>
                  </a:lnTo>
                  <a:lnTo>
                    <a:pt x="132079" y="210820"/>
                  </a:lnTo>
                  <a:lnTo>
                    <a:pt x="143509" y="210820"/>
                  </a:lnTo>
                  <a:lnTo>
                    <a:pt x="146050" y="208279"/>
                  </a:lnTo>
                  <a:close/>
                </a:path>
                <a:path w="342900" h="349250">
                  <a:moveTo>
                    <a:pt x="148589" y="205739"/>
                  </a:moveTo>
                  <a:lnTo>
                    <a:pt x="137160" y="205739"/>
                  </a:lnTo>
                  <a:lnTo>
                    <a:pt x="135889" y="207010"/>
                  </a:lnTo>
                  <a:lnTo>
                    <a:pt x="147319" y="207010"/>
                  </a:lnTo>
                  <a:lnTo>
                    <a:pt x="148589" y="205739"/>
                  </a:lnTo>
                  <a:close/>
                </a:path>
                <a:path w="342900" h="349250">
                  <a:moveTo>
                    <a:pt x="152400" y="201929"/>
                  </a:moveTo>
                  <a:lnTo>
                    <a:pt x="140970" y="201929"/>
                  </a:lnTo>
                  <a:lnTo>
                    <a:pt x="138429" y="204470"/>
                  </a:lnTo>
                  <a:lnTo>
                    <a:pt x="149859" y="204470"/>
                  </a:lnTo>
                  <a:lnTo>
                    <a:pt x="152400" y="201929"/>
                  </a:lnTo>
                  <a:close/>
                </a:path>
                <a:path w="342900" h="349250">
                  <a:moveTo>
                    <a:pt x="154940" y="199389"/>
                  </a:moveTo>
                  <a:lnTo>
                    <a:pt x="143509" y="199389"/>
                  </a:lnTo>
                  <a:lnTo>
                    <a:pt x="142239" y="200660"/>
                  </a:lnTo>
                  <a:lnTo>
                    <a:pt x="153669" y="200660"/>
                  </a:lnTo>
                  <a:lnTo>
                    <a:pt x="154940" y="199389"/>
                  </a:lnTo>
                  <a:close/>
                </a:path>
                <a:path w="342900" h="349250">
                  <a:moveTo>
                    <a:pt x="158750" y="195579"/>
                  </a:moveTo>
                  <a:lnTo>
                    <a:pt x="147320" y="195579"/>
                  </a:lnTo>
                  <a:lnTo>
                    <a:pt x="144779" y="198120"/>
                  </a:lnTo>
                  <a:lnTo>
                    <a:pt x="156209" y="198120"/>
                  </a:lnTo>
                  <a:lnTo>
                    <a:pt x="158750" y="195579"/>
                  </a:lnTo>
                  <a:close/>
                </a:path>
                <a:path w="342900" h="349250">
                  <a:moveTo>
                    <a:pt x="161290" y="193039"/>
                  </a:moveTo>
                  <a:lnTo>
                    <a:pt x="149859" y="193039"/>
                  </a:lnTo>
                  <a:lnTo>
                    <a:pt x="148589" y="194310"/>
                  </a:lnTo>
                  <a:lnTo>
                    <a:pt x="160019" y="194310"/>
                  </a:lnTo>
                  <a:lnTo>
                    <a:pt x="161290" y="193039"/>
                  </a:lnTo>
                  <a:close/>
                </a:path>
                <a:path w="342900" h="349250">
                  <a:moveTo>
                    <a:pt x="165100" y="189229"/>
                  </a:moveTo>
                  <a:lnTo>
                    <a:pt x="153670" y="189229"/>
                  </a:lnTo>
                  <a:lnTo>
                    <a:pt x="151129" y="191770"/>
                  </a:lnTo>
                  <a:lnTo>
                    <a:pt x="162559" y="191770"/>
                  </a:lnTo>
                  <a:lnTo>
                    <a:pt x="165100" y="189229"/>
                  </a:lnTo>
                  <a:close/>
                </a:path>
                <a:path w="342900" h="349250">
                  <a:moveTo>
                    <a:pt x="167640" y="186689"/>
                  </a:moveTo>
                  <a:lnTo>
                    <a:pt x="156209" y="186689"/>
                  </a:lnTo>
                  <a:lnTo>
                    <a:pt x="154939" y="187960"/>
                  </a:lnTo>
                  <a:lnTo>
                    <a:pt x="166369" y="187960"/>
                  </a:lnTo>
                  <a:lnTo>
                    <a:pt x="167640" y="186689"/>
                  </a:lnTo>
                  <a:close/>
                </a:path>
                <a:path w="342900" h="349250">
                  <a:moveTo>
                    <a:pt x="171450" y="182879"/>
                  </a:moveTo>
                  <a:lnTo>
                    <a:pt x="160020" y="182879"/>
                  </a:lnTo>
                  <a:lnTo>
                    <a:pt x="157479" y="185420"/>
                  </a:lnTo>
                  <a:lnTo>
                    <a:pt x="168909" y="185420"/>
                  </a:lnTo>
                  <a:lnTo>
                    <a:pt x="171450" y="182879"/>
                  </a:lnTo>
                  <a:close/>
                </a:path>
                <a:path w="342900" h="349250">
                  <a:moveTo>
                    <a:pt x="173990" y="180339"/>
                  </a:moveTo>
                  <a:lnTo>
                    <a:pt x="162559" y="180339"/>
                  </a:lnTo>
                  <a:lnTo>
                    <a:pt x="161289" y="181610"/>
                  </a:lnTo>
                  <a:lnTo>
                    <a:pt x="172719" y="181610"/>
                  </a:lnTo>
                  <a:lnTo>
                    <a:pt x="173990" y="180339"/>
                  </a:lnTo>
                  <a:close/>
                </a:path>
                <a:path w="342900" h="349250">
                  <a:moveTo>
                    <a:pt x="177800" y="176529"/>
                  </a:moveTo>
                  <a:lnTo>
                    <a:pt x="166370" y="176529"/>
                  </a:lnTo>
                  <a:lnTo>
                    <a:pt x="163829" y="179070"/>
                  </a:lnTo>
                  <a:lnTo>
                    <a:pt x="175259" y="179070"/>
                  </a:lnTo>
                  <a:lnTo>
                    <a:pt x="177800" y="176529"/>
                  </a:lnTo>
                  <a:close/>
                </a:path>
                <a:path w="342900" h="349250">
                  <a:moveTo>
                    <a:pt x="180340" y="173989"/>
                  </a:moveTo>
                  <a:lnTo>
                    <a:pt x="168909" y="173989"/>
                  </a:lnTo>
                  <a:lnTo>
                    <a:pt x="167639" y="175260"/>
                  </a:lnTo>
                  <a:lnTo>
                    <a:pt x="179069" y="175260"/>
                  </a:lnTo>
                  <a:lnTo>
                    <a:pt x="180340" y="173989"/>
                  </a:lnTo>
                  <a:close/>
                </a:path>
                <a:path w="342900" h="349250">
                  <a:moveTo>
                    <a:pt x="184150" y="170179"/>
                  </a:moveTo>
                  <a:lnTo>
                    <a:pt x="172720" y="170179"/>
                  </a:lnTo>
                  <a:lnTo>
                    <a:pt x="170179" y="172720"/>
                  </a:lnTo>
                  <a:lnTo>
                    <a:pt x="181609" y="172720"/>
                  </a:lnTo>
                  <a:lnTo>
                    <a:pt x="184150" y="170179"/>
                  </a:lnTo>
                  <a:close/>
                </a:path>
                <a:path w="342900" h="349250">
                  <a:moveTo>
                    <a:pt x="186690" y="167639"/>
                  </a:moveTo>
                  <a:lnTo>
                    <a:pt x="175259" y="167639"/>
                  </a:lnTo>
                  <a:lnTo>
                    <a:pt x="173989" y="168910"/>
                  </a:lnTo>
                  <a:lnTo>
                    <a:pt x="185419" y="168910"/>
                  </a:lnTo>
                  <a:lnTo>
                    <a:pt x="186690" y="167639"/>
                  </a:lnTo>
                  <a:close/>
                </a:path>
                <a:path w="342900" h="349250">
                  <a:moveTo>
                    <a:pt x="190500" y="163829"/>
                  </a:moveTo>
                  <a:lnTo>
                    <a:pt x="179070" y="163829"/>
                  </a:lnTo>
                  <a:lnTo>
                    <a:pt x="176529" y="166370"/>
                  </a:lnTo>
                  <a:lnTo>
                    <a:pt x="187959" y="166370"/>
                  </a:lnTo>
                  <a:lnTo>
                    <a:pt x="190500" y="163829"/>
                  </a:lnTo>
                  <a:close/>
                </a:path>
                <a:path w="342900" h="349250">
                  <a:moveTo>
                    <a:pt x="342900" y="0"/>
                  </a:moveTo>
                  <a:lnTo>
                    <a:pt x="180339" y="162560"/>
                  </a:lnTo>
                  <a:lnTo>
                    <a:pt x="191769" y="162560"/>
                  </a:lnTo>
                  <a:lnTo>
                    <a:pt x="342900" y="11429"/>
                  </a:lnTo>
                  <a:lnTo>
                    <a:pt x="342900" y="0"/>
                  </a:lnTo>
                  <a:close/>
                </a:path>
              </a:pathLst>
            </a:custGeom>
            <a:solidFill>
              <a:srgbClr val="D9CE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1343659" y="3072130"/>
              <a:ext cx="334010" cy="334010"/>
            </a:xfrm>
            <a:custGeom>
              <a:avLst/>
              <a:gdLst/>
              <a:ahLst/>
              <a:cxnLst/>
              <a:rect l="l" t="t" r="r" b="b"/>
              <a:pathLst>
                <a:path w="334010" h="334010">
                  <a:moveTo>
                    <a:pt x="2540" y="331470"/>
                  </a:moveTo>
                  <a:lnTo>
                    <a:pt x="0" y="334010"/>
                  </a:lnTo>
                  <a:lnTo>
                    <a:pt x="2540" y="334010"/>
                  </a:lnTo>
                  <a:lnTo>
                    <a:pt x="2540" y="331470"/>
                  </a:lnTo>
                  <a:close/>
                </a:path>
                <a:path w="334010" h="334010">
                  <a:moveTo>
                    <a:pt x="5079" y="330200"/>
                  </a:moveTo>
                  <a:lnTo>
                    <a:pt x="3810" y="330200"/>
                  </a:lnTo>
                  <a:lnTo>
                    <a:pt x="2539" y="331470"/>
                  </a:lnTo>
                  <a:lnTo>
                    <a:pt x="5079" y="331470"/>
                  </a:lnTo>
                  <a:lnTo>
                    <a:pt x="5079" y="330200"/>
                  </a:lnTo>
                  <a:close/>
                </a:path>
                <a:path w="334010" h="334010">
                  <a:moveTo>
                    <a:pt x="8890" y="327660"/>
                  </a:moveTo>
                  <a:lnTo>
                    <a:pt x="6350" y="327660"/>
                  </a:lnTo>
                  <a:lnTo>
                    <a:pt x="5079" y="328930"/>
                  </a:lnTo>
                  <a:lnTo>
                    <a:pt x="6350" y="328930"/>
                  </a:lnTo>
                  <a:lnTo>
                    <a:pt x="6350" y="330200"/>
                  </a:lnTo>
                  <a:lnTo>
                    <a:pt x="8890" y="330200"/>
                  </a:lnTo>
                  <a:lnTo>
                    <a:pt x="8890" y="327660"/>
                  </a:lnTo>
                  <a:close/>
                </a:path>
                <a:path w="334010" h="334010">
                  <a:moveTo>
                    <a:pt x="16509" y="323850"/>
                  </a:moveTo>
                  <a:lnTo>
                    <a:pt x="10160" y="323850"/>
                  </a:lnTo>
                  <a:lnTo>
                    <a:pt x="7619" y="326390"/>
                  </a:lnTo>
                  <a:lnTo>
                    <a:pt x="11429" y="326390"/>
                  </a:lnTo>
                  <a:lnTo>
                    <a:pt x="11429" y="327660"/>
                  </a:lnTo>
                  <a:lnTo>
                    <a:pt x="13969" y="327660"/>
                  </a:lnTo>
                  <a:lnTo>
                    <a:pt x="13969" y="325120"/>
                  </a:lnTo>
                  <a:lnTo>
                    <a:pt x="16509" y="325120"/>
                  </a:lnTo>
                  <a:lnTo>
                    <a:pt x="16509" y="323850"/>
                  </a:lnTo>
                  <a:close/>
                </a:path>
                <a:path w="334010" h="334010">
                  <a:moveTo>
                    <a:pt x="20319" y="321310"/>
                  </a:moveTo>
                  <a:lnTo>
                    <a:pt x="12699" y="321310"/>
                  </a:lnTo>
                  <a:lnTo>
                    <a:pt x="11429" y="322580"/>
                  </a:lnTo>
                  <a:lnTo>
                    <a:pt x="19050" y="322580"/>
                  </a:lnTo>
                  <a:lnTo>
                    <a:pt x="19050" y="323850"/>
                  </a:lnTo>
                  <a:lnTo>
                    <a:pt x="20320" y="323850"/>
                  </a:lnTo>
                  <a:lnTo>
                    <a:pt x="20319" y="321310"/>
                  </a:lnTo>
                  <a:close/>
                </a:path>
                <a:path w="334010" h="334010">
                  <a:moveTo>
                    <a:pt x="26670" y="317500"/>
                  </a:moveTo>
                  <a:lnTo>
                    <a:pt x="16510" y="317500"/>
                  </a:lnTo>
                  <a:lnTo>
                    <a:pt x="13969" y="320040"/>
                  </a:lnTo>
                  <a:lnTo>
                    <a:pt x="22859" y="320040"/>
                  </a:lnTo>
                  <a:lnTo>
                    <a:pt x="22859" y="321310"/>
                  </a:lnTo>
                  <a:lnTo>
                    <a:pt x="26670" y="317500"/>
                  </a:lnTo>
                  <a:close/>
                </a:path>
                <a:path w="334010" h="334010">
                  <a:moveTo>
                    <a:pt x="29210" y="314960"/>
                  </a:moveTo>
                  <a:lnTo>
                    <a:pt x="19050" y="314960"/>
                  </a:lnTo>
                  <a:lnTo>
                    <a:pt x="17779" y="316230"/>
                  </a:lnTo>
                  <a:lnTo>
                    <a:pt x="27940" y="316230"/>
                  </a:lnTo>
                  <a:lnTo>
                    <a:pt x="29210" y="314960"/>
                  </a:lnTo>
                  <a:close/>
                </a:path>
                <a:path w="334010" h="334010">
                  <a:moveTo>
                    <a:pt x="33020" y="311150"/>
                  </a:moveTo>
                  <a:lnTo>
                    <a:pt x="22860" y="311150"/>
                  </a:lnTo>
                  <a:lnTo>
                    <a:pt x="20319" y="313690"/>
                  </a:lnTo>
                  <a:lnTo>
                    <a:pt x="30480" y="313690"/>
                  </a:lnTo>
                  <a:lnTo>
                    <a:pt x="33020" y="311150"/>
                  </a:lnTo>
                  <a:close/>
                </a:path>
                <a:path w="334010" h="334010">
                  <a:moveTo>
                    <a:pt x="35560" y="308610"/>
                  </a:moveTo>
                  <a:lnTo>
                    <a:pt x="25400" y="308610"/>
                  </a:lnTo>
                  <a:lnTo>
                    <a:pt x="24129" y="309880"/>
                  </a:lnTo>
                  <a:lnTo>
                    <a:pt x="34290" y="309880"/>
                  </a:lnTo>
                  <a:lnTo>
                    <a:pt x="35560" y="308610"/>
                  </a:lnTo>
                  <a:close/>
                </a:path>
                <a:path w="334010" h="334010">
                  <a:moveTo>
                    <a:pt x="39370" y="304800"/>
                  </a:moveTo>
                  <a:lnTo>
                    <a:pt x="29210" y="304800"/>
                  </a:lnTo>
                  <a:lnTo>
                    <a:pt x="26669" y="307340"/>
                  </a:lnTo>
                  <a:lnTo>
                    <a:pt x="36830" y="307340"/>
                  </a:lnTo>
                  <a:lnTo>
                    <a:pt x="39370" y="304800"/>
                  </a:lnTo>
                  <a:close/>
                </a:path>
                <a:path w="334010" h="334010">
                  <a:moveTo>
                    <a:pt x="41910" y="302260"/>
                  </a:moveTo>
                  <a:lnTo>
                    <a:pt x="31750" y="302260"/>
                  </a:lnTo>
                  <a:lnTo>
                    <a:pt x="30479" y="303530"/>
                  </a:lnTo>
                  <a:lnTo>
                    <a:pt x="40640" y="303530"/>
                  </a:lnTo>
                  <a:lnTo>
                    <a:pt x="41910" y="302260"/>
                  </a:lnTo>
                  <a:close/>
                </a:path>
                <a:path w="334010" h="334010">
                  <a:moveTo>
                    <a:pt x="45720" y="298450"/>
                  </a:moveTo>
                  <a:lnTo>
                    <a:pt x="35560" y="298450"/>
                  </a:lnTo>
                  <a:lnTo>
                    <a:pt x="33019" y="300990"/>
                  </a:lnTo>
                  <a:lnTo>
                    <a:pt x="43180" y="300990"/>
                  </a:lnTo>
                  <a:lnTo>
                    <a:pt x="45720" y="298450"/>
                  </a:lnTo>
                  <a:close/>
                </a:path>
                <a:path w="334010" h="334010">
                  <a:moveTo>
                    <a:pt x="48260" y="295910"/>
                  </a:moveTo>
                  <a:lnTo>
                    <a:pt x="38100" y="295910"/>
                  </a:lnTo>
                  <a:lnTo>
                    <a:pt x="36829" y="297180"/>
                  </a:lnTo>
                  <a:lnTo>
                    <a:pt x="46990" y="297180"/>
                  </a:lnTo>
                  <a:lnTo>
                    <a:pt x="48260" y="295910"/>
                  </a:lnTo>
                  <a:close/>
                </a:path>
                <a:path w="334010" h="334010">
                  <a:moveTo>
                    <a:pt x="52070" y="292100"/>
                  </a:moveTo>
                  <a:lnTo>
                    <a:pt x="41910" y="292100"/>
                  </a:lnTo>
                  <a:lnTo>
                    <a:pt x="39369" y="294640"/>
                  </a:lnTo>
                  <a:lnTo>
                    <a:pt x="49530" y="294640"/>
                  </a:lnTo>
                  <a:lnTo>
                    <a:pt x="52070" y="292100"/>
                  </a:lnTo>
                  <a:close/>
                </a:path>
                <a:path w="334010" h="334010">
                  <a:moveTo>
                    <a:pt x="54610" y="289560"/>
                  </a:moveTo>
                  <a:lnTo>
                    <a:pt x="44450" y="289560"/>
                  </a:lnTo>
                  <a:lnTo>
                    <a:pt x="43179" y="290830"/>
                  </a:lnTo>
                  <a:lnTo>
                    <a:pt x="53340" y="290830"/>
                  </a:lnTo>
                  <a:lnTo>
                    <a:pt x="54610" y="289560"/>
                  </a:lnTo>
                  <a:close/>
                </a:path>
                <a:path w="334010" h="334010">
                  <a:moveTo>
                    <a:pt x="58420" y="285750"/>
                  </a:moveTo>
                  <a:lnTo>
                    <a:pt x="48260" y="285750"/>
                  </a:lnTo>
                  <a:lnTo>
                    <a:pt x="45719" y="288290"/>
                  </a:lnTo>
                  <a:lnTo>
                    <a:pt x="55880" y="288290"/>
                  </a:lnTo>
                  <a:lnTo>
                    <a:pt x="58420" y="285750"/>
                  </a:lnTo>
                  <a:close/>
                </a:path>
                <a:path w="334010" h="334010">
                  <a:moveTo>
                    <a:pt x="60960" y="283210"/>
                  </a:moveTo>
                  <a:lnTo>
                    <a:pt x="50800" y="283210"/>
                  </a:lnTo>
                  <a:lnTo>
                    <a:pt x="49529" y="284480"/>
                  </a:lnTo>
                  <a:lnTo>
                    <a:pt x="59690" y="284480"/>
                  </a:lnTo>
                  <a:lnTo>
                    <a:pt x="60960" y="283210"/>
                  </a:lnTo>
                  <a:close/>
                </a:path>
                <a:path w="334010" h="334010">
                  <a:moveTo>
                    <a:pt x="64770" y="279400"/>
                  </a:moveTo>
                  <a:lnTo>
                    <a:pt x="54610" y="279400"/>
                  </a:lnTo>
                  <a:lnTo>
                    <a:pt x="52069" y="281940"/>
                  </a:lnTo>
                  <a:lnTo>
                    <a:pt x="62230" y="281940"/>
                  </a:lnTo>
                  <a:lnTo>
                    <a:pt x="64770" y="279400"/>
                  </a:lnTo>
                  <a:close/>
                </a:path>
                <a:path w="334010" h="334010">
                  <a:moveTo>
                    <a:pt x="67310" y="276860"/>
                  </a:moveTo>
                  <a:lnTo>
                    <a:pt x="57150" y="276860"/>
                  </a:lnTo>
                  <a:lnTo>
                    <a:pt x="55879" y="278130"/>
                  </a:lnTo>
                  <a:lnTo>
                    <a:pt x="66040" y="278130"/>
                  </a:lnTo>
                  <a:lnTo>
                    <a:pt x="67310" y="276860"/>
                  </a:lnTo>
                  <a:close/>
                </a:path>
                <a:path w="334010" h="334010">
                  <a:moveTo>
                    <a:pt x="71120" y="273050"/>
                  </a:moveTo>
                  <a:lnTo>
                    <a:pt x="60960" y="273050"/>
                  </a:lnTo>
                  <a:lnTo>
                    <a:pt x="58419" y="275590"/>
                  </a:lnTo>
                  <a:lnTo>
                    <a:pt x="68580" y="275590"/>
                  </a:lnTo>
                  <a:lnTo>
                    <a:pt x="71120" y="273050"/>
                  </a:lnTo>
                  <a:close/>
                </a:path>
                <a:path w="334010" h="334010">
                  <a:moveTo>
                    <a:pt x="73660" y="270510"/>
                  </a:moveTo>
                  <a:lnTo>
                    <a:pt x="63500" y="270510"/>
                  </a:lnTo>
                  <a:lnTo>
                    <a:pt x="62229" y="271780"/>
                  </a:lnTo>
                  <a:lnTo>
                    <a:pt x="72390" y="271780"/>
                  </a:lnTo>
                  <a:lnTo>
                    <a:pt x="73660" y="270510"/>
                  </a:lnTo>
                  <a:close/>
                </a:path>
                <a:path w="334010" h="334010">
                  <a:moveTo>
                    <a:pt x="77470" y="266700"/>
                  </a:moveTo>
                  <a:lnTo>
                    <a:pt x="67310" y="266700"/>
                  </a:lnTo>
                  <a:lnTo>
                    <a:pt x="64769" y="269240"/>
                  </a:lnTo>
                  <a:lnTo>
                    <a:pt x="74930" y="269240"/>
                  </a:lnTo>
                  <a:lnTo>
                    <a:pt x="77470" y="266700"/>
                  </a:lnTo>
                  <a:close/>
                </a:path>
                <a:path w="334010" h="334010">
                  <a:moveTo>
                    <a:pt x="80010" y="264160"/>
                  </a:moveTo>
                  <a:lnTo>
                    <a:pt x="69850" y="264160"/>
                  </a:lnTo>
                  <a:lnTo>
                    <a:pt x="68579" y="265430"/>
                  </a:lnTo>
                  <a:lnTo>
                    <a:pt x="78740" y="265430"/>
                  </a:lnTo>
                  <a:lnTo>
                    <a:pt x="80010" y="264160"/>
                  </a:lnTo>
                  <a:close/>
                </a:path>
                <a:path w="334010" h="334010">
                  <a:moveTo>
                    <a:pt x="83820" y="260350"/>
                  </a:moveTo>
                  <a:lnTo>
                    <a:pt x="73660" y="260350"/>
                  </a:lnTo>
                  <a:lnTo>
                    <a:pt x="71119" y="262890"/>
                  </a:lnTo>
                  <a:lnTo>
                    <a:pt x="81280" y="262890"/>
                  </a:lnTo>
                  <a:lnTo>
                    <a:pt x="83820" y="260350"/>
                  </a:lnTo>
                  <a:close/>
                </a:path>
                <a:path w="334010" h="334010">
                  <a:moveTo>
                    <a:pt x="86360" y="257810"/>
                  </a:moveTo>
                  <a:lnTo>
                    <a:pt x="76200" y="257810"/>
                  </a:lnTo>
                  <a:lnTo>
                    <a:pt x="74929" y="259080"/>
                  </a:lnTo>
                  <a:lnTo>
                    <a:pt x="85090" y="259080"/>
                  </a:lnTo>
                  <a:lnTo>
                    <a:pt x="86360" y="257810"/>
                  </a:lnTo>
                  <a:close/>
                </a:path>
                <a:path w="334010" h="334010">
                  <a:moveTo>
                    <a:pt x="90170" y="254000"/>
                  </a:moveTo>
                  <a:lnTo>
                    <a:pt x="80010" y="254000"/>
                  </a:lnTo>
                  <a:lnTo>
                    <a:pt x="77469" y="256540"/>
                  </a:lnTo>
                  <a:lnTo>
                    <a:pt x="87630" y="256540"/>
                  </a:lnTo>
                  <a:lnTo>
                    <a:pt x="90170" y="254000"/>
                  </a:lnTo>
                  <a:close/>
                </a:path>
                <a:path w="334010" h="334010">
                  <a:moveTo>
                    <a:pt x="92710" y="251460"/>
                  </a:moveTo>
                  <a:lnTo>
                    <a:pt x="82550" y="251460"/>
                  </a:lnTo>
                  <a:lnTo>
                    <a:pt x="81279" y="252730"/>
                  </a:lnTo>
                  <a:lnTo>
                    <a:pt x="91440" y="252730"/>
                  </a:lnTo>
                  <a:lnTo>
                    <a:pt x="92710" y="251460"/>
                  </a:lnTo>
                  <a:close/>
                </a:path>
                <a:path w="334010" h="334010">
                  <a:moveTo>
                    <a:pt x="96520" y="247650"/>
                  </a:moveTo>
                  <a:lnTo>
                    <a:pt x="86360" y="247650"/>
                  </a:lnTo>
                  <a:lnTo>
                    <a:pt x="83819" y="250190"/>
                  </a:lnTo>
                  <a:lnTo>
                    <a:pt x="93979" y="250190"/>
                  </a:lnTo>
                  <a:lnTo>
                    <a:pt x="96520" y="247650"/>
                  </a:lnTo>
                  <a:close/>
                </a:path>
                <a:path w="334010" h="334010">
                  <a:moveTo>
                    <a:pt x="99060" y="245110"/>
                  </a:moveTo>
                  <a:lnTo>
                    <a:pt x="88900" y="245110"/>
                  </a:lnTo>
                  <a:lnTo>
                    <a:pt x="87629" y="246380"/>
                  </a:lnTo>
                  <a:lnTo>
                    <a:pt x="97790" y="246380"/>
                  </a:lnTo>
                  <a:lnTo>
                    <a:pt x="99060" y="245110"/>
                  </a:lnTo>
                  <a:close/>
                </a:path>
                <a:path w="334010" h="334010">
                  <a:moveTo>
                    <a:pt x="102870" y="241300"/>
                  </a:moveTo>
                  <a:lnTo>
                    <a:pt x="92710" y="241300"/>
                  </a:lnTo>
                  <a:lnTo>
                    <a:pt x="90169" y="243840"/>
                  </a:lnTo>
                  <a:lnTo>
                    <a:pt x="100330" y="243840"/>
                  </a:lnTo>
                  <a:lnTo>
                    <a:pt x="102870" y="241300"/>
                  </a:lnTo>
                  <a:close/>
                </a:path>
                <a:path w="334010" h="334010">
                  <a:moveTo>
                    <a:pt x="105410" y="238760"/>
                  </a:moveTo>
                  <a:lnTo>
                    <a:pt x="95250" y="238760"/>
                  </a:lnTo>
                  <a:lnTo>
                    <a:pt x="93979" y="240030"/>
                  </a:lnTo>
                  <a:lnTo>
                    <a:pt x="104140" y="240030"/>
                  </a:lnTo>
                  <a:lnTo>
                    <a:pt x="105410" y="238760"/>
                  </a:lnTo>
                  <a:close/>
                </a:path>
                <a:path w="334010" h="334010">
                  <a:moveTo>
                    <a:pt x="109220" y="234950"/>
                  </a:moveTo>
                  <a:lnTo>
                    <a:pt x="99060" y="234950"/>
                  </a:lnTo>
                  <a:lnTo>
                    <a:pt x="96519" y="237490"/>
                  </a:lnTo>
                  <a:lnTo>
                    <a:pt x="106679" y="237490"/>
                  </a:lnTo>
                  <a:lnTo>
                    <a:pt x="109220" y="234950"/>
                  </a:lnTo>
                  <a:close/>
                </a:path>
                <a:path w="334010" h="334010">
                  <a:moveTo>
                    <a:pt x="111760" y="232410"/>
                  </a:moveTo>
                  <a:lnTo>
                    <a:pt x="101600" y="232410"/>
                  </a:lnTo>
                  <a:lnTo>
                    <a:pt x="100329" y="233680"/>
                  </a:lnTo>
                  <a:lnTo>
                    <a:pt x="110490" y="233680"/>
                  </a:lnTo>
                  <a:lnTo>
                    <a:pt x="111760" y="232410"/>
                  </a:lnTo>
                  <a:close/>
                </a:path>
                <a:path w="334010" h="334010">
                  <a:moveTo>
                    <a:pt x="115570" y="228600"/>
                  </a:moveTo>
                  <a:lnTo>
                    <a:pt x="105410" y="228600"/>
                  </a:lnTo>
                  <a:lnTo>
                    <a:pt x="102869" y="231140"/>
                  </a:lnTo>
                  <a:lnTo>
                    <a:pt x="113030" y="231140"/>
                  </a:lnTo>
                  <a:lnTo>
                    <a:pt x="115570" y="228600"/>
                  </a:lnTo>
                  <a:close/>
                </a:path>
                <a:path w="334010" h="334010">
                  <a:moveTo>
                    <a:pt x="118110" y="226060"/>
                  </a:moveTo>
                  <a:lnTo>
                    <a:pt x="107950" y="226060"/>
                  </a:lnTo>
                  <a:lnTo>
                    <a:pt x="106679" y="227330"/>
                  </a:lnTo>
                  <a:lnTo>
                    <a:pt x="116840" y="227330"/>
                  </a:lnTo>
                  <a:lnTo>
                    <a:pt x="118110" y="226060"/>
                  </a:lnTo>
                  <a:close/>
                </a:path>
                <a:path w="334010" h="334010">
                  <a:moveTo>
                    <a:pt x="121920" y="222250"/>
                  </a:moveTo>
                  <a:lnTo>
                    <a:pt x="111760" y="222250"/>
                  </a:lnTo>
                  <a:lnTo>
                    <a:pt x="109219" y="224790"/>
                  </a:lnTo>
                  <a:lnTo>
                    <a:pt x="119380" y="224790"/>
                  </a:lnTo>
                  <a:lnTo>
                    <a:pt x="121920" y="222250"/>
                  </a:lnTo>
                  <a:close/>
                </a:path>
                <a:path w="334010" h="334010">
                  <a:moveTo>
                    <a:pt x="124460" y="219710"/>
                  </a:moveTo>
                  <a:lnTo>
                    <a:pt x="114300" y="219710"/>
                  </a:lnTo>
                  <a:lnTo>
                    <a:pt x="113029" y="220980"/>
                  </a:lnTo>
                  <a:lnTo>
                    <a:pt x="123190" y="220980"/>
                  </a:lnTo>
                  <a:lnTo>
                    <a:pt x="124460" y="219710"/>
                  </a:lnTo>
                  <a:close/>
                </a:path>
                <a:path w="334010" h="334010">
                  <a:moveTo>
                    <a:pt x="128270" y="215900"/>
                  </a:moveTo>
                  <a:lnTo>
                    <a:pt x="118110" y="215900"/>
                  </a:lnTo>
                  <a:lnTo>
                    <a:pt x="115569" y="218440"/>
                  </a:lnTo>
                  <a:lnTo>
                    <a:pt x="125730" y="218440"/>
                  </a:lnTo>
                  <a:lnTo>
                    <a:pt x="128270" y="215900"/>
                  </a:lnTo>
                  <a:close/>
                </a:path>
                <a:path w="334010" h="334010">
                  <a:moveTo>
                    <a:pt x="130810" y="213360"/>
                  </a:moveTo>
                  <a:lnTo>
                    <a:pt x="120650" y="213360"/>
                  </a:lnTo>
                  <a:lnTo>
                    <a:pt x="119379" y="214630"/>
                  </a:lnTo>
                  <a:lnTo>
                    <a:pt x="129540" y="214630"/>
                  </a:lnTo>
                  <a:lnTo>
                    <a:pt x="130810" y="213360"/>
                  </a:lnTo>
                  <a:close/>
                </a:path>
                <a:path w="334010" h="334010">
                  <a:moveTo>
                    <a:pt x="134620" y="209550"/>
                  </a:moveTo>
                  <a:lnTo>
                    <a:pt x="124460" y="209550"/>
                  </a:lnTo>
                  <a:lnTo>
                    <a:pt x="121919" y="212090"/>
                  </a:lnTo>
                  <a:lnTo>
                    <a:pt x="132080" y="212090"/>
                  </a:lnTo>
                  <a:lnTo>
                    <a:pt x="134620" y="209550"/>
                  </a:lnTo>
                  <a:close/>
                </a:path>
                <a:path w="334010" h="334010">
                  <a:moveTo>
                    <a:pt x="137160" y="207010"/>
                  </a:moveTo>
                  <a:lnTo>
                    <a:pt x="127000" y="207010"/>
                  </a:lnTo>
                  <a:lnTo>
                    <a:pt x="125729" y="208280"/>
                  </a:lnTo>
                  <a:lnTo>
                    <a:pt x="135890" y="208280"/>
                  </a:lnTo>
                  <a:lnTo>
                    <a:pt x="137160" y="207010"/>
                  </a:lnTo>
                  <a:close/>
                </a:path>
                <a:path w="334010" h="334010">
                  <a:moveTo>
                    <a:pt x="140970" y="203200"/>
                  </a:moveTo>
                  <a:lnTo>
                    <a:pt x="130810" y="203200"/>
                  </a:lnTo>
                  <a:lnTo>
                    <a:pt x="128269" y="205740"/>
                  </a:lnTo>
                  <a:lnTo>
                    <a:pt x="138430" y="205740"/>
                  </a:lnTo>
                  <a:lnTo>
                    <a:pt x="140970" y="203200"/>
                  </a:lnTo>
                  <a:close/>
                </a:path>
                <a:path w="334010" h="334010">
                  <a:moveTo>
                    <a:pt x="143510" y="200660"/>
                  </a:moveTo>
                  <a:lnTo>
                    <a:pt x="133350" y="200660"/>
                  </a:lnTo>
                  <a:lnTo>
                    <a:pt x="132079" y="201930"/>
                  </a:lnTo>
                  <a:lnTo>
                    <a:pt x="142240" y="201930"/>
                  </a:lnTo>
                  <a:lnTo>
                    <a:pt x="143510" y="200660"/>
                  </a:lnTo>
                  <a:close/>
                </a:path>
                <a:path w="334010" h="334010">
                  <a:moveTo>
                    <a:pt x="147320" y="196850"/>
                  </a:moveTo>
                  <a:lnTo>
                    <a:pt x="137160" y="196850"/>
                  </a:lnTo>
                  <a:lnTo>
                    <a:pt x="134619" y="199390"/>
                  </a:lnTo>
                  <a:lnTo>
                    <a:pt x="144780" y="199390"/>
                  </a:lnTo>
                  <a:lnTo>
                    <a:pt x="147320" y="196850"/>
                  </a:lnTo>
                  <a:close/>
                </a:path>
                <a:path w="334010" h="334010">
                  <a:moveTo>
                    <a:pt x="149860" y="194310"/>
                  </a:moveTo>
                  <a:lnTo>
                    <a:pt x="139700" y="194310"/>
                  </a:lnTo>
                  <a:lnTo>
                    <a:pt x="138429" y="195580"/>
                  </a:lnTo>
                  <a:lnTo>
                    <a:pt x="148590" y="195580"/>
                  </a:lnTo>
                  <a:lnTo>
                    <a:pt x="149860" y="194310"/>
                  </a:lnTo>
                  <a:close/>
                </a:path>
                <a:path w="334010" h="334010">
                  <a:moveTo>
                    <a:pt x="153670" y="190500"/>
                  </a:moveTo>
                  <a:lnTo>
                    <a:pt x="143510" y="190500"/>
                  </a:lnTo>
                  <a:lnTo>
                    <a:pt x="140969" y="193040"/>
                  </a:lnTo>
                  <a:lnTo>
                    <a:pt x="151130" y="193040"/>
                  </a:lnTo>
                  <a:lnTo>
                    <a:pt x="153670" y="190500"/>
                  </a:lnTo>
                  <a:close/>
                </a:path>
                <a:path w="334010" h="334010">
                  <a:moveTo>
                    <a:pt x="156210" y="187960"/>
                  </a:moveTo>
                  <a:lnTo>
                    <a:pt x="146050" y="187960"/>
                  </a:lnTo>
                  <a:lnTo>
                    <a:pt x="144779" y="189230"/>
                  </a:lnTo>
                  <a:lnTo>
                    <a:pt x="154940" y="189230"/>
                  </a:lnTo>
                  <a:lnTo>
                    <a:pt x="156210" y="187960"/>
                  </a:lnTo>
                  <a:close/>
                </a:path>
                <a:path w="334010" h="334010">
                  <a:moveTo>
                    <a:pt x="160020" y="184150"/>
                  </a:moveTo>
                  <a:lnTo>
                    <a:pt x="149860" y="184150"/>
                  </a:lnTo>
                  <a:lnTo>
                    <a:pt x="147319" y="186690"/>
                  </a:lnTo>
                  <a:lnTo>
                    <a:pt x="157480" y="186690"/>
                  </a:lnTo>
                  <a:lnTo>
                    <a:pt x="160020" y="184150"/>
                  </a:lnTo>
                  <a:close/>
                </a:path>
                <a:path w="334010" h="334010">
                  <a:moveTo>
                    <a:pt x="162560" y="181610"/>
                  </a:moveTo>
                  <a:lnTo>
                    <a:pt x="152400" y="181610"/>
                  </a:lnTo>
                  <a:lnTo>
                    <a:pt x="151129" y="182880"/>
                  </a:lnTo>
                  <a:lnTo>
                    <a:pt x="161290" y="182880"/>
                  </a:lnTo>
                  <a:lnTo>
                    <a:pt x="162560" y="181610"/>
                  </a:lnTo>
                  <a:close/>
                </a:path>
                <a:path w="334010" h="334010">
                  <a:moveTo>
                    <a:pt x="166370" y="177800"/>
                  </a:moveTo>
                  <a:lnTo>
                    <a:pt x="156210" y="177800"/>
                  </a:lnTo>
                  <a:lnTo>
                    <a:pt x="153669" y="180340"/>
                  </a:lnTo>
                  <a:lnTo>
                    <a:pt x="163829" y="180340"/>
                  </a:lnTo>
                  <a:lnTo>
                    <a:pt x="166370" y="177800"/>
                  </a:lnTo>
                  <a:close/>
                </a:path>
                <a:path w="334010" h="334010">
                  <a:moveTo>
                    <a:pt x="168910" y="175260"/>
                  </a:moveTo>
                  <a:lnTo>
                    <a:pt x="158750" y="175260"/>
                  </a:lnTo>
                  <a:lnTo>
                    <a:pt x="157479" y="176530"/>
                  </a:lnTo>
                  <a:lnTo>
                    <a:pt x="167640" y="176530"/>
                  </a:lnTo>
                  <a:lnTo>
                    <a:pt x="168910" y="175260"/>
                  </a:lnTo>
                  <a:close/>
                </a:path>
                <a:path w="334010" h="334010">
                  <a:moveTo>
                    <a:pt x="172720" y="171450"/>
                  </a:moveTo>
                  <a:lnTo>
                    <a:pt x="162560" y="171450"/>
                  </a:lnTo>
                  <a:lnTo>
                    <a:pt x="160019" y="173990"/>
                  </a:lnTo>
                  <a:lnTo>
                    <a:pt x="170180" y="173990"/>
                  </a:lnTo>
                  <a:lnTo>
                    <a:pt x="172720" y="171450"/>
                  </a:lnTo>
                  <a:close/>
                </a:path>
                <a:path w="334010" h="334010">
                  <a:moveTo>
                    <a:pt x="175260" y="168910"/>
                  </a:moveTo>
                  <a:lnTo>
                    <a:pt x="165100" y="168910"/>
                  </a:lnTo>
                  <a:lnTo>
                    <a:pt x="163829" y="170180"/>
                  </a:lnTo>
                  <a:lnTo>
                    <a:pt x="173990" y="170180"/>
                  </a:lnTo>
                  <a:lnTo>
                    <a:pt x="175260" y="168910"/>
                  </a:lnTo>
                  <a:close/>
                </a:path>
                <a:path w="334010" h="334010">
                  <a:moveTo>
                    <a:pt x="179070" y="165100"/>
                  </a:moveTo>
                  <a:lnTo>
                    <a:pt x="168910" y="165100"/>
                  </a:lnTo>
                  <a:lnTo>
                    <a:pt x="166369" y="167640"/>
                  </a:lnTo>
                  <a:lnTo>
                    <a:pt x="176530" y="167640"/>
                  </a:lnTo>
                  <a:lnTo>
                    <a:pt x="179070" y="165100"/>
                  </a:lnTo>
                  <a:close/>
                </a:path>
                <a:path w="334010" h="334010">
                  <a:moveTo>
                    <a:pt x="181610" y="162560"/>
                  </a:moveTo>
                  <a:lnTo>
                    <a:pt x="171450" y="162560"/>
                  </a:lnTo>
                  <a:lnTo>
                    <a:pt x="170179" y="163830"/>
                  </a:lnTo>
                  <a:lnTo>
                    <a:pt x="180340" y="163830"/>
                  </a:lnTo>
                  <a:lnTo>
                    <a:pt x="181610" y="162560"/>
                  </a:lnTo>
                  <a:close/>
                </a:path>
                <a:path w="334010" h="334010">
                  <a:moveTo>
                    <a:pt x="185420" y="158750"/>
                  </a:moveTo>
                  <a:lnTo>
                    <a:pt x="175260" y="158750"/>
                  </a:lnTo>
                  <a:lnTo>
                    <a:pt x="172719" y="161290"/>
                  </a:lnTo>
                  <a:lnTo>
                    <a:pt x="182880" y="161290"/>
                  </a:lnTo>
                  <a:lnTo>
                    <a:pt x="185420" y="158750"/>
                  </a:lnTo>
                  <a:close/>
                </a:path>
                <a:path w="334010" h="334010">
                  <a:moveTo>
                    <a:pt x="187960" y="156210"/>
                  </a:moveTo>
                  <a:lnTo>
                    <a:pt x="177800" y="156210"/>
                  </a:lnTo>
                  <a:lnTo>
                    <a:pt x="176529" y="157480"/>
                  </a:lnTo>
                  <a:lnTo>
                    <a:pt x="186690" y="157480"/>
                  </a:lnTo>
                  <a:lnTo>
                    <a:pt x="187960" y="156210"/>
                  </a:lnTo>
                  <a:close/>
                </a:path>
                <a:path w="334010" h="334010">
                  <a:moveTo>
                    <a:pt x="191770" y="152400"/>
                  </a:moveTo>
                  <a:lnTo>
                    <a:pt x="181610" y="152400"/>
                  </a:lnTo>
                  <a:lnTo>
                    <a:pt x="179069" y="154940"/>
                  </a:lnTo>
                  <a:lnTo>
                    <a:pt x="189230" y="154940"/>
                  </a:lnTo>
                  <a:lnTo>
                    <a:pt x="191770" y="152400"/>
                  </a:lnTo>
                  <a:close/>
                </a:path>
                <a:path w="334010" h="334010">
                  <a:moveTo>
                    <a:pt x="334009" y="0"/>
                  </a:moveTo>
                  <a:lnTo>
                    <a:pt x="182879" y="151130"/>
                  </a:lnTo>
                  <a:lnTo>
                    <a:pt x="193040" y="151130"/>
                  </a:lnTo>
                  <a:lnTo>
                    <a:pt x="334009" y="10160"/>
                  </a:lnTo>
                  <a:lnTo>
                    <a:pt x="334009" y="0"/>
                  </a:lnTo>
                  <a:close/>
                </a:path>
              </a:pathLst>
            </a:custGeom>
            <a:solidFill>
              <a:srgbClr val="DACF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1366519" y="3082290"/>
              <a:ext cx="311150" cy="311150"/>
            </a:xfrm>
            <a:custGeom>
              <a:avLst/>
              <a:gdLst/>
              <a:ahLst/>
              <a:cxnLst/>
              <a:rect l="l" t="t" r="r" b="b"/>
              <a:pathLst>
                <a:path w="311150" h="311150">
                  <a:moveTo>
                    <a:pt x="2540" y="308609"/>
                  </a:moveTo>
                  <a:lnTo>
                    <a:pt x="0" y="311150"/>
                  </a:lnTo>
                  <a:lnTo>
                    <a:pt x="2540" y="311150"/>
                  </a:lnTo>
                  <a:lnTo>
                    <a:pt x="2540" y="308609"/>
                  </a:lnTo>
                  <a:close/>
                </a:path>
                <a:path w="311150" h="311150">
                  <a:moveTo>
                    <a:pt x="5080" y="307339"/>
                  </a:moveTo>
                  <a:lnTo>
                    <a:pt x="3810" y="307339"/>
                  </a:lnTo>
                  <a:lnTo>
                    <a:pt x="2540" y="308609"/>
                  </a:lnTo>
                  <a:lnTo>
                    <a:pt x="5080" y="308609"/>
                  </a:lnTo>
                  <a:lnTo>
                    <a:pt x="5080" y="307339"/>
                  </a:lnTo>
                  <a:close/>
                </a:path>
                <a:path w="311150" h="311150">
                  <a:moveTo>
                    <a:pt x="10159" y="304799"/>
                  </a:moveTo>
                  <a:lnTo>
                    <a:pt x="6350" y="304799"/>
                  </a:lnTo>
                  <a:lnTo>
                    <a:pt x="5080" y="306069"/>
                  </a:lnTo>
                  <a:lnTo>
                    <a:pt x="7619" y="306069"/>
                  </a:lnTo>
                  <a:lnTo>
                    <a:pt x="7619" y="307339"/>
                  </a:lnTo>
                  <a:lnTo>
                    <a:pt x="10159" y="307339"/>
                  </a:lnTo>
                  <a:lnTo>
                    <a:pt x="10159" y="304799"/>
                  </a:lnTo>
                  <a:close/>
                </a:path>
                <a:path w="311150" h="311150">
                  <a:moveTo>
                    <a:pt x="16509" y="300989"/>
                  </a:moveTo>
                  <a:lnTo>
                    <a:pt x="10160" y="300989"/>
                  </a:lnTo>
                  <a:lnTo>
                    <a:pt x="7620" y="303529"/>
                  </a:lnTo>
                  <a:lnTo>
                    <a:pt x="11430" y="303529"/>
                  </a:lnTo>
                  <a:lnTo>
                    <a:pt x="11430" y="304799"/>
                  </a:lnTo>
                  <a:lnTo>
                    <a:pt x="13969" y="304799"/>
                  </a:lnTo>
                  <a:lnTo>
                    <a:pt x="13969" y="302259"/>
                  </a:lnTo>
                  <a:lnTo>
                    <a:pt x="16509" y="302259"/>
                  </a:lnTo>
                  <a:lnTo>
                    <a:pt x="16509" y="300989"/>
                  </a:lnTo>
                  <a:close/>
                </a:path>
                <a:path w="311150" h="311150">
                  <a:moveTo>
                    <a:pt x="21590" y="298449"/>
                  </a:moveTo>
                  <a:lnTo>
                    <a:pt x="12700" y="298449"/>
                  </a:lnTo>
                  <a:lnTo>
                    <a:pt x="11430" y="299719"/>
                  </a:lnTo>
                  <a:lnTo>
                    <a:pt x="19050" y="299719"/>
                  </a:lnTo>
                  <a:lnTo>
                    <a:pt x="19050" y="300989"/>
                  </a:lnTo>
                  <a:lnTo>
                    <a:pt x="20320" y="300989"/>
                  </a:lnTo>
                  <a:lnTo>
                    <a:pt x="21590" y="299719"/>
                  </a:lnTo>
                  <a:lnTo>
                    <a:pt x="21590" y="298449"/>
                  </a:lnTo>
                  <a:close/>
                </a:path>
                <a:path w="311150" h="311150">
                  <a:moveTo>
                    <a:pt x="26670" y="294639"/>
                  </a:moveTo>
                  <a:lnTo>
                    <a:pt x="16510" y="294639"/>
                  </a:lnTo>
                  <a:lnTo>
                    <a:pt x="13970" y="297179"/>
                  </a:lnTo>
                  <a:lnTo>
                    <a:pt x="24129" y="297179"/>
                  </a:lnTo>
                  <a:lnTo>
                    <a:pt x="26670" y="294639"/>
                  </a:lnTo>
                  <a:close/>
                </a:path>
                <a:path w="311150" h="311150">
                  <a:moveTo>
                    <a:pt x="29210" y="292099"/>
                  </a:moveTo>
                  <a:lnTo>
                    <a:pt x="19050" y="292099"/>
                  </a:lnTo>
                  <a:lnTo>
                    <a:pt x="17780" y="293369"/>
                  </a:lnTo>
                  <a:lnTo>
                    <a:pt x="27939" y="293369"/>
                  </a:lnTo>
                  <a:lnTo>
                    <a:pt x="29210" y="292099"/>
                  </a:lnTo>
                  <a:close/>
                </a:path>
                <a:path w="311150" h="311150">
                  <a:moveTo>
                    <a:pt x="33020" y="288289"/>
                  </a:moveTo>
                  <a:lnTo>
                    <a:pt x="22860" y="288289"/>
                  </a:lnTo>
                  <a:lnTo>
                    <a:pt x="20320" y="290829"/>
                  </a:lnTo>
                  <a:lnTo>
                    <a:pt x="30479" y="290829"/>
                  </a:lnTo>
                  <a:lnTo>
                    <a:pt x="33020" y="288289"/>
                  </a:lnTo>
                  <a:close/>
                </a:path>
                <a:path w="311150" h="311150">
                  <a:moveTo>
                    <a:pt x="35560" y="285749"/>
                  </a:moveTo>
                  <a:lnTo>
                    <a:pt x="25400" y="285749"/>
                  </a:lnTo>
                  <a:lnTo>
                    <a:pt x="24130" y="287019"/>
                  </a:lnTo>
                  <a:lnTo>
                    <a:pt x="34289" y="287019"/>
                  </a:lnTo>
                  <a:lnTo>
                    <a:pt x="35560" y="285749"/>
                  </a:lnTo>
                  <a:close/>
                </a:path>
                <a:path w="311150" h="311150">
                  <a:moveTo>
                    <a:pt x="39370" y="281939"/>
                  </a:moveTo>
                  <a:lnTo>
                    <a:pt x="29210" y="281939"/>
                  </a:lnTo>
                  <a:lnTo>
                    <a:pt x="26670" y="284479"/>
                  </a:lnTo>
                  <a:lnTo>
                    <a:pt x="36829" y="284479"/>
                  </a:lnTo>
                  <a:lnTo>
                    <a:pt x="39370" y="281939"/>
                  </a:lnTo>
                  <a:close/>
                </a:path>
                <a:path w="311150" h="311150">
                  <a:moveTo>
                    <a:pt x="41910" y="279399"/>
                  </a:moveTo>
                  <a:lnTo>
                    <a:pt x="31750" y="279399"/>
                  </a:lnTo>
                  <a:lnTo>
                    <a:pt x="30480" y="280669"/>
                  </a:lnTo>
                  <a:lnTo>
                    <a:pt x="40639" y="280669"/>
                  </a:lnTo>
                  <a:lnTo>
                    <a:pt x="41910" y="279399"/>
                  </a:lnTo>
                  <a:close/>
                </a:path>
                <a:path w="311150" h="311150">
                  <a:moveTo>
                    <a:pt x="45720" y="275589"/>
                  </a:moveTo>
                  <a:lnTo>
                    <a:pt x="35560" y="275589"/>
                  </a:lnTo>
                  <a:lnTo>
                    <a:pt x="33020" y="278129"/>
                  </a:lnTo>
                  <a:lnTo>
                    <a:pt x="43179" y="278129"/>
                  </a:lnTo>
                  <a:lnTo>
                    <a:pt x="45720" y="275589"/>
                  </a:lnTo>
                  <a:close/>
                </a:path>
                <a:path w="311150" h="311150">
                  <a:moveTo>
                    <a:pt x="48260" y="273049"/>
                  </a:moveTo>
                  <a:lnTo>
                    <a:pt x="38100" y="273049"/>
                  </a:lnTo>
                  <a:lnTo>
                    <a:pt x="36830" y="274319"/>
                  </a:lnTo>
                  <a:lnTo>
                    <a:pt x="46989" y="274319"/>
                  </a:lnTo>
                  <a:lnTo>
                    <a:pt x="48260" y="273049"/>
                  </a:lnTo>
                  <a:close/>
                </a:path>
                <a:path w="311150" h="311150">
                  <a:moveTo>
                    <a:pt x="52070" y="269239"/>
                  </a:moveTo>
                  <a:lnTo>
                    <a:pt x="41910" y="269239"/>
                  </a:lnTo>
                  <a:lnTo>
                    <a:pt x="39370" y="271779"/>
                  </a:lnTo>
                  <a:lnTo>
                    <a:pt x="49529" y="271779"/>
                  </a:lnTo>
                  <a:lnTo>
                    <a:pt x="52070" y="269239"/>
                  </a:lnTo>
                  <a:close/>
                </a:path>
                <a:path w="311150" h="311150">
                  <a:moveTo>
                    <a:pt x="54610" y="266699"/>
                  </a:moveTo>
                  <a:lnTo>
                    <a:pt x="44450" y="266699"/>
                  </a:lnTo>
                  <a:lnTo>
                    <a:pt x="43180" y="267969"/>
                  </a:lnTo>
                  <a:lnTo>
                    <a:pt x="53339" y="267969"/>
                  </a:lnTo>
                  <a:lnTo>
                    <a:pt x="54610" y="266699"/>
                  </a:lnTo>
                  <a:close/>
                </a:path>
                <a:path w="311150" h="311150">
                  <a:moveTo>
                    <a:pt x="58420" y="262889"/>
                  </a:moveTo>
                  <a:lnTo>
                    <a:pt x="48260" y="262889"/>
                  </a:lnTo>
                  <a:lnTo>
                    <a:pt x="45720" y="265429"/>
                  </a:lnTo>
                  <a:lnTo>
                    <a:pt x="55879" y="265429"/>
                  </a:lnTo>
                  <a:lnTo>
                    <a:pt x="58420" y="262889"/>
                  </a:lnTo>
                  <a:close/>
                </a:path>
                <a:path w="311150" h="311150">
                  <a:moveTo>
                    <a:pt x="60960" y="260349"/>
                  </a:moveTo>
                  <a:lnTo>
                    <a:pt x="50800" y="260349"/>
                  </a:lnTo>
                  <a:lnTo>
                    <a:pt x="49530" y="261619"/>
                  </a:lnTo>
                  <a:lnTo>
                    <a:pt x="59689" y="261619"/>
                  </a:lnTo>
                  <a:lnTo>
                    <a:pt x="60960" y="260349"/>
                  </a:lnTo>
                  <a:close/>
                </a:path>
                <a:path w="311150" h="311150">
                  <a:moveTo>
                    <a:pt x="64770" y="256539"/>
                  </a:moveTo>
                  <a:lnTo>
                    <a:pt x="54610" y="256539"/>
                  </a:lnTo>
                  <a:lnTo>
                    <a:pt x="52070" y="259079"/>
                  </a:lnTo>
                  <a:lnTo>
                    <a:pt x="62229" y="259079"/>
                  </a:lnTo>
                  <a:lnTo>
                    <a:pt x="64770" y="256539"/>
                  </a:lnTo>
                  <a:close/>
                </a:path>
                <a:path w="311150" h="311150">
                  <a:moveTo>
                    <a:pt x="67310" y="253999"/>
                  </a:moveTo>
                  <a:lnTo>
                    <a:pt x="57150" y="253999"/>
                  </a:lnTo>
                  <a:lnTo>
                    <a:pt x="55880" y="255269"/>
                  </a:lnTo>
                  <a:lnTo>
                    <a:pt x="66039" y="255269"/>
                  </a:lnTo>
                  <a:lnTo>
                    <a:pt x="67310" y="253999"/>
                  </a:lnTo>
                  <a:close/>
                </a:path>
                <a:path w="311150" h="311150">
                  <a:moveTo>
                    <a:pt x="71120" y="250189"/>
                  </a:moveTo>
                  <a:lnTo>
                    <a:pt x="60960" y="250189"/>
                  </a:lnTo>
                  <a:lnTo>
                    <a:pt x="58420" y="252729"/>
                  </a:lnTo>
                  <a:lnTo>
                    <a:pt x="68579" y="252729"/>
                  </a:lnTo>
                  <a:lnTo>
                    <a:pt x="71120" y="250189"/>
                  </a:lnTo>
                  <a:close/>
                </a:path>
                <a:path w="311150" h="311150">
                  <a:moveTo>
                    <a:pt x="73660" y="247649"/>
                  </a:moveTo>
                  <a:lnTo>
                    <a:pt x="63500" y="247649"/>
                  </a:lnTo>
                  <a:lnTo>
                    <a:pt x="62230" y="248919"/>
                  </a:lnTo>
                  <a:lnTo>
                    <a:pt x="72389" y="248919"/>
                  </a:lnTo>
                  <a:lnTo>
                    <a:pt x="73660" y="247649"/>
                  </a:lnTo>
                  <a:close/>
                </a:path>
                <a:path w="311150" h="311150">
                  <a:moveTo>
                    <a:pt x="77470" y="243839"/>
                  </a:moveTo>
                  <a:lnTo>
                    <a:pt x="67310" y="243839"/>
                  </a:lnTo>
                  <a:lnTo>
                    <a:pt x="64770" y="246379"/>
                  </a:lnTo>
                  <a:lnTo>
                    <a:pt x="74929" y="246379"/>
                  </a:lnTo>
                  <a:lnTo>
                    <a:pt x="77470" y="243839"/>
                  </a:lnTo>
                  <a:close/>
                </a:path>
                <a:path w="311150" h="311150">
                  <a:moveTo>
                    <a:pt x="80010" y="241299"/>
                  </a:moveTo>
                  <a:lnTo>
                    <a:pt x="69850" y="241299"/>
                  </a:lnTo>
                  <a:lnTo>
                    <a:pt x="68580" y="242569"/>
                  </a:lnTo>
                  <a:lnTo>
                    <a:pt x="78739" y="242569"/>
                  </a:lnTo>
                  <a:lnTo>
                    <a:pt x="80010" y="241299"/>
                  </a:lnTo>
                  <a:close/>
                </a:path>
                <a:path w="311150" h="311150">
                  <a:moveTo>
                    <a:pt x="83820" y="237489"/>
                  </a:moveTo>
                  <a:lnTo>
                    <a:pt x="73660" y="237489"/>
                  </a:lnTo>
                  <a:lnTo>
                    <a:pt x="71120" y="240029"/>
                  </a:lnTo>
                  <a:lnTo>
                    <a:pt x="81279" y="240029"/>
                  </a:lnTo>
                  <a:lnTo>
                    <a:pt x="83820" y="237489"/>
                  </a:lnTo>
                  <a:close/>
                </a:path>
                <a:path w="311150" h="311150">
                  <a:moveTo>
                    <a:pt x="86360" y="234949"/>
                  </a:moveTo>
                  <a:lnTo>
                    <a:pt x="76200" y="234949"/>
                  </a:lnTo>
                  <a:lnTo>
                    <a:pt x="74930" y="236219"/>
                  </a:lnTo>
                  <a:lnTo>
                    <a:pt x="85089" y="236219"/>
                  </a:lnTo>
                  <a:lnTo>
                    <a:pt x="86360" y="234949"/>
                  </a:lnTo>
                  <a:close/>
                </a:path>
                <a:path w="311150" h="311150">
                  <a:moveTo>
                    <a:pt x="90170" y="231139"/>
                  </a:moveTo>
                  <a:lnTo>
                    <a:pt x="80010" y="231139"/>
                  </a:lnTo>
                  <a:lnTo>
                    <a:pt x="77470" y="233679"/>
                  </a:lnTo>
                  <a:lnTo>
                    <a:pt x="87629" y="233679"/>
                  </a:lnTo>
                  <a:lnTo>
                    <a:pt x="90170" y="231139"/>
                  </a:lnTo>
                  <a:close/>
                </a:path>
                <a:path w="311150" h="311150">
                  <a:moveTo>
                    <a:pt x="92710" y="228599"/>
                  </a:moveTo>
                  <a:lnTo>
                    <a:pt x="82550" y="228599"/>
                  </a:lnTo>
                  <a:lnTo>
                    <a:pt x="81280" y="229869"/>
                  </a:lnTo>
                  <a:lnTo>
                    <a:pt x="91439" y="229869"/>
                  </a:lnTo>
                  <a:lnTo>
                    <a:pt x="92710" y="228599"/>
                  </a:lnTo>
                  <a:close/>
                </a:path>
                <a:path w="311150" h="311150">
                  <a:moveTo>
                    <a:pt x="96520" y="224789"/>
                  </a:moveTo>
                  <a:lnTo>
                    <a:pt x="86360" y="224789"/>
                  </a:lnTo>
                  <a:lnTo>
                    <a:pt x="83820" y="227329"/>
                  </a:lnTo>
                  <a:lnTo>
                    <a:pt x="93979" y="227329"/>
                  </a:lnTo>
                  <a:lnTo>
                    <a:pt x="96520" y="224789"/>
                  </a:lnTo>
                  <a:close/>
                </a:path>
                <a:path w="311150" h="311150">
                  <a:moveTo>
                    <a:pt x="99060" y="222249"/>
                  </a:moveTo>
                  <a:lnTo>
                    <a:pt x="88900" y="222249"/>
                  </a:lnTo>
                  <a:lnTo>
                    <a:pt x="87630" y="223519"/>
                  </a:lnTo>
                  <a:lnTo>
                    <a:pt x="97789" y="223519"/>
                  </a:lnTo>
                  <a:lnTo>
                    <a:pt x="99060" y="222249"/>
                  </a:lnTo>
                  <a:close/>
                </a:path>
                <a:path w="311150" h="311150">
                  <a:moveTo>
                    <a:pt x="102870" y="218439"/>
                  </a:moveTo>
                  <a:lnTo>
                    <a:pt x="92710" y="218439"/>
                  </a:lnTo>
                  <a:lnTo>
                    <a:pt x="90170" y="220979"/>
                  </a:lnTo>
                  <a:lnTo>
                    <a:pt x="100329" y="220979"/>
                  </a:lnTo>
                  <a:lnTo>
                    <a:pt x="102870" y="218439"/>
                  </a:lnTo>
                  <a:close/>
                </a:path>
                <a:path w="311150" h="311150">
                  <a:moveTo>
                    <a:pt x="105410" y="215899"/>
                  </a:moveTo>
                  <a:lnTo>
                    <a:pt x="95250" y="215899"/>
                  </a:lnTo>
                  <a:lnTo>
                    <a:pt x="93980" y="217169"/>
                  </a:lnTo>
                  <a:lnTo>
                    <a:pt x="104139" y="217169"/>
                  </a:lnTo>
                  <a:lnTo>
                    <a:pt x="105410" y="215899"/>
                  </a:lnTo>
                  <a:close/>
                </a:path>
                <a:path w="311150" h="311150">
                  <a:moveTo>
                    <a:pt x="109220" y="212089"/>
                  </a:moveTo>
                  <a:lnTo>
                    <a:pt x="99060" y="212089"/>
                  </a:lnTo>
                  <a:lnTo>
                    <a:pt x="96520" y="214629"/>
                  </a:lnTo>
                  <a:lnTo>
                    <a:pt x="106679" y="214629"/>
                  </a:lnTo>
                  <a:lnTo>
                    <a:pt x="109220" y="212089"/>
                  </a:lnTo>
                  <a:close/>
                </a:path>
                <a:path w="311150" h="311150">
                  <a:moveTo>
                    <a:pt x="111760" y="209549"/>
                  </a:moveTo>
                  <a:lnTo>
                    <a:pt x="101600" y="209549"/>
                  </a:lnTo>
                  <a:lnTo>
                    <a:pt x="100330" y="210819"/>
                  </a:lnTo>
                  <a:lnTo>
                    <a:pt x="110489" y="210819"/>
                  </a:lnTo>
                  <a:lnTo>
                    <a:pt x="111760" y="209549"/>
                  </a:lnTo>
                  <a:close/>
                </a:path>
                <a:path w="311150" h="311150">
                  <a:moveTo>
                    <a:pt x="115570" y="205739"/>
                  </a:moveTo>
                  <a:lnTo>
                    <a:pt x="105410" y="205739"/>
                  </a:lnTo>
                  <a:lnTo>
                    <a:pt x="102870" y="208279"/>
                  </a:lnTo>
                  <a:lnTo>
                    <a:pt x="113029" y="208279"/>
                  </a:lnTo>
                  <a:lnTo>
                    <a:pt x="115570" y="205739"/>
                  </a:lnTo>
                  <a:close/>
                </a:path>
                <a:path w="311150" h="311150">
                  <a:moveTo>
                    <a:pt x="118110" y="203199"/>
                  </a:moveTo>
                  <a:lnTo>
                    <a:pt x="107950" y="203199"/>
                  </a:lnTo>
                  <a:lnTo>
                    <a:pt x="106680" y="204469"/>
                  </a:lnTo>
                  <a:lnTo>
                    <a:pt x="116839" y="204469"/>
                  </a:lnTo>
                  <a:lnTo>
                    <a:pt x="118110" y="203199"/>
                  </a:lnTo>
                  <a:close/>
                </a:path>
                <a:path w="311150" h="311150">
                  <a:moveTo>
                    <a:pt x="121920" y="199389"/>
                  </a:moveTo>
                  <a:lnTo>
                    <a:pt x="111760" y="199389"/>
                  </a:lnTo>
                  <a:lnTo>
                    <a:pt x="109220" y="201929"/>
                  </a:lnTo>
                  <a:lnTo>
                    <a:pt x="119379" y="201929"/>
                  </a:lnTo>
                  <a:lnTo>
                    <a:pt x="121920" y="199389"/>
                  </a:lnTo>
                  <a:close/>
                </a:path>
                <a:path w="311150" h="311150">
                  <a:moveTo>
                    <a:pt x="124460" y="196849"/>
                  </a:moveTo>
                  <a:lnTo>
                    <a:pt x="114300" y="196849"/>
                  </a:lnTo>
                  <a:lnTo>
                    <a:pt x="113030" y="198119"/>
                  </a:lnTo>
                  <a:lnTo>
                    <a:pt x="123189" y="198119"/>
                  </a:lnTo>
                  <a:lnTo>
                    <a:pt x="124460" y="196849"/>
                  </a:lnTo>
                  <a:close/>
                </a:path>
                <a:path w="311150" h="311150">
                  <a:moveTo>
                    <a:pt x="128270" y="193039"/>
                  </a:moveTo>
                  <a:lnTo>
                    <a:pt x="118110" y="193039"/>
                  </a:lnTo>
                  <a:lnTo>
                    <a:pt x="115570" y="195579"/>
                  </a:lnTo>
                  <a:lnTo>
                    <a:pt x="125729" y="195579"/>
                  </a:lnTo>
                  <a:lnTo>
                    <a:pt x="128270" y="193039"/>
                  </a:lnTo>
                  <a:close/>
                </a:path>
                <a:path w="311150" h="311150">
                  <a:moveTo>
                    <a:pt x="130810" y="190499"/>
                  </a:moveTo>
                  <a:lnTo>
                    <a:pt x="120650" y="190499"/>
                  </a:lnTo>
                  <a:lnTo>
                    <a:pt x="119380" y="191769"/>
                  </a:lnTo>
                  <a:lnTo>
                    <a:pt x="129539" y="191769"/>
                  </a:lnTo>
                  <a:lnTo>
                    <a:pt x="130810" y="190499"/>
                  </a:lnTo>
                  <a:close/>
                </a:path>
                <a:path w="311150" h="311150">
                  <a:moveTo>
                    <a:pt x="134620" y="186689"/>
                  </a:moveTo>
                  <a:lnTo>
                    <a:pt x="124460" y="186689"/>
                  </a:lnTo>
                  <a:lnTo>
                    <a:pt x="121920" y="189229"/>
                  </a:lnTo>
                  <a:lnTo>
                    <a:pt x="132079" y="189229"/>
                  </a:lnTo>
                  <a:lnTo>
                    <a:pt x="134620" y="186689"/>
                  </a:lnTo>
                  <a:close/>
                </a:path>
                <a:path w="311150" h="311150">
                  <a:moveTo>
                    <a:pt x="137160" y="184149"/>
                  </a:moveTo>
                  <a:lnTo>
                    <a:pt x="127000" y="184149"/>
                  </a:lnTo>
                  <a:lnTo>
                    <a:pt x="125730" y="185419"/>
                  </a:lnTo>
                  <a:lnTo>
                    <a:pt x="135889" y="185419"/>
                  </a:lnTo>
                  <a:lnTo>
                    <a:pt x="137160" y="184149"/>
                  </a:lnTo>
                  <a:close/>
                </a:path>
                <a:path w="311150" h="311150">
                  <a:moveTo>
                    <a:pt x="140970" y="180339"/>
                  </a:moveTo>
                  <a:lnTo>
                    <a:pt x="130810" y="180339"/>
                  </a:lnTo>
                  <a:lnTo>
                    <a:pt x="128270" y="182879"/>
                  </a:lnTo>
                  <a:lnTo>
                    <a:pt x="138429" y="182879"/>
                  </a:lnTo>
                  <a:lnTo>
                    <a:pt x="140970" y="180339"/>
                  </a:lnTo>
                  <a:close/>
                </a:path>
                <a:path w="311150" h="311150">
                  <a:moveTo>
                    <a:pt x="143510" y="177799"/>
                  </a:moveTo>
                  <a:lnTo>
                    <a:pt x="133350" y="177799"/>
                  </a:lnTo>
                  <a:lnTo>
                    <a:pt x="132080" y="179069"/>
                  </a:lnTo>
                  <a:lnTo>
                    <a:pt x="142239" y="179069"/>
                  </a:lnTo>
                  <a:lnTo>
                    <a:pt x="143510" y="177799"/>
                  </a:lnTo>
                  <a:close/>
                </a:path>
                <a:path w="311150" h="311150">
                  <a:moveTo>
                    <a:pt x="147320" y="173989"/>
                  </a:moveTo>
                  <a:lnTo>
                    <a:pt x="137160" y="173989"/>
                  </a:lnTo>
                  <a:lnTo>
                    <a:pt x="134620" y="176529"/>
                  </a:lnTo>
                  <a:lnTo>
                    <a:pt x="144779" y="176529"/>
                  </a:lnTo>
                  <a:lnTo>
                    <a:pt x="147320" y="173989"/>
                  </a:lnTo>
                  <a:close/>
                </a:path>
                <a:path w="311150" h="311150">
                  <a:moveTo>
                    <a:pt x="149860" y="171449"/>
                  </a:moveTo>
                  <a:lnTo>
                    <a:pt x="139700" y="171449"/>
                  </a:lnTo>
                  <a:lnTo>
                    <a:pt x="138430" y="172719"/>
                  </a:lnTo>
                  <a:lnTo>
                    <a:pt x="148589" y="172719"/>
                  </a:lnTo>
                  <a:lnTo>
                    <a:pt x="149860" y="171449"/>
                  </a:lnTo>
                  <a:close/>
                </a:path>
                <a:path w="311150" h="311150">
                  <a:moveTo>
                    <a:pt x="153670" y="167639"/>
                  </a:moveTo>
                  <a:lnTo>
                    <a:pt x="143510" y="167639"/>
                  </a:lnTo>
                  <a:lnTo>
                    <a:pt x="140970" y="170179"/>
                  </a:lnTo>
                  <a:lnTo>
                    <a:pt x="151129" y="170179"/>
                  </a:lnTo>
                  <a:lnTo>
                    <a:pt x="153670" y="167639"/>
                  </a:lnTo>
                  <a:close/>
                </a:path>
                <a:path w="311150" h="311150">
                  <a:moveTo>
                    <a:pt x="156210" y="165099"/>
                  </a:moveTo>
                  <a:lnTo>
                    <a:pt x="146050" y="165099"/>
                  </a:lnTo>
                  <a:lnTo>
                    <a:pt x="144780" y="166369"/>
                  </a:lnTo>
                  <a:lnTo>
                    <a:pt x="154939" y="166369"/>
                  </a:lnTo>
                  <a:lnTo>
                    <a:pt x="156210" y="165099"/>
                  </a:lnTo>
                  <a:close/>
                </a:path>
                <a:path w="311150" h="311150">
                  <a:moveTo>
                    <a:pt x="160020" y="161289"/>
                  </a:moveTo>
                  <a:lnTo>
                    <a:pt x="149860" y="161289"/>
                  </a:lnTo>
                  <a:lnTo>
                    <a:pt x="147320" y="163829"/>
                  </a:lnTo>
                  <a:lnTo>
                    <a:pt x="157479" y="163829"/>
                  </a:lnTo>
                  <a:lnTo>
                    <a:pt x="160020" y="161289"/>
                  </a:lnTo>
                  <a:close/>
                </a:path>
                <a:path w="311150" h="311150">
                  <a:moveTo>
                    <a:pt x="162560" y="158749"/>
                  </a:moveTo>
                  <a:lnTo>
                    <a:pt x="152400" y="158749"/>
                  </a:lnTo>
                  <a:lnTo>
                    <a:pt x="151130" y="160019"/>
                  </a:lnTo>
                  <a:lnTo>
                    <a:pt x="161289" y="160019"/>
                  </a:lnTo>
                  <a:lnTo>
                    <a:pt x="162560" y="158749"/>
                  </a:lnTo>
                  <a:close/>
                </a:path>
                <a:path w="311150" h="311150">
                  <a:moveTo>
                    <a:pt x="166370" y="154939"/>
                  </a:moveTo>
                  <a:lnTo>
                    <a:pt x="156210" y="154939"/>
                  </a:lnTo>
                  <a:lnTo>
                    <a:pt x="153670" y="157479"/>
                  </a:lnTo>
                  <a:lnTo>
                    <a:pt x="163829" y="157479"/>
                  </a:lnTo>
                  <a:lnTo>
                    <a:pt x="166370" y="154939"/>
                  </a:lnTo>
                  <a:close/>
                </a:path>
                <a:path w="311150" h="311150">
                  <a:moveTo>
                    <a:pt x="168910" y="152399"/>
                  </a:moveTo>
                  <a:lnTo>
                    <a:pt x="158750" y="152399"/>
                  </a:lnTo>
                  <a:lnTo>
                    <a:pt x="157480" y="153669"/>
                  </a:lnTo>
                  <a:lnTo>
                    <a:pt x="167639" y="153669"/>
                  </a:lnTo>
                  <a:lnTo>
                    <a:pt x="168910" y="152399"/>
                  </a:lnTo>
                  <a:close/>
                </a:path>
                <a:path w="311150" h="311150">
                  <a:moveTo>
                    <a:pt x="172720" y="148589"/>
                  </a:moveTo>
                  <a:lnTo>
                    <a:pt x="162560" y="148589"/>
                  </a:lnTo>
                  <a:lnTo>
                    <a:pt x="160019" y="151129"/>
                  </a:lnTo>
                  <a:lnTo>
                    <a:pt x="170179" y="151129"/>
                  </a:lnTo>
                  <a:lnTo>
                    <a:pt x="172720" y="148589"/>
                  </a:lnTo>
                  <a:close/>
                </a:path>
                <a:path w="311150" h="311150">
                  <a:moveTo>
                    <a:pt x="175260" y="146049"/>
                  </a:moveTo>
                  <a:lnTo>
                    <a:pt x="165100" y="146049"/>
                  </a:lnTo>
                  <a:lnTo>
                    <a:pt x="163830" y="147319"/>
                  </a:lnTo>
                  <a:lnTo>
                    <a:pt x="173989" y="147319"/>
                  </a:lnTo>
                  <a:lnTo>
                    <a:pt x="175260" y="146049"/>
                  </a:lnTo>
                  <a:close/>
                </a:path>
                <a:path w="311150" h="311150">
                  <a:moveTo>
                    <a:pt x="179070" y="142239"/>
                  </a:moveTo>
                  <a:lnTo>
                    <a:pt x="168910" y="142239"/>
                  </a:lnTo>
                  <a:lnTo>
                    <a:pt x="166370" y="144779"/>
                  </a:lnTo>
                  <a:lnTo>
                    <a:pt x="176529" y="144779"/>
                  </a:lnTo>
                  <a:lnTo>
                    <a:pt x="179070" y="142239"/>
                  </a:lnTo>
                  <a:close/>
                </a:path>
                <a:path w="311150" h="311150">
                  <a:moveTo>
                    <a:pt x="311150" y="0"/>
                  </a:moveTo>
                  <a:lnTo>
                    <a:pt x="170180" y="140969"/>
                  </a:lnTo>
                  <a:lnTo>
                    <a:pt x="180339" y="140969"/>
                  </a:lnTo>
                  <a:lnTo>
                    <a:pt x="311150" y="10159"/>
                  </a:lnTo>
                  <a:lnTo>
                    <a:pt x="311150" y="0"/>
                  </a:lnTo>
                  <a:close/>
                </a:path>
              </a:pathLst>
            </a:custGeom>
            <a:solidFill>
              <a:srgbClr val="DAD0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1386840" y="3092450"/>
              <a:ext cx="290830" cy="290830"/>
            </a:xfrm>
            <a:custGeom>
              <a:avLst/>
              <a:gdLst/>
              <a:ahLst/>
              <a:cxnLst/>
              <a:rect l="l" t="t" r="r" b="b"/>
              <a:pathLst>
                <a:path w="290830" h="290829">
                  <a:moveTo>
                    <a:pt x="1269" y="289560"/>
                  </a:moveTo>
                  <a:lnTo>
                    <a:pt x="0" y="290829"/>
                  </a:lnTo>
                  <a:lnTo>
                    <a:pt x="1269" y="290829"/>
                  </a:lnTo>
                  <a:lnTo>
                    <a:pt x="1269" y="289560"/>
                  </a:lnTo>
                  <a:close/>
                </a:path>
                <a:path w="290830" h="290829">
                  <a:moveTo>
                    <a:pt x="5079" y="285750"/>
                  </a:moveTo>
                  <a:lnTo>
                    <a:pt x="3809" y="287020"/>
                  </a:lnTo>
                  <a:lnTo>
                    <a:pt x="3809" y="288289"/>
                  </a:lnTo>
                  <a:lnTo>
                    <a:pt x="5079" y="288289"/>
                  </a:lnTo>
                  <a:lnTo>
                    <a:pt x="5079" y="285750"/>
                  </a:lnTo>
                  <a:close/>
                </a:path>
                <a:path w="290830" h="290829">
                  <a:moveTo>
                    <a:pt x="7619" y="284479"/>
                  </a:moveTo>
                  <a:lnTo>
                    <a:pt x="6350" y="284479"/>
                  </a:lnTo>
                  <a:lnTo>
                    <a:pt x="5079" y="285750"/>
                  </a:lnTo>
                  <a:lnTo>
                    <a:pt x="7619" y="285750"/>
                  </a:lnTo>
                  <a:lnTo>
                    <a:pt x="7619" y="284479"/>
                  </a:lnTo>
                  <a:close/>
                </a:path>
                <a:path w="290830" h="290829">
                  <a:moveTo>
                    <a:pt x="12699" y="281939"/>
                  </a:moveTo>
                  <a:lnTo>
                    <a:pt x="8889" y="281939"/>
                  </a:lnTo>
                  <a:lnTo>
                    <a:pt x="7619" y="283210"/>
                  </a:lnTo>
                  <a:lnTo>
                    <a:pt x="10159" y="283210"/>
                  </a:lnTo>
                  <a:lnTo>
                    <a:pt x="10159" y="284479"/>
                  </a:lnTo>
                  <a:lnTo>
                    <a:pt x="12699" y="284479"/>
                  </a:lnTo>
                  <a:lnTo>
                    <a:pt x="12699" y="281939"/>
                  </a:lnTo>
                  <a:close/>
                </a:path>
                <a:path w="290830" h="290829">
                  <a:moveTo>
                    <a:pt x="19049" y="278129"/>
                  </a:moveTo>
                  <a:lnTo>
                    <a:pt x="12700" y="278129"/>
                  </a:lnTo>
                  <a:lnTo>
                    <a:pt x="10159" y="280670"/>
                  </a:lnTo>
                  <a:lnTo>
                    <a:pt x="15239" y="280670"/>
                  </a:lnTo>
                  <a:lnTo>
                    <a:pt x="15239" y="281939"/>
                  </a:lnTo>
                  <a:lnTo>
                    <a:pt x="16509" y="281939"/>
                  </a:lnTo>
                  <a:lnTo>
                    <a:pt x="16509" y="279400"/>
                  </a:lnTo>
                  <a:lnTo>
                    <a:pt x="19049" y="279400"/>
                  </a:lnTo>
                  <a:lnTo>
                    <a:pt x="19049" y="278129"/>
                  </a:lnTo>
                  <a:close/>
                </a:path>
                <a:path w="290830" h="290829">
                  <a:moveTo>
                    <a:pt x="24129" y="275589"/>
                  </a:moveTo>
                  <a:lnTo>
                    <a:pt x="15239" y="275589"/>
                  </a:lnTo>
                  <a:lnTo>
                    <a:pt x="13969" y="276860"/>
                  </a:lnTo>
                  <a:lnTo>
                    <a:pt x="21589" y="276860"/>
                  </a:lnTo>
                  <a:lnTo>
                    <a:pt x="21589" y="278129"/>
                  </a:lnTo>
                  <a:lnTo>
                    <a:pt x="24129" y="278129"/>
                  </a:lnTo>
                  <a:lnTo>
                    <a:pt x="24129" y="275589"/>
                  </a:lnTo>
                  <a:close/>
                </a:path>
                <a:path w="290830" h="290829">
                  <a:moveTo>
                    <a:pt x="30479" y="271779"/>
                  </a:moveTo>
                  <a:lnTo>
                    <a:pt x="19050" y="271779"/>
                  </a:lnTo>
                  <a:lnTo>
                    <a:pt x="16509" y="274320"/>
                  </a:lnTo>
                  <a:lnTo>
                    <a:pt x="26669" y="274320"/>
                  </a:lnTo>
                  <a:lnTo>
                    <a:pt x="26669" y="275589"/>
                  </a:lnTo>
                  <a:lnTo>
                    <a:pt x="30479" y="271779"/>
                  </a:lnTo>
                  <a:close/>
                </a:path>
                <a:path w="290830" h="290829">
                  <a:moveTo>
                    <a:pt x="33019" y="269239"/>
                  </a:moveTo>
                  <a:lnTo>
                    <a:pt x="21589" y="269239"/>
                  </a:lnTo>
                  <a:lnTo>
                    <a:pt x="20319" y="270510"/>
                  </a:lnTo>
                  <a:lnTo>
                    <a:pt x="31749" y="270510"/>
                  </a:lnTo>
                  <a:lnTo>
                    <a:pt x="33019" y="269239"/>
                  </a:lnTo>
                  <a:close/>
                </a:path>
                <a:path w="290830" h="290829">
                  <a:moveTo>
                    <a:pt x="36829" y="265429"/>
                  </a:moveTo>
                  <a:lnTo>
                    <a:pt x="25400" y="265429"/>
                  </a:lnTo>
                  <a:lnTo>
                    <a:pt x="22859" y="267970"/>
                  </a:lnTo>
                  <a:lnTo>
                    <a:pt x="34289" y="267970"/>
                  </a:lnTo>
                  <a:lnTo>
                    <a:pt x="36829" y="265429"/>
                  </a:lnTo>
                  <a:close/>
                </a:path>
                <a:path w="290830" h="290829">
                  <a:moveTo>
                    <a:pt x="39369" y="262889"/>
                  </a:moveTo>
                  <a:lnTo>
                    <a:pt x="27939" y="262889"/>
                  </a:lnTo>
                  <a:lnTo>
                    <a:pt x="26669" y="264160"/>
                  </a:lnTo>
                  <a:lnTo>
                    <a:pt x="38099" y="264160"/>
                  </a:lnTo>
                  <a:lnTo>
                    <a:pt x="39369" y="262889"/>
                  </a:lnTo>
                  <a:close/>
                </a:path>
                <a:path w="290830" h="290829">
                  <a:moveTo>
                    <a:pt x="43179" y="259079"/>
                  </a:moveTo>
                  <a:lnTo>
                    <a:pt x="31750" y="259079"/>
                  </a:lnTo>
                  <a:lnTo>
                    <a:pt x="29209" y="261620"/>
                  </a:lnTo>
                  <a:lnTo>
                    <a:pt x="40639" y="261620"/>
                  </a:lnTo>
                  <a:lnTo>
                    <a:pt x="43179" y="259079"/>
                  </a:lnTo>
                  <a:close/>
                </a:path>
                <a:path w="290830" h="290829">
                  <a:moveTo>
                    <a:pt x="45719" y="256539"/>
                  </a:moveTo>
                  <a:lnTo>
                    <a:pt x="34289" y="256539"/>
                  </a:lnTo>
                  <a:lnTo>
                    <a:pt x="33019" y="257810"/>
                  </a:lnTo>
                  <a:lnTo>
                    <a:pt x="44449" y="257810"/>
                  </a:lnTo>
                  <a:lnTo>
                    <a:pt x="45719" y="256539"/>
                  </a:lnTo>
                  <a:close/>
                </a:path>
                <a:path w="290830" h="290829">
                  <a:moveTo>
                    <a:pt x="49529" y="252729"/>
                  </a:moveTo>
                  <a:lnTo>
                    <a:pt x="38100" y="252729"/>
                  </a:lnTo>
                  <a:lnTo>
                    <a:pt x="35559" y="255270"/>
                  </a:lnTo>
                  <a:lnTo>
                    <a:pt x="46989" y="255270"/>
                  </a:lnTo>
                  <a:lnTo>
                    <a:pt x="49529" y="252729"/>
                  </a:lnTo>
                  <a:close/>
                </a:path>
                <a:path w="290830" h="290829">
                  <a:moveTo>
                    <a:pt x="52069" y="250189"/>
                  </a:moveTo>
                  <a:lnTo>
                    <a:pt x="40639" y="250189"/>
                  </a:lnTo>
                  <a:lnTo>
                    <a:pt x="39369" y="251460"/>
                  </a:lnTo>
                  <a:lnTo>
                    <a:pt x="50799" y="251460"/>
                  </a:lnTo>
                  <a:lnTo>
                    <a:pt x="52069" y="250189"/>
                  </a:lnTo>
                  <a:close/>
                </a:path>
                <a:path w="290830" h="290829">
                  <a:moveTo>
                    <a:pt x="55879" y="246379"/>
                  </a:moveTo>
                  <a:lnTo>
                    <a:pt x="44450" y="246379"/>
                  </a:lnTo>
                  <a:lnTo>
                    <a:pt x="41909" y="248920"/>
                  </a:lnTo>
                  <a:lnTo>
                    <a:pt x="53339" y="248920"/>
                  </a:lnTo>
                  <a:lnTo>
                    <a:pt x="55879" y="246379"/>
                  </a:lnTo>
                  <a:close/>
                </a:path>
                <a:path w="290830" h="290829">
                  <a:moveTo>
                    <a:pt x="58419" y="243839"/>
                  </a:moveTo>
                  <a:lnTo>
                    <a:pt x="46989" y="243839"/>
                  </a:lnTo>
                  <a:lnTo>
                    <a:pt x="45719" y="245110"/>
                  </a:lnTo>
                  <a:lnTo>
                    <a:pt x="57149" y="245110"/>
                  </a:lnTo>
                  <a:lnTo>
                    <a:pt x="58419" y="243839"/>
                  </a:lnTo>
                  <a:close/>
                </a:path>
                <a:path w="290830" h="290829">
                  <a:moveTo>
                    <a:pt x="62229" y="240029"/>
                  </a:moveTo>
                  <a:lnTo>
                    <a:pt x="50800" y="240029"/>
                  </a:lnTo>
                  <a:lnTo>
                    <a:pt x="48259" y="242570"/>
                  </a:lnTo>
                  <a:lnTo>
                    <a:pt x="59689" y="242570"/>
                  </a:lnTo>
                  <a:lnTo>
                    <a:pt x="62229" y="240029"/>
                  </a:lnTo>
                  <a:close/>
                </a:path>
                <a:path w="290830" h="290829">
                  <a:moveTo>
                    <a:pt x="64769" y="237489"/>
                  </a:moveTo>
                  <a:lnTo>
                    <a:pt x="53339" y="237489"/>
                  </a:lnTo>
                  <a:lnTo>
                    <a:pt x="52069" y="238760"/>
                  </a:lnTo>
                  <a:lnTo>
                    <a:pt x="63499" y="238760"/>
                  </a:lnTo>
                  <a:lnTo>
                    <a:pt x="64769" y="237489"/>
                  </a:lnTo>
                  <a:close/>
                </a:path>
                <a:path w="290830" h="290829">
                  <a:moveTo>
                    <a:pt x="68579" y="233679"/>
                  </a:moveTo>
                  <a:lnTo>
                    <a:pt x="57150" y="233679"/>
                  </a:lnTo>
                  <a:lnTo>
                    <a:pt x="54609" y="236220"/>
                  </a:lnTo>
                  <a:lnTo>
                    <a:pt x="66039" y="236220"/>
                  </a:lnTo>
                  <a:lnTo>
                    <a:pt x="68579" y="233679"/>
                  </a:lnTo>
                  <a:close/>
                </a:path>
                <a:path w="290830" h="290829">
                  <a:moveTo>
                    <a:pt x="71119" y="231139"/>
                  </a:moveTo>
                  <a:lnTo>
                    <a:pt x="59689" y="231139"/>
                  </a:lnTo>
                  <a:lnTo>
                    <a:pt x="58419" y="232410"/>
                  </a:lnTo>
                  <a:lnTo>
                    <a:pt x="69849" y="232410"/>
                  </a:lnTo>
                  <a:lnTo>
                    <a:pt x="71119" y="231139"/>
                  </a:lnTo>
                  <a:close/>
                </a:path>
                <a:path w="290830" h="290829">
                  <a:moveTo>
                    <a:pt x="74929" y="227329"/>
                  </a:moveTo>
                  <a:lnTo>
                    <a:pt x="63500" y="227329"/>
                  </a:lnTo>
                  <a:lnTo>
                    <a:pt x="60959" y="229870"/>
                  </a:lnTo>
                  <a:lnTo>
                    <a:pt x="72389" y="229870"/>
                  </a:lnTo>
                  <a:lnTo>
                    <a:pt x="74929" y="227329"/>
                  </a:lnTo>
                  <a:close/>
                </a:path>
                <a:path w="290830" h="290829">
                  <a:moveTo>
                    <a:pt x="77469" y="224789"/>
                  </a:moveTo>
                  <a:lnTo>
                    <a:pt x="66039" y="224789"/>
                  </a:lnTo>
                  <a:lnTo>
                    <a:pt x="64769" y="226060"/>
                  </a:lnTo>
                  <a:lnTo>
                    <a:pt x="76199" y="226060"/>
                  </a:lnTo>
                  <a:lnTo>
                    <a:pt x="77469" y="224789"/>
                  </a:lnTo>
                  <a:close/>
                </a:path>
                <a:path w="290830" h="290829">
                  <a:moveTo>
                    <a:pt x="81279" y="220979"/>
                  </a:moveTo>
                  <a:lnTo>
                    <a:pt x="69850" y="220979"/>
                  </a:lnTo>
                  <a:lnTo>
                    <a:pt x="67309" y="223520"/>
                  </a:lnTo>
                  <a:lnTo>
                    <a:pt x="78739" y="223520"/>
                  </a:lnTo>
                  <a:lnTo>
                    <a:pt x="81279" y="220979"/>
                  </a:lnTo>
                  <a:close/>
                </a:path>
                <a:path w="290830" h="290829">
                  <a:moveTo>
                    <a:pt x="83819" y="218439"/>
                  </a:moveTo>
                  <a:lnTo>
                    <a:pt x="72389" y="218439"/>
                  </a:lnTo>
                  <a:lnTo>
                    <a:pt x="71119" y="219710"/>
                  </a:lnTo>
                  <a:lnTo>
                    <a:pt x="82549" y="219710"/>
                  </a:lnTo>
                  <a:lnTo>
                    <a:pt x="83819" y="218439"/>
                  </a:lnTo>
                  <a:close/>
                </a:path>
                <a:path w="290830" h="290829">
                  <a:moveTo>
                    <a:pt x="87629" y="214629"/>
                  </a:moveTo>
                  <a:lnTo>
                    <a:pt x="76200" y="214629"/>
                  </a:lnTo>
                  <a:lnTo>
                    <a:pt x="73659" y="217170"/>
                  </a:lnTo>
                  <a:lnTo>
                    <a:pt x="85089" y="217170"/>
                  </a:lnTo>
                  <a:lnTo>
                    <a:pt x="87629" y="214629"/>
                  </a:lnTo>
                  <a:close/>
                </a:path>
                <a:path w="290830" h="290829">
                  <a:moveTo>
                    <a:pt x="90169" y="212089"/>
                  </a:moveTo>
                  <a:lnTo>
                    <a:pt x="78739" y="212089"/>
                  </a:lnTo>
                  <a:lnTo>
                    <a:pt x="77469" y="213360"/>
                  </a:lnTo>
                  <a:lnTo>
                    <a:pt x="88899" y="213360"/>
                  </a:lnTo>
                  <a:lnTo>
                    <a:pt x="90169" y="212089"/>
                  </a:lnTo>
                  <a:close/>
                </a:path>
                <a:path w="290830" h="290829">
                  <a:moveTo>
                    <a:pt x="93979" y="208279"/>
                  </a:moveTo>
                  <a:lnTo>
                    <a:pt x="82550" y="208279"/>
                  </a:lnTo>
                  <a:lnTo>
                    <a:pt x="80009" y="210820"/>
                  </a:lnTo>
                  <a:lnTo>
                    <a:pt x="91439" y="210820"/>
                  </a:lnTo>
                  <a:lnTo>
                    <a:pt x="93979" y="208279"/>
                  </a:lnTo>
                  <a:close/>
                </a:path>
                <a:path w="290830" h="290829">
                  <a:moveTo>
                    <a:pt x="96519" y="205739"/>
                  </a:moveTo>
                  <a:lnTo>
                    <a:pt x="85089" y="205739"/>
                  </a:lnTo>
                  <a:lnTo>
                    <a:pt x="83819" y="207010"/>
                  </a:lnTo>
                  <a:lnTo>
                    <a:pt x="95249" y="207010"/>
                  </a:lnTo>
                  <a:lnTo>
                    <a:pt x="96519" y="205739"/>
                  </a:lnTo>
                  <a:close/>
                </a:path>
                <a:path w="290830" h="290829">
                  <a:moveTo>
                    <a:pt x="100329" y="201929"/>
                  </a:moveTo>
                  <a:lnTo>
                    <a:pt x="88900" y="201929"/>
                  </a:lnTo>
                  <a:lnTo>
                    <a:pt x="86359" y="204470"/>
                  </a:lnTo>
                  <a:lnTo>
                    <a:pt x="97789" y="204470"/>
                  </a:lnTo>
                  <a:lnTo>
                    <a:pt x="100329" y="201929"/>
                  </a:lnTo>
                  <a:close/>
                </a:path>
                <a:path w="290830" h="290829">
                  <a:moveTo>
                    <a:pt x="102869" y="199389"/>
                  </a:moveTo>
                  <a:lnTo>
                    <a:pt x="91439" y="199389"/>
                  </a:lnTo>
                  <a:lnTo>
                    <a:pt x="90169" y="200660"/>
                  </a:lnTo>
                  <a:lnTo>
                    <a:pt x="101599" y="200660"/>
                  </a:lnTo>
                  <a:lnTo>
                    <a:pt x="102869" y="199389"/>
                  </a:lnTo>
                  <a:close/>
                </a:path>
                <a:path w="290830" h="290829">
                  <a:moveTo>
                    <a:pt x="106679" y="195579"/>
                  </a:moveTo>
                  <a:lnTo>
                    <a:pt x="95250" y="195579"/>
                  </a:lnTo>
                  <a:lnTo>
                    <a:pt x="92709" y="198120"/>
                  </a:lnTo>
                  <a:lnTo>
                    <a:pt x="104139" y="198120"/>
                  </a:lnTo>
                  <a:lnTo>
                    <a:pt x="106679" y="195579"/>
                  </a:lnTo>
                  <a:close/>
                </a:path>
                <a:path w="290830" h="290829">
                  <a:moveTo>
                    <a:pt x="109219" y="193039"/>
                  </a:moveTo>
                  <a:lnTo>
                    <a:pt x="97789" y="193039"/>
                  </a:lnTo>
                  <a:lnTo>
                    <a:pt x="96519" y="194310"/>
                  </a:lnTo>
                  <a:lnTo>
                    <a:pt x="107949" y="194310"/>
                  </a:lnTo>
                  <a:lnTo>
                    <a:pt x="109219" y="193039"/>
                  </a:lnTo>
                  <a:close/>
                </a:path>
                <a:path w="290830" h="290829">
                  <a:moveTo>
                    <a:pt x="113029" y="189229"/>
                  </a:moveTo>
                  <a:lnTo>
                    <a:pt x="101600" y="189229"/>
                  </a:lnTo>
                  <a:lnTo>
                    <a:pt x="99059" y="191770"/>
                  </a:lnTo>
                  <a:lnTo>
                    <a:pt x="110489" y="191770"/>
                  </a:lnTo>
                  <a:lnTo>
                    <a:pt x="113029" y="189229"/>
                  </a:lnTo>
                  <a:close/>
                </a:path>
                <a:path w="290830" h="290829">
                  <a:moveTo>
                    <a:pt x="115569" y="186689"/>
                  </a:moveTo>
                  <a:lnTo>
                    <a:pt x="104139" y="186689"/>
                  </a:lnTo>
                  <a:lnTo>
                    <a:pt x="102869" y="187960"/>
                  </a:lnTo>
                  <a:lnTo>
                    <a:pt x="114299" y="187960"/>
                  </a:lnTo>
                  <a:lnTo>
                    <a:pt x="115569" y="186689"/>
                  </a:lnTo>
                  <a:close/>
                </a:path>
                <a:path w="290830" h="290829">
                  <a:moveTo>
                    <a:pt x="119379" y="182879"/>
                  </a:moveTo>
                  <a:lnTo>
                    <a:pt x="107950" y="182879"/>
                  </a:lnTo>
                  <a:lnTo>
                    <a:pt x="105409" y="185420"/>
                  </a:lnTo>
                  <a:lnTo>
                    <a:pt x="116839" y="185420"/>
                  </a:lnTo>
                  <a:lnTo>
                    <a:pt x="119379" y="182879"/>
                  </a:lnTo>
                  <a:close/>
                </a:path>
                <a:path w="290830" h="290829">
                  <a:moveTo>
                    <a:pt x="121919" y="180339"/>
                  </a:moveTo>
                  <a:lnTo>
                    <a:pt x="110489" y="180339"/>
                  </a:lnTo>
                  <a:lnTo>
                    <a:pt x="109219" y="181610"/>
                  </a:lnTo>
                  <a:lnTo>
                    <a:pt x="120649" y="181610"/>
                  </a:lnTo>
                  <a:lnTo>
                    <a:pt x="121919" y="180339"/>
                  </a:lnTo>
                  <a:close/>
                </a:path>
                <a:path w="290830" h="290829">
                  <a:moveTo>
                    <a:pt x="125729" y="176529"/>
                  </a:moveTo>
                  <a:lnTo>
                    <a:pt x="114300" y="176529"/>
                  </a:lnTo>
                  <a:lnTo>
                    <a:pt x="111759" y="179070"/>
                  </a:lnTo>
                  <a:lnTo>
                    <a:pt x="123189" y="179070"/>
                  </a:lnTo>
                  <a:lnTo>
                    <a:pt x="125729" y="176529"/>
                  </a:lnTo>
                  <a:close/>
                </a:path>
                <a:path w="290830" h="290829">
                  <a:moveTo>
                    <a:pt x="128269" y="173989"/>
                  </a:moveTo>
                  <a:lnTo>
                    <a:pt x="116839" y="173989"/>
                  </a:lnTo>
                  <a:lnTo>
                    <a:pt x="115569" y="175260"/>
                  </a:lnTo>
                  <a:lnTo>
                    <a:pt x="126999" y="175260"/>
                  </a:lnTo>
                  <a:lnTo>
                    <a:pt x="128269" y="173989"/>
                  </a:lnTo>
                  <a:close/>
                </a:path>
                <a:path w="290830" h="290829">
                  <a:moveTo>
                    <a:pt x="132079" y="170179"/>
                  </a:moveTo>
                  <a:lnTo>
                    <a:pt x="120650" y="170179"/>
                  </a:lnTo>
                  <a:lnTo>
                    <a:pt x="118109" y="172720"/>
                  </a:lnTo>
                  <a:lnTo>
                    <a:pt x="129539" y="172720"/>
                  </a:lnTo>
                  <a:lnTo>
                    <a:pt x="132079" y="170179"/>
                  </a:lnTo>
                  <a:close/>
                </a:path>
                <a:path w="290830" h="290829">
                  <a:moveTo>
                    <a:pt x="134619" y="167639"/>
                  </a:moveTo>
                  <a:lnTo>
                    <a:pt x="123189" y="167639"/>
                  </a:lnTo>
                  <a:lnTo>
                    <a:pt x="121919" y="168910"/>
                  </a:lnTo>
                  <a:lnTo>
                    <a:pt x="133349" y="168910"/>
                  </a:lnTo>
                  <a:lnTo>
                    <a:pt x="134619" y="167639"/>
                  </a:lnTo>
                  <a:close/>
                </a:path>
                <a:path w="290830" h="290829">
                  <a:moveTo>
                    <a:pt x="138429" y="163829"/>
                  </a:moveTo>
                  <a:lnTo>
                    <a:pt x="127000" y="163829"/>
                  </a:lnTo>
                  <a:lnTo>
                    <a:pt x="124459" y="166370"/>
                  </a:lnTo>
                  <a:lnTo>
                    <a:pt x="135889" y="166370"/>
                  </a:lnTo>
                  <a:lnTo>
                    <a:pt x="138429" y="163829"/>
                  </a:lnTo>
                  <a:close/>
                </a:path>
                <a:path w="290830" h="290829">
                  <a:moveTo>
                    <a:pt x="140969" y="161289"/>
                  </a:moveTo>
                  <a:lnTo>
                    <a:pt x="129539" y="161289"/>
                  </a:lnTo>
                  <a:lnTo>
                    <a:pt x="128269" y="162560"/>
                  </a:lnTo>
                  <a:lnTo>
                    <a:pt x="139699" y="162560"/>
                  </a:lnTo>
                  <a:lnTo>
                    <a:pt x="140969" y="161289"/>
                  </a:lnTo>
                  <a:close/>
                </a:path>
                <a:path w="290830" h="290829">
                  <a:moveTo>
                    <a:pt x="144780" y="157479"/>
                  </a:moveTo>
                  <a:lnTo>
                    <a:pt x="133350" y="157479"/>
                  </a:lnTo>
                  <a:lnTo>
                    <a:pt x="130809" y="160020"/>
                  </a:lnTo>
                  <a:lnTo>
                    <a:pt x="142239" y="160020"/>
                  </a:lnTo>
                  <a:lnTo>
                    <a:pt x="144780" y="157479"/>
                  </a:lnTo>
                  <a:close/>
                </a:path>
                <a:path w="290830" h="290829">
                  <a:moveTo>
                    <a:pt x="147319" y="154939"/>
                  </a:moveTo>
                  <a:lnTo>
                    <a:pt x="135889" y="154939"/>
                  </a:lnTo>
                  <a:lnTo>
                    <a:pt x="134619" y="156210"/>
                  </a:lnTo>
                  <a:lnTo>
                    <a:pt x="146049" y="156210"/>
                  </a:lnTo>
                  <a:lnTo>
                    <a:pt x="147319" y="154939"/>
                  </a:lnTo>
                  <a:close/>
                </a:path>
                <a:path w="290830" h="290829">
                  <a:moveTo>
                    <a:pt x="151130" y="151129"/>
                  </a:moveTo>
                  <a:lnTo>
                    <a:pt x="139700" y="151129"/>
                  </a:lnTo>
                  <a:lnTo>
                    <a:pt x="137159" y="153670"/>
                  </a:lnTo>
                  <a:lnTo>
                    <a:pt x="148589" y="153670"/>
                  </a:lnTo>
                  <a:lnTo>
                    <a:pt x="151130" y="151129"/>
                  </a:lnTo>
                  <a:close/>
                </a:path>
                <a:path w="290830" h="290829">
                  <a:moveTo>
                    <a:pt x="153669" y="148589"/>
                  </a:moveTo>
                  <a:lnTo>
                    <a:pt x="142239" y="148589"/>
                  </a:lnTo>
                  <a:lnTo>
                    <a:pt x="140969" y="149860"/>
                  </a:lnTo>
                  <a:lnTo>
                    <a:pt x="152399" y="149860"/>
                  </a:lnTo>
                  <a:lnTo>
                    <a:pt x="153669" y="148589"/>
                  </a:lnTo>
                  <a:close/>
                </a:path>
                <a:path w="290830" h="290829">
                  <a:moveTo>
                    <a:pt x="157480" y="144779"/>
                  </a:moveTo>
                  <a:lnTo>
                    <a:pt x="146050" y="144779"/>
                  </a:lnTo>
                  <a:lnTo>
                    <a:pt x="143509" y="147320"/>
                  </a:lnTo>
                  <a:lnTo>
                    <a:pt x="154939" y="147320"/>
                  </a:lnTo>
                  <a:lnTo>
                    <a:pt x="157480" y="144779"/>
                  </a:lnTo>
                  <a:close/>
                </a:path>
                <a:path w="290830" h="290829">
                  <a:moveTo>
                    <a:pt x="160019" y="142239"/>
                  </a:moveTo>
                  <a:lnTo>
                    <a:pt x="148589" y="142239"/>
                  </a:lnTo>
                  <a:lnTo>
                    <a:pt x="147319" y="143510"/>
                  </a:lnTo>
                  <a:lnTo>
                    <a:pt x="158749" y="143510"/>
                  </a:lnTo>
                  <a:lnTo>
                    <a:pt x="160019" y="142239"/>
                  </a:lnTo>
                  <a:close/>
                </a:path>
                <a:path w="290830" h="290829">
                  <a:moveTo>
                    <a:pt x="163830" y="138429"/>
                  </a:moveTo>
                  <a:lnTo>
                    <a:pt x="152400" y="138429"/>
                  </a:lnTo>
                  <a:lnTo>
                    <a:pt x="149859" y="140970"/>
                  </a:lnTo>
                  <a:lnTo>
                    <a:pt x="161289" y="140970"/>
                  </a:lnTo>
                  <a:lnTo>
                    <a:pt x="163830" y="138429"/>
                  </a:lnTo>
                  <a:close/>
                </a:path>
                <a:path w="290830" h="290829">
                  <a:moveTo>
                    <a:pt x="166369" y="135889"/>
                  </a:moveTo>
                  <a:lnTo>
                    <a:pt x="154939" y="135889"/>
                  </a:lnTo>
                  <a:lnTo>
                    <a:pt x="153669" y="137160"/>
                  </a:lnTo>
                  <a:lnTo>
                    <a:pt x="165099" y="137160"/>
                  </a:lnTo>
                  <a:lnTo>
                    <a:pt x="166369" y="135889"/>
                  </a:lnTo>
                  <a:close/>
                </a:path>
                <a:path w="290830" h="290829">
                  <a:moveTo>
                    <a:pt x="170180" y="132079"/>
                  </a:moveTo>
                  <a:lnTo>
                    <a:pt x="158750" y="132079"/>
                  </a:lnTo>
                  <a:lnTo>
                    <a:pt x="156209" y="134620"/>
                  </a:lnTo>
                  <a:lnTo>
                    <a:pt x="167639" y="134620"/>
                  </a:lnTo>
                  <a:lnTo>
                    <a:pt x="170180" y="132079"/>
                  </a:lnTo>
                  <a:close/>
                </a:path>
                <a:path w="290830" h="290829">
                  <a:moveTo>
                    <a:pt x="290829" y="0"/>
                  </a:moveTo>
                  <a:lnTo>
                    <a:pt x="160019" y="130810"/>
                  </a:lnTo>
                  <a:lnTo>
                    <a:pt x="171449" y="130810"/>
                  </a:lnTo>
                  <a:lnTo>
                    <a:pt x="290829" y="11430"/>
                  </a:lnTo>
                  <a:lnTo>
                    <a:pt x="290829" y="0"/>
                  </a:lnTo>
                  <a:close/>
                </a:path>
              </a:pathLst>
            </a:custGeom>
            <a:solidFill>
              <a:srgbClr val="DBD0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1413509" y="3103880"/>
              <a:ext cx="264160" cy="264160"/>
            </a:xfrm>
            <a:custGeom>
              <a:avLst/>
              <a:gdLst/>
              <a:ahLst/>
              <a:cxnLst/>
              <a:rect l="l" t="t" r="r" b="b"/>
              <a:pathLst>
                <a:path w="264160" h="264160">
                  <a:moveTo>
                    <a:pt x="2540" y="261619"/>
                  </a:moveTo>
                  <a:lnTo>
                    <a:pt x="0" y="264159"/>
                  </a:lnTo>
                  <a:lnTo>
                    <a:pt x="2540" y="264159"/>
                  </a:lnTo>
                  <a:lnTo>
                    <a:pt x="2540" y="261619"/>
                  </a:lnTo>
                  <a:close/>
                </a:path>
                <a:path w="264160" h="264160">
                  <a:moveTo>
                    <a:pt x="3809" y="260349"/>
                  </a:moveTo>
                  <a:lnTo>
                    <a:pt x="2539" y="261619"/>
                  </a:lnTo>
                  <a:lnTo>
                    <a:pt x="3809" y="261619"/>
                  </a:lnTo>
                  <a:lnTo>
                    <a:pt x="3809" y="260349"/>
                  </a:lnTo>
                  <a:close/>
                </a:path>
                <a:path w="264160" h="264160">
                  <a:moveTo>
                    <a:pt x="8890" y="257809"/>
                  </a:moveTo>
                  <a:lnTo>
                    <a:pt x="6349" y="257809"/>
                  </a:lnTo>
                  <a:lnTo>
                    <a:pt x="5079" y="259079"/>
                  </a:lnTo>
                  <a:lnTo>
                    <a:pt x="6350" y="259079"/>
                  </a:lnTo>
                  <a:lnTo>
                    <a:pt x="6350" y="260349"/>
                  </a:lnTo>
                  <a:lnTo>
                    <a:pt x="8890" y="260349"/>
                  </a:lnTo>
                  <a:lnTo>
                    <a:pt x="8890" y="257809"/>
                  </a:lnTo>
                  <a:close/>
                </a:path>
                <a:path w="264160" h="264160">
                  <a:moveTo>
                    <a:pt x="16509" y="253999"/>
                  </a:moveTo>
                  <a:lnTo>
                    <a:pt x="10160" y="253999"/>
                  </a:lnTo>
                  <a:lnTo>
                    <a:pt x="7619" y="256539"/>
                  </a:lnTo>
                  <a:lnTo>
                    <a:pt x="11429" y="256539"/>
                  </a:lnTo>
                  <a:lnTo>
                    <a:pt x="11429" y="257809"/>
                  </a:lnTo>
                  <a:lnTo>
                    <a:pt x="13969" y="257809"/>
                  </a:lnTo>
                  <a:lnTo>
                    <a:pt x="13969" y="255269"/>
                  </a:lnTo>
                  <a:lnTo>
                    <a:pt x="16509" y="255269"/>
                  </a:lnTo>
                  <a:lnTo>
                    <a:pt x="16509" y="253999"/>
                  </a:lnTo>
                  <a:close/>
                </a:path>
                <a:path w="264160" h="264160">
                  <a:moveTo>
                    <a:pt x="20319" y="251459"/>
                  </a:moveTo>
                  <a:lnTo>
                    <a:pt x="12700" y="251459"/>
                  </a:lnTo>
                  <a:lnTo>
                    <a:pt x="11429" y="252729"/>
                  </a:lnTo>
                  <a:lnTo>
                    <a:pt x="17779" y="252729"/>
                  </a:lnTo>
                  <a:lnTo>
                    <a:pt x="17779" y="253999"/>
                  </a:lnTo>
                  <a:lnTo>
                    <a:pt x="20319" y="253999"/>
                  </a:lnTo>
                  <a:lnTo>
                    <a:pt x="20319" y="251459"/>
                  </a:lnTo>
                  <a:close/>
                </a:path>
                <a:path w="264160" h="264160">
                  <a:moveTo>
                    <a:pt x="27940" y="247649"/>
                  </a:moveTo>
                  <a:lnTo>
                    <a:pt x="16510" y="247649"/>
                  </a:lnTo>
                  <a:lnTo>
                    <a:pt x="13969" y="250189"/>
                  </a:lnTo>
                  <a:lnTo>
                    <a:pt x="22859" y="250189"/>
                  </a:lnTo>
                  <a:lnTo>
                    <a:pt x="22859" y="251459"/>
                  </a:lnTo>
                  <a:lnTo>
                    <a:pt x="24129" y="251459"/>
                  </a:lnTo>
                  <a:lnTo>
                    <a:pt x="25399" y="250189"/>
                  </a:lnTo>
                  <a:lnTo>
                    <a:pt x="25400" y="248919"/>
                  </a:lnTo>
                  <a:lnTo>
                    <a:pt x="26669" y="248919"/>
                  </a:lnTo>
                  <a:lnTo>
                    <a:pt x="27940" y="247649"/>
                  </a:lnTo>
                  <a:close/>
                </a:path>
                <a:path w="264160" h="264160">
                  <a:moveTo>
                    <a:pt x="30479" y="245109"/>
                  </a:moveTo>
                  <a:lnTo>
                    <a:pt x="19050" y="245109"/>
                  </a:lnTo>
                  <a:lnTo>
                    <a:pt x="17779" y="246379"/>
                  </a:lnTo>
                  <a:lnTo>
                    <a:pt x="29209" y="246379"/>
                  </a:lnTo>
                  <a:lnTo>
                    <a:pt x="30479" y="245109"/>
                  </a:lnTo>
                  <a:close/>
                </a:path>
                <a:path w="264160" h="264160">
                  <a:moveTo>
                    <a:pt x="34290" y="241299"/>
                  </a:moveTo>
                  <a:lnTo>
                    <a:pt x="22860" y="241299"/>
                  </a:lnTo>
                  <a:lnTo>
                    <a:pt x="20319" y="243839"/>
                  </a:lnTo>
                  <a:lnTo>
                    <a:pt x="31749" y="243839"/>
                  </a:lnTo>
                  <a:lnTo>
                    <a:pt x="34290" y="241299"/>
                  </a:lnTo>
                  <a:close/>
                </a:path>
                <a:path w="264160" h="264160">
                  <a:moveTo>
                    <a:pt x="36829" y="238759"/>
                  </a:moveTo>
                  <a:lnTo>
                    <a:pt x="25400" y="238759"/>
                  </a:lnTo>
                  <a:lnTo>
                    <a:pt x="24129" y="240029"/>
                  </a:lnTo>
                  <a:lnTo>
                    <a:pt x="35559" y="240029"/>
                  </a:lnTo>
                  <a:lnTo>
                    <a:pt x="36829" y="238759"/>
                  </a:lnTo>
                  <a:close/>
                </a:path>
                <a:path w="264160" h="264160">
                  <a:moveTo>
                    <a:pt x="40640" y="234949"/>
                  </a:moveTo>
                  <a:lnTo>
                    <a:pt x="29210" y="234949"/>
                  </a:lnTo>
                  <a:lnTo>
                    <a:pt x="26669" y="237489"/>
                  </a:lnTo>
                  <a:lnTo>
                    <a:pt x="38099" y="237489"/>
                  </a:lnTo>
                  <a:lnTo>
                    <a:pt x="40640" y="234949"/>
                  </a:lnTo>
                  <a:close/>
                </a:path>
                <a:path w="264160" h="264160">
                  <a:moveTo>
                    <a:pt x="43179" y="232409"/>
                  </a:moveTo>
                  <a:lnTo>
                    <a:pt x="31750" y="232409"/>
                  </a:lnTo>
                  <a:lnTo>
                    <a:pt x="30479" y="233679"/>
                  </a:lnTo>
                  <a:lnTo>
                    <a:pt x="41909" y="233679"/>
                  </a:lnTo>
                  <a:lnTo>
                    <a:pt x="43179" y="232409"/>
                  </a:lnTo>
                  <a:close/>
                </a:path>
                <a:path w="264160" h="264160">
                  <a:moveTo>
                    <a:pt x="46990" y="228599"/>
                  </a:moveTo>
                  <a:lnTo>
                    <a:pt x="35560" y="228599"/>
                  </a:lnTo>
                  <a:lnTo>
                    <a:pt x="33019" y="231139"/>
                  </a:lnTo>
                  <a:lnTo>
                    <a:pt x="44449" y="231139"/>
                  </a:lnTo>
                  <a:lnTo>
                    <a:pt x="46990" y="228599"/>
                  </a:lnTo>
                  <a:close/>
                </a:path>
                <a:path w="264160" h="264160">
                  <a:moveTo>
                    <a:pt x="49529" y="226059"/>
                  </a:moveTo>
                  <a:lnTo>
                    <a:pt x="38100" y="226059"/>
                  </a:lnTo>
                  <a:lnTo>
                    <a:pt x="36829" y="227329"/>
                  </a:lnTo>
                  <a:lnTo>
                    <a:pt x="48259" y="227329"/>
                  </a:lnTo>
                  <a:lnTo>
                    <a:pt x="49529" y="226059"/>
                  </a:lnTo>
                  <a:close/>
                </a:path>
                <a:path w="264160" h="264160">
                  <a:moveTo>
                    <a:pt x="53340" y="222249"/>
                  </a:moveTo>
                  <a:lnTo>
                    <a:pt x="41910" y="222249"/>
                  </a:lnTo>
                  <a:lnTo>
                    <a:pt x="39369" y="224789"/>
                  </a:lnTo>
                  <a:lnTo>
                    <a:pt x="50799" y="224789"/>
                  </a:lnTo>
                  <a:lnTo>
                    <a:pt x="53340" y="222249"/>
                  </a:lnTo>
                  <a:close/>
                </a:path>
                <a:path w="264160" h="264160">
                  <a:moveTo>
                    <a:pt x="55880" y="219709"/>
                  </a:moveTo>
                  <a:lnTo>
                    <a:pt x="44450" y="219709"/>
                  </a:lnTo>
                  <a:lnTo>
                    <a:pt x="43179" y="220979"/>
                  </a:lnTo>
                  <a:lnTo>
                    <a:pt x="54609" y="220979"/>
                  </a:lnTo>
                  <a:lnTo>
                    <a:pt x="55880" y="219709"/>
                  </a:lnTo>
                  <a:close/>
                </a:path>
                <a:path w="264160" h="264160">
                  <a:moveTo>
                    <a:pt x="59690" y="215899"/>
                  </a:moveTo>
                  <a:lnTo>
                    <a:pt x="48260" y="215899"/>
                  </a:lnTo>
                  <a:lnTo>
                    <a:pt x="45719" y="218439"/>
                  </a:lnTo>
                  <a:lnTo>
                    <a:pt x="57149" y="218439"/>
                  </a:lnTo>
                  <a:lnTo>
                    <a:pt x="59690" y="215899"/>
                  </a:lnTo>
                  <a:close/>
                </a:path>
                <a:path w="264160" h="264160">
                  <a:moveTo>
                    <a:pt x="62230" y="213359"/>
                  </a:moveTo>
                  <a:lnTo>
                    <a:pt x="50800" y="213359"/>
                  </a:lnTo>
                  <a:lnTo>
                    <a:pt x="49529" y="214629"/>
                  </a:lnTo>
                  <a:lnTo>
                    <a:pt x="60959" y="214629"/>
                  </a:lnTo>
                  <a:lnTo>
                    <a:pt x="62230" y="213359"/>
                  </a:lnTo>
                  <a:close/>
                </a:path>
                <a:path w="264160" h="264160">
                  <a:moveTo>
                    <a:pt x="66040" y="209549"/>
                  </a:moveTo>
                  <a:lnTo>
                    <a:pt x="54610" y="209549"/>
                  </a:lnTo>
                  <a:lnTo>
                    <a:pt x="52069" y="212089"/>
                  </a:lnTo>
                  <a:lnTo>
                    <a:pt x="63499" y="212089"/>
                  </a:lnTo>
                  <a:lnTo>
                    <a:pt x="66040" y="209549"/>
                  </a:lnTo>
                  <a:close/>
                </a:path>
                <a:path w="264160" h="264160">
                  <a:moveTo>
                    <a:pt x="68580" y="207009"/>
                  </a:moveTo>
                  <a:lnTo>
                    <a:pt x="57150" y="207009"/>
                  </a:lnTo>
                  <a:lnTo>
                    <a:pt x="55879" y="208279"/>
                  </a:lnTo>
                  <a:lnTo>
                    <a:pt x="67309" y="208279"/>
                  </a:lnTo>
                  <a:lnTo>
                    <a:pt x="68580" y="207009"/>
                  </a:lnTo>
                  <a:close/>
                </a:path>
                <a:path w="264160" h="264160">
                  <a:moveTo>
                    <a:pt x="72390" y="203199"/>
                  </a:moveTo>
                  <a:lnTo>
                    <a:pt x="60960" y="203199"/>
                  </a:lnTo>
                  <a:lnTo>
                    <a:pt x="58419" y="205739"/>
                  </a:lnTo>
                  <a:lnTo>
                    <a:pt x="69849" y="205739"/>
                  </a:lnTo>
                  <a:lnTo>
                    <a:pt x="72390" y="203199"/>
                  </a:lnTo>
                  <a:close/>
                </a:path>
                <a:path w="264160" h="264160">
                  <a:moveTo>
                    <a:pt x="74930" y="200659"/>
                  </a:moveTo>
                  <a:lnTo>
                    <a:pt x="63500" y="200659"/>
                  </a:lnTo>
                  <a:lnTo>
                    <a:pt x="62229" y="201929"/>
                  </a:lnTo>
                  <a:lnTo>
                    <a:pt x="73659" y="201929"/>
                  </a:lnTo>
                  <a:lnTo>
                    <a:pt x="74930" y="200659"/>
                  </a:lnTo>
                  <a:close/>
                </a:path>
                <a:path w="264160" h="264160">
                  <a:moveTo>
                    <a:pt x="78740" y="196849"/>
                  </a:moveTo>
                  <a:lnTo>
                    <a:pt x="67310" y="196849"/>
                  </a:lnTo>
                  <a:lnTo>
                    <a:pt x="64769" y="199389"/>
                  </a:lnTo>
                  <a:lnTo>
                    <a:pt x="76199" y="199389"/>
                  </a:lnTo>
                  <a:lnTo>
                    <a:pt x="78740" y="196849"/>
                  </a:lnTo>
                  <a:close/>
                </a:path>
                <a:path w="264160" h="264160">
                  <a:moveTo>
                    <a:pt x="81280" y="194309"/>
                  </a:moveTo>
                  <a:lnTo>
                    <a:pt x="69850" y="194309"/>
                  </a:lnTo>
                  <a:lnTo>
                    <a:pt x="68579" y="195579"/>
                  </a:lnTo>
                  <a:lnTo>
                    <a:pt x="80009" y="195579"/>
                  </a:lnTo>
                  <a:lnTo>
                    <a:pt x="81280" y="194309"/>
                  </a:lnTo>
                  <a:close/>
                </a:path>
                <a:path w="264160" h="264160">
                  <a:moveTo>
                    <a:pt x="85090" y="190499"/>
                  </a:moveTo>
                  <a:lnTo>
                    <a:pt x="73660" y="190499"/>
                  </a:lnTo>
                  <a:lnTo>
                    <a:pt x="71119" y="193039"/>
                  </a:lnTo>
                  <a:lnTo>
                    <a:pt x="82549" y="193039"/>
                  </a:lnTo>
                  <a:lnTo>
                    <a:pt x="85090" y="190499"/>
                  </a:lnTo>
                  <a:close/>
                </a:path>
                <a:path w="264160" h="264160">
                  <a:moveTo>
                    <a:pt x="87630" y="187959"/>
                  </a:moveTo>
                  <a:lnTo>
                    <a:pt x="76200" y="187959"/>
                  </a:lnTo>
                  <a:lnTo>
                    <a:pt x="74929" y="189229"/>
                  </a:lnTo>
                  <a:lnTo>
                    <a:pt x="86359" y="189229"/>
                  </a:lnTo>
                  <a:lnTo>
                    <a:pt x="87630" y="187959"/>
                  </a:lnTo>
                  <a:close/>
                </a:path>
                <a:path w="264160" h="264160">
                  <a:moveTo>
                    <a:pt x="91440" y="184149"/>
                  </a:moveTo>
                  <a:lnTo>
                    <a:pt x="80010" y="184149"/>
                  </a:lnTo>
                  <a:lnTo>
                    <a:pt x="77469" y="186689"/>
                  </a:lnTo>
                  <a:lnTo>
                    <a:pt x="88899" y="186689"/>
                  </a:lnTo>
                  <a:lnTo>
                    <a:pt x="91440" y="184149"/>
                  </a:lnTo>
                  <a:close/>
                </a:path>
                <a:path w="264160" h="264160">
                  <a:moveTo>
                    <a:pt x="93980" y="181609"/>
                  </a:moveTo>
                  <a:lnTo>
                    <a:pt x="82550" y="181609"/>
                  </a:lnTo>
                  <a:lnTo>
                    <a:pt x="81279" y="182879"/>
                  </a:lnTo>
                  <a:lnTo>
                    <a:pt x="92709" y="182879"/>
                  </a:lnTo>
                  <a:lnTo>
                    <a:pt x="93980" y="181609"/>
                  </a:lnTo>
                  <a:close/>
                </a:path>
                <a:path w="264160" h="264160">
                  <a:moveTo>
                    <a:pt x="97790" y="177799"/>
                  </a:moveTo>
                  <a:lnTo>
                    <a:pt x="86360" y="177799"/>
                  </a:lnTo>
                  <a:lnTo>
                    <a:pt x="83819" y="180339"/>
                  </a:lnTo>
                  <a:lnTo>
                    <a:pt x="95249" y="180339"/>
                  </a:lnTo>
                  <a:lnTo>
                    <a:pt x="97790" y="177799"/>
                  </a:lnTo>
                  <a:close/>
                </a:path>
                <a:path w="264160" h="264160">
                  <a:moveTo>
                    <a:pt x="100330" y="175259"/>
                  </a:moveTo>
                  <a:lnTo>
                    <a:pt x="88900" y="175259"/>
                  </a:lnTo>
                  <a:lnTo>
                    <a:pt x="87629" y="176529"/>
                  </a:lnTo>
                  <a:lnTo>
                    <a:pt x="99059" y="176529"/>
                  </a:lnTo>
                  <a:lnTo>
                    <a:pt x="100330" y="175259"/>
                  </a:lnTo>
                  <a:close/>
                </a:path>
                <a:path w="264160" h="264160">
                  <a:moveTo>
                    <a:pt x="104140" y="171449"/>
                  </a:moveTo>
                  <a:lnTo>
                    <a:pt x="92710" y="171449"/>
                  </a:lnTo>
                  <a:lnTo>
                    <a:pt x="90169" y="173989"/>
                  </a:lnTo>
                  <a:lnTo>
                    <a:pt x="101599" y="173989"/>
                  </a:lnTo>
                  <a:lnTo>
                    <a:pt x="104140" y="171449"/>
                  </a:lnTo>
                  <a:close/>
                </a:path>
                <a:path w="264160" h="264160">
                  <a:moveTo>
                    <a:pt x="106680" y="168909"/>
                  </a:moveTo>
                  <a:lnTo>
                    <a:pt x="95250" y="168909"/>
                  </a:lnTo>
                  <a:lnTo>
                    <a:pt x="93979" y="170179"/>
                  </a:lnTo>
                  <a:lnTo>
                    <a:pt x="105409" y="170179"/>
                  </a:lnTo>
                  <a:lnTo>
                    <a:pt x="106680" y="168909"/>
                  </a:lnTo>
                  <a:close/>
                </a:path>
                <a:path w="264160" h="264160">
                  <a:moveTo>
                    <a:pt x="110490" y="165099"/>
                  </a:moveTo>
                  <a:lnTo>
                    <a:pt x="99060" y="165099"/>
                  </a:lnTo>
                  <a:lnTo>
                    <a:pt x="96519" y="167639"/>
                  </a:lnTo>
                  <a:lnTo>
                    <a:pt x="107949" y="167639"/>
                  </a:lnTo>
                  <a:lnTo>
                    <a:pt x="110490" y="165099"/>
                  </a:lnTo>
                  <a:close/>
                </a:path>
                <a:path w="264160" h="264160">
                  <a:moveTo>
                    <a:pt x="113030" y="162559"/>
                  </a:moveTo>
                  <a:lnTo>
                    <a:pt x="101600" y="162559"/>
                  </a:lnTo>
                  <a:lnTo>
                    <a:pt x="100329" y="163829"/>
                  </a:lnTo>
                  <a:lnTo>
                    <a:pt x="111759" y="163829"/>
                  </a:lnTo>
                  <a:lnTo>
                    <a:pt x="113030" y="162559"/>
                  </a:lnTo>
                  <a:close/>
                </a:path>
                <a:path w="264160" h="264160">
                  <a:moveTo>
                    <a:pt x="116840" y="158749"/>
                  </a:moveTo>
                  <a:lnTo>
                    <a:pt x="105410" y="158749"/>
                  </a:lnTo>
                  <a:lnTo>
                    <a:pt x="102869" y="161289"/>
                  </a:lnTo>
                  <a:lnTo>
                    <a:pt x="114299" y="161289"/>
                  </a:lnTo>
                  <a:lnTo>
                    <a:pt x="116840" y="158749"/>
                  </a:lnTo>
                  <a:close/>
                </a:path>
                <a:path w="264160" h="264160">
                  <a:moveTo>
                    <a:pt x="119380" y="156209"/>
                  </a:moveTo>
                  <a:lnTo>
                    <a:pt x="107950" y="156209"/>
                  </a:lnTo>
                  <a:lnTo>
                    <a:pt x="106679" y="157479"/>
                  </a:lnTo>
                  <a:lnTo>
                    <a:pt x="118109" y="157479"/>
                  </a:lnTo>
                  <a:lnTo>
                    <a:pt x="119380" y="156209"/>
                  </a:lnTo>
                  <a:close/>
                </a:path>
                <a:path w="264160" h="264160">
                  <a:moveTo>
                    <a:pt x="123190" y="152399"/>
                  </a:moveTo>
                  <a:lnTo>
                    <a:pt x="111760" y="152399"/>
                  </a:lnTo>
                  <a:lnTo>
                    <a:pt x="109219" y="154939"/>
                  </a:lnTo>
                  <a:lnTo>
                    <a:pt x="120649" y="154939"/>
                  </a:lnTo>
                  <a:lnTo>
                    <a:pt x="123190" y="152399"/>
                  </a:lnTo>
                  <a:close/>
                </a:path>
                <a:path w="264160" h="264160">
                  <a:moveTo>
                    <a:pt x="125730" y="149859"/>
                  </a:moveTo>
                  <a:lnTo>
                    <a:pt x="114300" y="149859"/>
                  </a:lnTo>
                  <a:lnTo>
                    <a:pt x="113029" y="151129"/>
                  </a:lnTo>
                  <a:lnTo>
                    <a:pt x="124459" y="151129"/>
                  </a:lnTo>
                  <a:lnTo>
                    <a:pt x="125730" y="149859"/>
                  </a:lnTo>
                  <a:close/>
                </a:path>
                <a:path w="264160" h="264160">
                  <a:moveTo>
                    <a:pt x="129540" y="146049"/>
                  </a:moveTo>
                  <a:lnTo>
                    <a:pt x="118110" y="146049"/>
                  </a:lnTo>
                  <a:lnTo>
                    <a:pt x="115569" y="148589"/>
                  </a:lnTo>
                  <a:lnTo>
                    <a:pt x="126999" y="148589"/>
                  </a:lnTo>
                  <a:lnTo>
                    <a:pt x="129540" y="146049"/>
                  </a:lnTo>
                  <a:close/>
                </a:path>
                <a:path w="264160" h="264160">
                  <a:moveTo>
                    <a:pt x="132080" y="143509"/>
                  </a:moveTo>
                  <a:lnTo>
                    <a:pt x="120650" y="143509"/>
                  </a:lnTo>
                  <a:lnTo>
                    <a:pt x="119379" y="144779"/>
                  </a:lnTo>
                  <a:lnTo>
                    <a:pt x="130809" y="144779"/>
                  </a:lnTo>
                  <a:lnTo>
                    <a:pt x="132080" y="143509"/>
                  </a:lnTo>
                  <a:close/>
                </a:path>
                <a:path w="264160" h="264160">
                  <a:moveTo>
                    <a:pt x="135890" y="139699"/>
                  </a:moveTo>
                  <a:lnTo>
                    <a:pt x="124460" y="139699"/>
                  </a:lnTo>
                  <a:lnTo>
                    <a:pt x="121919" y="142239"/>
                  </a:lnTo>
                  <a:lnTo>
                    <a:pt x="133349" y="142239"/>
                  </a:lnTo>
                  <a:lnTo>
                    <a:pt x="135890" y="139699"/>
                  </a:lnTo>
                  <a:close/>
                </a:path>
                <a:path w="264160" h="264160">
                  <a:moveTo>
                    <a:pt x="138430" y="137159"/>
                  </a:moveTo>
                  <a:lnTo>
                    <a:pt x="127000" y="137159"/>
                  </a:lnTo>
                  <a:lnTo>
                    <a:pt x="125729" y="138429"/>
                  </a:lnTo>
                  <a:lnTo>
                    <a:pt x="137159" y="138429"/>
                  </a:lnTo>
                  <a:lnTo>
                    <a:pt x="138430" y="137159"/>
                  </a:lnTo>
                  <a:close/>
                </a:path>
                <a:path w="264160" h="264160">
                  <a:moveTo>
                    <a:pt x="142240" y="133349"/>
                  </a:moveTo>
                  <a:lnTo>
                    <a:pt x="130810" y="133349"/>
                  </a:lnTo>
                  <a:lnTo>
                    <a:pt x="128269" y="135889"/>
                  </a:lnTo>
                  <a:lnTo>
                    <a:pt x="139699" y="135889"/>
                  </a:lnTo>
                  <a:lnTo>
                    <a:pt x="142240" y="133349"/>
                  </a:lnTo>
                  <a:close/>
                </a:path>
                <a:path w="264160" h="264160">
                  <a:moveTo>
                    <a:pt x="144780" y="130809"/>
                  </a:moveTo>
                  <a:lnTo>
                    <a:pt x="133350" y="130809"/>
                  </a:lnTo>
                  <a:lnTo>
                    <a:pt x="132079" y="132079"/>
                  </a:lnTo>
                  <a:lnTo>
                    <a:pt x="143509" y="132079"/>
                  </a:lnTo>
                  <a:lnTo>
                    <a:pt x="144780" y="130809"/>
                  </a:lnTo>
                  <a:close/>
                </a:path>
                <a:path w="264160" h="264160">
                  <a:moveTo>
                    <a:pt x="148590" y="126999"/>
                  </a:moveTo>
                  <a:lnTo>
                    <a:pt x="137160" y="126999"/>
                  </a:lnTo>
                  <a:lnTo>
                    <a:pt x="134619" y="129539"/>
                  </a:lnTo>
                  <a:lnTo>
                    <a:pt x="146049" y="129539"/>
                  </a:lnTo>
                  <a:lnTo>
                    <a:pt x="148590" y="126999"/>
                  </a:lnTo>
                  <a:close/>
                </a:path>
                <a:path w="264160" h="264160">
                  <a:moveTo>
                    <a:pt x="151130" y="124459"/>
                  </a:moveTo>
                  <a:lnTo>
                    <a:pt x="139700" y="124459"/>
                  </a:lnTo>
                  <a:lnTo>
                    <a:pt x="138429" y="125729"/>
                  </a:lnTo>
                  <a:lnTo>
                    <a:pt x="149859" y="125729"/>
                  </a:lnTo>
                  <a:lnTo>
                    <a:pt x="151130" y="124459"/>
                  </a:lnTo>
                  <a:close/>
                </a:path>
                <a:path w="264160" h="264160">
                  <a:moveTo>
                    <a:pt x="154940" y="120649"/>
                  </a:moveTo>
                  <a:lnTo>
                    <a:pt x="143510" y="120649"/>
                  </a:lnTo>
                  <a:lnTo>
                    <a:pt x="140969" y="123189"/>
                  </a:lnTo>
                  <a:lnTo>
                    <a:pt x="152399" y="123189"/>
                  </a:lnTo>
                  <a:lnTo>
                    <a:pt x="154940" y="120649"/>
                  </a:lnTo>
                  <a:close/>
                </a:path>
                <a:path w="264160" h="264160">
                  <a:moveTo>
                    <a:pt x="264159" y="0"/>
                  </a:moveTo>
                  <a:lnTo>
                    <a:pt x="144779" y="119379"/>
                  </a:lnTo>
                  <a:lnTo>
                    <a:pt x="156209" y="119379"/>
                  </a:lnTo>
                  <a:lnTo>
                    <a:pt x="264159" y="11429"/>
                  </a:lnTo>
                  <a:lnTo>
                    <a:pt x="264159" y="0"/>
                  </a:lnTo>
                  <a:close/>
                </a:path>
              </a:pathLst>
            </a:custGeom>
            <a:solidFill>
              <a:srgbClr val="DBD1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3" name="object 12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37640" y="3115310"/>
              <a:ext cx="240029" cy="240029"/>
            </a:xfrm>
            <a:prstGeom prst="rect">
              <a:avLst/>
            </a:prstGeom>
          </p:spPr>
        </p:pic>
        <p:sp>
          <p:nvSpPr>
            <p:cNvPr id="124" name="object 124"/>
            <p:cNvSpPr/>
            <p:nvPr/>
          </p:nvSpPr>
          <p:spPr>
            <a:xfrm>
              <a:off x="1334769" y="2729230"/>
              <a:ext cx="341630" cy="679450"/>
            </a:xfrm>
            <a:custGeom>
              <a:avLst/>
              <a:gdLst/>
              <a:ahLst/>
              <a:cxnLst/>
              <a:rect l="l" t="t" r="r" b="b"/>
              <a:pathLst>
                <a:path w="341630" h="679450">
                  <a:moveTo>
                    <a:pt x="341630" y="0"/>
                  </a:moveTo>
                  <a:lnTo>
                    <a:pt x="341630" y="492760"/>
                  </a:lnTo>
                  <a:lnTo>
                    <a:pt x="0" y="679450"/>
                  </a:lnTo>
                  <a:lnTo>
                    <a:pt x="0" y="190500"/>
                  </a:lnTo>
                  <a:lnTo>
                    <a:pt x="341630" y="0"/>
                  </a:lnTo>
                  <a:close/>
                </a:path>
              </a:pathLst>
            </a:custGeom>
            <a:ln w="646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1154430" y="2835909"/>
              <a:ext cx="336550" cy="90170"/>
            </a:xfrm>
            <a:custGeom>
              <a:avLst/>
              <a:gdLst/>
              <a:ahLst/>
              <a:cxnLst/>
              <a:rect l="l" t="t" r="r" b="b"/>
              <a:pathLst>
                <a:path w="336550" h="90169">
                  <a:moveTo>
                    <a:pt x="184150" y="88900"/>
                  </a:moveTo>
                  <a:lnTo>
                    <a:pt x="171450" y="88900"/>
                  </a:lnTo>
                  <a:lnTo>
                    <a:pt x="171450" y="90170"/>
                  </a:lnTo>
                  <a:lnTo>
                    <a:pt x="184150" y="90170"/>
                  </a:lnTo>
                  <a:lnTo>
                    <a:pt x="184150" y="88900"/>
                  </a:lnTo>
                  <a:close/>
                </a:path>
                <a:path w="336550" h="90169">
                  <a:moveTo>
                    <a:pt x="194297" y="82550"/>
                  </a:moveTo>
                  <a:lnTo>
                    <a:pt x="154940" y="82550"/>
                  </a:lnTo>
                  <a:lnTo>
                    <a:pt x="154940" y="83820"/>
                  </a:lnTo>
                  <a:lnTo>
                    <a:pt x="161290" y="83820"/>
                  </a:lnTo>
                  <a:lnTo>
                    <a:pt x="161290" y="86360"/>
                  </a:lnTo>
                  <a:lnTo>
                    <a:pt x="165100" y="86360"/>
                  </a:lnTo>
                  <a:lnTo>
                    <a:pt x="165100" y="87630"/>
                  </a:lnTo>
                  <a:lnTo>
                    <a:pt x="165100" y="88900"/>
                  </a:lnTo>
                  <a:lnTo>
                    <a:pt x="168910" y="88900"/>
                  </a:lnTo>
                  <a:lnTo>
                    <a:pt x="168910" y="87630"/>
                  </a:lnTo>
                  <a:lnTo>
                    <a:pt x="186690" y="87630"/>
                  </a:lnTo>
                  <a:lnTo>
                    <a:pt x="186690" y="88900"/>
                  </a:lnTo>
                  <a:lnTo>
                    <a:pt x="187960" y="88900"/>
                  </a:lnTo>
                  <a:lnTo>
                    <a:pt x="187960" y="87630"/>
                  </a:lnTo>
                  <a:lnTo>
                    <a:pt x="187960" y="86360"/>
                  </a:lnTo>
                  <a:lnTo>
                    <a:pt x="190487" y="86360"/>
                  </a:lnTo>
                  <a:lnTo>
                    <a:pt x="190487" y="83820"/>
                  </a:lnTo>
                  <a:lnTo>
                    <a:pt x="194297" y="83820"/>
                  </a:lnTo>
                  <a:lnTo>
                    <a:pt x="194297" y="82550"/>
                  </a:lnTo>
                  <a:close/>
                </a:path>
                <a:path w="336550" h="90169">
                  <a:moveTo>
                    <a:pt x="205740" y="76200"/>
                  </a:moveTo>
                  <a:lnTo>
                    <a:pt x="138430" y="76200"/>
                  </a:lnTo>
                  <a:lnTo>
                    <a:pt x="138430" y="77470"/>
                  </a:lnTo>
                  <a:lnTo>
                    <a:pt x="144780" y="77470"/>
                  </a:lnTo>
                  <a:lnTo>
                    <a:pt x="144780" y="80010"/>
                  </a:lnTo>
                  <a:lnTo>
                    <a:pt x="148590" y="80010"/>
                  </a:lnTo>
                  <a:lnTo>
                    <a:pt x="148590" y="81280"/>
                  </a:lnTo>
                  <a:lnTo>
                    <a:pt x="148590" y="82550"/>
                  </a:lnTo>
                  <a:lnTo>
                    <a:pt x="151130" y="82550"/>
                  </a:lnTo>
                  <a:lnTo>
                    <a:pt x="151130" y="81280"/>
                  </a:lnTo>
                  <a:lnTo>
                    <a:pt x="196837" y="81280"/>
                  </a:lnTo>
                  <a:lnTo>
                    <a:pt x="196837" y="82550"/>
                  </a:lnTo>
                  <a:lnTo>
                    <a:pt x="199390" y="82550"/>
                  </a:lnTo>
                  <a:lnTo>
                    <a:pt x="199390" y="81280"/>
                  </a:lnTo>
                  <a:lnTo>
                    <a:pt x="199390" y="80010"/>
                  </a:lnTo>
                  <a:lnTo>
                    <a:pt x="201930" y="80010"/>
                  </a:lnTo>
                  <a:lnTo>
                    <a:pt x="201930" y="77470"/>
                  </a:lnTo>
                  <a:lnTo>
                    <a:pt x="205740" y="77470"/>
                  </a:lnTo>
                  <a:lnTo>
                    <a:pt x="205740" y="76200"/>
                  </a:lnTo>
                  <a:close/>
                </a:path>
                <a:path w="336550" h="90169">
                  <a:moveTo>
                    <a:pt x="217170" y="69850"/>
                  </a:moveTo>
                  <a:lnTo>
                    <a:pt x="121920" y="69850"/>
                  </a:lnTo>
                  <a:lnTo>
                    <a:pt x="121920" y="71120"/>
                  </a:lnTo>
                  <a:lnTo>
                    <a:pt x="128270" y="71120"/>
                  </a:lnTo>
                  <a:lnTo>
                    <a:pt x="128270" y="73660"/>
                  </a:lnTo>
                  <a:lnTo>
                    <a:pt x="130810" y="73660"/>
                  </a:lnTo>
                  <a:lnTo>
                    <a:pt x="130810" y="74930"/>
                  </a:lnTo>
                  <a:lnTo>
                    <a:pt x="130810" y="76200"/>
                  </a:lnTo>
                  <a:lnTo>
                    <a:pt x="133350" y="76200"/>
                  </a:lnTo>
                  <a:lnTo>
                    <a:pt x="133350" y="74930"/>
                  </a:lnTo>
                  <a:lnTo>
                    <a:pt x="208280" y="74930"/>
                  </a:lnTo>
                  <a:lnTo>
                    <a:pt x="208280" y="76200"/>
                  </a:lnTo>
                  <a:lnTo>
                    <a:pt x="209550" y="76200"/>
                  </a:lnTo>
                  <a:lnTo>
                    <a:pt x="209550" y="74930"/>
                  </a:lnTo>
                  <a:lnTo>
                    <a:pt x="209550" y="73660"/>
                  </a:lnTo>
                  <a:lnTo>
                    <a:pt x="212090" y="73660"/>
                  </a:lnTo>
                  <a:lnTo>
                    <a:pt x="212090" y="71120"/>
                  </a:lnTo>
                  <a:lnTo>
                    <a:pt x="217170" y="71120"/>
                  </a:lnTo>
                  <a:lnTo>
                    <a:pt x="217170" y="69850"/>
                  </a:lnTo>
                  <a:close/>
                </a:path>
                <a:path w="336550" h="90169">
                  <a:moveTo>
                    <a:pt x="227330" y="63500"/>
                  </a:moveTo>
                  <a:lnTo>
                    <a:pt x="106680" y="63500"/>
                  </a:lnTo>
                  <a:lnTo>
                    <a:pt x="106680" y="64770"/>
                  </a:lnTo>
                  <a:lnTo>
                    <a:pt x="113030" y="64770"/>
                  </a:lnTo>
                  <a:lnTo>
                    <a:pt x="113030" y="67310"/>
                  </a:lnTo>
                  <a:lnTo>
                    <a:pt x="115570" y="67310"/>
                  </a:lnTo>
                  <a:lnTo>
                    <a:pt x="115570" y="68580"/>
                  </a:lnTo>
                  <a:lnTo>
                    <a:pt x="115570" y="69850"/>
                  </a:lnTo>
                  <a:lnTo>
                    <a:pt x="119380" y="69850"/>
                  </a:lnTo>
                  <a:lnTo>
                    <a:pt x="119380" y="68580"/>
                  </a:lnTo>
                  <a:lnTo>
                    <a:pt x="218440" y="68580"/>
                  </a:lnTo>
                  <a:lnTo>
                    <a:pt x="218440" y="69850"/>
                  </a:lnTo>
                  <a:lnTo>
                    <a:pt x="220980" y="69850"/>
                  </a:lnTo>
                  <a:lnTo>
                    <a:pt x="220980" y="68580"/>
                  </a:lnTo>
                  <a:lnTo>
                    <a:pt x="220980" y="67310"/>
                  </a:lnTo>
                  <a:lnTo>
                    <a:pt x="223520" y="67310"/>
                  </a:lnTo>
                  <a:lnTo>
                    <a:pt x="223520" y="64770"/>
                  </a:lnTo>
                  <a:lnTo>
                    <a:pt x="227330" y="64770"/>
                  </a:lnTo>
                  <a:lnTo>
                    <a:pt x="227330" y="63500"/>
                  </a:lnTo>
                  <a:close/>
                </a:path>
                <a:path w="336550" h="90169">
                  <a:moveTo>
                    <a:pt x="238760" y="57150"/>
                  </a:moveTo>
                  <a:lnTo>
                    <a:pt x="92710" y="57150"/>
                  </a:lnTo>
                  <a:lnTo>
                    <a:pt x="92710" y="58420"/>
                  </a:lnTo>
                  <a:lnTo>
                    <a:pt x="96520" y="58420"/>
                  </a:lnTo>
                  <a:lnTo>
                    <a:pt x="96520" y="60960"/>
                  </a:lnTo>
                  <a:lnTo>
                    <a:pt x="100330" y="60960"/>
                  </a:lnTo>
                  <a:lnTo>
                    <a:pt x="100330" y="62230"/>
                  </a:lnTo>
                  <a:lnTo>
                    <a:pt x="100330" y="63500"/>
                  </a:lnTo>
                  <a:lnTo>
                    <a:pt x="104140" y="63500"/>
                  </a:lnTo>
                  <a:lnTo>
                    <a:pt x="104140" y="62230"/>
                  </a:lnTo>
                  <a:lnTo>
                    <a:pt x="229870" y="62230"/>
                  </a:lnTo>
                  <a:lnTo>
                    <a:pt x="229870" y="63500"/>
                  </a:lnTo>
                  <a:lnTo>
                    <a:pt x="232410" y="63500"/>
                  </a:lnTo>
                  <a:lnTo>
                    <a:pt x="232410" y="62230"/>
                  </a:lnTo>
                  <a:lnTo>
                    <a:pt x="232410" y="60960"/>
                  </a:lnTo>
                  <a:lnTo>
                    <a:pt x="233680" y="60960"/>
                  </a:lnTo>
                  <a:lnTo>
                    <a:pt x="233680" y="58420"/>
                  </a:lnTo>
                  <a:lnTo>
                    <a:pt x="238760" y="58420"/>
                  </a:lnTo>
                  <a:lnTo>
                    <a:pt x="238760" y="57150"/>
                  </a:lnTo>
                  <a:close/>
                </a:path>
                <a:path w="336550" h="90169">
                  <a:moveTo>
                    <a:pt x="248920" y="50800"/>
                  </a:moveTo>
                  <a:lnTo>
                    <a:pt x="80010" y="50800"/>
                  </a:lnTo>
                  <a:lnTo>
                    <a:pt x="80010" y="52070"/>
                  </a:lnTo>
                  <a:lnTo>
                    <a:pt x="85090" y="52070"/>
                  </a:lnTo>
                  <a:lnTo>
                    <a:pt x="85090" y="54610"/>
                  </a:lnTo>
                  <a:lnTo>
                    <a:pt x="87630" y="54610"/>
                  </a:lnTo>
                  <a:lnTo>
                    <a:pt x="87630" y="55880"/>
                  </a:lnTo>
                  <a:lnTo>
                    <a:pt x="87630" y="57150"/>
                  </a:lnTo>
                  <a:lnTo>
                    <a:pt x="90170" y="57150"/>
                  </a:lnTo>
                  <a:lnTo>
                    <a:pt x="90170" y="55880"/>
                  </a:lnTo>
                  <a:lnTo>
                    <a:pt x="241300" y="55880"/>
                  </a:lnTo>
                  <a:lnTo>
                    <a:pt x="241300" y="57150"/>
                  </a:lnTo>
                  <a:lnTo>
                    <a:pt x="242570" y="57150"/>
                  </a:lnTo>
                  <a:lnTo>
                    <a:pt x="242570" y="55880"/>
                  </a:lnTo>
                  <a:lnTo>
                    <a:pt x="242570" y="54610"/>
                  </a:lnTo>
                  <a:lnTo>
                    <a:pt x="245097" y="54610"/>
                  </a:lnTo>
                  <a:lnTo>
                    <a:pt x="245097" y="52070"/>
                  </a:lnTo>
                  <a:lnTo>
                    <a:pt x="248920" y="52070"/>
                  </a:lnTo>
                  <a:lnTo>
                    <a:pt x="248920" y="50800"/>
                  </a:lnTo>
                  <a:close/>
                </a:path>
                <a:path w="336550" h="90169">
                  <a:moveTo>
                    <a:pt x="260337" y="44450"/>
                  </a:moveTo>
                  <a:lnTo>
                    <a:pt x="66040" y="44450"/>
                  </a:lnTo>
                  <a:lnTo>
                    <a:pt x="66040" y="45720"/>
                  </a:lnTo>
                  <a:lnTo>
                    <a:pt x="72390" y="45720"/>
                  </a:lnTo>
                  <a:lnTo>
                    <a:pt x="72390" y="48260"/>
                  </a:lnTo>
                  <a:lnTo>
                    <a:pt x="74930" y="48260"/>
                  </a:lnTo>
                  <a:lnTo>
                    <a:pt x="74930" y="49530"/>
                  </a:lnTo>
                  <a:lnTo>
                    <a:pt x="74930" y="50800"/>
                  </a:lnTo>
                  <a:lnTo>
                    <a:pt x="77470" y="50800"/>
                  </a:lnTo>
                  <a:lnTo>
                    <a:pt x="77470" y="49530"/>
                  </a:lnTo>
                  <a:lnTo>
                    <a:pt x="251460" y="49530"/>
                  </a:lnTo>
                  <a:lnTo>
                    <a:pt x="251460" y="50800"/>
                  </a:lnTo>
                  <a:lnTo>
                    <a:pt x="253987" y="50800"/>
                  </a:lnTo>
                  <a:lnTo>
                    <a:pt x="253987" y="49530"/>
                  </a:lnTo>
                  <a:lnTo>
                    <a:pt x="253987" y="48260"/>
                  </a:lnTo>
                  <a:lnTo>
                    <a:pt x="256540" y="48260"/>
                  </a:lnTo>
                  <a:lnTo>
                    <a:pt x="256540" y="45720"/>
                  </a:lnTo>
                  <a:lnTo>
                    <a:pt x="260337" y="45720"/>
                  </a:lnTo>
                  <a:lnTo>
                    <a:pt x="260337" y="44450"/>
                  </a:lnTo>
                  <a:close/>
                </a:path>
                <a:path w="336550" h="90169">
                  <a:moveTo>
                    <a:pt x="271780" y="38100"/>
                  </a:moveTo>
                  <a:lnTo>
                    <a:pt x="54610" y="38100"/>
                  </a:lnTo>
                  <a:lnTo>
                    <a:pt x="54610" y="39370"/>
                  </a:lnTo>
                  <a:lnTo>
                    <a:pt x="59690" y="39370"/>
                  </a:lnTo>
                  <a:lnTo>
                    <a:pt x="59690" y="41910"/>
                  </a:lnTo>
                  <a:lnTo>
                    <a:pt x="62230" y="41910"/>
                  </a:lnTo>
                  <a:lnTo>
                    <a:pt x="62230" y="43180"/>
                  </a:lnTo>
                  <a:lnTo>
                    <a:pt x="62230" y="44450"/>
                  </a:lnTo>
                  <a:lnTo>
                    <a:pt x="64770" y="44450"/>
                  </a:lnTo>
                  <a:lnTo>
                    <a:pt x="64770" y="43180"/>
                  </a:lnTo>
                  <a:lnTo>
                    <a:pt x="262890" y="43180"/>
                  </a:lnTo>
                  <a:lnTo>
                    <a:pt x="262890" y="44450"/>
                  </a:lnTo>
                  <a:lnTo>
                    <a:pt x="265430" y="44450"/>
                  </a:lnTo>
                  <a:lnTo>
                    <a:pt x="265430" y="43180"/>
                  </a:lnTo>
                  <a:lnTo>
                    <a:pt x="265430" y="41910"/>
                  </a:lnTo>
                  <a:lnTo>
                    <a:pt x="266687" y="41910"/>
                  </a:lnTo>
                  <a:lnTo>
                    <a:pt x="266687" y="39370"/>
                  </a:lnTo>
                  <a:lnTo>
                    <a:pt x="271780" y="39370"/>
                  </a:lnTo>
                  <a:lnTo>
                    <a:pt x="271780" y="38100"/>
                  </a:lnTo>
                  <a:close/>
                </a:path>
                <a:path w="336550" h="90169">
                  <a:moveTo>
                    <a:pt x="281940" y="31750"/>
                  </a:moveTo>
                  <a:lnTo>
                    <a:pt x="43180" y="31750"/>
                  </a:lnTo>
                  <a:lnTo>
                    <a:pt x="43180" y="33020"/>
                  </a:lnTo>
                  <a:lnTo>
                    <a:pt x="48260" y="33020"/>
                  </a:lnTo>
                  <a:lnTo>
                    <a:pt x="48260" y="35560"/>
                  </a:lnTo>
                  <a:lnTo>
                    <a:pt x="50800" y="35560"/>
                  </a:lnTo>
                  <a:lnTo>
                    <a:pt x="50800" y="36830"/>
                  </a:lnTo>
                  <a:lnTo>
                    <a:pt x="50800" y="38100"/>
                  </a:lnTo>
                  <a:lnTo>
                    <a:pt x="53340" y="38100"/>
                  </a:lnTo>
                  <a:lnTo>
                    <a:pt x="53340" y="36830"/>
                  </a:lnTo>
                  <a:lnTo>
                    <a:pt x="273037" y="36830"/>
                  </a:lnTo>
                  <a:lnTo>
                    <a:pt x="273037" y="38100"/>
                  </a:lnTo>
                  <a:lnTo>
                    <a:pt x="275590" y="38100"/>
                  </a:lnTo>
                  <a:lnTo>
                    <a:pt x="275590" y="36830"/>
                  </a:lnTo>
                  <a:lnTo>
                    <a:pt x="275590" y="35560"/>
                  </a:lnTo>
                  <a:lnTo>
                    <a:pt x="278130" y="35560"/>
                  </a:lnTo>
                  <a:lnTo>
                    <a:pt x="278130" y="33020"/>
                  </a:lnTo>
                  <a:lnTo>
                    <a:pt x="281940" y="33020"/>
                  </a:lnTo>
                  <a:lnTo>
                    <a:pt x="281940" y="31750"/>
                  </a:lnTo>
                  <a:close/>
                </a:path>
                <a:path w="336550" h="90169">
                  <a:moveTo>
                    <a:pt x="293370" y="25400"/>
                  </a:moveTo>
                  <a:lnTo>
                    <a:pt x="34290" y="25400"/>
                  </a:lnTo>
                  <a:lnTo>
                    <a:pt x="34290" y="26670"/>
                  </a:lnTo>
                  <a:lnTo>
                    <a:pt x="36830" y="26670"/>
                  </a:lnTo>
                  <a:lnTo>
                    <a:pt x="36830" y="29210"/>
                  </a:lnTo>
                  <a:lnTo>
                    <a:pt x="39370" y="29210"/>
                  </a:lnTo>
                  <a:lnTo>
                    <a:pt x="39370" y="30480"/>
                  </a:lnTo>
                  <a:lnTo>
                    <a:pt x="39370" y="31750"/>
                  </a:lnTo>
                  <a:lnTo>
                    <a:pt x="40640" y="31750"/>
                  </a:lnTo>
                  <a:lnTo>
                    <a:pt x="40640" y="30480"/>
                  </a:lnTo>
                  <a:lnTo>
                    <a:pt x="284480" y="30480"/>
                  </a:lnTo>
                  <a:lnTo>
                    <a:pt x="284480" y="31750"/>
                  </a:lnTo>
                  <a:lnTo>
                    <a:pt x="287020" y="31750"/>
                  </a:lnTo>
                  <a:lnTo>
                    <a:pt x="287020" y="30480"/>
                  </a:lnTo>
                  <a:lnTo>
                    <a:pt x="287020" y="29210"/>
                  </a:lnTo>
                  <a:lnTo>
                    <a:pt x="288290" y="29210"/>
                  </a:lnTo>
                  <a:lnTo>
                    <a:pt x="288290" y="26670"/>
                  </a:lnTo>
                  <a:lnTo>
                    <a:pt x="293370" y="26670"/>
                  </a:lnTo>
                  <a:lnTo>
                    <a:pt x="293370" y="25400"/>
                  </a:lnTo>
                  <a:close/>
                </a:path>
                <a:path w="336550" h="90169">
                  <a:moveTo>
                    <a:pt x="304800" y="19050"/>
                  </a:moveTo>
                  <a:lnTo>
                    <a:pt x="24130" y="19050"/>
                  </a:lnTo>
                  <a:lnTo>
                    <a:pt x="24130" y="20320"/>
                  </a:lnTo>
                  <a:lnTo>
                    <a:pt x="27940" y="20320"/>
                  </a:lnTo>
                  <a:lnTo>
                    <a:pt x="27940" y="22860"/>
                  </a:lnTo>
                  <a:lnTo>
                    <a:pt x="30480" y="22860"/>
                  </a:lnTo>
                  <a:lnTo>
                    <a:pt x="30480" y="24130"/>
                  </a:lnTo>
                  <a:lnTo>
                    <a:pt x="30480" y="25400"/>
                  </a:lnTo>
                  <a:lnTo>
                    <a:pt x="31750" y="25400"/>
                  </a:lnTo>
                  <a:lnTo>
                    <a:pt x="31750" y="24130"/>
                  </a:lnTo>
                  <a:lnTo>
                    <a:pt x="295910" y="24130"/>
                  </a:lnTo>
                  <a:lnTo>
                    <a:pt x="295910" y="25400"/>
                  </a:lnTo>
                  <a:lnTo>
                    <a:pt x="297180" y="25400"/>
                  </a:lnTo>
                  <a:lnTo>
                    <a:pt x="297180" y="24130"/>
                  </a:lnTo>
                  <a:lnTo>
                    <a:pt x="297180" y="22860"/>
                  </a:lnTo>
                  <a:lnTo>
                    <a:pt x="299720" y="22860"/>
                  </a:lnTo>
                  <a:lnTo>
                    <a:pt x="299720" y="20320"/>
                  </a:lnTo>
                  <a:lnTo>
                    <a:pt x="304800" y="20320"/>
                  </a:lnTo>
                  <a:lnTo>
                    <a:pt x="304800" y="19050"/>
                  </a:lnTo>
                  <a:close/>
                </a:path>
                <a:path w="336550" h="90169">
                  <a:moveTo>
                    <a:pt x="314960" y="12700"/>
                  </a:moveTo>
                  <a:lnTo>
                    <a:pt x="16510" y="12700"/>
                  </a:lnTo>
                  <a:lnTo>
                    <a:pt x="16510" y="13970"/>
                  </a:lnTo>
                  <a:lnTo>
                    <a:pt x="19050" y="13970"/>
                  </a:lnTo>
                  <a:lnTo>
                    <a:pt x="19050" y="16510"/>
                  </a:lnTo>
                  <a:lnTo>
                    <a:pt x="21590" y="16510"/>
                  </a:lnTo>
                  <a:lnTo>
                    <a:pt x="21590" y="17780"/>
                  </a:lnTo>
                  <a:lnTo>
                    <a:pt x="21590" y="19050"/>
                  </a:lnTo>
                  <a:lnTo>
                    <a:pt x="22860" y="19050"/>
                  </a:lnTo>
                  <a:lnTo>
                    <a:pt x="22860" y="17780"/>
                  </a:lnTo>
                  <a:lnTo>
                    <a:pt x="306070" y="17780"/>
                  </a:lnTo>
                  <a:lnTo>
                    <a:pt x="306070" y="19050"/>
                  </a:lnTo>
                  <a:lnTo>
                    <a:pt x="308597" y="19050"/>
                  </a:lnTo>
                  <a:lnTo>
                    <a:pt x="308597" y="17780"/>
                  </a:lnTo>
                  <a:lnTo>
                    <a:pt x="308597" y="16510"/>
                  </a:lnTo>
                  <a:lnTo>
                    <a:pt x="311150" y="16510"/>
                  </a:lnTo>
                  <a:lnTo>
                    <a:pt x="311150" y="13970"/>
                  </a:lnTo>
                  <a:lnTo>
                    <a:pt x="314960" y="13970"/>
                  </a:lnTo>
                  <a:lnTo>
                    <a:pt x="314960" y="12700"/>
                  </a:lnTo>
                  <a:close/>
                </a:path>
                <a:path w="336550" h="90169">
                  <a:moveTo>
                    <a:pt x="326390" y="6350"/>
                  </a:moveTo>
                  <a:lnTo>
                    <a:pt x="7620" y="6350"/>
                  </a:lnTo>
                  <a:lnTo>
                    <a:pt x="7620" y="7620"/>
                  </a:lnTo>
                  <a:lnTo>
                    <a:pt x="11430" y="7620"/>
                  </a:lnTo>
                  <a:lnTo>
                    <a:pt x="11430" y="10160"/>
                  </a:lnTo>
                  <a:lnTo>
                    <a:pt x="12700" y="10160"/>
                  </a:lnTo>
                  <a:lnTo>
                    <a:pt x="12700" y="11430"/>
                  </a:lnTo>
                  <a:lnTo>
                    <a:pt x="12700" y="12700"/>
                  </a:lnTo>
                  <a:lnTo>
                    <a:pt x="13970" y="12700"/>
                  </a:lnTo>
                  <a:lnTo>
                    <a:pt x="13970" y="11430"/>
                  </a:lnTo>
                  <a:lnTo>
                    <a:pt x="317500" y="11430"/>
                  </a:lnTo>
                  <a:lnTo>
                    <a:pt x="317500" y="12700"/>
                  </a:lnTo>
                  <a:lnTo>
                    <a:pt x="320040" y="12700"/>
                  </a:lnTo>
                  <a:lnTo>
                    <a:pt x="320040" y="11430"/>
                  </a:lnTo>
                  <a:lnTo>
                    <a:pt x="320040" y="10160"/>
                  </a:lnTo>
                  <a:lnTo>
                    <a:pt x="321297" y="10160"/>
                  </a:lnTo>
                  <a:lnTo>
                    <a:pt x="321297" y="7620"/>
                  </a:lnTo>
                  <a:lnTo>
                    <a:pt x="326390" y="7620"/>
                  </a:lnTo>
                  <a:lnTo>
                    <a:pt x="326390" y="6350"/>
                  </a:lnTo>
                  <a:close/>
                </a:path>
                <a:path w="336550" h="90169">
                  <a:moveTo>
                    <a:pt x="33655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3810"/>
                  </a:lnTo>
                  <a:lnTo>
                    <a:pt x="5080" y="3810"/>
                  </a:lnTo>
                  <a:lnTo>
                    <a:pt x="5080" y="5080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5080"/>
                  </a:lnTo>
                  <a:lnTo>
                    <a:pt x="327660" y="5080"/>
                  </a:lnTo>
                  <a:lnTo>
                    <a:pt x="327660" y="6350"/>
                  </a:lnTo>
                  <a:lnTo>
                    <a:pt x="330200" y="6350"/>
                  </a:lnTo>
                  <a:lnTo>
                    <a:pt x="330200" y="5080"/>
                  </a:lnTo>
                  <a:lnTo>
                    <a:pt x="330200" y="3810"/>
                  </a:lnTo>
                  <a:lnTo>
                    <a:pt x="332740" y="3810"/>
                  </a:lnTo>
                  <a:lnTo>
                    <a:pt x="332740" y="1270"/>
                  </a:lnTo>
                  <a:lnTo>
                    <a:pt x="336550" y="1270"/>
                  </a:lnTo>
                  <a:lnTo>
                    <a:pt x="336550" y="0"/>
                  </a:lnTo>
                  <a:close/>
                </a:path>
              </a:pathLst>
            </a:custGeom>
            <a:solidFill>
              <a:srgbClr val="EAE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1118870" y="2744469"/>
              <a:ext cx="499109" cy="92710"/>
            </a:xfrm>
            <a:custGeom>
              <a:avLst/>
              <a:gdLst/>
              <a:ahLst/>
              <a:cxnLst/>
              <a:rect l="l" t="t" r="r" b="b"/>
              <a:pathLst>
                <a:path w="499109" h="92710">
                  <a:moveTo>
                    <a:pt x="281940" y="8890"/>
                  </a:moveTo>
                  <a:lnTo>
                    <a:pt x="88900" y="8890"/>
                  </a:lnTo>
                  <a:lnTo>
                    <a:pt x="88900" y="7620"/>
                  </a:lnTo>
                  <a:lnTo>
                    <a:pt x="86360" y="7620"/>
                  </a:lnTo>
                  <a:lnTo>
                    <a:pt x="86360" y="8890"/>
                  </a:lnTo>
                  <a:lnTo>
                    <a:pt x="83820" y="8890"/>
                  </a:lnTo>
                  <a:lnTo>
                    <a:pt x="83820" y="10160"/>
                  </a:lnTo>
                  <a:lnTo>
                    <a:pt x="80010" y="10160"/>
                  </a:lnTo>
                  <a:lnTo>
                    <a:pt x="80010" y="12700"/>
                  </a:lnTo>
                  <a:lnTo>
                    <a:pt x="77470" y="12700"/>
                  </a:lnTo>
                  <a:lnTo>
                    <a:pt x="77470" y="13970"/>
                  </a:lnTo>
                  <a:lnTo>
                    <a:pt x="281940" y="13970"/>
                  </a:lnTo>
                  <a:lnTo>
                    <a:pt x="281940" y="12700"/>
                  </a:lnTo>
                  <a:lnTo>
                    <a:pt x="281940" y="10160"/>
                  </a:lnTo>
                  <a:lnTo>
                    <a:pt x="281940" y="8890"/>
                  </a:lnTo>
                  <a:close/>
                </a:path>
                <a:path w="499109" h="92710">
                  <a:moveTo>
                    <a:pt x="281940" y="2540"/>
                  </a:moveTo>
                  <a:lnTo>
                    <a:pt x="100330" y="2540"/>
                  </a:lnTo>
                  <a:lnTo>
                    <a:pt x="100330" y="1270"/>
                  </a:lnTo>
                  <a:lnTo>
                    <a:pt x="97790" y="1270"/>
                  </a:lnTo>
                  <a:lnTo>
                    <a:pt x="97790" y="2540"/>
                  </a:lnTo>
                  <a:lnTo>
                    <a:pt x="95250" y="2540"/>
                  </a:lnTo>
                  <a:lnTo>
                    <a:pt x="95250" y="3810"/>
                  </a:lnTo>
                  <a:lnTo>
                    <a:pt x="91440" y="3810"/>
                  </a:lnTo>
                  <a:lnTo>
                    <a:pt x="91440" y="6350"/>
                  </a:lnTo>
                  <a:lnTo>
                    <a:pt x="88900" y="6350"/>
                  </a:lnTo>
                  <a:lnTo>
                    <a:pt x="88900" y="7620"/>
                  </a:lnTo>
                  <a:lnTo>
                    <a:pt x="281940" y="7620"/>
                  </a:lnTo>
                  <a:lnTo>
                    <a:pt x="281940" y="6350"/>
                  </a:lnTo>
                  <a:lnTo>
                    <a:pt x="281940" y="3810"/>
                  </a:lnTo>
                  <a:lnTo>
                    <a:pt x="281940" y="2540"/>
                  </a:lnTo>
                  <a:close/>
                </a:path>
                <a:path w="499109" h="92710">
                  <a:moveTo>
                    <a:pt x="281940" y="0"/>
                  </a:moveTo>
                  <a:lnTo>
                    <a:pt x="100330" y="0"/>
                  </a:lnTo>
                  <a:lnTo>
                    <a:pt x="100330" y="1270"/>
                  </a:lnTo>
                  <a:lnTo>
                    <a:pt x="281940" y="1270"/>
                  </a:lnTo>
                  <a:lnTo>
                    <a:pt x="281940" y="0"/>
                  </a:lnTo>
                  <a:close/>
                </a:path>
                <a:path w="499109" h="92710">
                  <a:moveTo>
                    <a:pt x="372110" y="91440"/>
                  </a:moveTo>
                  <a:lnTo>
                    <a:pt x="35560" y="91440"/>
                  </a:lnTo>
                  <a:lnTo>
                    <a:pt x="35560" y="92710"/>
                  </a:lnTo>
                  <a:lnTo>
                    <a:pt x="372110" y="92710"/>
                  </a:lnTo>
                  <a:lnTo>
                    <a:pt x="372110" y="91440"/>
                  </a:lnTo>
                  <a:close/>
                </a:path>
                <a:path w="499109" h="92710">
                  <a:moveTo>
                    <a:pt x="383540" y="85090"/>
                  </a:moveTo>
                  <a:lnTo>
                    <a:pt x="29210" y="85090"/>
                  </a:lnTo>
                  <a:lnTo>
                    <a:pt x="29210" y="86360"/>
                  </a:lnTo>
                  <a:lnTo>
                    <a:pt x="31750" y="86360"/>
                  </a:lnTo>
                  <a:lnTo>
                    <a:pt x="31750" y="88900"/>
                  </a:lnTo>
                  <a:lnTo>
                    <a:pt x="33020" y="88900"/>
                  </a:lnTo>
                  <a:lnTo>
                    <a:pt x="33020" y="90170"/>
                  </a:lnTo>
                  <a:lnTo>
                    <a:pt x="33020" y="91440"/>
                  </a:lnTo>
                  <a:lnTo>
                    <a:pt x="34290" y="91440"/>
                  </a:lnTo>
                  <a:lnTo>
                    <a:pt x="34290" y="90170"/>
                  </a:lnTo>
                  <a:lnTo>
                    <a:pt x="374650" y="90170"/>
                  </a:lnTo>
                  <a:lnTo>
                    <a:pt x="374650" y="91440"/>
                  </a:lnTo>
                  <a:lnTo>
                    <a:pt x="377190" y="91440"/>
                  </a:lnTo>
                  <a:lnTo>
                    <a:pt x="377190" y="90170"/>
                  </a:lnTo>
                  <a:lnTo>
                    <a:pt x="377190" y="88900"/>
                  </a:lnTo>
                  <a:lnTo>
                    <a:pt x="379730" y="88900"/>
                  </a:lnTo>
                  <a:lnTo>
                    <a:pt x="379730" y="86360"/>
                  </a:lnTo>
                  <a:lnTo>
                    <a:pt x="383540" y="86360"/>
                  </a:lnTo>
                  <a:lnTo>
                    <a:pt x="383540" y="85090"/>
                  </a:lnTo>
                  <a:close/>
                </a:path>
                <a:path w="499109" h="92710">
                  <a:moveTo>
                    <a:pt x="394957" y="78740"/>
                  </a:moveTo>
                  <a:lnTo>
                    <a:pt x="21590" y="78740"/>
                  </a:lnTo>
                  <a:lnTo>
                    <a:pt x="21590" y="80010"/>
                  </a:lnTo>
                  <a:lnTo>
                    <a:pt x="24130" y="80010"/>
                  </a:lnTo>
                  <a:lnTo>
                    <a:pt x="24130" y="82550"/>
                  </a:lnTo>
                  <a:lnTo>
                    <a:pt x="26670" y="82550"/>
                  </a:lnTo>
                  <a:lnTo>
                    <a:pt x="26670" y="83820"/>
                  </a:lnTo>
                  <a:lnTo>
                    <a:pt x="26670" y="85090"/>
                  </a:lnTo>
                  <a:lnTo>
                    <a:pt x="27940" y="85090"/>
                  </a:lnTo>
                  <a:lnTo>
                    <a:pt x="27940" y="83820"/>
                  </a:lnTo>
                  <a:lnTo>
                    <a:pt x="386080" y="83820"/>
                  </a:lnTo>
                  <a:lnTo>
                    <a:pt x="386080" y="85090"/>
                  </a:lnTo>
                  <a:lnTo>
                    <a:pt x="387350" y="85090"/>
                  </a:lnTo>
                  <a:lnTo>
                    <a:pt x="387350" y="83820"/>
                  </a:lnTo>
                  <a:lnTo>
                    <a:pt x="387350" y="82550"/>
                  </a:lnTo>
                  <a:lnTo>
                    <a:pt x="389890" y="82550"/>
                  </a:lnTo>
                  <a:lnTo>
                    <a:pt x="389890" y="80010"/>
                  </a:lnTo>
                  <a:lnTo>
                    <a:pt x="394957" y="80010"/>
                  </a:lnTo>
                  <a:lnTo>
                    <a:pt x="394957" y="78740"/>
                  </a:lnTo>
                  <a:close/>
                </a:path>
                <a:path w="499109" h="92710">
                  <a:moveTo>
                    <a:pt x="405130" y="72390"/>
                  </a:moveTo>
                  <a:lnTo>
                    <a:pt x="15240" y="72390"/>
                  </a:lnTo>
                  <a:lnTo>
                    <a:pt x="15240" y="73660"/>
                  </a:lnTo>
                  <a:lnTo>
                    <a:pt x="17780" y="73660"/>
                  </a:lnTo>
                  <a:lnTo>
                    <a:pt x="17780" y="76200"/>
                  </a:lnTo>
                  <a:lnTo>
                    <a:pt x="19050" y="76200"/>
                  </a:lnTo>
                  <a:lnTo>
                    <a:pt x="19050" y="77470"/>
                  </a:lnTo>
                  <a:lnTo>
                    <a:pt x="19050" y="78740"/>
                  </a:lnTo>
                  <a:lnTo>
                    <a:pt x="20320" y="78740"/>
                  </a:lnTo>
                  <a:lnTo>
                    <a:pt x="20320" y="77470"/>
                  </a:lnTo>
                  <a:lnTo>
                    <a:pt x="396240" y="77470"/>
                  </a:lnTo>
                  <a:lnTo>
                    <a:pt x="396240" y="78740"/>
                  </a:lnTo>
                  <a:lnTo>
                    <a:pt x="398780" y="78740"/>
                  </a:lnTo>
                  <a:lnTo>
                    <a:pt x="398780" y="77470"/>
                  </a:lnTo>
                  <a:lnTo>
                    <a:pt x="398780" y="76200"/>
                  </a:lnTo>
                  <a:lnTo>
                    <a:pt x="401320" y="76200"/>
                  </a:lnTo>
                  <a:lnTo>
                    <a:pt x="401320" y="73660"/>
                  </a:lnTo>
                  <a:lnTo>
                    <a:pt x="405130" y="73660"/>
                  </a:lnTo>
                  <a:lnTo>
                    <a:pt x="405130" y="72390"/>
                  </a:lnTo>
                  <a:close/>
                </a:path>
                <a:path w="499109" h="92710">
                  <a:moveTo>
                    <a:pt x="416560" y="66040"/>
                  </a:moveTo>
                  <a:lnTo>
                    <a:pt x="8890" y="66040"/>
                  </a:lnTo>
                  <a:lnTo>
                    <a:pt x="8890" y="67310"/>
                  </a:lnTo>
                  <a:lnTo>
                    <a:pt x="11430" y="67310"/>
                  </a:lnTo>
                  <a:lnTo>
                    <a:pt x="11430" y="69850"/>
                  </a:lnTo>
                  <a:lnTo>
                    <a:pt x="12700" y="69850"/>
                  </a:lnTo>
                  <a:lnTo>
                    <a:pt x="12700" y="71120"/>
                  </a:lnTo>
                  <a:lnTo>
                    <a:pt x="12700" y="72390"/>
                  </a:lnTo>
                  <a:lnTo>
                    <a:pt x="13970" y="72390"/>
                  </a:lnTo>
                  <a:lnTo>
                    <a:pt x="13970" y="71120"/>
                  </a:lnTo>
                  <a:lnTo>
                    <a:pt x="407670" y="71120"/>
                  </a:lnTo>
                  <a:lnTo>
                    <a:pt x="407670" y="72390"/>
                  </a:lnTo>
                  <a:lnTo>
                    <a:pt x="410197" y="72390"/>
                  </a:lnTo>
                  <a:lnTo>
                    <a:pt x="410197" y="71120"/>
                  </a:lnTo>
                  <a:lnTo>
                    <a:pt x="410197" y="69850"/>
                  </a:lnTo>
                  <a:lnTo>
                    <a:pt x="411480" y="69850"/>
                  </a:lnTo>
                  <a:lnTo>
                    <a:pt x="411480" y="67310"/>
                  </a:lnTo>
                  <a:lnTo>
                    <a:pt x="416560" y="67310"/>
                  </a:lnTo>
                  <a:lnTo>
                    <a:pt x="416560" y="66040"/>
                  </a:lnTo>
                  <a:close/>
                </a:path>
                <a:path w="499109" h="92710">
                  <a:moveTo>
                    <a:pt x="426707" y="59690"/>
                  </a:moveTo>
                  <a:lnTo>
                    <a:pt x="2540" y="59690"/>
                  </a:lnTo>
                  <a:lnTo>
                    <a:pt x="2540" y="60960"/>
                  </a:lnTo>
                  <a:lnTo>
                    <a:pt x="5080" y="60960"/>
                  </a:lnTo>
                  <a:lnTo>
                    <a:pt x="5080" y="63500"/>
                  </a:lnTo>
                  <a:lnTo>
                    <a:pt x="6350" y="63500"/>
                  </a:lnTo>
                  <a:lnTo>
                    <a:pt x="6350" y="64770"/>
                  </a:lnTo>
                  <a:lnTo>
                    <a:pt x="6350" y="66040"/>
                  </a:lnTo>
                  <a:lnTo>
                    <a:pt x="7620" y="66040"/>
                  </a:lnTo>
                  <a:lnTo>
                    <a:pt x="7620" y="64770"/>
                  </a:lnTo>
                  <a:lnTo>
                    <a:pt x="419100" y="64770"/>
                  </a:lnTo>
                  <a:lnTo>
                    <a:pt x="419100" y="66040"/>
                  </a:lnTo>
                  <a:lnTo>
                    <a:pt x="420357" y="66040"/>
                  </a:lnTo>
                  <a:lnTo>
                    <a:pt x="420357" y="64770"/>
                  </a:lnTo>
                  <a:lnTo>
                    <a:pt x="420357" y="63500"/>
                  </a:lnTo>
                  <a:lnTo>
                    <a:pt x="422910" y="63500"/>
                  </a:lnTo>
                  <a:lnTo>
                    <a:pt x="422910" y="60960"/>
                  </a:lnTo>
                  <a:lnTo>
                    <a:pt x="426707" y="60960"/>
                  </a:lnTo>
                  <a:lnTo>
                    <a:pt x="426707" y="59690"/>
                  </a:lnTo>
                  <a:close/>
                </a:path>
                <a:path w="499109" h="92710">
                  <a:moveTo>
                    <a:pt x="438150" y="53340"/>
                  </a:moveTo>
                  <a:lnTo>
                    <a:pt x="10160" y="53340"/>
                  </a:lnTo>
                  <a:lnTo>
                    <a:pt x="10160" y="52070"/>
                  </a:lnTo>
                  <a:lnTo>
                    <a:pt x="8890" y="52070"/>
                  </a:lnTo>
                  <a:lnTo>
                    <a:pt x="8890" y="53340"/>
                  </a:lnTo>
                  <a:lnTo>
                    <a:pt x="6350" y="53340"/>
                  </a:lnTo>
                  <a:lnTo>
                    <a:pt x="6350" y="54610"/>
                  </a:lnTo>
                  <a:lnTo>
                    <a:pt x="1270" y="54610"/>
                  </a:lnTo>
                  <a:lnTo>
                    <a:pt x="1270" y="57150"/>
                  </a:lnTo>
                  <a:lnTo>
                    <a:pt x="0" y="57150"/>
                  </a:lnTo>
                  <a:lnTo>
                    <a:pt x="0" y="58420"/>
                  </a:lnTo>
                  <a:lnTo>
                    <a:pt x="0" y="59690"/>
                  </a:lnTo>
                  <a:lnTo>
                    <a:pt x="1270" y="59690"/>
                  </a:lnTo>
                  <a:lnTo>
                    <a:pt x="1270" y="58420"/>
                  </a:lnTo>
                  <a:lnTo>
                    <a:pt x="429260" y="58420"/>
                  </a:lnTo>
                  <a:lnTo>
                    <a:pt x="429260" y="59690"/>
                  </a:lnTo>
                  <a:lnTo>
                    <a:pt x="431800" y="59690"/>
                  </a:lnTo>
                  <a:lnTo>
                    <a:pt x="431800" y="58420"/>
                  </a:lnTo>
                  <a:lnTo>
                    <a:pt x="431800" y="57150"/>
                  </a:lnTo>
                  <a:lnTo>
                    <a:pt x="434340" y="57150"/>
                  </a:lnTo>
                  <a:lnTo>
                    <a:pt x="434340" y="54610"/>
                  </a:lnTo>
                  <a:lnTo>
                    <a:pt x="438150" y="54610"/>
                  </a:lnTo>
                  <a:lnTo>
                    <a:pt x="438150" y="53340"/>
                  </a:lnTo>
                  <a:close/>
                </a:path>
                <a:path w="499109" h="92710">
                  <a:moveTo>
                    <a:pt x="449580" y="46990"/>
                  </a:moveTo>
                  <a:lnTo>
                    <a:pt x="21590" y="46990"/>
                  </a:lnTo>
                  <a:lnTo>
                    <a:pt x="21590" y="45720"/>
                  </a:lnTo>
                  <a:lnTo>
                    <a:pt x="19050" y="45720"/>
                  </a:lnTo>
                  <a:lnTo>
                    <a:pt x="19050" y="46990"/>
                  </a:lnTo>
                  <a:lnTo>
                    <a:pt x="17780" y="46990"/>
                  </a:lnTo>
                  <a:lnTo>
                    <a:pt x="17780" y="48260"/>
                  </a:lnTo>
                  <a:lnTo>
                    <a:pt x="12700" y="48260"/>
                  </a:lnTo>
                  <a:lnTo>
                    <a:pt x="12700" y="50800"/>
                  </a:lnTo>
                  <a:lnTo>
                    <a:pt x="10160" y="50800"/>
                  </a:lnTo>
                  <a:lnTo>
                    <a:pt x="10160" y="52070"/>
                  </a:lnTo>
                  <a:lnTo>
                    <a:pt x="440690" y="52070"/>
                  </a:lnTo>
                  <a:lnTo>
                    <a:pt x="440690" y="53340"/>
                  </a:lnTo>
                  <a:lnTo>
                    <a:pt x="441960" y="53340"/>
                  </a:lnTo>
                  <a:lnTo>
                    <a:pt x="441960" y="52070"/>
                  </a:lnTo>
                  <a:lnTo>
                    <a:pt x="441960" y="50800"/>
                  </a:lnTo>
                  <a:lnTo>
                    <a:pt x="444500" y="50800"/>
                  </a:lnTo>
                  <a:lnTo>
                    <a:pt x="444500" y="48260"/>
                  </a:lnTo>
                  <a:lnTo>
                    <a:pt x="449580" y="48260"/>
                  </a:lnTo>
                  <a:lnTo>
                    <a:pt x="449580" y="46990"/>
                  </a:lnTo>
                  <a:close/>
                </a:path>
                <a:path w="499109" h="92710">
                  <a:moveTo>
                    <a:pt x="459740" y="40640"/>
                  </a:moveTo>
                  <a:lnTo>
                    <a:pt x="33020" y="40640"/>
                  </a:lnTo>
                  <a:lnTo>
                    <a:pt x="33020" y="39370"/>
                  </a:lnTo>
                  <a:lnTo>
                    <a:pt x="30480" y="39370"/>
                  </a:lnTo>
                  <a:lnTo>
                    <a:pt x="30480" y="40640"/>
                  </a:lnTo>
                  <a:lnTo>
                    <a:pt x="27940" y="40640"/>
                  </a:lnTo>
                  <a:lnTo>
                    <a:pt x="27940" y="41910"/>
                  </a:lnTo>
                  <a:lnTo>
                    <a:pt x="24130" y="41910"/>
                  </a:lnTo>
                  <a:lnTo>
                    <a:pt x="24130" y="44450"/>
                  </a:lnTo>
                  <a:lnTo>
                    <a:pt x="21590" y="44450"/>
                  </a:lnTo>
                  <a:lnTo>
                    <a:pt x="21590" y="45720"/>
                  </a:lnTo>
                  <a:lnTo>
                    <a:pt x="450850" y="45720"/>
                  </a:lnTo>
                  <a:lnTo>
                    <a:pt x="450850" y="46990"/>
                  </a:lnTo>
                  <a:lnTo>
                    <a:pt x="453390" y="46990"/>
                  </a:lnTo>
                  <a:lnTo>
                    <a:pt x="453390" y="45720"/>
                  </a:lnTo>
                  <a:lnTo>
                    <a:pt x="453390" y="44450"/>
                  </a:lnTo>
                  <a:lnTo>
                    <a:pt x="455930" y="44450"/>
                  </a:lnTo>
                  <a:lnTo>
                    <a:pt x="455930" y="41910"/>
                  </a:lnTo>
                  <a:lnTo>
                    <a:pt x="459740" y="41910"/>
                  </a:lnTo>
                  <a:lnTo>
                    <a:pt x="459740" y="40640"/>
                  </a:lnTo>
                  <a:close/>
                </a:path>
                <a:path w="499109" h="92710">
                  <a:moveTo>
                    <a:pt x="471170" y="34290"/>
                  </a:moveTo>
                  <a:lnTo>
                    <a:pt x="44450" y="34290"/>
                  </a:lnTo>
                  <a:lnTo>
                    <a:pt x="44450" y="33020"/>
                  </a:lnTo>
                  <a:lnTo>
                    <a:pt x="41910" y="33020"/>
                  </a:lnTo>
                  <a:lnTo>
                    <a:pt x="41910" y="34290"/>
                  </a:lnTo>
                  <a:lnTo>
                    <a:pt x="39370" y="34290"/>
                  </a:lnTo>
                  <a:lnTo>
                    <a:pt x="39370" y="35560"/>
                  </a:lnTo>
                  <a:lnTo>
                    <a:pt x="35560" y="35560"/>
                  </a:lnTo>
                  <a:lnTo>
                    <a:pt x="35560" y="38100"/>
                  </a:lnTo>
                  <a:lnTo>
                    <a:pt x="33020" y="38100"/>
                  </a:lnTo>
                  <a:lnTo>
                    <a:pt x="33020" y="39370"/>
                  </a:lnTo>
                  <a:lnTo>
                    <a:pt x="462280" y="39370"/>
                  </a:lnTo>
                  <a:lnTo>
                    <a:pt x="462280" y="40640"/>
                  </a:lnTo>
                  <a:lnTo>
                    <a:pt x="464820" y="40640"/>
                  </a:lnTo>
                  <a:lnTo>
                    <a:pt x="464820" y="39370"/>
                  </a:lnTo>
                  <a:lnTo>
                    <a:pt x="464820" y="38100"/>
                  </a:lnTo>
                  <a:lnTo>
                    <a:pt x="466090" y="38100"/>
                  </a:lnTo>
                  <a:lnTo>
                    <a:pt x="466090" y="35560"/>
                  </a:lnTo>
                  <a:lnTo>
                    <a:pt x="471170" y="35560"/>
                  </a:lnTo>
                  <a:lnTo>
                    <a:pt x="471170" y="34290"/>
                  </a:lnTo>
                  <a:close/>
                </a:path>
                <a:path w="499109" h="92710">
                  <a:moveTo>
                    <a:pt x="481330" y="27940"/>
                  </a:moveTo>
                  <a:lnTo>
                    <a:pt x="55880" y="27940"/>
                  </a:lnTo>
                  <a:lnTo>
                    <a:pt x="55880" y="26670"/>
                  </a:lnTo>
                  <a:lnTo>
                    <a:pt x="53340" y="26670"/>
                  </a:lnTo>
                  <a:lnTo>
                    <a:pt x="53340" y="27940"/>
                  </a:lnTo>
                  <a:lnTo>
                    <a:pt x="50800" y="27940"/>
                  </a:lnTo>
                  <a:lnTo>
                    <a:pt x="50800" y="29210"/>
                  </a:lnTo>
                  <a:lnTo>
                    <a:pt x="46990" y="29210"/>
                  </a:lnTo>
                  <a:lnTo>
                    <a:pt x="46990" y="31750"/>
                  </a:lnTo>
                  <a:lnTo>
                    <a:pt x="44450" y="31750"/>
                  </a:lnTo>
                  <a:lnTo>
                    <a:pt x="44450" y="33020"/>
                  </a:lnTo>
                  <a:lnTo>
                    <a:pt x="472440" y="33020"/>
                  </a:lnTo>
                  <a:lnTo>
                    <a:pt x="472440" y="34290"/>
                  </a:lnTo>
                  <a:lnTo>
                    <a:pt x="474980" y="34290"/>
                  </a:lnTo>
                  <a:lnTo>
                    <a:pt x="474980" y="33020"/>
                  </a:lnTo>
                  <a:lnTo>
                    <a:pt x="474980" y="31750"/>
                  </a:lnTo>
                  <a:lnTo>
                    <a:pt x="477507" y="31750"/>
                  </a:lnTo>
                  <a:lnTo>
                    <a:pt x="477507" y="29210"/>
                  </a:lnTo>
                  <a:lnTo>
                    <a:pt x="481330" y="29210"/>
                  </a:lnTo>
                  <a:lnTo>
                    <a:pt x="481330" y="27940"/>
                  </a:lnTo>
                  <a:close/>
                </a:path>
                <a:path w="499109" h="92710">
                  <a:moveTo>
                    <a:pt x="492760" y="21590"/>
                  </a:moveTo>
                  <a:lnTo>
                    <a:pt x="66040" y="21590"/>
                  </a:lnTo>
                  <a:lnTo>
                    <a:pt x="66040" y="20320"/>
                  </a:lnTo>
                  <a:lnTo>
                    <a:pt x="64770" y="20320"/>
                  </a:lnTo>
                  <a:lnTo>
                    <a:pt x="64770" y="21590"/>
                  </a:lnTo>
                  <a:lnTo>
                    <a:pt x="62230" y="21590"/>
                  </a:lnTo>
                  <a:lnTo>
                    <a:pt x="62230" y="22860"/>
                  </a:lnTo>
                  <a:lnTo>
                    <a:pt x="57150" y="22860"/>
                  </a:lnTo>
                  <a:lnTo>
                    <a:pt x="57150" y="25400"/>
                  </a:lnTo>
                  <a:lnTo>
                    <a:pt x="55880" y="25400"/>
                  </a:lnTo>
                  <a:lnTo>
                    <a:pt x="55880" y="26670"/>
                  </a:lnTo>
                  <a:lnTo>
                    <a:pt x="483857" y="26670"/>
                  </a:lnTo>
                  <a:lnTo>
                    <a:pt x="483857" y="27940"/>
                  </a:lnTo>
                  <a:lnTo>
                    <a:pt x="485140" y="27940"/>
                  </a:lnTo>
                  <a:lnTo>
                    <a:pt x="485140" y="26670"/>
                  </a:lnTo>
                  <a:lnTo>
                    <a:pt x="485140" y="25400"/>
                  </a:lnTo>
                  <a:lnTo>
                    <a:pt x="487680" y="25400"/>
                  </a:lnTo>
                  <a:lnTo>
                    <a:pt x="487680" y="22860"/>
                  </a:lnTo>
                  <a:lnTo>
                    <a:pt x="492760" y="22860"/>
                  </a:lnTo>
                  <a:lnTo>
                    <a:pt x="492760" y="21590"/>
                  </a:lnTo>
                  <a:close/>
                </a:path>
                <a:path w="499109" h="92710">
                  <a:moveTo>
                    <a:pt x="499110" y="16510"/>
                  </a:moveTo>
                  <a:lnTo>
                    <a:pt x="281940" y="16510"/>
                  </a:lnTo>
                  <a:lnTo>
                    <a:pt x="281940" y="15240"/>
                  </a:lnTo>
                  <a:lnTo>
                    <a:pt x="77470" y="15240"/>
                  </a:lnTo>
                  <a:lnTo>
                    <a:pt x="77470" y="13970"/>
                  </a:lnTo>
                  <a:lnTo>
                    <a:pt x="74930" y="13970"/>
                  </a:lnTo>
                  <a:lnTo>
                    <a:pt x="74930" y="15240"/>
                  </a:lnTo>
                  <a:lnTo>
                    <a:pt x="73660" y="15240"/>
                  </a:lnTo>
                  <a:lnTo>
                    <a:pt x="73660" y="16510"/>
                  </a:lnTo>
                  <a:lnTo>
                    <a:pt x="68580" y="16510"/>
                  </a:lnTo>
                  <a:lnTo>
                    <a:pt x="68580" y="19050"/>
                  </a:lnTo>
                  <a:lnTo>
                    <a:pt x="66040" y="19050"/>
                  </a:lnTo>
                  <a:lnTo>
                    <a:pt x="66040" y="20320"/>
                  </a:lnTo>
                  <a:lnTo>
                    <a:pt x="494030" y="20320"/>
                  </a:lnTo>
                  <a:lnTo>
                    <a:pt x="494030" y="21590"/>
                  </a:lnTo>
                  <a:lnTo>
                    <a:pt x="496557" y="21590"/>
                  </a:lnTo>
                  <a:lnTo>
                    <a:pt x="496557" y="20320"/>
                  </a:lnTo>
                  <a:lnTo>
                    <a:pt x="496557" y="19050"/>
                  </a:lnTo>
                  <a:lnTo>
                    <a:pt x="499110" y="19050"/>
                  </a:lnTo>
                  <a:lnTo>
                    <a:pt x="499110" y="16510"/>
                  </a:lnTo>
                  <a:close/>
                </a:path>
              </a:pathLst>
            </a:custGeom>
            <a:solidFill>
              <a:srgbClr val="EAE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1219200" y="2640329"/>
              <a:ext cx="181610" cy="105410"/>
            </a:xfrm>
            <a:custGeom>
              <a:avLst/>
              <a:gdLst/>
              <a:ahLst/>
              <a:cxnLst/>
              <a:rect l="l" t="t" r="r" b="b"/>
              <a:pathLst>
                <a:path w="181609" h="105410">
                  <a:moveTo>
                    <a:pt x="181610" y="100330"/>
                  </a:moveTo>
                  <a:lnTo>
                    <a:pt x="10160" y="100330"/>
                  </a:lnTo>
                  <a:lnTo>
                    <a:pt x="10160" y="99060"/>
                  </a:lnTo>
                  <a:lnTo>
                    <a:pt x="8890" y="99060"/>
                  </a:lnTo>
                  <a:lnTo>
                    <a:pt x="8890" y="100330"/>
                  </a:lnTo>
                  <a:lnTo>
                    <a:pt x="6350" y="100330"/>
                  </a:lnTo>
                  <a:lnTo>
                    <a:pt x="6350" y="101600"/>
                  </a:lnTo>
                  <a:lnTo>
                    <a:pt x="1270" y="101600"/>
                  </a:lnTo>
                  <a:lnTo>
                    <a:pt x="1270" y="104140"/>
                  </a:lnTo>
                  <a:lnTo>
                    <a:pt x="0" y="104140"/>
                  </a:lnTo>
                  <a:lnTo>
                    <a:pt x="0" y="105410"/>
                  </a:lnTo>
                  <a:lnTo>
                    <a:pt x="181610" y="105410"/>
                  </a:lnTo>
                  <a:lnTo>
                    <a:pt x="181610" y="104140"/>
                  </a:lnTo>
                  <a:lnTo>
                    <a:pt x="181610" y="101600"/>
                  </a:lnTo>
                  <a:lnTo>
                    <a:pt x="181610" y="100330"/>
                  </a:lnTo>
                  <a:close/>
                </a:path>
                <a:path w="181609" h="105410">
                  <a:moveTo>
                    <a:pt x="181610" y="93980"/>
                  </a:moveTo>
                  <a:lnTo>
                    <a:pt x="21590" y="93980"/>
                  </a:lnTo>
                  <a:lnTo>
                    <a:pt x="21590" y="92710"/>
                  </a:lnTo>
                  <a:lnTo>
                    <a:pt x="19050" y="92710"/>
                  </a:lnTo>
                  <a:lnTo>
                    <a:pt x="19050" y="93980"/>
                  </a:lnTo>
                  <a:lnTo>
                    <a:pt x="17780" y="93980"/>
                  </a:lnTo>
                  <a:lnTo>
                    <a:pt x="17780" y="95250"/>
                  </a:lnTo>
                  <a:lnTo>
                    <a:pt x="12700" y="95250"/>
                  </a:lnTo>
                  <a:lnTo>
                    <a:pt x="12700" y="97790"/>
                  </a:lnTo>
                  <a:lnTo>
                    <a:pt x="10160" y="97790"/>
                  </a:lnTo>
                  <a:lnTo>
                    <a:pt x="10160" y="99060"/>
                  </a:lnTo>
                  <a:lnTo>
                    <a:pt x="181610" y="99060"/>
                  </a:lnTo>
                  <a:lnTo>
                    <a:pt x="181610" y="97790"/>
                  </a:lnTo>
                  <a:lnTo>
                    <a:pt x="181610" y="95250"/>
                  </a:lnTo>
                  <a:lnTo>
                    <a:pt x="181610" y="93980"/>
                  </a:lnTo>
                  <a:close/>
                </a:path>
                <a:path w="181609" h="105410">
                  <a:moveTo>
                    <a:pt x="181610" y="87630"/>
                  </a:moveTo>
                  <a:lnTo>
                    <a:pt x="33020" y="87630"/>
                  </a:lnTo>
                  <a:lnTo>
                    <a:pt x="33020" y="86360"/>
                  </a:lnTo>
                  <a:lnTo>
                    <a:pt x="30480" y="86360"/>
                  </a:lnTo>
                  <a:lnTo>
                    <a:pt x="30480" y="87630"/>
                  </a:lnTo>
                  <a:lnTo>
                    <a:pt x="29210" y="87630"/>
                  </a:lnTo>
                  <a:lnTo>
                    <a:pt x="29210" y="88900"/>
                  </a:lnTo>
                  <a:lnTo>
                    <a:pt x="24130" y="88900"/>
                  </a:lnTo>
                  <a:lnTo>
                    <a:pt x="24130" y="91440"/>
                  </a:lnTo>
                  <a:lnTo>
                    <a:pt x="21590" y="91440"/>
                  </a:lnTo>
                  <a:lnTo>
                    <a:pt x="21590" y="92710"/>
                  </a:lnTo>
                  <a:lnTo>
                    <a:pt x="181610" y="92710"/>
                  </a:lnTo>
                  <a:lnTo>
                    <a:pt x="181610" y="91440"/>
                  </a:lnTo>
                  <a:lnTo>
                    <a:pt x="181610" y="88900"/>
                  </a:lnTo>
                  <a:lnTo>
                    <a:pt x="181610" y="87630"/>
                  </a:lnTo>
                  <a:close/>
                </a:path>
                <a:path w="181609" h="105410">
                  <a:moveTo>
                    <a:pt x="181610" y="81280"/>
                  </a:moveTo>
                  <a:lnTo>
                    <a:pt x="44450" y="81280"/>
                  </a:lnTo>
                  <a:lnTo>
                    <a:pt x="44450" y="80010"/>
                  </a:lnTo>
                  <a:lnTo>
                    <a:pt x="41910" y="80010"/>
                  </a:lnTo>
                  <a:lnTo>
                    <a:pt x="41910" y="81280"/>
                  </a:lnTo>
                  <a:lnTo>
                    <a:pt x="39370" y="81280"/>
                  </a:lnTo>
                  <a:lnTo>
                    <a:pt x="39370" y="82550"/>
                  </a:lnTo>
                  <a:lnTo>
                    <a:pt x="35560" y="82550"/>
                  </a:lnTo>
                  <a:lnTo>
                    <a:pt x="35560" y="85090"/>
                  </a:lnTo>
                  <a:lnTo>
                    <a:pt x="33020" y="85090"/>
                  </a:lnTo>
                  <a:lnTo>
                    <a:pt x="33020" y="86360"/>
                  </a:lnTo>
                  <a:lnTo>
                    <a:pt x="181610" y="86360"/>
                  </a:lnTo>
                  <a:lnTo>
                    <a:pt x="181610" y="85090"/>
                  </a:lnTo>
                  <a:lnTo>
                    <a:pt x="181610" y="82550"/>
                  </a:lnTo>
                  <a:lnTo>
                    <a:pt x="181610" y="81280"/>
                  </a:lnTo>
                  <a:close/>
                </a:path>
                <a:path w="181609" h="105410">
                  <a:moveTo>
                    <a:pt x="181610" y="74930"/>
                  </a:moveTo>
                  <a:lnTo>
                    <a:pt x="55880" y="74930"/>
                  </a:lnTo>
                  <a:lnTo>
                    <a:pt x="55880" y="73660"/>
                  </a:lnTo>
                  <a:lnTo>
                    <a:pt x="53340" y="73660"/>
                  </a:lnTo>
                  <a:lnTo>
                    <a:pt x="53340" y="74930"/>
                  </a:lnTo>
                  <a:lnTo>
                    <a:pt x="50800" y="74930"/>
                  </a:lnTo>
                  <a:lnTo>
                    <a:pt x="50800" y="76200"/>
                  </a:lnTo>
                  <a:lnTo>
                    <a:pt x="46990" y="76200"/>
                  </a:lnTo>
                  <a:lnTo>
                    <a:pt x="46990" y="78740"/>
                  </a:lnTo>
                  <a:lnTo>
                    <a:pt x="44450" y="78740"/>
                  </a:lnTo>
                  <a:lnTo>
                    <a:pt x="44450" y="80010"/>
                  </a:lnTo>
                  <a:lnTo>
                    <a:pt x="181610" y="80010"/>
                  </a:lnTo>
                  <a:lnTo>
                    <a:pt x="181610" y="78740"/>
                  </a:lnTo>
                  <a:lnTo>
                    <a:pt x="181610" y="76200"/>
                  </a:lnTo>
                  <a:lnTo>
                    <a:pt x="181610" y="74930"/>
                  </a:lnTo>
                  <a:close/>
                </a:path>
                <a:path w="181609" h="105410">
                  <a:moveTo>
                    <a:pt x="181610" y="68580"/>
                  </a:moveTo>
                  <a:lnTo>
                    <a:pt x="66040" y="68580"/>
                  </a:lnTo>
                  <a:lnTo>
                    <a:pt x="66040" y="67310"/>
                  </a:lnTo>
                  <a:lnTo>
                    <a:pt x="64770" y="67310"/>
                  </a:lnTo>
                  <a:lnTo>
                    <a:pt x="64770" y="68580"/>
                  </a:lnTo>
                  <a:lnTo>
                    <a:pt x="62230" y="68580"/>
                  </a:lnTo>
                  <a:lnTo>
                    <a:pt x="62230" y="69850"/>
                  </a:lnTo>
                  <a:lnTo>
                    <a:pt x="57150" y="69850"/>
                  </a:lnTo>
                  <a:lnTo>
                    <a:pt x="57150" y="72390"/>
                  </a:lnTo>
                  <a:lnTo>
                    <a:pt x="55880" y="72390"/>
                  </a:lnTo>
                  <a:lnTo>
                    <a:pt x="55880" y="73660"/>
                  </a:lnTo>
                  <a:lnTo>
                    <a:pt x="181610" y="73660"/>
                  </a:lnTo>
                  <a:lnTo>
                    <a:pt x="181610" y="72390"/>
                  </a:lnTo>
                  <a:lnTo>
                    <a:pt x="181610" y="69850"/>
                  </a:lnTo>
                  <a:lnTo>
                    <a:pt x="181610" y="68580"/>
                  </a:lnTo>
                  <a:close/>
                </a:path>
                <a:path w="181609" h="105410">
                  <a:moveTo>
                    <a:pt x="181610" y="62230"/>
                  </a:moveTo>
                  <a:lnTo>
                    <a:pt x="77470" y="62230"/>
                  </a:lnTo>
                  <a:lnTo>
                    <a:pt x="77470" y="60960"/>
                  </a:lnTo>
                  <a:lnTo>
                    <a:pt x="74930" y="60960"/>
                  </a:lnTo>
                  <a:lnTo>
                    <a:pt x="74930" y="62230"/>
                  </a:lnTo>
                  <a:lnTo>
                    <a:pt x="73660" y="62230"/>
                  </a:lnTo>
                  <a:lnTo>
                    <a:pt x="73660" y="63500"/>
                  </a:lnTo>
                  <a:lnTo>
                    <a:pt x="68580" y="63500"/>
                  </a:lnTo>
                  <a:lnTo>
                    <a:pt x="68580" y="66040"/>
                  </a:lnTo>
                  <a:lnTo>
                    <a:pt x="66040" y="66040"/>
                  </a:lnTo>
                  <a:lnTo>
                    <a:pt x="66040" y="67310"/>
                  </a:lnTo>
                  <a:lnTo>
                    <a:pt x="181610" y="67310"/>
                  </a:lnTo>
                  <a:lnTo>
                    <a:pt x="181610" y="66040"/>
                  </a:lnTo>
                  <a:lnTo>
                    <a:pt x="181610" y="63500"/>
                  </a:lnTo>
                  <a:lnTo>
                    <a:pt x="181610" y="62230"/>
                  </a:lnTo>
                  <a:close/>
                </a:path>
                <a:path w="181609" h="105410">
                  <a:moveTo>
                    <a:pt x="181610" y="55880"/>
                  </a:moveTo>
                  <a:lnTo>
                    <a:pt x="88900" y="55880"/>
                  </a:lnTo>
                  <a:lnTo>
                    <a:pt x="88900" y="54610"/>
                  </a:lnTo>
                  <a:lnTo>
                    <a:pt x="86360" y="54610"/>
                  </a:lnTo>
                  <a:lnTo>
                    <a:pt x="86360" y="55880"/>
                  </a:lnTo>
                  <a:lnTo>
                    <a:pt x="83820" y="55880"/>
                  </a:lnTo>
                  <a:lnTo>
                    <a:pt x="83820" y="57150"/>
                  </a:lnTo>
                  <a:lnTo>
                    <a:pt x="80010" y="57150"/>
                  </a:lnTo>
                  <a:lnTo>
                    <a:pt x="80010" y="59690"/>
                  </a:lnTo>
                  <a:lnTo>
                    <a:pt x="77470" y="59690"/>
                  </a:lnTo>
                  <a:lnTo>
                    <a:pt x="77470" y="60960"/>
                  </a:lnTo>
                  <a:lnTo>
                    <a:pt x="181610" y="60960"/>
                  </a:lnTo>
                  <a:lnTo>
                    <a:pt x="181610" y="59690"/>
                  </a:lnTo>
                  <a:lnTo>
                    <a:pt x="181610" y="57150"/>
                  </a:lnTo>
                  <a:lnTo>
                    <a:pt x="181610" y="55880"/>
                  </a:lnTo>
                  <a:close/>
                </a:path>
                <a:path w="181609" h="105410">
                  <a:moveTo>
                    <a:pt x="181610" y="49530"/>
                  </a:moveTo>
                  <a:lnTo>
                    <a:pt x="100330" y="49530"/>
                  </a:lnTo>
                  <a:lnTo>
                    <a:pt x="100330" y="48260"/>
                  </a:lnTo>
                  <a:lnTo>
                    <a:pt x="97790" y="48260"/>
                  </a:lnTo>
                  <a:lnTo>
                    <a:pt x="97790" y="49530"/>
                  </a:lnTo>
                  <a:lnTo>
                    <a:pt x="95250" y="49530"/>
                  </a:lnTo>
                  <a:lnTo>
                    <a:pt x="95250" y="50800"/>
                  </a:lnTo>
                  <a:lnTo>
                    <a:pt x="91440" y="50800"/>
                  </a:lnTo>
                  <a:lnTo>
                    <a:pt x="91440" y="53340"/>
                  </a:lnTo>
                  <a:lnTo>
                    <a:pt x="88900" y="53340"/>
                  </a:lnTo>
                  <a:lnTo>
                    <a:pt x="88900" y="54610"/>
                  </a:lnTo>
                  <a:lnTo>
                    <a:pt x="181610" y="54610"/>
                  </a:lnTo>
                  <a:lnTo>
                    <a:pt x="181610" y="53340"/>
                  </a:lnTo>
                  <a:lnTo>
                    <a:pt x="181610" y="50800"/>
                  </a:lnTo>
                  <a:lnTo>
                    <a:pt x="181610" y="49530"/>
                  </a:lnTo>
                  <a:close/>
                </a:path>
                <a:path w="181609" h="105410">
                  <a:moveTo>
                    <a:pt x="181610" y="43180"/>
                  </a:moveTo>
                  <a:lnTo>
                    <a:pt x="111760" y="43180"/>
                  </a:lnTo>
                  <a:lnTo>
                    <a:pt x="111760" y="41910"/>
                  </a:lnTo>
                  <a:lnTo>
                    <a:pt x="109220" y="41910"/>
                  </a:lnTo>
                  <a:lnTo>
                    <a:pt x="109220" y="43180"/>
                  </a:lnTo>
                  <a:lnTo>
                    <a:pt x="106680" y="43180"/>
                  </a:lnTo>
                  <a:lnTo>
                    <a:pt x="106680" y="44450"/>
                  </a:lnTo>
                  <a:lnTo>
                    <a:pt x="102870" y="44450"/>
                  </a:lnTo>
                  <a:lnTo>
                    <a:pt x="102870" y="46990"/>
                  </a:lnTo>
                  <a:lnTo>
                    <a:pt x="100330" y="46990"/>
                  </a:lnTo>
                  <a:lnTo>
                    <a:pt x="100330" y="48260"/>
                  </a:lnTo>
                  <a:lnTo>
                    <a:pt x="181610" y="48260"/>
                  </a:lnTo>
                  <a:lnTo>
                    <a:pt x="181610" y="46990"/>
                  </a:lnTo>
                  <a:lnTo>
                    <a:pt x="181610" y="44450"/>
                  </a:lnTo>
                  <a:lnTo>
                    <a:pt x="181610" y="43180"/>
                  </a:lnTo>
                  <a:close/>
                </a:path>
                <a:path w="181609" h="105410">
                  <a:moveTo>
                    <a:pt x="181610" y="36830"/>
                  </a:moveTo>
                  <a:lnTo>
                    <a:pt x="121920" y="36830"/>
                  </a:lnTo>
                  <a:lnTo>
                    <a:pt x="121920" y="35560"/>
                  </a:lnTo>
                  <a:lnTo>
                    <a:pt x="120650" y="35560"/>
                  </a:lnTo>
                  <a:lnTo>
                    <a:pt x="120650" y="36830"/>
                  </a:lnTo>
                  <a:lnTo>
                    <a:pt x="118110" y="36830"/>
                  </a:lnTo>
                  <a:lnTo>
                    <a:pt x="118110" y="38100"/>
                  </a:lnTo>
                  <a:lnTo>
                    <a:pt x="113030" y="38100"/>
                  </a:lnTo>
                  <a:lnTo>
                    <a:pt x="113030" y="40640"/>
                  </a:lnTo>
                  <a:lnTo>
                    <a:pt x="111760" y="40640"/>
                  </a:lnTo>
                  <a:lnTo>
                    <a:pt x="111760" y="41910"/>
                  </a:lnTo>
                  <a:lnTo>
                    <a:pt x="181610" y="41910"/>
                  </a:lnTo>
                  <a:lnTo>
                    <a:pt x="181610" y="40640"/>
                  </a:lnTo>
                  <a:lnTo>
                    <a:pt x="181610" y="38100"/>
                  </a:lnTo>
                  <a:lnTo>
                    <a:pt x="181610" y="36830"/>
                  </a:lnTo>
                  <a:close/>
                </a:path>
                <a:path w="181609" h="105410">
                  <a:moveTo>
                    <a:pt x="181610" y="30480"/>
                  </a:moveTo>
                  <a:lnTo>
                    <a:pt x="133350" y="30480"/>
                  </a:lnTo>
                  <a:lnTo>
                    <a:pt x="133350" y="29210"/>
                  </a:lnTo>
                  <a:lnTo>
                    <a:pt x="130810" y="29210"/>
                  </a:lnTo>
                  <a:lnTo>
                    <a:pt x="130810" y="30480"/>
                  </a:lnTo>
                  <a:lnTo>
                    <a:pt x="129540" y="30480"/>
                  </a:lnTo>
                  <a:lnTo>
                    <a:pt x="129540" y="31750"/>
                  </a:lnTo>
                  <a:lnTo>
                    <a:pt x="124460" y="31750"/>
                  </a:lnTo>
                  <a:lnTo>
                    <a:pt x="124460" y="34290"/>
                  </a:lnTo>
                  <a:lnTo>
                    <a:pt x="121920" y="34290"/>
                  </a:lnTo>
                  <a:lnTo>
                    <a:pt x="121920" y="35560"/>
                  </a:lnTo>
                  <a:lnTo>
                    <a:pt x="181610" y="35560"/>
                  </a:lnTo>
                  <a:lnTo>
                    <a:pt x="181610" y="34290"/>
                  </a:lnTo>
                  <a:lnTo>
                    <a:pt x="181610" y="31750"/>
                  </a:lnTo>
                  <a:lnTo>
                    <a:pt x="181610" y="30480"/>
                  </a:lnTo>
                  <a:close/>
                </a:path>
                <a:path w="181609" h="105410">
                  <a:moveTo>
                    <a:pt x="181610" y="24130"/>
                  </a:moveTo>
                  <a:lnTo>
                    <a:pt x="144780" y="24130"/>
                  </a:lnTo>
                  <a:lnTo>
                    <a:pt x="144780" y="22860"/>
                  </a:lnTo>
                  <a:lnTo>
                    <a:pt x="142240" y="22860"/>
                  </a:lnTo>
                  <a:lnTo>
                    <a:pt x="142240" y="24130"/>
                  </a:lnTo>
                  <a:lnTo>
                    <a:pt x="139700" y="24130"/>
                  </a:lnTo>
                  <a:lnTo>
                    <a:pt x="139700" y="25400"/>
                  </a:lnTo>
                  <a:lnTo>
                    <a:pt x="135890" y="25400"/>
                  </a:lnTo>
                  <a:lnTo>
                    <a:pt x="135890" y="27940"/>
                  </a:lnTo>
                  <a:lnTo>
                    <a:pt x="133350" y="27940"/>
                  </a:lnTo>
                  <a:lnTo>
                    <a:pt x="133350" y="29210"/>
                  </a:lnTo>
                  <a:lnTo>
                    <a:pt x="181610" y="29210"/>
                  </a:lnTo>
                  <a:lnTo>
                    <a:pt x="181610" y="27940"/>
                  </a:lnTo>
                  <a:lnTo>
                    <a:pt x="181610" y="25400"/>
                  </a:lnTo>
                  <a:lnTo>
                    <a:pt x="181610" y="24130"/>
                  </a:lnTo>
                  <a:close/>
                </a:path>
                <a:path w="181609" h="105410">
                  <a:moveTo>
                    <a:pt x="181610" y="17780"/>
                  </a:moveTo>
                  <a:lnTo>
                    <a:pt x="156210" y="17780"/>
                  </a:lnTo>
                  <a:lnTo>
                    <a:pt x="156210" y="16510"/>
                  </a:lnTo>
                  <a:lnTo>
                    <a:pt x="153670" y="16510"/>
                  </a:lnTo>
                  <a:lnTo>
                    <a:pt x="153670" y="17780"/>
                  </a:lnTo>
                  <a:lnTo>
                    <a:pt x="151130" y="17780"/>
                  </a:lnTo>
                  <a:lnTo>
                    <a:pt x="151130" y="19050"/>
                  </a:lnTo>
                  <a:lnTo>
                    <a:pt x="147320" y="19050"/>
                  </a:lnTo>
                  <a:lnTo>
                    <a:pt x="147320" y="21590"/>
                  </a:lnTo>
                  <a:lnTo>
                    <a:pt x="144780" y="21590"/>
                  </a:lnTo>
                  <a:lnTo>
                    <a:pt x="144780" y="22860"/>
                  </a:lnTo>
                  <a:lnTo>
                    <a:pt x="181610" y="22860"/>
                  </a:lnTo>
                  <a:lnTo>
                    <a:pt x="181610" y="21590"/>
                  </a:lnTo>
                  <a:lnTo>
                    <a:pt x="181610" y="19050"/>
                  </a:lnTo>
                  <a:lnTo>
                    <a:pt x="181610" y="17780"/>
                  </a:lnTo>
                  <a:close/>
                </a:path>
                <a:path w="181609" h="105410">
                  <a:moveTo>
                    <a:pt x="181610" y="11430"/>
                  </a:moveTo>
                  <a:lnTo>
                    <a:pt x="167640" y="11430"/>
                  </a:lnTo>
                  <a:lnTo>
                    <a:pt x="167640" y="10160"/>
                  </a:lnTo>
                  <a:lnTo>
                    <a:pt x="165100" y="10160"/>
                  </a:lnTo>
                  <a:lnTo>
                    <a:pt x="165100" y="11430"/>
                  </a:lnTo>
                  <a:lnTo>
                    <a:pt x="162560" y="11430"/>
                  </a:lnTo>
                  <a:lnTo>
                    <a:pt x="162560" y="12700"/>
                  </a:lnTo>
                  <a:lnTo>
                    <a:pt x="158750" y="12700"/>
                  </a:lnTo>
                  <a:lnTo>
                    <a:pt x="158750" y="15240"/>
                  </a:lnTo>
                  <a:lnTo>
                    <a:pt x="156210" y="15240"/>
                  </a:lnTo>
                  <a:lnTo>
                    <a:pt x="156210" y="16510"/>
                  </a:lnTo>
                  <a:lnTo>
                    <a:pt x="181610" y="16510"/>
                  </a:lnTo>
                  <a:lnTo>
                    <a:pt x="181610" y="15240"/>
                  </a:lnTo>
                  <a:lnTo>
                    <a:pt x="181610" y="12700"/>
                  </a:lnTo>
                  <a:lnTo>
                    <a:pt x="181610" y="11430"/>
                  </a:lnTo>
                  <a:close/>
                </a:path>
                <a:path w="181609" h="105410">
                  <a:moveTo>
                    <a:pt x="181610" y="5080"/>
                  </a:moveTo>
                  <a:lnTo>
                    <a:pt x="177800" y="5080"/>
                  </a:lnTo>
                  <a:lnTo>
                    <a:pt x="177800" y="3810"/>
                  </a:lnTo>
                  <a:lnTo>
                    <a:pt x="176530" y="3810"/>
                  </a:lnTo>
                  <a:lnTo>
                    <a:pt x="176530" y="5080"/>
                  </a:lnTo>
                  <a:lnTo>
                    <a:pt x="173990" y="5080"/>
                  </a:lnTo>
                  <a:lnTo>
                    <a:pt x="173990" y="6350"/>
                  </a:lnTo>
                  <a:lnTo>
                    <a:pt x="168910" y="6350"/>
                  </a:lnTo>
                  <a:lnTo>
                    <a:pt x="168910" y="8890"/>
                  </a:lnTo>
                  <a:lnTo>
                    <a:pt x="167640" y="8890"/>
                  </a:lnTo>
                  <a:lnTo>
                    <a:pt x="167640" y="10160"/>
                  </a:lnTo>
                  <a:lnTo>
                    <a:pt x="181610" y="10160"/>
                  </a:lnTo>
                  <a:lnTo>
                    <a:pt x="181610" y="8890"/>
                  </a:lnTo>
                  <a:lnTo>
                    <a:pt x="181610" y="6350"/>
                  </a:lnTo>
                  <a:lnTo>
                    <a:pt x="181610" y="5080"/>
                  </a:lnTo>
                  <a:close/>
                </a:path>
                <a:path w="181609" h="105410">
                  <a:moveTo>
                    <a:pt x="181610" y="0"/>
                  </a:moveTo>
                  <a:lnTo>
                    <a:pt x="180340" y="0"/>
                  </a:lnTo>
                  <a:lnTo>
                    <a:pt x="180340" y="2540"/>
                  </a:lnTo>
                  <a:lnTo>
                    <a:pt x="177800" y="2540"/>
                  </a:lnTo>
                  <a:lnTo>
                    <a:pt x="177800" y="3810"/>
                  </a:lnTo>
                  <a:lnTo>
                    <a:pt x="181610" y="3810"/>
                  </a:lnTo>
                  <a:lnTo>
                    <a:pt x="181610" y="2540"/>
                  </a:lnTo>
                  <a:lnTo>
                    <a:pt x="181610" y="0"/>
                  </a:lnTo>
                  <a:close/>
                </a:path>
              </a:pathLst>
            </a:custGeom>
            <a:solidFill>
              <a:srgbClr val="EAE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1400810" y="2640329"/>
              <a:ext cx="224790" cy="120650"/>
            </a:xfrm>
            <a:custGeom>
              <a:avLst/>
              <a:gdLst/>
              <a:ahLst/>
              <a:cxnLst/>
              <a:rect l="l" t="t" r="r" b="b"/>
              <a:pathLst>
                <a:path w="224789" h="120650">
                  <a:moveTo>
                    <a:pt x="3810" y="113030"/>
                  </a:moveTo>
                  <a:lnTo>
                    <a:pt x="0" y="113030"/>
                  </a:lnTo>
                  <a:lnTo>
                    <a:pt x="0" y="118110"/>
                  </a:lnTo>
                  <a:lnTo>
                    <a:pt x="3810" y="118110"/>
                  </a:lnTo>
                  <a:lnTo>
                    <a:pt x="3810" y="113030"/>
                  </a:lnTo>
                  <a:close/>
                </a:path>
                <a:path w="224789" h="120650">
                  <a:moveTo>
                    <a:pt x="3810" y="106680"/>
                  </a:moveTo>
                  <a:lnTo>
                    <a:pt x="0" y="106680"/>
                  </a:lnTo>
                  <a:lnTo>
                    <a:pt x="0" y="111760"/>
                  </a:lnTo>
                  <a:lnTo>
                    <a:pt x="3810" y="111760"/>
                  </a:lnTo>
                  <a:lnTo>
                    <a:pt x="3810" y="106680"/>
                  </a:lnTo>
                  <a:close/>
                </a:path>
                <a:path w="224789" h="120650">
                  <a:moveTo>
                    <a:pt x="3810" y="100330"/>
                  </a:moveTo>
                  <a:lnTo>
                    <a:pt x="0" y="100330"/>
                  </a:lnTo>
                  <a:lnTo>
                    <a:pt x="0" y="105410"/>
                  </a:lnTo>
                  <a:lnTo>
                    <a:pt x="3810" y="105410"/>
                  </a:lnTo>
                  <a:lnTo>
                    <a:pt x="3810" y="100330"/>
                  </a:lnTo>
                  <a:close/>
                </a:path>
                <a:path w="224789" h="120650">
                  <a:moveTo>
                    <a:pt x="3810" y="93980"/>
                  </a:moveTo>
                  <a:lnTo>
                    <a:pt x="0" y="93980"/>
                  </a:lnTo>
                  <a:lnTo>
                    <a:pt x="0" y="99060"/>
                  </a:lnTo>
                  <a:lnTo>
                    <a:pt x="3810" y="99060"/>
                  </a:lnTo>
                  <a:lnTo>
                    <a:pt x="3810" y="93980"/>
                  </a:lnTo>
                  <a:close/>
                </a:path>
                <a:path w="224789" h="120650">
                  <a:moveTo>
                    <a:pt x="3810" y="87630"/>
                  </a:moveTo>
                  <a:lnTo>
                    <a:pt x="0" y="87630"/>
                  </a:lnTo>
                  <a:lnTo>
                    <a:pt x="0" y="92710"/>
                  </a:lnTo>
                  <a:lnTo>
                    <a:pt x="3810" y="92710"/>
                  </a:lnTo>
                  <a:lnTo>
                    <a:pt x="3810" y="87630"/>
                  </a:lnTo>
                  <a:close/>
                </a:path>
                <a:path w="224789" h="120650">
                  <a:moveTo>
                    <a:pt x="3810" y="81280"/>
                  </a:moveTo>
                  <a:lnTo>
                    <a:pt x="0" y="81280"/>
                  </a:lnTo>
                  <a:lnTo>
                    <a:pt x="0" y="86360"/>
                  </a:lnTo>
                  <a:lnTo>
                    <a:pt x="3810" y="86360"/>
                  </a:lnTo>
                  <a:lnTo>
                    <a:pt x="3810" y="81280"/>
                  </a:lnTo>
                  <a:close/>
                </a:path>
                <a:path w="224789" h="120650">
                  <a:moveTo>
                    <a:pt x="3810" y="74930"/>
                  </a:moveTo>
                  <a:lnTo>
                    <a:pt x="0" y="74930"/>
                  </a:lnTo>
                  <a:lnTo>
                    <a:pt x="0" y="80010"/>
                  </a:lnTo>
                  <a:lnTo>
                    <a:pt x="3810" y="80010"/>
                  </a:lnTo>
                  <a:lnTo>
                    <a:pt x="3810" y="74930"/>
                  </a:lnTo>
                  <a:close/>
                </a:path>
                <a:path w="224789" h="120650">
                  <a:moveTo>
                    <a:pt x="3810" y="68580"/>
                  </a:moveTo>
                  <a:lnTo>
                    <a:pt x="0" y="68580"/>
                  </a:lnTo>
                  <a:lnTo>
                    <a:pt x="0" y="73660"/>
                  </a:lnTo>
                  <a:lnTo>
                    <a:pt x="3810" y="73660"/>
                  </a:lnTo>
                  <a:lnTo>
                    <a:pt x="3810" y="68580"/>
                  </a:lnTo>
                  <a:close/>
                </a:path>
                <a:path w="224789" h="120650">
                  <a:moveTo>
                    <a:pt x="3810" y="62230"/>
                  </a:moveTo>
                  <a:lnTo>
                    <a:pt x="0" y="62230"/>
                  </a:lnTo>
                  <a:lnTo>
                    <a:pt x="0" y="67310"/>
                  </a:lnTo>
                  <a:lnTo>
                    <a:pt x="3810" y="67310"/>
                  </a:lnTo>
                  <a:lnTo>
                    <a:pt x="3810" y="62230"/>
                  </a:lnTo>
                  <a:close/>
                </a:path>
                <a:path w="224789" h="120650">
                  <a:moveTo>
                    <a:pt x="3810" y="55880"/>
                  </a:moveTo>
                  <a:lnTo>
                    <a:pt x="0" y="55880"/>
                  </a:lnTo>
                  <a:lnTo>
                    <a:pt x="0" y="60960"/>
                  </a:lnTo>
                  <a:lnTo>
                    <a:pt x="3810" y="60960"/>
                  </a:lnTo>
                  <a:lnTo>
                    <a:pt x="3810" y="55880"/>
                  </a:lnTo>
                  <a:close/>
                </a:path>
                <a:path w="224789" h="120650">
                  <a:moveTo>
                    <a:pt x="3810" y="49530"/>
                  </a:moveTo>
                  <a:lnTo>
                    <a:pt x="0" y="49530"/>
                  </a:lnTo>
                  <a:lnTo>
                    <a:pt x="0" y="54610"/>
                  </a:lnTo>
                  <a:lnTo>
                    <a:pt x="3810" y="54610"/>
                  </a:lnTo>
                  <a:lnTo>
                    <a:pt x="3810" y="49530"/>
                  </a:lnTo>
                  <a:close/>
                </a:path>
                <a:path w="224789" h="120650">
                  <a:moveTo>
                    <a:pt x="3810" y="43180"/>
                  </a:moveTo>
                  <a:lnTo>
                    <a:pt x="0" y="43180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3180"/>
                  </a:lnTo>
                  <a:close/>
                </a:path>
                <a:path w="224789" h="120650">
                  <a:moveTo>
                    <a:pt x="3810" y="36830"/>
                  </a:moveTo>
                  <a:lnTo>
                    <a:pt x="0" y="36830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6830"/>
                  </a:lnTo>
                  <a:close/>
                </a:path>
                <a:path w="224789" h="120650">
                  <a:moveTo>
                    <a:pt x="3810" y="30480"/>
                  </a:moveTo>
                  <a:lnTo>
                    <a:pt x="0" y="30480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30480"/>
                  </a:lnTo>
                  <a:close/>
                </a:path>
                <a:path w="224789" h="120650">
                  <a:moveTo>
                    <a:pt x="3810" y="24130"/>
                  </a:moveTo>
                  <a:lnTo>
                    <a:pt x="0" y="24130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4130"/>
                  </a:lnTo>
                  <a:close/>
                </a:path>
                <a:path w="224789" h="120650">
                  <a:moveTo>
                    <a:pt x="3810" y="17780"/>
                  </a:moveTo>
                  <a:lnTo>
                    <a:pt x="0" y="1778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7780"/>
                  </a:lnTo>
                  <a:close/>
                </a:path>
                <a:path w="224789" h="120650">
                  <a:moveTo>
                    <a:pt x="3810" y="11430"/>
                  </a:moveTo>
                  <a:lnTo>
                    <a:pt x="0" y="1143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1430"/>
                  </a:lnTo>
                  <a:close/>
                </a:path>
                <a:path w="224789" h="120650">
                  <a:moveTo>
                    <a:pt x="3810" y="5080"/>
                  </a:moveTo>
                  <a:lnTo>
                    <a:pt x="0" y="508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5080"/>
                  </a:lnTo>
                  <a:close/>
                </a:path>
                <a:path w="224789" h="120650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224789" h="120650">
                  <a:moveTo>
                    <a:pt x="220980" y="119380"/>
                  </a:moveTo>
                  <a:lnTo>
                    <a:pt x="0" y="119380"/>
                  </a:lnTo>
                  <a:lnTo>
                    <a:pt x="0" y="120650"/>
                  </a:lnTo>
                  <a:lnTo>
                    <a:pt x="220980" y="120650"/>
                  </a:lnTo>
                  <a:lnTo>
                    <a:pt x="220980" y="119380"/>
                  </a:lnTo>
                  <a:close/>
                </a:path>
                <a:path w="224789" h="120650">
                  <a:moveTo>
                    <a:pt x="224790" y="118110"/>
                  </a:moveTo>
                  <a:lnTo>
                    <a:pt x="223520" y="118110"/>
                  </a:lnTo>
                  <a:lnTo>
                    <a:pt x="223520" y="119380"/>
                  </a:lnTo>
                  <a:lnTo>
                    <a:pt x="224790" y="119380"/>
                  </a:lnTo>
                  <a:lnTo>
                    <a:pt x="224790" y="118110"/>
                  </a:lnTo>
                  <a:close/>
                </a:path>
              </a:pathLst>
            </a:custGeom>
            <a:solidFill>
              <a:srgbClr val="E9E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1404619" y="2636519"/>
              <a:ext cx="227329" cy="120650"/>
            </a:xfrm>
            <a:custGeom>
              <a:avLst/>
              <a:gdLst/>
              <a:ahLst/>
              <a:cxnLst/>
              <a:rect l="l" t="t" r="r" b="b"/>
              <a:pathLst>
                <a:path w="227330" h="120650">
                  <a:moveTo>
                    <a:pt x="223519" y="118110"/>
                  </a:moveTo>
                  <a:lnTo>
                    <a:pt x="0" y="118110"/>
                  </a:lnTo>
                  <a:lnTo>
                    <a:pt x="0" y="120650"/>
                  </a:lnTo>
                  <a:lnTo>
                    <a:pt x="220980" y="120650"/>
                  </a:lnTo>
                  <a:lnTo>
                    <a:pt x="220980" y="119379"/>
                  </a:lnTo>
                  <a:lnTo>
                    <a:pt x="223519" y="119379"/>
                  </a:lnTo>
                  <a:lnTo>
                    <a:pt x="223519" y="118110"/>
                  </a:lnTo>
                  <a:close/>
                </a:path>
                <a:path w="227330" h="120650">
                  <a:moveTo>
                    <a:pt x="227330" y="116839"/>
                  </a:moveTo>
                  <a:lnTo>
                    <a:pt x="226059" y="116839"/>
                  </a:lnTo>
                  <a:lnTo>
                    <a:pt x="226059" y="118110"/>
                  </a:lnTo>
                  <a:lnTo>
                    <a:pt x="227330" y="118110"/>
                  </a:lnTo>
                  <a:lnTo>
                    <a:pt x="227330" y="116839"/>
                  </a:lnTo>
                  <a:close/>
                </a:path>
                <a:path w="227330" h="120650">
                  <a:moveTo>
                    <a:pt x="3810" y="115570"/>
                  </a:moveTo>
                  <a:lnTo>
                    <a:pt x="0" y="115570"/>
                  </a:lnTo>
                  <a:lnTo>
                    <a:pt x="0" y="116839"/>
                  </a:lnTo>
                  <a:lnTo>
                    <a:pt x="3810" y="116839"/>
                  </a:lnTo>
                  <a:lnTo>
                    <a:pt x="3810" y="115570"/>
                  </a:lnTo>
                  <a:close/>
                </a:path>
                <a:path w="227330" h="120650">
                  <a:moveTo>
                    <a:pt x="3810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3810" y="114300"/>
                  </a:lnTo>
                  <a:lnTo>
                    <a:pt x="3810" y="111760"/>
                  </a:lnTo>
                  <a:close/>
                </a:path>
                <a:path w="227330" h="120650">
                  <a:moveTo>
                    <a:pt x="3810" y="109220"/>
                  </a:moveTo>
                  <a:lnTo>
                    <a:pt x="0" y="109220"/>
                  </a:lnTo>
                  <a:lnTo>
                    <a:pt x="0" y="110489"/>
                  </a:lnTo>
                  <a:lnTo>
                    <a:pt x="3810" y="110489"/>
                  </a:lnTo>
                  <a:lnTo>
                    <a:pt x="3810" y="109220"/>
                  </a:lnTo>
                  <a:close/>
                </a:path>
                <a:path w="227330" h="120650">
                  <a:moveTo>
                    <a:pt x="3810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3810" y="107950"/>
                  </a:lnTo>
                  <a:lnTo>
                    <a:pt x="3810" y="105410"/>
                  </a:lnTo>
                  <a:close/>
                </a:path>
                <a:path w="227330" h="120650">
                  <a:moveTo>
                    <a:pt x="3810" y="102870"/>
                  </a:moveTo>
                  <a:lnTo>
                    <a:pt x="0" y="102870"/>
                  </a:lnTo>
                  <a:lnTo>
                    <a:pt x="0" y="104139"/>
                  </a:lnTo>
                  <a:lnTo>
                    <a:pt x="3810" y="104139"/>
                  </a:lnTo>
                  <a:lnTo>
                    <a:pt x="3810" y="102870"/>
                  </a:lnTo>
                  <a:close/>
                </a:path>
                <a:path w="227330" h="120650">
                  <a:moveTo>
                    <a:pt x="3810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3810" y="101600"/>
                  </a:lnTo>
                  <a:lnTo>
                    <a:pt x="3810" y="99060"/>
                  </a:lnTo>
                  <a:close/>
                </a:path>
                <a:path w="227330" h="120650">
                  <a:moveTo>
                    <a:pt x="3810" y="96520"/>
                  </a:moveTo>
                  <a:lnTo>
                    <a:pt x="0" y="96520"/>
                  </a:lnTo>
                  <a:lnTo>
                    <a:pt x="0" y="97789"/>
                  </a:lnTo>
                  <a:lnTo>
                    <a:pt x="3810" y="97789"/>
                  </a:lnTo>
                  <a:lnTo>
                    <a:pt x="3810" y="96520"/>
                  </a:lnTo>
                  <a:close/>
                </a:path>
                <a:path w="227330" h="120650">
                  <a:moveTo>
                    <a:pt x="3810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3810" y="95250"/>
                  </a:lnTo>
                  <a:lnTo>
                    <a:pt x="3810" y="92710"/>
                  </a:lnTo>
                  <a:close/>
                </a:path>
                <a:path w="227330" h="120650">
                  <a:moveTo>
                    <a:pt x="3810" y="90170"/>
                  </a:moveTo>
                  <a:lnTo>
                    <a:pt x="0" y="90170"/>
                  </a:lnTo>
                  <a:lnTo>
                    <a:pt x="0" y="91439"/>
                  </a:lnTo>
                  <a:lnTo>
                    <a:pt x="3810" y="91439"/>
                  </a:lnTo>
                  <a:lnTo>
                    <a:pt x="3810" y="90170"/>
                  </a:lnTo>
                  <a:close/>
                </a:path>
                <a:path w="227330" h="120650">
                  <a:moveTo>
                    <a:pt x="3810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3810" y="88900"/>
                  </a:lnTo>
                  <a:lnTo>
                    <a:pt x="3810" y="86360"/>
                  </a:lnTo>
                  <a:close/>
                </a:path>
                <a:path w="227330" h="120650">
                  <a:moveTo>
                    <a:pt x="3810" y="83820"/>
                  </a:moveTo>
                  <a:lnTo>
                    <a:pt x="0" y="83820"/>
                  </a:lnTo>
                  <a:lnTo>
                    <a:pt x="0" y="85089"/>
                  </a:lnTo>
                  <a:lnTo>
                    <a:pt x="3810" y="85089"/>
                  </a:lnTo>
                  <a:lnTo>
                    <a:pt x="3810" y="83820"/>
                  </a:lnTo>
                  <a:close/>
                </a:path>
                <a:path w="227330" h="120650">
                  <a:moveTo>
                    <a:pt x="3810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3810" y="82550"/>
                  </a:lnTo>
                  <a:lnTo>
                    <a:pt x="3810" y="80010"/>
                  </a:lnTo>
                  <a:close/>
                </a:path>
                <a:path w="227330" h="120650">
                  <a:moveTo>
                    <a:pt x="3810" y="77470"/>
                  </a:moveTo>
                  <a:lnTo>
                    <a:pt x="0" y="77470"/>
                  </a:lnTo>
                  <a:lnTo>
                    <a:pt x="0" y="78739"/>
                  </a:lnTo>
                  <a:lnTo>
                    <a:pt x="3810" y="78739"/>
                  </a:lnTo>
                  <a:lnTo>
                    <a:pt x="3810" y="77470"/>
                  </a:lnTo>
                  <a:close/>
                </a:path>
                <a:path w="227330" h="120650">
                  <a:moveTo>
                    <a:pt x="3810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3810" y="76200"/>
                  </a:lnTo>
                  <a:lnTo>
                    <a:pt x="3810" y="73660"/>
                  </a:lnTo>
                  <a:close/>
                </a:path>
                <a:path w="227330" h="120650">
                  <a:moveTo>
                    <a:pt x="3810" y="71120"/>
                  </a:moveTo>
                  <a:lnTo>
                    <a:pt x="0" y="71120"/>
                  </a:lnTo>
                  <a:lnTo>
                    <a:pt x="0" y="72389"/>
                  </a:lnTo>
                  <a:lnTo>
                    <a:pt x="3810" y="72389"/>
                  </a:lnTo>
                  <a:lnTo>
                    <a:pt x="3810" y="71120"/>
                  </a:lnTo>
                  <a:close/>
                </a:path>
                <a:path w="227330" h="120650">
                  <a:moveTo>
                    <a:pt x="3810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3810" y="69850"/>
                  </a:lnTo>
                  <a:lnTo>
                    <a:pt x="3810" y="67310"/>
                  </a:lnTo>
                  <a:close/>
                </a:path>
                <a:path w="227330" h="120650">
                  <a:moveTo>
                    <a:pt x="3810" y="64770"/>
                  </a:moveTo>
                  <a:lnTo>
                    <a:pt x="0" y="64770"/>
                  </a:lnTo>
                  <a:lnTo>
                    <a:pt x="0" y="66039"/>
                  </a:lnTo>
                  <a:lnTo>
                    <a:pt x="3810" y="66039"/>
                  </a:lnTo>
                  <a:lnTo>
                    <a:pt x="3810" y="64770"/>
                  </a:lnTo>
                  <a:close/>
                </a:path>
                <a:path w="227330" h="120650">
                  <a:moveTo>
                    <a:pt x="3810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60960"/>
                  </a:lnTo>
                  <a:close/>
                </a:path>
                <a:path w="227330" h="120650">
                  <a:moveTo>
                    <a:pt x="3810" y="58420"/>
                  </a:moveTo>
                  <a:lnTo>
                    <a:pt x="0" y="58420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8420"/>
                  </a:lnTo>
                  <a:close/>
                </a:path>
                <a:path w="227330" h="120650">
                  <a:moveTo>
                    <a:pt x="3810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3810" y="57150"/>
                  </a:lnTo>
                  <a:lnTo>
                    <a:pt x="3810" y="54610"/>
                  </a:lnTo>
                  <a:close/>
                </a:path>
                <a:path w="227330" h="120650">
                  <a:moveTo>
                    <a:pt x="3810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52070"/>
                  </a:lnTo>
                  <a:close/>
                </a:path>
                <a:path w="227330" h="120650">
                  <a:moveTo>
                    <a:pt x="3810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3810" y="50800"/>
                  </a:lnTo>
                  <a:lnTo>
                    <a:pt x="3810" y="48260"/>
                  </a:lnTo>
                  <a:close/>
                </a:path>
                <a:path w="227330" h="120650">
                  <a:moveTo>
                    <a:pt x="3810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5720"/>
                  </a:lnTo>
                  <a:close/>
                </a:path>
                <a:path w="227330" h="120650">
                  <a:moveTo>
                    <a:pt x="3810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3810" y="44450"/>
                  </a:lnTo>
                  <a:lnTo>
                    <a:pt x="3810" y="41910"/>
                  </a:lnTo>
                  <a:close/>
                </a:path>
                <a:path w="227330" h="120650">
                  <a:moveTo>
                    <a:pt x="3810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9370"/>
                  </a:lnTo>
                  <a:close/>
                </a:path>
                <a:path w="227330" h="120650">
                  <a:moveTo>
                    <a:pt x="381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5560"/>
                  </a:lnTo>
                  <a:close/>
                </a:path>
                <a:path w="227330" h="120650">
                  <a:moveTo>
                    <a:pt x="3810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33020"/>
                  </a:lnTo>
                  <a:close/>
                </a:path>
                <a:path w="227330" h="120650">
                  <a:moveTo>
                    <a:pt x="381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3810" y="31750"/>
                  </a:lnTo>
                  <a:lnTo>
                    <a:pt x="3810" y="29210"/>
                  </a:lnTo>
                  <a:close/>
                </a:path>
                <a:path w="227330" h="120650">
                  <a:moveTo>
                    <a:pt x="3810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6670"/>
                  </a:lnTo>
                  <a:close/>
                </a:path>
                <a:path w="227330" h="120650">
                  <a:moveTo>
                    <a:pt x="381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2860"/>
                  </a:lnTo>
                  <a:close/>
                </a:path>
                <a:path w="227330" h="120650">
                  <a:moveTo>
                    <a:pt x="3810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20320"/>
                  </a:lnTo>
                  <a:close/>
                </a:path>
                <a:path w="227330" h="120650">
                  <a:moveTo>
                    <a:pt x="381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6510"/>
                  </a:lnTo>
                  <a:close/>
                </a:path>
                <a:path w="227330" h="120650">
                  <a:moveTo>
                    <a:pt x="3810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3970"/>
                  </a:lnTo>
                  <a:close/>
                </a:path>
                <a:path w="227330" h="120650">
                  <a:moveTo>
                    <a:pt x="381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10160"/>
                  </a:lnTo>
                  <a:close/>
                </a:path>
                <a:path w="227330" h="120650">
                  <a:moveTo>
                    <a:pt x="3810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7620"/>
                  </a:lnTo>
                  <a:close/>
                </a:path>
                <a:path w="227330" h="120650">
                  <a:moveTo>
                    <a:pt x="3810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3810"/>
                  </a:lnTo>
                  <a:close/>
                </a:path>
                <a:path w="227330" h="120650">
                  <a:moveTo>
                    <a:pt x="38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E8E2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1408430" y="2633980"/>
              <a:ext cx="228600" cy="119380"/>
            </a:xfrm>
            <a:custGeom>
              <a:avLst/>
              <a:gdLst/>
              <a:ahLst/>
              <a:cxnLst/>
              <a:rect l="l" t="t" r="r" b="b"/>
              <a:pathLst>
                <a:path w="228600" h="119380">
                  <a:moveTo>
                    <a:pt x="3809" y="114300"/>
                  </a:moveTo>
                  <a:lnTo>
                    <a:pt x="0" y="114300"/>
                  </a:lnTo>
                  <a:lnTo>
                    <a:pt x="0" y="119379"/>
                  </a:lnTo>
                  <a:lnTo>
                    <a:pt x="223519" y="119379"/>
                  </a:lnTo>
                  <a:lnTo>
                    <a:pt x="223519" y="118109"/>
                  </a:lnTo>
                  <a:lnTo>
                    <a:pt x="228599" y="118109"/>
                  </a:lnTo>
                  <a:lnTo>
                    <a:pt x="228599" y="115569"/>
                  </a:lnTo>
                  <a:lnTo>
                    <a:pt x="3809" y="115569"/>
                  </a:lnTo>
                  <a:lnTo>
                    <a:pt x="3809" y="114300"/>
                  </a:lnTo>
                  <a:close/>
                </a:path>
                <a:path w="228600" h="119380">
                  <a:moveTo>
                    <a:pt x="3809" y="107950"/>
                  </a:moveTo>
                  <a:lnTo>
                    <a:pt x="0" y="107950"/>
                  </a:lnTo>
                  <a:lnTo>
                    <a:pt x="0" y="113029"/>
                  </a:lnTo>
                  <a:lnTo>
                    <a:pt x="3809" y="113029"/>
                  </a:lnTo>
                  <a:lnTo>
                    <a:pt x="3809" y="107950"/>
                  </a:lnTo>
                  <a:close/>
                </a:path>
                <a:path w="228600" h="119380">
                  <a:moveTo>
                    <a:pt x="3809" y="101600"/>
                  </a:moveTo>
                  <a:lnTo>
                    <a:pt x="0" y="101600"/>
                  </a:lnTo>
                  <a:lnTo>
                    <a:pt x="0" y="106679"/>
                  </a:lnTo>
                  <a:lnTo>
                    <a:pt x="3809" y="106679"/>
                  </a:lnTo>
                  <a:lnTo>
                    <a:pt x="3809" y="101600"/>
                  </a:lnTo>
                  <a:close/>
                </a:path>
                <a:path w="228600" h="119380">
                  <a:moveTo>
                    <a:pt x="3809" y="95250"/>
                  </a:moveTo>
                  <a:lnTo>
                    <a:pt x="0" y="95250"/>
                  </a:lnTo>
                  <a:lnTo>
                    <a:pt x="0" y="100329"/>
                  </a:lnTo>
                  <a:lnTo>
                    <a:pt x="3809" y="100329"/>
                  </a:lnTo>
                  <a:lnTo>
                    <a:pt x="3809" y="95250"/>
                  </a:lnTo>
                  <a:close/>
                </a:path>
                <a:path w="228600" h="119380">
                  <a:moveTo>
                    <a:pt x="3809" y="88900"/>
                  </a:moveTo>
                  <a:lnTo>
                    <a:pt x="0" y="88900"/>
                  </a:lnTo>
                  <a:lnTo>
                    <a:pt x="0" y="93979"/>
                  </a:lnTo>
                  <a:lnTo>
                    <a:pt x="3809" y="93979"/>
                  </a:lnTo>
                  <a:lnTo>
                    <a:pt x="3809" y="88900"/>
                  </a:lnTo>
                  <a:close/>
                </a:path>
                <a:path w="228600" h="119380">
                  <a:moveTo>
                    <a:pt x="3809" y="82550"/>
                  </a:moveTo>
                  <a:lnTo>
                    <a:pt x="0" y="82550"/>
                  </a:lnTo>
                  <a:lnTo>
                    <a:pt x="0" y="87629"/>
                  </a:lnTo>
                  <a:lnTo>
                    <a:pt x="3809" y="87629"/>
                  </a:lnTo>
                  <a:lnTo>
                    <a:pt x="3809" y="82550"/>
                  </a:lnTo>
                  <a:close/>
                </a:path>
                <a:path w="228600" h="119380">
                  <a:moveTo>
                    <a:pt x="3809" y="76200"/>
                  </a:moveTo>
                  <a:lnTo>
                    <a:pt x="0" y="76200"/>
                  </a:lnTo>
                  <a:lnTo>
                    <a:pt x="0" y="81279"/>
                  </a:lnTo>
                  <a:lnTo>
                    <a:pt x="3809" y="81279"/>
                  </a:lnTo>
                  <a:lnTo>
                    <a:pt x="3809" y="76200"/>
                  </a:lnTo>
                  <a:close/>
                </a:path>
                <a:path w="228600" h="119380">
                  <a:moveTo>
                    <a:pt x="3809" y="69850"/>
                  </a:moveTo>
                  <a:lnTo>
                    <a:pt x="0" y="69850"/>
                  </a:lnTo>
                  <a:lnTo>
                    <a:pt x="0" y="74929"/>
                  </a:lnTo>
                  <a:lnTo>
                    <a:pt x="3809" y="74929"/>
                  </a:lnTo>
                  <a:lnTo>
                    <a:pt x="3809" y="69850"/>
                  </a:lnTo>
                  <a:close/>
                </a:path>
                <a:path w="228600" h="119380">
                  <a:moveTo>
                    <a:pt x="3809" y="63500"/>
                  </a:moveTo>
                  <a:lnTo>
                    <a:pt x="0" y="63500"/>
                  </a:lnTo>
                  <a:lnTo>
                    <a:pt x="0" y="68579"/>
                  </a:lnTo>
                  <a:lnTo>
                    <a:pt x="3809" y="68579"/>
                  </a:lnTo>
                  <a:lnTo>
                    <a:pt x="3809" y="63500"/>
                  </a:lnTo>
                  <a:close/>
                </a:path>
                <a:path w="228600" h="119380">
                  <a:moveTo>
                    <a:pt x="3809" y="57150"/>
                  </a:moveTo>
                  <a:lnTo>
                    <a:pt x="0" y="57150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7150"/>
                  </a:lnTo>
                  <a:close/>
                </a:path>
                <a:path w="228600" h="119380">
                  <a:moveTo>
                    <a:pt x="3809" y="50800"/>
                  </a:moveTo>
                  <a:lnTo>
                    <a:pt x="0" y="50800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50800"/>
                  </a:lnTo>
                  <a:close/>
                </a:path>
                <a:path w="228600" h="119380">
                  <a:moveTo>
                    <a:pt x="3809" y="44450"/>
                  </a:moveTo>
                  <a:lnTo>
                    <a:pt x="0" y="44450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4450"/>
                  </a:lnTo>
                  <a:close/>
                </a:path>
                <a:path w="228600" h="119380">
                  <a:moveTo>
                    <a:pt x="3809" y="38100"/>
                  </a:moveTo>
                  <a:lnTo>
                    <a:pt x="0" y="38100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38100"/>
                  </a:lnTo>
                  <a:close/>
                </a:path>
                <a:path w="228600" h="119380">
                  <a:moveTo>
                    <a:pt x="3809" y="31750"/>
                  </a:moveTo>
                  <a:lnTo>
                    <a:pt x="0" y="31750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1750"/>
                  </a:lnTo>
                  <a:close/>
                </a:path>
                <a:path w="228600" h="119380">
                  <a:moveTo>
                    <a:pt x="3809" y="25400"/>
                  </a:moveTo>
                  <a:lnTo>
                    <a:pt x="0" y="25400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25400"/>
                  </a:lnTo>
                  <a:close/>
                </a:path>
                <a:path w="228600" h="119380">
                  <a:moveTo>
                    <a:pt x="3809" y="19050"/>
                  </a:moveTo>
                  <a:lnTo>
                    <a:pt x="0" y="19050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19050"/>
                  </a:lnTo>
                  <a:close/>
                </a:path>
                <a:path w="228600" h="119380">
                  <a:moveTo>
                    <a:pt x="3809" y="12700"/>
                  </a:moveTo>
                  <a:lnTo>
                    <a:pt x="0" y="1270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2700"/>
                  </a:lnTo>
                  <a:close/>
                </a:path>
                <a:path w="228600" h="119380">
                  <a:moveTo>
                    <a:pt x="3809" y="6350"/>
                  </a:moveTo>
                  <a:lnTo>
                    <a:pt x="0" y="635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6350"/>
                  </a:lnTo>
                  <a:close/>
                </a:path>
                <a:path w="228600" h="119380">
                  <a:moveTo>
                    <a:pt x="3809" y="0"/>
                  </a:moveTo>
                  <a:lnTo>
                    <a:pt x="2539" y="0"/>
                  </a:lnTo>
                  <a:lnTo>
                    <a:pt x="2539" y="1269"/>
                  </a:lnTo>
                  <a:lnTo>
                    <a:pt x="0" y="1269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E7E0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1412240" y="2633979"/>
              <a:ext cx="231140" cy="115570"/>
            </a:xfrm>
            <a:custGeom>
              <a:avLst/>
              <a:gdLst/>
              <a:ahLst/>
              <a:cxnLst/>
              <a:rect l="l" t="t" r="r" b="b"/>
              <a:pathLst>
                <a:path w="231139" h="115569">
                  <a:moveTo>
                    <a:pt x="231127" y="111760"/>
                  </a:moveTo>
                  <a:lnTo>
                    <a:pt x="3810" y="111760"/>
                  </a:lnTo>
                  <a:lnTo>
                    <a:pt x="3810" y="0"/>
                  </a:lnTo>
                  <a:lnTo>
                    <a:pt x="0" y="0"/>
                  </a:lnTo>
                  <a:lnTo>
                    <a:pt x="0" y="111760"/>
                  </a:lnTo>
                  <a:lnTo>
                    <a:pt x="0" y="114300"/>
                  </a:lnTo>
                  <a:lnTo>
                    <a:pt x="0" y="115570"/>
                  </a:lnTo>
                  <a:lnTo>
                    <a:pt x="227330" y="115570"/>
                  </a:lnTo>
                  <a:lnTo>
                    <a:pt x="227330" y="114300"/>
                  </a:lnTo>
                  <a:lnTo>
                    <a:pt x="231127" y="114300"/>
                  </a:lnTo>
                  <a:lnTo>
                    <a:pt x="231127" y="111760"/>
                  </a:lnTo>
                  <a:close/>
                </a:path>
              </a:pathLst>
            </a:custGeom>
            <a:solidFill>
              <a:srgbClr val="E6DF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1416050" y="2631439"/>
              <a:ext cx="233679" cy="114300"/>
            </a:xfrm>
            <a:custGeom>
              <a:avLst/>
              <a:gdLst/>
              <a:ahLst/>
              <a:cxnLst/>
              <a:rect l="l" t="t" r="r" b="b"/>
              <a:pathLst>
                <a:path w="233680" h="114300">
                  <a:moveTo>
                    <a:pt x="233667" y="110490"/>
                  </a:moveTo>
                  <a:lnTo>
                    <a:pt x="3810" y="110490"/>
                  </a:lnTo>
                  <a:lnTo>
                    <a:pt x="3810" y="0"/>
                  </a:lnTo>
                  <a:lnTo>
                    <a:pt x="0" y="0"/>
                  </a:lnTo>
                  <a:lnTo>
                    <a:pt x="0" y="110490"/>
                  </a:lnTo>
                  <a:lnTo>
                    <a:pt x="0" y="113030"/>
                  </a:lnTo>
                  <a:lnTo>
                    <a:pt x="0" y="114300"/>
                  </a:lnTo>
                  <a:lnTo>
                    <a:pt x="231127" y="114300"/>
                  </a:lnTo>
                  <a:lnTo>
                    <a:pt x="231127" y="113030"/>
                  </a:lnTo>
                  <a:lnTo>
                    <a:pt x="233667" y="113030"/>
                  </a:lnTo>
                  <a:lnTo>
                    <a:pt x="233667" y="110490"/>
                  </a:lnTo>
                  <a:close/>
                </a:path>
              </a:pathLst>
            </a:custGeom>
            <a:solidFill>
              <a:srgbClr val="E5DE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1419859" y="2627630"/>
              <a:ext cx="238760" cy="114300"/>
            </a:xfrm>
            <a:custGeom>
              <a:avLst/>
              <a:gdLst/>
              <a:ahLst/>
              <a:cxnLst/>
              <a:rect l="l" t="t" r="r" b="b"/>
              <a:pathLst>
                <a:path w="238760" h="114300">
                  <a:moveTo>
                    <a:pt x="233679" y="113029"/>
                  </a:moveTo>
                  <a:lnTo>
                    <a:pt x="0" y="113029"/>
                  </a:lnTo>
                  <a:lnTo>
                    <a:pt x="0" y="114300"/>
                  </a:lnTo>
                  <a:lnTo>
                    <a:pt x="233679" y="114300"/>
                  </a:lnTo>
                  <a:lnTo>
                    <a:pt x="233679" y="113029"/>
                  </a:lnTo>
                  <a:close/>
                </a:path>
                <a:path w="238760" h="114300">
                  <a:moveTo>
                    <a:pt x="238759" y="111760"/>
                  </a:moveTo>
                  <a:lnTo>
                    <a:pt x="236220" y="111760"/>
                  </a:lnTo>
                  <a:lnTo>
                    <a:pt x="236220" y="113029"/>
                  </a:lnTo>
                  <a:lnTo>
                    <a:pt x="238759" y="113029"/>
                  </a:lnTo>
                  <a:lnTo>
                    <a:pt x="238759" y="111760"/>
                  </a:lnTo>
                  <a:close/>
                </a:path>
                <a:path w="238760" h="114300">
                  <a:moveTo>
                    <a:pt x="3809" y="106679"/>
                  </a:moveTo>
                  <a:lnTo>
                    <a:pt x="0" y="106679"/>
                  </a:lnTo>
                  <a:lnTo>
                    <a:pt x="0" y="111760"/>
                  </a:lnTo>
                  <a:lnTo>
                    <a:pt x="3809" y="111760"/>
                  </a:lnTo>
                  <a:lnTo>
                    <a:pt x="3809" y="106679"/>
                  </a:lnTo>
                  <a:close/>
                </a:path>
                <a:path w="238760" h="114300">
                  <a:moveTo>
                    <a:pt x="3809" y="100329"/>
                  </a:moveTo>
                  <a:lnTo>
                    <a:pt x="0" y="100329"/>
                  </a:lnTo>
                  <a:lnTo>
                    <a:pt x="0" y="105410"/>
                  </a:lnTo>
                  <a:lnTo>
                    <a:pt x="3809" y="105410"/>
                  </a:lnTo>
                  <a:lnTo>
                    <a:pt x="3809" y="100329"/>
                  </a:lnTo>
                  <a:close/>
                </a:path>
                <a:path w="238760" h="114300">
                  <a:moveTo>
                    <a:pt x="3809" y="93979"/>
                  </a:moveTo>
                  <a:lnTo>
                    <a:pt x="0" y="93979"/>
                  </a:lnTo>
                  <a:lnTo>
                    <a:pt x="0" y="99060"/>
                  </a:lnTo>
                  <a:lnTo>
                    <a:pt x="3809" y="99060"/>
                  </a:lnTo>
                  <a:lnTo>
                    <a:pt x="3809" y="93979"/>
                  </a:lnTo>
                  <a:close/>
                </a:path>
                <a:path w="238760" h="114300">
                  <a:moveTo>
                    <a:pt x="3809" y="87629"/>
                  </a:moveTo>
                  <a:lnTo>
                    <a:pt x="0" y="87629"/>
                  </a:lnTo>
                  <a:lnTo>
                    <a:pt x="0" y="92710"/>
                  </a:lnTo>
                  <a:lnTo>
                    <a:pt x="3809" y="92710"/>
                  </a:lnTo>
                  <a:lnTo>
                    <a:pt x="3809" y="87629"/>
                  </a:lnTo>
                  <a:close/>
                </a:path>
                <a:path w="238760" h="114300">
                  <a:moveTo>
                    <a:pt x="3809" y="81279"/>
                  </a:moveTo>
                  <a:lnTo>
                    <a:pt x="0" y="81279"/>
                  </a:lnTo>
                  <a:lnTo>
                    <a:pt x="0" y="86360"/>
                  </a:lnTo>
                  <a:lnTo>
                    <a:pt x="3809" y="86360"/>
                  </a:lnTo>
                  <a:lnTo>
                    <a:pt x="3809" y="81279"/>
                  </a:lnTo>
                  <a:close/>
                </a:path>
                <a:path w="238760" h="114300">
                  <a:moveTo>
                    <a:pt x="3809" y="74929"/>
                  </a:moveTo>
                  <a:lnTo>
                    <a:pt x="0" y="74929"/>
                  </a:lnTo>
                  <a:lnTo>
                    <a:pt x="0" y="80010"/>
                  </a:lnTo>
                  <a:lnTo>
                    <a:pt x="3809" y="80010"/>
                  </a:lnTo>
                  <a:lnTo>
                    <a:pt x="3809" y="74929"/>
                  </a:lnTo>
                  <a:close/>
                </a:path>
                <a:path w="238760" h="114300">
                  <a:moveTo>
                    <a:pt x="3809" y="68579"/>
                  </a:moveTo>
                  <a:lnTo>
                    <a:pt x="0" y="68579"/>
                  </a:lnTo>
                  <a:lnTo>
                    <a:pt x="0" y="73660"/>
                  </a:lnTo>
                  <a:lnTo>
                    <a:pt x="3809" y="73660"/>
                  </a:lnTo>
                  <a:lnTo>
                    <a:pt x="3809" y="68579"/>
                  </a:lnTo>
                  <a:close/>
                </a:path>
                <a:path w="238760" h="114300">
                  <a:moveTo>
                    <a:pt x="3809" y="62229"/>
                  </a:moveTo>
                  <a:lnTo>
                    <a:pt x="0" y="62229"/>
                  </a:lnTo>
                  <a:lnTo>
                    <a:pt x="0" y="67310"/>
                  </a:lnTo>
                  <a:lnTo>
                    <a:pt x="3809" y="67310"/>
                  </a:lnTo>
                  <a:lnTo>
                    <a:pt x="3809" y="62229"/>
                  </a:lnTo>
                  <a:close/>
                </a:path>
                <a:path w="238760" h="114300">
                  <a:moveTo>
                    <a:pt x="3809" y="55879"/>
                  </a:moveTo>
                  <a:lnTo>
                    <a:pt x="0" y="55879"/>
                  </a:lnTo>
                  <a:lnTo>
                    <a:pt x="0" y="60960"/>
                  </a:lnTo>
                  <a:lnTo>
                    <a:pt x="3809" y="60960"/>
                  </a:lnTo>
                  <a:lnTo>
                    <a:pt x="3809" y="55879"/>
                  </a:lnTo>
                  <a:close/>
                </a:path>
                <a:path w="238760" h="114300">
                  <a:moveTo>
                    <a:pt x="3809" y="49529"/>
                  </a:moveTo>
                  <a:lnTo>
                    <a:pt x="0" y="49529"/>
                  </a:lnTo>
                  <a:lnTo>
                    <a:pt x="0" y="54610"/>
                  </a:lnTo>
                  <a:lnTo>
                    <a:pt x="3809" y="54610"/>
                  </a:lnTo>
                  <a:lnTo>
                    <a:pt x="3809" y="49529"/>
                  </a:lnTo>
                  <a:close/>
                </a:path>
                <a:path w="238760" h="114300">
                  <a:moveTo>
                    <a:pt x="3809" y="43179"/>
                  </a:moveTo>
                  <a:lnTo>
                    <a:pt x="0" y="43179"/>
                  </a:lnTo>
                  <a:lnTo>
                    <a:pt x="0" y="48260"/>
                  </a:lnTo>
                  <a:lnTo>
                    <a:pt x="3809" y="48260"/>
                  </a:lnTo>
                  <a:lnTo>
                    <a:pt x="3809" y="43179"/>
                  </a:lnTo>
                  <a:close/>
                </a:path>
                <a:path w="238760" h="114300">
                  <a:moveTo>
                    <a:pt x="3809" y="36829"/>
                  </a:moveTo>
                  <a:lnTo>
                    <a:pt x="0" y="36829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36829"/>
                  </a:lnTo>
                  <a:close/>
                </a:path>
                <a:path w="238760" h="114300">
                  <a:moveTo>
                    <a:pt x="3809" y="30479"/>
                  </a:moveTo>
                  <a:lnTo>
                    <a:pt x="0" y="30479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30479"/>
                  </a:lnTo>
                  <a:close/>
                </a:path>
                <a:path w="238760" h="114300">
                  <a:moveTo>
                    <a:pt x="3809" y="24129"/>
                  </a:moveTo>
                  <a:lnTo>
                    <a:pt x="0" y="24129"/>
                  </a:lnTo>
                  <a:lnTo>
                    <a:pt x="0" y="29210"/>
                  </a:lnTo>
                  <a:lnTo>
                    <a:pt x="3809" y="29210"/>
                  </a:lnTo>
                  <a:lnTo>
                    <a:pt x="3809" y="24129"/>
                  </a:lnTo>
                  <a:close/>
                </a:path>
                <a:path w="238760" h="114300">
                  <a:moveTo>
                    <a:pt x="3809" y="17779"/>
                  </a:moveTo>
                  <a:lnTo>
                    <a:pt x="0" y="17779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17779"/>
                  </a:lnTo>
                  <a:close/>
                </a:path>
                <a:path w="238760" h="114300">
                  <a:moveTo>
                    <a:pt x="3809" y="11429"/>
                  </a:moveTo>
                  <a:lnTo>
                    <a:pt x="0" y="11429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1429"/>
                  </a:lnTo>
                  <a:close/>
                </a:path>
                <a:path w="238760" h="114300">
                  <a:moveTo>
                    <a:pt x="3809" y="5079"/>
                  </a:moveTo>
                  <a:lnTo>
                    <a:pt x="0" y="5079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5079"/>
                  </a:lnTo>
                  <a:close/>
                </a:path>
                <a:path w="238760" h="114300">
                  <a:moveTo>
                    <a:pt x="3809" y="0"/>
                  </a:moveTo>
                  <a:lnTo>
                    <a:pt x="2540" y="0"/>
                  </a:lnTo>
                  <a:lnTo>
                    <a:pt x="2540" y="2539"/>
                  </a:lnTo>
                  <a:lnTo>
                    <a:pt x="0" y="2539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E4DC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1423669" y="2626360"/>
              <a:ext cx="241300" cy="111760"/>
            </a:xfrm>
            <a:custGeom>
              <a:avLst/>
              <a:gdLst/>
              <a:ahLst/>
              <a:cxnLst/>
              <a:rect l="l" t="t" r="r" b="b"/>
              <a:pathLst>
                <a:path w="241300" h="111760">
                  <a:moveTo>
                    <a:pt x="237490" y="109220"/>
                  </a:moveTo>
                  <a:lnTo>
                    <a:pt x="0" y="109220"/>
                  </a:lnTo>
                  <a:lnTo>
                    <a:pt x="0" y="111760"/>
                  </a:lnTo>
                  <a:lnTo>
                    <a:pt x="234950" y="111760"/>
                  </a:lnTo>
                  <a:lnTo>
                    <a:pt x="234950" y="110489"/>
                  </a:lnTo>
                  <a:lnTo>
                    <a:pt x="237490" y="110489"/>
                  </a:lnTo>
                  <a:lnTo>
                    <a:pt x="237490" y="109220"/>
                  </a:lnTo>
                  <a:close/>
                </a:path>
                <a:path w="241300" h="111760">
                  <a:moveTo>
                    <a:pt x="241300" y="107950"/>
                  </a:moveTo>
                  <a:lnTo>
                    <a:pt x="238760" y="107950"/>
                  </a:lnTo>
                  <a:lnTo>
                    <a:pt x="238760" y="109220"/>
                  </a:lnTo>
                  <a:lnTo>
                    <a:pt x="241300" y="109220"/>
                  </a:lnTo>
                  <a:lnTo>
                    <a:pt x="241300" y="107950"/>
                  </a:lnTo>
                  <a:close/>
                </a:path>
                <a:path w="241300" h="111760">
                  <a:moveTo>
                    <a:pt x="2540" y="106680"/>
                  </a:moveTo>
                  <a:lnTo>
                    <a:pt x="0" y="106680"/>
                  </a:lnTo>
                  <a:lnTo>
                    <a:pt x="0" y="107950"/>
                  </a:lnTo>
                  <a:lnTo>
                    <a:pt x="2540" y="107950"/>
                  </a:lnTo>
                  <a:lnTo>
                    <a:pt x="2540" y="106680"/>
                  </a:lnTo>
                  <a:close/>
                </a:path>
                <a:path w="241300" h="111760">
                  <a:moveTo>
                    <a:pt x="2540" y="102870"/>
                  </a:moveTo>
                  <a:lnTo>
                    <a:pt x="0" y="102870"/>
                  </a:lnTo>
                  <a:lnTo>
                    <a:pt x="0" y="105410"/>
                  </a:lnTo>
                  <a:lnTo>
                    <a:pt x="2540" y="105410"/>
                  </a:lnTo>
                  <a:lnTo>
                    <a:pt x="2540" y="102870"/>
                  </a:lnTo>
                  <a:close/>
                </a:path>
                <a:path w="241300" h="111760">
                  <a:moveTo>
                    <a:pt x="2540" y="100330"/>
                  </a:moveTo>
                  <a:lnTo>
                    <a:pt x="0" y="100330"/>
                  </a:lnTo>
                  <a:lnTo>
                    <a:pt x="0" y="101600"/>
                  </a:lnTo>
                  <a:lnTo>
                    <a:pt x="2540" y="101600"/>
                  </a:lnTo>
                  <a:lnTo>
                    <a:pt x="2540" y="100330"/>
                  </a:lnTo>
                  <a:close/>
                </a:path>
                <a:path w="241300" h="111760">
                  <a:moveTo>
                    <a:pt x="2540" y="96520"/>
                  </a:moveTo>
                  <a:lnTo>
                    <a:pt x="0" y="96520"/>
                  </a:lnTo>
                  <a:lnTo>
                    <a:pt x="0" y="99060"/>
                  </a:lnTo>
                  <a:lnTo>
                    <a:pt x="2540" y="99060"/>
                  </a:lnTo>
                  <a:lnTo>
                    <a:pt x="2540" y="96520"/>
                  </a:lnTo>
                  <a:close/>
                </a:path>
                <a:path w="241300" h="111760">
                  <a:moveTo>
                    <a:pt x="2540" y="93980"/>
                  </a:moveTo>
                  <a:lnTo>
                    <a:pt x="0" y="93980"/>
                  </a:lnTo>
                  <a:lnTo>
                    <a:pt x="0" y="95250"/>
                  </a:lnTo>
                  <a:lnTo>
                    <a:pt x="2540" y="95250"/>
                  </a:lnTo>
                  <a:lnTo>
                    <a:pt x="2540" y="93980"/>
                  </a:lnTo>
                  <a:close/>
                </a:path>
                <a:path w="241300" h="111760">
                  <a:moveTo>
                    <a:pt x="2540" y="90170"/>
                  </a:moveTo>
                  <a:lnTo>
                    <a:pt x="0" y="90170"/>
                  </a:lnTo>
                  <a:lnTo>
                    <a:pt x="0" y="92710"/>
                  </a:lnTo>
                  <a:lnTo>
                    <a:pt x="2540" y="92710"/>
                  </a:lnTo>
                  <a:lnTo>
                    <a:pt x="2540" y="90170"/>
                  </a:lnTo>
                  <a:close/>
                </a:path>
                <a:path w="241300" h="111760">
                  <a:moveTo>
                    <a:pt x="2540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2540" y="88900"/>
                  </a:lnTo>
                  <a:lnTo>
                    <a:pt x="2540" y="87630"/>
                  </a:lnTo>
                  <a:close/>
                </a:path>
                <a:path w="241300" h="111760">
                  <a:moveTo>
                    <a:pt x="2540" y="83820"/>
                  </a:moveTo>
                  <a:lnTo>
                    <a:pt x="0" y="83820"/>
                  </a:lnTo>
                  <a:lnTo>
                    <a:pt x="0" y="86360"/>
                  </a:lnTo>
                  <a:lnTo>
                    <a:pt x="2540" y="86360"/>
                  </a:lnTo>
                  <a:lnTo>
                    <a:pt x="2540" y="83820"/>
                  </a:lnTo>
                  <a:close/>
                </a:path>
                <a:path w="241300" h="111760">
                  <a:moveTo>
                    <a:pt x="2540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2540" y="82550"/>
                  </a:lnTo>
                  <a:lnTo>
                    <a:pt x="2540" y="81280"/>
                  </a:lnTo>
                  <a:close/>
                </a:path>
                <a:path w="241300" h="111760">
                  <a:moveTo>
                    <a:pt x="2540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2540" y="80010"/>
                  </a:lnTo>
                  <a:lnTo>
                    <a:pt x="2540" y="77470"/>
                  </a:lnTo>
                  <a:close/>
                </a:path>
                <a:path w="241300" h="111760">
                  <a:moveTo>
                    <a:pt x="2540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2540" y="76200"/>
                  </a:lnTo>
                  <a:lnTo>
                    <a:pt x="2540" y="74930"/>
                  </a:lnTo>
                  <a:close/>
                </a:path>
                <a:path w="241300" h="111760">
                  <a:moveTo>
                    <a:pt x="2540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2540" y="73660"/>
                  </a:lnTo>
                  <a:lnTo>
                    <a:pt x="2540" y="71120"/>
                  </a:lnTo>
                  <a:close/>
                </a:path>
                <a:path w="241300" h="111760">
                  <a:moveTo>
                    <a:pt x="2540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2540" y="69850"/>
                  </a:lnTo>
                  <a:lnTo>
                    <a:pt x="2540" y="68580"/>
                  </a:lnTo>
                  <a:close/>
                </a:path>
                <a:path w="241300" h="111760">
                  <a:moveTo>
                    <a:pt x="2540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2540" y="67310"/>
                  </a:lnTo>
                  <a:lnTo>
                    <a:pt x="2540" y="64770"/>
                  </a:lnTo>
                  <a:close/>
                </a:path>
                <a:path w="241300" h="111760">
                  <a:moveTo>
                    <a:pt x="254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2540" y="63500"/>
                  </a:lnTo>
                  <a:lnTo>
                    <a:pt x="2540" y="62230"/>
                  </a:lnTo>
                  <a:close/>
                </a:path>
                <a:path w="241300" h="111760">
                  <a:moveTo>
                    <a:pt x="2540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2540" y="60960"/>
                  </a:lnTo>
                  <a:lnTo>
                    <a:pt x="2540" y="58420"/>
                  </a:lnTo>
                  <a:close/>
                </a:path>
                <a:path w="241300" h="111760">
                  <a:moveTo>
                    <a:pt x="2540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2540" y="57150"/>
                  </a:lnTo>
                  <a:lnTo>
                    <a:pt x="2540" y="55880"/>
                  </a:lnTo>
                  <a:close/>
                </a:path>
                <a:path w="241300" h="111760">
                  <a:moveTo>
                    <a:pt x="2540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2540" y="54610"/>
                  </a:lnTo>
                  <a:lnTo>
                    <a:pt x="2540" y="52070"/>
                  </a:lnTo>
                  <a:close/>
                </a:path>
                <a:path w="241300" h="111760">
                  <a:moveTo>
                    <a:pt x="2540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2540" y="50800"/>
                  </a:lnTo>
                  <a:lnTo>
                    <a:pt x="2540" y="49530"/>
                  </a:lnTo>
                  <a:close/>
                </a:path>
                <a:path w="241300" h="111760">
                  <a:moveTo>
                    <a:pt x="2540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2540" y="48260"/>
                  </a:lnTo>
                  <a:lnTo>
                    <a:pt x="2540" y="45720"/>
                  </a:lnTo>
                  <a:close/>
                </a:path>
                <a:path w="241300" h="111760">
                  <a:moveTo>
                    <a:pt x="2540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2540" y="44450"/>
                  </a:lnTo>
                  <a:lnTo>
                    <a:pt x="2540" y="43180"/>
                  </a:lnTo>
                  <a:close/>
                </a:path>
                <a:path w="241300" h="111760">
                  <a:moveTo>
                    <a:pt x="2540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2540" y="41910"/>
                  </a:lnTo>
                  <a:lnTo>
                    <a:pt x="2540" y="39370"/>
                  </a:lnTo>
                  <a:close/>
                </a:path>
                <a:path w="241300" h="111760">
                  <a:moveTo>
                    <a:pt x="2540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2540" y="38100"/>
                  </a:lnTo>
                  <a:lnTo>
                    <a:pt x="2540" y="36830"/>
                  </a:lnTo>
                  <a:close/>
                </a:path>
                <a:path w="241300" h="111760">
                  <a:moveTo>
                    <a:pt x="2540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2540" y="35560"/>
                  </a:lnTo>
                  <a:lnTo>
                    <a:pt x="2540" y="33020"/>
                  </a:lnTo>
                  <a:close/>
                </a:path>
                <a:path w="241300" h="111760">
                  <a:moveTo>
                    <a:pt x="2540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2540" y="31750"/>
                  </a:lnTo>
                  <a:lnTo>
                    <a:pt x="2540" y="30480"/>
                  </a:lnTo>
                  <a:close/>
                </a:path>
                <a:path w="241300" h="111760">
                  <a:moveTo>
                    <a:pt x="2540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2540" y="29210"/>
                  </a:lnTo>
                  <a:lnTo>
                    <a:pt x="2540" y="26670"/>
                  </a:lnTo>
                  <a:close/>
                </a:path>
                <a:path w="241300" h="111760">
                  <a:moveTo>
                    <a:pt x="2540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2540" y="25400"/>
                  </a:lnTo>
                  <a:lnTo>
                    <a:pt x="2540" y="24130"/>
                  </a:lnTo>
                  <a:close/>
                </a:path>
                <a:path w="241300" h="111760">
                  <a:moveTo>
                    <a:pt x="2540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2540" y="22860"/>
                  </a:lnTo>
                  <a:lnTo>
                    <a:pt x="2540" y="20320"/>
                  </a:lnTo>
                  <a:close/>
                </a:path>
                <a:path w="241300" h="111760">
                  <a:moveTo>
                    <a:pt x="2540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2540" y="19050"/>
                  </a:lnTo>
                  <a:lnTo>
                    <a:pt x="2540" y="17780"/>
                  </a:lnTo>
                  <a:close/>
                </a:path>
                <a:path w="241300" h="111760">
                  <a:moveTo>
                    <a:pt x="2540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2540" y="16510"/>
                  </a:lnTo>
                  <a:lnTo>
                    <a:pt x="2540" y="13970"/>
                  </a:lnTo>
                  <a:close/>
                </a:path>
                <a:path w="241300" h="111760">
                  <a:moveTo>
                    <a:pt x="2540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2540" y="12700"/>
                  </a:lnTo>
                  <a:lnTo>
                    <a:pt x="2540" y="11430"/>
                  </a:lnTo>
                  <a:close/>
                </a:path>
                <a:path w="241300" h="111760">
                  <a:moveTo>
                    <a:pt x="2540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2540" y="10160"/>
                  </a:lnTo>
                  <a:lnTo>
                    <a:pt x="2540" y="7620"/>
                  </a:lnTo>
                  <a:close/>
                </a:path>
                <a:path w="241300" h="111760">
                  <a:moveTo>
                    <a:pt x="2540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2540" y="6350"/>
                  </a:lnTo>
                  <a:lnTo>
                    <a:pt x="2540" y="5080"/>
                  </a:lnTo>
                  <a:close/>
                </a:path>
                <a:path w="241300" h="111760">
                  <a:moveTo>
                    <a:pt x="254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2540" y="381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E3DB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1426209" y="2625090"/>
              <a:ext cx="238760" cy="109220"/>
            </a:xfrm>
            <a:custGeom>
              <a:avLst/>
              <a:gdLst/>
              <a:ahLst/>
              <a:cxnLst/>
              <a:rect l="l" t="t" r="r" b="b"/>
              <a:pathLst>
                <a:path w="238760" h="109219">
                  <a:moveTo>
                    <a:pt x="3809" y="104140"/>
                  </a:moveTo>
                  <a:lnTo>
                    <a:pt x="0" y="104140"/>
                  </a:lnTo>
                  <a:lnTo>
                    <a:pt x="0" y="109220"/>
                  </a:lnTo>
                  <a:lnTo>
                    <a:pt x="238760" y="109220"/>
                  </a:lnTo>
                  <a:lnTo>
                    <a:pt x="238760" y="107950"/>
                  </a:lnTo>
                  <a:lnTo>
                    <a:pt x="3809" y="107950"/>
                  </a:lnTo>
                  <a:lnTo>
                    <a:pt x="3809" y="104140"/>
                  </a:lnTo>
                  <a:close/>
                </a:path>
                <a:path w="238760" h="109219">
                  <a:moveTo>
                    <a:pt x="3809" y="97790"/>
                  </a:moveTo>
                  <a:lnTo>
                    <a:pt x="0" y="97790"/>
                  </a:lnTo>
                  <a:lnTo>
                    <a:pt x="0" y="102870"/>
                  </a:lnTo>
                  <a:lnTo>
                    <a:pt x="3809" y="102870"/>
                  </a:lnTo>
                  <a:lnTo>
                    <a:pt x="3809" y="97790"/>
                  </a:lnTo>
                  <a:close/>
                </a:path>
                <a:path w="238760" h="109219">
                  <a:moveTo>
                    <a:pt x="3809" y="91440"/>
                  </a:moveTo>
                  <a:lnTo>
                    <a:pt x="0" y="91440"/>
                  </a:lnTo>
                  <a:lnTo>
                    <a:pt x="0" y="96520"/>
                  </a:lnTo>
                  <a:lnTo>
                    <a:pt x="3809" y="96520"/>
                  </a:lnTo>
                  <a:lnTo>
                    <a:pt x="3809" y="91440"/>
                  </a:lnTo>
                  <a:close/>
                </a:path>
                <a:path w="238760" h="109219">
                  <a:moveTo>
                    <a:pt x="3809" y="85090"/>
                  </a:moveTo>
                  <a:lnTo>
                    <a:pt x="0" y="85090"/>
                  </a:lnTo>
                  <a:lnTo>
                    <a:pt x="0" y="90170"/>
                  </a:lnTo>
                  <a:lnTo>
                    <a:pt x="3809" y="90170"/>
                  </a:lnTo>
                  <a:lnTo>
                    <a:pt x="3809" y="85090"/>
                  </a:lnTo>
                  <a:close/>
                </a:path>
                <a:path w="238760" h="109219">
                  <a:moveTo>
                    <a:pt x="3809" y="78740"/>
                  </a:moveTo>
                  <a:lnTo>
                    <a:pt x="0" y="78740"/>
                  </a:lnTo>
                  <a:lnTo>
                    <a:pt x="0" y="83820"/>
                  </a:lnTo>
                  <a:lnTo>
                    <a:pt x="3809" y="83820"/>
                  </a:lnTo>
                  <a:lnTo>
                    <a:pt x="3809" y="78740"/>
                  </a:lnTo>
                  <a:close/>
                </a:path>
                <a:path w="238760" h="109219">
                  <a:moveTo>
                    <a:pt x="3809" y="72390"/>
                  </a:moveTo>
                  <a:lnTo>
                    <a:pt x="0" y="72390"/>
                  </a:lnTo>
                  <a:lnTo>
                    <a:pt x="0" y="77470"/>
                  </a:lnTo>
                  <a:lnTo>
                    <a:pt x="3809" y="77470"/>
                  </a:lnTo>
                  <a:lnTo>
                    <a:pt x="3809" y="72390"/>
                  </a:lnTo>
                  <a:close/>
                </a:path>
                <a:path w="238760" h="109219">
                  <a:moveTo>
                    <a:pt x="3809" y="66040"/>
                  </a:moveTo>
                  <a:lnTo>
                    <a:pt x="0" y="66040"/>
                  </a:lnTo>
                  <a:lnTo>
                    <a:pt x="0" y="71120"/>
                  </a:lnTo>
                  <a:lnTo>
                    <a:pt x="3809" y="71120"/>
                  </a:lnTo>
                  <a:lnTo>
                    <a:pt x="3809" y="66040"/>
                  </a:lnTo>
                  <a:close/>
                </a:path>
                <a:path w="238760" h="109219">
                  <a:moveTo>
                    <a:pt x="3809" y="59690"/>
                  </a:moveTo>
                  <a:lnTo>
                    <a:pt x="0" y="59690"/>
                  </a:lnTo>
                  <a:lnTo>
                    <a:pt x="0" y="64770"/>
                  </a:lnTo>
                  <a:lnTo>
                    <a:pt x="3809" y="64770"/>
                  </a:lnTo>
                  <a:lnTo>
                    <a:pt x="3809" y="59690"/>
                  </a:lnTo>
                  <a:close/>
                </a:path>
                <a:path w="238760" h="109219">
                  <a:moveTo>
                    <a:pt x="3809" y="53340"/>
                  </a:moveTo>
                  <a:lnTo>
                    <a:pt x="0" y="53340"/>
                  </a:lnTo>
                  <a:lnTo>
                    <a:pt x="0" y="58420"/>
                  </a:lnTo>
                  <a:lnTo>
                    <a:pt x="3809" y="58420"/>
                  </a:lnTo>
                  <a:lnTo>
                    <a:pt x="3809" y="53340"/>
                  </a:lnTo>
                  <a:close/>
                </a:path>
                <a:path w="238760" h="109219">
                  <a:moveTo>
                    <a:pt x="3809" y="46990"/>
                  </a:moveTo>
                  <a:lnTo>
                    <a:pt x="0" y="46990"/>
                  </a:lnTo>
                  <a:lnTo>
                    <a:pt x="0" y="52070"/>
                  </a:lnTo>
                  <a:lnTo>
                    <a:pt x="3809" y="52070"/>
                  </a:lnTo>
                  <a:lnTo>
                    <a:pt x="3809" y="46990"/>
                  </a:lnTo>
                  <a:close/>
                </a:path>
                <a:path w="238760" h="109219">
                  <a:moveTo>
                    <a:pt x="3809" y="40640"/>
                  </a:moveTo>
                  <a:lnTo>
                    <a:pt x="0" y="40640"/>
                  </a:lnTo>
                  <a:lnTo>
                    <a:pt x="0" y="45720"/>
                  </a:lnTo>
                  <a:lnTo>
                    <a:pt x="3809" y="45720"/>
                  </a:lnTo>
                  <a:lnTo>
                    <a:pt x="3809" y="40640"/>
                  </a:lnTo>
                  <a:close/>
                </a:path>
                <a:path w="238760" h="109219">
                  <a:moveTo>
                    <a:pt x="3809" y="34290"/>
                  </a:moveTo>
                  <a:lnTo>
                    <a:pt x="0" y="34290"/>
                  </a:lnTo>
                  <a:lnTo>
                    <a:pt x="0" y="39370"/>
                  </a:lnTo>
                  <a:lnTo>
                    <a:pt x="3809" y="39370"/>
                  </a:lnTo>
                  <a:lnTo>
                    <a:pt x="3809" y="34290"/>
                  </a:lnTo>
                  <a:close/>
                </a:path>
                <a:path w="238760" h="109219">
                  <a:moveTo>
                    <a:pt x="3809" y="27940"/>
                  </a:moveTo>
                  <a:lnTo>
                    <a:pt x="0" y="27940"/>
                  </a:lnTo>
                  <a:lnTo>
                    <a:pt x="0" y="33020"/>
                  </a:lnTo>
                  <a:lnTo>
                    <a:pt x="3809" y="33020"/>
                  </a:lnTo>
                  <a:lnTo>
                    <a:pt x="3809" y="27940"/>
                  </a:lnTo>
                  <a:close/>
                </a:path>
                <a:path w="238760" h="109219">
                  <a:moveTo>
                    <a:pt x="3809" y="21590"/>
                  </a:moveTo>
                  <a:lnTo>
                    <a:pt x="0" y="21590"/>
                  </a:lnTo>
                  <a:lnTo>
                    <a:pt x="0" y="26670"/>
                  </a:lnTo>
                  <a:lnTo>
                    <a:pt x="3809" y="26670"/>
                  </a:lnTo>
                  <a:lnTo>
                    <a:pt x="3809" y="21590"/>
                  </a:lnTo>
                  <a:close/>
                </a:path>
                <a:path w="238760" h="109219">
                  <a:moveTo>
                    <a:pt x="3809" y="15240"/>
                  </a:moveTo>
                  <a:lnTo>
                    <a:pt x="0" y="15240"/>
                  </a:lnTo>
                  <a:lnTo>
                    <a:pt x="0" y="20320"/>
                  </a:lnTo>
                  <a:lnTo>
                    <a:pt x="3809" y="20320"/>
                  </a:lnTo>
                  <a:lnTo>
                    <a:pt x="3809" y="15240"/>
                  </a:lnTo>
                  <a:close/>
                </a:path>
                <a:path w="238760" h="109219">
                  <a:moveTo>
                    <a:pt x="3809" y="8890"/>
                  </a:moveTo>
                  <a:lnTo>
                    <a:pt x="0" y="8890"/>
                  </a:lnTo>
                  <a:lnTo>
                    <a:pt x="0" y="13970"/>
                  </a:lnTo>
                  <a:lnTo>
                    <a:pt x="3809" y="13970"/>
                  </a:lnTo>
                  <a:lnTo>
                    <a:pt x="3809" y="8890"/>
                  </a:lnTo>
                  <a:close/>
                </a:path>
                <a:path w="238760" h="109219">
                  <a:moveTo>
                    <a:pt x="1270" y="1270"/>
                  </a:moveTo>
                  <a:lnTo>
                    <a:pt x="0" y="1270"/>
                  </a:lnTo>
                  <a:lnTo>
                    <a:pt x="0" y="7620"/>
                  </a:lnTo>
                  <a:lnTo>
                    <a:pt x="3809" y="7620"/>
                  </a:lnTo>
                  <a:lnTo>
                    <a:pt x="3809" y="2540"/>
                  </a:lnTo>
                  <a:lnTo>
                    <a:pt x="1270" y="2540"/>
                  </a:lnTo>
                  <a:lnTo>
                    <a:pt x="1270" y="1270"/>
                  </a:lnTo>
                  <a:close/>
                </a:path>
                <a:path w="238760" h="109219">
                  <a:moveTo>
                    <a:pt x="3809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3809" y="127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E2D9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1430019" y="2622550"/>
              <a:ext cx="246379" cy="109220"/>
            </a:xfrm>
            <a:custGeom>
              <a:avLst/>
              <a:gdLst/>
              <a:ahLst/>
              <a:cxnLst/>
              <a:rect l="l" t="t" r="r" b="b"/>
              <a:pathLst>
                <a:path w="246380" h="109219">
                  <a:moveTo>
                    <a:pt x="242569" y="106680"/>
                  </a:moveTo>
                  <a:lnTo>
                    <a:pt x="0" y="106680"/>
                  </a:lnTo>
                  <a:lnTo>
                    <a:pt x="0" y="109220"/>
                  </a:lnTo>
                  <a:lnTo>
                    <a:pt x="238760" y="109220"/>
                  </a:lnTo>
                  <a:lnTo>
                    <a:pt x="238760" y="107950"/>
                  </a:lnTo>
                  <a:lnTo>
                    <a:pt x="242569" y="107950"/>
                  </a:lnTo>
                  <a:lnTo>
                    <a:pt x="242569" y="106680"/>
                  </a:lnTo>
                  <a:close/>
                </a:path>
                <a:path w="246380" h="109219">
                  <a:moveTo>
                    <a:pt x="246380" y="105410"/>
                  </a:moveTo>
                  <a:lnTo>
                    <a:pt x="245109" y="105410"/>
                  </a:lnTo>
                  <a:lnTo>
                    <a:pt x="245109" y="106680"/>
                  </a:lnTo>
                  <a:lnTo>
                    <a:pt x="246380" y="106680"/>
                  </a:lnTo>
                  <a:lnTo>
                    <a:pt x="246380" y="105410"/>
                  </a:lnTo>
                  <a:close/>
                </a:path>
                <a:path w="246380" h="109219">
                  <a:moveTo>
                    <a:pt x="3810" y="104140"/>
                  </a:moveTo>
                  <a:lnTo>
                    <a:pt x="0" y="104140"/>
                  </a:lnTo>
                  <a:lnTo>
                    <a:pt x="0" y="105410"/>
                  </a:lnTo>
                  <a:lnTo>
                    <a:pt x="3810" y="105410"/>
                  </a:lnTo>
                  <a:lnTo>
                    <a:pt x="3810" y="104140"/>
                  </a:lnTo>
                  <a:close/>
                </a:path>
                <a:path w="246380" h="109219">
                  <a:moveTo>
                    <a:pt x="3810" y="100330"/>
                  </a:moveTo>
                  <a:lnTo>
                    <a:pt x="0" y="100330"/>
                  </a:lnTo>
                  <a:lnTo>
                    <a:pt x="0" y="102870"/>
                  </a:lnTo>
                  <a:lnTo>
                    <a:pt x="3810" y="102870"/>
                  </a:lnTo>
                  <a:lnTo>
                    <a:pt x="3810" y="100330"/>
                  </a:lnTo>
                  <a:close/>
                </a:path>
                <a:path w="246380" h="109219">
                  <a:moveTo>
                    <a:pt x="3810" y="97790"/>
                  </a:moveTo>
                  <a:lnTo>
                    <a:pt x="0" y="97790"/>
                  </a:lnTo>
                  <a:lnTo>
                    <a:pt x="0" y="99060"/>
                  </a:lnTo>
                  <a:lnTo>
                    <a:pt x="3810" y="99060"/>
                  </a:lnTo>
                  <a:lnTo>
                    <a:pt x="3810" y="97790"/>
                  </a:lnTo>
                  <a:close/>
                </a:path>
                <a:path w="246380" h="109219">
                  <a:moveTo>
                    <a:pt x="3810" y="93980"/>
                  </a:moveTo>
                  <a:lnTo>
                    <a:pt x="0" y="93980"/>
                  </a:lnTo>
                  <a:lnTo>
                    <a:pt x="0" y="96520"/>
                  </a:lnTo>
                  <a:lnTo>
                    <a:pt x="3810" y="96520"/>
                  </a:lnTo>
                  <a:lnTo>
                    <a:pt x="3810" y="93980"/>
                  </a:lnTo>
                  <a:close/>
                </a:path>
                <a:path w="246380" h="109219">
                  <a:moveTo>
                    <a:pt x="3810" y="91440"/>
                  </a:moveTo>
                  <a:lnTo>
                    <a:pt x="0" y="91440"/>
                  </a:lnTo>
                  <a:lnTo>
                    <a:pt x="0" y="92710"/>
                  </a:lnTo>
                  <a:lnTo>
                    <a:pt x="3810" y="92710"/>
                  </a:lnTo>
                  <a:lnTo>
                    <a:pt x="3810" y="91440"/>
                  </a:lnTo>
                  <a:close/>
                </a:path>
                <a:path w="246380" h="109219">
                  <a:moveTo>
                    <a:pt x="3810" y="87630"/>
                  </a:moveTo>
                  <a:lnTo>
                    <a:pt x="0" y="87630"/>
                  </a:lnTo>
                  <a:lnTo>
                    <a:pt x="0" y="90170"/>
                  </a:lnTo>
                  <a:lnTo>
                    <a:pt x="3810" y="90170"/>
                  </a:lnTo>
                  <a:lnTo>
                    <a:pt x="3810" y="87630"/>
                  </a:lnTo>
                  <a:close/>
                </a:path>
                <a:path w="246380" h="109219">
                  <a:moveTo>
                    <a:pt x="3810" y="85090"/>
                  </a:moveTo>
                  <a:lnTo>
                    <a:pt x="0" y="85090"/>
                  </a:lnTo>
                  <a:lnTo>
                    <a:pt x="0" y="86360"/>
                  </a:lnTo>
                  <a:lnTo>
                    <a:pt x="3810" y="86360"/>
                  </a:lnTo>
                  <a:lnTo>
                    <a:pt x="3810" y="85090"/>
                  </a:lnTo>
                  <a:close/>
                </a:path>
                <a:path w="246380" h="109219">
                  <a:moveTo>
                    <a:pt x="3810" y="81280"/>
                  </a:moveTo>
                  <a:lnTo>
                    <a:pt x="0" y="81280"/>
                  </a:lnTo>
                  <a:lnTo>
                    <a:pt x="0" y="83820"/>
                  </a:lnTo>
                  <a:lnTo>
                    <a:pt x="3810" y="83820"/>
                  </a:lnTo>
                  <a:lnTo>
                    <a:pt x="3810" y="81280"/>
                  </a:lnTo>
                  <a:close/>
                </a:path>
                <a:path w="246380" h="109219">
                  <a:moveTo>
                    <a:pt x="3810" y="78740"/>
                  </a:moveTo>
                  <a:lnTo>
                    <a:pt x="0" y="78740"/>
                  </a:lnTo>
                  <a:lnTo>
                    <a:pt x="0" y="80010"/>
                  </a:lnTo>
                  <a:lnTo>
                    <a:pt x="3810" y="80010"/>
                  </a:lnTo>
                  <a:lnTo>
                    <a:pt x="3810" y="78740"/>
                  </a:lnTo>
                  <a:close/>
                </a:path>
                <a:path w="246380" h="109219">
                  <a:moveTo>
                    <a:pt x="3810" y="74930"/>
                  </a:moveTo>
                  <a:lnTo>
                    <a:pt x="0" y="74930"/>
                  </a:lnTo>
                  <a:lnTo>
                    <a:pt x="0" y="77470"/>
                  </a:lnTo>
                  <a:lnTo>
                    <a:pt x="3810" y="77470"/>
                  </a:lnTo>
                  <a:lnTo>
                    <a:pt x="3810" y="74930"/>
                  </a:lnTo>
                  <a:close/>
                </a:path>
                <a:path w="246380" h="109219">
                  <a:moveTo>
                    <a:pt x="3810" y="72390"/>
                  </a:moveTo>
                  <a:lnTo>
                    <a:pt x="0" y="72390"/>
                  </a:lnTo>
                  <a:lnTo>
                    <a:pt x="0" y="73660"/>
                  </a:lnTo>
                  <a:lnTo>
                    <a:pt x="3810" y="73660"/>
                  </a:lnTo>
                  <a:lnTo>
                    <a:pt x="3810" y="72390"/>
                  </a:lnTo>
                  <a:close/>
                </a:path>
                <a:path w="246380" h="109219">
                  <a:moveTo>
                    <a:pt x="3810" y="68580"/>
                  </a:moveTo>
                  <a:lnTo>
                    <a:pt x="0" y="68580"/>
                  </a:lnTo>
                  <a:lnTo>
                    <a:pt x="0" y="71120"/>
                  </a:lnTo>
                  <a:lnTo>
                    <a:pt x="3810" y="71120"/>
                  </a:lnTo>
                  <a:lnTo>
                    <a:pt x="3810" y="68580"/>
                  </a:lnTo>
                  <a:close/>
                </a:path>
                <a:path w="246380" h="109219">
                  <a:moveTo>
                    <a:pt x="3810" y="66040"/>
                  </a:moveTo>
                  <a:lnTo>
                    <a:pt x="0" y="66040"/>
                  </a:lnTo>
                  <a:lnTo>
                    <a:pt x="0" y="67310"/>
                  </a:lnTo>
                  <a:lnTo>
                    <a:pt x="3810" y="67310"/>
                  </a:lnTo>
                  <a:lnTo>
                    <a:pt x="3810" y="66040"/>
                  </a:lnTo>
                  <a:close/>
                </a:path>
                <a:path w="246380" h="109219">
                  <a:moveTo>
                    <a:pt x="3810" y="62230"/>
                  </a:moveTo>
                  <a:lnTo>
                    <a:pt x="0" y="62230"/>
                  </a:lnTo>
                  <a:lnTo>
                    <a:pt x="0" y="64770"/>
                  </a:lnTo>
                  <a:lnTo>
                    <a:pt x="3810" y="64770"/>
                  </a:lnTo>
                  <a:lnTo>
                    <a:pt x="3810" y="62230"/>
                  </a:lnTo>
                  <a:close/>
                </a:path>
                <a:path w="246380" h="109219">
                  <a:moveTo>
                    <a:pt x="3810" y="59690"/>
                  </a:moveTo>
                  <a:lnTo>
                    <a:pt x="0" y="59690"/>
                  </a:lnTo>
                  <a:lnTo>
                    <a:pt x="0" y="60960"/>
                  </a:lnTo>
                  <a:lnTo>
                    <a:pt x="3810" y="60960"/>
                  </a:lnTo>
                  <a:lnTo>
                    <a:pt x="3810" y="59690"/>
                  </a:lnTo>
                  <a:close/>
                </a:path>
                <a:path w="246380" h="109219">
                  <a:moveTo>
                    <a:pt x="3810" y="55880"/>
                  </a:moveTo>
                  <a:lnTo>
                    <a:pt x="0" y="55880"/>
                  </a:lnTo>
                  <a:lnTo>
                    <a:pt x="0" y="58420"/>
                  </a:lnTo>
                  <a:lnTo>
                    <a:pt x="3810" y="58420"/>
                  </a:lnTo>
                  <a:lnTo>
                    <a:pt x="3810" y="55880"/>
                  </a:lnTo>
                  <a:close/>
                </a:path>
                <a:path w="246380" h="109219">
                  <a:moveTo>
                    <a:pt x="3810" y="53340"/>
                  </a:moveTo>
                  <a:lnTo>
                    <a:pt x="0" y="53340"/>
                  </a:lnTo>
                  <a:lnTo>
                    <a:pt x="0" y="54610"/>
                  </a:lnTo>
                  <a:lnTo>
                    <a:pt x="3810" y="54610"/>
                  </a:lnTo>
                  <a:lnTo>
                    <a:pt x="3810" y="53340"/>
                  </a:lnTo>
                  <a:close/>
                </a:path>
                <a:path w="246380" h="109219">
                  <a:moveTo>
                    <a:pt x="3810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3810" y="52070"/>
                  </a:lnTo>
                  <a:lnTo>
                    <a:pt x="3810" y="49530"/>
                  </a:lnTo>
                  <a:close/>
                </a:path>
                <a:path w="246380" h="109219">
                  <a:moveTo>
                    <a:pt x="3810" y="46990"/>
                  </a:moveTo>
                  <a:lnTo>
                    <a:pt x="0" y="46990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6990"/>
                  </a:lnTo>
                  <a:close/>
                </a:path>
                <a:path w="246380" h="109219">
                  <a:moveTo>
                    <a:pt x="3810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3810" y="45720"/>
                  </a:lnTo>
                  <a:lnTo>
                    <a:pt x="3810" y="43180"/>
                  </a:lnTo>
                  <a:close/>
                </a:path>
                <a:path w="246380" h="109219">
                  <a:moveTo>
                    <a:pt x="3810" y="40640"/>
                  </a:moveTo>
                  <a:lnTo>
                    <a:pt x="0" y="40640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40640"/>
                  </a:lnTo>
                  <a:close/>
                </a:path>
                <a:path w="246380" h="109219">
                  <a:moveTo>
                    <a:pt x="3810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10" y="39370"/>
                  </a:lnTo>
                  <a:lnTo>
                    <a:pt x="3810" y="36830"/>
                  </a:lnTo>
                  <a:close/>
                </a:path>
                <a:path w="246380" h="109219">
                  <a:moveTo>
                    <a:pt x="3810" y="34290"/>
                  </a:moveTo>
                  <a:lnTo>
                    <a:pt x="0" y="34290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34290"/>
                  </a:lnTo>
                  <a:close/>
                </a:path>
                <a:path w="246380" h="109219">
                  <a:moveTo>
                    <a:pt x="3810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3810" y="33020"/>
                  </a:lnTo>
                  <a:lnTo>
                    <a:pt x="3810" y="30480"/>
                  </a:lnTo>
                  <a:close/>
                </a:path>
                <a:path w="246380" h="109219">
                  <a:moveTo>
                    <a:pt x="3810" y="27940"/>
                  </a:moveTo>
                  <a:lnTo>
                    <a:pt x="0" y="27940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7940"/>
                  </a:lnTo>
                  <a:close/>
                </a:path>
                <a:path w="246380" h="109219">
                  <a:moveTo>
                    <a:pt x="3810" y="24130"/>
                  </a:moveTo>
                  <a:lnTo>
                    <a:pt x="0" y="24130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4130"/>
                  </a:lnTo>
                  <a:close/>
                </a:path>
                <a:path w="246380" h="109219">
                  <a:moveTo>
                    <a:pt x="3810" y="21590"/>
                  </a:moveTo>
                  <a:lnTo>
                    <a:pt x="0" y="2159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21590"/>
                  </a:lnTo>
                  <a:close/>
                </a:path>
                <a:path w="246380" h="109219">
                  <a:moveTo>
                    <a:pt x="3810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80"/>
                  </a:lnTo>
                  <a:close/>
                </a:path>
                <a:path w="246380" h="109219">
                  <a:moveTo>
                    <a:pt x="3810" y="15240"/>
                  </a:moveTo>
                  <a:lnTo>
                    <a:pt x="0" y="1524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5240"/>
                  </a:lnTo>
                  <a:close/>
                </a:path>
                <a:path w="246380" h="109219">
                  <a:moveTo>
                    <a:pt x="3810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30"/>
                  </a:lnTo>
                  <a:close/>
                </a:path>
                <a:path w="246380" h="109219">
                  <a:moveTo>
                    <a:pt x="3810" y="8890"/>
                  </a:moveTo>
                  <a:lnTo>
                    <a:pt x="0" y="889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8890"/>
                  </a:lnTo>
                  <a:close/>
                </a:path>
                <a:path w="246380" h="109219">
                  <a:moveTo>
                    <a:pt x="3810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80"/>
                  </a:lnTo>
                  <a:close/>
                </a:path>
                <a:path w="246380" h="109219">
                  <a:moveTo>
                    <a:pt x="1270" y="1270"/>
                  </a:moveTo>
                  <a:lnTo>
                    <a:pt x="0" y="127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2540"/>
                  </a:lnTo>
                  <a:lnTo>
                    <a:pt x="1270" y="2540"/>
                  </a:lnTo>
                  <a:lnTo>
                    <a:pt x="1270" y="1270"/>
                  </a:lnTo>
                  <a:close/>
                </a:path>
                <a:path w="246380" h="109219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E1D8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1433830" y="2620010"/>
              <a:ext cx="242570" cy="107950"/>
            </a:xfrm>
            <a:custGeom>
              <a:avLst/>
              <a:gdLst/>
              <a:ahLst/>
              <a:cxnLst/>
              <a:rect l="l" t="t" r="r" b="b"/>
              <a:pathLst>
                <a:path w="242569" h="107950">
                  <a:moveTo>
                    <a:pt x="242569" y="106679"/>
                  </a:moveTo>
                  <a:lnTo>
                    <a:pt x="0" y="106679"/>
                  </a:lnTo>
                  <a:lnTo>
                    <a:pt x="0" y="107950"/>
                  </a:lnTo>
                  <a:lnTo>
                    <a:pt x="242569" y="107950"/>
                  </a:lnTo>
                  <a:lnTo>
                    <a:pt x="242569" y="106679"/>
                  </a:lnTo>
                  <a:close/>
                </a:path>
                <a:path w="242569" h="107950">
                  <a:moveTo>
                    <a:pt x="241300" y="105537"/>
                  </a:moveTo>
                  <a:lnTo>
                    <a:pt x="238759" y="105537"/>
                  </a:lnTo>
                  <a:lnTo>
                    <a:pt x="238759" y="106679"/>
                  </a:lnTo>
                  <a:lnTo>
                    <a:pt x="241300" y="106679"/>
                  </a:lnTo>
                  <a:lnTo>
                    <a:pt x="241300" y="105537"/>
                  </a:lnTo>
                  <a:close/>
                </a:path>
                <a:path w="242569" h="107950">
                  <a:moveTo>
                    <a:pt x="3809" y="102870"/>
                  </a:moveTo>
                  <a:lnTo>
                    <a:pt x="0" y="102870"/>
                  </a:lnTo>
                  <a:lnTo>
                    <a:pt x="0" y="105537"/>
                  </a:lnTo>
                  <a:lnTo>
                    <a:pt x="238759" y="105537"/>
                  </a:lnTo>
                  <a:lnTo>
                    <a:pt x="238759" y="104139"/>
                  </a:lnTo>
                  <a:lnTo>
                    <a:pt x="3809" y="104139"/>
                  </a:lnTo>
                  <a:lnTo>
                    <a:pt x="3809" y="102870"/>
                  </a:lnTo>
                  <a:close/>
                </a:path>
                <a:path w="242569" h="107950">
                  <a:moveTo>
                    <a:pt x="3809" y="100329"/>
                  </a:moveTo>
                  <a:lnTo>
                    <a:pt x="0" y="100329"/>
                  </a:lnTo>
                  <a:lnTo>
                    <a:pt x="0" y="101600"/>
                  </a:lnTo>
                  <a:lnTo>
                    <a:pt x="3809" y="101600"/>
                  </a:lnTo>
                  <a:lnTo>
                    <a:pt x="3809" y="100329"/>
                  </a:lnTo>
                  <a:close/>
                </a:path>
                <a:path w="242569" h="107950">
                  <a:moveTo>
                    <a:pt x="3809" y="96520"/>
                  </a:moveTo>
                  <a:lnTo>
                    <a:pt x="0" y="96520"/>
                  </a:lnTo>
                  <a:lnTo>
                    <a:pt x="0" y="99187"/>
                  </a:lnTo>
                  <a:lnTo>
                    <a:pt x="3809" y="99187"/>
                  </a:lnTo>
                  <a:lnTo>
                    <a:pt x="3809" y="96520"/>
                  </a:lnTo>
                  <a:close/>
                </a:path>
                <a:path w="242569" h="107950">
                  <a:moveTo>
                    <a:pt x="3809" y="93979"/>
                  </a:moveTo>
                  <a:lnTo>
                    <a:pt x="0" y="93979"/>
                  </a:lnTo>
                  <a:lnTo>
                    <a:pt x="0" y="95250"/>
                  </a:lnTo>
                  <a:lnTo>
                    <a:pt x="3809" y="95250"/>
                  </a:lnTo>
                  <a:lnTo>
                    <a:pt x="3809" y="93979"/>
                  </a:lnTo>
                  <a:close/>
                </a:path>
                <a:path w="242569" h="107950">
                  <a:moveTo>
                    <a:pt x="3809" y="90170"/>
                  </a:moveTo>
                  <a:lnTo>
                    <a:pt x="0" y="90170"/>
                  </a:lnTo>
                  <a:lnTo>
                    <a:pt x="0" y="92837"/>
                  </a:lnTo>
                  <a:lnTo>
                    <a:pt x="3809" y="92837"/>
                  </a:lnTo>
                  <a:lnTo>
                    <a:pt x="3809" y="90170"/>
                  </a:lnTo>
                  <a:close/>
                </a:path>
                <a:path w="242569" h="107950">
                  <a:moveTo>
                    <a:pt x="3809" y="87629"/>
                  </a:moveTo>
                  <a:lnTo>
                    <a:pt x="0" y="87629"/>
                  </a:lnTo>
                  <a:lnTo>
                    <a:pt x="0" y="88900"/>
                  </a:lnTo>
                  <a:lnTo>
                    <a:pt x="3809" y="88900"/>
                  </a:lnTo>
                  <a:lnTo>
                    <a:pt x="3809" y="87629"/>
                  </a:lnTo>
                  <a:close/>
                </a:path>
                <a:path w="242569" h="107950">
                  <a:moveTo>
                    <a:pt x="3809" y="83820"/>
                  </a:moveTo>
                  <a:lnTo>
                    <a:pt x="0" y="83820"/>
                  </a:lnTo>
                  <a:lnTo>
                    <a:pt x="0" y="86487"/>
                  </a:lnTo>
                  <a:lnTo>
                    <a:pt x="3809" y="86487"/>
                  </a:lnTo>
                  <a:lnTo>
                    <a:pt x="3809" y="83820"/>
                  </a:lnTo>
                  <a:close/>
                </a:path>
                <a:path w="242569" h="107950">
                  <a:moveTo>
                    <a:pt x="3809" y="81279"/>
                  </a:moveTo>
                  <a:lnTo>
                    <a:pt x="0" y="81279"/>
                  </a:lnTo>
                  <a:lnTo>
                    <a:pt x="0" y="82550"/>
                  </a:lnTo>
                  <a:lnTo>
                    <a:pt x="3809" y="82550"/>
                  </a:lnTo>
                  <a:lnTo>
                    <a:pt x="3809" y="81279"/>
                  </a:lnTo>
                  <a:close/>
                </a:path>
                <a:path w="242569" h="107950">
                  <a:moveTo>
                    <a:pt x="3809" y="77470"/>
                  </a:moveTo>
                  <a:lnTo>
                    <a:pt x="0" y="77470"/>
                  </a:lnTo>
                  <a:lnTo>
                    <a:pt x="0" y="80137"/>
                  </a:lnTo>
                  <a:lnTo>
                    <a:pt x="3809" y="80137"/>
                  </a:lnTo>
                  <a:lnTo>
                    <a:pt x="3809" y="77470"/>
                  </a:lnTo>
                  <a:close/>
                </a:path>
                <a:path w="242569" h="107950">
                  <a:moveTo>
                    <a:pt x="3809" y="74929"/>
                  </a:moveTo>
                  <a:lnTo>
                    <a:pt x="0" y="74929"/>
                  </a:lnTo>
                  <a:lnTo>
                    <a:pt x="0" y="76200"/>
                  </a:lnTo>
                  <a:lnTo>
                    <a:pt x="3809" y="76200"/>
                  </a:lnTo>
                  <a:lnTo>
                    <a:pt x="3809" y="74929"/>
                  </a:lnTo>
                  <a:close/>
                </a:path>
                <a:path w="242569" h="107950">
                  <a:moveTo>
                    <a:pt x="3809" y="71120"/>
                  </a:moveTo>
                  <a:lnTo>
                    <a:pt x="0" y="71120"/>
                  </a:lnTo>
                  <a:lnTo>
                    <a:pt x="0" y="73787"/>
                  </a:lnTo>
                  <a:lnTo>
                    <a:pt x="3809" y="73787"/>
                  </a:lnTo>
                  <a:lnTo>
                    <a:pt x="3809" y="71120"/>
                  </a:lnTo>
                  <a:close/>
                </a:path>
                <a:path w="242569" h="107950">
                  <a:moveTo>
                    <a:pt x="3809" y="68579"/>
                  </a:moveTo>
                  <a:lnTo>
                    <a:pt x="0" y="68579"/>
                  </a:lnTo>
                  <a:lnTo>
                    <a:pt x="0" y="69850"/>
                  </a:lnTo>
                  <a:lnTo>
                    <a:pt x="3809" y="69850"/>
                  </a:lnTo>
                  <a:lnTo>
                    <a:pt x="3809" y="68579"/>
                  </a:lnTo>
                  <a:close/>
                </a:path>
                <a:path w="242569" h="107950">
                  <a:moveTo>
                    <a:pt x="3809" y="64770"/>
                  </a:moveTo>
                  <a:lnTo>
                    <a:pt x="0" y="64770"/>
                  </a:lnTo>
                  <a:lnTo>
                    <a:pt x="0" y="67437"/>
                  </a:lnTo>
                  <a:lnTo>
                    <a:pt x="3809" y="67437"/>
                  </a:lnTo>
                  <a:lnTo>
                    <a:pt x="3809" y="64770"/>
                  </a:lnTo>
                  <a:close/>
                </a:path>
                <a:path w="242569" h="107950">
                  <a:moveTo>
                    <a:pt x="3809" y="62229"/>
                  </a:moveTo>
                  <a:lnTo>
                    <a:pt x="0" y="62229"/>
                  </a:lnTo>
                  <a:lnTo>
                    <a:pt x="0" y="63500"/>
                  </a:lnTo>
                  <a:lnTo>
                    <a:pt x="3809" y="63500"/>
                  </a:lnTo>
                  <a:lnTo>
                    <a:pt x="3809" y="62229"/>
                  </a:lnTo>
                  <a:close/>
                </a:path>
                <a:path w="242569" h="107950">
                  <a:moveTo>
                    <a:pt x="3809" y="58420"/>
                  </a:moveTo>
                  <a:lnTo>
                    <a:pt x="0" y="58420"/>
                  </a:lnTo>
                  <a:lnTo>
                    <a:pt x="0" y="61087"/>
                  </a:lnTo>
                  <a:lnTo>
                    <a:pt x="3809" y="61087"/>
                  </a:lnTo>
                  <a:lnTo>
                    <a:pt x="3809" y="58420"/>
                  </a:lnTo>
                  <a:close/>
                </a:path>
                <a:path w="242569" h="107950">
                  <a:moveTo>
                    <a:pt x="3809" y="55879"/>
                  </a:moveTo>
                  <a:lnTo>
                    <a:pt x="0" y="55879"/>
                  </a:lnTo>
                  <a:lnTo>
                    <a:pt x="0" y="57150"/>
                  </a:lnTo>
                  <a:lnTo>
                    <a:pt x="3809" y="57150"/>
                  </a:lnTo>
                  <a:lnTo>
                    <a:pt x="3809" y="55879"/>
                  </a:lnTo>
                  <a:close/>
                </a:path>
                <a:path w="242569" h="107950">
                  <a:moveTo>
                    <a:pt x="3809" y="52070"/>
                  </a:moveTo>
                  <a:lnTo>
                    <a:pt x="0" y="52070"/>
                  </a:lnTo>
                  <a:lnTo>
                    <a:pt x="0" y="54737"/>
                  </a:lnTo>
                  <a:lnTo>
                    <a:pt x="3809" y="54737"/>
                  </a:lnTo>
                  <a:lnTo>
                    <a:pt x="3809" y="52070"/>
                  </a:lnTo>
                  <a:close/>
                </a:path>
                <a:path w="242569" h="107950">
                  <a:moveTo>
                    <a:pt x="3809" y="49529"/>
                  </a:moveTo>
                  <a:lnTo>
                    <a:pt x="0" y="49529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49529"/>
                  </a:lnTo>
                  <a:close/>
                </a:path>
                <a:path w="242569" h="107950">
                  <a:moveTo>
                    <a:pt x="3809" y="45720"/>
                  </a:moveTo>
                  <a:lnTo>
                    <a:pt x="0" y="45720"/>
                  </a:lnTo>
                  <a:lnTo>
                    <a:pt x="0" y="48387"/>
                  </a:lnTo>
                  <a:lnTo>
                    <a:pt x="3809" y="48387"/>
                  </a:lnTo>
                  <a:lnTo>
                    <a:pt x="3809" y="45720"/>
                  </a:lnTo>
                  <a:close/>
                </a:path>
                <a:path w="242569" h="107950">
                  <a:moveTo>
                    <a:pt x="3809" y="43179"/>
                  </a:moveTo>
                  <a:lnTo>
                    <a:pt x="0" y="43179"/>
                  </a:lnTo>
                  <a:lnTo>
                    <a:pt x="0" y="44450"/>
                  </a:lnTo>
                  <a:lnTo>
                    <a:pt x="3809" y="44450"/>
                  </a:lnTo>
                  <a:lnTo>
                    <a:pt x="3809" y="43179"/>
                  </a:lnTo>
                  <a:close/>
                </a:path>
                <a:path w="242569" h="107950">
                  <a:moveTo>
                    <a:pt x="3809" y="39370"/>
                  </a:moveTo>
                  <a:lnTo>
                    <a:pt x="0" y="39370"/>
                  </a:lnTo>
                  <a:lnTo>
                    <a:pt x="0" y="42037"/>
                  </a:lnTo>
                  <a:lnTo>
                    <a:pt x="3809" y="42037"/>
                  </a:lnTo>
                  <a:lnTo>
                    <a:pt x="3809" y="39370"/>
                  </a:lnTo>
                  <a:close/>
                </a:path>
                <a:path w="242569" h="107950">
                  <a:moveTo>
                    <a:pt x="3809" y="36829"/>
                  </a:moveTo>
                  <a:lnTo>
                    <a:pt x="0" y="36829"/>
                  </a:lnTo>
                  <a:lnTo>
                    <a:pt x="0" y="38100"/>
                  </a:lnTo>
                  <a:lnTo>
                    <a:pt x="3809" y="38100"/>
                  </a:lnTo>
                  <a:lnTo>
                    <a:pt x="3809" y="36829"/>
                  </a:lnTo>
                  <a:close/>
                </a:path>
                <a:path w="242569" h="107950">
                  <a:moveTo>
                    <a:pt x="3809" y="33020"/>
                  </a:moveTo>
                  <a:lnTo>
                    <a:pt x="0" y="33020"/>
                  </a:lnTo>
                  <a:lnTo>
                    <a:pt x="0" y="35687"/>
                  </a:lnTo>
                  <a:lnTo>
                    <a:pt x="3809" y="35687"/>
                  </a:lnTo>
                  <a:lnTo>
                    <a:pt x="3809" y="33020"/>
                  </a:lnTo>
                  <a:close/>
                </a:path>
                <a:path w="242569" h="107950">
                  <a:moveTo>
                    <a:pt x="3809" y="30479"/>
                  </a:moveTo>
                  <a:lnTo>
                    <a:pt x="0" y="30479"/>
                  </a:lnTo>
                  <a:lnTo>
                    <a:pt x="0" y="31750"/>
                  </a:lnTo>
                  <a:lnTo>
                    <a:pt x="3809" y="31750"/>
                  </a:lnTo>
                  <a:lnTo>
                    <a:pt x="3809" y="30479"/>
                  </a:lnTo>
                  <a:close/>
                </a:path>
                <a:path w="242569" h="107950">
                  <a:moveTo>
                    <a:pt x="3809" y="26670"/>
                  </a:moveTo>
                  <a:lnTo>
                    <a:pt x="0" y="26670"/>
                  </a:lnTo>
                  <a:lnTo>
                    <a:pt x="0" y="29337"/>
                  </a:lnTo>
                  <a:lnTo>
                    <a:pt x="3809" y="29337"/>
                  </a:lnTo>
                  <a:lnTo>
                    <a:pt x="3809" y="26670"/>
                  </a:lnTo>
                  <a:close/>
                </a:path>
                <a:path w="242569" h="107950">
                  <a:moveTo>
                    <a:pt x="3809" y="24129"/>
                  </a:moveTo>
                  <a:lnTo>
                    <a:pt x="0" y="24129"/>
                  </a:lnTo>
                  <a:lnTo>
                    <a:pt x="0" y="25400"/>
                  </a:lnTo>
                  <a:lnTo>
                    <a:pt x="3809" y="25400"/>
                  </a:lnTo>
                  <a:lnTo>
                    <a:pt x="3809" y="24129"/>
                  </a:lnTo>
                  <a:close/>
                </a:path>
                <a:path w="242569" h="107950">
                  <a:moveTo>
                    <a:pt x="3809" y="20320"/>
                  </a:moveTo>
                  <a:lnTo>
                    <a:pt x="0" y="20320"/>
                  </a:lnTo>
                  <a:lnTo>
                    <a:pt x="0" y="22987"/>
                  </a:lnTo>
                  <a:lnTo>
                    <a:pt x="3809" y="22987"/>
                  </a:lnTo>
                  <a:lnTo>
                    <a:pt x="3809" y="20320"/>
                  </a:lnTo>
                  <a:close/>
                </a:path>
                <a:path w="242569" h="107950">
                  <a:moveTo>
                    <a:pt x="3809" y="17779"/>
                  </a:moveTo>
                  <a:lnTo>
                    <a:pt x="0" y="17779"/>
                  </a:lnTo>
                  <a:lnTo>
                    <a:pt x="0" y="19050"/>
                  </a:lnTo>
                  <a:lnTo>
                    <a:pt x="3809" y="19050"/>
                  </a:lnTo>
                  <a:lnTo>
                    <a:pt x="3809" y="17779"/>
                  </a:lnTo>
                  <a:close/>
                </a:path>
                <a:path w="242569" h="107950">
                  <a:moveTo>
                    <a:pt x="3809" y="13970"/>
                  </a:moveTo>
                  <a:lnTo>
                    <a:pt x="0" y="13970"/>
                  </a:lnTo>
                  <a:lnTo>
                    <a:pt x="0" y="16637"/>
                  </a:lnTo>
                  <a:lnTo>
                    <a:pt x="3809" y="16637"/>
                  </a:lnTo>
                  <a:lnTo>
                    <a:pt x="3809" y="13970"/>
                  </a:lnTo>
                  <a:close/>
                </a:path>
                <a:path w="242569" h="107950">
                  <a:moveTo>
                    <a:pt x="3809" y="11429"/>
                  </a:moveTo>
                  <a:lnTo>
                    <a:pt x="0" y="11429"/>
                  </a:lnTo>
                  <a:lnTo>
                    <a:pt x="0" y="12700"/>
                  </a:lnTo>
                  <a:lnTo>
                    <a:pt x="3809" y="12700"/>
                  </a:lnTo>
                  <a:lnTo>
                    <a:pt x="3809" y="11429"/>
                  </a:lnTo>
                  <a:close/>
                </a:path>
                <a:path w="242569" h="107950">
                  <a:moveTo>
                    <a:pt x="3809" y="7620"/>
                  </a:moveTo>
                  <a:lnTo>
                    <a:pt x="0" y="7620"/>
                  </a:lnTo>
                  <a:lnTo>
                    <a:pt x="0" y="10287"/>
                  </a:lnTo>
                  <a:lnTo>
                    <a:pt x="3809" y="10287"/>
                  </a:lnTo>
                  <a:lnTo>
                    <a:pt x="3809" y="7620"/>
                  </a:lnTo>
                  <a:close/>
                </a:path>
                <a:path w="242569" h="107950">
                  <a:moveTo>
                    <a:pt x="3809" y="5079"/>
                  </a:moveTo>
                  <a:lnTo>
                    <a:pt x="0" y="5079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5079"/>
                  </a:lnTo>
                  <a:close/>
                </a:path>
                <a:path w="242569" h="107950">
                  <a:moveTo>
                    <a:pt x="3809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3937"/>
                  </a:lnTo>
                  <a:lnTo>
                    <a:pt x="3809" y="3937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E0D7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1437640" y="2617597"/>
              <a:ext cx="233679" cy="106680"/>
            </a:xfrm>
            <a:custGeom>
              <a:avLst/>
              <a:gdLst/>
              <a:ahLst/>
              <a:cxnLst/>
              <a:rect l="l" t="t" r="r" b="b"/>
              <a:pathLst>
                <a:path w="233680" h="106680">
                  <a:moveTo>
                    <a:pt x="233679" y="105282"/>
                  </a:moveTo>
                  <a:lnTo>
                    <a:pt x="0" y="105282"/>
                  </a:lnTo>
                  <a:lnTo>
                    <a:pt x="0" y="106552"/>
                  </a:lnTo>
                  <a:lnTo>
                    <a:pt x="233679" y="106552"/>
                  </a:lnTo>
                  <a:lnTo>
                    <a:pt x="233679" y="105282"/>
                  </a:lnTo>
                  <a:close/>
                </a:path>
                <a:path w="233680" h="106680">
                  <a:moveTo>
                    <a:pt x="231140" y="104139"/>
                  </a:moveTo>
                  <a:lnTo>
                    <a:pt x="228599" y="104139"/>
                  </a:lnTo>
                  <a:lnTo>
                    <a:pt x="228599" y="105282"/>
                  </a:lnTo>
                  <a:lnTo>
                    <a:pt x="231140" y="105282"/>
                  </a:lnTo>
                  <a:lnTo>
                    <a:pt x="231140" y="104139"/>
                  </a:lnTo>
                  <a:close/>
                </a:path>
                <a:path w="233680" h="106680">
                  <a:moveTo>
                    <a:pt x="228599" y="102742"/>
                  </a:moveTo>
                  <a:lnTo>
                    <a:pt x="0" y="102742"/>
                  </a:lnTo>
                  <a:lnTo>
                    <a:pt x="0" y="104139"/>
                  </a:lnTo>
                  <a:lnTo>
                    <a:pt x="228599" y="104139"/>
                  </a:lnTo>
                  <a:lnTo>
                    <a:pt x="228599" y="102742"/>
                  </a:lnTo>
                  <a:close/>
                </a:path>
                <a:path w="233680" h="106680">
                  <a:moveTo>
                    <a:pt x="3809" y="98932"/>
                  </a:moveTo>
                  <a:lnTo>
                    <a:pt x="0" y="98932"/>
                  </a:lnTo>
                  <a:lnTo>
                    <a:pt x="0" y="101600"/>
                  </a:lnTo>
                  <a:lnTo>
                    <a:pt x="3809" y="101600"/>
                  </a:lnTo>
                  <a:lnTo>
                    <a:pt x="3809" y="98932"/>
                  </a:lnTo>
                  <a:close/>
                </a:path>
                <a:path w="233680" h="106680">
                  <a:moveTo>
                    <a:pt x="3809" y="96392"/>
                  </a:moveTo>
                  <a:lnTo>
                    <a:pt x="0" y="96392"/>
                  </a:lnTo>
                  <a:lnTo>
                    <a:pt x="0" y="97789"/>
                  </a:lnTo>
                  <a:lnTo>
                    <a:pt x="3809" y="97789"/>
                  </a:lnTo>
                  <a:lnTo>
                    <a:pt x="3809" y="96392"/>
                  </a:lnTo>
                  <a:close/>
                </a:path>
                <a:path w="233680" h="106680">
                  <a:moveTo>
                    <a:pt x="3809" y="92582"/>
                  </a:moveTo>
                  <a:lnTo>
                    <a:pt x="0" y="92582"/>
                  </a:lnTo>
                  <a:lnTo>
                    <a:pt x="0" y="95250"/>
                  </a:lnTo>
                  <a:lnTo>
                    <a:pt x="3809" y="95250"/>
                  </a:lnTo>
                  <a:lnTo>
                    <a:pt x="3809" y="92582"/>
                  </a:lnTo>
                  <a:close/>
                </a:path>
                <a:path w="233680" h="106680">
                  <a:moveTo>
                    <a:pt x="3809" y="90042"/>
                  </a:moveTo>
                  <a:lnTo>
                    <a:pt x="0" y="90042"/>
                  </a:lnTo>
                  <a:lnTo>
                    <a:pt x="0" y="91439"/>
                  </a:lnTo>
                  <a:lnTo>
                    <a:pt x="3809" y="91439"/>
                  </a:lnTo>
                  <a:lnTo>
                    <a:pt x="3809" y="90042"/>
                  </a:lnTo>
                  <a:close/>
                </a:path>
                <a:path w="233680" h="106680">
                  <a:moveTo>
                    <a:pt x="3809" y="86232"/>
                  </a:moveTo>
                  <a:lnTo>
                    <a:pt x="0" y="86232"/>
                  </a:lnTo>
                  <a:lnTo>
                    <a:pt x="0" y="88900"/>
                  </a:lnTo>
                  <a:lnTo>
                    <a:pt x="3809" y="88900"/>
                  </a:lnTo>
                  <a:lnTo>
                    <a:pt x="3809" y="86232"/>
                  </a:lnTo>
                  <a:close/>
                </a:path>
                <a:path w="233680" h="106680">
                  <a:moveTo>
                    <a:pt x="3809" y="83692"/>
                  </a:moveTo>
                  <a:lnTo>
                    <a:pt x="0" y="83692"/>
                  </a:lnTo>
                  <a:lnTo>
                    <a:pt x="0" y="85089"/>
                  </a:lnTo>
                  <a:lnTo>
                    <a:pt x="3809" y="85089"/>
                  </a:lnTo>
                  <a:lnTo>
                    <a:pt x="3809" y="83692"/>
                  </a:lnTo>
                  <a:close/>
                </a:path>
                <a:path w="233680" h="106680">
                  <a:moveTo>
                    <a:pt x="3809" y="79882"/>
                  </a:moveTo>
                  <a:lnTo>
                    <a:pt x="0" y="79882"/>
                  </a:lnTo>
                  <a:lnTo>
                    <a:pt x="0" y="82550"/>
                  </a:lnTo>
                  <a:lnTo>
                    <a:pt x="3809" y="82550"/>
                  </a:lnTo>
                  <a:lnTo>
                    <a:pt x="3809" y="79882"/>
                  </a:lnTo>
                  <a:close/>
                </a:path>
                <a:path w="233680" h="106680">
                  <a:moveTo>
                    <a:pt x="3809" y="77342"/>
                  </a:moveTo>
                  <a:lnTo>
                    <a:pt x="0" y="77342"/>
                  </a:lnTo>
                  <a:lnTo>
                    <a:pt x="0" y="78739"/>
                  </a:lnTo>
                  <a:lnTo>
                    <a:pt x="3809" y="78739"/>
                  </a:lnTo>
                  <a:lnTo>
                    <a:pt x="3809" y="77342"/>
                  </a:lnTo>
                  <a:close/>
                </a:path>
                <a:path w="233680" h="106680">
                  <a:moveTo>
                    <a:pt x="3809" y="73532"/>
                  </a:moveTo>
                  <a:lnTo>
                    <a:pt x="0" y="73532"/>
                  </a:lnTo>
                  <a:lnTo>
                    <a:pt x="0" y="76200"/>
                  </a:lnTo>
                  <a:lnTo>
                    <a:pt x="3809" y="76200"/>
                  </a:lnTo>
                  <a:lnTo>
                    <a:pt x="3809" y="73532"/>
                  </a:lnTo>
                  <a:close/>
                </a:path>
                <a:path w="233680" h="106680">
                  <a:moveTo>
                    <a:pt x="3809" y="70992"/>
                  </a:moveTo>
                  <a:lnTo>
                    <a:pt x="0" y="70992"/>
                  </a:lnTo>
                  <a:lnTo>
                    <a:pt x="0" y="72389"/>
                  </a:lnTo>
                  <a:lnTo>
                    <a:pt x="3809" y="72389"/>
                  </a:lnTo>
                  <a:lnTo>
                    <a:pt x="3809" y="70992"/>
                  </a:lnTo>
                  <a:close/>
                </a:path>
                <a:path w="233680" h="106680">
                  <a:moveTo>
                    <a:pt x="3809" y="67182"/>
                  </a:moveTo>
                  <a:lnTo>
                    <a:pt x="0" y="67182"/>
                  </a:lnTo>
                  <a:lnTo>
                    <a:pt x="0" y="69850"/>
                  </a:lnTo>
                  <a:lnTo>
                    <a:pt x="3809" y="69850"/>
                  </a:lnTo>
                  <a:lnTo>
                    <a:pt x="3809" y="67182"/>
                  </a:lnTo>
                  <a:close/>
                </a:path>
                <a:path w="233680" h="106680">
                  <a:moveTo>
                    <a:pt x="3809" y="64642"/>
                  </a:moveTo>
                  <a:lnTo>
                    <a:pt x="0" y="64642"/>
                  </a:lnTo>
                  <a:lnTo>
                    <a:pt x="0" y="66039"/>
                  </a:lnTo>
                  <a:lnTo>
                    <a:pt x="3809" y="66039"/>
                  </a:lnTo>
                  <a:lnTo>
                    <a:pt x="3809" y="64642"/>
                  </a:lnTo>
                  <a:close/>
                </a:path>
                <a:path w="233680" h="106680">
                  <a:moveTo>
                    <a:pt x="3809" y="60832"/>
                  </a:moveTo>
                  <a:lnTo>
                    <a:pt x="0" y="60832"/>
                  </a:lnTo>
                  <a:lnTo>
                    <a:pt x="0" y="63500"/>
                  </a:lnTo>
                  <a:lnTo>
                    <a:pt x="3809" y="63500"/>
                  </a:lnTo>
                  <a:lnTo>
                    <a:pt x="3809" y="60832"/>
                  </a:lnTo>
                  <a:close/>
                </a:path>
                <a:path w="233680" h="106680">
                  <a:moveTo>
                    <a:pt x="3809" y="58292"/>
                  </a:moveTo>
                  <a:lnTo>
                    <a:pt x="0" y="58292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8292"/>
                  </a:lnTo>
                  <a:close/>
                </a:path>
                <a:path w="233680" h="106680">
                  <a:moveTo>
                    <a:pt x="3809" y="54482"/>
                  </a:moveTo>
                  <a:lnTo>
                    <a:pt x="0" y="54482"/>
                  </a:lnTo>
                  <a:lnTo>
                    <a:pt x="0" y="57150"/>
                  </a:lnTo>
                  <a:lnTo>
                    <a:pt x="3809" y="57150"/>
                  </a:lnTo>
                  <a:lnTo>
                    <a:pt x="3809" y="54482"/>
                  </a:lnTo>
                  <a:close/>
                </a:path>
                <a:path w="233680" h="106680">
                  <a:moveTo>
                    <a:pt x="3809" y="51942"/>
                  </a:moveTo>
                  <a:lnTo>
                    <a:pt x="0" y="51942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1942"/>
                  </a:lnTo>
                  <a:close/>
                </a:path>
                <a:path w="233680" h="106680">
                  <a:moveTo>
                    <a:pt x="3809" y="48132"/>
                  </a:moveTo>
                  <a:lnTo>
                    <a:pt x="0" y="48132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48132"/>
                  </a:lnTo>
                  <a:close/>
                </a:path>
                <a:path w="233680" h="106680">
                  <a:moveTo>
                    <a:pt x="3809" y="45592"/>
                  </a:moveTo>
                  <a:lnTo>
                    <a:pt x="0" y="45592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5592"/>
                  </a:lnTo>
                  <a:close/>
                </a:path>
                <a:path w="233680" h="106680">
                  <a:moveTo>
                    <a:pt x="3809" y="41782"/>
                  </a:moveTo>
                  <a:lnTo>
                    <a:pt x="0" y="41782"/>
                  </a:lnTo>
                  <a:lnTo>
                    <a:pt x="0" y="44450"/>
                  </a:lnTo>
                  <a:lnTo>
                    <a:pt x="3809" y="44450"/>
                  </a:lnTo>
                  <a:lnTo>
                    <a:pt x="3809" y="41782"/>
                  </a:lnTo>
                  <a:close/>
                </a:path>
                <a:path w="233680" h="106680">
                  <a:moveTo>
                    <a:pt x="3809" y="39242"/>
                  </a:moveTo>
                  <a:lnTo>
                    <a:pt x="0" y="39242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9242"/>
                  </a:lnTo>
                  <a:close/>
                </a:path>
                <a:path w="233680" h="106680">
                  <a:moveTo>
                    <a:pt x="3809" y="35432"/>
                  </a:moveTo>
                  <a:lnTo>
                    <a:pt x="0" y="35432"/>
                  </a:lnTo>
                  <a:lnTo>
                    <a:pt x="0" y="38100"/>
                  </a:lnTo>
                  <a:lnTo>
                    <a:pt x="3809" y="38100"/>
                  </a:lnTo>
                  <a:lnTo>
                    <a:pt x="3809" y="35432"/>
                  </a:lnTo>
                  <a:close/>
                </a:path>
                <a:path w="233680" h="106680">
                  <a:moveTo>
                    <a:pt x="3809" y="32892"/>
                  </a:moveTo>
                  <a:lnTo>
                    <a:pt x="0" y="32892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32892"/>
                  </a:lnTo>
                  <a:close/>
                </a:path>
                <a:path w="233680" h="106680">
                  <a:moveTo>
                    <a:pt x="3809" y="29082"/>
                  </a:moveTo>
                  <a:lnTo>
                    <a:pt x="0" y="29082"/>
                  </a:lnTo>
                  <a:lnTo>
                    <a:pt x="0" y="31750"/>
                  </a:lnTo>
                  <a:lnTo>
                    <a:pt x="3809" y="31750"/>
                  </a:lnTo>
                  <a:lnTo>
                    <a:pt x="3809" y="29082"/>
                  </a:lnTo>
                  <a:close/>
                </a:path>
                <a:path w="233680" h="106680">
                  <a:moveTo>
                    <a:pt x="3809" y="26542"/>
                  </a:moveTo>
                  <a:lnTo>
                    <a:pt x="0" y="26542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6542"/>
                  </a:lnTo>
                  <a:close/>
                </a:path>
                <a:path w="233680" h="106680">
                  <a:moveTo>
                    <a:pt x="3809" y="22732"/>
                  </a:moveTo>
                  <a:lnTo>
                    <a:pt x="0" y="22732"/>
                  </a:lnTo>
                  <a:lnTo>
                    <a:pt x="0" y="25400"/>
                  </a:lnTo>
                  <a:lnTo>
                    <a:pt x="3809" y="25400"/>
                  </a:lnTo>
                  <a:lnTo>
                    <a:pt x="3809" y="22732"/>
                  </a:lnTo>
                  <a:close/>
                </a:path>
                <a:path w="233680" h="106680">
                  <a:moveTo>
                    <a:pt x="3809" y="20192"/>
                  </a:moveTo>
                  <a:lnTo>
                    <a:pt x="0" y="20192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20192"/>
                  </a:lnTo>
                  <a:close/>
                </a:path>
                <a:path w="233680" h="106680">
                  <a:moveTo>
                    <a:pt x="3809" y="16382"/>
                  </a:moveTo>
                  <a:lnTo>
                    <a:pt x="0" y="16382"/>
                  </a:lnTo>
                  <a:lnTo>
                    <a:pt x="0" y="19050"/>
                  </a:lnTo>
                  <a:lnTo>
                    <a:pt x="3809" y="19050"/>
                  </a:lnTo>
                  <a:lnTo>
                    <a:pt x="3809" y="16382"/>
                  </a:lnTo>
                  <a:close/>
                </a:path>
                <a:path w="233680" h="106680">
                  <a:moveTo>
                    <a:pt x="3809" y="13842"/>
                  </a:moveTo>
                  <a:lnTo>
                    <a:pt x="0" y="13842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3842"/>
                  </a:lnTo>
                  <a:close/>
                </a:path>
                <a:path w="233680" h="106680">
                  <a:moveTo>
                    <a:pt x="3809" y="10032"/>
                  </a:moveTo>
                  <a:lnTo>
                    <a:pt x="0" y="10032"/>
                  </a:lnTo>
                  <a:lnTo>
                    <a:pt x="0" y="12700"/>
                  </a:lnTo>
                  <a:lnTo>
                    <a:pt x="3809" y="12700"/>
                  </a:lnTo>
                  <a:lnTo>
                    <a:pt x="3809" y="10032"/>
                  </a:lnTo>
                  <a:close/>
                </a:path>
                <a:path w="233680" h="106680">
                  <a:moveTo>
                    <a:pt x="3809" y="7492"/>
                  </a:moveTo>
                  <a:lnTo>
                    <a:pt x="0" y="7492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7492"/>
                  </a:lnTo>
                  <a:close/>
                </a:path>
                <a:path w="233680" h="106680">
                  <a:moveTo>
                    <a:pt x="3809" y="3682"/>
                  </a:moveTo>
                  <a:lnTo>
                    <a:pt x="0" y="3682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3682"/>
                  </a:lnTo>
                  <a:close/>
                </a:path>
                <a:path w="233680" h="106680">
                  <a:moveTo>
                    <a:pt x="3809" y="0"/>
                  </a:moveTo>
                  <a:lnTo>
                    <a:pt x="2540" y="0"/>
                  </a:lnTo>
                  <a:lnTo>
                    <a:pt x="2540" y="1142"/>
                  </a:lnTo>
                  <a:lnTo>
                    <a:pt x="0" y="1142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DFD5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1441450" y="2616327"/>
              <a:ext cx="222250" cy="104139"/>
            </a:xfrm>
            <a:custGeom>
              <a:avLst/>
              <a:gdLst/>
              <a:ahLst/>
              <a:cxnLst/>
              <a:rect l="l" t="t" r="r" b="b"/>
              <a:pathLst>
                <a:path w="222250" h="104139">
                  <a:moveTo>
                    <a:pt x="222250" y="102870"/>
                  </a:moveTo>
                  <a:lnTo>
                    <a:pt x="220980" y="102870"/>
                  </a:lnTo>
                  <a:lnTo>
                    <a:pt x="220980" y="104012"/>
                  </a:lnTo>
                  <a:lnTo>
                    <a:pt x="222250" y="104012"/>
                  </a:lnTo>
                  <a:lnTo>
                    <a:pt x="222250" y="102870"/>
                  </a:lnTo>
                  <a:close/>
                </a:path>
                <a:path w="222250" h="104139">
                  <a:moveTo>
                    <a:pt x="218439" y="100202"/>
                  </a:moveTo>
                  <a:lnTo>
                    <a:pt x="0" y="100202"/>
                  </a:lnTo>
                  <a:lnTo>
                    <a:pt x="0" y="102870"/>
                  </a:lnTo>
                  <a:lnTo>
                    <a:pt x="220980" y="102870"/>
                  </a:lnTo>
                  <a:lnTo>
                    <a:pt x="220980" y="101600"/>
                  </a:lnTo>
                  <a:lnTo>
                    <a:pt x="218439" y="101600"/>
                  </a:lnTo>
                  <a:lnTo>
                    <a:pt x="218439" y="100202"/>
                  </a:lnTo>
                  <a:close/>
                </a:path>
                <a:path w="222250" h="104139">
                  <a:moveTo>
                    <a:pt x="3809" y="97662"/>
                  </a:moveTo>
                  <a:lnTo>
                    <a:pt x="0" y="97662"/>
                  </a:lnTo>
                  <a:lnTo>
                    <a:pt x="0" y="99060"/>
                  </a:lnTo>
                  <a:lnTo>
                    <a:pt x="3809" y="99060"/>
                  </a:lnTo>
                  <a:lnTo>
                    <a:pt x="3809" y="97662"/>
                  </a:lnTo>
                  <a:close/>
                </a:path>
                <a:path w="222250" h="104139">
                  <a:moveTo>
                    <a:pt x="3809" y="93852"/>
                  </a:moveTo>
                  <a:lnTo>
                    <a:pt x="0" y="93852"/>
                  </a:lnTo>
                  <a:lnTo>
                    <a:pt x="0" y="96520"/>
                  </a:lnTo>
                  <a:lnTo>
                    <a:pt x="3809" y="96520"/>
                  </a:lnTo>
                  <a:lnTo>
                    <a:pt x="3809" y="93852"/>
                  </a:lnTo>
                  <a:close/>
                </a:path>
                <a:path w="222250" h="104139">
                  <a:moveTo>
                    <a:pt x="3809" y="91312"/>
                  </a:moveTo>
                  <a:lnTo>
                    <a:pt x="0" y="91312"/>
                  </a:lnTo>
                  <a:lnTo>
                    <a:pt x="0" y="92710"/>
                  </a:lnTo>
                  <a:lnTo>
                    <a:pt x="3809" y="92710"/>
                  </a:lnTo>
                  <a:lnTo>
                    <a:pt x="3809" y="91312"/>
                  </a:lnTo>
                  <a:close/>
                </a:path>
                <a:path w="222250" h="104139">
                  <a:moveTo>
                    <a:pt x="3809" y="87502"/>
                  </a:moveTo>
                  <a:lnTo>
                    <a:pt x="0" y="87502"/>
                  </a:lnTo>
                  <a:lnTo>
                    <a:pt x="0" y="90170"/>
                  </a:lnTo>
                  <a:lnTo>
                    <a:pt x="3809" y="90170"/>
                  </a:lnTo>
                  <a:lnTo>
                    <a:pt x="3809" y="87502"/>
                  </a:lnTo>
                  <a:close/>
                </a:path>
                <a:path w="222250" h="104139">
                  <a:moveTo>
                    <a:pt x="3809" y="84962"/>
                  </a:moveTo>
                  <a:lnTo>
                    <a:pt x="0" y="84962"/>
                  </a:lnTo>
                  <a:lnTo>
                    <a:pt x="0" y="86360"/>
                  </a:lnTo>
                  <a:lnTo>
                    <a:pt x="3809" y="86360"/>
                  </a:lnTo>
                  <a:lnTo>
                    <a:pt x="3809" y="84962"/>
                  </a:lnTo>
                  <a:close/>
                </a:path>
                <a:path w="222250" h="104139">
                  <a:moveTo>
                    <a:pt x="3809" y="81152"/>
                  </a:moveTo>
                  <a:lnTo>
                    <a:pt x="0" y="81152"/>
                  </a:lnTo>
                  <a:lnTo>
                    <a:pt x="0" y="83820"/>
                  </a:lnTo>
                  <a:lnTo>
                    <a:pt x="3809" y="83820"/>
                  </a:lnTo>
                  <a:lnTo>
                    <a:pt x="3809" y="81152"/>
                  </a:lnTo>
                  <a:close/>
                </a:path>
                <a:path w="222250" h="104139">
                  <a:moveTo>
                    <a:pt x="3809" y="78612"/>
                  </a:moveTo>
                  <a:lnTo>
                    <a:pt x="0" y="78612"/>
                  </a:lnTo>
                  <a:lnTo>
                    <a:pt x="0" y="80010"/>
                  </a:lnTo>
                  <a:lnTo>
                    <a:pt x="3809" y="80010"/>
                  </a:lnTo>
                  <a:lnTo>
                    <a:pt x="3809" y="78612"/>
                  </a:lnTo>
                  <a:close/>
                </a:path>
                <a:path w="222250" h="104139">
                  <a:moveTo>
                    <a:pt x="3809" y="74802"/>
                  </a:moveTo>
                  <a:lnTo>
                    <a:pt x="0" y="74802"/>
                  </a:lnTo>
                  <a:lnTo>
                    <a:pt x="0" y="77470"/>
                  </a:lnTo>
                  <a:lnTo>
                    <a:pt x="3809" y="77470"/>
                  </a:lnTo>
                  <a:lnTo>
                    <a:pt x="3809" y="74802"/>
                  </a:lnTo>
                  <a:close/>
                </a:path>
                <a:path w="222250" h="104139">
                  <a:moveTo>
                    <a:pt x="3809" y="72262"/>
                  </a:moveTo>
                  <a:lnTo>
                    <a:pt x="0" y="72262"/>
                  </a:lnTo>
                  <a:lnTo>
                    <a:pt x="0" y="73660"/>
                  </a:lnTo>
                  <a:lnTo>
                    <a:pt x="3809" y="73660"/>
                  </a:lnTo>
                  <a:lnTo>
                    <a:pt x="3809" y="72262"/>
                  </a:lnTo>
                  <a:close/>
                </a:path>
                <a:path w="222250" h="104139">
                  <a:moveTo>
                    <a:pt x="3809" y="68452"/>
                  </a:moveTo>
                  <a:lnTo>
                    <a:pt x="0" y="68452"/>
                  </a:lnTo>
                  <a:lnTo>
                    <a:pt x="0" y="71120"/>
                  </a:lnTo>
                  <a:lnTo>
                    <a:pt x="3809" y="71120"/>
                  </a:lnTo>
                  <a:lnTo>
                    <a:pt x="3809" y="68452"/>
                  </a:lnTo>
                  <a:close/>
                </a:path>
                <a:path w="222250" h="104139">
                  <a:moveTo>
                    <a:pt x="3809" y="65912"/>
                  </a:moveTo>
                  <a:lnTo>
                    <a:pt x="0" y="65912"/>
                  </a:lnTo>
                  <a:lnTo>
                    <a:pt x="0" y="67310"/>
                  </a:lnTo>
                  <a:lnTo>
                    <a:pt x="3809" y="67310"/>
                  </a:lnTo>
                  <a:lnTo>
                    <a:pt x="3809" y="65912"/>
                  </a:lnTo>
                  <a:close/>
                </a:path>
                <a:path w="222250" h="104139">
                  <a:moveTo>
                    <a:pt x="3809" y="62102"/>
                  </a:moveTo>
                  <a:lnTo>
                    <a:pt x="0" y="62102"/>
                  </a:lnTo>
                  <a:lnTo>
                    <a:pt x="0" y="64770"/>
                  </a:lnTo>
                  <a:lnTo>
                    <a:pt x="3809" y="64770"/>
                  </a:lnTo>
                  <a:lnTo>
                    <a:pt x="3809" y="62102"/>
                  </a:lnTo>
                  <a:close/>
                </a:path>
                <a:path w="222250" h="104139">
                  <a:moveTo>
                    <a:pt x="3809" y="59562"/>
                  </a:moveTo>
                  <a:lnTo>
                    <a:pt x="0" y="59562"/>
                  </a:lnTo>
                  <a:lnTo>
                    <a:pt x="0" y="60960"/>
                  </a:lnTo>
                  <a:lnTo>
                    <a:pt x="3809" y="60960"/>
                  </a:lnTo>
                  <a:lnTo>
                    <a:pt x="3809" y="59562"/>
                  </a:lnTo>
                  <a:close/>
                </a:path>
                <a:path w="222250" h="104139">
                  <a:moveTo>
                    <a:pt x="3809" y="55752"/>
                  </a:moveTo>
                  <a:lnTo>
                    <a:pt x="0" y="55752"/>
                  </a:lnTo>
                  <a:lnTo>
                    <a:pt x="0" y="58420"/>
                  </a:lnTo>
                  <a:lnTo>
                    <a:pt x="3809" y="58420"/>
                  </a:lnTo>
                  <a:lnTo>
                    <a:pt x="3809" y="55752"/>
                  </a:lnTo>
                  <a:close/>
                </a:path>
                <a:path w="222250" h="104139">
                  <a:moveTo>
                    <a:pt x="3809" y="53212"/>
                  </a:moveTo>
                  <a:lnTo>
                    <a:pt x="0" y="53212"/>
                  </a:lnTo>
                  <a:lnTo>
                    <a:pt x="0" y="54610"/>
                  </a:lnTo>
                  <a:lnTo>
                    <a:pt x="3809" y="54610"/>
                  </a:lnTo>
                  <a:lnTo>
                    <a:pt x="3809" y="53212"/>
                  </a:lnTo>
                  <a:close/>
                </a:path>
                <a:path w="222250" h="104139">
                  <a:moveTo>
                    <a:pt x="3809" y="49402"/>
                  </a:moveTo>
                  <a:lnTo>
                    <a:pt x="0" y="49402"/>
                  </a:lnTo>
                  <a:lnTo>
                    <a:pt x="0" y="52070"/>
                  </a:lnTo>
                  <a:lnTo>
                    <a:pt x="3809" y="52070"/>
                  </a:lnTo>
                  <a:lnTo>
                    <a:pt x="3809" y="49402"/>
                  </a:lnTo>
                  <a:close/>
                </a:path>
                <a:path w="222250" h="104139">
                  <a:moveTo>
                    <a:pt x="3809" y="46862"/>
                  </a:moveTo>
                  <a:lnTo>
                    <a:pt x="0" y="46862"/>
                  </a:lnTo>
                  <a:lnTo>
                    <a:pt x="0" y="48260"/>
                  </a:lnTo>
                  <a:lnTo>
                    <a:pt x="3809" y="48260"/>
                  </a:lnTo>
                  <a:lnTo>
                    <a:pt x="3809" y="46862"/>
                  </a:lnTo>
                  <a:close/>
                </a:path>
                <a:path w="222250" h="104139">
                  <a:moveTo>
                    <a:pt x="3809" y="43052"/>
                  </a:moveTo>
                  <a:lnTo>
                    <a:pt x="0" y="43052"/>
                  </a:lnTo>
                  <a:lnTo>
                    <a:pt x="0" y="45720"/>
                  </a:lnTo>
                  <a:lnTo>
                    <a:pt x="3809" y="45720"/>
                  </a:lnTo>
                  <a:lnTo>
                    <a:pt x="3809" y="43052"/>
                  </a:lnTo>
                  <a:close/>
                </a:path>
                <a:path w="222250" h="104139">
                  <a:moveTo>
                    <a:pt x="3809" y="40512"/>
                  </a:moveTo>
                  <a:lnTo>
                    <a:pt x="0" y="40512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40512"/>
                  </a:lnTo>
                  <a:close/>
                </a:path>
                <a:path w="222250" h="104139">
                  <a:moveTo>
                    <a:pt x="3809" y="36702"/>
                  </a:moveTo>
                  <a:lnTo>
                    <a:pt x="0" y="36702"/>
                  </a:lnTo>
                  <a:lnTo>
                    <a:pt x="0" y="39370"/>
                  </a:lnTo>
                  <a:lnTo>
                    <a:pt x="3809" y="39370"/>
                  </a:lnTo>
                  <a:lnTo>
                    <a:pt x="3809" y="36702"/>
                  </a:lnTo>
                  <a:close/>
                </a:path>
                <a:path w="222250" h="104139">
                  <a:moveTo>
                    <a:pt x="3809" y="34162"/>
                  </a:moveTo>
                  <a:lnTo>
                    <a:pt x="0" y="34162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34162"/>
                  </a:lnTo>
                  <a:close/>
                </a:path>
                <a:path w="222250" h="104139">
                  <a:moveTo>
                    <a:pt x="3809" y="30352"/>
                  </a:moveTo>
                  <a:lnTo>
                    <a:pt x="0" y="30352"/>
                  </a:lnTo>
                  <a:lnTo>
                    <a:pt x="0" y="33020"/>
                  </a:lnTo>
                  <a:lnTo>
                    <a:pt x="3809" y="33020"/>
                  </a:lnTo>
                  <a:lnTo>
                    <a:pt x="3809" y="30352"/>
                  </a:lnTo>
                  <a:close/>
                </a:path>
                <a:path w="222250" h="104139">
                  <a:moveTo>
                    <a:pt x="3809" y="27812"/>
                  </a:moveTo>
                  <a:lnTo>
                    <a:pt x="0" y="27812"/>
                  </a:lnTo>
                  <a:lnTo>
                    <a:pt x="0" y="29210"/>
                  </a:lnTo>
                  <a:lnTo>
                    <a:pt x="3809" y="29210"/>
                  </a:lnTo>
                  <a:lnTo>
                    <a:pt x="3809" y="27812"/>
                  </a:lnTo>
                  <a:close/>
                </a:path>
                <a:path w="222250" h="104139">
                  <a:moveTo>
                    <a:pt x="3809" y="24002"/>
                  </a:moveTo>
                  <a:lnTo>
                    <a:pt x="0" y="24002"/>
                  </a:lnTo>
                  <a:lnTo>
                    <a:pt x="0" y="26670"/>
                  </a:lnTo>
                  <a:lnTo>
                    <a:pt x="3809" y="26670"/>
                  </a:lnTo>
                  <a:lnTo>
                    <a:pt x="3809" y="24002"/>
                  </a:lnTo>
                  <a:close/>
                </a:path>
                <a:path w="222250" h="104139">
                  <a:moveTo>
                    <a:pt x="3809" y="21462"/>
                  </a:moveTo>
                  <a:lnTo>
                    <a:pt x="0" y="21462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21462"/>
                  </a:lnTo>
                  <a:close/>
                </a:path>
                <a:path w="222250" h="104139">
                  <a:moveTo>
                    <a:pt x="3809" y="17652"/>
                  </a:moveTo>
                  <a:lnTo>
                    <a:pt x="0" y="17652"/>
                  </a:lnTo>
                  <a:lnTo>
                    <a:pt x="0" y="20320"/>
                  </a:lnTo>
                  <a:lnTo>
                    <a:pt x="3809" y="20320"/>
                  </a:lnTo>
                  <a:lnTo>
                    <a:pt x="3809" y="17652"/>
                  </a:lnTo>
                  <a:close/>
                </a:path>
                <a:path w="222250" h="104139">
                  <a:moveTo>
                    <a:pt x="3809" y="15112"/>
                  </a:moveTo>
                  <a:lnTo>
                    <a:pt x="0" y="15112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5112"/>
                  </a:lnTo>
                  <a:close/>
                </a:path>
                <a:path w="222250" h="104139">
                  <a:moveTo>
                    <a:pt x="3809" y="11302"/>
                  </a:moveTo>
                  <a:lnTo>
                    <a:pt x="0" y="11302"/>
                  </a:lnTo>
                  <a:lnTo>
                    <a:pt x="0" y="13970"/>
                  </a:lnTo>
                  <a:lnTo>
                    <a:pt x="3809" y="13970"/>
                  </a:lnTo>
                  <a:lnTo>
                    <a:pt x="3809" y="11302"/>
                  </a:lnTo>
                  <a:close/>
                </a:path>
                <a:path w="222250" h="104139">
                  <a:moveTo>
                    <a:pt x="3809" y="8762"/>
                  </a:moveTo>
                  <a:lnTo>
                    <a:pt x="0" y="8762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8762"/>
                  </a:lnTo>
                  <a:close/>
                </a:path>
                <a:path w="222250" h="104139">
                  <a:moveTo>
                    <a:pt x="3809" y="4952"/>
                  </a:moveTo>
                  <a:lnTo>
                    <a:pt x="0" y="4952"/>
                  </a:lnTo>
                  <a:lnTo>
                    <a:pt x="0" y="7620"/>
                  </a:lnTo>
                  <a:lnTo>
                    <a:pt x="3809" y="7620"/>
                  </a:lnTo>
                  <a:lnTo>
                    <a:pt x="3809" y="4952"/>
                  </a:lnTo>
                  <a:close/>
                </a:path>
                <a:path w="222250" h="104139">
                  <a:moveTo>
                    <a:pt x="1269" y="1270"/>
                  </a:moveTo>
                  <a:lnTo>
                    <a:pt x="0" y="127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2412"/>
                  </a:lnTo>
                  <a:lnTo>
                    <a:pt x="1269" y="2412"/>
                  </a:lnTo>
                  <a:lnTo>
                    <a:pt x="1269" y="1270"/>
                  </a:lnTo>
                  <a:close/>
                </a:path>
                <a:path w="222250" h="104139">
                  <a:moveTo>
                    <a:pt x="3809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3809" y="127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DED4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1445259" y="2613787"/>
              <a:ext cx="212090" cy="102870"/>
            </a:xfrm>
            <a:custGeom>
              <a:avLst/>
              <a:gdLst/>
              <a:ahLst/>
              <a:cxnLst/>
              <a:rect l="l" t="t" r="r" b="b"/>
              <a:pathLst>
                <a:path w="212089" h="102869">
                  <a:moveTo>
                    <a:pt x="212090" y="101600"/>
                  </a:moveTo>
                  <a:lnTo>
                    <a:pt x="210820" y="101600"/>
                  </a:lnTo>
                  <a:lnTo>
                    <a:pt x="210820" y="102742"/>
                  </a:lnTo>
                  <a:lnTo>
                    <a:pt x="212090" y="102742"/>
                  </a:lnTo>
                  <a:lnTo>
                    <a:pt x="212090" y="101600"/>
                  </a:lnTo>
                  <a:close/>
                </a:path>
                <a:path w="212089" h="102869">
                  <a:moveTo>
                    <a:pt x="210820" y="100329"/>
                  </a:moveTo>
                  <a:lnTo>
                    <a:pt x="0" y="100329"/>
                  </a:lnTo>
                  <a:lnTo>
                    <a:pt x="0" y="101600"/>
                  </a:lnTo>
                  <a:lnTo>
                    <a:pt x="210820" y="101600"/>
                  </a:lnTo>
                  <a:lnTo>
                    <a:pt x="210820" y="100329"/>
                  </a:lnTo>
                  <a:close/>
                </a:path>
                <a:path w="212089" h="102869">
                  <a:moveTo>
                    <a:pt x="208279" y="99059"/>
                  </a:moveTo>
                  <a:lnTo>
                    <a:pt x="205740" y="99059"/>
                  </a:lnTo>
                  <a:lnTo>
                    <a:pt x="205740" y="100329"/>
                  </a:lnTo>
                  <a:lnTo>
                    <a:pt x="208279" y="100329"/>
                  </a:lnTo>
                  <a:lnTo>
                    <a:pt x="208279" y="99059"/>
                  </a:lnTo>
                  <a:close/>
                </a:path>
                <a:path w="212089" h="102869">
                  <a:moveTo>
                    <a:pt x="3809" y="96392"/>
                  </a:moveTo>
                  <a:lnTo>
                    <a:pt x="0" y="96392"/>
                  </a:lnTo>
                  <a:lnTo>
                    <a:pt x="0" y="99059"/>
                  </a:lnTo>
                  <a:lnTo>
                    <a:pt x="3809" y="99059"/>
                  </a:lnTo>
                  <a:lnTo>
                    <a:pt x="3809" y="96392"/>
                  </a:lnTo>
                  <a:close/>
                </a:path>
                <a:path w="212089" h="102869">
                  <a:moveTo>
                    <a:pt x="3809" y="93979"/>
                  </a:moveTo>
                  <a:lnTo>
                    <a:pt x="0" y="93979"/>
                  </a:lnTo>
                  <a:lnTo>
                    <a:pt x="0" y="95250"/>
                  </a:lnTo>
                  <a:lnTo>
                    <a:pt x="3809" y="95250"/>
                  </a:lnTo>
                  <a:lnTo>
                    <a:pt x="3809" y="93979"/>
                  </a:lnTo>
                  <a:close/>
                </a:path>
                <a:path w="212089" h="102869">
                  <a:moveTo>
                    <a:pt x="3809" y="90042"/>
                  </a:moveTo>
                  <a:lnTo>
                    <a:pt x="0" y="90042"/>
                  </a:lnTo>
                  <a:lnTo>
                    <a:pt x="0" y="92709"/>
                  </a:lnTo>
                  <a:lnTo>
                    <a:pt x="3809" y="92709"/>
                  </a:lnTo>
                  <a:lnTo>
                    <a:pt x="3809" y="90042"/>
                  </a:lnTo>
                  <a:close/>
                </a:path>
                <a:path w="212089" h="102869">
                  <a:moveTo>
                    <a:pt x="3809" y="87629"/>
                  </a:moveTo>
                  <a:lnTo>
                    <a:pt x="0" y="87629"/>
                  </a:lnTo>
                  <a:lnTo>
                    <a:pt x="0" y="88900"/>
                  </a:lnTo>
                  <a:lnTo>
                    <a:pt x="3809" y="88900"/>
                  </a:lnTo>
                  <a:lnTo>
                    <a:pt x="3809" y="87629"/>
                  </a:lnTo>
                  <a:close/>
                </a:path>
                <a:path w="212089" h="102869">
                  <a:moveTo>
                    <a:pt x="3809" y="83692"/>
                  </a:moveTo>
                  <a:lnTo>
                    <a:pt x="0" y="83692"/>
                  </a:lnTo>
                  <a:lnTo>
                    <a:pt x="0" y="86359"/>
                  </a:lnTo>
                  <a:lnTo>
                    <a:pt x="3809" y="86359"/>
                  </a:lnTo>
                  <a:lnTo>
                    <a:pt x="3809" y="83692"/>
                  </a:lnTo>
                  <a:close/>
                </a:path>
                <a:path w="212089" h="102869">
                  <a:moveTo>
                    <a:pt x="3809" y="81279"/>
                  </a:moveTo>
                  <a:lnTo>
                    <a:pt x="0" y="81279"/>
                  </a:lnTo>
                  <a:lnTo>
                    <a:pt x="0" y="82550"/>
                  </a:lnTo>
                  <a:lnTo>
                    <a:pt x="3809" y="82550"/>
                  </a:lnTo>
                  <a:lnTo>
                    <a:pt x="3809" y="81279"/>
                  </a:lnTo>
                  <a:close/>
                </a:path>
                <a:path w="212089" h="102869">
                  <a:moveTo>
                    <a:pt x="3809" y="77342"/>
                  </a:moveTo>
                  <a:lnTo>
                    <a:pt x="0" y="77342"/>
                  </a:lnTo>
                  <a:lnTo>
                    <a:pt x="0" y="80009"/>
                  </a:lnTo>
                  <a:lnTo>
                    <a:pt x="3809" y="80009"/>
                  </a:lnTo>
                  <a:lnTo>
                    <a:pt x="3809" y="77342"/>
                  </a:lnTo>
                  <a:close/>
                </a:path>
                <a:path w="212089" h="102869">
                  <a:moveTo>
                    <a:pt x="3809" y="74929"/>
                  </a:moveTo>
                  <a:lnTo>
                    <a:pt x="0" y="74929"/>
                  </a:lnTo>
                  <a:lnTo>
                    <a:pt x="0" y="76200"/>
                  </a:lnTo>
                  <a:lnTo>
                    <a:pt x="3809" y="76200"/>
                  </a:lnTo>
                  <a:lnTo>
                    <a:pt x="3809" y="74929"/>
                  </a:lnTo>
                  <a:close/>
                </a:path>
                <a:path w="212089" h="102869">
                  <a:moveTo>
                    <a:pt x="3809" y="70992"/>
                  </a:moveTo>
                  <a:lnTo>
                    <a:pt x="0" y="70992"/>
                  </a:lnTo>
                  <a:lnTo>
                    <a:pt x="0" y="73659"/>
                  </a:lnTo>
                  <a:lnTo>
                    <a:pt x="3809" y="73659"/>
                  </a:lnTo>
                  <a:lnTo>
                    <a:pt x="3809" y="70992"/>
                  </a:lnTo>
                  <a:close/>
                </a:path>
                <a:path w="212089" h="102869">
                  <a:moveTo>
                    <a:pt x="3809" y="68579"/>
                  </a:moveTo>
                  <a:lnTo>
                    <a:pt x="0" y="68579"/>
                  </a:lnTo>
                  <a:lnTo>
                    <a:pt x="0" y="69850"/>
                  </a:lnTo>
                  <a:lnTo>
                    <a:pt x="3809" y="69850"/>
                  </a:lnTo>
                  <a:lnTo>
                    <a:pt x="3809" y="68579"/>
                  </a:lnTo>
                  <a:close/>
                </a:path>
                <a:path w="212089" h="102869">
                  <a:moveTo>
                    <a:pt x="3809" y="64642"/>
                  </a:moveTo>
                  <a:lnTo>
                    <a:pt x="0" y="64642"/>
                  </a:lnTo>
                  <a:lnTo>
                    <a:pt x="0" y="67309"/>
                  </a:lnTo>
                  <a:lnTo>
                    <a:pt x="3809" y="67309"/>
                  </a:lnTo>
                  <a:lnTo>
                    <a:pt x="3809" y="64642"/>
                  </a:lnTo>
                  <a:close/>
                </a:path>
                <a:path w="212089" h="102869">
                  <a:moveTo>
                    <a:pt x="3809" y="62229"/>
                  </a:moveTo>
                  <a:lnTo>
                    <a:pt x="0" y="62229"/>
                  </a:lnTo>
                  <a:lnTo>
                    <a:pt x="0" y="63500"/>
                  </a:lnTo>
                  <a:lnTo>
                    <a:pt x="3809" y="63500"/>
                  </a:lnTo>
                  <a:lnTo>
                    <a:pt x="3809" y="62229"/>
                  </a:lnTo>
                  <a:close/>
                </a:path>
                <a:path w="212089" h="102869">
                  <a:moveTo>
                    <a:pt x="3809" y="58292"/>
                  </a:moveTo>
                  <a:lnTo>
                    <a:pt x="0" y="58292"/>
                  </a:lnTo>
                  <a:lnTo>
                    <a:pt x="0" y="60959"/>
                  </a:lnTo>
                  <a:lnTo>
                    <a:pt x="3809" y="60959"/>
                  </a:lnTo>
                  <a:lnTo>
                    <a:pt x="3809" y="58292"/>
                  </a:lnTo>
                  <a:close/>
                </a:path>
                <a:path w="212089" h="102869">
                  <a:moveTo>
                    <a:pt x="3809" y="55879"/>
                  </a:moveTo>
                  <a:lnTo>
                    <a:pt x="0" y="55879"/>
                  </a:lnTo>
                  <a:lnTo>
                    <a:pt x="0" y="57150"/>
                  </a:lnTo>
                  <a:lnTo>
                    <a:pt x="3809" y="57150"/>
                  </a:lnTo>
                  <a:lnTo>
                    <a:pt x="3809" y="55879"/>
                  </a:lnTo>
                  <a:close/>
                </a:path>
                <a:path w="212089" h="102869">
                  <a:moveTo>
                    <a:pt x="3809" y="51942"/>
                  </a:moveTo>
                  <a:lnTo>
                    <a:pt x="0" y="51942"/>
                  </a:lnTo>
                  <a:lnTo>
                    <a:pt x="0" y="54609"/>
                  </a:lnTo>
                  <a:lnTo>
                    <a:pt x="3809" y="54609"/>
                  </a:lnTo>
                  <a:lnTo>
                    <a:pt x="3809" y="51942"/>
                  </a:lnTo>
                  <a:close/>
                </a:path>
                <a:path w="212089" h="102869">
                  <a:moveTo>
                    <a:pt x="3809" y="49529"/>
                  </a:moveTo>
                  <a:lnTo>
                    <a:pt x="0" y="49529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49529"/>
                  </a:lnTo>
                  <a:close/>
                </a:path>
                <a:path w="212089" h="102869">
                  <a:moveTo>
                    <a:pt x="3809" y="45592"/>
                  </a:moveTo>
                  <a:lnTo>
                    <a:pt x="0" y="45592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45592"/>
                  </a:lnTo>
                  <a:close/>
                </a:path>
                <a:path w="212089" h="102869">
                  <a:moveTo>
                    <a:pt x="3809" y="43179"/>
                  </a:moveTo>
                  <a:lnTo>
                    <a:pt x="0" y="43179"/>
                  </a:lnTo>
                  <a:lnTo>
                    <a:pt x="0" y="44450"/>
                  </a:lnTo>
                  <a:lnTo>
                    <a:pt x="3809" y="44450"/>
                  </a:lnTo>
                  <a:lnTo>
                    <a:pt x="3809" y="43179"/>
                  </a:lnTo>
                  <a:close/>
                </a:path>
                <a:path w="212089" h="102869">
                  <a:moveTo>
                    <a:pt x="3809" y="39242"/>
                  </a:moveTo>
                  <a:lnTo>
                    <a:pt x="0" y="39242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9242"/>
                  </a:lnTo>
                  <a:close/>
                </a:path>
                <a:path w="212089" h="102869">
                  <a:moveTo>
                    <a:pt x="3809" y="36829"/>
                  </a:moveTo>
                  <a:lnTo>
                    <a:pt x="0" y="36829"/>
                  </a:lnTo>
                  <a:lnTo>
                    <a:pt x="0" y="38100"/>
                  </a:lnTo>
                  <a:lnTo>
                    <a:pt x="3809" y="38100"/>
                  </a:lnTo>
                  <a:lnTo>
                    <a:pt x="3809" y="36829"/>
                  </a:lnTo>
                  <a:close/>
                </a:path>
                <a:path w="212089" h="102869">
                  <a:moveTo>
                    <a:pt x="3809" y="32892"/>
                  </a:moveTo>
                  <a:lnTo>
                    <a:pt x="0" y="32892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32892"/>
                  </a:lnTo>
                  <a:close/>
                </a:path>
                <a:path w="212089" h="102869">
                  <a:moveTo>
                    <a:pt x="3809" y="30479"/>
                  </a:moveTo>
                  <a:lnTo>
                    <a:pt x="0" y="30479"/>
                  </a:lnTo>
                  <a:lnTo>
                    <a:pt x="0" y="31750"/>
                  </a:lnTo>
                  <a:lnTo>
                    <a:pt x="3809" y="31750"/>
                  </a:lnTo>
                  <a:lnTo>
                    <a:pt x="3809" y="30479"/>
                  </a:lnTo>
                  <a:close/>
                </a:path>
                <a:path w="212089" h="102869">
                  <a:moveTo>
                    <a:pt x="3809" y="26542"/>
                  </a:moveTo>
                  <a:lnTo>
                    <a:pt x="0" y="26542"/>
                  </a:lnTo>
                  <a:lnTo>
                    <a:pt x="0" y="29209"/>
                  </a:lnTo>
                  <a:lnTo>
                    <a:pt x="3809" y="29209"/>
                  </a:lnTo>
                  <a:lnTo>
                    <a:pt x="3809" y="26542"/>
                  </a:lnTo>
                  <a:close/>
                </a:path>
                <a:path w="212089" h="102869">
                  <a:moveTo>
                    <a:pt x="3809" y="24129"/>
                  </a:moveTo>
                  <a:lnTo>
                    <a:pt x="0" y="24129"/>
                  </a:lnTo>
                  <a:lnTo>
                    <a:pt x="0" y="25400"/>
                  </a:lnTo>
                  <a:lnTo>
                    <a:pt x="3809" y="25400"/>
                  </a:lnTo>
                  <a:lnTo>
                    <a:pt x="3809" y="24129"/>
                  </a:lnTo>
                  <a:close/>
                </a:path>
                <a:path w="212089" h="102869">
                  <a:moveTo>
                    <a:pt x="3809" y="20192"/>
                  </a:moveTo>
                  <a:lnTo>
                    <a:pt x="0" y="20192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20192"/>
                  </a:lnTo>
                  <a:close/>
                </a:path>
                <a:path w="212089" h="102869">
                  <a:moveTo>
                    <a:pt x="3809" y="17779"/>
                  </a:moveTo>
                  <a:lnTo>
                    <a:pt x="0" y="17779"/>
                  </a:lnTo>
                  <a:lnTo>
                    <a:pt x="0" y="19050"/>
                  </a:lnTo>
                  <a:lnTo>
                    <a:pt x="3809" y="19050"/>
                  </a:lnTo>
                  <a:lnTo>
                    <a:pt x="3809" y="17779"/>
                  </a:lnTo>
                  <a:close/>
                </a:path>
                <a:path w="212089" h="102869">
                  <a:moveTo>
                    <a:pt x="3809" y="13842"/>
                  </a:moveTo>
                  <a:lnTo>
                    <a:pt x="0" y="13842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3842"/>
                  </a:lnTo>
                  <a:close/>
                </a:path>
                <a:path w="212089" h="102869">
                  <a:moveTo>
                    <a:pt x="3809" y="11429"/>
                  </a:moveTo>
                  <a:lnTo>
                    <a:pt x="0" y="11429"/>
                  </a:lnTo>
                  <a:lnTo>
                    <a:pt x="0" y="12700"/>
                  </a:lnTo>
                  <a:lnTo>
                    <a:pt x="3809" y="12700"/>
                  </a:lnTo>
                  <a:lnTo>
                    <a:pt x="3809" y="11429"/>
                  </a:lnTo>
                  <a:close/>
                </a:path>
                <a:path w="212089" h="102869">
                  <a:moveTo>
                    <a:pt x="3809" y="7492"/>
                  </a:moveTo>
                  <a:lnTo>
                    <a:pt x="0" y="7492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7492"/>
                  </a:lnTo>
                  <a:close/>
                </a:path>
                <a:path w="212089" h="102869">
                  <a:moveTo>
                    <a:pt x="3809" y="5079"/>
                  </a:moveTo>
                  <a:lnTo>
                    <a:pt x="0" y="5079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5079"/>
                  </a:lnTo>
                  <a:close/>
                </a:path>
                <a:path w="212089" h="102869">
                  <a:moveTo>
                    <a:pt x="3809" y="0"/>
                  </a:moveTo>
                  <a:lnTo>
                    <a:pt x="2540" y="0"/>
                  </a:lnTo>
                  <a:lnTo>
                    <a:pt x="2540" y="1142"/>
                  </a:lnTo>
                  <a:lnTo>
                    <a:pt x="0" y="1142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DDD2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1449069" y="2611119"/>
              <a:ext cx="201930" cy="101600"/>
            </a:xfrm>
            <a:custGeom>
              <a:avLst/>
              <a:gdLst/>
              <a:ahLst/>
              <a:cxnLst/>
              <a:rect l="l" t="t" r="r" b="b"/>
              <a:pathLst>
                <a:path w="201930" h="101600">
                  <a:moveTo>
                    <a:pt x="200660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201930" y="101600"/>
                  </a:lnTo>
                  <a:lnTo>
                    <a:pt x="201930" y="100329"/>
                  </a:lnTo>
                  <a:lnTo>
                    <a:pt x="200660" y="100329"/>
                  </a:lnTo>
                  <a:lnTo>
                    <a:pt x="200660" y="99060"/>
                  </a:lnTo>
                  <a:close/>
                </a:path>
                <a:path w="201930" h="101600">
                  <a:moveTo>
                    <a:pt x="198119" y="97789"/>
                  </a:moveTo>
                  <a:lnTo>
                    <a:pt x="195580" y="97789"/>
                  </a:lnTo>
                  <a:lnTo>
                    <a:pt x="195580" y="99060"/>
                  </a:lnTo>
                  <a:lnTo>
                    <a:pt x="198119" y="99060"/>
                  </a:lnTo>
                  <a:lnTo>
                    <a:pt x="198119" y="97789"/>
                  </a:lnTo>
                  <a:close/>
                </a:path>
                <a:path w="201930" h="101600">
                  <a:moveTo>
                    <a:pt x="3810" y="96520"/>
                  </a:moveTo>
                  <a:lnTo>
                    <a:pt x="0" y="96520"/>
                  </a:lnTo>
                  <a:lnTo>
                    <a:pt x="0" y="97789"/>
                  </a:lnTo>
                  <a:lnTo>
                    <a:pt x="3810" y="97789"/>
                  </a:lnTo>
                  <a:lnTo>
                    <a:pt x="3810" y="96520"/>
                  </a:lnTo>
                  <a:close/>
                </a:path>
                <a:path w="201930" h="101600">
                  <a:moveTo>
                    <a:pt x="3810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3810" y="95250"/>
                  </a:lnTo>
                  <a:lnTo>
                    <a:pt x="3810" y="92710"/>
                  </a:lnTo>
                  <a:close/>
                </a:path>
                <a:path w="201930" h="101600">
                  <a:moveTo>
                    <a:pt x="3810" y="90170"/>
                  </a:moveTo>
                  <a:lnTo>
                    <a:pt x="0" y="90170"/>
                  </a:lnTo>
                  <a:lnTo>
                    <a:pt x="0" y="91439"/>
                  </a:lnTo>
                  <a:lnTo>
                    <a:pt x="3810" y="91439"/>
                  </a:lnTo>
                  <a:lnTo>
                    <a:pt x="3810" y="90170"/>
                  </a:lnTo>
                  <a:close/>
                </a:path>
                <a:path w="201930" h="101600">
                  <a:moveTo>
                    <a:pt x="3810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3810" y="88900"/>
                  </a:lnTo>
                  <a:lnTo>
                    <a:pt x="3810" y="86360"/>
                  </a:lnTo>
                  <a:close/>
                </a:path>
                <a:path w="201930" h="101600">
                  <a:moveTo>
                    <a:pt x="3810" y="83820"/>
                  </a:moveTo>
                  <a:lnTo>
                    <a:pt x="0" y="83820"/>
                  </a:lnTo>
                  <a:lnTo>
                    <a:pt x="0" y="85089"/>
                  </a:lnTo>
                  <a:lnTo>
                    <a:pt x="3810" y="85089"/>
                  </a:lnTo>
                  <a:lnTo>
                    <a:pt x="3810" y="83820"/>
                  </a:lnTo>
                  <a:close/>
                </a:path>
                <a:path w="201930" h="101600">
                  <a:moveTo>
                    <a:pt x="3810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3810" y="82550"/>
                  </a:lnTo>
                  <a:lnTo>
                    <a:pt x="3810" y="80010"/>
                  </a:lnTo>
                  <a:close/>
                </a:path>
                <a:path w="201930" h="101600">
                  <a:moveTo>
                    <a:pt x="3810" y="77470"/>
                  </a:moveTo>
                  <a:lnTo>
                    <a:pt x="0" y="77470"/>
                  </a:lnTo>
                  <a:lnTo>
                    <a:pt x="0" y="78739"/>
                  </a:lnTo>
                  <a:lnTo>
                    <a:pt x="3810" y="78739"/>
                  </a:lnTo>
                  <a:lnTo>
                    <a:pt x="3810" y="77470"/>
                  </a:lnTo>
                  <a:close/>
                </a:path>
                <a:path w="201930" h="101600">
                  <a:moveTo>
                    <a:pt x="3810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3810" y="76200"/>
                  </a:lnTo>
                  <a:lnTo>
                    <a:pt x="3810" y="73660"/>
                  </a:lnTo>
                  <a:close/>
                </a:path>
                <a:path w="201930" h="101600">
                  <a:moveTo>
                    <a:pt x="3810" y="71120"/>
                  </a:moveTo>
                  <a:lnTo>
                    <a:pt x="0" y="71120"/>
                  </a:lnTo>
                  <a:lnTo>
                    <a:pt x="0" y="72389"/>
                  </a:lnTo>
                  <a:lnTo>
                    <a:pt x="3810" y="72389"/>
                  </a:lnTo>
                  <a:lnTo>
                    <a:pt x="3810" y="71120"/>
                  </a:lnTo>
                  <a:close/>
                </a:path>
                <a:path w="201930" h="101600">
                  <a:moveTo>
                    <a:pt x="3810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3810" y="69850"/>
                  </a:lnTo>
                  <a:lnTo>
                    <a:pt x="3810" y="67310"/>
                  </a:lnTo>
                  <a:close/>
                </a:path>
                <a:path w="201930" h="101600">
                  <a:moveTo>
                    <a:pt x="3810" y="64770"/>
                  </a:moveTo>
                  <a:lnTo>
                    <a:pt x="0" y="64770"/>
                  </a:lnTo>
                  <a:lnTo>
                    <a:pt x="0" y="66039"/>
                  </a:lnTo>
                  <a:lnTo>
                    <a:pt x="3810" y="66039"/>
                  </a:lnTo>
                  <a:lnTo>
                    <a:pt x="3810" y="64770"/>
                  </a:lnTo>
                  <a:close/>
                </a:path>
                <a:path w="201930" h="101600">
                  <a:moveTo>
                    <a:pt x="3810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60960"/>
                  </a:lnTo>
                  <a:close/>
                </a:path>
                <a:path w="201930" h="101600">
                  <a:moveTo>
                    <a:pt x="3810" y="58420"/>
                  </a:moveTo>
                  <a:lnTo>
                    <a:pt x="0" y="58420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8420"/>
                  </a:lnTo>
                  <a:close/>
                </a:path>
                <a:path w="201930" h="101600">
                  <a:moveTo>
                    <a:pt x="3810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3810" y="57150"/>
                  </a:lnTo>
                  <a:lnTo>
                    <a:pt x="3810" y="54610"/>
                  </a:lnTo>
                  <a:close/>
                </a:path>
                <a:path w="201930" h="101600">
                  <a:moveTo>
                    <a:pt x="3810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52070"/>
                  </a:lnTo>
                  <a:close/>
                </a:path>
                <a:path w="201930" h="101600">
                  <a:moveTo>
                    <a:pt x="3810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3810" y="50800"/>
                  </a:lnTo>
                  <a:lnTo>
                    <a:pt x="3810" y="48260"/>
                  </a:lnTo>
                  <a:close/>
                </a:path>
                <a:path w="201930" h="101600">
                  <a:moveTo>
                    <a:pt x="3810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5720"/>
                  </a:lnTo>
                  <a:close/>
                </a:path>
                <a:path w="201930" h="101600">
                  <a:moveTo>
                    <a:pt x="3810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3810" y="44450"/>
                  </a:lnTo>
                  <a:lnTo>
                    <a:pt x="3810" y="41910"/>
                  </a:lnTo>
                  <a:close/>
                </a:path>
                <a:path w="201930" h="101600">
                  <a:moveTo>
                    <a:pt x="3810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9370"/>
                  </a:lnTo>
                  <a:close/>
                </a:path>
                <a:path w="201930" h="101600">
                  <a:moveTo>
                    <a:pt x="381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5560"/>
                  </a:lnTo>
                  <a:close/>
                </a:path>
                <a:path w="201930" h="101600">
                  <a:moveTo>
                    <a:pt x="3810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33020"/>
                  </a:lnTo>
                  <a:close/>
                </a:path>
                <a:path w="201930" h="101600">
                  <a:moveTo>
                    <a:pt x="381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3810" y="31750"/>
                  </a:lnTo>
                  <a:lnTo>
                    <a:pt x="3810" y="29210"/>
                  </a:lnTo>
                  <a:close/>
                </a:path>
                <a:path w="201930" h="101600">
                  <a:moveTo>
                    <a:pt x="3810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6670"/>
                  </a:lnTo>
                  <a:close/>
                </a:path>
                <a:path w="201930" h="101600">
                  <a:moveTo>
                    <a:pt x="381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2860"/>
                  </a:lnTo>
                  <a:close/>
                </a:path>
                <a:path w="201930" h="101600">
                  <a:moveTo>
                    <a:pt x="3810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20320"/>
                  </a:lnTo>
                  <a:close/>
                </a:path>
                <a:path w="201930" h="101600">
                  <a:moveTo>
                    <a:pt x="381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6510"/>
                  </a:lnTo>
                  <a:close/>
                </a:path>
                <a:path w="201930" h="101600">
                  <a:moveTo>
                    <a:pt x="3810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3970"/>
                  </a:lnTo>
                  <a:close/>
                </a:path>
                <a:path w="201930" h="101600">
                  <a:moveTo>
                    <a:pt x="381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10160"/>
                  </a:lnTo>
                  <a:close/>
                </a:path>
                <a:path w="201930" h="101600">
                  <a:moveTo>
                    <a:pt x="3810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7620"/>
                  </a:lnTo>
                  <a:close/>
                </a:path>
                <a:path w="201930" h="101600">
                  <a:moveTo>
                    <a:pt x="3810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3810"/>
                  </a:lnTo>
                  <a:close/>
                </a:path>
                <a:path w="201930" h="101600">
                  <a:moveTo>
                    <a:pt x="38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DCD1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1452880" y="2609850"/>
              <a:ext cx="191770" cy="99060"/>
            </a:xfrm>
            <a:custGeom>
              <a:avLst/>
              <a:gdLst/>
              <a:ahLst/>
              <a:cxnLst/>
              <a:rect l="l" t="t" r="r" b="b"/>
              <a:pathLst>
                <a:path w="191769" h="99060">
                  <a:moveTo>
                    <a:pt x="191769" y="97789"/>
                  </a:moveTo>
                  <a:lnTo>
                    <a:pt x="0" y="97789"/>
                  </a:lnTo>
                  <a:lnTo>
                    <a:pt x="0" y="99060"/>
                  </a:lnTo>
                  <a:lnTo>
                    <a:pt x="191769" y="99060"/>
                  </a:lnTo>
                  <a:lnTo>
                    <a:pt x="191769" y="97789"/>
                  </a:lnTo>
                  <a:close/>
                </a:path>
                <a:path w="191769" h="99060">
                  <a:moveTo>
                    <a:pt x="189229" y="96647"/>
                  </a:moveTo>
                  <a:lnTo>
                    <a:pt x="187959" y="96647"/>
                  </a:lnTo>
                  <a:lnTo>
                    <a:pt x="187959" y="97789"/>
                  </a:lnTo>
                  <a:lnTo>
                    <a:pt x="189229" y="97789"/>
                  </a:lnTo>
                  <a:lnTo>
                    <a:pt x="189229" y="96647"/>
                  </a:lnTo>
                  <a:close/>
                </a:path>
                <a:path w="191769" h="99060">
                  <a:moveTo>
                    <a:pt x="3809" y="93980"/>
                  </a:moveTo>
                  <a:lnTo>
                    <a:pt x="0" y="93980"/>
                  </a:lnTo>
                  <a:lnTo>
                    <a:pt x="0" y="96647"/>
                  </a:lnTo>
                  <a:lnTo>
                    <a:pt x="187959" y="96647"/>
                  </a:lnTo>
                  <a:lnTo>
                    <a:pt x="187959" y="95250"/>
                  </a:lnTo>
                  <a:lnTo>
                    <a:pt x="3809" y="95250"/>
                  </a:lnTo>
                  <a:lnTo>
                    <a:pt x="3809" y="93980"/>
                  </a:lnTo>
                  <a:close/>
                </a:path>
                <a:path w="191769" h="99060">
                  <a:moveTo>
                    <a:pt x="3809" y="91439"/>
                  </a:moveTo>
                  <a:lnTo>
                    <a:pt x="0" y="91439"/>
                  </a:lnTo>
                  <a:lnTo>
                    <a:pt x="0" y="92710"/>
                  </a:lnTo>
                  <a:lnTo>
                    <a:pt x="3809" y="92710"/>
                  </a:lnTo>
                  <a:lnTo>
                    <a:pt x="3809" y="91439"/>
                  </a:lnTo>
                  <a:close/>
                </a:path>
                <a:path w="191769" h="99060">
                  <a:moveTo>
                    <a:pt x="3809" y="87630"/>
                  </a:moveTo>
                  <a:lnTo>
                    <a:pt x="0" y="87630"/>
                  </a:lnTo>
                  <a:lnTo>
                    <a:pt x="0" y="90297"/>
                  </a:lnTo>
                  <a:lnTo>
                    <a:pt x="3809" y="90297"/>
                  </a:lnTo>
                  <a:lnTo>
                    <a:pt x="3809" y="87630"/>
                  </a:lnTo>
                  <a:close/>
                </a:path>
                <a:path w="191769" h="99060">
                  <a:moveTo>
                    <a:pt x="3809" y="85089"/>
                  </a:moveTo>
                  <a:lnTo>
                    <a:pt x="0" y="85089"/>
                  </a:lnTo>
                  <a:lnTo>
                    <a:pt x="0" y="86360"/>
                  </a:lnTo>
                  <a:lnTo>
                    <a:pt x="3809" y="86360"/>
                  </a:lnTo>
                  <a:lnTo>
                    <a:pt x="3809" y="85089"/>
                  </a:lnTo>
                  <a:close/>
                </a:path>
                <a:path w="191769" h="99060">
                  <a:moveTo>
                    <a:pt x="3809" y="81280"/>
                  </a:moveTo>
                  <a:lnTo>
                    <a:pt x="0" y="81280"/>
                  </a:lnTo>
                  <a:lnTo>
                    <a:pt x="0" y="83947"/>
                  </a:lnTo>
                  <a:lnTo>
                    <a:pt x="3809" y="83947"/>
                  </a:lnTo>
                  <a:lnTo>
                    <a:pt x="3809" y="81280"/>
                  </a:lnTo>
                  <a:close/>
                </a:path>
                <a:path w="191769" h="99060">
                  <a:moveTo>
                    <a:pt x="3809" y="78739"/>
                  </a:moveTo>
                  <a:lnTo>
                    <a:pt x="0" y="78739"/>
                  </a:lnTo>
                  <a:lnTo>
                    <a:pt x="0" y="80010"/>
                  </a:lnTo>
                  <a:lnTo>
                    <a:pt x="3809" y="80010"/>
                  </a:lnTo>
                  <a:lnTo>
                    <a:pt x="3809" y="78739"/>
                  </a:lnTo>
                  <a:close/>
                </a:path>
                <a:path w="191769" h="99060">
                  <a:moveTo>
                    <a:pt x="3809" y="74930"/>
                  </a:moveTo>
                  <a:lnTo>
                    <a:pt x="0" y="74930"/>
                  </a:lnTo>
                  <a:lnTo>
                    <a:pt x="0" y="77597"/>
                  </a:lnTo>
                  <a:lnTo>
                    <a:pt x="3809" y="77597"/>
                  </a:lnTo>
                  <a:lnTo>
                    <a:pt x="3809" y="74930"/>
                  </a:lnTo>
                  <a:close/>
                </a:path>
                <a:path w="191769" h="99060">
                  <a:moveTo>
                    <a:pt x="3809" y="72389"/>
                  </a:moveTo>
                  <a:lnTo>
                    <a:pt x="0" y="72389"/>
                  </a:lnTo>
                  <a:lnTo>
                    <a:pt x="0" y="73660"/>
                  </a:lnTo>
                  <a:lnTo>
                    <a:pt x="3809" y="73660"/>
                  </a:lnTo>
                  <a:lnTo>
                    <a:pt x="3809" y="72389"/>
                  </a:lnTo>
                  <a:close/>
                </a:path>
                <a:path w="191769" h="99060">
                  <a:moveTo>
                    <a:pt x="3809" y="68580"/>
                  </a:moveTo>
                  <a:lnTo>
                    <a:pt x="0" y="68580"/>
                  </a:lnTo>
                  <a:lnTo>
                    <a:pt x="0" y="71247"/>
                  </a:lnTo>
                  <a:lnTo>
                    <a:pt x="3809" y="71247"/>
                  </a:lnTo>
                  <a:lnTo>
                    <a:pt x="3809" y="68580"/>
                  </a:lnTo>
                  <a:close/>
                </a:path>
                <a:path w="191769" h="99060">
                  <a:moveTo>
                    <a:pt x="3809" y="66039"/>
                  </a:moveTo>
                  <a:lnTo>
                    <a:pt x="0" y="66039"/>
                  </a:lnTo>
                  <a:lnTo>
                    <a:pt x="0" y="67310"/>
                  </a:lnTo>
                  <a:lnTo>
                    <a:pt x="3809" y="67310"/>
                  </a:lnTo>
                  <a:lnTo>
                    <a:pt x="3809" y="66039"/>
                  </a:lnTo>
                  <a:close/>
                </a:path>
                <a:path w="191769" h="99060">
                  <a:moveTo>
                    <a:pt x="3809" y="62230"/>
                  </a:moveTo>
                  <a:lnTo>
                    <a:pt x="0" y="62230"/>
                  </a:lnTo>
                  <a:lnTo>
                    <a:pt x="0" y="64897"/>
                  </a:lnTo>
                  <a:lnTo>
                    <a:pt x="3809" y="64897"/>
                  </a:lnTo>
                  <a:lnTo>
                    <a:pt x="3809" y="62230"/>
                  </a:lnTo>
                  <a:close/>
                </a:path>
                <a:path w="191769" h="99060">
                  <a:moveTo>
                    <a:pt x="3809" y="59689"/>
                  </a:moveTo>
                  <a:lnTo>
                    <a:pt x="0" y="59689"/>
                  </a:lnTo>
                  <a:lnTo>
                    <a:pt x="0" y="60960"/>
                  </a:lnTo>
                  <a:lnTo>
                    <a:pt x="3809" y="60960"/>
                  </a:lnTo>
                  <a:lnTo>
                    <a:pt x="3809" y="59689"/>
                  </a:lnTo>
                  <a:close/>
                </a:path>
                <a:path w="191769" h="99060">
                  <a:moveTo>
                    <a:pt x="3809" y="55880"/>
                  </a:moveTo>
                  <a:lnTo>
                    <a:pt x="0" y="55880"/>
                  </a:lnTo>
                  <a:lnTo>
                    <a:pt x="0" y="58547"/>
                  </a:lnTo>
                  <a:lnTo>
                    <a:pt x="3809" y="58547"/>
                  </a:lnTo>
                  <a:lnTo>
                    <a:pt x="3809" y="55880"/>
                  </a:lnTo>
                  <a:close/>
                </a:path>
                <a:path w="191769" h="99060">
                  <a:moveTo>
                    <a:pt x="3809" y="53339"/>
                  </a:moveTo>
                  <a:lnTo>
                    <a:pt x="0" y="53339"/>
                  </a:lnTo>
                  <a:lnTo>
                    <a:pt x="0" y="54610"/>
                  </a:lnTo>
                  <a:lnTo>
                    <a:pt x="3809" y="54610"/>
                  </a:lnTo>
                  <a:lnTo>
                    <a:pt x="3809" y="53339"/>
                  </a:lnTo>
                  <a:close/>
                </a:path>
                <a:path w="191769" h="99060">
                  <a:moveTo>
                    <a:pt x="3809" y="49530"/>
                  </a:moveTo>
                  <a:lnTo>
                    <a:pt x="0" y="49530"/>
                  </a:lnTo>
                  <a:lnTo>
                    <a:pt x="0" y="52197"/>
                  </a:lnTo>
                  <a:lnTo>
                    <a:pt x="3809" y="52197"/>
                  </a:lnTo>
                  <a:lnTo>
                    <a:pt x="3809" y="49530"/>
                  </a:lnTo>
                  <a:close/>
                </a:path>
                <a:path w="191769" h="99060">
                  <a:moveTo>
                    <a:pt x="3809" y="46989"/>
                  </a:moveTo>
                  <a:lnTo>
                    <a:pt x="0" y="46989"/>
                  </a:lnTo>
                  <a:lnTo>
                    <a:pt x="0" y="48260"/>
                  </a:lnTo>
                  <a:lnTo>
                    <a:pt x="3809" y="48260"/>
                  </a:lnTo>
                  <a:lnTo>
                    <a:pt x="3809" y="46989"/>
                  </a:lnTo>
                  <a:close/>
                </a:path>
                <a:path w="191769" h="99060">
                  <a:moveTo>
                    <a:pt x="3809" y="43180"/>
                  </a:moveTo>
                  <a:lnTo>
                    <a:pt x="0" y="43180"/>
                  </a:lnTo>
                  <a:lnTo>
                    <a:pt x="0" y="45847"/>
                  </a:lnTo>
                  <a:lnTo>
                    <a:pt x="3809" y="45847"/>
                  </a:lnTo>
                  <a:lnTo>
                    <a:pt x="3809" y="43180"/>
                  </a:lnTo>
                  <a:close/>
                </a:path>
                <a:path w="191769" h="99060">
                  <a:moveTo>
                    <a:pt x="3809" y="40639"/>
                  </a:moveTo>
                  <a:lnTo>
                    <a:pt x="0" y="40639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40639"/>
                  </a:lnTo>
                  <a:close/>
                </a:path>
                <a:path w="191769" h="99060">
                  <a:moveTo>
                    <a:pt x="3809" y="36830"/>
                  </a:moveTo>
                  <a:lnTo>
                    <a:pt x="0" y="36830"/>
                  </a:lnTo>
                  <a:lnTo>
                    <a:pt x="0" y="39497"/>
                  </a:lnTo>
                  <a:lnTo>
                    <a:pt x="3809" y="39497"/>
                  </a:lnTo>
                  <a:lnTo>
                    <a:pt x="3809" y="36830"/>
                  </a:lnTo>
                  <a:close/>
                </a:path>
                <a:path w="191769" h="99060">
                  <a:moveTo>
                    <a:pt x="3809" y="34289"/>
                  </a:moveTo>
                  <a:lnTo>
                    <a:pt x="0" y="34289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34289"/>
                  </a:lnTo>
                  <a:close/>
                </a:path>
                <a:path w="191769" h="99060">
                  <a:moveTo>
                    <a:pt x="3809" y="30480"/>
                  </a:moveTo>
                  <a:lnTo>
                    <a:pt x="0" y="30480"/>
                  </a:lnTo>
                  <a:lnTo>
                    <a:pt x="0" y="33147"/>
                  </a:lnTo>
                  <a:lnTo>
                    <a:pt x="3809" y="33147"/>
                  </a:lnTo>
                  <a:lnTo>
                    <a:pt x="3809" y="30480"/>
                  </a:lnTo>
                  <a:close/>
                </a:path>
                <a:path w="191769" h="99060">
                  <a:moveTo>
                    <a:pt x="3809" y="27939"/>
                  </a:moveTo>
                  <a:lnTo>
                    <a:pt x="0" y="27939"/>
                  </a:lnTo>
                  <a:lnTo>
                    <a:pt x="0" y="29210"/>
                  </a:lnTo>
                  <a:lnTo>
                    <a:pt x="3809" y="29210"/>
                  </a:lnTo>
                  <a:lnTo>
                    <a:pt x="3809" y="27939"/>
                  </a:lnTo>
                  <a:close/>
                </a:path>
                <a:path w="191769" h="99060">
                  <a:moveTo>
                    <a:pt x="3809" y="24130"/>
                  </a:moveTo>
                  <a:lnTo>
                    <a:pt x="0" y="24130"/>
                  </a:lnTo>
                  <a:lnTo>
                    <a:pt x="0" y="26797"/>
                  </a:lnTo>
                  <a:lnTo>
                    <a:pt x="3809" y="26797"/>
                  </a:lnTo>
                  <a:lnTo>
                    <a:pt x="3809" y="24130"/>
                  </a:lnTo>
                  <a:close/>
                </a:path>
                <a:path w="191769" h="99060">
                  <a:moveTo>
                    <a:pt x="3809" y="21589"/>
                  </a:moveTo>
                  <a:lnTo>
                    <a:pt x="0" y="21589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21589"/>
                  </a:lnTo>
                  <a:close/>
                </a:path>
                <a:path w="191769" h="99060">
                  <a:moveTo>
                    <a:pt x="3809" y="17780"/>
                  </a:moveTo>
                  <a:lnTo>
                    <a:pt x="0" y="17780"/>
                  </a:lnTo>
                  <a:lnTo>
                    <a:pt x="0" y="20447"/>
                  </a:lnTo>
                  <a:lnTo>
                    <a:pt x="3809" y="20447"/>
                  </a:lnTo>
                  <a:lnTo>
                    <a:pt x="3809" y="17780"/>
                  </a:lnTo>
                  <a:close/>
                </a:path>
                <a:path w="191769" h="99060">
                  <a:moveTo>
                    <a:pt x="3809" y="15239"/>
                  </a:moveTo>
                  <a:lnTo>
                    <a:pt x="0" y="15239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5239"/>
                  </a:lnTo>
                  <a:close/>
                </a:path>
                <a:path w="191769" h="99060">
                  <a:moveTo>
                    <a:pt x="3809" y="11430"/>
                  </a:moveTo>
                  <a:lnTo>
                    <a:pt x="0" y="11430"/>
                  </a:lnTo>
                  <a:lnTo>
                    <a:pt x="0" y="14097"/>
                  </a:lnTo>
                  <a:lnTo>
                    <a:pt x="3809" y="14097"/>
                  </a:lnTo>
                  <a:lnTo>
                    <a:pt x="3809" y="11430"/>
                  </a:lnTo>
                  <a:close/>
                </a:path>
                <a:path w="191769" h="99060">
                  <a:moveTo>
                    <a:pt x="3809" y="8889"/>
                  </a:moveTo>
                  <a:lnTo>
                    <a:pt x="0" y="8889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8889"/>
                  </a:lnTo>
                  <a:close/>
                </a:path>
                <a:path w="191769" h="99060">
                  <a:moveTo>
                    <a:pt x="3809" y="5080"/>
                  </a:moveTo>
                  <a:lnTo>
                    <a:pt x="0" y="5080"/>
                  </a:lnTo>
                  <a:lnTo>
                    <a:pt x="0" y="7747"/>
                  </a:lnTo>
                  <a:lnTo>
                    <a:pt x="3809" y="7747"/>
                  </a:lnTo>
                  <a:lnTo>
                    <a:pt x="3809" y="5080"/>
                  </a:lnTo>
                  <a:close/>
                </a:path>
                <a:path w="191769" h="99060">
                  <a:moveTo>
                    <a:pt x="1269" y="1397"/>
                  </a:moveTo>
                  <a:lnTo>
                    <a:pt x="0" y="1397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2539"/>
                  </a:lnTo>
                  <a:lnTo>
                    <a:pt x="1269" y="2539"/>
                  </a:lnTo>
                  <a:lnTo>
                    <a:pt x="1269" y="1397"/>
                  </a:lnTo>
                  <a:close/>
                </a:path>
                <a:path w="191769" h="99060">
                  <a:moveTo>
                    <a:pt x="3809" y="0"/>
                  </a:moveTo>
                  <a:lnTo>
                    <a:pt x="1269" y="0"/>
                  </a:lnTo>
                  <a:lnTo>
                    <a:pt x="1269" y="1397"/>
                  </a:lnTo>
                  <a:lnTo>
                    <a:pt x="3809" y="1397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DAD0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1456690" y="2608579"/>
              <a:ext cx="181610" cy="96520"/>
            </a:xfrm>
            <a:custGeom>
              <a:avLst/>
              <a:gdLst/>
              <a:ahLst/>
              <a:cxnLst/>
              <a:rect l="l" t="t" r="r" b="b"/>
              <a:pathLst>
                <a:path w="181610" h="96519">
                  <a:moveTo>
                    <a:pt x="2540" y="88900"/>
                  </a:moveTo>
                  <a:lnTo>
                    <a:pt x="0" y="88900"/>
                  </a:lnTo>
                  <a:lnTo>
                    <a:pt x="0" y="91567"/>
                  </a:lnTo>
                  <a:lnTo>
                    <a:pt x="2540" y="91567"/>
                  </a:lnTo>
                  <a:lnTo>
                    <a:pt x="2540" y="88900"/>
                  </a:lnTo>
                  <a:close/>
                </a:path>
                <a:path w="181610" h="96519">
                  <a:moveTo>
                    <a:pt x="2540" y="86360"/>
                  </a:moveTo>
                  <a:lnTo>
                    <a:pt x="0" y="86360"/>
                  </a:lnTo>
                  <a:lnTo>
                    <a:pt x="0" y="87757"/>
                  </a:lnTo>
                  <a:lnTo>
                    <a:pt x="2540" y="87757"/>
                  </a:lnTo>
                  <a:lnTo>
                    <a:pt x="2540" y="86360"/>
                  </a:lnTo>
                  <a:close/>
                </a:path>
                <a:path w="181610" h="96519">
                  <a:moveTo>
                    <a:pt x="2540" y="82550"/>
                  </a:moveTo>
                  <a:lnTo>
                    <a:pt x="0" y="82550"/>
                  </a:lnTo>
                  <a:lnTo>
                    <a:pt x="0" y="85217"/>
                  </a:lnTo>
                  <a:lnTo>
                    <a:pt x="2540" y="85217"/>
                  </a:lnTo>
                  <a:lnTo>
                    <a:pt x="2540" y="82550"/>
                  </a:lnTo>
                  <a:close/>
                </a:path>
                <a:path w="181610" h="96519">
                  <a:moveTo>
                    <a:pt x="2540" y="80010"/>
                  </a:moveTo>
                  <a:lnTo>
                    <a:pt x="0" y="80010"/>
                  </a:lnTo>
                  <a:lnTo>
                    <a:pt x="0" y="81407"/>
                  </a:lnTo>
                  <a:lnTo>
                    <a:pt x="2540" y="81407"/>
                  </a:lnTo>
                  <a:lnTo>
                    <a:pt x="2540" y="80010"/>
                  </a:lnTo>
                  <a:close/>
                </a:path>
                <a:path w="181610" h="96519">
                  <a:moveTo>
                    <a:pt x="2540" y="76200"/>
                  </a:moveTo>
                  <a:lnTo>
                    <a:pt x="0" y="76200"/>
                  </a:lnTo>
                  <a:lnTo>
                    <a:pt x="0" y="78867"/>
                  </a:lnTo>
                  <a:lnTo>
                    <a:pt x="2540" y="78867"/>
                  </a:lnTo>
                  <a:lnTo>
                    <a:pt x="2540" y="76200"/>
                  </a:lnTo>
                  <a:close/>
                </a:path>
                <a:path w="181610" h="96519">
                  <a:moveTo>
                    <a:pt x="2540" y="73660"/>
                  </a:moveTo>
                  <a:lnTo>
                    <a:pt x="0" y="73660"/>
                  </a:lnTo>
                  <a:lnTo>
                    <a:pt x="0" y="75057"/>
                  </a:lnTo>
                  <a:lnTo>
                    <a:pt x="2540" y="75057"/>
                  </a:lnTo>
                  <a:lnTo>
                    <a:pt x="2540" y="73660"/>
                  </a:lnTo>
                  <a:close/>
                </a:path>
                <a:path w="181610" h="96519">
                  <a:moveTo>
                    <a:pt x="2540" y="69850"/>
                  </a:moveTo>
                  <a:lnTo>
                    <a:pt x="0" y="69850"/>
                  </a:lnTo>
                  <a:lnTo>
                    <a:pt x="0" y="72517"/>
                  </a:lnTo>
                  <a:lnTo>
                    <a:pt x="2540" y="72517"/>
                  </a:lnTo>
                  <a:lnTo>
                    <a:pt x="2540" y="69850"/>
                  </a:lnTo>
                  <a:close/>
                </a:path>
                <a:path w="181610" h="96519">
                  <a:moveTo>
                    <a:pt x="2540" y="67310"/>
                  </a:moveTo>
                  <a:lnTo>
                    <a:pt x="0" y="67310"/>
                  </a:lnTo>
                  <a:lnTo>
                    <a:pt x="0" y="68707"/>
                  </a:lnTo>
                  <a:lnTo>
                    <a:pt x="2540" y="68707"/>
                  </a:lnTo>
                  <a:lnTo>
                    <a:pt x="2540" y="67310"/>
                  </a:lnTo>
                  <a:close/>
                </a:path>
                <a:path w="181610" h="96519">
                  <a:moveTo>
                    <a:pt x="2540" y="63500"/>
                  </a:moveTo>
                  <a:lnTo>
                    <a:pt x="0" y="63500"/>
                  </a:lnTo>
                  <a:lnTo>
                    <a:pt x="0" y="66167"/>
                  </a:lnTo>
                  <a:lnTo>
                    <a:pt x="2540" y="66167"/>
                  </a:lnTo>
                  <a:lnTo>
                    <a:pt x="2540" y="63500"/>
                  </a:lnTo>
                  <a:close/>
                </a:path>
                <a:path w="181610" h="96519">
                  <a:moveTo>
                    <a:pt x="2540" y="60960"/>
                  </a:moveTo>
                  <a:lnTo>
                    <a:pt x="0" y="60960"/>
                  </a:lnTo>
                  <a:lnTo>
                    <a:pt x="0" y="62357"/>
                  </a:lnTo>
                  <a:lnTo>
                    <a:pt x="2540" y="62357"/>
                  </a:lnTo>
                  <a:lnTo>
                    <a:pt x="2540" y="60960"/>
                  </a:lnTo>
                  <a:close/>
                </a:path>
                <a:path w="181610" h="96519">
                  <a:moveTo>
                    <a:pt x="2540" y="57150"/>
                  </a:moveTo>
                  <a:lnTo>
                    <a:pt x="0" y="57150"/>
                  </a:lnTo>
                  <a:lnTo>
                    <a:pt x="0" y="59817"/>
                  </a:lnTo>
                  <a:lnTo>
                    <a:pt x="2540" y="59817"/>
                  </a:lnTo>
                  <a:lnTo>
                    <a:pt x="2540" y="57150"/>
                  </a:lnTo>
                  <a:close/>
                </a:path>
                <a:path w="181610" h="96519">
                  <a:moveTo>
                    <a:pt x="2540" y="54610"/>
                  </a:moveTo>
                  <a:lnTo>
                    <a:pt x="0" y="54610"/>
                  </a:lnTo>
                  <a:lnTo>
                    <a:pt x="0" y="56007"/>
                  </a:lnTo>
                  <a:lnTo>
                    <a:pt x="2540" y="56007"/>
                  </a:lnTo>
                  <a:lnTo>
                    <a:pt x="2540" y="54610"/>
                  </a:lnTo>
                  <a:close/>
                </a:path>
                <a:path w="181610" h="96519">
                  <a:moveTo>
                    <a:pt x="2540" y="50800"/>
                  </a:moveTo>
                  <a:lnTo>
                    <a:pt x="0" y="50800"/>
                  </a:lnTo>
                  <a:lnTo>
                    <a:pt x="0" y="53467"/>
                  </a:lnTo>
                  <a:lnTo>
                    <a:pt x="2540" y="53467"/>
                  </a:lnTo>
                  <a:lnTo>
                    <a:pt x="2540" y="50800"/>
                  </a:lnTo>
                  <a:close/>
                </a:path>
                <a:path w="181610" h="96519">
                  <a:moveTo>
                    <a:pt x="2540" y="48260"/>
                  </a:moveTo>
                  <a:lnTo>
                    <a:pt x="0" y="48260"/>
                  </a:lnTo>
                  <a:lnTo>
                    <a:pt x="0" y="49657"/>
                  </a:lnTo>
                  <a:lnTo>
                    <a:pt x="2540" y="49657"/>
                  </a:lnTo>
                  <a:lnTo>
                    <a:pt x="2540" y="48260"/>
                  </a:lnTo>
                  <a:close/>
                </a:path>
                <a:path w="181610" h="96519">
                  <a:moveTo>
                    <a:pt x="2540" y="44450"/>
                  </a:moveTo>
                  <a:lnTo>
                    <a:pt x="0" y="44450"/>
                  </a:lnTo>
                  <a:lnTo>
                    <a:pt x="0" y="47117"/>
                  </a:lnTo>
                  <a:lnTo>
                    <a:pt x="2540" y="47117"/>
                  </a:lnTo>
                  <a:lnTo>
                    <a:pt x="2540" y="44450"/>
                  </a:lnTo>
                  <a:close/>
                </a:path>
                <a:path w="181610" h="96519">
                  <a:moveTo>
                    <a:pt x="2540" y="41910"/>
                  </a:moveTo>
                  <a:lnTo>
                    <a:pt x="0" y="41910"/>
                  </a:lnTo>
                  <a:lnTo>
                    <a:pt x="0" y="43307"/>
                  </a:lnTo>
                  <a:lnTo>
                    <a:pt x="2540" y="43307"/>
                  </a:lnTo>
                  <a:lnTo>
                    <a:pt x="2540" y="41910"/>
                  </a:lnTo>
                  <a:close/>
                </a:path>
                <a:path w="181610" h="96519">
                  <a:moveTo>
                    <a:pt x="2540" y="38100"/>
                  </a:moveTo>
                  <a:lnTo>
                    <a:pt x="0" y="38100"/>
                  </a:lnTo>
                  <a:lnTo>
                    <a:pt x="0" y="40767"/>
                  </a:lnTo>
                  <a:lnTo>
                    <a:pt x="2540" y="40767"/>
                  </a:lnTo>
                  <a:lnTo>
                    <a:pt x="2540" y="38100"/>
                  </a:lnTo>
                  <a:close/>
                </a:path>
                <a:path w="181610" h="96519">
                  <a:moveTo>
                    <a:pt x="2540" y="35560"/>
                  </a:moveTo>
                  <a:lnTo>
                    <a:pt x="0" y="35560"/>
                  </a:lnTo>
                  <a:lnTo>
                    <a:pt x="0" y="36957"/>
                  </a:lnTo>
                  <a:lnTo>
                    <a:pt x="2540" y="36957"/>
                  </a:lnTo>
                  <a:lnTo>
                    <a:pt x="2540" y="35560"/>
                  </a:lnTo>
                  <a:close/>
                </a:path>
                <a:path w="181610" h="96519">
                  <a:moveTo>
                    <a:pt x="2540" y="31750"/>
                  </a:moveTo>
                  <a:lnTo>
                    <a:pt x="0" y="31750"/>
                  </a:lnTo>
                  <a:lnTo>
                    <a:pt x="0" y="34417"/>
                  </a:lnTo>
                  <a:lnTo>
                    <a:pt x="2540" y="34417"/>
                  </a:lnTo>
                  <a:lnTo>
                    <a:pt x="2540" y="31750"/>
                  </a:lnTo>
                  <a:close/>
                </a:path>
                <a:path w="181610" h="96519">
                  <a:moveTo>
                    <a:pt x="2540" y="29210"/>
                  </a:moveTo>
                  <a:lnTo>
                    <a:pt x="0" y="29210"/>
                  </a:lnTo>
                  <a:lnTo>
                    <a:pt x="0" y="30607"/>
                  </a:lnTo>
                  <a:lnTo>
                    <a:pt x="2540" y="30607"/>
                  </a:lnTo>
                  <a:lnTo>
                    <a:pt x="2540" y="29210"/>
                  </a:lnTo>
                  <a:close/>
                </a:path>
                <a:path w="181610" h="96519">
                  <a:moveTo>
                    <a:pt x="2540" y="25400"/>
                  </a:moveTo>
                  <a:lnTo>
                    <a:pt x="0" y="25400"/>
                  </a:lnTo>
                  <a:lnTo>
                    <a:pt x="0" y="28067"/>
                  </a:lnTo>
                  <a:lnTo>
                    <a:pt x="2540" y="28067"/>
                  </a:lnTo>
                  <a:lnTo>
                    <a:pt x="2540" y="25400"/>
                  </a:lnTo>
                  <a:close/>
                </a:path>
                <a:path w="181610" h="96519">
                  <a:moveTo>
                    <a:pt x="2540" y="22860"/>
                  </a:moveTo>
                  <a:lnTo>
                    <a:pt x="0" y="22860"/>
                  </a:lnTo>
                  <a:lnTo>
                    <a:pt x="0" y="24257"/>
                  </a:lnTo>
                  <a:lnTo>
                    <a:pt x="2540" y="24257"/>
                  </a:lnTo>
                  <a:lnTo>
                    <a:pt x="2540" y="22860"/>
                  </a:lnTo>
                  <a:close/>
                </a:path>
                <a:path w="181610" h="96519">
                  <a:moveTo>
                    <a:pt x="2540" y="19050"/>
                  </a:moveTo>
                  <a:lnTo>
                    <a:pt x="0" y="19050"/>
                  </a:lnTo>
                  <a:lnTo>
                    <a:pt x="0" y="21717"/>
                  </a:lnTo>
                  <a:lnTo>
                    <a:pt x="2540" y="21717"/>
                  </a:lnTo>
                  <a:lnTo>
                    <a:pt x="2540" y="19050"/>
                  </a:lnTo>
                  <a:close/>
                </a:path>
                <a:path w="181610" h="96519">
                  <a:moveTo>
                    <a:pt x="2540" y="16510"/>
                  </a:moveTo>
                  <a:lnTo>
                    <a:pt x="0" y="16510"/>
                  </a:lnTo>
                  <a:lnTo>
                    <a:pt x="0" y="17907"/>
                  </a:lnTo>
                  <a:lnTo>
                    <a:pt x="2540" y="17907"/>
                  </a:lnTo>
                  <a:lnTo>
                    <a:pt x="2540" y="16510"/>
                  </a:lnTo>
                  <a:close/>
                </a:path>
                <a:path w="181610" h="96519">
                  <a:moveTo>
                    <a:pt x="2540" y="12700"/>
                  </a:moveTo>
                  <a:lnTo>
                    <a:pt x="0" y="12700"/>
                  </a:lnTo>
                  <a:lnTo>
                    <a:pt x="0" y="15367"/>
                  </a:lnTo>
                  <a:lnTo>
                    <a:pt x="2540" y="15367"/>
                  </a:lnTo>
                  <a:lnTo>
                    <a:pt x="2540" y="12700"/>
                  </a:lnTo>
                  <a:close/>
                </a:path>
                <a:path w="181610" h="96519">
                  <a:moveTo>
                    <a:pt x="2540" y="10160"/>
                  </a:moveTo>
                  <a:lnTo>
                    <a:pt x="0" y="10160"/>
                  </a:lnTo>
                  <a:lnTo>
                    <a:pt x="0" y="11557"/>
                  </a:lnTo>
                  <a:lnTo>
                    <a:pt x="2540" y="11557"/>
                  </a:lnTo>
                  <a:lnTo>
                    <a:pt x="2540" y="10160"/>
                  </a:lnTo>
                  <a:close/>
                </a:path>
                <a:path w="181610" h="96519">
                  <a:moveTo>
                    <a:pt x="2540" y="6350"/>
                  </a:moveTo>
                  <a:lnTo>
                    <a:pt x="0" y="6350"/>
                  </a:lnTo>
                  <a:lnTo>
                    <a:pt x="0" y="9017"/>
                  </a:lnTo>
                  <a:lnTo>
                    <a:pt x="2540" y="9017"/>
                  </a:lnTo>
                  <a:lnTo>
                    <a:pt x="2540" y="6350"/>
                  </a:lnTo>
                  <a:close/>
                </a:path>
                <a:path w="181610" h="96519">
                  <a:moveTo>
                    <a:pt x="2540" y="3810"/>
                  </a:moveTo>
                  <a:lnTo>
                    <a:pt x="0" y="3810"/>
                  </a:lnTo>
                  <a:lnTo>
                    <a:pt x="0" y="5207"/>
                  </a:lnTo>
                  <a:lnTo>
                    <a:pt x="2540" y="5207"/>
                  </a:lnTo>
                  <a:lnTo>
                    <a:pt x="2540" y="3810"/>
                  </a:lnTo>
                  <a:close/>
                </a:path>
                <a:path w="181610" h="96519">
                  <a:moveTo>
                    <a:pt x="2540" y="0"/>
                  </a:moveTo>
                  <a:lnTo>
                    <a:pt x="0" y="0"/>
                  </a:lnTo>
                  <a:lnTo>
                    <a:pt x="0" y="2667"/>
                  </a:lnTo>
                  <a:lnTo>
                    <a:pt x="2540" y="2667"/>
                  </a:lnTo>
                  <a:lnTo>
                    <a:pt x="2540" y="0"/>
                  </a:lnTo>
                  <a:close/>
                </a:path>
                <a:path w="181610" h="96519">
                  <a:moveTo>
                    <a:pt x="177787" y="92710"/>
                  </a:moveTo>
                  <a:lnTo>
                    <a:pt x="0" y="92710"/>
                  </a:lnTo>
                  <a:lnTo>
                    <a:pt x="0" y="94107"/>
                  </a:lnTo>
                  <a:lnTo>
                    <a:pt x="177787" y="94107"/>
                  </a:lnTo>
                  <a:lnTo>
                    <a:pt x="177787" y="92710"/>
                  </a:lnTo>
                  <a:close/>
                </a:path>
                <a:path w="181610" h="96519">
                  <a:moveTo>
                    <a:pt x="181610" y="95250"/>
                  </a:moveTo>
                  <a:lnTo>
                    <a:pt x="179057" y="95250"/>
                  </a:lnTo>
                  <a:lnTo>
                    <a:pt x="179057" y="94107"/>
                  </a:lnTo>
                  <a:lnTo>
                    <a:pt x="177787" y="94107"/>
                  </a:lnTo>
                  <a:lnTo>
                    <a:pt x="177787" y="95250"/>
                  </a:lnTo>
                  <a:lnTo>
                    <a:pt x="0" y="95250"/>
                  </a:lnTo>
                  <a:lnTo>
                    <a:pt x="0" y="96520"/>
                  </a:lnTo>
                  <a:lnTo>
                    <a:pt x="181610" y="96520"/>
                  </a:lnTo>
                  <a:lnTo>
                    <a:pt x="181610" y="95250"/>
                  </a:lnTo>
                  <a:close/>
                </a:path>
              </a:pathLst>
            </a:custGeom>
            <a:solidFill>
              <a:srgbClr val="D9CE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1459230" y="2606040"/>
              <a:ext cx="172720" cy="95250"/>
            </a:xfrm>
            <a:custGeom>
              <a:avLst/>
              <a:gdLst/>
              <a:ahLst/>
              <a:cxnLst/>
              <a:rect l="l" t="t" r="r" b="b"/>
              <a:pathLst>
                <a:path w="172719" h="95250">
                  <a:moveTo>
                    <a:pt x="172719" y="94107"/>
                  </a:moveTo>
                  <a:lnTo>
                    <a:pt x="170179" y="94107"/>
                  </a:lnTo>
                  <a:lnTo>
                    <a:pt x="170179" y="95250"/>
                  </a:lnTo>
                  <a:lnTo>
                    <a:pt x="172719" y="95250"/>
                  </a:lnTo>
                  <a:lnTo>
                    <a:pt x="172719" y="94107"/>
                  </a:lnTo>
                  <a:close/>
                </a:path>
                <a:path w="172719" h="95250">
                  <a:moveTo>
                    <a:pt x="3809" y="91439"/>
                  </a:moveTo>
                  <a:lnTo>
                    <a:pt x="0" y="91439"/>
                  </a:lnTo>
                  <a:lnTo>
                    <a:pt x="0" y="94107"/>
                  </a:lnTo>
                  <a:lnTo>
                    <a:pt x="170179" y="94107"/>
                  </a:lnTo>
                  <a:lnTo>
                    <a:pt x="170179" y="92837"/>
                  </a:lnTo>
                  <a:lnTo>
                    <a:pt x="3809" y="92837"/>
                  </a:lnTo>
                  <a:lnTo>
                    <a:pt x="3809" y="91439"/>
                  </a:lnTo>
                  <a:close/>
                </a:path>
                <a:path w="172719" h="95250">
                  <a:moveTo>
                    <a:pt x="3809" y="88900"/>
                  </a:moveTo>
                  <a:lnTo>
                    <a:pt x="0" y="88900"/>
                  </a:lnTo>
                  <a:lnTo>
                    <a:pt x="0" y="90297"/>
                  </a:lnTo>
                  <a:lnTo>
                    <a:pt x="3809" y="90297"/>
                  </a:lnTo>
                  <a:lnTo>
                    <a:pt x="3809" y="88900"/>
                  </a:lnTo>
                  <a:close/>
                </a:path>
                <a:path w="172719" h="95250">
                  <a:moveTo>
                    <a:pt x="3809" y="85089"/>
                  </a:moveTo>
                  <a:lnTo>
                    <a:pt x="0" y="85089"/>
                  </a:lnTo>
                  <a:lnTo>
                    <a:pt x="0" y="87757"/>
                  </a:lnTo>
                  <a:lnTo>
                    <a:pt x="3809" y="87757"/>
                  </a:lnTo>
                  <a:lnTo>
                    <a:pt x="3809" y="85089"/>
                  </a:lnTo>
                  <a:close/>
                </a:path>
                <a:path w="172719" h="95250">
                  <a:moveTo>
                    <a:pt x="3809" y="82550"/>
                  </a:moveTo>
                  <a:lnTo>
                    <a:pt x="0" y="82550"/>
                  </a:lnTo>
                  <a:lnTo>
                    <a:pt x="0" y="83947"/>
                  </a:lnTo>
                  <a:lnTo>
                    <a:pt x="3809" y="83947"/>
                  </a:lnTo>
                  <a:lnTo>
                    <a:pt x="3809" y="82550"/>
                  </a:lnTo>
                  <a:close/>
                </a:path>
                <a:path w="172719" h="95250">
                  <a:moveTo>
                    <a:pt x="3809" y="78739"/>
                  </a:moveTo>
                  <a:lnTo>
                    <a:pt x="0" y="78739"/>
                  </a:lnTo>
                  <a:lnTo>
                    <a:pt x="0" y="81407"/>
                  </a:lnTo>
                  <a:lnTo>
                    <a:pt x="3809" y="81407"/>
                  </a:lnTo>
                  <a:lnTo>
                    <a:pt x="3809" y="78739"/>
                  </a:lnTo>
                  <a:close/>
                </a:path>
                <a:path w="172719" h="95250">
                  <a:moveTo>
                    <a:pt x="3809" y="76200"/>
                  </a:moveTo>
                  <a:lnTo>
                    <a:pt x="0" y="76200"/>
                  </a:lnTo>
                  <a:lnTo>
                    <a:pt x="0" y="77597"/>
                  </a:lnTo>
                  <a:lnTo>
                    <a:pt x="3809" y="77597"/>
                  </a:lnTo>
                  <a:lnTo>
                    <a:pt x="3809" y="76200"/>
                  </a:lnTo>
                  <a:close/>
                </a:path>
                <a:path w="172719" h="95250">
                  <a:moveTo>
                    <a:pt x="3809" y="72389"/>
                  </a:moveTo>
                  <a:lnTo>
                    <a:pt x="0" y="72389"/>
                  </a:lnTo>
                  <a:lnTo>
                    <a:pt x="0" y="75057"/>
                  </a:lnTo>
                  <a:lnTo>
                    <a:pt x="3809" y="75057"/>
                  </a:lnTo>
                  <a:lnTo>
                    <a:pt x="3809" y="72389"/>
                  </a:lnTo>
                  <a:close/>
                </a:path>
                <a:path w="172719" h="95250">
                  <a:moveTo>
                    <a:pt x="3809" y="69850"/>
                  </a:moveTo>
                  <a:lnTo>
                    <a:pt x="0" y="69850"/>
                  </a:lnTo>
                  <a:lnTo>
                    <a:pt x="0" y="71247"/>
                  </a:lnTo>
                  <a:lnTo>
                    <a:pt x="3809" y="71247"/>
                  </a:lnTo>
                  <a:lnTo>
                    <a:pt x="3809" y="69850"/>
                  </a:lnTo>
                  <a:close/>
                </a:path>
                <a:path w="172719" h="95250">
                  <a:moveTo>
                    <a:pt x="3809" y="66039"/>
                  </a:moveTo>
                  <a:lnTo>
                    <a:pt x="0" y="66039"/>
                  </a:lnTo>
                  <a:lnTo>
                    <a:pt x="0" y="68707"/>
                  </a:lnTo>
                  <a:lnTo>
                    <a:pt x="3809" y="68707"/>
                  </a:lnTo>
                  <a:lnTo>
                    <a:pt x="3809" y="66039"/>
                  </a:lnTo>
                  <a:close/>
                </a:path>
                <a:path w="172719" h="95250">
                  <a:moveTo>
                    <a:pt x="3809" y="63500"/>
                  </a:moveTo>
                  <a:lnTo>
                    <a:pt x="0" y="63500"/>
                  </a:lnTo>
                  <a:lnTo>
                    <a:pt x="0" y="64897"/>
                  </a:lnTo>
                  <a:lnTo>
                    <a:pt x="3809" y="64897"/>
                  </a:lnTo>
                  <a:lnTo>
                    <a:pt x="3809" y="63500"/>
                  </a:lnTo>
                  <a:close/>
                </a:path>
                <a:path w="172719" h="95250">
                  <a:moveTo>
                    <a:pt x="3809" y="59689"/>
                  </a:moveTo>
                  <a:lnTo>
                    <a:pt x="0" y="59689"/>
                  </a:lnTo>
                  <a:lnTo>
                    <a:pt x="0" y="62357"/>
                  </a:lnTo>
                  <a:lnTo>
                    <a:pt x="3809" y="62357"/>
                  </a:lnTo>
                  <a:lnTo>
                    <a:pt x="3809" y="59689"/>
                  </a:lnTo>
                  <a:close/>
                </a:path>
                <a:path w="172719" h="95250">
                  <a:moveTo>
                    <a:pt x="3809" y="57150"/>
                  </a:moveTo>
                  <a:lnTo>
                    <a:pt x="0" y="57150"/>
                  </a:lnTo>
                  <a:lnTo>
                    <a:pt x="0" y="58547"/>
                  </a:lnTo>
                  <a:lnTo>
                    <a:pt x="3809" y="58547"/>
                  </a:lnTo>
                  <a:lnTo>
                    <a:pt x="3809" y="57150"/>
                  </a:lnTo>
                  <a:close/>
                </a:path>
                <a:path w="172719" h="95250">
                  <a:moveTo>
                    <a:pt x="3809" y="53339"/>
                  </a:moveTo>
                  <a:lnTo>
                    <a:pt x="0" y="53339"/>
                  </a:lnTo>
                  <a:lnTo>
                    <a:pt x="0" y="56007"/>
                  </a:lnTo>
                  <a:lnTo>
                    <a:pt x="3809" y="56007"/>
                  </a:lnTo>
                  <a:lnTo>
                    <a:pt x="3809" y="53339"/>
                  </a:lnTo>
                  <a:close/>
                </a:path>
                <a:path w="172719" h="95250">
                  <a:moveTo>
                    <a:pt x="3809" y="50800"/>
                  </a:moveTo>
                  <a:lnTo>
                    <a:pt x="0" y="50800"/>
                  </a:lnTo>
                  <a:lnTo>
                    <a:pt x="0" y="52197"/>
                  </a:lnTo>
                  <a:lnTo>
                    <a:pt x="3809" y="52197"/>
                  </a:lnTo>
                  <a:lnTo>
                    <a:pt x="3809" y="50800"/>
                  </a:lnTo>
                  <a:close/>
                </a:path>
                <a:path w="172719" h="95250">
                  <a:moveTo>
                    <a:pt x="3809" y="46989"/>
                  </a:moveTo>
                  <a:lnTo>
                    <a:pt x="0" y="46989"/>
                  </a:lnTo>
                  <a:lnTo>
                    <a:pt x="0" y="49657"/>
                  </a:lnTo>
                  <a:lnTo>
                    <a:pt x="3809" y="49657"/>
                  </a:lnTo>
                  <a:lnTo>
                    <a:pt x="3809" y="46989"/>
                  </a:lnTo>
                  <a:close/>
                </a:path>
                <a:path w="172719" h="95250">
                  <a:moveTo>
                    <a:pt x="3809" y="44450"/>
                  </a:moveTo>
                  <a:lnTo>
                    <a:pt x="0" y="44450"/>
                  </a:lnTo>
                  <a:lnTo>
                    <a:pt x="0" y="45847"/>
                  </a:lnTo>
                  <a:lnTo>
                    <a:pt x="3809" y="45847"/>
                  </a:lnTo>
                  <a:lnTo>
                    <a:pt x="3809" y="44450"/>
                  </a:lnTo>
                  <a:close/>
                </a:path>
                <a:path w="172719" h="95250">
                  <a:moveTo>
                    <a:pt x="3809" y="40639"/>
                  </a:moveTo>
                  <a:lnTo>
                    <a:pt x="0" y="40639"/>
                  </a:lnTo>
                  <a:lnTo>
                    <a:pt x="0" y="43307"/>
                  </a:lnTo>
                  <a:lnTo>
                    <a:pt x="3809" y="43307"/>
                  </a:lnTo>
                  <a:lnTo>
                    <a:pt x="3809" y="40639"/>
                  </a:lnTo>
                  <a:close/>
                </a:path>
                <a:path w="172719" h="95250">
                  <a:moveTo>
                    <a:pt x="3809" y="38100"/>
                  </a:moveTo>
                  <a:lnTo>
                    <a:pt x="0" y="38100"/>
                  </a:lnTo>
                  <a:lnTo>
                    <a:pt x="0" y="39497"/>
                  </a:lnTo>
                  <a:lnTo>
                    <a:pt x="3809" y="39497"/>
                  </a:lnTo>
                  <a:lnTo>
                    <a:pt x="3809" y="38100"/>
                  </a:lnTo>
                  <a:close/>
                </a:path>
                <a:path w="172719" h="95250">
                  <a:moveTo>
                    <a:pt x="3809" y="34289"/>
                  </a:moveTo>
                  <a:lnTo>
                    <a:pt x="0" y="34289"/>
                  </a:lnTo>
                  <a:lnTo>
                    <a:pt x="0" y="36957"/>
                  </a:lnTo>
                  <a:lnTo>
                    <a:pt x="3809" y="36957"/>
                  </a:lnTo>
                  <a:lnTo>
                    <a:pt x="3809" y="34289"/>
                  </a:lnTo>
                  <a:close/>
                </a:path>
                <a:path w="172719" h="95250">
                  <a:moveTo>
                    <a:pt x="3809" y="31750"/>
                  </a:moveTo>
                  <a:lnTo>
                    <a:pt x="0" y="31750"/>
                  </a:lnTo>
                  <a:lnTo>
                    <a:pt x="0" y="33147"/>
                  </a:lnTo>
                  <a:lnTo>
                    <a:pt x="3809" y="33147"/>
                  </a:lnTo>
                  <a:lnTo>
                    <a:pt x="3809" y="31750"/>
                  </a:lnTo>
                  <a:close/>
                </a:path>
                <a:path w="172719" h="95250">
                  <a:moveTo>
                    <a:pt x="3809" y="27939"/>
                  </a:moveTo>
                  <a:lnTo>
                    <a:pt x="0" y="27939"/>
                  </a:lnTo>
                  <a:lnTo>
                    <a:pt x="0" y="30607"/>
                  </a:lnTo>
                  <a:lnTo>
                    <a:pt x="3809" y="30607"/>
                  </a:lnTo>
                  <a:lnTo>
                    <a:pt x="3809" y="27939"/>
                  </a:lnTo>
                  <a:close/>
                </a:path>
                <a:path w="172719" h="95250">
                  <a:moveTo>
                    <a:pt x="3809" y="25400"/>
                  </a:moveTo>
                  <a:lnTo>
                    <a:pt x="0" y="25400"/>
                  </a:lnTo>
                  <a:lnTo>
                    <a:pt x="0" y="26797"/>
                  </a:lnTo>
                  <a:lnTo>
                    <a:pt x="3809" y="26797"/>
                  </a:lnTo>
                  <a:lnTo>
                    <a:pt x="3809" y="25400"/>
                  </a:lnTo>
                  <a:close/>
                </a:path>
                <a:path w="172719" h="95250">
                  <a:moveTo>
                    <a:pt x="3809" y="21589"/>
                  </a:moveTo>
                  <a:lnTo>
                    <a:pt x="0" y="21589"/>
                  </a:lnTo>
                  <a:lnTo>
                    <a:pt x="0" y="24257"/>
                  </a:lnTo>
                  <a:lnTo>
                    <a:pt x="3809" y="24257"/>
                  </a:lnTo>
                  <a:lnTo>
                    <a:pt x="3809" y="21589"/>
                  </a:lnTo>
                  <a:close/>
                </a:path>
                <a:path w="172719" h="95250">
                  <a:moveTo>
                    <a:pt x="3809" y="19050"/>
                  </a:moveTo>
                  <a:lnTo>
                    <a:pt x="0" y="19050"/>
                  </a:lnTo>
                  <a:lnTo>
                    <a:pt x="0" y="20447"/>
                  </a:lnTo>
                  <a:lnTo>
                    <a:pt x="3809" y="20447"/>
                  </a:lnTo>
                  <a:lnTo>
                    <a:pt x="3809" y="19050"/>
                  </a:lnTo>
                  <a:close/>
                </a:path>
                <a:path w="172719" h="95250">
                  <a:moveTo>
                    <a:pt x="3809" y="15239"/>
                  </a:moveTo>
                  <a:lnTo>
                    <a:pt x="0" y="15239"/>
                  </a:lnTo>
                  <a:lnTo>
                    <a:pt x="0" y="17907"/>
                  </a:lnTo>
                  <a:lnTo>
                    <a:pt x="3809" y="17907"/>
                  </a:lnTo>
                  <a:lnTo>
                    <a:pt x="3809" y="15239"/>
                  </a:lnTo>
                  <a:close/>
                </a:path>
                <a:path w="172719" h="95250">
                  <a:moveTo>
                    <a:pt x="3809" y="12700"/>
                  </a:moveTo>
                  <a:lnTo>
                    <a:pt x="0" y="12700"/>
                  </a:lnTo>
                  <a:lnTo>
                    <a:pt x="0" y="14097"/>
                  </a:lnTo>
                  <a:lnTo>
                    <a:pt x="3809" y="14097"/>
                  </a:lnTo>
                  <a:lnTo>
                    <a:pt x="3809" y="12700"/>
                  </a:lnTo>
                  <a:close/>
                </a:path>
                <a:path w="172719" h="95250">
                  <a:moveTo>
                    <a:pt x="3809" y="8889"/>
                  </a:moveTo>
                  <a:lnTo>
                    <a:pt x="0" y="8889"/>
                  </a:lnTo>
                  <a:lnTo>
                    <a:pt x="0" y="11557"/>
                  </a:lnTo>
                  <a:lnTo>
                    <a:pt x="3809" y="11557"/>
                  </a:lnTo>
                  <a:lnTo>
                    <a:pt x="3809" y="8889"/>
                  </a:lnTo>
                  <a:close/>
                </a:path>
                <a:path w="172719" h="95250">
                  <a:moveTo>
                    <a:pt x="3809" y="6350"/>
                  </a:moveTo>
                  <a:lnTo>
                    <a:pt x="0" y="6350"/>
                  </a:lnTo>
                  <a:lnTo>
                    <a:pt x="0" y="7747"/>
                  </a:lnTo>
                  <a:lnTo>
                    <a:pt x="3809" y="7747"/>
                  </a:lnTo>
                  <a:lnTo>
                    <a:pt x="3809" y="6350"/>
                  </a:lnTo>
                  <a:close/>
                </a:path>
                <a:path w="172719" h="95250">
                  <a:moveTo>
                    <a:pt x="1269" y="1397"/>
                  </a:moveTo>
                  <a:lnTo>
                    <a:pt x="0" y="1397"/>
                  </a:lnTo>
                  <a:lnTo>
                    <a:pt x="0" y="5207"/>
                  </a:lnTo>
                  <a:lnTo>
                    <a:pt x="3809" y="5207"/>
                  </a:lnTo>
                  <a:lnTo>
                    <a:pt x="3809" y="2539"/>
                  </a:lnTo>
                  <a:lnTo>
                    <a:pt x="1269" y="2539"/>
                  </a:lnTo>
                  <a:lnTo>
                    <a:pt x="1269" y="1397"/>
                  </a:lnTo>
                  <a:close/>
                </a:path>
                <a:path w="172719" h="95250">
                  <a:moveTo>
                    <a:pt x="3809" y="0"/>
                  </a:moveTo>
                  <a:lnTo>
                    <a:pt x="1269" y="0"/>
                  </a:lnTo>
                  <a:lnTo>
                    <a:pt x="1269" y="1397"/>
                  </a:lnTo>
                  <a:lnTo>
                    <a:pt x="3809" y="1397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D8CD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1463040" y="2604897"/>
              <a:ext cx="165100" cy="93980"/>
            </a:xfrm>
            <a:custGeom>
              <a:avLst/>
              <a:gdLst/>
              <a:ahLst/>
              <a:cxnLst/>
              <a:rect l="l" t="t" r="r" b="b"/>
              <a:pathLst>
                <a:path w="165100" h="93980">
                  <a:moveTo>
                    <a:pt x="165099" y="92582"/>
                  </a:moveTo>
                  <a:lnTo>
                    <a:pt x="0" y="92582"/>
                  </a:lnTo>
                  <a:lnTo>
                    <a:pt x="0" y="93852"/>
                  </a:lnTo>
                  <a:lnTo>
                    <a:pt x="165099" y="93852"/>
                  </a:lnTo>
                  <a:lnTo>
                    <a:pt x="165099" y="92582"/>
                  </a:lnTo>
                  <a:close/>
                </a:path>
                <a:path w="165100" h="93980">
                  <a:moveTo>
                    <a:pt x="162559" y="91439"/>
                  </a:moveTo>
                  <a:lnTo>
                    <a:pt x="160019" y="91439"/>
                  </a:lnTo>
                  <a:lnTo>
                    <a:pt x="160019" y="92582"/>
                  </a:lnTo>
                  <a:lnTo>
                    <a:pt x="162559" y="92582"/>
                  </a:lnTo>
                  <a:lnTo>
                    <a:pt x="162559" y="91439"/>
                  </a:lnTo>
                  <a:close/>
                </a:path>
                <a:path w="165100" h="93980">
                  <a:moveTo>
                    <a:pt x="160019" y="90042"/>
                  </a:moveTo>
                  <a:lnTo>
                    <a:pt x="0" y="90042"/>
                  </a:lnTo>
                  <a:lnTo>
                    <a:pt x="0" y="91439"/>
                  </a:lnTo>
                  <a:lnTo>
                    <a:pt x="160019" y="91439"/>
                  </a:lnTo>
                  <a:lnTo>
                    <a:pt x="160019" y="90042"/>
                  </a:lnTo>
                  <a:close/>
                </a:path>
                <a:path w="165100" h="93980">
                  <a:moveTo>
                    <a:pt x="3809" y="86232"/>
                  </a:moveTo>
                  <a:lnTo>
                    <a:pt x="0" y="86232"/>
                  </a:lnTo>
                  <a:lnTo>
                    <a:pt x="0" y="88900"/>
                  </a:lnTo>
                  <a:lnTo>
                    <a:pt x="3809" y="88900"/>
                  </a:lnTo>
                  <a:lnTo>
                    <a:pt x="3809" y="86232"/>
                  </a:lnTo>
                  <a:close/>
                </a:path>
                <a:path w="165100" h="93980">
                  <a:moveTo>
                    <a:pt x="3809" y="83692"/>
                  </a:moveTo>
                  <a:lnTo>
                    <a:pt x="0" y="83692"/>
                  </a:lnTo>
                  <a:lnTo>
                    <a:pt x="0" y="85089"/>
                  </a:lnTo>
                  <a:lnTo>
                    <a:pt x="3809" y="85089"/>
                  </a:lnTo>
                  <a:lnTo>
                    <a:pt x="3809" y="83692"/>
                  </a:lnTo>
                  <a:close/>
                </a:path>
                <a:path w="165100" h="93980">
                  <a:moveTo>
                    <a:pt x="3809" y="79882"/>
                  </a:moveTo>
                  <a:lnTo>
                    <a:pt x="0" y="79882"/>
                  </a:lnTo>
                  <a:lnTo>
                    <a:pt x="0" y="82550"/>
                  </a:lnTo>
                  <a:lnTo>
                    <a:pt x="3809" y="82550"/>
                  </a:lnTo>
                  <a:lnTo>
                    <a:pt x="3809" y="79882"/>
                  </a:lnTo>
                  <a:close/>
                </a:path>
                <a:path w="165100" h="93980">
                  <a:moveTo>
                    <a:pt x="3809" y="77342"/>
                  </a:moveTo>
                  <a:lnTo>
                    <a:pt x="0" y="77342"/>
                  </a:lnTo>
                  <a:lnTo>
                    <a:pt x="0" y="78739"/>
                  </a:lnTo>
                  <a:lnTo>
                    <a:pt x="3809" y="78739"/>
                  </a:lnTo>
                  <a:lnTo>
                    <a:pt x="3809" y="77342"/>
                  </a:lnTo>
                  <a:close/>
                </a:path>
                <a:path w="165100" h="93980">
                  <a:moveTo>
                    <a:pt x="3809" y="73532"/>
                  </a:moveTo>
                  <a:lnTo>
                    <a:pt x="0" y="73532"/>
                  </a:lnTo>
                  <a:lnTo>
                    <a:pt x="0" y="76200"/>
                  </a:lnTo>
                  <a:lnTo>
                    <a:pt x="3809" y="76200"/>
                  </a:lnTo>
                  <a:lnTo>
                    <a:pt x="3809" y="73532"/>
                  </a:lnTo>
                  <a:close/>
                </a:path>
                <a:path w="165100" h="93980">
                  <a:moveTo>
                    <a:pt x="3809" y="70992"/>
                  </a:moveTo>
                  <a:lnTo>
                    <a:pt x="0" y="70992"/>
                  </a:lnTo>
                  <a:lnTo>
                    <a:pt x="0" y="72389"/>
                  </a:lnTo>
                  <a:lnTo>
                    <a:pt x="3809" y="72389"/>
                  </a:lnTo>
                  <a:lnTo>
                    <a:pt x="3809" y="70992"/>
                  </a:lnTo>
                  <a:close/>
                </a:path>
                <a:path w="165100" h="93980">
                  <a:moveTo>
                    <a:pt x="3809" y="67182"/>
                  </a:moveTo>
                  <a:lnTo>
                    <a:pt x="0" y="67182"/>
                  </a:lnTo>
                  <a:lnTo>
                    <a:pt x="0" y="69850"/>
                  </a:lnTo>
                  <a:lnTo>
                    <a:pt x="3809" y="69850"/>
                  </a:lnTo>
                  <a:lnTo>
                    <a:pt x="3809" y="67182"/>
                  </a:lnTo>
                  <a:close/>
                </a:path>
                <a:path w="165100" h="93980">
                  <a:moveTo>
                    <a:pt x="3809" y="64642"/>
                  </a:moveTo>
                  <a:lnTo>
                    <a:pt x="0" y="64642"/>
                  </a:lnTo>
                  <a:lnTo>
                    <a:pt x="0" y="66039"/>
                  </a:lnTo>
                  <a:lnTo>
                    <a:pt x="3809" y="66039"/>
                  </a:lnTo>
                  <a:lnTo>
                    <a:pt x="3809" y="64642"/>
                  </a:lnTo>
                  <a:close/>
                </a:path>
                <a:path w="165100" h="93980">
                  <a:moveTo>
                    <a:pt x="3809" y="60832"/>
                  </a:moveTo>
                  <a:lnTo>
                    <a:pt x="0" y="60832"/>
                  </a:lnTo>
                  <a:lnTo>
                    <a:pt x="0" y="63500"/>
                  </a:lnTo>
                  <a:lnTo>
                    <a:pt x="3809" y="63500"/>
                  </a:lnTo>
                  <a:lnTo>
                    <a:pt x="3809" y="60832"/>
                  </a:lnTo>
                  <a:close/>
                </a:path>
                <a:path w="165100" h="93980">
                  <a:moveTo>
                    <a:pt x="3809" y="58292"/>
                  </a:moveTo>
                  <a:lnTo>
                    <a:pt x="0" y="58292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8292"/>
                  </a:lnTo>
                  <a:close/>
                </a:path>
                <a:path w="165100" h="93980">
                  <a:moveTo>
                    <a:pt x="3809" y="54482"/>
                  </a:moveTo>
                  <a:lnTo>
                    <a:pt x="0" y="54482"/>
                  </a:lnTo>
                  <a:lnTo>
                    <a:pt x="0" y="57150"/>
                  </a:lnTo>
                  <a:lnTo>
                    <a:pt x="3809" y="57150"/>
                  </a:lnTo>
                  <a:lnTo>
                    <a:pt x="3809" y="54482"/>
                  </a:lnTo>
                  <a:close/>
                </a:path>
                <a:path w="165100" h="93980">
                  <a:moveTo>
                    <a:pt x="3809" y="51942"/>
                  </a:moveTo>
                  <a:lnTo>
                    <a:pt x="0" y="51942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1942"/>
                  </a:lnTo>
                  <a:close/>
                </a:path>
                <a:path w="165100" h="93980">
                  <a:moveTo>
                    <a:pt x="3809" y="48132"/>
                  </a:moveTo>
                  <a:lnTo>
                    <a:pt x="0" y="48132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48132"/>
                  </a:lnTo>
                  <a:close/>
                </a:path>
                <a:path w="165100" h="93980">
                  <a:moveTo>
                    <a:pt x="3809" y="45592"/>
                  </a:moveTo>
                  <a:lnTo>
                    <a:pt x="0" y="45592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5592"/>
                  </a:lnTo>
                  <a:close/>
                </a:path>
                <a:path w="165100" h="93980">
                  <a:moveTo>
                    <a:pt x="3809" y="41782"/>
                  </a:moveTo>
                  <a:lnTo>
                    <a:pt x="0" y="41782"/>
                  </a:lnTo>
                  <a:lnTo>
                    <a:pt x="0" y="44450"/>
                  </a:lnTo>
                  <a:lnTo>
                    <a:pt x="3809" y="44450"/>
                  </a:lnTo>
                  <a:lnTo>
                    <a:pt x="3809" y="41782"/>
                  </a:lnTo>
                  <a:close/>
                </a:path>
                <a:path w="165100" h="93980">
                  <a:moveTo>
                    <a:pt x="3809" y="39242"/>
                  </a:moveTo>
                  <a:lnTo>
                    <a:pt x="0" y="39242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9242"/>
                  </a:lnTo>
                  <a:close/>
                </a:path>
                <a:path w="165100" h="93980">
                  <a:moveTo>
                    <a:pt x="3809" y="35432"/>
                  </a:moveTo>
                  <a:lnTo>
                    <a:pt x="0" y="35432"/>
                  </a:lnTo>
                  <a:lnTo>
                    <a:pt x="0" y="38100"/>
                  </a:lnTo>
                  <a:lnTo>
                    <a:pt x="3809" y="38100"/>
                  </a:lnTo>
                  <a:lnTo>
                    <a:pt x="3809" y="35432"/>
                  </a:lnTo>
                  <a:close/>
                </a:path>
                <a:path w="165100" h="93980">
                  <a:moveTo>
                    <a:pt x="3809" y="32892"/>
                  </a:moveTo>
                  <a:lnTo>
                    <a:pt x="0" y="32892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32892"/>
                  </a:lnTo>
                  <a:close/>
                </a:path>
                <a:path w="165100" h="93980">
                  <a:moveTo>
                    <a:pt x="3809" y="29082"/>
                  </a:moveTo>
                  <a:lnTo>
                    <a:pt x="0" y="29082"/>
                  </a:lnTo>
                  <a:lnTo>
                    <a:pt x="0" y="31750"/>
                  </a:lnTo>
                  <a:lnTo>
                    <a:pt x="3809" y="31750"/>
                  </a:lnTo>
                  <a:lnTo>
                    <a:pt x="3809" y="29082"/>
                  </a:lnTo>
                  <a:close/>
                </a:path>
                <a:path w="165100" h="93980">
                  <a:moveTo>
                    <a:pt x="3809" y="26542"/>
                  </a:moveTo>
                  <a:lnTo>
                    <a:pt x="0" y="26542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6542"/>
                  </a:lnTo>
                  <a:close/>
                </a:path>
                <a:path w="165100" h="93980">
                  <a:moveTo>
                    <a:pt x="3809" y="22732"/>
                  </a:moveTo>
                  <a:lnTo>
                    <a:pt x="0" y="22732"/>
                  </a:lnTo>
                  <a:lnTo>
                    <a:pt x="0" y="25400"/>
                  </a:lnTo>
                  <a:lnTo>
                    <a:pt x="3809" y="25400"/>
                  </a:lnTo>
                  <a:lnTo>
                    <a:pt x="3809" y="22732"/>
                  </a:lnTo>
                  <a:close/>
                </a:path>
                <a:path w="165100" h="93980">
                  <a:moveTo>
                    <a:pt x="3809" y="20192"/>
                  </a:moveTo>
                  <a:lnTo>
                    <a:pt x="0" y="20192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20192"/>
                  </a:lnTo>
                  <a:close/>
                </a:path>
                <a:path w="165100" h="93980">
                  <a:moveTo>
                    <a:pt x="3809" y="16382"/>
                  </a:moveTo>
                  <a:lnTo>
                    <a:pt x="0" y="16382"/>
                  </a:lnTo>
                  <a:lnTo>
                    <a:pt x="0" y="19050"/>
                  </a:lnTo>
                  <a:lnTo>
                    <a:pt x="3809" y="19050"/>
                  </a:lnTo>
                  <a:lnTo>
                    <a:pt x="3809" y="16382"/>
                  </a:lnTo>
                  <a:close/>
                </a:path>
                <a:path w="165100" h="93980">
                  <a:moveTo>
                    <a:pt x="3809" y="13842"/>
                  </a:moveTo>
                  <a:lnTo>
                    <a:pt x="0" y="13842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3842"/>
                  </a:lnTo>
                  <a:close/>
                </a:path>
                <a:path w="165100" h="93980">
                  <a:moveTo>
                    <a:pt x="3809" y="10032"/>
                  </a:moveTo>
                  <a:lnTo>
                    <a:pt x="0" y="10032"/>
                  </a:lnTo>
                  <a:lnTo>
                    <a:pt x="0" y="12700"/>
                  </a:lnTo>
                  <a:lnTo>
                    <a:pt x="3809" y="12700"/>
                  </a:lnTo>
                  <a:lnTo>
                    <a:pt x="3809" y="10032"/>
                  </a:lnTo>
                  <a:close/>
                </a:path>
                <a:path w="165100" h="93980">
                  <a:moveTo>
                    <a:pt x="3809" y="7492"/>
                  </a:moveTo>
                  <a:lnTo>
                    <a:pt x="0" y="7492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7492"/>
                  </a:lnTo>
                  <a:close/>
                </a:path>
                <a:path w="165100" h="93980">
                  <a:moveTo>
                    <a:pt x="3809" y="3682"/>
                  </a:moveTo>
                  <a:lnTo>
                    <a:pt x="0" y="3682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3682"/>
                  </a:lnTo>
                  <a:close/>
                </a:path>
                <a:path w="165100" h="93980">
                  <a:moveTo>
                    <a:pt x="3809" y="0"/>
                  </a:moveTo>
                  <a:lnTo>
                    <a:pt x="1269" y="0"/>
                  </a:lnTo>
                  <a:lnTo>
                    <a:pt x="1269" y="1142"/>
                  </a:lnTo>
                  <a:lnTo>
                    <a:pt x="0" y="1142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D7CC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1466850" y="2603627"/>
              <a:ext cx="153670" cy="91440"/>
            </a:xfrm>
            <a:custGeom>
              <a:avLst/>
              <a:gdLst/>
              <a:ahLst/>
              <a:cxnLst/>
              <a:rect l="l" t="t" r="r" b="b"/>
              <a:pathLst>
                <a:path w="153669" h="91439">
                  <a:moveTo>
                    <a:pt x="153669" y="90170"/>
                  </a:moveTo>
                  <a:lnTo>
                    <a:pt x="152400" y="90170"/>
                  </a:lnTo>
                  <a:lnTo>
                    <a:pt x="152400" y="91312"/>
                  </a:lnTo>
                  <a:lnTo>
                    <a:pt x="153669" y="91312"/>
                  </a:lnTo>
                  <a:lnTo>
                    <a:pt x="153669" y="90170"/>
                  </a:lnTo>
                  <a:close/>
                </a:path>
                <a:path w="153669" h="91439">
                  <a:moveTo>
                    <a:pt x="149860" y="87502"/>
                  </a:moveTo>
                  <a:lnTo>
                    <a:pt x="0" y="87502"/>
                  </a:lnTo>
                  <a:lnTo>
                    <a:pt x="0" y="90170"/>
                  </a:lnTo>
                  <a:lnTo>
                    <a:pt x="152400" y="90170"/>
                  </a:lnTo>
                  <a:lnTo>
                    <a:pt x="152400" y="88900"/>
                  </a:lnTo>
                  <a:lnTo>
                    <a:pt x="149860" y="88900"/>
                  </a:lnTo>
                  <a:lnTo>
                    <a:pt x="149860" y="87502"/>
                  </a:lnTo>
                  <a:close/>
                </a:path>
                <a:path w="153669" h="91439">
                  <a:moveTo>
                    <a:pt x="3809" y="84962"/>
                  </a:moveTo>
                  <a:lnTo>
                    <a:pt x="0" y="84962"/>
                  </a:lnTo>
                  <a:lnTo>
                    <a:pt x="0" y="86360"/>
                  </a:lnTo>
                  <a:lnTo>
                    <a:pt x="3809" y="86360"/>
                  </a:lnTo>
                  <a:lnTo>
                    <a:pt x="3809" y="84962"/>
                  </a:lnTo>
                  <a:close/>
                </a:path>
                <a:path w="153669" h="91439">
                  <a:moveTo>
                    <a:pt x="3809" y="81152"/>
                  </a:moveTo>
                  <a:lnTo>
                    <a:pt x="0" y="81152"/>
                  </a:lnTo>
                  <a:lnTo>
                    <a:pt x="0" y="83820"/>
                  </a:lnTo>
                  <a:lnTo>
                    <a:pt x="3809" y="83820"/>
                  </a:lnTo>
                  <a:lnTo>
                    <a:pt x="3809" y="81152"/>
                  </a:lnTo>
                  <a:close/>
                </a:path>
                <a:path w="153669" h="91439">
                  <a:moveTo>
                    <a:pt x="3809" y="78612"/>
                  </a:moveTo>
                  <a:lnTo>
                    <a:pt x="0" y="78612"/>
                  </a:lnTo>
                  <a:lnTo>
                    <a:pt x="0" y="80010"/>
                  </a:lnTo>
                  <a:lnTo>
                    <a:pt x="3809" y="80010"/>
                  </a:lnTo>
                  <a:lnTo>
                    <a:pt x="3809" y="78612"/>
                  </a:lnTo>
                  <a:close/>
                </a:path>
                <a:path w="153669" h="91439">
                  <a:moveTo>
                    <a:pt x="3809" y="74802"/>
                  </a:moveTo>
                  <a:lnTo>
                    <a:pt x="0" y="74802"/>
                  </a:lnTo>
                  <a:lnTo>
                    <a:pt x="0" y="77470"/>
                  </a:lnTo>
                  <a:lnTo>
                    <a:pt x="3809" y="77470"/>
                  </a:lnTo>
                  <a:lnTo>
                    <a:pt x="3809" y="74802"/>
                  </a:lnTo>
                  <a:close/>
                </a:path>
                <a:path w="153669" h="91439">
                  <a:moveTo>
                    <a:pt x="3809" y="72262"/>
                  </a:moveTo>
                  <a:lnTo>
                    <a:pt x="0" y="72262"/>
                  </a:lnTo>
                  <a:lnTo>
                    <a:pt x="0" y="73660"/>
                  </a:lnTo>
                  <a:lnTo>
                    <a:pt x="3809" y="73660"/>
                  </a:lnTo>
                  <a:lnTo>
                    <a:pt x="3809" y="72262"/>
                  </a:lnTo>
                  <a:close/>
                </a:path>
                <a:path w="153669" h="91439">
                  <a:moveTo>
                    <a:pt x="3809" y="68452"/>
                  </a:moveTo>
                  <a:lnTo>
                    <a:pt x="0" y="68452"/>
                  </a:lnTo>
                  <a:lnTo>
                    <a:pt x="0" y="71120"/>
                  </a:lnTo>
                  <a:lnTo>
                    <a:pt x="3809" y="71120"/>
                  </a:lnTo>
                  <a:lnTo>
                    <a:pt x="3809" y="68452"/>
                  </a:lnTo>
                  <a:close/>
                </a:path>
                <a:path w="153669" h="91439">
                  <a:moveTo>
                    <a:pt x="3809" y="65912"/>
                  </a:moveTo>
                  <a:lnTo>
                    <a:pt x="0" y="65912"/>
                  </a:lnTo>
                  <a:lnTo>
                    <a:pt x="0" y="67310"/>
                  </a:lnTo>
                  <a:lnTo>
                    <a:pt x="3809" y="67310"/>
                  </a:lnTo>
                  <a:lnTo>
                    <a:pt x="3809" y="65912"/>
                  </a:lnTo>
                  <a:close/>
                </a:path>
                <a:path w="153669" h="91439">
                  <a:moveTo>
                    <a:pt x="3809" y="62102"/>
                  </a:moveTo>
                  <a:lnTo>
                    <a:pt x="0" y="62102"/>
                  </a:lnTo>
                  <a:lnTo>
                    <a:pt x="0" y="64770"/>
                  </a:lnTo>
                  <a:lnTo>
                    <a:pt x="3809" y="64770"/>
                  </a:lnTo>
                  <a:lnTo>
                    <a:pt x="3809" y="62102"/>
                  </a:lnTo>
                  <a:close/>
                </a:path>
                <a:path w="153669" h="91439">
                  <a:moveTo>
                    <a:pt x="3809" y="59562"/>
                  </a:moveTo>
                  <a:lnTo>
                    <a:pt x="0" y="59562"/>
                  </a:lnTo>
                  <a:lnTo>
                    <a:pt x="0" y="60960"/>
                  </a:lnTo>
                  <a:lnTo>
                    <a:pt x="3809" y="60960"/>
                  </a:lnTo>
                  <a:lnTo>
                    <a:pt x="3809" y="59562"/>
                  </a:lnTo>
                  <a:close/>
                </a:path>
                <a:path w="153669" h="91439">
                  <a:moveTo>
                    <a:pt x="3809" y="55752"/>
                  </a:moveTo>
                  <a:lnTo>
                    <a:pt x="0" y="55752"/>
                  </a:lnTo>
                  <a:lnTo>
                    <a:pt x="0" y="58420"/>
                  </a:lnTo>
                  <a:lnTo>
                    <a:pt x="3809" y="58420"/>
                  </a:lnTo>
                  <a:lnTo>
                    <a:pt x="3809" y="55752"/>
                  </a:lnTo>
                  <a:close/>
                </a:path>
                <a:path w="153669" h="91439">
                  <a:moveTo>
                    <a:pt x="3809" y="53212"/>
                  </a:moveTo>
                  <a:lnTo>
                    <a:pt x="0" y="53212"/>
                  </a:lnTo>
                  <a:lnTo>
                    <a:pt x="0" y="54610"/>
                  </a:lnTo>
                  <a:lnTo>
                    <a:pt x="3809" y="54610"/>
                  </a:lnTo>
                  <a:lnTo>
                    <a:pt x="3809" y="53212"/>
                  </a:lnTo>
                  <a:close/>
                </a:path>
                <a:path w="153669" h="91439">
                  <a:moveTo>
                    <a:pt x="3809" y="49402"/>
                  </a:moveTo>
                  <a:lnTo>
                    <a:pt x="0" y="49402"/>
                  </a:lnTo>
                  <a:lnTo>
                    <a:pt x="0" y="52070"/>
                  </a:lnTo>
                  <a:lnTo>
                    <a:pt x="3809" y="52070"/>
                  </a:lnTo>
                  <a:lnTo>
                    <a:pt x="3809" y="49402"/>
                  </a:lnTo>
                  <a:close/>
                </a:path>
                <a:path w="153669" h="91439">
                  <a:moveTo>
                    <a:pt x="3809" y="46862"/>
                  </a:moveTo>
                  <a:lnTo>
                    <a:pt x="0" y="46862"/>
                  </a:lnTo>
                  <a:lnTo>
                    <a:pt x="0" y="48260"/>
                  </a:lnTo>
                  <a:lnTo>
                    <a:pt x="3809" y="48260"/>
                  </a:lnTo>
                  <a:lnTo>
                    <a:pt x="3809" y="46862"/>
                  </a:lnTo>
                  <a:close/>
                </a:path>
                <a:path w="153669" h="91439">
                  <a:moveTo>
                    <a:pt x="3809" y="43052"/>
                  </a:moveTo>
                  <a:lnTo>
                    <a:pt x="0" y="43052"/>
                  </a:lnTo>
                  <a:lnTo>
                    <a:pt x="0" y="45720"/>
                  </a:lnTo>
                  <a:lnTo>
                    <a:pt x="3809" y="45720"/>
                  </a:lnTo>
                  <a:lnTo>
                    <a:pt x="3809" y="43052"/>
                  </a:lnTo>
                  <a:close/>
                </a:path>
                <a:path w="153669" h="91439">
                  <a:moveTo>
                    <a:pt x="3809" y="40512"/>
                  </a:moveTo>
                  <a:lnTo>
                    <a:pt x="0" y="40512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40512"/>
                  </a:lnTo>
                  <a:close/>
                </a:path>
                <a:path w="153669" h="91439">
                  <a:moveTo>
                    <a:pt x="3809" y="36702"/>
                  </a:moveTo>
                  <a:lnTo>
                    <a:pt x="0" y="36702"/>
                  </a:lnTo>
                  <a:lnTo>
                    <a:pt x="0" y="39370"/>
                  </a:lnTo>
                  <a:lnTo>
                    <a:pt x="3809" y="39370"/>
                  </a:lnTo>
                  <a:lnTo>
                    <a:pt x="3809" y="36702"/>
                  </a:lnTo>
                  <a:close/>
                </a:path>
                <a:path w="153669" h="91439">
                  <a:moveTo>
                    <a:pt x="3809" y="34162"/>
                  </a:moveTo>
                  <a:lnTo>
                    <a:pt x="0" y="34162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34162"/>
                  </a:lnTo>
                  <a:close/>
                </a:path>
                <a:path w="153669" h="91439">
                  <a:moveTo>
                    <a:pt x="3809" y="30352"/>
                  </a:moveTo>
                  <a:lnTo>
                    <a:pt x="0" y="30352"/>
                  </a:lnTo>
                  <a:lnTo>
                    <a:pt x="0" y="33020"/>
                  </a:lnTo>
                  <a:lnTo>
                    <a:pt x="3809" y="33020"/>
                  </a:lnTo>
                  <a:lnTo>
                    <a:pt x="3809" y="30352"/>
                  </a:lnTo>
                  <a:close/>
                </a:path>
                <a:path w="153669" h="91439">
                  <a:moveTo>
                    <a:pt x="3809" y="27812"/>
                  </a:moveTo>
                  <a:lnTo>
                    <a:pt x="0" y="27812"/>
                  </a:lnTo>
                  <a:lnTo>
                    <a:pt x="0" y="29210"/>
                  </a:lnTo>
                  <a:lnTo>
                    <a:pt x="3809" y="29210"/>
                  </a:lnTo>
                  <a:lnTo>
                    <a:pt x="3809" y="27812"/>
                  </a:lnTo>
                  <a:close/>
                </a:path>
                <a:path w="153669" h="91439">
                  <a:moveTo>
                    <a:pt x="3809" y="24002"/>
                  </a:moveTo>
                  <a:lnTo>
                    <a:pt x="0" y="24002"/>
                  </a:lnTo>
                  <a:lnTo>
                    <a:pt x="0" y="26670"/>
                  </a:lnTo>
                  <a:lnTo>
                    <a:pt x="3809" y="26670"/>
                  </a:lnTo>
                  <a:lnTo>
                    <a:pt x="3809" y="24002"/>
                  </a:lnTo>
                  <a:close/>
                </a:path>
                <a:path w="153669" h="91439">
                  <a:moveTo>
                    <a:pt x="3809" y="21462"/>
                  </a:moveTo>
                  <a:lnTo>
                    <a:pt x="0" y="21462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21462"/>
                  </a:lnTo>
                  <a:close/>
                </a:path>
                <a:path w="153669" h="91439">
                  <a:moveTo>
                    <a:pt x="3809" y="17652"/>
                  </a:moveTo>
                  <a:lnTo>
                    <a:pt x="0" y="17652"/>
                  </a:lnTo>
                  <a:lnTo>
                    <a:pt x="0" y="20320"/>
                  </a:lnTo>
                  <a:lnTo>
                    <a:pt x="3809" y="20320"/>
                  </a:lnTo>
                  <a:lnTo>
                    <a:pt x="3809" y="17652"/>
                  </a:lnTo>
                  <a:close/>
                </a:path>
                <a:path w="153669" h="91439">
                  <a:moveTo>
                    <a:pt x="3809" y="15112"/>
                  </a:moveTo>
                  <a:lnTo>
                    <a:pt x="0" y="15112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5112"/>
                  </a:lnTo>
                  <a:close/>
                </a:path>
                <a:path w="153669" h="91439">
                  <a:moveTo>
                    <a:pt x="3809" y="11302"/>
                  </a:moveTo>
                  <a:lnTo>
                    <a:pt x="0" y="11302"/>
                  </a:lnTo>
                  <a:lnTo>
                    <a:pt x="0" y="13970"/>
                  </a:lnTo>
                  <a:lnTo>
                    <a:pt x="3809" y="13970"/>
                  </a:lnTo>
                  <a:lnTo>
                    <a:pt x="3809" y="11302"/>
                  </a:lnTo>
                  <a:close/>
                </a:path>
                <a:path w="153669" h="91439">
                  <a:moveTo>
                    <a:pt x="3809" y="8762"/>
                  </a:moveTo>
                  <a:lnTo>
                    <a:pt x="0" y="8762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8762"/>
                  </a:lnTo>
                  <a:close/>
                </a:path>
                <a:path w="153669" h="91439">
                  <a:moveTo>
                    <a:pt x="3809" y="4952"/>
                  </a:moveTo>
                  <a:lnTo>
                    <a:pt x="0" y="4952"/>
                  </a:lnTo>
                  <a:lnTo>
                    <a:pt x="0" y="7620"/>
                  </a:lnTo>
                  <a:lnTo>
                    <a:pt x="3809" y="7620"/>
                  </a:lnTo>
                  <a:lnTo>
                    <a:pt x="3809" y="4952"/>
                  </a:lnTo>
                  <a:close/>
                </a:path>
                <a:path w="153669" h="91439">
                  <a:moveTo>
                    <a:pt x="3809" y="2412"/>
                  </a:moveTo>
                  <a:lnTo>
                    <a:pt x="0" y="2412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2412"/>
                  </a:lnTo>
                  <a:close/>
                </a:path>
                <a:path w="153669" h="91439">
                  <a:moveTo>
                    <a:pt x="2540" y="1270"/>
                  </a:moveTo>
                  <a:lnTo>
                    <a:pt x="1269" y="1270"/>
                  </a:lnTo>
                  <a:lnTo>
                    <a:pt x="1269" y="2412"/>
                  </a:lnTo>
                  <a:lnTo>
                    <a:pt x="2540" y="2412"/>
                  </a:lnTo>
                  <a:lnTo>
                    <a:pt x="2540" y="1270"/>
                  </a:lnTo>
                  <a:close/>
                </a:path>
                <a:path w="153669" h="91439">
                  <a:moveTo>
                    <a:pt x="1269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D6CA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1470659" y="2606166"/>
              <a:ext cx="143510" cy="85090"/>
            </a:xfrm>
            <a:custGeom>
              <a:avLst/>
              <a:gdLst/>
              <a:ahLst/>
              <a:cxnLst/>
              <a:rect l="l" t="t" r="r" b="b"/>
              <a:pathLst>
                <a:path w="143509" h="85089">
                  <a:moveTo>
                    <a:pt x="143509" y="83820"/>
                  </a:moveTo>
                  <a:lnTo>
                    <a:pt x="142240" y="83820"/>
                  </a:lnTo>
                  <a:lnTo>
                    <a:pt x="142240" y="84962"/>
                  </a:lnTo>
                  <a:lnTo>
                    <a:pt x="143509" y="84962"/>
                  </a:lnTo>
                  <a:lnTo>
                    <a:pt x="143509" y="83820"/>
                  </a:lnTo>
                  <a:close/>
                </a:path>
                <a:path w="143509" h="85089">
                  <a:moveTo>
                    <a:pt x="142240" y="82550"/>
                  </a:moveTo>
                  <a:lnTo>
                    <a:pt x="0" y="82550"/>
                  </a:lnTo>
                  <a:lnTo>
                    <a:pt x="0" y="83820"/>
                  </a:lnTo>
                  <a:lnTo>
                    <a:pt x="142240" y="83820"/>
                  </a:lnTo>
                  <a:lnTo>
                    <a:pt x="142240" y="82550"/>
                  </a:lnTo>
                  <a:close/>
                </a:path>
                <a:path w="143509" h="85089">
                  <a:moveTo>
                    <a:pt x="139700" y="81279"/>
                  </a:moveTo>
                  <a:lnTo>
                    <a:pt x="137160" y="81279"/>
                  </a:lnTo>
                  <a:lnTo>
                    <a:pt x="137160" y="82550"/>
                  </a:lnTo>
                  <a:lnTo>
                    <a:pt x="139700" y="82550"/>
                  </a:lnTo>
                  <a:lnTo>
                    <a:pt x="139700" y="81279"/>
                  </a:lnTo>
                  <a:close/>
                </a:path>
                <a:path w="143509" h="85089">
                  <a:moveTo>
                    <a:pt x="3809" y="78612"/>
                  </a:moveTo>
                  <a:lnTo>
                    <a:pt x="0" y="78612"/>
                  </a:lnTo>
                  <a:lnTo>
                    <a:pt x="0" y="81279"/>
                  </a:lnTo>
                  <a:lnTo>
                    <a:pt x="3809" y="81279"/>
                  </a:lnTo>
                  <a:lnTo>
                    <a:pt x="3809" y="78612"/>
                  </a:lnTo>
                  <a:close/>
                </a:path>
                <a:path w="143509" h="85089">
                  <a:moveTo>
                    <a:pt x="3809" y="76200"/>
                  </a:moveTo>
                  <a:lnTo>
                    <a:pt x="0" y="76200"/>
                  </a:lnTo>
                  <a:lnTo>
                    <a:pt x="0" y="77470"/>
                  </a:lnTo>
                  <a:lnTo>
                    <a:pt x="3809" y="77470"/>
                  </a:lnTo>
                  <a:lnTo>
                    <a:pt x="3809" y="76200"/>
                  </a:lnTo>
                  <a:close/>
                </a:path>
                <a:path w="143509" h="85089">
                  <a:moveTo>
                    <a:pt x="3809" y="72262"/>
                  </a:moveTo>
                  <a:lnTo>
                    <a:pt x="0" y="72262"/>
                  </a:lnTo>
                  <a:lnTo>
                    <a:pt x="0" y="74929"/>
                  </a:lnTo>
                  <a:lnTo>
                    <a:pt x="3809" y="74929"/>
                  </a:lnTo>
                  <a:lnTo>
                    <a:pt x="3809" y="72262"/>
                  </a:lnTo>
                  <a:close/>
                </a:path>
                <a:path w="143509" h="85089">
                  <a:moveTo>
                    <a:pt x="3809" y="69850"/>
                  </a:moveTo>
                  <a:lnTo>
                    <a:pt x="0" y="69850"/>
                  </a:lnTo>
                  <a:lnTo>
                    <a:pt x="0" y="71120"/>
                  </a:lnTo>
                  <a:lnTo>
                    <a:pt x="3809" y="71120"/>
                  </a:lnTo>
                  <a:lnTo>
                    <a:pt x="3809" y="69850"/>
                  </a:lnTo>
                  <a:close/>
                </a:path>
                <a:path w="143509" h="85089">
                  <a:moveTo>
                    <a:pt x="3809" y="65912"/>
                  </a:moveTo>
                  <a:lnTo>
                    <a:pt x="0" y="65912"/>
                  </a:lnTo>
                  <a:lnTo>
                    <a:pt x="0" y="68579"/>
                  </a:lnTo>
                  <a:lnTo>
                    <a:pt x="3809" y="68579"/>
                  </a:lnTo>
                  <a:lnTo>
                    <a:pt x="3809" y="65912"/>
                  </a:lnTo>
                  <a:close/>
                </a:path>
                <a:path w="143509" h="85089">
                  <a:moveTo>
                    <a:pt x="3809" y="63500"/>
                  </a:moveTo>
                  <a:lnTo>
                    <a:pt x="0" y="63500"/>
                  </a:lnTo>
                  <a:lnTo>
                    <a:pt x="0" y="64770"/>
                  </a:lnTo>
                  <a:lnTo>
                    <a:pt x="3809" y="64770"/>
                  </a:lnTo>
                  <a:lnTo>
                    <a:pt x="3809" y="63500"/>
                  </a:lnTo>
                  <a:close/>
                </a:path>
                <a:path w="143509" h="85089">
                  <a:moveTo>
                    <a:pt x="3809" y="59562"/>
                  </a:moveTo>
                  <a:lnTo>
                    <a:pt x="0" y="59562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9562"/>
                  </a:lnTo>
                  <a:close/>
                </a:path>
                <a:path w="143509" h="85089">
                  <a:moveTo>
                    <a:pt x="3809" y="57150"/>
                  </a:moveTo>
                  <a:lnTo>
                    <a:pt x="0" y="57150"/>
                  </a:lnTo>
                  <a:lnTo>
                    <a:pt x="0" y="58420"/>
                  </a:lnTo>
                  <a:lnTo>
                    <a:pt x="3809" y="58420"/>
                  </a:lnTo>
                  <a:lnTo>
                    <a:pt x="3809" y="57150"/>
                  </a:lnTo>
                  <a:close/>
                </a:path>
                <a:path w="143509" h="85089">
                  <a:moveTo>
                    <a:pt x="3809" y="53212"/>
                  </a:moveTo>
                  <a:lnTo>
                    <a:pt x="0" y="53212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53212"/>
                  </a:lnTo>
                  <a:close/>
                </a:path>
                <a:path w="143509" h="85089">
                  <a:moveTo>
                    <a:pt x="3809" y="50800"/>
                  </a:moveTo>
                  <a:lnTo>
                    <a:pt x="0" y="50800"/>
                  </a:lnTo>
                  <a:lnTo>
                    <a:pt x="0" y="52070"/>
                  </a:lnTo>
                  <a:lnTo>
                    <a:pt x="3809" y="52070"/>
                  </a:lnTo>
                  <a:lnTo>
                    <a:pt x="3809" y="50800"/>
                  </a:lnTo>
                  <a:close/>
                </a:path>
                <a:path w="143509" h="85089">
                  <a:moveTo>
                    <a:pt x="3809" y="46862"/>
                  </a:moveTo>
                  <a:lnTo>
                    <a:pt x="0" y="46862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6862"/>
                  </a:lnTo>
                  <a:close/>
                </a:path>
                <a:path w="143509" h="85089">
                  <a:moveTo>
                    <a:pt x="3809" y="44450"/>
                  </a:moveTo>
                  <a:lnTo>
                    <a:pt x="0" y="44450"/>
                  </a:lnTo>
                  <a:lnTo>
                    <a:pt x="0" y="45720"/>
                  </a:lnTo>
                  <a:lnTo>
                    <a:pt x="3809" y="45720"/>
                  </a:lnTo>
                  <a:lnTo>
                    <a:pt x="3809" y="44450"/>
                  </a:lnTo>
                  <a:close/>
                </a:path>
                <a:path w="143509" h="85089">
                  <a:moveTo>
                    <a:pt x="3809" y="40512"/>
                  </a:moveTo>
                  <a:lnTo>
                    <a:pt x="0" y="40512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40512"/>
                  </a:lnTo>
                  <a:close/>
                </a:path>
                <a:path w="143509" h="85089">
                  <a:moveTo>
                    <a:pt x="3809" y="38100"/>
                  </a:moveTo>
                  <a:lnTo>
                    <a:pt x="0" y="38100"/>
                  </a:lnTo>
                  <a:lnTo>
                    <a:pt x="0" y="39370"/>
                  </a:lnTo>
                  <a:lnTo>
                    <a:pt x="3809" y="39370"/>
                  </a:lnTo>
                  <a:lnTo>
                    <a:pt x="3809" y="38100"/>
                  </a:lnTo>
                  <a:close/>
                </a:path>
                <a:path w="143509" h="85089">
                  <a:moveTo>
                    <a:pt x="3809" y="34162"/>
                  </a:moveTo>
                  <a:lnTo>
                    <a:pt x="0" y="34162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4162"/>
                  </a:lnTo>
                  <a:close/>
                </a:path>
                <a:path w="143509" h="85089">
                  <a:moveTo>
                    <a:pt x="3809" y="31750"/>
                  </a:moveTo>
                  <a:lnTo>
                    <a:pt x="0" y="31750"/>
                  </a:lnTo>
                  <a:lnTo>
                    <a:pt x="0" y="33020"/>
                  </a:lnTo>
                  <a:lnTo>
                    <a:pt x="3809" y="33020"/>
                  </a:lnTo>
                  <a:lnTo>
                    <a:pt x="3809" y="31750"/>
                  </a:lnTo>
                  <a:close/>
                </a:path>
                <a:path w="143509" h="85089">
                  <a:moveTo>
                    <a:pt x="3809" y="27812"/>
                  </a:moveTo>
                  <a:lnTo>
                    <a:pt x="0" y="27812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27812"/>
                  </a:lnTo>
                  <a:close/>
                </a:path>
                <a:path w="143509" h="85089">
                  <a:moveTo>
                    <a:pt x="3809" y="25400"/>
                  </a:moveTo>
                  <a:lnTo>
                    <a:pt x="0" y="25400"/>
                  </a:lnTo>
                  <a:lnTo>
                    <a:pt x="0" y="26670"/>
                  </a:lnTo>
                  <a:lnTo>
                    <a:pt x="3809" y="26670"/>
                  </a:lnTo>
                  <a:lnTo>
                    <a:pt x="3809" y="25400"/>
                  </a:lnTo>
                  <a:close/>
                </a:path>
                <a:path w="143509" h="85089">
                  <a:moveTo>
                    <a:pt x="3809" y="21462"/>
                  </a:moveTo>
                  <a:lnTo>
                    <a:pt x="0" y="21462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21462"/>
                  </a:lnTo>
                  <a:close/>
                </a:path>
                <a:path w="143509" h="85089">
                  <a:moveTo>
                    <a:pt x="3809" y="19050"/>
                  </a:moveTo>
                  <a:lnTo>
                    <a:pt x="0" y="19050"/>
                  </a:lnTo>
                  <a:lnTo>
                    <a:pt x="0" y="20320"/>
                  </a:lnTo>
                  <a:lnTo>
                    <a:pt x="3809" y="20320"/>
                  </a:lnTo>
                  <a:lnTo>
                    <a:pt x="3809" y="19050"/>
                  </a:lnTo>
                  <a:close/>
                </a:path>
                <a:path w="143509" h="85089">
                  <a:moveTo>
                    <a:pt x="3809" y="15112"/>
                  </a:moveTo>
                  <a:lnTo>
                    <a:pt x="0" y="15112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5112"/>
                  </a:lnTo>
                  <a:close/>
                </a:path>
                <a:path w="143509" h="85089">
                  <a:moveTo>
                    <a:pt x="3809" y="12700"/>
                  </a:moveTo>
                  <a:lnTo>
                    <a:pt x="0" y="12700"/>
                  </a:lnTo>
                  <a:lnTo>
                    <a:pt x="0" y="13970"/>
                  </a:lnTo>
                  <a:lnTo>
                    <a:pt x="3809" y="13970"/>
                  </a:lnTo>
                  <a:lnTo>
                    <a:pt x="3809" y="12700"/>
                  </a:lnTo>
                  <a:close/>
                </a:path>
                <a:path w="143509" h="85089">
                  <a:moveTo>
                    <a:pt x="3809" y="8762"/>
                  </a:moveTo>
                  <a:lnTo>
                    <a:pt x="0" y="8762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8762"/>
                  </a:lnTo>
                  <a:close/>
                </a:path>
                <a:path w="143509" h="85089">
                  <a:moveTo>
                    <a:pt x="3809" y="6350"/>
                  </a:moveTo>
                  <a:lnTo>
                    <a:pt x="0" y="6350"/>
                  </a:lnTo>
                  <a:lnTo>
                    <a:pt x="0" y="7620"/>
                  </a:lnTo>
                  <a:lnTo>
                    <a:pt x="3809" y="7620"/>
                  </a:lnTo>
                  <a:lnTo>
                    <a:pt x="3809" y="6350"/>
                  </a:lnTo>
                  <a:close/>
                </a:path>
                <a:path w="143509" h="85089">
                  <a:moveTo>
                    <a:pt x="3809" y="1270"/>
                  </a:moveTo>
                  <a:lnTo>
                    <a:pt x="1270" y="1270"/>
                  </a:lnTo>
                  <a:lnTo>
                    <a:pt x="1270" y="2412"/>
                  </a:lnTo>
                  <a:lnTo>
                    <a:pt x="0" y="2412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1270"/>
                  </a:lnTo>
                  <a:close/>
                </a:path>
                <a:path w="143509" h="85089">
                  <a:moveTo>
                    <a:pt x="12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D5C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1474469" y="2608580"/>
              <a:ext cx="133350" cy="78740"/>
            </a:xfrm>
            <a:custGeom>
              <a:avLst/>
              <a:gdLst/>
              <a:ahLst/>
              <a:cxnLst/>
              <a:rect l="l" t="t" r="r" b="b"/>
              <a:pathLst>
                <a:path w="133350" h="78739">
                  <a:moveTo>
                    <a:pt x="132080" y="76200"/>
                  </a:moveTo>
                  <a:lnTo>
                    <a:pt x="0" y="76200"/>
                  </a:lnTo>
                  <a:lnTo>
                    <a:pt x="0" y="78739"/>
                  </a:lnTo>
                  <a:lnTo>
                    <a:pt x="133350" y="78739"/>
                  </a:lnTo>
                  <a:lnTo>
                    <a:pt x="133350" y="77469"/>
                  </a:lnTo>
                  <a:lnTo>
                    <a:pt x="132080" y="77469"/>
                  </a:lnTo>
                  <a:lnTo>
                    <a:pt x="132080" y="76200"/>
                  </a:lnTo>
                  <a:close/>
                </a:path>
                <a:path w="133350" h="78739">
                  <a:moveTo>
                    <a:pt x="129540" y="74929"/>
                  </a:moveTo>
                  <a:lnTo>
                    <a:pt x="127000" y="74929"/>
                  </a:lnTo>
                  <a:lnTo>
                    <a:pt x="127000" y="76200"/>
                  </a:lnTo>
                  <a:lnTo>
                    <a:pt x="129540" y="76200"/>
                  </a:lnTo>
                  <a:lnTo>
                    <a:pt x="129540" y="74929"/>
                  </a:lnTo>
                  <a:close/>
                </a:path>
                <a:path w="133350" h="78739">
                  <a:moveTo>
                    <a:pt x="3810" y="73660"/>
                  </a:moveTo>
                  <a:lnTo>
                    <a:pt x="0" y="73660"/>
                  </a:lnTo>
                  <a:lnTo>
                    <a:pt x="0" y="74929"/>
                  </a:lnTo>
                  <a:lnTo>
                    <a:pt x="3810" y="74929"/>
                  </a:lnTo>
                  <a:lnTo>
                    <a:pt x="3810" y="73660"/>
                  </a:lnTo>
                  <a:close/>
                </a:path>
                <a:path w="133350" h="78739">
                  <a:moveTo>
                    <a:pt x="3810" y="69850"/>
                  </a:moveTo>
                  <a:lnTo>
                    <a:pt x="0" y="69850"/>
                  </a:lnTo>
                  <a:lnTo>
                    <a:pt x="0" y="72389"/>
                  </a:lnTo>
                  <a:lnTo>
                    <a:pt x="3810" y="72389"/>
                  </a:lnTo>
                  <a:lnTo>
                    <a:pt x="3810" y="69850"/>
                  </a:lnTo>
                  <a:close/>
                </a:path>
                <a:path w="133350" h="78739">
                  <a:moveTo>
                    <a:pt x="3810" y="67310"/>
                  </a:moveTo>
                  <a:lnTo>
                    <a:pt x="0" y="67310"/>
                  </a:lnTo>
                  <a:lnTo>
                    <a:pt x="0" y="68579"/>
                  </a:lnTo>
                  <a:lnTo>
                    <a:pt x="3810" y="68579"/>
                  </a:lnTo>
                  <a:lnTo>
                    <a:pt x="3810" y="67310"/>
                  </a:lnTo>
                  <a:close/>
                </a:path>
                <a:path w="133350" h="78739">
                  <a:moveTo>
                    <a:pt x="3810" y="63500"/>
                  </a:moveTo>
                  <a:lnTo>
                    <a:pt x="0" y="63500"/>
                  </a:lnTo>
                  <a:lnTo>
                    <a:pt x="0" y="66039"/>
                  </a:lnTo>
                  <a:lnTo>
                    <a:pt x="3810" y="66039"/>
                  </a:lnTo>
                  <a:lnTo>
                    <a:pt x="3810" y="63500"/>
                  </a:lnTo>
                  <a:close/>
                </a:path>
                <a:path w="133350" h="78739">
                  <a:moveTo>
                    <a:pt x="3810" y="60960"/>
                  </a:moveTo>
                  <a:lnTo>
                    <a:pt x="0" y="60960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60960"/>
                  </a:lnTo>
                  <a:close/>
                </a:path>
                <a:path w="133350" h="78739">
                  <a:moveTo>
                    <a:pt x="3810" y="57150"/>
                  </a:moveTo>
                  <a:lnTo>
                    <a:pt x="0" y="57150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7150"/>
                  </a:lnTo>
                  <a:close/>
                </a:path>
                <a:path w="133350" h="78739">
                  <a:moveTo>
                    <a:pt x="3810" y="54610"/>
                  </a:moveTo>
                  <a:lnTo>
                    <a:pt x="0" y="54610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54610"/>
                  </a:lnTo>
                  <a:close/>
                </a:path>
                <a:path w="133350" h="78739">
                  <a:moveTo>
                    <a:pt x="3810" y="50800"/>
                  </a:moveTo>
                  <a:lnTo>
                    <a:pt x="0" y="50800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50800"/>
                  </a:lnTo>
                  <a:close/>
                </a:path>
                <a:path w="133350" h="78739">
                  <a:moveTo>
                    <a:pt x="3810" y="48260"/>
                  </a:moveTo>
                  <a:lnTo>
                    <a:pt x="0" y="48260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8260"/>
                  </a:lnTo>
                  <a:close/>
                </a:path>
                <a:path w="133350" h="78739">
                  <a:moveTo>
                    <a:pt x="3810" y="44450"/>
                  </a:moveTo>
                  <a:lnTo>
                    <a:pt x="0" y="44450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4450"/>
                  </a:lnTo>
                  <a:close/>
                </a:path>
                <a:path w="133350" h="78739">
                  <a:moveTo>
                    <a:pt x="3810" y="41910"/>
                  </a:moveTo>
                  <a:lnTo>
                    <a:pt x="0" y="41910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41910"/>
                  </a:lnTo>
                  <a:close/>
                </a:path>
                <a:path w="133350" h="78739">
                  <a:moveTo>
                    <a:pt x="3810" y="38100"/>
                  </a:moveTo>
                  <a:lnTo>
                    <a:pt x="0" y="38100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8100"/>
                  </a:lnTo>
                  <a:close/>
                </a:path>
                <a:path w="133350" h="78739">
                  <a:moveTo>
                    <a:pt x="3810" y="35560"/>
                  </a:moveTo>
                  <a:lnTo>
                    <a:pt x="0" y="3556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35560"/>
                  </a:lnTo>
                  <a:close/>
                </a:path>
                <a:path w="133350" h="78739">
                  <a:moveTo>
                    <a:pt x="3810" y="31750"/>
                  </a:moveTo>
                  <a:lnTo>
                    <a:pt x="0" y="31750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31750"/>
                  </a:lnTo>
                  <a:close/>
                </a:path>
                <a:path w="133350" h="78739">
                  <a:moveTo>
                    <a:pt x="3810" y="29210"/>
                  </a:moveTo>
                  <a:lnTo>
                    <a:pt x="0" y="29210"/>
                  </a:lnTo>
                  <a:lnTo>
                    <a:pt x="0" y="30479"/>
                  </a:lnTo>
                  <a:lnTo>
                    <a:pt x="3810" y="30479"/>
                  </a:lnTo>
                  <a:lnTo>
                    <a:pt x="3810" y="29210"/>
                  </a:lnTo>
                  <a:close/>
                </a:path>
                <a:path w="133350" h="78739">
                  <a:moveTo>
                    <a:pt x="3810" y="25400"/>
                  </a:moveTo>
                  <a:lnTo>
                    <a:pt x="0" y="25400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5400"/>
                  </a:lnTo>
                  <a:close/>
                </a:path>
                <a:path w="133350" h="78739">
                  <a:moveTo>
                    <a:pt x="3810" y="22860"/>
                  </a:moveTo>
                  <a:lnTo>
                    <a:pt x="0" y="2286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22860"/>
                  </a:lnTo>
                  <a:close/>
                </a:path>
                <a:path w="133350" h="78739">
                  <a:moveTo>
                    <a:pt x="3810" y="19050"/>
                  </a:moveTo>
                  <a:lnTo>
                    <a:pt x="0" y="1905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9050"/>
                  </a:lnTo>
                  <a:close/>
                </a:path>
                <a:path w="133350" h="78739">
                  <a:moveTo>
                    <a:pt x="3810" y="16510"/>
                  </a:moveTo>
                  <a:lnTo>
                    <a:pt x="0" y="1651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6510"/>
                  </a:lnTo>
                  <a:close/>
                </a:path>
                <a:path w="133350" h="78739">
                  <a:moveTo>
                    <a:pt x="3810" y="12700"/>
                  </a:moveTo>
                  <a:lnTo>
                    <a:pt x="0" y="1270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2700"/>
                  </a:lnTo>
                  <a:close/>
                </a:path>
                <a:path w="133350" h="78739">
                  <a:moveTo>
                    <a:pt x="3810" y="10160"/>
                  </a:moveTo>
                  <a:lnTo>
                    <a:pt x="0" y="1016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10160"/>
                  </a:lnTo>
                  <a:close/>
                </a:path>
                <a:path w="133350" h="78739">
                  <a:moveTo>
                    <a:pt x="3810" y="6350"/>
                  </a:moveTo>
                  <a:lnTo>
                    <a:pt x="0" y="635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50"/>
                  </a:lnTo>
                  <a:close/>
                </a:path>
                <a:path w="133350" h="78739">
                  <a:moveTo>
                    <a:pt x="3810" y="3810"/>
                  </a:moveTo>
                  <a:lnTo>
                    <a:pt x="0" y="381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3810"/>
                  </a:lnTo>
                  <a:close/>
                </a:path>
                <a:path w="133350" h="78739">
                  <a:moveTo>
                    <a:pt x="127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D4C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1478280" y="2611247"/>
              <a:ext cx="123189" cy="72390"/>
            </a:xfrm>
            <a:custGeom>
              <a:avLst/>
              <a:gdLst/>
              <a:ahLst/>
              <a:cxnLst/>
              <a:rect l="l" t="t" r="r" b="b"/>
              <a:pathLst>
                <a:path w="123190" h="72389">
                  <a:moveTo>
                    <a:pt x="123190" y="70992"/>
                  </a:moveTo>
                  <a:lnTo>
                    <a:pt x="0" y="70992"/>
                  </a:lnTo>
                  <a:lnTo>
                    <a:pt x="0" y="72262"/>
                  </a:lnTo>
                  <a:lnTo>
                    <a:pt x="123190" y="72262"/>
                  </a:lnTo>
                  <a:lnTo>
                    <a:pt x="123190" y="70992"/>
                  </a:lnTo>
                  <a:close/>
                </a:path>
                <a:path w="123190" h="72389">
                  <a:moveTo>
                    <a:pt x="120649" y="69850"/>
                  </a:moveTo>
                  <a:lnTo>
                    <a:pt x="119379" y="69850"/>
                  </a:lnTo>
                  <a:lnTo>
                    <a:pt x="119379" y="70992"/>
                  </a:lnTo>
                  <a:lnTo>
                    <a:pt x="120649" y="70992"/>
                  </a:lnTo>
                  <a:lnTo>
                    <a:pt x="120649" y="69850"/>
                  </a:lnTo>
                  <a:close/>
                </a:path>
                <a:path w="123190" h="72389">
                  <a:moveTo>
                    <a:pt x="3809" y="67183"/>
                  </a:moveTo>
                  <a:lnTo>
                    <a:pt x="0" y="67183"/>
                  </a:lnTo>
                  <a:lnTo>
                    <a:pt x="0" y="69850"/>
                  </a:lnTo>
                  <a:lnTo>
                    <a:pt x="119379" y="69850"/>
                  </a:lnTo>
                  <a:lnTo>
                    <a:pt x="119379" y="68452"/>
                  </a:lnTo>
                  <a:lnTo>
                    <a:pt x="3809" y="68452"/>
                  </a:lnTo>
                  <a:lnTo>
                    <a:pt x="3809" y="67183"/>
                  </a:lnTo>
                  <a:close/>
                </a:path>
                <a:path w="123190" h="72389">
                  <a:moveTo>
                    <a:pt x="3809" y="64642"/>
                  </a:moveTo>
                  <a:lnTo>
                    <a:pt x="0" y="64642"/>
                  </a:lnTo>
                  <a:lnTo>
                    <a:pt x="0" y="65912"/>
                  </a:lnTo>
                  <a:lnTo>
                    <a:pt x="3809" y="65912"/>
                  </a:lnTo>
                  <a:lnTo>
                    <a:pt x="3809" y="64642"/>
                  </a:lnTo>
                  <a:close/>
                </a:path>
                <a:path w="123190" h="72389">
                  <a:moveTo>
                    <a:pt x="3809" y="60833"/>
                  </a:moveTo>
                  <a:lnTo>
                    <a:pt x="0" y="60833"/>
                  </a:lnTo>
                  <a:lnTo>
                    <a:pt x="0" y="63500"/>
                  </a:lnTo>
                  <a:lnTo>
                    <a:pt x="3809" y="63500"/>
                  </a:lnTo>
                  <a:lnTo>
                    <a:pt x="3809" y="60833"/>
                  </a:lnTo>
                  <a:close/>
                </a:path>
                <a:path w="123190" h="72389">
                  <a:moveTo>
                    <a:pt x="3809" y="58292"/>
                  </a:moveTo>
                  <a:lnTo>
                    <a:pt x="0" y="58292"/>
                  </a:lnTo>
                  <a:lnTo>
                    <a:pt x="0" y="59562"/>
                  </a:lnTo>
                  <a:lnTo>
                    <a:pt x="3809" y="59562"/>
                  </a:lnTo>
                  <a:lnTo>
                    <a:pt x="3809" y="58292"/>
                  </a:lnTo>
                  <a:close/>
                </a:path>
                <a:path w="123190" h="72389">
                  <a:moveTo>
                    <a:pt x="3809" y="54483"/>
                  </a:moveTo>
                  <a:lnTo>
                    <a:pt x="0" y="54483"/>
                  </a:lnTo>
                  <a:lnTo>
                    <a:pt x="0" y="57150"/>
                  </a:lnTo>
                  <a:lnTo>
                    <a:pt x="3809" y="57150"/>
                  </a:lnTo>
                  <a:lnTo>
                    <a:pt x="3809" y="54483"/>
                  </a:lnTo>
                  <a:close/>
                </a:path>
                <a:path w="123190" h="72389">
                  <a:moveTo>
                    <a:pt x="3809" y="51942"/>
                  </a:moveTo>
                  <a:lnTo>
                    <a:pt x="0" y="51942"/>
                  </a:lnTo>
                  <a:lnTo>
                    <a:pt x="0" y="53212"/>
                  </a:lnTo>
                  <a:lnTo>
                    <a:pt x="3809" y="53212"/>
                  </a:lnTo>
                  <a:lnTo>
                    <a:pt x="3809" y="51942"/>
                  </a:lnTo>
                  <a:close/>
                </a:path>
                <a:path w="123190" h="72389">
                  <a:moveTo>
                    <a:pt x="3809" y="48133"/>
                  </a:moveTo>
                  <a:lnTo>
                    <a:pt x="0" y="48133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48133"/>
                  </a:lnTo>
                  <a:close/>
                </a:path>
                <a:path w="123190" h="72389">
                  <a:moveTo>
                    <a:pt x="3809" y="45592"/>
                  </a:moveTo>
                  <a:lnTo>
                    <a:pt x="0" y="45592"/>
                  </a:lnTo>
                  <a:lnTo>
                    <a:pt x="0" y="46862"/>
                  </a:lnTo>
                  <a:lnTo>
                    <a:pt x="3809" y="46862"/>
                  </a:lnTo>
                  <a:lnTo>
                    <a:pt x="3809" y="45592"/>
                  </a:lnTo>
                  <a:close/>
                </a:path>
                <a:path w="123190" h="72389">
                  <a:moveTo>
                    <a:pt x="3809" y="41783"/>
                  </a:moveTo>
                  <a:lnTo>
                    <a:pt x="0" y="41783"/>
                  </a:lnTo>
                  <a:lnTo>
                    <a:pt x="0" y="44450"/>
                  </a:lnTo>
                  <a:lnTo>
                    <a:pt x="3809" y="44450"/>
                  </a:lnTo>
                  <a:lnTo>
                    <a:pt x="3809" y="41783"/>
                  </a:lnTo>
                  <a:close/>
                </a:path>
                <a:path w="123190" h="72389">
                  <a:moveTo>
                    <a:pt x="3809" y="39242"/>
                  </a:moveTo>
                  <a:lnTo>
                    <a:pt x="0" y="39242"/>
                  </a:lnTo>
                  <a:lnTo>
                    <a:pt x="0" y="40512"/>
                  </a:lnTo>
                  <a:lnTo>
                    <a:pt x="3809" y="40512"/>
                  </a:lnTo>
                  <a:lnTo>
                    <a:pt x="3809" y="39242"/>
                  </a:lnTo>
                  <a:close/>
                </a:path>
                <a:path w="123190" h="72389">
                  <a:moveTo>
                    <a:pt x="3809" y="35433"/>
                  </a:moveTo>
                  <a:lnTo>
                    <a:pt x="0" y="35433"/>
                  </a:lnTo>
                  <a:lnTo>
                    <a:pt x="0" y="38100"/>
                  </a:lnTo>
                  <a:lnTo>
                    <a:pt x="3809" y="38100"/>
                  </a:lnTo>
                  <a:lnTo>
                    <a:pt x="3809" y="35433"/>
                  </a:lnTo>
                  <a:close/>
                </a:path>
                <a:path w="123190" h="72389">
                  <a:moveTo>
                    <a:pt x="3809" y="32892"/>
                  </a:moveTo>
                  <a:lnTo>
                    <a:pt x="0" y="32892"/>
                  </a:lnTo>
                  <a:lnTo>
                    <a:pt x="0" y="34162"/>
                  </a:lnTo>
                  <a:lnTo>
                    <a:pt x="3809" y="34162"/>
                  </a:lnTo>
                  <a:lnTo>
                    <a:pt x="3809" y="32892"/>
                  </a:lnTo>
                  <a:close/>
                </a:path>
                <a:path w="123190" h="72389">
                  <a:moveTo>
                    <a:pt x="3809" y="29083"/>
                  </a:moveTo>
                  <a:lnTo>
                    <a:pt x="0" y="29083"/>
                  </a:lnTo>
                  <a:lnTo>
                    <a:pt x="0" y="31750"/>
                  </a:lnTo>
                  <a:lnTo>
                    <a:pt x="3809" y="31750"/>
                  </a:lnTo>
                  <a:lnTo>
                    <a:pt x="3809" y="29083"/>
                  </a:lnTo>
                  <a:close/>
                </a:path>
                <a:path w="123190" h="72389">
                  <a:moveTo>
                    <a:pt x="3809" y="26542"/>
                  </a:moveTo>
                  <a:lnTo>
                    <a:pt x="0" y="26542"/>
                  </a:lnTo>
                  <a:lnTo>
                    <a:pt x="0" y="27812"/>
                  </a:lnTo>
                  <a:lnTo>
                    <a:pt x="3809" y="27812"/>
                  </a:lnTo>
                  <a:lnTo>
                    <a:pt x="3809" y="26542"/>
                  </a:lnTo>
                  <a:close/>
                </a:path>
                <a:path w="123190" h="72389">
                  <a:moveTo>
                    <a:pt x="3809" y="22733"/>
                  </a:moveTo>
                  <a:lnTo>
                    <a:pt x="0" y="22733"/>
                  </a:lnTo>
                  <a:lnTo>
                    <a:pt x="0" y="25400"/>
                  </a:lnTo>
                  <a:lnTo>
                    <a:pt x="3809" y="25400"/>
                  </a:lnTo>
                  <a:lnTo>
                    <a:pt x="3809" y="22733"/>
                  </a:lnTo>
                  <a:close/>
                </a:path>
                <a:path w="123190" h="72389">
                  <a:moveTo>
                    <a:pt x="3809" y="20192"/>
                  </a:moveTo>
                  <a:lnTo>
                    <a:pt x="0" y="20192"/>
                  </a:lnTo>
                  <a:lnTo>
                    <a:pt x="0" y="21462"/>
                  </a:lnTo>
                  <a:lnTo>
                    <a:pt x="3809" y="21462"/>
                  </a:lnTo>
                  <a:lnTo>
                    <a:pt x="3809" y="20192"/>
                  </a:lnTo>
                  <a:close/>
                </a:path>
                <a:path w="123190" h="72389">
                  <a:moveTo>
                    <a:pt x="3809" y="16383"/>
                  </a:moveTo>
                  <a:lnTo>
                    <a:pt x="0" y="16383"/>
                  </a:lnTo>
                  <a:lnTo>
                    <a:pt x="0" y="19050"/>
                  </a:lnTo>
                  <a:lnTo>
                    <a:pt x="3809" y="19050"/>
                  </a:lnTo>
                  <a:lnTo>
                    <a:pt x="3809" y="16383"/>
                  </a:lnTo>
                  <a:close/>
                </a:path>
                <a:path w="123190" h="72389">
                  <a:moveTo>
                    <a:pt x="3809" y="13842"/>
                  </a:moveTo>
                  <a:lnTo>
                    <a:pt x="0" y="13842"/>
                  </a:lnTo>
                  <a:lnTo>
                    <a:pt x="0" y="15112"/>
                  </a:lnTo>
                  <a:lnTo>
                    <a:pt x="3809" y="15112"/>
                  </a:lnTo>
                  <a:lnTo>
                    <a:pt x="3809" y="13842"/>
                  </a:lnTo>
                  <a:close/>
                </a:path>
                <a:path w="123190" h="72389">
                  <a:moveTo>
                    <a:pt x="3809" y="10033"/>
                  </a:moveTo>
                  <a:lnTo>
                    <a:pt x="0" y="10033"/>
                  </a:lnTo>
                  <a:lnTo>
                    <a:pt x="0" y="12700"/>
                  </a:lnTo>
                  <a:lnTo>
                    <a:pt x="3809" y="12700"/>
                  </a:lnTo>
                  <a:lnTo>
                    <a:pt x="3809" y="10033"/>
                  </a:lnTo>
                  <a:close/>
                </a:path>
                <a:path w="123190" h="72389">
                  <a:moveTo>
                    <a:pt x="3809" y="7492"/>
                  </a:moveTo>
                  <a:lnTo>
                    <a:pt x="0" y="7492"/>
                  </a:lnTo>
                  <a:lnTo>
                    <a:pt x="0" y="8762"/>
                  </a:lnTo>
                  <a:lnTo>
                    <a:pt x="3809" y="8762"/>
                  </a:lnTo>
                  <a:lnTo>
                    <a:pt x="3809" y="7492"/>
                  </a:lnTo>
                  <a:close/>
                </a:path>
                <a:path w="123190" h="72389">
                  <a:moveTo>
                    <a:pt x="3809" y="3683"/>
                  </a:moveTo>
                  <a:lnTo>
                    <a:pt x="0" y="3683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3683"/>
                  </a:lnTo>
                  <a:close/>
                </a:path>
                <a:path w="123190" h="72389">
                  <a:moveTo>
                    <a:pt x="2539" y="0"/>
                  </a:moveTo>
                  <a:lnTo>
                    <a:pt x="0" y="0"/>
                  </a:lnTo>
                  <a:lnTo>
                    <a:pt x="0" y="2412"/>
                  </a:lnTo>
                  <a:lnTo>
                    <a:pt x="3809" y="2412"/>
                  </a:lnTo>
                  <a:lnTo>
                    <a:pt x="3809" y="1142"/>
                  </a:lnTo>
                  <a:lnTo>
                    <a:pt x="2539" y="1142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D3C6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1482090" y="2612389"/>
              <a:ext cx="113030" cy="67310"/>
            </a:xfrm>
            <a:custGeom>
              <a:avLst/>
              <a:gdLst/>
              <a:ahLst/>
              <a:cxnLst/>
              <a:rect l="l" t="t" r="r" b="b"/>
              <a:pathLst>
                <a:path w="113030" h="67310">
                  <a:moveTo>
                    <a:pt x="127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270" y="1397"/>
                  </a:lnTo>
                  <a:lnTo>
                    <a:pt x="1270" y="0"/>
                  </a:lnTo>
                  <a:close/>
                </a:path>
                <a:path w="113030" h="67310">
                  <a:moveTo>
                    <a:pt x="3810" y="59690"/>
                  </a:moveTo>
                  <a:lnTo>
                    <a:pt x="0" y="59690"/>
                  </a:lnTo>
                  <a:lnTo>
                    <a:pt x="0" y="62357"/>
                  </a:lnTo>
                  <a:lnTo>
                    <a:pt x="3810" y="62357"/>
                  </a:lnTo>
                  <a:lnTo>
                    <a:pt x="3810" y="59690"/>
                  </a:lnTo>
                  <a:close/>
                </a:path>
                <a:path w="113030" h="67310">
                  <a:moveTo>
                    <a:pt x="3810" y="57150"/>
                  </a:moveTo>
                  <a:lnTo>
                    <a:pt x="0" y="57150"/>
                  </a:lnTo>
                  <a:lnTo>
                    <a:pt x="0" y="58547"/>
                  </a:lnTo>
                  <a:lnTo>
                    <a:pt x="3810" y="58547"/>
                  </a:lnTo>
                  <a:lnTo>
                    <a:pt x="3810" y="57150"/>
                  </a:lnTo>
                  <a:close/>
                </a:path>
                <a:path w="113030" h="67310">
                  <a:moveTo>
                    <a:pt x="3810" y="53340"/>
                  </a:moveTo>
                  <a:lnTo>
                    <a:pt x="0" y="53340"/>
                  </a:lnTo>
                  <a:lnTo>
                    <a:pt x="0" y="56007"/>
                  </a:lnTo>
                  <a:lnTo>
                    <a:pt x="3810" y="56007"/>
                  </a:lnTo>
                  <a:lnTo>
                    <a:pt x="3810" y="53340"/>
                  </a:lnTo>
                  <a:close/>
                </a:path>
                <a:path w="113030" h="67310">
                  <a:moveTo>
                    <a:pt x="3810" y="50800"/>
                  </a:moveTo>
                  <a:lnTo>
                    <a:pt x="0" y="50800"/>
                  </a:lnTo>
                  <a:lnTo>
                    <a:pt x="0" y="52197"/>
                  </a:lnTo>
                  <a:lnTo>
                    <a:pt x="3810" y="52197"/>
                  </a:lnTo>
                  <a:lnTo>
                    <a:pt x="3810" y="50800"/>
                  </a:lnTo>
                  <a:close/>
                </a:path>
                <a:path w="113030" h="67310">
                  <a:moveTo>
                    <a:pt x="3810" y="46990"/>
                  </a:moveTo>
                  <a:lnTo>
                    <a:pt x="0" y="46990"/>
                  </a:lnTo>
                  <a:lnTo>
                    <a:pt x="0" y="49657"/>
                  </a:lnTo>
                  <a:lnTo>
                    <a:pt x="3810" y="49657"/>
                  </a:lnTo>
                  <a:lnTo>
                    <a:pt x="3810" y="46990"/>
                  </a:lnTo>
                  <a:close/>
                </a:path>
                <a:path w="113030" h="67310">
                  <a:moveTo>
                    <a:pt x="3810" y="44450"/>
                  </a:moveTo>
                  <a:lnTo>
                    <a:pt x="0" y="44450"/>
                  </a:lnTo>
                  <a:lnTo>
                    <a:pt x="0" y="45847"/>
                  </a:lnTo>
                  <a:lnTo>
                    <a:pt x="3810" y="45847"/>
                  </a:lnTo>
                  <a:lnTo>
                    <a:pt x="3810" y="44450"/>
                  </a:lnTo>
                  <a:close/>
                </a:path>
                <a:path w="113030" h="67310">
                  <a:moveTo>
                    <a:pt x="3810" y="40640"/>
                  </a:moveTo>
                  <a:lnTo>
                    <a:pt x="0" y="40640"/>
                  </a:lnTo>
                  <a:lnTo>
                    <a:pt x="0" y="43307"/>
                  </a:lnTo>
                  <a:lnTo>
                    <a:pt x="3810" y="43307"/>
                  </a:lnTo>
                  <a:lnTo>
                    <a:pt x="3810" y="40640"/>
                  </a:lnTo>
                  <a:close/>
                </a:path>
                <a:path w="113030" h="67310">
                  <a:moveTo>
                    <a:pt x="3810" y="38100"/>
                  </a:moveTo>
                  <a:lnTo>
                    <a:pt x="0" y="38100"/>
                  </a:lnTo>
                  <a:lnTo>
                    <a:pt x="0" y="39497"/>
                  </a:lnTo>
                  <a:lnTo>
                    <a:pt x="3810" y="39497"/>
                  </a:lnTo>
                  <a:lnTo>
                    <a:pt x="3810" y="38100"/>
                  </a:lnTo>
                  <a:close/>
                </a:path>
                <a:path w="113030" h="67310">
                  <a:moveTo>
                    <a:pt x="3810" y="34290"/>
                  </a:moveTo>
                  <a:lnTo>
                    <a:pt x="0" y="34290"/>
                  </a:lnTo>
                  <a:lnTo>
                    <a:pt x="0" y="36957"/>
                  </a:lnTo>
                  <a:lnTo>
                    <a:pt x="3810" y="36957"/>
                  </a:lnTo>
                  <a:lnTo>
                    <a:pt x="3810" y="34290"/>
                  </a:lnTo>
                  <a:close/>
                </a:path>
                <a:path w="113030" h="67310">
                  <a:moveTo>
                    <a:pt x="3810" y="31750"/>
                  </a:moveTo>
                  <a:lnTo>
                    <a:pt x="0" y="31750"/>
                  </a:lnTo>
                  <a:lnTo>
                    <a:pt x="0" y="33147"/>
                  </a:lnTo>
                  <a:lnTo>
                    <a:pt x="3810" y="33147"/>
                  </a:lnTo>
                  <a:lnTo>
                    <a:pt x="3810" y="31750"/>
                  </a:lnTo>
                  <a:close/>
                </a:path>
                <a:path w="113030" h="67310">
                  <a:moveTo>
                    <a:pt x="3810" y="27940"/>
                  </a:moveTo>
                  <a:lnTo>
                    <a:pt x="0" y="27940"/>
                  </a:lnTo>
                  <a:lnTo>
                    <a:pt x="0" y="30607"/>
                  </a:lnTo>
                  <a:lnTo>
                    <a:pt x="3810" y="30607"/>
                  </a:lnTo>
                  <a:lnTo>
                    <a:pt x="3810" y="27940"/>
                  </a:lnTo>
                  <a:close/>
                </a:path>
                <a:path w="113030" h="67310">
                  <a:moveTo>
                    <a:pt x="3810" y="25400"/>
                  </a:moveTo>
                  <a:lnTo>
                    <a:pt x="0" y="25400"/>
                  </a:lnTo>
                  <a:lnTo>
                    <a:pt x="0" y="26797"/>
                  </a:lnTo>
                  <a:lnTo>
                    <a:pt x="3810" y="26797"/>
                  </a:lnTo>
                  <a:lnTo>
                    <a:pt x="3810" y="25400"/>
                  </a:lnTo>
                  <a:close/>
                </a:path>
                <a:path w="113030" h="67310">
                  <a:moveTo>
                    <a:pt x="3810" y="21590"/>
                  </a:moveTo>
                  <a:lnTo>
                    <a:pt x="0" y="21590"/>
                  </a:lnTo>
                  <a:lnTo>
                    <a:pt x="0" y="24257"/>
                  </a:lnTo>
                  <a:lnTo>
                    <a:pt x="3810" y="24257"/>
                  </a:lnTo>
                  <a:lnTo>
                    <a:pt x="3810" y="21590"/>
                  </a:lnTo>
                  <a:close/>
                </a:path>
                <a:path w="113030" h="67310">
                  <a:moveTo>
                    <a:pt x="3810" y="19050"/>
                  </a:moveTo>
                  <a:lnTo>
                    <a:pt x="0" y="19050"/>
                  </a:lnTo>
                  <a:lnTo>
                    <a:pt x="0" y="20447"/>
                  </a:lnTo>
                  <a:lnTo>
                    <a:pt x="3810" y="20447"/>
                  </a:lnTo>
                  <a:lnTo>
                    <a:pt x="3810" y="19050"/>
                  </a:lnTo>
                  <a:close/>
                </a:path>
                <a:path w="113030" h="67310">
                  <a:moveTo>
                    <a:pt x="3810" y="15240"/>
                  </a:moveTo>
                  <a:lnTo>
                    <a:pt x="0" y="15240"/>
                  </a:lnTo>
                  <a:lnTo>
                    <a:pt x="0" y="17907"/>
                  </a:lnTo>
                  <a:lnTo>
                    <a:pt x="3810" y="17907"/>
                  </a:lnTo>
                  <a:lnTo>
                    <a:pt x="3810" y="15240"/>
                  </a:lnTo>
                  <a:close/>
                </a:path>
                <a:path w="113030" h="67310">
                  <a:moveTo>
                    <a:pt x="3810" y="12700"/>
                  </a:moveTo>
                  <a:lnTo>
                    <a:pt x="0" y="12700"/>
                  </a:lnTo>
                  <a:lnTo>
                    <a:pt x="0" y="14097"/>
                  </a:lnTo>
                  <a:lnTo>
                    <a:pt x="3810" y="14097"/>
                  </a:lnTo>
                  <a:lnTo>
                    <a:pt x="3810" y="12700"/>
                  </a:lnTo>
                  <a:close/>
                </a:path>
                <a:path w="113030" h="67310">
                  <a:moveTo>
                    <a:pt x="3810" y="8890"/>
                  </a:moveTo>
                  <a:lnTo>
                    <a:pt x="0" y="8890"/>
                  </a:lnTo>
                  <a:lnTo>
                    <a:pt x="0" y="11557"/>
                  </a:lnTo>
                  <a:lnTo>
                    <a:pt x="3810" y="11557"/>
                  </a:lnTo>
                  <a:lnTo>
                    <a:pt x="3810" y="8890"/>
                  </a:lnTo>
                  <a:close/>
                </a:path>
                <a:path w="113030" h="67310">
                  <a:moveTo>
                    <a:pt x="3810" y="6350"/>
                  </a:moveTo>
                  <a:lnTo>
                    <a:pt x="0" y="6350"/>
                  </a:lnTo>
                  <a:lnTo>
                    <a:pt x="0" y="7747"/>
                  </a:lnTo>
                  <a:lnTo>
                    <a:pt x="3810" y="7747"/>
                  </a:lnTo>
                  <a:lnTo>
                    <a:pt x="3810" y="6350"/>
                  </a:lnTo>
                  <a:close/>
                </a:path>
                <a:path w="113030" h="67310">
                  <a:moveTo>
                    <a:pt x="3810" y="2540"/>
                  </a:moveTo>
                  <a:lnTo>
                    <a:pt x="2540" y="2540"/>
                  </a:lnTo>
                  <a:lnTo>
                    <a:pt x="2540" y="1397"/>
                  </a:lnTo>
                  <a:lnTo>
                    <a:pt x="1270" y="1397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5207"/>
                  </a:lnTo>
                  <a:lnTo>
                    <a:pt x="3810" y="5207"/>
                  </a:lnTo>
                  <a:lnTo>
                    <a:pt x="3810" y="2540"/>
                  </a:lnTo>
                  <a:close/>
                </a:path>
                <a:path w="113030" h="67310">
                  <a:moveTo>
                    <a:pt x="109220" y="63500"/>
                  </a:moveTo>
                  <a:lnTo>
                    <a:pt x="0" y="63500"/>
                  </a:lnTo>
                  <a:lnTo>
                    <a:pt x="0" y="64897"/>
                  </a:lnTo>
                  <a:lnTo>
                    <a:pt x="109220" y="64897"/>
                  </a:lnTo>
                  <a:lnTo>
                    <a:pt x="109220" y="63500"/>
                  </a:lnTo>
                  <a:close/>
                </a:path>
                <a:path w="113030" h="67310">
                  <a:moveTo>
                    <a:pt x="113030" y="66040"/>
                  </a:moveTo>
                  <a:lnTo>
                    <a:pt x="110477" y="66040"/>
                  </a:lnTo>
                  <a:lnTo>
                    <a:pt x="110477" y="64897"/>
                  </a:lnTo>
                  <a:lnTo>
                    <a:pt x="109220" y="64897"/>
                  </a:lnTo>
                  <a:lnTo>
                    <a:pt x="109220" y="66040"/>
                  </a:lnTo>
                  <a:lnTo>
                    <a:pt x="0" y="66040"/>
                  </a:lnTo>
                  <a:lnTo>
                    <a:pt x="0" y="67310"/>
                  </a:lnTo>
                  <a:lnTo>
                    <a:pt x="113030" y="67310"/>
                  </a:lnTo>
                  <a:lnTo>
                    <a:pt x="113030" y="66040"/>
                  </a:lnTo>
                  <a:close/>
                </a:path>
              </a:pathLst>
            </a:custGeom>
            <a:solidFill>
              <a:srgbClr val="D2C5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1485900" y="2614930"/>
              <a:ext cx="102870" cy="60960"/>
            </a:xfrm>
            <a:custGeom>
              <a:avLst/>
              <a:gdLst/>
              <a:ahLst/>
              <a:cxnLst/>
              <a:rect l="l" t="t" r="r" b="b"/>
              <a:pathLst>
                <a:path w="102869" h="60960">
                  <a:moveTo>
                    <a:pt x="102869" y="59817"/>
                  </a:moveTo>
                  <a:lnTo>
                    <a:pt x="100329" y="59817"/>
                  </a:lnTo>
                  <a:lnTo>
                    <a:pt x="100329" y="60960"/>
                  </a:lnTo>
                  <a:lnTo>
                    <a:pt x="102869" y="60960"/>
                  </a:lnTo>
                  <a:lnTo>
                    <a:pt x="102869" y="59817"/>
                  </a:lnTo>
                  <a:close/>
                </a:path>
                <a:path w="102869" h="60960">
                  <a:moveTo>
                    <a:pt x="99059" y="57150"/>
                  </a:moveTo>
                  <a:lnTo>
                    <a:pt x="0" y="57150"/>
                  </a:lnTo>
                  <a:lnTo>
                    <a:pt x="0" y="59817"/>
                  </a:lnTo>
                  <a:lnTo>
                    <a:pt x="100329" y="59817"/>
                  </a:lnTo>
                  <a:lnTo>
                    <a:pt x="100329" y="58547"/>
                  </a:lnTo>
                  <a:lnTo>
                    <a:pt x="99059" y="58547"/>
                  </a:lnTo>
                  <a:lnTo>
                    <a:pt x="99059" y="57150"/>
                  </a:lnTo>
                  <a:close/>
                </a:path>
                <a:path w="102869" h="60960">
                  <a:moveTo>
                    <a:pt x="3809" y="54610"/>
                  </a:moveTo>
                  <a:lnTo>
                    <a:pt x="0" y="54610"/>
                  </a:lnTo>
                  <a:lnTo>
                    <a:pt x="0" y="56007"/>
                  </a:lnTo>
                  <a:lnTo>
                    <a:pt x="3809" y="56007"/>
                  </a:lnTo>
                  <a:lnTo>
                    <a:pt x="3809" y="54610"/>
                  </a:lnTo>
                  <a:close/>
                </a:path>
                <a:path w="102869" h="60960">
                  <a:moveTo>
                    <a:pt x="3809" y="50800"/>
                  </a:moveTo>
                  <a:lnTo>
                    <a:pt x="0" y="50800"/>
                  </a:lnTo>
                  <a:lnTo>
                    <a:pt x="0" y="53467"/>
                  </a:lnTo>
                  <a:lnTo>
                    <a:pt x="3809" y="53467"/>
                  </a:lnTo>
                  <a:lnTo>
                    <a:pt x="3809" y="50800"/>
                  </a:lnTo>
                  <a:close/>
                </a:path>
                <a:path w="102869" h="60960">
                  <a:moveTo>
                    <a:pt x="3809" y="48260"/>
                  </a:moveTo>
                  <a:lnTo>
                    <a:pt x="0" y="48260"/>
                  </a:lnTo>
                  <a:lnTo>
                    <a:pt x="0" y="49657"/>
                  </a:lnTo>
                  <a:lnTo>
                    <a:pt x="3809" y="49657"/>
                  </a:lnTo>
                  <a:lnTo>
                    <a:pt x="3809" y="48260"/>
                  </a:lnTo>
                  <a:close/>
                </a:path>
                <a:path w="102869" h="60960">
                  <a:moveTo>
                    <a:pt x="3809" y="44450"/>
                  </a:moveTo>
                  <a:lnTo>
                    <a:pt x="0" y="44450"/>
                  </a:lnTo>
                  <a:lnTo>
                    <a:pt x="0" y="47117"/>
                  </a:lnTo>
                  <a:lnTo>
                    <a:pt x="3809" y="47117"/>
                  </a:lnTo>
                  <a:lnTo>
                    <a:pt x="3809" y="44450"/>
                  </a:lnTo>
                  <a:close/>
                </a:path>
                <a:path w="102869" h="60960">
                  <a:moveTo>
                    <a:pt x="3809" y="41910"/>
                  </a:moveTo>
                  <a:lnTo>
                    <a:pt x="0" y="41910"/>
                  </a:lnTo>
                  <a:lnTo>
                    <a:pt x="0" y="43307"/>
                  </a:lnTo>
                  <a:lnTo>
                    <a:pt x="3809" y="43307"/>
                  </a:lnTo>
                  <a:lnTo>
                    <a:pt x="3809" y="41910"/>
                  </a:lnTo>
                  <a:close/>
                </a:path>
                <a:path w="102869" h="60960">
                  <a:moveTo>
                    <a:pt x="3809" y="38100"/>
                  </a:moveTo>
                  <a:lnTo>
                    <a:pt x="0" y="38100"/>
                  </a:lnTo>
                  <a:lnTo>
                    <a:pt x="0" y="40767"/>
                  </a:lnTo>
                  <a:lnTo>
                    <a:pt x="3809" y="40767"/>
                  </a:lnTo>
                  <a:lnTo>
                    <a:pt x="3809" y="38100"/>
                  </a:lnTo>
                  <a:close/>
                </a:path>
                <a:path w="102869" h="60960">
                  <a:moveTo>
                    <a:pt x="3809" y="35560"/>
                  </a:moveTo>
                  <a:lnTo>
                    <a:pt x="0" y="35560"/>
                  </a:lnTo>
                  <a:lnTo>
                    <a:pt x="0" y="36957"/>
                  </a:lnTo>
                  <a:lnTo>
                    <a:pt x="3809" y="36957"/>
                  </a:lnTo>
                  <a:lnTo>
                    <a:pt x="3809" y="35560"/>
                  </a:lnTo>
                  <a:close/>
                </a:path>
                <a:path w="102869" h="60960">
                  <a:moveTo>
                    <a:pt x="3809" y="31750"/>
                  </a:moveTo>
                  <a:lnTo>
                    <a:pt x="0" y="31750"/>
                  </a:lnTo>
                  <a:lnTo>
                    <a:pt x="0" y="34417"/>
                  </a:lnTo>
                  <a:lnTo>
                    <a:pt x="3809" y="34417"/>
                  </a:lnTo>
                  <a:lnTo>
                    <a:pt x="3809" y="31750"/>
                  </a:lnTo>
                  <a:close/>
                </a:path>
                <a:path w="102869" h="60960">
                  <a:moveTo>
                    <a:pt x="3809" y="29210"/>
                  </a:moveTo>
                  <a:lnTo>
                    <a:pt x="0" y="29210"/>
                  </a:lnTo>
                  <a:lnTo>
                    <a:pt x="0" y="30607"/>
                  </a:lnTo>
                  <a:lnTo>
                    <a:pt x="3809" y="30607"/>
                  </a:lnTo>
                  <a:lnTo>
                    <a:pt x="3809" y="29210"/>
                  </a:lnTo>
                  <a:close/>
                </a:path>
                <a:path w="102869" h="60960">
                  <a:moveTo>
                    <a:pt x="3809" y="25400"/>
                  </a:moveTo>
                  <a:lnTo>
                    <a:pt x="0" y="25400"/>
                  </a:lnTo>
                  <a:lnTo>
                    <a:pt x="0" y="28067"/>
                  </a:lnTo>
                  <a:lnTo>
                    <a:pt x="3809" y="28067"/>
                  </a:lnTo>
                  <a:lnTo>
                    <a:pt x="3809" y="25400"/>
                  </a:lnTo>
                  <a:close/>
                </a:path>
                <a:path w="102869" h="60960">
                  <a:moveTo>
                    <a:pt x="3809" y="22860"/>
                  </a:moveTo>
                  <a:lnTo>
                    <a:pt x="0" y="22860"/>
                  </a:lnTo>
                  <a:lnTo>
                    <a:pt x="0" y="24257"/>
                  </a:lnTo>
                  <a:lnTo>
                    <a:pt x="3809" y="24257"/>
                  </a:lnTo>
                  <a:lnTo>
                    <a:pt x="3809" y="22860"/>
                  </a:lnTo>
                  <a:close/>
                </a:path>
                <a:path w="102869" h="60960">
                  <a:moveTo>
                    <a:pt x="3809" y="19050"/>
                  </a:moveTo>
                  <a:lnTo>
                    <a:pt x="0" y="19050"/>
                  </a:lnTo>
                  <a:lnTo>
                    <a:pt x="0" y="21717"/>
                  </a:lnTo>
                  <a:lnTo>
                    <a:pt x="3809" y="21717"/>
                  </a:lnTo>
                  <a:lnTo>
                    <a:pt x="3809" y="19050"/>
                  </a:lnTo>
                  <a:close/>
                </a:path>
                <a:path w="102869" h="60960">
                  <a:moveTo>
                    <a:pt x="3809" y="16510"/>
                  </a:moveTo>
                  <a:lnTo>
                    <a:pt x="0" y="16510"/>
                  </a:lnTo>
                  <a:lnTo>
                    <a:pt x="0" y="17907"/>
                  </a:lnTo>
                  <a:lnTo>
                    <a:pt x="3809" y="17907"/>
                  </a:lnTo>
                  <a:lnTo>
                    <a:pt x="3809" y="16510"/>
                  </a:lnTo>
                  <a:close/>
                </a:path>
                <a:path w="102869" h="60960">
                  <a:moveTo>
                    <a:pt x="3809" y="12700"/>
                  </a:moveTo>
                  <a:lnTo>
                    <a:pt x="0" y="12700"/>
                  </a:lnTo>
                  <a:lnTo>
                    <a:pt x="0" y="15367"/>
                  </a:lnTo>
                  <a:lnTo>
                    <a:pt x="3809" y="15367"/>
                  </a:lnTo>
                  <a:lnTo>
                    <a:pt x="3809" y="12700"/>
                  </a:lnTo>
                  <a:close/>
                </a:path>
                <a:path w="102869" h="60960">
                  <a:moveTo>
                    <a:pt x="3809" y="10160"/>
                  </a:moveTo>
                  <a:lnTo>
                    <a:pt x="0" y="10160"/>
                  </a:lnTo>
                  <a:lnTo>
                    <a:pt x="0" y="11557"/>
                  </a:lnTo>
                  <a:lnTo>
                    <a:pt x="3809" y="11557"/>
                  </a:lnTo>
                  <a:lnTo>
                    <a:pt x="3809" y="10160"/>
                  </a:lnTo>
                  <a:close/>
                </a:path>
                <a:path w="102869" h="60960">
                  <a:moveTo>
                    <a:pt x="3809" y="6350"/>
                  </a:moveTo>
                  <a:lnTo>
                    <a:pt x="0" y="6350"/>
                  </a:lnTo>
                  <a:lnTo>
                    <a:pt x="0" y="9017"/>
                  </a:lnTo>
                  <a:lnTo>
                    <a:pt x="3809" y="9017"/>
                  </a:lnTo>
                  <a:lnTo>
                    <a:pt x="3809" y="6350"/>
                  </a:lnTo>
                  <a:close/>
                </a:path>
                <a:path w="102869" h="60960">
                  <a:moveTo>
                    <a:pt x="3809" y="3810"/>
                  </a:moveTo>
                  <a:lnTo>
                    <a:pt x="0" y="3810"/>
                  </a:lnTo>
                  <a:lnTo>
                    <a:pt x="0" y="5207"/>
                  </a:lnTo>
                  <a:lnTo>
                    <a:pt x="3809" y="5207"/>
                  </a:lnTo>
                  <a:lnTo>
                    <a:pt x="3809" y="3810"/>
                  </a:lnTo>
                  <a:close/>
                </a:path>
                <a:path w="102869" h="60960">
                  <a:moveTo>
                    <a:pt x="1269" y="0"/>
                  </a:moveTo>
                  <a:lnTo>
                    <a:pt x="0" y="0"/>
                  </a:lnTo>
                  <a:lnTo>
                    <a:pt x="0" y="2667"/>
                  </a:lnTo>
                  <a:lnTo>
                    <a:pt x="3809" y="2667"/>
                  </a:lnTo>
                  <a:lnTo>
                    <a:pt x="3809" y="1397"/>
                  </a:lnTo>
                  <a:lnTo>
                    <a:pt x="1269" y="1397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D1C3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1489709" y="2617597"/>
              <a:ext cx="92710" cy="54610"/>
            </a:xfrm>
            <a:custGeom>
              <a:avLst/>
              <a:gdLst/>
              <a:ahLst/>
              <a:cxnLst/>
              <a:rect l="l" t="t" r="r" b="b"/>
              <a:pathLst>
                <a:path w="92709" h="54610">
                  <a:moveTo>
                    <a:pt x="92709" y="53340"/>
                  </a:moveTo>
                  <a:lnTo>
                    <a:pt x="90170" y="53340"/>
                  </a:lnTo>
                  <a:lnTo>
                    <a:pt x="90170" y="54483"/>
                  </a:lnTo>
                  <a:lnTo>
                    <a:pt x="92709" y="54483"/>
                  </a:lnTo>
                  <a:lnTo>
                    <a:pt x="92709" y="53340"/>
                  </a:lnTo>
                  <a:close/>
                </a:path>
                <a:path w="92709" h="54610">
                  <a:moveTo>
                    <a:pt x="90170" y="52070"/>
                  </a:moveTo>
                  <a:lnTo>
                    <a:pt x="0" y="52070"/>
                  </a:lnTo>
                  <a:lnTo>
                    <a:pt x="0" y="53340"/>
                  </a:lnTo>
                  <a:lnTo>
                    <a:pt x="90170" y="53340"/>
                  </a:lnTo>
                  <a:lnTo>
                    <a:pt x="90170" y="52070"/>
                  </a:lnTo>
                  <a:close/>
                </a:path>
                <a:path w="92709" h="54610">
                  <a:moveTo>
                    <a:pt x="87629" y="50800"/>
                  </a:moveTo>
                  <a:lnTo>
                    <a:pt x="86359" y="50800"/>
                  </a:lnTo>
                  <a:lnTo>
                    <a:pt x="86359" y="52070"/>
                  </a:lnTo>
                  <a:lnTo>
                    <a:pt x="87629" y="52070"/>
                  </a:lnTo>
                  <a:lnTo>
                    <a:pt x="87629" y="50800"/>
                  </a:lnTo>
                  <a:close/>
                </a:path>
                <a:path w="92709" h="54610">
                  <a:moveTo>
                    <a:pt x="3809" y="48133"/>
                  </a:moveTo>
                  <a:lnTo>
                    <a:pt x="0" y="48133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48133"/>
                  </a:lnTo>
                  <a:close/>
                </a:path>
                <a:path w="92709" h="54610">
                  <a:moveTo>
                    <a:pt x="3809" y="45720"/>
                  </a:moveTo>
                  <a:lnTo>
                    <a:pt x="0" y="45720"/>
                  </a:lnTo>
                  <a:lnTo>
                    <a:pt x="0" y="46990"/>
                  </a:lnTo>
                  <a:lnTo>
                    <a:pt x="3809" y="46990"/>
                  </a:lnTo>
                  <a:lnTo>
                    <a:pt x="3809" y="45720"/>
                  </a:lnTo>
                  <a:close/>
                </a:path>
                <a:path w="92709" h="54610">
                  <a:moveTo>
                    <a:pt x="3809" y="41783"/>
                  </a:moveTo>
                  <a:lnTo>
                    <a:pt x="0" y="41783"/>
                  </a:lnTo>
                  <a:lnTo>
                    <a:pt x="0" y="44450"/>
                  </a:lnTo>
                  <a:lnTo>
                    <a:pt x="3809" y="44450"/>
                  </a:lnTo>
                  <a:lnTo>
                    <a:pt x="3809" y="41783"/>
                  </a:lnTo>
                  <a:close/>
                </a:path>
                <a:path w="92709" h="54610">
                  <a:moveTo>
                    <a:pt x="3809" y="39370"/>
                  </a:moveTo>
                  <a:lnTo>
                    <a:pt x="0" y="39370"/>
                  </a:lnTo>
                  <a:lnTo>
                    <a:pt x="0" y="40640"/>
                  </a:lnTo>
                  <a:lnTo>
                    <a:pt x="3809" y="40640"/>
                  </a:lnTo>
                  <a:lnTo>
                    <a:pt x="3809" y="39370"/>
                  </a:lnTo>
                  <a:close/>
                </a:path>
                <a:path w="92709" h="54610">
                  <a:moveTo>
                    <a:pt x="3809" y="35433"/>
                  </a:moveTo>
                  <a:lnTo>
                    <a:pt x="0" y="35433"/>
                  </a:lnTo>
                  <a:lnTo>
                    <a:pt x="0" y="38100"/>
                  </a:lnTo>
                  <a:lnTo>
                    <a:pt x="3809" y="38100"/>
                  </a:lnTo>
                  <a:lnTo>
                    <a:pt x="3809" y="35433"/>
                  </a:lnTo>
                  <a:close/>
                </a:path>
                <a:path w="92709" h="54610">
                  <a:moveTo>
                    <a:pt x="3809" y="33020"/>
                  </a:moveTo>
                  <a:lnTo>
                    <a:pt x="0" y="33020"/>
                  </a:lnTo>
                  <a:lnTo>
                    <a:pt x="0" y="34290"/>
                  </a:lnTo>
                  <a:lnTo>
                    <a:pt x="3809" y="34290"/>
                  </a:lnTo>
                  <a:lnTo>
                    <a:pt x="3809" y="33020"/>
                  </a:lnTo>
                  <a:close/>
                </a:path>
                <a:path w="92709" h="54610">
                  <a:moveTo>
                    <a:pt x="3809" y="29083"/>
                  </a:moveTo>
                  <a:lnTo>
                    <a:pt x="0" y="29083"/>
                  </a:lnTo>
                  <a:lnTo>
                    <a:pt x="0" y="31750"/>
                  </a:lnTo>
                  <a:lnTo>
                    <a:pt x="3809" y="31750"/>
                  </a:lnTo>
                  <a:lnTo>
                    <a:pt x="3809" y="29083"/>
                  </a:lnTo>
                  <a:close/>
                </a:path>
                <a:path w="92709" h="54610">
                  <a:moveTo>
                    <a:pt x="3809" y="26670"/>
                  </a:moveTo>
                  <a:lnTo>
                    <a:pt x="0" y="26670"/>
                  </a:lnTo>
                  <a:lnTo>
                    <a:pt x="0" y="27940"/>
                  </a:lnTo>
                  <a:lnTo>
                    <a:pt x="3809" y="27940"/>
                  </a:lnTo>
                  <a:lnTo>
                    <a:pt x="3809" y="26670"/>
                  </a:lnTo>
                  <a:close/>
                </a:path>
                <a:path w="92709" h="54610">
                  <a:moveTo>
                    <a:pt x="3809" y="22733"/>
                  </a:moveTo>
                  <a:lnTo>
                    <a:pt x="0" y="22733"/>
                  </a:lnTo>
                  <a:lnTo>
                    <a:pt x="0" y="25400"/>
                  </a:lnTo>
                  <a:lnTo>
                    <a:pt x="3809" y="25400"/>
                  </a:lnTo>
                  <a:lnTo>
                    <a:pt x="3809" y="22733"/>
                  </a:lnTo>
                  <a:close/>
                </a:path>
                <a:path w="92709" h="54610">
                  <a:moveTo>
                    <a:pt x="3809" y="20320"/>
                  </a:moveTo>
                  <a:lnTo>
                    <a:pt x="0" y="20320"/>
                  </a:lnTo>
                  <a:lnTo>
                    <a:pt x="0" y="21590"/>
                  </a:lnTo>
                  <a:lnTo>
                    <a:pt x="3809" y="21590"/>
                  </a:lnTo>
                  <a:lnTo>
                    <a:pt x="3809" y="20320"/>
                  </a:lnTo>
                  <a:close/>
                </a:path>
                <a:path w="92709" h="54610">
                  <a:moveTo>
                    <a:pt x="3809" y="16383"/>
                  </a:moveTo>
                  <a:lnTo>
                    <a:pt x="0" y="16383"/>
                  </a:lnTo>
                  <a:lnTo>
                    <a:pt x="0" y="19050"/>
                  </a:lnTo>
                  <a:lnTo>
                    <a:pt x="3809" y="19050"/>
                  </a:lnTo>
                  <a:lnTo>
                    <a:pt x="3809" y="16383"/>
                  </a:lnTo>
                  <a:close/>
                </a:path>
                <a:path w="92709" h="54610">
                  <a:moveTo>
                    <a:pt x="3809" y="13970"/>
                  </a:moveTo>
                  <a:lnTo>
                    <a:pt x="0" y="13970"/>
                  </a:lnTo>
                  <a:lnTo>
                    <a:pt x="0" y="15240"/>
                  </a:lnTo>
                  <a:lnTo>
                    <a:pt x="3809" y="15240"/>
                  </a:lnTo>
                  <a:lnTo>
                    <a:pt x="3809" y="13970"/>
                  </a:lnTo>
                  <a:close/>
                </a:path>
                <a:path w="92709" h="54610">
                  <a:moveTo>
                    <a:pt x="3809" y="10033"/>
                  </a:moveTo>
                  <a:lnTo>
                    <a:pt x="0" y="10033"/>
                  </a:lnTo>
                  <a:lnTo>
                    <a:pt x="0" y="12700"/>
                  </a:lnTo>
                  <a:lnTo>
                    <a:pt x="3809" y="12700"/>
                  </a:lnTo>
                  <a:lnTo>
                    <a:pt x="3809" y="10033"/>
                  </a:lnTo>
                  <a:close/>
                </a:path>
                <a:path w="92709" h="54610">
                  <a:moveTo>
                    <a:pt x="3809" y="7620"/>
                  </a:moveTo>
                  <a:lnTo>
                    <a:pt x="0" y="7620"/>
                  </a:lnTo>
                  <a:lnTo>
                    <a:pt x="0" y="8890"/>
                  </a:lnTo>
                  <a:lnTo>
                    <a:pt x="3809" y="8890"/>
                  </a:lnTo>
                  <a:lnTo>
                    <a:pt x="3809" y="7620"/>
                  </a:lnTo>
                  <a:close/>
                </a:path>
                <a:path w="92709" h="54610">
                  <a:moveTo>
                    <a:pt x="3809" y="3683"/>
                  </a:moveTo>
                  <a:lnTo>
                    <a:pt x="0" y="3683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3683"/>
                  </a:lnTo>
                  <a:close/>
                </a:path>
                <a:path w="92709" h="54610">
                  <a:moveTo>
                    <a:pt x="127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09" y="2540"/>
                  </a:lnTo>
                  <a:lnTo>
                    <a:pt x="3809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D0C2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1493519" y="2620010"/>
              <a:ext cx="82550" cy="48260"/>
            </a:xfrm>
            <a:custGeom>
              <a:avLst/>
              <a:gdLst/>
              <a:ahLst/>
              <a:cxnLst/>
              <a:rect l="l" t="t" r="r" b="b"/>
              <a:pathLst>
                <a:path w="82550" h="48260">
                  <a:moveTo>
                    <a:pt x="80010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82550" y="48260"/>
                  </a:lnTo>
                  <a:lnTo>
                    <a:pt x="82550" y="46989"/>
                  </a:lnTo>
                  <a:lnTo>
                    <a:pt x="80010" y="46989"/>
                  </a:lnTo>
                  <a:lnTo>
                    <a:pt x="80010" y="45720"/>
                  </a:lnTo>
                  <a:close/>
                </a:path>
                <a:path w="82550" h="48260">
                  <a:moveTo>
                    <a:pt x="77470" y="44450"/>
                  </a:moveTo>
                  <a:lnTo>
                    <a:pt x="76200" y="44450"/>
                  </a:lnTo>
                  <a:lnTo>
                    <a:pt x="76200" y="45720"/>
                  </a:lnTo>
                  <a:lnTo>
                    <a:pt x="77470" y="45720"/>
                  </a:lnTo>
                  <a:lnTo>
                    <a:pt x="77470" y="44450"/>
                  </a:lnTo>
                  <a:close/>
                </a:path>
                <a:path w="82550" h="48260">
                  <a:moveTo>
                    <a:pt x="2540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2540" y="44450"/>
                  </a:lnTo>
                  <a:lnTo>
                    <a:pt x="2540" y="43180"/>
                  </a:lnTo>
                  <a:close/>
                </a:path>
                <a:path w="82550" h="48260">
                  <a:moveTo>
                    <a:pt x="2540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2540" y="41910"/>
                  </a:lnTo>
                  <a:lnTo>
                    <a:pt x="2540" y="39370"/>
                  </a:lnTo>
                  <a:close/>
                </a:path>
                <a:path w="82550" h="48260">
                  <a:moveTo>
                    <a:pt x="2540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2540" y="38100"/>
                  </a:lnTo>
                  <a:lnTo>
                    <a:pt x="2540" y="36830"/>
                  </a:lnTo>
                  <a:close/>
                </a:path>
                <a:path w="82550" h="48260">
                  <a:moveTo>
                    <a:pt x="2540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2540" y="35560"/>
                  </a:lnTo>
                  <a:lnTo>
                    <a:pt x="2540" y="33020"/>
                  </a:lnTo>
                  <a:close/>
                </a:path>
                <a:path w="82550" h="48260">
                  <a:moveTo>
                    <a:pt x="2540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2540" y="31750"/>
                  </a:lnTo>
                  <a:lnTo>
                    <a:pt x="2540" y="30480"/>
                  </a:lnTo>
                  <a:close/>
                </a:path>
                <a:path w="82550" h="48260">
                  <a:moveTo>
                    <a:pt x="2540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2540" y="29210"/>
                  </a:lnTo>
                  <a:lnTo>
                    <a:pt x="2540" y="26670"/>
                  </a:lnTo>
                  <a:close/>
                </a:path>
                <a:path w="82550" h="48260">
                  <a:moveTo>
                    <a:pt x="2540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2540" y="25400"/>
                  </a:lnTo>
                  <a:lnTo>
                    <a:pt x="2540" y="24130"/>
                  </a:lnTo>
                  <a:close/>
                </a:path>
                <a:path w="82550" h="48260">
                  <a:moveTo>
                    <a:pt x="2540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2540" y="22860"/>
                  </a:lnTo>
                  <a:lnTo>
                    <a:pt x="2540" y="20320"/>
                  </a:lnTo>
                  <a:close/>
                </a:path>
                <a:path w="82550" h="48260">
                  <a:moveTo>
                    <a:pt x="2540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2540" y="19050"/>
                  </a:lnTo>
                  <a:lnTo>
                    <a:pt x="2540" y="17780"/>
                  </a:lnTo>
                  <a:close/>
                </a:path>
                <a:path w="82550" h="48260">
                  <a:moveTo>
                    <a:pt x="2540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2540" y="16510"/>
                  </a:lnTo>
                  <a:lnTo>
                    <a:pt x="2540" y="13970"/>
                  </a:lnTo>
                  <a:close/>
                </a:path>
                <a:path w="82550" h="48260">
                  <a:moveTo>
                    <a:pt x="2540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2540" y="12700"/>
                  </a:lnTo>
                  <a:lnTo>
                    <a:pt x="2540" y="11430"/>
                  </a:lnTo>
                  <a:close/>
                </a:path>
                <a:path w="82550" h="48260">
                  <a:moveTo>
                    <a:pt x="2540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2540" y="10160"/>
                  </a:lnTo>
                  <a:lnTo>
                    <a:pt x="2540" y="7620"/>
                  </a:lnTo>
                  <a:close/>
                </a:path>
                <a:path w="82550" h="48260">
                  <a:moveTo>
                    <a:pt x="2540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2540" y="6350"/>
                  </a:lnTo>
                  <a:lnTo>
                    <a:pt x="2540" y="5080"/>
                  </a:lnTo>
                  <a:close/>
                </a:path>
                <a:path w="82550" h="48260">
                  <a:moveTo>
                    <a:pt x="254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40" y="381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CFC0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1496059" y="2621280"/>
              <a:ext cx="73660" cy="43180"/>
            </a:xfrm>
            <a:custGeom>
              <a:avLst/>
              <a:gdLst/>
              <a:ahLst/>
              <a:cxnLst/>
              <a:rect l="l" t="t" r="r" b="b"/>
              <a:pathLst>
                <a:path w="73659" h="43180">
                  <a:moveTo>
                    <a:pt x="73659" y="41909"/>
                  </a:moveTo>
                  <a:lnTo>
                    <a:pt x="0" y="41909"/>
                  </a:lnTo>
                  <a:lnTo>
                    <a:pt x="0" y="43179"/>
                  </a:lnTo>
                  <a:lnTo>
                    <a:pt x="73659" y="43179"/>
                  </a:lnTo>
                  <a:lnTo>
                    <a:pt x="73659" y="41909"/>
                  </a:lnTo>
                  <a:close/>
                </a:path>
                <a:path w="73659" h="43180">
                  <a:moveTo>
                    <a:pt x="71120" y="40766"/>
                  </a:moveTo>
                  <a:lnTo>
                    <a:pt x="68580" y="40766"/>
                  </a:lnTo>
                  <a:lnTo>
                    <a:pt x="68580" y="41909"/>
                  </a:lnTo>
                  <a:lnTo>
                    <a:pt x="71120" y="41909"/>
                  </a:lnTo>
                  <a:lnTo>
                    <a:pt x="71120" y="40766"/>
                  </a:lnTo>
                  <a:close/>
                </a:path>
                <a:path w="73659" h="43180">
                  <a:moveTo>
                    <a:pt x="3809" y="38100"/>
                  </a:moveTo>
                  <a:lnTo>
                    <a:pt x="0" y="38100"/>
                  </a:lnTo>
                  <a:lnTo>
                    <a:pt x="0" y="40766"/>
                  </a:lnTo>
                  <a:lnTo>
                    <a:pt x="3809" y="40766"/>
                  </a:lnTo>
                  <a:lnTo>
                    <a:pt x="3809" y="38100"/>
                  </a:lnTo>
                  <a:close/>
                </a:path>
                <a:path w="73659" h="43180">
                  <a:moveTo>
                    <a:pt x="3809" y="35559"/>
                  </a:moveTo>
                  <a:lnTo>
                    <a:pt x="0" y="35559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5559"/>
                  </a:lnTo>
                  <a:close/>
                </a:path>
                <a:path w="73659" h="43180">
                  <a:moveTo>
                    <a:pt x="3809" y="31750"/>
                  </a:moveTo>
                  <a:lnTo>
                    <a:pt x="0" y="31750"/>
                  </a:lnTo>
                  <a:lnTo>
                    <a:pt x="0" y="34416"/>
                  </a:lnTo>
                  <a:lnTo>
                    <a:pt x="3809" y="34416"/>
                  </a:lnTo>
                  <a:lnTo>
                    <a:pt x="3809" y="31750"/>
                  </a:lnTo>
                  <a:close/>
                </a:path>
                <a:path w="73659" h="43180">
                  <a:moveTo>
                    <a:pt x="3809" y="29209"/>
                  </a:moveTo>
                  <a:lnTo>
                    <a:pt x="0" y="29209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29209"/>
                  </a:lnTo>
                  <a:close/>
                </a:path>
                <a:path w="73659" h="43180">
                  <a:moveTo>
                    <a:pt x="3809" y="25400"/>
                  </a:moveTo>
                  <a:lnTo>
                    <a:pt x="0" y="25400"/>
                  </a:lnTo>
                  <a:lnTo>
                    <a:pt x="0" y="28066"/>
                  </a:lnTo>
                  <a:lnTo>
                    <a:pt x="3809" y="28066"/>
                  </a:lnTo>
                  <a:lnTo>
                    <a:pt x="3809" y="25400"/>
                  </a:lnTo>
                  <a:close/>
                </a:path>
                <a:path w="73659" h="43180">
                  <a:moveTo>
                    <a:pt x="3809" y="22859"/>
                  </a:moveTo>
                  <a:lnTo>
                    <a:pt x="0" y="22859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22859"/>
                  </a:lnTo>
                  <a:close/>
                </a:path>
                <a:path w="73659" h="43180">
                  <a:moveTo>
                    <a:pt x="3809" y="19050"/>
                  </a:moveTo>
                  <a:lnTo>
                    <a:pt x="0" y="19050"/>
                  </a:lnTo>
                  <a:lnTo>
                    <a:pt x="0" y="21716"/>
                  </a:lnTo>
                  <a:lnTo>
                    <a:pt x="3809" y="21716"/>
                  </a:lnTo>
                  <a:lnTo>
                    <a:pt x="3809" y="19050"/>
                  </a:lnTo>
                  <a:close/>
                </a:path>
                <a:path w="73659" h="43180">
                  <a:moveTo>
                    <a:pt x="3809" y="16509"/>
                  </a:moveTo>
                  <a:lnTo>
                    <a:pt x="0" y="16509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6509"/>
                  </a:lnTo>
                  <a:close/>
                </a:path>
                <a:path w="73659" h="43180">
                  <a:moveTo>
                    <a:pt x="3809" y="12700"/>
                  </a:moveTo>
                  <a:lnTo>
                    <a:pt x="0" y="12700"/>
                  </a:lnTo>
                  <a:lnTo>
                    <a:pt x="0" y="15366"/>
                  </a:lnTo>
                  <a:lnTo>
                    <a:pt x="3809" y="15366"/>
                  </a:lnTo>
                  <a:lnTo>
                    <a:pt x="3809" y="12700"/>
                  </a:lnTo>
                  <a:close/>
                </a:path>
                <a:path w="73659" h="43180">
                  <a:moveTo>
                    <a:pt x="3809" y="10159"/>
                  </a:moveTo>
                  <a:lnTo>
                    <a:pt x="0" y="10159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10159"/>
                  </a:lnTo>
                  <a:close/>
                </a:path>
                <a:path w="73659" h="43180">
                  <a:moveTo>
                    <a:pt x="3809" y="6350"/>
                  </a:moveTo>
                  <a:lnTo>
                    <a:pt x="0" y="6350"/>
                  </a:lnTo>
                  <a:lnTo>
                    <a:pt x="0" y="9016"/>
                  </a:lnTo>
                  <a:lnTo>
                    <a:pt x="3809" y="9016"/>
                  </a:lnTo>
                  <a:lnTo>
                    <a:pt x="3809" y="6350"/>
                  </a:lnTo>
                  <a:close/>
                </a:path>
                <a:path w="73659" h="43180">
                  <a:moveTo>
                    <a:pt x="3809" y="3809"/>
                  </a:moveTo>
                  <a:lnTo>
                    <a:pt x="0" y="3809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3809"/>
                  </a:lnTo>
                  <a:close/>
                </a:path>
                <a:path w="73659" h="43180">
                  <a:moveTo>
                    <a:pt x="1270" y="0"/>
                  </a:moveTo>
                  <a:lnTo>
                    <a:pt x="0" y="0"/>
                  </a:lnTo>
                  <a:lnTo>
                    <a:pt x="0" y="2666"/>
                  </a:lnTo>
                  <a:lnTo>
                    <a:pt x="3809" y="2666"/>
                  </a:lnTo>
                  <a:lnTo>
                    <a:pt x="3809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CEBF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1499869" y="2623819"/>
              <a:ext cx="64769" cy="38100"/>
            </a:xfrm>
            <a:custGeom>
              <a:avLst/>
              <a:gdLst/>
              <a:ahLst/>
              <a:cxnLst/>
              <a:rect l="l" t="t" r="r" b="b"/>
              <a:pathLst>
                <a:path w="64769" h="38100">
                  <a:moveTo>
                    <a:pt x="6223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64770" y="38100"/>
                  </a:lnTo>
                  <a:lnTo>
                    <a:pt x="64770" y="36829"/>
                  </a:lnTo>
                  <a:lnTo>
                    <a:pt x="62230" y="36829"/>
                  </a:lnTo>
                  <a:lnTo>
                    <a:pt x="62230" y="35560"/>
                  </a:lnTo>
                  <a:close/>
                </a:path>
                <a:path w="64769" h="38100">
                  <a:moveTo>
                    <a:pt x="60960" y="34289"/>
                  </a:moveTo>
                  <a:lnTo>
                    <a:pt x="58420" y="34289"/>
                  </a:lnTo>
                  <a:lnTo>
                    <a:pt x="58420" y="35560"/>
                  </a:lnTo>
                  <a:lnTo>
                    <a:pt x="60960" y="35560"/>
                  </a:lnTo>
                  <a:lnTo>
                    <a:pt x="60960" y="34289"/>
                  </a:lnTo>
                  <a:close/>
                </a:path>
                <a:path w="64769" h="38100">
                  <a:moveTo>
                    <a:pt x="3810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33020"/>
                  </a:lnTo>
                  <a:close/>
                </a:path>
                <a:path w="64769" h="38100">
                  <a:moveTo>
                    <a:pt x="381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3810" y="31750"/>
                  </a:lnTo>
                  <a:lnTo>
                    <a:pt x="3810" y="29210"/>
                  </a:lnTo>
                  <a:close/>
                </a:path>
                <a:path w="64769" h="38100">
                  <a:moveTo>
                    <a:pt x="3810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6670"/>
                  </a:lnTo>
                  <a:close/>
                </a:path>
                <a:path w="64769" h="38100">
                  <a:moveTo>
                    <a:pt x="381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2860"/>
                  </a:lnTo>
                  <a:close/>
                </a:path>
                <a:path w="64769" h="38100">
                  <a:moveTo>
                    <a:pt x="3810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20320"/>
                  </a:lnTo>
                  <a:close/>
                </a:path>
                <a:path w="64769" h="38100">
                  <a:moveTo>
                    <a:pt x="381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6510"/>
                  </a:lnTo>
                  <a:close/>
                </a:path>
                <a:path w="64769" h="38100">
                  <a:moveTo>
                    <a:pt x="3810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3970"/>
                  </a:lnTo>
                  <a:close/>
                </a:path>
                <a:path w="64769" h="38100">
                  <a:moveTo>
                    <a:pt x="381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10160"/>
                  </a:lnTo>
                  <a:close/>
                </a:path>
                <a:path w="64769" h="38100">
                  <a:moveTo>
                    <a:pt x="3810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7620"/>
                  </a:lnTo>
                  <a:close/>
                </a:path>
                <a:path w="64769" h="38100">
                  <a:moveTo>
                    <a:pt x="3810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3810"/>
                  </a:lnTo>
                  <a:close/>
                </a:path>
                <a:path w="64769" h="38100">
                  <a:moveTo>
                    <a:pt x="254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CDBE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1503680" y="2625090"/>
              <a:ext cx="54610" cy="33020"/>
            </a:xfrm>
            <a:custGeom>
              <a:avLst/>
              <a:gdLst/>
              <a:ahLst/>
              <a:cxnLst/>
              <a:rect l="l" t="t" r="r" b="b"/>
              <a:pathLst>
                <a:path w="54609" h="33019">
                  <a:moveTo>
                    <a:pt x="54609" y="31750"/>
                  </a:moveTo>
                  <a:lnTo>
                    <a:pt x="0" y="31750"/>
                  </a:lnTo>
                  <a:lnTo>
                    <a:pt x="0" y="33020"/>
                  </a:lnTo>
                  <a:lnTo>
                    <a:pt x="54609" y="33020"/>
                  </a:lnTo>
                  <a:lnTo>
                    <a:pt x="54609" y="31750"/>
                  </a:lnTo>
                  <a:close/>
                </a:path>
                <a:path w="54609" h="33019">
                  <a:moveTo>
                    <a:pt x="52069" y="30480"/>
                  </a:moveTo>
                  <a:lnTo>
                    <a:pt x="50799" y="30480"/>
                  </a:lnTo>
                  <a:lnTo>
                    <a:pt x="50799" y="31750"/>
                  </a:lnTo>
                  <a:lnTo>
                    <a:pt x="52069" y="31750"/>
                  </a:lnTo>
                  <a:lnTo>
                    <a:pt x="52069" y="30480"/>
                  </a:lnTo>
                  <a:close/>
                </a:path>
                <a:path w="54609" h="33019">
                  <a:moveTo>
                    <a:pt x="3809" y="27939"/>
                  </a:moveTo>
                  <a:lnTo>
                    <a:pt x="0" y="27939"/>
                  </a:lnTo>
                  <a:lnTo>
                    <a:pt x="0" y="30480"/>
                  </a:lnTo>
                  <a:lnTo>
                    <a:pt x="50799" y="30480"/>
                  </a:lnTo>
                  <a:lnTo>
                    <a:pt x="50799" y="29210"/>
                  </a:lnTo>
                  <a:lnTo>
                    <a:pt x="3809" y="29210"/>
                  </a:lnTo>
                  <a:lnTo>
                    <a:pt x="3809" y="27939"/>
                  </a:lnTo>
                  <a:close/>
                </a:path>
                <a:path w="54609" h="33019">
                  <a:moveTo>
                    <a:pt x="3809" y="25400"/>
                  </a:moveTo>
                  <a:lnTo>
                    <a:pt x="0" y="25400"/>
                  </a:lnTo>
                  <a:lnTo>
                    <a:pt x="0" y="26670"/>
                  </a:lnTo>
                  <a:lnTo>
                    <a:pt x="3809" y="26670"/>
                  </a:lnTo>
                  <a:lnTo>
                    <a:pt x="3809" y="25400"/>
                  </a:lnTo>
                  <a:close/>
                </a:path>
                <a:path w="54609" h="33019">
                  <a:moveTo>
                    <a:pt x="3809" y="21589"/>
                  </a:moveTo>
                  <a:lnTo>
                    <a:pt x="0" y="21589"/>
                  </a:lnTo>
                  <a:lnTo>
                    <a:pt x="0" y="24130"/>
                  </a:lnTo>
                  <a:lnTo>
                    <a:pt x="3809" y="24130"/>
                  </a:lnTo>
                  <a:lnTo>
                    <a:pt x="3809" y="21589"/>
                  </a:lnTo>
                  <a:close/>
                </a:path>
                <a:path w="54609" h="33019">
                  <a:moveTo>
                    <a:pt x="3809" y="19050"/>
                  </a:moveTo>
                  <a:lnTo>
                    <a:pt x="0" y="19050"/>
                  </a:lnTo>
                  <a:lnTo>
                    <a:pt x="0" y="20320"/>
                  </a:lnTo>
                  <a:lnTo>
                    <a:pt x="3809" y="20320"/>
                  </a:lnTo>
                  <a:lnTo>
                    <a:pt x="3809" y="19050"/>
                  </a:lnTo>
                  <a:close/>
                </a:path>
                <a:path w="54609" h="33019">
                  <a:moveTo>
                    <a:pt x="3809" y="15239"/>
                  </a:moveTo>
                  <a:lnTo>
                    <a:pt x="0" y="15239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5239"/>
                  </a:lnTo>
                  <a:close/>
                </a:path>
                <a:path w="54609" h="33019">
                  <a:moveTo>
                    <a:pt x="3809" y="12700"/>
                  </a:moveTo>
                  <a:lnTo>
                    <a:pt x="0" y="12700"/>
                  </a:lnTo>
                  <a:lnTo>
                    <a:pt x="0" y="13970"/>
                  </a:lnTo>
                  <a:lnTo>
                    <a:pt x="3809" y="13970"/>
                  </a:lnTo>
                  <a:lnTo>
                    <a:pt x="3809" y="12700"/>
                  </a:lnTo>
                  <a:close/>
                </a:path>
                <a:path w="54609" h="33019">
                  <a:moveTo>
                    <a:pt x="3809" y="8889"/>
                  </a:moveTo>
                  <a:lnTo>
                    <a:pt x="0" y="8889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8889"/>
                  </a:lnTo>
                  <a:close/>
                </a:path>
                <a:path w="54609" h="33019">
                  <a:moveTo>
                    <a:pt x="3809" y="6350"/>
                  </a:moveTo>
                  <a:lnTo>
                    <a:pt x="0" y="6350"/>
                  </a:lnTo>
                  <a:lnTo>
                    <a:pt x="0" y="7620"/>
                  </a:lnTo>
                  <a:lnTo>
                    <a:pt x="3809" y="7620"/>
                  </a:lnTo>
                  <a:lnTo>
                    <a:pt x="3809" y="6350"/>
                  </a:lnTo>
                  <a:close/>
                </a:path>
                <a:path w="54609" h="33019">
                  <a:moveTo>
                    <a:pt x="3809" y="2539"/>
                  </a:moveTo>
                  <a:lnTo>
                    <a:pt x="0" y="2539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2539"/>
                  </a:lnTo>
                  <a:close/>
                </a:path>
                <a:path w="54609" h="33019">
                  <a:moveTo>
                    <a:pt x="2540" y="1270"/>
                  </a:moveTo>
                  <a:lnTo>
                    <a:pt x="1269" y="1270"/>
                  </a:lnTo>
                  <a:lnTo>
                    <a:pt x="1269" y="2539"/>
                  </a:lnTo>
                  <a:lnTo>
                    <a:pt x="2540" y="2539"/>
                  </a:lnTo>
                  <a:lnTo>
                    <a:pt x="2540" y="1270"/>
                  </a:lnTo>
                  <a:close/>
                </a:path>
                <a:path w="54609" h="33019">
                  <a:moveTo>
                    <a:pt x="1269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CCBC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1507490" y="2627630"/>
              <a:ext cx="44450" cy="26670"/>
            </a:xfrm>
            <a:custGeom>
              <a:avLst/>
              <a:gdLst/>
              <a:ahLst/>
              <a:cxnLst/>
              <a:rect l="l" t="t" r="r" b="b"/>
              <a:pathLst>
                <a:path w="44450" h="26669">
                  <a:moveTo>
                    <a:pt x="44450" y="25400"/>
                  </a:moveTo>
                  <a:lnTo>
                    <a:pt x="0" y="25400"/>
                  </a:lnTo>
                  <a:lnTo>
                    <a:pt x="0" y="26670"/>
                  </a:lnTo>
                  <a:lnTo>
                    <a:pt x="44450" y="26670"/>
                  </a:lnTo>
                  <a:lnTo>
                    <a:pt x="44450" y="25400"/>
                  </a:lnTo>
                  <a:close/>
                </a:path>
                <a:path w="44450" h="26669">
                  <a:moveTo>
                    <a:pt x="41909" y="24130"/>
                  </a:moveTo>
                  <a:lnTo>
                    <a:pt x="40639" y="24130"/>
                  </a:lnTo>
                  <a:lnTo>
                    <a:pt x="40639" y="25400"/>
                  </a:lnTo>
                  <a:lnTo>
                    <a:pt x="41909" y="25400"/>
                  </a:lnTo>
                  <a:lnTo>
                    <a:pt x="41909" y="24130"/>
                  </a:lnTo>
                  <a:close/>
                </a:path>
                <a:path w="44450" h="26669">
                  <a:moveTo>
                    <a:pt x="40639" y="22860"/>
                  </a:moveTo>
                  <a:lnTo>
                    <a:pt x="0" y="22860"/>
                  </a:lnTo>
                  <a:lnTo>
                    <a:pt x="0" y="24130"/>
                  </a:lnTo>
                  <a:lnTo>
                    <a:pt x="40639" y="24130"/>
                  </a:lnTo>
                  <a:lnTo>
                    <a:pt x="40639" y="22860"/>
                  </a:lnTo>
                  <a:close/>
                </a:path>
                <a:path w="44450" h="26669">
                  <a:moveTo>
                    <a:pt x="3809" y="19050"/>
                  </a:moveTo>
                  <a:lnTo>
                    <a:pt x="0" y="19050"/>
                  </a:lnTo>
                  <a:lnTo>
                    <a:pt x="0" y="21590"/>
                  </a:lnTo>
                  <a:lnTo>
                    <a:pt x="3809" y="21590"/>
                  </a:lnTo>
                  <a:lnTo>
                    <a:pt x="3809" y="19050"/>
                  </a:lnTo>
                  <a:close/>
                </a:path>
                <a:path w="44450" h="26669">
                  <a:moveTo>
                    <a:pt x="3809" y="16510"/>
                  </a:moveTo>
                  <a:lnTo>
                    <a:pt x="0" y="1651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6510"/>
                  </a:lnTo>
                  <a:close/>
                </a:path>
                <a:path w="44450" h="26669">
                  <a:moveTo>
                    <a:pt x="3809" y="12700"/>
                  </a:moveTo>
                  <a:lnTo>
                    <a:pt x="0" y="12700"/>
                  </a:lnTo>
                  <a:lnTo>
                    <a:pt x="0" y="15240"/>
                  </a:lnTo>
                  <a:lnTo>
                    <a:pt x="3809" y="15240"/>
                  </a:lnTo>
                  <a:lnTo>
                    <a:pt x="3809" y="12700"/>
                  </a:lnTo>
                  <a:close/>
                </a:path>
                <a:path w="44450" h="26669">
                  <a:moveTo>
                    <a:pt x="3809" y="10160"/>
                  </a:moveTo>
                  <a:lnTo>
                    <a:pt x="0" y="1016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10160"/>
                  </a:lnTo>
                  <a:close/>
                </a:path>
                <a:path w="44450" h="26669">
                  <a:moveTo>
                    <a:pt x="3809" y="6350"/>
                  </a:moveTo>
                  <a:lnTo>
                    <a:pt x="0" y="6350"/>
                  </a:lnTo>
                  <a:lnTo>
                    <a:pt x="0" y="8890"/>
                  </a:lnTo>
                  <a:lnTo>
                    <a:pt x="3809" y="8890"/>
                  </a:lnTo>
                  <a:lnTo>
                    <a:pt x="3809" y="6350"/>
                  </a:lnTo>
                  <a:close/>
                </a:path>
                <a:path w="44450" h="26669">
                  <a:moveTo>
                    <a:pt x="3809" y="3810"/>
                  </a:moveTo>
                  <a:lnTo>
                    <a:pt x="0" y="381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3810"/>
                  </a:lnTo>
                  <a:close/>
                </a:path>
                <a:path w="44450" h="26669">
                  <a:moveTo>
                    <a:pt x="126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09" y="2540"/>
                  </a:lnTo>
                  <a:lnTo>
                    <a:pt x="3809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CABB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1511300" y="2630169"/>
              <a:ext cx="34290" cy="20320"/>
            </a:xfrm>
            <a:custGeom>
              <a:avLst/>
              <a:gdLst/>
              <a:ahLst/>
              <a:cxnLst/>
              <a:rect l="l" t="t" r="r" b="b"/>
              <a:pathLst>
                <a:path w="34290" h="20319">
                  <a:moveTo>
                    <a:pt x="34290" y="19050"/>
                  </a:moveTo>
                  <a:lnTo>
                    <a:pt x="31750" y="19050"/>
                  </a:lnTo>
                  <a:lnTo>
                    <a:pt x="31750" y="20319"/>
                  </a:lnTo>
                  <a:lnTo>
                    <a:pt x="34290" y="20319"/>
                  </a:lnTo>
                  <a:lnTo>
                    <a:pt x="34290" y="19050"/>
                  </a:lnTo>
                  <a:close/>
                </a:path>
                <a:path w="34290" h="20319">
                  <a:moveTo>
                    <a:pt x="29209" y="16509"/>
                  </a:moveTo>
                  <a:lnTo>
                    <a:pt x="0" y="16509"/>
                  </a:lnTo>
                  <a:lnTo>
                    <a:pt x="0" y="19050"/>
                  </a:lnTo>
                  <a:lnTo>
                    <a:pt x="31750" y="19050"/>
                  </a:lnTo>
                  <a:lnTo>
                    <a:pt x="31750" y="17779"/>
                  </a:lnTo>
                  <a:lnTo>
                    <a:pt x="29209" y="17779"/>
                  </a:lnTo>
                  <a:lnTo>
                    <a:pt x="29209" y="16509"/>
                  </a:lnTo>
                  <a:close/>
                </a:path>
                <a:path w="34290" h="20319">
                  <a:moveTo>
                    <a:pt x="3809" y="13969"/>
                  </a:moveTo>
                  <a:lnTo>
                    <a:pt x="0" y="13969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3969"/>
                  </a:lnTo>
                  <a:close/>
                </a:path>
                <a:path w="34290" h="20319">
                  <a:moveTo>
                    <a:pt x="3809" y="10159"/>
                  </a:moveTo>
                  <a:lnTo>
                    <a:pt x="0" y="10159"/>
                  </a:lnTo>
                  <a:lnTo>
                    <a:pt x="0" y="12700"/>
                  </a:lnTo>
                  <a:lnTo>
                    <a:pt x="3809" y="12700"/>
                  </a:lnTo>
                  <a:lnTo>
                    <a:pt x="3809" y="10159"/>
                  </a:lnTo>
                  <a:close/>
                </a:path>
                <a:path w="34290" h="20319">
                  <a:moveTo>
                    <a:pt x="3809" y="7619"/>
                  </a:moveTo>
                  <a:lnTo>
                    <a:pt x="0" y="761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7619"/>
                  </a:lnTo>
                  <a:close/>
                </a:path>
                <a:path w="34290" h="20319">
                  <a:moveTo>
                    <a:pt x="3809" y="3809"/>
                  </a:moveTo>
                  <a:lnTo>
                    <a:pt x="0" y="3809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3809"/>
                  </a:lnTo>
                  <a:close/>
                </a:path>
                <a:path w="34290" h="20319">
                  <a:moveTo>
                    <a:pt x="126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C9BA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1515109" y="2632710"/>
              <a:ext cx="24130" cy="13970"/>
            </a:xfrm>
            <a:custGeom>
              <a:avLst/>
              <a:gdLst/>
              <a:ahLst/>
              <a:cxnLst/>
              <a:rect l="l" t="t" r="r" b="b"/>
              <a:pathLst>
                <a:path w="24130" h="13969">
                  <a:moveTo>
                    <a:pt x="24130" y="12700"/>
                  </a:moveTo>
                  <a:lnTo>
                    <a:pt x="21590" y="12700"/>
                  </a:lnTo>
                  <a:lnTo>
                    <a:pt x="21590" y="13969"/>
                  </a:lnTo>
                  <a:lnTo>
                    <a:pt x="24130" y="13969"/>
                  </a:lnTo>
                  <a:lnTo>
                    <a:pt x="24130" y="12700"/>
                  </a:lnTo>
                  <a:close/>
                </a:path>
                <a:path w="24130" h="13969">
                  <a:moveTo>
                    <a:pt x="21590" y="11429"/>
                  </a:moveTo>
                  <a:lnTo>
                    <a:pt x="0" y="11429"/>
                  </a:lnTo>
                  <a:lnTo>
                    <a:pt x="0" y="12700"/>
                  </a:lnTo>
                  <a:lnTo>
                    <a:pt x="21590" y="12700"/>
                  </a:lnTo>
                  <a:lnTo>
                    <a:pt x="21590" y="11429"/>
                  </a:lnTo>
                  <a:close/>
                </a:path>
                <a:path w="24130" h="13969">
                  <a:moveTo>
                    <a:pt x="19050" y="10160"/>
                  </a:moveTo>
                  <a:lnTo>
                    <a:pt x="17780" y="10160"/>
                  </a:lnTo>
                  <a:lnTo>
                    <a:pt x="17780" y="11429"/>
                  </a:lnTo>
                  <a:lnTo>
                    <a:pt x="19050" y="11429"/>
                  </a:lnTo>
                  <a:lnTo>
                    <a:pt x="19050" y="10160"/>
                  </a:lnTo>
                  <a:close/>
                </a:path>
                <a:path w="24130" h="13969">
                  <a:moveTo>
                    <a:pt x="3809" y="7619"/>
                  </a:moveTo>
                  <a:lnTo>
                    <a:pt x="0" y="7619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7619"/>
                  </a:lnTo>
                  <a:close/>
                </a:path>
                <a:path w="24130" h="13969">
                  <a:moveTo>
                    <a:pt x="3809" y="5079"/>
                  </a:moveTo>
                  <a:lnTo>
                    <a:pt x="0" y="5079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5079"/>
                  </a:lnTo>
                  <a:close/>
                </a:path>
                <a:path w="24130" h="13969">
                  <a:moveTo>
                    <a:pt x="254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C8B8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1518919" y="2635250"/>
              <a:ext cx="13970" cy="7620"/>
            </a:xfrm>
            <a:custGeom>
              <a:avLst/>
              <a:gdLst/>
              <a:ahLst/>
              <a:cxnLst/>
              <a:rect l="l" t="t" r="r" b="b"/>
              <a:pathLst>
                <a:path w="13969" h="7619">
                  <a:moveTo>
                    <a:pt x="11430" y="5079"/>
                  </a:moveTo>
                  <a:lnTo>
                    <a:pt x="0" y="5079"/>
                  </a:lnTo>
                  <a:lnTo>
                    <a:pt x="0" y="7620"/>
                  </a:lnTo>
                  <a:lnTo>
                    <a:pt x="13970" y="7620"/>
                  </a:lnTo>
                  <a:lnTo>
                    <a:pt x="13970" y="6350"/>
                  </a:lnTo>
                  <a:lnTo>
                    <a:pt x="11430" y="6350"/>
                  </a:lnTo>
                  <a:lnTo>
                    <a:pt x="11430" y="5079"/>
                  </a:lnTo>
                  <a:close/>
                </a:path>
                <a:path w="13969" h="7619">
                  <a:moveTo>
                    <a:pt x="8890" y="3810"/>
                  </a:moveTo>
                  <a:lnTo>
                    <a:pt x="7619" y="3810"/>
                  </a:lnTo>
                  <a:lnTo>
                    <a:pt x="7619" y="5079"/>
                  </a:lnTo>
                  <a:lnTo>
                    <a:pt x="8890" y="5079"/>
                  </a:lnTo>
                  <a:lnTo>
                    <a:pt x="8890" y="3810"/>
                  </a:lnTo>
                  <a:close/>
                </a:path>
                <a:path w="13969" h="7619">
                  <a:moveTo>
                    <a:pt x="2540" y="2539"/>
                  </a:moveTo>
                  <a:lnTo>
                    <a:pt x="0" y="2539"/>
                  </a:lnTo>
                  <a:lnTo>
                    <a:pt x="0" y="3810"/>
                  </a:lnTo>
                  <a:lnTo>
                    <a:pt x="2540" y="3810"/>
                  </a:lnTo>
                  <a:lnTo>
                    <a:pt x="2540" y="2539"/>
                  </a:lnTo>
                  <a:close/>
                </a:path>
                <a:path w="13969" h="7619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C7B7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1521459" y="2636519"/>
              <a:ext cx="5080" cy="2540"/>
            </a:xfrm>
            <a:custGeom>
              <a:avLst/>
              <a:gdLst/>
              <a:ahLst/>
              <a:cxnLst/>
              <a:rect l="l" t="t" r="r" b="b"/>
              <a:pathLst>
                <a:path w="5080" h="2539">
                  <a:moveTo>
                    <a:pt x="254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5079" y="2539"/>
                  </a:lnTo>
                  <a:lnTo>
                    <a:pt x="5079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C6B5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1118870" y="2603500"/>
              <a:ext cx="557530" cy="322580"/>
            </a:xfrm>
            <a:custGeom>
              <a:avLst/>
              <a:gdLst/>
              <a:ahLst/>
              <a:cxnLst/>
              <a:rect l="l" t="t" r="r" b="b"/>
              <a:pathLst>
                <a:path w="557530" h="322580">
                  <a:moveTo>
                    <a:pt x="557530" y="123189"/>
                  </a:moveTo>
                  <a:lnTo>
                    <a:pt x="454282" y="182026"/>
                  </a:lnTo>
                  <a:lnTo>
                    <a:pt x="384016" y="222408"/>
                  </a:lnTo>
                  <a:lnTo>
                    <a:pt x="314463" y="263028"/>
                  </a:lnTo>
                  <a:lnTo>
                    <a:pt x="213360" y="322579"/>
                  </a:lnTo>
                  <a:lnTo>
                    <a:pt x="146425" y="297068"/>
                  </a:lnTo>
                  <a:lnTo>
                    <a:pt x="96377" y="273019"/>
                  </a:lnTo>
                  <a:lnTo>
                    <a:pt x="58460" y="249153"/>
                  </a:lnTo>
                  <a:lnTo>
                    <a:pt x="27919" y="224190"/>
                  </a:lnTo>
                  <a:lnTo>
                    <a:pt x="0" y="196850"/>
                  </a:lnTo>
                  <a:lnTo>
                    <a:pt x="127773" y="124837"/>
                  </a:lnTo>
                  <a:lnTo>
                    <a:pt x="239236" y="61753"/>
                  </a:lnTo>
                  <a:lnTo>
                    <a:pt x="318075" y="17006"/>
                  </a:lnTo>
                  <a:lnTo>
                    <a:pt x="347980" y="0"/>
                  </a:lnTo>
                  <a:lnTo>
                    <a:pt x="351254" y="1924"/>
                  </a:lnTo>
                  <a:lnTo>
                    <a:pt x="374173" y="15398"/>
                  </a:lnTo>
                  <a:lnTo>
                    <a:pt x="436383" y="51970"/>
                  </a:lnTo>
                  <a:lnTo>
                    <a:pt x="557530" y="123189"/>
                  </a:lnTo>
                  <a:close/>
                </a:path>
              </a:pathLst>
            </a:custGeom>
            <a:ln w="646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3" name="object 16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47385" y="3202245"/>
              <a:ext cx="160139" cy="141089"/>
            </a:xfrm>
            <a:prstGeom prst="rect">
              <a:avLst/>
            </a:prstGeom>
          </p:spPr>
        </p:pic>
        <p:pic>
          <p:nvPicPr>
            <p:cNvPr id="164" name="object 16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147385" y="2879665"/>
              <a:ext cx="160139" cy="273169"/>
            </a:xfrm>
            <a:prstGeom prst="rect">
              <a:avLst/>
            </a:prstGeom>
          </p:spPr>
        </p:pic>
        <p:sp>
          <p:nvSpPr>
            <p:cNvPr id="165" name="object 165"/>
            <p:cNvSpPr/>
            <p:nvPr/>
          </p:nvSpPr>
          <p:spPr>
            <a:xfrm>
              <a:off x="1121409" y="2607310"/>
              <a:ext cx="552450" cy="798830"/>
            </a:xfrm>
            <a:custGeom>
              <a:avLst/>
              <a:gdLst/>
              <a:ahLst/>
              <a:cxnLst/>
              <a:rect l="l" t="t" r="r" b="b"/>
              <a:pathLst>
                <a:path w="552450" h="798829">
                  <a:moveTo>
                    <a:pt x="342900" y="0"/>
                  </a:moveTo>
                  <a:lnTo>
                    <a:pt x="346174" y="1904"/>
                  </a:lnTo>
                  <a:lnTo>
                    <a:pt x="369093" y="15239"/>
                  </a:lnTo>
                  <a:lnTo>
                    <a:pt x="431303" y="51434"/>
                  </a:lnTo>
                  <a:lnTo>
                    <a:pt x="552450" y="121919"/>
                  </a:lnTo>
                  <a:lnTo>
                    <a:pt x="552450" y="129559"/>
                  </a:lnTo>
                  <a:lnTo>
                    <a:pt x="552450" y="183038"/>
                  </a:lnTo>
                  <a:lnTo>
                    <a:pt x="552450" y="328195"/>
                  </a:lnTo>
                  <a:lnTo>
                    <a:pt x="552450" y="610869"/>
                  </a:lnTo>
                  <a:lnTo>
                    <a:pt x="451445" y="665956"/>
                  </a:lnTo>
                  <a:lnTo>
                    <a:pt x="382587" y="703897"/>
                  </a:lnTo>
                  <a:lnTo>
                    <a:pt x="314205" y="742314"/>
                  </a:lnTo>
                  <a:lnTo>
                    <a:pt x="214630" y="798829"/>
                  </a:lnTo>
                  <a:lnTo>
                    <a:pt x="167558" y="785550"/>
                  </a:lnTo>
                  <a:lnTo>
                    <a:pt x="125181" y="772149"/>
                  </a:lnTo>
                  <a:lnTo>
                    <a:pt x="84876" y="754847"/>
                  </a:lnTo>
                  <a:lnTo>
                    <a:pt x="44023" y="729863"/>
                  </a:lnTo>
                  <a:lnTo>
                    <a:pt x="0" y="693419"/>
                  </a:lnTo>
                  <a:lnTo>
                    <a:pt x="0" y="510619"/>
                  </a:lnTo>
                  <a:lnTo>
                    <a:pt x="0" y="351155"/>
                  </a:lnTo>
                  <a:lnTo>
                    <a:pt x="0" y="238363"/>
                  </a:lnTo>
                  <a:lnTo>
                    <a:pt x="0" y="195579"/>
                  </a:lnTo>
                  <a:lnTo>
                    <a:pt x="5357" y="192524"/>
                  </a:lnTo>
                  <a:lnTo>
                    <a:pt x="42862" y="171132"/>
                  </a:lnTo>
                  <a:lnTo>
                    <a:pt x="144660" y="113069"/>
                  </a:lnTo>
                  <a:lnTo>
                    <a:pt x="342900" y="0"/>
                  </a:lnTo>
                  <a:close/>
                </a:path>
              </a:pathLst>
            </a:custGeom>
            <a:ln w="93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1380490" y="2806700"/>
              <a:ext cx="251460" cy="231140"/>
            </a:xfrm>
            <a:custGeom>
              <a:avLst/>
              <a:gdLst/>
              <a:ahLst/>
              <a:cxnLst/>
              <a:rect l="l" t="t" r="r" b="b"/>
              <a:pathLst>
                <a:path w="251460" h="231139">
                  <a:moveTo>
                    <a:pt x="251459" y="0"/>
                  </a:moveTo>
                  <a:lnTo>
                    <a:pt x="0" y="138429"/>
                  </a:lnTo>
                  <a:lnTo>
                    <a:pt x="0" y="231139"/>
                  </a:lnTo>
                  <a:lnTo>
                    <a:pt x="251459" y="91439"/>
                  </a:lnTo>
                  <a:lnTo>
                    <a:pt x="251459" y="0"/>
                  </a:lnTo>
                  <a:close/>
                </a:path>
              </a:pathLst>
            </a:custGeom>
            <a:solidFill>
              <a:srgbClr val="BBA7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1380490" y="2806700"/>
              <a:ext cx="251460" cy="231140"/>
            </a:xfrm>
            <a:custGeom>
              <a:avLst/>
              <a:gdLst/>
              <a:ahLst/>
              <a:cxnLst/>
              <a:rect l="l" t="t" r="r" b="b"/>
              <a:pathLst>
                <a:path w="251460" h="231139">
                  <a:moveTo>
                    <a:pt x="0" y="138429"/>
                  </a:moveTo>
                  <a:lnTo>
                    <a:pt x="0" y="231139"/>
                  </a:lnTo>
                  <a:lnTo>
                    <a:pt x="251459" y="91439"/>
                  </a:lnTo>
                  <a:lnTo>
                    <a:pt x="251459" y="0"/>
                  </a:lnTo>
                  <a:lnTo>
                    <a:pt x="0" y="138429"/>
                  </a:lnTo>
                  <a:close/>
                </a:path>
              </a:pathLst>
            </a:custGeom>
            <a:ln w="646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1380490" y="2896869"/>
              <a:ext cx="251460" cy="231140"/>
            </a:xfrm>
            <a:custGeom>
              <a:avLst/>
              <a:gdLst/>
              <a:ahLst/>
              <a:cxnLst/>
              <a:rect l="l" t="t" r="r" b="b"/>
              <a:pathLst>
                <a:path w="251460" h="231139">
                  <a:moveTo>
                    <a:pt x="251459" y="0"/>
                  </a:moveTo>
                  <a:lnTo>
                    <a:pt x="0" y="138429"/>
                  </a:lnTo>
                  <a:lnTo>
                    <a:pt x="0" y="231139"/>
                  </a:lnTo>
                  <a:lnTo>
                    <a:pt x="251459" y="92709"/>
                  </a:lnTo>
                  <a:lnTo>
                    <a:pt x="251459" y="0"/>
                  </a:lnTo>
                  <a:close/>
                </a:path>
              </a:pathLst>
            </a:custGeom>
            <a:solidFill>
              <a:srgbClr val="BBA7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1380490" y="2896869"/>
              <a:ext cx="251460" cy="231140"/>
            </a:xfrm>
            <a:custGeom>
              <a:avLst/>
              <a:gdLst/>
              <a:ahLst/>
              <a:cxnLst/>
              <a:rect l="l" t="t" r="r" b="b"/>
              <a:pathLst>
                <a:path w="251460" h="231139">
                  <a:moveTo>
                    <a:pt x="0" y="138429"/>
                  </a:moveTo>
                  <a:lnTo>
                    <a:pt x="0" y="231139"/>
                  </a:lnTo>
                  <a:lnTo>
                    <a:pt x="251459" y="92709"/>
                  </a:lnTo>
                  <a:lnTo>
                    <a:pt x="251459" y="0"/>
                  </a:lnTo>
                  <a:lnTo>
                    <a:pt x="0" y="138429"/>
                  </a:lnTo>
                  <a:close/>
                </a:path>
              </a:pathLst>
            </a:custGeom>
            <a:ln w="646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1380490" y="2987040"/>
              <a:ext cx="251460" cy="231140"/>
            </a:xfrm>
            <a:custGeom>
              <a:avLst/>
              <a:gdLst/>
              <a:ahLst/>
              <a:cxnLst/>
              <a:rect l="l" t="t" r="r" b="b"/>
              <a:pathLst>
                <a:path w="251460" h="231139">
                  <a:moveTo>
                    <a:pt x="251459" y="0"/>
                  </a:moveTo>
                  <a:lnTo>
                    <a:pt x="0" y="138430"/>
                  </a:lnTo>
                  <a:lnTo>
                    <a:pt x="0" y="231139"/>
                  </a:lnTo>
                  <a:lnTo>
                    <a:pt x="251459" y="92710"/>
                  </a:lnTo>
                  <a:lnTo>
                    <a:pt x="251459" y="0"/>
                  </a:lnTo>
                  <a:close/>
                </a:path>
              </a:pathLst>
            </a:custGeom>
            <a:solidFill>
              <a:srgbClr val="BBA7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1380490" y="2987040"/>
              <a:ext cx="251460" cy="231140"/>
            </a:xfrm>
            <a:custGeom>
              <a:avLst/>
              <a:gdLst/>
              <a:ahLst/>
              <a:cxnLst/>
              <a:rect l="l" t="t" r="r" b="b"/>
              <a:pathLst>
                <a:path w="251460" h="231139">
                  <a:moveTo>
                    <a:pt x="0" y="138430"/>
                  </a:moveTo>
                  <a:lnTo>
                    <a:pt x="0" y="231139"/>
                  </a:lnTo>
                  <a:lnTo>
                    <a:pt x="251459" y="92710"/>
                  </a:lnTo>
                  <a:lnTo>
                    <a:pt x="251459" y="0"/>
                  </a:lnTo>
                  <a:lnTo>
                    <a:pt x="0" y="138430"/>
                  </a:lnTo>
                  <a:close/>
                </a:path>
              </a:pathLst>
            </a:custGeom>
            <a:ln w="646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1380490" y="3075940"/>
              <a:ext cx="251460" cy="231140"/>
            </a:xfrm>
            <a:custGeom>
              <a:avLst/>
              <a:gdLst/>
              <a:ahLst/>
              <a:cxnLst/>
              <a:rect l="l" t="t" r="r" b="b"/>
              <a:pathLst>
                <a:path w="251460" h="231139">
                  <a:moveTo>
                    <a:pt x="251459" y="0"/>
                  </a:moveTo>
                  <a:lnTo>
                    <a:pt x="0" y="138430"/>
                  </a:lnTo>
                  <a:lnTo>
                    <a:pt x="0" y="231139"/>
                  </a:lnTo>
                  <a:lnTo>
                    <a:pt x="251459" y="92710"/>
                  </a:lnTo>
                  <a:lnTo>
                    <a:pt x="251459" y="0"/>
                  </a:lnTo>
                  <a:close/>
                </a:path>
              </a:pathLst>
            </a:custGeom>
            <a:solidFill>
              <a:srgbClr val="BBA7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1380490" y="3075940"/>
              <a:ext cx="251460" cy="231140"/>
            </a:xfrm>
            <a:custGeom>
              <a:avLst/>
              <a:gdLst/>
              <a:ahLst/>
              <a:cxnLst/>
              <a:rect l="l" t="t" r="r" b="b"/>
              <a:pathLst>
                <a:path w="251460" h="231139">
                  <a:moveTo>
                    <a:pt x="0" y="138430"/>
                  </a:moveTo>
                  <a:lnTo>
                    <a:pt x="0" y="231139"/>
                  </a:lnTo>
                  <a:lnTo>
                    <a:pt x="251459" y="92710"/>
                  </a:lnTo>
                  <a:lnTo>
                    <a:pt x="251459" y="0"/>
                  </a:lnTo>
                  <a:lnTo>
                    <a:pt x="0" y="138430"/>
                  </a:lnTo>
                  <a:close/>
                </a:path>
              </a:pathLst>
            </a:custGeom>
            <a:ln w="646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762000" y="2499360"/>
              <a:ext cx="2667000" cy="0"/>
            </a:xfrm>
            <a:custGeom>
              <a:avLst/>
              <a:gdLst/>
              <a:ahLst/>
              <a:cxnLst/>
              <a:rect l="l" t="t" r="r" b="b"/>
              <a:pathLst>
                <a:path w="2667000">
                  <a:moveTo>
                    <a:pt x="0" y="0"/>
                  </a:moveTo>
                  <a:lnTo>
                    <a:pt x="2667000" y="0"/>
                  </a:lnTo>
                </a:path>
              </a:pathLst>
            </a:custGeom>
            <a:ln w="93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2057400" y="2499360"/>
              <a:ext cx="0" cy="1371600"/>
            </a:xfrm>
            <a:custGeom>
              <a:avLst/>
              <a:gdLst/>
              <a:ahLst/>
              <a:cxnLst/>
              <a:rect l="l" t="t" r="r" b="b"/>
              <a:pathLst>
                <a:path h="1371600">
                  <a:moveTo>
                    <a:pt x="0" y="0"/>
                  </a:moveTo>
                  <a:lnTo>
                    <a:pt x="0" y="1371600"/>
                  </a:lnTo>
                </a:path>
              </a:pathLst>
            </a:custGeom>
            <a:ln w="2839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1189990" y="4784090"/>
              <a:ext cx="1828800" cy="1066800"/>
            </a:xfrm>
            <a:custGeom>
              <a:avLst/>
              <a:gdLst/>
              <a:ahLst/>
              <a:cxnLst/>
              <a:rect l="l" t="t" r="r" b="b"/>
              <a:pathLst>
                <a:path w="1828800" h="1066800">
                  <a:moveTo>
                    <a:pt x="1828800" y="0"/>
                  </a:moveTo>
                  <a:lnTo>
                    <a:pt x="0" y="0"/>
                  </a:lnTo>
                  <a:lnTo>
                    <a:pt x="0" y="1066800"/>
                  </a:lnTo>
                  <a:lnTo>
                    <a:pt x="914399" y="1066800"/>
                  </a:lnTo>
                  <a:lnTo>
                    <a:pt x="1828800" y="1066800"/>
                  </a:lnTo>
                  <a:lnTo>
                    <a:pt x="1828800" y="0"/>
                  </a:lnTo>
                  <a:close/>
                </a:path>
              </a:pathLst>
            </a:custGeom>
            <a:solidFill>
              <a:srgbClr val="BFB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1189990" y="4784090"/>
              <a:ext cx="1828800" cy="1066800"/>
            </a:xfrm>
            <a:custGeom>
              <a:avLst/>
              <a:gdLst/>
              <a:ahLst/>
              <a:cxnLst/>
              <a:rect l="l" t="t" r="r" b="b"/>
              <a:pathLst>
                <a:path w="1828800" h="1066800">
                  <a:moveTo>
                    <a:pt x="914399" y="1066800"/>
                  </a:moveTo>
                  <a:lnTo>
                    <a:pt x="0" y="1066800"/>
                  </a:lnTo>
                  <a:lnTo>
                    <a:pt x="0" y="0"/>
                  </a:lnTo>
                  <a:lnTo>
                    <a:pt x="1828800" y="0"/>
                  </a:lnTo>
                  <a:lnTo>
                    <a:pt x="1828800" y="1066800"/>
                  </a:lnTo>
                  <a:lnTo>
                    <a:pt x="914399" y="1066800"/>
                  </a:lnTo>
                  <a:close/>
                </a:path>
              </a:pathLst>
            </a:custGeom>
            <a:ln w="93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1516380" y="5179059"/>
              <a:ext cx="2540" cy="200660"/>
            </a:xfrm>
            <a:custGeom>
              <a:avLst/>
              <a:gdLst/>
              <a:ahLst/>
              <a:cxnLst/>
              <a:rect l="l" t="t" r="r" b="b"/>
              <a:pathLst>
                <a:path w="2540" h="200660">
                  <a:moveTo>
                    <a:pt x="254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199390"/>
                  </a:lnTo>
                  <a:lnTo>
                    <a:pt x="1270" y="199390"/>
                  </a:lnTo>
                  <a:lnTo>
                    <a:pt x="1270" y="200660"/>
                  </a:lnTo>
                  <a:lnTo>
                    <a:pt x="2540" y="200660"/>
                  </a:lnTo>
                  <a:lnTo>
                    <a:pt x="2540" y="19939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1518920" y="5176519"/>
              <a:ext cx="3810" cy="207010"/>
            </a:xfrm>
            <a:custGeom>
              <a:avLst/>
              <a:gdLst/>
              <a:ahLst/>
              <a:cxnLst/>
              <a:rect l="l" t="t" r="r" b="b"/>
              <a:pathLst>
                <a:path w="3809" h="207010">
                  <a:moveTo>
                    <a:pt x="3810" y="205752"/>
                  </a:moveTo>
                  <a:lnTo>
                    <a:pt x="1270" y="205752"/>
                  </a:lnTo>
                  <a:lnTo>
                    <a:pt x="1270" y="207010"/>
                  </a:lnTo>
                  <a:lnTo>
                    <a:pt x="3810" y="207010"/>
                  </a:lnTo>
                  <a:lnTo>
                    <a:pt x="3810" y="205752"/>
                  </a:lnTo>
                  <a:close/>
                </a:path>
                <a:path w="3809" h="207010">
                  <a:moveTo>
                    <a:pt x="3810" y="1282"/>
                  </a:moveTo>
                  <a:lnTo>
                    <a:pt x="0" y="1282"/>
                  </a:lnTo>
                  <a:lnTo>
                    <a:pt x="0" y="203200"/>
                  </a:lnTo>
                  <a:lnTo>
                    <a:pt x="0" y="204470"/>
                  </a:lnTo>
                  <a:lnTo>
                    <a:pt x="1270" y="204470"/>
                  </a:lnTo>
                  <a:lnTo>
                    <a:pt x="1270" y="205740"/>
                  </a:lnTo>
                  <a:lnTo>
                    <a:pt x="3810" y="205740"/>
                  </a:lnTo>
                  <a:lnTo>
                    <a:pt x="3810" y="204470"/>
                  </a:lnTo>
                  <a:lnTo>
                    <a:pt x="3810" y="203200"/>
                  </a:lnTo>
                  <a:lnTo>
                    <a:pt x="3810" y="1282"/>
                  </a:lnTo>
                  <a:close/>
                </a:path>
                <a:path w="3809" h="207010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CED5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1522730" y="5173980"/>
              <a:ext cx="3810" cy="212090"/>
            </a:xfrm>
            <a:custGeom>
              <a:avLst/>
              <a:gdLst/>
              <a:ahLst/>
              <a:cxnLst/>
              <a:rect l="l" t="t" r="r" b="b"/>
              <a:pathLst>
                <a:path w="3809" h="212089">
                  <a:moveTo>
                    <a:pt x="3809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09" h="212089">
                  <a:moveTo>
                    <a:pt x="3809" y="3810"/>
                  </a:moveTo>
                  <a:lnTo>
                    <a:pt x="0" y="3810"/>
                  </a:lnTo>
                  <a:lnTo>
                    <a:pt x="0" y="205740"/>
                  </a:lnTo>
                  <a:lnTo>
                    <a:pt x="3809" y="205740"/>
                  </a:lnTo>
                  <a:lnTo>
                    <a:pt x="3809" y="3810"/>
                  </a:lnTo>
                  <a:close/>
                </a:path>
                <a:path w="3809" h="212089">
                  <a:moveTo>
                    <a:pt x="3809" y="205740"/>
                  </a:moveTo>
                  <a:lnTo>
                    <a:pt x="0" y="205740"/>
                  </a:lnTo>
                  <a:lnTo>
                    <a:pt x="0" y="208280"/>
                  </a:lnTo>
                  <a:lnTo>
                    <a:pt x="3809" y="208280"/>
                  </a:lnTo>
                  <a:lnTo>
                    <a:pt x="3809" y="205740"/>
                  </a:lnTo>
                  <a:close/>
                </a:path>
                <a:path w="3809" h="212089">
                  <a:moveTo>
                    <a:pt x="3809" y="208280"/>
                  </a:moveTo>
                  <a:lnTo>
                    <a:pt x="0" y="208280"/>
                  </a:lnTo>
                  <a:lnTo>
                    <a:pt x="0" y="210820"/>
                  </a:lnTo>
                  <a:lnTo>
                    <a:pt x="1269" y="210820"/>
                  </a:lnTo>
                  <a:lnTo>
                    <a:pt x="1269" y="212090"/>
                  </a:lnTo>
                  <a:lnTo>
                    <a:pt x="3809" y="212090"/>
                  </a:lnTo>
                  <a:lnTo>
                    <a:pt x="3809" y="208280"/>
                  </a:lnTo>
                  <a:close/>
                </a:path>
              </a:pathLst>
            </a:custGeom>
            <a:solidFill>
              <a:srgbClr val="CCD3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1526540" y="5172709"/>
              <a:ext cx="2540" cy="214629"/>
            </a:xfrm>
            <a:custGeom>
              <a:avLst/>
              <a:gdLst/>
              <a:ahLst/>
              <a:cxnLst/>
              <a:rect l="l" t="t" r="r" b="b"/>
              <a:pathLst>
                <a:path w="2540" h="214629">
                  <a:moveTo>
                    <a:pt x="2540" y="213372"/>
                  </a:moveTo>
                  <a:lnTo>
                    <a:pt x="0" y="213372"/>
                  </a:lnTo>
                  <a:lnTo>
                    <a:pt x="0" y="214630"/>
                  </a:lnTo>
                  <a:lnTo>
                    <a:pt x="2540" y="214630"/>
                  </a:lnTo>
                  <a:lnTo>
                    <a:pt x="2540" y="213372"/>
                  </a:lnTo>
                  <a:close/>
                </a:path>
                <a:path w="2540" h="214629">
                  <a:moveTo>
                    <a:pt x="2540" y="209562"/>
                  </a:moveTo>
                  <a:lnTo>
                    <a:pt x="0" y="209562"/>
                  </a:lnTo>
                  <a:lnTo>
                    <a:pt x="0" y="213360"/>
                  </a:lnTo>
                  <a:lnTo>
                    <a:pt x="2540" y="213360"/>
                  </a:lnTo>
                  <a:lnTo>
                    <a:pt x="2540" y="209562"/>
                  </a:lnTo>
                  <a:close/>
                </a:path>
                <a:path w="2540" h="214629">
                  <a:moveTo>
                    <a:pt x="2540" y="207022"/>
                  </a:moveTo>
                  <a:lnTo>
                    <a:pt x="0" y="207022"/>
                  </a:lnTo>
                  <a:lnTo>
                    <a:pt x="0" y="209550"/>
                  </a:lnTo>
                  <a:lnTo>
                    <a:pt x="2540" y="209550"/>
                  </a:lnTo>
                  <a:lnTo>
                    <a:pt x="2540" y="207022"/>
                  </a:lnTo>
                  <a:close/>
                </a:path>
                <a:path w="2540" h="214629">
                  <a:moveTo>
                    <a:pt x="2540" y="5092"/>
                  </a:moveTo>
                  <a:lnTo>
                    <a:pt x="0" y="5092"/>
                  </a:lnTo>
                  <a:lnTo>
                    <a:pt x="0" y="207010"/>
                  </a:lnTo>
                  <a:lnTo>
                    <a:pt x="2540" y="207010"/>
                  </a:lnTo>
                  <a:lnTo>
                    <a:pt x="2540" y="5092"/>
                  </a:lnTo>
                  <a:close/>
                </a:path>
                <a:path w="2540" h="214629">
                  <a:moveTo>
                    <a:pt x="25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C9D1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1529080" y="5171439"/>
              <a:ext cx="3810" cy="217170"/>
            </a:xfrm>
            <a:custGeom>
              <a:avLst/>
              <a:gdLst/>
              <a:ahLst/>
              <a:cxnLst/>
              <a:rect l="l" t="t" r="r" b="b"/>
              <a:pathLst>
                <a:path w="3809" h="217170">
                  <a:moveTo>
                    <a:pt x="3809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0"/>
                  </a:lnTo>
                  <a:close/>
                </a:path>
                <a:path w="3809" h="217170">
                  <a:moveTo>
                    <a:pt x="3809" y="6349"/>
                  </a:moveTo>
                  <a:lnTo>
                    <a:pt x="0" y="6349"/>
                  </a:lnTo>
                  <a:lnTo>
                    <a:pt x="0" y="208279"/>
                  </a:lnTo>
                  <a:lnTo>
                    <a:pt x="3809" y="208279"/>
                  </a:lnTo>
                  <a:lnTo>
                    <a:pt x="3809" y="6349"/>
                  </a:lnTo>
                  <a:close/>
                </a:path>
                <a:path w="3809" h="217170">
                  <a:moveTo>
                    <a:pt x="3809" y="208279"/>
                  </a:moveTo>
                  <a:lnTo>
                    <a:pt x="0" y="208279"/>
                  </a:lnTo>
                  <a:lnTo>
                    <a:pt x="0" y="210819"/>
                  </a:lnTo>
                  <a:lnTo>
                    <a:pt x="3809" y="210819"/>
                  </a:lnTo>
                  <a:lnTo>
                    <a:pt x="3809" y="208279"/>
                  </a:lnTo>
                  <a:close/>
                </a:path>
                <a:path w="3809" h="217170">
                  <a:moveTo>
                    <a:pt x="3809" y="210819"/>
                  </a:moveTo>
                  <a:lnTo>
                    <a:pt x="0" y="210819"/>
                  </a:lnTo>
                  <a:lnTo>
                    <a:pt x="0" y="214629"/>
                  </a:lnTo>
                  <a:lnTo>
                    <a:pt x="3809" y="214629"/>
                  </a:lnTo>
                  <a:lnTo>
                    <a:pt x="3809" y="210819"/>
                  </a:lnTo>
                  <a:close/>
                </a:path>
                <a:path w="3809" h="217170">
                  <a:moveTo>
                    <a:pt x="3809" y="214629"/>
                  </a:moveTo>
                  <a:lnTo>
                    <a:pt x="0" y="214629"/>
                  </a:lnTo>
                  <a:lnTo>
                    <a:pt x="0" y="217169"/>
                  </a:lnTo>
                  <a:lnTo>
                    <a:pt x="3809" y="217169"/>
                  </a:lnTo>
                  <a:lnTo>
                    <a:pt x="3809" y="214629"/>
                  </a:lnTo>
                  <a:close/>
                </a:path>
              </a:pathLst>
            </a:custGeom>
            <a:solidFill>
              <a:srgbClr val="C6CF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1532890" y="5170170"/>
              <a:ext cx="3810" cy="220979"/>
            </a:xfrm>
            <a:custGeom>
              <a:avLst/>
              <a:gdLst/>
              <a:ahLst/>
              <a:cxnLst/>
              <a:rect l="l" t="t" r="r" b="b"/>
              <a:pathLst>
                <a:path w="3809" h="220979">
                  <a:moveTo>
                    <a:pt x="380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09" h="220979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09" h="220979">
                  <a:moveTo>
                    <a:pt x="3809" y="7619"/>
                  </a:moveTo>
                  <a:lnTo>
                    <a:pt x="0" y="7619"/>
                  </a:lnTo>
                  <a:lnTo>
                    <a:pt x="0" y="209549"/>
                  </a:lnTo>
                  <a:lnTo>
                    <a:pt x="3809" y="209549"/>
                  </a:lnTo>
                  <a:lnTo>
                    <a:pt x="3809" y="7619"/>
                  </a:lnTo>
                  <a:close/>
                </a:path>
                <a:path w="3809" h="220979">
                  <a:moveTo>
                    <a:pt x="3809" y="209549"/>
                  </a:moveTo>
                  <a:lnTo>
                    <a:pt x="0" y="209549"/>
                  </a:lnTo>
                  <a:lnTo>
                    <a:pt x="0" y="212089"/>
                  </a:lnTo>
                  <a:lnTo>
                    <a:pt x="3809" y="212089"/>
                  </a:lnTo>
                  <a:lnTo>
                    <a:pt x="3809" y="209549"/>
                  </a:lnTo>
                  <a:close/>
                </a:path>
                <a:path w="3809" h="220979">
                  <a:moveTo>
                    <a:pt x="3809" y="212089"/>
                  </a:moveTo>
                  <a:lnTo>
                    <a:pt x="0" y="212089"/>
                  </a:lnTo>
                  <a:lnTo>
                    <a:pt x="0" y="215899"/>
                  </a:lnTo>
                  <a:lnTo>
                    <a:pt x="3809" y="215899"/>
                  </a:lnTo>
                  <a:lnTo>
                    <a:pt x="3809" y="212089"/>
                  </a:lnTo>
                  <a:close/>
                </a:path>
                <a:path w="3809" h="220979">
                  <a:moveTo>
                    <a:pt x="3809" y="215899"/>
                  </a:moveTo>
                  <a:lnTo>
                    <a:pt x="0" y="215899"/>
                  </a:lnTo>
                  <a:lnTo>
                    <a:pt x="0" y="218439"/>
                  </a:lnTo>
                  <a:lnTo>
                    <a:pt x="3809" y="218439"/>
                  </a:lnTo>
                  <a:lnTo>
                    <a:pt x="3809" y="215899"/>
                  </a:lnTo>
                  <a:close/>
                </a:path>
                <a:path w="3809" h="220979">
                  <a:moveTo>
                    <a:pt x="3809" y="218439"/>
                  </a:moveTo>
                  <a:lnTo>
                    <a:pt x="0" y="218439"/>
                  </a:lnTo>
                  <a:lnTo>
                    <a:pt x="0" y="219709"/>
                  </a:lnTo>
                  <a:lnTo>
                    <a:pt x="2540" y="219709"/>
                  </a:lnTo>
                  <a:lnTo>
                    <a:pt x="2540" y="220979"/>
                  </a:lnTo>
                  <a:lnTo>
                    <a:pt x="3809" y="220979"/>
                  </a:lnTo>
                  <a:lnTo>
                    <a:pt x="3809" y="218439"/>
                  </a:lnTo>
                  <a:close/>
                </a:path>
              </a:pathLst>
            </a:custGeom>
            <a:solidFill>
              <a:srgbClr val="C3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1536700" y="5167630"/>
              <a:ext cx="3810" cy="223520"/>
            </a:xfrm>
            <a:custGeom>
              <a:avLst/>
              <a:gdLst/>
              <a:ahLst/>
              <a:cxnLst/>
              <a:rect l="l" t="t" r="r" b="b"/>
              <a:pathLst>
                <a:path w="3809" h="223520">
                  <a:moveTo>
                    <a:pt x="3809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09" h="223520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09" h="223520">
                  <a:moveTo>
                    <a:pt x="3809" y="10160"/>
                  </a:moveTo>
                  <a:lnTo>
                    <a:pt x="0" y="10160"/>
                  </a:lnTo>
                  <a:lnTo>
                    <a:pt x="0" y="212090"/>
                  </a:lnTo>
                  <a:lnTo>
                    <a:pt x="3809" y="212090"/>
                  </a:lnTo>
                  <a:lnTo>
                    <a:pt x="3809" y="10160"/>
                  </a:lnTo>
                  <a:close/>
                </a:path>
                <a:path w="3809" h="223520">
                  <a:moveTo>
                    <a:pt x="3809" y="212090"/>
                  </a:moveTo>
                  <a:lnTo>
                    <a:pt x="0" y="212090"/>
                  </a:lnTo>
                  <a:lnTo>
                    <a:pt x="0" y="214630"/>
                  </a:lnTo>
                  <a:lnTo>
                    <a:pt x="3809" y="214630"/>
                  </a:lnTo>
                  <a:lnTo>
                    <a:pt x="3809" y="212090"/>
                  </a:lnTo>
                  <a:close/>
                </a:path>
                <a:path w="3809" h="223520">
                  <a:moveTo>
                    <a:pt x="3809" y="214630"/>
                  </a:moveTo>
                  <a:lnTo>
                    <a:pt x="0" y="214630"/>
                  </a:lnTo>
                  <a:lnTo>
                    <a:pt x="0" y="218440"/>
                  </a:lnTo>
                  <a:lnTo>
                    <a:pt x="3809" y="218440"/>
                  </a:lnTo>
                  <a:lnTo>
                    <a:pt x="3809" y="214630"/>
                  </a:lnTo>
                  <a:close/>
                </a:path>
                <a:path w="3809" h="223520">
                  <a:moveTo>
                    <a:pt x="3809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3809" y="220980"/>
                  </a:lnTo>
                  <a:lnTo>
                    <a:pt x="3809" y="218440"/>
                  </a:lnTo>
                  <a:close/>
                </a:path>
                <a:path w="3809" h="223520">
                  <a:moveTo>
                    <a:pt x="3809" y="220980"/>
                  </a:moveTo>
                  <a:lnTo>
                    <a:pt x="0" y="220980"/>
                  </a:lnTo>
                  <a:lnTo>
                    <a:pt x="0" y="223520"/>
                  </a:lnTo>
                  <a:lnTo>
                    <a:pt x="3809" y="223520"/>
                  </a:lnTo>
                  <a:lnTo>
                    <a:pt x="3809" y="220980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1540510" y="5166359"/>
              <a:ext cx="3810" cy="227329"/>
            </a:xfrm>
            <a:custGeom>
              <a:avLst/>
              <a:gdLst/>
              <a:ahLst/>
              <a:cxnLst/>
              <a:rect l="l" t="t" r="r" b="b"/>
              <a:pathLst>
                <a:path w="3809" h="227329">
                  <a:moveTo>
                    <a:pt x="3810" y="226072"/>
                  </a:moveTo>
                  <a:lnTo>
                    <a:pt x="2540" y="226072"/>
                  </a:lnTo>
                  <a:lnTo>
                    <a:pt x="2540" y="227330"/>
                  </a:lnTo>
                  <a:lnTo>
                    <a:pt x="3810" y="227330"/>
                  </a:lnTo>
                  <a:lnTo>
                    <a:pt x="3810" y="226072"/>
                  </a:lnTo>
                  <a:close/>
                </a:path>
                <a:path w="3809" h="227329">
                  <a:moveTo>
                    <a:pt x="381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2262"/>
                  </a:lnTo>
                  <a:close/>
                </a:path>
                <a:path w="3809" h="227329">
                  <a:moveTo>
                    <a:pt x="381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19722"/>
                  </a:lnTo>
                  <a:close/>
                </a:path>
                <a:path w="3809" h="227329">
                  <a:moveTo>
                    <a:pt x="3810" y="215912"/>
                  </a:moveTo>
                  <a:lnTo>
                    <a:pt x="0" y="21591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15912"/>
                  </a:lnTo>
                  <a:close/>
                </a:path>
                <a:path w="3809" h="227329">
                  <a:moveTo>
                    <a:pt x="3810" y="213372"/>
                  </a:moveTo>
                  <a:lnTo>
                    <a:pt x="0" y="213372"/>
                  </a:lnTo>
                  <a:lnTo>
                    <a:pt x="0" y="215900"/>
                  </a:lnTo>
                  <a:lnTo>
                    <a:pt x="3810" y="215900"/>
                  </a:lnTo>
                  <a:lnTo>
                    <a:pt x="3810" y="213372"/>
                  </a:lnTo>
                  <a:close/>
                </a:path>
                <a:path w="3809" h="227329">
                  <a:moveTo>
                    <a:pt x="3810" y="11442"/>
                  </a:moveTo>
                  <a:lnTo>
                    <a:pt x="0" y="11442"/>
                  </a:lnTo>
                  <a:lnTo>
                    <a:pt x="0" y="213360"/>
                  </a:lnTo>
                  <a:lnTo>
                    <a:pt x="3810" y="213360"/>
                  </a:lnTo>
                  <a:lnTo>
                    <a:pt x="3810" y="11442"/>
                  </a:lnTo>
                  <a:close/>
                </a:path>
                <a:path w="3809" h="22732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09" h="22732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1544320" y="5166359"/>
              <a:ext cx="3810" cy="227329"/>
            </a:xfrm>
            <a:custGeom>
              <a:avLst/>
              <a:gdLst/>
              <a:ahLst/>
              <a:cxnLst/>
              <a:rect l="l" t="t" r="r" b="b"/>
              <a:pathLst>
                <a:path w="3809" h="227329">
                  <a:moveTo>
                    <a:pt x="3810" y="226072"/>
                  </a:moveTo>
                  <a:lnTo>
                    <a:pt x="0" y="22607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6072"/>
                  </a:lnTo>
                  <a:close/>
                </a:path>
                <a:path w="3809" h="227329">
                  <a:moveTo>
                    <a:pt x="381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2262"/>
                  </a:lnTo>
                  <a:close/>
                </a:path>
                <a:path w="3809" h="227329">
                  <a:moveTo>
                    <a:pt x="381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19722"/>
                  </a:lnTo>
                  <a:close/>
                </a:path>
                <a:path w="3809" h="227329">
                  <a:moveTo>
                    <a:pt x="3810" y="215912"/>
                  </a:moveTo>
                  <a:lnTo>
                    <a:pt x="0" y="21591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15912"/>
                  </a:lnTo>
                  <a:close/>
                </a:path>
                <a:path w="3809" h="227329">
                  <a:moveTo>
                    <a:pt x="3810" y="213372"/>
                  </a:moveTo>
                  <a:lnTo>
                    <a:pt x="0" y="213372"/>
                  </a:lnTo>
                  <a:lnTo>
                    <a:pt x="0" y="215900"/>
                  </a:lnTo>
                  <a:lnTo>
                    <a:pt x="3810" y="215900"/>
                  </a:lnTo>
                  <a:lnTo>
                    <a:pt x="3810" y="213372"/>
                  </a:lnTo>
                  <a:close/>
                </a:path>
                <a:path w="3809" h="227329">
                  <a:moveTo>
                    <a:pt x="3810" y="11442"/>
                  </a:moveTo>
                  <a:lnTo>
                    <a:pt x="0" y="11442"/>
                  </a:lnTo>
                  <a:lnTo>
                    <a:pt x="0" y="213360"/>
                  </a:lnTo>
                  <a:lnTo>
                    <a:pt x="3810" y="213360"/>
                  </a:lnTo>
                  <a:lnTo>
                    <a:pt x="3810" y="11442"/>
                  </a:lnTo>
                  <a:close/>
                </a:path>
                <a:path w="3809" h="22732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09" h="22732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B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1548130" y="5165089"/>
              <a:ext cx="2540" cy="229870"/>
            </a:xfrm>
            <a:custGeom>
              <a:avLst/>
              <a:gdLst/>
              <a:ahLst/>
              <a:cxnLst/>
              <a:rect l="l" t="t" r="r" b="b"/>
              <a:pathLst>
                <a:path w="2540" h="229870">
                  <a:moveTo>
                    <a:pt x="2539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6349"/>
                  </a:lnTo>
                  <a:lnTo>
                    <a:pt x="2539" y="6349"/>
                  </a:lnTo>
                  <a:lnTo>
                    <a:pt x="2539" y="0"/>
                  </a:lnTo>
                  <a:close/>
                </a:path>
                <a:path w="2540" h="229870">
                  <a:moveTo>
                    <a:pt x="253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2539" y="12699"/>
                  </a:lnTo>
                  <a:lnTo>
                    <a:pt x="2539" y="6349"/>
                  </a:lnTo>
                  <a:close/>
                </a:path>
                <a:path w="2540" h="229870">
                  <a:moveTo>
                    <a:pt x="2539" y="12699"/>
                  </a:moveTo>
                  <a:lnTo>
                    <a:pt x="0" y="12699"/>
                  </a:lnTo>
                  <a:lnTo>
                    <a:pt x="0" y="214629"/>
                  </a:lnTo>
                  <a:lnTo>
                    <a:pt x="2539" y="214629"/>
                  </a:lnTo>
                  <a:lnTo>
                    <a:pt x="2539" y="12699"/>
                  </a:lnTo>
                  <a:close/>
                </a:path>
                <a:path w="2540" h="229870">
                  <a:moveTo>
                    <a:pt x="2539" y="214629"/>
                  </a:moveTo>
                  <a:lnTo>
                    <a:pt x="0" y="214629"/>
                  </a:lnTo>
                  <a:lnTo>
                    <a:pt x="0" y="217169"/>
                  </a:lnTo>
                  <a:lnTo>
                    <a:pt x="2539" y="217169"/>
                  </a:lnTo>
                  <a:lnTo>
                    <a:pt x="2539" y="214629"/>
                  </a:lnTo>
                  <a:close/>
                </a:path>
                <a:path w="2540" h="229870">
                  <a:moveTo>
                    <a:pt x="2539" y="217169"/>
                  </a:moveTo>
                  <a:lnTo>
                    <a:pt x="0" y="217169"/>
                  </a:lnTo>
                  <a:lnTo>
                    <a:pt x="0" y="220979"/>
                  </a:lnTo>
                  <a:lnTo>
                    <a:pt x="2539" y="220979"/>
                  </a:lnTo>
                  <a:lnTo>
                    <a:pt x="2539" y="217169"/>
                  </a:lnTo>
                  <a:close/>
                </a:path>
                <a:path w="2540" h="229870">
                  <a:moveTo>
                    <a:pt x="2539" y="220979"/>
                  </a:moveTo>
                  <a:lnTo>
                    <a:pt x="0" y="220979"/>
                  </a:lnTo>
                  <a:lnTo>
                    <a:pt x="0" y="223519"/>
                  </a:lnTo>
                  <a:lnTo>
                    <a:pt x="2539" y="223519"/>
                  </a:lnTo>
                  <a:lnTo>
                    <a:pt x="2539" y="220979"/>
                  </a:lnTo>
                  <a:close/>
                </a:path>
                <a:path w="2540" h="229870">
                  <a:moveTo>
                    <a:pt x="2539" y="223519"/>
                  </a:moveTo>
                  <a:lnTo>
                    <a:pt x="0" y="223519"/>
                  </a:lnTo>
                  <a:lnTo>
                    <a:pt x="0" y="227329"/>
                  </a:lnTo>
                  <a:lnTo>
                    <a:pt x="2539" y="227329"/>
                  </a:lnTo>
                  <a:lnTo>
                    <a:pt x="2539" y="223519"/>
                  </a:lnTo>
                  <a:close/>
                </a:path>
                <a:path w="2540" h="229870">
                  <a:moveTo>
                    <a:pt x="2539" y="227329"/>
                  </a:moveTo>
                  <a:lnTo>
                    <a:pt x="0" y="227329"/>
                  </a:lnTo>
                  <a:lnTo>
                    <a:pt x="0" y="229869"/>
                  </a:lnTo>
                  <a:lnTo>
                    <a:pt x="2539" y="229869"/>
                  </a:lnTo>
                  <a:lnTo>
                    <a:pt x="2539" y="227329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1550670" y="5165102"/>
              <a:ext cx="3810" cy="231140"/>
            </a:xfrm>
            <a:custGeom>
              <a:avLst/>
              <a:gdLst/>
              <a:ahLst/>
              <a:cxnLst/>
              <a:rect l="l" t="t" r="r" b="b"/>
              <a:pathLst>
                <a:path w="3809" h="231139">
                  <a:moveTo>
                    <a:pt x="3810" y="229870"/>
                  </a:moveTo>
                  <a:lnTo>
                    <a:pt x="1270" y="229870"/>
                  </a:lnTo>
                  <a:lnTo>
                    <a:pt x="1270" y="231127"/>
                  </a:lnTo>
                  <a:lnTo>
                    <a:pt x="3810" y="231127"/>
                  </a:lnTo>
                  <a:lnTo>
                    <a:pt x="3810" y="229870"/>
                  </a:lnTo>
                  <a:close/>
                </a:path>
                <a:path w="3809" h="231139">
                  <a:moveTo>
                    <a:pt x="3810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3810" y="229857"/>
                  </a:lnTo>
                  <a:lnTo>
                    <a:pt x="3810" y="227330"/>
                  </a:lnTo>
                  <a:close/>
                </a:path>
                <a:path w="3809" h="231139">
                  <a:moveTo>
                    <a:pt x="3810" y="223520"/>
                  </a:moveTo>
                  <a:lnTo>
                    <a:pt x="0" y="223520"/>
                  </a:lnTo>
                  <a:lnTo>
                    <a:pt x="0" y="227317"/>
                  </a:lnTo>
                  <a:lnTo>
                    <a:pt x="3810" y="227317"/>
                  </a:lnTo>
                  <a:lnTo>
                    <a:pt x="3810" y="223520"/>
                  </a:lnTo>
                  <a:close/>
                </a:path>
                <a:path w="3809" h="231139">
                  <a:moveTo>
                    <a:pt x="3810" y="220980"/>
                  </a:moveTo>
                  <a:lnTo>
                    <a:pt x="0" y="220980"/>
                  </a:lnTo>
                  <a:lnTo>
                    <a:pt x="0" y="223507"/>
                  </a:lnTo>
                  <a:lnTo>
                    <a:pt x="3810" y="223507"/>
                  </a:lnTo>
                  <a:lnTo>
                    <a:pt x="3810" y="220980"/>
                  </a:lnTo>
                  <a:close/>
                </a:path>
                <a:path w="3809" h="231139">
                  <a:moveTo>
                    <a:pt x="3810" y="217170"/>
                  </a:moveTo>
                  <a:lnTo>
                    <a:pt x="0" y="21717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217170"/>
                  </a:lnTo>
                  <a:close/>
                </a:path>
                <a:path w="3809" h="231139">
                  <a:moveTo>
                    <a:pt x="3810" y="214630"/>
                  </a:moveTo>
                  <a:lnTo>
                    <a:pt x="0" y="214630"/>
                  </a:lnTo>
                  <a:lnTo>
                    <a:pt x="0" y="217157"/>
                  </a:lnTo>
                  <a:lnTo>
                    <a:pt x="3810" y="217157"/>
                  </a:lnTo>
                  <a:lnTo>
                    <a:pt x="3810" y="214630"/>
                  </a:lnTo>
                  <a:close/>
                </a:path>
                <a:path w="3809" h="231139">
                  <a:moveTo>
                    <a:pt x="3810" y="12700"/>
                  </a:moveTo>
                  <a:lnTo>
                    <a:pt x="0" y="12700"/>
                  </a:lnTo>
                  <a:lnTo>
                    <a:pt x="0" y="214617"/>
                  </a:lnTo>
                  <a:lnTo>
                    <a:pt x="3810" y="214617"/>
                  </a:lnTo>
                  <a:lnTo>
                    <a:pt x="3810" y="12700"/>
                  </a:lnTo>
                  <a:close/>
                </a:path>
                <a:path w="3809" h="231139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09" h="231139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6C1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1554480" y="5163819"/>
              <a:ext cx="3810" cy="232410"/>
            </a:xfrm>
            <a:custGeom>
              <a:avLst/>
              <a:gdLst/>
              <a:ahLst/>
              <a:cxnLst/>
              <a:rect l="l" t="t" r="r" b="b"/>
              <a:pathLst>
                <a:path w="3809" h="232410">
                  <a:moveTo>
                    <a:pt x="3810" y="231152"/>
                  </a:moveTo>
                  <a:lnTo>
                    <a:pt x="0" y="23115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31152"/>
                  </a:lnTo>
                  <a:close/>
                </a:path>
                <a:path w="3809" h="232410">
                  <a:moveTo>
                    <a:pt x="3810" y="13982"/>
                  </a:moveTo>
                  <a:lnTo>
                    <a:pt x="0" y="13982"/>
                  </a:lnTo>
                  <a:lnTo>
                    <a:pt x="0" y="215900"/>
                  </a:lnTo>
                  <a:lnTo>
                    <a:pt x="3810" y="215900"/>
                  </a:lnTo>
                  <a:lnTo>
                    <a:pt x="3810" y="13982"/>
                  </a:lnTo>
                  <a:close/>
                </a:path>
                <a:path w="3809" h="23241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3241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3241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3BF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1558290" y="5162550"/>
              <a:ext cx="3810" cy="234950"/>
            </a:xfrm>
            <a:custGeom>
              <a:avLst/>
              <a:gdLst/>
              <a:ahLst/>
              <a:cxnLst/>
              <a:rect l="l" t="t" r="r" b="b"/>
              <a:pathLst>
                <a:path w="3809" h="234950">
                  <a:moveTo>
                    <a:pt x="38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2422"/>
                  </a:lnTo>
                  <a:close/>
                </a:path>
                <a:path w="3809" h="234950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09" h="234950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09" h="234950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09" h="234950">
                  <a:moveTo>
                    <a:pt x="3810" y="219722"/>
                  </a:moveTo>
                  <a:lnTo>
                    <a:pt x="0" y="21972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9722"/>
                  </a:lnTo>
                  <a:close/>
                </a:path>
                <a:path w="3809" h="234950">
                  <a:moveTo>
                    <a:pt x="3810" y="217182"/>
                  </a:moveTo>
                  <a:lnTo>
                    <a:pt x="0" y="21718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17182"/>
                  </a:lnTo>
                  <a:close/>
                </a:path>
                <a:path w="3809" h="234950">
                  <a:moveTo>
                    <a:pt x="3810" y="15252"/>
                  </a:moveTo>
                  <a:lnTo>
                    <a:pt x="0" y="1525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15252"/>
                  </a:lnTo>
                  <a:close/>
                </a:path>
                <a:path w="3809" h="234950">
                  <a:moveTo>
                    <a:pt x="381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8902"/>
                  </a:lnTo>
                  <a:close/>
                </a:path>
                <a:path w="3809" h="234950">
                  <a:moveTo>
                    <a:pt x="381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2552"/>
                  </a:lnTo>
                  <a:close/>
                </a:path>
                <a:path w="3809" h="23495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1BD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1562100" y="5162550"/>
              <a:ext cx="3810" cy="217170"/>
            </a:xfrm>
            <a:custGeom>
              <a:avLst/>
              <a:gdLst/>
              <a:ahLst/>
              <a:cxnLst/>
              <a:rect l="l" t="t" r="r" b="b"/>
              <a:pathLst>
                <a:path w="3809" h="217170">
                  <a:moveTo>
                    <a:pt x="3810" y="15252"/>
                  </a:moveTo>
                  <a:lnTo>
                    <a:pt x="0" y="1525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15252"/>
                  </a:lnTo>
                  <a:close/>
                </a:path>
                <a:path w="3809" h="217170">
                  <a:moveTo>
                    <a:pt x="381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8902"/>
                  </a:lnTo>
                  <a:close/>
                </a:path>
                <a:path w="3809" h="217170">
                  <a:moveTo>
                    <a:pt x="381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2552"/>
                  </a:lnTo>
                  <a:close/>
                </a:path>
                <a:path w="3809" h="21717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EBA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1565909" y="5161280"/>
              <a:ext cx="3810" cy="238760"/>
            </a:xfrm>
            <a:custGeom>
              <a:avLst/>
              <a:gdLst/>
              <a:ahLst/>
              <a:cxnLst/>
              <a:rect l="l" t="t" r="r" b="b"/>
              <a:pathLst>
                <a:path w="3809" h="238760">
                  <a:moveTo>
                    <a:pt x="3809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09" h="238760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09" h="238760">
                  <a:moveTo>
                    <a:pt x="380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0160"/>
                  </a:lnTo>
                  <a:close/>
                </a:path>
                <a:path w="3809" h="238760">
                  <a:moveTo>
                    <a:pt x="3809" y="16510"/>
                  </a:moveTo>
                  <a:lnTo>
                    <a:pt x="0" y="16510"/>
                  </a:lnTo>
                  <a:lnTo>
                    <a:pt x="0" y="218440"/>
                  </a:lnTo>
                  <a:lnTo>
                    <a:pt x="3809" y="218440"/>
                  </a:lnTo>
                  <a:lnTo>
                    <a:pt x="3809" y="16510"/>
                  </a:lnTo>
                  <a:close/>
                </a:path>
                <a:path w="3809" h="238760">
                  <a:moveTo>
                    <a:pt x="3809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3809" y="220980"/>
                  </a:lnTo>
                  <a:lnTo>
                    <a:pt x="3809" y="218440"/>
                  </a:lnTo>
                  <a:close/>
                </a:path>
                <a:path w="3809" h="238760">
                  <a:moveTo>
                    <a:pt x="3809" y="220980"/>
                  </a:moveTo>
                  <a:lnTo>
                    <a:pt x="0" y="220980"/>
                  </a:lnTo>
                  <a:lnTo>
                    <a:pt x="0" y="224790"/>
                  </a:lnTo>
                  <a:lnTo>
                    <a:pt x="3809" y="224790"/>
                  </a:lnTo>
                  <a:lnTo>
                    <a:pt x="3809" y="220980"/>
                  </a:lnTo>
                  <a:close/>
                </a:path>
                <a:path w="3809" h="238760">
                  <a:moveTo>
                    <a:pt x="3809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09" y="227330"/>
                  </a:lnTo>
                  <a:lnTo>
                    <a:pt x="3809" y="224790"/>
                  </a:lnTo>
                  <a:close/>
                </a:path>
                <a:path w="3809" h="238760">
                  <a:moveTo>
                    <a:pt x="3809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3809" y="231140"/>
                  </a:lnTo>
                  <a:lnTo>
                    <a:pt x="3809" y="227330"/>
                  </a:lnTo>
                  <a:close/>
                </a:path>
                <a:path w="3809" h="238760">
                  <a:moveTo>
                    <a:pt x="3809" y="231140"/>
                  </a:moveTo>
                  <a:lnTo>
                    <a:pt x="0" y="231140"/>
                  </a:lnTo>
                  <a:lnTo>
                    <a:pt x="0" y="233680"/>
                  </a:lnTo>
                  <a:lnTo>
                    <a:pt x="3809" y="233680"/>
                  </a:lnTo>
                  <a:lnTo>
                    <a:pt x="3809" y="231140"/>
                  </a:lnTo>
                  <a:close/>
                </a:path>
                <a:path w="3809" h="238760">
                  <a:moveTo>
                    <a:pt x="3809" y="233680"/>
                  </a:moveTo>
                  <a:lnTo>
                    <a:pt x="0" y="233680"/>
                  </a:lnTo>
                  <a:lnTo>
                    <a:pt x="0" y="237490"/>
                  </a:lnTo>
                  <a:lnTo>
                    <a:pt x="3809" y="237490"/>
                  </a:lnTo>
                  <a:lnTo>
                    <a:pt x="3809" y="233680"/>
                  </a:lnTo>
                  <a:close/>
                </a:path>
                <a:path w="3809" h="238760">
                  <a:moveTo>
                    <a:pt x="3809" y="237490"/>
                  </a:moveTo>
                  <a:lnTo>
                    <a:pt x="2540" y="237490"/>
                  </a:lnTo>
                  <a:lnTo>
                    <a:pt x="2540" y="238760"/>
                  </a:lnTo>
                  <a:lnTo>
                    <a:pt x="3809" y="238760"/>
                  </a:lnTo>
                  <a:lnTo>
                    <a:pt x="3809" y="237490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1569720" y="5161280"/>
              <a:ext cx="3810" cy="238760"/>
            </a:xfrm>
            <a:custGeom>
              <a:avLst/>
              <a:gdLst/>
              <a:ahLst/>
              <a:cxnLst/>
              <a:rect l="l" t="t" r="r" b="b"/>
              <a:pathLst>
                <a:path w="3809" h="238760">
                  <a:moveTo>
                    <a:pt x="3810" y="237502"/>
                  </a:moveTo>
                  <a:lnTo>
                    <a:pt x="0" y="23750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7502"/>
                  </a:lnTo>
                  <a:close/>
                </a:path>
                <a:path w="3809" h="238760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09" h="238760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09" h="238760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09" h="238760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09" h="238760">
                  <a:moveTo>
                    <a:pt x="381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0992"/>
                  </a:lnTo>
                  <a:close/>
                </a:path>
                <a:path w="3809" h="238760">
                  <a:moveTo>
                    <a:pt x="3810" y="218452"/>
                  </a:moveTo>
                  <a:lnTo>
                    <a:pt x="0" y="21845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8452"/>
                  </a:lnTo>
                  <a:close/>
                </a:path>
                <a:path w="3809" h="238760">
                  <a:moveTo>
                    <a:pt x="3810" y="16522"/>
                  </a:moveTo>
                  <a:lnTo>
                    <a:pt x="0" y="16522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16522"/>
                  </a:lnTo>
                  <a:close/>
                </a:path>
                <a:path w="3809" h="238760">
                  <a:moveTo>
                    <a:pt x="381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72"/>
                  </a:lnTo>
                  <a:close/>
                </a:path>
                <a:path w="3809" h="238760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09" h="238760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1573530" y="5160009"/>
              <a:ext cx="3810" cy="240029"/>
            </a:xfrm>
            <a:custGeom>
              <a:avLst/>
              <a:gdLst/>
              <a:ahLst/>
              <a:cxnLst/>
              <a:rect l="l" t="t" r="r" b="b"/>
              <a:pathLst>
                <a:path w="3809" h="240029">
                  <a:moveTo>
                    <a:pt x="3809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0"/>
                  </a:lnTo>
                  <a:close/>
                </a:path>
                <a:path w="3809" h="240029">
                  <a:moveTo>
                    <a:pt x="380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5080"/>
                  </a:lnTo>
                  <a:close/>
                </a:path>
                <a:path w="3809" h="240029">
                  <a:moveTo>
                    <a:pt x="380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1430"/>
                  </a:lnTo>
                  <a:close/>
                </a:path>
                <a:path w="3809" h="240029">
                  <a:moveTo>
                    <a:pt x="3809" y="17780"/>
                  </a:moveTo>
                  <a:lnTo>
                    <a:pt x="0" y="17780"/>
                  </a:lnTo>
                  <a:lnTo>
                    <a:pt x="0" y="219709"/>
                  </a:lnTo>
                  <a:lnTo>
                    <a:pt x="3809" y="219709"/>
                  </a:lnTo>
                  <a:lnTo>
                    <a:pt x="3809" y="17780"/>
                  </a:lnTo>
                  <a:close/>
                </a:path>
                <a:path w="3809" h="240029">
                  <a:moveTo>
                    <a:pt x="3809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3809" y="222249"/>
                  </a:lnTo>
                  <a:lnTo>
                    <a:pt x="3809" y="219709"/>
                  </a:lnTo>
                  <a:close/>
                </a:path>
                <a:path w="3809" h="240029">
                  <a:moveTo>
                    <a:pt x="3809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3809" y="226059"/>
                  </a:lnTo>
                  <a:lnTo>
                    <a:pt x="3809" y="222250"/>
                  </a:lnTo>
                  <a:close/>
                </a:path>
                <a:path w="3809" h="240029">
                  <a:moveTo>
                    <a:pt x="3809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3809" y="228599"/>
                  </a:lnTo>
                  <a:lnTo>
                    <a:pt x="3809" y="226059"/>
                  </a:lnTo>
                  <a:close/>
                </a:path>
                <a:path w="3809" h="240029">
                  <a:moveTo>
                    <a:pt x="3809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3809" y="232409"/>
                  </a:lnTo>
                  <a:lnTo>
                    <a:pt x="3809" y="228600"/>
                  </a:lnTo>
                  <a:close/>
                </a:path>
                <a:path w="3809" h="240029">
                  <a:moveTo>
                    <a:pt x="3809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3809" y="234949"/>
                  </a:lnTo>
                  <a:lnTo>
                    <a:pt x="3809" y="232409"/>
                  </a:lnTo>
                  <a:close/>
                </a:path>
                <a:path w="3809" h="240029">
                  <a:moveTo>
                    <a:pt x="3809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3809" y="238759"/>
                  </a:lnTo>
                  <a:lnTo>
                    <a:pt x="3809" y="234950"/>
                  </a:lnTo>
                  <a:close/>
                </a:path>
                <a:path w="3809" h="240029">
                  <a:moveTo>
                    <a:pt x="3809" y="238759"/>
                  </a:moveTo>
                  <a:lnTo>
                    <a:pt x="0" y="238759"/>
                  </a:lnTo>
                  <a:lnTo>
                    <a:pt x="0" y="240029"/>
                  </a:lnTo>
                  <a:lnTo>
                    <a:pt x="3809" y="240029"/>
                  </a:lnTo>
                  <a:lnTo>
                    <a:pt x="3809" y="238759"/>
                  </a:lnTo>
                  <a:close/>
                </a:path>
              </a:pathLst>
            </a:custGeom>
            <a:solidFill>
              <a:srgbClr val="A6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1577339" y="5158739"/>
              <a:ext cx="2540" cy="242570"/>
            </a:xfrm>
            <a:custGeom>
              <a:avLst/>
              <a:gdLst/>
              <a:ahLst/>
              <a:cxnLst/>
              <a:rect l="l" t="t" r="r" b="b"/>
              <a:pathLst>
                <a:path w="2540" h="242570">
                  <a:moveTo>
                    <a:pt x="2540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6349"/>
                  </a:lnTo>
                  <a:lnTo>
                    <a:pt x="2540" y="6349"/>
                  </a:lnTo>
                  <a:lnTo>
                    <a:pt x="2540" y="0"/>
                  </a:lnTo>
                  <a:close/>
                </a:path>
                <a:path w="2540" h="242570">
                  <a:moveTo>
                    <a:pt x="254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2540" y="12699"/>
                  </a:lnTo>
                  <a:lnTo>
                    <a:pt x="2540" y="6349"/>
                  </a:lnTo>
                  <a:close/>
                </a:path>
                <a:path w="2540" h="242570">
                  <a:moveTo>
                    <a:pt x="254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2540" y="19049"/>
                  </a:lnTo>
                  <a:lnTo>
                    <a:pt x="2540" y="12699"/>
                  </a:lnTo>
                  <a:close/>
                </a:path>
                <a:path w="2540" h="242570">
                  <a:moveTo>
                    <a:pt x="2540" y="19049"/>
                  </a:moveTo>
                  <a:lnTo>
                    <a:pt x="0" y="19049"/>
                  </a:lnTo>
                  <a:lnTo>
                    <a:pt x="0" y="220979"/>
                  </a:lnTo>
                  <a:lnTo>
                    <a:pt x="2540" y="220979"/>
                  </a:lnTo>
                  <a:lnTo>
                    <a:pt x="2540" y="19049"/>
                  </a:lnTo>
                  <a:close/>
                </a:path>
                <a:path w="2540" h="242570">
                  <a:moveTo>
                    <a:pt x="2540" y="220979"/>
                  </a:moveTo>
                  <a:lnTo>
                    <a:pt x="0" y="220979"/>
                  </a:lnTo>
                  <a:lnTo>
                    <a:pt x="0" y="223519"/>
                  </a:lnTo>
                  <a:lnTo>
                    <a:pt x="2540" y="223519"/>
                  </a:lnTo>
                  <a:lnTo>
                    <a:pt x="2540" y="220979"/>
                  </a:lnTo>
                  <a:close/>
                </a:path>
                <a:path w="2540" h="242570">
                  <a:moveTo>
                    <a:pt x="2540" y="223519"/>
                  </a:moveTo>
                  <a:lnTo>
                    <a:pt x="0" y="223519"/>
                  </a:lnTo>
                  <a:lnTo>
                    <a:pt x="0" y="227329"/>
                  </a:lnTo>
                  <a:lnTo>
                    <a:pt x="2540" y="227329"/>
                  </a:lnTo>
                  <a:lnTo>
                    <a:pt x="2540" y="223519"/>
                  </a:lnTo>
                  <a:close/>
                </a:path>
                <a:path w="2540" h="242570">
                  <a:moveTo>
                    <a:pt x="2540" y="227329"/>
                  </a:moveTo>
                  <a:lnTo>
                    <a:pt x="0" y="227329"/>
                  </a:lnTo>
                  <a:lnTo>
                    <a:pt x="0" y="229869"/>
                  </a:lnTo>
                  <a:lnTo>
                    <a:pt x="2540" y="229869"/>
                  </a:lnTo>
                  <a:lnTo>
                    <a:pt x="2540" y="227329"/>
                  </a:lnTo>
                  <a:close/>
                </a:path>
                <a:path w="2540" h="242570">
                  <a:moveTo>
                    <a:pt x="2540" y="229869"/>
                  </a:moveTo>
                  <a:lnTo>
                    <a:pt x="0" y="229869"/>
                  </a:lnTo>
                  <a:lnTo>
                    <a:pt x="0" y="233679"/>
                  </a:lnTo>
                  <a:lnTo>
                    <a:pt x="2540" y="233679"/>
                  </a:lnTo>
                  <a:lnTo>
                    <a:pt x="2540" y="229869"/>
                  </a:lnTo>
                  <a:close/>
                </a:path>
                <a:path w="2540" h="242570">
                  <a:moveTo>
                    <a:pt x="2540" y="233679"/>
                  </a:moveTo>
                  <a:lnTo>
                    <a:pt x="0" y="233679"/>
                  </a:lnTo>
                  <a:lnTo>
                    <a:pt x="0" y="236219"/>
                  </a:lnTo>
                  <a:lnTo>
                    <a:pt x="2540" y="236219"/>
                  </a:lnTo>
                  <a:lnTo>
                    <a:pt x="2540" y="233679"/>
                  </a:lnTo>
                  <a:close/>
                </a:path>
                <a:path w="2540" h="242570">
                  <a:moveTo>
                    <a:pt x="2540" y="236219"/>
                  </a:moveTo>
                  <a:lnTo>
                    <a:pt x="0" y="236219"/>
                  </a:lnTo>
                  <a:lnTo>
                    <a:pt x="0" y="240029"/>
                  </a:lnTo>
                  <a:lnTo>
                    <a:pt x="2540" y="240029"/>
                  </a:lnTo>
                  <a:lnTo>
                    <a:pt x="2540" y="236219"/>
                  </a:lnTo>
                  <a:close/>
                </a:path>
                <a:path w="2540" h="242570">
                  <a:moveTo>
                    <a:pt x="2540" y="240029"/>
                  </a:moveTo>
                  <a:lnTo>
                    <a:pt x="0" y="240029"/>
                  </a:lnTo>
                  <a:lnTo>
                    <a:pt x="0" y="241299"/>
                  </a:lnTo>
                  <a:lnTo>
                    <a:pt x="1269" y="241299"/>
                  </a:lnTo>
                  <a:lnTo>
                    <a:pt x="1269" y="242569"/>
                  </a:lnTo>
                  <a:lnTo>
                    <a:pt x="2540" y="242569"/>
                  </a:lnTo>
                  <a:lnTo>
                    <a:pt x="2540" y="240029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1579880" y="5158752"/>
              <a:ext cx="3810" cy="242570"/>
            </a:xfrm>
            <a:custGeom>
              <a:avLst/>
              <a:gdLst/>
              <a:ahLst/>
              <a:cxnLst/>
              <a:rect l="l" t="t" r="r" b="b"/>
              <a:pathLst>
                <a:path w="3809" h="242570">
                  <a:moveTo>
                    <a:pt x="3810" y="240030"/>
                  </a:moveTo>
                  <a:lnTo>
                    <a:pt x="0" y="240030"/>
                  </a:lnTo>
                  <a:lnTo>
                    <a:pt x="0" y="242557"/>
                  </a:lnTo>
                  <a:lnTo>
                    <a:pt x="3810" y="242557"/>
                  </a:lnTo>
                  <a:lnTo>
                    <a:pt x="3810" y="240030"/>
                  </a:lnTo>
                  <a:close/>
                </a:path>
                <a:path w="3809" h="242570">
                  <a:moveTo>
                    <a:pt x="3810" y="236220"/>
                  </a:moveTo>
                  <a:lnTo>
                    <a:pt x="0" y="236220"/>
                  </a:lnTo>
                  <a:lnTo>
                    <a:pt x="0" y="240017"/>
                  </a:lnTo>
                  <a:lnTo>
                    <a:pt x="3810" y="240017"/>
                  </a:lnTo>
                  <a:lnTo>
                    <a:pt x="3810" y="236220"/>
                  </a:lnTo>
                  <a:close/>
                </a:path>
                <a:path w="3809" h="242570">
                  <a:moveTo>
                    <a:pt x="3810" y="233680"/>
                  </a:moveTo>
                  <a:lnTo>
                    <a:pt x="0" y="233680"/>
                  </a:lnTo>
                  <a:lnTo>
                    <a:pt x="0" y="236207"/>
                  </a:lnTo>
                  <a:lnTo>
                    <a:pt x="3810" y="236207"/>
                  </a:lnTo>
                  <a:lnTo>
                    <a:pt x="3810" y="233680"/>
                  </a:lnTo>
                  <a:close/>
                </a:path>
                <a:path w="3809" h="242570">
                  <a:moveTo>
                    <a:pt x="3810" y="229870"/>
                  </a:moveTo>
                  <a:lnTo>
                    <a:pt x="0" y="229870"/>
                  </a:lnTo>
                  <a:lnTo>
                    <a:pt x="0" y="233667"/>
                  </a:lnTo>
                  <a:lnTo>
                    <a:pt x="3810" y="233667"/>
                  </a:lnTo>
                  <a:lnTo>
                    <a:pt x="3810" y="229870"/>
                  </a:lnTo>
                  <a:close/>
                </a:path>
                <a:path w="3809" h="242570">
                  <a:moveTo>
                    <a:pt x="3810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3810" y="229857"/>
                  </a:lnTo>
                  <a:lnTo>
                    <a:pt x="3810" y="227330"/>
                  </a:lnTo>
                  <a:close/>
                </a:path>
                <a:path w="3809" h="242570">
                  <a:moveTo>
                    <a:pt x="3810" y="223520"/>
                  </a:moveTo>
                  <a:lnTo>
                    <a:pt x="0" y="223520"/>
                  </a:lnTo>
                  <a:lnTo>
                    <a:pt x="0" y="227317"/>
                  </a:lnTo>
                  <a:lnTo>
                    <a:pt x="3810" y="227317"/>
                  </a:lnTo>
                  <a:lnTo>
                    <a:pt x="3810" y="223520"/>
                  </a:lnTo>
                  <a:close/>
                </a:path>
                <a:path w="3809" h="242570">
                  <a:moveTo>
                    <a:pt x="3810" y="220980"/>
                  </a:moveTo>
                  <a:lnTo>
                    <a:pt x="0" y="220980"/>
                  </a:lnTo>
                  <a:lnTo>
                    <a:pt x="0" y="223507"/>
                  </a:lnTo>
                  <a:lnTo>
                    <a:pt x="3810" y="223507"/>
                  </a:lnTo>
                  <a:lnTo>
                    <a:pt x="3810" y="220980"/>
                  </a:lnTo>
                  <a:close/>
                </a:path>
                <a:path w="3809" h="242570">
                  <a:moveTo>
                    <a:pt x="3810" y="19050"/>
                  </a:moveTo>
                  <a:lnTo>
                    <a:pt x="0" y="1905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19050"/>
                  </a:lnTo>
                  <a:close/>
                </a:path>
                <a:path w="3809" h="242570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09" h="24257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09" h="24257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1583690" y="5158752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09" h="243839">
                  <a:moveTo>
                    <a:pt x="3810" y="242570"/>
                  </a:moveTo>
                  <a:lnTo>
                    <a:pt x="1270" y="242570"/>
                  </a:lnTo>
                  <a:lnTo>
                    <a:pt x="1270" y="243827"/>
                  </a:lnTo>
                  <a:lnTo>
                    <a:pt x="3810" y="243827"/>
                  </a:lnTo>
                  <a:lnTo>
                    <a:pt x="3810" y="242570"/>
                  </a:lnTo>
                  <a:close/>
                </a:path>
                <a:path w="3809" h="243839">
                  <a:moveTo>
                    <a:pt x="3810" y="19050"/>
                  </a:moveTo>
                  <a:lnTo>
                    <a:pt x="0" y="1905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19050"/>
                  </a:lnTo>
                  <a:close/>
                </a:path>
                <a:path w="3809" h="243839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09" h="243839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09" h="243839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EAD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1587500" y="5157469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09" h="245110">
                  <a:moveTo>
                    <a:pt x="3810" y="243852"/>
                  </a:moveTo>
                  <a:lnTo>
                    <a:pt x="0" y="24385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3852"/>
                  </a:lnTo>
                  <a:close/>
                </a:path>
                <a:path w="3809" h="245110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09" h="245110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09" h="245110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09" h="24511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09" h="24511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09" h="245110">
                  <a:moveTo>
                    <a:pt x="381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4802"/>
                  </a:lnTo>
                  <a:close/>
                </a:path>
                <a:path w="3809" h="245110">
                  <a:moveTo>
                    <a:pt x="381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2262"/>
                  </a:lnTo>
                  <a:close/>
                </a:path>
                <a:path w="3809" h="245110">
                  <a:moveTo>
                    <a:pt x="3810" y="20332"/>
                  </a:moveTo>
                  <a:lnTo>
                    <a:pt x="0" y="2033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0332"/>
                  </a:lnTo>
                  <a:close/>
                </a:path>
                <a:path w="3809" h="24511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09" h="24511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4511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45110">
                  <a:moveTo>
                    <a:pt x="38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CAB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1591310" y="5157469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09" h="245110">
                  <a:moveTo>
                    <a:pt x="3810" y="243852"/>
                  </a:moveTo>
                  <a:lnTo>
                    <a:pt x="0" y="24385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3852"/>
                  </a:lnTo>
                  <a:close/>
                </a:path>
                <a:path w="3809" h="245110">
                  <a:moveTo>
                    <a:pt x="3810" y="20332"/>
                  </a:moveTo>
                  <a:lnTo>
                    <a:pt x="0" y="2033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0332"/>
                  </a:lnTo>
                  <a:close/>
                </a:path>
                <a:path w="3809" h="24511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09" h="24511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4511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4511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9A8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1595119" y="5156200"/>
              <a:ext cx="3810" cy="246379"/>
            </a:xfrm>
            <a:custGeom>
              <a:avLst/>
              <a:gdLst/>
              <a:ahLst/>
              <a:cxnLst/>
              <a:rect l="l" t="t" r="r" b="b"/>
              <a:pathLst>
                <a:path w="3809" h="246379">
                  <a:moveTo>
                    <a:pt x="3810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09" h="246379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09" h="246379">
                  <a:moveTo>
                    <a:pt x="381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8890"/>
                  </a:lnTo>
                  <a:close/>
                </a:path>
                <a:path w="3809" h="246379">
                  <a:moveTo>
                    <a:pt x="3810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5240"/>
                  </a:lnTo>
                  <a:close/>
                </a:path>
                <a:path w="3809" h="246379">
                  <a:moveTo>
                    <a:pt x="3810" y="21590"/>
                  </a:moveTo>
                  <a:lnTo>
                    <a:pt x="0" y="21590"/>
                  </a:lnTo>
                  <a:lnTo>
                    <a:pt x="0" y="223519"/>
                  </a:lnTo>
                  <a:lnTo>
                    <a:pt x="3810" y="223519"/>
                  </a:lnTo>
                  <a:lnTo>
                    <a:pt x="3810" y="21590"/>
                  </a:lnTo>
                  <a:close/>
                </a:path>
                <a:path w="3809" h="246379">
                  <a:moveTo>
                    <a:pt x="3810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23520"/>
                  </a:lnTo>
                  <a:close/>
                </a:path>
                <a:path w="3809" h="246379">
                  <a:moveTo>
                    <a:pt x="3810" y="226060"/>
                  </a:moveTo>
                  <a:lnTo>
                    <a:pt x="0" y="226060"/>
                  </a:lnTo>
                  <a:lnTo>
                    <a:pt x="0" y="229869"/>
                  </a:lnTo>
                  <a:lnTo>
                    <a:pt x="3810" y="229869"/>
                  </a:lnTo>
                  <a:lnTo>
                    <a:pt x="3810" y="226060"/>
                  </a:lnTo>
                  <a:close/>
                </a:path>
                <a:path w="3809" h="246379">
                  <a:moveTo>
                    <a:pt x="3810" y="229870"/>
                  </a:moveTo>
                  <a:lnTo>
                    <a:pt x="0" y="22987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9870"/>
                  </a:lnTo>
                  <a:close/>
                </a:path>
                <a:path w="3809" h="246379">
                  <a:moveTo>
                    <a:pt x="3810" y="232410"/>
                  </a:moveTo>
                  <a:lnTo>
                    <a:pt x="0" y="232410"/>
                  </a:lnTo>
                  <a:lnTo>
                    <a:pt x="0" y="236219"/>
                  </a:lnTo>
                  <a:lnTo>
                    <a:pt x="3810" y="236219"/>
                  </a:lnTo>
                  <a:lnTo>
                    <a:pt x="3810" y="232410"/>
                  </a:lnTo>
                  <a:close/>
                </a:path>
                <a:path w="3809" h="246379">
                  <a:moveTo>
                    <a:pt x="3810" y="236220"/>
                  </a:moveTo>
                  <a:lnTo>
                    <a:pt x="0" y="236220"/>
                  </a:lnTo>
                  <a:lnTo>
                    <a:pt x="0" y="238759"/>
                  </a:lnTo>
                  <a:lnTo>
                    <a:pt x="3810" y="238759"/>
                  </a:lnTo>
                  <a:lnTo>
                    <a:pt x="3810" y="236220"/>
                  </a:lnTo>
                  <a:close/>
                </a:path>
                <a:path w="3809" h="246379">
                  <a:moveTo>
                    <a:pt x="3810" y="238760"/>
                  </a:moveTo>
                  <a:lnTo>
                    <a:pt x="0" y="238760"/>
                  </a:lnTo>
                  <a:lnTo>
                    <a:pt x="0" y="242569"/>
                  </a:lnTo>
                  <a:lnTo>
                    <a:pt x="3810" y="242569"/>
                  </a:lnTo>
                  <a:lnTo>
                    <a:pt x="3810" y="238760"/>
                  </a:lnTo>
                  <a:close/>
                </a:path>
                <a:path w="3809" h="246379">
                  <a:moveTo>
                    <a:pt x="3810" y="242570"/>
                  </a:moveTo>
                  <a:lnTo>
                    <a:pt x="0" y="242570"/>
                  </a:lnTo>
                  <a:lnTo>
                    <a:pt x="0" y="245109"/>
                  </a:lnTo>
                  <a:lnTo>
                    <a:pt x="3810" y="245109"/>
                  </a:lnTo>
                  <a:lnTo>
                    <a:pt x="3810" y="242570"/>
                  </a:lnTo>
                  <a:close/>
                </a:path>
                <a:path w="3809" h="246379">
                  <a:moveTo>
                    <a:pt x="3810" y="245110"/>
                  </a:moveTo>
                  <a:lnTo>
                    <a:pt x="0" y="245110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5110"/>
                  </a:lnTo>
                  <a:close/>
                </a:path>
              </a:pathLst>
            </a:custGeom>
            <a:solidFill>
              <a:srgbClr val="96A6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1598930" y="5156200"/>
              <a:ext cx="2540" cy="246379"/>
            </a:xfrm>
            <a:custGeom>
              <a:avLst/>
              <a:gdLst/>
              <a:ahLst/>
              <a:cxnLst/>
              <a:rect l="l" t="t" r="r" b="b"/>
              <a:pathLst>
                <a:path w="2540" h="246379">
                  <a:moveTo>
                    <a:pt x="2540" y="245122"/>
                  </a:moveTo>
                  <a:lnTo>
                    <a:pt x="0" y="245122"/>
                  </a:lnTo>
                  <a:lnTo>
                    <a:pt x="0" y="246380"/>
                  </a:lnTo>
                  <a:lnTo>
                    <a:pt x="2540" y="246380"/>
                  </a:lnTo>
                  <a:lnTo>
                    <a:pt x="2540" y="245122"/>
                  </a:lnTo>
                  <a:close/>
                </a:path>
                <a:path w="2540" h="246379">
                  <a:moveTo>
                    <a:pt x="2540" y="242582"/>
                  </a:moveTo>
                  <a:lnTo>
                    <a:pt x="0" y="242582"/>
                  </a:lnTo>
                  <a:lnTo>
                    <a:pt x="0" y="245110"/>
                  </a:lnTo>
                  <a:lnTo>
                    <a:pt x="2540" y="245110"/>
                  </a:lnTo>
                  <a:lnTo>
                    <a:pt x="2540" y="242582"/>
                  </a:lnTo>
                  <a:close/>
                </a:path>
                <a:path w="2540" h="246379">
                  <a:moveTo>
                    <a:pt x="2540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2540" y="242570"/>
                  </a:lnTo>
                  <a:lnTo>
                    <a:pt x="2540" y="238772"/>
                  </a:lnTo>
                  <a:close/>
                </a:path>
                <a:path w="2540" h="246379">
                  <a:moveTo>
                    <a:pt x="254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2540" y="238760"/>
                  </a:lnTo>
                  <a:lnTo>
                    <a:pt x="2540" y="236232"/>
                  </a:lnTo>
                  <a:close/>
                </a:path>
                <a:path w="2540" h="246379">
                  <a:moveTo>
                    <a:pt x="254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2540" y="236220"/>
                  </a:lnTo>
                  <a:lnTo>
                    <a:pt x="2540" y="232422"/>
                  </a:lnTo>
                  <a:close/>
                </a:path>
                <a:path w="2540" h="246379">
                  <a:moveTo>
                    <a:pt x="254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2540" y="232410"/>
                  </a:lnTo>
                  <a:lnTo>
                    <a:pt x="2540" y="229882"/>
                  </a:lnTo>
                  <a:close/>
                </a:path>
                <a:path w="2540" h="246379">
                  <a:moveTo>
                    <a:pt x="254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2540" y="229870"/>
                  </a:lnTo>
                  <a:lnTo>
                    <a:pt x="2540" y="226072"/>
                  </a:lnTo>
                  <a:close/>
                </a:path>
                <a:path w="2540" h="246379">
                  <a:moveTo>
                    <a:pt x="254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2540" y="226060"/>
                  </a:lnTo>
                  <a:lnTo>
                    <a:pt x="2540" y="223532"/>
                  </a:lnTo>
                  <a:close/>
                </a:path>
                <a:path w="2540" h="246379">
                  <a:moveTo>
                    <a:pt x="2540" y="21602"/>
                  </a:moveTo>
                  <a:lnTo>
                    <a:pt x="0" y="21602"/>
                  </a:lnTo>
                  <a:lnTo>
                    <a:pt x="0" y="223520"/>
                  </a:lnTo>
                  <a:lnTo>
                    <a:pt x="2540" y="223520"/>
                  </a:lnTo>
                  <a:lnTo>
                    <a:pt x="2540" y="21602"/>
                  </a:lnTo>
                  <a:close/>
                </a:path>
                <a:path w="2540" h="246379">
                  <a:moveTo>
                    <a:pt x="2540" y="15252"/>
                  </a:moveTo>
                  <a:lnTo>
                    <a:pt x="0" y="15252"/>
                  </a:lnTo>
                  <a:lnTo>
                    <a:pt x="0" y="21590"/>
                  </a:lnTo>
                  <a:lnTo>
                    <a:pt x="2540" y="21590"/>
                  </a:lnTo>
                  <a:lnTo>
                    <a:pt x="2540" y="15252"/>
                  </a:lnTo>
                  <a:close/>
                </a:path>
                <a:path w="2540" h="246379">
                  <a:moveTo>
                    <a:pt x="254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2540" y="15240"/>
                  </a:lnTo>
                  <a:lnTo>
                    <a:pt x="2540" y="8902"/>
                  </a:lnTo>
                  <a:close/>
                </a:path>
                <a:path w="2540" h="246379">
                  <a:moveTo>
                    <a:pt x="254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2540" y="8890"/>
                  </a:lnTo>
                  <a:lnTo>
                    <a:pt x="2540" y="2552"/>
                  </a:lnTo>
                  <a:close/>
                </a:path>
                <a:path w="2540" h="246379">
                  <a:moveTo>
                    <a:pt x="254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540" y="254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1601469" y="5154930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09" h="248920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09" h="248920">
                  <a:moveTo>
                    <a:pt x="381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60"/>
                  </a:lnTo>
                  <a:close/>
                </a:path>
                <a:path w="3809" h="248920">
                  <a:moveTo>
                    <a:pt x="3810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10"/>
                  </a:lnTo>
                  <a:close/>
                </a:path>
                <a:path w="3809" h="248920">
                  <a:moveTo>
                    <a:pt x="3810" y="22860"/>
                  </a:moveTo>
                  <a:lnTo>
                    <a:pt x="0" y="22860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860"/>
                  </a:lnTo>
                  <a:close/>
                </a:path>
                <a:path w="3809" h="248920">
                  <a:moveTo>
                    <a:pt x="3810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790"/>
                  </a:lnTo>
                  <a:close/>
                </a:path>
                <a:path w="3809" h="248920">
                  <a:moveTo>
                    <a:pt x="3810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30"/>
                  </a:lnTo>
                  <a:close/>
                </a:path>
                <a:path w="3809" h="248920">
                  <a:moveTo>
                    <a:pt x="3810" y="231140"/>
                  </a:moveTo>
                  <a:lnTo>
                    <a:pt x="0" y="231140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40"/>
                  </a:lnTo>
                  <a:close/>
                </a:path>
                <a:path w="3809" h="248920">
                  <a:moveTo>
                    <a:pt x="3810" y="233680"/>
                  </a:moveTo>
                  <a:lnTo>
                    <a:pt x="0" y="233680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80"/>
                  </a:lnTo>
                  <a:close/>
                </a:path>
                <a:path w="3809" h="248920">
                  <a:moveTo>
                    <a:pt x="3810" y="237490"/>
                  </a:moveTo>
                  <a:lnTo>
                    <a:pt x="0" y="237490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490"/>
                  </a:lnTo>
                  <a:close/>
                </a:path>
                <a:path w="3809" h="248920">
                  <a:moveTo>
                    <a:pt x="3810" y="240030"/>
                  </a:moveTo>
                  <a:lnTo>
                    <a:pt x="0" y="240030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30"/>
                  </a:lnTo>
                  <a:close/>
                </a:path>
                <a:path w="3809" h="248920">
                  <a:moveTo>
                    <a:pt x="3810" y="243840"/>
                  </a:moveTo>
                  <a:lnTo>
                    <a:pt x="0" y="243840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3840"/>
                  </a:lnTo>
                  <a:close/>
                </a:path>
                <a:path w="3809" h="248920">
                  <a:moveTo>
                    <a:pt x="3810" y="246380"/>
                  </a:moveTo>
                  <a:lnTo>
                    <a:pt x="0" y="246380"/>
                  </a:lnTo>
                  <a:lnTo>
                    <a:pt x="0" y="247650"/>
                  </a:lnTo>
                  <a:lnTo>
                    <a:pt x="1270" y="247650"/>
                  </a:lnTo>
                  <a:lnTo>
                    <a:pt x="1270" y="248920"/>
                  </a:lnTo>
                  <a:lnTo>
                    <a:pt x="3810" y="248920"/>
                  </a:lnTo>
                  <a:lnTo>
                    <a:pt x="3810" y="246380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1605280" y="5154930"/>
              <a:ext cx="3810" cy="224790"/>
            </a:xfrm>
            <a:custGeom>
              <a:avLst/>
              <a:gdLst/>
              <a:ahLst/>
              <a:cxnLst/>
              <a:rect l="l" t="t" r="r" b="b"/>
              <a:pathLst>
                <a:path w="3809" h="224789">
                  <a:moveTo>
                    <a:pt x="3810" y="22872"/>
                  </a:moveTo>
                  <a:lnTo>
                    <a:pt x="0" y="2287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872"/>
                  </a:lnTo>
                  <a:close/>
                </a:path>
                <a:path w="3809" h="224789">
                  <a:moveTo>
                    <a:pt x="3810" y="16522"/>
                  </a:moveTo>
                  <a:lnTo>
                    <a:pt x="0" y="1652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22"/>
                  </a:lnTo>
                  <a:close/>
                </a:path>
                <a:path w="3809" h="224789">
                  <a:moveTo>
                    <a:pt x="381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72"/>
                  </a:lnTo>
                  <a:close/>
                </a:path>
                <a:path w="3809" h="224789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09" h="224789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E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1609089" y="5154930"/>
              <a:ext cx="3810" cy="250190"/>
            </a:xfrm>
            <a:custGeom>
              <a:avLst/>
              <a:gdLst/>
              <a:ahLst/>
              <a:cxnLst/>
              <a:rect l="l" t="t" r="r" b="b"/>
              <a:pathLst>
                <a:path w="3809" h="250189">
                  <a:moveTo>
                    <a:pt x="380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09" h="250189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09" h="250189">
                  <a:moveTo>
                    <a:pt x="380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0160"/>
                  </a:lnTo>
                  <a:close/>
                </a:path>
                <a:path w="3809" h="250189">
                  <a:moveTo>
                    <a:pt x="3809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16510"/>
                  </a:lnTo>
                  <a:close/>
                </a:path>
                <a:path w="3809" h="250189">
                  <a:moveTo>
                    <a:pt x="3809" y="22860"/>
                  </a:moveTo>
                  <a:lnTo>
                    <a:pt x="0" y="22860"/>
                  </a:lnTo>
                  <a:lnTo>
                    <a:pt x="0" y="224790"/>
                  </a:lnTo>
                  <a:lnTo>
                    <a:pt x="3809" y="224790"/>
                  </a:lnTo>
                  <a:lnTo>
                    <a:pt x="3809" y="22860"/>
                  </a:lnTo>
                  <a:close/>
                </a:path>
                <a:path w="3809" h="250189">
                  <a:moveTo>
                    <a:pt x="3809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09" y="227330"/>
                  </a:lnTo>
                  <a:lnTo>
                    <a:pt x="3809" y="224790"/>
                  </a:lnTo>
                  <a:close/>
                </a:path>
                <a:path w="3809" h="250189">
                  <a:moveTo>
                    <a:pt x="3809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3809" y="231140"/>
                  </a:lnTo>
                  <a:lnTo>
                    <a:pt x="3809" y="227330"/>
                  </a:lnTo>
                  <a:close/>
                </a:path>
                <a:path w="3809" h="250189">
                  <a:moveTo>
                    <a:pt x="3809" y="231140"/>
                  </a:moveTo>
                  <a:lnTo>
                    <a:pt x="0" y="231140"/>
                  </a:lnTo>
                  <a:lnTo>
                    <a:pt x="0" y="233680"/>
                  </a:lnTo>
                  <a:lnTo>
                    <a:pt x="3809" y="233680"/>
                  </a:lnTo>
                  <a:lnTo>
                    <a:pt x="3809" y="231140"/>
                  </a:lnTo>
                  <a:close/>
                </a:path>
                <a:path w="3809" h="250189">
                  <a:moveTo>
                    <a:pt x="3809" y="233680"/>
                  </a:moveTo>
                  <a:lnTo>
                    <a:pt x="0" y="233680"/>
                  </a:lnTo>
                  <a:lnTo>
                    <a:pt x="0" y="237490"/>
                  </a:lnTo>
                  <a:lnTo>
                    <a:pt x="3809" y="237490"/>
                  </a:lnTo>
                  <a:lnTo>
                    <a:pt x="3809" y="233680"/>
                  </a:lnTo>
                  <a:close/>
                </a:path>
                <a:path w="3809" h="250189">
                  <a:moveTo>
                    <a:pt x="3809" y="237490"/>
                  </a:moveTo>
                  <a:lnTo>
                    <a:pt x="0" y="237490"/>
                  </a:lnTo>
                  <a:lnTo>
                    <a:pt x="0" y="240030"/>
                  </a:lnTo>
                  <a:lnTo>
                    <a:pt x="3809" y="240030"/>
                  </a:lnTo>
                  <a:lnTo>
                    <a:pt x="3809" y="237490"/>
                  </a:lnTo>
                  <a:close/>
                </a:path>
                <a:path w="3809" h="250189">
                  <a:moveTo>
                    <a:pt x="3809" y="240030"/>
                  </a:moveTo>
                  <a:lnTo>
                    <a:pt x="0" y="240030"/>
                  </a:lnTo>
                  <a:lnTo>
                    <a:pt x="0" y="243840"/>
                  </a:lnTo>
                  <a:lnTo>
                    <a:pt x="3809" y="243840"/>
                  </a:lnTo>
                  <a:lnTo>
                    <a:pt x="3809" y="240030"/>
                  </a:lnTo>
                  <a:close/>
                </a:path>
                <a:path w="3809" h="250189">
                  <a:moveTo>
                    <a:pt x="3809" y="243840"/>
                  </a:moveTo>
                  <a:lnTo>
                    <a:pt x="0" y="243840"/>
                  </a:lnTo>
                  <a:lnTo>
                    <a:pt x="0" y="246380"/>
                  </a:lnTo>
                  <a:lnTo>
                    <a:pt x="3809" y="246380"/>
                  </a:lnTo>
                  <a:lnTo>
                    <a:pt x="3809" y="243840"/>
                  </a:lnTo>
                  <a:close/>
                </a:path>
                <a:path w="3809" h="250189">
                  <a:moveTo>
                    <a:pt x="3809" y="246380"/>
                  </a:moveTo>
                  <a:lnTo>
                    <a:pt x="0" y="246380"/>
                  </a:lnTo>
                  <a:lnTo>
                    <a:pt x="0" y="248920"/>
                  </a:lnTo>
                  <a:lnTo>
                    <a:pt x="1269" y="248920"/>
                  </a:lnTo>
                  <a:lnTo>
                    <a:pt x="1269" y="250190"/>
                  </a:lnTo>
                  <a:lnTo>
                    <a:pt x="3809" y="250190"/>
                  </a:lnTo>
                  <a:lnTo>
                    <a:pt x="3809" y="246380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1612900" y="5154930"/>
              <a:ext cx="3810" cy="250190"/>
            </a:xfrm>
            <a:custGeom>
              <a:avLst/>
              <a:gdLst/>
              <a:ahLst/>
              <a:cxnLst/>
              <a:rect l="l" t="t" r="r" b="b"/>
              <a:pathLst>
                <a:path w="3809" h="250189">
                  <a:moveTo>
                    <a:pt x="3810" y="246392"/>
                  </a:moveTo>
                  <a:lnTo>
                    <a:pt x="0" y="24639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6392"/>
                  </a:lnTo>
                  <a:close/>
                </a:path>
                <a:path w="3809" h="250189">
                  <a:moveTo>
                    <a:pt x="381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3852"/>
                  </a:lnTo>
                  <a:close/>
                </a:path>
                <a:path w="3809" h="250189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09" h="250189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09" h="250189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09" h="250189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09" h="250189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09" h="250189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09" h="250189">
                  <a:moveTo>
                    <a:pt x="3810" y="22872"/>
                  </a:moveTo>
                  <a:lnTo>
                    <a:pt x="0" y="2287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872"/>
                  </a:lnTo>
                  <a:close/>
                </a:path>
                <a:path w="3809" h="250189">
                  <a:moveTo>
                    <a:pt x="3810" y="16522"/>
                  </a:moveTo>
                  <a:lnTo>
                    <a:pt x="0" y="1652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22"/>
                  </a:lnTo>
                  <a:close/>
                </a:path>
                <a:path w="3809" h="250189">
                  <a:moveTo>
                    <a:pt x="381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72"/>
                  </a:lnTo>
                  <a:close/>
                </a:path>
                <a:path w="3809" h="250189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09" h="250189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1616710" y="5154930"/>
              <a:ext cx="3810" cy="224790"/>
            </a:xfrm>
            <a:custGeom>
              <a:avLst/>
              <a:gdLst/>
              <a:ahLst/>
              <a:cxnLst/>
              <a:rect l="l" t="t" r="r" b="b"/>
              <a:pathLst>
                <a:path w="3809" h="224789">
                  <a:moveTo>
                    <a:pt x="3810" y="22872"/>
                  </a:moveTo>
                  <a:lnTo>
                    <a:pt x="0" y="2287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872"/>
                  </a:lnTo>
                  <a:close/>
                </a:path>
                <a:path w="3809" h="224789">
                  <a:moveTo>
                    <a:pt x="3810" y="16522"/>
                  </a:moveTo>
                  <a:lnTo>
                    <a:pt x="0" y="1652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22"/>
                  </a:lnTo>
                  <a:close/>
                </a:path>
                <a:path w="3809" h="224789">
                  <a:moveTo>
                    <a:pt x="381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72"/>
                  </a:lnTo>
                  <a:close/>
                </a:path>
                <a:path w="3809" h="224789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09" h="224789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799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1620520" y="5154930"/>
              <a:ext cx="3810" cy="250190"/>
            </a:xfrm>
            <a:custGeom>
              <a:avLst/>
              <a:gdLst/>
              <a:ahLst/>
              <a:cxnLst/>
              <a:rect l="l" t="t" r="r" b="b"/>
              <a:pathLst>
                <a:path w="3809" h="250189">
                  <a:moveTo>
                    <a:pt x="3810" y="246392"/>
                  </a:moveTo>
                  <a:lnTo>
                    <a:pt x="0" y="24639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6392"/>
                  </a:lnTo>
                  <a:close/>
                </a:path>
                <a:path w="3809" h="250189">
                  <a:moveTo>
                    <a:pt x="381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3852"/>
                  </a:lnTo>
                  <a:close/>
                </a:path>
                <a:path w="3809" h="250189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09" h="250189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09" h="250189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09" h="250189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09" h="250189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09" h="250189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09" h="250189">
                  <a:moveTo>
                    <a:pt x="3810" y="22872"/>
                  </a:moveTo>
                  <a:lnTo>
                    <a:pt x="0" y="2287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872"/>
                  </a:lnTo>
                  <a:close/>
                </a:path>
                <a:path w="3809" h="250189">
                  <a:moveTo>
                    <a:pt x="3810" y="16522"/>
                  </a:moveTo>
                  <a:lnTo>
                    <a:pt x="0" y="1652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22"/>
                  </a:lnTo>
                  <a:close/>
                </a:path>
                <a:path w="3809" h="250189">
                  <a:moveTo>
                    <a:pt x="381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72"/>
                  </a:lnTo>
                  <a:close/>
                </a:path>
                <a:path w="3809" h="250189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09" h="250189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496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1624330" y="5154930"/>
              <a:ext cx="3810" cy="224790"/>
            </a:xfrm>
            <a:custGeom>
              <a:avLst/>
              <a:gdLst/>
              <a:ahLst/>
              <a:cxnLst/>
              <a:rect l="l" t="t" r="r" b="b"/>
              <a:pathLst>
                <a:path w="3810" h="224789">
                  <a:moveTo>
                    <a:pt x="3797" y="22872"/>
                  </a:moveTo>
                  <a:lnTo>
                    <a:pt x="0" y="22872"/>
                  </a:lnTo>
                  <a:lnTo>
                    <a:pt x="0" y="224790"/>
                  </a:lnTo>
                  <a:lnTo>
                    <a:pt x="3797" y="224790"/>
                  </a:lnTo>
                  <a:lnTo>
                    <a:pt x="3797" y="22872"/>
                  </a:lnTo>
                  <a:close/>
                </a:path>
                <a:path w="3810" h="224789">
                  <a:moveTo>
                    <a:pt x="3797" y="16522"/>
                  </a:moveTo>
                  <a:lnTo>
                    <a:pt x="0" y="16522"/>
                  </a:lnTo>
                  <a:lnTo>
                    <a:pt x="0" y="22860"/>
                  </a:lnTo>
                  <a:lnTo>
                    <a:pt x="3797" y="22860"/>
                  </a:lnTo>
                  <a:lnTo>
                    <a:pt x="3797" y="16522"/>
                  </a:lnTo>
                  <a:close/>
                </a:path>
                <a:path w="3810" h="224789">
                  <a:moveTo>
                    <a:pt x="3797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3797" y="16510"/>
                  </a:lnTo>
                  <a:lnTo>
                    <a:pt x="3797" y="10172"/>
                  </a:lnTo>
                  <a:close/>
                </a:path>
                <a:path w="3810" h="224789">
                  <a:moveTo>
                    <a:pt x="3797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797" y="10160"/>
                  </a:lnTo>
                  <a:lnTo>
                    <a:pt x="3797" y="3822"/>
                  </a:lnTo>
                  <a:close/>
                </a:path>
                <a:path w="3810" h="224789">
                  <a:moveTo>
                    <a:pt x="3797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797" y="3810"/>
                  </a:lnTo>
                  <a:lnTo>
                    <a:pt x="3797" y="0"/>
                  </a:lnTo>
                  <a:close/>
                </a:path>
              </a:pathLst>
            </a:custGeom>
            <a:solidFill>
              <a:srgbClr val="819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1628139" y="5153659"/>
              <a:ext cx="2540" cy="252729"/>
            </a:xfrm>
            <a:custGeom>
              <a:avLst/>
              <a:gdLst/>
              <a:ahLst/>
              <a:cxnLst/>
              <a:rect l="l" t="t" r="r" b="b"/>
              <a:pathLst>
                <a:path w="2539" h="252729">
                  <a:moveTo>
                    <a:pt x="2540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0" y="1269"/>
                  </a:lnTo>
                  <a:lnTo>
                    <a:pt x="0" y="5079"/>
                  </a:lnTo>
                  <a:lnTo>
                    <a:pt x="2540" y="5079"/>
                  </a:lnTo>
                  <a:lnTo>
                    <a:pt x="2540" y="0"/>
                  </a:lnTo>
                  <a:close/>
                </a:path>
                <a:path w="2539" h="252729">
                  <a:moveTo>
                    <a:pt x="254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2540" y="11429"/>
                  </a:lnTo>
                  <a:lnTo>
                    <a:pt x="2540" y="5080"/>
                  </a:lnTo>
                  <a:close/>
                </a:path>
                <a:path w="2539" h="252729">
                  <a:moveTo>
                    <a:pt x="254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2540" y="17779"/>
                  </a:lnTo>
                  <a:lnTo>
                    <a:pt x="2540" y="11430"/>
                  </a:lnTo>
                  <a:close/>
                </a:path>
                <a:path w="2539" h="252729">
                  <a:moveTo>
                    <a:pt x="254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2540" y="24129"/>
                  </a:lnTo>
                  <a:lnTo>
                    <a:pt x="2540" y="17780"/>
                  </a:lnTo>
                  <a:close/>
                </a:path>
                <a:path w="2539" h="252729">
                  <a:moveTo>
                    <a:pt x="2540" y="24130"/>
                  </a:moveTo>
                  <a:lnTo>
                    <a:pt x="0" y="24130"/>
                  </a:lnTo>
                  <a:lnTo>
                    <a:pt x="0" y="226059"/>
                  </a:lnTo>
                  <a:lnTo>
                    <a:pt x="2540" y="226059"/>
                  </a:lnTo>
                  <a:lnTo>
                    <a:pt x="2540" y="24130"/>
                  </a:lnTo>
                  <a:close/>
                </a:path>
                <a:path w="2539" h="252729">
                  <a:moveTo>
                    <a:pt x="2540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2540" y="228599"/>
                  </a:lnTo>
                  <a:lnTo>
                    <a:pt x="2540" y="226059"/>
                  </a:lnTo>
                  <a:close/>
                </a:path>
                <a:path w="2539" h="252729">
                  <a:moveTo>
                    <a:pt x="2540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2540" y="232409"/>
                  </a:lnTo>
                  <a:lnTo>
                    <a:pt x="2540" y="228600"/>
                  </a:lnTo>
                  <a:close/>
                </a:path>
                <a:path w="2539" h="252729">
                  <a:moveTo>
                    <a:pt x="2540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2540" y="234949"/>
                  </a:lnTo>
                  <a:lnTo>
                    <a:pt x="2540" y="232409"/>
                  </a:lnTo>
                  <a:close/>
                </a:path>
                <a:path w="2539" h="252729">
                  <a:moveTo>
                    <a:pt x="2540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2540" y="238759"/>
                  </a:lnTo>
                  <a:lnTo>
                    <a:pt x="2540" y="234950"/>
                  </a:lnTo>
                  <a:close/>
                </a:path>
                <a:path w="2539" h="252729">
                  <a:moveTo>
                    <a:pt x="2540" y="238759"/>
                  </a:moveTo>
                  <a:lnTo>
                    <a:pt x="0" y="238759"/>
                  </a:lnTo>
                  <a:lnTo>
                    <a:pt x="0" y="241299"/>
                  </a:lnTo>
                  <a:lnTo>
                    <a:pt x="2540" y="241299"/>
                  </a:lnTo>
                  <a:lnTo>
                    <a:pt x="2540" y="238759"/>
                  </a:lnTo>
                  <a:close/>
                </a:path>
                <a:path w="2539" h="252729">
                  <a:moveTo>
                    <a:pt x="2540" y="241300"/>
                  </a:moveTo>
                  <a:lnTo>
                    <a:pt x="0" y="241300"/>
                  </a:lnTo>
                  <a:lnTo>
                    <a:pt x="0" y="245109"/>
                  </a:lnTo>
                  <a:lnTo>
                    <a:pt x="2540" y="245109"/>
                  </a:lnTo>
                  <a:lnTo>
                    <a:pt x="2540" y="241300"/>
                  </a:lnTo>
                  <a:close/>
                </a:path>
                <a:path w="2539" h="252729">
                  <a:moveTo>
                    <a:pt x="2540" y="245109"/>
                  </a:moveTo>
                  <a:lnTo>
                    <a:pt x="0" y="245109"/>
                  </a:lnTo>
                  <a:lnTo>
                    <a:pt x="0" y="247649"/>
                  </a:lnTo>
                  <a:lnTo>
                    <a:pt x="2540" y="247649"/>
                  </a:lnTo>
                  <a:lnTo>
                    <a:pt x="2540" y="245109"/>
                  </a:lnTo>
                  <a:close/>
                </a:path>
                <a:path w="2539" h="252729">
                  <a:moveTo>
                    <a:pt x="2540" y="247650"/>
                  </a:moveTo>
                  <a:lnTo>
                    <a:pt x="0" y="247650"/>
                  </a:lnTo>
                  <a:lnTo>
                    <a:pt x="0" y="251459"/>
                  </a:lnTo>
                  <a:lnTo>
                    <a:pt x="2540" y="251459"/>
                  </a:lnTo>
                  <a:lnTo>
                    <a:pt x="2540" y="247650"/>
                  </a:lnTo>
                  <a:close/>
                </a:path>
                <a:path w="2539" h="252729">
                  <a:moveTo>
                    <a:pt x="2540" y="251459"/>
                  </a:moveTo>
                  <a:lnTo>
                    <a:pt x="1270" y="251459"/>
                  </a:lnTo>
                  <a:lnTo>
                    <a:pt x="1270" y="252729"/>
                  </a:lnTo>
                  <a:lnTo>
                    <a:pt x="2540" y="252729"/>
                  </a:lnTo>
                  <a:lnTo>
                    <a:pt x="2540" y="251459"/>
                  </a:lnTo>
                  <a:close/>
                </a:path>
              </a:pathLst>
            </a:custGeom>
            <a:solidFill>
              <a:srgbClr val="7F92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1630680" y="51536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797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3797" y="252730"/>
                  </a:lnTo>
                  <a:lnTo>
                    <a:pt x="3797" y="251472"/>
                  </a:lnTo>
                  <a:close/>
                </a:path>
                <a:path w="3810" h="252729">
                  <a:moveTo>
                    <a:pt x="3797" y="247662"/>
                  </a:moveTo>
                  <a:lnTo>
                    <a:pt x="0" y="247662"/>
                  </a:lnTo>
                  <a:lnTo>
                    <a:pt x="0" y="251460"/>
                  </a:lnTo>
                  <a:lnTo>
                    <a:pt x="3797" y="251460"/>
                  </a:lnTo>
                  <a:lnTo>
                    <a:pt x="3797" y="247662"/>
                  </a:lnTo>
                  <a:close/>
                </a:path>
                <a:path w="3810" h="252729">
                  <a:moveTo>
                    <a:pt x="3797" y="245122"/>
                  </a:moveTo>
                  <a:lnTo>
                    <a:pt x="0" y="245122"/>
                  </a:lnTo>
                  <a:lnTo>
                    <a:pt x="0" y="247650"/>
                  </a:lnTo>
                  <a:lnTo>
                    <a:pt x="3797" y="247650"/>
                  </a:lnTo>
                  <a:lnTo>
                    <a:pt x="3797" y="245122"/>
                  </a:lnTo>
                  <a:close/>
                </a:path>
                <a:path w="3810" h="252729">
                  <a:moveTo>
                    <a:pt x="3797" y="241312"/>
                  </a:moveTo>
                  <a:lnTo>
                    <a:pt x="0" y="241312"/>
                  </a:lnTo>
                  <a:lnTo>
                    <a:pt x="0" y="245110"/>
                  </a:lnTo>
                  <a:lnTo>
                    <a:pt x="3797" y="245110"/>
                  </a:lnTo>
                  <a:lnTo>
                    <a:pt x="3797" y="241312"/>
                  </a:lnTo>
                  <a:close/>
                </a:path>
                <a:path w="3810" h="252729">
                  <a:moveTo>
                    <a:pt x="3797" y="238772"/>
                  </a:moveTo>
                  <a:lnTo>
                    <a:pt x="0" y="238772"/>
                  </a:lnTo>
                  <a:lnTo>
                    <a:pt x="0" y="241300"/>
                  </a:lnTo>
                  <a:lnTo>
                    <a:pt x="3797" y="241300"/>
                  </a:lnTo>
                  <a:lnTo>
                    <a:pt x="3797" y="238772"/>
                  </a:lnTo>
                  <a:close/>
                </a:path>
                <a:path w="3810" h="252729">
                  <a:moveTo>
                    <a:pt x="3797" y="234962"/>
                  </a:moveTo>
                  <a:lnTo>
                    <a:pt x="0" y="234962"/>
                  </a:lnTo>
                  <a:lnTo>
                    <a:pt x="0" y="238760"/>
                  </a:lnTo>
                  <a:lnTo>
                    <a:pt x="3797" y="238760"/>
                  </a:lnTo>
                  <a:lnTo>
                    <a:pt x="3797" y="234962"/>
                  </a:lnTo>
                  <a:close/>
                </a:path>
                <a:path w="3810" h="252729">
                  <a:moveTo>
                    <a:pt x="3797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3797" y="234950"/>
                  </a:lnTo>
                  <a:lnTo>
                    <a:pt x="3797" y="232422"/>
                  </a:lnTo>
                  <a:close/>
                </a:path>
                <a:path w="3810" h="252729">
                  <a:moveTo>
                    <a:pt x="3797" y="228612"/>
                  </a:moveTo>
                  <a:lnTo>
                    <a:pt x="0" y="228612"/>
                  </a:lnTo>
                  <a:lnTo>
                    <a:pt x="0" y="232410"/>
                  </a:lnTo>
                  <a:lnTo>
                    <a:pt x="3797" y="232410"/>
                  </a:lnTo>
                  <a:lnTo>
                    <a:pt x="3797" y="228612"/>
                  </a:lnTo>
                  <a:close/>
                </a:path>
                <a:path w="3810" h="252729">
                  <a:moveTo>
                    <a:pt x="3797" y="226072"/>
                  </a:moveTo>
                  <a:lnTo>
                    <a:pt x="0" y="226072"/>
                  </a:lnTo>
                  <a:lnTo>
                    <a:pt x="0" y="228600"/>
                  </a:lnTo>
                  <a:lnTo>
                    <a:pt x="3797" y="228600"/>
                  </a:lnTo>
                  <a:lnTo>
                    <a:pt x="3797" y="226072"/>
                  </a:lnTo>
                  <a:close/>
                </a:path>
                <a:path w="3810" h="252729">
                  <a:moveTo>
                    <a:pt x="3797" y="24142"/>
                  </a:moveTo>
                  <a:lnTo>
                    <a:pt x="0" y="24142"/>
                  </a:lnTo>
                  <a:lnTo>
                    <a:pt x="0" y="226060"/>
                  </a:lnTo>
                  <a:lnTo>
                    <a:pt x="3797" y="226060"/>
                  </a:lnTo>
                  <a:lnTo>
                    <a:pt x="3797" y="24142"/>
                  </a:lnTo>
                  <a:close/>
                </a:path>
                <a:path w="3810" h="252729">
                  <a:moveTo>
                    <a:pt x="3797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797" y="24130"/>
                  </a:lnTo>
                  <a:lnTo>
                    <a:pt x="3797" y="17792"/>
                  </a:lnTo>
                  <a:close/>
                </a:path>
                <a:path w="3810" h="252729">
                  <a:moveTo>
                    <a:pt x="3797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797" y="17780"/>
                  </a:lnTo>
                  <a:lnTo>
                    <a:pt x="3797" y="11442"/>
                  </a:lnTo>
                  <a:close/>
                </a:path>
                <a:path w="3810" h="252729">
                  <a:moveTo>
                    <a:pt x="3797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797" y="11430"/>
                  </a:lnTo>
                  <a:lnTo>
                    <a:pt x="3797" y="5092"/>
                  </a:lnTo>
                  <a:close/>
                </a:path>
                <a:path w="3810" h="252729">
                  <a:moveTo>
                    <a:pt x="3797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797" y="5080"/>
                  </a:lnTo>
                  <a:lnTo>
                    <a:pt x="3797" y="0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1634477" y="5153659"/>
              <a:ext cx="4445" cy="252729"/>
            </a:xfrm>
            <a:custGeom>
              <a:avLst/>
              <a:gdLst/>
              <a:ahLst/>
              <a:cxnLst/>
              <a:rect l="l" t="t" r="r" b="b"/>
              <a:pathLst>
                <a:path w="4444" h="252729">
                  <a:moveTo>
                    <a:pt x="3822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3822" y="252730"/>
                  </a:lnTo>
                  <a:lnTo>
                    <a:pt x="3822" y="251472"/>
                  </a:lnTo>
                  <a:close/>
                </a:path>
                <a:path w="4444" h="252729">
                  <a:moveTo>
                    <a:pt x="3822" y="24142"/>
                  </a:moveTo>
                  <a:lnTo>
                    <a:pt x="0" y="24142"/>
                  </a:lnTo>
                  <a:lnTo>
                    <a:pt x="0" y="226060"/>
                  </a:lnTo>
                  <a:lnTo>
                    <a:pt x="3822" y="226060"/>
                  </a:lnTo>
                  <a:lnTo>
                    <a:pt x="3822" y="24142"/>
                  </a:lnTo>
                  <a:close/>
                </a:path>
                <a:path w="4444" h="252729">
                  <a:moveTo>
                    <a:pt x="3822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22" y="24130"/>
                  </a:lnTo>
                  <a:lnTo>
                    <a:pt x="3822" y="17792"/>
                  </a:lnTo>
                  <a:close/>
                </a:path>
                <a:path w="4444" h="252729">
                  <a:moveTo>
                    <a:pt x="3822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22" y="17780"/>
                  </a:lnTo>
                  <a:lnTo>
                    <a:pt x="3822" y="11442"/>
                  </a:lnTo>
                  <a:close/>
                </a:path>
                <a:path w="4444" h="252729">
                  <a:moveTo>
                    <a:pt x="3822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22" y="11430"/>
                  </a:lnTo>
                  <a:lnTo>
                    <a:pt x="3822" y="5092"/>
                  </a:lnTo>
                  <a:close/>
                </a:path>
                <a:path w="4444" h="252729">
                  <a:moveTo>
                    <a:pt x="3822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22" y="5080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79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1638300" y="51536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3810" y="252730"/>
                  </a:lnTo>
                  <a:lnTo>
                    <a:pt x="3810" y="251472"/>
                  </a:lnTo>
                  <a:close/>
                </a:path>
                <a:path w="3810" h="252729">
                  <a:moveTo>
                    <a:pt x="3810" y="247662"/>
                  </a:moveTo>
                  <a:lnTo>
                    <a:pt x="0" y="24766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47662"/>
                  </a:lnTo>
                  <a:close/>
                </a:path>
                <a:path w="3810" h="252729">
                  <a:moveTo>
                    <a:pt x="3810" y="245122"/>
                  </a:moveTo>
                  <a:lnTo>
                    <a:pt x="0" y="24512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5122"/>
                  </a:lnTo>
                  <a:close/>
                </a:path>
                <a:path w="3810" h="252729">
                  <a:moveTo>
                    <a:pt x="3810" y="241312"/>
                  </a:moveTo>
                  <a:lnTo>
                    <a:pt x="0" y="24131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1312"/>
                  </a:lnTo>
                  <a:close/>
                </a:path>
                <a:path w="3810" h="252729">
                  <a:moveTo>
                    <a:pt x="3810" y="238772"/>
                  </a:moveTo>
                  <a:lnTo>
                    <a:pt x="0" y="23877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8772"/>
                  </a:lnTo>
                  <a:close/>
                </a:path>
                <a:path w="3810" h="252729">
                  <a:moveTo>
                    <a:pt x="3810" y="234962"/>
                  </a:moveTo>
                  <a:lnTo>
                    <a:pt x="0" y="23496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4962"/>
                  </a:lnTo>
                  <a:close/>
                </a:path>
                <a:path w="3810" h="252729">
                  <a:moveTo>
                    <a:pt x="38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2422"/>
                  </a:lnTo>
                  <a:close/>
                </a:path>
                <a:path w="3810" h="252729">
                  <a:moveTo>
                    <a:pt x="3810" y="228612"/>
                  </a:moveTo>
                  <a:lnTo>
                    <a:pt x="0" y="22861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8612"/>
                  </a:lnTo>
                  <a:close/>
                </a:path>
                <a:path w="3810" h="252729">
                  <a:moveTo>
                    <a:pt x="3810" y="226072"/>
                  </a:moveTo>
                  <a:lnTo>
                    <a:pt x="0" y="22607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6072"/>
                  </a:lnTo>
                  <a:close/>
                </a:path>
                <a:path w="3810" h="252729">
                  <a:moveTo>
                    <a:pt x="3810" y="24142"/>
                  </a:moveTo>
                  <a:lnTo>
                    <a:pt x="0" y="2414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4142"/>
                  </a:lnTo>
                  <a:close/>
                </a:path>
                <a:path w="3810" h="252729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5272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5272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1642110" y="51536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3810" y="252730"/>
                  </a:lnTo>
                  <a:lnTo>
                    <a:pt x="3810" y="251472"/>
                  </a:lnTo>
                  <a:close/>
                </a:path>
                <a:path w="3810" h="252729">
                  <a:moveTo>
                    <a:pt x="3810" y="24142"/>
                  </a:moveTo>
                  <a:lnTo>
                    <a:pt x="0" y="2414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4142"/>
                  </a:lnTo>
                  <a:close/>
                </a:path>
                <a:path w="3810" h="252729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5272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5272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1645920" y="51536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3810" y="252730"/>
                  </a:lnTo>
                  <a:lnTo>
                    <a:pt x="3810" y="251472"/>
                  </a:lnTo>
                  <a:close/>
                </a:path>
                <a:path w="3810" h="252729">
                  <a:moveTo>
                    <a:pt x="3810" y="247662"/>
                  </a:moveTo>
                  <a:lnTo>
                    <a:pt x="0" y="24766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47662"/>
                  </a:lnTo>
                  <a:close/>
                </a:path>
                <a:path w="3810" h="252729">
                  <a:moveTo>
                    <a:pt x="3810" y="245122"/>
                  </a:moveTo>
                  <a:lnTo>
                    <a:pt x="0" y="24512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5122"/>
                  </a:lnTo>
                  <a:close/>
                </a:path>
                <a:path w="3810" h="252729">
                  <a:moveTo>
                    <a:pt x="3810" y="241312"/>
                  </a:moveTo>
                  <a:lnTo>
                    <a:pt x="0" y="24131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1312"/>
                  </a:lnTo>
                  <a:close/>
                </a:path>
                <a:path w="3810" h="252729">
                  <a:moveTo>
                    <a:pt x="3810" y="238772"/>
                  </a:moveTo>
                  <a:lnTo>
                    <a:pt x="0" y="23877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8772"/>
                  </a:lnTo>
                  <a:close/>
                </a:path>
                <a:path w="3810" h="252729">
                  <a:moveTo>
                    <a:pt x="3810" y="234962"/>
                  </a:moveTo>
                  <a:lnTo>
                    <a:pt x="0" y="23496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4962"/>
                  </a:lnTo>
                  <a:close/>
                </a:path>
                <a:path w="3810" h="252729">
                  <a:moveTo>
                    <a:pt x="38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2422"/>
                  </a:lnTo>
                  <a:close/>
                </a:path>
                <a:path w="3810" h="252729">
                  <a:moveTo>
                    <a:pt x="3810" y="228612"/>
                  </a:moveTo>
                  <a:lnTo>
                    <a:pt x="0" y="22861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8612"/>
                  </a:lnTo>
                  <a:close/>
                </a:path>
                <a:path w="3810" h="252729">
                  <a:moveTo>
                    <a:pt x="3810" y="226072"/>
                  </a:moveTo>
                  <a:lnTo>
                    <a:pt x="0" y="22607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6072"/>
                  </a:lnTo>
                  <a:close/>
                </a:path>
                <a:path w="3810" h="252729">
                  <a:moveTo>
                    <a:pt x="3810" y="24142"/>
                  </a:moveTo>
                  <a:lnTo>
                    <a:pt x="0" y="2414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4142"/>
                  </a:lnTo>
                  <a:close/>
                </a:path>
                <a:path w="3810" h="252729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5272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5272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1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1649730" y="5153659"/>
              <a:ext cx="2540" cy="252729"/>
            </a:xfrm>
            <a:custGeom>
              <a:avLst/>
              <a:gdLst/>
              <a:ahLst/>
              <a:cxnLst/>
              <a:rect l="l" t="t" r="r" b="b"/>
              <a:pathLst>
                <a:path w="2539" h="252729">
                  <a:moveTo>
                    <a:pt x="254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2540" y="252730"/>
                  </a:lnTo>
                  <a:lnTo>
                    <a:pt x="2540" y="251472"/>
                  </a:lnTo>
                  <a:close/>
                </a:path>
                <a:path w="2539" h="252729">
                  <a:moveTo>
                    <a:pt x="2540" y="247662"/>
                  </a:moveTo>
                  <a:lnTo>
                    <a:pt x="0" y="247662"/>
                  </a:lnTo>
                  <a:lnTo>
                    <a:pt x="0" y="251460"/>
                  </a:lnTo>
                  <a:lnTo>
                    <a:pt x="2540" y="251460"/>
                  </a:lnTo>
                  <a:lnTo>
                    <a:pt x="2540" y="247662"/>
                  </a:lnTo>
                  <a:close/>
                </a:path>
                <a:path w="2539" h="252729">
                  <a:moveTo>
                    <a:pt x="2540" y="245122"/>
                  </a:moveTo>
                  <a:lnTo>
                    <a:pt x="0" y="245122"/>
                  </a:lnTo>
                  <a:lnTo>
                    <a:pt x="0" y="247650"/>
                  </a:lnTo>
                  <a:lnTo>
                    <a:pt x="2540" y="247650"/>
                  </a:lnTo>
                  <a:lnTo>
                    <a:pt x="2540" y="245122"/>
                  </a:lnTo>
                  <a:close/>
                </a:path>
                <a:path w="2539" h="252729">
                  <a:moveTo>
                    <a:pt x="2540" y="241312"/>
                  </a:moveTo>
                  <a:lnTo>
                    <a:pt x="0" y="241312"/>
                  </a:lnTo>
                  <a:lnTo>
                    <a:pt x="0" y="245110"/>
                  </a:lnTo>
                  <a:lnTo>
                    <a:pt x="2540" y="245110"/>
                  </a:lnTo>
                  <a:lnTo>
                    <a:pt x="2540" y="241312"/>
                  </a:lnTo>
                  <a:close/>
                </a:path>
                <a:path w="2539" h="252729">
                  <a:moveTo>
                    <a:pt x="2540" y="238772"/>
                  </a:moveTo>
                  <a:lnTo>
                    <a:pt x="0" y="238772"/>
                  </a:lnTo>
                  <a:lnTo>
                    <a:pt x="0" y="241300"/>
                  </a:lnTo>
                  <a:lnTo>
                    <a:pt x="2540" y="241300"/>
                  </a:lnTo>
                  <a:lnTo>
                    <a:pt x="2540" y="238772"/>
                  </a:lnTo>
                  <a:close/>
                </a:path>
                <a:path w="2539" h="252729">
                  <a:moveTo>
                    <a:pt x="2540" y="234962"/>
                  </a:moveTo>
                  <a:lnTo>
                    <a:pt x="0" y="234962"/>
                  </a:lnTo>
                  <a:lnTo>
                    <a:pt x="0" y="238760"/>
                  </a:lnTo>
                  <a:lnTo>
                    <a:pt x="2540" y="238760"/>
                  </a:lnTo>
                  <a:lnTo>
                    <a:pt x="2540" y="234962"/>
                  </a:lnTo>
                  <a:close/>
                </a:path>
                <a:path w="2539" h="252729">
                  <a:moveTo>
                    <a:pt x="254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540" y="234950"/>
                  </a:lnTo>
                  <a:lnTo>
                    <a:pt x="2540" y="232422"/>
                  </a:lnTo>
                  <a:close/>
                </a:path>
                <a:path w="2539" h="252729">
                  <a:moveTo>
                    <a:pt x="2540" y="228612"/>
                  </a:moveTo>
                  <a:lnTo>
                    <a:pt x="0" y="228612"/>
                  </a:lnTo>
                  <a:lnTo>
                    <a:pt x="0" y="232410"/>
                  </a:lnTo>
                  <a:lnTo>
                    <a:pt x="2540" y="232410"/>
                  </a:lnTo>
                  <a:lnTo>
                    <a:pt x="2540" y="228612"/>
                  </a:lnTo>
                  <a:close/>
                </a:path>
                <a:path w="2539" h="252729">
                  <a:moveTo>
                    <a:pt x="2540" y="226072"/>
                  </a:moveTo>
                  <a:lnTo>
                    <a:pt x="0" y="226072"/>
                  </a:lnTo>
                  <a:lnTo>
                    <a:pt x="0" y="228600"/>
                  </a:lnTo>
                  <a:lnTo>
                    <a:pt x="2540" y="228600"/>
                  </a:lnTo>
                  <a:lnTo>
                    <a:pt x="2540" y="226072"/>
                  </a:lnTo>
                  <a:close/>
                </a:path>
                <a:path w="2539" h="252729">
                  <a:moveTo>
                    <a:pt x="2540" y="24142"/>
                  </a:moveTo>
                  <a:lnTo>
                    <a:pt x="0" y="24142"/>
                  </a:lnTo>
                  <a:lnTo>
                    <a:pt x="0" y="226060"/>
                  </a:lnTo>
                  <a:lnTo>
                    <a:pt x="2540" y="226060"/>
                  </a:lnTo>
                  <a:lnTo>
                    <a:pt x="2540" y="24142"/>
                  </a:lnTo>
                  <a:close/>
                </a:path>
                <a:path w="2539" h="252729">
                  <a:moveTo>
                    <a:pt x="254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540" y="24130"/>
                  </a:lnTo>
                  <a:lnTo>
                    <a:pt x="2540" y="17792"/>
                  </a:lnTo>
                  <a:close/>
                </a:path>
                <a:path w="2539" h="252729">
                  <a:moveTo>
                    <a:pt x="254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2540" y="17780"/>
                  </a:lnTo>
                  <a:lnTo>
                    <a:pt x="2540" y="11442"/>
                  </a:lnTo>
                  <a:close/>
                </a:path>
                <a:path w="2539" h="252729">
                  <a:moveTo>
                    <a:pt x="254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5092"/>
                  </a:lnTo>
                  <a:close/>
                </a:path>
                <a:path w="2539" h="252729">
                  <a:moveTo>
                    <a:pt x="25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6F84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1652270" y="51536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3810" y="252730"/>
                  </a:lnTo>
                  <a:lnTo>
                    <a:pt x="3810" y="251472"/>
                  </a:lnTo>
                  <a:close/>
                </a:path>
                <a:path w="3810" h="252729">
                  <a:moveTo>
                    <a:pt x="3810" y="247662"/>
                  </a:moveTo>
                  <a:lnTo>
                    <a:pt x="0" y="24766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47662"/>
                  </a:lnTo>
                  <a:close/>
                </a:path>
                <a:path w="3810" h="252729">
                  <a:moveTo>
                    <a:pt x="3810" y="245122"/>
                  </a:moveTo>
                  <a:lnTo>
                    <a:pt x="0" y="24512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5122"/>
                  </a:lnTo>
                  <a:close/>
                </a:path>
                <a:path w="3810" h="252729">
                  <a:moveTo>
                    <a:pt x="3810" y="241312"/>
                  </a:moveTo>
                  <a:lnTo>
                    <a:pt x="0" y="24131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1312"/>
                  </a:lnTo>
                  <a:close/>
                </a:path>
                <a:path w="3810" h="252729">
                  <a:moveTo>
                    <a:pt x="3810" y="238772"/>
                  </a:moveTo>
                  <a:lnTo>
                    <a:pt x="0" y="23877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8772"/>
                  </a:lnTo>
                  <a:close/>
                </a:path>
                <a:path w="3810" h="252729">
                  <a:moveTo>
                    <a:pt x="3810" y="234962"/>
                  </a:moveTo>
                  <a:lnTo>
                    <a:pt x="0" y="23496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4962"/>
                  </a:lnTo>
                  <a:close/>
                </a:path>
                <a:path w="3810" h="252729">
                  <a:moveTo>
                    <a:pt x="38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2422"/>
                  </a:lnTo>
                  <a:close/>
                </a:path>
                <a:path w="3810" h="252729">
                  <a:moveTo>
                    <a:pt x="3810" y="228612"/>
                  </a:moveTo>
                  <a:lnTo>
                    <a:pt x="0" y="22861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8612"/>
                  </a:lnTo>
                  <a:close/>
                </a:path>
                <a:path w="3810" h="252729">
                  <a:moveTo>
                    <a:pt x="3810" y="226072"/>
                  </a:moveTo>
                  <a:lnTo>
                    <a:pt x="0" y="22607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6072"/>
                  </a:lnTo>
                  <a:close/>
                </a:path>
                <a:path w="3810" h="252729">
                  <a:moveTo>
                    <a:pt x="3810" y="24142"/>
                  </a:moveTo>
                  <a:lnTo>
                    <a:pt x="0" y="2414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4142"/>
                  </a:lnTo>
                  <a:close/>
                </a:path>
                <a:path w="3810" h="252729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5272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5272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C82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1656080" y="51536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797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3797" y="252730"/>
                  </a:lnTo>
                  <a:lnTo>
                    <a:pt x="3797" y="251472"/>
                  </a:lnTo>
                  <a:close/>
                </a:path>
                <a:path w="3810" h="252729">
                  <a:moveTo>
                    <a:pt x="3797" y="24142"/>
                  </a:moveTo>
                  <a:lnTo>
                    <a:pt x="0" y="24142"/>
                  </a:lnTo>
                  <a:lnTo>
                    <a:pt x="0" y="226060"/>
                  </a:lnTo>
                  <a:lnTo>
                    <a:pt x="3797" y="226060"/>
                  </a:lnTo>
                  <a:lnTo>
                    <a:pt x="3797" y="24142"/>
                  </a:lnTo>
                  <a:close/>
                </a:path>
                <a:path w="3810" h="252729">
                  <a:moveTo>
                    <a:pt x="3797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797" y="24130"/>
                  </a:lnTo>
                  <a:lnTo>
                    <a:pt x="3797" y="17792"/>
                  </a:lnTo>
                  <a:close/>
                </a:path>
                <a:path w="3810" h="252729">
                  <a:moveTo>
                    <a:pt x="3797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797" y="17780"/>
                  </a:lnTo>
                  <a:lnTo>
                    <a:pt x="3797" y="11442"/>
                  </a:lnTo>
                  <a:close/>
                </a:path>
                <a:path w="3810" h="252729">
                  <a:moveTo>
                    <a:pt x="3797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797" y="11430"/>
                  </a:lnTo>
                  <a:lnTo>
                    <a:pt x="3797" y="5092"/>
                  </a:lnTo>
                  <a:close/>
                </a:path>
                <a:path w="3810" h="252729">
                  <a:moveTo>
                    <a:pt x="3797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797" y="5080"/>
                  </a:lnTo>
                  <a:lnTo>
                    <a:pt x="3797" y="0"/>
                  </a:lnTo>
                  <a:close/>
                </a:path>
              </a:pathLst>
            </a:custGeom>
            <a:solidFill>
              <a:srgbClr val="6980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1659877" y="5153659"/>
              <a:ext cx="4445" cy="252729"/>
            </a:xfrm>
            <a:custGeom>
              <a:avLst/>
              <a:gdLst/>
              <a:ahLst/>
              <a:cxnLst/>
              <a:rect l="l" t="t" r="r" b="b"/>
              <a:pathLst>
                <a:path w="4444" h="252729">
                  <a:moveTo>
                    <a:pt x="3822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3822" y="252730"/>
                  </a:lnTo>
                  <a:lnTo>
                    <a:pt x="3822" y="251472"/>
                  </a:lnTo>
                  <a:close/>
                </a:path>
                <a:path w="4444" h="252729">
                  <a:moveTo>
                    <a:pt x="3822" y="247662"/>
                  </a:moveTo>
                  <a:lnTo>
                    <a:pt x="0" y="247662"/>
                  </a:lnTo>
                  <a:lnTo>
                    <a:pt x="0" y="251460"/>
                  </a:lnTo>
                  <a:lnTo>
                    <a:pt x="3822" y="251460"/>
                  </a:lnTo>
                  <a:lnTo>
                    <a:pt x="3822" y="247662"/>
                  </a:lnTo>
                  <a:close/>
                </a:path>
                <a:path w="4444" h="252729">
                  <a:moveTo>
                    <a:pt x="3822" y="245122"/>
                  </a:moveTo>
                  <a:lnTo>
                    <a:pt x="0" y="245122"/>
                  </a:lnTo>
                  <a:lnTo>
                    <a:pt x="0" y="247650"/>
                  </a:lnTo>
                  <a:lnTo>
                    <a:pt x="3822" y="247650"/>
                  </a:lnTo>
                  <a:lnTo>
                    <a:pt x="3822" y="245122"/>
                  </a:lnTo>
                  <a:close/>
                </a:path>
                <a:path w="4444" h="252729">
                  <a:moveTo>
                    <a:pt x="3822" y="241312"/>
                  </a:moveTo>
                  <a:lnTo>
                    <a:pt x="0" y="241312"/>
                  </a:lnTo>
                  <a:lnTo>
                    <a:pt x="0" y="245110"/>
                  </a:lnTo>
                  <a:lnTo>
                    <a:pt x="3822" y="245110"/>
                  </a:lnTo>
                  <a:lnTo>
                    <a:pt x="3822" y="241312"/>
                  </a:lnTo>
                  <a:close/>
                </a:path>
                <a:path w="4444" h="252729">
                  <a:moveTo>
                    <a:pt x="3822" y="238772"/>
                  </a:moveTo>
                  <a:lnTo>
                    <a:pt x="0" y="238772"/>
                  </a:lnTo>
                  <a:lnTo>
                    <a:pt x="0" y="241300"/>
                  </a:lnTo>
                  <a:lnTo>
                    <a:pt x="3822" y="241300"/>
                  </a:lnTo>
                  <a:lnTo>
                    <a:pt x="3822" y="238772"/>
                  </a:lnTo>
                  <a:close/>
                </a:path>
                <a:path w="4444" h="252729">
                  <a:moveTo>
                    <a:pt x="3822" y="234962"/>
                  </a:moveTo>
                  <a:lnTo>
                    <a:pt x="0" y="234962"/>
                  </a:lnTo>
                  <a:lnTo>
                    <a:pt x="0" y="238760"/>
                  </a:lnTo>
                  <a:lnTo>
                    <a:pt x="3822" y="238760"/>
                  </a:lnTo>
                  <a:lnTo>
                    <a:pt x="3822" y="234962"/>
                  </a:lnTo>
                  <a:close/>
                </a:path>
                <a:path w="4444" h="252729">
                  <a:moveTo>
                    <a:pt x="3822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3822" y="234950"/>
                  </a:lnTo>
                  <a:lnTo>
                    <a:pt x="3822" y="232422"/>
                  </a:lnTo>
                  <a:close/>
                </a:path>
                <a:path w="4444" h="252729">
                  <a:moveTo>
                    <a:pt x="3822" y="228612"/>
                  </a:moveTo>
                  <a:lnTo>
                    <a:pt x="0" y="228612"/>
                  </a:lnTo>
                  <a:lnTo>
                    <a:pt x="0" y="232410"/>
                  </a:lnTo>
                  <a:lnTo>
                    <a:pt x="3822" y="232410"/>
                  </a:lnTo>
                  <a:lnTo>
                    <a:pt x="3822" y="228612"/>
                  </a:lnTo>
                  <a:close/>
                </a:path>
                <a:path w="4444" h="252729">
                  <a:moveTo>
                    <a:pt x="3822" y="226072"/>
                  </a:moveTo>
                  <a:lnTo>
                    <a:pt x="0" y="226072"/>
                  </a:lnTo>
                  <a:lnTo>
                    <a:pt x="0" y="228600"/>
                  </a:lnTo>
                  <a:lnTo>
                    <a:pt x="3822" y="228600"/>
                  </a:lnTo>
                  <a:lnTo>
                    <a:pt x="3822" y="226072"/>
                  </a:lnTo>
                  <a:close/>
                </a:path>
                <a:path w="4444" h="252729">
                  <a:moveTo>
                    <a:pt x="3822" y="24142"/>
                  </a:moveTo>
                  <a:lnTo>
                    <a:pt x="0" y="24142"/>
                  </a:lnTo>
                  <a:lnTo>
                    <a:pt x="0" y="226060"/>
                  </a:lnTo>
                  <a:lnTo>
                    <a:pt x="3822" y="226060"/>
                  </a:lnTo>
                  <a:lnTo>
                    <a:pt x="3822" y="24142"/>
                  </a:lnTo>
                  <a:close/>
                </a:path>
                <a:path w="4444" h="252729">
                  <a:moveTo>
                    <a:pt x="3822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22" y="24130"/>
                  </a:lnTo>
                  <a:lnTo>
                    <a:pt x="3822" y="17792"/>
                  </a:lnTo>
                  <a:close/>
                </a:path>
                <a:path w="4444" h="252729">
                  <a:moveTo>
                    <a:pt x="3822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22" y="17780"/>
                  </a:lnTo>
                  <a:lnTo>
                    <a:pt x="3822" y="11442"/>
                  </a:lnTo>
                  <a:close/>
                </a:path>
                <a:path w="4444" h="252729">
                  <a:moveTo>
                    <a:pt x="3822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22" y="11430"/>
                  </a:lnTo>
                  <a:lnTo>
                    <a:pt x="3822" y="5092"/>
                  </a:lnTo>
                  <a:close/>
                </a:path>
                <a:path w="4444" h="252729">
                  <a:moveTo>
                    <a:pt x="3822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22" y="5080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677E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1663700" y="51536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3810" y="252730"/>
                  </a:lnTo>
                  <a:lnTo>
                    <a:pt x="3810" y="251472"/>
                  </a:lnTo>
                  <a:close/>
                </a:path>
                <a:path w="3810" h="252729">
                  <a:moveTo>
                    <a:pt x="3810" y="24142"/>
                  </a:moveTo>
                  <a:lnTo>
                    <a:pt x="0" y="2414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4142"/>
                  </a:lnTo>
                  <a:close/>
                </a:path>
                <a:path w="3810" h="252729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5272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5272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A80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1667510" y="51536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3810" y="252730"/>
                  </a:lnTo>
                  <a:lnTo>
                    <a:pt x="3810" y="251472"/>
                  </a:lnTo>
                  <a:close/>
                </a:path>
                <a:path w="3810" h="252729">
                  <a:moveTo>
                    <a:pt x="3810" y="247662"/>
                  </a:moveTo>
                  <a:lnTo>
                    <a:pt x="0" y="24766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47662"/>
                  </a:lnTo>
                  <a:close/>
                </a:path>
                <a:path w="3810" h="252729">
                  <a:moveTo>
                    <a:pt x="3810" y="245122"/>
                  </a:moveTo>
                  <a:lnTo>
                    <a:pt x="0" y="24512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5122"/>
                  </a:lnTo>
                  <a:close/>
                </a:path>
                <a:path w="3810" h="252729">
                  <a:moveTo>
                    <a:pt x="3810" y="241312"/>
                  </a:moveTo>
                  <a:lnTo>
                    <a:pt x="0" y="24131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1312"/>
                  </a:lnTo>
                  <a:close/>
                </a:path>
                <a:path w="3810" h="252729">
                  <a:moveTo>
                    <a:pt x="3810" y="238772"/>
                  </a:moveTo>
                  <a:lnTo>
                    <a:pt x="0" y="23877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8772"/>
                  </a:lnTo>
                  <a:close/>
                </a:path>
                <a:path w="3810" h="252729">
                  <a:moveTo>
                    <a:pt x="3810" y="234962"/>
                  </a:moveTo>
                  <a:lnTo>
                    <a:pt x="0" y="23496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4962"/>
                  </a:lnTo>
                  <a:close/>
                </a:path>
                <a:path w="3810" h="252729">
                  <a:moveTo>
                    <a:pt x="38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2422"/>
                  </a:lnTo>
                  <a:close/>
                </a:path>
                <a:path w="3810" h="252729">
                  <a:moveTo>
                    <a:pt x="3810" y="228612"/>
                  </a:moveTo>
                  <a:lnTo>
                    <a:pt x="0" y="22861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8612"/>
                  </a:lnTo>
                  <a:close/>
                </a:path>
                <a:path w="3810" h="252729">
                  <a:moveTo>
                    <a:pt x="3810" y="226072"/>
                  </a:moveTo>
                  <a:lnTo>
                    <a:pt x="0" y="22607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6072"/>
                  </a:lnTo>
                  <a:close/>
                </a:path>
                <a:path w="3810" h="252729">
                  <a:moveTo>
                    <a:pt x="3810" y="24142"/>
                  </a:moveTo>
                  <a:lnTo>
                    <a:pt x="0" y="2414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4142"/>
                  </a:lnTo>
                  <a:close/>
                </a:path>
                <a:path w="3810" h="252729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5272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5272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C82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1671320" y="51536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3810" y="252730"/>
                  </a:lnTo>
                  <a:lnTo>
                    <a:pt x="3810" y="251472"/>
                  </a:lnTo>
                  <a:close/>
                </a:path>
                <a:path w="3810" h="252729">
                  <a:moveTo>
                    <a:pt x="3810" y="24142"/>
                  </a:moveTo>
                  <a:lnTo>
                    <a:pt x="0" y="2414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4142"/>
                  </a:lnTo>
                  <a:close/>
                </a:path>
                <a:path w="3810" h="252729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5272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5272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F84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1675130" y="51536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3810" y="252730"/>
                  </a:lnTo>
                  <a:lnTo>
                    <a:pt x="3810" y="251472"/>
                  </a:lnTo>
                  <a:close/>
                </a:path>
                <a:path w="3810" h="252729">
                  <a:moveTo>
                    <a:pt x="3810" y="247662"/>
                  </a:moveTo>
                  <a:lnTo>
                    <a:pt x="0" y="24766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47662"/>
                  </a:lnTo>
                  <a:close/>
                </a:path>
                <a:path w="3810" h="252729">
                  <a:moveTo>
                    <a:pt x="3810" y="245122"/>
                  </a:moveTo>
                  <a:lnTo>
                    <a:pt x="0" y="24512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5122"/>
                  </a:lnTo>
                  <a:close/>
                </a:path>
                <a:path w="3810" h="252729">
                  <a:moveTo>
                    <a:pt x="3810" y="241312"/>
                  </a:moveTo>
                  <a:lnTo>
                    <a:pt x="0" y="24131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1312"/>
                  </a:lnTo>
                  <a:close/>
                </a:path>
                <a:path w="3810" h="252729">
                  <a:moveTo>
                    <a:pt x="3810" y="238772"/>
                  </a:moveTo>
                  <a:lnTo>
                    <a:pt x="0" y="23877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8772"/>
                  </a:lnTo>
                  <a:close/>
                </a:path>
                <a:path w="3810" h="252729">
                  <a:moveTo>
                    <a:pt x="3810" y="234962"/>
                  </a:moveTo>
                  <a:lnTo>
                    <a:pt x="0" y="23496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4962"/>
                  </a:lnTo>
                  <a:close/>
                </a:path>
                <a:path w="3810" h="252729">
                  <a:moveTo>
                    <a:pt x="38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2422"/>
                  </a:lnTo>
                  <a:close/>
                </a:path>
                <a:path w="3810" h="252729">
                  <a:moveTo>
                    <a:pt x="3810" y="228612"/>
                  </a:moveTo>
                  <a:lnTo>
                    <a:pt x="0" y="22861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8612"/>
                  </a:lnTo>
                  <a:close/>
                </a:path>
                <a:path w="3810" h="252729">
                  <a:moveTo>
                    <a:pt x="3810" y="226072"/>
                  </a:moveTo>
                  <a:lnTo>
                    <a:pt x="0" y="22607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6072"/>
                  </a:lnTo>
                  <a:close/>
                </a:path>
                <a:path w="3810" h="252729">
                  <a:moveTo>
                    <a:pt x="3810" y="24142"/>
                  </a:moveTo>
                  <a:lnTo>
                    <a:pt x="0" y="2414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4142"/>
                  </a:lnTo>
                  <a:close/>
                </a:path>
                <a:path w="3810" h="252729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5272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5272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2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1678940" y="5153659"/>
              <a:ext cx="2540" cy="252729"/>
            </a:xfrm>
            <a:custGeom>
              <a:avLst/>
              <a:gdLst/>
              <a:ahLst/>
              <a:cxnLst/>
              <a:rect l="l" t="t" r="r" b="b"/>
              <a:pathLst>
                <a:path w="2539" h="252729">
                  <a:moveTo>
                    <a:pt x="254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2540" y="252730"/>
                  </a:lnTo>
                  <a:lnTo>
                    <a:pt x="2540" y="251472"/>
                  </a:lnTo>
                  <a:close/>
                </a:path>
                <a:path w="2539" h="252729">
                  <a:moveTo>
                    <a:pt x="2540" y="247662"/>
                  </a:moveTo>
                  <a:lnTo>
                    <a:pt x="0" y="247662"/>
                  </a:lnTo>
                  <a:lnTo>
                    <a:pt x="0" y="251460"/>
                  </a:lnTo>
                  <a:lnTo>
                    <a:pt x="2540" y="251460"/>
                  </a:lnTo>
                  <a:lnTo>
                    <a:pt x="2540" y="247662"/>
                  </a:lnTo>
                  <a:close/>
                </a:path>
                <a:path w="2539" h="252729">
                  <a:moveTo>
                    <a:pt x="2540" y="245122"/>
                  </a:moveTo>
                  <a:lnTo>
                    <a:pt x="0" y="245122"/>
                  </a:lnTo>
                  <a:lnTo>
                    <a:pt x="0" y="247650"/>
                  </a:lnTo>
                  <a:lnTo>
                    <a:pt x="2540" y="247650"/>
                  </a:lnTo>
                  <a:lnTo>
                    <a:pt x="2540" y="245122"/>
                  </a:lnTo>
                  <a:close/>
                </a:path>
                <a:path w="2539" h="252729">
                  <a:moveTo>
                    <a:pt x="2540" y="241312"/>
                  </a:moveTo>
                  <a:lnTo>
                    <a:pt x="0" y="241312"/>
                  </a:lnTo>
                  <a:lnTo>
                    <a:pt x="0" y="245110"/>
                  </a:lnTo>
                  <a:lnTo>
                    <a:pt x="2540" y="245110"/>
                  </a:lnTo>
                  <a:lnTo>
                    <a:pt x="2540" y="241312"/>
                  </a:lnTo>
                  <a:close/>
                </a:path>
                <a:path w="2539" h="252729">
                  <a:moveTo>
                    <a:pt x="2540" y="238772"/>
                  </a:moveTo>
                  <a:lnTo>
                    <a:pt x="0" y="238772"/>
                  </a:lnTo>
                  <a:lnTo>
                    <a:pt x="0" y="241300"/>
                  </a:lnTo>
                  <a:lnTo>
                    <a:pt x="2540" y="241300"/>
                  </a:lnTo>
                  <a:lnTo>
                    <a:pt x="2540" y="238772"/>
                  </a:lnTo>
                  <a:close/>
                </a:path>
                <a:path w="2539" h="252729">
                  <a:moveTo>
                    <a:pt x="2540" y="234962"/>
                  </a:moveTo>
                  <a:lnTo>
                    <a:pt x="0" y="234962"/>
                  </a:lnTo>
                  <a:lnTo>
                    <a:pt x="0" y="238760"/>
                  </a:lnTo>
                  <a:lnTo>
                    <a:pt x="2540" y="238760"/>
                  </a:lnTo>
                  <a:lnTo>
                    <a:pt x="2540" y="234962"/>
                  </a:lnTo>
                  <a:close/>
                </a:path>
                <a:path w="2539" h="252729">
                  <a:moveTo>
                    <a:pt x="254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540" y="234950"/>
                  </a:lnTo>
                  <a:lnTo>
                    <a:pt x="2540" y="232422"/>
                  </a:lnTo>
                  <a:close/>
                </a:path>
                <a:path w="2539" h="252729">
                  <a:moveTo>
                    <a:pt x="2540" y="228612"/>
                  </a:moveTo>
                  <a:lnTo>
                    <a:pt x="0" y="228612"/>
                  </a:lnTo>
                  <a:lnTo>
                    <a:pt x="0" y="232410"/>
                  </a:lnTo>
                  <a:lnTo>
                    <a:pt x="2540" y="232410"/>
                  </a:lnTo>
                  <a:lnTo>
                    <a:pt x="2540" y="228612"/>
                  </a:lnTo>
                  <a:close/>
                </a:path>
                <a:path w="2539" h="252729">
                  <a:moveTo>
                    <a:pt x="2540" y="226072"/>
                  </a:moveTo>
                  <a:lnTo>
                    <a:pt x="0" y="226072"/>
                  </a:lnTo>
                  <a:lnTo>
                    <a:pt x="0" y="228600"/>
                  </a:lnTo>
                  <a:lnTo>
                    <a:pt x="2540" y="228600"/>
                  </a:lnTo>
                  <a:lnTo>
                    <a:pt x="2540" y="226072"/>
                  </a:lnTo>
                  <a:close/>
                </a:path>
                <a:path w="2539" h="252729">
                  <a:moveTo>
                    <a:pt x="2540" y="24142"/>
                  </a:moveTo>
                  <a:lnTo>
                    <a:pt x="0" y="24142"/>
                  </a:lnTo>
                  <a:lnTo>
                    <a:pt x="0" y="226060"/>
                  </a:lnTo>
                  <a:lnTo>
                    <a:pt x="2540" y="226060"/>
                  </a:lnTo>
                  <a:lnTo>
                    <a:pt x="2540" y="24142"/>
                  </a:lnTo>
                  <a:close/>
                </a:path>
                <a:path w="2539" h="252729">
                  <a:moveTo>
                    <a:pt x="254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540" y="24130"/>
                  </a:lnTo>
                  <a:lnTo>
                    <a:pt x="2540" y="17792"/>
                  </a:lnTo>
                  <a:close/>
                </a:path>
                <a:path w="2539" h="252729">
                  <a:moveTo>
                    <a:pt x="254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2540" y="17780"/>
                  </a:lnTo>
                  <a:lnTo>
                    <a:pt x="2540" y="11442"/>
                  </a:lnTo>
                  <a:close/>
                </a:path>
                <a:path w="2539" h="252729">
                  <a:moveTo>
                    <a:pt x="254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5092"/>
                  </a:lnTo>
                  <a:close/>
                </a:path>
                <a:path w="2539" h="252729">
                  <a:moveTo>
                    <a:pt x="25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1681480" y="51536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3810" y="252730"/>
                  </a:lnTo>
                  <a:lnTo>
                    <a:pt x="3810" y="251472"/>
                  </a:lnTo>
                  <a:close/>
                </a:path>
                <a:path w="3810" h="252729">
                  <a:moveTo>
                    <a:pt x="3810" y="247662"/>
                  </a:moveTo>
                  <a:lnTo>
                    <a:pt x="0" y="24766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47662"/>
                  </a:lnTo>
                  <a:close/>
                </a:path>
                <a:path w="3810" h="252729">
                  <a:moveTo>
                    <a:pt x="3810" y="245122"/>
                  </a:moveTo>
                  <a:lnTo>
                    <a:pt x="0" y="24512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5122"/>
                  </a:lnTo>
                  <a:close/>
                </a:path>
                <a:path w="3810" h="252729">
                  <a:moveTo>
                    <a:pt x="3810" y="241312"/>
                  </a:moveTo>
                  <a:lnTo>
                    <a:pt x="0" y="24131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1312"/>
                  </a:lnTo>
                  <a:close/>
                </a:path>
                <a:path w="3810" h="252729">
                  <a:moveTo>
                    <a:pt x="3810" y="238772"/>
                  </a:moveTo>
                  <a:lnTo>
                    <a:pt x="0" y="23877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8772"/>
                  </a:lnTo>
                  <a:close/>
                </a:path>
                <a:path w="3810" h="252729">
                  <a:moveTo>
                    <a:pt x="3810" y="234962"/>
                  </a:moveTo>
                  <a:lnTo>
                    <a:pt x="0" y="23496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4962"/>
                  </a:lnTo>
                  <a:close/>
                </a:path>
                <a:path w="3810" h="252729">
                  <a:moveTo>
                    <a:pt x="38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2422"/>
                  </a:lnTo>
                  <a:close/>
                </a:path>
                <a:path w="3810" h="252729">
                  <a:moveTo>
                    <a:pt x="3810" y="228612"/>
                  </a:moveTo>
                  <a:lnTo>
                    <a:pt x="0" y="22861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8612"/>
                  </a:lnTo>
                  <a:close/>
                </a:path>
                <a:path w="3810" h="252729">
                  <a:moveTo>
                    <a:pt x="3810" y="226072"/>
                  </a:moveTo>
                  <a:lnTo>
                    <a:pt x="0" y="22607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6072"/>
                  </a:lnTo>
                  <a:close/>
                </a:path>
                <a:path w="3810" h="252729">
                  <a:moveTo>
                    <a:pt x="3810" y="24142"/>
                  </a:moveTo>
                  <a:lnTo>
                    <a:pt x="0" y="2414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4142"/>
                  </a:lnTo>
                  <a:close/>
                </a:path>
                <a:path w="3810" h="252729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5272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5272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1685289" y="51536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254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10" h="252729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252729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252729">
                  <a:moveTo>
                    <a:pt x="381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7780"/>
                  </a:lnTo>
                  <a:close/>
                </a:path>
                <a:path w="3810" h="252729">
                  <a:moveTo>
                    <a:pt x="3810" y="24130"/>
                  </a:moveTo>
                  <a:lnTo>
                    <a:pt x="0" y="2413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4130"/>
                  </a:lnTo>
                  <a:close/>
                </a:path>
                <a:path w="3810" h="252729">
                  <a:moveTo>
                    <a:pt x="3810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6059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3810" y="234949"/>
                  </a:lnTo>
                  <a:lnTo>
                    <a:pt x="3810" y="232409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3810" y="238759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8759"/>
                  </a:moveTo>
                  <a:lnTo>
                    <a:pt x="0" y="238759"/>
                  </a:lnTo>
                  <a:lnTo>
                    <a:pt x="0" y="241299"/>
                  </a:lnTo>
                  <a:lnTo>
                    <a:pt x="3810" y="241299"/>
                  </a:lnTo>
                  <a:lnTo>
                    <a:pt x="3810" y="238759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109"/>
                  </a:lnTo>
                  <a:lnTo>
                    <a:pt x="3810" y="245109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45109"/>
                  </a:moveTo>
                  <a:lnTo>
                    <a:pt x="0" y="245109"/>
                  </a:lnTo>
                  <a:lnTo>
                    <a:pt x="0" y="247649"/>
                  </a:lnTo>
                  <a:lnTo>
                    <a:pt x="3810" y="247649"/>
                  </a:lnTo>
                  <a:lnTo>
                    <a:pt x="3810" y="245109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59"/>
                  </a:lnTo>
                  <a:lnTo>
                    <a:pt x="3810" y="251459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2540" y="251459"/>
                  </a:moveTo>
                  <a:lnTo>
                    <a:pt x="0" y="251459"/>
                  </a:lnTo>
                  <a:lnTo>
                    <a:pt x="0" y="252729"/>
                  </a:lnTo>
                  <a:lnTo>
                    <a:pt x="2540" y="252729"/>
                  </a:lnTo>
                  <a:lnTo>
                    <a:pt x="2540" y="251459"/>
                  </a:lnTo>
                  <a:close/>
                </a:path>
              </a:pathLst>
            </a:custGeom>
            <a:solidFill>
              <a:srgbClr val="7A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1689100" y="5154930"/>
              <a:ext cx="3810" cy="224790"/>
            </a:xfrm>
            <a:custGeom>
              <a:avLst/>
              <a:gdLst/>
              <a:ahLst/>
              <a:cxnLst/>
              <a:rect l="l" t="t" r="r" b="b"/>
              <a:pathLst>
                <a:path w="3810" h="224789">
                  <a:moveTo>
                    <a:pt x="3810" y="22872"/>
                  </a:moveTo>
                  <a:lnTo>
                    <a:pt x="0" y="2287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872"/>
                  </a:lnTo>
                  <a:close/>
                </a:path>
                <a:path w="3810" h="224789">
                  <a:moveTo>
                    <a:pt x="3810" y="16522"/>
                  </a:moveTo>
                  <a:lnTo>
                    <a:pt x="0" y="1652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22"/>
                  </a:lnTo>
                  <a:close/>
                </a:path>
                <a:path w="3810" h="224789">
                  <a:moveTo>
                    <a:pt x="381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72"/>
                  </a:lnTo>
                  <a:close/>
                </a:path>
                <a:path w="3810" h="224789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10" h="224789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1692910" y="5154930"/>
              <a:ext cx="3810" cy="250190"/>
            </a:xfrm>
            <a:custGeom>
              <a:avLst/>
              <a:gdLst/>
              <a:ahLst/>
              <a:cxnLst/>
              <a:rect l="l" t="t" r="r" b="b"/>
              <a:pathLst>
                <a:path w="3810" h="250189">
                  <a:moveTo>
                    <a:pt x="380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10" h="250189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10" h="250189">
                  <a:moveTo>
                    <a:pt x="380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0160"/>
                  </a:lnTo>
                  <a:close/>
                </a:path>
                <a:path w="3810" h="250189">
                  <a:moveTo>
                    <a:pt x="3809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16510"/>
                  </a:lnTo>
                  <a:close/>
                </a:path>
                <a:path w="3810" h="250189">
                  <a:moveTo>
                    <a:pt x="3809" y="22860"/>
                  </a:moveTo>
                  <a:lnTo>
                    <a:pt x="0" y="22860"/>
                  </a:lnTo>
                  <a:lnTo>
                    <a:pt x="0" y="224790"/>
                  </a:lnTo>
                  <a:lnTo>
                    <a:pt x="3809" y="224790"/>
                  </a:lnTo>
                  <a:lnTo>
                    <a:pt x="3809" y="22860"/>
                  </a:lnTo>
                  <a:close/>
                </a:path>
                <a:path w="3810" h="250189">
                  <a:moveTo>
                    <a:pt x="3809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09" y="227330"/>
                  </a:lnTo>
                  <a:lnTo>
                    <a:pt x="3809" y="224790"/>
                  </a:lnTo>
                  <a:close/>
                </a:path>
                <a:path w="3810" h="250189">
                  <a:moveTo>
                    <a:pt x="3809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3809" y="231140"/>
                  </a:lnTo>
                  <a:lnTo>
                    <a:pt x="3809" y="227330"/>
                  </a:lnTo>
                  <a:close/>
                </a:path>
                <a:path w="3810" h="250189">
                  <a:moveTo>
                    <a:pt x="3809" y="231140"/>
                  </a:moveTo>
                  <a:lnTo>
                    <a:pt x="0" y="231140"/>
                  </a:lnTo>
                  <a:lnTo>
                    <a:pt x="0" y="233680"/>
                  </a:lnTo>
                  <a:lnTo>
                    <a:pt x="3809" y="233680"/>
                  </a:lnTo>
                  <a:lnTo>
                    <a:pt x="3809" y="231140"/>
                  </a:lnTo>
                  <a:close/>
                </a:path>
                <a:path w="3810" h="250189">
                  <a:moveTo>
                    <a:pt x="3809" y="233680"/>
                  </a:moveTo>
                  <a:lnTo>
                    <a:pt x="0" y="233680"/>
                  </a:lnTo>
                  <a:lnTo>
                    <a:pt x="0" y="237490"/>
                  </a:lnTo>
                  <a:lnTo>
                    <a:pt x="3809" y="237490"/>
                  </a:lnTo>
                  <a:lnTo>
                    <a:pt x="3809" y="233680"/>
                  </a:lnTo>
                  <a:close/>
                </a:path>
                <a:path w="3810" h="250189">
                  <a:moveTo>
                    <a:pt x="3809" y="237490"/>
                  </a:moveTo>
                  <a:lnTo>
                    <a:pt x="0" y="237490"/>
                  </a:lnTo>
                  <a:lnTo>
                    <a:pt x="0" y="240030"/>
                  </a:lnTo>
                  <a:lnTo>
                    <a:pt x="3809" y="240030"/>
                  </a:lnTo>
                  <a:lnTo>
                    <a:pt x="3809" y="237490"/>
                  </a:lnTo>
                  <a:close/>
                </a:path>
                <a:path w="3810" h="250189">
                  <a:moveTo>
                    <a:pt x="3809" y="240030"/>
                  </a:moveTo>
                  <a:lnTo>
                    <a:pt x="0" y="240030"/>
                  </a:lnTo>
                  <a:lnTo>
                    <a:pt x="0" y="243840"/>
                  </a:lnTo>
                  <a:lnTo>
                    <a:pt x="3809" y="243840"/>
                  </a:lnTo>
                  <a:lnTo>
                    <a:pt x="3809" y="240030"/>
                  </a:lnTo>
                  <a:close/>
                </a:path>
                <a:path w="3810" h="250189">
                  <a:moveTo>
                    <a:pt x="3809" y="243840"/>
                  </a:moveTo>
                  <a:lnTo>
                    <a:pt x="0" y="243840"/>
                  </a:lnTo>
                  <a:lnTo>
                    <a:pt x="0" y="246380"/>
                  </a:lnTo>
                  <a:lnTo>
                    <a:pt x="3809" y="246380"/>
                  </a:lnTo>
                  <a:lnTo>
                    <a:pt x="3809" y="243840"/>
                  </a:lnTo>
                  <a:close/>
                </a:path>
                <a:path w="3810" h="250189">
                  <a:moveTo>
                    <a:pt x="3809" y="246380"/>
                  </a:moveTo>
                  <a:lnTo>
                    <a:pt x="0" y="246380"/>
                  </a:lnTo>
                  <a:lnTo>
                    <a:pt x="0" y="250190"/>
                  </a:lnTo>
                  <a:lnTo>
                    <a:pt x="2539" y="250190"/>
                  </a:lnTo>
                  <a:lnTo>
                    <a:pt x="2539" y="248920"/>
                  </a:lnTo>
                  <a:lnTo>
                    <a:pt x="3809" y="248920"/>
                  </a:lnTo>
                  <a:lnTo>
                    <a:pt x="3809" y="246380"/>
                  </a:lnTo>
                  <a:close/>
                </a:path>
              </a:pathLst>
            </a:custGeom>
            <a:solidFill>
              <a:srgbClr val="7F9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1696720" y="5154930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10" h="248920">
                  <a:moveTo>
                    <a:pt x="381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3852"/>
                  </a:lnTo>
                  <a:close/>
                </a:path>
                <a:path w="3810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10" h="248920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10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10" h="248920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10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48920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48920">
                  <a:moveTo>
                    <a:pt x="3810" y="22872"/>
                  </a:moveTo>
                  <a:lnTo>
                    <a:pt x="0" y="2287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872"/>
                  </a:lnTo>
                  <a:close/>
                </a:path>
                <a:path w="3810" h="248920">
                  <a:moveTo>
                    <a:pt x="3810" y="16522"/>
                  </a:moveTo>
                  <a:lnTo>
                    <a:pt x="0" y="1652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22"/>
                  </a:lnTo>
                  <a:close/>
                </a:path>
                <a:path w="3810" h="248920">
                  <a:moveTo>
                    <a:pt x="381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72"/>
                  </a:lnTo>
                  <a:close/>
                </a:path>
                <a:path w="3810" h="248920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294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1700530" y="5154930"/>
              <a:ext cx="2540" cy="224790"/>
            </a:xfrm>
            <a:custGeom>
              <a:avLst/>
              <a:gdLst/>
              <a:ahLst/>
              <a:cxnLst/>
              <a:rect l="l" t="t" r="r" b="b"/>
              <a:pathLst>
                <a:path w="2539" h="224789">
                  <a:moveTo>
                    <a:pt x="2540" y="22872"/>
                  </a:moveTo>
                  <a:lnTo>
                    <a:pt x="0" y="22872"/>
                  </a:lnTo>
                  <a:lnTo>
                    <a:pt x="0" y="224790"/>
                  </a:lnTo>
                  <a:lnTo>
                    <a:pt x="2540" y="224790"/>
                  </a:lnTo>
                  <a:lnTo>
                    <a:pt x="2540" y="22872"/>
                  </a:lnTo>
                  <a:close/>
                </a:path>
                <a:path w="2539" h="224789">
                  <a:moveTo>
                    <a:pt x="2540" y="16522"/>
                  </a:moveTo>
                  <a:lnTo>
                    <a:pt x="0" y="16522"/>
                  </a:lnTo>
                  <a:lnTo>
                    <a:pt x="0" y="22860"/>
                  </a:lnTo>
                  <a:lnTo>
                    <a:pt x="2540" y="22860"/>
                  </a:lnTo>
                  <a:lnTo>
                    <a:pt x="2540" y="16522"/>
                  </a:lnTo>
                  <a:close/>
                </a:path>
                <a:path w="2539" h="224789">
                  <a:moveTo>
                    <a:pt x="254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2540" y="16510"/>
                  </a:lnTo>
                  <a:lnTo>
                    <a:pt x="2540" y="10172"/>
                  </a:lnTo>
                  <a:close/>
                </a:path>
                <a:path w="2539" h="224789">
                  <a:moveTo>
                    <a:pt x="254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2540" y="10160"/>
                  </a:lnTo>
                  <a:lnTo>
                    <a:pt x="2540" y="3822"/>
                  </a:lnTo>
                  <a:close/>
                </a:path>
                <a:path w="2539" h="224789">
                  <a:moveTo>
                    <a:pt x="254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40" y="381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8496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1703070" y="5154930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10" h="248920">
                  <a:moveTo>
                    <a:pt x="381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3852"/>
                  </a:lnTo>
                  <a:close/>
                </a:path>
                <a:path w="3810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10" h="248920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10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10" h="248920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10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48920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48920">
                  <a:moveTo>
                    <a:pt x="3810" y="22872"/>
                  </a:moveTo>
                  <a:lnTo>
                    <a:pt x="0" y="2287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872"/>
                  </a:lnTo>
                  <a:close/>
                </a:path>
                <a:path w="3810" h="248920">
                  <a:moveTo>
                    <a:pt x="3810" y="16522"/>
                  </a:moveTo>
                  <a:lnTo>
                    <a:pt x="0" y="1652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22"/>
                  </a:lnTo>
                  <a:close/>
                </a:path>
                <a:path w="3810" h="248920">
                  <a:moveTo>
                    <a:pt x="381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72"/>
                  </a:lnTo>
                  <a:close/>
                </a:path>
                <a:path w="3810" h="248920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799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1706880" y="5154930"/>
              <a:ext cx="3810" cy="224790"/>
            </a:xfrm>
            <a:custGeom>
              <a:avLst/>
              <a:gdLst/>
              <a:ahLst/>
              <a:cxnLst/>
              <a:rect l="l" t="t" r="r" b="b"/>
              <a:pathLst>
                <a:path w="3810" h="224789">
                  <a:moveTo>
                    <a:pt x="3810" y="22872"/>
                  </a:moveTo>
                  <a:lnTo>
                    <a:pt x="0" y="2287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872"/>
                  </a:lnTo>
                  <a:close/>
                </a:path>
                <a:path w="3810" h="224789">
                  <a:moveTo>
                    <a:pt x="3810" y="16522"/>
                  </a:moveTo>
                  <a:lnTo>
                    <a:pt x="0" y="1652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22"/>
                  </a:lnTo>
                  <a:close/>
                </a:path>
                <a:path w="3810" h="224789">
                  <a:moveTo>
                    <a:pt x="381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72"/>
                  </a:lnTo>
                  <a:close/>
                </a:path>
                <a:path w="3810" h="224789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10" h="224789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1710690" y="5154930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10" h="248920">
                  <a:moveTo>
                    <a:pt x="381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3852"/>
                  </a:lnTo>
                  <a:close/>
                </a:path>
                <a:path w="3810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10" h="248920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10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10" h="248920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10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48920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48920">
                  <a:moveTo>
                    <a:pt x="3810" y="22872"/>
                  </a:moveTo>
                  <a:lnTo>
                    <a:pt x="0" y="2287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872"/>
                  </a:lnTo>
                  <a:close/>
                </a:path>
                <a:path w="3810" h="248920">
                  <a:moveTo>
                    <a:pt x="3810" y="16522"/>
                  </a:moveTo>
                  <a:lnTo>
                    <a:pt x="0" y="1652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22"/>
                  </a:lnTo>
                  <a:close/>
                </a:path>
                <a:path w="3810" h="248920">
                  <a:moveTo>
                    <a:pt x="381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72"/>
                  </a:lnTo>
                  <a:close/>
                </a:path>
                <a:path w="3810" h="248920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1714500" y="5156200"/>
              <a:ext cx="3810" cy="246379"/>
            </a:xfrm>
            <a:custGeom>
              <a:avLst/>
              <a:gdLst/>
              <a:ahLst/>
              <a:cxnLst/>
              <a:rect l="l" t="t" r="r" b="b"/>
              <a:pathLst>
                <a:path w="3810" h="246379">
                  <a:moveTo>
                    <a:pt x="3810" y="245122"/>
                  </a:moveTo>
                  <a:lnTo>
                    <a:pt x="0" y="24512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5122"/>
                  </a:lnTo>
                  <a:close/>
                </a:path>
                <a:path w="3810" h="246379">
                  <a:moveTo>
                    <a:pt x="3810" y="242582"/>
                  </a:moveTo>
                  <a:lnTo>
                    <a:pt x="0" y="24258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2582"/>
                  </a:lnTo>
                  <a:close/>
                </a:path>
                <a:path w="3810" h="246379">
                  <a:moveTo>
                    <a:pt x="3810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8772"/>
                  </a:lnTo>
                  <a:close/>
                </a:path>
                <a:path w="3810" h="246379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10" h="246379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10" h="246379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10" h="246379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10" h="246379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10" h="246379">
                  <a:moveTo>
                    <a:pt x="3810" y="21602"/>
                  </a:moveTo>
                  <a:lnTo>
                    <a:pt x="0" y="2160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602"/>
                  </a:lnTo>
                  <a:close/>
                </a:path>
                <a:path w="3810" h="246379">
                  <a:moveTo>
                    <a:pt x="3810" y="15252"/>
                  </a:moveTo>
                  <a:lnTo>
                    <a:pt x="0" y="1525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5252"/>
                  </a:lnTo>
                  <a:close/>
                </a:path>
                <a:path w="3810" h="246379">
                  <a:moveTo>
                    <a:pt x="381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8902"/>
                  </a:lnTo>
                  <a:close/>
                </a:path>
                <a:path w="3810" h="246379">
                  <a:moveTo>
                    <a:pt x="381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2552"/>
                  </a:lnTo>
                  <a:close/>
                </a:path>
                <a:path w="3810" h="246379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F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1718310" y="5156200"/>
              <a:ext cx="3810" cy="246379"/>
            </a:xfrm>
            <a:custGeom>
              <a:avLst/>
              <a:gdLst/>
              <a:ahLst/>
              <a:cxnLst/>
              <a:rect l="l" t="t" r="r" b="b"/>
              <a:pathLst>
                <a:path w="3810" h="246379">
                  <a:moveTo>
                    <a:pt x="2540" y="245122"/>
                  </a:moveTo>
                  <a:lnTo>
                    <a:pt x="0" y="245122"/>
                  </a:lnTo>
                  <a:lnTo>
                    <a:pt x="0" y="246380"/>
                  </a:lnTo>
                  <a:lnTo>
                    <a:pt x="2540" y="246380"/>
                  </a:lnTo>
                  <a:lnTo>
                    <a:pt x="2540" y="245122"/>
                  </a:lnTo>
                  <a:close/>
                </a:path>
                <a:path w="3810" h="246379">
                  <a:moveTo>
                    <a:pt x="3810" y="21602"/>
                  </a:moveTo>
                  <a:lnTo>
                    <a:pt x="0" y="2160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602"/>
                  </a:lnTo>
                  <a:close/>
                </a:path>
                <a:path w="3810" h="246379">
                  <a:moveTo>
                    <a:pt x="3810" y="15252"/>
                  </a:moveTo>
                  <a:lnTo>
                    <a:pt x="0" y="1525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5252"/>
                  </a:lnTo>
                  <a:close/>
                </a:path>
                <a:path w="3810" h="246379">
                  <a:moveTo>
                    <a:pt x="381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8902"/>
                  </a:lnTo>
                  <a:close/>
                </a:path>
                <a:path w="3810" h="246379">
                  <a:moveTo>
                    <a:pt x="381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2552"/>
                  </a:lnTo>
                  <a:close/>
                </a:path>
                <a:path w="3810" h="246379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1722120" y="5156200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10" h="245110">
                  <a:moveTo>
                    <a:pt x="3810" y="242582"/>
                  </a:moveTo>
                  <a:lnTo>
                    <a:pt x="0" y="24258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2582"/>
                  </a:lnTo>
                  <a:close/>
                </a:path>
                <a:path w="3810" h="245110">
                  <a:moveTo>
                    <a:pt x="3810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8772"/>
                  </a:lnTo>
                  <a:close/>
                </a:path>
                <a:path w="3810" h="245110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10" h="245110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10" h="245110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10" h="245110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10" h="245110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10" h="245110">
                  <a:moveTo>
                    <a:pt x="3810" y="21602"/>
                  </a:moveTo>
                  <a:lnTo>
                    <a:pt x="0" y="2160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602"/>
                  </a:lnTo>
                  <a:close/>
                </a:path>
                <a:path w="3810" h="245110">
                  <a:moveTo>
                    <a:pt x="3810" y="15252"/>
                  </a:moveTo>
                  <a:lnTo>
                    <a:pt x="0" y="1525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5252"/>
                  </a:lnTo>
                  <a:close/>
                </a:path>
                <a:path w="3810" h="245110">
                  <a:moveTo>
                    <a:pt x="381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8902"/>
                  </a:lnTo>
                  <a:close/>
                </a:path>
                <a:path w="3810" h="245110">
                  <a:moveTo>
                    <a:pt x="381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2552"/>
                  </a:lnTo>
                  <a:close/>
                </a:path>
                <a:path w="3810" h="24511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1725930" y="5157469"/>
              <a:ext cx="2540" cy="222250"/>
            </a:xfrm>
            <a:custGeom>
              <a:avLst/>
              <a:gdLst/>
              <a:ahLst/>
              <a:cxnLst/>
              <a:rect l="l" t="t" r="r" b="b"/>
              <a:pathLst>
                <a:path w="2539" h="222250">
                  <a:moveTo>
                    <a:pt x="2540" y="20332"/>
                  </a:moveTo>
                  <a:lnTo>
                    <a:pt x="0" y="20332"/>
                  </a:lnTo>
                  <a:lnTo>
                    <a:pt x="0" y="222250"/>
                  </a:lnTo>
                  <a:lnTo>
                    <a:pt x="2540" y="222250"/>
                  </a:lnTo>
                  <a:lnTo>
                    <a:pt x="2540" y="20332"/>
                  </a:lnTo>
                  <a:close/>
                </a:path>
                <a:path w="2539" h="222250">
                  <a:moveTo>
                    <a:pt x="254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2540" y="20320"/>
                  </a:lnTo>
                  <a:lnTo>
                    <a:pt x="2540" y="13982"/>
                  </a:lnTo>
                  <a:close/>
                </a:path>
                <a:path w="2539" h="222250">
                  <a:moveTo>
                    <a:pt x="254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2540" y="13970"/>
                  </a:lnTo>
                  <a:lnTo>
                    <a:pt x="2540" y="7632"/>
                  </a:lnTo>
                  <a:close/>
                </a:path>
                <a:path w="2539" h="222250">
                  <a:moveTo>
                    <a:pt x="254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1282"/>
                  </a:lnTo>
                  <a:close/>
                </a:path>
                <a:path w="2539" h="222250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97A6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1728470" y="5157469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10" h="243839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10" h="243839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10" h="243839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10" h="243839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10" h="243839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10" h="243839">
                  <a:moveTo>
                    <a:pt x="381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4802"/>
                  </a:lnTo>
                  <a:close/>
                </a:path>
                <a:path w="3810" h="243839">
                  <a:moveTo>
                    <a:pt x="381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2262"/>
                  </a:lnTo>
                  <a:close/>
                </a:path>
                <a:path w="3810" h="243839">
                  <a:moveTo>
                    <a:pt x="3810" y="20332"/>
                  </a:moveTo>
                  <a:lnTo>
                    <a:pt x="0" y="2033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0332"/>
                  </a:lnTo>
                  <a:close/>
                </a:path>
                <a:path w="3810" h="243839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43839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43839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43839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9A8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1732280" y="5157469"/>
              <a:ext cx="3810" cy="222250"/>
            </a:xfrm>
            <a:custGeom>
              <a:avLst/>
              <a:gdLst/>
              <a:ahLst/>
              <a:cxnLst/>
              <a:rect l="l" t="t" r="r" b="b"/>
              <a:pathLst>
                <a:path w="3810" h="222250">
                  <a:moveTo>
                    <a:pt x="12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3810" h="222250">
                  <a:moveTo>
                    <a:pt x="3810" y="20332"/>
                  </a:moveTo>
                  <a:lnTo>
                    <a:pt x="0" y="2033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0332"/>
                  </a:lnTo>
                  <a:close/>
                </a:path>
                <a:path w="3810" h="22225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2225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2225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</a:pathLst>
            </a:custGeom>
            <a:solidFill>
              <a:srgbClr val="9CA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1736089" y="5158739"/>
              <a:ext cx="3810" cy="242570"/>
            </a:xfrm>
            <a:custGeom>
              <a:avLst/>
              <a:gdLst/>
              <a:ahLst/>
              <a:cxnLst/>
              <a:rect l="l" t="t" r="r" b="b"/>
              <a:pathLst>
                <a:path w="3810" h="242570">
                  <a:moveTo>
                    <a:pt x="254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10" h="242570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10" h="242570">
                  <a:moveTo>
                    <a:pt x="381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2699"/>
                  </a:lnTo>
                  <a:close/>
                </a:path>
                <a:path w="3810" h="242570">
                  <a:moveTo>
                    <a:pt x="3810" y="19049"/>
                  </a:moveTo>
                  <a:lnTo>
                    <a:pt x="0" y="19049"/>
                  </a:lnTo>
                  <a:lnTo>
                    <a:pt x="0" y="220979"/>
                  </a:lnTo>
                  <a:lnTo>
                    <a:pt x="3810" y="220979"/>
                  </a:lnTo>
                  <a:lnTo>
                    <a:pt x="3810" y="19049"/>
                  </a:lnTo>
                  <a:close/>
                </a:path>
                <a:path w="3810" h="242570">
                  <a:moveTo>
                    <a:pt x="3810" y="220979"/>
                  </a:moveTo>
                  <a:lnTo>
                    <a:pt x="0" y="220979"/>
                  </a:lnTo>
                  <a:lnTo>
                    <a:pt x="0" y="223519"/>
                  </a:lnTo>
                  <a:lnTo>
                    <a:pt x="3810" y="223519"/>
                  </a:lnTo>
                  <a:lnTo>
                    <a:pt x="3810" y="220979"/>
                  </a:lnTo>
                  <a:close/>
                </a:path>
                <a:path w="3810" h="242570">
                  <a:moveTo>
                    <a:pt x="3810" y="223519"/>
                  </a:moveTo>
                  <a:lnTo>
                    <a:pt x="0" y="223519"/>
                  </a:lnTo>
                  <a:lnTo>
                    <a:pt x="0" y="227329"/>
                  </a:lnTo>
                  <a:lnTo>
                    <a:pt x="3810" y="227329"/>
                  </a:lnTo>
                  <a:lnTo>
                    <a:pt x="3810" y="223519"/>
                  </a:lnTo>
                  <a:close/>
                </a:path>
                <a:path w="3810" h="242570">
                  <a:moveTo>
                    <a:pt x="3810" y="227329"/>
                  </a:moveTo>
                  <a:lnTo>
                    <a:pt x="0" y="227329"/>
                  </a:lnTo>
                  <a:lnTo>
                    <a:pt x="0" y="229869"/>
                  </a:lnTo>
                  <a:lnTo>
                    <a:pt x="3810" y="229869"/>
                  </a:lnTo>
                  <a:lnTo>
                    <a:pt x="3810" y="227329"/>
                  </a:lnTo>
                  <a:close/>
                </a:path>
                <a:path w="3810" h="242570">
                  <a:moveTo>
                    <a:pt x="3810" y="229869"/>
                  </a:moveTo>
                  <a:lnTo>
                    <a:pt x="0" y="229869"/>
                  </a:lnTo>
                  <a:lnTo>
                    <a:pt x="0" y="233679"/>
                  </a:lnTo>
                  <a:lnTo>
                    <a:pt x="3810" y="233679"/>
                  </a:lnTo>
                  <a:lnTo>
                    <a:pt x="3810" y="229869"/>
                  </a:lnTo>
                  <a:close/>
                </a:path>
                <a:path w="3810" h="242570">
                  <a:moveTo>
                    <a:pt x="3810" y="233679"/>
                  </a:moveTo>
                  <a:lnTo>
                    <a:pt x="0" y="233679"/>
                  </a:lnTo>
                  <a:lnTo>
                    <a:pt x="0" y="236219"/>
                  </a:lnTo>
                  <a:lnTo>
                    <a:pt x="3810" y="236219"/>
                  </a:lnTo>
                  <a:lnTo>
                    <a:pt x="3810" y="233679"/>
                  </a:lnTo>
                  <a:close/>
                </a:path>
                <a:path w="3810" h="242570">
                  <a:moveTo>
                    <a:pt x="3810" y="236219"/>
                  </a:moveTo>
                  <a:lnTo>
                    <a:pt x="0" y="236219"/>
                  </a:lnTo>
                  <a:lnTo>
                    <a:pt x="0" y="240029"/>
                  </a:lnTo>
                  <a:lnTo>
                    <a:pt x="3810" y="240029"/>
                  </a:lnTo>
                  <a:lnTo>
                    <a:pt x="3810" y="236219"/>
                  </a:lnTo>
                  <a:close/>
                </a:path>
                <a:path w="3810" h="242570">
                  <a:moveTo>
                    <a:pt x="3810" y="240029"/>
                  </a:moveTo>
                  <a:lnTo>
                    <a:pt x="0" y="240029"/>
                  </a:lnTo>
                  <a:lnTo>
                    <a:pt x="0" y="242569"/>
                  </a:lnTo>
                  <a:lnTo>
                    <a:pt x="2540" y="242569"/>
                  </a:lnTo>
                  <a:lnTo>
                    <a:pt x="2540" y="241299"/>
                  </a:lnTo>
                  <a:lnTo>
                    <a:pt x="3810" y="241299"/>
                  </a:lnTo>
                  <a:lnTo>
                    <a:pt x="3810" y="240029"/>
                  </a:lnTo>
                  <a:close/>
                </a:path>
              </a:pathLst>
            </a:custGeom>
            <a:solidFill>
              <a:srgbClr val="9FA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1739900" y="5160009"/>
              <a:ext cx="3810" cy="240029"/>
            </a:xfrm>
            <a:custGeom>
              <a:avLst/>
              <a:gdLst/>
              <a:ahLst/>
              <a:cxnLst/>
              <a:rect l="l" t="t" r="r" b="b"/>
              <a:pathLst>
                <a:path w="3810" h="240029">
                  <a:moveTo>
                    <a:pt x="2540" y="238772"/>
                  </a:moveTo>
                  <a:lnTo>
                    <a:pt x="0" y="238772"/>
                  </a:lnTo>
                  <a:lnTo>
                    <a:pt x="0" y="240030"/>
                  </a:lnTo>
                  <a:lnTo>
                    <a:pt x="2540" y="240030"/>
                  </a:lnTo>
                  <a:lnTo>
                    <a:pt x="2540" y="238772"/>
                  </a:lnTo>
                  <a:close/>
                </a:path>
                <a:path w="3810" h="240029">
                  <a:moveTo>
                    <a:pt x="3810" y="234962"/>
                  </a:moveTo>
                  <a:lnTo>
                    <a:pt x="0" y="23496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4962"/>
                  </a:lnTo>
                  <a:close/>
                </a:path>
                <a:path w="3810" h="240029">
                  <a:moveTo>
                    <a:pt x="38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2422"/>
                  </a:lnTo>
                  <a:close/>
                </a:path>
                <a:path w="3810" h="240029">
                  <a:moveTo>
                    <a:pt x="3810" y="228612"/>
                  </a:moveTo>
                  <a:lnTo>
                    <a:pt x="0" y="22861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8612"/>
                  </a:lnTo>
                  <a:close/>
                </a:path>
                <a:path w="3810" h="240029">
                  <a:moveTo>
                    <a:pt x="3810" y="226072"/>
                  </a:moveTo>
                  <a:lnTo>
                    <a:pt x="0" y="22607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6072"/>
                  </a:lnTo>
                  <a:close/>
                </a:path>
                <a:path w="3810" h="240029">
                  <a:moveTo>
                    <a:pt x="381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2262"/>
                  </a:lnTo>
                  <a:close/>
                </a:path>
                <a:path w="3810" h="240029">
                  <a:moveTo>
                    <a:pt x="381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19722"/>
                  </a:lnTo>
                  <a:close/>
                </a:path>
                <a:path w="3810" h="240029">
                  <a:moveTo>
                    <a:pt x="3810" y="17792"/>
                  </a:moveTo>
                  <a:lnTo>
                    <a:pt x="0" y="1779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17792"/>
                  </a:lnTo>
                  <a:close/>
                </a:path>
                <a:path w="3810" h="24002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4002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4002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1743710" y="5160009"/>
              <a:ext cx="3810" cy="219710"/>
            </a:xfrm>
            <a:custGeom>
              <a:avLst/>
              <a:gdLst/>
              <a:ahLst/>
              <a:cxnLst/>
              <a:rect l="l" t="t" r="r" b="b"/>
              <a:pathLst>
                <a:path w="3810" h="219710">
                  <a:moveTo>
                    <a:pt x="3810" y="17792"/>
                  </a:moveTo>
                  <a:lnTo>
                    <a:pt x="0" y="1779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17792"/>
                  </a:lnTo>
                  <a:close/>
                </a:path>
                <a:path w="3810" h="219710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19710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19710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1747519" y="5160009"/>
              <a:ext cx="2540" cy="238760"/>
            </a:xfrm>
            <a:custGeom>
              <a:avLst/>
              <a:gdLst/>
              <a:ahLst/>
              <a:cxnLst/>
              <a:rect l="l" t="t" r="r" b="b"/>
              <a:pathLst>
                <a:path w="2539" h="238760">
                  <a:moveTo>
                    <a:pt x="126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2540" y="5079"/>
                  </a:lnTo>
                  <a:lnTo>
                    <a:pt x="2540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2539" h="238760">
                  <a:moveTo>
                    <a:pt x="254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2540" y="11429"/>
                  </a:lnTo>
                  <a:lnTo>
                    <a:pt x="2540" y="5080"/>
                  </a:lnTo>
                  <a:close/>
                </a:path>
                <a:path w="2539" h="238760">
                  <a:moveTo>
                    <a:pt x="254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2540" y="17779"/>
                  </a:lnTo>
                  <a:lnTo>
                    <a:pt x="2540" y="11430"/>
                  </a:lnTo>
                  <a:close/>
                </a:path>
                <a:path w="2539" h="238760">
                  <a:moveTo>
                    <a:pt x="2540" y="17780"/>
                  </a:moveTo>
                  <a:lnTo>
                    <a:pt x="0" y="17780"/>
                  </a:lnTo>
                  <a:lnTo>
                    <a:pt x="0" y="219709"/>
                  </a:lnTo>
                  <a:lnTo>
                    <a:pt x="2540" y="219709"/>
                  </a:lnTo>
                  <a:lnTo>
                    <a:pt x="2540" y="17780"/>
                  </a:lnTo>
                  <a:close/>
                </a:path>
                <a:path w="2539" h="238760">
                  <a:moveTo>
                    <a:pt x="2540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2540" y="222249"/>
                  </a:lnTo>
                  <a:lnTo>
                    <a:pt x="2540" y="219709"/>
                  </a:lnTo>
                  <a:close/>
                </a:path>
                <a:path w="2539" h="238760">
                  <a:moveTo>
                    <a:pt x="2540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2540" y="226059"/>
                  </a:lnTo>
                  <a:lnTo>
                    <a:pt x="2540" y="222250"/>
                  </a:lnTo>
                  <a:close/>
                </a:path>
                <a:path w="2539" h="238760">
                  <a:moveTo>
                    <a:pt x="2540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2540" y="228599"/>
                  </a:lnTo>
                  <a:lnTo>
                    <a:pt x="2540" y="226059"/>
                  </a:lnTo>
                  <a:close/>
                </a:path>
                <a:path w="2539" h="238760">
                  <a:moveTo>
                    <a:pt x="2540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2540" y="232409"/>
                  </a:lnTo>
                  <a:lnTo>
                    <a:pt x="2540" y="228600"/>
                  </a:lnTo>
                  <a:close/>
                </a:path>
                <a:path w="2539" h="238760">
                  <a:moveTo>
                    <a:pt x="2540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2540" y="234949"/>
                  </a:lnTo>
                  <a:lnTo>
                    <a:pt x="2540" y="232409"/>
                  </a:lnTo>
                  <a:close/>
                </a:path>
                <a:path w="2539" h="238760">
                  <a:moveTo>
                    <a:pt x="2540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2540" y="238759"/>
                  </a:lnTo>
                  <a:lnTo>
                    <a:pt x="2540" y="234950"/>
                  </a:lnTo>
                  <a:close/>
                </a:path>
              </a:pathLst>
            </a:custGeom>
            <a:solidFill>
              <a:srgbClr val="A7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1750060" y="5161280"/>
              <a:ext cx="5080" cy="236220"/>
            </a:xfrm>
            <a:custGeom>
              <a:avLst/>
              <a:gdLst/>
              <a:ahLst/>
              <a:cxnLst/>
              <a:rect l="l" t="t" r="r" b="b"/>
              <a:pathLst>
                <a:path w="5080" h="236220">
                  <a:moveTo>
                    <a:pt x="508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5080" y="236220"/>
                  </a:lnTo>
                  <a:lnTo>
                    <a:pt x="5080" y="233692"/>
                  </a:lnTo>
                  <a:close/>
                </a:path>
                <a:path w="5080" h="236220">
                  <a:moveTo>
                    <a:pt x="508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5080" y="233680"/>
                  </a:lnTo>
                  <a:lnTo>
                    <a:pt x="5080" y="231152"/>
                  </a:lnTo>
                  <a:close/>
                </a:path>
                <a:path w="5080" h="236220">
                  <a:moveTo>
                    <a:pt x="508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5080" y="231140"/>
                  </a:lnTo>
                  <a:lnTo>
                    <a:pt x="5080" y="227342"/>
                  </a:lnTo>
                  <a:close/>
                </a:path>
                <a:path w="5080" h="236220">
                  <a:moveTo>
                    <a:pt x="508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5080" y="227330"/>
                  </a:lnTo>
                  <a:lnTo>
                    <a:pt x="5080" y="224802"/>
                  </a:lnTo>
                  <a:close/>
                </a:path>
                <a:path w="5080" h="236220">
                  <a:moveTo>
                    <a:pt x="508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5080" y="224790"/>
                  </a:lnTo>
                  <a:lnTo>
                    <a:pt x="5080" y="220992"/>
                  </a:lnTo>
                  <a:close/>
                </a:path>
                <a:path w="5080" h="236220">
                  <a:moveTo>
                    <a:pt x="5080" y="218452"/>
                  </a:moveTo>
                  <a:lnTo>
                    <a:pt x="0" y="218452"/>
                  </a:lnTo>
                  <a:lnTo>
                    <a:pt x="0" y="220980"/>
                  </a:lnTo>
                  <a:lnTo>
                    <a:pt x="5080" y="220980"/>
                  </a:lnTo>
                  <a:lnTo>
                    <a:pt x="5080" y="218452"/>
                  </a:lnTo>
                  <a:close/>
                </a:path>
                <a:path w="5080" h="236220">
                  <a:moveTo>
                    <a:pt x="5080" y="16522"/>
                  </a:moveTo>
                  <a:lnTo>
                    <a:pt x="0" y="16522"/>
                  </a:lnTo>
                  <a:lnTo>
                    <a:pt x="0" y="218440"/>
                  </a:lnTo>
                  <a:lnTo>
                    <a:pt x="5080" y="218440"/>
                  </a:lnTo>
                  <a:lnTo>
                    <a:pt x="5080" y="16522"/>
                  </a:lnTo>
                  <a:close/>
                </a:path>
                <a:path w="5080" h="236220">
                  <a:moveTo>
                    <a:pt x="508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5080" y="16510"/>
                  </a:lnTo>
                  <a:lnTo>
                    <a:pt x="5080" y="10172"/>
                  </a:lnTo>
                  <a:close/>
                </a:path>
                <a:path w="5080" h="236220">
                  <a:moveTo>
                    <a:pt x="508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5080" y="10160"/>
                  </a:lnTo>
                  <a:lnTo>
                    <a:pt x="5080" y="3822"/>
                  </a:lnTo>
                  <a:close/>
                </a:path>
                <a:path w="5080" h="236220">
                  <a:moveTo>
                    <a:pt x="50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5080" y="3810"/>
                  </a:lnTo>
                  <a:lnTo>
                    <a:pt x="5080" y="0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1755139" y="5161280"/>
              <a:ext cx="2540" cy="236220"/>
            </a:xfrm>
            <a:custGeom>
              <a:avLst/>
              <a:gdLst/>
              <a:ahLst/>
              <a:cxnLst/>
              <a:rect l="l" t="t" r="r" b="b"/>
              <a:pathLst>
                <a:path w="2539" h="236220">
                  <a:moveTo>
                    <a:pt x="127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40" y="381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2539" h="236220">
                  <a:moveTo>
                    <a:pt x="254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2540" y="10160"/>
                  </a:lnTo>
                  <a:lnTo>
                    <a:pt x="2540" y="3810"/>
                  </a:lnTo>
                  <a:close/>
                </a:path>
                <a:path w="2539" h="236220">
                  <a:moveTo>
                    <a:pt x="254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2540" y="16510"/>
                  </a:lnTo>
                  <a:lnTo>
                    <a:pt x="2540" y="10160"/>
                  </a:lnTo>
                  <a:close/>
                </a:path>
                <a:path w="2539" h="236220">
                  <a:moveTo>
                    <a:pt x="2540" y="16510"/>
                  </a:moveTo>
                  <a:lnTo>
                    <a:pt x="0" y="16510"/>
                  </a:lnTo>
                  <a:lnTo>
                    <a:pt x="0" y="218440"/>
                  </a:lnTo>
                  <a:lnTo>
                    <a:pt x="2540" y="218440"/>
                  </a:lnTo>
                  <a:lnTo>
                    <a:pt x="2540" y="16510"/>
                  </a:lnTo>
                  <a:close/>
                </a:path>
                <a:path w="2539" h="236220">
                  <a:moveTo>
                    <a:pt x="2540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2540" y="220980"/>
                  </a:lnTo>
                  <a:lnTo>
                    <a:pt x="2540" y="218440"/>
                  </a:lnTo>
                  <a:close/>
                </a:path>
                <a:path w="2539" h="236220">
                  <a:moveTo>
                    <a:pt x="2540" y="220980"/>
                  </a:moveTo>
                  <a:lnTo>
                    <a:pt x="0" y="220980"/>
                  </a:lnTo>
                  <a:lnTo>
                    <a:pt x="0" y="224790"/>
                  </a:lnTo>
                  <a:lnTo>
                    <a:pt x="2540" y="224790"/>
                  </a:lnTo>
                  <a:lnTo>
                    <a:pt x="2540" y="220980"/>
                  </a:lnTo>
                  <a:close/>
                </a:path>
                <a:path w="2539" h="236220">
                  <a:moveTo>
                    <a:pt x="2540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2540" y="227330"/>
                  </a:lnTo>
                  <a:lnTo>
                    <a:pt x="2540" y="224790"/>
                  </a:lnTo>
                  <a:close/>
                </a:path>
                <a:path w="2539" h="236220">
                  <a:moveTo>
                    <a:pt x="2540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2540" y="231140"/>
                  </a:lnTo>
                  <a:lnTo>
                    <a:pt x="2540" y="227330"/>
                  </a:lnTo>
                  <a:close/>
                </a:path>
                <a:path w="2539" h="236220">
                  <a:moveTo>
                    <a:pt x="2540" y="231140"/>
                  </a:moveTo>
                  <a:lnTo>
                    <a:pt x="0" y="231140"/>
                  </a:lnTo>
                  <a:lnTo>
                    <a:pt x="0" y="233680"/>
                  </a:lnTo>
                  <a:lnTo>
                    <a:pt x="2540" y="233680"/>
                  </a:lnTo>
                  <a:lnTo>
                    <a:pt x="2540" y="231140"/>
                  </a:lnTo>
                  <a:close/>
                </a:path>
                <a:path w="2539" h="236220">
                  <a:moveTo>
                    <a:pt x="2540" y="233680"/>
                  </a:moveTo>
                  <a:lnTo>
                    <a:pt x="0" y="233680"/>
                  </a:lnTo>
                  <a:lnTo>
                    <a:pt x="0" y="236220"/>
                  </a:lnTo>
                  <a:lnTo>
                    <a:pt x="2540" y="236220"/>
                  </a:lnTo>
                  <a:lnTo>
                    <a:pt x="2540" y="233680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1757680" y="5162550"/>
              <a:ext cx="3810" cy="234950"/>
            </a:xfrm>
            <a:custGeom>
              <a:avLst/>
              <a:gdLst/>
              <a:ahLst/>
              <a:cxnLst/>
              <a:rect l="l" t="t" r="r" b="b"/>
              <a:pathLst>
                <a:path w="3810" h="234950">
                  <a:moveTo>
                    <a:pt x="253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  <a:path w="3810" h="234950">
                  <a:moveTo>
                    <a:pt x="3809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2540"/>
                  </a:lnTo>
                  <a:close/>
                </a:path>
                <a:path w="3810" h="234950">
                  <a:moveTo>
                    <a:pt x="3809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8890"/>
                  </a:lnTo>
                  <a:close/>
                </a:path>
                <a:path w="3810" h="234950">
                  <a:moveTo>
                    <a:pt x="3809" y="15240"/>
                  </a:moveTo>
                  <a:lnTo>
                    <a:pt x="0" y="15240"/>
                  </a:lnTo>
                  <a:lnTo>
                    <a:pt x="0" y="217169"/>
                  </a:lnTo>
                  <a:lnTo>
                    <a:pt x="3809" y="217169"/>
                  </a:lnTo>
                  <a:lnTo>
                    <a:pt x="3809" y="15240"/>
                  </a:lnTo>
                  <a:close/>
                </a:path>
                <a:path w="3810" h="234950">
                  <a:moveTo>
                    <a:pt x="3809" y="217170"/>
                  </a:moveTo>
                  <a:lnTo>
                    <a:pt x="0" y="217170"/>
                  </a:lnTo>
                  <a:lnTo>
                    <a:pt x="0" y="219709"/>
                  </a:lnTo>
                  <a:lnTo>
                    <a:pt x="3809" y="219709"/>
                  </a:lnTo>
                  <a:lnTo>
                    <a:pt x="3809" y="217170"/>
                  </a:lnTo>
                  <a:close/>
                </a:path>
                <a:path w="3810" h="234950">
                  <a:moveTo>
                    <a:pt x="3809" y="219710"/>
                  </a:moveTo>
                  <a:lnTo>
                    <a:pt x="0" y="219710"/>
                  </a:lnTo>
                  <a:lnTo>
                    <a:pt x="0" y="223519"/>
                  </a:lnTo>
                  <a:lnTo>
                    <a:pt x="3809" y="223519"/>
                  </a:lnTo>
                  <a:lnTo>
                    <a:pt x="3809" y="219710"/>
                  </a:lnTo>
                  <a:close/>
                </a:path>
                <a:path w="3810" h="234950">
                  <a:moveTo>
                    <a:pt x="3809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3809" y="226059"/>
                  </a:lnTo>
                  <a:lnTo>
                    <a:pt x="3809" y="223520"/>
                  </a:lnTo>
                  <a:close/>
                </a:path>
                <a:path w="3810" h="234950">
                  <a:moveTo>
                    <a:pt x="3809" y="226060"/>
                  </a:moveTo>
                  <a:lnTo>
                    <a:pt x="0" y="226060"/>
                  </a:lnTo>
                  <a:lnTo>
                    <a:pt x="0" y="229869"/>
                  </a:lnTo>
                  <a:lnTo>
                    <a:pt x="3809" y="229869"/>
                  </a:lnTo>
                  <a:lnTo>
                    <a:pt x="3809" y="226060"/>
                  </a:lnTo>
                  <a:close/>
                </a:path>
                <a:path w="3810" h="234950">
                  <a:moveTo>
                    <a:pt x="3809" y="229870"/>
                  </a:moveTo>
                  <a:lnTo>
                    <a:pt x="0" y="229870"/>
                  </a:lnTo>
                  <a:lnTo>
                    <a:pt x="0" y="232409"/>
                  </a:lnTo>
                  <a:lnTo>
                    <a:pt x="3809" y="232409"/>
                  </a:lnTo>
                  <a:lnTo>
                    <a:pt x="3809" y="229870"/>
                  </a:lnTo>
                  <a:close/>
                </a:path>
                <a:path w="3810" h="234950">
                  <a:moveTo>
                    <a:pt x="3809" y="232410"/>
                  </a:moveTo>
                  <a:lnTo>
                    <a:pt x="0" y="232410"/>
                  </a:lnTo>
                  <a:lnTo>
                    <a:pt x="0" y="234950"/>
                  </a:lnTo>
                  <a:lnTo>
                    <a:pt x="2539" y="234950"/>
                  </a:lnTo>
                  <a:lnTo>
                    <a:pt x="2539" y="233680"/>
                  </a:lnTo>
                  <a:lnTo>
                    <a:pt x="3809" y="233680"/>
                  </a:lnTo>
                  <a:lnTo>
                    <a:pt x="3809" y="232410"/>
                  </a:lnTo>
                  <a:close/>
                </a:path>
              </a:pathLst>
            </a:custGeom>
            <a:solidFill>
              <a:srgbClr val="AEBA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1761490" y="5163819"/>
              <a:ext cx="3810" cy="232410"/>
            </a:xfrm>
            <a:custGeom>
              <a:avLst/>
              <a:gdLst/>
              <a:ahLst/>
              <a:cxnLst/>
              <a:rect l="l" t="t" r="r" b="b"/>
              <a:pathLst>
                <a:path w="3810" h="232410">
                  <a:moveTo>
                    <a:pt x="1270" y="231152"/>
                  </a:moveTo>
                  <a:lnTo>
                    <a:pt x="0" y="231152"/>
                  </a:lnTo>
                  <a:lnTo>
                    <a:pt x="0" y="232410"/>
                  </a:lnTo>
                  <a:lnTo>
                    <a:pt x="1270" y="232410"/>
                  </a:lnTo>
                  <a:lnTo>
                    <a:pt x="1270" y="231152"/>
                  </a:lnTo>
                  <a:close/>
                </a:path>
                <a:path w="3810" h="23241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10" h="232410">
                  <a:moveTo>
                    <a:pt x="381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4802"/>
                  </a:lnTo>
                  <a:close/>
                </a:path>
                <a:path w="3810" h="232410">
                  <a:moveTo>
                    <a:pt x="381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2262"/>
                  </a:lnTo>
                  <a:close/>
                </a:path>
                <a:path w="3810" h="232410">
                  <a:moveTo>
                    <a:pt x="3810" y="218452"/>
                  </a:moveTo>
                  <a:lnTo>
                    <a:pt x="0" y="21845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18452"/>
                  </a:lnTo>
                  <a:close/>
                </a:path>
                <a:path w="3810" h="232410">
                  <a:moveTo>
                    <a:pt x="3810" y="215912"/>
                  </a:moveTo>
                  <a:lnTo>
                    <a:pt x="0" y="215912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5912"/>
                  </a:lnTo>
                  <a:close/>
                </a:path>
                <a:path w="3810" h="232410">
                  <a:moveTo>
                    <a:pt x="3810" y="13982"/>
                  </a:moveTo>
                  <a:lnTo>
                    <a:pt x="0" y="13982"/>
                  </a:lnTo>
                  <a:lnTo>
                    <a:pt x="0" y="215900"/>
                  </a:lnTo>
                  <a:lnTo>
                    <a:pt x="3810" y="215900"/>
                  </a:lnTo>
                  <a:lnTo>
                    <a:pt x="3810" y="13982"/>
                  </a:lnTo>
                  <a:close/>
                </a:path>
                <a:path w="3810" h="23241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3241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3241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1BD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1765300" y="5163820"/>
              <a:ext cx="3810" cy="231140"/>
            </a:xfrm>
            <a:custGeom>
              <a:avLst/>
              <a:gdLst/>
              <a:ahLst/>
              <a:cxnLst/>
              <a:rect l="l" t="t" r="r" b="b"/>
              <a:pathLst>
                <a:path w="3810" h="231139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231139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10" h="231139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10" h="231139">
                  <a:moveTo>
                    <a:pt x="3810" y="13969"/>
                  </a:moveTo>
                  <a:lnTo>
                    <a:pt x="0" y="13969"/>
                  </a:lnTo>
                  <a:lnTo>
                    <a:pt x="0" y="215899"/>
                  </a:lnTo>
                  <a:lnTo>
                    <a:pt x="3810" y="215899"/>
                  </a:lnTo>
                  <a:lnTo>
                    <a:pt x="3810" y="13969"/>
                  </a:lnTo>
                  <a:close/>
                </a:path>
                <a:path w="3810" h="231139">
                  <a:moveTo>
                    <a:pt x="3810" y="215899"/>
                  </a:moveTo>
                  <a:lnTo>
                    <a:pt x="0" y="215899"/>
                  </a:lnTo>
                  <a:lnTo>
                    <a:pt x="0" y="218439"/>
                  </a:lnTo>
                  <a:lnTo>
                    <a:pt x="3810" y="218439"/>
                  </a:lnTo>
                  <a:lnTo>
                    <a:pt x="3810" y="215899"/>
                  </a:lnTo>
                  <a:close/>
                </a:path>
                <a:path w="3810" h="231139">
                  <a:moveTo>
                    <a:pt x="3810" y="218439"/>
                  </a:moveTo>
                  <a:lnTo>
                    <a:pt x="0" y="218439"/>
                  </a:lnTo>
                  <a:lnTo>
                    <a:pt x="0" y="222249"/>
                  </a:lnTo>
                  <a:lnTo>
                    <a:pt x="3810" y="222249"/>
                  </a:lnTo>
                  <a:lnTo>
                    <a:pt x="3810" y="218439"/>
                  </a:lnTo>
                  <a:close/>
                </a:path>
                <a:path w="3810" h="231139">
                  <a:moveTo>
                    <a:pt x="3810" y="222249"/>
                  </a:moveTo>
                  <a:lnTo>
                    <a:pt x="0" y="222249"/>
                  </a:lnTo>
                  <a:lnTo>
                    <a:pt x="0" y="224789"/>
                  </a:lnTo>
                  <a:lnTo>
                    <a:pt x="3810" y="224789"/>
                  </a:lnTo>
                  <a:lnTo>
                    <a:pt x="3810" y="222249"/>
                  </a:lnTo>
                  <a:close/>
                </a:path>
                <a:path w="3810" h="231139">
                  <a:moveTo>
                    <a:pt x="3810" y="224789"/>
                  </a:moveTo>
                  <a:lnTo>
                    <a:pt x="0" y="22478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4789"/>
                  </a:lnTo>
                  <a:close/>
                </a:path>
                <a:path w="3810" h="231139">
                  <a:moveTo>
                    <a:pt x="3810" y="228599"/>
                  </a:moveTo>
                  <a:lnTo>
                    <a:pt x="0" y="228599"/>
                  </a:lnTo>
                  <a:lnTo>
                    <a:pt x="0" y="231139"/>
                  </a:lnTo>
                  <a:lnTo>
                    <a:pt x="2540" y="231139"/>
                  </a:lnTo>
                  <a:lnTo>
                    <a:pt x="2540" y="229869"/>
                  </a:lnTo>
                  <a:lnTo>
                    <a:pt x="3810" y="229869"/>
                  </a:lnTo>
                  <a:lnTo>
                    <a:pt x="3810" y="228599"/>
                  </a:lnTo>
                  <a:close/>
                </a:path>
              </a:pathLst>
            </a:custGeom>
            <a:solidFill>
              <a:srgbClr val="B4BF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1769110" y="5165102"/>
              <a:ext cx="3810" cy="228600"/>
            </a:xfrm>
            <a:custGeom>
              <a:avLst/>
              <a:gdLst/>
              <a:ahLst/>
              <a:cxnLst/>
              <a:rect l="l" t="t" r="r" b="b"/>
              <a:pathLst>
                <a:path w="3810" h="228600">
                  <a:moveTo>
                    <a:pt x="2540" y="227330"/>
                  </a:moveTo>
                  <a:lnTo>
                    <a:pt x="0" y="227330"/>
                  </a:lnTo>
                  <a:lnTo>
                    <a:pt x="0" y="228587"/>
                  </a:lnTo>
                  <a:lnTo>
                    <a:pt x="2540" y="228587"/>
                  </a:lnTo>
                  <a:lnTo>
                    <a:pt x="2540" y="227330"/>
                  </a:lnTo>
                  <a:close/>
                </a:path>
                <a:path w="3810" h="228600">
                  <a:moveTo>
                    <a:pt x="3810" y="223520"/>
                  </a:moveTo>
                  <a:lnTo>
                    <a:pt x="0" y="223520"/>
                  </a:lnTo>
                  <a:lnTo>
                    <a:pt x="0" y="227317"/>
                  </a:lnTo>
                  <a:lnTo>
                    <a:pt x="3810" y="227317"/>
                  </a:lnTo>
                  <a:lnTo>
                    <a:pt x="3810" y="223520"/>
                  </a:lnTo>
                  <a:close/>
                </a:path>
                <a:path w="3810" h="228600">
                  <a:moveTo>
                    <a:pt x="3810" y="220980"/>
                  </a:moveTo>
                  <a:lnTo>
                    <a:pt x="0" y="220980"/>
                  </a:lnTo>
                  <a:lnTo>
                    <a:pt x="0" y="223507"/>
                  </a:lnTo>
                  <a:lnTo>
                    <a:pt x="3810" y="223507"/>
                  </a:lnTo>
                  <a:lnTo>
                    <a:pt x="3810" y="220980"/>
                  </a:lnTo>
                  <a:close/>
                </a:path>
                <a:path w="3810" h="228600">
                  <a:moveTo>
                    <a:pt x="3810" y="217170"/>
                  </a:moveTo>
                  <a:lnTo>
                    <a:pt x="0" y="21717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217170"/>
                  </a:lnTo>
                  <a:close/>
                </a:path>
                <a:path w="3810" h="228600">
                  <a:moveTo>
                    <a:pt x="3810" y="214630"/>
                  </a:moveTo>
                  <a:lnTo>
                    <a:pt x="0" y="214630"/>
                  </a:lnTo>
                  <a:lnTo>
                    <a:pt x="0" y="217157"/>
                  </a:lnTo>
                  <a:lnTo>
                    <a:pt x="3810" y="217157"/>
                  </a:lnTo>
                  <a:lnTo>
                    <a:pt x="3810" y="214630"/>
                  </a:lnTo>
                  <a:close/>
                </a:path>
                <a:path w="3810" h="228600">
                  <a:moveTo>
                    <a:pt x="3810" y="12700"/>
                  </a:moveTo>
                  <a:lnTo>
                    <a:pt x="0" y="12700"/>
                  </a:lnTo>
                  <a:lnTo>
                    <a:pt x="0" y="214617"/>
                  </a:lnTo>
                  <a:lnTo>
                    <a:pt x="3810" y="214617"/>
                  </a:lnTo>
                  <a:lnTo>
                    <a:pt x="3810" y="12700"/>
                  </a:lnTo>
                  <a:close/>
                </a:path>
                <a:path w="3810" h="22860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10" h="22860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6C1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1772919" y="5165089"/>
              <a:ext cx="3810" cy="227329"/>
            </a:xfrm>
            <a:custGeom>
              <a:avLst/>
              <a:gdLst/>
              <a:ahLst/>
              <a:cxnLst/>
              <a:rect l="l" t="t" r="r" b="b"/>
              <a:pathLst>
                <a:path w="3810" h="227329">
                  <a:moveTo>
                    <a:pt x="126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3810" h="227329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10" h="227329">
                  <a:moveTo>
                    <a:pt x="3810" y="12699"/>
                  </a:moveTo>
                  <a:lnTo>
                    <a:pt x="0" y="12699"/>
                  </a:lnTo>
                  <a:lnTo>
                    <a:pt x="0" y="214629"/>
                  </a:lnTo>
                  <a:lnTo>
                    <a:pt x="3810" y="214629"/>
                  </a:lnTo>
                  <a:lnTo>
                    <a:pt x="3810" y="12699"/>
                  </a:lnTo>
                  <a:close/>
                </a:path>
                <a:path w="3810" h="227329">
                  <a:moveTo>
                    <a:pt x="3810" y="214629"/>
                  </a:moveTo>
                  <a:lnTo>
                    <a:pt x="0" y="214629"/>
                  </a:lnTo>
                  <a:lnTo>
                    <a:pt x="0" y="217169"/>
                  </a:lnTo>
                  <a:lnTo>
                    <a:pt x="3810" y="217169"/>
                  </a:lnTo>
                  <a:lnTo>
                    <a:pt x="3810" y="214629"/>
                  </a:lnTo>
                  <a:close/>
                </a:path>
                <a:path w="3810" h="227329">
                  <a:moveTo>
                    <a:pt x="3810" y="217169"/>
                  </a:moveTo>
                  <a:lnTo>
                    <a:pt x="0" y="217169"/>
                  </a:lnTo>
                  <a:lnTo>
                    <a:pt x="0" y="220979"/>
                  </a:lnTo>
                  <a:lnTo>
                    <a:pt x="3810" y="220979"/>
                  </a:lnTo>
                  <a:lnTo>
                    <a:pt x="3810" y="217169"/>
                  </a:lnTo>
                  <a:close/>
                </a:path>
                <a:path w="3810" h="227329">
                  <a:moveTo>
                    <a:pt x="3810" y="220979"/>
                  </a:moveTo>
                  <a:lnTo>
                    <a:pt x="0" y="220979"/>
                  </a:lnTo>
                  <a:lnTo>
                    <a:pt x="0" y="223519"/>
                  </a:lnTo>
                  <a:lnTo>
                    <a:pt x="3810" y="223519"/>
                  </a:lnTo>
                  <a:lnTo>
                    <a:pt x="3810" y="220979"/>
                  </a:lnTo>
                  <a:close/>
                </a:path>
                <a:path w="3810" h="227329">
                  <a:moveTo>
                    <a:pt x="3810" y="223519"/>
                  </a:moveTo>
                  <a:lnTo>
                    <a:pt x="0" y="223519"/>
                  </a:lnTo>
                  <a:lnTo>
                    <a:pt x="0" y="227329"/>
                  </a:lnTo>
                  <a:lnTo>
                    <a:pt x="3810" y="227329"/>
                  </a:lnTo>
                  <a:lnTo>
                    <a:pt x="3810" y="223519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1776730" y="5166359"/>
              <a:ext cx="2540" cy="226060"/>
            </a:xfrm>
            <a:custGeom>
              <a:avLst/>
              <a:gdLst/>
              <a:ahLst/>
              <a:cxnLst/>
              <a:rect l="l" t="t" r="r" b="b"/>
              <a:pathLst>
                <a:path w="2539" h="226060">
                  <a:moveTo>
                    <a:pt x="126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2539" y="5079"/>
                  </a:lnTo>
                  <a:lnTo>
                    <a:pt x="253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2539" h="226060">
                  <a:moveTo>
                    <a:pt x="253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2539" y="11429"/>
                  </a:lnTo>
                  <a:lnTo>
                    <a:pt x="2539" y="5080"/>
                  </a:lnTo>
                  <a:close/>
                </a:path>
                <a:path w="2539" h="226060">
                  <a:moveTo>
                    <a:pt x="2539" y="11430"/>
                  </a:moveTo>
                  <a:lnTo>
                    <a:pt x="0" y="11430"/>
                  </a:lnTo>
                  <a:lnTo>
                    <a:pt x="0" y="213359"/>
                  </a:lnTo>
                  <a:lnTo>
                    <a:pt x="2539" y="213359"/>
                  </a:lnTo>
                  <a:lnTo>
                    <a:pt x="2539" y="11430"/>
                  </a:lnTo>
                  <a:close/>
                </a:path>
                <a:path w="2539" h="226060">
                  <a:moveTo>
                    <a:pt x="2539" y="213359"/>
                  </a:moveTo>
                  <a:lnTo>
                    <a:pt x="0" y="213359"/>
                  </a:lnTo>
                  <a:lnTo>
                    <a:pt x="0" y="215899"/>
                  </a:lnTo>
                  <a:lnTo>
                    <a:pt x="2539" y="215899"/>
                  </a:lnTo>
                  <a:lnTo>
                    <a:pt x="2539" y="213359"/>
                  </a:lnTo>
                  <a:close/>
                </a:path>
                <a:path w="2539" h="226060">
                  <a:moveTo>
                    <a:pt x="2539" y="215900"/>
                  </a:moveTo>
                  <a:lnTo>
                    <a:pt x="0" y="215900"/>
                  </a:lnTo>
                  <a:lnTo>
                    <a:pt x="0" y="219709"/>
                  </a:lnTo>
                  <a:lnTo>
                    <a:pt x="2539" y="219709"/>
                  </a:lnTo>
                  <a:lnTo>
                    <a:pt x="2539" y="215900"/>
                  </a:lnTo>
                  <a:close/>
                </a:path>
                <a:path w="2539" h="226060">
                  <a:moveTo>
                    <a:pt x="2539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2539" y="222249"/>
                  </a:lnTo>
                  <a:lnTo>
                    <a:pt x="2539" y="219709"/>
                  </a:lnTo>
                  <a:close/>
                </a:path>
                <a:path w="2539" h="226060">
                  <a:moveTo>
                    <a:pt x="2539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1269" y="226059"/>
                  </a:lnTo>
                  <a:lnTo>
                    <a:pt x="1269" y="224789"/>
                  </a:lnTo>
                  <a:lnTo>
                    <a:pt x="2539" y="224789"/>
                  </a:lnTo>
                  <a:lnTo>
                    <a:pt x="2539" y="222250"/>
                  </a:lnTo>
                  <a:close/>
                </a:path>
              </a:pathLst>
            </a:custGeom>
            <a:solidFill>
              <a:srgbClr val="BC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1779269" y="5167630"/>
              <a:ext cx="3810" cy="223520"/>
            </a:xfrm>
            <a:custGeom>
              <a:avLst/>
              <a:gdLst/>
              <a:ahLst/>
              <a:cxnLst/>
              <a:rect l="l" t="t" r="r" b="b"/>
              <a:pathLst>
                <a:path w="3810" h="223520">
                  <a:moveTo>
                    <a:pt x="126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3810" h="223520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10" h="223520">
                  <a:moveTo>
                    <a:pt x="3810" y="10160"/>
                  </a:moveTo>
                  <a:lnTo>
                    <a:pt x="0" y="10160"/>
                  </a:lnTo>
                  <a:lnTo>
                    <a:pt x="0" y="212090"/>
                  </a:lnTo>
                  <a:lnTo>
                    <a:pt x="3810" y="212090"/>
                  </a:lnTo>
                  <a:lnTo>
                    <a:pt x="3810" y="10160"/>
                  </a:lnTo>
                  <a:close/>
                </a:path>
                <a:path w="3810" h="223520">
                  <a:moveTo>
                    <a:pt x="3810" y="212090"/>
                  </a:moveTo>
                  <a:lnTo>
                    <a:pt x="0" y="212090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212090"/>
                  </a:lnTo>
                  <a:close/>
                </a:path>
                <a:path w="3810" h="223520">
                  <a:moveTo>
                    <a:pt x="3810" y="214630"/>
                  </a:moveTo>
                  <a:lnTo>
                    <a:pt x="0" y="214630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4630"/>
                  </a:lnTo>
                  <a:close/>
                </a:path>
                <a:path w="3810" h="223520">
                  <a:moveTo>
                    <a:pt x="3810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8440"/>
                  </a:lnTo>
                  <a:close/>
                </a:path>
                <a:path w="3810" h="223520">
                  <a:moveTo>
                    <a:pt x="3810" y="220980"/>
                  </a:moveTo>
                  <a:lnTo>
                    <a:pt x="0" y="220980"/>
                  </a:lnTo>
                  <a:lnTo>
                    <a:pt x="0" y="223520"/>
                  </a:lnTo>
                  <a:lnTo>
                    <a:pt x="1270" y="223520"/>
                  </a:lnTo>
                  <a:lnTo>
                    <a:pt x="1270" y="222250"/>
                  </a:lnTo>
                  <a:lnTo>
                    <a:pt x="3810" y="222250"/>
                  </a:lnTo>
                  <a:lnTo>
                    <a:pt x="3810" y="220980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1783080" y="5170169"/>
              <a:ext cx="3810" cy="219710"/>
            </a:xfrm>
            <a:custGeom>
              <a:avLst/>
              <a:gdLst/>
              <a:ahLst/>
              <a:cxnLst/>
              <a:rect l="l" t="t" r="r" b="b"/>
              <a:pathLst>
                <a:path w="3810" h="219710">
                  <a:moveTo>
                    <a:pt x="1270" y="218452"/>
                  </a:moveTo>
                  <a:lnTo>
                    <a:pt x="0" y="218452"/>
                  </a:lnTo>
                  <a:lnTo>
                    <a:pt x="0" y="219710"/>
                  </a:lnTo>
                  <a:lnTo>
                    <a:pt x="1270" y="219710"/>
                  </a:lnTo>
                  <a:lnTo>
                    <a:pt x="1270" y="218452"/>
                  </a:lnTo>
                  <a:close/>
                </a:path>
                <a:path w="3810" h="219710">
                  <a:moveTo>
                    <a:pt x="12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3810" h="219710">
                  <a:moveTo>
                    <a:pt x="3810" y="215912"/>
                  </a:moveTo>
                  <a:lnTo>
                    <a:pt x="0" y="215912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5912"/>
                  </a:lnTo>
                  <a:close/>
                </a:path>
                <a:path w="3810" h="219710">
                  <a:moveTo>
                    <a:pt x="3810" y="212102"/>
                  </a:moveTo>
                  <a:lnTo>
                    <a:pt x="0" y="212102"/>
                  </a:lnTo>
                  <a:lnTo>
                    <a:pt x="0" y="215900"/>
                  </a:lnTo>
                  <a:lnTo>
                    <a:pt x="3810" y="215900"/>
                  </a:lnTo>
                  <a:lnTo>
                    <a:pt x="3810" y="212102"/>
                  </a:lnTo>
                  <a:close/>
                </a:path>
                <a:path w="3810" h="219710">
                  <a:moveTo>
                    <a:pt x="3810" y="209562"/>
                  </a:moveTo>
                  <a:lnTo>
                    <a:pt x="0" y="209562"/>
                  </a:lnTo>
                  <a:lnTo>
                    <a:pt x="0" y="212090"/>
                  </a:lnTo>
                  <a:lnTo>
                    <a:pt x="3810" y="212090"/>
                  </a:lnTo>
                  <a:lnTo>
                    <a:pt x="3810" y="209562"/>
                  </a:lnTo>
                  <a:close/>
                </a:path>
                <a:path w="3810" h="219710">
                  <a:moveTo>
                    <a:pt x="3810" y="7632"/>
                  </a:moveTo>
                  <a:lnTo>
                    <a:pt x="0" y="7632"/>
                  </a:lnTo>
                  <a:lnTo>
                    <a:pt x="0" y="209550"/>
                  </a:lnTo>
                  <a:lnTo>
                    <a:pt x="3810" y="209550"/>
                  </a:lnTo>
                  <a:lnTo>
                    <a:pt x="3810" y="7632"/>
                  </a:lnTo>
                  <a:close/>
                </a:path>
                <a:path w="3810" h="21971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1786889" y="5171439"/>
              <a:ext cx="3810" cy="215900"/>
            </a:xfrm>
            <a:custGeom>
              <a:avLst/>
              <a:gdLst/>
              <a:ahLst/>
              <a:cxnLst/>
              <a:rect l="l" t="t" r="r" b="b"/>
              <a:pathLst>
                <a:path w="3810" h="215900">
                  <a:moveTo>
                    <a:pt x="127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10" h="215900">
                  <a:moveTo>
                    <a:pt x="3810" y="6349"/>
                  </a:moveTo>
                  <a:lnTo>
                    <a:pt x="0" y="6349"/>
                  </a:lnTo>
                  <a:lnTo>
                    <a:pt x="0" y="208279"/>
                  </a:lnTo>
                  <a:lnTo>
                    <a:pt x="3810" y="208279"/>
                  </a:lnTo>
                  <a:lnTo>
                    <a:pt x="3810" y="6349"/>
                  </a:lnTo>
                  <a:close/>
                </a:path>
                <a:path w="3810" h="215900">
                  <a:moveTo>
                    <a:pt x="3810" y="208279"/>
                  </a:moveTo>
                  <a:lnTo>
                    <a:pt x="0" y="208279"/>
                  </a:lnTo>
                  <a:lnTo>
                    <a:pt x="0" y="210819"/>
                  </a:lnTo>
                  <a:lnTo>
                    <a:pt x="3810" y="210819"/>
                  </a:lnTo>
                  <a:lnTo>
                    <a:pt x="3810" y="208279"/>
                  </a:lnTo>
                  <a:close/>
                </a:path>
                <a:path w="3810" h="215900">
                  <a:moveTo>
                    <a:pt x="3810" y="210819"/>
                  </a:moveTo>
                  <a:lnTo>
                    <a:pt x="0" y="210819"/>
                  </a:lnTo>
                  <a:lnTo>
                    <a:pt x="0" y="214629"/>
                  </a:lnTo>
                  <a:lnTo>
                    <a:pt x="3810" y="214629"/>
                  </a:lnTo>
                  <a:lnTo>
                    <a:pt x="3810" y="210819"/>
                  </a:lnTo>
                  <a:close/>
                </a:path>
                <a:path w="3810" h="215900">
                  <a:moveTo>
                    <a:pt x="3810" y="214629"/>
                  </a:moveTo>
                  <a:lnTo>
                    <a:pt x="0" y="214629"/>
                  </a:lnTo>
                  <a:lnTo>
                    <a:pt x="0" y="215899"/>
                  </a:lnTo>
                  <a:lnTo>
                    <a:pt x="3810" y="215899"/>
                  </a:lnTo>
                  <a:lnTo>
                    <a:pt x="3810" y="214629"/>
                  </a:lnTo>
                  <a:close/>
                </a:path>
              </a:pathLst>
            </a:custGeom>
            <a:solidFill>
              <a:srgbClr val="C4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1790700" y="5173980"/>
              <a:ext cx="3810" cy="212090"/>
            </a:xfrm>
            <a:custGeom>
              <a:avLst/>
              <a:gdLst/>
              <a:ahLst/>
              <a:cxnLst/>
              <a:rect l="l" t="t" r="r" b="b"/>
              <a:pathLst>
                <a:path w="3810" h="212089">
                  <a:moveTo>
                    <a:pt x="3810" y="205752"/>
                  </a:moveTo>
                  <a:lnTo>
                    <a:pt x="0" y="205752"/>
                  </a:lnTo>
                  <a:lnTo>
                    <a:pt x="0" y="208280"/>
                  </a:lnTo>
                  <a:lnTo>
                    <a:pt x="0" y="210820"/>
                  </a:lnTo>
                  <a:lnTo>
                    <a:pt x="0" y="212090"/>
                  </a:lnTo>
                  <a:lnTo>
                    <a:pt x="1270" y="212090"/>
                  </a:lnTo>
                  <a:lnTo>
                    <a:pt x="1270" y="210820"/>
                  </a:lnTo>
                  <a:lnTo>
                    <a:pt x="3810" y="210820"/>
                  </a:lnTo>
                  <a:lnTo>
                    <a:pt x="3810" y="208280"/>
                  </a:lnTo>
                  <a:lnTo>
                    <a:pt x="3810" y="205752"/>
                  </a:lnTo>
                  <a:close/>
                </a:path>
                <a:path w="3810" h="212089">
                  <a:moveTo>
                    <a:pt x="3810" y="3822"/>
                  </a:moveTo>
                  <a:lnTo>
                    <a:pt x="0" y="3822"/>
                  </a:lnTo>
                  <a:lnTo>
                    <a:pt x="0" y="205740"/>
                  </a:lnTo>
                  <a:lnTo>
                    <a:pt x="3810" y="205740"/>
                  </a:lnTo>
                  <a:lnTo>
                    <a:pt x="3810" y="3822"/>
                  </a:lnTo>
                  <a:close/>
                </a:path>
                <a:path w="3810" h="212089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C6CF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1794510" y="5175250"/>
              <a:ext cx="3810" cy="209550"/>
            </a:xfrm>
            <a:custGeom>
              <a:avLst/>
              <a:gdLst/>
              <a:ahLst/>
              <a:cxnLst/>
              <a:rect l="l" t="t" r="r" b="b"/>
              <a:pathLst>
                <a:path w="3810" h="209550">
                  <a:moveTo>
                    <a:pt x="126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39" y="2539"/>
                  </a:lnTo>
                  <a:lnTo>
                    <a:pt x="253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3810" h="209550">
                  <a:moveTo>
                    <a:pt x="3809" y="2540"/>
                  </a:moveTo>
                  <a:lnTo>
                    <a:pt x="0" y="2540"/>
                  </a:lnTo>
                  <a:lnTo>
                    <a:pt x="0" y="204469"/>
                  </a:lnTo>
                  <a:lnTo>
                    <a:pt x="3809" y="204469"/>
                  </a:lnTo>
                  <a:lnTo>
                    <a:pt x="3809" y="2540"/>
                  </a:lnTo>
                  <a:close/>
                </a:path>
                <a:path w="3810" h="209550">
                  <a:moveTo>
                    <a:pt x="3809" y="204470"/>
                  </a:moveTo>
                  <a:lnTo>
                    <a:pt x="0" y="204470"/>
                  </a:lnTo>
                  <a:lnTo>
                    <a:pt x="0" y="207009"/>
                  </a:lnTo>
                  <a:lnTo>
                    <a:pt x="3809" y="207009"/>
                  </a:lnTo>
                  <a:lnTo>
                    <a:pt x="3809" y="204470"/>
                  </a:lnTo>
                  <a:close/>
                </a:path>
                <a:path w="3810" h="209550">
                  <a:moveTo>
                    <a:pt x="2539" y="207010"/>
                  </a:moveTo>
                  <a:lnTo>
                    <a:pt x="0" y="207010"/>
                  </a:lnTo>
                  <a:lnTo>
                    <a:pt x="0" y="209550"/>
                  </a:lnTo>
                  <a:lnTo>
                    <a:pt x="1269" y="209550"/>
                  </a:lnTo>
                  <a:lnTo>
                    <a:pt x="1269" y="208280"/>
                  </a:lnTo>
                  <a:lnTo>
                    <a:pt x="2539" y="208280"/>
                  </a:lnTo>
                  <a:lnTo>
                    <a:pt x="2539" y="207010"/>
                  </a:lnTo>
                  <a:close/>
                </a:path>
              </a:pathLst>
            </a:custGeom>
            <a:solidFill>
              <a:srgbClr val="C9D1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1798320" y="5177789"/>
              <a:ext cx="2540" cy="203200"/>
            </a:xfrm>
            <a:custGeom>
              <a:avLst/>
              <a:gdLst/>
              <a:ahLst/>
              <a:cxnLst/>
              <a:rect l="l" t="t" r="r" b="b"/>
              <a:pathLst>
                <a:path w="2539" h="203200">
                  <a:moveTo>
                    <a:pt x="1270" y="201942"/>
                  </a:moveTo>
                  <a:lnTo>
                    <a:pt x="0" y="201942"/>
                  </a:lnTo>
                  <a:lnTo>
                    <a:pt x="0" y="203200"/>
                  </a:lnTo>
                  <a:lnTo>
                    <a:pt x="1270" y="203200"/>
                  </a:lnTo>
                  <a:lnTo>
                    <a:pt x="1270" y="201942"/>
                  </a:lnTo>
                  <a:close/>
                </a:path>
                <a:path w="2539" h="203200">
                  <a:moveTo>
                    <a:pt x="2540" y="3810"/>
                  </a:moveTo>
                  <a:lnTo>
                    <a:pt x="1270" y="381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200660"/>
                  </a:lnTo>
                  <a:lnTo>
                    <a:pt x="0" y="201930"/>
                  </a:lnTo>
                  <a:lnTo>
                    <a:pt x="1270" y="201930"/>
                  </a:lnTo>
                  <a:lnTo>
                    <a:pt x="1270" y="200660"/>
                  </a:lnTo>
                  <a:lnTo>
                    <a:pt x="2540" y="200660"/>
                  </a:lnTo>
                  <a:lnTo>
                    <a:pt x="2540" y="3810"/>
                  </a:lnTo>
                  <a:close/>
                </a:path>
              </a:pathLst>
            </a:custGeom>
            <a:solidFill>
              <a:srgbClr val="CCD3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1800860" y="5181600"/>
              <a:ext cx="0" cy="196850"/>
            </a:xfrm>
            <a:custGeom>
              <a:avLst/>
              <a:gdLst/>
              <a:ahLst/>
              <a:cxnLst/>
              <a:rect l="l" t="t" r="r" b="b"/>
              <a:pathLst>
                <a:path h="196850">
                  <a:moveTo>
                    <a:pt x="0" y="0"/>
                  </a:moveTo>
                  <a:lnTo>
                    <a:pt x="0" y="1968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1516380" y="5153659"/>
              <a:ext cx="284480" cy="251460"/>
            </a:xfrm>
            <a:custGeom>
              <a:avLst/>
              <a:gdLst/>
              <a:ahLst/>
              <a:cxnLst/>
              <a:rect l="l" t="t" r="r" b="b"/>
              <a:pathLst>
                <a:path w="284480" h="251460">
                  <a:moveTo>
                    <a:pt x="142239" y="0"/>
                  </a:moveTo>
                  <a:lnTo>
                    <a:pt x="86796" y="2440"/>
                  </a:lnTo>
                  <a:lnTo>
                    <a:pt x="41592" y="9048"/>
                  </a:lnTo>
                  <a:lnTo>
                    <a:pt x="11152" y="18752"/>
                  </a:lnTo>
                  <a:lnTo>
                    <a:pt x="0" y="30479"/>
                  </a:lnTo>
                  <a:lnTo>
                    <a:pt x="0" y="33436"/>
                  </a:lnTo>
                  <a:lnTo>
                    <a:pt x="0" y="54133"/>
                  </a:lnTo>
                  <a:lnTo>
                    <a:pt x="0" y="110311"/>
                  </a:lnTo>
                  <a:lnTo>
                    <a:pt x="0" y="219709"/>
                  </a:lnTo>
                  <a:lnTo>
                    <a:pt x="11152" y="232171"/>
                  </a:lnTo>
                  <a:lnTo>
                    <a:pt x="41592" y="242252"/>
                  </a:lnTo>
                  <a:lnTo>
                    <a:pt x="86796" y="248999"/>
                  </a:lnTo>
                  <a:lnTo>
                    <a:pt x="142239" y="251459"/>
                  </a:lnTo>
                  <a:lnTo>
                    <a:pt x="197147" y="248999"/>
                  </a:lnTo>
                  <a:lnTo>
                    <a:pt x="242411" y="242252"/>
                  </a:lnTo>
                  <a:lnTo>
                    <a:pt x="273149" y="232171"/>
                  </a:lnTo>
                  <a:lnTo>
                    <a:pt x="284480" y="219709"/>
                  </a:lnTo>
                  <a:lnTo>
                    <a:pt x="284480" y="216753"/>
                  </a:lnTo>
                  <a:lnTo>
                    <a:pt x="284480" y="196056"/>
                  </a:lnTo>
                  <a:lnTo>
                    <a:pt x="284480" y="139878"/>
                  </a:lnTo>
                  <a:lnTo>
                    <a:pt x="284480" y="30479"/>
                  </a:lnTo>
                  <a:lnTo>
                    <a:pt x="273149" y="18752"/>
                  </a:lnTo>
                  <a:lnTo>
                    <a:pt x="242411" y="9048"/>
                  </a:lnTo>
                  <a:lnTo>
                    <a:pt x="197147" y="2440"/>
                  </a:lnTo>
                  <a:lnTo>
                    <a:pt x="142239" y="0"/>
                  </a:lnTo>
                  <a:close/>
                </a:path>
              </a:pathLst>
            </a:custGeom>
            <a:ln w="646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1516380" y="5179059"/>
              <a:ext cx="2540" cy="11430"/>
            </a:xfrm>
            <a:custGeom>
              <a:avLst/>
              <a:gdLst/>
              <a:ahLst/>
              <a:cxnLst/>
              <a:rect l="l" t="t" r="r" b="b"/>
              <a:pathLst>
                <a:path w="2540" h="11429">
                  <a:moveTo>
                    <a:pt x="2539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10159"/>
                  </a:lnTo>
                  <a:lnTo>
                    <a:pt x="1269" y="10159"/>
                  </a:lnTo>
                  <a:lnTo>
                    <a:pt x="1269" y="11429"/>
                  </a:lnTo>
                  <a:lnTo>
                    <a:pt x="2539" y="11429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1518919" y="5176520"/>
              <a:ext cx="3810" cy="17780"/>
            </a:xfrm>
            <a:custGeom>
              <a:avLst/>
              <a:gdLst/>
              <a:ahLst/>
              <a:cxnLst/>
              <a:rect l="l" t="t" r="r" b="b"/>
              <a:pathLst>
                <a:path w="3809" h="17779">
                  <a:moveTo>
                    <a:pt x="3810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09" h="17779">
                  <a:moveTo>
                    <a:pt x="3810" y="1269"/>
                  </a:moveTo>
                  <a:lnTo>
                    <a:pt x="0" y="126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1269"/>
                  </a:lnTo>
                  <a:close/>
                </a:path>
                <a:path w="3809" h="17779">
                  <a:moveTo>
                    <a:pt x="3810" y="13969"/>
                  </a:moveTo>
                  <a:lnTo>
                    <a:pt x="0" y="13969"/>
                  </a:lnTo>
                  <a:lnTo>
                    <a:pt x="0" y="15239"/>
                  </a:lnTo>
                  <a:lnTo>
                    <a:pt x="1270" y="15239"/>
                  </a:lnTo>
                  <a:lnTo>
                    <a:pt x="1270" y="16509"/>
                  </a:lnTo>
                  <a:lnTo>
                    <a:pt x="2540" y="16509"/>
                  </a:lnTo>
                  <a:lnTo>
                    <a:pt x="2540" y="17779"/>
                  </a:lnTo>
                  <a:lnTo>
                    <a:pt x="3810" y="17779"/>
                  </a:lnTo>
                  <a:lnTo>
                    <a:pt x="3810" y="13969"/>
                  </a:lnTo>
                  <a:close/>
                </a:path>
              </a:pathLst>
            </a:custGeom>
            <a:solidFill>
              <a:srgbClr val="CED5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1522730" y="5173980"/>
              <a:ext cx="3810" cy="22860"/>
            </a:xfrm>
            <a:custGeom>
              <a:avLst/>
              <a:gdLst/>
              <a:ahLst/>
              <a:cxnLst/>
              <a:rect l="l" t="t" r="r" b="b"/>
              <a:pathLst>
                <a:path w="3809" h="22860">
                  <a:moveTo>
                    <a:pt x="3809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09" h="22860">
                  <a:moveTo>
                    <a:pt x="3809" y="3810"/>
                  </a:moveTo>
                  <a:lnTo>
                    <a:pt x="0" y="381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3810"/>
                  </a:lnTo>
                  <a:close/>
                </a:path>
                <a:path w="3809" h="22860">
                  <a:moveTo>
                    <a:pt x="3809" y="16510"/>
                  </a:moveTo>
                  <a:lnTo>
                    <a:pt x="0" y="16510"/>
                  </a:lnTo>
                  <a:lnTo>
                    <a:pt x="0" y="21590"/>
                  </a:lnTo>
                  <a:lnTo>
                    <a:pt x="1269" y="21590"/>
                  </a:lnTo>
                  <a:lnTo>
                    <a:pt x="1269" y="22860"/>
                  </a:lnTo>
                  <a:lnTo>
                    <a:pt x="3809" y="22860"/>
                  </a:lnTo>
                  <a:lnTo>
                    <a:pt x="3809" y="16510"/>
                  </a:lnTo>
                  <a:close/>
                </a:path>
              </a:pathLst>
            </a:custGeom>
            <a:solidFill>
              <a:srgbClr val="CCD3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1526540" y="5172709"/>
              <a:ext cx="2540" cy="25400"/>
            </a:xfrm>
            <a:custGeom>
              <a:avLst/>
              <a:gdLst/>
              <a:ahLst/>
              <a:cxnLst/>
              <a:rect l="l" t="t" r="r" b="b"/>
              <a:pathLst>
                <a:path w="2540" h="25400">
                  <a:moveTo>
                    <a:pt x="254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2540" y="5079"/>
                  </a:lnTo>
                  <a:lnTo>
                    <a:pt x="2540" y="0"/>
                  </a:lnTo>
                  <a:close/>
                </a:path>
                <a:path w="2540" h="25400">
                  <a:moveTo>
                    <a:pt x="2540" y="5080"/>
                  </a:moveTo>
                  <a:lnTo>
                    <a:pt x="0" y="5080"/>
                  </a:lnTo>
                  <a:lnTo>
                    <a:pt x="0" y="17779"/>
                  </a:lnTo>
                  <a:lnTo>
                    <a:pt x="2540" y="17779"/>
                  </a:lnTo>
                  <a:lnTo>
                    <a:pt x="2540" y="5080"/>
                  </a:lnTo>
                  <a:close/>
                </a:path>
                <a:path w="2540" h="25400">
                  <a:moveTo>
                    <a:pt x="254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2540" y="24129"/>
                  </a:lnTo>
                  <a:lnTo>
                    <a:pt x="2540" y="17780"/>
                  </a:lnTo>
                  <a:close/>
                </a:path>
                <a:path w="2540" h="25400">
                  <a:moveTo>
                    <a:pt x="2540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2540" y="25400"/>
                  </a:lnTo>
                  <a:lnTo>
                    <a:pt x="2540" y="24130"/>
                  </a:lnTo>
                  <a:close/>
                </a:path>
              </a:pathLst>
            </a:custGeom>
            <a:solidFill>
              <a:srgbClr val="C9D1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1529080" y="5171439"/>
              <a:ext cx="3810" cy="27940"/>
            </a:xfrm>
            <a:custGeom>
              <a:avLst/>
              <a:gdLst/>
              <a:ahLst/>
              <a:cxnLst/>
              <a:rect l="l" t="t" r="r" b="b"/>
              <a:pathLst>
                <a:path w="3809" h="27939">
                  <a:moveTo>
                    <a:pt x="3809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0"/>
                  </a:lnTo>
                  <a:close/>
                </a:path>
                <a:path w="3809" h="27939">
                  <a:moveTo>
                    <a:pt x="3809" y="6349"/>
                  </a:moveTo>
                  <a:lnTo>
                    <a:pt x="0" y="634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6349"/>
                  </a:lnTo>
                  <a:close/>
                </a:path>
                <a:path w="3809" h="27939">
                  <a:moveTo>
                    <a:pt x="3809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19049"/>
                  </a:lnTo>
                  <a:close/>
                </a:path>
                <a:path w="3809" h="27939">
                  <a:moveTo>
                    <a:pt x="3809" y="25399"/>
                  </a:moveTo>
                  <a:lnTo>
                    <a:pt x="0" y="25399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5399"/>
                  </a:lnTo>
                  <a:close/>
                </a:path>
              </a:pathLst>
            </a:custGeom>
            <a:solidFill>
              <a:srgbClr val="C6CF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1532890" y="5170170"/>
              <a:ext cx="3810" cy="31750"/>
            </a:xfrm>
            <a:custGeom>
              <a:avLst/>
              <a:gdLst/>
              <a:ahLst/>
              <a:cxnLst/>
              <a:rect l="l" t="t" r="r" b="b"/>
              <a:pathLst>
                <a:path w="3809" h="31750">
                  <a:moveTo>
                    <a:pt x="380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09" h="31750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09" h="31750">
                  <a:moveTo>
                    <a:pt x="3809" y="7619"/>
                  </a:moveTo>
                  <a:lnTo>
                    <a:pt x="0" y="7619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7619"/>
                  </a:lnTo>
                  <a:close/>
                </a:path>
                <a:path w="3809" h="31750">
                  <a:moveTo>
                    <a:pt x="3809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3809" y="26669"/>
                  </a:lnTo>
                  <a:lnTo>
                    <a:pt x="3809" y="20319"/>
                  </a:lnTo>
                  <a:close/>
                </a:path>
                <a:path w="3809" h="31750">
                  <a:moveTo>
                    <a:pt x="3809" y="26669"/>
                  </a:moveTo>
                  <a:lnTo>
                    <a:pt x="0" y="26669"/>
                  </a:lnTo>
                  <a:lnTo>
                    <a:pt x="0" y="30479"/>
                  </a:lnTo>
                  <a:lnTo>
                    <a:pt x="2540" y="30479"/>
                  </a:lnTo>
                  <a:lnTo>
                    <a:pt x="2540" y="31749"/>
                  </a:lnTo>
                  <a:lnTo>
                    <a:pt x="3809" y="31749"/>
                  </a:lnTo>
                  <a:lnTo>
                    <a:pt x="3809" y="26669"/>
                  </a:lnTo>
                  <a:close/>
                </a:path>
              </a:pathLst>
            </a:custGeom>
            <a:solidFill>
              <a:srgbClr val="C3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1536700" y="5167630"/>
              <a:ext cx="3810" cy="34290"/>
            </a:xfrm>
            <a:custGeom>
              <a:avLst/>
              <a:gdLst/>
              <a:ahLst/>
              <a:cxnLst/>
              <a:rect l="l" t="t" r="r" b="b"/>
              <a:pathLst>
                <a:path w="3809" h="34289">
                  <a:moveTo>
                    <a:pt x="3809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09" h="34289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09" h="34289">
                  <a:moveTo>
                    <a:pt x="3809" y="10160"/>
                  </a:moveTo>
                  <a:lnTo>
                    <a:pt x="0" y="10160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10160"/>
                  </a:lnTo>
                  <a:close/>
                </a:path>
                <a:path w="3809" h="34289">
                  <a:moveTo>
                    <a:pt x="3809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3809" y="29210"/>
                  </a:lnTo>
                  <a:lnTo>
                    <a:pt x="3809" y="22860"/>
                  </a:lnTo>
                  <a:close/>
                </a:path>
                <a:path w="3809" h="34289">
                  <a:moveTo>
                    <a:pt x="3809" y="29210"/>
                  </a:moveTo>
                  <a:lnTo>
                    <a:pt x="0" y="29210"/>
                  </a:lnTo>
                  <a:lnTo>
                    <a:pt x="0" y="34290"/>
                  </a:lnTo>
                  <a:lnTo>
                    <a:pt x="3809" y="34290"/>
                  </a:lnTo>
                  <a:lnTo>
                    <a:pt x="3809" y="29210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1540509" y="5166359"/>
              <a:ext cx="3810" cy="38100"/>
            </a:xfrm>
            <a:custGeom>
              <a:avLst/>
              <a:gdLst/>
              <a:ahLst/>
              <a:cxnLst/>
              <a:rect l="l" t="t" r="r" b="b"/>
              <a:pathLst>
                <a:path w="3809" h="38100">
                  <a:moveTo>
                    <a:pt x="380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0"/>
                  </a:lnTo>
                  <a:close/>
                </a:path>
                <a:path w="3809" h="38100">
                  <a:moveTo>
                    <a:pt x="380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5080"/>
                  </a:lnTo>
                  <a:close/>
                </a:path>
                <a:path w="3809" h="38100">
                  <a:moveTo>
                    <a:pt x="3809" y="11430"/>
                  </a:moveTo>
                  <a:lnTo>
                    <a:pt x="0" y="11430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11430"/>
                  </a:lnTo>
                  <a:close/>
                </a:path>
                <a:path w="3809" h="38100">
                  <a:moveTo>
                    <a:pt x="3809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24130"/>
                  </a:lnTo>
                  <a:close/>
                </a:path>
                <a:path w="3809" h="38100">
                  <a:moveTo>
                    <a:pt x="3809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0480"/>
                  </a:lnTo>
                  <a:close/>
                </a:path>
                <a:path w="3809" h="38100">
                  <a:moveTo>
                    <a:pt x="3809" y="36830"/>
                  </a:moveTo>
                  <a:lnTo>
                    <a:pt x="2540" y="36830"/>
                  </a:lnTo>
                  <a:lnTo>
                    <a:pt x="2540" y="38100"/>
                  </a:lnTo>
                  <a:lnTo>
                    <a:pt x="3809" y="38100"/>
                  </a:lnTo>
                  <a:lnTo>
                    <a:pt x="3809" y="36830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1544319" y="5166359"/>
              <a:ext cx="3810" cy="38100"/>
            </a:xfrm>
            <a:custGeom>
              <a:avLst/>
              <a:gdLst/>
              <a:ahLst/>
              <a:cxnLst/>
              <a:rect l="l" t="t" r="r" b="b"/>
              <a:pathLst>
                <a:path w="3809" h="38100">
                  <a:moveTo>
                    <a:pt x="381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09" h="38100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09" h="38100">
                  <a:moveTo>
                    <a:pt x="3810" y="11430"/>
                  </a:moveTo>
                  <a:lnTo>
                    <a:pt x="0" y="1143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1430"/>
                  </a:lnTo>
                  <a:close/>
                </a:path>
                <a:path w="3809" h="38100">
                  <a:moveTo>
                    <a:pt x="3810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10" y="30479"/>
                  </a:lnTo>
                  <a:lnTo>
                    <a:pt x="3810" y="24130"/>
                  </a:lnTo>
                  <a:close/>
                </a:path>
                <a:path w="3809" h="38100">
                  <a:moveTo>
                    <a:pt x="3810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30480"/>
                  </a:lnTo>
                  <a:close/>
                </a:path>
                <a:path w="3809" h="38100">
                  <a:moveTo>
                    <a:pt x="3810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6830"/>
                  </a:lnTo>
                  <a:close/>
                </a:path>
              </a:pathLst>
            </a:custGeom>
            <a:solidFill>
              <a:srgbClr val="BB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1548130" y="5165089"/>
              <a:ext cx="2540" cy="40640"/>
            </a:xfrm>
            <a:custGeom>
              <a:avLst/>
              <a:gdLst/>
              <a:ahLst/>
              <a:cxnLst/>
              <a:rect l="l" t="t" r="r" b="b"/>
              <a:pathLst>
                <a:path w="2540" h="40639">
                  <a:moveTo>
                    <a:pt x="2539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6349"/>
                  </a:lnTo>
                  <a:lnTo>
                    <a:pt x="2539" y="6349"/>
                  </a:lnTo>
                  <a:lnTo>
                    <a:pt x="2539" y="0"/>
                  </a:lnTo>
                  <a:close/>
                </a:path>
                <a:path w="2540" h="40639">
                  <a:moveTo>
                    <a:pt x="253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2539" y="12699"/>
                  </a:lnTo>
                  <a:lnTo>
                    <a:pt x="2539" y="6349"/>
                  </a:lnTo>
                  <a:close/>
                </a:path>
                <a:path w="2540" h="40639">
                  <a:moveTo>
                    <a:pt x="2539" y="12699"/>
                  </a:moveTo>
                  <a:lnTo>
                    <a:pt x="0" y="12699"/>
                  </a:lnTo>
                  <a:lnTo>
                    <a:pt x="0" y="25399"/>
                  </a:lnTo>
                  <a:lnTo>
                    <a:pt x="2539" y="25399"/>
                  </a:lnTo>
                  <a:lnTo>
                    <a:pt x="2539" y="12699"/>
                  </a:lnTo>
                  <a:close/>
                </a:path>
                <a:path w="2540" h="40639">
                  <a:moveTo>
                    <a:pt x="2539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2539" y="31749"/>
                  </a:lnTo>
                  <a:lnTo>
                    <a:pt x="2539" y="25399"/>
                  </a:lnTo>
                  <a:close/>
                </a:path>
                <a:path w="2540" h="40639">
                  <a:moveTo>
                    <a:pt x="2539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2539" y="38099"/>
                  </a:lnTo>
                  <a:lnTo>
                    <a:pt x="2539" y="31749"/>
                  </a:lnTo>
                  <a:close/>
                </a:path>
                <a:path w="2540" h="40639">
                  <a:moveTo>
                    <a:pt x="2539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2539" y="40639"/>
                  </a:lnTo>
                  <a:lnTo>
                    <a:pt x="2539" y="38099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1550669" y="516508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09" h="41910">
                  <a:moveTo>
                    <a:pt x="381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0"/>
                  </a:lnTo>
                  <a:close/>
                </a:path>
                <a:path w="3809" h="41910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09" h="41910">
                  <a:moveTo>
                    <a:pt x="3810" y="12699"/>
                  </a:moveTo>
                  <a:lnTo>
                    <a:pt x="0" y="1269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12699"/>
                  </a:lnTo>
                  <a:close/>
                </a:path>
                <a:path w="3809" h="41910">
                  <a:moveTo>
                    <a:pt x="3810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5399"/>
                  </a:lnTo>
                  <a:close/>
                </a:path>
                <a:path w="3809" h="41910">
                  <a:moveTo>
                    <a:pt x="3810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1749"/>
                  </a:lnTo>
                  <a:close/>
                </a:path>
                <a:path w="3809" h="41910">
                  <a:moveTo>
                    <a:pt x="381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1270" y="40639"/>
                  </a:lnTo>
                  <a:lnTo>
                    <a:pt x="1270" y="41909"/>
                  </a:lnTo>
                  <a:lnTo>
                    <a:pt x="3810" y="41909"/>
                  </a:lnTo>
                  <a:lnTo>
                    <a:pt x="3810" y="38099"/>
                  </a:lnTo>
                  <a:close/>
                </a:path>
              </a:pathLst>
            </a:custGeom>
            <a:solidFill>
              <a:srgbClr val="B6C1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1554480" y="5163820"/>
              <a:ext cx="3810" cy="43180"/>
            </a:xfrm>
            <a:custGeom>
              <a:avLst/>
              <a:gdLst/>
              <a:ahLst/>
              <a:cxnLst/>
              <a:rect l="l" t="t" r="r" b="b"/>
              <a:pathLst>
                <a:path w="3809" h="43179">
                  <a:moveTo>
                    <a:pt x="380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09" h="43179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09" h="43179">
                  <a:moveTo>
                    <a:pt x="380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7619"/>
                  </a:lnTo>
                  <a:close/>
                </a:path>
                <a:path w="3809" h="43179">
                  <a:moveTo>
                    <a:pt x="3809" y="13969"/>
                  </a:moveTo>
                  <a:lnTo>
                    <a:pt x="0" y="13969"/>
                  </a:lnTo>
                  <a:lnTo>
                    <a:pt x="0" y="26669"/>
                  </a:lnTo>
                  <a:lnTo>
                    <a:pt x="3809" y="26669"/>
                  </a:lnTo>
                  <a:lnTo>
                    <a:pt x="3809" y="13969"/>
                  </a:lnTo>
                  <a:close/>
                </a:path>
                <a:path w="3809" h="43179">
                  <a:moveTo>
                    <a:pt x="3809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6669"/>
                  </a:lnTo>
                  <a:close/>
                </a:path>
                <a:path w="3809" h="43179">
                  <a:moveTo>
                    <a:pt x="3809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3019"/>
                  </a:lnTo>
                  <a:close/>
                </a:path>
                <a:path w="3809" h="43179">
                  <a:moveTo>
                    <a:pt x="3809" y="39369"/>
                  </a:moveTo>
                  <a:lnTo>
                    <a:pt x="0" y="39369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39369"/>
                  </a:lnTo>
                  <a:close/>
                </a:path>
              </a:pathLst>
            </a:custGeom>
            <a:solidFill>
              <a:srgbClr val="B3BF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1558290" y="5162550"/>
              <a:ext cx="3810" cy="45720"/>
            </a:xfrm>
            <a:custGeom>
              <a:avLst/>
              <a:gdLst/>
              <a:ahLst/>
              <a:cxnLst/>
              <a:rect l="l" t="t" r="r" b="b"/>
              <a:pathLst>
                <a:path w="3809" h="45720">
                  <a:moveTo>
                    <a:pt x="380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09" h="45720">
                  <a:moveTo>
                    <a:pt x="3809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2540"/>
                  </a:lnTo>
                  <a:close/>
                </a:path>
                <a:path w="3809" h="45720">
                  <a:moveTo>
                    <a:pt x="3809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8890"/>
                  </a:lnTo>
                  <a:close/>
                </a:path>
                <a:path w="3809" h="45720">
                  <a:moveTo>
                    <a:pt x="3809" y="15240"/>
                  </a:moveTo>
                  <a:lnTo>
                    <a:pt x="0" y="15240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15240"/>
                  </a:lnTo>
                  <a:close/>
                </a:path>
                <a:path w="3809" h="45720">
                  <a:moveTo>
                    <a:pt x="3809" y="27940"/>
                  </a:moveTo>
                  <a:lnTo>
                    <a:pt x="0" y="27940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27940"/>
                  </a:lnTo>
                  <a:close/>
                </a:path>
                <a:path w="3809" h="45720">
                  <a:moveTo>
                    <a:pt x="3809" y="34290"/>
                  </a:moveTo>
                  <a:lnTo>
                    <a:pt x="0" y="34290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4290"/>
                  </a:lnTo>
                  <a:close/>
                </a:path>
                <a:path w="3809" h="45720">
                  <a:moveTo>
                    <a:pt x="3809" y="40640"/>
                  </a:moveTo>
                  <a:lnTo>
                    <a:pt x="0" y="40640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40640"/>
                  </a:lnTo>
                  <a:close/>
                </a:path>
              </a:pathLst>
            </a:custGeom>
            <a:solidFill>
              <a:srgbClr val="B1BD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1562100" y="5162550"/>
              <a:ext cx="3810" cy="46990"/>
            </a:xfrm>
            <a:custGeom>
              <a:avLst/>
              <a:gdLst/>
              <a:ahLst/>
              <a:cxnLst/>
              <a:rect l="l" t="t" r="r" b="b"/>
              <a:pathLst>
                <a:path w="3809" h="46989">
                  <a:moveTo>
                    <a:pt x="380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09" h="46989">
                  <a:moveTo>
                    <a:pt x="3809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2540"/>
                  </a:lnTo>
                  <a:close/>
                </a:path>
                <a:path w="3809" h="46989">
                  <a:moveTo>
                    <a:pt x="3809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8890"/>
                  </a:lnTo>
                  <a:close/>
                </a:path>
                <a:path w="3809" h="46989">
                  <a:moveTo>
                    <a:pt x="3809" y="15240"/>
                  </a:moveTo>
                  <a:lnTo>
                    <a:pt x="0" y="15240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15240"/>
                  </a:lnTo>
                  <a:close/>
                </a:path>
                <a:path w="3809" h="46989">
                  <a:moveTo>
                    <a:pt x="3809" y="27940"/>
                  </a:moveTo>
                  <a:lnTo>
                    <a:pt x="0" y="27940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27940"/>
                  </a:lnTo>
                  <a:close/>
                </a:path>
                <a:path w="3809" h="46989">
                  <a:moveTo>
                    <a:pt x="3809" y="34290"/>
                  </a:moveTo>
                  <a:lnTo>
                    <a:pt x="0" y="34290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4290"/>
                  </a:lnTo>
                  <a:close/>
                </a:path>
                <a:path w="3809" h="46989">
                  <a:moveTo>
                    <a:pt x="3809" y="40640"/>
                  </a:moveTo>
                  <a:lnTo>
                    <a:pt x="0" y="40640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0640"/>
                  </a:lnTo>
                  <a:close/>
                </a:path>
              </a:pathLst>
            </a:custGeom>
            <a:solidFill>
              <a:srgbClr val="AEBA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1565909" y="5161280"/>
              <a:ext cx="3810" cy="49530"/>
            </a:xfrm>
            <a:custGeom>
              <a:avLst/>
              <a:gdLst/>
              <a:ahLst/>
              <a:cxnLst/>
              <a:rect l="l" t="t" r="r" b="b"/>
              <a:pathLst>
                <a:path w="3809" h="49529">
                  <a:moveTo>
                    <a:pt x="3809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09" h="49529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09" h="49529">
                  <a:moveTo>
                    <a:pt x="380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0160"/>
                  </a:lnTo>
                  <a:close/>
                </a:path>
                <a:path w="3809" h="49529">
                  <a:moveTo>
                    <a:pt x="3809" y="16510"/>
                  </a:moveTo>
                  <a:lnTo>
                    <a:pt x="0" y="16510"/>
                  </a:lnTo>
                  <a:lnTo>
                    <a:pt x="0" y="29210"/>
                  </a:lnTo>
                  <a:lnTo>
                    <a:pt x="3809" y="29210"/>
                  </a:lnTo>
                  <a:lnTo>
                    <a:pt x="3809" y="16510"/>
                  </a:lnTo>
                  <a:close/>
                </a:path>
                <a:path w="3809" h="49529">
                  <a:moveTo>
                    <a:pt x="3809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29210"/>
                  </a:lnTo>
                  <a:close/>
                </a:path>
                <a:path w="3809" h="49529">
                  <a:moveTo>
                    <a:pt x="3809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35560"/>
                  </a:lnTo>
                  <a:close/>
                </a:path>
                <a:path w="3809" h="49529">
                  <a:moveTo>
                    <a:pt x="3809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3809" y="48260"/>
                  </a:lnTo>
                  <a:lnTo>
                    <a:pt x="3809" y="41910"/>
                  </a:lnTo>
                  <a:close/>
                </a:path>
                <a:path w="3809" h="49529">
                  <a:moveTo>
                    <a:pt x="3809" y="48260"/>
                  </a:moveTo>
                  <a:lnTo>
                    <a:pt x="2540" y="48260"/>
                  </a:lnTo>
                  <a:lnTo>
                    <a:pt x="2540" y="49530"/>
                  </a:lnTo>
                  <a:lnTo>
                    <a:pt x="3809" y="49530"/>
                  </a:lnTo>
                  <a:lnTo>
                    <a:pt x="3809" y="48260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1569719" y="5161280"/>
              <a:ext cx="3810" cy="49530"/>
            </a:xfrm>
            <a:custGeom>
              <a:avLst/>
              <a:gdLst/>
              <a:ahLst/>
              <a:cxnLst/>
              <a:rect l="l" t="t" r="r" b="b"/>
              <a:pathLst>
                <a:path w="3809" h="49529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09" h="49529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09" h="49529">
                  <a:moveTo>
                    <a:pt x="381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60"/>
                  </a:lnTo>
                  <a:close/>
                </a:path>
                <a:path w="3809" h="49529">
                  <a:moveTo>
                    <a:pt x="3810" y="16510"/>
                  </a:moveTo>
                  <a:lnTo>
                    <a:pt x="0" y="16510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16510"/>
                  </a:lnTo>
                  <a:close/>
                </a:path>
                <a:path w="3809" h="49529">
                  <a:moveTo>
                    <a:pt x="3810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29210"/>
                  </a:lnTo>
                  <a:close/>
                </a:path>
                <a:path w="3809" h="49529">
                  <a:moveTo>
                    <a:pt x="3810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5560"/>
                  </a:lnTo>
                  <a:close/>
                </a:path>
                <a:path w="3809" h="49529">
                  <a:moveTo>
                    <a:pt x="3810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1910"/>
                  </a:lnTo>
                  <a:close/>
                </a:path>
                <a:path w="3809" h="49529">
                  <a:moveTo>
                    <a:pt x="3810" y="48260"/>
                  </a:moveTo>
                  <a:lnTo>
                    <a:pt x="0" y="4826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8260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1573530" y="5160009"/>
              <a:ext cx="3810" cy="50800"/>
            </a:xfrm>
            <a:custGeom>
              <a:avLst/>
              <a:gdLst/>
              <a:ahLst/>
              <a:cxnLst/>
              <a:rect l="l" t="t" r="r" b="b"/>
              <a:pathLst>
                <a:path w="3809" h="50800">
                  <a:moveTo>
                    <a:pt x="3809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0"/>
                  </a:lnTo>
                  <a:close/>
                </a:path>
                <a:path w="3809" h="50800">
                  <a:moveTo>
                    <a:pt x="380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5080"/>
                  </a:lnTo>
                  <a:close/>
                </a:path>
                <a:path w="3809" h="50800">
                  <a:moveTo>
                    <a:pt x="380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1430"/>
                  </a:lnTo>
                  <a:close/>
                </a:path>
                <a:path w="3809" h="50800">
                  <a:moveTo>
                    <a:pt x="3809" y="17780"/>
                  </a:moveTo>
                  <a:lnTo>
                    <a:pt x="0" y="17780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17780"/>
                  </a:lnTo>
                  <a:close/>
                </a:path>
                <a:path w="3809" h="50800">
                  <a:moveTo>
                    <a:pt x="3809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0480"/>
                  </a:lnTo>
                  <a:close/>
                </a:path>
                <a:path w="3809" h="50800">
                  <a:moveTo>
                    <a:pt x="3809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36830"/>
                  </a:lnTo>
                  <a:close/>
                </a:path>
                <a:path w="3809" h="50800">
                  <a:moveTo>
                    <a:pt x="3809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3180"/>
                  </a:lnTo>
                  <a:close/>
                </a:path>
                <a:path w="3809" h="50800">
                  <a:moveTo>
                    <a:pt x="3809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49530"/>
                  </a:lnTo>
                  <a:close/>
                </a:path>
              </a:pathLst>
            </a:custGeom>
            <a:solidFill>
              <a:srgbClr val="A6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1577339" y="5158739"/>
              <a:ext cx="2540" cy="53340"/>
            </a:xfrm>
            <a:custGeom>
              <a:avLst/>
              <a:gdLst/>
              <a:ahLst/>
              <a:cxnLst/>
              <a:rect l="l" t="t" r="r" b="b"/>
              <a:pathLst>
                <a:path w="2540" h="53339">
                  <a:moveTo>
                    <a:pt x="2540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6349"/>
                  </a:lnTo>
                  <a:lnTo>
                    <a:pt x="2540" y="6349"/>
                  </a:lnTo>
                  <a:lnTo>
                    <a:pt x="2540" y="0"/>
                  </a:lnTo>
                  <a:close/>
                </a:path>
                <a:path w="2540" h="53339">
                  <a:moveTo>
                    <a:pt x="254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2540" y="12699"/>
                  </a:lnTo>
                  <a:lnTo>
                    <a:pt x="2540" y="6349"/>
                  </a:lnTo>
                  <a:close/>
                </a:path>
                <a:path w="2540" h="53339">
                  <a:moveTo>
                    <a:pt x="254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2540" y="19049"/>
                  </a:lnTo>
                  <a:lnTo>
                    <a:pt x="2540" y="12699"/>
                  </a:lnTo>
                  <a:close/>
                </a:path>
                <a:path w="2540" h="53339">
                  <a:moveTo>
                    <a:pt x="2540" y="19049"/>
                  </a:moveTo>
                  <a:lnTo>
                    <a:pt x="0" y="19049"/>
                  </a:lnTo>
                  <a:lnTo>
                    <a:pt x="0" y="31749"/>
                  </a:lnTo>
                  <a:lnTo>
                    <a:pt x="2540" y="31749"/>
                  </a:lnTo>
                  <a:lnTo>
                    <a:pt x="2540" y="19049"/>
                  </a:lnTo>
                  <a:close/>
                </a:path>
                <a:path w="2540" h="53339">
                  <a:moveTo>
                    <a:pt x="2540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2540" y="38099"/>
                  </a:lnTo>
                  <a:lnTo>
                    <a:pt x="2540" y="31749"/>
                  </a:lnTo>
                  <a:close/>
                </a:path>
                <a:path w="2540" h="53339">
                  <a:moveTo>
                    <a:pt x="2540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2540" y="44449"/>
                  </a:lnTo>
                  <a:lnTo>
                    <a:pt x="2540" y="38099"/>
                  </a:lnTo>
                  <a:close/>
                </a:path>
                <a:path w="2540" h="53339">
                  <a:moveTo>
                    <a:pt x="2540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2540" y="50799"/>
                  </a:lnTo>
                  <a:lnTo>
                    <a:pt x="2540" y="44449"/>
                  </a:lnTo>
                  <a:close/>
                </a:path>
                <a:path w="2540" h="53339">
                  <a:moveTo>
                    <a:pt x="2540" y="50799"/>
                  </a:moveTo>
                  <a:lnTo>
                    <a:pt x="0" y="50799"/>
                  </a:lnTo>
                  <a:lnTo>
                    <a:pt x="0" y="52069"/>
                  </a:lnTo>
                  <a:lnTo>
                    <a:pt x="1269" y="52069"/>
                  </a:lnTo>
                  <a:lnTo>
                    <a:pt x="1269" y="53339"/>
                  </a:lnTo>
                  <a:lnTo>
                    <a:pt x="2540" y="53339"/>
                  </a:lnTo>
                  <a:lnTo>
                    <a:pt x="2540" y="50799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1579880" y="5158739"/>
              <a:ext cx="3810" cy="53340"/>
            </a:xfrm>
            <a:custGeom>
              <a:avLst/>
              <a:gdLst/>
              <a:ahLst/>
              <a:cxnLst/>
              <a:rect l="l" t="t" r="r" b="b"/>
              <a:pathLst>
                <a:path w="3809" h="53339">
                  <a:moveTo>
                    <a:pt x="380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0"/>
                  </a:lnTo>
                  <a:close/>
                </a:path>
                <a:path w="3809" h="53339">
                  <a:moveTo>
                    <a:pt x="380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6349"/>
                  </a:lnTo>
                  <a:close/>
                </a:path>
                <a:path w="3809" h="53339">
                  <a:moveTo>
                    <a:pt x="380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2699"/>
                  </a:lnTo>
                  <a:close/>
                </a:path>
                <a:path w="3809" h="53339">
                  <a:moveTo>
                    <a:pt x="3809" y="19049"/>
                  </a:moveTo>
                  <a:lnTo>
                    <a:pt x="0" y="1904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19049"/>
                  </a:lnTo>
                  <a:close/>
                </a:path>
                <a:path w="3809" h="53339">
                  <a:moveTo>
                    <a:pt x="3809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1749"/>
                  </a:lnTo>
                  <a:close/>
                </a:path>
                <a:path w="3809" h="53339">
                  <a:moveTo>
                    <a:pt x="3809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38099"/>
                  </a:lnTo>
                  <a:close/>
                </a:path>
                <a:path w="3809" h="53339">
                  <a:moveTo>
                    <a:pt x="3809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4449"/>
                  </a:lnTo>
                  <a:close/>
                </a:path>
                <a:path w="3809" h="53339">
                  <a:moveTo>
                    <a:pt x="3809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0799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1583689" y="5158739"/>
              <a:ext cx="3810" cy="54610"/>
            </a:xfrm>
            <a:custGeom>
              <a:avLst/>
              <a:gdLst/>
              <a:ahLst/>
              <a:cxnLst/>
              <a:rect l="l" t="t" r="r" b="b"/>
              <a:pathLst>
                <a:path w="3809" h="54610">
                  <a:moveTo>
                    <a:pt x="380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0"/>
                  </a:lnTo>
                  <a:close/>
                </a:path>
                <a:path w="3809" h="54610">
                  <a:moveTo>
                    <a:pt x="380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6349"/>
                  </a:lnTo>
                  <a:close/>
                </a:path>
                <a:path w="3809" h="54610">
                  <a:moveTo>
                    <a:pt x="380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2699"/>
                  </a:lnTo>
                  <a:close/>
                </a:path>
                <a:path w="3809" h="54610">
                  <a:moveTo>
                    <a:pt x="3809" y="19049"/>
                  </a:moveTo>
                  <a:lnTo>
                    <a:pt x="0" y="1904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19049"/>
                  </a:lnTo>
                  <a:close/>
                </a:path>
                <a:path w="3809" h="54610">
                  <a:moveTo>
                    <a:pt x="3809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1749"/>
                  </a:lnTo>
                  <a:close/>
                </a:path>
                <a:path w="3809" h="54610">
                  <a:moveTo>
                    <a:pt x="3809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38099"/>
                  </a:lnTo>
                  <a:close/>
                </a:path>
                <a:path w="3809" h="54610">
                  <a:moveTo>
                    <a:pt x="3809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4449"/>
                  </a:lnTo>
                  <a:close/>
                </a:path>
                <a:path w="3809" h="54610">
                  <a:moveTo>
                    <a:pt x="3809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1269" y="53339"/>
                  </a:lnTo>
                  <a:lnTo>
                    <a:pt x="1269" y="54609"/>
                  </a:lnTo>
                  <a:lnTo>
                    <a:pt x="3809" y="54609"/>
                  </a:lnTo>
                  <a:lnTo>
                    <a:pt x="3809" y="50799"/>
                  </a:lnTo>
                  <a:close/>
                </a:path>
              </a:pathLst>
            </a:custGeom>
            <a:solidFill>
              <a:srgbClr val="9EAD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1587500" y="5157470"/>
              <a:ext cx="3810" cy="55880"/>
            </a:xfrm>
            <a:custGeom>
              <a:avLst/>
              <a:gdLst/>
              <a:ahLst/>
              <a:cxnLst/>
              <a:rect l="l" t="t" r="r" b="b"/>
              <a:pathLst>
                <a:path w="3809" h="55879">
                  <a:moveTo>
                    <a:pt x="3809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09" h="55879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09" h="55879">
                  <a:moveTo>
                    <a:pt x="380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7619"/>
                  </a:lnTo>
                  <a:close/>
                </a:path>
                <a:path w="3809" h="55879">
                  <a:moveTo>
                    <a:pt x="3809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3969"/>
                  </a:lnTo>
                  <a:close/>
                </a:path>
                <a:path w="3809" h="55879">
                  <a:moveTo>
                    <a:pt x="3809" y="20319"/>
                  </a:moveTo>
                  <a:lnTo>
                    <a:pt x="0" y="20319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0319"/>
                  </a:lnTo>
                  <a:close/>
                </a:path>
                <a:path w="3809" h="55879">
                  <a:moveTo>
                    <a:pt x="3809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3019"/>
                  </a:lnTo>
                  <a:close/>
                </a:path>
                <a:path w="3809" h="55879">
                  <a:moveTo>
                    <a:pt x="3809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39369"/>
                  </a:lnTo>
                  <a:close/>
                </a:path>
                <a:path w="3809" h="55879">
                  <a:moveTo>
                    <a:pt x="3809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3809" y="52069"/>
                  </a:lnTo>
                  <a:lnTo>
                    <a:pt x="3809" y="45719"/>
                  </a:lnTo>
                  <a:close/>
                </a:path>
                <a:path w="3809" h="55879">
                  <a:moveTo>
                    <a:pt x="3809" y="52069"/>
                  </a:moveTo>
                  <a:lnTo>
                    <a:pt x="0" y="52069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52069"/>
                  </a:lnTo>
                  <a:close/>
                </a:path>
              </a:pathLst>
            </a:custGeom>
            <a:solidFill>
              <a:srgbClr val="9CAB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1591310" y="5157470"/>
              <a:ext cx="3810" cy="55880"/>
            </a:xfrm>
            <a:custGeom>
              <a:avLst/>
              <a:gdLst/>
              <a:ahLst/>
              <a:cxnLst/>
              <a:rect l="l" t="t" r="r" b="b"/>
              <a:pathLst>
                <a:path w="3809" h="55879">
                  <a:moveTo>
                    <a:pt x="380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09" h="55879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09" h="55879">
                  <a:moveTo>
                    <a:pt x="380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7619"/>
                  </a:lnTo>
                  <a:close/>
                </a:path>
                <a:path w="3809" h="55879">
                  <a:moveTo>
                    <a:pt x="3809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3969"/>
                  </a:lnTo>
                  <a:close/>
                </a:path>
                <a:path w="3809" h="55879">
                  <a:moveTo>
                    <a:pt x="3809" y="20319"/>
                  </a:moveTo>
                  <a:lnTo>
                    <a:pt x="0" y="20319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0319"/>
                  </a:lnTo>
                  <a:close/>
                </a:path>
                <a:path w="3809" h="55879">
                  <a:moveTo>
                    <a:pt x="3809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3019"/>
                  </a:lnTo>
                  <a:close/>
                </a:path>
                <a:path w="3809" h="55879">
                  <a:moveTo>
                    <a:pt x="3809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39369"/>
                  </a:lnTo>
                  <a:close/>
                </a:path>
                <a:path w="3809" h="55879">
                  <a:moveTo>
                    <a:pt x="3809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3809" y="52069"/>
                  </a:lnTo>
                  <a:lnTo>
                    <a:pt x="3809" y="45719"/>
                  </a:lnTo>
                  <a:close/>
                </a:path>
                <a:path w="3809" h="55879">
                  <a:moveTo>
                    <a:pt x="3809" y="52069"/>
                  </a:moveTo>
                  <a:lnTo>
                    <a:pt x="0" y="52069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52069"/>
                  </a:lnTo>
                  <a:close/>
                </a:path>
              </a:pathLst>
            </a:custGeom>
            <a:solidFill>
              <a:srgbClr val="99A8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1595119" y="5156200"/>
              <a:ext cx="3810" cy="57150"/>
            </a:xfrm>
            <a:custGeom>
              <a:avLst/>
              <a:gdLst/>
              <a:ahLst/>
              <a:cxnLst/>
              <a:rect l="l" t="t" r="r" b="b"/>
              <a:pathLst>
                <a:path w="3809" h="57150">
                  <a:moveTo>
                    <a:pt x="3810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09" h="57150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09" h="57150">
                  <a:moveTo>
                    <a:pt x="381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8890"/>
                  </a:lnTo>
                  <a:close/>
                </a:path>
                <a:path w="3809" h="57150">
                  <a:moveTo>
                    <a:pt x="3810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5240"/>
                  </a:lnTo>
                  <a:close/>
                </a:path>
                <a:path w="3809" h="57150">
                  <a:moveTo>
                    <a:pt x="3810" y="21590"/>
                  </a:moveTo>
                  <a:lnTo>
                    <a:pt x="0" y="21590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21590"/>
                  </a:lnTo>
                  <a:close/>
                </a:path>
                <a:path w="3809" h="57150">
                  <a:moveTo>
                    <a:pt x="3810" y="34290"/>
                  </a:moveTo>
                  <a:lnTo>
                    <a:pt x="0" y="34290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4290"/>
                  </a:lnTo>
                  <a:close/>
                </a:path>
                <a:path w="3809" h="57150">
                  <a:moveTo>
                    <a:pt x="3810" y="40640"/>
                  </a:moveTo>
                  <a:lnTo>
                    <a:pt x="0" y="40640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0640"/>
                  </a:lnTo>
                  <a:close/>
                </a:path>
                <a:path w="3809" h="57150">
                  <a:moveTo>
                    <a:pt x="3810" y="46990"/>
                  </a:moveTo>
                  <a:lnTo>
                    <a:pt x="0" y="46990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46990"/>
                  </a:lnTo>
                  <a:close/>
                </a:path>
                <a:path w="3809" h="57150">
                  <a:moveTo>
                    <a:pt x="3810" y="53340"/>
                  </a:moveTo>
                  <a:lnTo>
                    <a:pt x="0" y="53340"/>
                  </a:lnTo>
                  <a:lnTo>
                    <a:pt x="0" y="57150"/>
                  </a:lnTo>
                  <a:lnTo>
                    <a:pt x="3810" y="57150"/>
                  </a:lnTo>
                  <a:lnTo>
                    <a:pt x="3810" y="53340"/>
                  </a:lnTo>
                  <a:close/>
                </a:path>
              </a:pathLst>
            </a:custGeom>
            <a:solidFill>
              <a:srgbClr val="96A6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1598930" y="5156200"/>
              <a:ext cx="2540" cy="57150"/>
            </a:xfrm>
            <a:custGeom>
              <a:avLst/>
              <a:gdLst/>
              <a:ahLst/>
              <a:cxnLst/>
              <a:rect l="l" t="t" r="r" b="b"/>
              <a:pathLst>
                <a:path w="2540" h="57150">
                  <a:moveTo>
                    <a:pt x="253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39" y="2539"/>
                  </a:lnTo>
                  <a:lnTo>
                    <a:pt x="2539" y="0"/>
                  </a:lnTo>
                  <a:close/>
                </a:path>
                <a:path w="2540" h="57150">
                  <a:moveTo>
                    <a:pt x="2539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2539" y="8889"/>
                  </a:lnTo>
                  <a:lnTo>
                    <a:pt x="2539" y="2540"/>
                  </a:lnTo>
                  <a:close/>
                </a:path>
                <a:path w="2540" h="57150">
                  <a:moveTo>
                    <a:pt x="2539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2539" y="15239"/>
                  </a:lnTo>
                  <a:lnTo>
                    <a:pt x="2539" y="8890"/>
                  </a:lnTo>
                  <a:close/>
                </a:path>
                <a:path w="2540" h="57150">
                  <a:moveTo>
                    <a:pt x="2539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2539" y="21589"/>
                  </a:lnTo>
                  <a:lnTo>
                    <a:pt x="2539" y="15240"/>
                  </a:lnTo>
                  <a:close/>
                </a:path>
                <a:path w="2540" h="57150">
                  <a:moveTo>
                    <a:pt x="2539" y="21590"/>
                  </a:moveTo>
                  <a:lnTo>
                    <a:pt x="0" y="21590"/>
                  </a:lnTo>
                  <a:lnTo>
                    <a:pt x="0" y="34289"/>
                  </a:lnTo>
                  <a:lnTo>
                    <a:pt x="2539" y="34289"/>
                  </a:lnTo>
                  <a:lnTo>
                    <a:pt x="2539" y="21590"/>
                  </a:lnTo>
                  <a:close/>
                </a:path>
                <a:path w="2540" h="57150">
                  <a:moveTo>
                    <a:pt x="2539" y="34290"/>
                  </a:moveTo>
                  <a:lnTo>
                    <a:pt x="0" y="34290"/>
                  </a:lnTo>
                  <a:lnTo>
                    <a:pt x="0" y="40639"/>
                  </a:lnTo>
                  <a:lnTo>
                    <a:pt x="2539" y="40639"/>
                  </a:lnTo>
                  <a:lnTo>
                    <a:pt x="2539" y="34290"/>
                  </a:lnTo>
                  <a:close/>
                </a:path>
                <a:path w="2540" h="57150">
                  <a:moveTo>
                    <a:pt x="2539" y="40640"/>
                  </a:moveTo>
                  <a:lnTo>
                    <a:pt x="0" y="40640"/>
                  </a:lnTo>
                  <a:lnTo>
                    <a:pt x="0" y="46989"/>
                  </a:lnTo>
                  <a:lnTo>
                    <a:pt x="2539" y="46989"/>
                  </a:lnTo>
                  <a:lnTo>
                    <a:pt x="2539" y="40640"/>
                  </a:lnTo>
                  <a:close/>
                </a:path>
                <a:path w="2540" h="57150">
                  <a:moveTo>
                    <a:pt x="2539" y="46990"/>
                  </a:moveTo>
                  <a:lnTo>
                    <a:pt x="0" y="46990"/>
                  </a:lnTo>
                  <a:lnTo>
                    <a:pt x="0" y="53339"/>
                  </a:lnTo>
                  <a:lnTo>
                    <a:pt x="2539" y="53339"/>
                  </a:lnTo>
                  <a:lnTo>
                    <a:pt x="2539" y="46990"/>
                  </a:lnTo>
                  <a:close/>
                </a:path>
                <a:path w="2540" h="57150">
                  <a:moveTo>
                    <a:pt x="2539" y="53340"/>
                  </a:moveTo>
                  <a:lnTo>
                    <a:pt x="0" y="53340"/>
                  </a:lnTo>
                  <a:lnTo>
                    <a:pt x="0" y="57150"/>
                  </a:lnTo>
                  <a:lnTo>
                    <a:pt x="2539" y="57150"/>
                  </a:lnTo>
                  <a:lnTo>
                    <a:pt x="2539" y="53340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1601469" y="5154930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89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09" h="59689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09" h="59689">
                  <a:moveTo>
                    <a:pt x="381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60"/>
                  </a:lnTo>
                  <a:close/>
                </a:path>
                <a:path w="3809" h="59689">
                  <a:moveTo>
                    <a:pt x="3810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10"/>
                  </a:lnTo>
                  <a:close/>
                </a:path>
                <a:path w="3809" h="59689">
                  <a:moveTo>
                    <a:pt x="3810" y="22860"/>
                  </a:moveTo>
                  <a:lnTo>
                    <a:pt x="0" y="22860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22860"/>
                  </a:lnTo>
                  <a:close/>
                </a:path>
                <a:path w="3809" h="59689">
                  <a:moveTo>
                    <a:pt x="3810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5560"/>
                  </a:lnTo>
                  <a:close/>
                </a:path>
                <a:path w="3809" h="59689">
                  <a:moveTo>
                    <a:pt x="3810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1910"/>
                  </a:lnTo>
                  <a:close/>
                </a:path>
                <a:path w="3809" h="59689">
                  <a:moveTo>
                    <a:pt x="3810" y="48260"/>
                  </a:moveTo>
                  <a:lnTo>
                    <a:pt x="0" y="48260"/>
                  </a:lnTo>
                  <a:lnTo>
                    <a:pt x="0" y="54610"/>
                  </a:lnTo>
                  <a:lnTo>
                    <a:pt x="3810" y="54610"/>
                  </a:lnTo>
                  <a:lnTo>
                    <a:pt x="3810" y="48260"/>
                  </a:lnTo>
                  <a:close/>
                </a:path>
                <a:path w="3809" h="59689">
                  <a:moveTo>
                    <a:pt x="3810" y="54610"/>
                  </a:moveTo>
                  <a:lnTo>
                    <a:pt x="0" y="54610"/>
                  </a:lnTo>
                  <a:lnTo>
                    <a:pt x="0" y="58420"/>
                  </a:lnTo>
                  <a:lnTo>
                    <a:pt x="1270" y="58420"/>
                  </a:lnTo>
                  <a:lnTo>
                    <a:pt x="1270" y="59690"/>
                  </a:lnTo>
                  <a:lnTo>
                    <a:pt x="3810" y="59690"/>
                  </a:lnTo>
                  <a:lnTo>
                    <a:pt x="3810" y="54610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1605280" y="5154930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89">
                  <a:moveTo>
                    <a:pt x="380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09" h="59689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09" h="59689">
                  <a:moveTo>
                    <a:pt x="380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0160"/>
                  </a:lnTo>
                  <a:close/>
                </a:path>
                <a:path w="3809" h="59689">
                  <a:moveTo>
                    <a:pt x="3809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16510"/>
                  </a:lnTo>
                  <a:close/>
                </a:path>
                <a:path w="3809" h="59689">
                  <a:moveTo>
                    <a:pt x="3809" y="22860"/>
                  </a:moveTo>
                  <a:lnTo>
                    <a:pt x="0" y="22860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22860"/>
                  </a:lnTo>
                  <a:close/>
                </a:path>
                <a:path w="3809" h="59689">
                  <a:moveTo>
                    <a:pt x="3809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35560"/>
                  </a:lnTo>
                  <a:close/>
                </a:path>
                <a:path w="3809" h="59689">
                  <a:moveTo>
                    <a:pt x="3809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3809" y="48260"/>
                  </a:lnTo>
                  <a:lnTo>
                    <a:pt x="3809" y="41910"/>
                  </a:lnTo>
                  <a:close/>
                </a:path>
                <a:path w="3809" h="59689">
                  <a:moveTo>
                    <a:pt x="3809" y="48260"/>
                  </a:moveTo>
                  <a:lnTo>
                    <a:pt x="0" y="48260"/>
                  </a:lnTo>
                  <a:lnTo>
                    <a:pt x="0" y="54610"/>
                  </a:lnTo>
                  <a:lnTo>
                    <a:pt x="3809" y="54610"/>
                  </a:lnTo>
                  <a:lnTo>
                    <a:pt x="3809" y="48260"/>
                  </a:lnTo>
                  <a:close/>
                </a:path>
                <a:path w="3809" h="59689">
                  <a:moveTo>
                    <a:pt x="3809" y="54610"/>
                  </a:moveTo>
                  <a:lnTo>
                    <a:pt x="0" y="54610"/>
                  </a:lnTo>
                  <a:lnTo>
                    <a:pt x="0" y="59690"/>
                  </a:lnTo>
                  <a:lnTo>
                    <a:pt x="3809" y="59690"/>
                  </a:lnTo>
                  <a:lnTo>
                    <a:pt x="3809" y="54610"/>
                  </a:lnTo>
                  <a:close/>
                </a:path>
              </a:pathLst>
            </a:custGeom>
            <a:solidFill>
              <a:srgbClr val="8E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1609089" y="5154930"/>
              <a:ext cx="3810" cy="60960"/>
            </a:xfrm>
            <a:custGeom>
              <a:avLst/>
              <a:gdLst/>
              <a:ahLst/>
              <a:cxnLst/>
              <a:rect l="l" t="t" r="r" b="b"/>
              <a:pathLst>
                <a:path w="3809" h="60960">
                  <a:moveTo>
                    <a:pt x="380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09" h="60960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09" h="60960">
                  <a:moveTo>
                    <a:pt x="380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0160"/>
                  </a:lnTo>
                  <a:close/>
                </a:path>
                <a:path w="3809" h="60960">
                  <a:moveTo>
                    <a:pt x="3809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16510"/>
                  </a:lnTo>
                  <a:close/>
                </a:path>
                <a:path w="3809" h="60960">
                  <a:moveTo>
                    <a:pt x="3809" y="22860"/>
                  </a:moveTo>
                  <a:lnTo>
                    <a:pt x="0" y="22860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22860"/>
                  </a:lnTo>
                  <a:close/>
                </a:path>
                <a:path w="3809" h="60960">
                  <a:moveTo>
                    <a:pt x="3809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35560"/>
                  </a:lnTo>
                  <a:close/>
                </a:path>
                <a:path w="3809" h="60960">
                  <a:moveTo>
                    <a:pt x="3809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3809" y="48260"/>
                  </a:lnTo>
                  <a:lnTo>
                    <a:pt x="3809" y="41910"/>
                  </a:lnTo>
                  <a:close/>
                </a:path>
                <a:path w="3809" h="60960">
                  <a:moveTo>
                    <a:pt x="3809" y="48260"/>
                  </a:moveTo>
                  <a:lnTo>
                    <a:pt x="0" y="48260"/>
                  </a:lnTo>
                  <a:lnTo>
                    <a:pt x="0" y="54610"/>
                  </a:lnTo>
                  <a:lnTo>
                    <a:pt x="3809" y="54610"/>
                  </a:lnTo>
                  <a:lnTo>
                    <a:pt x="3809" y="48260"/>
                  </a:lnTo>
                  <a:close/>
                </a:path>
                <a:path w="3809" h="60960">
                  <a:moveTo>
                    <a:pt x="3809" y="54610"/>
                  </a:moveTo>
                  <a:lnTo>
                    <a:pt x="0" y="54610"/>
                  </a:lnTo>
                  <a:lnTo>
                    <a:pt x="0" y="59690"/>
                  </a:lnTo>
                  <a:lnTo>
                    <a:pt x="1269" y="59690"/>
                  </a:lnTo>
                  <a:lnTo>
                    <a:pt x="1269" y="60960"/>
                  </a:lnTo>
                  <a:lnTo>
                    <a:pt x="3809" y="60960"/>
                  </a:lnTo>
                  <a:lnTo>
                    <a:pt x="3809" y="54610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1612900" y="5154930"/>
              <a:ext cx="3810" cy="60960"/>
            </a:xfrm>
            <a:custGeom>
              <a:avLst/>
              <a:gdLst/>
              <a:ahLst/>
              <a:cxnLst/>
              <a:rect l="l" t="t" r="r" b="b"/>
              <a:pathLst>
                <a:path w="3809" h="60960">
                  <a:moveTo>
                    <a:pt x="380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09" h="60960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09" h="60960">
                  <a:moveTo>
                    <a:pt x="380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0160"/>
                  </a:lnTo>
                  <a:close/>
                </a:path>
                <a:path w="3809" h="60960">
                  <a:moveTo>
                    <a:pt x="3809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16510"/>
                  </a:lnTo>
                  <a:close/>
                </a:path>
                <a:path w="3809" h="60960">
                  <a:moveTo>
                    <a:pt x="3809" y="22860"/>
                  </a:moveTo>
                  <a:lnTo>
                    <a:pt x="0" y="22860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22860"/>
                  </a:lnTo>
                  <a:close/>
                </a:path>
                <a:path w="3809" h="60960">
                  <a:moveTo>
                    <a:pt x="3809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35560"/>
                  </a:lnTo>
                  <a:close/>
                </a:path>
                <a:path w="3809" h="60960">
                  <a:moveTo>
                    <a:pt x="3809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3809" y="48260"/>
                  </a:lnTo>
                  <a:lnTo>
                    <a:pt x="3809" y="41910"/>
                  </a:lnTo>
                  <a:close/>
                </a:path>
                <a:path w="3809" h="60960">
                  <a:moveTo>
                    <a:pt x="3809" y="48260"/>
                  </a:moveTo>
                  <a:lnTo>
                    <a:pt x="0" y="48260"/>
                  </a:lnTo>
                  <a:lnTo>
                    <a:pt x="0" y="54610"/>
                  </a:lnTo>
                  <a:lnTo>
                    <a:pt x="3809" y="54610"/>
                  </a:lnTo>
                  <a:lnTo>
                    <a:pt x="3809" y="48260"/>
                  </a:lnTo>
                  <a:close/>
                </a:path>
                <a:path w="3809" h="60960">
                  <a:moveTo>
                    <a:pt x="3809" y="54610"/>
                  </a:moveTo>
                  <a:lnTo>
                    <a:pt x="0" y="54610"/>
                  </a:lnTo>
                  <a:lnTo>
                    <a:pt x="0" y="60960"/>
                  </a:lnTo>
                  <a:lnTo>
                    <a:pt x="3809" y="60960"/>
                  </a:lnTo>
                  <a:lnTo>
                    <a:pt x="3809" y="5461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1616710" y="5154930"/>
              <a:ext cx="3810" cy="60960"/>
            </a:xfrm>
            <a:custGeom>
              <a:avLst/>
              <a:gdLst/>
              <a:ahLst/>
              <a:cxnLst/>
              <a:rect l="l" t="t" r="r" b="b"/>
              <a:pathLst>
                <a:path w="3809" h="60960">
                  <a:moveTo>
                    <a:pt x="380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09" h="60960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09" h="60960">
                  <a:moveTo>
                    <a:pt x="380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0160"/>
                  </a:lnTo>
                  <a:close/>
                </a:path>
                <a:path w="3809" h="60960">
                  <a:moveTo>
                    <a:pt x="3809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16510"/>
                  </a:lnTo>
                  <a:close/>
                </a:path>
                <a:path w="3809" h="60960">
                  <a:moveTo>
                    <a:pt x="3809" y="22860"/>
                  </a:moveTo>
                  <a:lnTo>
                    <a:pt x="0" y="22860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22860"/>
                  </a:lnTo>
                  <a:close/>
                </a:path>
                <a:path w="3809" h="60960">
                  <a:moveTo>
                    <a:pt x="3809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35560"/>
                  </a:lnTo>
                  <a:close/>
                </a:path>
                <a:path w="3809" h="60960">
                  <a:moveTo>
                    <a:pt x="3809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3809" y="48260"/>
                  </a:lnTo>
                  <a:lnTo>
                    <a:pt x="3809" y="41910"/>
                  </a:lnTo>
                  <a:close/>
                </a:path>
                <a:path w="3809" h="60960">
                  <a:moveTo>
                    <a:pt x="3809" y="48260"/>
                  </a:moveTo>
                  <a:lnTo>
                    <a:pt x="0" y="48260"/>
                  </a:lnTo>
                  <a:lnTo>
                    <a:pt x="0" y="54610"/>
                  </a:lnTo>
                  <a:lnTo>
                    <a:pt x="3809" y="54610"/>
                  </a:lnTo>
                  <a:lnTo>
                    <a:pt x="3809" y="48260"/>
                  </a:lnTo>
                  <a:close/>
                </a:path>
                <a:path w="3809" h="60960">
                  <a:moveTo>
                    <a:pt x="3809" y="54610"/>
                  </a:moveTo>
                  <a:lnTo>
                    <a:pt x="0" y="54610"/>
                  </a:lnTo>
                  <a:lnTo>
                    <a:pt x="0" y="60960"/>
                  </a:lnTo>
                  <a:lnTo>
                    <a:pt x="3809" y="60960"/>
                  </a:lnTo>
                  <a:lnTo>
                    <a:pt x="3809" y="54610"/>
                  </a:lnTo>
                  <a:close/>
                </a:path>
              </a:pathLst>
            </a:custGeom>
            <a:solidFill>
              <a:srgbClr val="8799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1620519" y="5154930"/>
              <a:ext cx="3810" cy="60960"/>
            </a:xfrm>
            <a:custGeom>
              <a:avLst/>
              <a:gdLst/>
              <a:ahLst/>
              <a:cxnLst/>
              <a:rect l="l" t="t" r="r" b="b"/>
              <a:pathLst>
                <a:path w="3809" h="60960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09" h="60960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09" h="60960">
                  <a:moveTo>
                    <a:pt x="381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60"/>
                  </a:lnTo>
                  <a:close/>
                </a:path>
                <a:path w="3809" h="60960">
                  <a:moveTo>
                    <a:pt x="3810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10"/>
                  </a:lnTo>
                  <a:close/>
                </a:path>
                <a:path w="3809" h="60960">
                  <a:moveTo>
                    <a:pt x="3810" y="22860"/>
                  </a:moveTo>
                  <a:lnTo>
                    <a:pt x="0" y="22860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22860"/>
                  </a:lnTo>
                  <a:close/>
                </a:path>
                <a:path w="3809" h="60960">
                  <a:moveTo>
                    <a:pt x="3810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5560"/>
                  </a:lnTo>
                  <a:close/>
                </a:path>
                <a:path w="3809" h="60960">
                  <a:moveTo>
                    <a:pt x="3810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1910"/>
                  </a:lnTo>
                  <a:close/>
                </a:path>
                <a:path w="3809" h="60960">
                  <a:moveTo>
                    <a:pt x="3810" y="48260"/>
                  </a:moveTo>
                  <a:lnTo>
                    <a:pt x="0" y="48260"/>
                  </a:lnTo>
                  <a:lnTo>
                    <a:pt x="0" y="54610"/>
                  </a:lnTo>
                  <a:lnTo>
                    <a:pt x="3810" y="54610"/>
                  </a:lnTo>
                  <a:lnTo>
                    <a:pt x="3810" y="48260"/>
                  </a:lnTo>
                  <a:close/>
                </a:path>
                <a:path w="3809" h="60960">
                  <a:moveTo>
                    <a:pt x="3810" y="54610"/>
                  </a:moveTo>
                  <a:lnTo>
                    <a:pt x="0" y="54610"/>
                  </a:lnTo>
                  <a:lnTo>
                    <a:pt x="0" y="60960"/>
                  </a:lnTo>
                  <a:lnTo>
                    <a:pt x="3810" y="60960"/>
                  </a:lnTo>
                  <a:lnTo>
                    <a:pt x="3810" y="54610"/>
                  </a:lnTo>
                  <a:close/>
                </a:path>
              </a:pathLst>
            </a:custGeom>
            <a:solidFill>
              <a:srgbClr val="8496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1624330" y="5154930"/>
              <a:ext cx="3810" cy="60960"/>
            </a:xfrm>
            <a:custGeom>
              <a:avLst/>
              <a:gdLst/>
              <a:ahLst/>
              <a:cxnLst/>
              <a:rect l="l" t="t" r="r" b="b"/>
              <a:pathLst>
                <a:path w="3810" h="60960">
                  <a:moveTo>
                    <a:pt x="380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10" h="60960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10" h="60960">
                  <a:moveTo>
                    <a:pt x="380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0160"/>
                  </a:lnTo>
                  <a:close/>
                </a:path>
                <a:path w="3810" h="60960">
                  <a:moveTo>
                    <a:pt x="3809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16510"/>
                  </a:lnTo>
                  <a:close/>
                </a:path>
                <a:path w="3810" h="60960">
                  <a:moveTo>
                    <a:pt x="3809" y="22860"/>
                  </a:moveTo>
                  <a:lnTo>
                    <a:pt x="0" y="22860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22860"/>
                  </a:lnTo>
                  <a:close/>
                </a:path>
                <a:path w="3810" h="60960">
                  <a:moveTo>
                    <a:pt x="3809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35560"/>
                  </a:lnTo>
                  <a:close/>
                </a:path>
                <a:path w="3810" h="60960">
                  <a:moveTo>
                    <a:pt x="3809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3809" y="48260"/>
                  </a:lnTo>
                  <a:lnTo>
                    <a:pt x="3809" y="41910"/>
                  </a:lnTo>
                  <a:close/>
                </a:path>
                <a:path w="3810" h="60960">
                  <a:moveTo>
                    <a:pt x="3809" y="48260"/>
                  </a:moveTo>
                  <a:lnTo>
                    <a:pt x="0" y="48260"/>
                  </a:lnTo>
                  <a:lnTo>
                    <a:pt x="0" y="54610"/>
                  </a:lnTo>
                  <a:lnTo>
                    <a:pt x="3809" y="54610"/>
                  </a:lnTo>
                  <a:lnTo>
                    <a:pt x="3809" y="48260"/>
                  </a:lnTo>
                  <a:close/>
                </a:path>
                <a:path w="3810" h="60960">
                  <a:moveTo>
                    <a:pt x="3809" y="54610"/>
                  </a:moveTo>
                  <a:lnTo>
                    <a:pt x="0" y="54610"/>
                  </a:lnTo>
                  <a:lnTo>
                    <a:pt x="0" y="60960"/>
                  </a:lnTo>
                  <a:lnTo>
                    <a:pt x="3809" y="60960"/>
                  </a:lnTo>
                  <a:lnTo>
                    <a:pt x="3809" y="54610"/>
                  </a:lnTo>
                  <a:close/>
                </a:path>
              </a:pathLst>
            </a:custGeom>
            <a:solidFill>
              <a:srgbClr val="819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1628139" y="5153659"/>
              <a:ext cx="2540" cy="63500"/>
            </a:xfrm>
            <a:custGeom>
              <a:avLst/>
              <a:gdLst/>
              <a:ahLst/>
              <a:cxnLst/>
              <a:rect l="l" t="t" r="r" b="b"/>
              <a:pathLst>
                <a:path w="2539" h="63500">
                  <a:moveTo>
                    <a:pt x="2540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0" y="1269"/>
                  </a:lnTo>
                  <a:lnTo>
                    <a:pt x="0" y="5079"/>
                  </a:lnTo>
                  <a:lnTo>
                    <a:pt x="2540" y="5079"/>
                  </a:lnTo>
                  <a:lnTo>
                    <a:pt x="2540" y="0"/>
                  </a:lnTo>
                  <a:close/>
                </a:path>
                <a:path w="2539" h="63500">
                  <a:moveTo>
                    <a:pt x="254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2540" y="11429"/>
                  </a:lnTo>
                  <a:lnTo>
                    <a:pt x="2540" y="5080"/>
                  </a:lnTo>
                  <a:close/>
                </a:path>
                <a:path w="2539" h="63500">
                  <a:moveTo>
                    <a:pt x="254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2540" y="17779"/>
                  </a:lnTo>
                  <a:lnTo>
                    <a:pt x="2540" y="11430"/>
                  </a:lnTo>
                  <a:close/>
                </a:path>
                <a:path w="2539" h="63500">
                  <a:moveTo>
                    <a:pt x="254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2540" y="24129"/>
                  </a:lnTo>
                  <a:lnTo>
                    <a:pt x="2540" y="17780"/>
                  </a:lnTo>
                  <a:close/>
                </a:path>
                <a:path w="2539" h="63500">
                  <a:moveTo>
                    <a:pt x="2540" y="24130"/>
                  </a:moveTo>
                  <a:lnTo>
                    <a:pt x="0" y="24130"/>
                  </a:lnTo>
                  <a:lnTo>
                    <a:pt x="0" y="36829"/>
                  </a:lnTo>
                  <a:lnTo>
                    <a:pt x="2540" y="36829"/>
                  </a:lnTo>
                  <a:lnTo>
                    <a:pt x="2540" y="24130"/>
                  </a:lnTo>
                  <a:close/>
                </a:path>
                <a:path w="2539" h="63500">
                  <a:moveTo>
                    <a:pt x="254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2540" y="43179"/>
                  </a:lnTo>
                  <a:lnTo>
                    <a:pt x="2540" y="36830"/>
                  </a:lnTo>
                  <a:close/>
                </a:path>
                <a:path w="2539" h="63500">
                  <a:moveTo>
                    <a:pt x="2540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2540" y="49529"/>
                  </a:lnTo>
                  <a:lnTo>
                    <a:pt x="2540" y="43180"/>
                  </a:lnTo>
                  <a:close/>
                </a:path>
                <a:path w="2539" h="63500">
                  <a:moveTo>
                    <a:pt x="2540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2540" y="55879"/>
                  </a:lnTo>
                  <a:lnTo>
                    <a:pt x="2540" y="49530"/>
                  </a:lnTo>
                  <a:close/>
                </a:path>
                <a:path w="2539" h="63500">
                  <a:moveTo>
                    <a:pt x="2540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2540" y="62229"/>
                  </a:lnTo>
                  <a:lnTo>
                    <a:pt x="2540" y="55880"/>
                  </a:lnTo>
                  <a:close/>
                </a:path>
                <a:path w="2539" h="63500">
                  <a:moveTo>
                    <a:pt x="2540" y="62230"/>
                  </a:moveTo>
                  <a:lnTo>
                    <a:pt x="1270" y="62230"/>
                  </a:lnTo>
                  <a:lnTo>
                    <a:pt x="1270" y="63500"/>
                  </a:lnTo>
                  <a:lnTo>
                    <a:pt x="2540" y="63500"/>
                  </a:lnTo>
                  <a:lnTo>
                    <a:pt x="2540" y="62230"/>
                  </a:lnTo>
                  <a:close/>
                </a:path>
              </a:pathLst>
            </a:custGeom>
            <a:solidFill>
              <a:srgbClr val="7F92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1630680" y="51536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0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0"/>
                  </a:lnTo>
                  <a:close/>
                </a:path>
                <a:path w="3810" h="63500">
                  <a:moveTo>
                    <a:pt x="380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5080"/>
                  </a:lnTo>
                  <a:close/>
                </a:path>
                <a:path w="3810" h="63500">
                  <a:moveTo>
                    <a:pt x="380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1430"/>
                  </a:lnTo>
                  <a:close/>
                </a:path>
                <a:path w="3810" h="63500">
                  <a:moveTo>
                    <a:pt x="3809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17780"/>
                  </a:lnTo>
                  <a:close/>
                </a:path>
                <a:path w="3810" h="63500">
                  <a:moveTo>
                    <a:pt x="3809" y="24130"/>
                  </a:moveTo>
                  <a:lnTo>
                    <a:pt x="0" y="24130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24130"/>
                  </a:lnTo>
                  <a:close/>
                </a:path>
                <a:path w="3810" h="63500">
                  <a:moveTo>
                    <a:pt x="3809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36830"/>
                  </a:lnTo>
                  <a:close/>
                </a:path>
                <a:path w="3810" h="63500">
                  <a:moveTo>
                    <a:pt x="3809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3180"/>
                  </a:lnTo>
                  <a:close/>
                </a:path>
                <a:path w="3810" h="63500">
                  <a:moveTo>
                    <a:pt x="3809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49530"/>
                  </a:lnTo>
                  <a:close/>
                </a:path>
                <a:path w="3810" h="63500">
                  <a:moveTo>
                    <a:pt x="3809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5880"/>
                  </a:lnTo>
                  <a:close/>
                </a:path>
                <a:path w="3810" h="63500">
                  <a:moveTo>
                    <a:pt x="380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09" y="63500"/>
                  </a:lnTo>
                  <a:lnTo>
                    <a:pt x="3809" y="62230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1634489" y="51536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1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10" h="63500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63500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63500">
                  <a:moveTo>
                    <a:pt x="381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7780"/>
                  </a:lnTo>
                  <a:close/>
                </a:path>
                <a:path w="3810" h="63500">
                  <a:moveTo>
                    <a:pt x="3810" y="24130"/>
                  </a:moveTo>
                  <a:lnTo>
                    <a:pt x="0" y="2413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24130"/>
                  </a:lnTo>
                  <a:close/>
                </a:path>
                <a:path w="3810" h="63500">
                  <a:moveTo>
                    <a:pt x="381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36830"/>
                  </a:lnTo>
                  <a:close/>
                </a:path>
                <a:path w="3810" h="63500">
                  <a:moveTo>
                    <a:pt x="3810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3180"/>
                  </a:lnTo>
                  <a:close/>
                </a:path>
                <a:path w="3810" h="63500">
                  <a:moveTo>
                    <a:pt x="3810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49530"/>
                  </a:lnTo>
                  <a:close/>
                </a:path>
                <a:path w="3810" h="63500">
                  <a:moveTo>
                    <a:pt x="3810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5880"/>
                  </a:lnTo>
                  <a:close/>
                </a:path>
                <a:path w="3810" h="63500">
                  <a:moveTo>
                    <a:pt x="381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62230"/>
                  </a:lnTo>
                  <a:close/>
                </a:path>
              </a:pathLst>
            </a:custGeom>
            <a:solidFill>
              <a:srgbClr val="79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1638300" y="51536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1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10" h="63500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63500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63500">
                  <a:moveTo>
                    <a:pt x="381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7780"/>
                  </a:lnTo>
                  <a:close/>
                </a:path>
                <a:path w="3810" h="63500">
                  <a:moveTo>
                    <a:pt x="3810" y="24130"/>
                  </a:moveTo>
                  <a:lnTo>
                    <a:pt x="0" y="2413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24130"/>
                  </a:lnTo>
                  <a:close/>
                </a:path>
                <a:path w="3810" h="63500">
                  <a:moveTo>
                    <a:pt x="381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36830"/>
                  </a:lnTo>
                  <a:close/>
                </a:path>
                <a:path w="3810" h="63500">
                  <a:moveTo>
                    <a:pt x="3810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3180"/>
                  </a:lnTo>
                  <a:close/>
                </a:path>
                <a:path w="3810" h="63500">
                  <a:moveTo>
                    <a:pt x="3810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49530"/>
                  </a:lnTo>
                  <a:close/>
                </a:path>
                <a:path w="3810" h="63500">
                  <a:moveTo>
                    <a:pt x="3810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5880"/>
                  </a:lnTo>
                  <a:close/>
                </a:path>
                <a:path w="3810" h="63500">
                  <a:moveTo>
                    <a:pt x="381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62230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1642110" y="51536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0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0"/>
                  </a:lnTo>
                  <a:close/>
                </a:path>
                <a:path w="3810" h="63500">
                  <a:moveTo>
                    <a:pt x="380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5080"/>
                  </a:lnTo>
                  <a:close/>
                </a:path>
                <a:path w="3810" h="63500">
                  <a:moveTo>
                    <a:pt x="380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1430"/>
                  </a:lnTo>
                  <a:close/>
                </a:path>
                <a:path w="3810" h="63500">
                  <a:moveTo>
                    <a:pt x="3809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17780"/>
                  </a:lnTo>
                  <a:close/>
                </a:path>
                <a:path w="3810" h="63500">
                  <a:moveTo>
                    <a:pt x="3809" y="24130"/>
                  </a:moveTo>
                  <a:lnTo>
                    <a:pt x="0" y="24130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24130"/>
                  </a:lnTo>
                  <a:close/>
                </a:path>
                <a:path w="3810" h="63500">
                  <a:moveTo>
                    <a:pt x="3809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36830"/>
                  </a:lnTo>
                  <a:close/>
                </a:path>
                <a:path w="3810" h="63500">
                  <a:moveTo>
                    <a:pt x="3809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3180"/>
                  </a:lnTo>
                  <a:close/>
                </a:path>
                <a:path w="3810" h="63500">
                  <a:moveTo>
                    <a:pt x="3809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49530"/>
                  </a:lnTo>
                  <a:close/>
                </a:path>
                <a:path w="3810" h="63500">
                  <a:moveTo>
                    <a:pt x="3809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5880"/>
                  </a:lnTo>
                  <a:close/>
                </a:path>
                <a:path w="3810" h="63500">
                  <a:moveTo>
                    <a:pt x="380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09" y="63500"/>
                  </a:lnTo>
                  <a:lnTo>
                    <a:pt x="3809" y="62230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1645919" y="51536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1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10" h="63500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63500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63500">
                  <a:moveTo>
                    <a:pt x="381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7780"/>
                  </a:lnTo>
                  <a:close/>
                </a:path>
                <a:path w="3810" h="63500">
                  <a:moveTo>
                    <a:pt x="3810" y="24130"/>
                  </a:moveTo>
                  <a:lnTo>
                    <a:pt x="0" y="2413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24130"/>
                  </a:lnTo>
                  <a:close/>
                </a:path>
                <a:path w="3810" h="63500">
                  <a:moveTo>
                    <a:pt x="381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36830"/>
                  </a:lnTo>
                  <a:close/>
                </a:path>
                <a:path w="3810" h="63500">
                  <a:moveTo>
                    <a:pt x="3810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3180"/>
                  </a:lnTo>
                  <a:close/>
                </a:path>
                <a:path w="3810" h="63500">
                  <a:moveTo>
                    <a:pt x="3810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49530"/>
                  </a:lnTo>
                  <a:close/>
                </a:path>
                <a:path w="3810" h="63500">
                  <a:moveTo>
                    <a:pt x="3810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5880"/>
                  </a:lnTo>
                  <a:close/>
                </a:path>
                <a:path w="3810" h="63500">
                  <a:moveTo>
                    <a:pt x="381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62230"/>
                  </a:lnTo>
                  <a:close/>
                </a:path>
              </a:pathLst>
            </a:custGeom>
            <a:solidFill>
              <a:srgbClr val="71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1649730" y="5153659"/>
              <a:ext cx="2540" cy="63500"/>
            </a:xfrm>
            <a:custGeom>
              <a:avLst/>
              <a:gdLst/>
              <a:ahLst/>
              <a:cxnLst/>
              <a:rect l="l" t="t" r="r" b="b"/>
              <a:pathLst>
                <a:path w="2539" h="63500">
                  <a:moveTo>
                    <a:pt x="253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2539" y="5079"/>
                  </a:lnTo>
                  <a:lnTo>
                    <a:pt x="2539" y="0"/>
                  </a:lnTo>
                  <a:close/>
                </a:path>
                <a:path w="2539" h="63500">
                  <a:moveTo>
                    <a:pt x="253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2539" y="11429"/>
                  </a:lnTo>
                  <a:lnTo>
                    <a:pt x="2539" y="5080"/>
                  </a:lnTo>
                  <a:close/>
                </a:path>
                <a:path w="2539" h="63500">
                  <a:moveTo>
                    <a:pt x="253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2539" y="17779"/>
                  </a:lnTo>
                  <a:lnTo>
                    <a:pt x="2539" y="11430"/>
                  </a:lnTo>
                  <a:close/>
                </a:path>
                <a:path w="2539" h="63500">
                  <a:moveTo>
                    <a:pt x="2539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2539" y="24129"/>
                  </a:lnTo>
                  <a:lnTo>
                    <a:pt x="2539" y="17780"/>
                  </a:lnTo>
                  <a:close/>
                </a:path>
                <a:path w="2539" h="63500">
                  <a:moveTo>
                    <a:pt x="2539" y="24130"/>
                  </a:moveTo>
                  <a:lnTo>
                    <a:pt x="0" y="24130"/>
                  </a:lnTo>
                  <a:lnTo>
                    <a:pt x="0" y="36829"/>
                  </a:lnTo>
                  <a:lnTo>
                    <a:pt x="2539" y="36829"/>
                  </a:lnTo>
                  <a:lnTo>
                    <a:pt x="2539" y="24130"/>
                  </a:lnTo>
                  <a:close/>
                </a:path>
                <a:path w="2539" h="63500">
                  <a:moveTo>
                    <a:pt x="2539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2539" y="43179"/>
                  </a:lnTo>
                  <a:lnTo>
                    <a:pt x="2539" y="36830"/>
                  </a:lnTo>
                  <a:close/>
                </a:path>
                <a:path w="2539" h="63500">
                  <a:moveTo>
                    <a:pt x="2539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2539" y="49529"/>
                  </a:lnTo>
                  <a:lnTo>
                    <a:pt x="2539" y="43180"/>
                  </a:lnTo>
                  <a:close/>
                </a:path>
                <a:path w="2539" h="63500">
                  <a:moveTo>
                    <a:pt x="2539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2539" y="55879"/>
                  </a:lnTo>
                  <a:lnTo>
                    <a:pt x="2539" y="49530"/>
                  </a:lnTo>
                  <a:close/>
                </a:path>
                <a:path w="2539" h="63500">
                  <a:moveTo>
                    <a:pt x="2539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2539" y="62229"/>
                  </a:lnTo>
                  <a:lnTo>
                    <a:pt x="2539" y="55880"/>
                  </a:lnTo>
                  <a:close/>
                </a:path>
                <a:path w="2539" h="63500">
                  <a:moveTo>
                    <a:pt x="253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2539" y="63500"/>
                  </a:lnTo>
                  <a:lnTo>
                    <a:pt x="2539" y="62230"/>
                  </a:lnTo>
                  <a:close/>
                </a:path>
              </a:pathLst>
            </a:custGeom>
            <a:solidFill>
              <a:srgbClr val="6F84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1652269" y="51536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1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10" h="63500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63500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63500">
                  <a:moveTo>
                    <a:pt x="381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7780"/>
                  </a:lnTo>
                  <a:close/>
                </a:path>
                <a:path w="3810" h="63500">
                  <a:moveTo>
                    <a:pt x="3810" y="24130"/>
                  </a:moveTo>
                  <a:lnTo>
                    <a:pt x="0" y="2413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24130"/>
                  </a:lnTo>
                  <a:close/>
                </a:path>
                <a:path w="3810" h="63500">
                  <a:moveTo>
                    <a:pt x="381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36830"/>
                  </a:lnTo>
                  <a:close/>
                </a:path>
                <a:path w="3810" h="63500">
                  <a:moveTo>
                    <a:pt x="3810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3180"/>
                  </a:lnTo>
                  <a:close/>
                </a:path>
                <a:path w="3810" h="63500">
                  <a:moveTo>
                    <a:pt x="3810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49530"/>
                  </a:lnTo>
                  <a:close/>
                </a:path>
                <a:path w="3810" h="63500">
                  <a:moveTo>
                    <a:pt x="3810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5880"/>
                  </a:lnTo>
                  <a:close/>
                </a:path>
                <a:path w="3810" h="63500">
                  <a:moveTo>
                    <a:pt x="381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62230"/>
                  </a:lnTo>
                  <a:close/>
                </a:path>
              </a:pathLst>
            </a:custGeom>
            <a:solidFill>
              <a:srgbClr val="6C82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1656080" y="51536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0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0"/>
                  </a:lnTo>
                  <a:close/>
                </a:path>
                <a:path w="3810" h="63500">
                  <a:moveTo>
                    <a:pt x="380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5080"/>
                  </a:lnTo>
                  <a:close/>
                </a:path>
                <a:path w="3810" h="63500">
                  <a:moveTo>
                    <a:pt x="380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1430"/>
                  </a:lnTo>
                  <a:close/>
                </a:path>
                <a:path w="3810" h="63500">
                  <a:moveTo>
                    <a:pt x="3809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17780"/>
                  </a:lnTo>
                  <a:close/>
                </a:path>
                <a:path w="3810" h="63500">
                  <a:moveTo>
                    <a:pt x="3809" y="24130"/>
                  </a:moveTo>
                  <a:lnTo>
                    <a:pt x="0" y="24130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24130"/>
                  </a:lnTo>
                  <a:close/>
                </a:path>
                <a:path w="3810" h="63500">
                  <a:moveTo>
                    <a:pt x="3809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36830"/>
                  </a:lnTo>
                  <a:close/>
                </a:path>
                <a:path w="3810" h="63500">
                  <a:moveTo>
                    <a:pt x="3809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3180"/>
                  </a:lnTo>
                  <a:close/>
                </a:path>
                <a:path w="3810" h="63500">
                  <a:moveTo>
                    <a:pt x="3809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49530"/>
                  </a:lnTo>
                  <a:close/>
                </a:path>
                <a:path w="3810" h="63500">
                  <a:moveTo>
                    <a:pt x="3809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5880"/>
                  </a:lnTo>
                  <a:close/>
                </a:path>
                <a:path w="3810" h="63500">
                  <a:moveTo>
                    <a:pt x="380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09" y="63500"/>
                  </a:lnTo>
                  <a:lnTo>
                    <a:pt x="3809" y="62230"/>
                  </a:lnTo>
                  <a:close/>
                </a:path>
              </a:pathLst>
            </a:custGeom>
            <a:solidFill>
              <a:srgbClr val="6980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1659889" y="51536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1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10" h="63500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63500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63500">
                  <a:moveTo>
                    <a:pt x="381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7780"/>
                  </a:lnTo>
                  <a:close/>
                </a:path>
                <a:path w="3810" h="63500">
                  <a:moveTo>
                    <a:pt x="3810" y="24130"/>
                  </a:moveTo>
                  <a:lnTo>
                    <a:pt x="0" y="2413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24130"/>
                  </a:lnTo>
                  <a:close/>
                </a:path>
                <a:path w="3810" h="63500">
                  <a:moveTo>
                    <a:pt x="381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36830"/>
                  </a:lnTo>
                  <a:close/>
                </a:path>
                <a:path w="3810" h="63500">
                  <a:moveTo>
                    <a:pt x="3810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3180"/>
                  </a:lnTo>
                  <a:close/>
                </a:path>
                <a:path w="3810" h="63500">
                  <a:moveTo>
                    <a:pt x="3810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49530"/>
                  </a:lnTo>
                  <a:close/>
                </a:path>
                <a:path w="3810" h="63500">
                  <a:moveTo>
                    <a:pt x="3810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5880"/>
                  </a:lnTo>
                  <a:close/>
                </a:path>
                <a:path w="3810" h="63500">
                  <a:moveTo>
                    <a:pt x="381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62230"/>
                  </a:lnTo>
                  <a:close/>
                </a:path>
              </a:pathLst>
            </a:custGeom>
            <a:solidFill>
              <a:srgbClr val="677E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1663700" y="51536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1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10" h="63500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63500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63500">
                  <a:moveTo>
                    <a:pt x="381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7780"/>
                  </a:lnTo>
                  <a:close/>
                </a:path>
                <a:path w="3810" h="63500">
                  <a:moveTo>
                    <a:pt x="3810" y="24130"/>
                  </a:moveTo>
                  <a:lnTo>
                    <a:pt x="0" y="2413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24130"/>
                  </a:lnTo>
                  <a:close/>
                </a:path>
                <a:path w="3810" h="63500">
                  <a:moveTo>
                    <a:pt x="381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36830"/>
                  </a:lnTo>
                  <a:close/>
                </a:path>
                <a:path w="3810" h="63500">
                  <a:moveTo>
                    <a:pt x="3810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3180"/>
                  </a:lnTo>
                  <a:close/>
                </a:path>
                <a:path w="3810" h="63500">
                  <a:moveTo>
                    <a:pt x="3810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49530"/>
                  </a:lnTo>
                  <a:close/>
                </a:path>
                <a:path w="3810" h="63500">
                  <a:moveTo>
                    <a:pt x="3810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5880"/>
                  </a:lnTo>
                  <a:close/>
                </a:path>
                <a:path w="3810" h="63500">
                  <a:moveTo>
                    <a:pt x="381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62230"/>
                  </a:lnTo>
                  <a:close/>
                </a:path>
              </a:pathLst>
            </a:custGeom>
            <a:solidFill>
              <a:srgbClr val="6A80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1667510" y="51536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0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0"/>
                  </a:lnTo>
                  <a:close/>
                </a:path>
                <a:path w="3810" h="63500">
                  <a:moveTo>
                    <a:pt x="380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5080"/>
                  </a:lnTo>
                  <a:close/>
                </a:path>
                <a:path w="3810" h="63500">
                  <a:moveTo>
                    <a:pt x="380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1430"/>
                  </a:lnTo>
                  <a:close/>
                </a:path>
                <a:path w="3810" h="63500">
                  <a:moveTo>
                    <a:pt x="3809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17780"/>
                  </a:lnTo>
                  <a:close/>
                </a:path>
                <a:path w="3810" h="63500">
                  <a:moveTo>
                    <a:pt x="3809" y="24130"/>
                  </a:moveTo>
                  <a:lnTo>
                    <a:pt x="0" y="24130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24130"/>
                  </a:lnTo>
                  <a:close/>
                </a:path>
                <a:path w="3810" h="63500">
                  <a:moveTo>
                    <a:pt x="3809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36830"/>
                  </a:lnTo>
                  <a:close/>
                </a:path>
                <a:path w="3810" h="63500">
                  <a:moveTo>
                    <a:pt x="3809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3180"/>
                  </a:lnTo>
                  <a:close/>
                </a:path>
                <a:path w="3810" h="63500">
                  <a:moveTo>
                    <a:pt x="3809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49530"/>
                  </a:lnTo>
                  <a:close/>
                </a:path>
                <a:path w="3810" h="63500">
                  <a:moveTo>
                    <a:pt x="3809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5880"/>
                  </a:lnTo>
                  <a:close/>
                </a:path>
                <a:path w="3810" h="63500">
                  <a:moveTo>
                    <a:pt x="380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09" y="63500"/>
                  </a:lnTo>
                  <a:lnTo>
                    <a:pt x="3809" y="62230"/>
                  </a:lnTo>
                  <a:close/>
                </a:path>
              </a:pathLst>
            </a:custGeom>
            <a:solidFill>
              <a:srgbClr val="6C82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1671319" y="51536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1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10" h="63500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63500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63500">
                  <a:moveTo>
                    <a:pt x="381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7780"/>
                  </a:lnTo>
                  <a:close/>
                </a:path>
                <a:path w="3810" h="63500">
                  <a:moveTo>
                    <a:pt x="3810" y="24130"/>
                  </a:moveTo>
                  <a:lnTo>
                    <a:pt x="0" y="2413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24130"/>
                  </a:lnTo>
                  <a:close/>
                </a:path>
                <a:path w="3810" h="63500">
                  <a:moveTo>
                    <a:pt x="381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36830"/>
                  </a:lnTo>
                  <a:close/>
                </a:path>
                <a:path w="3810" h="63500">
                  <a:moveTo>
                    <a:pt x="3810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3180"/>
                  </a:lnTo>
                  <a:close/>
                </a:path>
                <a:path w="3810" h="63500">
                  <a:moveTo>
                    <a:pt x="3810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49530"/>
                  </a:lnTo>
                  <a:close/>
                </a:path>
                <a:path w="3810" h="63500">
                  <a:moveTo>
                    <a:pt x="3810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5880"/>
                  </a:lnTo>
                  <a:close/>
                </a:path>
                <a:path w="3810" h="63500">
                  <a:moveTo>
                    <a:pt x="381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62230"/>
                  </a:lnTo>
                  <a:close/>
                </a:path>
              </a:pathLst>
            </a:custGeom>
            <a:solidFill>
              <a:srgbClr val="6F84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1675130" y="51536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0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0"/>
                  </a:lnTo>
                  <a:close/>
                </a:path>
                <a:path w="3810" h="63500">
                  <a:moveTo>
                    <a:pt x="380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5080"/>
                  </a:lnTo>
                  <a:close/>
                </a:path>
                <a:path w="3810" h="63500">
                  <a:moveTo>
                    <a:pt x="380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1430"/>
                  </a:lnTo>
                  <a:close/>
                </a:path>
                <a:path w="3810" h="63500">
                  <a:moveTo>
                    <a:pt x="3809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17780"/>
                  </a:lnTo>
                  <a:close/>
                </a:path>
                <a:path w="3810" h="63500">
                  <a:moveTo>
                    <a:pt x="3809" y="24130"/>
                  </a:moveTo>
                  <a:lnTo>
                    <a:pt x="0" y="24130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24130"/>
                  </a:lnTo>
                  <a:close/>
                </a:path>
                <a:path w="3810" h="63500">
                  <a:moveTo>
                    <a:pt x="3809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36830"/>
                  </a:lnTo>
                  <a:close/>
                </a:path>
                <a:path w="3810" h="63500">
                  <a:moveTo>
                    <a:pt x="3809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3180"/>
                  </a:lnTo>
                  <a:close/>
                </a:path>
                <a:path w="3810" h="63500">
                  <a:moveTo>
                    <a:pt x="3809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49530"/>
                  </a:lnTo>
                  <a:close/>
                </a:path>
                <a:path w="3810" h="63500">
                  <a:moveTo>
                    <a:pt x="3809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5880"/>
                  </a:lnTo>
                  <a:close/>
                </a:path>
                <a:path w="3810" h="63500">
                  <a:moveTo>
                    <a:pt x="380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09" y="63500"/>
                  </a:lnTo>
                  <a:lnTo>
                    <a:pt x="3809" y="62230"/>
                  </a:lnTo>
                  <a:close/>
                </a:path>
              </a:pathLst>
            </a:custGeom>
            <a:solidFill>
              <a:srgbClr val="72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1678939" y="5153659"/>
              <a:ext cx="2540" cy="63500"/>
            </a:xfrm>
            <a:custGeom>
              <a:avLst/>
              <a:gdLst/>
              <a:ahLst/>
              <a:cxnLst/>
              <a:rect l="l" t="t" r="r" b="b"/>
              <a:pathLst>
                <a:path w="2539" h="63500">
                  <a:moveTo>
                    <a:pt x="254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2540" y="5079"/>
                  </a:lnTo>
                  <a:lnTo>
                    <a:pt x="2540" y="0"/>
                  </a:lnTo>
                  <a:close/>
                </a:path>
                <a:path w="2539" h="63500">
                  <a:moveTo>
                    <a:pt x="254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2540" y="11429"/>
                  </a:lnTo>
                  <a:lnTo>
                    <a:pt x="2540" y="5080"/>
                  </a:lnTo>
                  <a:close/>
                </a:path>
                <a:path w="2539" h="63500">
                  <a:moveTo>
                    <a:pt x="254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2540" y="17779"/>
                  </a:lnTo>
                  <a:lnTo>
                    <a:pt x="2540" y="11430"/>
                  </a:lnTo>
                  <a:close/>
                </a:path>
                <a:path w="2539" h="63500">
                  <a:moveTo>
                    <a:pt x="254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2540" y="24129"/>
                  </a:lnTo>
                  <a:lnTo>
                    <a:pt x="2540" y="17780"/>
                  </a:lnTo>
                  <a:close/>
                </a:path>
                <a:path w="2539" h="63500">
                  <a:moveTo>
                    <a:pt x="2540" y="24130"/>
                  </a:moveTo>
                  <a:lnTo>
                    <a:pt x="0" y="24130"/>
                  </a:lnTo>
                  <a:lnTo>
                    <a:pt x="0" y="36829"/>
                  </a:lnTo>
                  <a:lnTo>
                    <a:pt x="2540" y="36829"/>
                  </a:lnTo>
                  <a:lnTo>
                    <a:pt x="2540" y="24130"/>
                  </a:lnTo>
                  <a:close/>
                </a:path>
                <a:path w="2539" h="63500">
                  <a:moveTo>
                    <a:pt x="254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2540" y="43179"/>
                  </a:lnTo>
                  <a:lnTo>
                    <a:pt x="2540" y="36830"/>
                  </a:lnTo>
                  <a:close/>
                </a:path>
                <a:path w="2539" h="63500">
                  <a:moveTo>
                    <a:pt x="2540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2540" y="49529"/>
                  </a:lnTo>
                  <a:lnTo>
                    <a:pt x="2540" y="43180"/>
                  </a:lnTo>
                  <a:close/>
                </a:path>
                <a:path w="2539" h="63500">
                  <a:moveTo>
                    <a:pt x="2540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2540" y="55879"/>
                  </a:lnTo>
                  <a:lnTo>
                    <a:pt x="2540" y="49530"/>
                  </a:lnTo>
                  <a:close/>
                </a:path>
                <a:path w="2539" h="63500">
                  <a:moveTo>
                    <a:pt x="2540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2540" y="62229"/>
                  </a:lnTo>
                  <a:lnTo>
                    <a:pt x="2540" y="55880"/>
                  </a:lnTo>
                  <a:close/>
                </a:path>
                <a:path w="2539" h="63500">
                  <a:moveTo>
                    <a:pt x="254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2540" y="63500"/>
                  </a:lnTo>
                  <a:lnTo>
                    <a:pt x="2540" y="62230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1681480" y="51536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0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0"/>
                  </a:lnTo>
                  <a:close/>
                </a:path>
                <a:path w="3810" h="63500">
                  <a:moveTo>
                    <a:pt x="380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5080"/>
                  </a:lnTo>
                  <a:close/>
                </a:path>
                <a:path w="3810" h="63500">
                  <a:moveTo>
                    <a:pt x="380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1430"/>
                  </a:lnTo>
                  <a:close/>
                </a:path>
                <a:path w="3810" h="63500">
                  <a:moveTo>
                    <a:pt x="3809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17780"/>
                  </a:lnTo>
                  <a:close/>
                </a:path>
                <a:path w="3810" h="63500">
                  <a:moveTo>
                    <a:pt x="3809" y="24130"/>
                  </a:moveTo>
                  <a:lnTo>
                    <a:pt x="0" y="24130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24130"/>
                  </a:lnTo>
                  <a:close/>
                </a:path>
                <a:path w="3810" h="63500">
                  <a:moveTo>
                    <a:pt x="3809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36830"/>
                  </a:lnTo>
                  <a:close/>
                </a:path>
                <a:path w="3810" h="63500">
                  <a:moveTo>
                    <a:pt x="3809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3180"/>
                  </a:lnTo>
                  <a:close/>
                </a:path>
                <a:path w="3810" h="63500">
                  <a:moveTo>
                    <a:pt x="3809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49530"/>
                  </a:lnTo>
                  <a:close/>
                </a:path>
                <a:path w="3810" h="63500">
                  <a:moveTo>
                    <a:pt x="3809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5880"/>
                  </a:lnTo>
                  <a:close/>
                </a:path>
                <a:path w="3810" h="63500">
                  <a:moveTo>
                    <a:pt x="380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09" y="63500"/>
                  </a:lnTo>
                  <a:lnTo>
                    <a:pt x="3809" y="62230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1685289" y="51536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254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10" h="63500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63500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63500">
                  <a:moveTo>
                    <a:pt x="381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7780"/>
                  </a:lnTo>
                  <a:close/>
                </a:path>
                <a:path w="3810" h="63500">
                  <a:moveTo>
                    <a:pt x="3810" y="24130"/>
                  </a:moveTo>
                  <a:lnTo>
                    <a:pt x="0" y="2413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24130"/>
                  </a:lnTo>
                  <a:close/>
                </a:path>
                <a:path w="3810" h="63500">
                  <a:moveTo>
                    <a:pt x="381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36830"/>
                  </a:lnTo>
                  <a:close/>
                </a:path>
                <a:path w="3810" h="63500">
                  <a:moveTo>
                    <a:pt x="3810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3180"/>
                  </a:lnTo>
                  <a:close/>
                </a:path>
                <a:path w="3810" h="63500">
                  <a:moveTo>
                    <a:pt x="3810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49530"/>
                  </a:lnTo>
                  <a:close/>
                </a:path>
                <a:path w="3810" h="63500">
                  <a:moveTo>
                    <a:pt x="3810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5880"/>
                  </a:lnTo>
                  <a:close/>
                </a:path>
                <a:path w="3810" h="63500">
                  <a:moveTo>
                    <a:pt x="254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2540" y="63500"/>
                  </a:lnTo>
                  <a:lnTo>
                    <a:pt x="2540" y="62230"/>
                  </a:lnTo>
                  <a:close/>
                </a:path>
              </a:pathLst>
            </a:custGeom>
            <a:solidFill>
              <a:srgbClr val="7A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1689100" y="5154930"/>
              <a:ext cx="3810" cy="60960"/>
            </a:xfrm>
            <a:custGeom>
              <a:avLst/>
              <a:gdLst/>
              <a:ahLst/>
              <a:cxnLst/>
              <a:rect l="l" t="t" r="r" b="b"/>
              <a:pathLst>
                <a:path w="3810" h="60960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10" h="60960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10" h="60960">
                  <a:moveTo>
                    <a:pt x="381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60"/>
                  </a:lnTo>
                  <a:close/>
                </a:path>
                <a:path w="3810" h="60960">
                  <a:moveTo>
                    <a:pt x="3810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10"/>
                  </a:lnTo>
                  <a:close/>
                </a:path>
                <a:path w="3810" h="60960">
                  <a:moveTo>
                    <a:pt x="3810" y="22860"/>
                  </a:moveTo>
                  <a:lnTo>
                    <a:pt x="0" y="22860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22860"/>
                  </a:lnTo>
                  <a:close/>
                </a:path>
                <a:path w="3810" h="60960">
                  <a:moveTo>
                    <a:pt x="3810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5560"/>
                  </a:lnTo>
                  <a:close/>
                </a:path>
                <a:path w="3810" h="60960">
                  <a:moveTo>
                    <a:pt x="3810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1910"/>
                  </a:lnTo>
                  <a:close/>
                </a:path>
                <a:path w="3810" h="60960">
                  <a:moveTo>
                    <a:pt x="3810" y="48260"/>
                  </a:moveTo>
                  <a:lnTo>
                    <a:pt x="0" y="48260"/>
                  </a:lnTo>
                  <a:lnTo>
                    <a:pt x="0" y="54610"/>
                  </a:lnTo>
                  <a:lnTo>
                    <a:pt x="3810" y="54610"/>
                  </a:lnTo>
                  <a:lnTo>
                    <a:pt x="3810" y="48260"/>
                  </a:lnTo>
                  <a:close/>
                </a:path>
                <a:path w="3810" h="60960">
                  <a:moveTo>
                    <a:pt x="3810" y="54610"/>
                  </a:moveTo>
                  <a:lnTo>
                    <a:pt x="0" y="54610"/>
                  </a:lnTo>
                  <a:lnTo>
                    <a:pt x="0" y="60960"/>
                  </a:lnTo>
                  <a:lnTo>
                    <a:pt x="3810" y="60960"/>
                  </a:lnTo>
                  <a:lnTo>
                    <a:pt x="3810" y="54610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1692910" y="5154930"/>
              <a:ext cx="3810" cy="60960"/>
            </a:xfrm>
            <a:custGeom>
              <a:avLst/>
              <a:gdLst/>
              <a:ahLst/>
              <a:cxnLst/>
              <a:rect l="l" t="t" r="r" b="b"/>
              <a:pathLst>
                <a:path w="3810" h="60960">
                  <a:moveTo>
                    <a:pt x="380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10" h="60960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10" h="60960">
                  <a:moveTo>
                    <a:pt x="380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0160"/>
                  </a:lnTo>
                  <a:close/>
                </a:path>
                <a:path w="3810" h="60960">
                  <a:moveTo>
                    <a:pt x="3809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16510"/>
                  </a:lnTo>
                  <a:close/>
                </a:path>
                <a:path w="3810" h="60960">
                  <a:moveTo>
                    <a:pt x="3809" y="22860"/>
                  </a:moveTo>
                  <a:lnTo>
                    <a:pt x="0" y="22860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22860"/>
                  </a:lnTo>
                  <a:close/>
                </a:path>
                <a:path w="3810" h="60960">
                  <a:moveTo>
                    <a:pt x="3809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35560"/>
                  </a:lnTo>
                  <a:close/>
                </a:path>
                <a:path w="3810" h="60960">
                  <a:moveTo>
                    <a:pt x="3809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3809" y="48260"/>
                  </a:lnTo>
                  <a:lnTo>
                    <a:pt x="3809" y="41910"/>
                  </a:lnTo>
                  <a:close/>
                </a:path>
                <a:path w="3810" h="60960">
                  <a:moveTo>
                    <a:pt x="3809" y="48260"/>
                  </a:moveTo>
                  <a:lnTo>
                    <a:pt x="0" y="48260"/>
                  </a:lnTo>
                  <a:lnTo>
                    <a:pt x="0" y="54610"/>
                  </a:lnTo>
                  <a:lnTo>
                    <a:pt x="3809" y="54610"/>
                  </a:lnTo>
                  <a:lnTo>
                    <a:pt x="3809" y="48260"/>
                  </a:lnTo>
                  <a:close/>
                </a:path>
                <a:path w="3810" h="60960">
                  <a:moveTo>
                    <a:pt x="3809" y="54610"/>
                  </a:moveTo>
                  <a:lnTo>
                    <a:pt x="0" y="54610"/>
                  </a:lnTo>
                  <a:lnTo>
                    <a:pt x="0" y="60960"/>
                  </a:lnTo>
                  <a:lnTo>
                    <a:pt x="2539" y="60960"/>
                  </a:lnTo>
                  <a:lnTo>
                    <a:pt x="2539" y="59690"/>
                  </a:lnTo>
                  <a:lnTo>
                    <a:pt x="3809" y="59690"/>
                  </a:lnTo>
                  <a:lnTo>
                    <a:pt x="3809" y="54610"/>
                  </a:lnTo>
                  <a:close/>
                </a:path>
              </a:pathLst>
            </a:custGeom>
            <a:solidFill>
              <a:srgbClr val="7F9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1696719" y="5154930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10" h="59689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10" h="59689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10" h="59689">
                  <a:moveTo>
                    <a:pt x="381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60"/>
                  </a:lnTo>
                  <a:close/>
                </a:path>
                <a:path w="3810" h="59689">
                  <a:moveTo>
                    <a:pt x="3810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10"/>
                  </a:lnTo>
                  <a:close/>
                </a:path>
                <a:path w="3810" h="59689">
                  <a:moveTo>
                    <a:pt x="3810" y="22860"/>
                  </a:moveTo>
                  <a:lnTo>
                    <a:pt x="0" y="22860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22860"/>
                  </a:lnTo>
                  <a:close/>
                </a:path>
                <a:path w="3810" h="59689">
                  <a:moveTo>
                    <a:pt x="3810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5560"/>
                  </a:lnTo>
                  <a:close/>
                </a:path>
                <a:path w="3810" h="59689">
                  <a:moveTo>
                    <a:pt x="3810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1910"/>
                  </a:lnTo>
                  <a:close/>
                </a:path>
                <a:path w="3810" h="59689">
                  <a:moveTo>
                    <a:pt x="3810" y="48260"/>
                  </a:moveTo>
                  <a:lnTo>
                    <a:pt x="0" y="48260"/>
                  </a:lnTo>
                  <a:lnTo>
                    <a:pt x="0" y="54610"/>
                  </a:lnTo>
                  <a:lnTo>
                    <a:pt x="3810" y="54610"/>
                  </a:lnTo>
                  <a:lnTo>
                    <a:pt x="3810" y="48260"/>
                  </a:lnTo>
                  <a:close/>
                </a:path>
                <a:path w="3810" h="59689">
                  <a:moveTo>
                    <a:pt x="3810" y="54610"/>
                  </a:moveTo>
                  <a:lnTo>
                    <a:pt x="0" y="54610"/>
                  </a:lnTo>
                  <a:lnTo>
                    <a:pt x="0" y="59690"/>
                  </a:lnTo>
                  <a:lnTo>
                    <a:pt x="3810" y="59690"/>
                  </a:lnTo>
                  <a:lnTo>
                    <a:pt x="3810" y="54610"/>
                  </a:lnTo>
                  <a:close/>
                </a:path>
              </a:pathLst>
            </a:custGeom>
            <a:solidFill>
              <a:srgbClr val="8294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1700530" y="5154930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39" h="59689">
                  <a:moveTo>
                    <a:pt x="253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39" y="3810"/>
                  </a:lnTo>
                  <a:lnTo>
                    <a:pt x="2539" y="0"/>
                  </a:lnTo>
                  <a:close/>
                </a:path>
                <a:path w="2539" h="59689">
                  <a:moveTo>
                    <a:pt x="253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2539" y="10160"/>
                  </a:lnTo>
                  <a:lnTo>
                    <a:pt x="2539" y="3810"/>
                  </a:lnTo>
                  <a:close/>
                </a:path>
                <a:path w="2539" h="59689">
                  <a:moveTo>
                    <a:pt x="253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2539" y="16510"/>
                  </a:lnTo>
                  <a:lnTo>
                    <a:pt x="2539" y="10160"/>
                  </a:lnTo>
                  <a:close/>
                </a:path>
                <a:path w="2539" h="59689">
                  <a:moveTo>
                    <a:pt x="2539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2539" y="22860"/>
                  </a:lnTo>
                  <a:lnTo>
                    <a:pt x="2539" y="16510"/>
                  </a:lnTo>
                  <a:close/>
                </a:path>
                <a:path w="2539" h="59689">
                  <a:moveTo>
                    <a:pt x="2539" y="22860"/>
                  </a:moveTo>
                  <a:lnTo>
                    <a:pt x="0" y="22860"/>
                  </a:lnTo>
                  <a:lnTo>
                    <a:pt x="0" y="35560"/>
                  </a:lnTo>
                  <a:lnTo>
                    <a:pt x="2539" y="35560"/>
                  </a:lnTo>
                  <a:lnTo>
                    <a:pt x="2539" y="22860"/>
                  </a:lnTo>
                  <a:close/>
                </a:path>
                <a:path w="2539" h="59689">
                  <a:moveTo>
                    <a:pt x="2539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2539" y="41910"/>
                  </a:lnTo>
                  <a:lnTo>
                    <a:pt x="2539" y="35560"/>
                  </a:lnTo>
                  <a:close/>
                </a:path>
                <a:path w="2539" h="59689">
                  <a:moveTo>
                    <a:pt x="2539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2539" y="48260"/>
                  </a:lnTo>
                  <a:lnTo>
                    <a:pt x="2539" y="41910"/>
                  </a:lnTo>
                  <a:close/>
                </a:path>
                <a:path w="2539" h="59689">
                  <a:moveTo>
                    <a:pt x="2539" y="48260"/>
                  </a:moveTo>
                  <a:lnTo>
                    <a:pt x="0" y="48260"/>
                  </a:lnTo>
                  <a:lnTo>
                    <a:pt x="0" y="54610"/>
                  </a:lnTo>
                  <a:lnTo>
                    <a:pt x="2539" y="54610"/>
                  </a:lnTo>
                  <a:lnTo>
                    <a:pt x="2539" y="48260"/>
                  </a:lnTo>
                  <a:close/>
                </a:path>
                <a:path w="2539" h="59689">
                  <a:moveTo>
                    <a:pt x="2539" y="54610"/>
                  </a:moveTo>
                  <a:lnTo>
                    <a:pt x="0" y="54610"/>
                  </a:lnTo>
                  <a:lnTo>
                    <a:pt x="0" y="59690"/>
                  </a:lnTo>
                  <a:lnTo>
                    <a:pt x="2539" y="59690"/>
                  </a:lnTo>
                  <a:lnTo>
                    <a:pt x="2539" y="54610"/>
                  </a:lnTo>
                  <a:close/>
                </a:path>
              </a:pathLst>
            </a:custGeom>
            <a:solidFill>
              <a:srgbClr val="8496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1703069" y="5154930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10" h="59689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10" h="59689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10" h="59689">
                  <a:moveTo>
                    <a:pt x="381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60"/>
                  </a:lnTo>
                  <a:close/>
                </a:path>
                <a:path w="3810" h="59689">
                  <a:moveTo>
                    <a:pt x="3810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10"/>
                  </a:lnTo>
                  <a:close/>
                </a:path>
                <a:path w="3810" h="59689">
                  <a:moveTo>
                    <a:pt x="3810" y="22860"/>
                  </a:moveTo>
                  <a:lnTo>
                    <a:pt x="0" y="22860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22860"/>
                  </a:lnTo>
                  <a:close/>
                </a:path>
                <a:path w="3810" h="59689">
                  <a:moveTo>
                    <a:pt x="3810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5560"/>
                  </a:lnTo>
                  <a:close/>
                </a:path>
                <a:path w="3810" h="59689">
                  <a:moveTo>
                    <a:pt x="3810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1910"/>
                  </a:lnTo>
                  <a:close/>
                </a:path>
                <a:path w="3810" h="59689">
                  <a:moveTo>
                    <a:pt x="3810" y="48260"/>
                  </a:moveTo>
                  <a:lnTo>
                    <a:pt x="0" y="48260"/>
                  </a:lnTo>
                  <a:lnTo>
                    <a:pt x="0" y="54610"/>
                  </a:lnTo>
                  <a:lnTo>
                    <a:pt x="3810" y="54610"/>
                  </a:lnTo>
                  <a:lnTo>
                    <a:pt x="3810" y="48260"/>
                  </a:lnTo>
                  <a:close/>
                </a:path>
                <a:path w="3810" h="59689">
                  <a:moveTo>
                    <a:pt x="3810" y="54610"/>
                  </a:moveTo>
                  <a:lnTo>
                    <a:pt x="0" y="54610"/>
                  </a:lnTo>
                  <a:lnTo>
                    <a:pt x="0" y="59690"/>
                  </a:lnTo>
                  <a:lnTo>
                    <a:pt x="3810" y="59690"/>
                  </a:lnTo>
                  <a:lnTo>
                    <a:pt x="3810" y="54610"/>
                  </a:lnTo>
                  <a:close/>
                </a:path>
              </a:pathLst>
            </a:custGeom>
            <a:solidFill>
              <a:srgbClr val="8799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1706880" y="5154930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10" h="59689">
                  <a:moveTo>
                    <a:pt x="380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10" h="59689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10" h="59689">
                  <a:moveTo>
                    <a:pt x="380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0160"/>
                  </a:lnTo>
                  <a:close/>
                </a:path>
                <a:path w="3810" h="59689">
                  <a:moveTo>
                    <a:pt x="3809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16510"/>
                  </a:lnTo>
                  <a:close/>
                </a:path>
                <a:path w="3810" h="59689">
                  <a:moveTo>
                    <a:pt x="3809" y="22860"/>
                  </a:moveTo>
                  <a:lnTo>
                    <a:pt x="0" y="22860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22860"/>
                  </a:lnTo>
                  <a:close/>
                </a:path>
                <a:path w="3810" h="59689">
                  <a:moveTo>
                    <a:pt x="3809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35560"/>
                  </a:lnTo>
                  <a:close/>
                </a:path>
                <a:path w="3810" h="59689">
                  <a:moveTo>
                    <a:pt x="3809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3809" y="48260"/>
                  </a:lnTo>
                  <a:lnTo>
                    <a:pt x="3809" y="41910"/>
                  </a:lnTo>
                  <a:close/>
                </a:path>
                <a:path w="3810" h="59689">
                  <a:moveTo>
                    <a:pt x="3809" y="48260"/>
                  </a:moveTo>
                  <a:lnTo>
                    <a:pt x="0" y="48260"/>
                  </a:lnTo>
                  <a:lnTo>
                    <a:pt x="0" y="54610"/>
                  </a:lnTo>
                  <a:lnTo>
                    <a:pt x="3809" y="54610"/>
                  </a:lnTo>
                  <a:lnTo>
                    <a:pt x="3809" y="48260"/>
                  </a:lnTo>
                  <a:close/>
                </a:path>
                <a:path w="3810" h="59689">
                  <a:moveTo>
                    <a:pt x="3809" y="54610"/>
                  </a:moveTo>
                  <a:lnTo>
                    <a:pt x="0" y="54610"/>
                  </a:lnTo>
                  <a:lnTo>
                    <a:pt x="0" y="59690"/>
                  </a:lnTo>
                  <a:lnTo>
                    <a:pt x="3809" y="59690"/>
                  </a:lnTo>
                  <a:lnTo>
                    <a:pt x="3809" y="5461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1710689" y="5154930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10" h="59689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10" h="59689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10" h="59689">
                  <a:moveTo>
                    <a:pt x="381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60"/>
                  </a:lnTo>
                  <a:close/>
                </a:path>
                <a:path w="3810" h="59689">
                  <a:moveTo>
                    <a:pt x="3810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10"/>
                  </a:lnTo>
                  <a:close/>
                </a:path>
                <a:path w="3810" h="59689">
                  <a:moveTo>
                    <a:pt x="3810" y="22860"/>
                  </a:moveTo>
                  <a:lnTo>
                    <a:pt x="0" y="22860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22860"/>
                  </a:lnTo>
                  <a:close/>
                </a:path>
                <a:path w="3810" h="59689">
                  <a:moveTo>
                    <a:pt x="3810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5560"/>
                  </a:lnTo>
                  <a:close/>
                </a:path>
                <a:path w="3810" h="59689">
                  <a:moveTo>
                    <a:pt x="3810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1910"/>
                  </a:lnTo>
                  <a:close/>
                </a:path>
                <a:path w="3810" h="59689">
                  <a:moveTo>
                    <a:pt x="3810" y="48260"/>
                  </a:moveTo>
                  <a:lnTo>
                    <a:pt x="0" y="48260"/>
                  </a:lnTo>
                  <a:lnTo>
                    <a:pt x="0" y="54610"/>
                  </a:lnTo>
                  <a:lnTo>
                    <a:pt x="3810" y="54610"/>
                  </a:lnTo>
                  <a:lnTo>
                    <a:pt x="3810" y="48260"/>
                  </a:lnTo>
                  <a:close/>
                </a:path>
                <a:path w="3810" h="59689">
                  <a:moveTo>
                    <a:pt x="3810" y="54610"/>
                  </a:moveTo>
                  <a:lnTo>
                    <a:pt x="0" y="54610"/>
                  </a:lnTo>
                  <a:lnTo>
                    <a:pt x="0" y="59690"/>
                  </a:lnTo>
                  <a:lnTo>
                    <a:pt x="3810" y="59690"/>
                  </a:lnTo>
                  <a:lnTo>
                    <a:pt x="3810" y="54610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1714500" y="5156200"/>
              <a:ext cx="3810" cy="57150"/>
            </a:xfrm>
            <a:custGeom>
              <a:avLst/>
              <a:gdLst/>
              <a:ahLst/>
              <a:cxnLst/>
              <a:rect l="l" t="t" r="r" b="b"/>
              <a:pathLst>
                <a:path w="3810" h="57150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57150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10" h="57150">
                  <a:moveTo>
                    <a:pt x="381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8890"/>
                  </a:lnTo>
                  <a:close/>
                </a:path>
                <a:path w="3810" h="57150">
                  <a:moveTo>
                    <a:pt x="3810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5240"/>
                  </a:lnTo>
                  <a:close/>
                </a:path>
                <a:path w="3810" h="57150">
                  <a:moveTo>
                    <a:pt x="3810" y="21590"/>
                  </a:moveTo>
                  <a:lnTo>
                    <a:pt x="0" y="21590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21590"/>
                  </a:lnTo>
                  <a:close/>
                </a:path>
                <a:path w="3810" h="57150">
                  <a:moveTo>
                    <a:pt x="3810" y="34290"/>
                  </a:moveTo>
                  <a:lnTo>
                    <a:pt x="0" y="34290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4290"/>
                  </a:lnTo>
                  <a:close/>
                </a:path>
                <a:path w="3810" h="57150">
                  <a:moveTo>
                    <a:pt x="3810" y="40640"/>
                  </a:moveTo>
                  <a:lnTo>
                    <a:pt x="0" y="40640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0640"/>
                  </a:lnTo>
                  <a:close/>
                </a:path>
                <a:path w="3810" h="57150">
                  <a:moveTo>
                    <a:pt x="3810" y="46990"/>
                  </a:moveTo>
                  <a:lnTo>
                    <a:pt x="0" y="46990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46990"/>
                  </a:lnTo>
                  <a:close/>
                </a:path>
                <a:path w="3810" h="57150">
                  <a:moveTo>
                    <a:pt x="3810" y="53340"/>
                  </a:moveTo>
                  <a:lnTo>
                    <a:pt x="0" y="53340"/>
                  </a:lnTo>
                  <a:lnTo>
                    <a:pt x="0" y="57150"/>
                  </a:lnTo>
                  <a:lnTo>
                    <a:pt x="3810" y="57150"/>
                  </a:lnTo>
                  <a:lnTo>
                    <a:pt x="3810" y="53340"/>
                  </a:lnTo>
                  <a:close/>
                </a:path>
              </a:pathLst>
            </a:custGeom>
            <a:solidFill>
              <a:srgbClr val="8F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1718310" y="5156200"/>
              <a:ext cx="3810" cy="57150"/>
            </a:xfrm>
            <a:custGeom>
              <a:avLst/>
              <a:gdLst/>
              <a:ahLst/>
              <a:cxnLst/>
              <a:rect l="l" t="t" r="r" b="b"/>
              <a:pathLst>
                <a:path w="3810" h="57150">
                  <a:moveTo>
                    <a:pt x="380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10" h="57150">
                  <a:moveTo>
                    <a:pt x="3809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2540"/>
                  </a:lnTo>
                  <a:close/>
                </a:path>
                <a:path w="3810" h="57150">
                  <a:moveTo>
                    <a:pt x="3809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8890"/>
                  </a:lnTo>
                  <a:close/>
                </a:path>
                <a:path w="3810" h="57150">
                  <a:moveTo>
                    <a:pt x="3809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5240"/>
                  </a:lnTo>
                  <a:close/>
                </a:path>
                <a:path w="3810" h="57150">
                  <a:moveTo>
                    <a:pt x="3809" y="21590"/>
                  </a:moveTo>
                  <a:lnTo>
                    <a:pt x="0" y="21590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21590"/>
                  </a:lnTo>
                  <a:close/>
                </a:path>
                <a:path w="3810" h="57150">
                  <a:moveTo>
                    <a:pt x="3809" y="34290"/>
                  </a:moveTo>
                  <a:lnTo>
                    <a:pt x="0" y="34290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4290"/>
                  </a:lnTo>
                  <a:close/>
                </a:path>
                <a:path w="3810" h="57150">
                  <a:moveTo>
                    <a:pt x="3809" y="40640"/>
                  </a:moveTo>
                  <a:lnTo>
                    <a:pt x="0" y="40640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0640"/>
                  </a:lnTo>
                  <a:close/>
                </a:path>
                <a:path w="3810" h="57150">
                  <a:moveTo>
                    <a:pt x="3809" y="46990"/>
                  </a:moveTo>
                  <a:lnTo>
                    <a:pt x="0" y="46990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46990"/>
                  </a:lnTo>
                  <a:close/>
                </a:path>
                <a:path w="3810" h="57150">
                  <a:moveTo>
                    <a:pt x="3809" y="53340"/>
                  </a:moveTo>
                  <a:lnTo>
                    <a:pt x="0" y="53340"/>
                  </a:lnTo>
                  <a:lnTo>
                    <a:pt x="0" y="57150"/>
                  </a:lnTo>
                  <a:lnTo>
                    <a:pt x="2539" y="57150"/>
                  </a:lnTo>
                  <a:lnTo>
                    <a:pt x="2539" y="55880"/>
                  </a:lnTo>
                  <a:lnTo>
                    <a:pt x="3809" y="55880"/>
                  </a:lnTo>
                  <a:lnTo>
                    <a:pt x="3809" y="53340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1722119" y="5156200"/>
              <a:ext cx="3810" cy="55880"/>
            </a:xfrm>
            <a:custGeom>
              <a:avLst/>
              <a:gdLst/>
              <a:ahLst/>
              <a:cxnLst/>
              <a:rect l="l" t="t" r="r" b="b"/>
              <a:pathLst>
                <a:path w="3810" h="55879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55879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10" h="55879">
                  <a:moveTo>
                    <a:pt x="381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8890"/>
                  </a:lnTo>
                  <a:close/>
                </a:path>
                <a:path w="3810" h="55879">
                  <a:moveTo>
                    <a:pt x="3810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5240"/>
                  </a:lnTo>
                  <a:close/>
                </a:path>
                <a:path w="3810" h="55879">
                  <a:moveTo>
                    <a:pt x="3810" y="21590"/>
                  </a:moveTo>
                  <a:lnTo>
                    <a:pt x="0" y="21590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21590"/>
                  </a:lnTo>
                  <a:close/>
                </a:path>
                <a:path w="3810" h="55879">
                  <a:moveTo>
                    <a:pt x="3810" y="34290"/>
                  </a:moveTo>
                  <a:lnTo>
                    <a:pt x="0" y="34290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4290"/>
                  </a:lnTo>
                  <a:close/>
                </a:path>
                <a:path w="3810" h="55879">
                  <a:moveTo>
                    <a:pt x="3810" y="40640"/>
                  </a:moveTo>
                  <a:lnTo>
                    <a:pt x="0" y="40640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0640"/>
                  </a:lnTo>
                  <a:close/>
                </a:path>
                <a:path w="3810" h="55879">
                  <a:moveTo>
                    <a:pt x="3810" y="46990"/>
                  </a:moveTo>
                  <a:lnTo>
                    <a:pt x="0" y="46990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46990"/>
                  </a:lnTo>
                  <a:close/>
                </a:path>
                <a:path w="3810" h="55879">
                  <a:moveTo>
                    <a:pt x="3810" y="53340"/>
                  </a:moveTo>
                  <a:lnTo>
                    <a:pt x="0" y="53340"/>
                  </a:lnTo>
                  <a:lnTo>
                    <a:pt x="0" y="55880"/>
                  </a:lnTo>
                  <a:lnTo>
                    <a:pt x="3810" y="55880"/>
                  </a:lnTo>
                  <a:lnTo>
                    <a:pt x="3810" y="53340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1725930" y="5157470"/>
              <a:ext cx="2540" cy="54610"/>
            </a:xfrm>
            <a:custGeom>
              <a:avLst/>
              <a:gdLst/>
              <a:ahLst/>
              <a:cxnLst/>
              <a:rect l="l" t="t" r="r" b="b"/>
              <a:pathLst>
                <a:path w="2539" h="54610">
                  <a:moveTo>
                    <a:pt x="253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  <a:path w="2539" h="54610">
                  <a:moveTo>
                    <a:pt x="253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2539" y="7619"/>
                  </a:lnTo>
                  <a:lnTo>
                    <a:pt x="2539" y="1269"/>
                  </a:lnTo>
                  <a:close/>
                </a:path>
                <a:path w="2539" h="54610">
                  <a:moveTo>
                    <a:pt x="253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2539" y="13969"/>
                  </a:lnTo>
                  <a:lnTo>
                    <a:pt x="2539" y="7619"/>
                  </a:lnTo>
                  <a:close/>
                </a:path>
                <a:path w="2539" h="54610">
                  <a:moveTo>
                    <a:pt x="2539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2539" y="20319"/>
                  </a:lnTo>
                  <a:lnTo>
                    <a:pt x="2539" y="13969"/>
                  </a:lnTo>
                  <a:close/>
                </a:path>
                <a:path w="2539" h="54610">
                  <a:moveTo>
                    <a:pt x="2539" y="20319"/>
                  </a:moveTo>
                  <a:lnTo>
                    <a:pt x="0" y="20319"/>
                  </a:lnTo>
                  <a:lnTo>
                    <a:pt x="0" y="33019"/>
                  </a:lnTo>
                  <a:lnTo>
                    <a:pt x="2539" y="33019"/>
                  </a:lnTo>
                  <a:lnTo>
                    <a:pt x="2539" y="20319"/>
                  </a:lnTo>
                  <a:close/>
                </a:path>
                <a:path w="2539" h="54610">
                  <a:moveTo>
                    <a:pt x="2539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2539" y="39369"/>
                  </a:lnTo>
                  <a:lnTo>
                    <a:pt x="2539" y="33019"/>
                  </a:lnTo>
                  <a:close/>
                </a:path>
                <a:path w="2539" h="54610">
                  <a:moveTo>
                    <a:pt x="2539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2539" y="45719"/>
                  </a:lnTo>
                  <a:lnTo>
                    <a:pt x="2539" y="39369"/>
                  </a:lnTo>
                  <a:close/>
                </a:path>
                <a:path w="2539" h="54610">
                  <a:moveTo>
                    <a:pt x="2539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2539" y="52069"/>
                  </a:lnTo>
                  <a:lnTo>
                    <a:pt x="2539" y="45719"/>
                  </a:lnTo>
                  <a:close/>
                </a:path>
                <a:path w="2539" h="54610">
                  <a:moveTo>
                    <a:pt x="2539" y="52069"/>
                  </a:moveTo>
                  <a:lnTo>
                    <a:pt x="0" y="52069"/>
                  </a:lnTo>
                  <a:lnTo>
                    <a:pt x="0" y="54609"/>
                  </a:lnTo>
                  <a:lnTo>
                    <a:pt x="2539" y="54609"/>
                  </a:lnTo>
                  <a:lnTo>
                    <a:pt x="2539" y="52069"/>
                  </a:lnTo>
                  <a:close/>
                </a:path>
              </a:pathLst>
            </a:custGeom>
            <a:solidFill>
              <a:srgbClr val="97A6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1728469" y="5157470"/>
              <a:ext cx="3810" cy="54610"/>
            </a:xfrm>
            <a:custGeom>
              <a:avLst/>
              <a:gdLst/>
              <a:ahLst/>
              <a:cxnLst/>
              <a:rect l="l" t="t" r="r" b="b"/>
              <a:pathLst>
                <a:path w="3810" h="54610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54610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10" h="54610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10" h="54610">
                  <a:moveTo>
                    <a:pt x="3810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3969"/>
                  </a:lnTo>
                  <a:close/>
                </a:path>
                <a:path w="3810" h="54610">
                  <a:moveTo>
                    <a:pt x="3810" y="20319"/>
                  </a:moveTo>
                  <a:lnTo>
                    <a:pt x="0" y="20319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0319"/>
                  </a:lnTo>
                  <a:close/>
                </a:path>
                <a:path w="3810" h="54610">
                  <a:moveTo>
                    <a:pt x="3810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3019"/>
                  </a:lnTo>
                  <a:close/>
                </a:path>
                <a:path w="3810" h="54610">
                  <a:moveTo>
                    <a:pt x="3810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39369"/>
                  </a:lnTo>
                  <a:close/>
                </a:path>
                <a:path w="3810" h="54610">
                  <a:moveTo>
                    <a:pt x="3810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3810" y="52069"/>
                  </a:lnTo>
                  <a:lnTo>
                    <a:pt x="3810" y="45719"/>
                  </a:lnTo>
                  <a:close/>
                </a:path>
                <a:path w="3810" h="54610">
                  <a:moveTo>
                    <a:pt x="3810" y="52069"/>
                  </a:moveTo>
                  <a:lnTo>
                    <a:pt x="0" y="52069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2069"/>
                  </a:lnTo>
                  <a:close/>
                </a:path>
              </a:pathLst>
            </a:custGeom>
            <a:solidFill>
              <a:srgbClr val="99A8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1732280" y="5157470"/>
              <a:ext cx="3810" cy="54610"/>
            </a:xfrm>
            <a:custGeom>
              <a:avLst/>
              <a:gdLst/>
              <a:ahLst/>
              <a:cxnLst/>
              <a:rect l="l" t="t" r="r" b="b"/>
              <a:pathLst>
                <a:path w="3810" h="54610">
                  <a:moveTo>
                    <a:pt x="126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3810" h="54610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10" h="54610">
                  <a:moveTo>
                    <a:pt x="380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7619"/>
                  </a:lnTo>
                  <a:close/>
                </a:path>
                <a:path w="3810" h="54610">
                  <a:moveTo>
                    <a:pt x="3809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3969"/>
                  </a:lnTo>
                  <a:close/>
                </a:path>
                <a:path w="3810" h="54610">
                  <a:moveTo>
                    <a:pt x="3809" y="20319"/>
                  </a:moveTo>
                  <a:lnTo>
                    <a:pt x="0" y="20319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0319"/>
                  </a:lnTo>
                  <a:close/>
                </a:path>
                <a:path w="3810" h="54610">
                  <a:moveTo>
                    <a:pt x="3809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3019"/>
                  </a:lnTo>
                  <a:close/>
                </a:path>
                <a:path w="3810" h="54610">
                  <a:moveTo>
                    <a:pt x="3809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39369"/>
                  </a:lnTo>
                  <a:close/>
                </a:path>
                <a:path w="3810" h="54610">
                  <a:moveTo>
                    <a:pt x="3809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3809" y="52069"/>
                  </a:lnTo>
                  <a:lnTo>
                    <a:pt x="3809" y="45719"/>
                  </a:lnTo>
                  <a:close/>
                </a:path>
                <a:path w="3810" h="54610">
                  <a:moveTo>
                    <a:pt x="3809" y="52069"/>
                  </a:moveTo>
                  <a:lnTo>
                    <a:pt x="0" y="52069"/>
                  </a:lnTo>
                  <a:lnTo>
                    <a:pt x="0" y="54609"/>
                  </a:lnTo>
                  <a:lnTo>
                    <a:pt x="3809" y="54609"/>
                  </a:lnTo>
                  <a:lnTo>
                    <a:pt x="3809" y="52069"/>
                  </a:lnTo>
                  <a:close/>
                </a:path>
              </a:pathLst>
            </a:custGeom>
            <a:solidFill>
              <a:srgbClr val="9CA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1736089" y="5158739"/>
              <a:ext cx="3810" cy="53340"/>
            </a:xfrm>
            <a:custGeom>
              <a:avLst/>
              <a:gdLst/>
              <a:ahLst/>
              <a:cxnLst/>
              <a:rect l="l" t="t" r="r" b="b"/>
              <a:pathLst>
                <a:path w="3810" h="53339">
                  <a:moveTo>
                    <a:pt x="254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10" h="53339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10" h="53339">
                  <a:moveTo>
                    <a:pt x="381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2699"/>
                  </a:lnTo>
                  <a:close/>
                </a:path>
                <a:path w="3810" h="53339">
                  <a:moveTo>
                    <a:pt x="3810" y="19049"/>
                  </a:moveTo>
                  <a:lnTo>
                    <a:pt x="0" y="1904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19049"/>
                  </a:lnTo>
                  <a:close/>
                </a:path>
                <a:path w="3810" h="53339">
                  <a:moveTo>
                    <a:pt x="3810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1749"/>
                  </a:lnTo>
                  <a:close/>
                </a:path>
                <a:path w="3810" h="53339">
                  <a:moveTo>
                    <a:pt x="3810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38099"/>
                  </a:lnTo>
                  <a:close/>
                </a:path>
                <a:path w="3810" h="53339">
                  <a:moveTo>
                    <a:pt x="3810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4449"/>
                  </a:lnTo>
                  <a:close/>
                </a:path>
                <a:path w="3810" h="53339">
                  <a:moveTo>
                    <a:pt x="3810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2540" y="53339"/>
                  </a:lnTo>
                  <a:lnTo>
                    <a:pt x="2540" y="52069"/>
                  </a:lnTo>
                  <a:lnTo>
                    <a:pt x="3810" y="52069"/>
                  </a:lnTo>
                  <a:lnTo>
                    <a:pt x="3810" y="50799"/>
                  </a:lnTo>
                  <a:close/>
                </a:path>
              </a:pathLst>
            </a:custGeom>
            <a:solidFill>
              <a:srgbClr val="9FA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1739900" y="5160009"/>
              <a:ext cx="3810" cy="50800"/>
            </a:xfrm>
            <a:custGeom>
              <a:avLst/>
              <a:gdLst/>
              <a:ahLst/>
              <a:cxnLst/>
              <a:rect l="l" t="t" r="r" b="b"/>
              <a:pathLst>
                <a:path w="3810" h="50800">
                  <a:moveTo>
                    <a:pt x="381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10" h="50800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50800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50800">
                  <a:moveTo>
                    <a:pt x="3810" y="17780"/>
                  </a:moveTo>
                  <a:lnTo>
                    <a:pt x="0" y="17780"/>
                  </a:lnTo>
                  <a:lnTo>
                    <a:pt x="0" y="30479"/>
                  </a:lnTo>
                  <a:lnTo>
                    <a:pt x="3810" y="30479"/>
                  </a:lnTo>
                  <a:lnTo>
                    <a:pt x="3810" y="17780"/>
                  </a:lnTo>
                  <a:close/>
                </a:path>
                <a:path w="3810" h="50800">
                  <a:moveTo>
                    <a:pt x="3810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30480"/>
                  </a:lnTo>
                  <a:close/>
                </a:path>
                <a:path w="3810" h="50800">
                  <a:moveTo>
                    <a:pt x="381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36830"/>
                  </a:lnTo>
                  <a:close/>
                </a:path>
                <a:path w="3810" h="50800">
                  <a:moveTo>
                    <a:pt x="3810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3180"/>
                  </a:lnTo>
                  <a:close/>
                </a:path>
                <a:path w="3810" h="50800">
                  <a:moveTo>
                    <a:pt x="2539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2539" y="50800"/>
                  </a:lnTo>
                  <a:lnTo>
                    <a:pt x="2539" y="49530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1743710" y="5160009"/>
              <a:ext cx="3810" cy="49530"/>
            </a:xfrm>
            <a:custGeom>
              <a:avLst/>
              <a:gdLst/>
              <a:ahLst/>
              <a:cxnLst/>
              <a:rect l="l" t="t" r="r" b="b"/>
              <a:pathLst>
                <a:path w="3810" h="49529">
                  <a:moveTo>
                    <a:pt x="380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0"/>
                  </a:lnTo>
                  <a:close/>
                </a:path>
                <a:path w="3810" h="49529">
                  <a:moveTo>
                    <a:pt x="380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5080"/>
                  </a:lnTo>
                  <a:close/>
                </a:path>
                <a:path w="3810" h="49529">
                  <a:moveTo>
                    <a:pt x="380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1430"/>
                  </a:lnTo>
                  <a:close/>
                </a:path>
                <a:path w="3810" h="49529">
                  <a:moveTo>
                    <a:pt x="3809" y="17780"/>
                  </a:moveTo>
                  <a:lnTo>
                    <a:pt x="0" y="17780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17780"/>
                  </a:lnTo>
                  <a:close/>
                </a:path>
                <a:path w="3810" h="49529">
                  <a:moveTo>
                    <a:pt x="3809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0480"/>
                  </a:lnTo>
                  <a:close/>
                </a:path>
                <a:path w="3810" h="49529">
                  <a:moveTo>
                    <a:pt x="3809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36830"/>
                  </a:lnTo>
                  <a:close/>
                </a:path>
                <a:path w="3810" h="49529">
                  <a:moveTo>
                    <a:pt x="3809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3180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1747519" y="5160009"/>
              <a:ext cx="2540" cy="49530"/>
            </a:xfrm>
            <a:custGeom>
              <a:avLst/>
              <a:gdLst/>
              <a:ahLst/>
              <a:cxnLst/>
              <a:rect l="l" t="t" r="r" b="b"/>
              <a:pathLst>
                <a:path w="2539" h="49529">
                  <a:moveTo>
                    <a:pt x="126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2540" y="5079"/>
                  </a:lnTo>
                  <a:lnTo>
                    <a:pt x="2540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2539" h="49529">
                  <a:moveTo>
                    <a:pt x="254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2540" y="11429"/>
                  </a:lnTo>
                  <a:lnTo>
                    <a:pt x="2540" y="5080"/>
                  </a:lnTo>
                  <a:close/>
                </a:path>
                <a:path w="2539" h="49529">
                  <a:moveTo>
                    <a:pt x="254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2540" y="17779"/>
                  </a:lnTo>
                  <a:lnTo>
                    <a:pt x="2540" y="11430"/>
                  </a:lnTo>
                  <a:close/>
                </a:path>
                <a:path w="2539" h="49529">
                  <a:moveTo>
                    <a:pt x="2540" y="17780"/>
                  </a:moveTo>
                  <a:lnTo>
                    <a:pt x="0" y="17780"/>
                  </a:lnTo>
                  <a:lnTo>
                    <a:pt x="0" y="30479"/>
                  </a:lnTo>
                  <a:lnTo>
                    <a:pt x="2540" y="30479"/>
                  </a:lnTo>
                  <a:lnTo>
                    <a:pt x="2540" y="17780"/>
                  </a:lnTo>
                  <a:close/>
                </a:path>
                <a:path w="2539" h="49529">
                  <a:moveTo>
                    <a:pt x="2540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2540" y="36829"/>
                  </a:lnTo>
                  <a:lnTo>
                    <a:pt x="2540" y="30480"/>
                  </a:lnTo>
                  <a:close/>
                </a:path>
                <a:path w="2539" h="49529">
                  <a:moveTo>
                    <a:pt x="254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2540" y="43179"/>
                  </a:lnTo>
                  <a:lnTo>
                    <a:pt x="2540" y="36830"/>
                  </a:lnTo>
                  <a:close/>
                </a:path>
                <a:path w="2539" h="49529">
                  <a:moveTo>
                    <a:pt x="2540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2540" y="49529"/>
                  </a:lnTo>
                  <a:lnTo>
                    <a:pt x="2540" y="43180"/>
                  </a:lnTo>
                  <a:close/>
                </a:path>
              </a:pathLst>
            </a:custGeom>
            <a:solidFill>
              <a:srgbClr val="A7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1750060" y="5161280"/>
              <a:ext cx="5080" cy="46990"/>
            </a:xfrm>
            <a:custGeom>
              <a:avLst/>
              <a:gdLst/>
              <a:ahLst/>
              <a:cxnLst/>
              <a:rect l="l" t="t" r="r" b="b"/>
              <a:pathLst>
                <a:path w="5080" h="46989">
                  <a:moveTo>
                    <a:pt x="50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5079" y="3810"/>
                  </a:lnTo>
                  <a:lnTo>
                    <a:pt x="5079" y="0"/>
                  </a:lnTo>
                  <a:close/>
                </a:path>
                <a:path w="5080" h="46989">
                  <a:moveTo>
                    <a:pt x="507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5079" y="10160"/>
                  </a:lnTo>
                  <a:lnTo>
                    <a:pt x="5079" y="3810"/>
                  </a:lnTo>
                  <a:close/>
                </a:path>
                <a:path w="5080" h="46989">
                  <a:moveTo>
                    <a:pt x="507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5079" y="16510"/>
                  </a:lnTo>
                  <a:lnTo>
                    <a:pt x="5079" y="10160"/>
                  </a:lnTo>
                  <a:close/>
                </a:path>
                <a:path w="5080" h="46989">
                  <a:moveTo>
                    <a:pt x="5079" y="16510"/>
                  </a:moveTo>
                  <a:lnTo>
                    <a:pt x="0" y="16510"/>
                  </a:lnTo>
                  <a:lnTo>
                    <a:pt x="0" y="29210"/>
                  </a:lnTo>
                  <a:lnTo>
                    <a:pt x="5079" y="29210"/>
                  </a:lnTo>
                  <a:lnTo>
                    <a:pt x="5079" y="16510"/>
                  </a:lnTo>
                  <a:close/>
                </a:path>
                <a:path w="5080" h="46989">
                  <a:moveTo>
                    <a:pt x="5079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5079" y="35560"/>
                  </a:lnTo>
                  <a:lnTo>
                    <a:pt x="5079" y="29210"/>
                  </a:lnTo>
                  <a:close/>
                </a:path>
                <a:path w="5080" h="46989">
                  <a:moveTo>
                    <a:pt x="5079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5079" y="41910"/>
                  </a:lnTo>
                  <a:lnTo>
                    <a:pt x="5079" y="35560"/>
                  </a:lnTo>
                  <a:close/>
                </a:path>
                <a:path w="5080" h="46989">
                  <a:moveTo>
                    <a:pt x="5079" y="41910"/>
                  </a:moveTo>
                  <a:lnTo>
                    <a:pt x="0" y="41910"/>
                  </a:lnTo>
                  <a:lnTo>
                    <a:pt x="0" y="46990"/>
                  </a:lnTo>
                  <a:lnTo>
                    <a:pt x="5079" y="46990"/>
                  </a:lnTo>
                  <a:lnTo>
                    <a:pt x="5079" y="41910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1755139" y="5161280"/>
              <a:ext cx="2540" cy="46990"/>
            </a:xfrm>
            <a:custGeom>
              <a:avLst/>
              <a:gdLst/>
              <a:ahLst/>
              <a:cxnLst/>
              <a:rect l="l" t="t" r="r" b="b"/>
              <a:pathLst>
                <a:path w="2539" h="46989">
                  <a:moveTo>
                    <a:pt x="127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40" y="381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2539" h="46989">
                  <a:moveTo>
                    <a:pt x="254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2540" y="10160"/>
                  </a:lnTo>
                  <a:lnTo>
                    <a:pt x="2540" y="3810"/>
                  </a:lnTo>
                  <a:close/>
                </a:path>
                <a:path w="2539" h="46989">
                  <a:moveTo>
                    <a:pt x="254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2540" y="16510"/>
                  </a:lnTo>
                  <a:lnTo>
                    <a:pt x="2540" y="10160"/>
                  </a:lnTo>
                  <a:close/>
                </a:path>
                <a:path w="2539" h="46989">
                  <a:moveTo>
                    <a:pt x="2540" y="16510"/>
                  </a:moveTo>
                  <a:lnTo>
                    <a:pt x="0" y="16510"/>
                  </a:lnTo>
                  <a:lnTo>
                    <a:pt x="0" y="29210"/>
                  </a:lnTo>
                  <a:lnTo>
                    <a:pt x="2540" y="29210"/>
                  </a:lnTo>
                  <a:lnTo>
                    <a:pt x="2540" y="16510"/>
                  </a:lnTo>
                  <a:close/>
                </a:path>
                <a:path w="2539" h="46989">
                  <a:moveTo>
                    <a:pt x="2540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2540" y="35560"/>
                  </a:lnTo>
                  <a:lnTo>
                    <a:pt x="2540" y="29210"/>
                  </a:lnTo>
                  <a:close/>
                </a:path>
                <a:path w="2539" h="46989">
                  <a:moveTo>
                    <a:pt x="2540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2540" y="41910"/>
                  </a:lnTo>
                  <a:lnTo>
                    <a:pt x="2540" y="35560"/>
                  </a:lnTo>
                  <a:close/>
                </a:path>
                <a:path w="2539" h="46989">
                  <a:moveTo>
                    <a:pt x="2540" y="41910"/>
                  </a:moveTo>
                  <a:lnTo>
                    <a:pt x="0" y="41910"/>
                  </a:lnTo>
                  <a:lnTo>
                    <a:pt x="0" y="46990"/>
                  </a:lnTo>
                  <a:lnTo>
                    <a:pt x="2540" y="46990"/>
                  </a:lnTo>
                  <a:lnTo>
                    <a:pt x="2540" y="41910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1757680" y="5162550"/>
              <a:ext cx="3810" cy="45720"/>
            </a:xfrm>
            <a:custGeom>
              <a:avLst/>
              <a:gdLst/>
              <a:ahLst/>
              <a:cxnLst/>
              <a:rect l="l" t="t" r="r" b="b"/>
              <a:pathLst>
                <a:path w="3810" h="45720">
                  <a:moveTo>
                    <a:pt x="253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  <a:path w="3810" h="45720">
                  <a:moveTo>
                    <a:pt x="3809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2540"/>
                  </a:lnTo>
                  <a:close/>
                </a:path>
                <a:path w="3810" h="45720">
                  <a:moveTo>
                    <a:pt x="3809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8890"/>
                  </a:lnTo>
                  <a:close/>
                </a:path>
                <a:path w="3810" h="45720">
                  <a:moveTo>
                    <a:pt x="3809" y="15240"/>
                  </a:moveTo>
                  <a:lnTo>
                    <a:pt x="0" y="15240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15240"/>
                  </a:lnTo>
                  <a:close/>
                </a:path>
                <a:path w="3810" h="45720">
                  <a:moveTo>
                    <a:pt x="3809" y="27940"/>
                  </a:moveTo>
                  <a:lnTo>
                    <a:pt x="0" y="27940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27940"/>
                  </a:lnTo>
                  <a:close/>
                </a:path>
                <a:path w="3810" h="45720">
                  <a:moveTo>
                    <a:pt x="3809" y="34290"/>
                  </a:moveTo>
                  <a:lnTo>
                    <a:pt x="0" y="34290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4290"/>
                  </a:lnTo>
                  <a:close/>
                </a:path>
                <a:path w="3810" h="45720">
                  <a:moveTo>
                    <a:pt x="3809" y="40640"/>
                  </a:moveTo>
                  <a:lnTo>
                    <a:pt x="0" y="40640"/>
                  </a:lnTo>
                  <a:lnTo>
                    <a:pt x="0" y="45719"/>
                  </a:lnTo>
                  <a:lnTo>
                    <a:pt x="2539" y="45719"/>
                  </a:lnTo>
                  <a:lnTo>
                    <a:pt x="2539" y="44450"/>
                  </a:lnTo>
                  <a:lnTo>
                    <a:pt x="3809" y="44450"/>
                  </a:lnTo>
                  <a:lnTo>
                    <a:pt x="3809" y="40640"/>
                  </a:lnTo>
                  <a:close/>
                </a:path>
              </a:pathLst>
            </a:custGeom>
            <a:solidFill>
              <a:srgbClr val="AEBA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1761489" y="5163820"/>
              <a:ext cx="3810" cy="43180"/>
            </a:xfrm>
            <a:custGeom>
              <a:avLst/>
              <a:gdLst/>
              <a:ahLst/>
              <a:cxnLst/>
              <a:rect l="l" t="t" r="r" b="b"/>
              <a:pathLst>
                <a:path w="3810" h="43179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43179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10" h="43179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10" h="43179">
                  <a:moveTo>
                    <a:pt x="3810" y="13969"/>
                  </a:moveTo>
                  <a:lnTo>
                    <a:pt x="0" y="13969"/>
                  </a:lnTo>
                  <a:lnTo>
                    <a:pt x="0" y="26669"/>
                  </a:lnTo>
                  <a:lnTo>
                    <a:pt x="3810" y="26669"/>
                  </a:lnTo>
                  <a:lnTo>
                    <a:pt x="3810" y="13969"/>
                  </a:lnTo>
                  <a:close/>
                </a:path>
                <a:path w="3810" h="43179">
                  <a:moveTo>
                    <a:pt x="3810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6669"/>
                  </a:lnTo>
                  <a:close/>
                </a:path>
                <a:path w="3810" h="43179">
                  <a:moveTo>
                    <a:pt x="3810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3019"/>
                  </a:lnTo>
                  <a:close/>
                </a:path>
                <a:path w="3810" h="43179">
                  <a:moveTo>
                    <a:pt x="3810" y="39369"/>
                  </a:moveTo>
                  <a:lnTo>
                    <a:pt x="0" y="39369"/>
                  </a:lnTo>
                  <a:lnTo>
                    <a:pt x="0" y="43179"/>
                  </a:lnTo>
                  <a:lnTo>
                    <a:pt x="1270" y="43179"/>
                  </a:lnTo>
                  <a:lnTo>
                    <a:pt x="1270" y="41909"/>
                  </a:lnTo>
                  <a:lnTo>
                    <a:pt x="3810" y="41909"/>
                  </a:lnTo>
                  <a:lnTo>
                    <a:pt x="3810" y="39369"/>
                  </a:lnTo>
                  <a:close/>
                </a:path>
              </a:pathLst>
            </a:custGeom>
            <a:solidFill>
              <a:srgbClr val="B1BD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1765300" y="5163820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41910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10" h="41910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10" h="41910">
                  <a:moveTo>
                    <a:pt x="3810" y="13969"/>
                  </a:moveTo>
                  <a:lnTo>
                    <a:pt x="0" y="13969"/>
                  </a:lnTo>
                  <a:lnTo>
                    <a:pt x="0" y="26669"/>
                  </a:lnTo>
                  <a:lnTo>
                    <a:pt x="3810" y="26669"/>
                  </a:lnTo>
                  <a:lnTo>
                    <a:pt x="3810" y="13969"/>
                  </a:lnTo>
                  <a:close/>
                </a:path>
                <a:path w="3810" h="41910">
                  <a:moveTo>
                    <a:pt x="3810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6669"/>
                  </a:lnTo>
                  <a:close/>
                </a:path>
                <a:path w="3810" h="41910">
                  <a:moveTo>
                    <a:pt x="3810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3019"/>
                  </a:lnTo>
                  <a:close/>
                </a:path>
                <a:path w="3810" h="41910">
                  <a:moveTo>
                    <a:pt x="3810" y="39369"/>
                  </a:moveTo>
                  <a:lnTo>
                    <a:pt x="0" y="39369"/>
                  </a:lnTo>
                  <a:lnTo>
                    <a:pt x="0" y="41909"/>
                  </a:lnTo>
                  <a:lnTo>
                    <a:pt x="2540" y="41909"/>
                  </a:lnTo>
                  <a:lnTo>
                    <a:pt x="2540" y="40639"/>
                  </a:lnTo>
                  <a:lnTo>
                    <a:pt x="3810" y="40639"/>
                  </a:lnTo>
                  <a:lnTo>
                    <a:pt x="3810" y="39369"/>
                  </a:lnTo>
                  <a:close/>
                </a:path>
              </a:pathLst>
            </a:custGeom>
            <a:solidFill>
              <a:srgbClr val="B4BF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1769110" y="5165089"/>
              <a:ext cx="3810" cy="39370"/>
            </a:xfrm>
            <a:custGeom>
              <a:avLst/>
              <a:gdLst/>
              <a:ahLst/>
              <a:cxnLst/>
              <a:rect l="l" t="t" r="r" b="b"/>
              <a:pathLst>
                <a:path w="3810" h="39370">
                  <a:moveTo>
                    <a:pt x="380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0"/>
                  </a:lnTo>
                  <a:close/>
                </a:path>
                <a:path w="3810" h="39370">
                  <a:moveTo>
                    <a:pt x="380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6349"/>
                  </a:lnTo>
                  <a:close/>
                </a:path>
                <a:path w="3810" h="39370">
                  <a:moveTo>
                    <a:pt x="3809" y="12699"/>
                  </a:moveTo>
                  <a:lnTo>
                    <a:pt x="0" y="1269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12699"/>
                  </a:lnTo>
                  <a:close/>
                </a:path>
                <a:path w="3810" h="39370">
                  <a:moveTo>
                    <a:pt x="3809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5399"/>
                  </a:lnTo>
                  <a:close/>
                </a:path>
                <a:path w="3810" h="39370">
                  <a:moveTo>
                    <a:pt x="3809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1749"/>
                  </a:lnTo>
                  <a:close/>
                </a:path>
                <a:path w="3810" h="39370">
                  <a:moveTo>
                    <a:pt x="2539" y="38099"/>
                  </a:moveTo>
                  <a:lnTo>
                    <a:pt x="0" y="38099"/>
                  </a:lnTo>
                  <a:lnTo>
                    <a:pt x="0" y="39369"/>
                  </a:lnTo>
                  <a:lnTo>
                    <a:pt x="2539" y="39369"/>
                  </a:lnTo>
                  <a:lnTo>
                    <a:pt x="2539" y="38099"/>
                  </a:lnTo>
                  <a:close/>
                </a:path>
              </a:pathLst>
            </a:custGeom>
            <a:solidFill>
              <a:srgbClr val="B6C1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1772919" y="5165089"/>
              <a:ext cx="3810" cy="38100"/>
            </a:xfrm>
            <a:custGeom>
              <a:avLst/>
              <a:gdLst/>
              <a:ahLst/>
              <a:cxnLst/>
              <a:rect l="l" t="t" r="r" b="b"/>
              <a:pathLst>
                <a:path w="3810" h="38100">
                  <a:moveTo>
                    <a:pt x="126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3810" h="38100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10" h="38100">
                  <a:moveTo>
                    <a:pt x="3810" y="12699"/>
                  </a:moveTo>
                  <a:lnTo>
                    <a:pt x="0" y="1269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12699"/>
                  </a:lnTo>
                  <a:close/>
                </a:path>
                <a:path w="3810" h="38100">
                  <a:moveTo>
                    <a:pt x="3810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5399"/>
                  </a:lnTo>
                  <a:close/>
                </a:path>
                <a:path w="3810" h="38100">
                  <a:moveTo>
                    <a:pt x="3810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1749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1776730" y="5166359"/>
              <a:ext cx="2540" cy="36830"/>
            </a:xfrm>
            <a:custGeom>
              <a:avLst/>
              <a:gdLst/>
              <a:ahLst/>
              <a:cxnLst/>
              <a:rect l="l" t="t" r="r" b="b"/>
              <a:pathLst>
                <a:path w="2539" h="36829">
                  <a:moveTo>
                    <a:pt x="126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2539" y="5079"/>
                  </a:lnTo>
                  <a:lnTo>
                    <a:pt x="253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2539" h="36829">
                  <a:moveTo>
                    <a:pt x="253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2539" y="11429"/>
                  </a:lnTo>
                  <a:lnTo>
                    <a:pt x="2539" y="5080"/>
                  </a:lnTo>
                  <a:close/>
                </a:path>
                <a:path w="2539" h="36829">
                  <a:moveTo>
                    <a:pt x="2539" y="11430"/>
                  </a:moveTo>
                  <a:lnTo>
                    <a:pt x="0" y="11430"/>
                  </a:lnTo>
                  <a:lnTo>
                    <a:pt x="0" y="24129"/>
                  </a:lnTo>
                  <a:lnTo>
                    <a:pt x="2539" y="24129"/>
                  </a:lnTo>
                  <a:lnTo>
                    <a:pt x="2539" y="11430"/>
                  </a:lnTo>
                  <a:close/>
                </a:path>
                <a:path w="2539" h="36829">
                  <a:moveTo>
                    <a:pt x="2539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2539" y="30479"/>
                  </a:lnTo>
                  <a:lnTo>
                    <a:pt x="2539" y="24130"/>
                  </a:lnTo>
                  <a:close/>
                </a:path>
                <a:path w="2539" h="36829">
                  <a:moveTo>
                    <a:pt x="2539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1269" y="36829"/>
                  </a:lnTo>
                  <a:lnTo>
                    <a:pt x="1269" y="35559"/>
                  </a:lnTo>
                  <a:lnTo>
                    <a:pt x="2539" y="35559"/>
                  </a:lnTo>
                  <a:lnTo>
                    <a:pt x="2539" y="30480"/>
                  </a:lnTo>
                  <a:close/>
                </a:path>
              </a:pathLst>
            </a:custGeom>
            <a:solidFill>
              <a:srgbClr val="BC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1779269" y="5167630"/>
              <a:ext cx="3810" cy="34290"/>
            </a:xfrm>
            <a:custGeom>
              <a:avLst/>
              <a:gdLst/>
              <a:ahLst/>
              <a:cxnLst/>
              <a:rect l="l" t="t" r="r" b="b"/>
              <a:pathLst>
                <a:path w="3810" h="34289">
                  <a:moveTo>
                    <a:pt x="126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3810" h="34289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10" h="34289">
                  <a:moveTo>
                    <a:pt x="3810" y="10160"/>
                  </a:moveTo>
                  <a:lnTo>
                    <a:pt x="0" y="1016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0160"/>
                  </a:lnTo>
                  <a:close/>
                </a:path>
                <a:path w="3810" h="34289">
                  <a:moveTo>
                    <a:pt x="3810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2860"/>
                  </a:lnTo>
                  <a:close/>
                </a:path>
                <a:path w="3810" h="34289">
                  <a:moveTo>
                    <a:pt x="3810" y="29210"/>
                  </a:moveTo>
                  <a:lnTo>
                    <a:pt x="0" y="29210"/>
                  </a:lnTo>
                  <a:lnTo>
                    <a:pt x="0" y="34290"/>
                  </a:lnTo>
                  <a:lnTo>
                    <a:pt x="1270" y="34290"/>
                  </a:lnTo>
                  <a:lnTo>
                    <a:pt x="1270" y="33020"/>
                  </a:lnTo>
                  <a:lnTo>
                    <a:pt x="3810" y="33020"/>
                  </a:lnTo>
                  <a:lnTo>
                    <a:pt x="3810" y="29210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1783080" y="5170170"/>
              <a:ext cx="3810" cy="30480"/>
            </a:xfrm>
            <a:custGeom>
              <a:avLst/>
              <a:gdLst/>
              <a:ahLst/>
              <a:cxnLst/>
              <a:rect l="l" t="t" r="r" b="b"/>
              <a:pathLst>
                <a:path w="3810" h="30479">
                  <a:moveTo>
                    <a:pt x="126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3810" h="30479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10" h="30479">
                  <a:moveTo>
                    <a:pt x="3809" y="7619"/>
                  </a:moveTo>
                  <a:lnTo>
                    <a:pt x="0" y="7619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7619"/>
                  </a:lnTo>
                  <a:close/>
                </a:path>
                <a:path w="3810" h="30479">
                  <a:moveTo>
                    <a:pt x="3809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3809" y="26669"/>
                  </a:lnTo>
                  <a:lnTo>
                    <a:pt x="3809" y="20319"/>
                  </a:lnTo>
                  <a:close/>
                </a:path>
                <a:path w="3810" h="30479">
                  <a:moveTo>
                    <a:pt x="3809" y="26669"/>
                  </a:moveTo>
                  <a:lnTo>
                    <a:pt x="0" y="26669"/>
                  </a:lnTo>
                  <a:lnTo>
                    <a:pt x="0" y="30479"/>
                  </a:lnTo>
                  <a:lnTo>
                    <a:pt x="1269" y="30479"/>
                  </a:lnTo>
                  <a:lnTo>
                    <a:pt x="1269" y="29209"/>
                  </a:lnTo>
                  <a:lnTo>
                    <a:pt x="3809" y="29209"/>
                  </a:lnTo>
                  <a:lnTo>
                    <a:pt x="3809" y="26669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1786889" y="5171439"/>
              <a:ext cx="3810" cy="26670"/>
            </a:xfrm>
            <a:custGeom>
              <a:avLst/>
              <a:gdLst/>
              <a:ahLst/>
              <a:cxnLst/>
              <a:rect l="l" t="t" r="r" b="b"/>
              <a:pathLst>
                <a:path w="3810" h="26670">
                  <a:moveTo>
                    <a:pt x="127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10" h="26670">
                  <a:moveTo>
                    <a:pt x="3810" y="6349"/>
                  </a:moveTo>
                  <a:lnTo>
                    <a:pt x="0" y="634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6349"/>
                  </a:lnTo>
                  <a:close/>
                </a:path>
                <a:path w="3810" h="26670">
                  <a:moveTo>
                    <a:pt x="3810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19049"/>
                  </a:lnTo>
                  <a:close/>
                </a:path>
                <a:path w="3810" h="26670">
                  <a:moveTo>
                    <a:pt x="3810" y="25399"/>
                  </a:moveTo>
                  <a:lnTo>
                    <a:pt x="0" y="25399"/>
                  </a:lnTo>
                  <a:lnTo>
                    <a:pt x="0" y="26669"/>
                  </a:lnTo>
                  <a:lnTo>
                    <a:pt x="3810" y="26669"/>
                  </a:lnTo>
                  <a:lnTo>
                    <a:pt x="3810" y="25399"/>
                  </a:lnTo>
                  <a:close/>
                </a:path>
              </a:pathLst>
            </a:custGeom>
            <a:solidFill>
              <a:srgbClr val="C4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1790700" y="5173980"/>
              <a:ext cx="3810" cy="22860"/>
            </a:xfrm>
            <a:custGeom>
              <a:avLst/>
              <a:gdLst/>
              <a:ahLst/>
              <a:cxnLst/>
              <a:rect l="l" t="t" r="r" b="b"/>
              <a:pathLst>
                <a:path w="3810" h="22860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10" h="22860">
                  <a:moveTo>
                    <a:pt x="3810" y="3810"/>
                  </a:moveTo>
                  <a:lnTo>
                    <a:pt x="0" y="381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3810"/>
                  </a:lnTo>
                  <a:close/>
                </a:path>
                <a:path w="3810" h="22860">
                  <a:moveTo>
                    <a:pt x="3810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1269" y="22860"/>
                  </a:lnTo>
                  <a:lnTo>
                    <a:pt x="1269" y="21590"/>
                  </a:lnTo>
                  <a:lnTo>
                    <a:pt x="3810" y="21590"/>
                  </a:lnTo>
                  <a:lnTo>
                    <a:pt x="3810" y="16510"/>
                  </a:lnTo>
                  <a:close/>
                </a:path>
              </a:pathLst>
            </a:custGeom>
            <a:solidFill>
              <a:srgbClr val="C6CF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6"/>
            <p:cNvSpPr/>
            <p:nvPr/>
          </p:nvSpPr>
          <p:spPr>
            <a:xfrm>
              <a:off x="1794510" y="5175250"/>
              <a:ext cx="3810" cy="20320"/>
            </a:xfrm>
            <a:custGeom>
              <a:avLst/>
              <a:gdLst/>
              <a:ahLst/>
              <a:cxnLst/>
              <a:rect l="l" t="t" r="r" b="b"/>
              <a:pathLst>
                <a:path w="3810" h="20320">
                  <a:moveTo>
                    <a:pt x="126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39" y="2539"/>
                  </a:lnTo>
                  <a:lnTo>
                    <a:pt x="253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3810" h="20320">
                  <a:moveTo>
                    <a:pt x="3809" y="2540"/>
                  </a:moveTo>
                  <a:lnTo>
                    <a:pt x="0" y="254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2540"/>
                  </a:lnTo>
                  <a:close/>
                </a:path>
                <a:path w="3810" h="20320">
                  <a:moveTo>
                    <a:pt x="3809" y="15240"/>
                  </a:moveTo>
                  <a:lnTo>
                    <a:pt x="0" y="15240"/>
                  </a:lnTo>
                  <a:lnTo>
                    <a:pt x="0" y="20319"/>
                  </a:lnTo>
                  <a:lnTo>
                    <a:pt x="1269" y="20319"/>
                  </a:lnTo>
                  <a:lnTo>
                    <a:pt x="1269" y="19050"/>
                  </a:lnTo>
                  <a:lnTo>
                    <a:pt x="2539" y="19050"/>
                  </a:lnTo>
                  <a:lnTo>
                    <a:pt x="2539" y="16510"/>
                  </a:lnTo>
                  <a:lnTo>
                    <a:pt x="3809" y="16510"/>
                  </a:lnTo>
                  <a:lnTo>
                    <a:pt x="3809" y="15240"/>
                  </a:lnTo>
                  <a:close/>
                </a:path>
              </a:pathLst>
            </a:custGeom>
            <a:solidFill>
              <a:srgbClr val="C9D1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7"/>
            <p:cNvSpPr/>
            <p:nvPr/>
          </p:nvSpPr>
          <p:spPr>
            <a:xfrm>
              <a:off x="1798319" y="5177789"/>
              <a:ext cx="2540" cy="13970"/>
            </a:xfrm>
            <a:custGeom>
              <a:avLst/>
              <a:gdLst/>
              <a:ahLst/>
              <a:cxnLst/>
              <a:rect l="l" t="t" r="r" b="b"/>
              <a:pathLst>
                <a:path w="2539" h="13970">
                  <a:moveTo>
                    <a:pt x="1269" y="0"/>
                  </a:moveTo>
                  <a:lnTo>
                    <a:pt x="0" y="0"/>
                  </a:lnTo>
                  <a:lnTo>
                    <a:pt x="0" y="12699"/>
                  </a:lnTo>
                  <a:lnTo>
                    <a:pt x="1269" y="12699"/>
                  </a:lnTo>
                  <a:lnTo>
                    <a:pt x="1269" y="11429"/>
                  </a:lnTo>
                  <a:lnTo>
                    <a:pt x="2540" y="11429"/>
                  </a:lnTo>
                  <a:lnTo>
                    <a:pt x="2540" y="3809"/>
                  </a:lnTo>
                  <a:lnTo>
                    <a:pt x="1270" y="3809"/>
                  </a:lnTo>
                  <a:lnTo>
                    <a:pt x="1269" y="0"/>
                  </a:lnTo>
                  <a:close/>
                </a:path>
                <a:path w="2539" h="13970">
                  <a:moveTo>
                    <a:pt x="1269" y="12699"/>
                  </a:moveTo>
                  <a:lnTo>
                    <a:pt x="0" y="12699"/>
                  </a:lnTo>
                  <a:lnTo>
                    <a:pt x="0" y="13969"/>
                  </a:lnTo>
                  <a:lnTo>
                    <a:pt x="1269" y="13969"/>
                  </a:lnTo>
                  <a:lnTo>
                    <a:pt x="1269" y="12699"/>
                  </a:lnTo>
                  <a:close/>
                </a:path>
              </a:pathLst>
            </a:custGeom>
            <a:solidFill>
              <a:srgbClr val="CCD3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1800860" y="5181600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0"/>
                  </a:moveTo>
                  <a:lnTo>
                    <a:pt x="0" y="76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1516380" y="5153659"/>
              <a:ext cx="284480" cy="62230"/>
            </a:xfrm>
            <a:custGeom>
              <a:avLst/>
              <a:gdLst/>
              <a:ahLst/>
              <a:cxnLst/>
              <a:rect l="l" t="t" r="r" b="b"/>
              <a:pathLst>
                <a:path w="284480" h="62229">
                  <a:moveTo>
                    <a:pt x="142239" y="0"/>
                  </a:moveTo>
                  <a:lnTo>
                    <a:pt x="86796" y="2440"/>
                  </a:lnTo>
                  <a:lnTo>
                    <a:pt x="41592" y="9048"/>
                  </a:lnTo>
                  <a:lnTo>
                    <a:pt x="11152" y="18752"/>
                  </a:lnTo>
                  <a:lnTo>
                    <a:pt x="0" y="30479"/>
                  </a:lnTo>
                  <a:lnTo>
                    <a:pt x="11152" y="42941"/>
                  </a:lnTo>
                  <a:lnTo>
                    <a:pt x="41592" y="53022"/>
                  </a:lnTo>
                  <a:lnTo>
                    <a:pt x="86796" y="59769"/>
                  </a:lnTo>
                  <a:lnTo>
                    <a:pt x="142239" y="62229"/>
                  </a:lnTo>
                  <a:lnTo>
                    <a:pt x="197147" y="59769"/>
                  </a:lnTo>
                  <a:lnTo>
                    <a:pt x="242411" y="53022"/>
                  </a:lnTo>
                  <a:lnTo>
                    <a:pt x="273149" y="42941"/>
                  </a:lnTo>
                  <a:lnTo>
                    <a:pt x="284480" y="30479"/>
                  </a:lnTo>
                  <a:lnTo>
                    <a:pt x="273149" y="18752"/>
                  </a:lnTo>
                  <a:lnTo>
                    <a:pt x="242411" y="9048"/>
                  </a:lnTo>
                  <a:lnTo>
                    <a:pt x="197147" y="2440"/>
                  </a:lnTo>
                  <a:lnTo>
                    <a:pt x="142239" y="0"/>
                  </a:lnTo>
                  <a:close/>
                </a:path>
              </a:pathLst>
            </a:custGeom>
            <a:ln w="646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0" name="object 34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516380" y="4936489"/>
              <a:ext cx="284480" cy="253999"/>
            </a:xfrm>
            <a:prstGeom prst="rect">
              <a:avLst/>
            </a:prstGeom>
          </p:spPr>
        </p:pic>
        <p:sp>
          <p:nvSpPr>
            <p:cNvPr id="341" name="object 341"/>
            <p:cNvSpPr/>
            <p:nvPr/>
          </p:nvSpPr>
          <p:spPr>
            <a:xfrm>
              <a:off x="1516380" y="4936489"/>
              <a:ext cx="284480" cy="252729"/>
            </a:xfrm>
            <a:custGeom>
              <a:avLst/>
              <a:gdLst/>
              <a:ahLst/>
              <a:cxnLst/>
              <a:rect l="l" t="t" r="r" b="b"/>
              <a:pathLst>
                <a:path w="284480" h="252729">
                  <a:moveTo>
                    <a:pt x="142239" y="0"/>
                  </a:moveTo>
                  <a:lnTo>
                    <a:pt x="86796" y="2460"/>
                  </a:lnTo>
                  <a:lnTo>
                    <a:pt x="41592" y="9207"/>
                  </a:lnTo>
                  <a:lnTo>
                    <a:pt x="11152" y="19288"/>
                  </a:lnTo>
                  <a:lnTo>
                    <a:pt x="0" y="31750"/>
                  </a:lnTo>
                  <a:lnTo>
                    <a:pt x="0" y="34706"/>
                  </a:lnTo>
                  <a:lnTo>
                    <a:pt x="0" y="55403"/>
                  </a:lnTo>
                  <a:lnTo>
                    <a:pt x="0" y="111581"/>
                  </a:lnTo>
                  <a:lnTo>
                    <a:pt x="0" y="220980"/>
                  </a:lnTo>
                  <a:lnTo>
                    <a:pt x="11152" y="233441"/>
                  </a:lnTo>
                  <a:lnTo>
                    <a:pt x="41592" y="243522"/>
                  </a:lnTo>
                  <a:lnTo>
                    <a:pt x="86796" y="250269"/>
                  </a:lnTo>
                  <a:lnTo>
                    <a:pt x="142239" y="252730"/>
                  </a:lnTo>
                  <a:lnTo>
                    <a:pt x="197147" y="250269"/>
                  </a:lnTo>
                  <a:lnTo>
                    <a:pt x="242411" y="243522"/>
                  </a:lnTo>
                  <a:lnTo>
                    <a:pt x="273149" y="233441"/>
                  </a:lnTo>
                  <a:lnTo>
                    <a:pt x="284480" y="220980"/>
                  </a:lnTo>
                  <a:lnTo>
                    <a:pt x="284480" y="218023"/>
                  </a:lnTo>
                  <a:lnTo>
                    <a:pt x="284480" y="197326"/>
                  </a:lnTo>
                  <a:lnTo>
                    <a:pt x="284480" y="141148"/>
                  </a:lnTo>
                  <a:lnTo>
                    <a:pt x="284480" y="31750"/>
                  </a:lnTo>
                  <a:lnTo>
                    <a:pt x="273149" y="19288"/>
                  </a:lnTo>
                  <a:lnTo>
                    <a:pt x="242411" y="9207"/>
                  </a:lnTo>
                  <a:lnTo>
                    <a:pt x="197147" y="2460"/>
                  </a:lnTo>
                  <a:lnTo>
                    <a:pt x="142239" y="0"/>
                  </a:lnTo>
                  <a:close/>
                </a:path>
              </a:pathLst>
            </a:custGeom>
            <a:ln w="646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2" name="object 34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516380" y="4936489"/>
              <a:ext cx="284480" cy="64769"/>
            </a:xfrm>
            <a:prstGeom prst="rect">
              <a:avLst/>
            </a:prstGeom>
          </p:spPr>
        </p:pic>
        <p:sp>
          <p:nvSpPr>
            <p:cNvPr id="343" name="object 343"/>
            <p:cNvSpPr/>
            <p:nvPr/>
          </p:nvSpPr>
          <p:spPr>
            <a:xfrm>
              <a:off x="1516380" y="4936489"/>
              <a:ext cx="284480" cy="63500"/>
            </a:xfrm>
            <a:custGeom>
              <a:avLst/>
              <a:gdLst/>
              <a:ahLst/>
              <a:cxnLst/>
              <a:rect l="l" t="t" r="r" b="b"/>
              <a:pathLst>
                <a:path w="284480" h="63500">
                  <a:moveTo>
                    <a:pt x="142239" y="0"/>
                  </a:moveTo>
                  <a:lnTo>
                    <a:pt x="86796" y="2460"/>
                  </a:lnTo>
                  <a:lnTo>
                    <a:pt x="41592" y="9207"/>
                  </a:lnTo>
                  <a:lnTo>
                    <a:pt x="11152" y="19288"/>
                  </a:lnTo>
                  <a:lnTo>
                    <a:pt x="0" y="31750"/>
                  </a:lnTo>
                  <a:lnTo>
                    <a:pt x="11152" y="44211"/>
                  </a:lnTo>
                  <a:lnTo>
                    <a:pt x="41592" y="54292"/>
                  </a:lnTo>
                  <a:lnTo>
                    <a:pt x="86796" y="61039"/>
                  </a:lnTo>
                  <a:lnTo>
                    <a:pt x="142239" y="63500"/>
                  </a:lnTo>
                  <a:lnTo>
                    <a:pt x="197147" y="61039"/>
                  </a:lnTo>
                  <a:lnTo>
                    <a:pt x="242411" y="54292"/>
                  </a:lnTo>
                  <a:lnTo>
                    <a:pt x="273149" y="44211"/>
                  </a:lnTo>
                  <a:lnTo>
                    <a:pt x="284480" y="31750"/>
                  </a:lnTo>
                  <a:lnTo>
                    <a:pt x="273149" y="19288"/>
                  </a:lnTo>
                  <a:lnTo>
                    <a:pt x="242411" y="9207"/>
                  </a:lnTo>
                  <a:lnTo>
                    <a:pt x="197147" y="2460"/>
                  </a:lnTo>
                  <a:lnTo>
                    <a:pt x="142239" y="0"/>
                  </a:lnTo>
                  <a:close/>
                </a:path>
              </a:pathLst>
            </a:custGeom>
            <a:ln w="646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2125980" y="5179059"/>
              <a:ext cx="2540" cy="200660"/>
            </a:xfrm>
            <a:custGeom>
              <a:avLst/>
              <a:gdLst/>
              <a:ahLst/>
              <a:cxnLst/>
              <a:rect l="l" t="t" r="r" b="b"/>
              <a:pathLst>
                <a:path w="2539" h="200660">
                  <a:moveTo>
                    <a:pt x="254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199390"/>
                  </a:lnTo>
                  <a:lnTo>
                    <a:pt x="1270" y="199390"/>
                  </a:lnTo>
                  <a:lnTo>
                    <a:pt x="1270" y="200660"/>
                  </a:lnTo>
                  <a:lnTo>
                    <a:pt x="2540" y="200660"/>
                  </a:lnTo>
                  <a:lnTo>
                    <a:pt x="2540" y="19939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5"/>
            <p:cNvSpPr/>
            <p:nvPr/>
          </p:nvSpPr>
          <p:spPr>
            <a:xfrm>
              <a:off x="2128520" y="5176519"/>
              <a:ext cx="3810" cy="207010"/>
            </a:xfrm>
            <a:custGeom>
              <a:avLst/>
              <a:gdLst/>
              <a:ahLst/>
              <a:cxnLst/>
              <a:rect l="l" t="t" r="r" b="b"/>
              <a:pathLst>
                <a:path w="3810" h="207010">
                  <a:moveTo>
                    <a:pt x="3810" y="205752"/>
                  </a:moveTo>
                  <a:lnTo>
                    <a:pt x="1270" y="205752"/>
                  </a:lnTo>
                  <a:lnTo>
                    <a:pt x="1270" y="207010"/>
                  </a:lnTo>
                  <a:lnTo>
                    <a:pt x="3810" y="207010"/>
                  </a:lnTo>
                  <a:lnTo>
                    <a:pt x="3810" y="205752"/>
                  </a:lnTo>
                  <a:close/>
                </a:path>
                <a:path w="3810" h="207010">
                  <a:moveTo>
                    <a:pt x="3810" y="1282"/>
                  </a:moveTo>
                  <a:lnTo>
                    <a:pt x="0" y="1282"/>
                  </a:lnTo>
                  <a:lnTo>
                    <a:pt x="0" y="203200"/>
                  </a:lnTo>
                  <a:lnTo>
                    <a:pt x="0" y="204470"/>
                  </a:lnTo>
                  <a:lnTo>
                    <a:pt x="1270" y="204470"/>
                  </a:lnTo>
                  <a:lnTo>
                    <a:pt x="1270" y="205740"/>
                  </a:lnTo>
                  <a:lnTo>
                    <a:pt x="3810" y="205740"/>
                  </a:lnTo>
                  <a:lnTo>
                    <a:pt x="3810" y="204470"/>
                  </a:lnTo>
                  <a:lnTo>
                    <a:pt x="3810" y="203200"/>
                  </a:lnTo>
                  <a:lnTo>
                    <a:pt x="3810" y="1282"/>
                  </a:lnTo>
                  <a:close/>
                </a:path>
                <a:path w="3810" h="207010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CED5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" name="object 346"/>
            <p:cNvSpPr/>
            <p:nvPr/>
          </p:nvSpPr>
          <p:spPr>
            <a:xfrm>
              <a:off x="2132330" y="5173980"/>
              <a:ext cx="3810" cy="212090"/>
            </a:xfrm>
            <a:custGeom>
              <a:avLst/>
              <a:gdLst/>
              <a:ahLst/>
              <a:cxnLst/>
              <a:rect l="l" t="t" r="r" b="b"/>
              <a:pathLst>
                <a:path w="3810" h="212089">
                  <a:moveTo>
                    <a:pt x="3809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10" h="212089">
                  <a:moveTo>
                    <a:pt x="3809" y="3810"/>
                  </a:moveTo>
                  <a:lnTo>
                    <a:pt x="0" y="3810"/>
                  </a:lnTo>
                  <a:lnTo>
                    <a:pt x="0" y="205740"/>
                  </a:lnTo>
                  <a:lnTo>
                    <a:pt x="3809" y="205740"/>
                  </a:lnTo>
                  <a:lnTo>
                    <a:pt x="3809" y="3810"/>
                  </a:lnTo>
                  <a:close/>
                </a:path>
                <a:path w="3810" h="212089">
                  <a:moveTo>
                    <a:pt x="3809" y="205740"/>
                  </a:moveTo>
                  <a:lnTo>
                    <a:pt x="0" y="205740"/>
                  </a:lnTo>
                  <a:lnTo>
                    <a:pt x="0" y="208280"/>
                  </a:lnTo>
                  <a:lnTo>
                    <a:pt x="3809" y="208280"/>
                  </a:lnTo>
                  <a:lnTo>
                    <a:pt x="3809" y="205740"/>
                  </a:lnTo>
                  <a:close/>
                </a:path>
                <a:path w="3810" h="212089">
                  <a:moveTo>
                    <a:pt x="3809" y="208280"/>
                  </a:moveTo>
                  <a:lnTo>
                    <a:pt x="0" y="208280"/>
                  </a:lnTo>
                  <a:lnTo>
                    <a:pt x="0" y="210820"/>
                  </a:lnTo>
                  <a:lnTo>
                    <a:pt x="1269" y="210820"/>
                  </a:lnTo>
                  <a:lnTo>
                    <a:pt x="1269" y="212090"/>
                  </a:lnTo>
                  <a:lnTo>
                    <a:pt x="3809" y="212090"/>
                  </a:lnTo>
                  <a:lnTo>
                    <a:pt x="3809" y="208280"/>
                  </a:lnTo>
                  <a:close/>
                </a:path>
              </a:pathLst>
            </a:custGeom>
            <a:solidFill>
              <a:srgbClr val="CCD3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2136140" y="5172709"/>
              <a:ext cx="2540" cy="214629"/>
            </a:xfrm>
            <a:custGeom>
              <a:avLst/>
              <a:gdLst/>
              <a:ahLst/>
              <a:cxnLst/>
              <a:rect l="l" t="t" r="r" b="b"/>
              <a:pathLst>
                <a:path w="2539" h="214629">
                  <a:moveTo>
                    <a:pt x="2540" y="213372"/>
                  </a:moveTo>
                  <a:lnTo>
                    <a:pt x="0" y="213372"/>
                  </a:lnTo>
                  <a:lnTo>
                    <a:pt x="0" y="214630"/>
                  </a:lnTo>
                  <a:lnTo>
                    <a:pt x="2540" y="214630"/>
                  </a:lnTo>
                  <a:lnTo>
                    <a:pt x="2540" y="213372"/>
                  </a:lnTo>
                  <a:close/>
                </a:path>
                <a:path w="2539" h="214629">
                  <a:moveTo>
                    <a:pt x="2540" y="209562"/>
                  </a:moveTo>
                  <a:lnTo>
                    <a:pt x="0" y="209562"/>
                  </a:lnTo>
                  <a:lnTo>
                    <a:pt x="0" y="213360"/>
                  </a:lnTo>
                  <a:lnTo>
                    <a:pt x="2540" y="213360"/>
                  </a:lnTo>
                  <a:lnTo>
                    <a:pt x="2540" y="209562"/>
                  </a:lnTo>
                  <a:close/>
                </a:path>
                <a:path w="2539" h="214629">
                  <a:moveTo>
                    <a:pt x="2540" y="207022"/>
                  </a:moveTo>
                  <a:lnTo>
                    <a:pt x="0" y="207022"/>
                  </a:lnTo>
                  <a:lnTo>
                    <a:pt x="0" y="209550"/>
                  </a:lnTo>
                  <a:lnTo>
                    <a:pt x="2540" y="209550"/>
                  </a:lnTo>
                  <a:lnTo>
                    <a:pt x="2540" y="207022"/>
                  </a:lnTo>
                  <a:close/>
                </a:path>
                <a:path w="2539" h="214629">
                  <a:moveTo>
                    <a:pt x="2540" y="5092"/>
                  </a:moveTo>
                  <a:lnTo>
                    <a:pt x="0" y="5092"/>
                  </a:lnTo>
                  <a:lnTo>
                    <a:pt x="0" y="207010"/>
                  </a:lnTo>
                  <a:lnTo>
                    <a:pt x="2540" y="207010"/>
                  </a:lnTo>
                  <a:lnTo>
                    <a:pt x="2540" y="5092"/>
                  </a:lnTo>
                  <a:close/>
                </a:path>
                <a:path w="2539" h="214629">
                  <a:moveTo>
                    <a:pt x="25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C9D1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2138680" y="5171439"/>
              <a:ext cx="3810" cy="217170"/>
            </a:xfrm>
            <a:custGeom>
              <a:avLst/>
              <a:gdLst/>
              <a:ahLst/>
              <a:cxnLst/>
              <a:rect l="l" t="t" r="r" b="b"/>
              <a:pathLst>
                <a:path w="3810" h="217170">
                  <a:moveTo>
                    <a:pt x="3809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0"/>
                  </a:lnTo>
                  <a:close/>
                </a:path>
                <a:path w="3810" h="217170">
                  <a:moveTo>
                    <a:pt x="3809" y="6349"/>
                  </a:moveTo>
                  <a:lnTo>
                    <a:pt x="0" y="6349"/>
                  </a:lnTo>
                  <a:lnTo>
                    <a:pt x="0" y="208279"/>
                  </a:lnTo>
                  <a:lnTo>
                    <a:pt x="3809" y="208279"/>
                  </a:lnTo>
                  <a:lnTo>
                    <a:pt x="3809" y="6349"/>
                  </a:lnTo>
                  <a:close/>
                </a:path>
                <a:path w="3810" h="217170">
                  <a:moveTo>
                    <a:pt x="3809" y="208279"/>
                  </a:moveTo>
                  <a:lnTo>
                    <a:pt x="0" y="208279"/>
                  </a:lnTo>
                  <a:lnTo>
                    <a:pt x="0" y="210819"/>
                  </a:lnTo>
                  <a:lnTo>
                    <a:pt x="3809" y="210819"/>
                  </a:lnTo>
                  <a:lnTo>
                    <a:pt x="3809" y="208279"/>
                  </a:lnTo>
                  <a:close/>
                </a:path>
                <a:path w="3810" h="217170">
                  <a:moveTo>
                    <a:pt x="3809" y="210819"/>
                  </a:moveTo>
                  <a:lnTo>
                    <a:pt x="0" y="210819"/>
                  </a:lnTo>
                  <a:lnTo>
                    <a:pt x="0" y="214629"/>
                  </a:lnTo>
                  <a:lnTo>
                    <a:pt x="3809" y="214629"/>
                  </a:lnTo>
                  <a:lnTo>
                    <a:pt x="3809" y="210819"/>
                  </a:lnTo>
                  <a:close/>
                </a:path>
                <a:path w="3810" h="217170">
                  <a:moveTo>
                    <a:pt x="3809" y="214629"/>
                  </a:moveTo>
                  <a:lnTo>
                    <a:pt x="0" y="214629"/>
                  </a:lnTo>
                  <a:lnTo>
                    <a:pt x="0" y="217169"/>
                  </a:lnTo>
                  <a:lnTo>
                    <a:pt x="3809" y="217169"/>
                  </a:lnTo>
                  <a:lnTo>
                    <a:pt x="3809" y="214629"/>
                  </a:lnTo>
                  <a:close/>
                </a:path>
              </a:pathLst>
            </a:custGeom>
            <a:solidFill>
              <a:srgbClr val="C6CF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9"/>
            <p:cNvSpPr/>
            <p:nvPr/>
          </p:nvSpPr>
          <p:spPr>
            <a:xfrm>
              <a:off x="2142489" y="5170170"/>
              <a:ext cx="3810" cy="220979"/>
            </a:xfrm>
            <a:custGeom>
              <a:avLst/>
              <a:gdLst/>
              <a:ahLst/>
              <a:cxnLst/>
              <a:rect l="l" t="t" r="r" b="b"/>
              <a:pathLst>
                <a:path w="3810" h="220979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220979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10" h="220979">
                  <a:moveTo>
                    <a:pt x="3810" y="7619"/>
                  </a:moveTo>
                  <a:lnTo>
                    <a:pt x="0" y="7619"/>
                  </a:lnTo>
                  <a:lnTo>
                    <a:pt x="0" y="209549"/>
                  </a:lnTo>
                  <a:lnTo>
                    <a:pt x="3810" y="209549"/>
                  </a:lnTo>
                  <a:lnTo>
                    <a:pt x="3810" y="7619"/>
                  </a:lnTo>
                  <a:close/>
                </a:path>
                <a:path w="3810" h="220979">
                  <a:moveTo>
                    <a:pt x="3810" y="209549"/>
                  </a:moveTo>
                  <a:lnTo>
                    <a:pt x="0" y="209549"/>
                  </a:lnTo>
                  <a:lnTo>
                    <a:pt x="0" y="212089"/>
                  </a:lnTo>
                  <a:lnTo>
                    <a:pt x="3810" y="212089"/>
                  </a:lnTo>
                  <a:lnTo>
                    <a:pt x="3810" y="209549"/>
                  </a:lnTo>
                  <a:close/>
                </a:path>
                <a:path w="3810" h="220979">
                  <a:moveTo>
                    <a:pt x="3810" y="212089"/>
                  </a:moveTo>
                  <a:lnTo>
                    <a:pt x="0" y="212089"/>
                  </a:lnTo>
                  <a:lnTo>
                    <a:pt x="0" y="215899"/>
                  </a:lnTo>
                  <a:lnTo>
                    <a:pt x="3810" y="215899"/>
                  </a:lnTo>
                  <a:lnTo>
                    <a:pt x="3810" y="212089"/>
                  </a:lnTo>
                  <a:close/>
                </a:path>
                <a:path w="3810" h="220979">
                  <a:moveTo>
                    <a:pt x="3810" y="215899"/>
                  </a:moveTo>
                  <a:lnTo>
                    <a:pt x="0" y="215899"/>
                  </a:lnTo>
                  <a:lnTo>
                    <a:pt x="0" y="218439"/>
                  </a:lnTo>
                  <a:lnTo>
                    <a:pt x="3810" y="218439"/>
                  </a:lnTo>
                  <a:lnTo>
                    <a:pt x="3810" y="215899"/>
                  </a:lnTo>
                  <a:close/>
                </a:path>
                <a:path w="3810" h="220979">
                  <a:moveTo>
                    <a:pt x="3810" y="218439"/>
                  </a:moveTo>
                  <a:lnTo>
                    <a:pt x="0" y="218439"/>
                  </a:lnTo>
                  <a:lnTo>
                    <a:pt x="0" y="219709"/>
                  </a:lnTo>
                  <a:lnTo>
                    <a:pt x="2540" y="219709"/>
                  </a:lnTo>
                  <a:lnTo>
                    <a:pt x="2540" y="220979"/>
                  </a:lnTo>
                  <a:lnTo>
                    <a:pt x="3810" y="220979"/>
                  </a:lnTo>
                  <a:lnTo>
                    <a:pt x="3810" y="218439"/>
                  </a:lnTo>
                  <a:close/>
                </a:path>
              </a:pathLst>
            </a:custGeom>
            <a:solidFill>
              <a:srgbClr val="C3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50"/>
            <p:cNvSpPr/>
            <p:nvPr/>
          </p:nvSpPr>
          <p:spPr>
            <a:xfrm>
              <a:off x="2146300" y="5167630"/>
              <a:ext cx="3810" cy="223520"/>
            </a:xfrm>
            <a:custGeom>
              <a:avLst/>
              <a:gdLst/>
              <a:ahLst/>
              <a:cxnLst/>
              <a:rect l="l" t="t" r="r" b="b"/>
              <a:pathLst>
                <a:path w="3810" h="223520">
                  <a:moveTo>
                    <a:pt x="3810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10" h="223520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10" h="223520">
                  <a:moveTo>
                    <a:pt x="3810" y="10160"/>
                  </a:moveTo>
                  <a:lnTo>
                    <a:pt x="0" y="10160"/>
                  </a:lnTo>
                  <a:lnTo>
                    <a:pt x="0" y="212090"/>
                  </a:lnTo>
                  <a:lnTo>
                    <a:pt x="3810" y="212090"/>
                  </a:lnTo>
                  <a:lnTo>
                    <a:pt x="3810" y="10160"/>
                  </a:lnTo>
                  <a:close/>
                </a:path>
                <a:path w="3810" h="223520">
                  <a:moveTo>
                    <a:pt x="3810" y="212090"/>
                  </a:moveTo>
                  <a:lnTo>
                    <a:pt x="0" y="212090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212090"/>
                  </a:lnTo>
                  <a:close/>
                </a:path>
                <a:path w="3810" h="223520">
                  <a:moveTo>
                    <a:pt x="3810" y="214630"/>
                  </a:moveTo>
                  <a:lnTo>
                    <a:pt x="0" y="214630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4630"/>
                  </a:lnTo>
                  <a:close/>
                </a:path>
                <a:path w="3810" h="223520">
                  <a:moveTo>
                    <a:pt x="3810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8440"/>
                  </a:lnTo>
                  <a:close/>
                </a:path>
                <a:path w="3810" h="223520">
                  <a:moveTo>
                    <a:pt x="3810" y="220980"/>
                  </a:moveTo>
                  <a:lnTo>
                    <a:pt x="0" y="220980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80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" name="object 351"/>
            <p:cNvSpPr/>
            <p:nvPr/>
          </p:nvSpPr>
          <p:spPr>
            <a:xfrm>
              <a:off x="2150110" y="5166359"/>
              <a:ext cx="3810" cy="227329"/>
            </a:xfrm>
            <a:custGeom>
              <a:avLst/>
              <a:gdLst/>
              <a:ahLst/>
              <a:cxnLst/>
              <a:rect l="l" t="t" r="r" b="b"/>
              <a:pathLst>
                <a:path w="3810" h="227329">
                  <a:moveTo>
                    <a:pt x="3810" y="226072"/>
                  </a:moveTo>
                  <a:lnTo>
                    <a:pt x="2540" y="226072"/>
                  </a:lnTo>
                  <a:lnTo>
                    <a:pt x="2540" y="227330"/>
                  </a:lnTo>
                  <a:lnTo>
                    <a:pt x="3810" y="227330"/>
                  </a:lnTo>
                  <a:lnTo>
                    <a:pt x="3810" y="226072"/>
                  </a:lnTo>
                  <a:close/>
                </a:path>
                <a:path w="3810" h="227329">
                  <a:moveTo>
                    <a:pt x="381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2262"/>
                  </a:lnTo>
                  <a:close/>
                </a:path>
                <a:path w="3810" h="227329">
                  <a:moveTo>
                    <a:pt x="381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19722"/>
                  </a:lnTo>
                  <a:close/>
                </a:path>
                <a:path w="3810" h="227329">
                  <a:moveTo>
                    <a:pt x="3810" y="215912"/>
                  </a:moveTo>
                  <a:lnTo>
                    <a:pt x="0" y="21591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15912"/>
                  </a:lnTo>
                  <a:close/>
                </a:path>
                <a:path w="3810" h="227329">
                  <a:moveTo>
                    <a:pt x="3810" y="213372"/>
                  </a:moveTo>
                  <a:lnTo>
                    <a:pt x="0" y="213372"/>
                  </a:lnTo>
                  <a:lnTo>
                    <a:pt x="0" y="215900"/>
                  </a:lnTo>
                  <a:lnTo>
                    <a:pt x="3810" y="215900"/>
                  </a:lnTo>
                  <a:lnTo>
                    <a:pt x="3810" y="213372"/>
                  </a:lnTo>
                  <a:close/>
                </a:path>
                <a:path w="3810" h="227329">
                  <a:moveTo>
                    <a:pt x="3810" y="11442"/>
                  </a:moveTo>
                  <a:lnTo>
                    <a:pt x="0" y="11442"/>
                  </a:lnTo>
                  <a:lnTo>
                    <a:pt x="0" y="213360"/>
                  </a:lnTo>
                  <a:lnTo>
                    <a:pt x="3810" y="213360"/>
                  </a:lnTo>
                  <a:lnTo>
                    <a:pt x="3810" y="11442"/>
                  </a:lnTo>
                  <a:close/>
                </a:path>
                <a:path w="3810" h="22732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2732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52"/>
            <p:cNvSpPr/>
            <p:nvPr/>
          </p:nvSpPr>
          <p:spPr>
            <a:xfrm>
              <a:off x="2153920" y="5166359"/>
              <a:ext cx="3810" cy="227329"/>
            </a:xfrm>
            <a:custGeom>
              <a:avLst/>
              <a:gdLst/>
              <a:ahLst/>
              <a:cxnLst/>
              <a:rect l="l" t="t" r="r" b="b"/>
              <a:pathLst>
                <a:path w="3810" h="227329">
                  <a:moveTo>
                    <a:pt x="3810" y="226072"/>
                  </a:moveTo>
                  <a:lnTo>
                    <a:pt x="0" y="22607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6072"/>
                  </a:lnTo>
                  <a:close/>
                </a:path>
                <a:path w="3810" h="227329">
                  <a:moveTo>
                    <a:pt x="381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2262"/>
                  </a:lnTo>
                  <a:close/>
                </a:path>
                <a:path w="3810" h="227329">
                  <a:moveTo>
                    <a:pt x="381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19722"/>
                  </a:lnTo>
                  <a:close/>
                </a:path>
                <a:path w="3810" h="227329">
                  <a:moveTo>
                    <a:pt x="3810" y="215912"/>
                  </a:moveTo>
                  <a:lnTo>
                    <a:pt x="0" y="21591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15912"/>
                  </a:lnTo>
                  <a:close/>
                </a:path>
                <a:path w="3810" h="227329">
                  <a:moveTo>
                    <a:pt x="3810" y="213372"/>
                  </a:moveTo>
                  <a:lnTo>
                    <a:pt x="0" y="213372"/>
                  </a:lnTo>
                  <a:lnTo>
                    <a:pt x="0" y="215900"/>
                  </a:lnTo>
                  <a:lnTo>
                    <a:pt x="3810" y="215900"/>
                  </a:lnTo>
                  <a:lnTo>
                    <a:pt x="3810" y="213372"/>
                  </a:lnTo>
                  <a:close/>
                </a:path>
                <a:path w="3810" h="227329">
                  <a:moveTo>
                    <a:pt x="3810" y="11442"/>
                  </a:moveTo>
                  <a:lnTo>
                    <a:pt x="0" y="11442"/>
                  </a:lnTo>
                  <a:lnTo>
                    <a:pt x="0" y="213360"/>
                  </a:lnTo>
                  <a:lnTo>
                    <a:pt x="3810" y="213360"/>
                  </a:lnTo>
                  <a:lnTo>
                    <a:pt x="3810" y="11442"/>
                  </a:lnTo>
                  <a:close/>
                </a:path>
                <a:path w="3810" h="22732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2732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B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3"/>
            <p:cNvSpPr/>
            <p:nvPr/>
          </p:nvSpPr>
          <p:spPr>
            <a:xfrm>
              <a:off x="2157730" y="5165089"/>
              <a:ext cx="2540" cy="229870"/>
            </a:xfrm>
            <a:custGeom>
              <a:avLst/>
              <a:gdLst/>
              <a:ahLst/>
              <a:cxnLst/>
              <a:rect l="l" t="t" r="r" b="b"/>
              <a:pathLst>
                <a:path w="2539" h="229870">
                  <a:moveTo>
                    <a:pt x="2539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6349"/>
                  </a:lnTo>
                  <a:lnTo>
                    <a:pt x="2539" y="6349"/>
                  </a:lnTo>
                  <a:lnTo>
                    <a:pt x="2539" y="0"/>
                  </a:lnTo>
                  <a:close/>
                </a:path>
                <a:path w="2539" h="229870">
                  <a:moveTo>
                    <a:pt x="253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2539" y="12699"/>
                  </a:lnTo>
                  <a:lnTo>
                    <a:pt x="2539" y="6349"/>
                  </a:lnTo>
                  <a:close/>
                </a:path>
                <a:path w="2539" h="229870">
                  <a:moveTo>
                    <a:pt x="2539" y="12699"/>
                  </a:moveTo>
                  <a:lnTo>
                    <a:pt x="0" y="12699"/>
                  </a:lnTo>
                  <a:lnTo>
                    <a:pt x="0" y="214629"/>
                  </a:lnTo>
                  <a:lnTo>
                    <a:pt x="2539" y="214629"/>
                  </a:lnTo>
                  <a:lnTo>
                    <a:pt x="2539" y="12699"/>
                  </a:lnTo>
                  <a:close/>
                </a:path>
                <a:path w="2539" h="229870">
                  <a:moveTo>
                    <a:pt x="2539" y="214629"/>
                  </a:moveTo>
                  <a:lnTo>
                    <a:pt x="0" y="214629"/>
                  </a:lnTo>
                  <a:lnTo>
                    <a:pt x="0" y="217169"/>
                  </a:lnTo>
                  <a:lnTo>
                    <a:pt x="2539" y="217169"/>
                  </a:lnTo>
                  <a:lnTo>
                    <a:pt x="2539" y="214629"/>
                  </a:lnTo>
                  <a:close/>
                </a:path>
                <a:path w="2539" h="229870">
                  <a:moveTo>
                    <a:pt x="2539" y="217169"/>
                  </a:moveTo>
                  <a:lnTo>
                    <a:pt x="0" y="217169"/>
                  </a:lnTo>
                  <a:lnTo>
                    <a:pt x="0" y="220979"/>
                  </a:lnTo>
                  <a:lnTo>
                    <a:pt x="2539" y="220979"/>
                  </a:lnTo>
                  <a:lnTo>
                    <a:pt x="2539" y="217169"/>
                  </a:lnTo>
                  <a:close/>
                </a:path>
                <a:path w="2539" h="229870">
                  <a:moveTo>
                    <a:pt x="2539" y="220979"/>
                  </a:moveTo>
                  <a:lnTo>
                    <a:pt x="0" y="220979"/>
                  </a:lnTo>
                  <a:lnTo>
                    <a:pt x="0" y="223519"/>
                  </a:lnTo>
                  <a:lnTo>
                    <a:pt x="2539" y="223519"/>
                  </a:lnTo>
                  <a:lnTo>
                    <a:pt x="2539" y="220979"/>
                  </a:lnTo>
                  <a:close/>
                </a:path>
                <a:path w="2539" h="229870">
                  <a:moveTo>
                    <a:pt x="2539" y="223519"/>
                  </a:moveTo>
                  <a:lnTo>
                    <a:pt x="0" y="223519"/>
                  </a:lnTo>
                  <a:lnTo>
                    <a:pt x="0" y="227329"/>
                  </a:lnTo>
                  <a:lnTo>
                    <a:pt x="2539" y="227329"/>
                  </a:lnTo>
                  <a:lnTo>
                    <a:pt x="2539" y="223519"/>
                  </a:lnTo>
                  <a:close/>
                </a:path>
                <a:path w="2539" h="229870">
                  <a:moveTo>
                    <a:pt x="2539" y="227329"/>
                  </a:moveTo>
                  <a:lnTo>
                    <a:pt x="0" y="227329"/>
                  </a:lnTo>
                  <a:lnTo>
                    <a:pt x="0" y="229869"/>
                  </a:lnTo>
                  <a:lnTo>
                    <a:pt x="2539" y="229869"/>
                  </a:lnTo>
                  <a:lnTo>
                    <a:pt x="2539" y="227329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2160270" y="5165102"/>
              <a:ext cx="3810" cy="231140"/>
            </a:xfrm>
            <a:custGeom>
              <a:avLst/>
              <a:gdLst/>
              <a:ahLst/>
              <a:cxnLst/>
              <a:rect l="l" t="t" r="r" b="b"/>
              <a:pathLst>
                <a:path w="3810" h="231139">
                  <a:moveTo>
                    <a:pt x="3810" y="229870"/>
                  </a:moveTo>
                  <a:lnTo>
                    <a:pt x="1270" y="229870"/>
                  </a:lnTo>
                  <a:lnTo>
                    <a:pt x="1270" y="231127"/>
                  </a:lnTo>
                  <a:lnTo>
                    <a:pt x="3810" y="231127"/>
                  </a:lnTo>
                  <a:lnTo>
                    <a:pt x="3810" y="229870"/>
                  </a:lnTo>
                  <a:close/>
                </a:path>
                <a:path w="3810" h="231139">
                  <a:moveTo>
                    <a:pt x="3810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3810" y="229857"/>
                  </a:lnTo>
                  <a:lnTo>
                    <a:pt x="3810" y="227330"/>
                  </a:lnTo>
                  <a:close/>
                </a:path>
                <a:path w="3810" h="231139">
                  <a:moveTo>
                    <a:pt x="3810" y="223520"/>
                  </a:moveTo>
                  <a:lnTo>
                    <a:pt x="0" y="223520"/>
                  </a:lnTo>
                  <a:lnTo>
                    <a:pt x="0" y="227317"/>
                  </a:lnTo>
                  <a:lnTo>
                    <a:pt x="3810" y="227317"/>
                  </a:lnTo>
                  <a:lnTo>
                    <a:pt x="3810" y="223520"/>
                  </a:lnTo>
                  <a:close/>
                </a:path>
                <a:path w="3810" h="231139">
                  <a:moveTo>
                    <a:pt x="3810" y="220980"/>
                  </a:moveTo>
                  <a:lnTo>
                    <a:pt x="0" y="220980"/>
                  </a:lnTo>
                  <a:lnTo>
                    <a:pt x="0" y="223507"/>
                  </a:lnTo>
                  <a:lnTo>
                    <a:pt x="3810" y="223507"/>
                  </a:lnTo>
                  <a:lnTo>
                    <a:pt x="3810" y="220980"/>
                  </a:lnTo>
                  <a:close/>
                </a:path>
                <a:path w="3810" h="231139">
                  <a:moveTo>
                    <a:pt x="3810" y="217170"/>
                  </a:moveTo>
                  <a:lnTo>
                    <a:pt x="0" y="21717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217170"/>
                  </a:lnTo>
                  <a:close/>
                </a:path>
                <a:path w="3810" h="231139">
                  <a:moveTo>
                    <a:pt x="3810" y="214630"/>
                  </a:moveTo>
                  <a:lnTo>
                    <a:pt x="0" y="214630"/>
                  </a:lnTo>
                  <a:lnTo>
                    <a:pt x="0" y="217157"/>
                  </a:lnTo>
                  <a:lnTo>
                    <a:pt x="3810" y="217157"/>
                  </a:lnTo>
                  <a:lnTo>
                    <a:pt x="3810" y="214630"/>
                  </a:lnTo>
                  <a:close/>
                </a:path>
                <a:path w="3810" h="231139">
                  <a:moveTo>
                    <a:pt x="3810" y="12700"/>
                  </a:moveTo>
                  <a:lnTo>
                    <a:pt x="0" y="12700"/>
                  </a:lnTo>
                  <a:lnTo>
                    <a:pt x="0" y="214617"/>
                  </a:lnTo>
                  <a:lnTo>
                    <a:pt x="3810" y="214617"/>
                  </a:lnTo>
                  <a:lnTo>
                    <a:pt x="3810" y="12700"/>
                  </a:lnTo>
                  <a:close/>
                </a:path>
                <a:path w="3810" h="231139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10" h="231139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6C1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5"/>
            <p:cNvSpPr/>
            <p:nvPr/>
          </p:nvSpPr>
          <p:spPr>
            <a:xfrm>
              <a:off x="2164080" y="5163819"/>
              <a:ext cx="3810" cy="232410"/>
            </a:xfrm>
            <a:custGeom>
              <a:avLst/>
              <a:gdLst/>
              <a:ahLst/>
              <a:cxnLst/>
              <a:rect l="l" t="t" r="r" b="b"/>
              <a:pathLst>
                <a:path w="3810" h="232410">
                  <a:moveTo>
                    <a:pt x="3810" y="231152"/>
                  </a:moveTo>
                  <a:lnTo>
                    <a:pt x="0" y="23115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31152"/>
                  </a:lnTo>
                  <a:close/>
                </a:path>
                <a:path w="3810" h="232410">
                  <a:moveTo>
                    <a:pt x="3810" y="13982"/>
                  </a:moveTo>
                  <a:lnTo>
                    <a:pt x="0" y="13982"/>
                  </a:lnTo>
                  <a:lnTo>
                    <a:pt x="0" y="215900"/>
                  </a:lnTo>
                  <a:lnTo>
                    <a:pt x="3810" y="215900"/>
                  </a:lnTo>
                  <a:lnTo>
                    <a:pt x="3810" y="13982"/>
                  </a:lnTo>
                  <a:close/>
                </a:path>
                <a:path w="3810" h="23241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3241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3241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3BF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6"/>
            <p:cNvSpPr/>
            <p:nvPr/>
          </p:nvSpPr>
          <p:spPr>
            <a:xfrm>
              <a:off x="2167890" y="5162550"/>
              <a:ext cx="3810" cy="234950"/>
            </a:xfrm>
            <a:custGeom>
              <a:avLst/>
              <a:gdLst/>
              <a:ahLst/>
              <a:cxnLst/>
              <a:rect l="l" t="t" r="r" b="b"/>
              <a:pathLst>
                <a:path w="3810" h="234950">
                  <a:moveTo>
                    <a:pt x="38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2422"/>
                  </a:lnTo>
                  <a:close/>
                </a:path>
                <a:path w="3810" h="234950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10" h="234950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10" h="234950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10" h="234950">
                  <a:moveTo>
                    <a:pt x="3810" y="219722"/>
                  </a:moveTo>
                  <a:lnTo>
                    <a:pt x="0" y="21972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9722"/>
                  </a:lnTo>
                  <a:close/>
                </a:path>
                <a:path w="3810" h="234950">
                  <a:moveTo>
                    <a:pt x="3810" y="217182"/>
                  </a:moveTo>
                  <a:lnTo>
                    <a:pt x="0" y="21718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17182"/>
                  </a:lnTo>
                  <a:close/>
                </a:path>
                <a:path w="3810" h="234950">
                  <a:moveTo>
                    <a:pt x="3810" y="15252"/>
                  </a:moveTo>
                  <a:lnTo>
                    <a:pt x="0" y="1525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15252"/>
                  </a:lnTo>
                  <a:close/>
                </a:path>
                <a:path w="3810" h="234950">
                  <a:moveTo>
                    <a:pt x="381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8902"/>
                  </a:lnTo>
                  <a:close/>
                </a:path>
                <a:path w="3810" h="234950">
                  <a:moveTo>
                    <a:pt x="381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2552"/>
                  </a:lnTo>
                  <a:close/>
                </a:path>
                <a:path w="3810" h="23495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1BD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2171700" y="5162550"/>
              <a:ext cx="3810" cy="217170"/>
            </a:xfrm>
            <a:custGeom>
              <a:avLst/>
              <a:gdLst/>
              <a:ahLst/>
              <a:cxnLst/>
              <a:rect l="l" t="t" r="r" b="b"/>
              <a:pathLst>
                <a:path w="3810" h="217170">
                  <a:moveTo>
                    <a:pt x="3810" y="15252"/>
                  </a:moveTo>
                  <a:lnTo>
                    <a:pt x="0" y="1525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15252"/>
                  </a:lnTo>
                  <a:close/>
                </a:path>
                <a:path w="3810" h="217170">
                  <a:moveTo>
                    <a:pt x="381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8902"/>
                  </a:lnTo>
                  <a:close/>
                </a:path>
                <a:path w="3810" h="217170">
                  <a:moveTo>
                    <a:pt x="381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2552"/>
                  </a:lnTo>
                  <a:close/>
                </a:path>
                <a:path w="3810" h="21717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EBA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2175510" y="5161280"/>
              <a:ext cx="3810" cy="238760"/>
            </a:xfrm>
            <a:custGeom>
              <a:avLst/>
              <a:gdLst/>
              <a:ahLst/>
              <a:cxnLst/>
              <a:rect l="l" t="t" r="r" b="b"/>
              <a:pathLst>
                <a:path w="3810" h="238760">
                  <a:moveTo>
                    <a:pt x="3809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10" h="238760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10" h="238760">
                  <a:moveTo>
                    <a:pt x="380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0160"/>
                  </a:lnTo>
                  <a:close/>
                </a:path>
                <a:path w="3810" h="238760">
                  <a:moveTo>
                    <a:pt x="3809" y="16510"/>
                  </a:moveTo>
                  <a:lnTo>
                    <a:pt x="0" y="16510"/>
                  </a:lnTo>
                  <a:lnTo>
                    <a:pt x="0" y="218440"/>
                  </a:lnTo>
                  <a:lnTo>
                    <a:pt x="3809" y="218440"/>
                  </a:lnTo>
                  <a:lnTo>
                    <a:pt x="3809" y="16510"/>
                  </a:lnTo>
                  <a:close/>
                </a:path>
                <a:path w="3810" h="238760">
                  <a:moveTo>
                    <a:pt x="3809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3809" y="220980"/>
                  </a:lnTo>
                  <a:lnTo>
                    <a:pt x="3809" y="218440"/>
                  </a:lnTo>
                  <a:close/>
                </a:path>
                <a:path w="3810" h="238760">
                  <a:moveTo>
                    <a:pt x="3809" y="220980"/>
                  </a:moveTo>
                  <a:lnTo>
                    <a:pt x="0" y="220980"/>
                  </a:lnTo>
                  <a:lnTo>
                    <a:pt x="0" y="224790"/>
                  </a:lnTo>
                  <a:lnTo>
                    <a:pt x="3809" y="224790"/>
                  </a:lnTo>
                  <a:lnTo>
                    <a:pt x="3809" y="220980"/>
                  </a:lnTo>
                  <a:close/>
                </a:path>
                <a:path w="3810" h="238760">
                  <a:moveTo>
                    <a:pt x="3809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09" y="227330"/>
                  </a:lnTo>
                  <a:lnTo>
                    <a:pt x="3809" y="224790"/>
                  </a:lnTo>
                  <a:close/>
                </a:path>
                <a:path w="3810" h="238760">
                  <a:moveTo>
                    <a:pt x="3809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3809" y="231140"/>
                  </a:lnTo>
                  <a:lnTo>
                    <a:pt x="3809" y="227330"/>
                  </a:lnTo>
                  <a:close/>
                </a:path>
                <a:path w="3810" h="238760">
                  <a:moveTo>
                    <a:pt x="3809" y="231140"/>
                  </a:moveTo>
                  <a:lnTo>
                    <a:pt x="0" y="231140"/>
                  </a:lnTo>
                  <a:lnTo>
                    <a:pt x="0" y="233680"/>
                  </a:lnTo>
                  <a:lnTo>
                    <a:pt x="3809" y="233680"/>
                  </a:lnTo>
                  <a:lnTo>
                    <a:pt x="3809" y="231140"/>
                  </a:lnTo>
                  <a:close/>
                </a:path>
                <a:path w="3810" h="238760">
                  <a:moveTo>
                    <a:pt x="3809" y="233680"/>
                  </a:moveTo>
                  <a:lnTo>
                    <a:pt x="0" y="233680"/>
                  </a:lnTo>
                  <a:lnTo>
                    <a:pt x="0" y="237490"/>
                  </a:lnTo>
                  <a:lnTo>
                    <a:pt x="3809" y="237490"/>
                  </a:lnTo>
                  <a:lnTo>
                    <a:pt x="3809" y="233680"/>
                  </a:lnTo>
                  <a:close/>
                </a:path>
                <a:path w="3810" h="238760">
                  <a:moveTo>
                    <a:pt x="3809" y="237490"/>
                  </a:moveTo>
                  <a:lnTo>
                    <a:pt x="2539" y="237490"/>
                  </a:lnTo>
                  <a:lnTo>
                    <a:pt x="2539" y="238760"/>
                  </a:lnTo>
                  <a:lnTo>
                    <a:pt x="3809" y="238760"/>
                  </a:lnTo>
                  <a:lnTo>
                    <a:pt x="3809" y="237490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2179320" y="5161280"/>
              <a:ext cx="3810" cy="238760"/>
            </a:xfrm>
            <a:custGeom>
              <a:avLst/>
              <a:gdLst/>
              <a:ahLst/>
              <a:cxnLst/>
              <a:rect l="l" t="t" r="r" b="b"/>
              <a:pathLst>
                <a:path w="3810" h="238760">
                  <a:moveTo>
                    <a:pt x="3810" y="237502"/>
                  </a:moveTo>
                  <a:lnTo>
                    <a:pt x="0" y="23750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7502"/>
                  </a:lnTo>
                  <a:close/>
                </a:path>
                <a:path w="3810" h="238760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10" h="238760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10" h="238760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38760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38760">
                  <a:moveTo>
                    <a:pt x="381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0992"/>
                  </a:lnTo>
                  <a:close/>
                </a:path>
                <a:path w="3810" h="238760">
                  <a:moveTo>
                    <a:pt x="3810" y="218452"/>
                  </a:moveTo>
                  <a:lnTo>
                    <a:pt x="0" y="21845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8452"/>
                  </a:lnTo>
                  <a:close/>
                </a:path>
                <a:path w="3810" h="238760">
                  <a:moveTo>
                    <a:pt x="3810" y="16522"/>
                  </a:moveTo>
                  <a:lnTo>
                    <a:pt x="0" y="16522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16522"/>
                  </a:lnTo>
                  <a:close/>
                </a:path>
                <a:path w="3810" h="238760">
                  <a:moveTo>
                    <a:pt x="381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72"/>
                  </a:lnTo>
                  <a:close/>
                </a:path>
                <a:path w="3810" h="238760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10" h="238760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60"/>
            <p:cNvSpPr/>
            <p:nvPr/>
          </p:nvSpPr>
          <p:spPr>
            <a:xfrm>
              <a:off x="2183130" y="5160009"/>
              <a:ext cx="2540" cy="240029"/>
            </a:xfrm>
            <a:custGeom>
              <a:avLst/>
              <a:gdLst/>
              <a:ahLst/>
              <a:cxnLst/>
              <a:rect l="l" t="t" r="r" b="b"/>
              <a:pathLst>
                <a:path w="2539" h="240029">
                  <a:moveTo>
                    <a:pt x="2539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5079"/>
                  </a:lnTo>
                  <a:lnTo>
                    <a:pt x="2539" y="5079"/>
                  </a:lnTo>
                  <a:lnTo>
                    <a:pt x="2539" y="0"/>
                  </a:lnTo>
                  <a:close/>
                </a:path>
                <a:path w="2539" h="240029">
                  <a:moveTo>
                    <a:pt x="253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2539" y="11429"/>
                  </a:lnTo>
                  <a:lnTo>
                    <a:pt x="2539" y="5080"/>
                  </a:lnTo>
                  <a:close/>
                </a:path>
                <a:path w="2539" h="240029">
                  <a:moveTo>
                    <a:pt x="253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2539" y="17779"/>
                  </a:lnTo>
                  <a:lnTo>
                    <a:pt x="2539" y="11430"/>
                  </a:lnTo>
                  <a:close/>
                </a:path>
                <a:path w="2539" h="240029">
                  <a:moveTo>
                    <a:pt x="2539" y="17780"/>
                  </a:moveTo>
                  <a:lnTo>
                    <a:pt x="0" y="17780"/>
                  </a:lnTo>
                  <a:lnTo>
                    <a:pt x="0" y="219709"/>
                  </a:lnTo>
                  <a:lnTo>
                    <a:pt x="2539" y="219709"/>
                  </a:lnTo>
                  <a:lnTo>
                    <a:pt x="2539" y="17780"/>
                  </a:lnTo>
                  <a:close/>
                </a:path>
                <a:path w="2539" h="240029">
                  <a:moveTo>
                    <a:pt x="2539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2539" y="222249"/>
                  </a:lnTo>
                  <a:lnTo>
                    <a:pt x="2539" y="219709"/>
                  </a:lnTo>
                  <a:close/>
                </a:path>
                <a:path w="2539" h="240029">
                  <a:moveTo>
                    <a:pt x="2539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2539" y="226059"/>
                  </a:lnTo>
                  <a:lnTo>
                    <a:pt x="2539" y="222250"/>
                  </a:lnTo>
                  <a:close/>
                </a:path>
                <a:path w="2539" h="240029">
                  <a:moveTo>
                    <a:pt x="2539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2539" y="228599"/>
                  </a:lnTo>
                  <a:lnTo>
                    <a:pt x="2539" y="226059"/>
                  </a:lnTo>
                  <a:close/>
                </a:path>
                <a:path w="2539" h="240029">
                  <a:moveTo>
                    <a:pt x="2539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2539" y="232409"/>
                  </a:lnTo>
                  <a:lnTo>
                    <a:pt x="2539" y="228600"/>
                  </a:lnTo>
                  <a:close/>
                </a:path>
                <a:path w="2539" h="240029">
                  <a:moveTo>
                    <a:pt x="2539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2539" y="234949"/>
                  </a:lnTo>
                  <a:lnTo>
                    <a:pt x="2539" y="232409"/>
                  </a:lnTo>
                  <a:close/>
                </a:path>
                <a:path w="2539" h="240029">
                  <a:moveTo>
                    <a:pt x="2539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2539" y="238759"/>
                  </a:lnTo>
                  <a:lnTo>
                    <a:pt x="2539" y="234950"/>
                  </a:lnTo>
                  <a:close/>
                </a:path>
                <a:path w="2539" h="240029">
                  <a:moveTo>
                    <a:pt x="2539" y="238759"/>
                  </a:moveTo>
                  <a:lnTo>
                    <a:pt x="0" y="238759"/>
                  </a:lnTo>
                  <a:lnTo>
                    <a:pt x="0" y="240029"/>
                  </a:lnTo>
                  <a:lnTo>
                    <a:pt x="2539" y="240029"/>
                  </a:lnTo>
                  <a:lnTo>
                    <a:pt x="2539" y="238759"/>
                  </a:lnTo>
                  <a:close/>
                </a:path>
              </a:pathLst>
            </a:custGeom>
            <a:solidFill>
              <a:srgbClr val="A6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61"/>
            <p:cNvSpPr/>
            <p:nvPr/>
          </p:nvSpPr>
          <p:spPr>
            <a:xfrm>
              <a:off x="2185669" y="5158739"/>
              <a:ext cx="3810" cy="242570"/>
            </a:xfrm>
            <a:custGeom>
              <a:avLst/>
              <a:gdLst/>
              <a:ahLst/>
              <a:cxnLst/>
              <a:rect l="l" t="t" r="r" b="b"/>
              <a:pathLst>
                <a:path w="3810" h="242570">
                  <a:moveTo>
                    <a:pt x="3810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0" y="126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0"/>
                  </a:lnTo>
                  <a:close/>
                </a:path>
                <a:path w="3810" h="242570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10" h="242570">
                  <a:moveTo>
                    <a:pt x="381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2699"/>
                  </a:lnTo>
                  <a:close/>
                </a:path>
                <a:path w="3810" h="242570">
                  <a:moveTo>
                    <a:pt x="3810" y="19049"/>
                  </a:moveTo>
                  <a:lnTo>
                    <a:pt x="0" y="19049"/>
                  </a:lnTo>
                  <a:lnTo>
                    <a:pt x="0" y="220979"/>
                  </a:lnTo>
                  <a:lnTo>
                    <a:pt x="3810" y="220979"/>
                  </a:lnTo>
                  <a:lnTo>
                    <a:pt x="3810" y="19049"/>
                  </a:lnTo>
                  <a:close/>
                </a:path>
                <a:path w="3810" h="242570">
                  <a:moveTo>
                    <a:pt x="3810" y="220979"/>
                  </a:moveTo>
                  <a:lnTo>
                    <a:pt x="0" y="220979"/>
                  </a:lnTo>
                  <a:lnTo>
                    <a:pt x="0" y="223519"/>
                  </a:lnTo>
                  <a:lnTo>
                    <a:pt x="3810" y="223519"/>
                  </a:lnTo>
                  <a:lnTo>
                    <a:pt x="3810" y="220979"/>
                  </a:lnTo>
                  <a:close/>
                </a:path>
                <a:path w="3810" h="242570">
                  <a:moveTo>
                    <a:pt x="3810" y="223519"/>
                  </a:moveTo>
                  <a:lnTo>
                    <a:pt x="0" y="223519"/>
                  </a:lnTo>
                  <a:lnTo>
                    <a:pt x="0" y="227329"/>
                  </a:lnTo>
                  <a:lnTo>
                    <a:pt x="3810" y="227329"/>
                  </a:lnTo>
                  <a:lnTo>
                    <a:pt x="3810" y="223519"/>
                  </a:lnTo>
                  <a:close/>
                </a:path>
                <a:path w="3810" h="242570">
                  <a:moveTo>
                    <a:pt x="3810" y="227329"/>
                  </a:moveTo>
                  <a:lnTo>
                    <a:pt x="0" y="227329"/>
                  </a:lnTo>
                  <a:lnTo>
                    <a:pt x="0" y="229869"/>
                  </a:lnTo>
                  <a:lnTo>
                    <a:pt x="3810" y="229869"/>
                  </a:lnTo>
                  <a:lnTo>
                    <a:pt x="3810" y="227329"/>
                  </a:lnTo>
                  <a:close/>
                </a:path>
                <a:path w="3810" h="242570">
                  <a:moveTo>
                    <a:pt x="3810" y="229869"/>
                  </a:moveTo>
                  <a:lnTo>
                    <a:pt x="0" y="229869"/>
                  </a:lnTo>
                  <a:lnTo>
                    <a:pt x="0" y="233679"/>
                  </a:lnTo>
                  <a:lnTo>
                    <a:pt x="3810" y="233679"/>
                  </a:lnTo>
                  <a:lnTo>
                    <a:pt x="3810" y="229869"/>
                  </a:lnTo>
                  <a:close/>
                </a:path>
                <a:path w="3810" h="242570">
                  <a:moveTo>
                    <a:pt x="3810" y="233679"/>
                  </a:moveTo>
                  <a:lnTo>
                    <a:pt x="0" y="233679"/>
                  </a:lnTo>
                  <a:lnTo>
                    <a:pt x="0" y="236219"/>
                  </a:lnTo>
                  <a:lnTo>
                    <a:pt x="3810" y="236219"/>
                  </a:lnTo>
                  <a:lnTo>
                    <a:pt x="3810" y="233679"/>
                  </a:lnTo>
                  <a:close/>
                </a:path>
                <a:path w="3810" h="242570">
                  <a:moveTo>
                    <a:pt x="3810" y="236219"/>
                  </a:moveTo>
                  <a:lnTo>
                    <a:pt x="0" y="236219"/>
                  </a:lnTo>
                  <a:lnTo>
                    <a:pt x="0" y="240029"/>
                  </a:lnTo>
                  <a:lnTo>
                    <a:pt x="3810" y="240029"/>
                  </a:lnTo>
                  <a:lnTo>
                    <a:pt x="3810" y="236219"/>
                  </a:lnTo>
                  <a:close/>
                </a:path>
                <a:path w="3810" h="242570">
                  <a:moveTo>
                    <a:pt x="3810" y="240029"/>
                  </a:moveTo>
                  <a:lnTo>
                    <a:pt x="0" y="240029"/>
                  </a:lnTo>
                  <a:lnTo>
                    <a:pt x="0" y="241299"/>
                  </a:lnTo>
                  <a:lnTo>
                    <a:pt x="2540" y="241299"/>
                  </a:lnTo>
                  <a:lnTo>
                    <a:pt x="2540" y="242569"/>
                  </a:lnTo>
                  <a:lnTo>
                    <a:pt x="3810" y="242569"/>
                  </a:lnTo>
                  <a:lnTo>
                    <a:pt x="3810" y="240029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2189480" y="5158752"/>
              <a:ext cx="3810" cy="242570"/>
            </a:xfrm>
            <a:custGeom>
              <a:avLst/>
              <a:gdLst/>
              <a:ahLst/>
              <a:cxnLst/>
              <a:rect l="l" t="t" r="r" b="b"/>
              <a:pathLst>
                <a:path w="3810" h="242570">
                  <a:moveTo>
                    <a:pt x="3810" y="240030"/>
                  </a:moveTo>
                  <a:lnTo>
                    <a:pt x="0" y="240030"/>
                  </a:lnTo>
                  <a:lnTo>
                    <a:pt x="0" y="242557"/>
                  </a:lnTo>
                  <a:lnTo>
                    <a:pt x="3810" y="242557"/>
                  </a:lnTo>
                  <a:lnTo>
                    <a:pt x="3810" y="240030"/>
                  </a:lnTo>
                  <a:close/>
                </a:path>
                <a:path w="3810" h="242570">
                  <a:moveTo>
                    <a:pt x="3810" y="236220"/>
                  </a:moveTo>
                  <a:lnTo>
                    <a:pt x="0" y="236220"/>
                  </a:lnTo>
                  <a:lnTo>
                    <a:pt x="0" y="240017"/>
                  </a:lnTo>
                  <a:lnTo>
                    <a:pt x="3810" y="240017"/>
                  </a:lnTo>
                  <a:lnTo>
                    <a:pt x="3810" y="236220"/>
                  </a:lnTo>
                  <a:close/>
                </a:path>
                <a:path w="3810" h="242570">
                  <a:moveTo>
                    <a:pt x="3810" y="233680"/>
                  </a:moveTo>
                  <a:lnTo>
                    <a:pt x="0" y="233680"/>
                  </a:lnTo>
                  <a:lnTo>
                    <a:pt x="0" y="236207"/>
                  </a:lnTo>
                  <a:lnTo>
                    <a:pt x="3810" y="236207"/>
                  </a:lnTo>
                  <a:lnTo>
                    <a:pt x="3810" y="233680"/>
                  </a:lnTo>
                  <a:close/>
                </a:path>
                <a:path w="3810" h="242570">
                  <a:moveTo>
                    <a:pt x="3810" y="229870"/>
                  </a:moveTo>
                  <a:lnTo>
                    <a:pt x="0" y="229870"/>
                  </a:lnTo>
                  <a:lnTo>
                    <a:pt x="0" y="233667"/>
                  </a:lnTo>
                  <a:lnTo>
                    <a:pt x="3810" y="233667"/>
                  </a:lnTo>
                  <a:lnTo>
                    <a:pt x="3810" y="229870"/>
                  </a:lnTo>
                  <a:close/>
                </a:path>
                <a:path w="3810" h="242570">
                  <a:moveTo>
                    <a:pt x="3810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3810" y="229857"/>
                  </a:lnTo>
                  <a:lnTo>
                    <a:pt x="3810" y="227330"/>
                  </a:lnTo>
                  <a:close/>
                </a:path>
                <a:path w="3810" h="242570">
                  <a:moveTo>
                    <a:pt x="3810" y="223520"/>
                  </a:moveTo>
                  <a:lnTo>
                    <a:pt x="0" y="223520"/>
                  </a:lnTo>
                  <a:lnTo>
                    <a:pt x="0" y="227317"/>
                  </a:lnTo>
                  <a:lnTo>
                    <a:pt x="3810" y="227317"/>
                  </a:lnTo>
                  <a:lnTo>
                    <a:pt x="3810" y="223520"/>
                  </a:lnTo>
                  <a:close/>
                </a:path>
                <a:path w="3810" h="242570">
                  <a:moveTo>
                    <a:pt x="3810" y="220980"/>
                  </a:moveTo>
                  <a:lnTo>
                    <a:pt x="0" y="220980"/>
                  </a:lnTo>
                  <a:lnTo>
                    <a:pt x="0" y="223507"/>
                  </a:lnTo>
                  <a:lnTo>
                    <a:pt x="3810" y="223507"/>
                  </a:lnTo>
                  <a:lnTo>
                    <a:pt x="3810" y="220980"/>
                  </a:lnTo>
                  <a:close/>
                </a:path>
                <a:path w="3810" h="242570">
                  <a:moveTo>
                    <a:pt x="3810" y="19050"/>
                  </a:moveTo>
                  <a:lnTo>
                    <a:pt x="0" y="1905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19050"/>
                  </a:lnTo>
                  <a:close/>
                </a:path>
                <a:path w="3810" h="242570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10" h="24257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10" h="24257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2193290" y="5158752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10" h="243839">
                  <a:moveTo>
                    <a:pt x="3810" y="242570"/>
                  </a:moveTo>
                  <a:lnTo>
                    <a:pt x="1270" y="242570"/>
                  </a:lnTo>
                  <a:lnTo>
                    <a:pt x="1270" y="243827"/>
                  </a:lnTo>
                  <a:lnTo>
                    <a:pt x="3810" y="243827"/>
                  </a:lnTo>
                  <a:lnTo>
                    <a:pt x="3810" y="242570"/>
                  </a:lnTo>
                  <a:close/>
                </a:path>
                <a:path w="3810" h="243839">
                  <a:moveTo>
                    <a:pt x="3810" y="19050"/>
                  </a:moveTo>
                  <a:lnTo>
                    <a:pt x="0" y="1905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19050"/>
                  </a:lnTo>
                  <a:close/>
                </a:path>
                <a:path w="3810" h="243839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10" h="243839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10" h="243839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EAD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4"/>
            <p:cNvSpPr/>
            <p:nvPr/>
          </p:nvSpPr>
          <p:spPr>
            <a:xfrm>
              <a:off x="2197100" y="5157469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10" h="245110">
                  <a:moveTo>
                    <a:pt x="3810" y="243852"/>
                  </a:moveTo>
                  <a:lnTo>
                    <a:pt x="0" y="24385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3852"/>
                  </a:lnTo>
                  <a:close/>
                </a:path>
                <a:path w="3810" h="245110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10" h="245110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10" h="245110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10" h="24511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10" h="24511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10" h="245110">
                  <a:moveTo>
                    <a:pt x="381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4802"/>
                  </a:lnTo>
                  <a:close/>
                </a:path>
                <a:path w="3810" h="245110">
                  <a:moveTo>
                    <a:pt x="381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2262"/>
                  </a:lnTo>
                  <a:close/>
                </a:path>
                <a:path w="3810" h="245110">
                  <a:moveTo>
                    <a:pt x="3810" y="20332"/>
                  </a:moveTo>
                  <a:lnTo>
                    <a:pt x="0" y="2033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0332"/>
                  </a:lnTo>
                  <a:close/>
                </a:path>
                <a:path w="3810" h="24511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4511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4511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45110">
                  <a:moveTo>
                    <a:pt x="38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CAB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5"/>
            <p:cNvSpPr/>
            <p:nvPr/>
          </p:nvSpPr>
          <p:spPr>
            <a:xfrm>
              <a:off x="2200910" y="5157469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10" h="245110">
                  <a:moveTo>
                    <a:pt x="3810" y="243852"/>
                  </a:moveTo>
                  <a:lnTo>
                    <a:pt x="0" y="24385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3852"/>
                  </a:lnTo>
                  <a:close/>
                </a:path>
                <a:path w="3810" h="245110">
                  <a:moveTo>
                    <a:pt x="3810" y="20332"/>
                  </a:moveTo>
                  <a:lnTo>
                    <a:pt x="0" y="2033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0332"/>
                  </a:lnTo>
                  <a:close/>
                </a:path>
                <a:path w="3810" h="24511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4511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4511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4511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9A8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2204720" y="5157469"/>
              <a:ext cx="2540" cy="245110"/>
            </a:xfrm>
            <a:custGeom>
              <a:avLst/>
              <a:gdLst/>
              <a:ahLst/>
              <a:cxnLst/>
              <a:rect l="l" t="t" r="r" b="b"/>
              <a:pathLst>
                <a:path w="2539" h="245110">
                  <a:moveTo>
                    <a:pt x="2540" y="243852"/>
                  </a:moveTo>
                  <a:lnTo>
                    <a:pt x="0" y="243852"/>
                  </a:lnTo>
                  <a:lnTo>
                    <a:pt x="0" y="245110"/>
                  </a:lnTo>
                  <a:lnTo>
                    <a:pt x="2540" y="245110"/>
                  </a:lnTo>
                  <a:lnTo>
                    <a:pt x="2540" y="243852"/>
                  </a:lnTo>
                  <a:close/>
                </a:path>
                <a:path w="2539" h="245110">
                  <a:moveTo>
                    <a:pt x="254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2540" y="243840"/>
                  </a:lnTo>
                  <a:lnTo>
                    <a:pt x="2540" y="241312"/>
                  </a:lnTo>
                  <a:close/>
                </a:path>
                <a:path w="2539" h="245110">
                  <a:moveTo>
                    <a:pt x="254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2540" y="241300"/>
                  </a:lnTo>
                  <a:lnTo>
                    <a:pt x="2540" y="237502"/>
                  </a:lnTo>
                  <a:close/>
                </a:path>
                <a:path w="2539" h="245110">
                  <a:moveTo>
                    <a:pt x="254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2540" y="237490"/>
                  </a:lnTo>
                  <a:lnTo>
                    <a:pt x="2540" y="234962"/>
                  </a:lnTo>
                  <a:close/>
                </a:path>
                <a:path w="2539" h="245110">
                  <a:moveTo>
                    <a:pt x="254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2540" y="234950"/>
                  </a:lnTo>
                  <a:lnTo>
                    <a:pt x="2540" y="231152"/>
                  </a:lnTo>
                  <a:close/>
                </a:path>
                <a:path w="2539" h="245110">
                  <a:moveTo>
                    <a:pt x="254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2540" y="231140"/>
                  </a:lnTo>
                  <a:lnTo>
                    <a:pt x="2540" y="228612"/>
                  </a:lnTo>
                  <a:close/>
                </a:path>
                <a:path w="2539" h="245110">
                  <a:moveTo>
                    <a:pt x="254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2540" y="228600"/>
                  </a:lnTo>
                  <a:lnTo>
                    <a:pt x="2540" y="224802"/>
                  </a:lnTo>
                  <a:close/>
                </a:path>
                <a:path w="2539" h="245110">
                  <a:moveTo>
                    <a:pt x="254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2540" y="224790"/>
                  </a:lnTo>
                  <a:lnTo>
                    <a:pt x="2540" y="222262"/>
                  </a:lnTo>
                  <a:close/>
                </a:path>
                <a:path w="2539" h="245110">
                  <a:moveTo>
                    <a:pt x="2540" y="20332"/>
                  </a:moveTo>
                  <a:lnTo>
                    <a:pt x="0" y="20332"/>
                  </a:lnTo>
                  <a:lnTo>
                    <a:pt x="0" y="222250"/>
                  </a:lnTo>
                  <a:lnTo>
                    <a:pt x="2540" y="222250"/>
                  </a:lnTo>
                  <a:lnTo>
                    <a:pt x="2540" y="20332"/>
                  </a:lnTo>
                  <a:close/>
                </a:path>
                <a:path w="2539" h="245110">
                  <a:moveTo>
                    <a:pt x="254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2540" y="20320"/>
                  </a:lnTo>
                  <a:lnTo>
                    <a:pt x="2540" y="13982"/>
                  </a:lnTo>
                  <a:close/>
                </a:path>
                <a:path w="2539" h="245110">
                  <a:moveTo>
                    <a:pt x="254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2540" y="13970"/>
                  </a:lnTo>
                  <a:lnTo>
                    <a:pt x="2540" y="7632"/>
                  </a:lnTo>
                  <a:close/>
                </a:path>
                <a:path w="2539" h="245110">
                  <a:moveTo>
                    <a:pt x="254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1282"/>
                  </a:lnTo>
                  <a:close/>
                </a:path>
                <a:path w="2539" h="245110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96A6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7"/>
            <p:cNvSpPr/>
            <p:nvPr/>
          </p:nvSpPr>
          <p:spPr>
            <a:xfrm>
              <a:off x="2207260" y="5156200"/>
              <a:ext cx="3810" cy="246379"/>
            </a:xfrm>
            <a:custGeom>
              <a:avLst/>
              <a:gdLst/>
              <a:ahLst/>
              <a:cxnLst/>
              <a:rect l="l" t="t" r="r" b="b"/>
              <a:pathLst>
                <a:path w="3810" h="246379">
                  <a:moveTo>
                    <a:pt x="3810" y="245122"/>
                  </a:moveTo>
                  <a:lnTo>
                    <a:pt x="0" y="24512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5122"/>
                  </a:lnTo>
                  <a:close/>
                </a:path>
                <a:path w="3810" h="246379">
                  <a:moveTo>
                    <a:pt x="3810" y="242582"/>
                  </a:moveTo>
                  <a:lnTo>
                    <a:pt x="0" y="24258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2582"/>
                  </a:lnTo>
                  <a:close/>
                </a:path>
                <a:path w="3810" h="246379">
                  <a:moveTo>
                    <a:pt x="3810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8772"/>
                  </a:lnTo>
                  <a:close/>
                </a:path>
                <a:path w="3810" h="246379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10" h="246379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10" h="246379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10" h="246379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10" h="246379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10" h="246379">
                  <a:moveTo>
                    <a:pt x="3810" y="21602"/>
                  </a:moveTo>
                  <a:lnTo>
                    <a:pt x="0" y="2160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602"/>
                  </a:lnTo>
                  <a:close/>
                </a:path>
                <a:path w="3810" h="246379">
                  <a:moveTo>
                    <a:pt x="3810" y="15252"/>
                  </a:moveTo>
                  <a:lnTo>
                    <a:pt x="0" y="1525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5252"/>
                  </a:lnTo>
                  <a:close/>
                </a:path>
                <a:path w="3810" h="246379">
                  <a:moveTo>
                    <a:pt x="381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8902"/>
                  </a:lnTo>
                  <a:close/>
                </a:path>
                <a:path w="3810" h="246379">
                  <a:moveTo>
                    <a:pt x="381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2552"/>
                  </a:lnTo>
                  <a:close/>
                </a:path>
                <a:path w="3810" h="246379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" name="object 368"/>
            <p:cNvSpPr/>
            <p:nvPr/>
          </p:nvSpPr>
          <p:spPr>
            <a:xfrm>
              <a:off x="2211069" y="5154930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10" h="248920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10" h="248920">
                  <a:moveTo>
                    <a:pt x="381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60"/>
                  </a:lnTo>
                  <a:close/>
                </a:path>
                <a:path w="3810" h="248920">
                  <a:moveTo>
                    <a:pt x="3810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10"/>
                  </a:lnTo>
                  <a:close/>
                </a:path>
                <a:path w="3810" h="248920">
                  <a:moveTo>
                    <a:pt x="3810" y="22860"/>
                  </a:moveTo>
                  <a:lnTo>
                    <a:pt x="0" y="22860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860"/>
                  </a:lnTo>
                  <a:close/>
                </a:path>
                <a:path w="3810" h="248920">
                  <a:moveTo>
                    <a:pt x="3810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790"/>
                  </a:lnTo>
                  <a:close/>
                </a:path>
                <a:path w="3810" h="248920">
                  <a:moveTo>
                    <a:pt x="3810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30"/>
                  </a:lnTo>
                  <a:close/>
                </a:path>
                <a:path w="3810" h="248920">
                  <a:moveTo>
                    <a:pt x="3810" y="231140"/>
                  </a:moveTo>
                  <a:lnTo>
                    <a:pt x="0" y="231140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40"/>
                  </a:lnTo>
                  <a:close/>
                </a:path>
                <a:path w="3810" h="248920">
                  <a:moveTo>
                    <a:pt x="3810" y="233680"/>
                  </a:moveTo>
                  <a:lnTo>
                    <a:pt x="0" y="233680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80"/>
                  </a:lnTo>
                  <a:close/>
                </a:path>
                <a:path w="3810" h="248920">
                  <a:moveTo>
                    <a:pt x="3810" y="237490"/>
                  </a:moveTo>
                  <a:lnTo>
                    <a:pt x="0" y="237490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490"/>
                  </a:lnTo>
                  <a:close/>
                </a:path>
                <a:path w="3810" h="248920">
                  <a:moveTo>
                    <a:pt x="3810" y="240030"/>
                  </a:moveTo>
                  <a:lnTo>
                    <a:pt x="0" y="240030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30"/>
                  </a:lnTo>
                  <a:close/>
                </a:path>
                <a:path w="3810" h="248920">
                  <a:moveTo>
                    <a:pt x="3810" y="243840"/>
                  </a:moveTo>
                  <a:lnTo>
                    <a:pt x="0" y="243840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3840"/>
                  </a:lnTo>
                  <a:close/>
                </a:path>
                <a:path w="3810" h="248920">
                  <a:moveTo>
                    <a:pt x="3810" y="246380"/>
                  </a:moveTo>
                  <a:lnTo>
                    <a:pt x="0" y="246380"/>
                  </a:lnTo>
                  <a:lnTo>
                    <a:pt x="0" y="247650"/>
                  </a:lnTo>
                  <a:lnTo>
                    <a:pt x="1269" y="247650"/>
                  </a:lnTo>
                  <a:lnTo>
                    <a:pt x="1269" y="248920"/>
                  </a:lnTo>
                  <a:lnTo>
                    <a:pt x="3810" y="248920"/>
                  </a:lnTo>
                  <a:lnTo>
                    <a:pt x="3810" y="246380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9"/>
            <p:cNvSpPr/>
            <p:nvPr/>
          </p:nvSpPr>
          <p:spPr>
            <a:xfrm>
              <a:off x="2214880" y="5154930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10" h="248920">
                  <a:moveTo>
                    <a:pt x="381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3852"/>
                  </a:lnTo>
                  <a:close/>
                </a:path>
                <a:path w="3810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10" h="248920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10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10" h="248920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10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48920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48920">
                  <a:moveTo>
                    <a:pt x="3810" y="22872"/>
                  </a:moveTo>
                  <a:lnTo>
                    <a:pt x="0" y="2287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872"/>
                  </a:lnTo>
                  <a:close/>
                </a:path>
                <a:path w="3810" h="248920">
                  <a:moveTo>
                    <a:pt x="3810" y="16522"/>
                  </a:moveTo>
                  <a:lnTo>
                    <a:pt x="0" y="1652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22"/>
                  </a:lnTo>
                  <a:close/>
                </a:path>
                <a:path w="3810" h="248920">
                  <a:moveTo>
                    <a:pt x="381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72"/>
                  </a:lnTo>
                  <a:close/>
                </a:path>
                <a:path w="3810" h="248920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E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70"/>
            <p:cNvSpPr/>
            <p:nvPr/>
          </p:nvSpPr>
          <p:spPr>
            <a:xfrm>
              <a:off x="2218689" y="5154930"/>
              <a:ext cx="3810" cy="250190"/>
            </a:xfrm>
            <a:custGeom>
              <a:avLst/>
              <a:gdLst/>
              <a:ahLst/>
              <a:cxnLst/>
              <a:rect l="l" t="t" r="r" b="b"/>
              <a:pathLst>
                <a:path w="3810" h="250189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10" h="250189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10" h="250189">
                  <a:moveTo>
                    <a:pt x="381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60"/>
                  </a:lnTo>
                  <a:close/>
                </a:path>
                <a:path w="3810" h="250189">
                  <a:moveTo>
                    <a:pt x="3810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10"/>
                  </a:lnTo>
                  <a:close/>
                </a:path>
                <a:path w="3810" h="250189">
                  <a:moveTo>
                    <a:pt x="3810" y="22860"/>
                  </a:moveTo>
                  <a:lnTo>
                    <a:pt x="0" y="22860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860"/>
                  </a:lnTo>
                  <a:close/>
                </a:path>
                <a:path w="3810" h="250189">
                  <a:moveTo>
                    <a:pt x="3810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790"/>
                  </a:lnTo>
                  <a:close/>
                </a:path>
                <a:path w="3810" h="250189">
                  <a:moveTo>
                    <a:pt x="3810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30"/>
                  </a:lnTo>
                  <a:close/>
                </a:path>
                <a:path w="3810" h="250189">
                  <a:moveTo>
                    <a:pt x="3810" y="231140"/>
                  </a:moveTo>
                  <a:lnTo>
                    <a:pt x="0" y="231140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40"/>
                  </a:lnTo>
                  <a:close/>
                </a:path>
                <a:path w="3810" h="250189">
                  <a:moveTo>
                    <a:pt x="3810" y="233680"/>
                  </a:moveTo>
                  <a:lnTo>
                    <a:pt x="0" y="233680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80"/>
                  </a:lnTo>
                  <a:close/>
                </a:path>
                <a:path w="3810" h="250189">
                  <a:moveTo>
                    <a:pt x="3810" y="237490"/>
                  </a:moveTo>
                  <a:lnTo>
                    <a:pt x="0" y="237490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490"/>
                  </a:lnTo>
                  <a:close/>
                </a:path>
                <a:path w="3810" h="250189">
                  <a:moveTo>
                    <a:pt x="3810" y="240030"/>
                  </a:moveTo>
                  <a:lnTo>
                    <a:pt x="0" y="240030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30"/>
                  </a:lnTo>
                  <a:close/>
                </a:path>
                <a:path w="3810" h="250189">
                  <a:moveTo>
                    <a:pt x="3810" y="243840"/>
                  </a:moveTo>
                  <a:lnTo>
                    <a:pt x="0" y="243840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3840"/>
                  </a:lnTo>
                  <a:close/>
                </a:path>
                <a:path w="3810" h="250189">
                  <a:moveTo>
                    <a:pt x="3810" y="246380"/>
                  </a:moveTo>
                  <a:lnTo>
                    <a:pt x="0" y="246380"/>
                  </a:lnTo>
                  <a:lnTo>
                    <a:pt x="0" y="248920"/>
                  </a:lnTo>
                  <a:lnTo>
                    <a:pt x="1270" y="248920"/>
                  </a:lnTo>
                  <a:lnTo>
                    <a:pt x="1270" y="250190"/>
                  </a:lnTo>
                  <a:lnTo>
                    <a:pt x="3810" y="250190"/>
                  </a:lnTo>
                  <a:lnTo>
                    <a:pt x="3810" y="246380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71"/>
            <p:cNvSpPr/>
            <p:nvPr/>
          </p:nvSpPr>
          <p:spPr>
            <a:xfrm>
              <a:off x="2222500" y="5154930"/>
              <a:ext cx="3810" cy="224790"/>
            </a:xfrm>
            <a:custGeom>
              <a:avLst/>
              <a:gdLst/>
              <a:ahLst/>
              <a:cxnLst/>
              <a:rect l="l" t="t" r="r" b="b"/>
              <a:pathLst>
                <a:path w="3810" h="224789">
                  <a:moveTo>
                    <a:pt x="3810" y="22872"/>
                  </a:moveTo>
                  <a:lnTo>
                    <a:pt x="0" y="2287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872"/>
                  </a:lnTo>
                  <a:close/>
                </a:path>
                <a:path w="3810" h="224789">
                  <a:moveTo>
                    <a:pt x="3810" y="16522"/>
                  </a:moveTo>
                  <a:lnTo>
                    <a:pt x="0" y="1652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22"/>
                  </a:lnTo>
                  <a:close/>
                </a:path>
                <a:path w="3810" h="224789">
                  <a:moveTo>
                    <a:pt x="381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72"/>
                  </a:lnTo>
                  <a:close/>
                </a:path>
                <a:path w="3810" h="224789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10" h="224789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72"/>
            <p:cNvSpPr/>
            <p:nvPr/>
          </p:nvSpPr>
          <p:spPr>
            <a:xfrm>
              <a:off x="2226310" y="5154930"/>
              <a:ext cx="3810" cy="250190"/>
            </a:xfrm>
            <a:custGeom>
              <a:avLst/>
              <a:gdLst/>
              <a:ahLst/>
              <a:cxnLst/>
              <a:rect l="l" t="t" r="r" b="b"/>
              <a:pathLst>
                <a:path w="3810" h="250189">
                  <a:moveTo>
                    <a:pt x="3810" y="246392"/>
                  </a:moveTo>
                  <a:lnTo>
                    <a:pt x="0" y="24639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6392"/>
                  </a:lnTo>
                  <a:close/>
                </a:path>
                <a:path w="3810" h="250189">
                  <a:moveTo>
                    <a:pt x="381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3852"/>
                  </a:lnTo>
                  <a:close/>
                </a:path>
                <a:path w="3810" h="250189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10" h="250189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10" h="250189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10" h="250189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10" h="250189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50189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50189">
                  <a:moveTo>
                    <a:pt x="3810" y="22872"/>
                  </a:moveTo>
                  <a:lnTo>
                    <a:pt x="0" y="2287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872"/>
                  </a:lnTo>
                  <a:close/>
                </a:path>
                <a:path w="3810" h="250189">
                  <a:moveTo>
                    <a:pt x="3810" y="16522"/>
                  </a:moveTo>
                  <a:lnTo>
                    <a:pt x="0" y="1652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22"/>
                  </a:lnTo>
                  <a:close/>
                </a:path>
                <a:path w="3810" h="250189">
                  <a:moveTo>
                    <a:pt x="381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72"/>
                  </a:lnTo>
                  <a:close/>
                </a:path>
                <a:path w="3810" h="250189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10" h="250189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799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73"/>
            <p:cNvSpPr/>
            <p:nvPr/>
          </p:nvSpPr>
          <p:spPr>
            <a:xfrm>
              <a:off x="2230120" y="5154930"/>
              <a:ext cx="3810" cy="224790"/>
            </a:xfrm>
            <a:custGeom>
              <a:avLst/>
              <a:gdLst/>
              <a:ahLst/>
              <a:cxnLst/>
              <a:rect l="l" t="t" r="r" b="b"/>
              <a:pathLst>
                <a:path w="3810" h="224789">
                  <a:moveTo>
                    <a:pt x="3810" y="22872"/>
                  </a:moveTo>
                  <a:lnTo>
                    <a:pt x="0" y="2287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872"/>
                  </a:lnTo>
                  <a:close/>
                </a:path>
                <a:path w="3810" h="224789">
                  <a:moveTo>
                    <a:pt x="3810" y="16522"/>
                  </a:moveTo>
                  <a:lnTo>
                    <a:pt x="0" y="1652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22"/>
                  </a:lnTo>
                  <a:close/>
                </a:path>
                <a:path w="3810" h="224789">
                  <a:moveTo>
                    <a:pt x="381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72"/>
                  </a:lnTo>
                  <a:close/>
                </a:path>
                <a:path w="3810" h="224789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10" h="224789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496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" name="object 374"/>
            <p:cNvSpPr/>
            <p:nvPr/>
          </p:nvSpPr>
          <p:spPr>
            <a:xfrm>
              <a:off x="2233930" y="5154930"/>
              <a:ext cx="2540" cy="250190"/>
            </a:xfrm>
            <a:custGeom>
              <a:avLst/>
              <a:gdLst/>
              <a:ahLst/>
              <a:cxnLst/>
              <a:rect l="l" t="t" r="r" b="b"/>
              <a:pathLst>
                <a:path w="2539" h="250189">
                  <a:moveTo>
                    <a:pt x="2540" y="246392"/>
                  </a:moveTo>
                  <a:lnTo>
                    <a:pt x="0" y="246392"/>
                  </a:lnTo>
                  <a:lnTo>
                    <a:pt x="0" y="250190"/>
                  </a:lnTo>
                  <a:lnTo>
                    <a:pt x="2540" y="250190"/>
                  </a:lnTo>
                  <a:lnTo>
                    <a:pt x="2540" y="246392"/>
                  </a:lnTo>
                  <a:close/>
                </a:path>
                <a:path w="2539" h="250189">
                  <a:moveTo>
                    <a:pt x="254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2540" y="246380"/>
                  </a:lnTo>
                  <a:lnTo>
                    <a:pt x="2540" y="243852"/>
                  </a:lnTo>
                  <a:close/>
                </a:path>
                <a:path w="2539" h="250189">
                  <a:moveTo>
                    <a:pt x="254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2540" y="243840"/>
                  </a:lnTo>
                  <a:lnTo>
                    <a:pt x="2540" y="240042"/>
                  </a:lnTo>
                  <a:close/>
                </a:path>
                <a:path w="2539" h="250189">
                  <a:moveTo>
                    <a:pt x="254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2540" y="240030"/>
                  </a:lnTo>
                  <a:lnTo>
                    <a:pt x="2540" y="237502"/>
                  </a:lnTo>
                  <a:close/>
                </a:path>
                <a:path w="2539" h="250189">
                  <a:moveTo>
                    <a:pt x="254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2540" y="237490"/>
                  </a:lnTo>
                  <a:lnTo>
                    <a:pt x="2540" y="233692"/>
                  </a:lnTo>
                  <a:close/>
                </a:path>
                <a:path w="2539" h="250189">
                  <a:moveTo>
                    <a:pt x="254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2540" y="233680"/>
                  </a:lnTo>
                  <a:lnTo>
                    <a:pt x="2540" y="231152"/>
                  </a:lnTo>
                  <a:close/>
                </a:path>
                <a:path w="2539" h="250189">
                  <a:moveTo>
                    <a:pt x="254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2540" y="231140"/>
                  </a:lnTo>
                  <a:lnTo>
                    <a:pt x="2540" y="227342"/>
                  </a:lnTo>
                  <a:close/>
                </a:path>
                <a:path w="2539" h="250189">
                  <a:moveTo>
                    <a:pt x="254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2540" y="227330"/>
                  </a:lnTo>
                  <a:lnTo>
                    <a:pt x="2540" y="224802"/>
                  </a:lnTo>
                  <a:close/>
                </a:path>
                <a:path w="2539" h="250189">
                  <a:moveTo>
                    <a:pt x="2540" y="22872"/>
                  </a:moveTo>
                  <a:lnTo>
                    <a:pt x="0" y="22872"/>
                  </a:lnTo>
                  <a:lnTo>
                    <a:pt x="0" y="224790"/>
                  </a:lnTo>
                  <a:lnTo>
                    <a:pt x="2540" y="224790"/>
                  </a:lnTo>
                  <a:lnTo>
                    <a:pt x="2540" y="22872"/>
                  </a:lnTo>
                  <a:close/>
                </a:path>
                <a:path w="2539" h="250189">
                  <a:moveTo>
                    <a:pt x="2540" y="16522"/>
                  </a:moveTo>
                  <a:lnTo>
                    <a:pt x="0" y="16522"/>
                  </a:lnTo>
                  <a:lnTo>
                    <a:pt x="0" y="22860"/>
                  </a:lnTo>
                  <a:lnTo>
                    <a:pt x="2540" y="22860"/>
                  </a:lnTo>
                  <a:lnTo>
                    <a:pt x="2540" y="16522"/>
                  </a:lnTo>
                  <a:close/>
                </a:path>
                <a:path w="2539" h="250189">
                  <a:moveTo>
                    <a:pt x="254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2540" y="16510"/>
                  </a:lnTo>
                  <a:lnTo>
                    <a:pt x="2540" y="10172"/>
                  </a:lnTo>
                  <a:close/>
                </a:path>
                <a:path w="2539" h="250189">
                  <a:moveTo>
                    <a:pt x="254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2540" y="10160"/>
                  </a:lnTo>
                  <a:lnTo>
                    <a:pt x="2540" y="3822"/>
                  </a:lnTo>
                  <a:close/>
                </a:path>
                <a:path w="2539" h="250189">
                  <a:moveTo>
                    <a:pt x="254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40" y="381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819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" name="object 375"/>
            <p:cNvSpPr/>
            <p:nvPr/>
          </p:nvSpPr>
          <p:spPr>
            <a:xfrm>
              <a:off x="2236469" y="51536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0" y="1269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10" h="252729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252729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252729">
                  <a:moveTo>
                    <a:pt x="381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7780"/>
                  </a:lnTo>
                  <a:close/>
                </a:path>
                <a:path w="3810" h="252729">
                  <a:moveTo>
                    <a:pt x="3810" y="24130"/>
                  </a:moveTo>
                  <a:lnTo>
                    <a:pt x="0" y="2413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4130"/>
                  </a:lnTo>
                  <a:close/>
                </a:path>
                <a:path w="3810" h="252729">
                  <a:moveTo>
                    <a:pt x="3810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6059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3810" y="234949"/>
                  </a:lnTo>
                  <a:lnTo>
                    <a:pt x="3810" y="232409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3810" y="238759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8759"/>
                  </a:moveTo>
                  <a:lnTo>
                    <a:pt x="0" y="238759"/>
                  </a:lnTo>
                  <a:lnTo>
                    <a:pt x="0" y="241299"/>
                  </a:lnTo>
                  <a:lnTo>
                    <a:pt x="3810" y="241299"/>
                  </a:lnTo>
                  <a:lnTo>
                    <a:pt x="3810" y="238759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109"/>
                  </a:lnTo>
                  <a:lnTo>
                    <a:pt x="3810" y="245109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45109"/>
                  </a:moveTo>
                  <a:lnTo>
                    <a:pt x="0" y="245109"/>
                  </a:lnTo>
                  <a:lnTo>
                    <a:pt x="0" y="247649"/>
                  </a:lnTo>
                  <a:lnTo>
                    <a:pt x="3810" y="247649"/>
                  </a:lnTo>
                  <a:lnTo>
                    <a:pt x="3810" y="245109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59"/>
                  </a:lnTo>
                  <a:lnTo>
                    <a:pt x="3810" y="251459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51459"/>
                  </a:moveTo>
                  <a:lnTo>
                    <a:pt x="2540" y="251459"/>
                  </a:lnTo>
                  <a:lnTo>
                    <a:pt x="2540" y="252729"/>
                  </a:lnTo>
                  <a:lnTo>
                    <a:pt x="3810" y="252729"/>
                  </a:lnTo>
                  <a:lnTo>
                    <a:pt x="3810" y="251459"/>
                  </a:lnTo>
                  <a:close/>
                </a:path>
              </a:pathLst>
            </a:custGeom>
            <a:solidFill>
              <a:srgbClr val="7F92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" name="object 376"/>
            <p:cNvSpPr/>
            <p:nvPr/>
          </p:nvSpPr>
          <p:spPr>
            <a:xfrm>
              <a:off x="2240280" y="51536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3810" y="252730"/>
                  </a:lnTo>
                  <a:lnTo>
                    <a:pt x="3810" y="251472"/>
                  </a:lnTo>
                  <a:close/>
                </a:path>
                <a:path w="3810" h="252729">
                  <a:moveTo>
                    <a:pt x="3810" y="24142"/>
                  </a:moveTo>
                  <a:lnTo>
                    <a:pt x="0" y="2414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4142"/>
                  </a:lnTo>
                  <a:close/>
                </a:path>
                <a:path w="3810" h="252729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5272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5272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" name="object 377"/>
            <p:cNvSpPr/>
            <p:nvPr/>
          </p:nvSpPr>
          <p:spPr>
            <a:xfrm>
              <a:off x="2244090" y="51536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3810" y="252730"/>
                  </a:lnTo>
                  <a:lnTo>
                    <a:pt x="3810" y="251472"/>
                  </a:lnTo>
                  <a:close/>
                </a:path>
                <a:path w="3810" h="252729">
                  <a:moveTo>
                    <a:pt x="3810" y="247662"/>
                  </a:moveTo>
                  <a:lnTo>
                    <a:pt x="0" y="24766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47662"/>
                  </a:lnTo>
                  <a:close/>
                </a:path>
                <a:path w="3810" h="252729">
                  <a:moveTo>
                    <a:pt x="3810" y="245122"/>
                  </a:moveTo>
                  <a:lnTo>
                    <a:pt x="0" y="24512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5122"/>
                  </a:lnTo>
                  <a:close/>
                </a:path>
                <a:path w="3810" h="252729">
                  <a:moveTo>
                    <a:pt x="3810" y="241312"/>
                  </a:moveTo>
                  <a:lnTo>
                    <a:pt x="0" y="24131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1312"/>
                  </a:lnTo>
                  <a:close/>
                </a:path>
                <a:path w="3810" h="252729">
                  <a:moveTo>
                    <a:pt x="3810" y="238772"/>
                  </a:moveTo>
                  <a:lnTo>
                    <a:pt x="0" y="23877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8772"/>
                  </a:lnTo>
                  <a:close/>
                </a:path>
                <a:path w="3810" h="252729">
                  <a:moveTo>
                    <a:pt x="3810" y="234962"/>
                  </a:moveTo>
                  <a:lnTo>
                    <a:pt x="0" y="23496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4962"/>
                  </a:lnTo>
                  <a:close/>
                </a:path>
                <a:path w="3810" h="252729">
                  <a:moveTo>
                    <a:pt x="38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2422"/>
                  </a:lnTo>
                  <a:close/>
                </a:path>
                <a:path w="3810" h="252729">
                  <a:moveTo>
                    <a:pt x="3810" y="228612"/>
                  </a:moveTo>
                  <a:lnTo>
                    <a:pt x="0" y="22861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8612"/>
                  </a:lnTo>
                  <a:close/>
                </a:path>
                <a:path w="3810" h="252729">
                  <a:moveTo>
                    <a:pt x="3810" y="226072"/>
                  </a:moveTo>
                  <a:lnTo>
                    <a:pt x="0" y="22607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6072"/>
                  </a:lnTo>
                  <a:close/>
                </a:path>
                <a:path w="3810" h="252729">
                  <a:moveTo>
                    <a:pt x="3810" y="24142"/>
                  </a:moveTo>
                  <a:lnTo>
                    <a:pt x="0" y="2414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4142"/>
                  </a:lnTo>
                  <a:close/>
                </a:path>
                <a:path w="3810" h="252729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5272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5272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9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8"/>
            <p:cNvSpPr/>
            <p:nvPr/>
          </p:nvSpPr>
          <p:spPr>
            <a:xfrm>
              <a:off x="2247900" y="51536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3810" y="252730"/>
                  </a:lnTo>
                  <a:lnTo>
                    <a:pt x="3810" y="251472"/>
                  </a:lnTo>
                  <a:close/>
                </a:path>
                <a:path w="3810" h="252729">
                  <a:moveTo>
                    <a:pt x="3810" y="24142"/>
                  </a:moveTo>
                  <a:lnTo>
                    <a:pt x="0" y="2414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4142"/>
                  </a:lnTo>
                  <a:close/>
                </a:path>
                <a:path w="3810" h="252729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5272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5272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9"/>
            <p:cNvSpPr/>
            <p:nvPr/>
          </p:nvSpPr>
          <p:spPr>
            <a:xfrm>
              <a:off x="2251710" y="51536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3810" y="252730"/>
                  </a:lnTo>
                  <a:lnTo>
                    <a:pt x="3810" y="251472"/>
                  </a:lnTo>
                  <a:close/>
                </a:path>
                <a:path w="3810" h="252729">
                  <a:moveTo>
                    <a:pt x="3810" y="247662"/>
                  </a:moveTo>
                  <a:lnTo>
                    <a:pt x="0" y="24766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47662"/>
                  </a:lnTo>
                  <a:close/>
                </a:path>
                <a:path w="3810" h="252729">
                  <a:moveTo>
                    <a:pt x="3810" y="245122"/>
                  </a:moveTo>
                  <a:lnTo>
                    <a:pt x="0" y="24512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5122"/>
                  </a:lnTo>
                  <a:close/>
                </a:path>
                <a:path w="3810" h="252729">
                  <a:moveTo>
                    <a:pt x="3810" y="241312"/>
                  </a:moveTo>
                  <a:lnTo>
                    <a:pt x="0" y="24131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1312"/>
                  </a:lnTo>
                  <a:close/>
                </a:path>
                <a:path w="3810" h="252729">
                  <a:moveTo>
                    <a:pt x="3810" y="238772"/>
                  </a:moveTo>
                  <a:lnTo>
                    <a:pt x="0" y="23877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8772"/>
                  </a:lnTo>
                  <a:close/>
                </a:path>
                <a:path w="3810" h="252729">
                  <a:moveTo>
                    <a:pt x="3810" y="234962"/>
                  </a:moveTo>
                  <a:lnTo>
                    <a:pt x="0" y="23496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4962"/>
                  </a:lnTo>
                  <a:close/>
                </a:path>
                <a:path w="3810" h="252729">
                  <a:moveTo>
                    <a:pt x="38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2422"/>
                  </a:lnTo>
                  <a:close/>
                </a:path>
                <a:path w="3810" h="252729">
                  <a:moveTo>
                    <a:pt x="3810" y="228612"/>
                  </a:moveTo>
                  <a:lnTo>
                    <a:pt x="0" y="22861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8612"/>
                  </a:lnTo>
                  <a:close/>
                </a:path>
                <a:path w="3810" h="252729">
                  <a:moveTo>
                    <a:pt x="3810" y="226072"/>
                  </a:moveTo>
                  <a:lnTo>
                    <a:pt x="0" y="22607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6072"/>
                  </a:lnTo>
                  <a:close/>
                </a:path>
                <a:path w="3810" h="252729">
                  <a:moveTo>
                    <a:pt x="3810" y="24142"/>
                  </a:moveTo>
                  <a:lnTo>
                    <a:pt x="0" y="2414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4142"/>
                  </a:lnTo>
                  <a:close/>
                </a:path>
                <a:path w="3810" h="252729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5272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5272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80"/>
            <p:cNvSpPr/>
            <p:nvPr/>
          </p:nvSpPr>
          <p:spPr>
            <a:xfrm>
              <a:off x="2255520" y="5153659"/>
              <a:ext cx="2540" cy="252729"/>
            </a:xfrm>
            <a:custGeom>
              <a:avLst/>
              <a:gdLst/>
              <a:ahLst/>
              <a:cxnLst/>
              <a:rect l="l" t="t" r="r" b="b"/>
              <a:pathLst>
                <a:path w="2539" h="252729">
                  <a:moveTo>
                    <a:pt x="254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2540" y="252730"/>
                  </a:lnTo>
                  <a:lnTo>
                    <a:pt x="2540" y="251472"/>
                  </a:lnTo>
                  <a:close/>
                </a:path>
                <a:path w="2539" h="252729">
                  <a:moveTo>
                    <a:pt x="2540" y="247662"/>
                  </a:moveTo>
                  <a:lnTo>
                    <a:pt x="0" y="247662"/>
                  </a:lnTo>
                  <a:lnTo>
                    <a:pt x="0" y="251460"/>
                  </a:lnTo>
                  <a:lnTo>
                    <a:pt x="2540" y="251460"/>
                  </a:lnTo>
                  <a:lnTo>
                    <a:pt x="2540" y="247662"/>
                  </a:lnTo>
                  <a:close/>
                </a:path>
                <a:path w="2539" h="252729">
                  <a:moveTo>
                    <a:pt x="2540" y="245122"/>
                  </a:moveTo>
                  <a:lnTo>
                    <a:pt x="0" y="245122"/>
                  </a:lnTo>
                  <a:lnTo>
                    <a:pt x="0" y="247650"/>
                  </a:lnTo>
                  <a:lnTo>
                    <a:pt x="2540" y="247650"/>
                  </a:lnTo>
                  <a:lnTo>
                    <a:pt x="2540" y="245122"/>
                  </a:lnTo>
                  <a:close/>
                </a:path>
                <a:path w="2539" h="252729">
                  <a:moveTo>
                    <a:pt x="2540" y="241312"/>
                  </a:moveTo>
                  <a:lnTo>
                    <a:pt x="0" y="241312"/>
                  </a:lnTo>
                  <a:lnTo>
                    <a:pt x="0" y="245110"/>
                  </a:lnTo>
                  <a:lnTo>
                    <a:pt x="2540" y="245110"/>
                  </a:lnTo>
                  <a:lnTo>
                    <a:pt x="2540" y="241312"/>
                  </a:lnTo>
                  <a:close/>
                </a:path>
                <a:path w="2539" h="252729">
                  <a:moveTo>
                    <a:pt x="2540" y="238772"/>
                  </a:moveTo>
                  <a:lnTo>
                    <a:pt x="0" y="238772"/>
                  </a:lnTo>
                  <a:lnTo>
                    <a:pt x="0" y="241300"/>
                  </a:lnTo>
                  <a:lnTo>
                    <a:pt x="2540" y="241300"/>
                  </a:lnTo>
                  <a:lnTo>
                    <a:pt x="2540" y="238772"/>
                  </a:lnTo>
                  <a:close/>
                </a:path>
                <a:path w="2539" h="252729">
                  <a:moveTo>
                    <a:pt x="2540" y="234962"/>
                  </a:moveTo>
                  <a:lnTo>
                    <a:pt x="0" y="234962"/>
                  </a:lnTo>
                  <a:lnTo>
                    <a:pt x="0" y="238760"/>
                  </a:lnTo>
                  <a:lnTo>
                    <a:pt x="2540" y="238760"/>
                  </a:lnTo>
                  <a:lnTo>
                    <a:pt x="2540" y="234962"/>
                  </a:lnTo>
                  <a:close/>
                </a:path>
                <a:path w="2539" h="252729">
                  <a:moveTo>
                    <a:pt x="254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540" y="234950"/>
                  </a:lnTo>
                  <a:lnTo>
                    <a:pt x="2540" y="232422"/>
                  </a:lnTo>
                  <a:close/>
                </a:path>
                <a:path w="2539" h="252729">
                  <a:moveTo>
                    <a:pt x="2540" y="228612"/>
                  </a:moveTo>
                  <a:lnTo>
                    <a:pt x="0" y="228612"/>
                  </a:lnTo>
                  <a:lnTo>
                    <a:pt x="0" y="232410"/>
                  </a:lnTo>
                  <a:lnTo>
                    <a:pt x="2540" y="232410"/>
                  </a:lnTo>
                  <a:lnTo>
                    <a:pt x="2540" y="228612"/>
                  </a:lnTo>
                  <a:close/>
                </a:path>
                <a:path w="2539" h="252729">
                  <a:moveTo>
                    <a:pt x="2540" y="226072"/>
                  </a:moveTo>
                  <a:lnTo>
                    <a:pt x="0" y="226072"/>
                  </a:lnTo>
                  <a:lnTo>
                    <a:pt x="0" y="228600"/>
                  </a:lnTo>
                  <a:lnTo>
                    <a:pt x="2540" y="228600"/>
                  </a:lnTo>
                  <a:lnTo>
                    <a:pt x="2540" y="226072"/>
                  </a:lnTo>
                  <a:close/>
                </a:path>
                <a:path w="2539" h="252729">
                  <a:moveTo>
                    <a:pt x="2540" y="24142"/>
                  </a:moveTo>
                  <a:lnTo>
                    <a:pt x="0" y="24142"/>
                  </a:lnTo>
                  <a:lnTo>
                    <a:pt x="0" y="226060"/>
                  </a:lnTo>
                  <a:lnTo>
                    <a:pt x="2540" y="226060"/>
                  </a:lnTo>
                  <a:lnTo>
                    <a:pt x="2540" y="24142"/>
                  </a:lnTo>
                  <a:close/>
                </a:path>
                <a:path w="2539" h="252729">
                  <a:moveTo>
                    <a:pt x="254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540" y="24130"/>
                  </a:lnTo>
                  <a:lnTo>
                    <a:pt x="2540" y="17792"/>
                  </a:lnTo>
                  <a:close/>
                </a:path>
                <a:path w="2539" h="252729">
                  <a:moveTo>
                    <a:pt x="254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2540" y="17780"/>
                  </a:lnTo>
                  <a:lnTo>
                    <a:pt x="2540" y="11442"/>
                  </a:lnTo>
                  <a:close/>
                </a:path>
                <a:path w="2539" h="252729">
                  <a:moveTo>
                    <a:pt x="254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5092"/>
                  </a:lnTo>
                  <a:close/>
                </a:path>
                <a:path w="2539" h="252729">
                  <a:moveTo>
                    <a:pt x="25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71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2258060" y="51536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3810" y="252730"/>
                  </a:lnTo>
                  <a:lnTo>
                    <a:pt x="3810" y="251472"/>
                  </a:lnTo>
                  <a:close/>
                </a:path>
                <a:path w="3810" h="252729">
                  <a:moveTo>
                    <a:pt x="3810" y="247662"/>
                  </a:moveTo>
                  <a:lnTo>
                    <a:pt x="0" y="24766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47662"/>
                  </a:lnTo>
                  <a:close/>
                </a:path>
                <a:path w="3810" h="252729">
                  <a:moveTo>
                    <a:pt x="3810" y="245122"/>
                  </a:moveTo>
                  <a:lnTo>
                    <a:pt x="0" y="24512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5122"/>
                  </a:lnTo>
                  <a:close/>
                </a:path>
                <a:path w="3810" h="252729">
                  <a:moveTo>
                    <a:pt x="3810" y="241312"/>
                  </a:moveTo>
                  <a:lnTo>
                    <a:pt x="0" y="24131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1312"/>
                  </a:lnTo>
                  <a:close/>
                </a:path>
                <a:path w="3810" h="252729">
                  <a:moveTo>
                    <a:pt x="3810" y="238772"/>
                  </a:moveTo>
                  <a:lnTo>
                    <a:pt x="0" y="23877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8772"/>
                  </a:lnTo>
                  <a:close/>
                </a:path>
                <a:path w="3810" h="252729">
                  <a:moveTo>
                    <a:pt x="3810" y="234962"/>
                  </a:moveTo>
                  <a:lnTo>
                    <a:pt x="0" y="23496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4962"/>
                  </a:lnTo>
                  <a:close/>
                </a:path>
                <a:path w="3810" h="252729">
                  <a:moveTo>
                    <a:pt x="38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2422"/>
                  </a:lnTo>
                  <a:close/>
                </a:path>
                <a:path w="3810" h="252729">
                  <a:moveTo>
                    <a:pt x="3810" y="228612"/>
                  </a:moveTo>
                  <a:lnTo>
                    <a:pt x="0" y="22861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8612"/>
                  </a:lnTo>
                  <a:close/>
                </a:path>
                <a:path w="3810" h="252729">
                  <a:moveTo>
                    <a:pt x="3810" y="226072"/>
                  </a:moveTo>
                  <a:lnTo>
                    <a:pt x="0" y="22607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6072"/>
                  </a:lnTo>
                  <a:close/>
                </a:path>
                <a:path w="3810" h="252729">
                  <a:moveTo>
                    <a:pt x="3810" y="24142"/>
                  </a:moveTo>
                  <a:lnTo>
                    <a:pt x="0" y="2414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4142"/>
                  </a:lnTo>
                  <a:close/>
                </a:path>
                <a:path w="3810" h="252729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5272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5272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F84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82"/>
            <p:cNvSpPr/>
            <p:nvPr/>
          </p:nvSpPr>
          <p:spPr>
            <a:xfrm>
              <a:off x="2261870" y="51536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3810" y="252730"/>
                  </a:lnTo>
                  <a:lnTo>
                    <a:pt x="3810" y="251472"/>
                  </a:lnTo>
                  <a:close/>
                </a:path>
                <a:path w="3810" h="252729">
                  <a:moveTo>
                    <a:pt x="3810" y="24142"/>
                  </a:moveTo>
                  <a:lnTo>
                    <a:pt x="0" y="2414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4142"/>
                  </a:lnTo>
                  <a:close/>
                </a:path>
                <a:path w="3810" h="252729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5272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5272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C82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" name="object 383"/>
            <p:cNvSpPr/>
            <p:nvPr/>
          </p:nvSpPr>
          <p:spPr>
            <a:xfrm>
              <a:off x="2265680" y="51536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3810" y="252730"/>
                  </a:lnTo>
                  <a:lnTo>
                    <a:pt x="3810" y="251472"/>
                  </a:lnTo>
                  <a:close/>
                </a:path>
                <a:path w="3810" h="252729">
                  <a:moveTo>
                    <a:pt x="3810" y="247662"/>
                  </a:moveTo>
                  <a:lnTo>
                    <a:pt x="0" y="24766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47662"/>
                  </a:lnTo>
                  <a:close/>
                </a:path>
                <a:path w="3810" h="252729">
                  <a:moveTo>
                    <a:pt x="3810" y="245122"/>
                  </a:moveTo>
                  <a:lnTo>
                    <a:pt x="0" y="24512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5122"/>
                  </a:lnTo>
                  <a:close/>
                </a:path>
                <a:path w="3810" h="252729">
                  <a:moveTo>
                    <a:pt x="3810" y="241312"/>
                  </a:moveTo>
                  <a:lnTo>
                    <a:pt x="0" y="24131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1312"/>
                  </a:lnTo>
                  <a:close/>
                </a:path>
                <a:path w="3810" h="252729">
                  <a:moveTo>
                    <a:pt x="3810" y="238772"/>
                  </a:moveTo>
                  <a:lnTo>
                    <a:pt x="0" y="23877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8772"/>
                  </a:lnTo>
                  <a:close/>
                </a:path>
                <a:path w="3810" h="252729">
                  <a:moveTo>
                    <a:pt x="3810" y="234962"/>
                  </a:moveTo>
                  <a:lnTo>
                    <a:pt x="0" y="23496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4962"/>
                  </a:lnTo>
                  <a:close/>
                </a:path>
                <a:path w="3810" h="252729">
                  <a:moveTo>
                    <a:pt x="38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2422"/>
                  </a:lnTo>
                  <a:close/>
                </a:path>
                <a:path w="3810" h="252729">
                  <a:moveTo>
                    <a:pt x="3810" y="228612"/>
                  </a:moveTo>
                  <a:lnTo>
                    <a:pt x="0" y="22861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8612"/>
                  </a:lnTo>
                  <a:close/>
                </a:path>
                <a:path w="3810" h="252729">
                  <a:moveTo>
                    <a:pt x="3810" y="226072"/>
                  </a:moveTo>
                  <a:lnTo>
                    <a:pt x="0" y="22607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6072"/>
                  </a:lnTo>
                  <a:close/>
                </a:path>
                <a:path w="3810" h="252729">
                  <a:moveTo>
                    <a:pt x="3810" y="24142"/>
                  </a:moveTo>
                  <a:lnTo>
                    <a:pt x="0" y="2414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4142"/>
                  </a:lnTo>
                  <a:close/>
                </a:path>
                <a:path w="3810" h="252729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5272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5272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980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" name="object 384"/>
            <p:cNvSpPr/>
            <p:nvPr/>
          </p:nvSpPr>
          <p:spPr>
            <a:xfrm>
              <a:off x="2269490" y="51536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3810" y="252730"/>
                  </a:lnTo>
                  <a:lnTo>
                    <a:pt x="3810" y="251472"/>
                  </a:lnTo>
                  <a:close/>
                </a:path>
                <a:path w="3810" h="252729">
                  <a:moveTo>
                    <a:pt x="3810" y="24142"/>
                  </a:moveTo>
                  <a:lnTo>
                    <a:pt x="0" y="2414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4142"/>
                  </a:lnTo>
                  <a:close/>
                </a:path>
                <a:path w="3810" h="252729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5272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5272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77E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5"/>
            <p:cNvSpPr/>
            <p:nvPr/>
          </p:nvSpPr>
          <p:spPr>
            <a:xfrm>
              <a:off x="2273300" y="51536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3810" y="252730"/>
                  </a:lnTo>
                  <a:lnTo>
                    <a:pt x="3810" y="251472"/>
                  </a:lnTo>
                  <a:close/>
                </a:path>
                <a:path w="3810" h="252729">
                  <a:moveTo>
                    <a:pt x="3810" y="247662"/>
                  </a:moveTo>
                  <a:lnTo>
                    <a:pt x="0" y="24766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47662"/>
                  </a:lnTo>
                  <a:close/>
                </a:path>
                <a:path w="3810" h="252729">
                  <a:moveTo>
                    <a:pt x="3810" y="245122"/>
                  </a:moveTo>
                  <a:lnTo>
                    <a:pt x="0" y="24512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5122"/>
                  </a:lnTo>
                  <a:close/>
                </a:path>
                <a:path w="3810" h="252729">
                  <a:moveTo>
                    <a:pt x="3810" y="241312"/>
                  </a:moveTo>
                  <a:lnTo>
                    <a:pt x="0" y="24131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1312"/>
                  </a:lnTo>
                  <a:close/>
                </a:path>
                <a:path w="3810" h="252729">
                  <a:moveTo>
                    <a:pt x="3810" y="238772"/>
                  </a:moveTo>
                  <a:lnTo>
                    <a:pt x="0" y="23877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8772"/>
                  </a:lnTo>
                  <a:close/>
                </a:path>
                <a:path w="3810" h="252729">
                  <a:moveTo>
                    <a:pt x="3810" y="234962"/>
                  </a:moveTo>
                  <a:lnTo>
                    <a:pt x="0" y="23496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4962"/>
                  </a:lnTo>
                  <a:close/>
                </a:path>
                <a:path w="3810" h="252729">
                  <a:moveTo>
                    <a:pt x="38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2422"/>
                  </a:lnTo>
                  <a:close/>
                </a:path>
                <a:path w="3810" h="252729">
                  <a:moveTo>
                    <a:pt x="3810" y="228612"/>
                  </a:moveTo>
                  <a:lnTo>
                    <a:pt x="0" y="22861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8612"/>
                  </a:lnTo>
                  <a:close/>
                </a:path>
                <a:path w="3810" h="252729">
                  <a:moveTo>
                    <a:pt x="3810" y="226072"/>
                  </a:moveTo>
                  <a:lnTo>
                    <a:pt x="0" y="22607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6072"/>
                  </a:lnTo>
                  <a:close/>
                </a:path>
                <a:path w="3810" h="252729">
                  <a:moveTo>
                    <a:pt x="3810" y="24142"/>
                  </a:moveTo>
                  <a:lnTo>
                    <a:pt x="0" y="2414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4142"/>
                  </a:lnTo>
                  <a:close/>
                </a:path>
                <a:path w="3810" h="252729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5272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5272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A80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6"/>
            <p:cNvSpPr/>
            <p:nvPr/>
          </p:nvSpPr>
          <p:spPr>
            <a:xfrm>
              <a:off x="2277110" y="51536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3810" y="252730"/>
                  </a:lnTo>
                  <a:lnTo>
                    <a:pt x="3810" y="251472"/>
                  </a:lnTo>
                  <a:close/>
                </a:path>
                <a:path w="3810" h="252729">
                  <a:moveTo>
                    <a:pt x="3810" y="24142"/>
                  </a:moveTo>
                  <a:lnTo>
                    <a:pt x="0" y="2414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4142"/>
                  </a:lnTo>
                  <a:close/>
                </a:path>
                <a:path w="3810" h="252729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5272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5272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C82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7"/>
            <p:cNvSpPr/>
            <p:nvPr/>
          </p:nvSpPr>
          <p:spPr>
            <a:xfrm>
              <a:off x="2280920" y="51536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3810" y="252730"/>
                  </a:lnTo>
                  <a:lnTo>
                    <a:pt x="3810" y="251472"/>
                  </a:lnTo>
                  <a:close/>
                </a:path>
                <a:path w="3810" h="252729">
                  <a:moveTo>
                    <a:pt x="3810" y="247662"/>
                  </a:moveTo>
                  <a:lnTo>
                    <a:pt x="0" y="24766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47662"/>
                  </a:lnTo>
                  <a:close/>
                </a:path>
                <a:path w="3810" h="252729">
                  <a:moveTo>
                    <a:pt x="3810" y="245122"/>
                  </a:moveTo>
                  <a:lnTo>
                    <a:pt x="0" y="24512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5122"/>
                  </a:lnTo>
                  <a:close/>
                </a:path>
                <a:path w="3810" h="252729">
                  <a:moveTo>
                    <a:pt x="3810" y="241312"/>
                  </a:moveTo>
                  <a:lnTo>
                    <a:pt x="0" y="24131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1312"/>
                  </a:lnTo>
                  <a:close/>
                </a:path>
                <a:path w="3810" h="252729">
                  <a:moveTo>
                    <a:pt x="3810" y="238772"/>
                  </a:moveTo>
                  <a:lnTo>
                    <a:pt x="0" y="23877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8772"/>
                  </a:lnTo>
                  <a:close/>
                </a:path>
                <a:path w="3810" h="252729">
                  <a:moveTo>
                    <a:pt x="3810" y="234962"/>
                  </a:moveTo>
                  <a:lnTo>
                    <a:pt x="0" y="23496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4962"/>
                  </a:lnTo>
                  <a:close/>
                </a:path>
                <a:path w="3810" h="252729">
                  <a:moveTo>
                    <a:pt x="38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2422"/>
                  </a:lnTo>
                  <a:close/>
                </a:path>
                <a:path w="3810" h="252729">
                  <a:moveTo>
                    <a:pt x="3810" y="228612"/>
                  </a:moveTo>
                  <a:lnTo>
                    <a:pt x="0" y="22861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8612"/>
                  </a:lnTo>
                  <a:close/>
                </a:path>
                <a:path w="3810" h="252729">
                  <a:moveTo>
                    <a:pt x="3810" y="226072"/>
                  </a:moveTo>
                  <a:lnTo>
                    <a:pt x="0" y="22607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6072"/>
                  </a:lnTo>
                  <a:close/>
                </a:path>
                <a:path w="3810" h="252729">
                  <a:moveTo>
                    <a:pt x="3810" y="24142"/>
                  </a:moveTo>
                  <a:lnTo>
                    <a:pt x="0" y="2414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4142"/>
                  </a:lnTo>
                  <a:close/>
                </a:path>
                <a:path w="3810" h="252729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5272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5272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F84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" name="object 388"/>
            <p:cNvSpPr/>
            <p:nvPr/>
          </p:nvSpPr>
          <p:spPr>
            <a:xfrm>
              <a:off x="2284730" y="5153659"/>
              <a:ext cx="2540" cy="252729"/>
            </a:xfrm>
            <a:custGeom>
              <a:avLst/>
              <a:gdLst/>
              <a:ahLst/>
              <a:cxnLst/>
              <a:rect l="l" t="t" r="r" b="b"/>
              <a:pathLst>
                <a:path w="2539" h="252729">
                  <a:moveTo>
                    <a:pt x="254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2540" y="252730"/>
                  </a:lnTo>
                  <a:lnTo>
                    <a:pt x="2540" y="251472"/>
                  </a:lnTo>
                  <a:close/>
                </a:path>
                <a:path w="2539" h="252729">
                  <a:moveTo>
                    <a:pt x="2540" y="247662"/>
                  </a:moveTo>
                  <a:lnTo>
                    <a:pt x="0" y="247662"/>
                  </a:lnTo>
                  <a:lnTo>
                    <a:pt x="0" y="251460"/>
                  </a:lnTo>
                  <a:lnTo>
                    <a:pt x="2540" y="251460"/>
                  </a:lnTo>
                  <a:lnTo>
                    <a:pt x="2540" y="247662"/>
                  </a:lnTo>
                  <a:close/>
                </a:path>
                <a:path w="2539" h="252729">
                  <a:moveTo>
                    <a:pt x="2540" y="245122"/>
                  </a:moveTo>
                  <a:lnTo>
                    <a:pt x="0" y="245122"/>
                  </a:lnTo>
                  <a:lnTo>
                    <a:pt x="0" y="247650"/>
                  </a:lnTo>
                  <a:lnTo>
                    <a:pt x="2540" y="247650"/>
                  </a:lnTo>
                  <a:lnTo>
                    <a:pt x="2540" y="245122"/>
                  </a:lnTo>
                  <a:close/>
                </a:path>
                <a:path w="2539" h="252729">
                  <a:moveTo>
                    <a:pt x="2540" y="241312"/>
                  </a:moveTo>
                  <a:lnTo>
                    <a:pt x="0" y="241312"/>
                  </a:lnTo>
                  <a:lnTo>
                    <a:pt x="0" y="245110"/>
                  </a:lnTo>
                  <a:lnTo>
                    <a:pt x="2540" y="245110"/>
                  </a:lnTo>
                  <a:lnTo>
                    <a:pt x="2540" y="241312"/>
                  </a:lnTo>
                  <a:close/>
                </a:path>
                <a:path w="2539" h="252729">
                  <a:moveTo>
                    <a:pt x="2540" y="238772"/>
                  </a:moveTo>
                  <a:lnTo>
                    <a:pt x="0" y="238772"/>
                  </a:lnTo>
                  <a:lnTo>
                    <a:pt x="0" y="241300"/>
                  </a:lnTo>
                  <a:lnTo>
                    <a:pt x="2540" y="241300"/>
                  </a:lnTo>
                  <a:lnTo>
                    <a:pt x="2540" y="238772"/>
                  </a:lnTo>
                  <a:close/>
                </a:path>
                <a:path w="2539" h="252729">
                  <a:moveTo>
                    <a:pt x="2540" y="234962"/>
                  </a:moveTo>
                  <a:lnTo>
                    <a:pt x="0" y="234962"/>
                  </a:lnTo>
                  <a:lnTo>
                    <a:pt x="0" y="238760"/>
                  </a:lnTo>
                  <a:lnTo>
                    <a:pt x="2540" y="238760"/>
                  </a:lnTo>
                  <a:lnTo>
                    <a:pt x="2540" y="234962"/>
                  </a:lnTo>
                  <a:close/>
                </a:path>
                <a:path w="2539" h="252729">
                  <a:moveTo>
                    <a:pt x="254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540" y="234950"/>
                  </a:lnTo>
                  <a:lnTo>
                    <a:pt x="2540" y="232422"/>
                  </a:lnTo>
                  <a:close/>
                </a:path>
                <a:path w="2539" h="252729">
                  <a:moveTo>
                    <a:pt x="2540" y="228612"/>
                  </a:moveTo>
                  <a:lnTo>
                    <a:pt x="0" y="228612"/>
                  </a:lnTo>
                  <a:lnTo>
                    <a:pt x="0" y="232410"/>
                  </a:lnTo>
                  <a:lnTo>
                    <a:pt x="2540" y="232410"/>
                  </a:lnTo>
                  <a:lnTo>
                    <a:pt x="2540" y="228612"/>
                  </a:lnTo>
                  <a:close/>
                </a:path>
                <a:path w="2539" h="252729">
                  <a:moveTo>
                    <a:pt x="2540" y="226072"/>
                  </a:moveTo>
                  <a:lnTo>
                    <a:pt x="0" y="226072"/>
                  </a:lnTo>
                  <a:lnTo>
                    <a:pt x="0" y="228600"/>
                  </a:lnTo>
                  <a:lnTo>
                    <a:pt x="2540" y="228600"/>
                  </a:lnTo>
                  <a:lnTo>
                    <a:pt x="2540" y="226072"/>
                  </a:lnTo>
                  <a:close/>
                </a:path>
                <a:path w="2539" h="252729">
                  <a:moveTo>
                    <a:pt x="2540" y="24142"/>
                  </a:moveTo>
                  <a:lnTo>
                    <a:pt x="0" y="24142"/>
                  </a:lnTo>
                  <a:lnTo>
                    <a:pt x="0" y="226060"/>
                  </a:lnTo>
                  <a:lnTo>
                    <a:pt x="2540" y="226060"/>
                  </a:lnTo>
                  <a:lnTo>
                    <a:pt x="2540" y="24142"/>
                  </a:lnTo>
                  <a:close/>
                </a:path>
                <a:path w="2539" h="252729">
                  <a:moveTo>
                    <a:pt x="254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540" y="24130"/>
                  </a:lnTo>
                  <a:lnTo>
                    <a:pt x="2540" y="17792"/>
                  </a:lnTo>
                  <a:close/>
                </a:path>
                <a:path w="2539" h="252729">
                  <a:moveTo>
                    <a:pt x="254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2540" y="17780"/>
                  </a:lnTo>
                  <a:lnTo>
                    <a:pt x="2540" y="11442"/>
                  </a:lnTo>
                  <a:close/>
                </a:path>
                <a:path w="2539" h="252729">
                  <a:moveTo>
                    <a:pt x="254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5092"/>
                  </a:lnTo>
                  <a:close/>
                </a:path>
                <a:path w="2539" h="252729">
                  <a:moveTo>
                    <a:pt x="25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72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" name="object 389"/>
            <p:cNvSpPr/>
            <p:nvPr/>
          </p:nvSpPr>
          <p:spPr>
            <a:xfrm>
              <a:off x="2287270" y="51536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3810" y="252730"/>
                  </a:lnTo>
                  <a:lnTo>
                    <a:pt x="3810" y="251472"/>
                  </a:lnTo>
                  <a:close/>
                </a:path>
                <a:path w="3810" h="252729">
                  <a:moveTo>
                    <a:pt x="3810" y="247662"/>
                  </a:moveTo>
                  <a:lnTo>
                    <a:pt x="0" y="24766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47662"/>
                  </a:lnTo>
                  <a:close/>
                </a:path>
                <a:path w="3810" h="252729">
                  <a:moveTo>
                    <a:pt x="3810" y="245122"/>
                  </a:moveTo>
                  <a:lnTo>
                    <a:pt x="0" y="24512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5122"/>
                  </a:lnTo>
                  <a:close/>
                </a:path>
                <a:path w="3810" h="252729">
                  <a:moveTo>
                    <a:pt x="3810" y="241312"/>
                  </a:moveTo>
                  <a:lnTo>
                    <a:pt x="0" y="24131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1312"/>
                  </a:lnTo>
                  <a:close/>
                </a:path>
                <a:path w="3810" h="252729">
                  <a:moveTo>
                    <a:pt x="3810" y="238772"/>
                  </a:moveTo>
                  <a:lnTo>
                    <a:pt x="0" y="23877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8772"/>
                  </a:lnTo>
                  <a:close/>
                </a:path>
                <a:path w="3810" h="252729">
                  <a:moveTo>
                    <a:pt x="3810" y="234962"/>
                  </a:moveTo>
                  <a:lnTo>
                    <a:pt x="0" y="23496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4962"/>
                  </a:lnTo>
                  <a:close/>
                </a:path>
                <a:path w="3810" h="252729">
                  <a:moveTo>
                    <a:pt x="38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2422"/>
                  </a:lnTo>
                  <a:close/>
                </a:path>
                <a:path w="3810" h="252729">
                  <a:moveTo>
                    <a:pt x="3810" y="228612"/>
                  </a:moveTo>
                  <a:lnTo>
                    <a:pt x="0" y="22861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8612"/>
                  </a:lnTo>
                  <a:close/>
                </a:path>
                <a:path w="3810" h="252729">
                  <a:moveTo>
                    <a:pt x="3810" y="226072"/>
                  </a:moveTo>
                  <a:lnTo>
                    <a:pt x="0" y="22607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6072"/>
                  </a:lnTo>
                  <a:close/>
                </a:path>
                <a:path w="3810" h="252729">
                  <a:moveTo>
                    <a:pt x="3810" y="24142"/>
                  </a:moveTo>
                  <a:lnTo>
                    <a:pt x="0" y="2414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4142"/>
                  </a:lnTo>
                  <a:close/>
                </a:path>
                <a:path w="3810" h="252729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5272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5272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" name="object 390"/>
            <p:cNvSpPr/>
            <p:nvPr/>
          </p:nvSpPr>
          <p:spPr>
            <a:xfrm>
              <a:off x="2291080" y="51536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3810" y="252730"/>
                  </a:lnTo>
                  <a:lnTo>
                    <a:pt x="3810" y="251472"/>
                  </a:lnTo>
                  <a:close/>
                </a:path>
                <a:path w="3810" h="252729">
                  <a:moveTo>
                    <a:pt x="3810" y="24142"/>
                  </a:moveTo>
                  <a:lnTo>
                    <a:pt x="0" y="2414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4142"/>
                  </a:lnTo>
                  <a:close/>
                </a:path>
                <a:path w="3810" h="252729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5272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5272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" name="object 391"/>
            <p:cNvSpPr/>
            <p:nvPr/>
          </p:nvSpPr>
          <p:spPr>
            <a:xfrm>
              <a:off x="2294889" y="51536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254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10" h="252729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252729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252729">
                  <a:moveTo>
                    <a:pt x="381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7780"/>
                  </a:lnTo>
                  <a:close/>
                </a:path>
                <a:path w="3810" h="252729">
                  <a:moveTo>
                    <a:pt x="3810" y="24130"/>
                  </a:moveTo>
                  <a:lnTo>
                    <a:pt x="0" y="2413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4130"/>
                  </a:lnTo>
                  <a:close/>
                </a:path>
                <a:path w="3810" h="252729">
                  <a:moveTo>
                    <a:pt x="3810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6059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3810" y="234949"/>
                  </a:lnTo>
                  <a:lnTo>
                    <a:pt x="3810" y="232409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3810" y="238759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8759"/>
                  </a:moveTo>
                  <a:lnTo>
                    <a:pt x="0" y="238759"/>
                  </a:lnTo>
                  <a:lnTo>
                    <a:pt x="0" y="241299"/>
                  </a:lnTo>
                  <a:lnTo>
                    <a:pt x="3810" y="241299"/>
                  </a:lnTo>
                  <a:lnTo>
                    <a:pt x="3810" y="238759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109"/>
                  </a:lnTo>
                  <a:lnTo>
                    <a:pt x="3810" y="245109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45109"/>
                  </a:moveTo>
                  <a:lnTo>
                    <a:pt x="0" y="245109"/>
                  </a:lnTo>
                  <a:lnTo>
                    <a:pt x="0" y="247649"/>
                  </a:lnTo>
                  <a:lnTo>
                    <a:pt x="3810" y="247649"/>
                  </a:lnTo>
                  <a:lnTo>
                    <a:pt x="3810" y="245109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59"/>
                  </a:lnTo>
                  <a:lnTo>
                    <a:pt x="3810" y="251459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2540" y="251459"/>
                  </a:moveTo>
                  <a:lnTo>
                    <a:pt x="0" y="251459"/>
                  </a:lnTo>
                  <a:lnTo>
                    <a:pt x="0" y="252729"/>
                  </a:lnTo>
                  <a:lnTo>
                    <a:pt x="2540" y="252729"/>
                  </a:lnTo>
                  <a:lnTo>
                    <a:pt x="2540" y="251459"/>
                  </a:lnTo>
                  <a:close/>
                </a:path>
              </a:pathLst>
            </a:custGeom>
            <a:solidFill>
              <a:srgbClr val="7A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" name="object 392"/>
            <p:cNvSpPr/>
            <p:nvPr/>
          </p:nvSpPr>
          <p:spPr>
            <a:xfrm>
              <a:off x="2298700" y="5154930"/>
              <a:ext cx="3810" cy="250190"/>
            </a:xfrm>
            <a:custGeom>
              <a:avLst/>
              <a:gdLst/>
              <a:ahLst/>
              <a:cxnLst/>
              <a:rect l="l" t="t" r="r" b="b"/>
              <a:pathLst>
                <a:path w="3810" h="250189">
                  <a:moveTo>
                    <a:pt x="3810" y="246392"/>
                  </a:moveTo>
                  <a:lnTo>
                    <a:pt x="0" y="24639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6392"/>
                  </a:lnTo>
                  <a:close/>
                </a:path>
                <a:path w="3810" h="250189">
                  <a:moveTo>
                    <a:pt x="381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3852"/>
                  </a:lnTo>
                  <a:close/>
                </a:path>
                <a:path w="3810" h="250189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10" h="250189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10" h="250189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10" h="250189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10" h="250189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50189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50189">
                  <a:moveTo>
                    <a:pt x="3810" y="22872"/>
                  </a:moveTo>
                  <a:lnTo>
                    <a:pt x="0" y="2287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872"/>
                  </a:lnTo>
                  <a:close/>
                </a:path>
                <a:path w="3810" h="250189">
                  <a:moveTo>
                    <a:pt x="3810" y="16522"/>
                  </a:moveTo>
                  <a:lnTo>
                    <a:pt x="0" y="1652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22"/>
                  </a:lnTo>
                  <a:close/>
                </a:path>
                <a:path w="3810" h="250189">
                  <a:moveTo>
                    <a:pt x="381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72"/>
                  </a:lnTo>
                  <a:close/>
                </a:path>
                <a:path w="3810" h="250189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10" h="250189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" name="object 393"/>
            <p:cNvSpPr/>
            <p:nvPr/>
          </p:nvSpPr>
          <p:spPr>
            <a:xfrm>
              <a:off x="2302510" y="5154930"/>
              <a:ext cx="3810" cy="250190"/>
            </a:xfrm>
            <a:custGeom>
              <a:avLst/>
              <a:gdLst/>
              <a:ahLst/>
              <a:cxnLst/>
              <a:rect l="l" t="t" r="r" b="b"/>
              <a:pathLst>
                <a:path w="3810" h="250189">
                  <a:moveTo>
                    <a:pt x="380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10" h="250189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10" h="250189">
                  <a:moveTo>
                    <a:pt x="380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0160"/>
                  </a:lnTo>
                  <a:close/>
                </a:path>
                <a:path w="3810" h="250189">
                  <a:moveTo>
                    <a:pt x="3809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16510"/>
                  </a:lnTo>
                  <a:close/>
                </a:path>
                <a:path w="3810" h="250189">
                  <a:moveTo>
                    <a:pt x="3809" y="22860"/>
                  </a:moveTo>
                  <a:lnTo>
                    <a:pt x="0" y="22860"/>
                  </a:lnTo>
                  <a:lnTo>
                    <a:pt x="0" y="224790"/>
                  </a:lnTo>
                  <a:lnTo>
                    <a:pt x="3809" y="224790"/>
                  </a:lnTo>
                  <a:lnTo>
                    <a:pt x="3809" y="22860"/>
                  </a:lnTo>
                  <a:close/>
                </a:path>
                <a:path w="3810" h="250189">
                  <a:moveTo>
                    <a:pt x="3809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09" y="227330"/>
                  </a:lnTo>
                  <a:lnTo>
                    <a:pt x="3809" y="224790"/>
                  </a:lnTo>
                  <a:close/>
                </a:path>
                <a:path w="3810" h="250189">
                  <a:moveTo>
                    <a:pt x="3809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3809" y="231140"/>
                  </a:lnTo>
                  <a:lnTo>
                    <a:pt x="3809" y="227330"/>
                  </a:lnTo>
                  <a:close/>
                </a:path>
                <a:path w="3810" h="250189">
                  <a:moveTo>
                    <a:pt x="3809" y="231140"/>
                  </a:moveTo>
                  <a:lnTo>
                    <a:pt x="0" y="231140"/>
                  </a:lnTo>
                  <a:lnTo>
                    <a:pt x="0" y="233680"/>
                  </a:lnTo>
                  <a:lnTo>
                    <a:pt x="3809" y="233680"/>
                  </a:lnTo>
                  <a:lnTo>
                    <a:pt x="3809" y="231140"/>
                  </a:lnTo>
                  <a:close/>
                </a:path>
                <a:path w="3810" h="250189">
                  <a:moveTo>
                    <a:pt x="3809" y="233680"/>
                  </a:moveTo>
                  <a:lnTo>
                    <a:pt x="0" y="233680"/>
                  </a:lnTo>
                  <a:lnTo>
                    <a:pt x="0" y="237490"/>
                  </a:lnTo>
                  <a:lnTo>
                    <a:pt x="3809" y="237490"/>
                  </a:lnTo>
                  <a:lnTo>
                    <a:pt x="3809" y="233680"/>
                  </a:lnTo>
                  <a:close/>
                </a:path>
                <a:path w="3810" h="250189">
                  <a:moveTo>
                    <a:pt x="3809" y="237490"/>
                  </a:moveTo>
                  <a:lnTo>
                    <a:pt x="0" y="237490"/>
                  </a:lnTo>
                  <a:lnTo>
                    <a:pt x="0" y="240030"/>
                  </a:lnTo>
                  <a:lnTo>
                    <a:pt x="3809" y="240030"/>
                  </a:lnTo>
                  <a:lnTo>
                    <a:pt x="3809" y="237490"/>
                  </a:lnTo>
                  <a:close/>
                </a:path>
                <a:path w="3810" h="250189">
                  <a:moveTo>
                    <a:pt x="3809" y="240030"/>
                  </a:moveTo>
                  <a:lnTo>
                    <a:pt x="0" y="240030"/>
                  </a:lnTo>
                  <a:lnTo>
                    <a:pt x="0" y="243840"/>
                  </a:lnTo>
                  <a:lnTo>
                    <a:pt x="3809" y="243840"/>
                  </a:lnTo>
                  <a:lnTo>
                    <a:pt x="3809" y="240030"/>
                  </a:lnTo>
                  <a:close/>
                </a:path>
                <a:path w="3810" h="250189">
                  <a:moveTo>
                    <a:pt x="3809" y="243840"/>
                  </a:moveTo>
                  <a:lnTo>
                    <a:pt x="0" y="243840"/>
                  </a:lnTo>
                  <a:lnTo>
                    <a:pt x="0" y="246380"/>
                  </a:lnTo>
                  <a:lnTo>
                    <a:pt x="3809" y="246380"/>
                  </a:lnTo>
                  <a:lnTo>
                    <a:pt x="3809" y="243840"/>
                  </a:lnTo>
                  <a:close/>
                </a:path>
                <a:path w="3810" h="250189">
                  <a:moveTo>
                    <a:pt x="3809" y="246380"/>
                  </a:moveTo>
                  <a:lnTo>
                    <a:pt x="0" y="246380"/>
                  </a:lnTo>
                  <a:lnTo>
                    <a:pt x="0" y="250190"/>
                  </a:lnTo>
                  <a:lnTo>
                    <a:pt x="2539" y="250190"/>
                  </a:lnTo>
                  <a:lnTo>
                    <a:pt x="2539" y="248920"/>
                  </a:lnTo>
                  <a:lnTo>
                    <a:pt x="3809" y="248920"/>
                  </a:lnTo>
                  <a:lnTo>
                    <a:pt x="3809" y="246380"/>
                  </a:lnTo>
                  <a:close/>
                </a:path>
              </a:pathLst>
            </a:custGeom>
            <a:solidFill>
              <a:srgbClr val="7F9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" name="object 394"/>
            <p:cNvSpPr/>
            <p:nvPr/>
          </p:nvSpPr>
          <p:spPr>
            <a:xfrm>
              <a:off x="2306320" y="5154930"/>
              <a:ext cx="2540" cy="224790"/>
            </a:xfrm>
            <a:custGeom>
              <a:avLst/>
              <a:gdLst/>
              <a:ahLst/>
              <a:cxnLst/>
              <a:rect l="l" t="t" r="r" b="b"/>
              <a:pathLst>
                <a:path w="2539" h="224789">
                  <a:moveTo>
                    <a:pt x="2540" y="22872"/>
                  </a:moveTo>
                  <a:lnTo>
                    <a:pt x="0" y="22872"/>
                  </a:lnTo>
                  <a:lnTo>
                    <a:pt x="0" y="224790"/>
                  </a:lnTo>
                  <a:lnTo>
                    <a:pt x="2540" y="224790"/>
                  </a:lnTo>
                  <a:lnTo>
                    <a:pt x="2540" y="22872"/>
                  </a:lnTo>
                  <a:close/>
                </a:path>
                <a:path w="2539" h="224789">
                  <a:moveTo>
                    <a:pt x="2540" y="16522"/>
                  </a:moveTo>
                  <a:lnTo>
                    <a:pt x="0" y="16522"/>
                  </a:lnTo>
                  <a:lnTo>
                    <a:pt x="0" y="22860"/>
                  </a:lnTo>
                  <a:lnTo>
                    <a:pt x="2540" y="22860"/>
                  </a:lnTo>
                  <a:lnTo>
                    <a:pt x="2540" y="16522"/>
                  </a:lnTo>
                  <a:close/>
                </a:path>
                <a:path w="2539" h="224789">
                  <a:moveTo>
                    <a:pt x="254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2540" y="16510"/>
                  </a:lnTo>
                  <a:lnTo>
                    <a:pt x="2540" y="10172"/>
                  </a:lnTo>
                  <a:close/>
                </a:path>
                <a:path w="2539" h="224789">
                  <a:moveTo>
                    <a:pt x="254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2540" y="10160"/>
                  </a:lnTo>
                  <a:lnTo>
                    <a:pt x="2540" y="3822"/>
                  </a:lnTo>
                  <a:close/>
                </a:path>
                <a:path w="2539" h="224789">
                  <a:moveTo>
                    <a:pt x="254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40" y="381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8294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" name="object 395"/>
            <p:cNvSpPr/>
            <p:nvPr/>
          </p:nvSpPr>
          <p:spPr>
            <a:xfrm>
              <a:off x="2308860" y="5154930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10" h="248920">
                  <a:moveTo>
                    <a:pt x="381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3852"/>
                  </a:lnTo>
                  <a:close/>
                </a:path>
                <a:path w="3810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10" h="248920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10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10" h="248920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10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48920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48920">
                  <a:moveTo>
                    <a:pt x="3810" y="22872"/>
                  </a:moveTo>
                  <a:lnTo>
                    <a:pt x="0" y="2287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872"/>
                  </a:lnTo>
                  <a:close/>
                </a:path>
                <a:path w="3810" h="248920">
                  <a:moveTo>
                    <a:pt x="3810" y="16522"/>
                  </a:moveTo>
                  <a:lnTo>
                    <a:pt x="0" y="1652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22"/>
                  </a:lnTo>
                  <a:close/>
                </a:path>
                <a:path w="3810" h="248920">
                  <a:moveTo>
                    <a:pt x="381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72"/>
                  </a:lnTo>
                  <a:close/>
                </a:path>
                <a:path w="3810" h="248920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496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6"/>
            <p:cNvSpPr/>
            <p:nvPr/>
          </p:nvSpPr>
          <p:spPr>
            <a:xfrm>
              <a:off x="2312670" y="5154930"/>
              <a:ext cx="3810" cy="224790"/>
            </a:xfrm>
            <a:custGeom>
              <a:avLst/>
              <a:gdLst/>
              <a:ahLst/>
              <a:cxnLst/>
              <a:rect l="l" t="t" r="r" b="b"/>
              <a:pathLst>
                <a:path w="3810" h="224789">
                  <a:moveTo>
                    <a:pt x="3810" y="22872"/>
                  </a:moveTo>
                  <a:lnTo>
                    <a:pt x="0" y="2287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872"/>
                  </a:lnTo>
                  <a:close/>
                </a:path>
                <a:path w="3810" h="224789">
                  <a:moveTo>
                    <a:pt x="3810" y="16522"/>
                  </a:moveTo>
                  <a:lnTo>
                    <a:pt x="0" y="1652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22"/>
                  </a:lnTo>
                  <a:close/>
                </a:path>
                <a:path w="3810" h="224789">
                  <a:moveTo>
                    <a:pt x="381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72"/>
                  </a:lnTo>
                  <a:close/>
                </a:path>
                <a:path w="3810" h="224789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10" h="224789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799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" name="object 397"/>
            <p:cNvSpPr/>
            <p:nvPr/>
          </p:nvSpPr>
          <p:spPr>
            <a:xfrm>
              <a:off x="2316480" y="5154930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10" h="248920">
                  <a:moveTo>
                    <a:pt x="381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3852"/>
                  </a:lnTo>
                  <a:close/>
                </a:path>
                <a:path w="3810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10" h="248920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10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10" h="248920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10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48920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48920">
                  <a:moveTo>
                    <a:pt x="3810" y="22872"/>
                  </a:moveTo>
                  <a:lnTo>
                    <a:pt x="0" y="2287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872"/>
                  </a:lnTo>
                  <a:close/>
                </a:path>
                <a:path w="3810" h="248920">
                  <a:moveTo>
                    <a:pt x="3810" y="16522"/>
                  </a:moveTo>
                  <a:lnTo>
                    <a:pt x="0" y="1652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22"/>
                  </a:lnTo>
                  <a:close/>
                </a:path>
                <a:path w="3810" h="248920">
                  <a:moveTo>
                    <a:pt x="381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72"/>
                  </a:lnTo>
                  <a:close/>
                </a:path>
                <a:path w="3810" h="248920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" name="object 398"/>
            <p:cNvSpPr/>
            <p:nvPr/>
          </p:nvSpPr>
          <p:spPr>
            <a:xfrm>
              <a:off x="2320290" y="5154930"/>
              <a:ext cx="3810" cy="224790"/>
            </a:xfrm>
            <a:custGeom>
              <a:avLst/>
              <a:gdLst/>
              <a:ahLst/>
              <a:cxnLst/>
              <a:rect l="l" t="t" r="r" b="b"/>
              <a:pathLst>
                <a:path w="3810" h="224789">
                  <a:moveTo>
                    <a:pt x="3810" y="22872"/>
                  </a:moveTo>
                  <a:lnTo>
                    <a:pt x="0" y="2287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872"/>
                  </a:lnTo>
                  <a:close/>
                </a:path>
                <a:path w="3810" h="224789">
                  <a:moveTo>
                    <a:pt x="3810" y="16522"/>
                  </a:moveTo>
                  <a:lnTo>
                    <a:pt x="0" y="1652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22"/>
                  </a:lnTo>
                  <a:close/>
                </a:path>
                <a:path w="3810" h="224789">
                  <a:moveTo>
                    <a:pt x="381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72"/>
                  </a:lnTo>
                  <a:close/>
                </a:path>
                <a:path w="3810" h="224789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10" h="224789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" name="object 399"/>
            <p:cNvSpPr/>
            <p:nvPr/>
          </p:nvSpPr>
          <p:spPr>
            <a:xfrm>
              <a:off x="2324100" y="5156200"/>
              <a:ext cx="3810" cy="246379"/>
            </a:xfrm>
            <a:custGeom>
              <a:avLst/>
              <a:gdLst/>
              <a:ahLst/>
              <a:cxnLst/>
              <a:rect l="l" t="t" r="r" b="b"/>
              <a:pathLst>
                <a:path w="3810" h="246379">
                  <a:moveTo>
                    <a:pt x="3810" y="245122"/>
                  </a:moveTo>
                  <a:lnTo>
                    <a:pt x="0" y="24512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5122"/>
                  </a:lnTo>
                  <a:close/>
                </a:path>
                <a:path w="3810" h="246379">
                  <a:moveTo>
                    <a:pt x="3810" y="242582"/>
                  </a:moveTo>
                  <a:lnTo>
                    <a:pt x="0" y="24258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2582"/>
                  </a:lnTo>
                  <a:close/>
                </a:path>
                <a:path w="3810" h="246379">
                  <a:moveTo>
                    <a:pt x="3810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8772"/>
                  </a:lnTo>
                  <a:close/>
                </a:path>
                <a:path w="3810" h="246379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10" h="246379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10" h="246379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10" h="246379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10" h="246379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10" h="246379">
                  <a:moveTo>
                    <a:pt x="3810" y="21602"/>
                  </a:moveTo>
                  <a:lnTo>
                    <a:pt x="0" y="2160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602"/>
                  </a:lnTo>
                  <a:close/>
                </a:path>
                <a:path w="3810" h="246379">
                  <a:moveTo>
                    <a:pt x="3810" y="15252"/>
                  </a:moveTo>
                  <a:lnTo>
                    <a:pt x="0" y="1525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5252"/>
                  </a:lnTo>
                  <a:close/>
                </a:path>
                <a:path w="3810" h="246379">
                  <a:moveTo>
                    <a:pt x="381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8902"/>
                  </a:lnTo>
                  <a:close/>
                </a:path>
                <a:path w="3810" h="246379">
                  <a:moveTo>
                    <a:pt x="381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2552"/>
                  </a:lnTo>
                  <a:close/>
                </a:path>
                <a:path w="3810" h="246379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F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" name="object 400"/>
            <p:cNvSpPr/>
            <p:nvPr/>
          </p:nvSpPr>
          <p:spPr>
            <a:xfrm>
              <a:off x="2327910" y="5156200"/>
              <a:ext cx="3810" cy="246379"/>
            </a:xfrm>
            <a:custGeom>
              <a:avLst/>
              <a:gdLst/>
              <a:ahLst/>
              <a:cxnLst/>
              <a:rect l="l" t="t" r="r" b="b"/>
              <a:pathLst>
                <a:path w="3810" h="246379">
                  <a:moveTo>
                    <a:pt x="2540" y="245122"/>
                  </a:moveTo>
                  <a:lnTo>
                    <a:pt x="0" y="245122"/>
                  </a:lnTo>
                  <a:lnTo>
                    <a:pt x="0" y="246380"/>
                  </a:lnTo>
                  <a:lnTo>
                    <a:pt x="2540" y="246380"/>
                  </a:lnTo>
                  <a:lnTo>
                    <a:pt x="2540" y="245122"/>
                  </a:lnTo>
                  <a:close/>
                </a:path>
                <a:path w="3810" h="246379">
                  <a:moveTo>
                    <a:pt x="3810" y="21602"/>
                  </a:moveTo>
                  <a:lnTo>
                    <a:pt x="0" y="2160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602"/>
                  </a:lnTo>
                  <a:close/>
                </a:path>
                <a:path w="3810" h="246379">
                  <a:moveTo>
                    <a:pt x="3810" y="15252"/>
                  </a:moveTo>
                  <a:lnTo>
                    <a:pt x="0" y="1525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5252"/>
                  </a:lnTo>
                  <a:close/>
                </a:path>
                <a:path w="3810" h="246379">
                  <a:moveTo>
                    <a:pt x="381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8902"/>
                  </a:lnTo>
                  <a:close/>
                </a:path>
                <a:path w="3810" h="246379">
                  <a:moveTo>
                    <a:pt x="381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2552"/>
                  </a:lnTo>
                  <a:close/>
                </a:path>
                <a:path w="3810" h="246379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" name="object 401"/>
            <p:cNvSpPr/>
            <p:nvPr/>
          </p:nvSpPr>
          <p:spPr>
            <a:xfrm>
              <a:off x="2331720" y="5156200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10" h="245110">
                  <a:moveTo>
                    <a:pt x="3810" y="242582"/>
                  </a:moveTo>
                  <a:lnTo>
                    <a:pt x="0" y="24258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2582"/>
                  </a:lnTo>
                  <a:close/>
                </a:path>
                <a:path w="3810" h="245110">
                  <a:moveTo>
                    <a:pt x="3810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8772"/>
                  </a:lnTo>
                  <a:close/>
                </a:path>
                <a:path w="3810" h="245110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10" h="245110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10" h="245110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10" h="245110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10" h="245110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10" h="245110">
                  <a:moveTo>
                    <a:pt x="3810" y="21602"/>
                  </a:moveTo>
                  <a:lnTo>
                    <a:pt x="0" y="2160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602"/>
                  </a:lnTo>
                  <a:close/>
                </a:path>
                <a:path w="3810" h="245110">
                  <a:moveTo>
                    <a:pt x="3810" y="15252"/>
                  </a:moveTo>
                  <a:lnTo>
                    <a:pt x="0" y="1525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5252"/>
                  </a:lnTo>
                  <a:close/>
                </a:path>
                <a:path w="3810" h="245110">
                  <a:moveTo>
                    <a:pt x="381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8902"/>
                  </a:lnTo>
                  <a:close/>
                </a:path>
                <a:path w="3810" h="245110">
                  <a:moveTo>
                    <a:pt x="381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2552"/>
                  </a:lnTo>
                  <a:close/>
                </a:path>
                <a:path w="3810" h="24511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" name="object 402"/>
            <p:cNvSpPr/>
            <p:nvPr/>
          </p:nvSpPr>
          <p:spPr>
            <a:xfrm>
              <a:off x="2335530" y="5157469"/>
              <a:ext cx="2540" cy="222250"/>
            </a:xfrm>
            <a:custGeom>
              <a:avLst/>
              <a:gdLst/>
              <a:ahLst/>
              <a:cxnLst/>
              <a:rect l="l" t="t" r="r" b="b"/>
              <a:pathLst>
                <a:path w="2539" h="222250">
                  <a:moveTo>
                    <a:pt x="2540" y="20332"/>
                  </a:moveTo>
                  <a:lnTo>
                    <a:pt x="0" y="20332"/>
                  </a:lnTo>
                  <a:lnTo>
                    <a:pt x="0" y="222250"/>
                  </a:lnTo>
                  <a:lnTo>
                    <a:pt x="2540" y="222250"/>
                  </a:lnTo>
                  <a:lnTo>
                    <a:pt x="2540" y="20332"/>
                  </a:lnTo>
                  <a:close/>
                </a:path>
                <a:path w="2539" h="222250">
                  <a:moveTo>
                    <a:pt x="254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2540" y="20320"/>
                  </a:lnTo>
                  <a:lnTo>
                    <a:pt x="2540" y="13982"/>
                  </a:lnTo>
                  <a:close/>
                </a:path>
                <a:path w="2539" h="222250">
                  <a:moveTo>
                    <a:pt x="254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2540" y="13970"/>
                  </a:lnTo>
                  <a:lnTo>
                    <a:pt x="2540" y="7632"/>
                  </a:lnTo>
                  <a:close/>
                </a:path>
                <a:path w="2539" h="222250">
                  <a:moveTo>
                    <a:pt x="254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1282"/>
                  </a:lnTo>
                  <a:close/>
                </a:path>
                <a:path w="2539" h="222250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97A6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" name="object 403"/>
            <p:cNvSpPr/>
            <p:nvPr/>
          </p:nvSpPr>
          <p:spPr>
            <a:xfrm>
              <a:off x="2338070" y="5157469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10" h="243839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10" h="243839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10" h="243839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10" h="243839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10" h="243839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10" h="243839">
                  <a:moveTo>
                    <a:pt x="381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4802"/>
                  </a:lnTo>
                  <a:close/>
                </a:path>
                <a:path w="3810" h="243839">
                  <a:moveTo>
                    <a:pt x="381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2262"/>
                  </a:lnTo>
                  <a:close/>
                </a:path>
                <a:path w="3810" h="243839">
                  <a:moveTo>
                    <a:pt x="3810" y="20332"/>
                  </a:moveTo>
                  <a:lnTo>
                    <a:pt x="0" y="2033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0332"/>
                  </a:lnTo>
                  <a:close/>
                </a:path>
                <a:path w="3810" h="243839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43839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43839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43839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9A8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" name="object 404"/>
            <p:cNvSpPr/>
            <p:nvPr/>
          </p:nvSpPr>
          <p:spPr>
            <a:xfrm>
              <a:off x="2341880" y="5157469"/>
              <a:ext cx="3810" cy="222250"/>
            </a:xfrm>
            <a:custGeom>
              <a:avLst/>
              <a:gdLst/>
              <a:ahLst/>
              <a:cxnLst/>
              <a:rect l="l" t="t" r="r" b="b"/>
              <a:pathLst>
                <a:path w="3810" h="222250">
                  <a:moveTo>
                    <a:pt x="12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3810" h="222250">
                  <a:moveTo>
                    <a:pt x="3810" y="20332"/>
                  </a:moveTo>
                  <a:lnTo>
                    <a:pt x="0" y="2033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0332"/>
                  </a:lnTo>
                  <a:close/>
                </a:path>
                <a:path w="3810" h="22225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2225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2225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</a:pathLst>
            </a:custGeom>
            <a:solidFill>
              <a:srgbClr val="9CA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" name="object 405"/>
            <p:cNvSpPr/>
            <p:nvPr/>
          </p:nvSpPr>
          <p:spPr>
            <a:xfrm>
              <a:off x="2345689" y="5158739"/>
              <a:ext cx="3810" cy="242570"/>
            </a:xfrm>
            <a:custGeom>
              <a:avLst/>
              <a:gdLst/>
              <a:ahLst/>
              <a:cxnLst/>
              <a:rect l="l" t="t" r="r" b="b"/>
              <a:pathLst>
                <a:path w="3810" h="242570">
                  <a:moveTo>
                    <a:pt x="254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10" h="242570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10" h="242570">
                  <a:moveTo>
                    <a:pt x="381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2699"/>
                  </a:lnTo>
                  <a:close/>
                </a:path>
                <a:path w="3810" h="242570">
                  <a:moveTo>
                    <a:pt x="3810" y="19049"/>
                  </a:moveTo>
                  <a:lnTo>
                    <a:pt x="0" y="19049"/>
                  </a:lnTo>
                  <a:lnTo>
                    <a:pt x="0" y="220979"/>
                  </a:lnTo>
                  <a:lnTo>
                    <a:pt x="3810" y="220979"/>
                  </a:lnTo>
                  <a:lnTo>
                    <a:pt x="3810" y="19049"/>
                  </a:lnTo>
                  <a:close/>
                </a:path>
                <a:path w="3810" h="242570">
                  <a:moveTo>
                    <a:pt x="3810" y="220979"/>
                  </a:moveTo>
                  <a:lnTo>
                    <a:pt x="0" y="220979"/>
                  </a:lnTo>
                  <a:lnTo>
                    <a:pt x="0" y="223519"/>
                  </a:lnTo>
                  <a:lnTo>
                    <a:pt x="3810" y="223519"/>
                  </a:lnTo>
                  <a:lnTo>
                    <a:pt x="3810" y="220979"/>
                  </a:lnTo>
                  <a:close/>
                </a:path>
                <a:path w="3810" h="242570">
                  <a:moveTo>
                    <a:pt x="3810" y="223519"/>
                  </a:moveTo>
                  <a:lnTo>
                    <a:pt x="0" y="223519"/>
                  </a:lnTo>
                  <a:lnTo>
                    <a:pt x="0" y="227329"/>
                  </a:lnTo>
                  <a:lnTo>
                    <a:pt x="3810" y="227329"/>
                  </a:lnTo>
                  <a:lnTo>
                    <a:pt x="3810" y="223519"/>
                  </a:lnTo>
                  <a:close/>
                </a:path>
                <a:path w="3810" h="242570">
                  <a:moveTo>
                    <a:pt x="3810" y="227329"/>
                  </a:moveTo>
                  <a:lnTo>
                    <a:pt x="0" y="227329"/>
                  </a:lnTo>
                  <a:lnTo>
                    <a:pt x="0" y="229869"/>
                  </a:lnTo>
                  <a:lnTo>
                    <a:pt x="3810" y="229869"/>
                  </a:lnTo>
                  <a:lnTo>
                    <a:pt x="3810" y="227329"/>
                  </a:lnTo>
                  <a:close/>
                </a:path>
                <a:path w="3810" h="242570">
                  <a:moveTo>
                    <a:pt x="3810" y="229869"/>
                  </a:moveTo>
                  <a:lnTo>
                    <a:pt x="0" y="229869"/>
                  </a:lnTo>
                  <a:lnTo>
                    <a:pt x="0" y="233679"/>
                  </a:lnTo>
                  <a:lnTo>
                    <a:pt x="3810" y="233679"/>
                  </a:lnTo>
                  <a:lnTo>
                    <a:pt x="3810" y="229869"/>
                  </a:lnTo>
                  <a:close/>
                </a:path>
                <a:path w="3810" h="242570">
                  <a:moveTo>
                    <a:pt x="3810" y="233679"/>
                  </a:moveTo>
                  <a:lnTo>
                    <a:pt x="0" y="233679"/>
                  </a:lnTo>
                  <a:lnTo>
                    <a:pt x="0" y="236219"/>
                  </a:lnTo>
                  <a:lnTo>
                    <a:pt x="3810" y="236219"/>
                  </a:lnTo>
                  <a:lnTo>
                    <a:pt x="3810" y="233679"/>
                  </a:lnTo>
                  <a:close/>
                </a:path>
                <a:path w="3810" h="242570">
                  <a:moveTo>
                    <a:pt x="3810" y="236219"/>
                  </a:moveTo>
                  <a:lnTo>
                    <a:pt x="0" y="236219"/>
                  </a:lnTo>
                  <a:lnTo>
                    <a:pt x="0" y="240029"/>
                  </a:lnTo>
                  <a:lnTo>
                    <a:pt x="3810" y="240029"/>
                  </a:lnTo>
                  <a:lnTo>
                    <a:pt x="3810" y="236219"/>
                  </a:lnTo>
                  <a:close/>
                </a:path>
                <a:path w="3810" h="242570">
                  <a:moveTo>
                    <a:pt x="3810" y="240029"/>
                  </a:moveTo>
                  <a:lnTo>
                    <a:pt x="0" y="240029"/>
                  </a:lnTo>
                  <a:lnTo>
                    <a:pt x="0" y="242569"/>
                  </a:lnTo>
                  <a:lnTo>
                    <a:pt x="2540" y="242569"/>
                  </a:lnTo>
                  <a:lnTo>
                    <a:pt x="2540" y="241299"/>
                  </a:lnTo>
                  <a:lnTo>
                    <a:pt x="3810" y="241299"/>
                  </a:lnTo>
                  <a:lnTo>
                    <a:pt x="3810" y="240029"/>
                  </a:lnTo>
                  <a:close/>
                </a:path>
              </a:pathLst>
            </a:custGeom>
            <a:solidFill>
              <a:srgbClr val="9FA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" name="object 406"/>
            <p:cNvSpPr/>
            <p:nvPr/>
          </p:nvSpPr>
          <p:spPr>
            <a:xfrm>
              <a:off x="2349500" y="5160009"/>
              <a:ext cx="3810" cy="240029"/>
            </a:xfrm>
            <a:custGeom>
              <a:avLst/>
              <a:gdLst/>
              <a:ahLst/>
              <a:cxnLst/>
              <a:rect l="l" t="t" r="r" b="b"/>
              <a:pathLst>
                <a:path w="3810" h="240029">
                  <a:moveTo>
                    <a:pt x="2540" y="238772"/>
                  </a:moveTo>
                  <a:lnTo>
                    <a:pt x="0" y="238772"/>
                  </a:lnTo>
                  <a:lnTo>
                    <a:pt x="0" y="240030"/>
                  </a:lnTo>
                  <a:lnTo>
                    <a:pt x="2540" y="240030"/>
                  </a:lnTo>
                  <a:lnTo>
                    <a:pt x="2540" y="238772"/>
                  </a:lnTo>
                  <a:close/>
                </a:path>
                <a:path w="3810" h="240029">
                  <a:moveTo>
                    <a:pt x="3810" y="234962"/>
                  </a:moveTo>
                  <a:lnTo>
                    <a:pt x="0" y="23496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4962"/>
                  </a:lnTo>
                  <a:close/>
                </a:path>
                <a:path w="3810" h="240029">
                  <a:moveTo>
                    <a:pt x="38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2422"/>
                  </a:lnTo>
                  <a:close/>
                </a:path>
                <a:path w="3810" h="240029">
                  <a:moveTo>
                    <a:pt x="3810" y="228612"/>
                  </a:moveTo>
                  <a:lnTo>
                    <a:pt x="0" y="22861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8612"/>
                  </a:lnTo>
                  <a:close/>
                </a:path>
                <a:path w="3810" h="240029">
                  <a:moveTo>
                    <a:pt x="3810" y="226072"/>
                  </a:moveTo>
                  <a:lnTo>
                    <a:pt x="0" y="22607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6072"/>
                  </a:lnTo>
                  <a:close/>
                </a:path>
                <a:path w="3810" h="240029">
                  <a:moveTo>
                    <a:pt x="381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2262"/>
                  </a:lnTo>
                  <a:close/>
                </a:path>
                <a:path w="3810" h="240029">
                  <a:moveTo>
                    <a:pt x="381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19722"/>
                  </a:lnTo>
                  <a:close/>
                </a:path>
                <a:path w="3810" h="240029">
                  <a:moveTo>
                    <a:pt x="3810" y="17792"/>
                  </a:moveTo>
                  <a:lnTo>
                    <a:pt x="0" y="1779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17792"/>
                  </a:lnTo>
                  <a:close/>
                </a:path>
                <a:path w="3810" h="24002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4002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4002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" name="object 407"/>
            <p:cNvSpPr/>
            <p:nvPr/>
          </p:nvSpPr>
          <p:spPr>
            <a:xfrm>
              <a:off x="2353310" y="5160009"/>
              <a:ext cx="3810" cy="219710"/>
            </a:xfrm>
            <a:custGeom>
              <a:avLst/>
              <a:gdLst/>
              <a:ahLst/>
              <a:cxnLst/>
              <a:rect l="l" t="t" r="r" b="b"/>
              <a:pathLst>
                <a:path w="3810" h="219710">
                  <a:moveTo>
                    <a:pt x="3810" y="17792"/>
                  </a:moveTo>
                  <a:lnTo>
                    <a:pt x="0" y="1779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17792"/>
                  </a:lnTo>
                  <a:close/>
                </a:path>
                <a:path w="3810" h="219710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19710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19710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" name="object 408"/>
            <p:cNvSpPr/>
            <p:nvPr/>
          </p:nvSpPr>
          <p:spPr>
            <a:xfrm>
              <a:off x="2357119" y="5160009"/>
              <a:ext cx="2540" cy="238760"/>
            </a:xfrm>
            <a:custGeom>
              <a:avLst/>
              <a:gdLst/>
              <a:ahLst/>
              <a:cxnLst/>
              <a:rect l="l" t="t" r="r" b="b"/>
              <a:pathLst>
                <a:path w="2539" h="238760">
                  <a:moveTo>
                    <a:pt x="126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2540" y="5079"/>
                  </a:lnTo>
                  <a:lnTo>
                    <a:pt x="2540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2539" h="238760">
                  <a:moveTo>
                    <a:pt x="254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2540" y="11429"/>
                  </a:lnTo>
                  <a:lnTo>
                    <a:pt x="2540" y="5080"/>
                  </a:lnTo>
                  <a:close/>
                </a:path>
                <a:path w="2539" h="238760">
                  <a:moveTo>
                    <a:pt x="254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2540" y="17779"/>
                  </a:lnTo>
                  <a:lnTo>
                    <a:pt x="2540" y="11430"/>
                  </a:lnTo>
                  <a:close/>
                </a:path>
                <a:path w="2539" h="238760">
                  <a:moveTo>
                    <a:pt x="2540" y="17780"/>
                  </a:moveTo>
                  <a:lnTo>
                    <a:pt x="0" y="17780"/>
                  </a:lnTo>
                  <a:lnTo>
                    <a:pt x="0" y="219709"/>
                  </a:lnTo>
                  <a:lnTo>
                    <a:pt x="2540" y="219709"/>
                  </a:lnTo>
                  <a:lnTo>
                    <a:pt x="2540" y="17780"/>
                  </a:lnTo>
                  <a:close/>
                </a:path>
                <a:path w="2539" h="238760">
                  <a:moveTo>
                    <a:pt x="2540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2540" y="222249"/>
                  </a:lnTo>
                  <a:lnTo>
                    <a:pt x="2540" y="219709"/>
                  </a:lnTo>
                  <a:close/>
                </a:path>
                <a:path w="2539" h="238760">
                  <a:moveTo>
                    <a:pt x="2540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2540" y="226059"/>
                  </a:lnTo>
                  <a:lnTo>
                    <a:pt x="2540" y="222250"/>
                  </a:lnTo>
                  <a:close/>
                </a:path>
                <a:path w="2539" h="238760">
                  <a:moveTo>
                    <a:pt x="2540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2540" y="228599"/>
                  </a:lnTo>
                  <a:lnTo>
                    <a:pt x="2540" y="226059"/>
                  </a:lnTo>
                  <a:close/>
                </a:path>
                <a:path w="2539" h="238760">
                  <a:moveTo>
                    <a:pt x="2540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2540" y="232409"/>
                  </a:lnTo>
                  <a:lnTo>
                    <a:pt x="2540" y="228600"/>
                  </a:lnTo>
                  <a:close/>
                </a:path>
                <a:path w="2539" h="238760">
                  <a:moveTo>
                    <a:pt x="2540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2540" y="234949"/>
                  </a:lnTo>
                  <a:lnTo>
                    <a:pt x="2540" y="232409"/>
                  </a:lnTo>
                  <a:close/>
                </a:path>
                <a:path w="2539" h="238760">
                  <a:moveTo>
                    <a:pt x="2540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1269" y="238759"/>
                  </a:lnTo>
                  <a:lnTo>
                    <a:pt x="1269" y="237489"/>
                  </a:lnTo>
                  <a:lnTo>
                    <a:pt x="2540" y="237489"/>
                  </a:lnTo>
                  <a:lnTo>
                    <a:pt x="2540" y="234950"/>
                  </a:lnTo>
                  <a:close/>
                </a:path>
              </a:pathLst>
            </a:custGeom>
            <a:solidFill>
              <a:srgbClr val="A7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" name="object 409"/>
            <p:cNvSpPr/>
            <p:nvPr/>
          </p:nvSpPr>
          <p:spPr>
            <a:xfrm>
              <a:off x="2359660" y="5161280"/>
              <a:ext cx="5080" cy="236220"/>
            </a:xfrm>
            <a:custGeom>
              <a:avLst/>
              <a:gdLst/>
              <a:ahLst/>
              <a:cxnLst/>
              <a:rect l="l" t="t" r="r" b="b"/>
              <a:pathLst>
                <a:path w="5080" h="236220">
                  <a:moveTo>
                    <a:pt x="508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5080" y="236220"/>
                  </a:lnTo>
                  <a:lnTo>
                    <a:pt x="5080" y="233692"/>
                  </a:lnTo>
                  <a:close/>
                </a:path>
                <a:path w="5080" h="236220">
                  <a:moveTo>
                    <a:pt x="508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5080" y="233680"/>
                  </a:lnTo>
                  <a:lnTo>
                    <a:pt x="5080" y="231152"/>
                  </a:lnTo>
                  <a:close/>
                </a:path>
                <a:path w="5080" h="236220">
                  <a:moveTo>
                    <a:pt x="508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5080" y="231140"/>
                  </a:lnTo>
                  <a:lnTo>
                    <a:pt x="5080" y="227342"/>
                  </a:lnTo>
                  <a:close/>
                </a:path>
                <a:path w="5080" h="236220">
                  <a:moveTo>
                    <a:pt x="508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5080" y="227330"/>
                  </a:lnTo>
                  <a:lnTo>
                    <a:pt x="5080" y="224802"/>
                  </a:lnTo>
                  <a:close/>
                </a:path>
                <a:path w="5080" h="236220">
                  <a:moveTo>
                    <a:pt x="508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5080" y="224790"/>
                  </a:lnTo>
                  <a:lnTo>
                    <a:pt x="5080" y="220992"/>
                  </a:lnTo>
                  <a:close/>
                </a:path>
                <a:path w="5080" h="236220">
                  <a:moveTo>
                    <a:pt x="5080" y="218452"/>
                  </a:moveTo>
                  <a:lnTo>
                    <a:pt x="0" y="218452"/>
                  </a:lnTo>
                  <a:lnTo>
                    <a:pt x="0" y="220980"/>
                  </a:lnTo>
                  <a:lnTo>
                    <a:pt x="5080" y="220980"/>
                  </a:lnTo>
                  <a:lnTo>
                    <a:pt x="5080" y="218452"/>
                  </a:lnTo>
                  <a:close/>
                </a:path>
                <a:path w="5080" h="236220">
                  <a:moveTo>
                    <a:pt x="5080" y="16522"/>
                  </a:moveTo>
                  <a:lnTo>
                    <a:pt x="0" y="16522"/>
                  </a:lnTo>
                  <a:lnTo>
                    <a:pt x="0" y="218440"/>
                  </a:lnTo>
                  <a:lnTo>
                    <a:pt x="5080" y="218440"/>
                  </a:lnTo>
                  <a:lnTo>
                    <a:pt x="5080" y="16522"/>
                  </a:lnTo>
                  <a:close/>
                </a:path>
                <a:path w="5080" h="236220">
                  <a:moveTo>
                    <a:pt x="508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5080" y="16510"/>
                  </a:lnTo>
                  <a:lnTo>
                    <a:pt x="5080" y="10172"/>
                  </a:lnTo>
                  <a:close/>
                </a:path>
                <a:path w="5080" h="236220">
                  <a:moveTo>
                    <a:pt x="508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5080" y="10160"/>
                  </a:lnTo>
                  <a:lnTo>
                    <a:pt x="5080" y="3822"/>
                  </a:lnTo>
                  <a:close/>
                </a:path>
                <a:path w="5080" h="236220">
                  <a:moveTo>
                    <a:pt x="50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5080" y="3810"/>
                  </a:lnTo>
                  <a:lnTo>
                    <a:pt x="5080" y="0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" name="object 410"/>
            <p:cNvSpPr/>
            <p:nvPr/>
          </p:nvSpPr>
          <p:spPr>
            <a:xfrm>
              <a:off x="2364740" y="5162550"/>
              <a:ext cx="2540" cy="217170"/>
            </a:xfrm>
            <a:custGeom>
              <a:avLst/>
              <a:gdLst/>
              <a:ahLst/>
              <a:cxnLst/>
              <a:rect l="l" t="t" r="r" b="b"/>
              <a:pathLst>
                <a:path w="2539" h="217170">
                  <a:moveTo>
                    <a:pt x="2540" y="15252"/>
                  </a:moveTo>
                  <a:lnTo>
                    <a:pt x="0" y="15252"/>
                  </a:lnTo>
                  <a:lnTo>
                    <a:pt x="0" y="217170"/>
                  </a:lnTo>
                  <a:lnTo>
                    <a:pt x="2540" y="217170"/>
                  </a:lnTo>
                  <a:lnTo>
                    <a:pt x="2540" y="15252"/>
                  </a:lnTo>
                  <a:close/>
                </a:path>
                <a:path w="2539" h="217170">
                  <a:moveTo>
                    <a:pt x="254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2540" y="15240"/>
                  </a:lnTo>
                  <a:lnTo>
                    <a:pt x="2540" y="8902"/>
                  </a:lnTo>
                  <a:close/>
                </a:path>
                <a:path w="2539" h="217170">
                  <a:moveTo>
                    <a:pt x="254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2540" y="8890"/>
                  </a:lnTo>
                  <a:lnTo>
                    <a:pt x="2540" y="2552"/>
                  </a:lnTo>
                  <a:close/>
                </a:path>
                <a:path w="2539" h="217170">
                  <a:moveTo>
                    <a:pt x="254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540" y="254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" name="object 411"/>
            <p:cNvSpPr/>
            <p:nvPr/>
          </p:nvSpPr>
          <p:spPr>
            <a:xfrm>
              <a:off x="2367280" y="5162550"/>
              <a:ext cx="3810" cy="234950"/>
            </a:xfrm>
            <a:custGeom>
              <a:avLst/>
              <a:gdLst/>
              <a:ahLst/>
              <a:cxnLst/>
              <a:rect l="l" t="t" r="r" b="b"/>
              <a:pathLst>
                <a:path w="3810" h="234950">
                  <a:moveTo>
                    <a:pt x="126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3810" h="234950">
                  <a:moveTo>
                    <a:pt x="3809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2540"/>
                  </a:lnTo>
                  <a:close/>
                </a:path>
                <a:path w="3810" h="234950">
                  <a:moveTo>
                    <a:pt x="3809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8890"/>
                  </a:lnTo>
                  <a:close/>
                </a:path>
                <a:path w="3810" h="234950">
                  <a:moveTo>
                    <a:pt x="3809" y="15240"/>
                  </a:moveTo>
                  <a:lnTo>
                    <a:pt x="0" y="15240"/>
                  </a:lnTo>
                  <a:lnTo>
                    <a:pt x="0" y="217169"/>
                  </a:lnTo>
                  <a:lnTo>
                    <a:pt x="3809" y="217169"/>
                  </a:lnTo>
                  <a:lnTo>
                    <a:pt x="3809" y="15240"/>
                  </a:lnTo>
                  <a:close/>
                </a:path>
                <a:path w="3810" h="234950">
                  <a:moveTo>
                    <a:pt x="3809" y="217170"/>
                  </a:moveTo>
                  <a:lnTo>
                    <a:pt x="0" y="217170"/>
                  </a:lnTo>
                  <a:lnTo>
                    <a:pt x="0" y="219709"/>
                  </a:lnTo>
                  <a:lnTo>
                    <a:pt x="3809" y="219709"/>
                  </a:lnTo>
                  <a:lnTo>
                    <a:pt x="3809" y="217170"/>
                  </a:lnTo>
                  <a:close/>
                </a:path>
                <a:path w="3810" h="234950">
                  <a:moveTo>
                    <a:pt x="3809" y="219710"/>
                  </a:moveTo>
                  <a:lnTo>
                    <a:pt x="0" y="219710"/>
                  </a:lnTo>
                  <a:lnTo>
                    <a:pt x="0" y="223519"/>
                  </a:lnTo>
                  <a:lnTo>
                    <a:pt x="3809" y="223519"/>
                  </a:lnTo>
                  <a:lnTo>
                    <a:pt x="3809" y="219710"/>
                  </a:lnTo>
                  <a:close/>
                </a:path>
                <a:path w="3810" h="234950">
                  <a:moveTo>
                    <a:pt x="3809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3809" y="226059"/>
                  </a:lnTo>
                  <a:lnTo>
                    <a:pt x="3809" y="223520"/>
                  </a:lnTo>
                  <a:close/>
                </a:path>
                <a:path w="3810" h="234950">
                  <a:moveTo>
                    <a:pt x="3809" y="226060"/>
                  </a:moveTo>
                  <a:lnTo>
                    <a:pt x="0" y="226060"/>
                  </a:lnTo>
                  <a:lnTo>
                    <a:pt x="0" y="229869"/>
                  </a:lnTo>
                  <a:lnTo>
                    <a:pt x="3809" y="229869"/>
                  </a:lnTo>
                  <a:lnTo>
                    <a:pt x="3809" y="226060"/>
                  </a:lnTo>
                  <a:close/>
                </a:path>
                <a:path w="3810" h="234950">
                  <a:moveTo>
                    <a:pt x="3809" y="229870"/>
                  </a:moveTo>
                  <a:lnTo>
                    <a:pt x="0" y="229870"/>
                  </a:lnTo>
                  <a:lnTo>
                    <a:pt x="0" y="232409"/>
                  </a:lnTo>
                  <a:lnTo>
                    <a:pt x="3809" y="232409"/>
                  </a:lnTo>
                  <a:lnTo>
                    <a:pt x="3809" y="229870"/>
                  </a:lnTo>
                  <a:close/>
                </a:path>
                <a:path w="3810" h="234950">
                  <a:moveTo>
                    <a:pt x="3809" y="232410"/>
                  </a:moveTo>
                  <a:lnTo>
                    <a:pt x="0" y="232410"/>
                  </a:lnTo>
                  <a:lnTo>
                    <a:pt x="0" y="234950"/>
                  </a:lnTo>
                  <a:lnTo>
                    <a:pt x="1269" y="234950"/>
                  </a:lnTo>
                  <a:lnTo>
                    <a:pt x="1269" y="233680"/>
                  </a:lnTo>
                  <a:lnTo>
                    <a:pt x="3809" y="233680"/>
                  </a:lnTo>
                  <a:lnTo>
                    <a:pt x="3809" y="232410"/>
                  </a:lnTo>
                  <a:close/>
                </a:path>
              </a:pathLst>
            </a:custGeom>
            <a:solidFill>
              <a:srgbClr val="AEBA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" name="object 412"/>
            <p:cNvSpPr/>
            <p:nvPr/>
          </p:nvSpPr>
          <p:spPr>
            <a:xfrm>
              <a:off x="2371090" y="5163819"/>
              <a:ext cx="3810" cy="231140"/>
            </a:xfrm>
            <a:custGeom>
              <a:avLst/>
              <a:gdLst/>
              <a:ahLst/>
              <a:cxnLst/>
              <a:rect l="l" t="t" r="r" b="b"/>
              <a:pathLst>
                <a:path w="3810" h="231139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10" h="231139">
                  <a:moveTo>
                    <a:pt x="381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4802"/>
                  </a:lnTo>
                  <a:close/>
                </a:path>
                <a:path w="3810" h="231139">
                  <a:moveTo>
                    <a:pt x="381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2262"/>
                  </a:lnTo>
                  <a:close/>
                </a:path>
                <a:path w="3810" h="231139">
                  <a:moveTo>
                    <a:pt x="3810" y="218452"/>
                  </a:moveTo>
                  <a:lnTo>
                    <a:pt x="0" y="21845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18452"/>
                  </a:lnTo>
                  <a:close/>
                </a:path>
                <a:path w="3810" h="231139">
                  <a:moveTo>
                    <a:pt x="3810" y="215912"/>
                  </a:moveTo>
                  <a:lnTo>
                    <a:pt x="0" y="215912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5912"/>
                  </a:lnTo>
                  <a:close/>
                </a:path>
                <a:path w="3810" h="231139">
                  <a:moveTo>
                    <a:pt x="3810" y="13982"/>
                  </a:moveTo>
                  <a:lnTo>
                    <a:pt x="0" y="13982"/>
                  </a:lnTo>
                  <a:lnTo>
                    <a:pt x="0" y="215900"/>
                  </a:lnTo>
                  <a:lnTo>
                    <a:pt x="3810" y="215900"/>
                  </a:lnTo>
                  <a:lnTo>
                    <a:pt x="3810" y="13982"/>
                  </a:lnTo>
                  <a:close/>
                </a:path>
                <a:path w="3810" h="231139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31139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31139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1BD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" name="object 413"/>
            <p:cNvSpPr/>
            <p:nvPr/>
          </p:nvSpPr>
          <p:spPr>
            <a:xfrm>
              <a:off x="2374900" y="5163820"/>
              <a:ext cx="3810" cy="231140"/>
            </a:xfrm>
            <a:custGeom>
              <a:avLst/>
              <a:gdLst/>
              <a:ahLst/>
              <a:cxnLst/>
              <a:rect l="l" t="t" r="r" b="b"/>
              <a:pathLst>
                <a:path w="3810" h="231139">
                  <a:moveTo>
                    <a:pt x="254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10" h="231139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10" h="231139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10" h="231139">
                  <a:moveTo>
                    <a:pt x="3810" y="13969"/>
                  </a:moveTo>
                  <a:lnTo>
                    <a:pt x="0" y="13969"/>
                  </a:lnTo>
                  <a:lnTo>
                    <a:pt x="0" y="215899"/>
                  </a:lnTo>
                  <a:lnTo>
                    <a:pt x="3810" y="215899"/>
                  </a:lnTo>
                  <a:lnTo>
                    <a:pt x="3810" y="13969"/>
                  </a:lnTo>
                  <a:close/>
                </a:path>
                <a:path w="3810" h="231139">
                  <a:moveTo>
                    <a:pt x="3810" y="215899"/>
                  </a:moveTo>
                  <a:lnTo>
                    <a:pt x="0" y="215899"/>
                  </a:lnTo>
                  <a:lnTo>
                    <a:pt x="0" y="218439"/>
                  </a:lnTo>
                  <a:lnTo>
                    <a:pt x="3810" y="218439"/>
                  </a:lnTo>
                  <a:lnTo>
                    <a:pt x="3810" y="215899"/>
                  </a:lnTo>
                  <a:close/>
                </a:path>
                <a:path w="3810" h="231139">
                  <a:moveTo>
                    <a:pt x="3810" y="218439"/>
                  </a:moveTo>
                  <a:lnTo>
                    <a:pt x="0" y="218439"/>
                  </a:lnTo>
                  <a:lnTo>
                    <a:pt x="0" y="222249"/>
                  </a:lnTo>
                  <a:lnTo>
                    <a:pt x="3810" y="222249"/>
                  </a:lnTo>
                  <a:lnTo>
                    <a:pt x="3810" y="218439"/>
                  </a:lnTo>
                  <a:close/>
                </a:path>
                <a:path w="3810" h="231139">
                  <a:moveTo>
                    <a:pt x="3810" y="222249"/>
                  </a:moveTo>
                  <a:lnTo>
                    <a:pt x="0" y="222249"/>
                  </a:lnTo>
                  <a:lnTo>
                    <a:pt x="0" y="224789"/>
                  </a:lnTo>
                  <a:lnTo>
                    <a:pt x="3810" y="224789"/>
                  </a:lnTo>
                  <a:lnTo>
                    <a:pt x="3810" y="222249"/>
                  </a:lnTo>
                  <a:close/>
                </a:path>
                <a:path w="3810" h="231139">
                  <a:moveTo>
                    <a:pt x="3810" y="224789"/>
                  </a:moveTo>
                  <a:lnTo>
                    <a:pt x="0" y="22478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4789"/>
                  </a:lnTo>
                  <a:close/>
                </a:path>
                <a:path w="3810" h="231139">
                  <a:moveTo>
                    <a:pt x="3810" y="228599"/>
                  </a:moveTo>
                  <a:lnTo>
                    <a:pt x="0" y="228599"/>
                  </a:lnTo>
                  <a:lnTo>
                    <a:pt x="0" y="231139"/>
                  </a:lnTo>
                  <a:lnTo>
                    <a:pt x="1269" y="231139"/>
                  </a:lnTo>
                  <a:lnTo>
                    <a:pt x="1269" y="229869"/>
                  </a:lnTo>
                  <a:lnTo>
                    <a:pt x="3810" y="229869"/>
                  </a:lnTo>
                  <a:lnTo>
                    <a:pt x="3810" y="228599"/>
                  </a:lnTo>
                  <a:close/>
                </a:path>
              </a:pathLst>
            </a:custGeom>
            <a:solidFill>
              <a:srgbClr val="B4BF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" name="object 414"/>
            <p:cNvSpPr/>
            <p:nvPr/>
          </p:nvSpPr>
          <p:spPr>
            <a:xfrm>
              <a:off x="2378710" y="5165102"/>
              <a:ext cx="3810" cy="228600"/>
            </a:xfrm>
            <a:custGeom>
              <a:avLst/>
              <a:gdLst/>
              <a:ahLst/>
              <a:cxnLst/>
              <a:rect l="l" t="t" r="r" b="b"/>
              <a:pathLst>
                <a:path w="3810" h="228600">
                  <a:moveTo>
                    <a:pt x="1270" y="227330"/>
                  </a:moveTo>
                  <a:lnTo>
                    <a:pt x="0" y="227330"/>
                  </a:lnTo>
                  <a:lnTo>
                    <a:pt x="0" y="228587"/>
                  </a:lnTo>
                  <a:lnTo>
                    <a:pt x="1270" y="228587"/>
                  </a:lnTo>
                  <a:lnTo>
                    <a:pt x="1270" y="227330"/>
                  </a:lnTo>
                  <a:close/>
                </a:path>
                <a:path w="3810" h="228600">
                  <a:moveTo>
                    <a:pt x="3810" y="223520"/>
                  </a:moveTo>
                  <a:lnTo>
                    <a:pt x="0" y="223520"/>
                  </a:lnTo>
                  <a:lnTo>
                    <a:pt x="0" y="227317"/>
                  </a:lnTo>
                  <a:lnTo>
                    <a:pt x="3810" y="227317"/>
                  </a:lnTo>
                  <a:lnTo>
                    <a:pt x="3810" y="223520"/>
                  </a:lnTo>
                  <a:close/>
                </a:path>
                <a:path w="3810" h="228600">
                  <a:moveTo>
                    <a:pt x="3810" y="220980"/>
                  </a:moveTo>
                  <a:lnTo>
                    <a:pt x="0" y="220980"/>
                  </a:lnTo>
                  <a:lnTo>
                    <a:pt x="0" y="223507"/>
                  </a:lnTo>
                  <a:lnTo>
                    <a:pt x="3810" y="223507"/>
                  </a:lnTo>
                  <a:lnTo>
                    <a:pt x="3810" y="220980"/>
                  </a:lnTo>
                  <a:close/>
                </a:path>
                <a:path w="3810" h="228600">
                  <a:moveTo>
                    <a:pt x="3810" y="217170"/>
                  </a:moveTo>
                  <a:lnTo>
                    <a:pt x="0" y="21717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217170"/>
                  </a:lnTo>
                  <a:close/>
                </a:path>
                <a:path w="3810" h="228600">
                  <a:moveTo>
                    <a:pt x="3810" y="214630"/>
                  </a:moveTo>
                  <a:lnTo>
                    <a:pt x="0" y="214630"/>
                  </a:lnTo>
                  <a:lnTo>
                    <a:pt x="0" y="217157"/>
                  </a:lnTo>
                  <a:lnTo>
                    <a:pt x="3810" y="217157"/>
                  </a:lnTo>
                  <a:lnTo>
                    <a:pt x="3810" y="214630"/>
                  </a:lnTo>
                  <a:close/>
                </a:path>
                <a:path w="3810" h="228600">
                  <a:moveTo>
                    <a:pt x="3810" y="12700"/>
                  </a:moveTo>
                  <a:lnTo>
                    <a:pt x="0" y="12700"/>
                  </a:lnTo>
                  <a:lnTo>
                    <a:pt x="0" y="214617"/>
                  </a:lnTo>
                  <a:lnTo>
                    <a:pt x="3810" y="214617"/>
                  </a:lnTo>
                  <a:lnTo>
                    <a:pt x="3810" y="12700"/>
                  </a:lnTo>
                  <a:close/>
                </a:path>
                <a:path w="3810" h="22860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10" h="22860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6C1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" name="object 415"/>
            <p:cNvSpPr/>
            <p:nvPr/>
          </p:nvSpPr>
          <p:spPr>
            <a:xfrm>
              <a:off x="2382520" y="5166359"/>
              <a:ext cx="3810" cy="226060"/>
            </a:xfrm>
            <a:custGeom>
              <a:avLst/>
              <a:gdLst/>
              <a:ahLst/>
              <a:cxnLst/>
              <a:rect l="l" t="t" r="r" b="b"/>
              <a:pathLst>
                <a:path w="3810" h="226060">
                  <a:moveTo>
                    <a:pt x="381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2262"/>
                  </a:lnTo>
                  <a:close/>
                </a:path>
                <a:path w="3810" h="226060">
                  <a:moveTo>
                    <a:pt x="381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19722"/>
                  </a:lnTo>
                  <a:close/>
                </a:path>
                <a:path w="3810" h="226060">
                  <a:moveTo>
                    <a:pt x="3810" y="215912"/>
                  </a:moveTo>
                  <a:lnTo>
                    <a:pt x="0" y="21591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15912"/>
                  </a:lnTo>
                  <a:close/>
                </a:path>
                <a:path w="3810" h="226060">
                  <a:moveTo>
                    <a:pt x="3810" y="213372"/>
                  </a:moveTo>
                  <a:lnTo>
                    <a:pt x="0" y="213372"/>
                  </a:lnTo>
                  <a:lnTo>
                    <a:pt x="0" y="215900"/>
                  </a:lnTo>
                  <a:lnTo>
                    <a:pt x="3810" y="215900"/>
                  </a:lnTo>
                  <a:lnTo>
                    <a:pt x="3810" y="213372"/>
                  </a:lnTo>
                  <a:close/>
                </a:path>
                <a:path w="3810" h="226060">
                  <a:moveTo>
                    <a:pt x="3810" y="11442"/>
                  </a:moveTo>
                  <a:lnTo>
                    <a:pt x="0" y="11442"/>
                  </a:lnTo>
                  <a:lnTo>
                    <a:pt x="0" y="213360"/>
                  </a:lnTo>
                  <a:lnTo>
                    <a:pt x="3810" y="213360"/>
                  </a:lnTo>
                  <a:lnTo>
                    <a:pt x="3810" y="11442"/>
                  </a:lnTo>
                  <a:close/>
                </a:path>
                <a:path w="3810" h="226060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26060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" name="object 416"/>
            <p:cNvSpPr/>
            <p:nvPr/>
          </p:nvSpPr>
          <p:spPr>
            <a:xfrm>
              <a:off x="2386330" y="5167630"/>
              <a:ext cx="2540" cy="223520"/>
            </a:xfrm>
            <a:custGeom>
              <a:avLst/>
              <a:gdLst/>
              <a:ahLst/>
              <a:cxnLst/>
              <a:rect l="l" t="t" r="r" b="b"/>
              <a:pathLst>
                <a:path w="2539" h="223520">
                  <a:moveTo>
                    <a:pt x="2540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2540" y="223520"/>
                  </a:lnTo>
                  <a:lnTo>
                    <a:pt x="2540" y="220992"/>
                  </a:lnTo>
                  <a:close/>
                </a:path>
                <a:path w="2539" h="223520">
                  <a:moveTo>
                    <a:pt x="2540" y="218452"/>
                  </a:moveTo>
                  <a:lnTo>
                    <a:pt x="0" y="218452"/>
                  </a:lnTo>
                  <a:lnTo>
                    <a:pt x="0" y="220980"/>
                  </a:lnTo>
                  <a:lnTo>
                    <a:pt x="2540" y="220980"/>
                  </a:lnTo>
                  <a:lnTo>
                    <a:pt x="2540" y="218452"/>
                  </a:lnTo>
                  <a:close/>
                </a:path>
                <a:path w="2539" h="223520">
                  <a:moveTo>
                    <a:pt x="2540" y="214642"/>
                  </a:moveTo>
                  <a:lnTo>
                    <a:pt x="0" y="214642"/>
                  </a:lnTo>
                  <a:lnTo>
                    <a:pt x="0" y="218440"/>
                  </a:lnTo>
                  <a:lnTo>
                    <a:pt x="2540" y="218440"/>
                  </a:lnTo>
                  <a:lnTo>
                    <a:pt x="2540" y="214642"/>
                  </a:lnTo>
                  <a:close/>
                </a:path>
                <a:path w="2539" h="223520">
                  <a:moveTo>
                    <a:pt x="2540" y="212102"/>
                  </a:moveTo>
                  <a:lnTo>
                    <a:pt x="0" y="212102"/>
                  </a:lnTo>
                  <a:lnTo>
                    <a:pt x="0" y="214630"/>
                  </a:lnTo>
                  <a:lnTo>
                    <a:pt x="2540" y="214630"/>
                  </a:lnTo>
                  <a:lnTo>
                    <a:pt x="2540" y="212102"/>
                  </a:lnTo>
                  <a:close/>
                </a:path>
                <a:path w="2539" h="223520">
                  <a:moveTo>
                    <a:pt x="2540" y="10172"/>
                  </a:moveTo>
                  <a:lnTo>
                    <a:pt x="0" y="10172"/>
                  </a:lnTo>
                  <a:lnTo>
                    <a:pt x="0" y="212090"/>
                  </a:lnTo>
                  <a:lnTo>
                    <a:pt x="2540" y="212090"/>
                  </a:lnTo>
                  <a:lnTo>
                    <a:pt x="2540" y="10172"/>
                  </a:lnTo>
                  <a:close/>
                </a:path>
                <a:path w="2539" h="223520">
                  <a:moveTo>
                    <a:pt x="254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2540" y="10160"/>
                  </a:lnTo>
                  <a:lnTo>
                    <a:pt x="2540" y="3822"/>
                  </a:lnTo>
                  <a:close/>
                </a:path>
                <a:path w="2539" h="223520">
                  <a:moveTo>
                    <a:pt x="254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40" y="381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BC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" name="object 417"/>
            <p:cNvSpPr/>
            <p:nvPr/>
          </p:nvSpPr>
          <p:spPr>
            <a:xfrm>
              <a:off x="2388870" y="5167630"/>
              <a:ext cx="3810" cy="222250"/>
            </a:xfrm>
            <a:custGeom>
              <a:avLst/>
              <a:gdLst/>
              <a:ahLst/>
              <a:cxnLst/>
              <a:rect l="l" t="t" r="r" b="b"/>
              <a:pathLst>
                <a:path w="3810" h="222250">
                  <a:moveTo>
                    <a:pt x="126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3810" h="222250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10" h="222250">
                  <a:moveTo>
                    <a:pt x="3810" y="10160"/>
                  </a:moveTo>
                  <a:lnTo>
                    <a:pt x="0" y="10160"/>
                  </a:lnTo>
                  <a:lnTo>
                    <a:pt x="0" y="212090"/>
                  </a:lnTo>
                  <a:lnTo>
                    <a:pt x="3810" y="212090"/>
                  </a:lnTo>
                  <a:lnTo>
                    <a:pt x="3810" y="10160"/>
                  </a:lnTo>
                  <a:close/>
                </a:path>
                <a:path w="3810" h="222250">
                  <a:moveTo>
                    <a:pt x="3810" y="212090"/>
                  </a:moveTo>
                  <a:lnTo>
                    <a:pt x="0" y="212090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212090"/>
                  </a:lnTo>
                  <a:close/>
                </a:path>
                <a:path w="3810" h="222250">
                  <a:moveTo>
                    <a:pt x="3810" y="214630"/>
                  </a:moveTo>
                  <a:lnTo>
                    <a:pt x="0" y="214630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4630"/>
                  </a:lnTo>
                  <a:close/>
                </a:path>
                <a:path w="3810" h="222250">
                  <a:moveTo>
                    <a:pt x="3810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8440"/>
                  </a:lnTo>
                  <a:close/>
                </a:path>
                <a:path w="3810" h="222250">
                  <a:moveTo>
                    <a:pt x="3810" y="220980"/>
                  </a:moveTo>
                  <a:lnTo>
                    <a:pt x="0" y="220980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20980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" name="object 418"/>
            <p:cNvSpPr/>
            <p:nvPr/>
          </p:nvSpPr>
          <p:spPr>
            <a:xfrm>
              <a:off x="2392680" y="5170169"/>
              <a:ext cx="3810" cy="219710"/>
            </a:xfrm>
            <a:custGeom>
              <a:avLst/>
              <a:gdLst/>
              <a:ahLst/>
              <a:cxnLst/>
              <a:rect l="l" t="t" r="r" b="b"/>
              <a:pathLst>
                <a:path w="3810" h="219710">
                  <a:moveTo>
                    <a:pt x="1270" y="218452"/>
                  </a:moveTo>
                  <a:lnTo>
                    <a:pt x="0" y="218452"/>
                  </a:lnTo>
                  <a:lnTo>
                    <a:pt x="0" y="219710"/>
                  </a:lnTo>
                  <a:lnTo>
                    <a:pt x="1270" y="219710"/>
                  </a:lnTo>
                  <a:lnTo>
                    <a:pt x="1270" y="218452"/>
                  </a:lnTo>
                  <a:close/>
                </a:path>
                <a:path w="3810" h="219710">
                  <a:moveTo>
                    <a:pt x="12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3810" h="219710">
                  <a:moveTo>
                    <a:pt x="3810" y="215912"/>
                  </a:moveTo>
                  <a:lnTo>
                    <a:pt x="0" y="215912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5912"/>
                  </a:lnTo>
                  <a:close/>
                </a:path>
                <a:path w="3810" h="219710">
                  <a:moveTo>
                    <a:pt x="3810" y="212102"/>
                  </a:moveTo>
                  <a:lnTo>
                    <a:pt x="0" y="212102"/>
                  </a:lnTo>
                  <a:lnTo>
                    <a:pt x="0" y="215900"/>
                  </a:lnTo>
                  <a:lnTo>
                    <a:pt x="3810" y="215900"/>
                  </a:lnTo>
                  <a:lnTo>
                    <a:pt x="3810" y="212102"/>
                  </a:lnTo>
                  <a:close/>
                </a:path>
                <a:path w="3810" h="219710">
                  <a:moveTo>
                    <a:pt x="3810" y="209562"/>
                  </a:moveTo>
                  <a:lnTo>
                    <a:pt x="0" y="209562"/>
                  </a:lnTo>
                  <a:lnTo>
                    <a:pt x="0" y="212090"/>
                  </a:lnTo>
                  <a:lnTo>
                    <a:pt x="3810" y="212090"/>
                  </a:lnTo>
                  <a:lnTo>
                    <a:pt x="3810" y="209562"/>
                  </a:lnTo>
                  <a:close/>
                </a:path>
                <a:path w="3810" h="219710">
                  <a:moveTo>
                    <a:pt x="3810" y="7632"/>
                  </a:moveTo>
                  <a:lnTo>
                    <a:pt x="0" y="7632"/>
                  </a:lnTo>
                  <a:lnTo>
                    <a:pt x="0" y="209550"/>
                  </a:lnTo>
                  <a:lnTo>
                    <a:pt x="3810" y="209550"/>
                  </a:lnTo>
                  <a:lnTo>
                    <a:pt x="3810" y="7632"/>
                  </a:lnTo>
                  <a:close/>
                </a:path>
                <a:path w="3810" h="21971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" name="object 419"/>
            <p:cNvSpPr/>
            <p:nvPr/>
          </p:nvSpPr>
          <p:spPr>
            <a:xfrm>
              <a:off x="2396489" y="5171439"/>
              <a:ext cx="3810" cy="215900"/>
            </a:xfrm>
            <a:custGeom>
              <a:avLst/>
              <a:gdLst/>
              <a:ahLst/>
              <a:cxnLst/>
              <a:rect l="l" t="t" r="r" b="b"/>
              <a:pathLst>
                <a:path w="3810" h="215900">
                  <a:moveTo>
                    <a:pt x="127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10" h="215900">
                  <a:moveTo>
                    <a:pt x="3810" y="6349"/>
                  </a:moveTo>
                  <a:lnTo>
                    <a:pt x="0" y="6349"/>
                  </a:lnTo>
                  <a:lnTo>
                    <a:pt x="0" y="208279"/>
                  </a:lnTo>
                  <a:lnTo>
                    <a:pt x="3810" y="208279"/>
                  </a:lnTo>
                  <a:lnTo>
                    <a:pt x="3810" y="6349"/>
                  </a:lnTo>
                  <a:close/>
                </a:path>
                <a:path w="3810" h="215900">
                  <a:moveTo>
                    <a:pt x="3810" y="208279"/>
                  </a:moveTo>
                  <a:lnTo>
                    <a:pt x="0" y="208279"/>
                  </a:lnTo>
                  <a:lnTo>
                    <a:pt x="0" y="210819"/>
                  </a:lnTo>
                  <a:lnTo>
                    <a:pt x="3810" y="210819"/>
                  </a:lnTo>
                  <a:lnTo>
                    <a:pt x="3810" y="208279"/>
                  </a:lnTo>
                  <a:close/>
                </a:path>
                <a:path w="3810" h="215900">
                  <a:moveTo>
                    <a:pt x="3810" y="210819"/>
                  </a:moveTo>
                  <a:lnTo>
                    <a:pt x="0" y="210819"/>
                  </a:lnTo>
                  <a:lnTo>
                    <a:pt x="0" y="214629"/>
                  </a:lnTo>
                  <a:lnTo>
                    <a:pt x="3810" y="214629"/>
                  </a:lnTo>
                  <a:lnTo>
                    <a:pt x="3810" y="210819"/>
                  </a:lnTo>
                  <a:close/>
                </a:path>
                <a:path w="3810" h="215900">
                  <a:moveTo>
                    <a:pt x="3810" y="214629"/>
                  </a:moveTo>
                  <a:lnTo>
                    <a:pt x="0" y="214629"/>
                  </a:lnTo>
                  <a:lnTo>
                    <a:pt x="0" y="215899"/>
                  </a:lnTo>
                  <a:lnTo>
                    <a:pt x="3810" y="215899"/>
                  </a:lnTo>
                  <a:lnTo>
                    <a:pt x="3810" y="214629"/>
                  </a:lnTo>
                  <a:close/>
                </a:path>
              </a:pathLst>
            </a:custGeom>
            <a:solidFill>
              <a:srgbClr val="C4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" name="object 420"/>
            <p:cNvSpPr/>
            <p:nvPr/>
          </p:nvSpPr>
          <p:spPr>
            <a:xfrm>
              <a:off x="2400300" y="5173980"/>
              <a:ext cx="3810" cy="212090"/>
            </a:xfrm>
            <a:custGeom>
              <a:avLst/>
              <a:gdLst/>
              <a:ahLst/>
              <a:cxnLst/>
              <a:rect l="l" t="t" r="r" b="b"/>
              <a:pathLst>
                <a:path w="3810" h="212089">
                  <a:moveTo>
                    <a:pt x="253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70"/>
                  </a:lnTo>
                  <a:lnTo>
                    <a:pt x="2539" y="1270"/>
                  </a:lnTo>
                  <a:lnTo>
                    <a:pt x="2539" y="0"/>
                  </a:lnTo>
                  <a:close/>
                </a:path>
                <a:path w="3810" h="212089">
                  <a:moveTo>
                    <a:pt x="3810" y="3810"/>
                  </a:moveTo>
                  <a:lnTo>
                    <a:pt x="0" y="3810"/>
                  </a:lnTo>
                  <a:lnTo>
                    <a:pt x="0" y="205740"/>
                  </a:lnTo>
                  <a:lnTo>
                    <a:pt x="3810" y="205740"/>
                  </a:lnTo>
                  <a:lnTo>
                    <a:pt x="3810" y="3810"/>
                  </a:lnTo>
                  <a:close/>
                </a:path>
                <a:path w="3810" h="212089">
                  <a:moveTo>
                    <a:pt x="3810" y="205740"/>
                  </a:moveTo>
                  <a:lnTo>
                    <a:pt x="0" y="205740"/>
                  </a:lnTo>
                  <a:lnTo>
                    <a:pt x="0" y="208280"/>
                  </a:lnTo>
                  <a:lnTo>
                    <a:pt x="3810" y="208280"/>
                  </a:lnTo>
                  <a:lnTo>
                    <a:pt x="3810" y="205740"/>
                  </a:lnTo>
                  <a:close/>
                </a:path>
                <a:path w="3810" h="212089">
                  <a:moveTo>
                    <a:pt x="3810" y="208280"/>
                  </a:moveTo>
                  <a:lnTo>
                    <a:pt x="0" y="208280"/>
                  </a:lnTo>
                  <a:lnTo>
                    <a:pt x="0" y="212090"/>
                  </a:lnTo>
                  <a:lnTo>
                    <a:pt x="1269" y="212090"/>
                  </a:lnTo>
                  <a:lnTo>
                    <a:pt x="1269" y="210820"/>
                  </a:lnTo>
                  <a:lnTo>
                    <a:pt x="3810" y="210820"/>
                  </a:lnTo>
                  <a:lnTo>
                    <a:pt x="3810" y="208280"/>
                  </a:lnTo>
                  <a:close/>
                </a:path>
              </a:pathLst>
            </a:custGeom>
            <a:solidFill>
              <a:srgbClr val="C6CF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" name="object 421"/>
            <p:cNvSpPr/>
            <p:nvPr/>
          </p:nvSpPr>
          <p:spPr>
            <a:xfrm>
              <a:off x="2404110" y="5176519"/>
              <a:ext cx="3810" cy="207010"/>
            </a:xfrm>
            <a:custGeom>
              <a:avLst/>
              <a:gdLst/>
              <a:ahLst/>
              <a:cxnLst/>
              <a:rect l="l" t="t" r="r" b="b"/>
              <a:pathLst>
                <a:path w="3810" h="207010">
                  <a:moveTo>
                    <a:pt x="2540" y="205752"/>
                  </a:moveTo>
                  <a:lnTo>
                    <a:pt x="0" y="205752"/>
                  </a:lnTo>
                  <a:lnTo>
                    <a:pt x="0" y="207010"/>
                  </a:lnTo>
                  <a:lnTo>
                    <a:pt x="2540" y="207010"/>
                  </a:lnTo>
                  <a:lnTo>
                    <a:pt x="2540" y="205752"/>
                  </a:lnTo>
                  <a:close/>
                </a:path>
                <a:path w="3810" h="207010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  <a:path w="3810" h="207010">
                  <a:moveTo>
                    <a:pt x="3810" y="203212"/>
                  </a:moveTo>
                  <a:lnTo>
                    <a:pt x="0" y="203212"/>
                  </a:lnTo>
                  <a:lnTo>
                    <a:pt x="0" y="205740"/>
                  </a:lnTo>
                  <a:lnTo>
                    <a:pt x="3810" y="205740"/>
                  </a:lnTo>
                  <a:lnTo>
                    <a:pt x="3810" y="203212"/>
                  </a:lnTo>
                  <a:close/>
                </a:path>
                <a:path w="3810" h="207010">
                  <a:moveTo>
                    <a:pt x="3810" y="1282"/>
                  </a:moveTo>
                  <a:lnTo>
                    <a:pt x="0" y="1282"/>
                  </a:lnTo>
                  <a:lnTo>
                    <a:pt x="0" y="203200"/>
                  </a:lnTo>
                  <a:lnTo>
                    <a:pt x="3810" y="203200"/>
                  </a:lnTo>
                  <a:lnTo>
                    <a:pt x="3810" y="1282"/>
                  </a:lnTo>
                  <a:close/>
                </a:path>
              </a:pathLst>
            </a:custGeom>
            <a:solidFill>
              <a:srgbClr val="C9D1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" name="object 422"/>
            <p:cNvSpPr/>
            <p:nvPr/>
          </p:nvSpPr>
          <p:spPr>
            <a:xfrm>
              <a:off x="2407920" y="5179059"/>
              <a:ext cx="2540" cy="200660"/>
            </a:xfrm>
            <a:custGeom>
              <a:avLst/>
              <a:gdLst/>
              <a:ahLst/>
              <a:cxnLst/>
              <a:rect l="l" t="t" r="r" b="b"/>
              <a:pathLst>
                <a:path w="2539" h="200660">
                  <a:moveTo>
                    <a:pt x="2540" y="2540"/>
                  </a:moveTo>
                  <a:lnTo>
                    <a:pt x="1270" y="254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199390"/>
                  </a:lnTo>
                  <a:lnTo>
                    <a:pt x="0" y="200660"/>
                  </a:lnTo>
                  <a:lnTo>
                    <a:pt x="1270" y="200660"/>
                  </a:lnTo>
                  <a:lnTo>
                    <a:pt x="1270" y="199390"/>
                  </a:lnTo>
                  <a:lnTo>
                    <a:pt x="2540" y="199390"/>
                  </a:lnTo>
                  <a:lnTo>
                    <a:pt x="2540" y="2540"/>
                  </a:lnTo>
                  <a:close/>
                </a:path>
              </a:pathLst>
            </a:custGeom>
            <a:solidFill>
              <a:srgbClr val="CCD3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" name="object 423"/>
            <p:cNvSpPr/>
            <p:nvPr/>
          </p:nvSpPr>
          <p:spPr>
            <a:xfrm>
              <a:off x="2410460" y="5181600"/>
              <a:ext cx="0" cy="196850"/>
            </a:xfrm>
            <a:custGeom>
              <a:avLst/>
              <a:gdLst/>
              <a:ahLst/>
              <a:cxnLst/>
              <a:rect l="l" t="t" r="r" b="b"/>
              <a:pathLst>
                <a:path h="196850">
                  <a:moveTo>
                    <a:pt x="0" y="0"/>
                  </a:moveTo>
                  <a:lnTo>
                    <a:pt x="0" y="1968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" name="object 424"/>
            <p:cNvSpPr/>
            <p:nvPr/>
          </p:nvSpPr>
          <p:spPr>
            <a:xfrm>
              <a:off x="2125980" y="5153659"/>
              <a:ext cx="284480" cy="251460"/>
            </a:xfrm>
            <a:custGeom>
              <a:avLst/>
              <a:gdLst/>
              <a:ahLst/>
              <a:cxnLst/>
              <a:rect l="l" t="t" r="r" b="b"/>
              <a:pathLst>
                <a:path w="284480" h="251460">
                  <a:moveTo>
                    <a:pt x="142239" y="0"/>
                  </a:moveTo>
                  <a:lnTo>
                    <a:pt x="86796" y="2440"/>
                  </a:lnTo>
                  <a:lnTo>
                    <a:pt x="41592" y="9048"/>
                  </a:lnTo>
                  <a:lnTo>
                    <a:pt x="11152" y="18752"/>
                  </a:lnTo>
                  <a:lnTo>
                    <a:pt x="0" y="30479"/>
                  </a:lnTo>
                  <a:lnTo>
                    <a:pt x="0" y="33436"/>
                  </a:lnTo>
                  <a:lnTo>
                    <a:pt x="0" y="54133"/>
                  </a:lnTo>
                  <a:lnTo>
                    <a:pt x="0" y="110311"/>
                  </a:lnTo>
                  <a:lnTo>
                    <a:pt x="0" y="219709"/>
                  </a:lnTo>
                  <a:lnTo>
                    <a:pt x="11152" y="232171"/>
                  </a:lnTo>
                  <a:lnTo>
                    <a:pt x="41592" y="242252"/>
                  </a:lnTo>
                  <a:lnTo>
                    <a:pt x="86796" y="248999"/>
                  </a:lnTo>
                  <a:lnTo>
                    <a:pt x="142239" y="251459"/>
                  </a:lnTo>
                  <a:lnTo>
                    <a:pt x="196611" y="248999"/>
                  </a:lnTo>
                  <a:lnTo>
                    <a:pt x="241934" y="242252"/>
                  </a:lnTo>
                  <a:lnTo>
                    <a:pt x="272970" y="232171"/>
                  </a:lnTo>
                  <a:lnTo>
                    <a:pt x="284480" y="219709"/>
                  </a:lnTo>
                  <a:lnTo>
                    <a:pt x="284480" y="216753"/>
                  </a:lnTo>
                  <a:lnTo>
                    <a:pt x="284480" y="196056"/>
                  </a:lnTo>
                  <a:lnTo>
                    <a:pt x="284480" y="139878"/>
                  </a:lnTo>
                  <a:lnTo>
                    <a:pt x="284480" y="30479"/>
                  </a:lnTo>
                  <a:lnTo>
                    <a:pt x="272970" y="18752"/>
                  </a:lnTo>
                  <a:lnTo>
                    <a:pt x="241935" y="9048"/>
                  </a:lnTo>
                  <a:lnTo>
                    <a:pt x="196611" y="2440"/>
                  </a:lnTo>
                  <a:lnTo>
                    <a:pt x="142239" y="0"/>
                  </a:lnTo>
                  <a:close/>
                </a:path>
              </a:pathLst>
            </a:custGeom>
            <a:ln w="646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" name="object 425"/>
            <p:cNvSpPr/>
            <p:nvPr/>
          </p:nvSpPr>
          <p:spPr>
            <a:xfrm>
              <a:off x="2125980" y="5179059"/>
              <a:ext cx="2540" cy="11430"/>
            </a:xfrm>
            <a:custGeom>
              <a:avLst/>
              <a:gdLst/>
              <a:ahLst/>
              <a:cxnLst/>
              <a:rect l="l" t="t" r="r" b="b"/>
              <a:pathLst>
                <a:path w="2539" h="11429">
                  <a:moveTo>
                    <a:pt x="2539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5079"/>
                  </a:lnTo>
                  <a:lnTo>
                    <a:pt x="2539" y="5079"/>
                  </a:lnTo>
                  <a:lnTo>
                    <a:pt x="2539" y="0"/>
                  </a:lnTo>
                  <a:close/>
                </a:path>
                <a:path w="2539" h="11429">
                  <a:moveTo>
                    <a:pt x="2539" y="5080"/>
                  </a:moveTo>
                  <a:lnTo>
                    <a:pt x="0" y="5080"/>
                  </a:lnTo>
                  <a:lnTo>
                    <a:pt x="0" y="10159"/>
                  </a:lnTo>
                  <a:lnTo>
                    <a:pt x="1269" y="10159"/>
                  </a:lnTo>
                  <a:lnTo>
                    <a:pt x="1269" y="11429"/>
                  </a:lnTo>
                  <a:lnTo>
                    <a:pt x="2539" y="11429"/>
                  </a:lnTo>
                  <a:lnTo>
                    <a:pt x="2539" y="5080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" name="object 426"/>
            <p:cNvSpPr/>
            <p:nvPr/>
          </p:nvSpPr>
          <p:spPr>
            <a:xfrm>
              <a:off x="2128519" y="5176520"/>
              <a:ext cx="3810" cy="17780"/>
            </a:xfrm>
            <a:custGeom>
              <a:avLst/>
              <a:gdLst/>
              <a:ahLst/>
              <a:cxnLst/>
              <a:rect l="l" t="t" r="r" b="b"/>
              <a:pathLst>
                <a:path w="3810" h="17779">
                  <a:moveTo>
                    <a:pt x="3810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17779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10" h="17779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10" h="17779">
                  <a:moveTo>
                    <a:pt x="3810" y="13969"/>
                  </a:moveTo>
                  <a:lnTo>
                    <a:pt x="0" y="13969"/>
                  </a:lnTo>
                  <a:lnTo>
                    <a:pt x="0" y="15239"/>
                  </a:lnTo>
                  <a:lnTo>
                    <a:pt x="1269" y="15239"/>
                  </a:lnTo>
                  <a:lnTo>
                    <a:pt x="1269" y="16509"/>
                  </a:lnTo>
                  <a:lnTo>
                    <a:pt x="2540" y="16509"/>
                  </a:lnTo>
                  <a:lnTo>
                    <a:pt x="2540" y="17779"/>
                  </a:lnTo>
                  <a:lnTo>
                    <a:pt x="3810" y="17779"/>
                  </a:lnTo>
                  <a:lnTo>
                    <a:pt x="3810" y="13969"/>
                  </a:lnTo>
                  <a:close/>
                </a:path>
              </a:pathLst>
            </a:custGeom>
            <a:solidFill>
              <a:srgbClr val="CED5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" name="object 427"/>
            <p:cNvSpPr/>
            <p:nvPr/>
          </p:nvSpPr>
          <p:spPr>
            <a:xfrm>
              <a:off x="2132330" y="5173980"/>
              <a:ext cx="3810" cy="22860"/>
            </a:xfrm>
            <a:custGeom>
              <a:avLst/>
              <a:gdLst/>
              <a:ahLst/>
              <a:cxnLst/>
              <a:rect l="l" t="t" r="r" b="b"/>
              <a:pathLst>
                <a:path w="3810" h="22860">
                  <a:moveTo>
                    <a:pt x="3809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10" h="22860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10" h="22860">
                  <a:moveTo>
                    <a:pt x="380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0160"/>
                  </a:lnTo>
                  <a:close/>
                </a:path>
                <a:path w="3810" h="22860">
                  <a:moveTo>
                    <a:pt x="3809" y="16510"/>
                  </a:moveTo>
                  <a:lnTo>
                    <a:pt x="0" y="16510"/>
                  </a:lnTo>
                  <a:lnTo>
                    <a:pt x="0" y="21590"/>
                  </a:lnTo>
                  <a:lnTo>
                    <a:pt x="1269" y="21590"/>
                  </a:lnTo>
                  <a:lnTo>
                    <a:pt x="1269" y="22860"/>
                  </a:lnTo>
                  <a:lnTo>
                    <a:pt x="3809" y="22860"/>
                  </a:lnTo>
                  <a:lnTo>
                    <a:pt x="3809" y="16510"/>
                  </a:lnTo>
                  <a:close/>
                </a:path>
              </a:pathLst>
            </a:custGeom>
            <a:solidFill>
              <a:srgbClr val="CCD3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" name="object 428"/>
            <p:cNvSpPr/>
            <p:nvPr/>
          </p:nvSpPr>
          <p:spPr>
            <a:xfrm>
              <a:off x="2136139" y="5172709"/>
              <a:ext cx="2540" cy="25400"/>
            </a:xfrm>
            <a:custGeom>
              <a:avLst/>
              <a:gdLst/>
              <a:ahLst/>
              <a:cxnLst/>
              <a:rect l="l" t="t" r="r" b="b"/>
              <a:pathLst>
                <a:path w="2539" h="25400">
                  <a:moveTo>
                    <a:pt x="254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2540" y="5079"/>
                  </a:lnTo>
                  <a:lnTo>
                    <a:pt x="2540" y="0"/>
                  </a:lnTo>
                  <a:close/>
                </a:path>
                <a:path w="2539" h="25400">
                  <a:moveTo>
                    <a:pt x="254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2540" y="11429"/>
                  </a:lnTo>
                  <a:lnTo>
                    <a:pt x="2540" y="5080"/>
                  </a:lnTo>
                  <a:close/>
                </a:path>
                <a:path w="2539" h="25400">
                  <a:moveTo>
                    <a:pt x="254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2540" y="17779"/>
                  </a:lnTo>
                  <a:lnTo>
                    <a:pt x="2540" y="11430"/>
                  </a:lnTo>
                  <a:close/>
                </a:path>
                <a:path w="2539" h="25400">
                  <a:moveTo>
                    <a:pt x="254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2540" y="24129"/>
                  </a:lnTo>
                  <a:lnTo>
                    <a:pt x="2540" y="17780"/>
                  </a:lnTo>
                  <a:close/>
                </a:path>
                <a:path w="2539" h="25400">
                  <a:moveTo>
                    <a:pt x="2540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2540" y="25400"/>
                  </a:lnTo>
                  <a:lnTo>
                    <a:pt x="2540" y="24130"/>
                  </a:lnTo>
                  <a:close/>
                </a:path>
              </a:pathLst>
            </a:custGeom>
            <a:solidFill>
              <a:srgbClr val="C9D1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" name="object 429"/>
            <p:cNvSpPr/>
            <p:nvPr/>
          </p:nvSpPr>
          <p:spPr>
            <a:xfrm>
              <a:off x="2138680" y="5171439"/>
              <a:ext cx="3810" cy="27940"/>
            </a:xfrm>
            <a:custGeom>
              <a:avLst/>
              <a:gdLst/>
              <a:ahLst/>
              <a:cxnLst/>
              <a:rect l="l" t="t" r="r" b="b"/>
              <a:pathLst>
                <a:path w="3810" h="27939">
                  <a:moveTo>
                    <a:pt x="3809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0"/>
                  </a:lnTo>
                  <a:close/>
                </a:path>
                <a:path w="3810" h="27939">
                  <a:moveTo>
                    <a:pt x="380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6349"/>
                  </a:lnTo>
                  <a:close/>
                </a:path>
                <a:path w="3810" h="27939">
                  <a:moveTo>
                    <a:pt x="380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2699"/>
                  </a:lnTo>
                  <a:close/>
                </a:path>
                <a:path w="3810" h="27939">
                  <a:moveTo>
                    <a:pt x="3809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19049"/>
                  </a:lnTo>
                  <a:close/>
                </a:path>
                <a:path w="3810" h="27939">
                  <a:moveTo>
                    <a:pt x="3809" y="25399"/>
                  </a:moveTo>
                  <a:lnTo>
                    <a:pt x="0" y="25399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5399"/>
                  </a:lnTo>
                  <a:close/>
                </a:path>
              </a:pathLst>
            </a:custGeom>
            <a:solidFill>
              <a:srgbClr val="C6CF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" name="object 430"/>
            <p:cNvSpPr/>
            <p:nvPr/>
          </p:nvSpPr>
          <p:spPr>
            <a:xfrm>
              <a:off x="2142489" y="5170170"/>
              <a:ext cx="3810" cy="31750"/>
            </a:xfrm>
            <a:custGeom>
              <a:avLst/>
              <a:gdLst/>
              <a:ahLst/>
              <a:cxnLst/>
              <a:rect l="l" t="t" r="r" b="b"/>
              <a:pathLst>
                <a:path w="3810" h="31750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31750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10" h="31750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10" h="31750">
                  <a:moveTo>
                    <a:pt x="3810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3969"/>
                  </a:lnTo>
                  <a:close/>
                </a:path>
                <a:path w="3810" h="31750">
                  <a:moveTo>
                    <a:pt x="3810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3810" y="26669"/>
                  </a:lnTo>
                  <a:lnTo>
                    <a:pt x="3810" y="20319"/>
                  </a:lnTo>
                  <a:close/>
                </a:path>
                <a:path w="3810" h="31750">
                  <a:moveTo>
                    <a:pt x="3810" y="26669"/>
                  </a:moveTo>
                  <a:lnTo>
                    <a:pt x="0" y="26669"/>
                  </a:lnTo>
                  <a:lnTo>
                    <a:pt x="0" y="30479"/>
                  </a:lnTo>
                  <a:lnTo>
                    <a:pt x="2540" y="30479"/>
                  </a:lnTo>
                  <a:lnTo>
                    <a:pt x="2540" y="31749"/>
                  </a:lnTo>
                  <a:lnTo>
                    <a:pt x="3810" y="31749"/>
                  </a:lnTo>
                  <a:lnTo>
                    <a:pt x="3810" y="26669"/>
                  </a:lnTo>
                  <a:close/>
                </a:path>
              </a:pathLst>
            </a:custGeom>
            <a:solidFill>
              <a:srgbClr val="C3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" name="object 431"/>
            <p:cNvSpPr/>
            <p:nvPr/>
          </p:nvSpPr>
          <p:spPr>
            <a:xfrm>
              <a:off x="2146300" y="5167630"/>
              <a:ext cx="3810" cy="34290"/>
            </a:xfrm>
            <a:custGeom>
              <a:avLst/>
              <a:gdLst/>
              <a:ahLst/>
              <a:cxnLst/>
              <a:rect l="l" t="t" r="r" b="b"/>
              <a:pathLst>
                <a:path w="3810" h="34289">
                  <a:moveTo>
                    <a:pt x="3810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10" h="34289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10" h="34289">
                  <a:moveTo>
                    <a:pt x="381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60"/>
                  </a:lnTo>
                  <a:close/>
                </a:path>
                <a:path w="3810" h="34289">
                  <a:moveTo>
                    <a:pt x="3810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10"/>
                  </a:lnTo>
                  <a:close/>
                </a:path>
                <a:path w="3810" h="34289">
                  <a:moveTo>
                    <a:pt x="3810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2860"/>
                  </a:lnTo>
                  <a:close/>
                </a:path>
                <a:path w="3810" h="34289">
                  <a:moveTo>
                    <a:pt x="3810" y="29210"/>
                  </a:moveTo>
                  <a:lnTo>
                    <a:pt x="0" y="29210"/>
                  </a:lnTo>
                  <a:lnTo>
                    <a:pt x="0" y="34290"/>
                  </a:lnTo>
                  <a:lnTo>
                    <a:pt x="3810" y="34290"/>
                  </a:lnTo>
                  <a:lnTo>
                    <a:pt x="3810" y="29210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" name="object 432"/>
            <p:cNvSpPr/>
            <p:nvPr/>
          </p:nvSpPr>
          <p:spPr>
            <a:xfrm>
              <a:off x="2150110" y="5166359"/>
              <a:ext cx="3810" cy="38100"/>
            </a:xfrm>
            <a:custGeom>
              <a:avLst/>
              <a:gdLst/>
              <a:ahLst/>
              <a:cxnLst/>
              <a:rect l="l" t="t" r="r" b="b"/>
              <a:pathLst>
                <a:path w="3810" h="38100">
                  <a:moveTo>
                    <a:pt x="380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0"/>
                  </a:lnTo>
                  <a:close/>
                </a:path>
                <a:path w="3810" h="38100">
                  <a:moveTo>
                    <a:pt x="380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5080"/>
                  </a:lnTo>
                  <a:close/>
                </a:path>
                <a:path w="3810" h="38100">
                  <a:moveTo>
                    <a:pt x="380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1430"/>
                  </a:lnTo>
                  <a:close/>
                </a:path>
                <a:path w="3810" h="38100">
                  <a:moveTo>
                    <a:pt x="3809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17780"/>
                  </a:lnTo>
                  <a:close/>
                </a:path>
                <a:path w="3810" h="38100">
                  <a:moveTo>
                    <a:pt x="3809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24130"/>
                  </a:lnTo>
                  <a:close/>
                </a:path>
                <a:path w="3810" h="38100">
                  <a:moveTo>
                    <a:pt x="3809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0480"/>
                  </a:lnTo>
                  <a:close/>
                </a:path>
                <a:path w="3810" h="38100">
                  <a:moveTo>
                    <a:pt x="3809" y="36830"/>
                  </a:moveTo>
                  <a:lnTo>
                    <a:pt x="2539" y="36830"/>
                  </a:lnTo>
                  <a:lnTo>
                    <a:pt x="2539" y="38100"/>
                  </a:lnTo>
                  <a:lnTo>
                    <a:pt x="3809" y="38100"/>
                  </a:lnTo>
                  <a:lnTo>
                    <a:pt x="3809" y="36830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" name="object 433"/>
            <p:cNvSpPr/>
            <p:nvPr/>
          </p:nvSpPr>
          <p:spPr>
            <a:xfrm>
              <a:off x="2153919" y="5166359"/>
              <a:ext cx="3810" cy="38100"/>
            </a:xfrm>
            <a:custGeom>
              <a:avLst/>
              <a:gdLst/>
              <a:ahLst/>
              <a:cxnLst/>
              <a:rect l="l" t="t" r="r" b="b"/>
              <a:pathLst>
                <a:path w="3810" h="38100">
                  <a:moveTo>
                    <a:pt x="381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10" h="38100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38100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38100">
                  <a:moveTo>
                    <a:pt x="381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7780"/>
                  </a:lnTo>
                  <a:close/>
                </a:path>
                <a:path w="3810" h="38100">
                  <a:moveTo>
                    <a:pt x="3810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10" y="30479"/>
                  </a:lnTo>
                  <a:lnTo>
                    <a:pt x="3810" y="24130"/>
                  </a:lnTo>
                  <a:close/>
                </a:path>
                <a:path w="3810" h="38100">
                  <a:moveTo>
                    <a:pt x="3810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30480"/>
                  </a:lnTo>
                  <a:close/>
                </a:path>
                <a:path w="3810" h="38100">
                  <a:moveTo>
                    <a:pt x="3810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6830"/>
                  </a:lnTo>
                  <a:close/>
                </a:path>
              </a:pathLst>
            </a:custGeom>
            <a:solidFill>
              <a:srgbClr val="BB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" name="object 434"/>
            <p:cNvSpPr/>
            <p:nvPr/>
          </p:nvSpPr>
          <p:spPr>
            <a:xfrm>
              <a:off x="2157730" y="5165089"/>
              <a:ext cx="2540" cy="40640"/>
            </a:xfrm>
            <a:custGeom>
              <a:avLst/>
              <a:gdLst/>
              <a:ahLst/>
              <a:cxnLst/>
              <a:rect l="l" t="t" r="r" b="b"/>
              <a:pathLst>
                <a:path w="2539" h="40639">
                  <a:moveTo>
                    <a:pt x="2539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6349"/>
                  </a:lnTo>
                  <a:lnTo>
                    <a:pt x="2539" y="6349"/>
                  </a:lnTo>
                  <a:lnTo>
                    <a:pt x="2539" y="0"/>
                  </a:lnTo>
                  <a:close/>
                </a:path>
                <a:path w="2539" h="40639">
                  <a:moveTo>
                    <a:pt x="253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2539" y="12699"/>
                  </a:lnTo>
                  <a:lnTo>
                    <a:pt x="2539" y="6349"/>
                  </a:lnTo>
                  <a:close/>
                </a:path>
                <a:path w="2539" h="40639">
                  <a:moveTo>
                    <a:pt x="253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2539" y="19049"/>
                  </a:lnTo>
                  <a:lnTo>
                    <a:pt x="2539" y="12699"/>
                  </a:lnTo>
                  <a:close/>
                </a:path>
                <a:path w="2539" h="40639">
                  <a:moveTo>
                    <a:pt x="2539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2539" y="25399"/>
                  </a:lnTo>
                  <a:lnTo>
                    <a:pt x="2539" y="19049"/>
                  </a:lnTo>
                  <a:close/>
                </a:path>
                <a:path w="2539" h="40639">
                  <a:moveTo>
                    <a:pt x="2539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2539" y="31749"/>
                  </a:lnTo>
                  <a:lnTo>
                    <a:pt x="2539" y="25399"/>
                  </a:lnTo>
                  <a:close/>
                </a:path>
                <a:path w="2539" h="40639">
                  <a:moveTo>
                    <a:pt x="2539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2539" y="38099"/>
                  </a:lnTo>
                  <a:lnTo>
                    <a:pt x="2539" y="31749"/>
                  </a:lnTo>
                  <a:close/>
                </a:path>
                <a:path w="2539" h="40639">
                  <a:moveTo>
                    <a:pt x="2539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2539" y="40639"/>
                  </a:lnTo>
                  <a:lnTo>
                    <a:pt x="2539" y="38099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" name="object 435"/>
            <p:cNvSpPr/>
            <p:nvPr/>
          </p:nvSpPr>
          <p:spPr>
            <a:xfrm>
              <a:off x="2160269" y="516508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81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0"/>
                  </a:lnTo>
                  <a:close/>
                </a:path>
                <a:path w="3810" h="41910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10" h="41910">
                  <a:moveTo>
                    <a:pt x="381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2699"/>
                  </a:lnTo>
                  <a:close/>
                </a:path>
                <a:path w="3810" h="41910">
                  <a:moveTo>
                    <a:pt x="3810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19049"/>
                  </a:lnTo>
                  <a:close/>
                </a:path>
                <a:path w="3810" h="41910">
                  <a:moveTo>
                    <a:pt x="3810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5399"/>
                  </a:lnTo>
                  <a:close/>
                </a:path>
                <a:path w="3810" h="41910">
                  <a:moveTo>
                    <a:pt x="3810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1749"/>
                  </a:lnTo>
                  <a:close/>
                </a:path>
                <a:path w="3810" h="41910">
                  <a:moveTo>
                    <a:pt x="381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1269" y="40639"/>
                  </a:lnTo>
                  <a:lnTo>
                    <a:pt x="1269" y="41909"/>
                  </a:lnTo>
                  <a:lnTo>
                    <a:pt x="3810" y="41909"/>
                  </a:lnTo>
                  <a:lnTo>
                    <a:pt x="3810" y="38099"/>
                  </a:lnTo>
                  <a:close/>
                </a:path>
              </a:pathLst>
            </a:custGeom>
            <a:solidFill>
              <a:srgbClr val="B6C1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" name="object 436"/>
            <p:cNvSpPr/>
            <p:nvPr/>
          </p:nvSpPr>
          <p:spPr>
            <a:xfrm>
              <a:off x="2164080" y="5163820"/>
              <a:ext cx="3810" cy="43180"/>
            </a:xfrm>
            <a:custGeom>
              <a:avLst/>
              <a:gdLst/>
              <a:ahLst/>
              <a:cxnLst/>
              <a:rect l="l" t="t" r="r" b="b"/>
              <a:pathLst>
                <a:path w="3810" h="43179">
                  <a:moveTo>
                    <a:pt x="380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10" h="43179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10" h="43179">
                  <a:moveTo>
                    <a:pt x="380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7619"/>
                  </a:lnTo>
                  <a:close/>
                </a:path>
                <a:path w="3810" h="43179">
                  <a:moveTo>
                    <a:pt x="3809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3969"/>
                  </a:lnTo>
                  <a:close/>
                </a:path>
                <a:path w="3810" h="43179">
                  <a:moveTo>
                    <a:pt x="3809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3809" y="26669"/>
                  </a:lnTo>
                  <a:lnTo>
                    <a:pt x="3809" y="20319"/>
                  </a:lnTo>
                  <a:close/>
                </a:path>
                <a:path w="3810" h="43179">
                  <a:moveTo>
                    <a:pt x="3809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6669"/>
                  </a:lnTo>
                  <a:close/>
                </a:path>
                <a:path w="3810" h="43179">
                  <a:moveTo>
                    <a:pt x="3809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3019"/>
                  </a:lnTo>
                  <a:close/>
                </a:path>
                <a:path w="3810" h="43179">
                  <a:moveTo>
                    <a:pt x="3809" y="39369"/>
                  </a:moveTo>
                  <a:lnTo>
                    <a:pt x="0" y="39369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39369"/>
                  </a:lnTo>
                  <a:close/>
                </a:path>
              </a:pathLst>
            </a:custGeom>
            <a:solidFill>
              <a:srgbClr val="B3BF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7"/>
            <p:cNvSpPr/>
            <p:nvPr/>
          </p:nvSpPr>
          <p:spPr>
            <a:xfrm>
              <a:off x="2167889" y="5162550"/>
              <a:ext cx="3810" cy="45720"/>
            </a:xfrm>
            <a:custGeom>
              <a:avLst/>
              <a:gdLst/>
              <a:ahLst/>
              <a:cxnLst/>
              <a:rect l="l" t="t" r="r" b="b"/>
              <a:pathLst>
                <a:path w="3810" h="45720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45720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10" h="45720">
                  <a:moveTo>
                    <a:pt x="381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8890"/>
                  </a:lnTo>
                  <a:close/>
                </a:path>
                <a:path w="3810" h="45720">
                  <a:moveTo>
                    <a:pt x="3810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5240"/>
                  </a:lnTo>
                  <a:close/>
                </a:path>
                <a:path w="3810" h="45720">
                  <a:moveTo>
                    <a:pt x="3810" y="21590"/>
                  </a:moveTo>
                  <a:lnTo>
                    <a:pt x="0" y="21590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1590"/>
                  </a:lnTo>
                  <a:close/>
                </a:path>
                <a:path w="3810" h="45720">
                  <a:moveTo>
                    <a:pt x="3810" y="27940"/>
                  </a:moveTo>
                  <a:lnTo>
                    <a:pt x="0" y="27940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27940"/>
                  </a:lnTo>
                  <a:close/>
                </a:path>
                <a:path w="3810" h="45720">
                  <a:moveTo>
                    <a:pt x="3810" y="34290"/>
                  </a:moveTo>
                  <a:lnTo>
                    <a:pt x="0" y="34290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4290"/>
                  </a:lnTo>
                  <a:close/>
                </a:path>
                <a:path w="3810" h="45720">
                  <a:moveTo>
                    <a:pt x="3810" y="40640"/>
                  </a:moveTo>
                  <a:lnTo>
                    <a:pt x="0" y="40640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40640"/>
                  </a:lnTo>
                  <a:close/>
                </a:path>
              </a:pathLst>
            </a:custGeom>
            <a:solidFill>
              <a:srgbClr val="B1BD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" name="object 438"/>
            <p:cNvSpPr/>
            <p:nvPr/>
          </p:nvSpPr>
          <p:spPr>
            <a:xfrm>
              <a:off x="2171700" y="5162550"/>
              <a:ext cx="3810" cy="46990"/>
            </a:xfrm>
            <a:custGeom>
              <a:avLst/>
              <a:gdLst/>
              <a:ahLst/>
              <a:cxnLst/>
              <a:rect l="l" t="t" r="r" b="b"/>
              <a:pathLst>
                <a:path w="3810" h="46989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46989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10" h="46989">
                  <a:moveTo>
                    <a:pt x="381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8890"/>
                  </a:lnTo>
                  <a:close/>
                </a:path>
                <a:path w="3810" h="46989">
                  <a:moveTo>
                    <a:pt x="3810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5240"/>
                  </a:lnTo>
                  <a:close/>
                </a:path>
                <a:path w="3810" h="46989">
                  <a:moveTo>
                    <a:pt x="3810" y="21590"/>
                  </a:moveTo>
                  <a:lnTo>
                    <a:pt x="0" y="21590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1590"/>
                  </a:lnTo>
                  <a:close/>
                </a:path>
                <a:path w="3810" h="46989">
                  <a:moveTo>
                    <a:pt x="3810" y="27940"/>
                  </a:moveTo>
                  <a:lnTo>
                    <a:pt x="0" y="27940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27940"/>
                  </a:lnTo>
                  <a:close/>
                </a:path>
                <a:path w="3810" h="46989">
                  <a:moveTo>
                    <a:pt x="3810" y="34290"/>
                  </a:moveTo>
                  <a:lnTo>
                    <a:pt x="0" y="34290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4290"/>
                  </a:lnTo>
                  <a:close/>
                </a:path>
                <a:path w="3810" h="46989">
                  <a:moveTo>
                    <a:pt x="3810" y="40640"/>
                  </a:moveTo>
                  <a:lnTo>
                    <a:pt x="0" y="40640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0640"/>
                  </a:lnTo>
                  <a:close/>
                </a:path>
              </a:pathLst>
            </a:custGeom>
            <a:solidFill>
              <a:srgbClr val="AEBA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" name="object 439"/>
            <p:cNvSpPr/>
            <p:nvPr/>
          </p:nvSpPr>
          <p:spPr>
            <a:xfrm>
              <a:off x="2175510" y="5161280"/>
              <a:ext cx="3810" cy="49530"/>
            </a:xfrm>
            <a:custGeom>
              <a:avLst/>
              <a:gdLst/>
              <a:ahLst/>
              <a:cxnLst/>
              <a:rect l="l" t="t" r="r" b="b"/>
              <a:pathLst>
                <a:path w="3810" h="49529">
                  <a:moveTo>
                    <a:pt x="3809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10" h="49529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10" h="49529">
                  <a:moveTo>
                    <a:pt x="380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0160"/>
                  </a:lnTo>
                  <a:close/>
                </a:path>
                <a:path w="3810" h="49529">
                  <a:moveTo>
                    <a:pt x="3809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16510"/>
                  </a:lnTo>
                  <a:close/>
                </a:path>
                <a:path w="3810" h="49529">
                  <a:moveTo>
                    <a:pt x="3809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3809" y="29210"/>
                  </a:lnTo>
                  <a:lnTo>
                    <a:pt x="3809" y="22860"/>
                  </a:lnTo>
                  <a:close/>
                </a:path>
                <a:path w="3810" h="49529">
                  <a:moveTo>
                    <a:pt x="3809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29210"/>
                  </a:lnTo>
                  <a:close/>
                </a:path>
                <a:path w="3810" h="49529">
                  <a:moveTo>
                    <a:pt x="3809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35560"/>
                  </a:lnTo>
                  <a:close/>
                </a:path>
                <a:path w="3810" h="49529">
                  <a:moveTo>
                    <a:pt x="3809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3809" y="48260"/>
                  </a:lnTo>
                  <a:lnTo>
                    <a:pt x="3809" y="41910"/>
                  </a:lnTo>
                  <a:close/>
                </a:path>
                <a:path w="3810" h="49529">
                  <a:moveTo>
                    <a:pt x="3809" y="48260"/>
                  </a:moveTo>
                  <a:lnTo>
                    <a:pt x="2539" y="48260"/>
                  </a:lnTo>
                  <a:lnTo>
                    <a:pt x="2539" y="49530"/>
                  </a:lnTo>
                  <a:lnTo>
                    <a:pt x="3809" y="49530"/>
                  </a:lnTo>
                  <a:lnTo>
                    <a:pt x="3809" y="48260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" name="object 440"/>
            <p:cNvSpPr/>
            <p:nvPr/>
          </p:nvSpPr>
          <p:spPr>
            <a:xfrm>
              <a:off x="2179319" y="5161280"/>
              <a:ext cx="3810" cy="49530"/>
            </a:xfrm>
            <a:custGeom>
              <a:avLst/>
              <a:gdLst/>
              <a:ahLst/>
              <a:cxnLst/>
              <a:rect l="l" t="t" r="r" b="b"/>
              <a:pathLst>
                <a:path w="3810" h="49529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10" h="49529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10" h="49529">
                  <a:moveTo>
                    <a:pt x="381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60"/>
                  </a:lnTo>
                  <a:close/>
                </a:path>
                <a:path w="3810" h="49529">
                  <a:moveTo>
                    <a:pt x="3810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10"/>
                  </a:lnTo>
                  <a:close/>
                </a:path>
                <a:path w="3810" h="49529">
                  <a:moveTo>
                    <a:pt x="3810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2860"/>
                  </a:lnTo>
                  <a:close/>
                </a:path>
                <a:path w="3810" h="49529">
                  <a:moveTo>
                    <a:pt x="3810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29210"/>
                  </a:lnTo>
                  <a:close/>
                </a:path>
                <a:path w="3810" h="49529">
                  <a:moveTo>
                    <a:pt x="3810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5560"/>
                  </a:lnTo>
                  <a:close/>
                </a:path>
                <a:path w="3810" h="49529">
                  <a:moveTo>
                    <a:pt x="3810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1910"/>
                  </a:lnTo>
                  <a:close/>
                </a:path>
                <a:path w="3810" h="49529">
                  <a:moveTo>
                    <a:pt x="3810" y="48260"/>
                  </a:moveTo>
                  <a:lnTo>
                    <a:pt x="0" y="4826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8260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" name="object 441"/>
            <p:cNvSpPr/>
            <p:nvPr/>
          </p:nvSpPr>
          <p:spPr>
            <a:xfrm>
              <a:off x="2183130" y="5160009"/>
              <a:ext cx="2540" cy="50800"/>
            </a:xfrm>
            <a:custGeom>
              <a:avLst/>
              <a:gdLst/>
              <a:ahLst/>
              <a:cxnLst/>
              <a:rect l="l" t="t" r="r" b="b"/>
              <a:pathLst>
                <a:path w="2539" h="50800">
                  <a:moveTo>
                    <a:pt x="2539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5079"/>
                  </a:lnTo>
                  <a:lnTo>
                    <a:pt x="2539" y="5079"/>
                  </a:lnTo>
                  <a:lnTo>
                    <a:pt x="2539" y="0"/>
                  </a:lnTo>
                  <a:close/>
                </a:path>
                <a:path w="2539" h="50800">
                  <a:moveTo>
                    <a:pt x="253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2539" y="11429"/>
                  </a:lnTo>
                  <a:lnTo>
                    <a:pt x="2539" y="5080"/>
                  </a:lnTo>
                  <a:close/>
                </a:path>
                <a:path w="2539" h="50800">
                  <a:moveTo>
                    <a:pt x="253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2539" y="17779"/>
                  </a:lnTo>
                  <a:lnTo>
                    <a:pt x="2539" y="11430"/>
                  </a:lnTo>
                  <a:close/>
                </a:path>
                <a:path w="2539" h="50800">
                  <a:moveTo>
                    <a:pt x="2539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2539" y="24129"/>
                  </a:lnTo>
                  <a:lnTo>
                    <a:pt x="2539" y="17780"/>
                  </a:lnTo>
                  <a:close/>
                </a:path>
                <a:path w="2539" h="50800">
                  <a:moveTo>
                    <a:pt x="2539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2539" y="30479"/>
                  </a:lnTo>
                  <a:lnTo>
                    <a:pt x="2539" y="24130"/>
                  </a:lnTo>
                  <a:close/>
                </a:path>
                <a:path w="2539" h="50800">
                  <a:moveTo>
                    <a:pt x="2539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2539" y="36829"/>
                  </a:lnTo>
                  <a:lnTo>
                    <a:pt x="2539" y="30480"/>
                  </a:lnTo>
                  <a:close/>
                </a:path>
                <a:path w="2539" h="50800">
                  <a:moveTo>
                    <a:pt x="2539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2539" y="43179"/>
                  </a:lnTo>
                  <a:lnTo>
                    <a:pt x="2539" y="36830"/>
                  </a:lnTo>
                  <a:close/>
                </a:path>
                <a:path w="2539" h="50800">
                  <a:moveTo>
                    <a:pt x="2539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2539" y="49529"/>
                  </a:lnTo>
                  <a:lnTo>
                    <a:pt x="2539" y="43180"/>
                  </a:lnTo>
                  <a:close/>
                </a:path>
                <a:path w="2539" h="50800">
                  <a:moveTo>
                    <a:pt x="2539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2539" y="50800"/>
                  </a:lnTo>
                  <a:lnTo>
                    <a:pt x="2539" y="49530"/>
                  </a:lnTo>
                  <a:close/>
                </a:path>
              </a:pathLst>
            </a:custGeom>
            <a:solidFill>
              <a:srgbClr val="A6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" name="object 442"/>
            <p:cNvSpPr/>
            <p:nvPr/>
          </p:nvSpPr>
          <p:spPr>
            <a:xfrm>
              <a:off x="2185669" y="5158739"/>
              <a:ext cx="3810" cy="53340"/>
            </a:xfrm>
            <a:custGeom>
              <a:avLst/>
              <a:gdLst/>
              <a:ahLst/>
              <a:cxnLst/>
              <a:rect l="l" t="t" r="r" b="b"/>
              <a:pathLst>
                <a:path w="3810" h="53339">
                  <a:moveTo>
                    <a:pt x="3810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0" y="126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0"/>
                  </a:lnTo>
                  <a:close/>
                </a:path>
                <a:path w="3810" h="53339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10" h="53339">
                  <a:moveTo>
                    <a:pt x="381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2699"/>
                  </a:lnTo>
                  <a:close/>
                </a:path>
                <a:path w="3810" h="53339">
                  <a:moveTo>
                    <a:pt x="3810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19049"/>
                  </a:lnTo>
                  <a:close/>
                </a:path>
                <a:path w="3810" h="53339">
                  <a:moveTo>
                    <a:pt x="3810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5399"/>
                  </a:lnTo>
                  <a:close/>
                </a:path>
                <a:path w="3810" h="53339">
                  <a:moveTo>
                    <a:pt x="3810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1749"/>
                  </a:lnTo>
                  <a:close/>
                </a:path>
                <a:path w="3810" h="53339">
                  <a:moveTo>
                    <a:pt x="3810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38099"/>
                  </a:lnTo>
                  <a:close/>
                </a:path>
                <a:path w="3810" h="53339">
                  <a:moveTo>
                    <a:pt x="3810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4449"/>
                  </a:lnTo>
                  <a:close/>
                </a:path>
                <a:path w="3810" h="53339">
                  <a:moveTo>
                    <a:pt x="3810" y="50799"/>
                  </a:moveTo>
                  <a:lnTo>
                    <a:pt x="0" y="50799"/>
                  </a:lnTo>
                  <a:lnTo>
                    <a:pt x="0" y="52069"/>
                  </a:lnTo>
                  <a:lnTo>
                    <a:pt x="2540" y="52069"/>
                  </a:lnTo>
                  <a:lnTo>
                    <a:pt x="2540" y="53339"/>
                  </a:lnTo>
                  <a:lnTo>
                    <a:pt x="3810" y="53339"/>
                  </a:lnTo>
                  <a:lnTo>
                    <a:pt x="3810" y="50799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" name="object 443"/>
            <p:cNvSpPr/>
            <p:nvPr/>
          </p:nvSpPr>
          <p:spPr>
            <a:xfrm>
              <a:off x="2189480" y="5158739"/>
              <a:ext cx="3810" cy="53340"/>
            </a:xfrm>
            <a:custGeom>
              <a:avLst/>
              <a:gdLst/>
              <a:ahLst/>
              <a:cxnLst/>
              <a:rect l="l" t="t" r="r" b="b"/>
              <a:pathLst>
                <a:path w="3810" h="53339">
                  <a:moveTo>
                    <a:pt x="380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0"/>
                  </a:lnTo>
                  <a:close/>
                </a:path>
                <a:path w="3810" h="53339">
                  <a:moveTo>
                    <a:pt x="380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6349"/>
                  </a:lnTo>
                  <a:close/>
                </a:path>
                <a:path w="3810" h="53339">
                  <a:moveTo>
                    <a:pt x="380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2699"/>
                  </a:lnTo>
                  <a:close/>
                </a:path>
                <a:path w="3810" h="53339">
                  <a:moveTo>
                    <a:pt x="3809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19049"/>
                  </a:lnTo>
                  <a:close/>
                </a:path>
                <a:path w="3810" h="53339">
                  <a:moveTo>
                    <a:pt x="3809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5399"/>
                  </a:lnTo>
                  <a:close/>
                </a:path>
                <a:path w="3810" h="53339">
                  <a:moveTo>
                    <a:pt x="3809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1749"/>
                  </a:lnTo>
                  <a:close/>
                </a:path>
                <a:path w="3810" h="53339">
                  <a:moveTo>
                    <a:pt x="3809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38099"/>
                  </a:lnTo>
                  <a:close/>
                </a:path>
                <a:path w="3810" h="53339">
                  <a:moveTo>
                    <a:pt x="3809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4449"/>
                  </a:lnTo>
                  <a:close/>
                </a:path>
                <a:path w="3810" h="53339">
                  <a:moveTo>
                    <a:pt x="3809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0799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" name="object 444"/>
            <p:cNvSpPr/>
            <p:nvPr/>
          </p:nvSpPr>
          <p:spPr>
            <a:xfrm>
              <a:off x="2193289" y="5158739"/>
              <a:ext cx="3810" cy="54610"/>
            </a:xfrm>
            <a:custGeom>
              <a:avLst/>
              <a:gdLst/>
              <a:ahLst/>
              <a:cxnLst/>
              <a:rect l="l" t="t" r="r" b="b"/>
              <a:pathLst>
                <a:path w="3810" h="54610">
                  <a:moveTo>
                    <a:pt x="381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0"/>
                  </a:lnTo>
                  <a:close/>
                </a:path>
                <a:path w="3810" h="54610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10" h="54610">
                  <a:moveTo>
                    <a:pt x="381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2699"/>
                  </a:lnTo>
                  <a:close/>
                </a:path>
                <a:path w="3810" h="54610">
                  <a:moveTo>
                    <a:pt x="3810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19049"/>
                  </a:lnTo>
                  <a:close/>
                </a:path>
                <a:path w="3810" h="54610">
                  <a:moveTo>
                    <a:pt x="3810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5399"/>
                  </a:lnTo>
                  <a:close/>
                </a:path>
                <a:path w="3810" h="54610">
                  <a:moveTo>
                    <a:pt x="3810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1749"/>
                  </a:lnTo>
                  <a:close/>
                </a:path>
                <a:path w="3810" h="54610">
                  <a:moveTo>
                    <a:pt x="3810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38099"/>
                  </a:lnTo>
                  <a:close/>
                </a:path>
                <a:path w="3810" h="54610">
                  <a:moveTo>
                    <a:pt x="3810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4449"/>
                  </a:lnTo>
                  <a:close/>
                </a:path>
                <a:path w="3810" h="54610">
                  <a:moveTo>
                    <a:pt x="3810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1270" y="53339"/>
                  </a:lnTo>
                  <a:lnTo>
                    <a:pt x="1270" y="54609"/>
                  </a:lnTo>
                  <a:lnTo>
                    <a:pt x="3810" y="54609"/>
                  </a:lnTo>
                  <a:lnTo>
                    <a:pt x="3810" y="50799"/>
                  </a:lnTo>
                  <a:close/>
                </a:path>
              </a:pathLst>
            </a:custGeom>
            <a:solidFill>
              <a:srgbClr val="9EAD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" name="object 445"/>
            <p:cNvSpPr/>
            <p:nvPr/>
          </p:nvSpPr>
          <p:spPr>
            <a:xfrm>
              <a:off x="2197100" y="5157470"/>
              <a:ext cx="3810" cy="55880"/>
            </a:xfrm>
            <a:custGeom>
              <a:avLst/>
              <a:gdLst/>
              <a:ahLst/>
              <a:cxnLst/>
              <a:rect l="l" t="t" r="r" b="b"/>
              <a:pathLst>
                <a:path w="3810" h="55879">
                  <a:moveTo>
                    <a:pt x="3810" y="0"/>
                  </a:moveTo>
                  <a:lnTo>
                    <a:pt x="2539" y="0"/>
                  </a:lnTo>
                  <a:lnTo>
                    <a:pt x="2539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55879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10" h="55879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10" h="55879">
                  <a:moveTo>
                    <a:pt x="3810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3969"/>
                  </a:lnTo>
                  <a:close/>
                </a:path>
                <a:path w="3810" h="55879">
                  <a:moveTo>
                    <a:pt x="3810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3810" y="26669"/>
                  </a:lnTo>
                  <a:lnTo>
                    <a:pt x="3810" y="20319"/>
                  </a:lnTo>
                  <a:close/>
                </a:path>
                <a:path w="3810" h="55879">
                  <a:moveTo>
                    <a:pt x="3810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6669"/>
                  </a:lnTo>
                  <a:close/>
                </a:path>
                <a:path w="3810" h="55879">
                  <a:moveTo>
                    <a:pt x="3810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3019"/>
                  </a:lnTo>
                  <a:close/>
                </a:path>
                <a:path w="3810" h="55879">
                  <a:moveTo>
                    <a:pt x="3810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39369"/>
                  </a:lnTo>
                  <a:close/>
                </a:path>
                <a:path w="3810" h="55879">
                  <a:moveTo>
                    <a:pt x="3810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3810" y="52069"/>
                  </a:lnTo>
                  <a:lnTo>
                    <a:pt x="3810" y="45719"/>
                  </a:lnTo>
                  <a:close/>
                </a:path>
                <a:path w="3810" h="55879">
                  <a:moveTo>
                    <a:pt x="3810" y="52069"/>
                  </a:moveTo>
                  <a:lnTo>
                    <a:pt x="0" y="52069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52069"/>
                  </a:lnTo>
                  <a:close/>
                </a:path>
              </a:pathLst>
            </a:custGeom>
            <a:solidFill>
              <a:srgbClr val="9CAB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" name="object 446"/>
            <p:cNvSpPr/>
            <p:nvPr/>
          </p:nvSpPr>
          <p:spPr>
            <a:xfrm>
              <a:off x="2200910" y="5157470"/>
              <a:ext cx="3810" cy="55880"/>
            </a:xfrm>
            <a:custGeom>
              <a:avLst/>
              <a:gdLst/>
              <a:ahLst/>
              <a:cxnLst/>
              <a:rect l="l" t="t" r="r" b="b"/>
              <a:pathLst>
                <a:path w="3810" h="55879">
                  <a:moveTo>
                    <a:pt x="380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10" h="55879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10" h="55879">
                  <a:moveTo>
                    <a:pt x="380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7619"/>
                  </a:lnTo>
                  <a:close/>
                </a:path>
                <a:path w="3810" h="55879">
                  <a:moveTo>
                    <a:pt x="3809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3969"/>
                  </a:lnTo>
                  <a:close/>
                </a:path>
                <a:path w="3810" h="55879">
                  <a:moveTo>
                    <a:pt x="3809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3809" y="26669"/>
                  </a:lnTo>
                  <a:lnTo>
                    <a:pt x="3809" y="20319"/>
                  </a:lnTo>
                  <a:close/>
                </a:path>
                <a:path w="3810" h="55879">
                  <a:moveTo>
                    <a:pt x="3809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6669"/>
                  </a:lnTo>
                  <a:close/>
                </a:path>
                <a:path w="3810" h="55879">
                  <a:moveTo>
                    <a:pt x="3809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3019"/>
                  </a:lnTo>
                  <a:close/>
                </a:path>
                <a:path w="3810" h="55879">
                  <a:moveTo>
                    <a:pt x="3809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39369"/>
                  </a:lnTo>
                  <a:close/>
                </a:path>
                <a:path w="3810" h="55879">
                  <a:moveTo>
                    <a:pt x="3809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3809" y="52069"/>
                  </a:lnTo>
                  <a:lnTo>
                    <a:pt x="3809" y="45719"/>
                  </a:lnTo>
                  <a:close/>
                </a:path>
                <a:path w="3810" h="55879">
                  <a:moveTo>
                    <a:pt x="3809" y="52069"/>
                  </a:moveTo>
                  <a:lnTo>
                    <a:pt x="0" y="52069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52069"/>
                  </a:lnTo>
                  <a:close/>
                </a:path>
              </a:pathLst>
            </a:custGeom>
            <a:solidFill>
              <a:srgbClr val="99A8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" name="object 447"/>
            <p:cNvSpPr/>
            <p:nvPr/>
          </p:nvSpPr>
          <p:spPr>
            <a:xfrm>
              <a:off x="2204719" y="5157470"/>
              <a:ext cx="2540" cy="55880"/>
            </a:xfrm>
            <a:custGeom>
              <a:avLst/>
              <a:gdLst/>
              <a:ahLst/>
              <a:cxnLst/>
              <a:rect l="l" t="t" r="r" b="b"/>
              <a:pathLst>
                <a:path w="2539" h="55879">
                  <a:moveTo>
                    <a:pt x="254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2539" h="55879">
                  <a:moveTo>
                    <a:pt x="254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2540" y="7619"/>
                  </a:lnTo>
                  <a:lnTo>
                    <a:pt x="2540" y="1269"/>
                  </a:lnTo>
                  <a:close/>
                </a:path>
                <a:path w="2539" h="55879">
                  <a:moveTo>
                    <a:pt x="254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2540" y="13969"/>
                  </a:lnTo>
                  <a:lnTo>
                    <a:pt x="2540" y="7619"/>
                  </a:lnTo>
                  <a:close/>
                </a:path>
                <a:path w="2539" h="55879">
                  <a:moveTo>
                    <a:pt x="2540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2540" y="20319"/>
                  </a:lnTo>
                  <a:lnTo>
                    <a:pt x="2540" y="13969"/>
                  </a:lnTo>
                  <a:close/>
                </a:path>
                <a:path w="2539" h="55879">
                  <a:moveTo>
                    <a:pt x="2540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2540" y="26669"/>
                  </a:lnTo>
                  <a:lnTo>
                    <a:pt x="2540" y="20319"/>
                  </a:lnTo>
                  <a:close/>
                </a:path>
                <a:path w="2539" h="55879">
                  <a:moveTo>
                    <a:pt x="2540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2540" y="33019"/>
                  </a:lnTo>
                  <a:lnTo>
                    <a:pt x="2540" y="26669"/>
                  </a:lnTo>
                  <a:close/>
                </a:path>
                <a:path w="2539" h="55879">
                  <a:moveTo>
                    <a:pt x="2540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2540" y="39369"/>
                  </a:lnTo>
                  <a:lnTo>
                    <a:pt x="2540" y="33019"/>
                  </a:lnTo>
                  <a:close/>
                </a:path>
                <a:path w="2539" h="55879">
                  <a:moveTo>
                    <a:pt x="2540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2540" y="45719"/>
                  </a:lnTo>
                  <a:lnTo>
                    <a:pt x="2540" y="39369"/>
                  </a:lnTo>
                  <a:close/>
                </a:path>
                <a:path w="2539" h="55879">
                  <a:moveTo>
                    <a:pt x="2540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2540" y="52069"/>
                  </a:lnTo>
                  <a:lnTo>
                    <a:pt x="2540" y="45719"/>
                  </a:lnTo>
                  <a:close/>
                </a:path>
                <a:path w="2539" h="55879">
                  <a:moveTo>
                    <a:pt x="2540" y="52069"/>
                  </a:moveTo>
                  <a:lnTo>
                    <a:pt x="0" y="52069"/>
                  </a:lnTo>
                  <a:lnTo>
                    <a:pt x="0" y="55879"/>
                  </a:lnTo>
                  <a:lnTo>
                    <a:pt x="2540" y="55879"/>
                  </a:lnTo>
                  <a:lnTo>
                    <a:pt x="2540" y="52069"/>
                  </a:lnTo>
                  <a:close/>
                </a:path>
              </a:pathLst>
            </a:custGeom>
            <a:solidFill>
              <a:srgbClr val="96A6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" name="object 448"/>
            <p:cNvSpPr/>
            <p:nvPr/>
          </p:nvSpPr>
          <p:spPr>
            <a:xfrm>
              <a:off x="2207260" y="5156200"/>
              <a:ext cx="3810" cy="57150"/>
            </a:xfrm>
            <a:custGeom>
              <a:avLst/>
              <a:gdLst/>
              <a:ahLst/>
              <a:cxnLst/>
              <a:rect l="l" t="t" r="r" b="b"/>
              <a:pathLst>
                <a:path w="3810" h="57150">
                  <a:moveTo>
                    <a:pt x="380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10" h="57150">
                  <a:moveTo>
                    <a:pt x="3809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2540"/>
                  </a:lnTo>
                  <a:close/>
                </a:path>
                <a:path w="3810" h="57150">
                  <a:moveTo>
                    <a:pt x="3809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8890"/>
                  </a:lnTo>
                  <a:close/>
                </a:path>
                <a:path w="3810" h="57150">
                  <a:moveTo>
                    <a:pt x="3809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5240"/>
                  </a:lnTo>
                  <a:close/>
                </a:path>
                <a:path w="3810" h="57150">
                  <a:moveTo>
                    <a:pt x="3809" y="21590"/>
                  </a:moveTo>
                  <a:lnTo>
                    <a:pt x="0" y="21590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1590"/>
                  </a:lnTo>
                  <a:close/>
                </a:path>
                <a:path w="3810" h="57150">
                  <a:moveTo>
                    <a:pt x="3809" y="27940"/>
                  </a:moveTo>
                  <a:lnTo>
                    <a:pt x="0" y="27940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27940"/>
                  </a:lnTo>
                  <a:close/>
                </a:path>
                <a:path w="3810" h="57150">
                  <a:moveTo>
                    <a:pt x="3809" y="34290"/>
                  </a:moveTo>
                  <a:lnTo>
                    <a:pt x="0" y="34290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4290"/>
                  </a:lnTo>
                  <a:close/>
                </a:path>
                <a:path w="3810" h="57150">
                  <a:moveTo>
                    <a:pt x="3809" y="40640"/>
                  </a:moveTo>
                  <a:lnTo>
                    <a:pt x="0" y="40640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0640"/>
                  </a:lnTo>
                  <a:close/>
                </a:path>
                <a:path w="3810" h="57150">
                  <a:moveTo>
                    <a:pt x="3809" y="46990"/>
                  </a:moveTo>
                  <a:lnTo>
                    <a:pt x="0" y="46990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46990"/>
                  </a:lnTo>
                  <a:close/>
                </a:path>
                <a:path w="3810" h="57150">
                  <a:moveTo>
                    <a:pt x="3809" y="53340"/>
                  </a:moveTo>
                  <a:lnTo>
                    <a:pt x="0" y="53340"/>
                  </a:lnTo>
                  <a:lnTo>
                    <a:pt x="0" y="57150"/>
                  </a:lnTo>
                  <a:lnTo>
                    <a:pt x="3809" y="57150"/>
                  </a:lnTo>
                  <a:lnTo>
                    <a:pt x="3809" y="53340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" name="object 449"/>
            <p:cNvSpPr/>
            <p:nvPr/>
          </p:nvSpPr>
          <p:spPr>
            <a:xfrm>
              <a:off x="2211069" y="5154930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10" h="59689">
                  <a:moveTo>
                    <a:pt x="3810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10" h="59689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10" h="59689">
                  <a:moveTo>
                    <a:pt x="381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60"/>
                  </a:lnTo>
                  <a:close/>
                </a:path>
                <a:path w="3810" h="59689">
                  <a:moveTo>
                    <a:pt x="3810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10"/>
                  </a:lnTo>
                  <a:close/>
                </a:path>
                <a:path w="3810" h="59689">
                  <a:moveTo>
                    <a:pt x="3810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2860"/>
                  </a:lnTo>
                  <a:close/>
                </a:path>
                <a:path w="3810" h="59689">
                  <a:moveTo>
                    <a:pt x="3810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29210"/>
                  </a:lnTo>
                  <a:close/>
                </a:path>
                <a:path w="3810" h="59689">
                  <a:moveTo>
                    <a:pt x="3810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5560"/>
                  </a:lnTo>
                  <a:close/>
                </a:path>
                <a:path w="3810" h="59689">
                  <a:moveTo>
                    <a:pt x="3810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1910"/>
                  </a:lnTo>
                  <a:close/>
                </a:path>
                <a:path w="3810" h="59689">
                  <a:moveTo>
                    <a:pt x="3810" y="48260"/>
                  </a:moveTo>
                  <a:lnTo>
                    <a:pt x="0" y="48260"/>
                  </a:lnTo>
                  <a:lnTo>
                    <a:pt x="0" y="54610"/>
                  </a:lnTo>
                  <a:lnTo>
                    <a:pt x="3810" y="54610"/>
                  </a:lnTo>
                  <a:lnTo>
                    <a:pt x="3810" y="48260"/>
                  </a:lnTo>
                  <a:close/>
                </a:path>
                <a:path w="3810" h="59689">
                  <a:moveTo>
                    <a:pt x="3810" y="54610"/>
                  </a:moveTo>
                  <a:lnTo>
                    <a:pt x="0" y="54610"/>
                  </a:lnTo>
                  <a:lnTo>
                    <a:pt x="0" y="58420"/>
                  </a:lnTo>
                  <a:lnTo>
                    <a:pt x="1269" y="58420"/>
                  </a:lnTo>
                  <a:lnTo>
                    <a:pt x="1269" y="59690"/>
                  </a:lnTo>
                  <a:lnTo>
                    <a:pt x="3810" y="59690"/>
                  </a:lnTo>
                  <a:lnTo>
                    <a:pt x="3810" y="54610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" name="object 450"/>
            <p:cNvSpPr/>
            <p:nvPr/>
          </p:nvSpPr>
          <p:spPr>
            <a:xfrm>
              <a:off x="2214880" y="5154930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10" h="59689">
                  <a:moveTo>
                    <a:pt x="380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10" h="59689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10" h="59689">
                  <a:moveTo>
                    <a:pt x="380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0160"/>
                  </a:lnTo>
                  <a:close/>
                </a:path>
                <a:path w="3810" h="59689">
                  <a:moveTo>
                    <a:pt x="3809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16510"/>
                  </a:lnTo>
                  <a:close/>
                </a:path>
                <a:path w="3810" h="59689">
                  <a:moveTo>
                    <a:pt x="3809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3809" y="29210"/>
                  </a:lnTo>
                  <a:lnTo>
                    <a:pt x="3809" y="22860"/>
                  </a:lnTo>
                  <a:close/>
                </a:path>
                <a:path w="3810" h="59689">
                  <a:moveTo>
                    <a:pt x="3809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29210"/>
                  </a:lnTo>
                  <a:close/>
                </a:path>
                <a:path w="3810" h="59689">
                  <a:moveTo>
                    <a:pt x="3809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35560"/>
                  </a:lnTo>
                  <a:close/>
                </a:path>
                <a:path w="3810" h="59689">
                  <a:moveTo>
                    <a:pt x="3809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3809" y="48260"/>
                  </a:lnTo>
                  <a:lnTo>
                    <a:pt x="3809" y="41910"/>
                  </a:lnTo>
                  <a:close/>
                </a:path>
                <a:path w="3810" h="59689">
                  <a:moveTo>
                    <a:pt x="3809" y="48260"/>
                  </a:moveTo>
                  <a:lnTo>
                    <a:pt x="0" y="48260"/>
                  </a:lnTo>
                  <a:lnTo>
                    <a:pt x="0" y="54610"/>
                  </a:lnTo>
                  <a:lnTo>
                    <a:pt x="3809" y="54610"/>
                  </a:lnTo>
                  <a:lnTo>
                    <a:pt x="3809" y="48260"/>
                  </a:lnTo>
                  <a:close/>
                </a:path>
                <a:path w="3810" h="59689">
                  <a:moveTo>
                    <a:pt x="3809" y="54610"/>
                  </a:moveTo>
                  <a:lnTo>
                    <a:pt x="0" y="54610"/>
                  </a:lnTo>
                  <a:lnTo>
                    <a:pt x="0" y="59690"/>
                  </a:lnTo>
                  <a:lnTo>
                    <a:pt x="3809" y="59690"/>
                  </a:lnTo>
                  <a:lnTo>
                    <a:pt x="3809" y="54610"/>
                  </a:lnTo>
                  <a:close/>
                </a:path>
              </a:pathLst>
            </a:custGeom>
            <a:solidFill>
              <a:srgbClr val="8E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" name="object 451"/>
            <p:cNvSpPr/>
            <p:nvPr/>
          </p:nvSpPr>
          <p:spPr>
            <a:xfrm>
              <a:off x="2218689" y="5154930"/>
              <a:ext cx="3810" cy="60960"/>
            </a:xfrm>
            <a:custGeom>
              <a:avLst/>
              <a:gdLst/>
              <a:ahLst/>
              <a:cxnLst/>
              <a:rect l="l" t="t" r="r" b="b"/>
              <a:pathLst>
                <a:path w="3810" h="60960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10" h="60960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10" h="60960">
                  <a:moveTo>
                    <a:pt x="381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60"/>
                  </a:lnTo>
                  <a:close/>
                </a:path>
                <a:path w="3810" h="60960">
                  <a:moveTo>
                    <a:pt x="3810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10"/>
                  </a:lnTo>
                  <a:close/>
                </a:path>
                <a:path w="3810" h="60960">
                  <a:moveTo>
                    <a:pt x="3810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2860"/>
                  </a:lnTo>
                  <a:close/>
                </a:path>
                <a:path w="3810" h="60960">
                  <a:moveTo>
                    <a:pt x="3810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29210"/>
                  </a:lnTo>
                  <a:close/>
                </a:path>
                <a:path w="3810" h="60960">
                  <a:moveTo>
                    <a:pt x="3810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5560"/>
                  </a:lnTo>
                  <a:close/>
                </a:path>
                <a:path w="3810" h="60960">
                  <a:moveTo>
                    <a:pt x="3810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1910"/>
                  </a:lnTo>
                  <a:close/>
                </a:path>
                <a:path w="3810" h="60960">
                  <a:moveTo>
                    <a:pt x="3810" y="48260"/>
                  </a:moveTo>
                  <a:lnTo>
                    <a:pt x="0" y="48260"/>
                  </a:lnTo>
                  <a:lnTo>
                    <a:pt x="0" y="54610"/>
                  </a:lnTo>
                  <a:lnTo>
                    <a:pt x="3810" y="54610"/>
                  </a:lnTo>
                  <a:lnTo>
                    <a:pt x="3810" y="48260"/>
                  </a:lnTo>
                  <a:close/>
                </a:path>
                <a:path w="3810" h="60960">
                  <a:moveTo>
                    <a:pt x="3810" y="54610"/>
                  </a:moveTo>
                  <a:lnTo>
                    <a:pt x="0" y="54610"/>
                  </a:lnTo>
                  <a:lnTo>
                    <a:pt x="0" y="59690"/>
                  </a:lnTo>
                  <a:lnTo>
                    <a:pt x="1270" y="59690"/>
                  </a:lnTo>
                  <a:lnTo>
                    <a:pt x="1270" y="60960"/>
                  </a:lnTo>
                  <a:lnTo>
                    <a:pt x="3810" y="60960"/>
                  </a:lnTo>
                  <a:lnTo>
                    <a:pt x="3810" y="54610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" name="object 452"/>
            <p:cNvSpPr/>
            <p:nvPr/>
          </p:nvSpPr>
          <p:spPr>
            <a:xfrm>
              <a:off x="2222500" y="5154930"/>
              <a:ext cx="3810" cy="60960"/>
            </a:xfrm>
            <a:custGeom>
              <a:avLst/>
              <a:gdLst/>
              <a:ahLst/>
              <a:cxnLst/>
              <a:rect l="l" t="t" r="r" b="b"/>
              <a:pathLst>
                <a:path w="3810" h="60960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10" h="60960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10" h="60960">
                  <a:moveTo>
                    <a:pt x="381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60"/>
                  </a:lnTo>
                  <a:close/>
                </a:path>
                <a:path w="3810" h="60960">
                  <a:moveTo>
                    <a:pt x="3810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10"/>
                  </a:lnTo>
                  <a:close/>
                </a:path>
                <a:path w="3810" h="60960">
                  <a:moveTo>
                    <a:pt x="3810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2860"/>
                  </a:lnTo>
                  <a:close/>
                </a:path>
                <a:path w="3810" h="60960">
                  <a:moveTo>
                    <a:pt x="3810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29210"/>
                  </a:lnTo>
                  <a:close/>
                </a:path>
                <a:path w="3810" h="60960">
                  <a:moveTo>
                    <a:pt x="3810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5560"/>
                  </a:lnTo>
                  <a:close/>
                </a:path>
                <a:path w="3810" h="60960">
                  <a:moveTo>
                    <a:pt x="3810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1910"/>
                  </a:lnTo>
                  <a:close/>
                </a:path>
                <a:path w="3810" h="60960">
                  <a:moveTo>
                    <a:pt x="3810" y="48260"/>
                  </a:moveTo>
                  <a:lnTo>
                    <a:pt x="0" y="48260"/>
                  </a:lnTo>
                  <a:lnTo>
                    <a:pt x="0" y="54610"/>
                  </a:lnTo>
                  <a:lnTo>
                    <a:pt x="3810" y="54610"/>
                  </a:lnTo>
                  <a:lnTo>
                    <a:pt x="3810" y="48260"/>
                  </a:lnTo>
                  <a:close/>
                </a:path>
                <a:path w="3810" h="60960">
                  <a:moveTo>
                    <a:pt x="3810" y="54610"/>
                  </a:moveTo>
                  <a:lnTo>
                    <a:pt x="0" y="54610"/>
                  </a:lnTo>
                  <a:lnTo>
                    <a:pt x="0" y="60960"/>
                  </a:lnTo>
                  <a:lnTo>
                    <a:pt x="3810" y="60960"/>
                  </a:lnTo>
                  <a:lnTo>
                    <a:pt x="3810" y="5461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" name="object 453"/>
            <p:cNvSpPr/>
            <p:nvPr/>
          </p:nvSpPr>
          <p:spPr>
            <a:xfrm>
              <a:off x="2226310" y="5154930"/>
              <a:ext cx="3810" cy="60960"/>
            </a:xfrm>
            <a:custGeom>
              <a:avLst/>
              <a:gdLst/>
              <a:ahLst/>
              <a:cxnLst/>
              <a:rect l="l" t="t" r="r" b="b"/>
              <a:pathLst>
                <a:path w="3810" h="60960">
                  <a:moveTo>
                    <a:pt x="380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10" h="60960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10" h="60960">
                  <a:moveTo>
                    <a:pt x="380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0160"/>
                  </a:lnTo>
                  <a:close/>
                </a:path>
                <a:path w="3810" h="60960">
                  <a:moveTo>
                    <a:pt x="3809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16510"/>
                  </a:lnTo>
                  <a:close/>
                </a:path>
                <a:path w="3810" h="60960">
                  <a:moveTo>
                    <a:pt x="3809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3809" y="29210"/>
                  </a:lnTo>
                  <a:lnTo>
                    <a:pt x="3809" y="22860"/>
                  </a:lnTo>
                  <a:close/>
                </a:path>
                <a:path w="3810" h="60960">
                  <a:moveTo>
                    <a:pt x="3809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29210"/>
                  </a:lnTo>
                  <a:close/>
                </a:path>
                <a:path w="3810" h="60960">
                  <a:moveTo>
                    <a:pt x="3809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35560"/>
                  </a:lnTo>
                  <a:close/>
                </a:path>
                <a:path w="3810" h="60960">
                  <a:moveTo>
                    <a:pt x="3809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3809" y="48260"/>
                  </a:lnTo>
                  <a:lnTo>
                    <a:pt x="3809" y="41910"/>
                  </a:lnTo>
                  <a:close/>
                </a:path>
                <a:path w="3810" h="60960">
                  <a:moveTo>
                    <a:pt x="3809" y="48260"/>
                  </a:moveTo>
                  <a:lnTo>
                    <a:pt x="0" y="48260"/>
                  </a:lnTo>
                  <a:lnTo>
                    <a:pt x="0" y="54610"/>
                  </a:lnTo>
                  <a:lnTo>
                    <a:pt x="3809" y="54610"/>
                  </a:lnTo>
                  <a:lnTo>
                    <a:pt x="3809" y="48260"/>
                  </a:lnTo>
                  <a:close/>
                </a:path>
                <a:path w="3810" h="60960">
                  <a:moveTo>
                    <a:pt x="3809" y="54610"/>
                  </a:moveTo>
                  <a:lnTo>
                    <a:pt x="0" y="54610"/>
                  </a:lnTo>
                  <a:lnTo>
                    <a:pt x="0" y="60960"/>
                  </a:lnTo>
                  <a:lnTo>
                    <a:pt x="3809" y="60960"/>
                  </a:lnTo>
                  <a:lnTo>
                    <a:pt x="3809" y="54610"/>
                  </a:lnTo>
                  <a:close/>
                </a:path>
              </a:pathLst>
            </a:custGeom>
            <a:solidFill>
              <a:srgbClr val="8799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" name="object 454"/>
            <p:cNvSpPr/>
            <p:nvPr/>
          </p:nvSpPr>
          <p:spPr>
            <a:xfrm>
              <a:off x="2230119" y="5154930"/>
              <a:ext cx="3810" cy="60960"/>
            </a:xfrm>
            <a:custGeom>
              <a:avLst/>
              <a:gdLst/>
              <a:ahLst/>
              <a:cxnLst/>
              <a:rect l="l" t="t" r="r" b="b"/>
              <a:pathLst>
                <a:path w="3810" h="60960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10" h="60960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10" h="60960">
                  <a:moveTo>
                    <a:pt x="381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60"/>
                  </a:lnTo>
                  <a:close/>
                </a:path>
                <a:path w="3810" h="60960">
                  <a:moveTo>
                    <a:pt x="3810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10"/>
                  </a:lnTo>
                  <a:close/>
                </a:path>
                <a:path w="3810" h="60960">
                  <a:moveTo>
                    <a:pt x="3810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2860"/>
                  </a:lnTo>
                  <a:close/>
                </a:path>
                <a:path w="3810" h="60960">
                  <a:moveTo>
                    <a:pt x="3810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29210"/>
                  </a:lnTo>
                  <a:close/>
                </a:path>
                <a:path w="3810" h="60960">
                  <a:moveTo>
                    <a:pt x="3810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5560"/>
                  </a:lnTo>
                  <a:close/>
                </a:path>
                <a:path w="3810" h="60960">
                  <a:moveTo>
                    <a:pt x="3810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1910"/>
                  </a:lnTo>
                  <a:close/>
                </a:path>
                <a:path w="3810" h="60960">
                  <a:moveTo>
                    <a:pt x="3810" y="48260"/>
                  </a:moveTo>
                  <a:lnTo>
                    <a:pt x="0" y="48260"/>
                  </a:lnTo>
                  <a:lnTo>
                    <a:pt x="0" y="54610"/>
                  </a:lnTo>
                  <a:lnTo>
                    <a:pt x="3810" y="54610"/>
                  </a:lnTo>
                  <a:lnTo>
                    <a:pt x="3810" y="48260"/>
                  </a:lnTo>
                  <a:close/>
                </a:path>
                <a:path w="3810" h="60960">
                  <a:moveTo>
                    <a:pt x="3810" y="54610"/>
                  </a:moveTo>
                  <a:lnTo>
                    <a:pt x="0" y="54610"/>
                  </a:lnTo>
                  <a:lnTo>
                    <a:pt x="0" y="60960"/>
                  </a:lnTo>
                  <a:lnTo>
                    <a:pt x="3810" y="60960"/>
                  </a:lnTo>
                  <a:lnTo>
                    <a:pt x="3810" y="54610"/>
                  </a:lnTo>
                  <a:close/>
                </a:path>
              </a:pathLst>
            </a:custGeom>
            <a:solidFill>
              <a:srgbClr val="8496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" name="object 455"/>
            <p:cNvSpPr/>
            <p:nvPr/>
          </p:nvSpPr>
          <p:spPr>
            <a:xfrm>
              <a:off x="2233930" y="5154930"/>
              <a:ext cx="2540" cy="60960"/>
            </a:xfrm>
            <a:custGeom>
              <a:avLst/>
              <a:gdLst/>
              <a:ahLst/>
              <a:cxnLst/>
              <a:rect l="l" t="t" r="r" b="b"/>
              <a:pathLst>
                <a:path w="2539" h="60960">
                  <a:moveTo>
                    <a:pt x="253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39" y="3810"/>
                  </a:lnTo>
                  <a:lnTo>
                    <a:pt x="2539" y="0"/>
                  </a:lnTo>
                  <a:close/>
                </a:path>
                <a:path w="2539" h="60960">
                  <a:moveTo>
                    <a:pt x="253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2539" y="10160"/>
                  </a:lnTo>
                  <a:lnTo>
                    <a:pt x="2539" y="3810"/>
                  </a:lnTo>
                  <a:close/>
                </a:path>
                <a:path w="2539" h="60960">
                  <a:moveTo>
                    <a:pt x="253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2539" y="16510"/>
                  </a:lnTo>
                  <a:lnTo>
                    <a:pt x="2539" y="10160"/>
                  </a:lnTo>
                  <a:close/>
                </a:path>
                <a:path w="2539" h="60960">
                  <a:moveTo>
                    <a:pt x="2539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2539" y="22860"/>
                  </a:lnTo>
                  <a:lnTo>
                    <a:pt x="2539" y="16510"/>
                  </a:lnTo>
                  <a:close/>
                </a:path>
                <a:path w="2539" h="60960">
                  <a:moveTo>
                    <a:pt x="2539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2539" y="29210"/>
                  </a:lnTo>
                  <a:lnTo>
                    <a:pt x="2539" y="22860"/>
                  </a:lnTo>
                  <a:close/>
                </a:path>
                <a:path w="2539" h="60960">
                  <a:moveTo>
                    <a:pt x="2539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2539" y="35560"/>
                  </a:lnTo>
                  <a:lnTo>
                    <a:pt x="2539" y="29210"/>
                  </a:lnTo>
                  <a:close/>
                </a:path>
                <a:path w="2539" h="60960">
                  <a:moveTo>
                    <a:pt x="2539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2539" y="41910"/>
                  </a:lnTo>
                  <a:lnTo>
                    <a:pt x="2539" y="35560"/>
                  </a:lnTo>
                  <a:close/>
                </a:path>
                <a:path w="2539" h="60960">
                  <a:moveTo>
                    <a:pt x="2539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2539" y="48260"/>
                  </a:lnTo>
                  <a:lnTo>
                    <a:pt x="2539" y="41910"/>
                  </a:lnTo>
                  <a:close/>
                </a:path>
                <a:path w="2539" h="60960">
                  <a:moveTo>
                    <a:pt x="2539" y="48260"/>
                  </a:moveTo>
                  <a:lnTo>
                    <a:pt x="0" y="48260"/>
                  </a:lnTo>
                  <a:lnTo>
                    <a:pt x="0" y="54610"/>
                  </a:lnTo>
                  <a:lnTo>
                    <a:pt x="2539" y="54610"/>
                  </a:lnTo>
                  <a:lnTo>
                    <a:pt x="2539" y="48260"/>
                  </a:lnTo>
                  <a:close/>
                </a:path>
                <a:path w="2539" h="60960">
                  <a:moveTo>
                    <a:pt x="2539" y="54610"/>
                  </a:moveTo>
                  <a:lnTo>
                    <a:pt x="0" y="54610"/>
                  </a:lnTo>
                  <a:lnTo>
                    <a:pt x="0" y="60960"/>
                  </a:lnTo>
                  <a:lnTo>
                    <a:pt x="2539" y="60960"/>
                  </a:lnTo>
                  <a:lnTo>
                    <a:pt x="2539" y="54610"/>
                  </a:lnTo>
                  <a:close/>
                </a:path>
              </a:pathLst>
            </a:custGeom>
            <a:solidFill>
              <a:srgbClr val="819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" name="object 456"/>
            <p:cNvSpPr/>
            <p:nvPr/>
          </p:nvSpPr>
          <p:spPr>
            <a:xfrm>
              <a:off x="2236469" y="51536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10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0" y="1269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10" h="63500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63500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63500">
                  <a:moveTo>
                    <a:pt x="381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7780"/>
                  </a:lnTo>
                  <a:close/>
                </a:path>
                <a:path w="3810" h="63500">
                  <a:moveTo>
                    <a:pt x="3810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10" y="30479"/>
                  </a:lnTo>
                  <a:lnTo>
                    <a:pt x="3810" y="24130"/>
                  </a:lnTo>
                  <a:close/>
                </a:path>
                <a:path w="3810" h="63500">
                  <a:moveTo>
                    <a:pt x="3810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30480"/>
                  </a:lnTo>
                  <a:close/>
                </a:path>
                <a:path w="3810" h="63500">
                  <a:moveTo>
                    <a:pt x="381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36830"/>
                  </a:lnTo>
                  <a:close/>
                </a:path>
                <a:path w="3810" h="63500">
                  <a:moveTo>
                    <a:pt x="3810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3180"/>
                  </a:lnTo>
                  <a:close/>
                </a:path>
                <a:path w="3810" h="63500">
                  <a:moveTo>
                    <a:pt x="3810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49530"/>
                  </a:lnTo>
                  <a:close/>
                </a:path>
                <a:path w="3810" h="63500">
                  <a:moveTo>
                    <a:pt x="3810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5880"/>
                  </a:lnTo>
                  <a:close/>
                </a:path>
                <a:path w="3810" h="63500">
                  <a:moveTo>
                    <a:pt x="3810" y="62230"/>
                  </a:moveTo>
                  <a:lnTo>
                    <a:pt x="2540" y="62230"/>
                  </a:lnTo>
                  <a:lnTo>
                    <a:pt x="2540" y="63500"/>
                  </a:lnTo>
                  <a:lnTo>
                    <a:pt x="3810" y="63500"/>
                  </a:lnTo>
                  <a:lnTo>
                    <a:pt x="3810" y="62230"/>
                  </a:lnTo>
                  <a:close/>
                </a:path>
              </a:pathLst>
            </a:custGeom>
            <a:solidFill>
              <a:srgbClr val="7F92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" name="object 457"/>
            <p:cNvSpPr/>
            <p:nvPr/>
          </p:nvSpPr>
          <p:spPr>
            <a:xfrm>
              <a:off x="2240280" y="51536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0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0"/>
                  </a:lnTo>
                  <a:close/>
                </a:path>
                <a:path w="3810" h="63500">
                  <a:moveTo>
                    <a:pt x="380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5080"/>
                  </a:lnTo>
                  <a:close/>
                </a:path>
                <a:path w="3810" h="63500">
                  <a:moveTo>
                    <a:pt x="380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1430"/>
                  </a:lnTo>
                  <a:close/>
                </a:path>
                <a:path w="3810" h="63500">
                  <a:moveTo>
                    <a:pt x="3809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17780"/>
                  </a:lnTo>
                  <a:close/>
                </a:path>
                <a:path w="3810" h="63500">
                  <a:moveTo>
                    <a:pt x="3809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24130"/>
                  </a:lnTo>
                  <a:close/>
                </a:path>
                <a:path w="3810" h="63500">
                  <a:moveTo>
                    <a:pt x="3809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0480"/>
                  </a:lnTo>
                  <a:close/>
                </a:path>
                <a:path w="3810" h="63500">
                  <a:moveTo>
                    <a:pt x="3809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36830"/>
                  </a:lnTo>
                  <a:close/>
                </a:path>
                <a:path w="3810" h="63500">
                  <a:moveTo>
                    <a:pt x="3809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3180"/>
                  </a:lnTo>
                  <a:close/>
                </a:path>
                <a:path w="3810" h="63500">
                  <a:moveTo>
                    <a:pt x="3809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49530"/>
                  </a:lnTo>
                  <a:close/>
                </a:path>
                <a:path w="3810" h="63500">
                  <a:moveTo>
                    <a:pt x="3809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5880"/>
                  </a:lnTo>
                  <a:close/>
                </a:path>
                <a:path w="3810" h="63500">
                  <a:moveTo>
                    <a:pt x="380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09" y="63500"/>
                  </a:lnTo>
                  <a:lnTo>
                    <a:pt x="3809" y="62230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" name="object 458"/>
            <p:cNvSpPr/>
            <p:nvPr/>
          </p:nvSpPr>
          <p:spPr>
            <a:xfrm>
              <a:off x="2244089" y="51536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1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10" h="63500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63500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63500">
                  <a:moveTo>
                    <a:pt x="381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7780"/>
                  </a:lnTo>
                  <a:close/>
                </a:path>
                <a:path w="3810" h="63500">
                  <a:moveTo>
                    <a:pt x="3810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10" y="30479"/>
                  </a:lnTo>
                  <a:lnTo>
                    <a:pt x="3810" y="24130"/>
                  </a:lnTo>
                  <a:close/>
                </a:path>
                <a:path w="3810" h="63500">
                  <a:moveTo>
                    <a:pt x="3810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30480"/>
                  </a:lnTo>
                  <a:close/>
                </a:path>
                <a:path w="3810" h="63500">
                  <a:moveTo>
                    <a:pt x="381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36830"/>
                  </a:lnTo>
                  <a:close/>
                </a:path>
                <a:path w="3810" h="63500">
                  <a:moveTo>
                    <a:pt x="3810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3180"/>
                  </a:lnTo>
                  <a:close/>
                </a:path>
                <a:path w="3810" h="63500">
                  <a:moveTo>
                    <a:pt x="3810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49530"/>
                  </a:lnTo>
                  <a:close/>
                </a:path>
                <a:path w="3810" h="63500">
                  <a:moveTo>
                    <a:pt x="3810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5880"/>
                  </a:lnTo>
                  <a:close/>
                </a:path>
                <a:path w="3810" h="63500">
                  <a:moveTo>
                    <a:pt x="381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62230"/>
                  </a:lnTo>
                  <a:close/>
                </a:path>
              </a:pathLst>
            </a:custGeom>
            <a:solidFill>
              <a:srgbClr val="79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" name="object 459"/>
            <p:cNvSpPr/>
            <p:nvPr/>
          </p:nvSpPr>
          <p:spPr>
            <a:xfrm>
              <a:off x="2247900" y="51536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1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10" h="63500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63500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63500">
                  <a:moveTo>
                    <a:pt x="381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7780"/>
                  </a:lnTo>
                  <a:close/>
                </a:path>
                <a:path w="3810" h="63500">
                  <a:moveTo>
                    <a:pt x="3810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10" y="30479"/>
                  </a:lnTo>
                  <a:lnTo>
                    <a:pt x="3810" y="24130"/>
                  </a:lnTo>
                  <a:close/>
                </a:path>
                <a:path w="3810" h="63500">
                  <a:moveTo>
                    <a:pt x="3810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30480"/>
                  </a:lnTo>
                  <a:close/>
                </a:path>
                <a:path w="3810" h="63500">
                  <a:moveTo>
                    <a:pt x="381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36830"/>
                  </a:lnTo>
                  <a:close/>
                </a:path>
                <a:path w="3810" h="63500">
                  <a:moveTo>
                    <a:pt x="3810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3180"/>
                  </a:lnTo>
                  <a:close/>
                </a:path>
                <a:path w="3810" h="63500">
                  <a:moveTo>
                    <a:pt x="3810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49530"/>
                  </a:lnTo>
                  <a:close/>
                </a:path>
                <a:path w="3810" h="63500">
                  <a:moveTo>
                    <a:pt x="3810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5880"/>
                  </a:lnTo>
                  <a:close/>
                </a:path>
                <a:path w="3810" h="63500">
                  <a:moveTo>
                    <a:pt x="381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62230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" name="object 460"/>
            <p:cNvSpPr/>
            <p:nvPr/>
          </p:nvSpPr>
          <p:spPr>
            <a:xfrm>
              <a:off x="2251710" y="51536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0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0"/>
                  </a:lnTo>
                  <a:close/>
                </a:path>
                <a:path w="3810" h="63500">
                  <a:moveTo>
                    <a:pt x="380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5080"/>
                  </a:lnTo>
                  <a:close/>
                </a:path>
                <a:path w="3810" h="63500">
                  <a:moveTo>
                    <a:pt x="380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1430"/>
                  </a:lnTo>
                  <a:close/>
                </a:path>
                <a:path w="3810" h="63500">
                  <a:moveTo>
                    <a:pt x="3809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17780"/>
                  </a:lnTo>
                  <a:close/>
                </a:path>
                <a:path w="3810" h="63500">
                  <a:moveTo>
                    <a:pt x="3809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24130"/>
                  </a:lnTo>
                  <a:close/>
                </a:path>
                <a:path w="3810" h="63500">
                  <a:moveTo>
                    <a:pt x="3809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0480"/>
                  </a:lnTo>
                  <a:close/>
                </a:path>
                <a:path w="3810" h="63500">
                  <a:moveTo>
                    <a:pt x="3809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36830"/>
                  </a:lnTo>
                  <a:close/>
                </a:path>
                <a:path w="3810" h="63500">
                  <a:moveTo>
                    <a:pt x="3809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3180"/>
                  </a:lnTo>
                  <a:close/>
                </a:path>
                <a:path w="3810" h="63500">
                  <a:moveTo>
                    <a:pt x="3809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49530"/>
                  </a:lnTo>
                  <a:close/>
                </a:path>
                <a:path w="3810" h="63500">
                  <a:moveTo>
                    <a:pt x="3809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5880"/>
                  </a:lnTo>
                  <a:close/>
                </a:path>
                <a:path w="3810" h="63500">
                  <a:moveTo>
                    <a:pt x="380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09" y="63500"/>
                  </a:lnTo>
                  <a:lnTo>
                    <a:pt x="3809" y="62230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" name="object 461"/>
            <p:cNvSpPr/>
            <p:nvPr/>
          </p:nvSpPr>
          <p:spPr>
            <a:xfrm>
              <a:off x="2255519" y="5153659"/>
              <a:ext cx="2540" cy="63500"/>
            </a:xfrm>
            <a:custGeom>
              <a:avLst/>
              <a:gdLst/>
              <a:ahLst/>
              <a:cxnLst/>
              <a:rect l="l" t="t" r="r" b="b"/>
              <a:pathLst>
                <a:path w="2539" h="63500">
                  <a:moveTo>
                    <a:pt x="254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2540" y="5079"/>
                  </a:lnTo>
                  <a:lnTo>
                    <a:pt x="2540" y="0"/>
                  </a:lnTo>
                  <a:close/>
                </a:path>
                <a:path w="2539" h="63500">
                  <a:moveTo>
                    <a:pt x="254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2540" y="11429"/>
                  </a:lnTo>
                  <a:lnTo>
                    <a:pt x="2540" y="5080"/>
                  </a:lnTo>
                  <a:close/>
                </a:path>
                <a:path w="2539" h="63500">
                  <a:moveTo>
                    <a:pt x="254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2540" y="17779"/>
                  </a:lnTo>
                  <a:lnTo>
                    <a:pt x="2540" y="11430"/>
                  </a:lnTo>
                  <a:close/>
                </a:path>
                <a:path w="2539" h="63500">
                  <a:moveTo>
                    <a:pt x="254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2540" y="24129"/>
                  </a:lnTo>
                  <a:lnTo>
                    <a:pt x="2540" y="17780"/>
                  </a:lnTo>
                  <a:close/>
                </a:path>
                <a:path w="2539" h="63500">
                  <a:moveTo>
                    <a:pt x="2540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2540" y="30479"/>
                  </a:lnTo>
                  <a:lnTo>
                    <a:pt x="2540" y="24130"/>
                  </a:lnTo>
                  <a:close/>
                </a:path>
                <a:path w="2539" h="63500">
                  <a:moveTo>
                    <a:pt x="2540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2540" y="36829"/>
                  </a:lnTo>
                  <a:lnTo>
                    <a:pt x="2540" y="30480"/>
                  </a:lnTo>
                  <a:close/>
                </a:path>
                <a:path w="2539" h="63500">
                  <a:moveTo>
                    <a:pt x="254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2540" y="43179"/>
                  </a:lnTo>
                  <a:lnTo>
                    <a:pt x="2540" y="36830"/>
                  </a:lnTo>
                  <a:close/>
                </a:path>
                <a:path w="2539" h="63500">
                  <a:moveTo>
                    <a:pt x="2540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2540" y="49529"/>
                  </a:lnTo>
                  <a:lnTo>
                    <a:pt x="2540" y="43180"/>
                  </a:lnTo>
                  <a:close/>
                </a:path>
                <a:path w="2539" h="63500">
                  <a:moveTo>
                    <a:pt x="2540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2540" y="55879"/>
                  </a:lnTo>
                  <a:lnTo>
                    <a:pt x="2540" y="49530"/>
                  </a:lnTo>
                  <a:close/>
                </a:path>
                <a:path w="2539" h="63500">
                  <a:moveTo>
                    <a:pt x="2540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2540" y="62229"/>
                  </a:lnTo>
                  <a:lnTo>
                    <a:pt x="2540" y="55880"/>
                  </a:lnTo>
                  <a:close/>
                </a:path>
                <a:path w="2539" h="63500">
                  <a:moveTo>
                    <a:pt x="254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2540" y="63500"/>
                  </a:lnTo>
                  <a:lnTo>
                    <a:pt x="2540" y="62230"/>
                  </a:lnTo>
                  <a:close/>
                </a:path>
              </a:pathLst>
            </a:custGeom>
            <a:solidFill>
              <a:srgbClr val="71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" name="object 462"/>
            <p:cNvSpPr/>
            <p:nvPr/>
          </p:nvSpPr>
          <p:spPr>
            <a:xfrm>
              <a:off x="2258060" y="51536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0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0"/>
                  </a:lnTo>
                  <a:close/>
                </a:path>
                <a:path w="3810" h="63500">
                  <a:moveTo>
                    <a:pt x="380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5080"/>
                  </a:lnTo>
                  <a:close/>
                </a:path>
                <a:path w="3810" h="63500">
                  <a:moveTo>
                    <a:pt x="380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1430"/>
                  </a:lnTo>
                  <a:close/>
                </a:path>
                <a:path w="3810" h="63500">
                  <a:moveTo>
                    <a:pt x="3809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17780"/>
                  </a:lnTo>
                  <a:close/>
                </a:path>
                <a:path w="3810" h="63500">
                  <a:moveTo>
                    <a:pt x="3809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24130"/>
                  </a:lnTo>
                  <a:close/>
                </a:path>
                <a:path w="3810" h="63500">
                  <a:moveTo>
                    <a:pt x="3809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0480"/>
                  </a:lnTo>
                  <a:close/>
                </a:path>
                <a:path w="3810" h="63500">
                  <a:moveTo>
                    <a:pt x="3809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36830"/>
                  </a:lnTo>
                  <a:close/>
                </a:path>
                <a:path w="3810" h="63500">
                  <a:moveTo>
                    <a:pt x="3809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3180"/>
                  </a:lnTo>
                  <a:close/>
                </a:path>
                <a:path w="3810" h="63500">
                  <a:moveTo>
                    <a:pt x="3809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49530"/>
                  </a:lnTo>
                  <a:close/>
                </a:path>
                <a:path w="3810" h="63500">
                  <a:moveTo>
                    <a:pt x="3809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5880"/>
                  </a:lnTo>
                  <a:close/>
                </a:path>
                <a:path w="3810" h="63500">
                  <a:moveTo>
                    <a:pt x="380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09" y="63500"/>
                  </a:lnTo>
                  <a:lnTo>
                    <a:pt x="3809" y="62230"/>
                  </a:lnTo>
                  <a:close/>
                </a:path>
              </a:pathLst>
            </a:custGeom>
            <a:solidFill>
              <a:srgbClr val="6F84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" name="object 463"/>
            <p:cNvSpPr/>
            <p:nvPr/>
          </p:nvSpPr>
          <p:spPr>
            <a:xfrm>
              <a:off x="2261869" y="51536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1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10" h="63500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63500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63500">
                  <a:moveTo>
                    <a:pt x="381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7780"/>
                  </a:lnTo>
                  <a:close/>
                </a:path>
                <a:path w="3810" h="63500">
                  <a:moveTo>
                    <a:pt x="3810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10" y="30479"/>
                  </a:lnTo>
                  <a:lnTo>
                    <a:pt x="3810" y="24130"/>
                  </a:lnTo>
                  <a:close/>
                </a:path>
                <a:path w="3810" h="63500">
                  <a:moveTo>
                    <a:pt x="3810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30480"/>
                  </a:lnTo>
                  <a:close/>
                </a:path>
                <a:path w="3810" h="63500">
                  <a:moveTo>
                    <a:pt x="381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36830"/>
                  </a:lnTo>
                  <a:close/>
                </a:path>
                <a:path w="3810" h="63500">
                  <a:moveTo>
                    <a:pt x="3810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3180"/>
                  </a:lnTo>
                  <a:close/>
                </a:path>
                <a:path w="3810" h="63500">
                  <a:moveTo>
                    <a:pt x="3810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49530"/>
                  </a:lnTo>
                  <a:close/>
                </a:path>
                <a:path w="3810" h="63500">
                  <a:moveTo>
                    <a:pt x="3810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5880"/>
                  </a:lnTo>
                  <a:close/>
                </a:path>
                <a:path w="3810" h="63500">
                  <a:moveTo>
                    <a:pt x="381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62230"/>
                  </a:lnTo>
                  <a:close/>
                </a:path>
              </a:pathLst>
            </a:custGeom>
            <a:solidFill>
              <a:srgbClr val="6C82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" name="object 464"/>
            <p:cNvSpPr/>
            <p:nvPr/>
          </p:nvSpPr>
          <p:spPr>
            <a:xfrm>
              <a:off x="2265680" y="51536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0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0"/>
                  </a:lnTo>
                  <a:close/>
                </a:path>
                <a:path w="3810" h="63500">
                  <a:moveTo>
                    <a:pt x="380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5080"/>
                  </a:lnTo>
                  <a:close/>
                </a:path>
                <a:path w="3810" h="63500">
                  <a:moveTo>
                    <a:pt x="380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1430"/>
                  </a:lnTo>
                  <a:close/>
                </a:path>
                <a:path w="3810" h="63500">
                  <a:moveTo>
                    <a:pt x="3809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17780"/>
                  </a:lnTo>
                  <a:close/>
                </a:path>
                <a:path w="3810" h="63500">
                  <a:moveTo>
                    <a:pt x="3809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24130"/>
                  </a:lnTo>
                  <a:close/>
                </a:path>
                <a:path w="3810" h="63500">
                  <a:moveTo>
                    <a:pt x="3809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0480"/>
                  </a:lnTo>
                  <a:close/>
                </a:path>
                <a:path w="3810" h="63500">
                  <a:moveTo>
                    <a:pt x="3809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36830"/>
                  </a:lnTo>
                  <a:close/>
                </a:path>
                <a:path w="3810" h="63500">
                  <a:moveTo>
                    <a:pt x="3809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3180"/>
                  </a:lnTo>
                  <a:close/>
                </a:path>
                <a:path w="3810" h="63500">
                  <a:moveTo>
                    <a:pt x="3809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49530"/>
                  </a:lnTo>
                  <a:close/>
                </a:path>
                <a:path w="3810" h="63500">
                  <a:moveTo>
                    <a:pt x="3809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5880"/>
                  </a:lnTo>
                  <a:close/>
                </a:path>
                <a:path w="3810" h="63500">
                  <a:moveTo>
                    <a:pt x="380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09" y="63500"/>
                  </a:lnTo>
                  <a:lnTo>
                    <a:pt x="3809" y="62230"/>
                  </a:lnTo>
                  <a:close/>
                </a:path>
              </a:pathLst>
            </a:custGeom>
            <a:solidFill>
              <a:srgbClr val="6980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" name="object 465"/>
            <p:cNvSpPr/>
            <p:nvPr/>
          </p:nvSpPr>
          <p:spPr>
            <a:xfrm>
              <a:off x="2269489" y="51536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1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10" h="63500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63500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63500">
                  <a:moveTo>
                    <a:pt x="381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7780"/>
                  </a:lnTo>
                  <a:close/>
                </a:path>
                <a:path w="3810" h="63500">
                  <a:moveTo>
                    <a:pt x="3810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10" y="30479"/>
                  </a:lnTo>
                  <a:lnTo>
                    <a:pt x="3810" y="24130"/>
                  </a:lnTo>
                  <a:close/>
                </a:path>
                <a:path w="3810" h="63500">
                  <a:moveTo>
                    <a:pt x="3810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30480"/>
                  </a:lnTo>
                  <a:close/>
                </a:path>
                <a:path w="3810" h="63500">
                  <a:moveTo>
                    <a:pt x="381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36830"/>
                  </a:lnTo>
                  <a:close/>
                </a:path>
                <a:path w="3810" h="63500">
                  <a:moveTo>
                    <a:pt x="3810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3180"/>
                  </a:lnTo>
                  <a:close/>
                </a:path>
                <a:path w="3810" h="63500">
                  <a:moveTo>
                    <a:pt x="3810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49530"/>
                  </a:lnTo>
                  <a:close/>
                </a:path>
                <a:path w="3810" h="63500">
                  <a:moveTo>
                    <a:pt x="3810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5880"/>
                  </a:lnTo>
                  <a:close/>
                </a:path>
                <a:path w="3810" h="63500">
                  <a:moveTo>
                    <a:pt x="381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62230"/>
                  </a:lnTo>
                  <a:close/>
                </a:path>
              </a:pathLst>
            </a:custGeom>
            <a:solidFill>
              <a:srgbClr val="677E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" name="object 466"/>
            <p:cNvSpPr/>
            <p:nvPr/>
          </p:nvSpPr>
          <p:spPr>
            <a:xfrm>
              <a:off x="2273300" y="51536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1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10" h="63500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63500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63500">
                  <a:moveTo>
                    <a:pt x="381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7780"/>
                  </a:lnTo>
                  <a:close/>
                </a:path>
                <a:path w="3810" h="63500">
                  <a:moveTo>
                    <a:pt x="3810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10" y="30479"/>
                  </a:lnTo>
                  <a:lnTo>
                    <a:pt x="3810" y="24130"/>
                  </a:lnTo>
                  <a:close/>
                </a:path>
                <a:path w="3810" h="63500">
                  <a:moveTo>
                    <a:pt x="3810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30480"/>
                  </a:lnTo>
                  <a:close/>
                </a:path>
                <a:path w="3810" h="63500">
                  <a:moveTo>
                    <a:pt x="381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36830"/>
                  </a:lnTo>
                  <a:close/>
                </a:path>
                <a:path w="3810" h="63500">
                  <a:moveTo>
                    <a:pt x="3810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3180"/>
                  </a:lnTo>
                  <a:close/>
                </a:path>
                <a:path w="3810" h="63500">
                  <a:moveTo>
                    <a:pt x="3810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49530"/>
                  </a:lnTo>
                  <a:close/>
                </a:path>
                <a:path w="3810" h="63500">
                  <a:moveTo>
                    <a:pt x="3810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5880"/>
                  </a:lnTo>
                  <a:close/>
                </a:path>
                <a:path w="3810" h="63500">
                  <a:moveTo>
                    <a:pt x="381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62230"/>
                  </a:lnTo>
                  <a:close/>
                </a:path>
              </a:pathLst>
            </a:custGeom>
            <a:solidFill>
              <a:srgbClr val="6A80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" name="object 467"/>
            <p:cNvSpPr/>
            <p:nvPr/>
          </p:nvSpPr>
          <p:spPr>
            <a:xfrm>
              <a:off x="2277110" y="51536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0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0"/>
                  </a:lnTo>
                  <a:close/>
                </a:path>
                <a:path w="3810" h="63500">
                  <a:moveTo>
                    <a:pt x="380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5080"/>
                  </a:lnTo>
                  <a:close/>
                </a:path>
                <a:path w="3810" h="63500">
                  <a:moveTo>
                    <a:pt x="380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1430"/>
                  </a:lnTo>
                  <a:close/>
                </a:path>
                <a:path w="3810" h="63500">
                  <a:moveTo>
                    <a:pt x="3809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17780"/>
                  </a:lnTo>
                  <a:close/>
                </a:path>
                <a:path w="3810" h="63500">
                  <a:moveTo>
                    <a:pt x="3809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24130"/>
                  </a:lnTo>
                  <a:close/>
                </a:path>
                <a:path w="3810" h="63500">
                  <a:moveTo>
                    <a:pt x="3809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0480"/>
                  </a:lnTo>
                  <a:close/>
                </a:path>
                <a:path w="3810" h="63500">
                  <a:moveTo>
                    <a:pt x="3809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36830"/>
                  </a:lnTo>
                  <a:close/>
                </a:path>
                <a:path w="3810" h="63500">
                  <a:moveTo>
                    <a:pt x="3809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3180"/>
                  </a:lnTo>
                  <a:close/>
                </a:path>
                <a:path w="3810" h="63500">
                  <a:moveTo>
                    <a:pt x="3809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49530"/>
                  </a:lnTo>
                  <a:close/>
                </a:path>
                <a:path w="3810" h="63500">
                  <a:moveTo>
                    <a:pt x="3809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5880"/>
                  </a:lnTo>
                  <a:close/>
                </a:path>
                <a:path w="3810" h="63500">
                  <a:moveTo>
                    <a:pt x="380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09" y="63500"/>
                  </a:lnTo>
                  <a:lnTo>
                    <a:pt x="3809" y="62230"/>
                  </a:lnTo>
                  <a:close/>
                </a:path>
              </a:pathLst>
            </a:custGeom>
            <a:solidFill>
              <a:srgbClr val="6C82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" name="object 468"/>
            <p:cNvSpPr/>
            <p:nvPr/>
          </p:nvSpPr>
          <p:spPr>
            <a:xfrm>
              <a:off x="2280919" y="51536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1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10" h="63500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63500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63500">
                  <a:moveTo>
                    <a:pt x="381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7780"/>
                  </a:lnTo>
                  <a:close/>
                </a:path>
                <a:path w="3810" h="63500">
                  <a:moveTo>
                    <a:pt x="3810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10" y="30479"/>
                  </a:lnTo>
                  <a:lnTo>
                    <a:pt x="3810" y="24130"/>
                  </a:lnTo>
                  <a:close/>
                </a:path>
                <a:path w="3810" h="63500">
                  <a:moveTo>
                    <a:pt x="3810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30480"/>
                  </a:lnTo>
                  <a:close/>
                </a:path>
                <a:path w="3810" h="63500">
                  <a:moveTo>
                    <a:pt x="381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36830"/>
                  </a:lnTo>
                  <a:close/>
                </a:path>
                <a:path w="3810" h="63500">
                  <a:moveTo>
                    <a:pt x="3810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3180"/>
                  </a:lnTo>
                  <a:close/>
                </a:path>
                <a:path w="3810" h="63500">
                  <a:moveTo>
                    <a:pt x="3810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49530"/>
                  </a:lnTo>
                  <a:close/>
                </a:path>
                <a:path w="3810" h="63500">
                  <a:moveTo>
                    <a:pt x="3810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5880"/>
                  </a:lnTo>
                  <a:close/>
                </a:path>
                <a:path w="3810" h="63500">
                  <a:moveTo>
                    <a:pt x="381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62230"/>
                  </a:lnTo>
                  <a:close/>
                </a:path>
              </a:pathLst>
            </a:custGeom>
            <a:solidFill>
              <a:srgbClr val="6F84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" name="object 469"/>
            <p:cNvSpPr/>
            <p:nvPr/>
          </p:nvSpPr>
          <p:spPr>
            <a:xfrm>
              <a:off x="2284730" y="5153659"/>
              <a:ext cx="2540" cy="63500"/>
            </a:xfrm>
            <a:custGeom>
              <a:avLst/>
              <a:gdLst/>
              <a:ahLst/>
              <a:cxnLst/>
              <a:rect l="l" t="t" r="r" b="b"/>
              <a:pathLst>
                <a:path w="2539" h="63500">
                  <a:moveTo>
                    <a:pt x="253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2539" y="5079"/>
                  </a:lnTo>
                  <a:lnTo>
                    <a:pt x="2539" y="0"/>
                  </a:lnTo>
                  <a:close/>
                </a:path>
                <a:path w="2539" h="63500">
                  <a:moveTo>
                    <a:pt x="253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2539" y="11429"/>
                  </a:lnTo>
                  <a:lnTo>
                    <a:pt x="2539" y="5080"/>
                  </a:lnTo>
                  <a:close/>
                </a:path>
                <a:path w="2539" h="63500">
                  <a:moveTo>
                    <a:pt x="253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2539" y="17779"/>
                  </a:lnTo>
                  <a:lnTo>
                    <a:pt x="2539" y="11430"/>
                  </a:lnTo>
                  <a:close/>
                </a:path>
                <a:path w="2539" h="63500">
                  <a:moveTo>
                    <a:pt x="2539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2539" y="24129"/>
                  </a:lnTo>
                  <a:lnTo>
                    <a:pt x="2539" y="17780"/>
                  </a:lnTo>
                  <a:close/>
                </a:path>
                <a:path w="2539" h="63500">
                  <a:moveTo>
                    <a:pt x="2539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2539" y="30479"/>
                  </a:lnTo>
                  <a:lnTo>
                    <a:pt x="2539" y="24130"/>
                  </a:lnTo>
                  <a:close/>
                </a:path>
                <a:path w="2539" h="63500">
                  <a:moveTo>
                    <a:pt x="2539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2539" y="36829"/>
                  </a:lnTo>
                  <a:lnTo>
                    <a:pt x="2539" y="30480"/>
                  </a:lnTo>
                  <a:close/>
                </a:path>
                <a:path w="2539" h="63500">
                  <a:moveTo>
                    <a:pt x="2539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2539" y="43179"/>
                  </a:lnTo>
                  <a:lnTo>
                    <a:pt x="2539" y="36830"/>
                  </a:lnTo>
                  <a:close/>
                </a:path>
                <a:path w="2539" h="63500">
                  <a:moveTo>
                    <a:pt x="2539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2539" y="49529"/>
                  </a:lnTo>
                  <a:lnTo>
                    <a:pt x="2539" y="43180"/>
                  </a:lnTo>
                  <a:close/>
                </a:path>
                <a:path w="2539" h="63500">
                  <a:moveTo>
                    <a:pt x="2539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2539" y="55879"/>
                  </a:lnTo>
                  <a:lnTo>
                    <a:pt x="2539" y="49530"/>
                  </a:lnTo>
                  <a:close/>
                </a:path>
                <a:path w="2539" h="63500">
                  <a:moveTo>
                    <a:pt x="2539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2539" y="62229"/>
                  </a:lnTo>
                  <a:lnTo>
                    <a:pt x="2539" y="55880"/>
                  </a:lnTo>
                  <a:close/>
                </a:path>
                <a:path w="2539" h="63500">
                  <a:moveTo>
                    <a:pt x="253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2539" y="63500"/>
                  </a:lnTo>
                  <a:lnTo>
                    <a:pt x="2539" y="62230"/>
                  </a:lnTo>
                  <a:close/>
                </a:path>
              </a:pathLst>
            </a:custGeom>
            <a:solidFill>
              <a:srgbClr val="72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" name="object 470"/>
            <p:cNvSpPr/>
            <p:nvPr/>
          </p:nvSpPr>
          <p:spPr>
            <a:xfrm>
              <a:off x="2287269" y="51536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1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10" h="63500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63500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63500">
                  <a:moveTo>
                    <a:pt x="381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7780"/>
                  </a:lnTo>
                  <a:close/>
                </a:path>
                <a:path w="3810" h="63500">
                  <a:moveTo>
                    <a:pt x="3810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10" y="30479"/>
                  </a:lnTo>
                  <a:lnTo>
                    <a:pt x="3810" y="24130"/>
                  </a:lnTo>
                  <a:close/>
                </a:path>
                <a:path w="3810" h="63500">
                  <a:moveTo>
                    <a:pt x="3810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30480"/>
                  </a:lnTo>
                  <a:close/>
                </a:path>
                <a:path w="3810" h="63500">
                  <a:moveTo>
                    <a:pt x="381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36830"/>
                  </a:lnTo>
                  <a:close/>
                </a:path>
                <a:path w="3810" h="63500">
                  <a:moveTo>
                    <a:pt x="3810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3180"/>
                  </a:lnTo>
                  <a:close/>
                </a:path>
                <a:path w="3810" h="63500">
                  <a:moveTo>
                    <a:pt x="3810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49530"/>
                  </a:lnTo>
                  <a:close/>
                </a:path>
                <a:path w="3810" h="63500">
                  <a:moveTo>
                    <a:pt x="3810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5880"/>
                  </a:lnTo>
                  <a:close/>
                </a:path>
                <a:path w="3810" h="63500">
                  <a:moveTo>
                    <a:pt x="381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62230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" name="object 471"/>
            <p:cNvSpPr/>
            <p:nvPr/>
          </p:nvSpPr>
          <p:spPr>
            <a:xfrm>
              <a:off x="2291080" y="51536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0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0"/>
                  </a:lnTo>
                  <a:close/>
                </a:path>
                <a:path w="3810" h="63500">
                  <a:moveTo>
                    <a:pt x="380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5080"/>
                  </a:lnTo>
                  <a:close/>
                </a:path>
                <a:path w="3810" h="63500">
                  <a:moveTo>
                    <a:pt x="380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1430"/>
                  </a:lnTo>
                  <a:close/>
                </a:path>
                <a:path w="3810" h="63500">
                  <a:moveTo>
                    <a:pt x="3809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17780"/>
                  </a:lnTo>
                  <a:close/>
                </a:path>
                <a:path w="3810" h="63500">
                  <a:moveTo>
                    <a:pt x="3809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24130"/>
                  </a:lnTo>
                  <a:close/>
                </a:path>
                <a:path w="3810" h="63500">
                  <a:moveTo>
                    <a:pt x="3809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0480"/>
                  </a:lnTo>
                  <a:close/>
                </a:path>
                <a:path w="3810" h="63500">
                  <a:moveTo>
                    <a:pt x="3809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36830"/>
                  </a:lnTo>
                  <a:close/>
                </a:path>
                <a:path w="3810" h="63500">
                  <a:moveTo>
                    <a:pt x="3809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3180"/>
                  </a:lnTo>
                  <a:close/>
                </a:path>
                <a:path w="3810" h="63500">
                  <a:moveTo>
                    <a:pt x="3809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49530"/>
                  </a:lnTo>
                  <a:close/>
                </a:path>
                <a:path w="3810" h="63500">
                  <a:moveTo>
                    <a:pt x="3809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5880"/>
                  </a:lnTo>
                  <a:close/>
                </a:path>
                <a:path w="3810" h="63500">
                  <a:moveTo>
                    <a:pt x="380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09" y="63500"/>
                  </a:lnTo>
                  <a:lnTo>
                    <a:pt x="3809" y="62230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" name="object 472"/>
            <p:cNvSpPr/>
            <p:nvPr/>
          </p:nvSpPr>
          <p:spPr>
            <a:xfrm>
              <a:off x="2294889" y="51536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254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10" h="63500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63500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63500">
                  <a:moveTo>
                    <a:pt x="381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7780"/>
                  </a:lnTo>
                  <a:close/>
                </a:path>
                <a:path w="3810" h="63500">
                  <a:moveTo>
                    <a:pt x="3810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10" y="30479"/>
                  </a:lnTo>
                  <a:lnTo>
                    <a:pt x="3810" y="24130"/>
                  </a:lnTo>
                  <a:close/>
                </a:path>
                <a:path w="3810" h="63500">
                  <a:moveTo>
                    <a:pt x="3810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30480"/>
                  </a:lnTo>
                  <a:close/>
                </a:path>
                <a:path w="3810" h="63500">
                  <a:moveTo>
                    <a:pt x="381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36830"/>
                  </a:lnTo>
                  <a:close/>
                </a:path>
                <a:path w="3810" h="63500">
                  <a:moveTo>
                    <a:pt x="3810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3180"/>
                  </a:lnTo>
                  <a:close/>
                </a:path>
                <a:path w="3810" h="63500">
                  <a:moveTo>
                    <a:pt x="3810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49530"/>
                  </a:lnTo>
                  <a:close/>
                </a:path>
                <a:path w="3810" h="63500">
                  <a:moveTo>
                    <a:pt x="3810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5880"/>
                  </a:lnTo>
                  <a:close/>
                </a:path>
                <a:path w="3810" h="63500">
                  <a:moveTo>
                    <a:pt x="254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2540" y="63500"/>
                  </a:lnTo>
                  <a:lnTo>
                    <a:pt x="2540" y="62230"/>
                  </a:lnTo>
                  <a:close/>
                </a:path>
              </a:pathLst>
            </a:custGeom>
            <a:solidFill>
              <a:srgbClr val="7A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" name="object 473"/>
            <p:cNvSpPr/>
            <p:nvPr/>
          </p:nvSpPr>
          <p:spPr>
            <a:xfrm>
              <a:off x="2298700" y="5154930"/>
              <a:ext cx="3810" cy="60960"/>
            </a:xfrm>
            <a:custGeom>
              <a:avLst/>
              <a:gdLst/>
              <a:ahLst/>
              <a:cxnLst/>
              <a:rect l="l" t="t" r="r" b="b"/>
              <a:pathLst>
                <a:path w="3810" h="60960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10" h="60960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10" h="60960">
                  <a:moveTo>
                    <a:pt x="381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60"/>
                  </a:lnTo>
                  <a:close/>
                </a:path>
                <a:path w="3810" h="60960">
                  <a:moveTo>
                    <a:pt x="3810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10"/>
                  </a:lnTo>
                  <a:close/>
                </a:path>
                <a:path w="3810" h="60960">
                  <a:moveTo>
                    <a:pt x="3810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2860"/>
                  </a:lnTo>
                  <a:close/>
                </a:path>
                <a:path w="3810" h="60960">
                  <a:moveTo>
                    <a:pt x="3810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29210"/>
                  </a:lnTo>
                  <a:close/>
                </a:path>
                <a:path w="3810" h="60960">
                  <a:moveTo>
                    <a:pt x="3810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5560"/>
                  </a:lnTo>
                  <a:close/>
                </a:path>
                <a:path w="3810" h="60960">
                  <a:moveTo>
                    <a:pt x="3810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1910"/>
                  </a:lnTo>
                  <a:close/>
                </a:path>
                <a:path w="3810" h="60960">
                  <a:moveTo>
                    <a:pt x="3810" y="48260"/>
                  </a:moveTo>
                  <a:lnTo>
                    <a:pt x="0" y="48260"/>
                  </a:lnTo>
                  <a:lnTo>
                    <a:pt x="0" y="54610"/>
                  </a:lnTo>
                  <a:lnTo>
                    <a:pt x="3810" y="54610"/>
                  </a:lnTo>
                  <a:lnTo>
                    <a:pt x="3810" y="48260"/>
                  </a:lnTo>
                  <a:close/>
                </a:path>
                <a:path w="3810" h="60960">
                  <a:moveTo>
                    <a:pt x="3810" y="54610"/>
                  </a:moveTo>
                  <a:lnTo>
                    <a:pt x="0" y="54610"/>
                  </a:lnTo>
                  <a:lnTo>
                    <a:pt x="0" y="60960"/>
                  </a:lnTo>
                  <a:lnTo>
                    <a:pt x="3810" y="60960"/>
                  </a:lnTo>
                  <a:lnTo>
                    <a:pt x="3810" y="54610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" name="object 474"/>
            <p:cNvSpPr/>
            <p:nvPr/>
          </p:nvSpPr>
          <p:spPr>
            <a:xfrm>
              <a:off x="2302510" y="5154930"/>
              <a:ext cx="3810" cy="60960"/>
            </a:xfrm>
            <a:custGeom>
              <a:avLst/>
              <a:gdLst/>
              <a:ahLst/>
              <a:cxnLst/>
              <a:rect l="l" t="t" r="r" b="b"/>
              <a:pathLst>
                <a:path w="3810" h="60960">
                  <a:moveTo>
                    <a:pt x="380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10" h="60960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10" h="60960">
                  <a:moveTo>
                    <a:pt x="380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0160"/>
                  </a:lnTo>
                  <a:close/>
                </a:path>
                <a:path w="3810" h="60960">
                  <a:moveTo>
                    <a:pt x="3809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16510"/>
                  </a:lnTo>
                  <a:close/>
                </a:path>
                <a:path w="3810" h="60960">
                  <a:moveTo>
                    <a:pt x="3809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3809" y="29210"/>
                  </a:lnTo>
                  <a:lnTo>
                    <a:pt x="3809" y="22860"/>
                  </a:lnTo>
                  <a:close/>
                </a:path>
                <a:path w="3810" h="60960">
                  <a:moveTo>
                    <a:pt x="3809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29210"/>
                  </a:lnTo>
                  <a:close/>
                </a:path>
                <a:path w="3810" h="60960">
                  <a:moveTo>
                    <a:pt x="3809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35560"/>
                  </a:lnTo>
                  <a:close/>
                </a:path>
                <a:path w="3810" h="60960">
                  <a:moveTo>
                    <a:pt x="3809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3809" y="48260"/>
                  </a:lnTo>
                  <a:lnTo>
                    <a:pt x="3809" y="41910"/>
                  </a:lnTo>
                  <a:close/>
                </a:path>
                <a:path w="3810" h="60960">
                  <a:moveTo>
                    <a:pt x="3809" y="48260"/>
                  </a:moveTo>
                  <a:lnTo>
                    <a:pt x="0" y="48260"/>
                  </a:lnTo>
                  <a:lnTo>
                    <a:pt x="0" y="54610"/>
                  </a:lnTo>
                  <a:lnTo>
                    <a:pt x="3809" y="54610"/>
                  </a:lnTo>
                  <a:lnTo>
                    <a:pt x="3809" y="48260"/>
                  </a:lnTo>
                  <a:close/>
                </a:path>
                <a:path w="3810" h="60960">
                  <a:moveTo>
                    <a:pt x="3809" y="54610"/>
                  </a:moveTo>
                  <a:lnTo>
                    <a:pt x="0" y="54610"/>
                  </a:lnTo>
                  <a:lnTo>
                    <a:pt x="0" y="60960"/>
                  </a:lnTo>
                  <a:lnTo>
                    <a:pt x="2539" y="60960"/>
                  </a:lnTo>
                  <a:lnTo>
                    <a:pt x="2539" y="59690"/>
                  </a:lnTo>
                  <a:lnTo>
                    <a:pt x="3809" y="59690"/>
                  </a:lnTo>
                  <a:lnTo>
                    <a:pt x="3809" y="54610"/>
                  </a:lnTo>
                  <a:close/>
                </a:path>
              </a:pathLst>
            </a:custGeom>
            <a:solidFill>
              <a:srgbClr val="7F9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" name="object 475"/>
            <p:cNvSpPr/>
            <p:nvPr/>
          </p:nvSpPr>
          <p:spPr>
            <a:xfrm>
              <a:off x="2306319" y="5154930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39" h="59689">
                  <a:moveTo>
                    <a:pt x="254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40" y="3810"/>
                  </a:lnTo>
                  <a:lnTo>
                    <a:pt x="2540" y="0"/>
                  </a:lnTo>
                  <a:close/>
                </a:path>
                <a:path w="2539" h="59689">
                  <a:moveTo>
                    <a:pt x="254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2540" y="10160"/>
                  </a:lnTo>
                  <a:lnTo>
                    <a:pt x="2540" y="3810"/>
                  </a:lnTo>
                  <a:close/>
                </a:path>
                <a:path w="2539" h="59689">
                  <a:moveTo>
                    <a:pt x="254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2540" y="16510"/>
                  </a:lnTo>
                  <a:lnTo>
                    <a:pt x="2540" y="10160"/>
                  </a:lnTo>
                  <a:close/>
                </a:path>
                <a:path w="2539" h="59689">
                  <a:moveTo>
                    <a:pt x="2540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2540" y="22860"/>
                  </a:lnTo>
                  <a:lnTo>
                    <a:pt x="2540" y="16510"/>
                  </a:lnTo>
                  <a:close/>
                </a:path>
                <a:path w="2539" h="59689">
                  <a:moveTo>
                    <a:pt x="2540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2540" y="29210"/>
                  </a:lnTo>
                  <a:lnTo>
                    <a:pt x="2540" y="22860"/>
                  </a:lnTo>
                  <a:close/>
                </a:path>
                <a:path w="2539" h="59689">
                  <a:moveTo>
                    <a:pt x="2540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2540" y="35560"/>
                  </a:lnTo>
                  <a:lnTo>
                    <a:pt x="2540" y="29210"/>
                  </a:lnTo>
                  <a:close/>
                </a:path>
                <a:path w="2539" h="59689">
                  <a:moveTo>
                    <a:pt x="2540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2540" y="41910"/>
                  </a:lnTo>
                  <a:lnTo>
                    <a:pt x="2540" y="35560"/>
                  </a:lnTo>
                  <a:close/>
                </a:path>
                <a:path w="2539" h="59689">
                  <a:moveTo>
                    <a:pt x="2540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2540" y="48260"/>
                  </a:lnTo>
                  <a:lnTo>
                    <a:pt x="2540" y="41910"/>
                  </a:lnTo>
                  <a:close/>
                </a:path>
                <a:path w="2539" h="59689">
                  <a:moveTo>
                    <a:pt x="2540" y="48260"/>
                  </a:moveTo>
                  <a:lnTo>
                    <a:pt x="0" y="48260"/>
                  </a:lnTo>
                  <a:lnTo>
                    <a:pt x="0" y="54610"/>
                  </a:lnTo>
                  <a:lnTo>
                    <a:pt x="2540" y="54610"/>
                  </a:lnTo>
                  <a:lnTo>
                    <a:pt x="2540" y="48260"/>
                  </a:lnTo>
                  <a:close/>
                </a:path>
                <a:path w="2539" h="59689">
                  <a:moveTo>
                    <a:pt x="2540" y="54610"/>
                  </a:moveTo>
                  <a:lnTo>
                    <a:pt x="0" y="54610"/>
                  </a:lnTo>
                  <a:lnTo>
                    <a:pt x="0" y="59690"/>
                  </a:lnTo>
                  <a:lnTo>
                    <a:pt x="2540" y="59690"/>
                  </a:lnTo>
                  <a:lnTo>
                    <a:pt x="2540" y="54610"/>
                  </a:lnTo>
                  <a:close/>
                </a:path>
              </a:pathLst>
            </a:custGeom>
            <a:solidFill>
              <a:srgbClr val="8294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" name="object 476"/>
            <p:cNvSpPr/>
            <p:nvPr/>
          </p:nvSpPr>
          <p:spPr>
            <a:xfrm>
              <a:off x="2308860" y="5154930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10" h="59689">
                  <a:moveTo>
                    <a:pt x="380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10" h="59689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10" h="59689">
                  <a:moveTo>
                    <a:pt x="380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0160"/>
                  </a:lnTo>
                  <a:close/>
                </a:path>
                <a:path w="3810" h="59689">
                  <a:moveTo>
                    <a:pt x="3809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16510"/>
                  </a:lnTo>
                  <a:close/>
                </a:path>
                <a:path w="3810" h="59689">
                  <a:moveTo>
                    <a:pt x="3809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3809" y="29210"/>
                  </a:lnTo>
                  <a:lnTo>
                    <a:pt x="3809" y="22860"/>
                  </a:lnTo>
                  <a:close/>
                </a:path>
                <a:path w="3810" h="59689">
                  <a:moveTo>
                    <a:pt x="3809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29210"/>
                  </a:lnTo>
                  <a:close/>
                </a:path>
                <a:path w="3810" h="59689">
                  <a:moveTo>
                    <a:pt x="3809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35560"/>
                  </a:lnTo>
                  <a:close/>
                </a:path>
                <a:path w="3810" h="59689">
                  <a:moveTo>
                    <a:pt x="3809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3809" y="48260"/>
                  </a:lnTo>
                  <a:lnTo>
                    <a:pt x="3809" y="41910"/>
                  </a:lnTo>
                  <a:close/>
                </a:path>
                <a:path w="3810" h="59689">
                  <a:moveTo>
                    <a:pt x="3809" y="48260"/>
                  </a:moveTo>
                  <a:lnTo>
                    <a:pt x="0" y="48260"/>
                  </a:lnTo>
                  <a:lnTo>
                    <a:pt x="0" y="54610"/>
                  </a:lnTo>
                  <a:lnTo>
                    <a:pt x="3809" y="54610"/>
                  </a:lnTo>
                  <a:lnTo>
                    <a:pt x="3809" y="48260"/>
                  </a:lnTo>
                  <a:close/>
                </a:path>
                <a:path w="3810" h="59689">
                  <a:moveTo>
                    <a:pt x="3809" y="54610"/>
                  </a:moveTo>
                  <a:lnTo>
                    <a:pt x="0" y="54610"/>
                  </a:lnTo>
                  <a:lnTo>
                    <a:pt x="0" y="59690"/>
                  </a:lnTo>
                  <a:lnTo>
                    <a:pt x="3809" y="59690"/>
                  </a:lnTo>
                  <a:lnTo>
                    <a:pt x="3809" y="54610"/>
                  </a:lnTo>
                  <a:close/>
                </a:path>
              </a:pathLst>
            </a:custGeom>
            <a:solidFill>
              <a:srgbClr val="8496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" name="object 477"/>
            <p:cNvSpPr/>
            <p:nvPr/>
          </p:nvSpPr>
          <p:spPr>
            <a:xfrm>
              <a:off x="2312669" y="5154930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10" h="59689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10" h="59689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10" h="59689">
                  <a:moveTo>
                    <a:pt x="381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60"/>
                  </a:lnTo>
                  <a:close/>
                </a:path>
                <a:path w="3810" h="59689">
                  <a:moveTo>
                    <a:pt x="3810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10"/>
                  </a:lnTo>
                  <a:close/>
                </a:path>
                <a:path w="3810" h="59689">
                  <a:moveTo>
                    <a:pt x="3810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2860"/>
                  </a:lnTo>
                  <a:close/>
                </a:path>
                <a:path w="3810" h="59689">
                  <a:moveTo>
                    <a:pt x="3810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29210"/>
                  </a:lnTo>
                  <a:close/>
                </a:path>
                <a:path w="3810" h="59689">
                  <a:moveTo>
                    <a:pt x="3810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5560"/>
                  </a:lnTo>
                  <a:close/>
                </a:path>
                <a:path w="3810" h="59689">
                  <a:moveTo>
                    <a:pt x="3810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1910"/>
                  </a:lnTo>
                  <a:close/>
                </a:path>
                <a:path w="3810" h="59689">
                  <a:moveTo>
                    <a:pt x="3810" y="48260"/>
                  </a:moveTo>
                  <a:lnTo>
                    <a:pt x="0" y="48260"/>
                  </a:lnTo>
                  <a:lnTo>
                    <a:pt x="0" y="54610"/>
                  </a:lnTo>
                  <a:lnTo>
                    <a:pt x="3810" y="54610"/>
                  </a:lnTo>
                  <a:lnTo>
                    <a:pt x="3810" y="48260"/>
                  </a:lnTo>
                  <a:close/>
                </a:path>
                <a:path w="3810" h="59689">
                  <a:moveTo>
                    <a:pt x="3810" y="54610"/>
                  </a:moveTo>
                  <a:lnTo>
                    <a:pt x="0" y="54610"/>
                  </a:lnTo>
                  <a:lnTo>
                    <a:pt x="0" y="59690"/>
                  </a:lnTo>
                  <a:lnTo>
                    <a:pt x="3810" y="59690"/>
                  </a:lnTo>
                  <a:lnTo>
                    <a:pt x="3810" y="54610"/>
                  </a:lnTo>
                  <a:close/>
                </a:path>
              </a:pathLst>
            </a:custGeom>
            <a:solidFill>
              <a:srgbClr val="8799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" name="object 478"/>
            <p:cNvSpPr/>
            <p:nvPr/>
          </p:nvSpPr>
          <p:spPr>
            <a:xfrm>
              <a:off x="2316480" y="5154930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10" h="59689">
                  <a:moveTo>
                    <a:pt x="380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10" h="59689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10" h="59689">
                  <a:moveTo>
                    <a:pt x="380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0160"/>
                  </a:lnTo>
                  <a:close/>
                </a:path>
                <a:path w="3810" h="59689">
                  <a:moveTo>
                    <a:pt x="3809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16510"/>
                  </a:lnTo>
                  <a:close/>
                </a:path>
                <a:path w="3810" h="59689">
                  <a:moveTo>
                    <a:pt x="3809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3809" y="29210"/>
                  </a:lnTo>
                  <a:lnTo>
                    <a:pt x="3809" y="22860"/>
                  </a:lnTo>
                  <a:close/>
                </a:path>
                <a:path w="3810" h="59689">
                  <a:moveTo>
                    <a:pt x="3809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29210"/>
                  </a:lnTo>
                  <a:close/>
                </a:path>
                <a:path w="3810" h="59689">
                  <a:moveTo>
                    <a:pt x="3809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35560"/>
                  </a:lnTo>
                  <a:close/>
                </a:path>
                <a:path w="3810" h="59689">
                  <a:moveTo>
                    <a:pt x="3809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3809" y="48260"/>
                  </a:lnTo>
                  <a:lnTo>
                    <a:pt x="3809" y="41910"/>
                  </a:lnTo>
                  <a:close/>
                </a:path>
                <a:path w="3810" h="59689">
                  <a:moveTo>
                    <a:pt x="3809" y="48260"/>
                  </a:moveTo>
                  <a:lnTo>
                    <a:pt x="0" y="48260"/>
                  </a:lnTo>
                  <a:lnTo>
                    <a:pt x="0" y="54610"/>
                  </a:lnTo>
                  <a:lnTo>
                    <a:pt x="3809" y="54610"/>
                  </a:lnTo>
                  <a:lnTo>
                    <a:pt x="3809" y="48260"/>
                  </a:lnTo>
                  <a:close/>
                </a:path>
                <a:path w="3810" h="59689">
                  <a:moveTo>
                    <a:pt x="3809" y="54610"/>
                  </a:moveTo>
                  <a:lnTo>
                    <a:pt x="0" y="54610"/>
                  </a:lnTo>
                  <a:lnTo>
                    <a:pt x="0" y="59690"/>
                  </a:lnTo>
                  <a:lnTo>
                    <a:pt x="3809" y="59690"/>
                  </a:lnTo>
                  <a:lnTo>
                    <a:pt x="3809" y="5461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" name="object 479"/>
            <p:cNvSpPr/>
            <p:nvPr/>
          </p:nvSpPr>
          <p:spPr>
            <a:xfrm>
              <a:off x="2320289" y="5154930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10" h="59689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10" h="59689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10" h="59689">
                  <a:moveTo>
                    <a:pt x="381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60"/>
                  </a:lnTo>
                  <a:close/>
                </a:path>
                <a:path w="3810" h="59689">
                  <a:moveTo>
                    <a:pt x="3810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10"/>
                  </a:lnTo>
                  <a:close/>
                </a:path>
                <a:path w="3810" h="59689">
                  <a:moveTo>
                    <a:pt x="3810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2860"/>
                  </a:lnTo>
                  <a:close/>
                </a:path>
                <a:path w="3810" h="59689">
                  <a:moveTo>
                    <a:pt x="3810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29210"/>
                  </a:lnTo>
                  <a:close/>
                </a:path>
                <a:path w="3810" h="59689">
                  <a:moveTo>
                    <a:pt x="3810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5560"/>
                  </a:lnTo>
                  <a:close/>
                </a:path>
                <a:path w="3810" h="59689">
                  <a:moveTo>
                    <a:pt x="3810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1910"/>
                  </a:lnTo>
                  <a:close/>
                </a:path>
                <a:path w="3810" h="59689">
                  <a:moveTo>
                    <a:pt x="3810" y="48260"/>
                  </a:moveTo>
                  <a:lnTo>
                    <a:pt x="0" y="48260"/>
                  </a:lnTo>
                  <a:lnTo>
                    <a:pt x="0" y="54610"/>
                  </a:lnTo>
                  <a:lnTo>
                    <a:pt x="3810" y="54610"/>
                  </a:lnTo>
                  <a:lnTo>
                    <a:pt x="3810" y="48260"/>
                  </a:lnTo>
                  <a:close/>
                </a:path>
                <a:path w="3810" h="59689">
                  <a:moveTo>
                    <a:pt x="3810" y="54610"/>
                  </a:moveTo>
                  <a:lnTo>
                    <a:pt x="0" y="54610"/>
                  </a:lnTo>
                  <a:lnTo>
                    <a:pt x="0" y="59690"/>
                  </a:lnTo>
                  <a:lnTo>
                    <a:pt x="3810" y="59690"/>
                  </a:lnTo>
                  <a:lnTo>
                    <a:pt x="3810" y="54610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" name="object 480"/>
            <p:cNvSpPr/>
            <p:nvPr/>
          </p:nvSpPr>
          <p:spPr>
            <a:xfrm>
              <a:off x="2324100" y="5156200"/>
              <a:ext cx="3810" cy="57150"/>
            </a:xfrm>
            <a:custGeom>
              <a:avLst/>
              <a:gdLst/>
              <a:ahLst/>
              <a:cxnLst/>
              <a:rect l="l" t="t" r="r" b="b"/>
              <a:pathLst>
                <a:path w="3810" h="57150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57150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10" h="57150">
                  <a:moveTo>
                    <a:pt x="381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8890"/>
                  </a:lnTo>
                  <a:close/>
                </a:path>
                <a:path w="3810" h="57150">
                  <a:moveTo>
                    <a:pt x="3810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5240"/>
                  </a:lnTo>
                  <a:close/>
                </a:path>
                <a:path w="3810" h="57150">
                  <a:moveTo>
                    <a:pt x="3810" y="21590"/>
                  </a:moveTo>
                  <a:lnTo>
                    <a:pt x="0" y="21590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1590"/>
                  </a:lnTo>
                  <a:close/>
                </a:path>
                <a:path w="3810" h="57150">
                  <a:moveTo>
                    <a:pt x="3810" y="27940"/>
                  </a:moveTo>
                  <a:lnTo>
                    <a:pt x="0" y="27940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27940"/>
                  </a:lnTo>
                  <a:close/>
                </a:path>
                <a:path w="3810" h="57150">
                  <a:moveTo>
                    <a:pt x="3810" y="34290"/>
                  </a:moveTo>
                  <a:lnTo>
                    <a:pt x="0" y="34290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4290"/>
                  </a:lnTo>
                  <a:close/>
                </a:path>
                <a:path w="3810" h="57150">
                  <a:moveTo>
                    <a:pt x="3810" y="40640"/>
                  </a:moveTo>
                  <a:lnTo>
                    <a:pt x="0" y="40640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0640"/>
                  </a:lnTo>
                  <a:close/>
                </a:path>
                <a:path w="3810" h="57150">
                  <a:moveTo>
                    <a:pt x="3810" y="46990"/>
                  </a:moveTo>
                  <a:lnTo>
                    <a:pt x="0" y="46990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46990"/>
                  </a:lnTo>
                  <a:close/>
                </a:path>
                <a:path w="3810" h="57150">
                  <a:moveTo>
                    <a:pt x="3810" y="53340"/>
                  </a:moveTo>
                  <a:lnTo>
                    <a:pt x="0" y="53340"/>
                  </a:lnTo>
                  <a:lnTo>
                    <a:pt x="0" y="57150"/>
                  </a:lnTo>
                  <a:lnTo>
                    <a:pt x="3810" y="57150"/>
                  </a:lnTo>
                  <a:lnTo>
                    <a:pt x="3810" y="53340"/>
                  </a:lnTo>
                  <a:close/>
                </a:path>
              </a:pathLst>
            </a:custGeom>
            <a:solidFill>
              <a:srgbClr val="8F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" name="object 481"/>
            <p:cNvSpPr/>
            <p:nvPr/>
          </p:nvSpPr>
          <p:spPr>
            <a:xfrm>
              <a:off x="2327910" y="5156200"/>
              <a:ext cx="3810" cy="57150"/>
            </a:xfrm>
            <a:custGeom>
              <a:avLst/>
              <a:gdLst/>
              <a:ahLst/>
              <a:cxnLst/>
              <a:rect l="l" t="t" r="r" b="b"/>
              <a:pathLst>
                <a:path w="3810" h="57150">
                  <a:moveTo>
                    <a:pt x="380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10" h="57150">
                  <a:moveTo>
                    <a:pt x="3809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2540"/>
                  </a:lnTo>
                  <a:close/>
                </a:path>
                <a:path w="3810" h="57150">
                  <a:moveTo>
                    <a:pt x="3809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8890"/>
                  </a:lnTo>
                  <a:close/>
                </a:path>
                <a:path w="3810" h="57150">
                  <a:moveTo>
                    <a:pt x="3809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5240"/>
                  </a:lnTo>
                  <a:close/>
                </a:path>
                <a:path w="3810" h="57150">
                  <a:moveTo>
                    <a:pt x="3809" y="21590"/>
                  </a:moveTo>
                  <a:lnTo>
                    <a:pt x="0" y="21590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1590"/>
                  </a:lnTo>
                  <a:close/>
                </a:path>
                <a:path w="3810" h="57150">
                  <a:moveTo>
                    <a:pt x="3809" y="27940"/>
                  </a:moveTo>
                  <a:lnTo>
                    <a:pt x="0" y="27940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27940"/>
                  </a:lnTo>
                  <a:close/>
                </a:path>
                <a:path w="3810" h="57150">
                  <a:moveTo>
                    <a:pt x="3809" y="34290"/>
                  </a:moveTo>
                  <a:lnTo>
                    <a:pt x="0" y="34290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4290"/>
                  </a:lnTo>
                  <a:close/>
                </a:path>
                <a:path w="3810" h="57150">
                  <a:moveTo>
                    <a:pt x="3809" y="40640"/>
                  </a:moveTo>
                  <a:lnTo>
                    <a:pt x="0" y="40640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0640"/>
                  </a:lnTo>
                  <a:close/>
                </a:path>
                <a:path w="3810" h="57150">
                  <a:moveTo>
                    <a:pt x="3809" y="46990"/>
                  </a:moveTo>
                  <a:lnTo>
                    <a:pt x="0" y="46990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46990"/>
                  </a:lnTo>
                  <a:close/>
                </a:path>
                <a:path w="3810" h="57150">
                  <a:moveTo>
                    <a:pt x="3809" y="53340"/>
                  </a:moveTo>
                  <a:lnTo>
                    <a:pt x="0" y="53340"/>
                  </a:lnTo>
                  <a:lnTo>
                    <a:pt x="0" y="57150"/>
                  </a:lnTo>
                  <a:lnTo>
                    <a:pt x="2539" y="57150"/>
                  </a:lnTo>
                  <a:lnTo>
                    <a:pt x="2539" y="55880"/>
                  </a:lnTo>
                  <a:lnTo>
                    <a:pt x="3809" y="55880"/>
                  </a:lnTo>
                  <a:lnTo>
                    <a:pt x="3809" y="53340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" name="object 482"/>
            <p:cNvSpPr/>
            <p:nvPr/>
          </p:nvSpPr>
          <p:spPr>
            <a:xfrm>
              <a:off x="2331719" y="5156200"/>
              <a:ext cx="3810" cy="55880"/>
            </a:xfrm>
            <a:custGeom>
              <a:avLst/>
              <a:gdLst/>
              <a:ahLst/>
              <a:cxnLst/>
              <a:rect l="l" t="t" r="r" b="b"/>
              <a:pathLst>
                <a:path w="3810" h="55879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55879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10" h="55879">
                  <a:moveTo>
                    <a:pt x="381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8890"/>
                  </a:lnTo>
                  <a:close/>
                </a:path>
                <a:path w="3810" h="55879">
                  <a:moveTo>
                    <a:pt x="3810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5240"/>
                  </a:lnTo>
                  <a:close/>
                </a:path>
                <a:path w="3810" h="55879">
                  <a:moveTo>
                    <a:pt x="3810" y="21590"/>
                  </a:moveTo>
                  <a:lnTo>
                    <a:pt x="0" y="21590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1590"/>
                  </a:lnTo>
                  <a:close/>
                </a:path>
                <a:path w="3810" h="55879">
                  <a:moveTo>
                    <a:pt x="3810" y="27940"/>
                  </a:moveTo>
                  <a:lnTo>
                    <a:pt x="0" y="27940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27940"/>
                  </a:lnTo>
                  <a:close/>
                </a:path>
                <a:path w="3810" h="55879">
                  <a:moveTo>
                    <a:pt x="3810" y="34290"/>
                  </a:moveTo>
                  <a:lnTo>
                    <a:pt x="0" y="34290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4290"/>
                  </a:lnTo>
                  <a:close/>
                </a:path>
                <a:path w="3810" h="55879">
                  <a:moveTo>
                    <a:pt x="3810" y="40640"/>
                  </a:moveTo>
                  <a:lnTo>
                    <a:pt x="0" y="40640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0640"/>
                  </a:lnTo>
                  <a:close/>
                </a:path>
                <a:path w="3810" h="55879">
                  <a:moveTo>
                    <a:pt x="3810" y="46990"/>
                  </a:moveTo>
                  <a:lnTo>
                    <a:pt x="0" y="46990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46990"/>
                  </a:lnTo>
                  <a:close/>
                </a:path>
                <a:path w="3810" h="55879">
                  <a:moveTo>
                    <a:pt x="3810" y="53340"/>
                  </a:moveTo>
                  <a:lnTo>
                    <a:pt x="0" y="53340"/>
                  </a:lnTo>
                  <a:lnTo>
                    <a:pt x="0" y="55880"/>
                  </a:lnTo>
                  <a:lnTo>
                    <a:pt x="3810" y="55880"/>
                  </a:lnTo>
                  <a:lnTo>
                    <a:pt x="3810" y="53340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" name="object 483"/>
            <p:cNvSpPr/>
            <p:nvPr/>
          </p:nvSpPr>
          <p:spPr>
            <a:xfrm>
              <a:off x="2335530" y="5157470"/>
              <a:ext cx="2540" cy="54610"/>
            </a:xfrm>
            <a:custGeom>
              <a:avLst/>
              <a:gdLst/>
              <a:ahLst/>
              <a:cxnLst/>
              <a:rect l="l" t="t" r="r" b="b"/>
              <a:pathLst>
                <a:path w="2539" h="54610">
                  <a:moveTo>
                    <a:pt x="253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  <a:path w="2539" h="54610">
                  <a:moveTo>
                    <a:pt x="253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2539" y="7619"/>
                  </a:lnTo>
                  <a:lnTo>
                    <a:pt x="2539" y="1269"/>
                  </a:lnTo>
                  <a:close/>
                </a:path>
                <a:path w="2539" h="54610">
                  <a:moveTo>
                    <a:pt x="253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2539" y="13969"/>
                  </a:lnTo>
                  <a:lnTo>
                    <a:pt x="2539" y="7619"/>
                  </a:lnTo>
                  <a:close/>
                </a:path>
                <a:path w="2539" h="54610">
                  <a:moveTo>
                    <a:pt x="2539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2539" y="20319"/>
                  </a:lnTo>
                  <a:lnTo>
                    <a:pt x="2539" y="13969"/>
                  </a:lnTo>
                  <a:close/>
                </a:path>
                <a:path w="2539" h="54610">
                  <a:moveTo>
                    <a:pt x="2539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2539" y="26669"/>
                  </a:lnTo>
                  <a:lnTo>
                    <a:pt x="2539" y="20319"/>
                  </a:lnTo>
                  <a:close/>
                </a:path>
                <a:path w="2539" h="54610">
                  <a:moveTo>
                    <a:pt x="2539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2539" y="33019"/>
                  </a:lnTo>
                  <a:lnTo>
                    <a:pt x="2539" y="26669"/>
                  </a:lnTo>
                  <a:close/>
                </a:path>
                <a:path w="2539" h="54610">
                  <a:moveTo>
                    <a:pt x="2539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2539" y="39369"/>
                  </a:lnTo>
                  <a:lnTo>
                    <a:pt x="2539" y="33019"/>
                  </a:lnTo>
                  <a:close/>
                </a:path>
                <a:path w="2539" h="54610">
                  <a:moveTo>
                    <a:pt x="2539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2539" y="45719"/>
                  </a:lnTo>
                  <a:lnTo>
                    <a:pt x="2539" y="39369"/>
                  </a:lnTo>
                  <a:close/>
                </a:path>
                <a:path w="2539" h="54610">
                  <a:moveTo>
                    <a:pt x="2539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2539" y="52069"/>
                  </a:lnTo>
                  <a:lnTo>
                    <a:pt x="2539" y="45719"/>
                  </a:lnTo>
                  <a:close/>
                </a:path>
                <a:path w="2539" h="54610">
                  <a:moveTo>
                    <a:pt x="2539" y="52069"/>
                  </a:moveTo>
                  <a:lnTo>
                    <a:pt x="0" y="52069"/>
                  </a:lnTo>
                  <a:lnTo>
                    <a:pt x="0" y="54609"/>
                  </a:lnTo>
                  <a:lnTo>
                    <a:pt x="2539" y="54609"/>
                  </a:lnTo>
                  <a:lnTo>
                    <a:pt x="2539" y="52069"/>
                  </a:lnTo>
                  <a:close/>
                </a:path>
              </a:pathLst>
            </a:custGeom>
            <a:solidFill>
              <a:srgbClr val="97A6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" name="object 484"/>
            <p:cNvSpPr/>
            <p:nvPr/>
          </p:nvSpPr>
          <p:spPr>
            <a:xfrm>
              <a:off x="2338069" y="5157470"/>
              <a:ext cx="3810" cy="54610"/>
            </a:xfrm>
            <a:custGeom>
              <a:avLst/>
              <a:gdLst/>
              <a:ahLst/>
              <a:cxnLst/>
              <a:rect l="l" t="t" r="r" b="b"/>
              <a:pathLst>
                <a:path w="3810" h="54610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54610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10" h="54610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10" h="54610">
                  <a:moveTo>
                    <a:pt x="3810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3969"/>
                  </a:lnTo>
                  <a:close/>
                </a:path>
                <a:path w="3810" h="54610">
                  <a:moveTo>
                    <a:pt x="3810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3810" y="26669"/>
                  </a:lnTo>
                  <a:lnTo>
                    <a:pt x="3810" y="20319"/>
                  </a:lnTo>
                  <a:close/>
                </a:path>
                <a:path w="3810" h="54610">
                  <a:moveTo>
                    <a:pt x="3810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6669"/>
                  </a:lnTo>
                  <a:close/>
                </a:path>
                <a:path w="3810" h="54610">
                  <a:moveTo>
                    <a:pt x="3810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3019"/>
                  </a:lnTo>
                  <a:close/>
                </a:path>
                <a:path w="3810" h="54610">
                  <a:moveTo>
                    <a:pt x="3810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39369"/>
                  </a:lnTo>
                  <a:close/>
                </a:path>
                <a:path w="3810" h="54610">
                  <a:moveTo>
                    <a:pt x="3810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3810" y="52069"/>
                  </a:lnTo>
                  <a:lnTo>
                    <a:pt x="3810" y="45719"/>
                  </a:lnTo>
                  <a:close/>
                </a:path>
                <a:path w="3810" h="54610">
                  <a:moveTo>
                    <a:pt x="3810" y="52069"/>
                  </a:moveTo>
                  <a:lnTo>
                    <a:pt x="0" y="52069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2069"/>
                  </a:lnTo>
                  <a:close/>
                </a:path>
              </a:pathLst>
            </a:custGeom>
            <a:solidFill>
              <a:srgbClr val="99A8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" name="object 485"/>
            <p:cNvSpPr/>
            <p:nvPr/>
          </p:nvSpPr>
          <p:spPr>
            <a:xfrm>
              <a:off x="2341880" y="5157470"/>
              <a:ext cx="3810" cy="54610"/>
            </a:xfrm>
            <a:custGeom>
              <a:avLst/>
              <a:gdLst/>
              <a:ahLst/>
              <a:cxnLst/>
              <a:rect l="l" t="t" r="r" b="b"/>
              <a:pathLst>
                <a:path w="3810" h="54610">
                  <a:moveTo>
                    <a:pt x="126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3810" h="54610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10" h="54610">
                  <a:moveTo>
                    <a:pt x="380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7619"/>
                  </a:lnTo>
                  <a:close/>
                </a:path>
                <a:path w="3810" h="54610">
                  <a:moveTo>
                    <a:pt x="3809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3969"/>
                  </a:lnTo>
                  <a:close/>
                </a:path>
                <a:path w="3810" h="54610">
                  <a:moveTo>
                    <a:pt x="3809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3809" y="26669"/>
                  </a:lnTo>
                  <a:lnTo>
                    <a:pt x="3809" y="20319"/>
                  </a:lnTo>
                  <a:close/>
                </a:path>
                <a:path w="3810" h="54610">
                  <a:moveTo>
                    <a:pt x="3809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6669"/>
                  </a:lnTo>
                  <a:close/>
                </a:path>
                <a:path w="3810" h="54610">
                  <a:moveTo>
                    <a:pt x="3809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3019"/>
                  </a:lnTo>
                  <a:close/>
                </a:path>
                <a:path w="3810" h="54610">
                  <a:moveTo>
                    <a:pt x="3809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39369"/>
                  </a:lnTo>
                  <a:close/>
                </a:path>
                <a:path w="3810" h="54610">
                  <a:moveTo>
                    <a:pt x="3809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3809" y="52069"/>
                  </a:lnTo>
                  <a:lnTo>
                    <a:pt x="3809" y="45719"/>
                  </a:lnTo>
                  <a:close/>
                </a:path>
                <a:path w="3810" h="54610">
                  <a:moveTo>
                    <a:pt x="3809" y="52069"/>
                  </a:moveTo>
                  <a:lnTo>
                    <a:pt x="0" y="52069"/>
                  </a:lnTo>
                  <a:lnTo>
                    <a:pt x="0" y="54609"/>
                  </a:lnTo>
                  <a:lnTo>
                    <a:pt x="3809" y="54609"/>
                  </a:lnTo>
                  <a:lnTo>
                    <a:pt x="3809" y="52069"/>
                  </a:lnTo>
                  <a:close/>
                </a:path>
              </a:pathLst>
            </a:custGeom>
            <a:solidFill>
              <a:srgbClr val="9CA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" name="object 486"/>
            <p:cNvSpPr/>
            <p:nvPr/>
          </p:nvSpPr>
          <p:spPr>
            <a:xfrm>
              <a:off x="2345689" y="5158739"/>
              <a:ext cx="3810" cy="53340"/>
            </a:xfrm>
            <a:custGeom>
              <a:avLst/>
              <a:gdLst/>
              <a:ahLst/>
              <a:cxnLst/>
              <a:rect l="l" t="t" r="r" b="b"/>
              <a:pathLst>
                <a:path w="3810" h="53339">
                  <a:moveTo>
                    <a:pt x="254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10" h="53339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10" h="53339">
                  <a:moveTo>
                    <a:pt x="381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2699"/>
                  </a:lnTo>
                  <a:close/>
                </a:path>
                <a:path w="3810" h="53339">
                  <a:moveTo>
                    <a:pt x="3810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19049"/>
                  </a:lnTo>
                  <a:close/>
                </a:path>
                <a:path w="3810" h="53339">
                  <a:moveTo>
                    <a:pt x="3810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5399"/>
                  </a:lnTo>
                  <a:close/>
                </a:path>
                <a:path w="3810" h="53339">
                  <a:moveTo>
                    <a:pt x="3810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1749"/>
                  </a:lnTo>
                  <a:close/>
                </a:path>
                <a:path w="3810" h="53339">
                  <a:moveTo>
                    <a:pt x="3810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38099"/>
                  </a:lnTo>
                  <a:close/>
                </a:path>
                <a:path w="3810" h="53339">
                  <a:moveTo>
                    <a:pt x="3810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4449"/>
                  </a:lnTo>
                  <a:close/>
                </a:path>
                <a:path w="3810" h="53339">
                  <a:moveTo>
                    <a:pt x="3810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2540" y="53339"/>
                  </a:lnTo>
                  <a:lnTo>
                    <a:pt x="2540" y="52069"/>
                  </a:lnTo>
                  <a:lnTo>
                    <a:pt x="3810" y="52069"/>
                  </a:lnTo>
                  <a:lnTo>
                    <a:pt x="3810" y="50799"/>
                  </a:lnTo>
                  <a:close/>
                </a:path>
              </a:pathLst>
            </a:custGeom>
            <a:solidFill>
              <a:srgbClr val="9FA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" name="object 487"/>
            <p:cNvSpPr/>
            <p:nvPr/>
          </p:nvSpPr>
          <p:spPr>
            <a:xfrm>
              <a:off x="2349500" y="5160009"/>
              <a:ext cx="3810" cy="50800"/>
            </a:xfrm>
            <a:custGeom>
              <a:avLst/>
              <a:gdLst/>
              <a:ahLst/>
              <a:cxnLst/>
              <a:rect l="l" t="t" r="r" b="b"/>
              <a:pathLst>
                <a:path w="3810" h="50800">
                  <a:moveTo>
                    <a:pt x="381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10" h="50800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50800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50800">
                  <a:moveTo>
                    <a:pt x="381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7780"/>
                  </a:lnTo>
                  <a:close/>
                </a:path>
                <a:path w="3810" h="50800">
                  <a:moveTo>
                    <a:pt x="3810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10" y="30479"/>
                  </a:lnTo>
                  <a:lnTo>
                    <a:pt x="3810" y="24130"/>
                  </a:lnTo>
                  <a:close/>
                </a:path>
                <a:path w="3810" h="50800">
                  <a:moveTo>
                    <a:pt x="3810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30480"/>
                  </a:lnTo>
                  <a:close/>
                </a:path>
                <a:path w="3810" h="50800">
                  <a:moveTo>
                    <a:pt x="381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36830"/>
                  </a:lnTo>
                  <a:close/>
                </a:path>
                <a:path w="3810" h="50800">
                  <a:moveTo>
                    <a:pt x="3810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3180"/>
                  </a:lnTo>
                  <a:close/>
                </a:path>
                <a:path w="3810" h="50800">
                  <a:moveTo>
                    <a:pt x="2539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2539" y="50800"/>
                  </a:lnTo>
                  <a:lnTo>
                    <a:pt x="2539" y="49530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" name="object 488"/>
            <p:cNvSpPr/>
            <p:nvPr/>
          </p:nvSpPr>
          <p:spPr>
            <a:xfrm>
              <a:off x="2353310" y="5160009"/>
              <a:ext cx="3810" cy="49530"/>
            </a:xfrm>
            <a:custGeom>
              <a:avLst/>
              <a:gdLst/>
              <a:ahLst/>
              <a:cxnLst/>
              <a:rect l="l" t="t" r="r" b="b"/>
              <a:pathLst>
                <a:path w="3810" h="49529">
                  <a:moveTo>
                    <a:pt x="380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0"/>
                  </a:lnTo>
                  <a:close/>
                </a:path>
                <a:path w="3810" h="49529">
                  <a:moveTo>
                    <a:pt x="380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5080"/>
                  </a:lnTo>
                  <a:close/>
                </a:path>
                <a:path w="3810" h="49529">
                  <a:moveTo>
                    <a:pt x="380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1430"/>
                  </a:lnTo>
                  <a:close/>
                </a:path>
                <a:path w="3810" h="49529">
                  <a:moveTo>
                    <a:pt x="3809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17780"/>
                  </a:lnTo>
                  <a:close/>
                </a:path>
                <a:path w="3810" h="49529">
                  <a:moveTo>
                    <a:pt x="3809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24130"/>
                  </a:lnTo>
                  <a:close/>
                </a:path>
                <a:path w="3810" h="49529">
                  <a:moveTo>
                    <a:pt x="3809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0480"/>
                  </a:lnTo>
                  <a:close/>
                </a:path>
                <a:path w="3810" h="49529">
                  <a:moveTo>
                    <a:pt x="3809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36830"/>
                  </a:lnTo>
                  <a:close/>
                </a:path>
                <a:path w="3810" h="49529">
                  <a:moveTo>
                    <a:pt x="3809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3180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" name="object 489"/>
            <p:cNvSpPr/>
            <p:nvPr/>
          </p:nvSpPr>
          <p:spPr>
            <a:xfrm>
              <a:off x="2357119" y="5160009"/>
              <a:ext cx="2540" cy="49530"/>
            </a:xfrm>
            <a:custGeom>
              <a:avLst/>
              <a:gdLst/>
              <a:ahLst/>
              <a:cxnLst/>
              <a:rect l="l" t="t" r="r" b="b"/>
              <a:pathLst>
                <a:path w="2539" h="49529">
                  <a:moveTo>
                    <a:pt x="126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2540" y="5079"/>
                  </a:lnTo>
                  <a:lnTo>
                    <a:pt x="2540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2539" h="49529">
                  <a:moveTo>
                    <a:pt x="254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2540" y="11429"/>
                  </a:lnTo>
                  <a:lnTo>
                    <a:pt x="2540" y="5080"/>
                  </a:lnTo>
                  <a:close/>
                </a:path>
                <a:path w="2539" h="49529">
                  <a:moveTo>
                    <a:pt x="254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2540" y="17779"/>
                  </a:lnTo>
                  <a:lnTo>
                    <a:pt x="2540" y="11430"/>
                  </a:lnTo>
                  <a:close/>
                </a:path>
                <a:path w="2539" h="49529">
                  <a:moveTo>
                    <a:pt x="254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2540" y="24129"/>
                  </a:lnTo>
                  <a:lnTo>
                    <a:pt x="2540" y="17780"/>
                  </a:lnTo>
                  <a:close/>
                </a:path>
                <a:path w="2539" h="49529">
                  <a:moveTo>
                    <a:pt x="2540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2540" y="30479"/>
                  </a:lnTo>
                  <a:lnTo>
                    <a:pt x="2540" y="24130"/>
                  </a:lnTo>
                  <a:close/>
                </a:path>
                <a:path w="2539" h="49529">
                  <a:moveTo>
                    <a:pt x="2540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2540" y="36829"/>
                  </a:lnTo>
                  <a:lnTo>
                    <a:pt x="2540" y="30480"/>
                  </a:lnTo>
                  <a:close/>
                </a:path>
                <a:path w="2539" h="49529">
                  <a:moveTo>
                    <a:pt x="254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2540" y="43179"/>
                  </a:lnTo>
                  <a:lnTo>
                    <a:pt x="2540" y="36830"/>
                  </a:lnTo>
                  <a:close/>
                </a:path>
                <a:path w="2539" h="49529">
                  <a:moveTo>
                    <a:pt x="2540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1269" y="49529"/>
                  </a:lnTo>
                  <a:lnTo>
                    <a:pt x="1269" y="48259"/>
                  </a:lnTo>
                  <a:lnTo>
                    <a:pt x="2540" y="48259"/>
                  </a:lnTo>
                  <a:lnTo>
                    <a:pt x="2540" y="43180"/>
                  </a:lnTo>
                  <a:close/>
                </a:path>
              </a:pathLst>
            </a:custGeom>
            <a:solidFill>
              <a:srgbClr val="A7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" name="object 490"/>
            <p:cNvSpPr/>
            <p:nvPr/>
          </p:nvSpPr>
          <p:spPr>
            <a:xfrm>
              <a:off x="2359660" y="5161280"/>
              <a:ext cx="5080" cy="46990"/>
            </a:xfrm>
            <a:custGeom>
              <a:avLst/>
              <a:gdLst/>
              <a:ahLst/>
              <a:cxnLst/>
              <a:rect l="l" t="t" r="r" b="b"/>
              <a:pathLst>
                <a:path w="5080" h="46989">
                  <a:moveTo>
                    <a:pt x="50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5079" y="3810"/>
                  </a:lnTo>
                  <a:lnTo>
                    <a:pt x="5079" y="0"/>
                  </a:lnTo>
                  <a:close/>
                </a:path>
                <a:path w="5080" h="46989">
                  <a:moveTo>
                    <a:pt x="507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5079" y="10160"/>
                  </a:lnTo>
                  <a:lnTo>
                    <a:pt x="5079" y="3810"/>
                  </a:lnTo>
                  <a:close/>
                </a:path>
                <a:path w="5080" h="46989">
                  <a:moveTo>
                    <a:pt x="507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5079" y="16510"/>
                  </a:lnTo>
                  <a:lnTo>
                    <a:pt x="5079" y="10160"/>
                  </a:lnTo>
                  <a:close/>
                </a:path>
                <a:path w="5080" h="46989">
                  <a:moveTo>
                    <a:pt x="5079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5079" y="22860"/>
                  </a:lnTo>
                  <a:lnTo>
                    <a:pt x="5079" y="16510"/>
                  </a:lnTo>
                  <a:close/>
                </a:path>
                <a:path w="5080" h="46989">
                  <a:moveTo>
                    <a:pt x="5079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5079" y="29210"/>
                  </a:lnTo>
                  <a:lnTo>
                    <a:pt x="5079" y="22860"/>
                  </a:lnTo>
                  <a:close/>
                </a:path>
                <a:path w="5080" h="46989">
                  <a:moveTo>
                    <a:pt x="5079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5079" y="35560"/>
                  </a:lnTo>
                  <a:lnTo>
                    <a:pt x="5079" y="29210"/>
                  </a:lnTo>
                  <a:close/>
                </a:path>
                <a:path w="5080" h="46989">
                  <a:moveTo>
                    <a:pt x="5079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5079" y="41910"/>
                  </a:lnTo>
                  <a:lnTo>
                    <a:pt x="5079" y="35560"/>
                  </a:lnTo>
                  <a:close/>
                </a:path>
                <a:path w="5080" h="46989">
                  <a:moveTo>
                    <a:pt x="5079" y="41910"/>
                  </a:moveTo>
                  <a:lnTo>
                    <a:pt x="0" y="41910"/>
                  </a:lnTo>
                  <a:lnTo>
                    <a:pt x="0" y="46990"/>
                  </a:lnTo>
                  <a:lnTo>
                    <a:pt x="5079" y="46990"/>
                  </a:lnTo>
                  <a:lnTo>
                    <a:pt x="5079" y="41910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" name="object 491"/>
            <p:cNvSpPr/>
            <p:nvPr/>
          </p:nvSpPr>
          <p:spPr>
            <a:xfrm>
              <a:off x="2364739" y="5162550"/>
              <a:ext cx="2540" cy="45720"/>
            </a:xfrm>
            <a:custGeom>
              <a:avLst/>
              <a:gdLst/>
              <a:ahLst/>
              <a:cxnLst/>
              <a:rect l="l" t="t" r="r" b="b"/>
              <a:pathLst>
                <a:path w="2539" h="45720">
                  <a:moveTo>
                    <a:pt x="254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40" y="2539"/>
                  </a:lnTo>
                  <a:lnTo>
                    <a:pt x="2540" y="0"/>
                  </a:lnTo>
                  <a:close/>
                </a:path>
                <a:path w="2539" h="45720">
                  <a:moveTo>
                    <a:pt x="254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2540" y="8889"/>
                  </a:lnTo>
                  <a:lnTo>
                    <a:pt x="2540" y="2540"/>
                  </a:lnTo>
                  <a:close/>
                </a:path>
                <a:path w="2539" h="45720">
                  <a:moveTo>
                    <a:pt x="254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2540" y="15239"/>
                  </a:lnTo>
                  <a:lnTo>
                    <a:pt x="2540" y="8890"/>
                  </a:lnTo>
                  <a:close/>
                </a:path>
                <a:path w="2539" h="45720">
                  <a:moveTo>
                    <a:pt x="2540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2540" y="21589"/>
                  </a:lnTo>
                  <a:lnTo>
                    <a:pt x="2540" y="15240"/>
                  </a:lnTo>
                  <a:close/>
                </a:path>
                <a:path w="2539" h="45720">
                  <a:moveTo>
                    <a:pt x="2540" y="21590"/>
                  </a:moveTo>
                  <a:lnTo>
                    <a:pt x="0" y="21590"/>
                  </a:lnTo>
                  <a:lnTo>
                    <a:pt x="0" y="27939"/>
                  </a:lnTo>
                  <a:lnTo>
                    <a:pt x="2540" y="27939"/>
                  </a:lnTo>
                  <a:lnTo>
                    <a:pt x="2540" y="21590"/>
                  </a:lnTo>
                  <a:close/>
                </a:path>
                <a:path w="2539" h="45720">
                  <a:moveTo>
                    <a:pt x="2540" y="27940"/>
                  </a:moveTo>
                  <a:lnTo>
                    <a:pt x="0" y="27940"/>
                  </a:lnTo>
                  <a:lnTo>
                    <a:pt x="0" y="34289"/>
                  </a:lnTo>
                  <a:lnTo>
                    <a:pt x="2540" y="34289"/>
                  </a:lnTo>
                  <a:lnTo>
                    <a:pt x="2540" y="27940"/>
                  </a:lnTo>
                  <a:close/>
                </a:path>
                <a:path w="2539" h="45720">
                  <a:moveTo>
                    <a:pt x="2540" y="34290"/>
                  </a:moveTo>
                  <a:lnTo>
                    <a:pt x="0" y="34290"/>
                  </a:lnTo>
                  <a:lnTo>
                    <a:pt x="0" y="40639"/>
                  </a:lnTo>
                  <a:lnTo>
                    <a:pt x="2540" y="40639"/>
                  </a:lnTo>
                  <a:lnTo>
                    <a:pt x="2540" y="34290"/>
                  </a:lnTo>
                  <a:close/>
                </a:path>
                <a:path w="2539" h="45720">
                  <a:moveTo>
                    <a:pt x="2540" y="40640"/>
                  </a:moveTo>
                  <a:lnTo>
                    <a:pt x="0" y="40640"/>
                  </a:lnTo>
                  <a:lnTo>
                    <a:pt x="0" y="45719"/>
                  </a:lnTo>
                  <a:lnTo>
                    <a:pt x="2540" y="45719"/>
                  </a:lnTo>
                  <a:lnTo>
                    <a:pt x="2540" y="40640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" name="object 492"/>
            <p:cNvSpPr/>
            <p:nvPr/>
          </p:nvSpPr>
          <p:spPr>
            <a:xfrm>
              <a:off x="2367280" y="5162550"/>
              <a:ext cx="3810" cy="45720"/>
            </a:xfrm>
            <a:custGeom>
              <a:avLst/>
              <a:gdLst/>
              <a:ahLst/>
              <a:cxnLst/>
              <a:rect l="l" t="t" r="r" b="b"/>
              <a:pathLst>
                <a:path w="3810" h="45720">
                  <a:moveTo>
                    <a:pt x="126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3810" h="45720">
                  <a:moveTo>
                    <a:pt x="3809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2540"/>
                  </a:lnTo>
                  <a:close/>
                </a:path>
                <a:path w="3810" h="45720">
                  <a:moveTo>
                    <a:pt x="3809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8890"/>
                  </a:lnTo>
                  <a:close/>
                </a:path>
                <a:path w="3810" h="45720">
                  <a:moveTo>
                    <a:pt x="3809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5240"/>
                  </a:lnTo>
                  <a:close/>
                </a:path>
                <a:path w="3810" h="45720">
                  <a:moveTo>
                    <a:pt x="3809" y="21590"/>
                  </a:moveTo>
                  <a:lnTo>
                    <a:pt x="0" y="21590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1590"/>
                  </a:lnTo>
                  <a:close/>
                </a:path>
                <a:path w="3810" h="45720">
                  <a:moveTo>
                    <a:pt x="3809" y="27940"/>
                  </a:moveTo>
                  <a:lnTo>
                    <a:pt x="0" y="27940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27940"/>
                  </a:lnTo>
                  <a:close/>
                </a:path>
                <a:path w="3810" h="45720">
                  <a:moveTo>
                    <a:pt x="3809" y="34290"/>
                  </a:moveTo>
                  <a:lnTo>
                    <a:pt x="0" y="34290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4290"/>
                  </a:lnTo>
                  <a:close/>
                </a:path>
                <a:path w="3810" h="45720">
                  <a:moveTo>
                    <a:pt x="3809" y="40640"/>
                  </a:moveTo>
                  <a:lnTo>
                    <a:pt x="0" y="40640"/>
                  </a:lnTo>
                  <a:lnTo>
                    <a:pt x="0" y="45719"/>
                  </a:lnTo>
                  <a:lnTo>
                    <a:pt x="1269" y="45719"/>
                  </a:lnTo>
                  <a:lnTo>
                    <a:pt x="1269" y="44450"/>
                  </a:lnTo>
                  <a:lnTo>
                    <a:pt x="3809" y="44450"/>
                  </a:lnTo>
                  <a:lnTo>
                    <a:pt x="3809" y="40640"/>
                  </a:lnTo>
                  <a:close/>
                </a:path>
              </a:pathLst>
            </a:custGeom>
            <a:solidFill>
              <a:srgbClr val="AEBA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" name="object 493"/>
            <p:cNvSpPr/>
            <p:nvPr/>
          </p:nvSpPr>
          <p:spPr>
            <a:xfrm>
              <a:off x="2371089" y="5163820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41910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10" h="41910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10" h="41910">
                  <a:moveTo>
                    <a:pt x="3810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3969"/>
                  </a:lnTo>
                  <a:close/>
                </a:path>
                <a:path w="3810" h="41910">
                  <a:moveTo>
                    <a:pt x="3810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3810" y="26669"/>
                  </a:lnTo>
                  <a:lnTo>
                    <a:pt x="3810" y="20319"/>
                  </a:lnTo>
                  <a:close/>
                </a:path>
                <a:path w="3810" h="41910">
                  <a:moveTo>
                    <a:pt x="3810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6669"/>
                  </a:lnTo>
                  <a:close/>
                </a:path>
                <a:path w="3810" h="41910">
                  <a:moveTo>
                    <a:pt x="3810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3019"/>
                  </a:lnTo>
                  <a:close/>
                </a:path>
                <a:path w="3810" h="41910">
                  <a:moveTo>
                    <a:pt x="3810" y="39369"/>
                  </a:moveTo>
                  <a:lnTo>
                    <a:pt x="0" y="39369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9369"/>
                  </a:lnTo>
                  <a:close/>
                </a:path>
              </a:pathLst>
            </a:custGeom>
            <a:solidFill>
              <a:srgbClr val="B1BD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" name="object 494"/>
            <p:cNvSpPr/>
            <p:nvPr/>
          </p:nvSpPr>
          <p:spPr>
            <a:xfrm>
              <a:off x="2374900" y="5163820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254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10" h="41910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10" h="41910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10" h="41910">
                  <a:moveTo>
                    <a:pt x="3810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3969"/>
                  </a:lnTo>
                  <a:close/>
                </a:path>
                <a:path w="3810" h="41910">
                  <a:moveTo>
                    <a:pt x="3810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3810" y="26669"/>
                  </a:lnTo>
                  <a:lnTo>
                    <a:pt x="3810" y="20319"/>
                  </a:lnTo>
                  <a:close/>
                </a:path>
                <a:path w="3810" h="41910">
                  <a:moveTo>
                    <a:pt x="3810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6669"/>
                  </a:lnTo>
                  <a:close/>
                </a:path>
                <a:path w="3810" h="41910">
                  <a:moveTo>
                    <a:pt x="3810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3019"/>
                  </a:lnTo>
                  <a:close/>
                </a:path>
                <a:path w="3810" h="41910">
                  <a:moveTo>
                    <a:pt x="3810" y="39369"/>
                  </a:moveTo>
                  <a:lnTo>
                    <a:pt x="0" y="39369"/>
                  </a:lnTo>
                  <a:lnTo>
                    <a:pt x="0" y="41909"/>
                  </a:lnTo>
                  <a:lnTo>
                    <a:pt x="1269" y="41909"/>
                  </a:lnTo>
                  <a:lnTo>
                    <a:pt x="1269" y="40639"/>
                  </a:lnTo>
                  <a:lnTo>
                    <a:pt x="3810" y="40639"/>
                  </a:lnTo>
                  <a:lnTo>
                    <a:pt x="3810" y="39369"/>
                  </a:lnTo>
                  <a:close/>
                </a:path>
              </a:pathLst>
            </a:custGeom>
            <a:solidFill>
              <a:srgbClr val="B4BF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" name="object 495"/>
            <p:cNvSpPr/>
            <p:nvPr/>
          </p:nvSpPr>
          <p:spPr>
            <a:xfrm>
              <a:off x="2378710" y="5165089"/>
              <a:ext cx="3810" cy="39370"/>
            </a:xfrm>
            <a:custGeom>
              <a:avLst/>
              <a:gdLst/>
              <a:ahLst/>
              <a:cxnLst/>
              <a:rect l="l" t="t" r="r" b="b"/>
              <a:pathLst>
                <a:path w="3810" h="39370">
                  <a:moveTo>
                    <a:pt x="380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0"/>
                  </a:lnTo>
                  <a:close/>
                </a:path>
                <a:path w="3810" h="39370">
                  <a:moveTo>
                    <a:pt x="380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6349"/>
                  </a:lnTo>
                  <a:close/>
                </a:path>
                <a:path w="3810" h="39370">
                  <a:moveTo>
                    <a:pt x="380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2699"/>
                  </a:lnTo>
                  <a:close/>
                </a:path>
                <a:path w="3810" h="39370">
                  <a:moveTo>
                    <a:pt x="3809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19049"/>
                  </a:lnTo>
                  <a:close/>
                </a:path>
                <a:path w="3810" h="39370">
                  <a:moveTo>
                    <a:pt x="3809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5399"/>
                  </a:lnTo>
                  <a:close/>
                </a:path>
                <a:path w="3810" h="39370">
                  <a:moveTo>
                    <a:pt x="3809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1749"/>
                  </a:lnTo>
                  <a:close/>
                </a:path>
                <a:path w="3810" h="39370">
                  <a:moveTo>
                    <a:pt x="1269" y="38099"/>
                  </a:moveTo>
                  <a:lnTo>
                    <a:pt x="0" y="38099"/>
                  </a:lnTo>
                  <a:lnTo>
                    <a:pt x="0" y="39369"/>
                  </a:lnTo>
                  <a:lnTo>
                    <a:pt x="1269" y="39369"/>
                  </a:lnTo>
                  <a:lnTo>
                    <a:pt x="1269" y="38099"/>
                  </a:lnTo>
                  <a:close/>
                </a:path>
              </a:pathLst>
            </a:custGeom>
            <a:solidFill>
              <a:srgbClr val="B6C1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" name="object 496"/>
            <p:cNvSpPr/>
            <p:nvPr/>
          </p:nvSpPr>
          <p:spPr>
            <a:xfrm>
              <a:off x="2382519" y="5166359"/>
              <a:ext cx="3810" cy="36830"/>
            </a:xfrm>
            <a:custGeom>
              <a:avLst/>
              <a:gdLst/>
              <a:ahLst/>
              <a:cxnLst/>
              <a:rect l="l" t="t" r="r" b="b"/>
              <a:pathLst>
                <a:path w="3810" h="36829">
                  <a:moveTo>
                    <a:pt x="381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10" h="36829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36829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36829">
                  <a:moveTo>
                    <a:pt x="381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7780"/>
                  </a:lnTo>
                  <a:close/>
                </a:path>
                <a:path w="3810" h="36829">
                  <a:moveTo>
                    <a:pt x="3810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10" y="30479"/>
                  </a:lnTo>
                  <a:lnTo>
                    <a:pt x="3810" y="24130"/>
                  </a:lnTo>
                  <a:close/>
                </a:path>
                <a:path w="3810" h="36829">
                  <a:moveTo>
                    <a:pt x="3810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30480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" name="object 497"/>
            <p:cNvSpPr/>
            <p:nvPr/>
          </p:nvSpPr>
          <p:spPr>
            <a:xfrm>
              <a:off x="2386329" y="5167630"/>
              <a:ext cx="2540" cy="34290"/>
            </a:xfrm>
            <a:custGeom>
              <a:avLst/>
              <a:gdLst/>
              <a:ahLst/>
              <a:cxnLst/>
              <a:rect l="l" t="t" r="r" b="b"/>
              <a:pathLst>
                <a:path w="2539" h="34289">
                  <a:moveTo>
                    <a:pt x="253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39" y="3810"/>
                  </a:lnTo>
                  <a:lnTo>
                    <a:pt x="2539" y="0"/>
                  </a:lnTo>
                  <a:close/>
                </a:path>
                <a:path w="2539" h="34289">
                  <a:moveTo>
                    <a:pt x="253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2539" y="10160"/>
                  </a:lnTo>
                  <a:lnTo>
                    <a:pt x="2539" y="3810"/>
                  </a:lnTo>
                  <a:close/>
                </a:path>
                <a:path w="2539" h="34289">
                  <a:moveTo>
                    <a:pt x="253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2539" y="16510"/>
                  </a:lnTo>
                  <a:lnTo>
                    <a:pt x="2539" y="10160"/>
                  </a:lnTo>
                  <a:close/>
                </a:path>
                <a:path w="2539" h="34289">
                  <a:moveTo>
                    <a:pt x="2539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2539" y="22860"/>
                  </a:lnTo>
                  <a:lnTo>
                    <a:pt x="2539" y="16510"/>
                  </a:lnTo>
                  <a:close/>
                </a:path>
                <a:path w="2539" h="34289">
                  <a:moveTo>
                    <a:pt x="2539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2539" y="29210"/>
                  </a:lnTo>
                  <a:lnTo>
                    <a:pt x="2539" y="22860"/>
                  </a:lnTo>
                  <a:close/>
                </a:path>
                <a:path w="2539" h="34289">
                  <a:moveTo>
                    <a:pt x="2539" y="29210"/>
                  </a:moveTo>
                  <a:lnTo>
                    <a:pt x="0" y="29210"/>
                  </a:lnTo>
                  <a:lnTo>
                    <a:pt x="0" y="34290"/>
                  </a:lnTo>
                  <a:lnTo>
                    <a:pt x="2539" y="34290"/>
                  </a:lnTo>
                  <a:lnTo>
                    <a:pt x="2539" y="29210"/>
                  </a:lnTo>
                  <a:close/>
                </a:path>
              </a:pathLst>
            </a:custGeom>
            <a:solidFill>
              <a:srgbClr val="BC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" name="object 498"/>
            <p:cNvSpPr/>
            <p:nvPr/>
          </p:nvSpPr>
          <p:spPr>
            <a:xfrm>
              <a:off x="2388870" y="5167630"/>
              <a:ext cx="3810" cy="33020"/>
            </a:xfrm>
            <a:custGeom>
              <a:avLst/>
              <a:gdLst/>
              <a:ahLst/>
              <a:cxnLst/>
              <a:rect l="l" t="t" r="r" b="b"/>
              <a:pathLst>
                <a:path w="3810" h="33020">
                  <a:moveTo>
                    <a:pt x="126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3810" h="33020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10" h="33020">
                  <a:moveTo>
                    <a:pt x="381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60"/>
                  </a:lnTo>
                  <a:close/>
                </a:path>
                <a:path w="3810" h="33020">
                  <a:moveTo>
                    <a:pt x="3810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10"/>
                  </a:lnTo>
                  <a:close/>
                </a:path>
                <a:path w="3810" h="33020">
                  <a:moveTo>
                    <a:pt x="3810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2860"/>
                  </a:lnTo>
                  <a:close/>
                </a:path>
                <a:path w="3810" h="33020">
                  <a:moveTo>
                    <a:pt x="3810" y="29210"/>
                  </a:moveTo>
                  <a:lnTo>
                    <a:pt x="0" y="29210"/>
                  </a:lnTo>
                  <a:lnTo>
                    <a:pt x="0" y="33020"/>
                  </a:lnTo>
                  <a:lnTo>
                    <a:pt x="3810" y="33020"/>
                  </a:lnTo>
                  <a:lnTo>
                    <a:pt x="3810" y="29210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" name="object 499"/>
            <p:cNvSpPr/>
            <p:nvPr/>
          </p:nvSpPr>
          <p:spPr>
            <a:xfrm>
              <a:off x="2392679" y="5170170"/>
              <a:ext cx="3810" cy="30480"/>
            </a:xfrm>
            <a:custGeom>
              <a:avLst/>
              <a:gdLst/>
              <a:ahLst/>
              <a:cxnLst/>
              <a:rect l="l" t="t" r="r" b="b"/>
              <a:pathLst>
                <a:path w="3810" h="30479">
                  <a:moveTo>
                    <a:pt x="126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3810" h="30479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10" h="30479">
                  <a:moveTo>
                    <a:pt x="380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7619"/>
                  </a:lnTo>
                  <a:close/>
                </a:path>
                <a:path w="3810" h="30479">
                  <a:moveTo>
                    <a:pt x="3809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3969"/>
                  </a:lnTo>
                  <a:close/>
                </a:path>
                <a:path w="3810" h="30479">
                  <a:moveTo>
                    <a:pt x="3809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3809" y="26669"/>
                  </a:lnTo>
                  <a:lnTo>
                    <a:pt x="3809" y="20319"/>
                  </a:lnTo>
                  <a:close/>
                </a:path>
                <a:path w="3810" h="30479">
                  <a:moveTo>
                    <a:pt x="3809" y="26669"/>
                  </a:moveTo>
                  <a:lnTo>
                    <a:pt x="0" y="26669"/>
                  </a:lnTo>
                  <a:lnTo>
                    <a:pt x="0" y="30479"/>
                  </a:lnTo>
                  <a:lnTo>
                    <a:pt x="1269" y="30479"/>
                  </a:lnTo>
                  <a:lnTo>
                    <a:pt x="1269" y="29209"/>
                  </a:lnTo>
                  <a:lnTo>
                    <a:pt x="3809" y="29209"/>
                  </a:lnTo>
                  <a:lnTo>
                    <a:pt x="3809" y="26669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" name="object 500"/>
            <p:cNvSpPr/>
            <p:nvPr/>
          </p:nvSpPr>
          <p:spPr>
            <a:xfrm>
              <a:off x="2396489" y="5171439"/>
              <a:ext cx="3810" cy="26670"/>
            </a:xfrm>
            <a:custGeom>
              <a:avLst/>
              <a:gdLst/>
              <a:ahLst/>
              <a:cxnLst/>
              <a:rect l="l" t="t" r="r" b="b"/>
              <a:pathLst>
                <a:path w="3810" h="26670">
                  <a:moveTo>
                    <a:pt x="127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10" h="26670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10" h="26670">
                  <a:moveTo>
                    <a:pt x="381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2699"/>
                  </a:lnTo>
                  <a:close/>
                </a:path>
                <a:path w="3810" h="26670">
                  <a:moveTo>
                    <a:pt x="3810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19049"/>
                  </a:lnTo>
                  <a:close/>
                </a:path>
                <a:path w="3810" h="26670">
                  <a:moveTo>
                    <a:pt x="3810" y="25399"/>
                  </a:moveTo>
                  <a:lnTo>
                    <a:pt x="0" y="25399"/>
                  </a:lnTo>
                  <a:lnTo>
                    <a:pt x="0" y="26669"/>
                  </a:lnTo>
                  <a:lnTo>
                    <a:pt x="3810" y="26669"/>
                  </a:lnTo>
                  <a:lnTo>
                    <a:pt x="3810" y="25399"/>
                  </a:lnTo>
                  <a:close/>
                </a:path>
              </a:pathLst>
            </a:custGeom>
            <a:solidFill>
              <a:srgbClr val="C4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" name="object 501"/>
            <p:cNvSpPr/>
            <p:nvPr/>
          </p:nvSpPr>
          <p:spPr>
            <a:xfrm>
              <a:off x="2400300" y="5173980"/>
              <a:ext cx="3810" cy="22860"/>
            </a:xfrm>
            <a:custGeom>
              <a:avLst/>
              <a:gdLst/>
              <a:ahLst/>
              <a:cxnLst/>
              <a:rect l="l" t="t" r="r" b="b"/>
              <a:pathLst>
                <a:path w="3810" h="22860">
                  <a:moveTo>
                    <a:pt x="253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70"/>
                  </a:lnTo>
                  <a:lnTo>
                    <a:pt x="2539" y="1270"/>
                  </a:lnTo>
                  <a:lnTo>
                    <a:pt x="2539" y="0"/>
                  </a:lnTo>
                  <a:close/>
                </a:path>
                <a:path w="3810" h="22860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10" h="22860">
                  <a:moveTo>
                    <a:pt x="381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60"/>
                  </a:lnTo>
                  <a:close/>
                </a:path>
                <a:path w="3810" h="22860">
                  <a:moveTo>
                    <a:pt x="3810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1269" y="22860"/>
                  </a:lnTo>
                  <a:lnTo>
                    <a:pt x="1269" y="21590"/>
                  </a:lnTo>
                  <a:lnTo>
                    <a:pt x="3810" y="21590"/>
                  </a:lnTo>
                  <a:lnTo>
                    <a:pt x="3810" y="16510"/>
                  </a:lnTo>
                  <a:close/>
                </a:path>
              </a:pathLst>
            </a:custGeom>
            <a:solidFill>
              <a:srgbClr val="C6CF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" name="object 502"/>
            <p:cNvSpPr/>
            <p:nvPr/>
          </p:nvSpPr>
          <p:spPr>
            <a:xfrm>
              <a:off x="2404110" y="5176520"/>
              <a:ext cx="3810" cy="17780"/>
            </a:xfrm>
            <a:custGeom>
              <a:avLst/>
              <a:gdLst/>
              <a:ahLst/>
              <a:cxnLst/>
              <a:rect l="l" t="t" r="r" b="b"/>
              <a:pathLst>
                <a:path w="3810" h="17779">
                  <a:moveTo>
                    <a:pt x="253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  <a:path w="3810" h="17779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10" h="17779">
                  <a:moveTo>
                    <a:pt x="380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7619"/>
                  </a:lnTo>
                  <a:close/>
                </a:path>
                <a:path w="3810" h="17779">
                  <a:moveTo>
                    <a:pt x="3809" y="13969"/>
                  </a:moveTo>
                  <a:lnTo>
                    <a:pt x="0" y="13969"/>
                  </a:lnTo>
                  <a:lnTo>
                    <a:pt x="0" y="17779"/>
                  </a:lnTo>
                  <a:lnTo>
                    <a:pt x="1269" y="17779"/>
                  </a:lnTo>
                  <a:lnTo>
                    <a:pt x="1269" y="16509"/>
                  </a:lnTo>
                  <a:lnTo>
                    <a:pt x="2539" y="16509"/>
                  </a:lnTo>
                  <a:lnTo>
                    <a:pt x="2539" y="15239"/>
                  </a:lnTo>
                  <a:lnTo>
                    <a:pt x="3809" y="15239"/>
                  </a:lnTo>
                  <a:lnTo>
                    <a:pt x="3809" y="13969"/>
                  </a:lnTo>
                  <a:close/>
                </a:path>
              </a:pathLst>
            </a:custGeom>
            <a:solidFill>
              <a:srgbClr val="C9D1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" name="object 503"/>
            <p:cNvSpPr/>
            <p:nvPr/>
          </p:nvSpPr>
          <p:spPr>
            <a:xfrm>
              <a:off x="2407920" y="5179059"/>
              <a:ext cx="2540" cy="11430"/>
            </a:xfrm>
            <a:custGeom>
              <a:avLst/>
              <a:gdLst/>
              <a:ahLst/>
              <a:cxnLst/>
              <a:rect l="l" t="t" r="r" b="b"/>
              <a:pathLst>
                <a:path w="2539" h="11429">
                  <a:moveTo>
                    <a:pt x="126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2540" y="5079"/>
                  </a:lnTo>
                  <a:lnTo>
                    <a:pt x="2540" y="2539"/>
                  </a:lnTo>
                  <a:lnTo>
                    <a:pt x="1270" y="2539"/>
                  </a:lnTo>
                  <a:lnTo>
                    <a:pt x="1269" y="0"/>
                  </a:lnTo>
                  <a:close/>
                </a:path>
                <a:path w="2539" h="11429">
                  <a:moveTo>
                    <a:pt x="254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1269" y="11429"/>
                  </a:lnTo>
                  <a:lnTo>
                    <a:pt x="1269" y="10159"/>
                  </a:lnTo>
                  <a:lnTo>
                    <a:pt x="2540" y="10159"/>
                  </a:lnTo>
                  <a:lnTo>
                    <a:pt x="2540" y="5080"/>
                  </a:lnTo>
                  <a:close/>
                </a:path>
              </a:pathLst>
            </a:custGeom>
            <a:solidFill>
              <a:srgbClr val="CCD3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" name="object 504"/>
            <p:cNvSpPr/>
            <p:nvPr/>
          </p:nvSpPr>
          <p:spPr>
            <a:xfrm>
              <a:off x="2410460" y="5181600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2539"/>
                  </a:moveTo>
                  <a:lnTo>
                    <a:pt x="0" y="0"/>
                  </a:lnTo>
                  <a:lnTo>
                    <a:pt x="0" y="2539"/>
                  </a:lnTo>
                  <a:close/>
                </a:path>
                <a:path h="7620">
                  <a:moveTo>
                    <a:pt x="0" y="7619"/>
                  </a:moveTo>
                  <a:lnTo>
                    <a:pt x="0" y="381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0" y="7619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" name="object 505"/>
            <p:cNvSpPr/>
            <p:nvPr/>
          </p:nvSpPr>
          <p:spPr>
            <a:xfrm>
              <a:off x="2125980" y="5153659"/>
              <a:ext cx="284480" cy="62230"/>
            </a:xfrm>
            <a:custGeom>
              <a:avLst/>
              <a:gdLst/>
              <a:ahLst/>
              <a:cxnLst/>
              <a:rect l="l" t="t" r="r" b="b"/>
              <a:pathLst>
                <a:path w="284480" h="62229">
                  <a:moveTo>
                    <a:pt x="142239" y="0"/>
                  </a:moveTo>
                  <a:lnTo>
                    <a:pt x="86796" y="2440"/>
                  </a:lnTo>
                  <a:lnTo>
                    <a:pt x="41592" y="9048"/>
                  </a:lnTo>
                  <a:lnTo>
                    <a:pt x="11152" y="18752"/>
                  </a:lnTo>
                  <a:lnTo>
                    <a:pt x="0" y="30479"/>
                  </a:lnTo>
                  <a:lnTo>
                    <a:pt x="11152" y="42941"/>
                  </a:lnTo>
                  <a:lnTo>
                    <a:pt x="41592" y="53022"/>
                  </a:lnTo>
                  <a:lnTo>
                    <a:pt x="86796" y="59769"/>
                  </a:lnTo>
                  <a:lnTo>
                    <a:pt x="142239" y="62229"/>
                  </a:lnTo>
                  <a:lnTo>
                    <a:pt x="196611" y="59769"/>
                  </a:lnTo>
                  <a:lnTo>
                    <a:pt x="241934" y="53022"/>
                  </a:lnTo>
                  <a:lnTo>
                    <a:pt x="272970" y="42941"/>
                  </a:lnTo>
                  <a:lnTo>
                    <a:pt x="284480" y="30479"/>
                  </a:lnTo>
                  <a:lnTo>
                    <a:pt x="272970" y="18752"/>
                  </a:lnTo>
                  <a:lnTo>
                    <a:pt x="241935" y="9048"/>
                  </a:lnTo>
                  <a:lnTo>
                    <a:pt x="196611" y="2440"/>
                  </a:lnTo>
                  <a:lnTo>
                    <a:pt x="142239" y="0"/>
                  </a:lnTo>
                  <a:close/>
                </a:path>
              </a:pathLst>
            </a:custGeom>
            <a:ln w="646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06" name="object 50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125980" y="4936489"/>
              <a:ext cx="284480" cy="253999"/>
            </a:xfrm>
            <a:prstGeom prst="rect">
              <a:avLst/>
            </a:prstGeom>
          </p:spPr>
        </p:pic>
        <p:sp>
          <p:nvSpPr>
            <p:cNvPr id="507" name="object 507"/>
            <p:cNvSpPr/>
            <p:nvPr/>
          </p:nvSpPr>
          <p:spPr>
            <a:xfrm>
              <a:off x="2125980" y="4936489"/>
              <a:ext cx="284480" cy="252729"/>
            </a:xfrm>
            <a:custGeom>
              <a:avLst/>
              <a:gdLst/>
              <a:ahLst/>
              <a:cxnLst/>
              <a:rect l="l" t="t" r="r" b="b"/>
              <a:pathLst>
                <a:path w="284480" h="252729">
                  <a:moveTo>
                    <a:pt x="142239" y="0"/>
                  </a:moveTo>
                  <a:lnTo>
                    <a:pt x="86796" y="2460"/>
                  </a:lnTo>
                  <a:lnTo>
                    <a:pt x="41592" y="9207"/>
                  </a:lnTo>
                  <a:lnTo>
                    <a:pt x="11152" y="19288"/>
                  </a:lnTo>
                  <a:lnTo>
                    <a:pt x="0" y="31750"/>
                  </a:lnTo>
                  <a:lnTo>
                    <a:pt x="0" y="34706"/>
                  </a:lnTo>
                  <a:lnTo>
                    <a:pt x="0" y="55403"/>
                  </a:lnTo>
                  <a:lnTo>
                    <a:pt x="0" y="111581"/>
                  </a:lnTo>
                  <a:lnTo>
                    <a:pt x="0" y="220980"/>
                  </a:lnTo>
                  <a:lnTo>
                    <a:pt x="11152" y="233441"/>
                  </a:lnTo>
                  <a:lnTo>
                    <a:pt x="41592" y="243522"/>
                  </a:lnTo>
                  <a:lnTo>
                    <a:pt x="86796" y="250269"/>
                  </a:lnTo>
                  <a:lnTo>
                    <a:pt x="142239" y="252730"/>
                  </a:lnTo>
                  <a:lnTo>
                    <a:pt x="196611" y="250269"/>
                  </a:lnTo>
                  <a:lnTo>
                    <a:pt x="241934" y="243522"/>
                  </a:lnTo>
                  <a:lnTo>
                    <a:pt x="272970" y="233441"/>
                  </a:lnTo>
                  <a:lnTo>
                    <a:pt x="284480" y="220980"/>
                  </a:lnTo>
                  <a:lnTo>
                    <a:pt x="284480" y="218023"/>
                  </a:lnTo>
                  <a:lnTo>
                    <a:pt x="284480" y="197326"/>
                  </a:lnTo>
                  <a:lnTo>
                    <a:pt x="284480" y="141148"/>
                  </a:lnTo>
                  <a:lnTo>
                    <a:pt x="284480" y="31750"/>
                  </a:lnTo>
                  <a:lnTo>
                    <a:pt x="272970" y="19288"/>
                  </a:lnTo>
                  <a:lnTo>
                    <a:pt x="241935" y="9207"/>
                  </a:lnTo>
                  <a:lnTo>
                    <a:pt x="196611" y="2460"/>
                  </a:lnTo>
                  <a:lnTo>
                    <a:pt x="142239" y="0"/>
                  </a:lnTo>
                  <a:close/>
                </a:path>
              </a:pathLst>
            </a:custGeom>
            <a:ln w="646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08" name="object 508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125980" y="4936489"/>
              <a:ext cx="284480" cy="64769"/>
            </a:xfrm>
            <a:prstGeom prst="rect">
              <a:avLst/>
            </a:prstGeom>
          </p:spPr>
        </p:pic>
        <p:sp>
          <p:nvSpPr>
            <p:cNvPr id="509" name="object 509"/>
            <p:cNvSpPr/>
            <p:nvPr/>
          </p:nvSpPr>
          <p:spPr>
            <a:xfrm>
              <a:off x="2125980" y="4936489"/>
              <a:ext cx="284480" cy="63500"/>
            </a:xfrm>
            <a:custGeom>
              <a:avLst/>
              <a:gdLst/>
              <a:ahLst/>
              <a:cxnLst/>
              <a:rect l="l" t="t" r="r" b="b"/>
              <a:pathLst>
                <a:path w="284480" h="63500">
                  <a:moveTo>
                    <a:pt x="142239" y="0"/>
                  </a:moveTo>
                  <a:lnTo>
                    <a:pt x="86796" y="2460"/>
                  </a:lnTo>
                  <a:lnTo>
                    <a:pt x="41592" y="9207"/>
                  </a:lnTo>
                  <a:lnTo>
                    <a:pt x="11152" y="19288"/>
                  </a:lnTo>
                  <a:lnTo>
                    <a:pt x="0" y="31750"/>
                  </a:lnTo>
                  <a:lnTo>
                    <a:pt x="11152" y="44211"/>
                  </a:lnTo>
                  <a:lnTo>
                    <a:pt x="41592" y="54292"/>
                  </a:lnTo>
                  <a:lnTo>
                    <a:pt x="86796" y="61039"/>
                  </a:lnTo>
                  <a:lnTo>
                    <a:pt x="142239" y="63500"/>
                  </a:lnTo>
                  <a:lnTo>
                    <a:pt x="196611" y="61039"/>
                  </a:lnTo>
                  <a:lnTo>
                    <a:pt x="241934" y="54292"/>
                  </a:lnTo>
                  <a:lnTo>
                    <a:pt x="272970" y="44211"/>
                  </a:lnTo>
                  <a:lnTo>
                    <a:pt x="284480" y="31750"/>
                  </a:lnTo>
                  <a:lnTo>
                    <a:pt x="272970" y="19288"/>
                  </a:lnTo>
                  <a:lnTo>
                    <a:pt x="241935" y="9207"/>
                  </a:lnTo>
                  <a:lnTo>
                    <a:pt x="196611" y="2460"/>
                  </a:lnTo>
                  <a:lnTo>
                    <a:pt x="142239" y="0"/>
                  </a:lnTo>
                  <a:close/>
                </a:path>
              </a:pathLst>
            </a:custGeom>
            <a:ln w="646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" name="object 510"/>
            <p:cNvSpPr/>
            <p:nvPr/>
          </p:nvSpPr>
          <p:spPr>
            <a:xfrm>
              <a:off x="2277110" y="5331459"/>
              <a:ext cx="3810" cy="200660"/>
            </a:xfrm>
            <a:custGeom>
              <a:avLst/>
              <a:gdLst/>
              <a:ahLst/>
              <a:cxnLst/>
              <a:rect l="l" t="t" r="r" b="b"/>
              <a:pathLst>
                <a:path w="3810" h="200660">
                  <a:moveTo>
                    <a:pt x="3810" y="0"/>
                  </a:moveTo>
                  <a:lnTo>
                    <a:pt x="2540" y="0"/>
                  </a:lnTo>
                  <a:lnTo>
                    <a:pt x="2540" y="2540"/>
                  </a:lnTo>
                  <a:lnTo>
                    <a:pt x="1270" y="2540"/>
                  </a:lnTo>
                  <a:lnTo>
                    <a:pt x="1270" y="5080"/>
                  </a:lnTo>
                  <a:lnTo>
                    <a:pt x="0" y="5080"/>
                  </a:lnTo>
                  <a:lnTo>
                    <a:pt x="0" y="195580"/>
                  </a:lnTo>
                  <a:lnTo>
                    <a:pt x="1270" y="195580"/>
                  </a:lnTo>
                  <a:lnTo>
                    <a:pt x="1270" y="199390"/>
                  </a:lnTo>
                  <a:lnTo>
                    <a:pt x="2540" y="199390"/>
                  </a:lnTo>
                  <a:lnTo>
                    <a:pt x="2540" y="200660"/>
                  </a:lnTo>
                  <a:lnTo>
                    <a:pt x="3810" y="200660"/>
                  </a:lnTo>
                  <a:lnTo>
                    <a:pt x="3810" y="199390"/>
                  </a:lnTo>
                  <a:lnTo>
                    <a:pt x="3810" y="195580"/>
                  </a:lnTo>
                  <a:lnTo>
                    <a:pt x="3810" y="508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" name="object 511"/>
            <p:cNvSpPr/>
            <p:nvPr/>
          </p:nvSpPr>
          <p:spPr>
            <a:xfrm>
              <a:off x="2280920" y="5328919"/>
              <a:ext cx="3810" cy="207010"/>
            </a:xfrm>
            <a:custGeom>
              <a:avLst/>
              <a:gdLst/>
              <a:ahLst/>
              <a:cxnLst/>
              <a:rect l="l" t="t" r="r" b="b"/>
              <a:pathLst>
                <a:path w="3810" h="207010">
                  <a:moveTo>
                    <a:pt x="3810" y="205752"/>
                  </a:moveTo>
                  <a:lnTo>
                    <a:pt x="1270" y="205752"/>
                  </a:lnTo>
                  <a:lnTo>
                    <a:pt x="1270" y="207010"/>
                  </a:lnTo>
                  <a:lnTo>
                    <a:pt x="3810" y="207010"/>
                  </a:lnTo>
                  <a:lnTo>
                    <a:pt x="3810" y="205752"/>
                  </a:lnTo>
                  <a:close/>
                </a:path>
                <a:path w="3810" h="207010">
                  <a:moveTo>
                    <a:pt x="3810" y="203212"/>
                  </a:moveTo>
                  <a:lnTo>
                    <a:pt x="0" y="203212"/>
                  </a:lnTo>
                  <a:lnTo>
                    <a:pt x="0" y="205740"/>
                  </a:lnTo>
                  <a:lnTo>
                    <a:pt x="3810" y="205740"/>
                  </a:lnTo>
                  <a:lnTo>
                    <a:pt x="3810" y="203212"/>
                  </a:lnTo>
                  <a:close/>
                </a:path>
                <a:path w="3810" h="207010">
                  <a:moveTo>
                    <a:pt x="3810" y="2552"/>
                  </a:moveTo>
                  <a:lnTo>
                    <a:pt x="0" y="2552"/>
                  </a:lnTo>
                  <a:lnTo>
                    <a:pt x="0" y="203200"/>
                  </a:lnTo>
                  <a:lnTo>
                    <a:pt x="3810" y="203200"/>
                  </a:lnTo>
                  <a:lnTo>
                    <a:pt x="3810" y="2552"/>
                  </a:lnTo>
                  <a:close/>
                </a:path>
                <a:path w="3810" h="207010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CED5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" name="object 512"/>
            <p:cNvSpPr/>
            <p:nvPr/>
          </p:nvSpPr>
          <p:spPr>
            <a:xfrm>
              <a:off x="2284730" y="5327650"/>
              <a:ext cx="2540" cy="210820"/>
            </a:xfrm>
            <a:custGeom>
              <a:avLst/>
              <a:gdLst/>
              <a:ahLst/>
              <a:cxnLst/>
              <a:rect l="l" t="t" r="r" b="b"/>
              <a:pathLst>
                <a:path w="2539" h="210820">
                  <a:moveTo>
                    <a:pt x="253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  <a:path w="2539" h="210820">
                  <a:moveTo>
                    <a:pt x="2539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2539" y="3809"/>
                  </a:lnTo>
                  <a:lnTo>
                    <a:pt x="2539" y="1270"/>
                  </a:lnTo>
                  <a:close/>
                </a:path>
                <a:path w="2539" h="210820">
                  <a:moveTo>
                    <a:pt x="2539" y="3810"/>
                  </a:moveTo>
                  <a:lnTo>
                    <a:pt x="0" y="3810"/>
                  </a:lnTo>
                  <a:lnTo>
                    <a:pt x="0" y="204469"/>
                  </a:lnTo>
                  <a:lnTo>
                    <a:pt x="2539" y="204469"/>
                  </a:lnTo>
                  <a:lnTo>
                    <a:pt x="2539" y="3810"/>
                  </a:lnTo>
                  <a:close/>
                </a:path>
                <a:path w="2539" h="210820">
                  <a:moveTo>
                    <a:pt x="2539" y="204470"/>
                  </a:moveTo>
                  <a:lnTo>
                    <a:pt x="0" y="204470"/>
                  </a:lnTo>
                  <a:lnTo>
                    <a:pt x="0" y="207009"/>
                  </a:lnTo>
                  <a:lnTo>
                    <a:pt x="2539" y="207009"/>
                  </a:lnTo>
                  <a:lnTo>
                    <a:pt x="2539" y="204470"/>
                  </a:lnTo>
                  <a:close/>
                </a:path>
                <a:path w="2539" h="210820">
                  <a:moveTo>
                    <a:pt x="2539" y="207010"/>
                  </a:moveTo>
                  <a:lnTo>
                    <a:pt x="0" y="207010"/>
                  </a:lnTo>
                  <a:lnTo>
                    <a:pt x="0" y="209550"/>
                  </a:lnTo>
                  <a:lnTo>
                    <a:pt x="1269" y="209550"/>
                  </a:lnTo>
                  <a:lnTo>
                    <a:pt x="1269" y="210819"/>
                  </a:lnTo>
                  <a:lnTo>
                    <a:pt x="2539" y="210819"/>
                  </a:lnTo>
                  <a:lnTo>
                    <a:pt x="2539" y="207010"/>
                  </a:lnTo>
                  <a:close/>
                </a:path>
              </a:pathLst>
            </a:custGeom>
            <a:solidFill>
              <a:srgbClr val="CCD3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" name="object 513"/>
            <p:cNvSpPr/>
            <p:nvPr/>
          </p:nvSpPr>
          <p:spPr>
            <a:xfrm>
              <a:off x="2287269" y="5325109"/>
              <a:ext cx="3810" cy="214629"/>
            </a:xfrm>
            <a:custGeom>
              <a:avLst/>
              <a:gdLst/>
              <a:ahLst/>
              <a:cxnLst/>
              <a:rect l="l" t="t" r="r" b="b"/>
              <a:pathLst>
                <a:path w="3810" h="214629">
                  <a:moveTo>
                    <a:pt x="3810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0"/>
                  </a:lnTo>
                  <a:close/>
                </a:path>
                <a:path w="3810" h="214629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10" h="214629">
                  <a:moveTo>
                    <a:pt x="3810" y="6350"/>
                  </a:moveTo>
                  <a:lnTo>
                    <a:pt x="0" y="6350"/>
                  </a:lnTo>
                  <a:lnTo>
                    <a:pt x="0" y="207009"/>
                  </a:lnTo>
                  <a:lnTo>
                    <a:pt x="3810" y="207009"/>
                  </a:lnTo>
                  <a:lnTo>
                    <a:pt x="3810" y="6350"/>
                  </a:lnTo>
                  <a:close/>
                </a:path>
                <a:path w="3810" h="214629">
                  <a:moveTo>
                    <a:pt x="3810" y="207009"/>
                  </a:moveTo>
                  <a:lnTo>
                    <a:pt x="0" y="207009"/>
                  </a:lnTo>
                  <a:lnTo>
                    <a:pt x="0" y="209549"/>
                  </a:lnTo>
                  <a:lnTo>
                    <a:pt x="3810" y="209549"/>
                  </a:lnTo>
                  <a:lnTo>
                    <a:pt x="3810" y="207009"/>
                  </a:lnTo>
                  <a:close/>
                </a:path>
                <a:path w="3810" h="214629">
                  <a:moveTo>
                    <a:pt x="3810" y="209550"/>
                  </a:moveTo>
                  <a:lnTo>
                    <a:pt x="0" y="209550"/>
                  </a:lnTo>
                  <a:lnTo>
                    <a:pt x="0" y="213359"/>
                  </a:lnTo>
                  <a:lnTo>
                    <a:pt x="3810" y="213359"/>
                  </a:lnTo>
                  <a:lnTo>
                    <a:pt x="3810" y="209550"/>
                  </a:lnTo>
                  <a:close/>
                </a:path>
                <a:path w="3810" h="214629">
                  <a:moveTo>
                    <a:pt x="3810" y="213359"/>
                  </a:moveTo>
                  <a:lnTo>
                    <a:pt x="1269" y="213359"/>
                  </a:lnTo>
                  <a:lnTo>
                    <a:pt x="1269" y="214629"/>
                  </a:lnTo>
                  <a:lnTo>
                    <a:pt x="3810" y="214629"/>
                  </a:lnTo>
                  <a:lnTo>
                    <a:pt x="3810" y="213359"/>
                  </a:lnTo>
                  <a:close/>
                </a:path>
              </a:pathLst>
            </a:custGeom>
            <a:solidFill>
              <a:srgbClr val="C9D1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" name="object 514"/>
            <p:cNvSpPr/>
            <p:nvPr/>
          </p:nvSpPr>
          <p:spPr>
            <a:xfrm>
              <a:off x="2291080" y="5323839"/>
              <a:ext cx="3810" cy="217170"/>
            </a:xfrm>
            <a:custGeom>
              <a:avLst/>
              <a:gdLst/>
              <a:ahLst/>
              <a:cxnLst/>
              <a:rect l="l" t="t" r="r" b="b"/>
              <a:pathLst>
                <a:path w="3810" h="217170">
                  <a:moveTo>
                    <a:pt x="3810" y="214642"/>
                  </a:moveTo>
                  <a:lnTo>
                    <a:pt x="0" y="21464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214642"/>
                  </a:lnTo>
                  <a:close/>
                </a:path>
                <a:path w="3810" h="217170">
                  <a:moveTo>
                    <a:pt x="3810" y="210832"/>
                  </a:moveTo>
                  <a:lnTo>
                    <a:pt x="0" y="210832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210832"/>
                  </a:lnTo>
                  <a:close/>
                </a:path>
                <a:path w="3810" h="217170">
                  <a:moveTo>
                    <a:pt x="3810" y="208292"/>
                  </a:moveTo>
                  <a:lnTo>
                    <a:pt x="0" y="208292"/>
                  </a:lnTo>
                  <a:lnTo>
                    <a:pt x="0" y="210820"/>
                  </a:lnTo>
                  <a:lnTo>
                    <a:pt x="3810" y="210820"/>
                  </a:lnTo>
                  <a:lnTo>
                    <a:pt x="3810" y="208292"/>
                  </a:lnTo>
                  <a:close/>
                </a:path>
                <a:path w="3810" h="217170">
                  <a:moveTo>
                    <a:pt x="3810" y="7632"/>
                  </a:moveTo>
                  <a:lnTo>
                    <a:pt x="0" y="7632"/>
                  </a:lnTo>
                  <a:lnTo>
                    <a:pt x="0" y="208280"/>
                  </a:lnTo>
                  <a:lnTo>
                    <a:pt x="3810" y="208280"/>
                  </a:lnTo>
                  <a:lnTo>
                    <a:pt x="3810" y="7632"/>
                  </a:lnTo>
                  <a:close/>
                </a:path>
                <a:path w="3810" h="21717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10" h="21717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10" h="217170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C6CF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" name="object 515"/>
            <p:cNvSpPr/>
            <p:nvPr/>
          </p:nvSpPr>
          <p:spPr>
            <a:xfrm>
              <a:off x="2294889" y="5322570"/>
              <a:ext cx="3810" cy="220979"/>
            </a:xfrm>
            <a:custGeom>
              <a:avLst/>
              <a:gdLst/>
              <a:ahLst/>
              <a:cxnLst/>
              <a:rect l="l" t="t" r="r" b="b"/>
              <a:pathLst>
                <a:path w="3810" h="220979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220979">
                  <a:moveTo>
                    <a:pt x="381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2539"/>
                  </a:lnTo>
                  <a:close/>
                </a:path>
                <a:path w="3810" h="220979">
                  <a:moveTo>
                    <a:pt x="381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49"/>
                  </a:lnTo>
                  <a:close/>
                </a:path>
                <a:path w="3810" h="220979">
                  <a:moveTo>
                    <a:pt x="3810" y="8889"/>
                  </a:moveTo>
                  <a:lnTo>
                    <a:pt x="0" y="8889"/>
                  </a:lnTo>
                  <a:lnTo>
                    <a:pt x="0" y="209549"/>
                  </a:lnTo>
                  <a:lnTo>
                    <a:pt x="3810" y="209549"/>
                  </a:lnTo>
                  <a:lnTo>
                    <a:pt x="3810" y="8889"/>
                  </a:lnTo>
                  <a:close/>
                </a:path>
                <a:path w="3810" h="220979">
                  <a:moveTo>
                    <a:pt x="3810" y="209549"/>
                  </a:moveTo>
                  <a:lnTo>
                    <a:pt x="0" y="209549"/>
                  </a:lnTo>
                  <a:lnTo>
                    <a:pt x="0" y="212089"/>
                  </a:lnTo>
                  <a:lnTo>
                    <a:pt x="3810" y="212089"/>
                  </a:lnTo>
                  <a:lnTo>
                    <a:pt x="3810" y="209549"/>
                  </a:lnTo>
                  <a:close/>
                </a:path>
                <a:path w="3810" h="220979">
                  <a:moveTo>
                    <a:pt x="3810" y="212089"/>
                  </a:moveTo>
                  <a:lnTo>
                    <a:pt x="0" y="212089"/>
                  </a:lnTo>
                  <a:lnTo>
                    <a:pt x="0" y="215899"/>
                  </a:lnTo>
                  <a:lnTo>
                    <a:pt x="3810" y="215899"/>
                  </a:lnTo>
                  <a:lnTo>
                    <a:pt x="3810" y="212089"/>
                  </a:lnTo>
                  <a:close/>
                </a:path>
                <a:path w="3810" h="220979">
                  <a:moveTo>
                    <a:pt x="3810" y="215899"/>
                  </a:moveTo>
                  <a:lnTo>
                    <a:pt x="0" y="215899"/>
                  </a:lnTo>
                  <a:lnTo>
                    <a:pt x="0" y="218439"/>
                  </a:lnTo>
                  <a:lnTo>
                    <a:pt x="3810" y="218439"/>
                  </a:lnTo>
                  <a:lnTo>
                    <a:pt x="3810" y="215899"/>
                  </a:lnTo>
                  <a:close/>
                </a:path>
                <a:path w="3810" h="220979">
                  <a:moveTo>
                    <a:pt x="3810" y="218439"/>
                  </a:moveTo>
                  <a:lnTo>
                    <a:pt x="0" y="218439"/>
                  </a:lnTo>
                  <a:lnTo>
                    <a:pt x="0" y="219709"/>
                  </a:lnTo>
                  <a:lnTo>
                    <a:pt x="2540" y="219709"/>
                  </a:lnTo>
                  <a:lnTo>
                    <a:pt x="2540" y="220979"/>
                  </a:lnTo>
                  <a:lnTo>
                    <a:pt x="3810" y="220979"/>
                  </a:lnTo>
                  <a:lnTo>
                    <a:pt x="3810" y="218439"/>
                  </a:lnTo>
                  <a:close/>
                </a:path>
              </a:pathLst>
            </a:custGeom>
            <a:solidFill>
              <a:srgbClr val="C3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" name="object 516"/>
            <p:cNvSpPr/>
            <p:nvPr/>
          </p:nvSpPr>
          <p:spPr>
            <a:xfrm>
              <a:off x="2298700" y="5320030"/>
              <a:ext cx="3810" cy="223520"/>
            </a:xfrm>
            <a:custGeom>
              <a:avLst/>
              <a:gdLst/>
              <a:ahLst/>
              <a:cxnLst/>
              <a:rect l="l" t="t" r="r" b="b"/>
              <a:pathLst>
                <a:path w="3810" h="223520">
                  <a:moveTo>
                    <a:pt x="3810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  <a:path w="3810" h="223520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223520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10" h="223520">
                  <a:moveTo>
                    <a:pt x="381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890"/>
                  </a:lnTo>
                  <a:close/>
                </a:path>
                <a:path w="3810" h="223520">
                  <a:moveTo>
                    <a:pt x="3810" y="11430"/>
                  </a:moveTo>
                  <a:lnTo>
                    <a:pt x="0" y="11430"/>
                  </a:lnTo>
                  <a:lnTo>
                    <a:pt x="0" y="212090"/>
                  </a:lnTo>
                  <a:lnTo>
                    <a:pt x="3810" y="212090"/>
                  </a:lnTo>
                  <a:lnTo>
                    <a:pt x="3810" y="11430"/>
                  </a:lnTo>
                  <a:close/>
                </a:path>
                <a:path w="3810" h="223520">
                  <a:moveTo>
                    <a:pt x="3810" y="212090"/>
                  </a:moveTo>
                  <a:lnTo>
                    <a:pt x="0" y="212090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212090"/>
                  </a:lnTo>
                  <a:close/>
                </a:path>
                <a:path w="3810" h="223520">
                  <a:moveTo>
                    <a:pt x="3810" y="214630"/>
                  </a:moveTo>
                  <a:lnTo>
                    <a:pt x="0" y="214630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4630"/>
                  </a:lnTo>
                  <a:close/>
                </a:path>
                <a:path w="3810" h="223520">
                  <a:moveTo>
                    <a:pt x="3810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8440"/>
                  </a:lnTo>
                  <a:close/>
                </a:path>
                <a:path w="3810" h="223520">
                  <a:moveTo>
                    <a:pt x="3810" y="220980"/>
                  </a:moveTo>
                  <a:lnTo>
                    <a:pt x="0" y="220980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80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" name="object 517"/>
            <p:cNvSpPr/>
            <p:nvPr/>
          </p:nvSpPr>
          <p:spPr>
            <a:xfrm>
              <a:off x="2302510" y="5318772"/>
              <a:ext cx="3810" cy="227329"/>
            </a:xfrm>
            <a:custGeom>
              <a:avLst/>
              <a:gdLst/>
              <a:ahLst/>
              <a:cxnLst/>
              <a:rect l="l" t="t" r="r" b="b"/>
              <a:pathLst>
                <a:path w="3810" h="227329">
                  <a:moveTo>
                    <a:pt x="3810" y="226060"/>
                  </a:moveTo>
                  <a:lnTo>
                    <a:pt x="2540" y="226060"/>
                  </a:lnTo>
                  <a:lnTo>
                    <a:pt x="2540" y="227317"/>
                  </a:lnTo>
                  <a:lnTo>
                    <a:pt x="3810" y="227317"/>
                  </a:lnTo>
                  <a:lnTo>
                    <a:pt x="3810" y="226060"/>
                  </a:lnTo>
                  <a:close/>
                </a:path>
                <a:path w="3810" h="227329">
                  <a:moveTo>
                    <a:pt x="381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22250"/>
                  </a:lnTo>
                  <a:close/>
                </a:path>
                <a:path w="3810" h="227329">
                  <a:moveTo>
                    <a:pt x="3810" y="219710"/>
                  </a:moveTo>
                  <a:lnTo>
                    <a:pt x="0" y="21971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19710"/>
                  </a:lnTo>
                  <a:close/>
                </a:path>
                <a:path w="3810" h="227329">
                  <a:moveTo>
                    <a:pt x="3810" y="215900"/>
                  </a:moveTo>
                  <a:lnTo>
                    <a:pt x="0" y="215900"/>
                  </a:lnTo>
                  <a:lnTo>
                    <a:pt x="0" y="219697"/>
                  </a:lnTo>
                  <a:lnTo>
                    <a:pt x="3810" y="219697"/>
                  </a:lnTo>
                  <a:lnTo>
                    <a:pt x="3810" y="215900"/>
                  </a:lnTo>
                  <a:close/>
                </a:path>
                <a:path w="3810" h="227329">
                  <a:moveTo>
                    <a:pt x="3810" y="213360"/>
                  </a:moveTo>
                  <a:lnTo>
                    <a:pt x="0" y="213360"/>
                  </a:lnTo>
                  <a:lnTo>
                    <a:pt x="0" y="215887"/>
                  </a:lnTo>
                  <a:lnTo>
                    <a:pt x="3810" y="215887"/>
                  </a:lnTo>
                  <a:lnTo>
                    <a:pt x="3810" y="213360"/>
                  </a:lnTo>
                  <a:close/>
                </a:path>
                <a:path w="3810" h="227329">
                  <a:moveTo>
                    <a:pt x="3810" y="12700"/>
                  </a:moveTo>
                  <a:lnTo>
                    <a:pt x="0" y="12700"/>
                  </a:lnTo>
                  <a:lnTo>
                    <a:pt x="0" y="213347"/>
                  </a:lnTo>
                  <a:lnTo>
                    <a:pt x="3810" y="213347"/>
                  </a:lnTo>
                  <a:lnTo>
                    <a:pt x="3810" y="12700"/>
                  </a:lnTo>
                  <a:close/>
                </a:path>
                <a:path w="3810" h="2273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273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273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273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" name="object 518"/>
            <p:cNvSpPr/>
            <p:nvPr/>
          </p:nvSpPr>
          <p:spPr>
            <a:xfrm>
              <a:off x="2306320" y="5318772"/>
              <a:ext cx="2540" cy="227329"/>
            </a:xfrm>
            <a:custGeom>
              <a:avLst/>
              <a:gdLst/>
              <a:ahLst/>
              <a:cxnLst/>
              <a:rect l="l" t="t" r="r" b="b"/>
              <a:pathLst>
                <a:path w="2539" h="227329">
                  <a:moveTo>
                    <a:pt x="2540" y="226060"/>
                  </a:moveTo>
                  <a:lnTo>
                    <a:pt x="0" y="226060"/>
                  </a:lnTo>
                  <a:lnTo>
                    <a:pt x="0" y="227317"/>
                  </a:lnTo>
                  <a:lnTo>
                    <a:pt x="2540" y="227317"/>
                  </a:lnTo>
                  <a:lnTo>
                    <a:pt x="2540" y="226060"/>
                  </a:lnTo>
                  <a:close/>
                </a:path>
                <a:path w="2539" h="227329">
                  <a:moveTo>
                    <a:pt x="254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2540" y="226047"/>
                  </a:lnTo>
                  <a:lnTo>
                    <a:pt x="2540" y="222250"/>
                  </a:lnTo>
                  <a:close/>
                </a:path>
                <a:path w="2539" h="227329">
                  <a:moveTo>
                    <a:pt x="2540" y="219710"/>
                  </a:moveTo>
                  <a:lnTo>
                    <a:pt x="0" y="219710"/>
                  </a:lnTo>
                  <a:lnTo>
                    <a:pt x="0" y="222237"/>
                  </a:lnTo>
                  <a:lnTo>
                    <a:pt x="2540" y="222237"/>
                  </a:lnTo>
                  <a:lnTo>
                    <a:pt x="2540" y="219710"/>
                  </a:lnTo>
                  <a:close/>
                </a:path>
                <a:path w="2539" h="227329">
                  <a:moveTo>
                    <a:pt x="2540" y="215900"/>
                  </a:moveTo>
                  <a:lnTo>
                    <a:pt x="0" y="215900"/>
                  </a:lnTo>
                  <a:lnTo>
                    <a:pt x="0" y="219697"/>
                  </a:lnTo>
                  <a:lnTo>
                    <a:pt x="2540" y="219697"/>
                  </a:lnTo>
                  <a:lnTo>
                    <a:pt x="2540" y="215900"/>
                  </a:lnTo>
                  <a:close/>
                </a:path>
                <a:path w="2539" h="227329">
                  <a:moveTo>
                    <a:pt x="2540" y="213360"/>
                  </a:moveTo>
                  <a:lnTo>
                    <a:pt x="0" y="213360"/>
                  </a:lnTo>
                  <a:lnTo>
                    <a:pt x="0" y="215887"/>
                  </a:lnTo>
                  <a:lnTo>
                    <a:pt x="2540" y="215887"/>
                  </a:lnTo>
                  <a:lnTo>
                    <a:pt x="2540" y="213360"/>
                  </a:lnTo>
                  <a:close/>
                </a:path>
                <a:path w="2539" h="227329">
                  <a:moveTo>
                    <a:pt x="2540" y="12700"/>
                  </a:moveTo>
                  <a:lnTo>
                    <a:pt x="0" y="12700"/>
                  </a:lnTo>
                  <a:lnTo>
                    <a:pt x="0" y="213347"/>
                  </a:lnTo>
                  <a:lnTo>
                    <a:pt x="2540" y="213347"/>
                  </a:lnTo>
                  <a:lnTo>
                    <a:pt x="2540" y="12700"/>
                  </a:lnTo>
                  <a:close/>
                </a:path>
                <a:path w="2539" h="227329">
                  <a:moveTo>
                    <a:pt x="254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10160"/>
                  </a:lnTo>
                  <a:close/>
                </a:path>
                <a:path w="2539" h="227329">
                  <a:moveTo>
                    <a:pt x="254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2540" y="10147"/>
                  </a:lnTo>
                  <a:lnTo>
                    <a:pt x="2540" y="6350"/>
                  </a:lnTo>
                  <a:close/>
                </a:path>
                <a:path w="2539" h="227329">
                  <a:moveTo>
                    <a:pt x="254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3810"/>
                  </a:lnTo>
                  <a:close/>
                </a:path>
                <a:path w="2539" h="227329">
                  <a:moveTo>
                    <a:pt x="254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2540" y="379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BB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" name="object 519"/>
            <p:cNvSpPr/>
            <p:nvPr/>
          </p:nvSpPr>
          <p:spPr>
            <a:xfrm>
              <a:off x="2308860" y="5317489"/>
              <a:ext cx="3810" cy="229870"/>
            </a:xfrm>
            <a:custGeom>
              <a:avLst/>
              <a:gdLst/>
              <a:ahLst/>
              <a:cxnLst/>
              <a:rect l="l" t="t" r="r" b="b"/>
              <a:pathLst>
                <a:path w="3810" h="229870">
                  <a:moveTo>
                    <a:pt x="3809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3809" y="1270"/>
                  </a:lnTo>
                  <a:lnTo>
                    <a:pt x="3809" y="0"/>
                  </a:lnTo>
                  <a:close/>
                </a:path>
                <a:path w="3810" h="229870">
                  <a:moveTo>
                    <a:pt x="380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1270"/>
                  </a:lnTo>
                  <a:close/>
                </a:path>
                <a:path w="3810" h="229870">
                  <a:moveTo>
                    <a:pt x="380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09" y="7620"/>
                  </a:lnTo>
                  <a:lnTo>
                    <a:pt x="3809" y="5080"/>
                  </a:lnTo>
                  <a:close/>
                </a:path>
                <a:path w="3810" h="229870">
                  <a:moveTo>
                    <a:pt x="380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7620"/>
                  </a:lnTo>
                  <a:close/>
                </a:path>
                <a:path w="3810" h="229870">
                  <a:moveTo>
                    <a:pt x="3809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09" y="13970"/>
                  </a:lnTo>
                  <a:lnTo>
                    <a:pt x="3809" y="11430"/>
                  </a:lnTo>
                  <a:close/>
                </a:path>
                <a:path w="3810" h="229870">
                  <a:moveTo>
                    <a:pt x="3809" y="13970"/>
                  </a:moveTo>
                  <a:lnTo>
                    <a:pt x="0" y="13970"/>
                  </a:lnTo>
                  <a:lnTo>
                    <a:pt x="0" y="214630"/>
                  </a:lnTo>
                  <a:lnTo>
                    <a:pt x="3809" y="214630"/>
                  </a:lnTo>
                  <a:lnTo>
                    <a:pt x="3809" y="13970"/>
                  </a:lnTo>
                  <a:close/>
                </a:path>
                <a:path w="3810" h="229870">
                  <a:moveTo>
                    <a:pt x="3809" y="214630"/>
                  </a:moveTo>
                  <a:lnTo>
                    <a:pt x="0" y="214630"/>
                  </a:lnTo>
                  <a:lnTo>
                    <a:pt x="0" y="217170"/>
                  </a:lnTo>
                  <a:lnTo>
                    <a:pt x="3809" y="217170"/>
                  </a:lnTo>
                  <a:lnTo>
                    <a:pt x="3809" y="214630"/>
                  </a:lnTo>
                  <a:close/>
                </a:path>
                <a:path w="3810" h="229870">
                  <a:moveTo>
                    <a:pt x="3809" y="217170"/>
                  </a:moveTo>
                  <a:lnTo>
                    <a:pt x="0" y="217170"/>
                  </a:lnTo>
                  <a:lnTo>
                    <a:pt x="0" y="220980"/>
                  </a:lnTo>
                  <a:lnTo>
                    <a:pt x="3809" y="220980"/>
                  </a:lnTo>
                  <a:lnTo>
                    <a:pt x="3809" y="217170"/>
                  </a:lnTo>
                  <a:close/>
                </a:path>
                <a:path w="3810" h="229870">
                  <a:moveTo>
                    <a:pt x="3809" y="220980"/>
                  </a:moveTo>
                  <a:lnTo>
                    <a:pt x="0" y="220980"/>
                  </a:lnTo>
                  <a:lnTo>
                    <a:pt x="0" y="223520"/>
                  </a:lnTo>
                  <a:lnTo>
                    <a:pt x="3809" y="223520"/>
                  </a:lnTo>
                  <a:lnTo>
                    <a:pt x="3809" y="220980"/>
                  </a:lnTo>
                  <a:close/>
                </a:path>
                <a:path w="3810" h="229870">
                  <a:moveTo>
                    <a:pt x="3809" y="223520"/>
                  </a:moveTo>
                  <a:lnTo>
                    <a:pt x="0" y="223520"/>
                  </a:lnTo>
                  <a:lnTo>
                    <a:pt x="0" y="227330"/>
                  </a:lnTo>
                  <a:lnTo>
                    <a:pt x="3809" y="227330"/>
                  </a:lnTo>
                  <a:lnTo>
                    <a:pt x="3809" y="223520"/>
                  </a:lnTo>
                  <a:close/>
                </a:path>
                <a:path w="3810" h="229870">
                  <a:moveTo>
                    <a:pt x="3809" y="227330"/>
                  </a:moveTo>
                  <a:lnTo>
                    <a:pt x="0" y="227330"/>
                  </a:lnTo>
                  <a:lnTo>
                    <a:pt x="0" y="228600"/>
                  </a:lnTo>
                  <a:lnTo>
                    <a:pt x="1269" y="228600"/>
                  </a:lnTo>
                  <a:lnTo>
                    <a:pt x="1269" y="229870"/>
                  </a:lnTo>
                  <a:lnTo>
                    <a:pt x="3809" y="229870"/>
                  </a:lnTo>
                  <a:lnTo>
                    <a:pt x="3809" y="227330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" name="object 520"/>
            <p:cNvSpPr/>
            <p:nvPr/>
          </p:nvSpPr>
          <p:spPr>
            <a:xfrm>
              <a:off x="2312670" y="5317489"/>
              <a:ext cx="3810" cy="231140"/>
            </a:xfrm>
            <a:custGeom>
              <a:avLst/>
              <a:gdLst/>
              <a:ahLst/>
              <a:cxnLst/>
              <a:rect l="l" t="t" r="r" b="b"/>
              <a:pathLst>
                <a:path w="3810" h="231139">
                  <a:moveTo>
                    <a:pt x="3810" y="229882"/>
                  </a:moveTo>
                  <a:lnTo>
                    <a:pt x="1270" y="229882"/>
                  </a:lnTo>
                  <a:lnTo>
                    <a:pt x="1270" y="231140"/>
                  </a:lnTo>
                  <a:lnTo>
                    <a:pt x="3810" y="231140"/>
                  </a:lnTo>
                  <a:lnTo>
                    <a:pt x="3810" y="229882"/>
                  </a:lnTo>
                  <a:close/>
                </a:path>
                <a:path w="3810" h="231139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10" h="231139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10" h="231139">
                  <a:moveTo>
                    <a:pt x="3810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92"/>
                  </a:lnTo>
                  <a:close/>
                </a:path>
                <a:path w="3810" h="231139">
                  <a:moveTo>
                    <a:pt x="3810" y="217182"/>
                  </a:moveTo>
                  <a:lnTo>
                    <a:pt x="0" y="21718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7182"/>
                  </a:lnTo>
                  <a:close/>
                </a:path>
                <a:path w="3810" h="231139">
                  <a:moveTo>
                    <a:pt x="3810" y="214642"/>
                  </a:moveTo>
                  <a:lnTo>
                    <a:pt x="0" y="21464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214642"/>
                  </a:lnTo>
                  <a:close/>
                </a:path>
                <a:path w="3810" h="231139">
                  <a:moveTo>
                    <a:pt x="3810" y="13982"/>
                  </a:moveTo>
                  <a:lnTo>
                    <a:pt x="0" y="13982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13982"/>
                  </a:lnTo>
                  <a:close/>
                </a:path>
                <a:path w="3810" h="231139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10" h="231139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10" h="231139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10" h="231139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10" h="231139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6C1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" name="object 521"/>
            <p:cNvSpPr/>
            <p:nvPr/>
          </p:nvSpPr>
          <p:spPr>
            <a:xfrm>
              <a:off x="2316480" y="5316232"/>
              <a:ext cx="3810" cy="232410"/>
            </a:xfrm>
            <a:custGeom>
              <a:avLst/>
              <a:gdLst/>
              <a:ahLst/>
              <a:cxnLst/>
              <a:rect l="l" t="t" r="r" b="b"/>
              <a:pathLst>
                <a:path w="3810" h="232410">
                  <a:moveTo>
                    <a:pt x="3810" y="231140"/>
                  </a:moveTo>
                  <a:lnTo>
                    <a:pt x="0" y="23114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31140"/>
                  </a:lnTo>
                  <a:close/>
                </a:path>
                <a:path w="3810" h="232410">
                  <a:moveTo>
                    <a:pt x="3810" y="15240"/>
                  </a:moveTo>
                  <a:lnTo>
                    <a:pt x="0" y="15240"/>
                  </a:lnTo>
                  <a:lnTo>
                    <a:pt x="0" y="215887"/>
                  </a:lnTo>
                  <a:lnTo>
                    <a:pt x="3810" y="215887"/>
                  </a:lnTo>
                  <a:lnTo>
                    <a:pt x="3810" y="15240"/>
                  </a:lnTo>
                  <a:close/>
                </a:path>
                <a:path w="3810" h="23241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10" h="23241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10" h="23241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10" h="23241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10" h="23241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3BF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" name="object 522"/>
            <p:cNvSpPr/>
            <p:nvPr/>
          </p:nvSpPr>
          <p:spPr>
            <a:xfrm>
              <a:off x="2320290" y="5314950"/>
              <a:ext cx="3810" cy="234950"/>
            </a:xfrm>
            <a:custGeom>
              <a:avLst/>
              <a:gdLst/>
              <a:ahLst/>
              <a:cxnLst/>
              <a:rect l="l" t="t" r="r" b="b"/>
              <a:pathLst>
                <a:path w="3810" h="234950">
                  <a:moveTo>
                    <a:pt x="38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2422"/>
                  </a:lnTo>
                  <a:close/>
                </a:path>
                <a:path w="3810" h="234950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10" h="234950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10" h="234950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10" h="234950">
                  <a:moveTo>
                    <a:pt x="3810" y="219722"/>
                  </a:moveTo>
                  <a:lnTo>
                    <a:pt x="0" y="21972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9722"/>
                  </a:lnTo>
                  <a:close/>
                </a:path>
                <a:path w="3810" h="234950">
                  <a:moveTo>
                    <a:pt x="3810" y="217182"/>
                  </a:moveTo>
                  <a:lnTo>
                    <a:pt x="0" y="21718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17182"/>
                  </a:lnTo>
                  <a:close/>
                </a:path>
                <a:path w="3810" h="234950">
                  <a:moveTo>
                    <a:pt x="3810" y="16522"/>
                  </a:moveTo>
                  <a:lnTo>
                    <a:pt x="0" y="1652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16522"/>
                  </a:lnTo>
                  <a:close/>
                </a:path>
                <a:path w="3810" h="234950">
                  <a:moveTo>
                    <a:pt x="3810" y="13982"/>
                  </a:moveTo>
                  <a:lnTo>
                    <a:pt x="0" y="1398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82"/>
                  </a:lnTo>
                  <a:close/>
                </a:path>
                <a:path w="3810" h="234950">
                  <a:moveTo>
                    <a:pt x="381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0172"/>
                  </a:lnTo>
                  <a:close/>
                </a:path>
                <a:path w="3810" h="234950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10" h="234950">
                  <a:moveTo>
                    <a:pt x="381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3822"/>
                  </a:lnTo>
                  <a:close/>
                </a:path>
                <a:path w="3810" h="234950">
                  <a:moveTo>
                    <a:pt x="381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82"/>
                  </a:lnTo>
                  <a:close/>
                </a:path>
                <a:path w="3810" h="23495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1BD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" name="object 523"/>
            <p:cNvSpPr/>
            <p:nvPr/>
          </p:nvSpPr>
          <p:spPr>
            <a:xfrm>
              <a:off x="2324100" y="5314950"/>
              <a:ext cx="3810" cy="236220"/>
            </a:xfrm>
            <a:custGeom>
              <a:avLst/>
              <a:gdLst/>
              <a:ahLst/>
              <a:cxnLst/>
              <a:rect l="l" t="t" r="r" b="b"/>
              <a:pathLst>
                <a:path w="3810" h="236220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10" h="236220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10" h="236220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10" h="236220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10" h="236220">
                  <a:moveTo>
                    <a:pt x="3810" y="219722"/>
                  </a:moveTo>
                  <a:lnTo>
                    <a:pt x="0" y="21972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9722"/>
                  </a:lnTo>
                  <a:close/>
                </a:path>
                <a:path w="3810" h="236220">
                  <a:moveTo>
                    <a:pt x="3810" y="217182"/>
                  </a:moveTo>
                  <a:lnTo>
                    <a:pt x="0" y="21718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17182"/>
                  </a:lnTo>
                  <a:close/>
                </a:path>
                <a:path w="3810" h="236220">
                  <a:moveTo>
                    <a:pt x="3810" y="16522"/>
                  </a:moveTo>
                  <a:lnTo>
                    <a:pt x="0" y="1652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16522"/>
                  </a:lnTo>
                  <a:close/>
                </a:path>
                <a:path w="3810" h="236220">
                  <a:moveTo>
                    <a:pt x="3810" y="13982"/>
                  </a:moveTo>
                  <a:lnTo>
                    <a:pt x="0" y="1398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82"/>
                  </a:lnTo>
                  <a:close/>
                </a:path>
                <a:path w="3810" h="236220">
                  <a:moveTo>
                    <a:pt x="381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0172"/>
                  </a:lnTo>
                  <a:close/>
                </a:path>
                <a:path w="3810" h="236220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10" h="236220">
                  <a:moveTo>
                    <a:pt x="381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3822"/>
                  </a:lnTo>
                  <a:close/>
                </a:path>
                <a:path w="3810" h="236220">
                  <a:moveTo>
                    <a:pt x="381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82"/>
                  </a:lnTo>
                  <a:close/>
                </a:path>
                <a:path w="3810" h="23622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EBA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" name="object 524"/>
            <p:cNvSpPr/>
            <p:nvPr/>
          </p:nvSpPr>
          <p:spPr>
            <a:xfrm>
              <a:off x="2327910" y="5313680"/>
              <a:ext cx="3810" cy="238760"/>
            </a:xfrm>
            <a:custGeom>
              <a:avLst/>
              <a:gdLst/>
              <a:ahLst/>
              <a:cxnLst/>
              <a:rect l="l" t="t" r="r" b="b"/>
              <a:pathLst>
                <a:path w="3810" h="238760">
                  <a:moveTo>
                    <a:pt x="3809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09" y="2540"/>
                  </a:lnTo>
                  <a:lnTo>
                    <a:pt x="3809" y="0"/>
                  </a:lnTo>
                  <a:close/>
                </a:path>
                <a:path w="3810" h="238760">
                  <a:moveTo>
                    <a:pt x="380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2540"/>
                  </a:lnTo>
                  <a:close/>
                </a:path>
                <a:path w="3810" h="238760">
                  <a:moveTo>
                    <a:pt x="380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09" y="8890"/>
                  </a:lnTo>
                  <a:lnTo>
                    <a:pt x="3809" y="5080"/>
                  </a:lnTo>
                  <a:close/>
                </a:path>
                <a:path w="3810" h="238760">
                  <a:moveTo>
                    <a:pt x="380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8890"/>
                  </a:lnTo>
                  <a:close/>
                </a:path>
                <a:path w="3810" h="238760">
                  <a:moveTo>
                    <a:pt x="3809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09" y="15240"/>
                  </a:lnTo>
                  <a:lnTo>
                    <a:pt x="3809" y="11430"/>
                  </a:lnTo>
                  <a:close/>
                </a:path>
                <a:path w="3810" h="238760">
                  <a:moveTo>
                    <a:pt x="3809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5240"/>
                  </a:lnTo>
                  <a:close/>
                </a:path>
                <a:path w="3810" h="238760">
                  <a:moveTo>
                    <a:pt x="3809" y="17780"/>
                  </a:moveTo>
                  <a:lnTo>
                    <a:pt x="0" y="17780"/>
                  </a:lnTo>
                  <a:lnTo>
                    <a:pt x="0" y="218440"/>
                  </a:lnTo>
                  <a:lnTo>
                    <a:pt x="3809" y="218440"/>
                  </a:lnTo>
                  <a:lnTo>
                    <a:pt x="3809" y="17780"/>
                  </a:lnTo>
                  <a:close/>
                </a:path>
                <a:path w="3810" h="238760">
                  <a:moveTo>
                    <a:pt x="3809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3809" y="220980"/>
                  </a:lnTo>
                  <a:lnTo>
                    <a:pt x="3809" y="218440"/>
                  </a:lnTo>
                  <a:close/>
                </a:path>
                <a:path w="3810" h="238760">
                  <a:moveTo>
                    <a:pt x="3809" y="220980"/>
                  </a:moveTo>
                  <a:lnTo>
                    <a:pt x="0" y="220980"/>
                  </a:lnTo>
                  <a:lnTo>
                    <a:pt x="0" y="224790"/>
                  </a:lnTo>
                  <a:lnTo>
                    <a:pt x="3809" y="224790"/>
                  </a:lnTo>
                  <a:lnTo>
                    <a:pt x="3809" y="220980"/>
                  </a:lnTo>
                  <a:close/>
                </a:path>
                <a:path w="3810" h="238760">
                  <a:moveTo>
                    <a:pt x="3809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09" y="227330"/>
                  </a:lnTo>
                  <a:lnTo>
                    <a:pt x="3809" y="224790"/>
                  </a:lnTo>
                  <a:close/>
                </a:path>
                <a:path w="3810" h="238760">
                  <a:moveTo>
                    <a:pt x="3809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3809" y="231140"/>
                  </a:lnTo>
                  <a:lnTo>
                    <a:pt x="3809" y="227330"/>
                  </a:lnTo>
                  <a:close/>
                </a:path>
                <a:path w="3810" h="238760">
                  <a:moveTo>
                    <a:pt x="3809" y="231140"/>
                  </a:moveTo>
                  <a:lnTo>
                    <a:pt x="0" y="231140"/>
                  </a:lnTo>
                  <a:lnTo>
                    <a:pt x="0" y="233680"/>
                  </a:lnTo>
                  <a:lnTo>
                    <a:pt x="3809" y="233680"/>
                  </a:lnTo>
                  <a:lnTo>
                    <a:pt x="3809" y="231140"/>
                  </a:lnTo>
                  <a:close/>
                </a:path>
                <a:path w="3810" h="238760">
                  <a:moveTo>
                    <a:pt x="3809" y="233680"/>
                  </a:moveTo>
                  <a:lnTo>
                    <a:pt x="0" y="233680"/>
                  </a:lnTo>
                  <a:lnTo>
                    <a:pt x="0" y="237490"/>
                  </a:lnTo>
                  <a:lnTo>
                    <a:pt x="3809" y="237490"/>
                  </a:lnTo>
                  <a:lnTo>
                    <a:pt x="3809" y="233680"/>
                  </a:lnTo>
                  <a:close/>
                </a:path>
                <a:path w="3810" h="238760">
                  <a:moveTo>
                    <a:pt x="3809" y="237490"/>
                  </a:moveTo>
                  <a:lnTo>
                    <a:pt x="2539" y="237490"/>
                  </a:lnTo>
                  <a:lnTo>
                    <a:pt x="2539" y="238760"/>
                  </a:lnTo>
                  <a:lnTo>
                    <a:pt x="3809" y="238760"/>
                  </a:lnTo>
                  <a:lnTo>
                    <a:pt x="3809" y="237490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" name="object 525"/>
            <p:cNvSpPr/>
            <p:nvPr/>
          </p:nvSpPr>
          <p:spPr>
            <a:xfrm>
              <a:off x="2331720" y="5313680"/>
              <a:ext cx="3810" cy="238760"/>
            </a:xfrm>
            <a:custGeom>
              <a:avLst/>
              <a:gdLst/>
              <a:ahLst/>
              <a:cxnLst/>
              <a:rect l="l" t="t" r="r" b="b"/>
              <a:pathLst>
                <a:path w="3810" h="238760">
                  <a:moveTo>
                    <a:pt x="3810" y="237502"/>
                  </a:moveTo>
                  <a:lnTo>
                    <a:pt x="0" y="23750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7502"/>
                  </a:lnTo>
                  <a:close/>
                </a:path>
                <a:path w="3810" h="238760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10" h="238760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10" h="238760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38760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38760">
                  <a:moveTo>
                    <a:pt x="381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0992"/>
                  </a:lnTo>
                  <a:close/>
                </a:path>
                <a:path w="3810" h="238760">
                  <a:moveTo>
                    <a:pt x="3810" y="218452"/>
                  </a:moveTo>
                  <a:lnTo>
                    <a:pt x="0" y="21845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8452"/>
                  </a:lnTo>
                  <a:close/>
                </a:path>
                <a:path w="3810" h="238760">
                  <a:moveTo>
                    <a:pt x="3810" y="17792"/>
                  </a:moveTo>
                  <a:lnTo>
                    <a:pt x="0" y="17792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17792"/>
                  </a:lnTo>
                  <a:close/>
                </a:path>
                <a:path w="3810" h="238760">
                  <a:moveTo>
                    <a:pt x="381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52"/>
                  </a:lnTo>
                  <a:close/>
                </a:path>
                <a:path w="3810" h="238760">
                  <a:moveTo>
                    <a:pt x="381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42"/>
                  </a:lnTo>
                  <a:close/>
                </a:path>
                <a:path w="3810" h="238760">
                  <a:moveTo>
                    <a:pt x="381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902"/>
                  </a:lnTo>
                  <a:close/>
                </a:path>
                <a:path w="3810" h="238760">
                  <a:moveTo>
                    <a:pt x="381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92"/>
                  </a:lnTo>
                  <a:close/>
                </a:path>
                <a:path w="3810" h="238760">
                  <a:moveTo>
                    <a:pt x="381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52"/>
                  </a:lnTo>
                  <a:close/>
                </a:path>
                <a:path w="3810" h="23876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" name="object 526"/>
            <p:cNvSpPr/>
            <p:nvPr/>
          </p:nvSpPr>
          <p:spPr>
            <a:xfrm>
              <a:off x="2335530" y="5312409"/>
              <a:ext cx="2540" cy="240029"/>
            </a:xfrm>
            <a:custGeom>
              <a:avLst/>
              <a:gdLst/>
              <a:ahLst/>
              <a:cxnLst/>
              <a:rect l="l" t="t" r="r" b="b"/>
              <a:pathLst>
                <a:path w="2539" h="240029">
                  <a:moveTo>
                    <a:pt x="2539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3809"/>
                  </a:lnTo>
                  <a:lnTo>
                    <a:pt x="2539" y="3809"/>
                  </a:lnTo>
                  <a:lnTo>
                    <a:pt x="2539" y="0"/>
                  </a:lnTo>
                  <a:close/>
                </a:path>
                <a:path w="2539" h="240029">
                  <a:moveTo>
                    <a:pt x="253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2539" y="6349"/>
                  </a:lnTo>
                  <a:lnTo>
                    <a:pt x="2539" y="3809"/>
                  </a:lnTo>
                  <a:close/>
                </a:path>
                <a:path w="2539" h="240029">
                  <a:moveTo>
                    <a:pt x="253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2539" y="10159"/>
                  </a:lnTo>
                  <a:lnTo>
                    <a:pt x="2539" y="6350"/>
                  </a:lnTo>
                  <a:close/>
                </a:path>
                <a:path w="2539" h="240029">
                  <a:moveTo>
                    <a:pt x="253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2539" y="12699"/>
                  </a:lnTo>
                  <a:lnTo>
                    <a:pt x="2539" y="10159"/>
                  </a:lnTo>
                  <a:close/>
                </a:path>
                <a:path w="2539" h="240029">
                  <a:moveTo>
                    <a:pt x="253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2539" y="16509"/>
                  </a:lnTo>
                  <a:lnTo>
                    <a:pt x="2539" y="12700"/>
                  </a:lnTo>
                  <a:close/>
                </a:path>
                <a:path w="2539" h="240029">
                  <a:moveTo>
                    <a:pt x="253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2539" y="19049"/>
                  </a:lnTo>
                  <a:lnTo>
                    <a:pt x="2539" y="16509"/>
                  </a:lnTo>
                  <a:close/>
                </a:path>
                <a:path w="2539" h="240029">
                  <a:moveTo>
                    <a:pt x="2539" y="19050"/>
                  </a:moveTo>
                  <a:lnTo>
                    <a:pt x="0" y="19050"/>
                  </a:lnTo>
                  <a:lnTo>
                    <a:pt x="0" y="219709"/>
                  </a:lnTo>
                  <a:lnTo>
                    <a:pt x="2539" y="219709"/>
                  </a:lnTo>
                  <a:lnTo>
                    <a:pt x="2539" y="19050"/>
                  </a:lnTo>
                  <a:close/>
                </a:path>
                <a:path w="2539" h="240029">
                  <a:moveTo>
                    <a:pt x="2539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2539" y="222249"/>
                  </a:lnTo>
                  <a:lnTo>
                    <a:pt x="2539" y="219709"/>
                  </a:lnTo>
                  <a:close/>
                </a:path>
                <a:path w="2539" h="240029">
                  <a:moveTo>
                    <a:pt x="2539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2539" y="226059"/>
                  </a:lnTo>
                  <a:lnTo>
                    <a:pt x="2539" y="222250"/>
                  </a:lnTo>
                  <a:close/>
                </a:path>
                <a:path w="2539" h="240029">
                  <a:moveTo>
                    <a:pt x="2539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2539" y="228599"/>
                  </a:lnTo>
                  <a:lnTo>
                    <a:pt x="2539" y="226059"/>
                  </a:lnTo>
                  <a:close/>
                </a:path>
                <a:path w="2539" h="240029">
                  <a:moveTo>
                    <a:pt x="2539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2539" y="232409"/>
                  </a:lnTo>
                  <a:lnTo>
                    <a:pt x="2539" y="228600"/>
                  </a:lnTo>
                  <a:close/>
                </a:path>
                <a:path w="2539" h="240029">
                  <a:moveTo>
                    <a:pt x="2539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2539" y="234949"/>
                  </a:lnTo>
                  <a:lnTo>
                    <a:pt x="2539" y="232409"/>
                  </a:lnTo>
                  <a:close/>
                </a:path>
                <a:path w="2539" h="240029">
                  <a:moveTo>
                    <a:pt x="2539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2539" y="238759"/>
                  </a:lnTo>
                  <a:lnTo>
                    <a:pt x="2539" y="234950"/>
                  </a:lnTo>
                  <a:close/>
                </a:path>
                <a:path w="2539" h="240029">
                  <a:moveTo>
                    <a:pt x="2539" y="238759"/>
                  </a:moveTo>
                  <a:lnTo>
                    <a:pt x="0" y="238759"/>
                  </a:lnTo>
                  <a:lnTo>
                    <a:pt x="0" y="240029"/>
                  </a:lnTo>
                  <a:lnTo>
                    <a:pt x="2539" y="240029"/>
                  </a:lnTo>
                  <a:lnTo>
                    <a:pt x="2539" y="238759"/>
                  </a:lnTo>
                  <a:close/>
                </a:path>
              </a:pathLst>
            </a:custGeom>
            <a:solidFill>
              <a:srgbClr val="A6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" name="object 527"/>
            <p:cNvSpPr/>
            <p:nvPr/>
          </p:nvSpPr>
          <p:spPr>
            <a:xfrm>
              <a:off x="2338069" y="5311139"/>
              <a:ext cx="3810" cy="242570"/>
            </a:xfrm>
            <a:custGeom>
              <a:avLst/>
              <a:gdLst/>
              <a:ahLst/>
              <a:cxnLst/>
              <a:rect l="l" t="t" r="r" b="b"/>
              <a:pathLst>
                <a:path w="3810" h="242570">
                  <a:moveTo>
                    <a:pt x="38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  <a:path w="3810" h="242570">
                  <a:moveTo>
                    <a:pt x="381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70"/>
                  </a:lnTo>
                  <a:close/>
                </a:path>
                <a:path w="3810" h="242570">
                  <a:moveTo>
                    <a:pt x="3810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80"/>
                  </a:lnTo>
                  <a:close/>
                </a:path>
                <a:path w="3810" h="242570">
                  <a:moveTo>
                    <a:pt x="3810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20"/>
                  </a:lnTo>
                  <a:close/>
                </a:path>
                <a:path w="3810" h="242570">
                  <a:moveTo>
                    <a:pt x="3810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30"/>
                  </a:lnTo>
                  <a:close/>
                </a:path>
                <a:path w="3810" h="242570">
                  <a:moveTo>
                    <a:pt x="3810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70"/>
                  </a:lnTo>
                  <a:close/>
                </a:path>
                <a:path w="3810" h="242570">
                  <a:moveTo>
                    <a:pt x="3810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80"/>
                  </a:lnTo>
                  <a:close/>
                </a:path>
                <a:path w="3810" h="242570">
                  <a:moveTo>
                    <a:pt x="3810" y="20320"/>
                  </a:moveTo>
                  <a:lnTo>
                    <a:pt x="0" y="20320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0320"/>
                  </a:lnTo>
                  <a:close/>
                </a:path>
                <a:path w="3810" h="242570">
                  <a:moveTo>
                    <a:pt x="3810" y="220980"/>
                  </a:moveTo>
                  <a:lnTo>
                    <a:pt x="0" y="220980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80"/>
                  </a:lnTo>
                  <a:close/>
                </a:path>
                <a:path w="3810" h="242570">
                  <a:moveTo>
                    <a:pt x="3810" y="223520"/>
                  </a:moveTo>
                  <a:lnTo>
                    <a:pt x="0" y="223520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20"/>
                  </a:lnTo>
                  <a:close/>
                </a:path>
                <a:path w="3810" h="242570">
                  <a:moveTo>
                    <a:pt x="3810" y="227330"/>
                  </a:moveTo>
                  <a:lnTo>
                    <a:pt x="0" y="227330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30"/>
                  </a:lnTo>
                  <a:close/>
                </a:path>
                <a:path w="3810" h="242570">
                  <a:moveTo>
                    <a:pt x="3810" y="229870"/>
                  </a:moveTo>
                  <a:lnTo>
                    <a:pt x="0" y="229870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70"/>
                  </a:lnTo>
                  <a:close/>
                </a:path>
                <a:path w="3810" h="242570">
                  <a:moveTo>
                    <a:pt x="3810" y="233680"/>
                  </a:moveTo>
                  <a:lnTo>
                    <a:pt x="0" y="233680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80"/>
                  </a:lnTo>
                  <a:close/>
                </a:path>
                <a:path w="3810" h="242570">
                  <a:moveTo>
                    <a:pt x="3810" y="236220"/>
                  </a:moveTo>
                  <a:lnTo>
                    <a:pt x="0" y="236220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20"/>
                  </a:lnTo>
                  <a:close/>
                </a:path>
                <a:path w="3810" h="242570">
                  <a:moveTo>
                    <a:pt x="3810" y="240030"/>
                  </a:moveTo>
                  <a:lnTo>
                    <a:pt x="0" y="240030"/>
                  </a:lnTo>
                  <a:lnTo>
                    <a:pt x="0" y="241300"/>
                  </a:lnTo>
                  <a:lnTo>
                    <a:pt x="2540" y="241300"/>
                  </a:lnTo>
                  <a:lnTo>
                    <a:pt x="2540" y="242570"/>
                  </a:lnTo>
                  <a:lnTo>
                    <a:pt x="3810" y="242570"/>
                  </a:lnTo>
                  <a:lnTo>
                    <a:pt x="3810" y="240030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" name="object 528"/>
            <p:cNvSpPr/>
            <p:nvPr/>
          </p:nvSpPr>
          <p:spPr>
            <a:xfrm>
              <a:off x="2341880" y="5311139"/>
              <a:ext cx="3810" cy="242570"/>
            </a:xfrm>
            <a:custGeom>
              <a:avLst/>
              <a:gdLst/>
              <a:ahLst/>
              <a:cxnLst/>
              <a:rect l="l" t="t" r="r" b="b"/>
              <a:pathLst>
                <a:path w="3810" h="242570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10" h="242570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10" h="242570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10" h="242570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10" h="242570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10" h="242570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10" h="242570">
                  <a:moveTo>
                    <a:pt x="3810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92"/>
                  </a:lnTo>
                  <a:close/>
                </a:path>
                <a:path w="3810" h="242570">
                  <a:moveTo>
                    <a:pt x="3810" y="20332"/>
                  </a:moveTo>
                  <a:lnTo>
                    <a:pt x="0" y="2033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0332"/>
                  </a:lnTo>
                  <a:close/>
                </a:path>
                <a:path w="3810" h="242570">
                  <a:moveTo>
                    <a:pt x="381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92"/>
                  </a:lnTo>
                  <a:close/>
                </a:path>
                <a:path w="3810" h="242570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10" h="242570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10" h="24257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10" h="24257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10" h="24257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10" h="24257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" name="object 529"/>
            <p:cNvSpPr/>
            <p:nvPr/>
          </p:nvSpPr>
          <p:spPr>
            <a:xfrm>
              <a:off x="2345690" y="5311139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10" h="243839">
                  <a:moveTo>
                    <a:pt x="3810" y="242582"/>
                  </a:moveTo>
                  <a:lnTo>
                    <a:pt x="1270" y="242582"/>
                  </a:lnTo>
                  <a:lnTo>
                    <a:pt x="1270" y="243840"/>
                  </a:lnTo>
                  <a:lnTo>
                    <a:pt x="3810" y="243840"/>
                  </a:lnTo>
                  <a:lnTo>
                    <a:pt x="3810" y="242582"/>
                  </a:lnTo>
                  <a:close/>
                </a:path>
                <a:path w="3810" h="243839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10" h="243839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10" h="243839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10" h="243839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10" h="243839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10" h="243839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10" h="243839">
                  <a:moveTo>
                    <a:pt x="3810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92"/>
                  </a:lnTo>
                  <a:close/>
                </a:path>
                <a:path w="3810" h="243839">
                  <a:moveTo>
                    <a:pt x="3810" y="20332"/>
                  </a:moveTo>
                  <a:lnTo>
                    <a:pt x="0" y="2033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0332"/>
                  </a:lnTo>
                  <a:close/>
                </a:path>
                <a:path w="3810" h="243839">
                  <a:moveTo>
                    <a:pt x="381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92"/>
                  </a:lnTo>
                  <a:close/>
                </a:path>
                <a:path w="3810" h="243839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10" h="243839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10" h="243839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10" h="243839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10" h="243839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10" h="243839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EAD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" name="object 530"/>
            <p:cNvSpPr/>
            <p:nvPr/>
          </p:nvSpPr>
          <p:spPr>
            <a:xfrm>
              <a:off x="2349500" y="5311139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10" h="243839">
                  <a:moveTo>
                    <a:pt x="3810" y="242582"/>
                  </a:moveTo>
                  <a:lnTo>
                    <a:pt x="0" y="24258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2582"/>
                  </a:lnTo>
                  <a:close/>
                </a:path>
                <a:path w="3810" h="243839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10" h="243839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10" h="243839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10" h="243839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10" h="243839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10" h="243839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10" h="243839">
                  <a:moveTo>
                    <a:pt x="3810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92"/>
                  </a:lnTo>
                  <a:close/>
                </a:path>
                <a:path w="3810" h="243839">
                  <a:moveTo>
                    <a:pt x="3810" y="20332"/>
                  </a:moveTo>
                  <a:lnTo>
                    <a:pt x="0" y="2033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0332"/>
                  </a:lnTo>
                  <a:close/>
                </a:path>
                <a:path w="3810" h="243839">
                  <a:moveTo>
                    <a:pt x="381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92"/>
                  </a:lnTo>
                  <a:close/>
                </a:path>
                <a:path w="3810" h="243839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10" h="243839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10" h="243839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10" h="243839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10" h="243839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10" h="243839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CAB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" name="object 531"/>
            <p:cNvSpPr/>
            <p:nvPr/>
          </p:nvSpPr>
          <p:spPr>
            <a:xfrm>
              <a:off x="2353310" y="5311139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10" h="243839">
                  <a:moveTo>
                    <a:pt x="3810" y="242582"/>
                  </a:moveTo>
                  <a:lnTo>
                    <a:pt x="0" y="24258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2582"/>
                  </a:lnTo>
                  <a:close/>
                </a:path>
                <a:path w="3810" h="243839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10" h="243839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10" h="243839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10" h="243839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10" h="243839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10" h="243839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10" h="243839">
                  <a:moveTo>
                    <a:pt x="3810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92"/>
                  </a:lnTo>
                  <a:close/>
                </a:path>
                <a:path w="3810" h="243839">
                  <a:moveTo>
                    <a:pt x="3810" y="20332"/>
                  </a:moveTo>
                  <a:lnTo>
                    <a:pt x="0" y="2033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0332"/>
                  </a:lnTo>
                  <a:close/>
                </a:path>
                <a:path w="3810" h="243839">
                  <a:moveTo>
                    <a:pt x="381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92"/>
                  </a:lnTo>
                  <a:close/>
                </a:path>
                <a:path w="3810" h="243839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10" h="243839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10" h="243839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10" h="243839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10" h="243839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10" h="243839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9A8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" name="object 532"/>
            <p:cNvSpPr/>
            <p:nvPr/>
          </p:nvSpPr>
          <p:spPr>
            <a:xfrm>
              <a:off x="2357119" y="5309870"/>
              <a:ext cx="2540" cy="245110"/>
            </a:xfrm>
            <a:custGeom>
              <a:avLst/>
              <a:gdLst/>
              <a:ahLst/>
              <a:cxnLst/>
              <a:rect l="l" t="t" r="r" b="b"/>
              <a:pathLst>
                <a:path w="2539" h="245110">
                  <a:moveTo>
                    <a:pt x="2540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2540" y="2539"/>
                  </a:lnTo>
                  <a:lnTo>
                    <a:pt x="2540" y="0"/>
                  </a:lnTo>
                  <a:close/>
                </a:path>
                <a:path w="2539" h="245110">
                  <a:moveTo>
                    <a:pt x="254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2540" y="6349"/>
                  </a:lnTo>
                  <a:lnTo>
                    <a:pt x="2540" y="2539"/>
                  </a:lnTo>
                  <a:close/>
                </a:path>
                <a:path w="2539" h="245110">
                  <a:moveTo>
                    <a:pt x="254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2540" y="8889"/>
                  </a:lnTo>
                  <a:lnTo>
                    <a:pt x="2540" y="6349"/>
                  </a:lnTo>
                  <a:close/>
                </a:path>
                <a:path w="2539" h="245110">
                  <a:moveTo>
                    <a:pt x="254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2540" y="12699"/>
                  </a:lnTo>
                  <a:lnTo>
                    <a:pt x="2540" y="8889"/>
                  </a:lnTo>
                  <a:close/>
                </a:path>
                <a:path w="2539" h="245110">
                  <a:moveTo>
                    <a:pt x="254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2540" y="15239"/>
                  </a:lnTo>
                  <a:lnTo>
                    <a:pt x="2540" y="12699"/>
                  </a:lnTo>
                  <a:close/>
                </a:path>
                <a:path w="2539" h="245110">
                  <a:moveTo>
                    <a:pt x="254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2540" y="19049"/>
                  </a:lnTo>
                  <a:lnTo>
                    <a:pt x="2540" y="15239"/>
                  </a:lnTo>
                  <a:close/>
                </a:path>
                <a:path w="2539" h="245110">
                  <a:moveTo>
                    <a:pt x="2540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2540" y="21589"/>
                  </a:lnTo>
                  <a:lnTo>
                    <a:pt x="2540" y="19049"/>
                  </a:lnTo>
                  <a:close/>
                </a:path>
                <a:path w="2539" h="245110">
                  <a:moveTo>
                    <a:pt x="2540" y="21589"/>
                  </a:moveTo>
                  <a:lnTo>
                    <a:pt x="0" y="21589"/>
                  </a:lnTo>
                  <a:lnTo>
                    <a:pt x="0" y="222249"/>
                  </a:lnTo>
                  <a:lnTo>
                    <a:pt x="2540" y="222249"/>
                  </a:lnTo>
                  <a:lnTo>
                    <a:pt x="2540" y="21589"/>
                  </a:lnTo>
                  <a:close/>
                </a:path>
                <a:path w="2539" h="245110">
                  <a:moveTo>
                    <a:pt x="2540" y="222249"/>
                  </a:moveTo>
                  <a:lnTo>
                    <a:pt x="0" y="222249"/>
                  </a:lnTo>
                  <a:lnTo>
                    <a:pt x="0" y="224789"/>
                  </a:lnTo>
                  <a:lnTo>
                    <a:pt x="2540" y="224789"/>
                  </a:lnTo>
                  <a:lnTo>
                    <a:pt x="2540" y="222249"/>
                  </a:lnTo>
                  <a:close/>
                </a:path>
                <a:path w="2539" h="245110">
                  <a:moveTo>
                    <a:pt x="2540" y="224789"/>
                  </a:moveTo>
                  <a:lnTo>
                    <a:pt x="0" y="224789"/>
                  </a:lnTo>
                  <a:lnTo>
                    <a:pt x="0" y="228599"/>
                  </a:lnTo>
                  <a:lnTo>
                    <a:pt x="2540" y="228599"/>
                  </a:lnTo>
                  <a:lnTo>
                    <a:pt x="2540" y="224789"/>
                  </a:lnTo>
                  <a:close/>
                </a:path>
                <a:path w="2539" h="245110">
                  <a:moveTo>
                    <a:pt x="2540" y="228599"/>
                  </a:moveTo>
                  <a:lnTo>
                    <a:pt x="0" y="228599"/>
                  </a:lnTo>
                  <a:lnTo>
                    <a:pt x="0" y="231139"/>
                  </a:lnTo>
                  <a:lnTo>
                    <a:pt x="2540" y="231139"/>
                  </a:lnTo>
                  <a:lnTo>
                    <a:pt x="2540" y="228599"/>
                  </a:lnTo>
                  <a:close/>
                </a:path>
                <a:path w="2539" h="245110">
                  <a:moveTo>
                    <a:pt x="2540" y="231139"/>
                  </a:moveTo>
                  <a:lnTo>
                    <a:pt x="0" y="231139"/>
                  </a:lnTo>
                  <a:lnTo>
                    <a:pt x="0" y="234949"/>
                  </a:lnTo>
                  <a:lnTo>
                    <a:pt x="2540" y="234949"/>
                  </a:lnTo>
                  <a:lnTo>
                    <a:pt x="2540" y="231139"/>
                  </a:lnTo>
                  <a:close/>
                </a:path>
                <a:path w="2539" h="245110">
                  <a:moveTo>
                    <a:pt x="2540" y="234949"/>
                  </a:moveTo>
                  <a:lnTo>
                    <a:pt x="0" y="234949"/>
                  </a:lnTo>
                  <a:lnTo>
                    <a:pt x="0" y="237489"/>
                  </a:lnTo>
                  <a:lnTo>
                    <a:pt x="2540" y="237489"/>
                  </a:lnTo>
                  <a:lnTo>
                    <a:pt x="2540" y="234949"/>
                  </a:lnTo>
                  <a:close/>
                </a:path>
                <a:path w="2539" h="245110">
                  <a:moveTo>
                    <a:pt x="2540" y="237489"/>
                  </a:moveTo>
                  <a:lnTo>
                    <a:pt x="0" y="237489"/>
                  </a:lnTo>
                  <a:lnTo>
                    <a:pt x="0" y="241299"/>
                  </a:lnTo>
                  <a:lnTo>
                    <a:pt x="2540" y="241299"/>
                  </a:lnTo>
                  <a:lnTo>
                    <a:pt x="2540" y="237489"/>
                  </a:lnTo>
                  <a:close/>
                </a:path>
                <a:path w="2539" h="245110">
                  <a:moveTo>
                    <a:pt x="2540" y="241299"/>
                  </a:moveTo>
                  <a:lnTo>
                    <a:pt x="0" y="241299"/>
                  </a:lnTo>
                  <a:lnTo>
                    <a:pt x="0" y="243839"/>
                  </a:lnTo>
                  <a:lnTo>
                    <a:pt x="2540" y="243839"/>
                  </a:lnTo>
                  <a:lnTo>
                    <a:pt x="2540" y="241299"/>
                  </a:lnTo>
                  <a:close/>
                </a:path>
                <a:path w="2539" h="245110">
                  <a:moveTo>
                    <a:pt x="2540" y="243839"/>
                  </a:moveTo>
                  <a:lnTo>
                    <a:pt x="0" y="243839"/>
                  </a:lnTo>
                  <a:lnTo>
                    <a:pt x="0" y="245109"/>
                  </a:lnTo>
                  <a:lnTo>
                    <a:pt x="2540" y="245109"/>
                  </a:lnTo>
                  <a:lnTo>
                    <a:pt x="2540" y="243839"/>
                  </a:lnTo>
                  <a:close/>
                </a:path>
              </a:pathLst>
            </a:custGeom>
            <a:solidFill>
              <a:srgbClr val="96A6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" name="object 533"/>
            <p:cNvSpPr/>
            <p:nvPr/>
          </p:nvSpPr>
          <p:spPr>
            <a:xfrm>
              <a:off x="2359660" y="5309882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10" h="245110">
                  <a:moveTo>
                    <a:pt x="3810" y="243840"/>
                  </a:moveTo>
                  <a:lnTo>
                    <a:pt x="0" y="24384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3840"/>
                  </a:lnTo>
                  <a:close/>
                </a:path>
                <a:path w="3810" h="245110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10" h="245110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10" h="245110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10" h="245110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10" h="24511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10" h="245110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10" h="245110">
                  <a:moveTo>
                    <a:pt x="3810" y="222250"/>
                  </a:moveTo>
                  <a:lnTo>
                    <a:pt x="0" y="22225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22250"/>
                  </a:lnTo>
                  <a:close/>
                </a:path>
                <a:path w="3810" h="245110">
                  <a:moveTo>
                    <a:pt x="3810" y="21590"/>
                  </a:moveTo>
                  <a:lnTo>
                    <a:pt x="0" y="2159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1590"/>
                  </a:lnTo>
                  <a:close/>
                </a:path>
                <a:path w="3810" h="245110">
                  <a:moveTo>
                    <a:pt x="381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10" y="21577"/>
                  </a:lnTo>
                  <a:lnTo>
                    <a:pt x="3810" y="19050"/>
                  </a:lnTo>
                  <a:close/>
                </a:path>
                <a:path w="3810" h="245110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10" h="24511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10" h="24511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10" h="24511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10" h="24511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10" h="24511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" name="object 534"/>
            <p:cNvSpPr/>
            <p:nvPr/>
          </p:nvSpPr>
          <p:spPr>
            <a:xfrm>
              <a:off x="2363469" y="5308600"/>
              <a:ext cx="3810" cy="247650"/>
            </a:xfrm>
            <a:custGeom>
              <a:avLst/>
              <a:gdLst/>
              <a:ahLst/>
              <a:cxnLst/>
              <a:rect l="l" t="t" r="r" b="b"/>
              <a:pathLst>
                <a:path w="3810" h="247650">
                  <a:moveTo>
                    <a:pt x="3810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247650">
                  <a:moveTo>
                    <a:pt x="381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70"/>
                  </a:lnTo>
                  <a:close/>
                </a:path>
                <a:path w="3810" h="247650">
                  <a:moveTo>
                    <a:pt x="3810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3810"/>
                  </a:lnTo>
                  <a:close/>
                </a:path>
                <a:path w="3810" h="247650">
                  <a:moveTo>
                    <a:pt x="3810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7620"/>
                  </a:lnTo>
                  <a:close/>
                </a:path>
                <a:path w="3810" h="247650">
                  <a:moveTo>
                    <a:pt x="3810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10160"/>
                  </a:lnTo>
                  <a:close/>
                </a:path>
                <a:path w="3810" h="247650">
                  <a:moveTo>
                    <a:pt x="3810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3970"/>
                  </a:lnTo>
                  <a:close/>
                </a:path>
                <a:path w="3810" h="247650">
                  <a:moveTo>
                    <a:pt x="3810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6510"/>
                  </a:lnTo>
                  <a:close/>
                </a:path>
                <a:path w="3810" h="247650">
                  <a:moveTo>
                    <a:pt x="3810" y="20320"/>
                  </a:moveTo>
                  <a:lnTo>
                    <a:pt x="0" y="2032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20320"/>
                  </a:lnTo>
                  <a:close/>
                </a:path>
                <a:path w="3810" h="247650">
                  <a:moveTo>
                    <a:pt x="3810" y="22860"/>
                  </a:moveTo>
                  <a:lnTo>
                    <a:pt x="0" y="22860"/>
                  </a:lnTo>
                  <a:lnTo>
                    <a:pt x="0" y="223519"/>
                  </a:lnTo>
                  <a:lnTo>
                    <a:pt x="3810" y="223519"/>
                  </a:lnTo>
                  <a:lnTo>
                    <a:pt x="3810" y="22860"/>
                  </a:lnTo>
                  <a:close/>
                </a:path>
                <a:path w="3810" h="247650">
                  <a:moveTo>
                    <a:pt x="3810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23520"/>
                  </a:lnTo>
                  <a:close/>
                </a:path>
                <a:path w="3810" h="247650">
                  <a:moveTo>
                    <a:pt x="3810" y="226060"/>
                  </a:moveTo>
                  <a:lnTo>
                    <a:pt x="0" y="226060"/>
                  </a:lnTo>
                  <a:lnTo>
                    <a:pt x="0" y="229869"/>
                  </a:lnTo>
                  <a:lnTo>
                    <a:pt x="3810" y="229869"/>
                  </a:lnTo>
                  <a:lnTo>
                    <a:pt x="3810" y="226060"/>
                  </a:lnTo>
                  <a:close/>
                </a:path>
                <a:path w="3810" h="247650">
                  <a:moveTo>
                    <a:pt x="3810" y="229870"/>
                  </a:moveTo>
                  <a:lnTo>
                    <a:pt x="0" y="22987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9870"/>
                  </a:lnTo>
                  <a:close/>
                </a:path>
                <a:path w="3810" h="247650">
                  <a:moveTo>
                    <a:pt x="3810" y="232410"/>
                  </a:moveTo>
                  <a:lnTo>
                    <a:pt x="0" y="232410"/>
                  </a:lnTo>
                  <a:lnTo>
                    <a:pt x="0" y="236219"/>
                  </a:lnTo>
                  <a:lnTo>
                    <a:pt x="3810" y="236219"/>
                  </a:lnTo>
                  <a:lnTo>
                    <a:pt x="3810" y="232410"/>
                  </a:lnTo>
                  <a:close/>
                </a:path>
                <a:path w="3810" h="247650">
                  <a:moveTo>
                    <a:pt x="3810" y="236220"/>
                  </a:moveTo>
                  <a:lnTo>
                    <a:pt x="0" y="236220"/>
                  </a:lnTo>
                  <a:lnTo>
                    <a:pt x="0" y="238759"/>
                  </a:lnTo>
                  <a:lnTo>
                    <a:pt x="3810" y="238759"/>
                  </a:lnTo>
                  <a:lnTo>
                    <a:pt x="3810" y="236220"/>
                  </a:lnTo>
                  <a:close/>
                </a:path>
                <a:path w="3810" h="247650">
                  <a:moveTo>
                    <a:pt x="3810" y="238760"/>
                  </a:moveTo>
                  <a:lnTo>
                    <a:pt x="0" y="238760"/>
                  </a:lnTo>
                  <a:lnTo>
                    <a:pt x="0" y="242569"/>
                  </a:lnTo>
                  <a:lnTo>
                    <a:pt x="3810" y="242569"/>
                  </a:lnTo>
                  <a:lnTo>
                    <a:pt x="3810" y="238760"/>
                  </a:lnTo>
                  <a:close/>
                </a:path>
                <a:path w="3810" h="247650">
                  <a:moveTo>
                    <a:pt x="3810" y="242570"/>
                  </a:moveTo>
                  <a:lnTo>
                    <a:pt x="0" y="242570"/>
                  </a:lnTo>
                  <a:lnTo>
                    <a:pt x="0" y="245109"/>
                  </a:lnTo>
                  <a:lnTo>
                    <a:pt x="3810" y="245109"/>
                  </a:lnTo>
                  <a:lnTo>
                    <a:pt x="3810" y="242570"/>
                  </a:lnTo>
                  <a:close/>
                </a:path>
                <a:path w="3810" h="247650">
                  <a:moveTo>
                    <a:pt x="3810" y="245110"/>
                  </a:moveTo>
                  <a:lnTo>
                    <a:pt x="0" y="245110"/>
                  </a:lnTo>
                  <a:lnTo>
                    <a:pt x="0" y="246380"/>
                  </a:lnTo>
                  <a:lnTo>
                    <a:pt x="1269" y="246380"/>
                  </a:lnTo>
                  <a:lnTo>
                    <a:pt x="1269" y="247650"/>
                  </a:lnTo>
                  <a:lnTo>
                    <a:pt x="3810" y="247650"/>
                  </a:lnTo>
                  <a:lnTo>
                    <a:pt x="3810" y="245110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" name="object 535"/>
            <p:cNvSpPr/>
            <p:nvPr/>
          </p:nvSpPr>
          <p:spPr>
            <a:xfrm>
              <a:off x="2367280" y="5308600"/>
              <a:ext cx="3810" cy="247650"/>
            </a:xfrm>
            <a:custGeom>
              <a:avLst/>
              <a:gdLst/>
              <a:ahLst/>
              <a:cxnLst/>
              <a:rect l="l" t="t" r="r" b="b"/>
              <a:pathLst>
                <a:path w="3810" h="247650">
                  <a:moveTo>
                    <a:pt x="3810" y="245122"/>
                  </a:moveTo>
                  <a:lnTo>
                    <a:pt x="0" y="24512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5122"/>
                  </a:lnTo>
                  <a:close/>
                </a:path>
                <a:path w="3810" h="247650">
                  <a:moveTo>
                    <a:pt x="3810" y="242582"/>
                  </a:moveTo>
                  <a:lnTo>
                    <a:pt x="0" y="24258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2582"/>
                  </a:lnTo>
                  <a:close/>
                </a:path>
                <a:path w="3810" h="247650">
                  <a:moveTo>
                    <a:pt x="3810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8772"/>
                  </a:lnTo>
                  <a:close/>
                </a:path>
                <a:path w="3810" h="247650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10" h="247650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10" h="247650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10" h="247650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10" h="247650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10" h="247650">
                  <a:moveTo>
                    <a:pt x="3810" y="22872"/>
                  </a:moveTo>
                  <a:lnTo>
                    <a:pt x="0" y="2287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872"/>
                  </a:lnTo>
                  <a:close/>
                </a:path>
                <a:path w="3810" h="247650">
                  <a:moveTo>
                    <a:pt x="3810" y="20332"/>
                  </a:moveTo>
                  <a:lnTo>
                    <a:pt x="0" y="2033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20332"/>
                  </a:lnTo>
                  <a:close/>
                </a:path>
                <a:path w="3810" h="247650">
                  <a:moveTo>
                    <a:pt x="3810" y="16522"/>
                  </a:moveTo>
                  <a:lnTo>
                    <a:pt x="0" y="1652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6522"/>
                  </a:lnTo>
                  <a:close/>
                </a:path>
                <a:path w="3810" h="247650">
                  <a:moveTo>
                    <a:pt x="3810" y="13982"/>
                  </a:moveTo>
                  <a:lnTo>
                    <a:pt x="0" y="1398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82"/>
                  </a:lnTo>
                  <a:close/>
                </a:path>
                <a:path w="3810" h="247650">
                  <a:moveTo>
                    <a:pt x="381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0172"/>
                  </a:lnTo>
                  <a:close/>
                </a:path>
                <a:path w="3810" h="247650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10" h="247650">
                  <a:moveTo>
                    <a:pt x="381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3822"/>
                  </a:lnTo>
                  <a:close/>
                </a:path>
                <a:path w="3810" h="247650">
                  <a:moveTo>
                    <a:pt x="381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82"/>
                  </a:lnTo>
                  <a:close/>
                </a:path>
                <a:path w="3810" h="24765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E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" name="object 536"/>
            <p:cNvSpPr/>
            <p:nvPr/>
          </p:nvSpPr>
          <p:spPr>
            <a:xfrm>
              <a:off x="2371089" y="5308600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248920">
                  <a:moveTo>
                    <a:pt x="381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70"/>
                  </a:lnTo>
                  <a:close/>
                </a:path>
                <a:path w="3810" h="248920">
                  <a:moveTo>
                    <a:pt x="3810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3810"/>
                  </a:lnTo>
                  <a:close/>
                </a:path>
                <a:path w="3810" h="248920">
                  <a:moveTo>
                    <a:pt x="3810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7620"/>
                  </a:lnTo>
                  <a:close/>
                </a:path>
                <a:path w="3810" h="248920">
                  <a:moveTo>
                    <a:pt x="3810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10160"/>
                  </a:lnTo>
                  <a:close/>
                </a:path>
                <a:path w="3810" h="248920">
                  <a:moveTo>
                    <a:pt x="3810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3970"/>
                  </a:lnTo>
                  <a:close/>
                </a:path>
                <a:path w="3810" h="248920">
                  <a:moveTo>
                    <a:pt x="3810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6510"/>
                  </a:lnTo>
                  <a:close/>
                </a:path>
                <a:path w="3810" h="248920">
                  <a:moveTo>
                    <a:pt x="3810" y="20320"/>
                  </a:moveTo>
                  <a:lnTo>
                    <a:pt x="0" y="2032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20320"/>
                  </a:lnTo>
                  <a:close/>
                </a:path>
                <a:path w="3810" h="248920">
                  <a:moveTo>
                    <a:pt x="3810" y="22860"/>
                  </a:moveTo>
                  <a:lnTo>
                    <a:pt x="0" y="22860"/>
                  </a:lnTo>
                  <a:lnTo>
                    <a:pt x="0" y="223519"/>
                  </a:lnTo>
                  <a:lnTo>
                    <a:pt x="3810" y="223519"/>
                  </a:lnTo>
                  <a:lnTo>
                    <a:pt x="3810" y="22860"/>
                  </a:lnTo>
                  <a:close/>
                </a:path>
                <a:path w="3810" h="248920">
                  <a:moveTo>
                    <a:pt x="3810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23520"/>
                  </a:lnTo>
                  <a:close/>
                </a:path>
                <a:path w="3810" h="248920">
                  <a:moveTo>
                    <a:pt x="3810" y="226060"/>
                  </a:moveTo>
                  <a:lnTo>
                    <a:pt x="0" y="226060"/>
                  </a:lnTo>
                  <a:lnTo>
                    <a:pt x="0" y="229869"/>
                  </a:lnTo>
                  <a:lnTo>
                    <a:pt x="3810" y="229869"/>
                  </a:lnTo>
                  <a:lnTo>
                    <a:pt x="3810" y="226060"/>
                  </a:lnTo>
                  <a:close/>
                </a:path>
                <a:path w="3810" h="248920">
                  <a:moveTo>
                    <a:pt x="3810" y="229870"/>
                  </a:moveTo>
                  <a:lnTo>
                    <a:pt x="0" y="22987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9870"/>
                  </a:lnTo>
                  <a:close/>
                </a:path>
                <a:path w="3810" h="248920">
                  <a:moveTo>
                    <a:pt x="3810" y="232410"/>
                  </a:moveTo>
                  <a:lnTo>
                    <a:pt x="0" y="232410"/>
                  </a:lnTo>
                  <a:lnTo>
                    <a:pt x="0" y="236219"/>
                  </a:lnTo>
                  <a:lnTo>
                    <a:pt x="3810" y="236219"/>
                  </a:lnTo>
                  <a:lnTo>
                    <a:pt x="3810" y="232410"/>
                  </a:lnTo>
                  <a:close/>
                </a:path>
                <a:path w="3810" h="248920">
                  <a:moveTo>
                    <a:pt x="3810" y="236220"/>
                  </a:moveTo>
                  <a:lnTo>
                    <a:pt x="0" y="236220"/>
                  </a:lnTo>
                  <a:lnTo>
                    <a:pt x="0" y="238759"/>
                  </a:lnTo>
                  <a:lnTo>
                    <a:pt x="3810" y="238759"/>
                  </a:lnTo>
                  <a:lnTo>
                    <a:pt x="3810" y="236220"/>
                  </a:lnTo>
                  <a:close/>
                </a:path>
                <a:path w="3810" h="248920">
                  <a:moveTo>
                    <a:pt x="3810" y="238760"/>
                  </a:moveTo>
                  <a:lnTo>
                    <a:pt x="0" y="238760"/>
                  </a:lnTo>
                  <a:lnTo>
                    <a:pt x="0" y="242569"/>
                  </a:lnTo>
                  <a:lnTo>
                    <a:pt x="3810" y="242569"/>
                  </a:lnTo>
                  <a:lnTo>
                    <a:pt x="3810" y="238760"/>
                  </a:lnTo>
                  <a:close/>
                </a:path>
                <a:path w="3810" h="248920">
                  <a:moveTo>
                    <a:pt x="3810" y="242570"/>
                  </a:moveTo>
                  <a:lnTo>
                    <a:pt x="0" y="242570"/>
                  </a:lnTo>
                  <a:lnTo>
                    <a:pt x="0" y="245109"/>
                  </a:lnTo>
                  <a:lnTo>
                    <a:pt x="3810" y="245109"/>
                  </a:lnTo>
                  <a:lnTo>
                    <a:pt x="3810" y="242570"/>
                  </a:lnTo>
                  <a:close/>
                </a:path>
                <a:path w="3810" h="248920">
                  <a:moveTo>
                    <a:pt x="3810" y="245110"/>
                  </a:moveTo>
                  <a:lnTo>
                    <a:pt x="0" y="245110"/>
                  </a:lnTo>
                  <a:lnTo>
                    <a:pt x="0" y="247650"/>
                  </a:lnTo>
                  <a:lnTo>
                    <a:pt x="1270" y="247650"/>
                  </a:lnTo>
                  <a:lnTo>
                    <a:pt x="1270" y="248919"/>
                  </a:lnTo>
                  <a:lnTo>
                    <a:pt x="3810" y="248919"/>
                  </a:lnTo>
                  <a:lnTo>
                    <a:pt x="3810" y="245110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" name="object 537"/>
            <p:cNvSpPr/>
            <p:nvPr/>
          </p:nvSpPr>
          <p:spPr>
            <a:xfrm>
              <a:off x="2374900" y="5308600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5122"/>
                  </a:moveTo>
                  <a:lnTo>
                    <a:pt x="0" y="24512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5122"/>
                  </a:lnTo>
                  <a:close/>
                </a:path>
                <a:path w="3810" h="248920">
                  <a:moveTo>
                    <a:pt x="3810" y="242582"/>
                  </a:moveTo>
                  <a:lnTo>
                    <a:pt x="0" y="24258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2582"/>
                  </a:lnTo>
                  <a:close/>
                </a:path>
                <a:path w="3810" h="248920">
                  <a:moveTo>
                    <a:pt x="3810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8772"/>
                  </a:lnTo>
                  <a:close/>
                </a:path>
                <a:path w="3810" h="248920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10" h="248920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10" h="248920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10" h="248920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10" h="248920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10" h="248920">
                  <a:moveTo>
                    <a:pt x="3810" y="22872"/>
                  </a:moveTo>
                  <a:lnTo>
                    <a:pt x="0" y="2287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872"/>
                  </a:lnTo>
                  <a:close/>
                </a:path>
                <a:path w="3810" h="248920">
                  <a:moveTo>
                    <a:pt x="3810" y="20332"/>
                  </a:moveTo>
                  <a:lnTo>
                    <a:pt x="0" y="2033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20332"/>
                  </a:lnTo>
                  <a:close/>
                </a:path>
                <a:path w="3810" h="248920">
                  <a:moveTo>
                    <a:pt x="3810" y="16522"/>
                  </a:moveTo>
                  <a:lnTo>
                    <a:pt x="0" y="1652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6522"/>
                  </a:lnTo>
                  <a:close/>
                </a:path>
                <a:path w="3810" h="248920">
                  <a:moveTo>
                    <a:pt x="3810" y="13982"/>
                  </a:moveTo>
                  <a:lnTo>
                    <a:pt x="0" y="1398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82"/>
                  </a:lnTo>
                  <a:close/>
                </a:path>
                <a:path w="3810" h="248920">
                  <a:moveTo>
                    <a:pt x="381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0172"/>
                  </a:lnTo>
                  <a:close/>
                </a:path>
                <a:path w="3810" h="248920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10" h="248920">
                  <a:moveTo>
                    <a:pt x="381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3822"/>
                  </a:lnTo>
                  <a:close/>
                </a:path>
                <a:path w="3810" h="248920">
                  <a:moveTo>
                    <a:pt x="381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82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" name="object 538"/>
            <p:cNvSpPr/>
            <p:nvPr/>
          </p:nvSpPr>
          <p:spPr>
            <a:xfrm>
              <a:off x="2378710" y="5308600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5122"/>
                  </a:moveTo>
                  <a:lnTo>
                    <a:pt x="0" y="24512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5122"/>
                  </a:lnTo>
                  <a:close/>
                </a:path>
                <a:path w="3810" h="248920">
                  <a:moveTo>
                    <a:pt x="3810" y="242582"/>
                  </a:moveTo>
                  <a:lnTo>
                    <a:pt x="0" y="24258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2582"/>
                  </a:lnTo>
                  <a:close/>
                </a:path>
                <a:path w="3810" h="248920">
                  <a:moveTo>
                    <a:pt x="3810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8772"/>
                  </a:lnTo>
                  <a:close/>
                </a:path>
                <a:path w="3810" h="248920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10" h="248920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10" h="248920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10" h="248920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10" h="248920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10" h="248920">
                  <a:moveTo>
                    <a:pt x="3810" y="22872"/>
                  </a:moveTo>
                  <a:lnTo>
                    <a:pt x="0" y="2287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872"/>
                  </a:lnTo>
                  <a:close/>
                </a:path>
                <a:path w="3810" h="248920">
                  <a:moveTo>
                    <a:pt x="3810" y="20332"/>
                  </a:moveTo>
                  <a:lnTo>
                    <a:pt x="0" y="2033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20332"/>
                  </a:lnTo>
                  <a:close/>
                </a:path>
                <a:path w="3810" h="248920">
                  <a:moveTo>
                    <a:pt x="3810" y="16522"/>
                  </a:moveTo>
                  <a:lnTo>
                    <a:pt x="0" y="1652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6522"/>
                  </a:lnTo>
                  <a:close/>
                </a:path>
                <a:path w="3810" h="248920">
                  <a:moveTo>
                    <a:pt x="3810" y="13982"/>
                  </a:moveTo>
                  <a:lnTo>
                    <a:pt x="0" y="1398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82"/>
                  </a:lnTo>
                  <a:close/>
                </a:path>
                <a:path w="3810" h="248920">
                  <a:moveTo>
                    <a:pt x="381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0172"/>
                  </a:lnTo>
                  <a:close/>
                </a:path>
                <a:path w="3810" h="248920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10" h="248920">
                  <a:moveTo>
                    <a:pt x="381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3822"/>
                  </a:lnTo>
                  <a:close/>
                </a:path>
                <a:path w="3810" h="248920">
                  <a:moveTo>
                    <a:pt x="381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82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799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" name="object 539"/>
            <p:cNvSpPr/>
            <p:nvPr/>
          </p:nvSpPr>
          <p:spPr>
            <a:xfrm>
              <a:off x="2382519" y="5307330"/>
              <a:ext cx="3810" cy="250190"/>
            </a:xfrm>
            <a:custGeom>
              <a:avLst/>
              <a:gdLst/>
              <a:ahLst/>
              <a:cxnLst/>
              <a:rect l="l" t="t" r="r" b="b"/>
              <a:pathLst>
                <a:path w="3810" h="250189">
                  <a:moveTo>
                    <a:pt x="3810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  <a:path w="3810" h="250189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250189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10" h="250189">
                  <a:moveTo>
                    <a:pt x="381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890"/>
                  </a:lnTo>
                  <a:close/>
                </a:path>
                <a:path w="3810" h="250189">
                  <a:moveTo>
                    <a:pt x="381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30"/>
                  </a:lnTo>
                  <a:close/>
                </a:path>
                <a:path w="3810" h="250189">
                  <a:moveTo>
                    <a:pt x="381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40"/>
                  </a:lnTo>
                  <a:close/>
                </a:path>
                <a:path w="3810" h="250189">
                  <a:moveTo>
                    <a:pt x="3810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80"/>
                  </a:lnTo>
                  <a:close/>
                </a:path>
                <a:path w="3810" h="250189">
                  <a:moveTo>
                    <a:pt x="3810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1590"/>
                  </a:lnTo>
                  <a:close/>
                </a:path>
                <a:path w="3810" h="250189">
                  <a:moveTo>
                    <a:pt x="3810" y="24130"/>
                  </a:moveTo>
                  <a:lnTo>
                    <a:pt x="0" y="24130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4130"/>
                  </a:lnTo>
                  <a:close/>
                </a:path>
                <a:path w="3810" h="250189">
                  <a:moveTo>
                    <a:pt x="3810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790"/>
                  </a:lnTo>
                  <a:close/>
                </a:path>
                <a:path w="3810" h="250189">
                  <a:moveTo>
                    <a:pt x="3810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30"/>
                  </a:lnTo>
                  <a:close/>
                </a:path>
                <a:path w="3810" h="250189">
                  <a:moveTo>
                    <a:pt x="3810" y="231140"/>
                  </a:moveTo>
                  <a:lnTo>
                    <a:pt x="0" y="231140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40"/>
                  </a:lnTo>
                  <a:close/>
                </a:path>
                <a:path w="3810" h="250189">
                  <a:moveTo>
                    <a:pt x="3810" y="233680"/>
                  </a:moveTo>
                  <a:lnTo>
                    <a:pt x="0" y="233680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80"/>
                  </a:lnTo>
                  <a:close/>
                </a:path>
                <a:path w="3810" h="250189">
                  <a:moveTo>
                    <a:pt x="3810" y="237490"/>
                  </a:moveTo>
                  <a:lnTo>
                    <a:pt x="0" y="237490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490"/>
                  </a:lnTo>
                  <a:close/>
                </a:path>
                <a:path w="3810" h="250189">
                  <a:moveTo>
                    <a:pt x="3810" y="240030"/>
                  </a:moveTo>
                  <a:lnTo>
                    <a:pt x="0" y="240030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30"/>
                  </a:lnTo>
                  <a:close/>
                </a:path>
                <a:path w="3810" h="250189">
                  <a:moveTo>
                    <a:pt x="3810" y="243840"/>
                  </a:moveTo>
                  <a:lnTo>
                    <a:pt x="0" y="243840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3840"/>
                  </a:lnTo>
                  <a:close/>
                </a:path>
                <a:path w="3810" h="250189">
                  <a:moveTo>
                    <a:pt x="3810" y="246380"/>
                  </a:moveTo>
                  <a:lnTo>
                    <a:pt x="0" y="246380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6380"/>
                  </a:lnTo>
                  <a:close/>
                </a:path>
              </a:pathLst>
            </a:custGeom>
            <a:solidFill>
              <a:srgbClr val="8496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" name="object 540"/>
            <p:cNvSpPr/>
            <p:nvPr/>
          </p:nvSpPr>
          <p:spPr>
            <a:xfrm>
              <a:off x="2386330" y="5307330"/>
              <a:ext cx="2540" cy="250190"/>
            </a:xfrm>
            <a:custGeom>
              <a:avLst/>
              <a:gdLst/>
              <a:ahLst/>
              <a:cxnLst/>
              <a:rect l="l" t="t" r="r" b="b"/>
              <a:pathLst>
                <a:path w="2539" h="250189">
                  <a:moveTo>
                    <a:pt x="2540" y="246392"/>
                  </a:moveTo>
                  <a:lnTo>
                    <a:pt x="0" y="246392"/>
                  </a:lnTo>
                  <a:lnTo>
                    <a:pt x="0" y="250190"/>
                  </a:lnTo>
                  <a:lnTo>
                    <a:pt x="2540" y="250190"/>
                  </a:lnTo>
                  <a:lnTo>
                    <a:pt x="2540" y="246392"/>
                  </a:lnTo>
                  <a:close/>
                </a:path>
                <a:path w="2539" h="250189">
                  <a:moveTo>
                    <a:pt x="254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2540" y="246380"/>
                  </a:lnTo>
                  <a:lnTo>
                    <a:pt x="2540" y="243852"/>
                  </a:lnTo>
                  <a:close/>
                </a:path>
                <a:path w="2539" h="250189">
                  <a:moveTo>
                    <a:pt x="254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2540" y="243840"/>
                  </a:lnTo>
                  <a:lnTo>
                    <a:pt x="2540" y="240042"/>
                  </a:lnTo>
                  <a:close/>
                </a:path>
                <a:path w="2539" h="250189">
                  <a:moveTo>
                    <a:pt x="254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2540" y="240030"/>
                  </a:lnTo>
                  <a:lnTo>
                    <a:pt x="2540" y="237502"/>
                  </a:lnTo>
                  <a:close/>
                </a:path>
                <a:path w="2539" h="250189">
                  <a:moveTo>
                    <a:pt x="254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2540" y="237490"/>
                  </a:lnTo>
                  <a:lnTo>
                    <a:pt x="2540" y="233692"/>
                  </a:lnTo>
                  <a:close/>
                </a:path>
                <a:path w="2539" h="250189">
                  <a:moveTo>
                    <a:pt x="254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2540" y="233680"/>
                  </a:lnTo>
                  <a:lnTo>
                    <a:pt x="2540" y="231152"/>
                  </a:lnTo>
                  <a:close/>
                </a:path>
                <a:path w="2539" h="250189">
                  <a:moveTo>
                    <a:pt x="254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2540" y="231140"/>
                  </a:lnTo>
                  <a:lnTo>
                    <a:pt x="2540" y="227342"/>
                  </a:lnTo>
                  <a:close/>
                </a:path>
                <a:path w="2539" h="250189">
                  <a:moveTo>
                    <a:pt x="254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2540" y="227330"/>
                  </a:lnTo>
                  <a:lnTo>
                    <a:pt x="2540" y="224802"/>
                  </a:lnTo>
                  <a:close/>
                </a:path>
                <a:path w="2539" h="250189">
                  <a:moveTo>
                    <a:pt x="2540" y="24142"/>
                  </a:moveTo>
                  <a:lnTo>
                    <a:pt x="0" y="24142"/>
                  </a:lnTo>
                  <a:lnTo>
                    <a:pt x="0" y="224790"/>
                  </a:lnTo>
                  <a:lnTo>
                    <a:pt x="2540" y="224790"/>
                  </a:lnTo>
                  <a:lnTo>
                    <a:pt x="2540" y="24142"/>
                  </a:lnTo>
                  <a:close/>
                </a:path>
                <a:path w="2539" h="250189">
                  <a:moveTo>
                    <a:pt x="2540" y="21602"/>
                  </a:moveTo>
                  <a:lnTo>
                    <a:pt x="0" y="21602"/>
                  </a:lnTo>
                  <a:lnTo>
                    <a:pt x="0" y="24130"/>
                  </a:lnTo>
                  <a:lnTo>
                    <a:pt x="2540" y="24130"/>
                  </a:lnTo>
                  <a:lnTo>
                    <a:pt x="2540" y="21602"/>
                  </a:lnTo>
                  <a:close/>
                </a:path>
                <a:path w="2539" h="250189">
                  <a:moveTo>
                    <a:pt x="254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2540" y="21590"/>
                  </a:lnTo>
                  <a:lnTo>
                    <a:pt x="2540" y="17792"/>
                  </a:lnTo>
                  <a:close/>
                </a:path>
                <a:path w="2539" h="250189">
                  <a:moveTo>
                    <a:pt x="254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2540" y="17780"/>
                  </a:lnTo>
                  <a:lnTo>
                    <a:pt x="2540" y="15252"/>
                  </a:lnTo>
                  <a:close/>
                </a:path>
                <a:path w="2539" h="250189">
                  <a:moveTo>
                    <a:pt x="254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2540" y="15240"/>
                  </a:lnTo>
                  <a:lnTo>
                    <a:pt x="2540" y="11442"/>
                  </a:lnTo>
                  <a:close/>
                </a:path>
                <a:path w="2539" h="250189">
                  <a:moveTo>
                    <a:pt x="254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8902"/>
                  </a:lnTo>
                  <a:close/>
                </a:path>
                <a:path w="2539" h="250189">
                  <a:moveTo>
                    <a:pt x="254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2540" y="8890"/>
                  </a:lnTo>
                  <a:lnTo>
                    <a:pt x="2540" y="5092"/>
                  </a:lnTo>
                  <a:close/>
                </a:path>
                <a:path w="2539" h="250189">
                  <a:moveTo>
                    <a:pt x="254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2552"/>
                  </a:lnTo>
                  <a:close/>
                </a:path>
                <a:path w="2539" h="250189">
                  <a:moveTo>
                    <a:pt x="254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540" y="254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819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" name="object 541"/>
            <p:cNvSpPr/>
            <p:nvPr/>
          </p:nvSpPr>
          <p:spPr>
            <a:xfrm>
              <a:off x="2388870" y="53060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0" y="1269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0"/>
                  </a:lnTo>
                  <a:close/>
                </a:path>
                <a:path w="3810" h="252729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6509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22859"/>
                  </a:lnTo>
                  <a:close/>
                </a:path>
                <a:path w="3810" h="252729">
                  <a:moveTo>
                    <a:pt x="3810" y="25400"/>
                  </a:moveTo>
                  <a:lnTo>
                    <a:pt x="0" y="2540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5400"/>
                  </a:lnTo>
                  <a:close/>
                </a:path>
                <a:path w="3810" h="252729">
                  <a:moveTo>
                    <a:pt x="3810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6059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3810" y="234949"/>
                  </a:lnTo>
                  <a:lnTo>
                    <a:pt x="3810" y="232409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3810" y="238759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8759"/>
                  </a:moveTo>
                  <a:lnTo>
                    <a:pt x="0" y="238759"/>
                  </a:lnTo>
                  <a:lnTo>
                    <a:pt x="0" y="241299"/>
                  </a:lnTo>
                  <a:lnTo>
                    <a:pt x="3810" y="241299"/>
                  </a:lnTo>
                  <a:lnTo>
                    <a:pt x="3810" y="238759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109"/>
                  </a:lnTo>
                  <a:lnTo>
                    <a:pt x="3810" y="245109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45109"/>
                  </a:moveTo>
                  <a:lnTo>
                    <a:pt x="0" y="245109"/>
                  </a:lnTo>
                  <a:lnTo>
                    <a:pt x="0" y="247649"/>
                  </a:lnTo>
                  <a:lnTo>
                    <a:pt x="3810" y="247649"/>
                  </a:lnTo>
                  <a:lnTo>
                    <a:pt x="3810" y="245109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59"/>
                  </a:lnTo>
                  <a:lnTo>
                    <a:pt x="3810" y="251459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51459"/>
                  </a:moveTo>
                  <a:lnTo>
                    <a:pt x="2540" y="251459"/>
                  </a:lnTo>
                  <a:lnTo>
                    <a:pt x="2540" y="252729"/>
                  </a:lnTo>
                  <a:lnTo>
                    <a:pt x="3810" y="252729"/>
                  </a:lnTo>
                  <a:lnTo>
                    <a:pt x="3810" y="251459"/>
                  </a:lnTo>
                  <a:close/>
                </a:path>
              </a:pathLst>
            </a:custGeom>
            <a:solidFill>
              <a:srgbClr val="7F92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" name="object 542"/>
            <p:cNvSpPr/>
            <p:nvPr/>
          </p:nvSpPr>
          <p:spPr>
            <a:xfrm>
              <a:off x="2392680" y="53060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5400"/>
                  </a:moveTo>
                  <a:lnTo>
                    <a:pt x="0" y="2540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540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" name="object 543"/>
            <p:cNvSpPr/>
            <p:nvPr/>
          </p:nvSpPr>
          <p:spPr>
            <a:xfrm>
              <a:off x="2396490" y="53060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5400"/>
                  </a:moveTo>
                  <a:lnTo>
                    <a:pt x="0" y="2540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540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9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" name="object 544"/>
            <p:cNvSpPr/>
            <p:nvPr/>
          </p:nvSpPr>
          <p:spPr>
            <a:xfrm>
              <a:off x="2400300" y="53060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5400"/>
                  </a:moveTo>
                  <a:lnTo>
                    <a:pt x="0" y="2540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540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" name="object 545"/>
            <p:cNvSpPr/>
            <p:nvPr/>
          </p:nvSpPr>
          <p:spPr>
            <a:xfrm>
              <a:off x="2404110" y="53060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5400"/>
                  </a:moveTo>
                  <a:lnTo>
                    <a:pt x="0" y="2540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540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" name="object 546"/>
            <p:cNvSpPr/>
            <p:nvPr/>
          </p:nvSpPr>
          <p:spPr>
            <a:xfrm>
              <a:off x="2407920" y="5306072"/>
              <a:ext cx="2540" cy="252729"/>
            </a:xfrm>
            <a:custGeom>
              <a:avLst/>
              <a:gdLst/>
              <a:ahLst/>
              <a:cxnLst/>
              <a:rect l="l" t="t" r="r" b="b"/>
              <a:pathLst>
                <a:path w="2539" h="252729">
                  <a:moveTo>
                    <a:pt x="254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2540" y="252717"/>
                  </a:lnTo>
                  <a:lnTo>
                    <a:pt x="2540" y="251460"/>
                  </a:lnTo>
                  <a:close/>
                </a:path>
                <a:path w="2539" h="252729">
                  <a:moveTo>
                    <a:pt x="254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2540" y="251447"/>
                  </a:lnTo>
                  <a:lnTo>
                    <a:pt x="2540" y="247650"/>
                  </a:lnTo>
                  <a:close/>
                </a:path>
                <a:path w="2539" h="252729">
                  <a:moveTo>
                    <a:pt x="254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2540" y="247637"/>
                  </a:lnTo>
                  <a:lnTo>
                    <a:pt x="2540" y="245110"/>
                  </a:lnTo>
                  <a:close/>
                </a:path>
                <a:path w="2539" h="252729">
                  <a:moveTo>
                    <a:pt x="254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2540" y="245097"/>
                  </a:lnTo>
                  <a:lnTo>
                    <a:pt x="2540" y="241300"/>
                  </a:lnTo>
                  <a:close/>
                </a:path>
                <a:path w="2539" h="252729">
                  <a:moveTo>
                    <a:pt x="254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2540" y="241287"/>
                  </a:lnTo>
                  <a:lnTo>
                    <a:pt x="2540" y="238760"/>
                  </a:lnTo>
                  <a:close/>
                </a:path>
                <a:path w="2539" h="252729">
                  <a:moveTo>
                    <a:pt x="254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2540" y="238747"/>
                  </a:lnTo>
                  <a:lnTo>
                    <a:pt x="2540" y="234950"/>
                  </a:lnTo>
                  <a:close/>
                </a:path>
                <a:path w="2539" h="252729">
                  <a:moveTo>
                    <a:pt x="254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2540" y="234937"/>
                  </a:lnTo>
                  <a:lnTo>
                    <a:pt x="2540" y="232410"/>
                  </a:lnTo>
                  <a:close/>
                </a:path>
                <a:path w="2539" h="252729">
                  <a:moveTo>
                    <a:pt x="254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2540" y="232397"/>
                  </a:lnTo>
                  <a:lnTo>
                    <a:pt x="2540" y="228600"/>
                  </a:lnTo>
                  <a:close/>
                </a:path>
                <a:path w="2539" h="252729">
                  <a:moveTo>
                    <a:pt x="254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2540" y="228587"/>
                  </a:lnTo>
                  <a:lnTo>
                    <a:pt x="2540" y="226060"/>
                  </a:lnTo>
                  <a:close/>
                </a:path>
                <a:path w="2539" h="252729">
                  <a:moveTo>
                    <a:pt x="2540" y="25400"/>
                  </a:moveTo>
                  <a:lnTo>
                    <a:pt x="0" y="25400"/>
                  </a:lnTo>
                  <a:lnTo>
                    <a:pt x="0" y="226047"/>
                  </a:lnTo>
                  <a:lnTo>
                    <a:pt x="2540" y="226047"/>
                  </a:lnTo>
                  <a:lnTo>
                    <a:pt x="2540" y="25400"/>
                  </a:lnTo>
                  <a:close/>
                </a:path>
                <a:path w="2539" h="252729">
                  <a:moveTo>
                    <a:pt x="254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2540" y="25387"/>
                  </a:lnTo>
                  <a:lnTo>
                    <a:pt x="2540" y="22860"/>
                  </a:lnTo>
                  <a:close/>
                </a:path>
                <a:path w="2539" h="252729">
                  <a:moveTo>
                    <a:pt x="254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2540" y="22847"/>
                  </a:lnTo>
                  <a:lnTo>
                    <a:pt x="2540" y="19050"/>
                  </a:lnTo>
                  <a:close/>
                </a:path>
                <a:path w="2539" h="252729">
                  <a:moveTo>
                    <a:pt x="254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2540" y="19037"/>
                  </a:lnTo>
                  <a:lnTo>
                    <a:pt x="2540" y="16510"/>
                  </a:lnTo>
                  <a:close/>
                </a:path>
                <a:path w="2539" h="252729">
                  <a:moveTo>
                    <a:pt x="254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2540" y="16497"/>
                  </a:lnTo>
                  <a:lnTo>
                    <a:pt x="2540" y="12700"/>
                  </a:lnTo>
                  <a:close/>
                </a:path>
                <a:path w="2539" h="252729">
                  <a:moveTo>
                    <a:pt x="254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10160"/>
                  </a:lnTo>
                  <a:close/>
                </a:path>
                <a:path w="2539" h="252729">
                  <a:moveTo>
                    <a:pt x="254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2540" y="10147"/>
                  </a:lnTo>
                  <a:lnTo>
                    <a:pt x="2540" y="6350"/>
                  </a:lnTo>
                  <a:close/>
                </a:path>
                <a:path w="2539" h="252729">
                  <a:moveTo>
                    <a:pt x="254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3810"/>
                  </a:lnTo>
                  <a:close/>
                </a:path>
                <a:path w="2539" h="252729">
                  <a:moveTo>
                    <a:pt x="254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2540" y="379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71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" name="object 547"/>
            <p:cNvSpPr/>
            <p:nvPr/>
          </p:nvSpPr>
          <p:spPr>
            <a:xfrm>
              <a:off x="2410460" y="53060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5400"/>
                  </a:moveTo>
                  <a:lnTo>
                    <a:pt x="0" y="2540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540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F84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" name="object 548"/>
            <p:cNvSpPr/>
            <p:nvPr/>
          </p:nvSpPr>
          <p:spPr>
            <a:xfrm>
              <a:off x="2414270" y="53060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5400"/>
                  </a:moveTo>
                  <a:lnTo>
                    <a:pt x="0" y="2540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540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C82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" name="object 549"/>
            <p:cNvSpPr/>
            <p:nvPr/>
          </p:nvSpPr>
          <p:spPr>
            <a:xfrm>
              <a:off x="2418080" y="53060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5400"/>
                  </a:moveTo>
                  <a:lnTo>
                    <a:pt x="0" y="2540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540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980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" name="object 550"/>
            <p:cNvSpPr/>
            <p:nvPr/>
          </p:nvSpPr>
          <p:spPr>
            <a:xfrm>
              <a:off x="2421890" y="53060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5400"/>
                  </a:moveTo>
                  <a:lnTo>
                    <a:pt x="0" y="2540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540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77E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" name="object 551"/>
            <p:cNvSpPr/>
            <p:nvPr/>
          </p:nvSpPr>
          <p:spPr>
            <a:xfrm>
              <a:off x="2425700" y="53060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5400"/>
                  </a:moveTo>
                  <a:lnTo>
                    <a:pt x="0" y="2540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540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A80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" name="object 552"/>
            <p:cNvSpPr/>
            <p:nvPr/>
          </p:nvSpPr>
          <p:spPr>
            <a:xfrm>
              <a:off x="2429510" y="53060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5400"/>
                  </a:moveTo>
                  <a:lnTo>
                    <a:pt x="0" y="2540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540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C82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" name="object 553"/>
            <p:cNvSpPr/>
            <p:nvPr/>
          </p:nvSpPr>
          <p:spPr>
            <a:xfrm>
              <a:off x="2433320" y="5306072"/>
              <a:ext cx="2540" cy="252729"/>
            </a:xfrm>
            <a:custGeom>
              <a:avLst/>
              <a:gdLst/>
              <a:ahLst/>
              <a:cxnLst/>
              <a:rect l="l" t="t" r="r" b="b"/>
              <a:pathLst>
                <a:path w="2539" h="252729">
                  <a:moveTo>
                    <a:pt x="254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2540" y="252717"/>
                  </a:lnTo>
                  <a:lnTo>
                    <a:pt x="2540" y="251460"/>
                  </a:lnTo>
                  <a:close/>
                </a:path>
                <a:path w="2539" h="252729">
                  <a:moveTo>
                    <a:pt x="254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2540" y="251447"/>
                  </a:lnTo>
                  <a:lnTo>
                    <a:pt x="2540" y="247650"/>
                  </a:lnTo>
                  <a:close/>
                </a:path>
                <a:path w="2539" h="252729">
                  <a:moveTo>
                    <a:pt x="254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2540" y="247637"/>
                  </a:lnTo>
                  <a:lnTo>
                    <a:pt x="2540" y="245110"/>
                  </a:lnTo>
                  <a:close/>
                </a:path>
                <a:path w="2539" h="252729">
                  <a:moveTo>
                    <a:pt x="254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2540" y="245097"/>
                  </a:lnTo>
                  <a:lnTo>
                    <a:pt x="2540" y="241300"/>
                  </a:lnTo>
                  <a:close/>
                </a:path>
                <a:path w="2539" h="252729">
                  <a:moveTo>
                    <a:pt x="254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2540" y="241287"/>
                  </a:lnTo>
                  <a:lnTo>
                    <a:pt x="2540" y="238760"/>
                  </a:lnTo>
                  <a:close/>
                </a:path>
                <a:path w="2539" h="252729">
                  <a:moveTo>
                    <a:pt x="254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2540" y="238747"/>
                  </a:lnTo>
                  <a:lnTo>
                    <a:pt x="2540" y="234950"/>
                  </a:lnTo>
                  <a:close/>
                </a:path>
                <a:path w="2539" h="252729">
                  <a:moveTo>
                    <a:pt x="254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2540" y="234937"/>
                  </a:lnTo>
                  <a:lnTo>
                    <a:pt x="2540" y="232410"/>
                  </a:lnTo>
                  <a:close/>
                </a:path>
                <a:path w="2539" h="252729">
                  <a:moveTo>
                    <a:pt x="254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2540" y="232397"/>
                  </a:lnTo>
                  <a:lnTo>
                    <a:pt x="2540" y="228600"/>
                  </a:lnTo>
                  <a:close/>
                </a:path>
                <a:path w="2539" h="252729">
                  <a:moveTo>
                    <a:pt x="254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2540" y="228587"/>
                  </a:lnTo>
                  <a:lnTo>
                    <a:pt x="2540" y="226060"/>
                  </a:lnTo>
                  <a:close/>
                </a:path>
                <a:path w="2539" h="252729">
                  <a:moveTo>
                    <a:pt x="2540" y="25400"/>
                  </a:moveTo>
                  <a:lnTo>
                    <a:pt x="0" y="25400"/>
                  </a:lnTo>
                  <a:lnTo>
                    <a:pt x="0" y="226047"/>
                  </a:lnTo>
                  <a:lnTo>
                    <a:pt x="2540" y="226047"/>
                  </a:lnTo>
                  <a:lnTo>
                    <a:pt x="2540" y="25400"/>
                  </a:lnTo>
                  <a:close/>
                </a:path>
                <a:path w="2539" h="252729">
                  <a:moveTo>
                    <a:pt x="254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2540" y="25387"/>
                  </a:lnTo>
                  <a:lnTo>
                    <a:pt x="2540" y="22860"/>
                  </a:lnTo>
                  <a:close/>
                </a:path>
                <a:path w="2539" h="252729">
                  <a:moveTo>
                    <a:pt x="254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2540" y="22847"/>
                  </a:lnTo>
                  <a:lnTo>
                    <a:pt x="2540" y="19050"/>
                  </a:lnTo>
                  <a:close/>
                </a:path>
                <a:path w="2539" h="252729">
                  <a:moveTo>
                    <a:pt x="254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2540" y="19037"/>
                  </a:lnTo>
                  <a:lnTo>
                    <a:pt x="2540" y="16510"/>
                  </a:lnTo>
                  <a:close/>
                </a:path>
                <a:path w="2539" h="252729">
                  <a:moveTo>
                    <a:pt x="254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2540" y="16497"/>
                  </a:lnTo>
                  <a:lnTo>
                    <a:pt x="2540" y="12700"/>
                  </a:lnTo>
                  <a:close/>
                </a:path>
                <a:path w="2539" h="252729">
                  <a:moveTo>
                    <a:pt x="254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10160"/>
                  </a:lnTo>
                  <a:close/>
                </a:path>
                <a:path w="2539" h="252729">
                  <a:moveTo>
                    <a:pt x="254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2540" y="10147"/>
                  </a:lnTo>
                  <a:lnTo>
                    <a:pt x="2540" y="6350"/>
                  </a:lnTo>
                  <a:close/>
                </a:path>
                <a:path w="2539" h="252729">
                  <a:moveTo>
                    <a:pt x="254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3810"/>
                  </a:lnTo>
                  <a:close/>
                </a:path>
                <a:path w="2539" h="252729">
                  <a:moveTo>
                    <a:pt x="254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2540" y="379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6F84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" name="object 554"/>
            <p:cNvSpPr/>
            <p:nvPr/>
          </p:nvSpPr>
          <p:spPr>
            <a:xfrm>
              <a:off x="2435860" y="53060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5400"/>
                  </a:moveTo>
                  <a:lnTo>
                    <a:pt x="0" y="2540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540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2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" name="object 555"/>
            <p:cNvSpPr/>
            <p:nvPr/>
          </p:nvSpPr>
          <p:spPr>
            <a:xfrm>
              <a:off x="2439670" y="53060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5400"/>
                  </a:moveTo>
                  <a:lnTo>
                    <a:pt x="0" y="2540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540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" name="object 556"/>
            <p:cNvSpPr/>
            <p:nvPr/>
          </p:nvSpPr>
          <p:spPr>
            <a:xfrm>
              <a:off x="2443480" y="53060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5400"/>
                  </a:moveTo>
                  <a:lnTo>
                    <a:pt x="0" y="2540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540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" name="object 557"/>
            <p:cNvSpPr/>
            <p:nvPr/>
          </p:nvSpPr>
          <p:spPr>
            <a:xfrm>
              <a:off x="2447289" y="53060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254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10" h="252729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6509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22859"/>
                  </a:lnTo>
                  <a:close/>
                </a:path>
                <a:path w="3810" h="252729">
                  <a:moveTo>
                    <a:pt x="3810" y="25400"/>
                  </a:moveTo>
                  <a:lnTo>
                    <a:pt x="0" y="2540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5400"/>
                  </a:lnTo>
                  <a:close/>
                </a:path>
                <a:path w="3810" h="252729">
                  <a:moveTo>
                    <a:pt x="3810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6059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3810" y="234949"/>
                  </a:lnTo>
                  <a:lnTo>
                    <a:pt x="3810" y="232409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3810" y="238759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8759"/>
                  </a:moveTo>
                  <a:lnTo>
                    <a:pt x="0" y="238759"/>
                  </a:lnTo>
                  <a:lnTo>
                    <a:pt x="0" y="241299"/>
                  </a:lnTo>
                  <a:lnTo>
                    <a:pt x="3810" y="241299"/>
                  </a:lnTo>
                  <a:lnTo>
                    <a:pt x="3810" y="238759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109"/>
                  </a:lnTo>
                  <a:lnTo>
                    <a:pt x="3810" y="245109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45109"/>
                  </a:moveTo>
                  <a:lnTo>
                    <a:pt x="0" y="245109"/>
                  </a:lnTo>
                  <a:lnTo>
                    <a:pt x="0" y="247649"/>
                  </a:lnTo>
                  <a:lnTo>
                    <a:pt x="3810" y="247649"/>
                  </a:lnTo>
                  <a:lnTo>
                    <a:pt x="3810" y="245109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59"/>
                  </a:lnTo>
                  <a:lnTo>
                    <a:pt x="3810" y="251459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2540" y="251459"/>
                  </a:moveTo>
                  <a:lnTo>
                    <a:pt x="0" y="251459"/>
                  </a:lnTo>
                  <a:lnTo>
                    <a:pt x="0" y="252729"/>
                  </a:lnTo>
                  <a:lnTo>
                    <a:pt x="2540" y="252729"/>
                  </a:lnTo>
                  <a:lnTo>
                    <a:pt x="2540" y="251459"/>
                  </a:lnTo>
                  <a:close/>
                </a:path>
              </a:pathLst>
            </a:custGeom>
            <a:solidFill>
              <a:srgbClr val="7A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" name="object 558"/>
            <p:cNvSpPr/>
            <p:nvPr/>
          </p:nvSpPr>
          <p:spPr>
            <a:xfrm>
              <a:off x="2451100" y="5307330"/>
              <a:ext cx="3810" cy="250190"/>
            </a:xfrm>
            <a:custGeom>
              <a:avLst/>
              <a:gdLst/>
              <a:ahLst/>
              <a:cxnLst/>
              <a:rect l="l" t="t" r="r" b="b"/>
              <a:pathLst>
                <a:path w="3810" h="250189">
                  <a:moveTo>
                    <a:pt x="3810" y="246392"/>
                  </a:moveTo>
                  <a:lnTo>
                    <a:pt x="0" y="24639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6392"/>
                  </a:lnTo>
                  <a:close/>
                </a:path>
                <a:path w="3810" h="250189">
                  <a:moveTo>
                    <a:pt x="381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3852"/>
                  </a:lnTo>
                  <a:close/>
                </a:path>
                <a:path w="3810" h="250189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10" h="250189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10" h="250189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10" h="250189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10" h="250189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50189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50189">
                  <a:moveTo>
                    <a:pt x="3810" y="24142"/>
                  </a:moveTo>
                  <a:lnTo>
                    <a:pt x="0" y="2414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4142"/>
                  </a:lnTo>
                  <a:close/>
                </a:path>
                <a:path w="3810" h="250189">
                  <a:moveTo>
                    <a:pt x="3810" y="21602"/>
                  </a:moveTo>
                  <a:lnTo>
                    <a:pt x="0" y="2160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1602"/>
                  </a:lnTo>
                  <a:close/>
                </a:path>
                <a:path w="3810" h="250189">
                  <a:moveTo>
                    <a:pt x="381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92"/>
                  </a:lnTo>
                  <a:close/>
                </a:path>
                <a:path w="3810" h="250189">
                  <a:moveTo>
                    <a:pt x="381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52"/>
                  </a:lnTo>
                  <a:close/>
                </a:path>
                <a:path w="3810" h="250189">
                  <a:moveTo>
                    <a:pt x="381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42"/>
                  </a:lnTo>
                  <a:close/>
                </a:path>
                <a:path w="3810" h="250189">
                  <a:moveTo>
                    <a:pt x="381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902"/>
                  </a:lnTo>
                  <a:close/>
                </a:path>
                <a:path w="3810" h="250189">
                  <a:moveTo>
                    <a:pt x="381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92"/>
                  </a:lnTo>
                  <a:close/>
                </a:path>
                <a:path w="3810" h="250189">
                  <a:moveTo>
                    <a:pt x="381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52"/>
                  </a:lnTo>
                  <a:close/>
                </a:path>
                <a:path w="3810" h="250189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" name="object 559"/>
            <p:cNvSpPr/>
            <p:nvPr/>
          </p:nvSpPr>
          <p:spPr>
            <a:xfrm>
              <a:off x="2454910" y="5307330"/>
              <a:ext cx="2540" cy="250190"/>
            </a:xfrm>
            <a:custGeom>
              <a:avLst/>
              <a:gdLst/>
              <a:ahLst/>
              <a:cxnLst/>
              <a:rect l="l" t="t" r="r" b="b"/>
              <a:pathLst>
                <a:path w="2539" h="250189">
                  <a:moveTo>
                    <a:pt x="2540" y="246392"/>
                  </a:moveTo>
                  <a:lnTo>
                    <a:pt x="0" y="246392"/>
                  </a:lnTo>
                  <a:lnTo>
                    <a:pt x="0" y="250190"/>
                  </a:lnTo>
                  <a:lnTo>
                    <a:pt x="2540" y="250190"/>
                  </a:lnTo>
                  <a:lnTo>
                    <a:pt x="2540" y="246392"/>
                  </a:lnTo>
                  <a:close/>
                </a:path>
                <a:path w="2539" h="250189">
                  <a:moveTo>
                    <a:pt x="254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2540" y="246380"/>
                  </a:lnTo>
                  <a:lnTo>
                    <a:pt x="2540" y="243852"/>
                  </a:lnTo>
                  <a:close/>
                </a:path>
                <a:path w="2539" h="250189">
                  <a:moveTo>
                    <a:pt x="254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2540" y="243840"/>
                  </a:lnTo>
                  <a:lnTo>
                    <a:pt x="2540" y="240042"/>
                  </a:lnTo>
                  <a:close/>
                </a:path>
                <a:path w="2539" h="250189">
                  <a:moveTo>
                    <a:pt x="254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2540" y="240030"/>
                  </a:lnTo>
                  <a:lnTo>
                    <a:pt x="2540" y="237502"/>
                  </a:lnTo>
                  <a:close/>
                </a:path>
                <a:path w="2539" h="250189">
                  <a:moveTo>
                    <a:pt x="254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2540" y="237490"/>
                  </a:lnTo>
                  <a:lnTo>
                    <a:pt x="2540" y="233692"/>
                  </a:lnTo>
                  <a:close/>
                </a:path>
                <a:path w="2539" h="250189">
                  <a:moveTo>
                    <a:pt x="254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2540" y="233680"/>
                  </a:lnTo>
                  <a:lnTo>
                    <a:pt x="2540" y="231152"/>
                  </a:lnTo>
                  <a:close/>
                </a:path>
                <a:path w="2539" h="250189">
                  <a:moveTo>
                    <a:pt x="254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2540" y="231140"/>
                  </a:lnTo>
                  <a:lnTo>
                    <a:pt x="2540" y="227342"/>
                  </a:lnTo>
                  <a:close/>
                </a:path>
                <a:path w="2539" h="250189">
                  <a:moveTo>
                    <a:pt x="254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2540" y="227330"/>
                  </a:lnTo>
                  <a:lnTo>
                    <a:pt x="2540" y="224802"/>
                  </a:lnTo>
                  <a:close/>
                </a:path>
                <a:path w="2539" h="250189">
                  <a:moveTo>
                    <a:pt x="2540" y="24142"/>
                  </a:moveTo>
                  <a:lnTo>
                    <a:pt x="0" y="24142"/>
                  </a:lnTo>
                  <a:lnTo>
                    <a:pt x="0" y="224790"/>
                  </a:lnTo>
                  <a:lnTo>
                    <a:pt x="2540" y="224790"/>
                  </a:lnTo>
                  <a:lnTo>
                    <a:pt x="2540" y="24142"/>
                  </a:lnTo>
                  <a:close/>
                </a:path>
                <a:path w="2539" h="250189">
                  <a:moveTo>
                    <a:pt x="2540" y="21602"/>
                  </a:moveTo>
                  <a:lnTo>
                    <a:pt x="0" y="21602"/>
                  </a:lnTo>
                  <a:lnTo>
                    <a:pt x="0" y="24130"/>
                  </a:lnTo>
                  <a:lnTo>
                    <a:pt x="2540" y="24130"/>
                  </a:lnTo>
                  <a:lnTo>
                    <a:pt x="2540" y="21602"/>
                  </a:lnTo>
                  <a:close/>
                </a:path>
                <a:path w="2539" h="250189">
                  <a:moveTo>
                    <a:pt x="254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2540" y="21590"/>
                  </a:lnTo>
                  <a:lnTo>
                    <a:pt x="2540" y="17792"/>
                  </a:lnTo>
                  <a:close/>
                </a:path>
                <a:path w="2539" h="250189">
                  <a:moveTo>
                    <a:pt x="254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2540" y="17780"/>
                  </a:lnTo>
                  <a:lnTo>
                    <a:pt x="2540" y="15252"/>
                  </a:lnTo>
                  <a:close/>
                </a:path>
                <a:path w="2539" h="250189">
                  <a:moveTo>
                    <a:pt x="254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2540" y="15240"/>
                  </a:lnTo>
                  <a:lnTo>
                    <a:pt x="2540" y="11442"/>
                  </a:lnTo>
                  <a:close/>
                </a:path>
                <a:path w="2539" h="250189">
                  <a:moveTo>
                    <a:pt x="254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8902"/>
                  </a:lnTo>
                  <a:close/>
                </a:path>
                <a:path w="2539" h="250189">
                  <a:moveTo>
                    <a:pt x="254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2540" y="8890"/>
                  </a:lnTo>
                  <a:lnTo>
                    <a:pt x="2540" y="5092"/>
                  </a:lnTo>
                  <a:close/>
                </a:path>
                <a:path w="2539" h="250189">
                  <a:moveTo>
                    <a:pt x="254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2552"/>
                  </a:lnTo>
                  <a:close/>
                </a:path>
                <a:path w="2539" h="250189">
                  <a:moveTo>
                    <a:pt x="254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540" y="254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7F9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" name="object 560"/>
            <p:cNvSpPr/>
            <p:nvPr/>
          </p:nvSpPr>
          <p:spPr>
            <a:xfrm>
              <a:off x="2457450" y="5307330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10" h="248920">
                  <a:moveTo>
                    <a:pt x="381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3852"/>
                  </a:lnTo>
                  <a:close/>
                </a:path>
                <a:path w="3810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10" h="248920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10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10" h="248920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10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48920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48920">
                  <a:moveTo>
                    <a:pt x="3810" y="24142"/>
                  </a:moveTo>
                  <a:lnTo>
                    <a:pt x="0" y="2414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4142"/>
                  </a:lnTo>
                  <a:close/>
                </a:path>
                <a:path w="3810" h="248920">
                  <a:moveTo>
                    <a:pt x="3810" y="21602"/>
                  </a:moveTo>
                  <a:lnTo>
                    <a:pt x="0" y="2160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1602"/>
                  </a:lnTo>
                  <a:close/>
                </a:path>
                <a:path w="3810" h="248920">
                  <a:moveTo>
                    <a:pt x="381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92"/>
                  </a:lnTo>
                  <a:close/>
                </a:path>
                <a:path w="3810" h="248920">
                  <a:moveTo>
                    <a:pt x="381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52"/>
                  </a:lnTo>
                  <a:close/>
                </a:path>
                <a:path w="3810" h="248920">
                  <a:moveTo>
                    <a:pt x="381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42"/>
                  </a:lnTo>
                  <a:close/>
                </a:path>
                <a:path w="3810" h="248920">
                  <a:moveTo>
                    <a:pt x="381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902"/>
                  </a:lnTo>
                  <a:close/>
                </a:path>
                <a:path w="3810" h="248920">
                  <a:moveTo>
                    <a:pt x="381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92"/>
                  </a:lnTo>
                  <a:close/>
                </a:path>
                <a:path w="3810" h="248920">
                  <a:moveTo>
                    <a:pt x="381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52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294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" name="object 561"/>
            <p:cNvSpPr/>
            <p:nvPr/>
          </p:nvSpPr>
          <p:spPr>
            <a:xfrm>
              <a:off x="2461260" y="5307330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10" h="248920">
                  <a:moveTo>
                    <a:pt x="381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3852"/>
                  </a:lnTo>
                  <a:close/>
                </a:path>
                <a:path w="3810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10" h="248920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10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10" h="248920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10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48920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48920">
                  <a:moveTo>
                    <a:pt x="3810" y="24142"/>
                  </a:moveTo>
                  <a:lnTo>
                    <a:pt x="0" y="2414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4142"/>
                  </a:lnTo>
                  <a:close/>
                </a:path>
                <a:path w="3810" h="248920">
                  <a:moveTo>
                    <a:pt x="3810" y="21602"/>
                  </a:moveTo>
                  <a:lnTo>
                    <a:pt x="0" y="2160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1602"/>
                  </a:lnTo>
                  <a:close/>
                </a:path>
                <a:path w="3810" h="248920">
                  <a:moveTo>
                    <a:pt x="381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92"/>
                  </a:lnTo>
                  <a:close/>
                </a:path>
                <a:path w="3810" h="248920">
                  <a:moveTo>
                    <a:pt x="381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52"/>
                  </a:lnTo>
                  <a:close/>
                </a:path>
                <a:path w="3810" h="248920">
                  <a:moveTo>
                    <a:pt x="381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42"/>
                  </a:lnTo>
                  <a:close/>
                </a:path>
                <a:path w="3810" h="248920">
                  <a:moveTo>
                    <a:pt x="381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902"/>
                  </a:lnTo>
                  <a:close/>
                </a:path>
                <a:path w="3810" h="248920">
                  <a:moveTo>
                    <a:pt x="381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92"/>
                  </a:lnTo>
                  <a:close/>
                </a:path>
                <a:path w="3810" h="248920">
                  <a:moveTo>
                    <a:pt x="381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52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496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" name="object 562"/>
            <p:cNvSpPr/>
            <p:nvPr/>
          </p:nvSpPr>
          <p:spPr>
            <a:xfrm>
              <a:off x="2465070" y="5307330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10" h="248920">
                  <a:moveTo>
                    <a:pt x="381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3852"/>
                  </a:lnTo>
                  <a:close/>
                </a:path>
                <a:path w="3810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10" h="248920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10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10" h="248920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10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48920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48920">
                  <a:moveTo>
                    <a:pt x="3810" y="24142"/>
                  </a:moveTo>
                  <a:lnTo>
                    <a:pt x="0" y="2414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4142"/>
                  </a:lnTo>
                  <a:close/>
                </a:path>
                <a:path w="3810" h="248920">
                  <a:moveTo>
                    <a:pt x="3810" y="21602"/>
                  </a:moveTo>
                  <a:lnTo>
                    <a:pt x="0" y="2160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1602"/>
                  </a:lnTo>
                  <a:close/>
                </a:path>
                <a:path w="3810" h="248920">
                  <a:moveTo>
                    <a:pt x="381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92"/>
                  </a:lnTo>
                  <a:close/>
                </a:path>
                <a:path w="3810" h="248920">
                  <a:moveTo>
                    <a:pt x="381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52"/>
                  </a:lnTo>
                  <a:close/>
                </a:path>
                <a:path w="3810" h="248920">
                  <a:moveTo>
                    <a:pt x="381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42"/>
                  </a:lnTo>
                  <a:close/>
                </a:path>
                <a:path w="3810" h="248920">
                  <a:moveTo>
                    <a:pt x="381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902"/>
                  </a:lnTo>
                  <a:close/>
                </a:path>
                <a:path w="3810" h="248920">
                  <a:moveTo>
                    <a:pt x="381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92"/>
                  </a:lnTo>
                  <a:close/>
                </a:path>
                <a:path w="3810" h="248920">
                  <a:moveTo>
                    <a:pt x="381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52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799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" name="object 563"/>
            <p:cNvSpPr/>
            <p:nvPr/>
          </p:nvSpPr>
          <p:spPr>
            <a:xfrm>
              <a:off x="2468880" y="5308600"/>
              <a:ext cx="3810" cy="247650"/>
            </a:xfrm>
            <a:custGeom>
              <a:avLst/>
              <a:gdLst/>
              <a:ahLst/>
              <a:cxnLst/>
              <a:rect l="l" t="t" r="r" b="b"/>
              <a:pathLst>
                <a:path w="3810" h="247650">
                  <a:moveTo>
                    <a:pt x="3810" y="245122"/>
                  </a:moveTo>
                  <a:lnTo>
                    <a:pt x="0" y="24512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5122"/>
                  </a:lnTo>
                  <a:close/>
                </a:path>
                <a:path w="3810" h="247650">
                  <a:moveTo>
                    <a:pt x="3810" y="242582"/>
                  </a:moveTo>
                  <a:lnTo>
                    <a:pt x="0" y="24258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2582"/>
                  </a:lnTo>
                  <a:close/>
                </a:path>
                <a:path w="3810" h="247650">
                  <a:moveTo>
                    <a:pt x="3810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8772"/>
                  </a:lnTo>
                  <a:close/>
                </a:path>
                <a:path w="3810" h="247650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10" h="247650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10" h="247650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10" h="247650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10" h="247650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10" h="247650">
                  <a:moveTo>
                    <a:pt x="3810" y="22872"/>
                  </a:moveTo>
                  <a:lnTo>
                    <a:pt x="0" y="2287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872"/>
                  </a:lnTo>
                  <a:close/>
                </a:path>
                <a:path w="3810" h="247650">
                  <a:moveTo>
                    <a:pt x="3810" y="20332"/>
                  </a:moveTo>
                  <a:lnTo>
                    <a:pt x="0" y="2033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20332"/>
                  </a:lnTo>
                  <a:close/>
                </a:path>
                <a:path w="3810" h="247650">
                  <a:moveTo>
                    <a:pt x="3810" y="16522"/>
                  </a:moveTo>
                  <a:lnTo>
                    <a:pt x="0" y="1652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6522"/>
                  </a:lnTo>
                  <a:close/>
                </a:path>
                <a:path w="3810" h="247650">
                  <a:moveTo>
                    <a:pt x="3810" y="13982"/>
                  </a:moveTo>
                  <a:lnTo>
                    <a:pt x="0" y="1398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82"/>
                  </a:lnTo>
                  <a:close/>
                </a:path>
                <a:path w="3810" h="247650">
                  <a:moveTo>
                    <a:pt x="381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0172"/>
                  </a:lnTo>
                  <a:close/>
                </a:path>
                <a:path w="3810" h="247650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10" h="247650">
                  <a:moveTo>
                    <a:pt x="381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3822"/>
                  </a:lnTo>
                  <a:close/>
                </a:path>
                <a:path w="3810" h="247650">
                  <a:moveTo>
                    <a:pt x="381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82"/>
                  </a:lnTo>
                  <a:close/>
                </a:path>
                <a:path w="3810" h="24765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" name="object 564"/>
            <p:cNvSpPr/>
            <p:nvPr/>
          </p:nvSpPr>
          <p:spPr>
            <a:xfrm>
              <a:off x="2472690" y="5308600"/>
              <a:ext cx="3810" cy="247650"/>
            </a:xfrm>
            <a:custGeom>
              <a:avLst/>
              <a:gdLst/>
              <a:ahLst/>
              <a:cxnLst/>
              <a:rect l="l" t="t" r="r" b="b"/>
              <a:pathLst>
                <a:path w="3810" h="247650">
                  <a:moveTo>
                    <a:pt x="3810" y="245122"/>
                  </a:moveTo>
                  <a:lnTo>
                    <a:pt x="0" y="24512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5122"/>
                  </a:lnTo>
                  <a:close/>
                </a:path>
                <a:path w="3810" h="247650">
                  <a:moveTo>
                    <a:pt x="3810" y="242582"/>
                  </a:moveTo>
                  <a:lnTo>
                    <a:pt x="0" y="24258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2582"/>
                  </a:lnTo>
                  <a:close/>
                </a:path>
                <a:path w="3810" h="247650">
                  <a:moveTo>
                    <a:pt x="3810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8772"/>
                  </a:lnTo>
                  <a:close/>
                </a:path>
                <a:path w="3810" h="247650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10" h="247650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10" h="247650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10" h="247650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10" h="247650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10" h="247650">
                  <a:moveTo>
                    <a:pt x="3810" y="22872"/>
                  </a:moveTo>
                  <a:lnTo>
                    <a:pt x="0" y="2287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872"/>
                  </a:lnTo>
                  <a:close/>
                </a:path>
                <a:path w="3810" h="247650">
                  <a:moveTo>
                    <a:pt x="3810" y="20332"/>
                  </a:moveTo>
                  <a:lnTo>
                    <a:pt x="0" y="2033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20332"/>
                  </a:lnTo>
                  <a:close/>
                </a:path>
                <a:path w="3810" h="247650">
                  <a:moveTo>
                    <a:pt x="3810" y="16522"/>
                  </a:moveTo>
                  <a:lnTo>
                    <a:pt x="0" y="1652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6522"/>
                  </a:lnTo>
                  <a:close/>
                </a:path>
                <a:path w="3810" h="247650">
                  <a:moveTo>
                    <a:pt x="3810" y="13982"/>
                  </a:moveTo>
                  <a:lnTo>
                    <a:pt x="0" y="1398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82"/>
                  </a:lnTo>
                  <a:close/>
                </a:path>
                <a:path w="3810" h="247650">
                  <a:moveTo>
                    <a:pt x="381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0172"/>
                  </a:lnTo>
                  <a:close/>
                </a:path>
                <a:path w="3810" h="247650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10" h="247650">
                  <a:moveTo>
                    <a:pt x="381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3822"/>
                  </a:lnTo>
                  <a:close/>
                </a:path>
                <a:path w="3810" h="247650">
                  <a:moveTo>
                    <a:pt x="381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82"/>
                  </a:lnTo>
                  <a:close/>
                </a:path>
                <a:path w="3810" h="24765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" name="object 565"/>
            <p:cNvSpPr/>
            <p:nvPr/>
          </p:nvSpPr>
          <p:spPr>
            <a:xfrm>
              <a:off x="2476500" y="5309882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10" h="245110">
                  <a:moveTo>
                    <a:pt x="3810" y="243840"/>
                  </a:moveTo>
                  <a:lnTo>
                    <a:pt x="0" y="24384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3840"/>
                  </a:lnTo>
                  <a:close/>
                </a:path>
                <a:path w="3810" h="245110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10" h="245110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10" h="245110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10" h="245110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10" h="24511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10" h="245110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10" h="245110">
                  <a:moveTo>
                    <a:pt x="3810" y="222250"/>
                  </a:moveTo>
                  <a:lnTo>
                    <a:pt x="0" y="22225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22250"/>
                  </a:lnTo>
                  <a:close/>
                </a:path>
                <a:path w="3810" h="245110">
                  <a:moveTo>
                    <a:pt x="3810" y="21590"/>
                  </a:moveTo>
                  <a:lnTo>
                    <a:pt x="0" y="2159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1590"/>
                  </a:lnTo>
                  <a:close/>
                </a:path>
                <a:path w="3810" h="245110">
                  <a:moveTo>
                    <a:pt x="381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10" y="21577"/>
                  </a:lnTo>
                  <a:lnTo>
                    <a:pt x="3810" y="19050"/>
                  </a:lnTo>
                  <a:close/>
                </a:path>
                <a:path w="3810" h="245110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10" h="24511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10" h="24511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10" h="24511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10" h="24511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10" h="24511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F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" name="object 566"/>
            <p:cNvSpPr/>
            <p:nvPr/>
          </p:nvSpPr>
          <p:spPr>
            <a:xfrm>
              <a:off x="2480310" y="5309882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10" h="245110">
                  <a:moveTo>
                    <a:pt x="2540" y="243840"/>
                  </a:moveTo>
                  <a:lnTo>
                    <a:pt x="0" y="243840"/>
                  </a:lnTo>
                  <a:lnTo>
                    <a:pt x="0" y="245097"/>
                  </a:lnTo>
                  <a:lnTo>
                    <a:pt x="2540" y="245097"/>
                  </a:lnTo>
                  <a:lnTo>
                    <a:pt x="2540" y="243840"/>
                  </a:lnTo>
                  <a:close/>
                </a:path>
                <a:path w="3810" h="245110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10" h="245110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10" h="245110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10" h="245110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10" h="24511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10" h="245110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10" h="245110">
                  <a:moveTo>
                    <a:pt x="3810" y="222250"/>
                  </a:moveTo>
                  <a:lnTo>
                    <a:pt x="0" y="22225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22250"/>
                  </a:lnTo>
                  <a:close/>
                </a:path>
                <a:path w="3810" h="245110">
                  <a:moveTo>
                    <a:pt x="3810" y="21590"/>
                  </a:moveTo>
                  <a:lnTo>
                    <a:pt x="0" y="2159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1590"/>
                  </a:lnTo>
                  <a:close/>
                </a:path>
                <a:path w="3810" h="245110">
                  <a:moveTo>
                    <a:pt x="381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10" y="21577"/>
                  </a:lnTo>
                  <a:lnTo>
                    <a:pt x="3810" y="19050"/>
                  </a:lnTo>
                  <a:close/>
                </a:path>
                <a:path w="3810" h="245110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10" h="24511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10" h="24511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10" h="24511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10" h="24511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10" h="24511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" name="object 567"/>
            <p:cNvSpPr/>
            <p:nvPr/>
          </p:nvSpPr>
          <p:spPr>
            <a:xfrm>
              <a:off x="2484120" y="5309882"/>
              <a:ext cx="2540" cy="243840"/>
            </a:xfrm>
            <a:custGeom>
              <a:avLst/>
              <a:gdLst/>
              <a:ahLst/>
              <a:cxnLst/>
              <a:rect l="l" t="t" r="r" b="b"/>
              <a:pathLst>
                <a:path w="2539" h="243839">
                  <a:moveTo>
                    <a:pt x="254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2540" y="243827"/>
                  </a:lnTo>
                  <a:lnTo>
                    <a:pt x="2540" y="241300"/>
                  </a:lnTo>
                  <a:close/>
                </a:path>
                <a:path w="2539" h="243839">
                  <a:moveTo>
                    <a:pt x="254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2540" y="241287"/>
                  </a:lnTo>
                  <a:lnTo>
                    <a:pt x="2540" y="237490"/>
                  </a:lnTo>
                  <a:close/>
                </a:path>
                <a:path w="2539" h="243839">
                  <a:moveTo>
                    <a:pt x="254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2540" y="237477"/>
                  </a:lnTo>
                  <a:lnTo>
                    <a:pt x="2540" y="234950"/>
                  </a:lnTo>
                  <a:close/>
                </a:path>
                <a:path w="2539" h="243839">
                  <a:moveTo>
                    <a:pt x="254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2540" y="234937"/>
                  </a:lnTo>
                  <a:lnTo>
                    <a:pt x="2540" y="231140"/>
                  </a:lnTo>
                  <a:close/>
                </a:path>
                <a:path w="2539" h="243839">
                  <a:moveTo>
                    <a:pt x="254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2540" y="231127"/>
                  </a:lnTo>
                  <a:lnTo>
                    <a:pt x="2540" y="228600"/>
                  </a:lnTo>
                  <a:close/>
                </a:path>
                <a:path w="2539" h="243839">
                  <a:moveTo>
                    <a:pt x="254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2540" y="228587"/>
                  </a:lnTo>
                  <a:lnTo>
                    <a:pt x="2540" y="224790"/>
                  </a:lnTo>
                  <a:close/>
                </a:path>
                <a:path w="2539" h="243839">
                  <a:moveTo>
                    <a:pt x="2540" y="222250"/>
                  </a:moveTo>
                  <a:lnTo>
                    <a:pt x="0" y="222250"/>
                  </a:lnTo>
                  <a:lnTo>
                    <a:pt x="0" y="224777"/>
                  </a:lnTo>
                  <a:lnTo>
                    <a:pt x="2540" y="224777"/>
                  </a:lnTo>
                  <a:lnTo>
                    <a:pt x="2540" y="222250"/>
                  </a:lnTo>
                  <a:close/>
                </a:path>
                <a:path w="2539" h="243839">
                  <a:moveTo>
                    <a:pt x="2540" y="21590"/>
                  </a:moveTo>
                  <a:lnTo>
                    <a:pt x="0" y="21590"/>
                  </a:lnTo>
                  <a:lnTo>
                    <a:pt x="0" y="222237"/>
                  </a:lnTo>
                  <a:lnTo>
                    <a:pt x="2540" y="222237"/>
                  </a:lnTo>
                  <a:lnTo>
                    <a:pt x="2540" y="21590"/>
                  </a:lnTo>
                  <a:close/>
                </a:path>
                <a:path w="2539" h="243839">
                  <a:moveTo>
                    <a:pt x="254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2540" y="21577"/>
                  </a:lnTo>
                  <a:lnTo>
                    <a:pt x="2540" y="19050"/>
                  </a:lnTo>
                  <a:close/>
                </a:path>
                <a:path w="2539" h="243839">
                  <a:moveTo>
                    <a:pt x="254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2540" y="19037"/>
                  </a:lnTo>
                  <a:lnTo>
                    <a:pt x="2540" y="15240"/>
                  </a:lnTo>
                  <a:close/>
                </a:path>
                <a:path w="2539" h="243839">
                  <a:moveTo>
                    <a:pt x="254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540" y="15227"/>
                  </a:lnTo>
                  <a:lnTo>
                    <a:pt x="2540" y="12700"/>
                  </a:lnTo>
                  <a:close/>
                </a:path>
                <a:path w="2539" h="243839">
                  <a:moveTo>
                    <a:pt x="254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8890"/>
                  </a:lnTo>
                  <a:close/>
                </a:path>
                <a:path w="2539" h="243839">
                  <a:moveTo>
                    <a:pt x="254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2540" y="8877"/>
                  </a:lnTo>
                  <a:lnTo>
                    <a:pt x="2540" y="6350"/>
                  </a:lnTo>
                  <a:close/>
                </a:path>
                <a:path w="2539" h="243839">
                  <a:moveTo>
                    <a:pt x="254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2540"/>
                  </a:lnTo>
                  <a:close/>
                </a:path>
                <a:path w="2539" h="243839">
                  <a:moveTo>
                    <a:pt x="254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2540" y="252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" name="object 568"/>
            <p:cNvSpPr/>
            <p:nvPr/>
          </p:nvSpPr>
          <p:spPr>
            <a:xfrm>
              <a:off x="2486660" y="5309882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10" h="243839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10" h="243839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10" h="243839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10" h="243839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10" h="243839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10" h="243839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10" h="243839">
                  <a:moveTo>
                    <a:pt x="3810" y="222250"/>
                  </a:moveTo>
                  <a:lnTo>
                    <a:pt x="0" y="22225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22250"/>
                  </a:lnTo>
                  <a:close/>
                </a:path>
                <a:path w="3810" h="243839">
                  <a:moveTo>
                    <a:pt x="3810" y="21590"/>
                  </a:moveTo>
                  <a:lnTo>
                    <a:pt x="0" y="2159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1590"/>
                  </a:lnTo>
                  <a:close/>
                </a:path>
                <a:path w="3810" h="243839">
                  <a:moveTo>
                    <a:pt x="381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10" y="21577"/>
                  </a:lnTo>
                  <a:lnTo>
                    <a:pt x="3810" y="19050"/>
                  </a:lnTo>
                  <a:close/>
                </a:path>
                <a:path w="3810" h="243839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10" h="243839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10" h="243839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10" h="243839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10" h="243839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10" h="243839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7A6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" name="object 569"/>
            <p:cNvSpPr/>
            <p:nvPr/>
          </p:nvSpPr>
          <p:spPr>
            <a:xfrm>
              <a:off x="2490470" y="5309882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10" h="243839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10" h="243839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10" h="243839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10" h="243839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10" h="243839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10" h="243839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10" h="243839">
                  <a:moveTo>
                    <a:pt x="3810" y="222250"/>
                  </a:moveTo>
                  <a:lnTo>
                    <a:pt x="0" y="22225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22250"/>
                  </a:lnTo>
                  <a:close/>
                </a:path>
                <a:path w="3810" h="243839">
                  <a:moveTo>
                    <a:pt x="3810" y="21590"/>
                  </a:moveTo>
                  <a:lnTo>
                    <a:pt x="0" y="2159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1590"/>
                  </a:lnTo>
                  <a:close/>
                </a:path>
                <a:path w="3810" h="243839">
                  <a:moveTo>
                    <a:pt x="381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10" y="21577"/>
                  </a:lnTo>
                  <a:lnTo>
                    <a:pt x="3810" y="19050"/>
                  </a:lnTo>
                  <a:close/>
                </a:path>
                <a:path w="3810" h="243839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10" h="243839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10" h="243839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10" h="243839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10" h="243839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10" h="243839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9A8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" name="object 570"/>
            <p:cNvSpPr/>
            <p:nvPr/>
          </p:nvSpPr>
          <p:spPr>
            <a:xfrm>
              <a:off x="2494280" y="5311139"/>
              <a:ext cx="3810" cy="242570"/>
            </a:xfrm>
            <a:custGeom>
              <a:avLst/>
              <a:gdLst/>
              <a:ahLst/>
              <a:cxnLst/>
              <a:rect l="l" t="t" r="r" b="b"/>
              <a:pathLst>
                <a:path w="3810" h="242570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10" h="242570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10" h="242570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10" h="242570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10" h="242570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10" h="242570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10" h="242570">
                  <a:moveTo>
                    <a:pt x="3810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92"/>
                  </a:lnTo>
                  <a:close/>
                </a:path>
                <a:path w="3810" h="242570">
                  <a:moveTo>
                    <a:pt x="3810" y="20332"/>
                  </a:moveTo>
                  <a:lnTo>
                    <a:pt x="0" y="2033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0332"/>
                  </a:lnTo>
                  <a:close/>
                </a:path>
                <a:path w="3810" h="242570">
                  <a:moveTo>
                    <a:pt x="381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92"/>
                  </a:lnTo>
                  <a:close/>
                </a:path>
                <a:path w="3810" h="242570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10" h="242570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10" h="24257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10" h="24257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10" h="24257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10" h="24257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CA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" name="object 571"/>
            <p:cNvSpPr/>
            <p:nvPr/>
          </p:nvSpPr>
          <p:spPr>
            <a:xfrm>
              <a:off x="2498089" y="5311139"/>
              <a:ext cx="3810" cy="242570"/>
            </a:xfrm>
            <a:custGeom>
              <a:avLst/>
              <a:gdLst/>
              <a:ahLst/>
              <a:cxnLst/>
              <a:rect l="l" t="t" r="r" b="b"/>
              <a:pathLst>
                <a:path w="3810" h="242570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  <a:path w="3810" h="242570">
                  <a:moveTo>
                    <a:pt x="381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70"/>
                  </a:lnTo>
                  <a:close/>
                </a:path>
                <a:path w="3810" h="242570">
                  <a:moveTo>
                    <a:pt x="3810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80"/>
                  </a:lnTo>
                  <a:close/>
                </a:path>
                <a:path w="3810" h="242570">
                  <a:moveTo>
                    <a:pt x="3810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20"/>
                  </a:lnTo>
                  <a:close/>
                </a:path>
                <a:path w="3810" h="242570">
                  <a:moveTo>
                    <a:pt x="3810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30"/>
                  </a:lnTo>
                  <a:close/>
                </a:path>
                <a:path w="3810" h="242570">
                  <a:moveTo>
                    <a:pt x="3810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70"/>
                  </a:lnTo>
                  <a:close/>
                </a:path>
                <a:path w="3810" h="242570">
                  <a:moveTo>
                    <a:pt x="3810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80"/>
                  </a:lnTo>
                  <a:close/>
                </a:path>
                <a:path w="3810" h="242570">
                  <a:moveTo>
                    <a:pt x="3810" y="20320"/>
                  </a:moveTo>
                  <a:lnTo>
                    <a:pt x="0" y="20320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0320"/>
                  </a:lnTo>
                  <a:close/>
                </a:path>
                <a:path w="3810" h="242570">
                  <a:moveTo>
                    <a:pt x="3810" y="220980"/>
                  </a:moveTo>
                  <a:lnTo>
                    <a:pt x="0" y="220980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80"/>
                  </a:lnTo>
                  <a:close/>
                </a:path>
                <a:path w="3810" h="242570">
                  <a:moveTo>
                    <a:pt x="3810" y="223520"/>
                  </a:moveTo>
                  <a:lnTo>
                    <a:pt x="0" y="223520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20"/>
                  </a:lnTo>
                  <a:close/>
                </a:path>
                <a:path w="3810" h="242570">
                  <a:moveTo>
                    <a:pt x="3810" y="227330"/>
                  </a:moveTo>
                  <a:lnTo>
                    <a:pt x="0" y="227330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30"/>
                  </a:lnTo>
                  <a:close/>
                </a:path>
                <a:path w="3810" h="242570">
                  <a:moveTo>
                    <a:pt x="3810" y="229870"/>
                  </a:moveTo>
                  <a:lnTo>
                    <a:pt x="0" y="229870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70"/>
                  </a:lnTo>
                  <a:close/>
                </a:path>
                <a:path w="3810" h="242570">
                  <a:moveTo>
                    <a:pt x="3810" y="233680"/>
                  </a:moveTo>
                  <a:lnTo>
                    <a:pt x="0" y="233680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80"/>
                  </a:lnTo>
                  <a:close/>
                </a:path>
                <a:path w="3810" h="242570">
                  <a:moveTo>
                    <a:pt x="3810" y="236220"/>
                  </a:moveTo>
                  <a:lnTo>
                    <a:pt x="0" y="236220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20"/>
                  </a:lnTo>
                  <a:close/>
                </a:path>
                <a:path w="3810" h="242570">
                  <a:moveTo>
                    <a:pt x="3810" y="240030"/>
                  </a:moveTo>
                  <a:lnTo>
                    <a:pt x="0" y="240030"/>
                  </a:lnTo>
                  <a:lnTo>
                    <a:pt x="0" y="242570"/>
                  </a:lnTo>
                  <a:lnTo>
                    <a:pt x="2540" y="242570"/>
                  </a:lnTo>
                  <a:lnTo>
                    <a:pt x="2540" y="241300"/>
                  </a:lnTo>
                  <a:lnTo>
                    <a:pt x="3810" y="241300"/>
                  </a:lnTo>
                  <a:lnTo>
                    <a:pt x="3810" y="240030"/>
                  </a:lnTo>
                  <a:close/>
                </a:path>
              </a:pathLst>
            </a:custGeom>
            <a:solidFill>
              <a:srgbClr val="9FA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" name="object 572"/>
            <p:cNvSpPr/>
            <p:nvPr/>
          </p:nvSpPr>
          <p:spPr>
            <a:xfrm>
              <a:off x="2501900" y="5312422"/>
              <a:ext cx="3810" cy="240029"/>
            </a:xfrm>
            <a:custGeom>
              <a:avLst/>
              <a:gdLst/>
              <a:ahLst/>
              <a:cxnLst/>
              <a:rect l="l" t="t" r="r" b="b"/>
              <a:pathLst>
                <a:path w="3810" h="240029">
                  <a:moveTo>
                    <a:pt x="2540" y="238760"/>
                  </a:moveTo>
                  <a:lnTo>
                    <a:pt x="0" y="238760"/>
                  </a:lnTo>
                  <a:lnTo>
                    <a:pt x="0" y="240017"/>
                  </a:lnTo>
                  <a:lnTo>
                    <a:pt x="2540" y="240017"/>
                  </a:lnTo>
                  <a:lnTo>
                    <a:pt x="2540" y="238760"/>
                  </a:lnTo>
                  <a:close/>
                </a:path>
                <a:path w="3810" h="2400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400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400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400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40029">
                  <a:moveTo>
                    <a:pt x="381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22250"/>
                  </a:lnTo>
                  <a:close/>
                </a:path>
                <a:path w="3810" h="240029">
                  <a:moveTo>
                    <a:pt x="3810" y="219710"/>
                  </a:moveTo>
                  <a:lnTo>
                    <a:pt x="0" y="21971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19710"/>
                  </a:lnTo>
                  <a:close/>
                </a:path>
                <a:path w="3810" h="240029">
                  <a:moveTo>
                    <a:pt x="3810" y="19050"/>
                  </a:moveTo>
                  <a:lnTo>
                    <a:pt x="0" y="19050"/>
                  </a:lnTo>
                  <a:lnTo>
                    <a:pt x="0" y="219697"/>
                  </a:lnTo>
                  <a:lnTo>
                    <a:pt x="3810" y="219697"/>
                  </a:lnTo>
                  <a:lnTo>
                    <a:pt x="3810" y="19050"/>
                  </a:lnTo>
                  <a:close/>
                </a:path>
                <a:path w="3810" h="2400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400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400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400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400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400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" name="object 573"/>
            <p:cNvSpPr/>
            <p:nvPr/>
          </p:nvSpPr>
          <p:spPr>
            <a:xfrm>
              <a:off x="2505710" y="5312422"/>
              <a:ext cx="2540" cy="238760"/>
            </a:xfrm>
            <a:custGeom>
              <a:avLst/>
              <a:gdLst/>
              <a:ahLst/>
              <a:cxnLst/>
              <a:rect l="l" t="t" r="r" b="b"/>
              <a:pathLst>
                <a:path w="2539" h="238760">
                  <a:moveTo>
                    <a:pt x="254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2540" y="238747"/>
                  </a:lnTo>
                  <a:lnTo>
                    <a:pt x="2540" y="234950"/>
                  </a:lnTo>
                  <a:close/>
                </a:path>
                <a:path w="2539" h="238760">
                  <a:moveTo>
                    <a:pt x="254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2540" y="234937"/>
                  </a:lnTo>
                  <a:lnTo>
                    <a:pt x="2540" y="232410"/>
                  </a:lnTo>
                  <a:close/>
                </a:path>
                <a:path w="2539" h="238760">
                  <a:moveTo>
                    <a:pt x="254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2540" y="232397"/>
                  </a:lnTo>
                  <a:lnTo>
                    <a:pt x="2540" y="228600"/>
                  </a:lnTo>
                  <a:close/>
                </a:path>
                <a:path w="2539" h="238760">
                  <a:moveTo>
                    <a:pt x="254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2540" y="228587"/>
                  </a:lnTo>
                  <a:lnTo>
                    <a:pt x="2540" y="226060"/>
                  </a:lnTo>
                  <a:close/>
                </a:path>
                <a:path w="2539" h="238760">
                  <a:moveTo>
                    <a:pt x="254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2540" y="226047"/>
                  </a:lnTo>
                  <a:lnTo>
                    <a:pt x="2540" y="222250"/>
                  </a:lnTo>
                  <a:close/>
                </a:path>
                <a:path w="2539" h="238760">
                  <a:moveTo>
                    <a:pt x="2540" y="219710"/>
                  </a:moveTo>
                  <a:lnTo>
                    <a:pt x="0" y="219710"/>
                  </a:lnTo>
                  <a:lnTo>
                    <a:pt x="0" y="222237"/>
                  </a:lnTo>
                  <a:lnTo>
                    <a:pt x="2540" y="222237"/>
                  </a:lnTo>
                  <a:lnTo>
                    <a:pt x="2540" y="219710"/>
                  </a:lnTo>
                  <a:close/>
                </a:path>
                <a:path w="2539" h="238760">
                  <a:moveTo>
                    <a:pt x="2540" y="19050"/>
                  </a:moveTo>
                  <a:lnTo>
                    <a:pt x="0" y="19050"/>
                  </a:lnTo>
                  <a:lnTo>
                    <a:pt x="0" y="219697"/>
                  </a:lnTo>
                  <a:lnTo>
                    <a:pt x="2540" y="219697"/>
                  </a:lnTo>
                  <a:lnTo>
                    <a:pt x="2540" y="19050"/>
                  </a:lnTo>
                  <a:close/>
                </a:path>
                <a:path w="2539" h="238760">
                  <a:moveTo>
                    <a:pt x="254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2540" y="19037"/>
                  </a:lnTo>
                  <a:lnTo>
                    <a:pt x="2540" y="16510"/>
                  </a:lnTo>
                  <a:close/>
                </a:path>
                <a:path w="2539" h="238760">
                  <a:moveTo>
                    <a:pt x="254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2540" y="16497"/>
                  </a:lnTo>
                  <a:lnTo>
                    <a:pt x="2540" y="12700"/>
                  </a:lnTo>
                  <a:close/>
                </a:path>
                <a:path w="2539" h="238760">
                  <a:moveTo>
                    <a:pt x="254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10160"/>
                  </a:lnTo>
                  <a:close/>
                </a:path>
                <a:path w="2539" h="238760">
                  <a:moveTo>
                    <a:pt x="254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2540" y="10147"/>
                  </a:lnTo>
                  <a:lnTo>
                    <a:pt x="2540" y="6350"/>
                  </a:lnTo>
                  <a:close/>
                </a:path>
                <a:path w="2539" h="238760">
                  <a:moveTo>
                    <a:pt x="254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3810"/>
                  </a:lnTo>
                  <a:close/>
                </a:path>
                <a:path w="2539" h="238760">
                  <a:moveTo>
                    <a:pt x="254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2540" y="379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" name="object 574"/>
            <p:cNvSpPr/>
            <p:nvPr/>
          </p:nvSpPr>
          <p:spPr>
            <a:xfrm>
              <a:off x="2508250" y="5312409"/>
              <a:ext cx="3810" cy="238760"/>
            </a:xfrm>
            <a:custGeom>
              <a:avLst/>
              <a:gdLst/>
              <a:ahLst/>
              <a:cxnLst/>
              <a:rect l="l" t="t" r="r" b="b"/>
              <a:pathLst>
                <a:path w="3810" h="238760">
                  <a:moveTo>
                    <a:pt x="253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  <a:path w="3810" h="238760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10" h="238760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10" h="238760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10" h="238760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10" h="238760">
                  <a:moveTo>
                    <a:pt x="381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6509"/>
                  </a:lnTo>
                  <a:close/>
                </a:path>
                <a:path w="3810" h="238760">
                  <a:moveTo>
                    <a:pt x="3810" y="19050"/>
                  </a:moveTo>
                  <a:lnTo>
                    <a:pt x="0" y="19050"/>
                  </a:lnTo>
                  <a:lnTo>
                    <a:pt x="0" y="219709"/>
                  </a:lnTo>
                  <a:lnTo>
                    <a:pt x="3810" y="219709"/>
                  </a:lnTo>
                  <a:lnTo>
                    <a:pt x="3810" y="19050"/>
                  </a:lnTo>
                  <a:close/>
                </a:path>
                <a:path w="3810" h="238760">
                  <a:moveTo>
                    <a:pt x="3810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3810" y="222249"/>
                  </a:lnTo>
                  <a:lnTo>
                    <a:pt x="3810" y="219709"/>
                  </a:lnTo>
                  <a:close/>
                </a:path>
                <a:path w="3810" h="238760">
                  <a:moveTo>
                    <a:pt x="3810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22250"/>
                  </a:lnTo>
                  <a:close/>
                </a:path>
                <a:path w="3810" h="238760">
                  <a:moveTo>
                    <a:pt x="3810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6059"/>
                  </a:lnTo>
                  <a:close/>
                </a:path>
                <a:path w="3810" h="238760">
                  <a:moveTo>
                    <a:pt x="3810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8600"/>
                  </a:lnTo>
                  <a:close/>
                </a:path>
                <a:path w="3810" h="238760">
                  <a:moveTo>
                    <a:pt x="3810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3810" y="234949"/>
                  </a:lnTo>
                  <a:lnTo>
                    <a:pt x="3810" y="232409"/>
                  </a:lnTo>
                  <a:close/>
                </a:path>
                <a:path w="3810" h="238760">
                  <a:moveTo>
                    <a:pt x="3810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2539" y="238759"/>
                  </a:lnTo>
                  <a:lnTo>
                    <a:pt x="2539" y="237489"/>
                  </a:lnTo>
                  <a:lnTo>
                    <a:pt x="3810" y="237489"/>
                  </a:lnTo>
                  <a:lnTo>
                    <a:pt x="3810" y="234950"/>
                  </a:lnTo>
                  <a:close/>
                </a:path>
              </a:pathLst>
            </a:custGeom>
            <a:solidFill>
              <a:srgbClr val="A7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" name="object 575"/>
            <p:cNvSpPr/>
            <p:nvPr/>
          </p:nvSpPr>
          <p:spPr>
            <a:xfrm>
              <a:off x="2512060" y="5313680"/>
              <a:ext cx="3810" cy="236220"/>
            </a:xfrm>
            <a:custGeom>
              <a:avLst/>
              <a:gdLst/>
              <a:ahLst/>
              <a:cxnLst/>
              <a:rect l="l" t="t" r="r" b="b"/>
              <a:pathLst>
                <a:path w="3810" h="236220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10" h="236220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10" h="236220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36220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36220">
                  <a:moveTo>
                    <a:pt x="381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0992"/>
                  </a:lnTo>
                  <a:close/>
                </a:path>
                <a:path w="3810" h="236220">
                  <a:moveTo>
                    <a:pt x="3810" y="218452"/>
                  </a:moveTo>
                  <a:lnTo>
                    <a:pt x="0" y="21845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8452"/>
                  </a:lnTo>
                  <a:close/>
                </a:path>
                <a:path w="3810" h="236220">
                  <a:moveTo>
                    <a:pt x="3810" y="17792"/>
                  </a:moveTo>
                  <a:lnTo>
                    <a:pt x="0" y="17792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17792"/>
                  </a:lnTo>
                  <a:close/>
                </a:path>
                <a:path w="3810" h="236220">
                  <a:moveTo>
                    <a:pt x="381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52"/>
                  </a:lnTo>
                  <a:close/>
                </a:path>
                <a:path w="3810" h="236220">
                  <a:moveTo>
                    <a:pt x="381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42"/>
                  </a:lnTo>
                  <a:close/>
                </a:path>
                <a:path w="3810" h="236220">
                  <a:moveTo>
                    <a:pt x="381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902"/>
                  </a:lnTo>
                  <a:close/>
                </a:path>
                <a:path w="3810" h="236220">
                  <a:moveTo>
                    <a:pt x="381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92"/>
                  </a:lnTo>
                  <a:close/>
                </a:path>
                <a:path w="3810" h="236220">
                  <a:moveTo>
                    <a:pt x="381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52"/>
                  </a:lnTo>
                  <a:close/>
                </a:path>
                <a:path w="3810" h="23622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" name="object 576"/>
            <p:cNvSpPr/>
            <p:nvPr/>
          </p:nvSpPr>
          <p:spPr>
            <a:xfrm>
              <a:off x="2515870" y="5313680"/>
              <a:ext cx="3810" cy="236220"/>
            </a:xfrm>
            <a:custGeom>
              <a:avLst/>
              <a:gdLst/>
              <a:ahLst/>
              <a:cxnLst/>
              <a:rect l="l" t="t" r="r" b="b"/>
              <a:pathLst>
                <a:path w="3810" h="236220">
                  <a:moveTo>
                    <a:pt x="126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3810" h="236220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236220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10" h="236220">
                  <a:moveTo>
                    <a:pt x="381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890"/>
                  </a:lnTo>
                  <a:close/>
                </a:path>
                <a:path w="3810" h="236220">
                  <a:moveTo>
                    <a:pt x="381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30"/>
                  </a:lnTo>
                  <a:close/>
                </a:path>
                <a:path w="3810" h="236220">
                  <a:moveTo>
                    <a:pt x="381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40"/>
                  </a:lnTo>
                  <a:close/>
                </a:path>
                <a:path w="3810" h="236220">
                  <a:moveTo>
                    <a:pt x="3810" y="17780"/>
                  </a:moveTo>
                  <a:lnTo>
                    <a:pt x="0" y="17780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17780"/>
                  </a:lnTo>
                  <a:close/>
                </a:path>
                <a:path w="3810" h="236220">
                  <a:moveTo>
                    <a:pt x="3810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8440"/>
                  </a:lnTo>
                  <a:close/>
                </a:path>
                <a:path w="3810" h="236220">
                  <a:moveTo>
                    <a:pt x="3810" y="220980"/>
                  </a:moveTo>
                  <a:lnTo>
                    <a:pt x="0" y="220980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0980"/>
                  </a:lnTo>
                  <a:close/>
                </a:path>
                <a:path w="3810" h="236220">
                  <a:moveTo>
                    <a:pt x="3810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790"/>
                  </a:lnTo>
                  <a:close/>
                </a:path>
                <a:path w="3810" h="236220">
                  <a:moveTo>
                    <a:pt x="3810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30"/>
                  </a:lnTo>
                  <a:close/>
                </a:path>
                <a:path w="3810" h="236220">
                  <a:moveTo>
                    <a:pt x="3810" y="231140"/>
                  </a:moveTo>
                  <a:lnTo>
                    <a:pt x="0" y="231140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40"/>
                  </a:lnTo>
                  <a:close/>
                </a:path>
                <a:path w="3810" h="236220">
                  <a:moveTo>
                    <a:pt x="3810" y="233680"/>
                  </a:moveTo>
                  <a:lnTo>
                    <a:pt x="0" y="233680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80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" name="object 577"/>
            <p:cNvSpPr/>
            <p:nvPr/>
          </p:nvSpPr>
          <p:spPr>
            <a:xfrm>
              <a:off x="2519679" y="5314950"/>
              <a:ext cx="3810" cy="234950"/>
            </a:xfrm>
            <a:custGeom>
              <a:avLst/>
              <a:gdLst/>
              <a:ahLst/>
              <a:cxnLst/>
              <a:rect l="l" t="t" r="r" b="b"/>
              <a:pathLst>
                <a:path w="3810" h="234950">
                  <a:moveTo>
                    <a:pt x="126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3810" h="234950">
                  <a:moveTo>
                    <a:pt x="3809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1270"/>
                  </a:lnTo>
                  <a:close/>
                </a:path>
                <a:path w="3810" h="234950">
                  <a:moveTo>
                    <a:pt x="3809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3810"/>
                  </a:lnTo>
                  <a:close/>
                </a:path>
                <a:path w="3810" h="234950">
                  <a:moveTo>
                    <a:pt x="3809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7620"/>
                  </a:lnTo>
                  <a:close/>
                </a:path>
                <a:path w="3810" h="234950">
                  <a:moveTo>
                    <a:pt x="3809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10160"/>
                  </a:lnTo>
                  <a:close/>
                </a:path>
                <a:path w="3810" h="234950">
                  <a:moveTo>
                    <a:pt x="3809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3970"/>
                  </a:lnTo>
                  <a:close/>
                </a:path>
                <a:path w="3810" h="234950">
                  <a:moveTo>
                    <a:pt x="3809" y="16510"/>
                  </a:moveTo>
                  <a:lnTo>
                    <a:pt x="0" y="16510"/>
                  </a:lnTo>
                  <a:lnTo>
                    <a:pt x="0" y="217169"/>
                  </a:lnTo>
                  <a:lnTo>
                    <a:pt x="3809" y="217169"/>
                  </a:lnTo>
                  <a:lnTo>
                    <a:pt x="3809" y="16510"/>
                  </a:lnTo>
                  <a:close/>
                </a:path>
                <a:path w="3810" h="234950">
                  <a:moveTo>
                    <a:pt x="3809" y="217170"/>
                  </a:moveTo>
                  <a:lnTo>
                    <a:pt x="0" y="217170"/>
                  </a:lnTo>
                  <a:lnTo>
                    <a:pt x="0" y="219709"/>
                  </a:lnTo>
                  <a:lnTo>
                    <a:pt x="3809" y="219709"/>
                  </a:lnTo>
                  <a:lnTo>
                    <a:pt x="3809" y="217170"/>
                  </a:lnTo>
                  <a:close/>
                </a:path>
                <a:path w="3810" h="234950">
                  <a:moveTo>
                    <a:pt x="3809" y="219710"/>
                  </a:moveTo>
                  <a:lnTo>
                    <a:pt x="0" y="219710"/>
                  </a:lnTo>
                  <a:lnTo>
                    <a:pt x="0" y="223519"/>
                  </a:lnTo>
                  <a:lnTo>
                    <a:pt x="3809" y="223519"/>
                  </a:lnTo>
                  <a:lnTo>
                    <a:pt x="3809" y="219710"/>
                  </a:lnTo>
                  <a:close/>
                </a:path>
                <a:path w="3810" h="234950">
                  <a:moveTo>
                    <a:pt x="3809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3809" y="226059"/>
                  </a:lnTo>
                  <a:lnTo>
                    <a:pt x="3809" y="223520"/>
                  </a:lnTo>
                  <a:close/>
                </a:path>
                <a:path w="3810" h="234950">
                  <a:moveTo>
                    <a:pt x="3809" y="226060"/>
                  </a:moveTo>
                  <a:lnTo>
                    <a:pt x="0" y="226060"/>
                  </a:lnTo>
                  <a:lnTo>
                    <a:pt x="0" y="229869"/>
                  </a:lnTo>
                  <a:lnTo>
                    <a:pt x="3809" y="229869"/>
                  </a:lnTo>
                  <a:lnTo>
                    <a:pt x="3809" y="226060"/>
                  </a:lnTo>
                  <a:close/>
                </a:path>
                <a:path w="3810" h="234950">
                  <a:moveTo>
                    <a:pt x="3809" y="229870"/>
                  </a:moveTo>
                  <a:lnTo>
                    <a:pt x="0" y="229870"/>
                  </a:lnTo>
                  <a:lnTo>
                    <a:pt x="0" y="232409"/>
                  </a:lnTo>
                  <a:lnTo>
                    <a:pt x="3809" y="232409"/>
                  </a:lnTo>
                  <a:lnTo>
                    <a:pt x="3809" y="229870"/>
                  </a:lnTo>
                  <a:close/>
                </a:path>
                <a:path w="3810" h="234950">
                  <a:moveTo>
                    <a:pt x="3809" y="232410"/>
                  </a:moveTo>
                  <a:lnTo>
                    <a:pt x="0" y="232410"/>
                  </a:lnTo>
                  <a:lnTo>
                    <a:pt x="0" y="234950"/>
                  </a:lnTo>
                  <a:lnTo>
                    <a:pt x="1269" y="234950"/>
                  </a:lnTo>
                  <a:lnTo>
                    <a:pt x="1269" y="233680"/>
                  </a:lnTo>
                  <a:lnTo>
                    <a:pt x="3809" y="233680"/>
                  </a:lnTo>
                  <a:lnTo>
                    <a:pt x="3809" y="232410"/>
                  </a:lnTo>
                  <a:close/>
                </a:path>
              </a:pathLst>
            </a:custGeom>
            <a:solidFill>
              <a:srgbClr val="AEBA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" name="object 578"/>
            <p:cNvSpPr/>
            <p:nvPr/>
          </p:nvSpPr>
          <p:spPr>
            <a:xfrm>
              <a:off x="2523490" y="5316232"/>
              <a:ext cx="3810" cy="231140"/>
            </a:xfrm>
            <a:custGeom>
              <a:avLst/>
              <a:gdLst/>
              <a:ahLst/>
              <a:cxnLst/>
              <a:rect l="l" t="t" r="r" b="b"/>
              <a:pathLst>
                <a:path w="3810" h="231139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10" h="231139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10" h="231139">
                  <a:moveTo>
                    <a:pt x="3810" y="222250"/>
                  </a:moveTo>
                  <a:lnTo>
                    <a:pt x="0" y="22225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22250"/>
                  </a:lnTo>
                  <a:close/>
                </a:path>
                <a:path w="3810" h="231139">
                  <a:moveTo>
                    <a:pt x="3810" y="218440"/>
                  </a:moveTo>
                  <a:lnTo>
                    <a:pt x="0" y="21844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18440"/>
                  </a:lnTo>
                  <a:close/>
                </a:path>
                <a:path w="3810" h="231139">
                  <a:moveTo>
                    <a:pt x="3810" y="215900"/>
                  </a:moveTo>
                  <a:lnTo>
                    <a:pt x="0" y="215900"/>
                  </a:lnTo>
                  <a:lnTo>
                    <a:pt x="0" y="218427"/>
                  </a:lnTo>
                  <a:lnTo>
                    <a:pt x="3810" y="218427"/>
                  </a:lnTo>
                  <a:lnTo>
                    <a:pt x="3810" y="215900"/>
                  </a:lnTo>
                  <a:close/>
                </a:path>
                <a:path w="3810" h="231139">
                  <a:moveTo>
                    <a:pt x="3810" y="15240"/>
                  </a:moveTo>
                  <a:lnTo>
                    <a:pt x="0" y="15240"/>
                  </a:lnTo>
                  <a:lnTo>
                    <a:pt x="0" y="215887"/>
                  </a:lnTo>
                  <a:lnTo>
                    <a:pt x="3810" y="215887"/>
                  </a:lnTo>
                  <a:lnTo>
                    <a:pt x="3810" y="15240"/>
                  </a:lnTo>
                  <a:close/>
                </a:path>
                <a:path w="3810" h="231139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10" h="231139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10" h="231139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10" h="231139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10" h="231139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1BD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" name="object 579"/>
            <p:cNvSpPr/>
            <p:nvPr/>
          </p:nvSpPr>
          <p:spPr>
            <a:xfrm>
              <a:off x="2527300" y="5316220"/>
              <a:ext cx="3810" cy="231140"/>
            </a:xfrm>
            <a:custGeom>
              <a:avLst/>
              <a:gdLst/>
              <a:ahLst/>
              <a:cxnLst/>
              <a:rect l="l" t="t" r="r" b="b"/>
              <a:pathLst>
                <a:path w="3810" h="231139">
                  <a:moveTo>
                    <a:pt x="254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10" h="231139">
                  <a:moveTo>
                    <a:pt x="381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2539"/>
                  </a:lnTo>
                  <a:close/>
                </a:path>
                <a:path w="3810" h="231139">
                  <a:moveTo>
                    <a:pt x="381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49"/>
                  </a:lnTo>
                  <a:close/>
                </a:path>
                <a:path w="3810" h="231139">
                  <a:moveTo>
                    <a:pt x="381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8889"/>
                  </a:lnTo>
                  <a:close/>
                </a:path>
                <a:path w="3810" h="231139">
                  <a:moveTo>
                    <a:pt x="381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2699"/>
                  </a:lnTo>
                  <a:close/>
                </a:path>
                <a:path w="3810" h="231139">
                  <a:moveTo>
                    <a:pt x="3810" y="15239"/>
                  </a:moveTo>
                  <a:lnTo>
                    <a:pt x="0" y="15239"/>
                  </a:lnTo>
                  <a:lnTo>
                    <a:pt x="0" y="215899"/>
                  </a:lnTo>
                  <a:lnTo>
                    <a:pt x="3810" y="215899"/>
                  </a:lnTo>
                  <a:lnTo>
                    <a:pt x="3810" y="15239"/>
                  </a:lnTo>
                  <a:close/>
                </a:path>
                <a:path w="3810" h="231139">
                  <a:moveTo>
                    <a:pt x="3810" y="215899"/>
                  </a:moveTo>
                  <a:lnTo>
                    <a:pt x="0" y="215899"/>
                  </a:lnTo>
                  <a:lnTo>
                    <a:pt x="0" y="218439"/>
                  </a:lnTo>
                  <a:lnTo>
                    <a:pt x="3810" y="218439"/>
                  </a:lnTo>
                  <a:lnTo>
                    <a:pt x="3810" y="215899"/>
                  </a:lnTo>
                  <a:close/>
                </a:path>
                <a:path w="3810" h="231139">
                  <a:moveTo>
                    <a:pt x="3810" y="218439"/>
                  </a:moveTo>
                  <a:lnTo>
                    <a:pt x="0" y="218439"/>
                  </a:lnTo>
                  <a:lnTo>
                    <a:pt x="0" y="222249"/>
                  </a:lnTo>
                  <a:lnTo>
                    <a:pt x="3810" y="222249"/>
                  </a:lnTo>
                  <a:lnTo>
                    <a:pt x="3810" y="218439"/>
                  </a:lnTo>
                  <a:close/>
                </a:path>
                <a:path w="3810" h="231139">
                  <a:moveTo>
                    <a:pt x="3810" y="222249"/>
                  </a:moveTo>
                  <a:lnTo>
                    <a:pt x="0" y="222249"/>
                  </a:lnTo>
                  <a:lnTo>
                    <a:pt x="0" y="224789"/>
                  </a:lnTo>
                  <a:lnTo>
                    <a:pt x="3810" y="224789"/>
                  </a:lnTo>
                  <a:lnTo>
                    <a:pt x="3810" y="222249"/>
                  </a:lnTo>
                  <a:close/>
                </a:path>
                <a:path w="3810" h="231139">
                  <a:moveTo>
                    <a:pt x="3810" y="224789"/>
                  </a:moveTo>
                  <a:lnTo>
                    <a:pt x="0" y="22478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4789"/>
                  </a:lnTo>
                  <a:close/>
                </a:path>
                <a:path w="3810" h="231139">
                  <a:moveTo>
                    <a:pt x="3810" y="228599"/>
                  </a:moveTo>
                  <a:lnTo>
                    <a:pt x="0" y="228599"/>
                  </a:lnTo>
                  <a:lnTo>
                    <a:pt x="0" y="231139"/>
                  </a:lnTo>
                  <a:lnTo>
                    <a:pt x="1269" y="231139"/>
                  </a:lnTo>
                  <a:lnTo>
                    <a:pt x="1269" y="229869"/>
                  </a:lnTo>
                  <a:lnTo>
                    <a:pt x="3810" y="229869"/>
                  </a:lnTo>
                  <a:lnTo>
                    <a:pt x="3810" y="228599"/>
                  </a:lnTo>
                  <a:close/>
                </a:path>
              </a:pathLst>
            </a:custGeom>
            <a:solidFill>
              <a:srgbClr val="B4BF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" name="object 580"/>
            <p:cNvSpPr/>
            <p:nvPr/>
          </p:nvSpPr>
          <p:spPr>
            <a:xfrm>
              <a:off x="2531110" y="5317489"/>
              <a:ext cx="3810" cy="228600"/>
            </a:xfrm>
            <a:custGeom>
              <a:avLst/>
              <a:gdLst/>
              <a:ahLst/>
              <a:cxnLst/>
              <a:rect l="l" t="t" r="r" b="b"/>
              <a:pathLst>
                <a:path w="3810" h="228600">
                  <a:moveTo>
                    <a:pt x="1270" y="227342"/>
                  </a:moveTo>
                  <a:lnTo>
                    <a:pt x="0" y="227342"/>
                  </a:lnTo>
                  <a:lnTo>
                    <a:pt x="0" y="228600"/>
                  </a:lnTo>
                  <a:lnTo>
                    <a:pt x="1270" y="228600"/>
                  </a:lnTo>
                  <a:lnTo>
                    <a:pt x="1270" y="227342"/>
                  </a:lnTo>
                  <a:close/>
                </a:path>
                <a:path w="3810" h="228600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10" h="228600">
                  <a:moveTo>
                    <a:pt x="3810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92"/>
                  </a:lnTo>
                  <a:close/>
                </a:path>
                <a:path w="3810" h="228600">
                  <a:moveTo>
                    <a:pt x="3810" y="217182"/>
                  </a:moveTo>
                  <a:lnTo>
                    <a:pt x="0" y="21718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7182"/>
                  </a:lnTo>
                  <a:close/>
                </a:path>
                <a:path w="3810" h="228600">
                  <a:moveTo>
                    <a:pt x="3810" y="214642"/>
                  </a:moveTo>
                  <a:lnTo>
                    <a:pt x="0" y="21464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214642"/>
                  </a:lnTo>
                  <a:close/>
                </a:path>
                <a:path w="3810" h="228600">
                  <a:moveTo>
                    <a:pt x="3810" y="13982"/>
                  </a:moveTo>
                  <a:lnTo>
                    <a:pt x="0" y="13982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13982"/>
                  </a:lnTo>
                  <a:close/>
                </a:path>
                <a:path w="3810" h="228600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10" h="22860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10" h="22860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10" h="22860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10" h="22860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6C1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" name="object 581"/>
            <p:cNvSpPr/>
            <p:nvPr/>
          </p:nvSpPr>
          <p:spPr>
            <a:xfrm>
              <a:off x="2534920" y="5318772"/>
              <a:ext cx="2540" cy="226060"/>
            </a:xfrm>
            <a:custGeom>
              <a:avLst/>
              <a:gdLst/>
              <a:ahLst/>
              <a:cxnLst/>
              <a:rect l="l" t="t" r="r" b="b"/>
              <a:pathLst>
                <a:path w="2539" h="226060">
                  <a:moveTo>
                    <a:pt x="254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2540" y="226047"/>
                  </a:lnTo>
                  <a:lnTo>
                    <a:pt x="2540" y="222250"/>
                  </a:lnTo>
                  <a:close/>
                </a:path>
                <a:path w="2539" h="226060">
                  <a:moveTo>
                    <a:pt x="2540" y="219710"/>
                  </a:moveTo>
                  <a:lnTo>
                    <a:pt x="0" y="219710"/>
                  </a:lnTo>
                  <a:lnTo>
                    <a:pt x="0" y="222237"/>
                  </a:lnTo>
                  <a:lnTo>
                    <a:pt x="2540" y="222237"/>
                  </a:lnTo>
                  <a:lnTo>
                    <a:pt x="2540" y="219710"/>
                  </a:lnTo>
                  <a:close/>
                </a:path>
                <a:path w="2539" h="226060">
                  <a:moveTo>
                    <a:pt x="2540" y="215900"/>
                  </a:moveTo>
                  <a:lnTo>
                    <a:pt x="0" y="215900"/>
                  </a:lnTo>
                  <a:lnTo>
                    <a:pt x="0" y="219697"/>
                  </a:lnTo>
                  <a:lnTo>
                    <a:pt x="2540" y="219697"/>
                  </a:lnTo>
                  <a:lnTo>
                    <a:pt x="2540" y="215900"/>
                  </a:lnTo>
                  <a:close/>
                </a:path>
                <a:path w="2539" h="226060">
                  <a:moveTo>
                    <a:pt x="2540" y="213360"/>
                  </a:moveTo>
                  <a:lnTo>
                    <a:pt x="0" y="213360"/>
                  </a:lnTo>
                  <a:lnTo>
                    <a:pt x="0" y="215887"/>
                  </a:lnTo>
                  <a:lnTo>
                    <a:pt x="2540" y="215887"/>
                  </a:lnTo>
                  <a:lnTo>
                    <a:pt x="2540" y="213360"/>
                  </a:lnTo>
                  <a:close/>
                </a:path>
                <a:path w="2539" h="226060">
                  <a:moveTo>
                    <a:pt x="2540" y="12700"/>
                  </a:moveTo>
                  <a:lnTo>
                    <a:pt x="0" y="12700"/>
                  </a:lnTo>
                  <a:lnTo>
                    <a:pt x="0" y="213347"/>
                  </a:lnTo>
                  <a:lnTo>
                    <a:pt x="2540" y="213347"/>
                  </a:lnTo>
                  <a:lnTo>
                    <a:pt x="2540" y="12700"/>
                  </a:lnTo>
                  <a:close/>
                </a:path>
                <a:path w="2539" h="226060">
                  <a:moveTo>
                    <a:pt x="254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10160"/>
                  </a:lnTo>
                  <a:close/>
                </a:path>
                <a:path w="2539" h="226060">
                  <a:moveTo>
                    <a:pt x="254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2540" y="10147"/>
                  </a:lnTo>
                  <a:lnTo>
                    <a:pt x="2540" y="6350"/>
                  </a:lnTo>
                  <a:close/>
                </a:path>
                <a:path w="2539" h="226060">
                  <a:moveTo>
                    <a:pt x="254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3810"/>
                  </a:lnTo>
                  <a:close/>
                </a:path>
                <a:path w="2539" h="226060">
                  <a:moveTo>
                    <a:pt x="254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2540" y="379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" name="object 582"/>
            <p:cNvSpPr/>
            <p:nvPr/>
          </p:nvSpPr>
          <p:spPr>
            <a:xfrm>
              <a:off x="2537460" y="5318759"/>
              <a:ext cx="3810" cy="226060"/>
            </a:xfrm>
            <a:custGeom>
              <a:avLst/>
              <a:gdLst/>
              <a:ahLst/>
              <a:cxnLst/>
              <a:rect l="l" t="t" r="r" b="b"/>
              <a:pathLst>
                <a:path w="3810" h="226060">
                  <a:moveTo>
                    <a:pt x="126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3810" h="226060">
                  <a:moveTo>
                    <a:pt x="380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3809"/>
                  </a:lnTo>
                  <a:close/>
                </a:path>
                <a:path w="3810" h="226060">
                  <a:moveTo>
                    <a:pt x="380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6350"/>
                  </a:lnTo>
                  <a:close/>
                </a:path>
                <a:path w="3810" h="226060">
                  <a:moveTo>
                    <a:pt x="380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10159"/>
                  </a:lnTo>
                  <a:close/>
                </a:path>
                <a:path w="3810" h="226060">
                  <a:moveTo>
                    <a:pt x="3809" y="12700"/>
                  </a:moveTo>
                  <a:lnTo>
                    <a:pt x="0" y="12700"/>
                  </a:lnTo>
                  <a:lnTo>
                    <a:pt x="0" y="213359"/>
                  </a:lnTo>
                  <a:lnTo>
                    <a:pt x="3809" y="213359"/>
                  </a:lnTo>
                  <a:lnTo>
                    <a:pt x="3809" y="12700"/>
                  </a:lnTo>
                  <a:close/>
                </a:path>
                <a:path w="3810" h="226060">
                  <a:moveTo>
                    <a:pt x="3809" y="213359"/>
                  </a:moveTo>
                  <a:lnTo>
                    <a:pt x="0" y="213359"/>
                  </a:lnTo>
                  <a:lnTo>
                    <a:pt x="0" y="215899"/>
                  </a:lnTo>
                  <a:lnTo>
                    <a:pt x="3809" y="215899"/>
                  </a:lnTo>
                  <a:lnTo>
                    <a:pt x="3809" y="213359"/>
                  </a:lnTo>
                  <a:close/>
                </a:path>
                <a:path w="3810" h="226060">
                  <a:moveTo>
                    <a:pt x="3809" y="215900"/>
                  </a:moveTo>
                  <a:lnTo>
                    <a:pt x="0" y="215900"/>
                  </a:lnTo>
                  <a:lnTo>
                    <a:pt x="0" y="219709"/>
                  </a:lnTo>
                  <a:lnTo>
                    <a:pt x="3809" y="219709"/>
                  </a:lnTo>
                  <a:lnTo>
                    <a:pt x="3809" y="215900"/>
                  </a:lnTo>
                  <a:close/>
                </a:path>
                <a:path w="3810" h="226060">
                  <a:moveTo>
                    <a:pt x="3809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3809" y="222249"/>
                  </a:lnTo>
                  <a:lnTo>
                    <a:pt x="3809" y="219709"/>
                  </a:lnTo>
                  <a:close/>
                </a:path>
                <a:path w="3810" h="226060">
                  <a:moveTo>
                    <a:pt x="3809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1269" y="226059"/>
                  </a:lnTo>
                  <a:lnTo>
                    <a:pt x="1269" y="224789"/>
                  </a:lnTo>
                  <a:lnTo>
                    <a:pt x="3809" y="224789"/>
                  </a:lnTo>
                  <a:lnTo>
                    <a:pt x="3809" y="222250"/>
                  </a:lnTo>
                  <a:close/>
                </a:path>
              </a:pathLst>
            </a:custGeom>
            <a:solidFill>
              <a:srgbClr val="BC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" name="object 583"/>
            <p:cNvSpPr/>
            <p:nvPr/>
          </p:nvSpPr>
          <p:spPr>
            <a:xfrm>
              <a:off x="2541270" y="5320030"/>
              <a:ext cx="3810" cy="222250"/>
            </a:xfrm>
            <a:custGeom>
              <a:avLst/>
              <a:gdLst/>
              <a:ahLst/>
              <a:cxnLst/>
              <a:rect l="l" t="t" r="r" b="b"/>
              <a:pathLst>
                <a:path w="3810" h="222250">
                  <a:moveTo>
                    <a:pt x="126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3810" h="222250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222250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10" h="222250">
                  <a:moveTo>
                    <a:pt x="381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890"/>
                  </a:lnTo>
                  <a:close/>
                </a:path>
                <a:path w="3810" h="222250">
                  <a:moveTo>
                    <a:pt x="3810" y="11430"/>
                  </a:moveTo>
                  <a:lnTo>
                    <a:pt x="0" y="11430"/>
                  </a:lnTo>
                  <a:lnTo>
                    <a:pt x="0" y="212090"/>
                  </a:lnTo>
                  <a:lnTo>
                    <a:pt x="3810" y="212090"/>
                  </a:lnTo>
                  <a:lnTo>
                    <a:pt x="3810" y="11430"/>
                  </a:lnTo>
                  <a:close/>
                </a:path>
                <a:path w="3810" h="222250">
                  <a:moveTo>
                    <a:pt x="3810" y="212090"/>
                  </a:moveTo>
                  <a:lnTo>
                    <a:pt x="0" y="212090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212090"/>
                  </a:lnTo>
                  <a:close/>
                </a:path>
                <a:path w="3810" h="222250">
                  <a:moveTo>
                    <a:pt x="3810" y="214630"/>
                  </a:moveTo>
                  <a:lnTo>
                    <a:pt x="0" y="214630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4630"/>
                  </a:lnTo>
                  <a:close/>
                </a:path>
                <a:path w="3810" h="222250">
                  <a:moveTo>
                    <a:pt x="3810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8440"/>
                  </a:lnTo>
                  <a:close/>
                </a:path>
                <a:path w="3810" h="222250">
                  <a:moveTo>
                    <a:pt x="3810" y="220980"/>
                  </a:moveTo>
                  <a:lnTo>
                    <a:pt x="0" y="220980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20980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" name="object 584"/>
            <p:cNvSpPr/>
            <p:nvPr/>
          </p:nvSpPr>
          <p:spPr>
            <a:xfrm>
              <a:off x="2545079" y="5322570"/>
              <a:ext cx="3810" cy="219710"/>
            </a:xfrm>
            <a:custGeom>
              <a:avLst/>
              <a:gdLst/>
              <a:ahLst/>
              <a:cxnLst/>
              <a:rect l="l" t="t" r="r" b="b"/>
              <a:pathLst>
                <a:path w="3810" h="219710">
                  <a:moveTo>
                    <a:pt x="126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3810" h="219710">
                  <a:moveTo>
                    <a:pt x="380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2539"/>
                  </a:lnTo>
                  <a:close/>
                </a:path>
                <a:path w="3810" h="219710">
                  <a:moveTo>
                    <a:pt x="380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49"/>
                  </a:lnTo>
                  <a:close/>
                </a:path>
                <a:path w="3810" h="219710">
                  <a:moveTo>
                    <a:pt x="3809" y="8889"/>
                  </a:moveTo>
                  <a:lnTo>
                    <a:pt x="0" y="8889"/>
                  </a:lnTo>
                  <a:lnTo>
                    <a:pt x="0" y="209549"/>
                  </a:lnTo>
                  <a:lnTo>
                    <a:pt x="3809" y="209549"/>
                  </a:lnTo>
                  <a:lnTo>
                    <a:pt x="3809" y="8889"/>
                  </a:lnTo>
                  <a:close/>
                </a:path>
                <a:path w="3810" h="219710">
                  <a:moveTo>
                    <a:pt x="3809" y="209549"/>
                  </a:moveTo>
                  <a:lnTo>
                    <a:pt x="0" y="209549"/>
                  </a:lnTo>
                  <a:lnTo>
                    <a:pt x="0" y="212089"/>
                  </a:lnTo>
                  <a:lnTo>
                    <a:pt x="3809" y="212089"/>
                  </a:lnTo>
                  <a:lnTo>
                    <a:pt x="3809" y="209549"/>
                  </a:lnTo>
                  <a:close/>
                </a:path>
                <a:path w="3810" h="219710">
                  <a:moveTo>
                    <a:pt x="3809" y="212089"/>
                  </a:moveTo>
                  <a:lnTo>
                    <a:pt x="0" y="212089"/>
                  </a:lnTo>
                  <a:lnTo>
                    <a:pt x="0" y="215899"/>
                  </a:lnTo>
                  <a:lnTo>
                    <a:pt x="3809" y="215899"/>
                  </a:lnTo>
                  <a:lnTo>
                    <a:pt x="3809" y="212089"/>
                  </a:lnTo>
                  <a:close/>
                </a:path>
                <a:path w="3810" h="219710">
                  <a:moveTo>
                    <a:pt x="3809" y="215899"/>
                  </a:moveTo>
                  <a:lnTo>
                    <a:pt x="0" y="215899"/>
                  </a:lnTo>
                  <a:lnTo>
                    <a:pt x="0" y="218439"/>
                  </a:lnTo>
                  <a:lnTo>
                    <a:pt x="3809" y="218439"/>
                  </a:lnTo>
                  <a:lnTo>
                    <a:pt x="3809" y="215899"/>
                  </a:lnTo>
                  <a:close/>
                </a:path>
                <a:path w="3810" h="219710">
                  <a:moveTo>
                    <a:pt x="1269" y="218439"/>
                  </a:moveTo>
                  <a:lnTo>
                    <a:pt x="0" y="218439"/>
                  </a:lnTo>
                  <a:lnTo>
                    <a:pt x="0" y="219709"/>
                  </a:lnTo>
                  <a:lnTo>
                    <a:pt x="1269" y="219709"/>
                  </a:lnTo>
                  <a:lnTo>
                    <a:pt x="1269" y="218439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" name="object 585"/>
            <p:cNvSpPr/>
            <p:nvPr/>
          </p:nvSpPr>
          <p:spPr>
            <a:xfrm>
              <a:off x="2548890" y="5323839"/>
              <a:ext cx="3810" cy="215900"/>
            </a:xfrm>
            <a:custGeom>
              <a:avLst/>
              <a:gdLst/>
              <a:ahLst/>
              <a:cxnLst/>
              <a:rect l="l" t="t" r="r" b="b"/>
              <a:pathLst>
                <a:path w="3810" h="215900">
                  <a:moveTo>
                    <a:pt x="12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3810" h="215900">
                  <a:moveTo>
                    <a:pt x="3810" y="214642"/>
                  </a:moveTo>
                  <a:lnTo>
                    <a:pt x="0" y="214642"/>
                  </a:lnTo>
                  <a:lnTo>
                    <a:pt x="0" y="215900"/>
                  </a:lnTo>
                  <a:lnTo>
                    <a:pt x="3810" y="215900"/>
                  </a:lnTo>
                  <a:lnTo>
                    <a:pt x="3810" y="214642"/>
                  </a:lnTo>
                  <a:close/>
                </a:path>
                <a:path w="3810" h="215900">
                  <a:moveTo>
                    <a:pt x="3810" y="210832"/>
                  </a:moveTo>
                  <a:lnTo>
                    <a:pt x="0" y="210832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210832"/>
                  </a:lnTo>
                  <a:close/>
                </a:path>
                <a:path w="3810" h="215900">
                  <a:moveTo>
                    <a:pt x="3810" y="208292"/>
                  </a:moveTo>
                  <a:lnTo>
                    <a:pt x="0" y="208292"/>
                  </a:lnTo>
                  <a:lnTo>
                    <a:pt x="0" y="210820"/>
                  </a:lnTo>
                  <a:lnTo>
                    <a:pt x="3810" y="210820"/>
                  </a:lnTo>
                  <a:lnTo>
                    <a:pt x="3810" y="208292"/>
                  </a:lnTo>
                  <a:close/>
                </a:path>
                <a:path w="3810" h="215900">
                  <a:moveTo>
                    <a:pt x="3810" y="7632"/>
                  </a:moveTo>
                  <a:lnTo>
                    <a:pt x="0" y="7632"/>
                  </a:lnTo>
                  <a:lnTo>
                    <a:pt x="0" y="208280"/>
                  </a:lnTo>
                  <a:lnTo>
                    <a:pt x="3810" y="208280"/>
                  </a:lnTo>
                  <a:lnTo>
                    <a:pt x="3810" y="7632"/>
                  </a:lnTo>
                  <a:close/>
                </a:path>
                <a:path w="3810" h="21590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10" h="21590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</a:pathLst>
            </a:custGeom>
            <a:solidFill>
              <a:srgbClr val="C4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" name="object 586"/>
            <p:cNvSpPr/>
            <p:nvPr/>
          </p:nvSpPr>
          <p:spPr>
            <a:xfrm>
              <a:off x="2552700" y="5326380"/>
              <a:ext cx="3810" cy="212090"/>
            </a:xfrm>
            <a:custGeom>
              <a:avLst/>
              <a:gdLst/>
              <a:ahLst/>
              <a:cxnLst/>
              <a:rect l="l" t="t" r="r" b="b"/>
              <a:pathLst>
                <a:path w="3810" h="212089">
                  <a:moveTo>
                    <a:pt x="253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1270"/>
                  </a:lnTo>
                  <a:lnTo>
                    <a:pt x="2539" y="1270"/>
                  </a:lnTo>
                  <a:lnTo>
                    <a:pt x="2539" y="0"/>
                  </a:lnTo>
                  <a:close/>
                </a:path>
                <a:path w="3810" h="212089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212089">
                  <a:moveTo>
                    <a:pt x="3810" y="5080"/>
                  </a:moveTo>
                  <a:lnTo>
                    <a:pt x="0" y="5080"/>
                  </a:lnTo>
                  <a:lnTo>
                    <a:pt x="0" y="205740"/>
                  </a:lnTo>
                  <a:lnTo>
                    <a:pt x="3810" y="205740"/>
                  </a:lnTo>
                  <a:lnTo>
                    <a:pt x="3810" y="5080"/>
                  </a:lnTo>
                  <a:close/>
                </a:path>
                <a:path w="3810" h="212089">
                  <a:moveTo>
                    <a:pt x="3810" y="205740"/>
                  </a:moveTo>
                  <a:lnTo>
                    <a:pt x="0" y="205740"/>
                  </a:lnTo>
                  <a:lnTo>
                    <a:pt x="0" y="208280"/>
                  </a:lnTo>
                  <a:lnTo>
                    <a:pt x="3810" y="208280"/>
                  </a:lnTo>
                  <a:lnTo>
                    <a:pt x="3810" y="205740"/>
                  </a:lnTo>
                  <a:close/>
                </a:path>
                <a:path w="3810" h="212089">
                  <a:moveTo>
                    <a:pt x="3810" y="208280"/>
                  </a:moveTo>
                  <a:lnTo>
                    <a:pt x="0" y="208280"/>
                  </a:lnTo>
                  <a:lnTo>
                    <a:pt x="0" y="212090"/>
                  </a:lnTo>
                  <a:lnTo>
                    <a:pt x="1269" y="212090"/>
                  </a:lnTo>
                  <a:lnTo>
                    <a:pt x="1269" y="210820"/>
                  </a:lnTo>
                  <a:lnTo>
                    <a:pt x="3810" y="210820"/>
                  </a:lnTo>
                  <a:lnTo>
                    <a:pt x="3810" y="208280"/>
                  </a:lnTo>
                  <a:close/>
                </a:path>
              </a:pathLst>
            </a:custGeom>
            <a:solidFill>
              <a:srgbClr val="C6CF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" name="object 587"/>
            <p:cNvSpPr/>
            <p:nvPr/>
          </p:nvSpPr>
          <p:spPr>
            <a:xfrm>
              <a:off x="2556510" y="5328932"/>
              <a:ext cx="2540" cy="207010"/>
            </a:xfrm>
            <a:custGeom>
              <a:avLst/>
              <a:gdLst/>
              <a:ahLst/>
              <a:cxnLst/>
              <a:rect l="l" t="t" r="r" b="b"/>
              <a:pathLst>
                <a:path w="2539" h="207010">
                  <a:moveTo>
                    <a:pt x="2540" y="205740"/>
                  </a:moveTo>
                  <a:lnTo>
                    <a:pt x="0" y="205740"/>
                  </a:lnTo>
                  <a:lnTo>
                    <a:pt x="0" y="206997"/>
                  </a:lnTo>
                  <a:lnTo>
                    <a:pt x="2540" y="206997"/>
                  </a:lnTo>
                  <a:lnTo>
                    <a:pt x="2540" y="205740"/>
                  </a:lnTo>
                  <a:close/>
                </a:path>
                <a:path w="2539" h="207010">
                  <a:moveTo>
                    <a:pt x="2540" y="203200"/>
                  </a:moveTo>
                  <a:lnTo>
                    <a:pt x="0" y="203200"/>
                  </a:lnTo>
                  <a:lnTo>
                    <a:pt x="0" y="205727"/>
                  </a:lnTo>
                  <a:lnTo>
                    <a:pt x="2540" y="205727"/>
                  </a:lnTo>
                  <a:lnTo>
                    <a:pt x="2540" y="203200"/>
                  </a:lnTo>
                  <a:close/>
                </a:path>
                <a:path w="2539" h="207010">
                  <a:moveTo>
                    <a:pt x="2540" y="2540"/>
                  </a:moveTo>
                  <a:lnTo>
                    <a:pt x="0" y="2540"/>
                  </a:lnTo>
                  <a:lnTo>
                    <a:pt x="0" y="203187"/>
                  </a:lnTo>
                  <a:lnTo>
                    <a:pt x="2540" y="203187"/>
                  </a:lnTo>
                  <a:lnTo>
                    <a:pt x="2540" y="2540"/>
                  </a:lnTo>
                  <a:close/>
                </a:path>
                <a:path w="2539" h="207010">
                  <a:moveTo>
                    <a:pt x="254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2540" y="252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C9D1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" name="object 588"/>
            <p:cNvSpPr/>
            <p:nvPr/>
          </p:nvSpPr>
          <p:spPr>
            <a:xfrm>
              <a:off x="2559050" y="5330189"/>
              <a:ext cx="3810" cy="204470"/>
            </a:xfrm>
            <a:custGeom>
              <a:avLst/>
              <a:gdLst/>
              <a:ahLst/>
              <a:cxnLst/>
              <a:rect l="l" t="t" r="r" b="b"/>
              <a:pathLst>
                <a:path w="3810" h="204470">
                  <a:moveTo>
                    <a:pt x="1269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3810" h="204470">
                  <a:moveTo>
                    <a:pt x="1269" y="1270"/>
                  </a:moveTo>
                  <a:lnTo>
                    <a:pt x="0" y="1270"/>
                  </a:lnTo>
                  <a:lnTo>
                    <a:pt x="0" y="201930"/>
                  </a:lnTo>
                  <a:lnTo>
                    <a:pt x="2539" y="201930"/>
                  </a:lnTo>
                  <a:lnTo>
                    <a:pt x="2539" y="200660"/>
                  </a:lnTo>
                  <a:lnTo>
                    <a:pt x="3810" y="200660"/>
                  </a:lnTo>
                  <a:lnTo>
                    <a:pt x="3810" y="3810"/>
                  </a:lnTo>
                  <a:lnTo>
                    <a:pt x="2539" y="3810"/>
                  </a:lnTo>
                  <a:lnTo>
                    <a:pt x="2539" y="2540"/>
                  </a:lnTo>
                  <a:lnTo>
                    <a:pt x="1269" y="2540"/>
                  </a:lnTo>
                  <a:lnTo>
                    <a:pt x="1269" y="1270"/>
                  </a:lnTo>
                  <a:close/>
                </a:path>
                <a:path w="3810" h="204470">
                  <a:moveTo>
                    <a:pt x="2539" y="201930"/>
                  </a:moveTo>
                  <a:lnTo>
                    <a:pt x="0" y="201930"/>
                  </a:lnTo>
                  <a:lnTo>
                    <a:pt x="0" y="204470"/>
                  </a:lnTo>
                  <a:lnTo>
                    <a:pt x="1269" y="204470"/>
                  </a:lnTo>
                  <a:lnTo>
                    <a:pt x="1269" y="203200"/>
                  </a:lnTo>
                  <a:lnTo>
                    <a:pt x="2539" y="203200"/>
                  </a:lnTo>
                  <a:lnTo>
                    <a:pt x="2539" y="201930"/>
                  </a:lnTo>
                  <a:close/>
                </a:path>
              </a:pathLst>
            </a:custGeom>
            <a:solidFill>
              <a:srgbClr val="CCD3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" name="object 589"/>
            <p:cNvSpPr/>
            <p:nvPr/>
          </p:nvSpPr>
          <p:spPr>
            <a:xfrm>
              <a:off x="2562860" y="5334000"/>
              <a:ext cx="0" cy="196850"/>
            </a:xfrm>
            <a:custGeom>
              <a:avLst/>
              <a:gdLst/>
              <a:ahLst/>
              <a:cxnLst/>
              <a:rect l="l" t="t" r="r" b="b"/>
              <a:pathLst>
                <a:path h="196850">
                  <a:moveTo>
                    <a:pt x="0" y="0"/>
                  </a:moveTo>
                  <a:lnTo>
                    <a:pt x="0" y="1968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" name="object 590"/>
            <p:cNvSpPr/>
            <p:nvPr/>
          </p:nvSpPr>
          <p:spPr>
            <a:xfrm>
              <a:off x="2277110" y="5306059"/>
              <a:ext cx="284480" cy="251460"/>
            </a:xfrm>
            <a:custGeom>
              <a:avLst/>
              <a:gdLst/>
              <a:ahLst/>
              <a:cxnLst/>
              <a:rect l="l" t="t" r="r" b="b"/>
              <a:pathLst>
                <a:path w="284480" h="251460">
                  <a:moveTo>
                    <a:pt x="142239" y="0"/>
                  </a:moveTo>
                  <a:lnTo>
                    <a:pt x="87332" y="2440"/>
                  </a:lnTo>
                  <a:lnTo>
                    <a:pt x="42068" y="9048"/>
                  </a:lnTo>
                  <a:lnTo>
                    <a:pt x="11330" y="18752"/>
                  </a:lnTo>
                  <a:lnTo>
                    <a:pt x="0" y="30479"/>
                  </a:lnTo>
                  <a:lnTo>
                    <a:pt x="0" y="33436"/>
                  </a:lnTo>
                  <a:lnTo>
                    <a:pt x="0" y="54133"/>
                  </a:lnTo>
                  <a:lnTo>
                    <a:pt x="0" y="110311"/>
                  </a:lnTo>
                  <a:lnTo>
                    <a:pt x="0" y="219709"/>
                  </a:lnTo>
                  <a:lnTo>
                    <a:pt x="11330" y="232171"/>
                  </a:lnTo>
                  <a:lnTo>
                    <a:pt x="42068" y="242252"/>
                  </a:lnTo>
                  <a:lnTo>
                    <a:pt x="87332" y="248999"/>
                  </a:lnTo>
                  <a:lnTo>
                    <a:pt x="142239" y="251459"/>
                  </a:lnTo>
                  <a:lnTo>
                    <a:pt x="197147" y="248999"/>
                  </a:lnTo>
                  <a:lnTo>
                    <a:pt x="242411" y="242252"/>
                  </a:lnTo>
                  <a:lnTo>
                    <a:pt x="273149" y="232171"/>
                  </a:lnTo>
                  <a:lnTo>
                    <a:pt x="284479" y="219709"/>
                  </a:lnTo>
                  <a:lnTo>
                    <a:pt x="284479" y="216753"/>
                  </a:lnTo>
                  <a:lnTo>
                    <a:pt x="284479" y="196056"/>
                  </a:lnTo>
                  <a:lnTo>
                    <a:pt x="284479" y="139878"/>
                  </a:lnTo>
                  <a:lnTo>
                    <a:pt x="284479" y="30479"/>
                  </a:lnTo>
                  <a:lnTo>
                    <a:pt x="273149" y="18752"/>
                  </a:lnTo>
                  <a:lnTo>
                    <a:pt x="242411" y="9048"/>
                  </a:lnTo>
                  <a:lnTo>
                    <a:pt x="197147" y="2440"/>
                  </a:lnTo>
                  <a:lnTo>
                    <a:pt x="142239" y="0"/>
                  </a:lnTo>
                  <a:close/>
                </a:path>
              </a:pathLst>
            </a:custGeom>
            <a:ln w="646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" name="object 591"/>
            <p:cNvSpPr/>
            <p:nvPr/>
          </p:nvSpPr>
          <p:spPr>
            <a:xfrm>
              <a:off x="2277110" y="5331472"/>
              <a:ext cx="3810" cy="11430"/>
            </a:xfrm>
            <a:custGeom>
              <a:avLst/>
              <a:gdLst/>
              <a:ahLst/>
              <a:cxnLst/>
              <a:rect l="l" t="t" r="r" b="b"/>
              <a:pathLst>
                <a:path w="3810" h="11429">
                  <a:moveTo>
                    <a:pt x="3810" y="10160"/>
                  </a:moveTo>
                  <a:lnTo>
                    <a:pt x="2540" y="10160"/>
                  </a:lnTo>
                  <a:lnTo>
                    <a:pt x="2540" y="11417"/>
                  </a:lnTo>
                  <a:lnTo>
                    <a:pt x="3810" y="11417"/>
                  </a:lnTo>
                  <a:lnTo>
                    <a:pt x="3810" y="10160"/>
                  </a:lnTo>
                  <a:close/>
                </a:path>
                <a:path w="3810" h="11429">
                  <a:moveTo>
                    <a:pt x="3810" y="0"/>
                  </a:moveTo>
                  <a:lnTo>
                    <a:pt x="2540" y="0"/>
                  </a:lnTo>
                  <a:lnTo>
                    <a:pt x="2540" y="2527"/>
                  </a:lnTo>
                  <a:lnTo>
                    <a:pt x="1270" y="2527"/>
                  </a:lnTo>
                  <a:lnTo>
                    <a:pt x="1270" y="5067"/>
                  </a:lnTo>
                  <a:lnTo>
                    <a:pt x="0" y="5067"/>
                  </a:lnTo>
                  <a:lnTo>
                    <a:pt x="0" y="6337"/>
                  </a:lnTo>
                  <a:lnTo>
                    <a:pt x="1270" y="6337"/>
                  </a:lnTo>
                  <a:lnTo>
                    <a:pt x="1270" y="10147"/>
                  </a:lnTo>
                  <a:lnTo>
                    <a:pt x="3810" y="1014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" name="object 592"/>
            <p:cNvSpPr/>
            <p:nvPr/>
          </p:nvSpPr>
          <p:spPr>
            <a:xfrm>
              <a:off x="2280919" y="5328920"/>
              <a:ext cx="3810" cy="17780"/>
            </a:xfrm>
            <a:custGeom>
              <a:avLst/>
              <a:gdLst/>
              <a:ahLst/>
              <a:cxnLst/>
              <a:rect l="l" t="t" r="r" b="b"/>
              <a:pathLst>
                <a:path w="3810" h="17779">
                  <a:moveTo>
                    <a:pt x="3810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17779">
                  <a:moveTo>
                    <a:pt x="3810" y="2539"/>
                  </a:moveTo>
                  <a:lnTo>
                    <a:pt x="0" y="253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2539"/>
                  </a:lnTo>
                  <a:close/>
                </a:path>
                <a:path w="3810" h="17779">
                  <a:moveTo>
                    <a:pt x="381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2699"/>
                  </a:lnTo>
                  <a:close/>
                </a:path>
                <a:path w="3810" h="17779">
                  <a:moveTo>
                    <a:pt x="3810" y="15239"/>
                  </a:moveTo>
                  <a:lnTo>
                    <a:pt x="1269" y="15239"/>
                  </a:lnTo>
                  <a:lnTo>
                    <a:pt x="1269" y="17779"/>
                  </a:lnTo>
                  <a:lnTo>
                    <a:pt x="3810" y="17779"/>
                  </a:lnTo>
                  <a:lnTo>
                    <a:pt x="3810" y="15239"/>
                  </a:lnTo>
                  <a:close/>
                </a:path>
              </a:pathLst>
            </a:custGeom>
            <a:solidFill>
              <a:srgbClr val="CED5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" name="object 593"/>
            <p:cNvSpPr/>
            <p:nvPr/>
          </p:nvSpPr>
          <p:spPr>
            <a:xfrm>
              <a:off x="2284730" y="5327650"/>
              <a:ext cx="2540" cy="21590"/>
            </a:xfrm>
            <a:custGeom>
              <a:avLst/>
              <a:gdLst/>
              <a:ahLst/>
              <a:cxnLst/>
              <a:rect l="l" t="t" r="r" b="b"/>
              <a:pathLst>
                <a:path w="2539" h="21589">
                  <a:moveTo>
                    <a:pt x="253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  <a:path w="2539" h="21589">
                  <a:moveTo>
                    <a:pt x="2539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2539" y="3809"/>
                  </a:lnTo>
                  <a:lnTo>
                    <a:pt x="2539" y="1270"/>
                  </a:lnTo>
                  <a:close/>
                </a:path>
                <a:path w="2539" h="21589">
                  <a:moveTo>
                    <a:pt x="2539" y="3810"/>
                  </a:moveTo>
                  <a:lnTo>
                    <a:pt x="0" y="3810"/>
                  </a:lnTo>
                  <a:lnTo>
                    <a:pt x="0" y="13969"/>
                  </a:lnTo>
                  <a:lnTo>
                    <a:pt x="2539" y="13969"/>
                  </a:lnTo>
                  <a:lnTo>
                    <a:pt x="2539" y="3810"/>
                  </a:lnTo>
                  <a:close/>
                </a:path>
                <a:path w="2539" h="21589">
                  <a:moveTo>
                    <a:pt x="2539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2539" y="16509"/>
                  </a:lnTo>
                  <a:lnTo>
                    <a:pt x="2539" y="13970"/>
                  </a:lnTo>
                  <a:close/>
                </a:path>
                <a:path w="2539" h="21589">
                  <a:moveTo>
                    <a:pt x="2539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2539" y="20319"/>
                  </a:lnTo>
                  <a:lnTo>
                    <a:pt x="2539" y="16510"/>
                  </a:lnTo>
                  <a:close/>
                </a:path>
                <a:path w="2539" h="21589">
                  <a:moveTo>
                    <a:pt x="2539" y="20320"/>
                  </a:moveTo>
                  <a:lnTo>
                    <a:pt x="1269" y="20320"/>
                  </a:lnTo>
                  <a:lnTo>
                    <a:pt x="1269" y="21590"/>
                  </a:lnTo>
                  <a:lnTo>
                    <a:pt x="2539" y="21590"/>
                  </a:lnTo>
                  <a:lnTo>
                    <a:pt x="2539" y="20320"/>
                  </a:lnTo>
                  <a:close/>
                </a:path>
              </a:pathLst>
            </a:custGeom>
            <a:solidFill>
              <a:srgbClr val="CCD3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" name="object 594"/>
            <p:cNvSpPr/>
            <p:nvPr/>
          </p:nvSpPr>
          <p:spPr>
            <a:xfrm>
              <a:off x="2287269" y="5325109"/>
              <a:ext cx="3810" cy="25400"/>
            </a:xfrm>
            <a:custGeom>
              <a:avLst/>
              <a:gdLst/>
              <a:ahLst/>
              <a:cxnLst/>
              <a:rect l="l" t="t" r="r" b="b"/>
              <a:pathLst>
                <a:path w="3810" h="25400">
                  <a:moveTo>
                    <a:pt x="3810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0"/>
                  </a:lnTo>
                  <a:close/>
                </a:path>
                <a:path w="3810" h="25400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10" h="25400">
                  <a:moveTo>
                    <a:pt x="3810" y="6350"/>
                  </a:moveTo>
                  <a:lnTo>
                    <a:pt x="0" y="635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6350"/>
                  </a:lnTo>
                  <a:close/>
                </a:path>
                <a:path w="3810" h="25400">
                  <a:moveTo>
                    <a:pt x="381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6509"/>
                  </a:lnTo>
                  <a:close/>
                </a:path>
                <a:path w="3810" h="25400">
                  <a:moveTo>
                    <a:pt x="381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9050"/>
                  </a:lnTo>
                  <a:close/>
                </a:path>
                <a:path w="3810" h="25400">
                  <a:moveTo>
                    <a:pt x="3810" y="22859"/>
                  </a:moveTo>
                  <a:lnTo>
                    <a:pt x="0" y="22859"/>
                  </a:lnTo>
                  <a:lnTo>
                    <a:pt x="0" y="24129"/>
                  </a:lnTo>
                  <a:lnTo>
                    <a:pt x="1269" y="24129"/>
                  </a:lnTo>
                  <a:lnTo>
                    <a:pt x="1269" y="25399"/>
                  </a:lnTo>
                  <a:lnTo>
                    <a:pt x="3810" y="25399"/>
                  </a:lnTo>
                  <a:lnTo>
                    <a:pt x="3810" y="22859"/>
                  </a:lnTo>
                  <a:close/>
                </a:path>
              </a:pathLst>
            </a:custGeom>
            <a:solidFill>
              <a:srgbClr val="C9D1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" name="object 595"/>
            <p:cNvSpPr/>
            <p:nvPr/>
          </p:nvSpPr>
          <p:spPr>
            <a:xfrm>
              <a:off x="2291080" y="5323839"/>
              <a:ext cx="3810" cy="27940"/>
            </a:xfrm>
            <a:custGeom>
              <a:avLst/>
              <a:gdLst/>
              <a:ahLst/>
              <a:cxnLst/>
              <a:rect l="l" t="t" r="r" b="b"/>
              <a:pathLst>
                <a:path w="3810" h="27939">
                  <a:moveTo>
                    <a:pt x="3809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3809" y="1270"/>
                  </a:lnTo>
                  <a:lnTo>
                    <a:pt x="3809" y="0"/>
                  </a:lnTo>
                  <a:close/>
                </a:path>
                <a:path w="3810" h="27939">
                  <a:moveTo>
                    <a:pt x="380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1270"/>
                  </a:lnTo>
                  <a:close/>
                </a:path>
                <a:path w="3810" h="27939">
                  <a:moveTo>
                    <a:pt x="380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09" y="7620"/>
                  </a:lnTo>
                  <a:lnTo>
                    <a:pt x="3809" y="5080"/>
                  </a:lnTo>
                  <a:close/>
                </a:path>
                <a:path w="3810" h="27939">
                  <a:moveTo>
                    <a:pt x="3809" y="7620"/>
                  </a:moveTo>
                  <a:lnTo>
                    <a:pt x="0" y="762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7620"/>
                  </a:lnTo>
                  <a:close/>
                </a:path>
                <a:path w="3810" h="27939">
                  <a:moveTo>
                    <a:pt x="3809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09" y="20320"/>
                  </a:lnTo>
                  <a:lnTo>
                    <a:pt x="3809" y="17780"/>
                  </a:lnTo>
                  <a:close/>
                </a:path>
                <a:path w="3810" h="27939">
                  <a:moveTo>
                    <a:pt x="3809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3809" y="24130"/>
                  </a:lnTo>
                  <a:lnTo>
                    <a:pt x="3809" y="20320"/>
                  </a:lnTo>
                  <a:close/>
                </a:path>
                <a:path w="3810" h="27939">
                  <a:moveTo>
                    <a:pt x="3809" y="24130"/>
                  </a:moveTo>
                  <a:lnTo>
                    <a:pt x="0" y="24130"/>
                  </a:lnTo>
                  <a:lnTo>
                    <a:pt x="0" y="26670"/>
                  </a:lnTo>
                  <a:lnTo>
                    <a:pt x="3809" y="26670"/>
                  </a:lnTo>
                  <a:lnTo>
                    <a:pt x="3809" y="24130"/>
                  </a:lnTo>
                  <a:close/>
                </a:path>
                <a:path w="3810" h="27939">
                  <a:moveTo>
                    <a:pt x="3809" y="26670"/>
                  </a:moveTo>
                  <a:lnTo>
                    <a:pt x="0" y="26670"/>
                  </a:lnTo>
                  <a:lnTo>
                    <a:pt x="0" y="27940"/>
                  </a:lnTo>
                  <a:lnTo>
                    <a:pt x="3809" y="27940"/>
                  </a:lnTo>
                  <a:lnTo>
                    <a:pt x="3809" y="26670"/>
                  </a:lnTo>
                  <a:close/>
                </a:path>
              </a:pathLst>
            </a:custGeom>
            <a:solidFill>
              <a:srgbClr val="C6CF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" name="object 596"/>
            <p:cNvSpPr/>
            <p:nvPr/>
          </p:nvSpPr>
          <p:spPr>
            <a:xfrm>
              <a:off x="2294889" y="5322570"/>
              <a:ext cx="3810" cy="31750"/>
            </a:xfrm>
            <a:custGeom>
              <a:avLst/>
              <a:gdLst/>
              <a:ahLst/>
              <a:cxnLst/>
              <a:rect l="l" t="t" r="r" b="b"/>
              <a:pathLst>
                <a:path w="3810" h="31750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31750">
                  <a:moveTo>
                    <a:pt x="381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2539"/>
                  </a:lnTo>
                  <a:close/>
                </a:path>
                <a:path w="3810" h="31750">
                  <a:moveTo>
                    <a:pt x="381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49"/>
                  </a:lnTo>
                  <a:close/>
                </a:path>
                <a:path w="3810" h="31750">
                  <a:moveTo>
                    <a:pt x="3810" y="8889"/>
                  </a:moveTo>
                  <a:lnTo>
                    <a:pt x="0" y="888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8889"/>
                  </a:lnTo>
                  <a:close/>
                </a:path>
                <a:path w="3810" h="31750">
                  <a:moveTo>
                    <a:pt x="3810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9049"/>
                  </a:lnTo>
                  <a:close/>
                </a:path>
                <a:path w="3810" h="31750">
                  <a:moveTo>
                    <a:pt x="3810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21589"/>
                  </a:lnTo>
                  <a:close/>
                </a:path>
                <a:path w="3810" h="31750">
                  <a:moveTo>
                    <a:pt x="3810" y="25399"/>
                  </a:moveTo>
                  <a:lnTo>
                    <a:pt x="0" y="25399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5399"/>
                  </a:lnTo>
                  <a:close/>
                </a:path>
                <a:path w="3810" h="31750">
                  <a:moveTo>
                    <a:pt x="3810" y="27939"/>
                  </a:moveTo>
                  <a:lnTo>
                    <a:pt x="0" y="27939"/>
                  </a:lnTo>
                  <a:lnTo>
                    <a:pt x="0" y="30479"/>
                  </a:lnTo>
                  <a:lnTo>
                    <a:pt x="2540" y="30479"/>
                  </a:lnTo>
                  <a:lnTo>
                    <a:pt x="2540" y="31749"/>
                  </a:lnTo>
                  <a:lnTo>
                    <a:pt x="3810" y="31749"/>
                  </a:lnTo>
                  <a:lnTo>
                    <a:pt x="3810" y="27939"/>
                  </a:lnTo>
                  <a:close/>
                </a:path>
              </a:pathLst>
            </a:custGeom>
            <a:solidFill>
              <a:srgbClr val="C3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" name="object 597"/>
            <p:cNvSpPr/>
            <p:nvPr/>
          </p:nvSpPr>
          <p:spPr>
            <a:xfrm>
              <a:off x="2298700" y="5320030"/>
              <a:ext cx="3810" cy="34290"/>
            </a:xfrm>
            <a:custGeom>
              <a:avLst/>
              <a:gdLst/>
              <a:ahLst/>
              <a:cxnLst/>
              <a:rect l="l" t="t" r="r" b="b"/>
              <a:pathLst>
                <a:path w="3810" h="34289">
                  <a:moveTo>
                    <a:pt x="3810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  <a:path w="3810" h="34289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34289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10" h="34289">
                  <a:moveTo>
                    <a:pt x="381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890"/>
                  </a:lnTo>
                  <a:close/>
                </a:path>
                <a:path w="3810" h="34289">
                  <a:moveTo>
                    <a:pt x="3810" y="11430"/>
                  </a:moveTo>
                  <a:lnTo>
                    <a:pt x="0" y="1143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1430"/>
                  </a:lnTo>
                  <a:close/>
                </a:path>
                <a:path w="3810" h="34289">
                  <a:moveTo>
                    <a:pt x="3810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1590"/>
                  </a:lnTo>
                  <a:close/>
                </a:path>
                <a:path w="3810" h="34289">
                  <a:moveTo>
                    <a:pt x="3810" y="24130"/>
                  </a:moveTo>
                  <a:lnTo>
                    <a:pt x="0" y="24130"/>
                  </a:lnTo>
                  <a:lnTo>
                    <a:pt x="0" y="27940"/>
                  </a:lnTo>
                  <a:lnTo>
                    <a:pt x="3810" y="27940"/>
                  </a:lnTo>
                  <a:lnTo>
                    <a:pt x="3810" y="24130"/>
                  </a:lnTo>
                  <a:close/>
                </a:path>
                <a:path w="3810" h="34289">
                  <a:moveTo>
                    <a:pt x="3810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27940"/>
                  </a:lnTo>
                  <a:close/>
                </a:path>
                <a:path w="3810" h="34289">
                  <a:moveTo>
                    <a:pt x="3810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3810" y="34290"/>
                  </a:lnTo>
                  <a:lnTo>
                    <a:pt x="3810" y="30480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" name="object 598"/>
            <p:cNvSpPr/>
            <p:nvPr/>
          </p:nvSpPr>
          <p:spPr>
            <a:xfrm>
              <a:off x="2302510" y="5318759"/>
              <a:ext cx="3810" cy="38100"/>
            </a:xfrm>
            <a:custGeom>
              <a:avLst/>
              <a:gdLst/>
              <a:ahLst/>
              <a:cxnLst/>
              <a:rect l="l" t="t" r="r" b="b"/>
              <a:pathLst>
                <a:path w="3810" h="38100">
                  <a:moveTo>
                    <a:pt x="380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0"/>
                  </a:lnTo>
                  <a:close/>
                </a:path>
                <a:path w="3810" h="38100">
                  <a:moveTo>
                    <a:pt x="380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3809"/>
                  </a:lnTo>
                  <a:close/>
                </a:path>
                <a:path w="3810" h="38100">
                  <a:moveTo>
                    <a:pt x="380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6350"/>
                  </a:lnTo>
                  <a:close/>
                </a:path>
                <a:path w="3810" h="38100">
                  <a:moveTo>
                    <a:pt x="380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10159"/>
                  </a:lnTo>
                  <a:close/>
                </a:path>
                <a:path w="3810" h="38100">
                  <a:moveTo>
                    <a:pt x="3809" y="12700"/>
                  </a:moveTo>
                  <a:lnTo>
                    <a:pt x="0" y="12700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12700"/>
                  </a:lnTo>
                  <a:close/>
                </a:path>
                <a:path w="3810" h="38100">
                  <a:moveTo>
                    <a:pt x="3809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2859"/>
                  </a:lnTo>
                  <a:close/>
                </a:path>
                <a:path w="3810" h="38100">
                  <a:moveTo>
                    <a:pt x="3809" y="25400"/>
                  </a:moveTo>
                  <a:lnTo>
                    <a:pt x="0" y="25400"/>
                  </a:lnTo>
                  <a:lnTo>
                    <a:pt x="0" y="29209"/>
                  </a:lnTo>
                  <a:lnTo>
                    <a:pt x="3809" y="29209"/>
                  </a:lnTo>
                  <a:lnTo>
                    <a:pt x="3809" y="25400"/>
                  </a:lnTo>
                  <a:close/>
                </a:path>
                <a:path w="3810" h="38100">
                  <a:moveTo>
                    <a:pt x="3809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9209"/>
                  </a:lnTo>
                  <a:close/>
                </a:path>
                <a:path w="3810" h="38100">
                  <a:moveTo>
                    <a:pt x="3809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31750"/>
                  </a:lnTo>
                  <a:close/>
                </a:path>
                <a:path w="3810" h="38100">
                  <a:moveTo>
                    <a:pt x="3809" y="35559"/>
                  </a:moveTo>
                  <a:lnTo>
                    <a:pt x="0" y="35559"/>
                  </a:lnTo>
                  <a:lnTo>
                    <a:pt x="0" y="36829"/>
                  </a:lnTo>
                  <a:lnTo>
                    <a:pt x="2539" y="36829"/>
                  </a:lnTo>
                  <a:lnTo>
                    <a:pt x="2539" y="38099"/>
                  </a:lnTo>
                  <a:lnTo>
                    <a:pt x="3809" y="38099"/>
                  </a:lnTo>
                  <a:lnTo>
                    <a:pt x="3809" y="35559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" name="object 599"/>
            <p:cNvSpPr/>
            <p:nvPr/>
          </p:nvSpPr>
          <p:spPr>
            <a:xfrm>
              <a:off x="2306319" y="5318759"/>
              <a:ext cx="2540" cy="38100"/>
            </a:xfrm>
            <a:custGeom>
              <a:avLst/>
              <a:gdLst/>
              <a:ahLst/>
              <a:cxnLst/>
              <a:rect l="l" t="t" r="r" b="b"/>
              <a:pathLst>
                <a:path w="2539" h="38100">
                  <a:moveTo>
                    <a:pt x="254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2540" y="3809"/>
                  </a:lnTo>
                  <a:lnTo>
                    <a:pt x="2540" y="0"/>
                  </a:lnTo>
                  <a:close/>
                </a:path>
                <a:path w="2539" h="38100">
                  <a:moveTo>
                    <a:pt x="254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2540" y="6349"/>
                  </a:lnTo>
                  <a:lnTo>
                    <a:pt x="2540" y="3809"/>
                  </a:lnTo>
                  <a:close/>
                </a:path>
                <a:path w="2539" h="38100">
                  <a:moveTo>
                    <a:pt x="254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2540" y="10159"/>
                  </a:lnTo>
                  <a:lnTo>
                    <a:pt x="2540" y="6350"/>
                  </a:lnTo>
                  <a:close/>
                </a:path>
                <a:path w="2539" h="38100">
                  <a:moveTo>
                    <a:pt x="254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2540" y="12699"/>
                  </a:lnTo>
                  <a:lnTo>
                    <a:pt x="2540" y="10159"/>
                  </a:lnTo>
                  <a:close/>
                </a:path>
                <a:path w="2539" h="38100">
                  <a:moveTo>
                    <a:pt x="2540" y="12700"/>
                  </a:moveTo>
                  <a:lnTo>
                    <a:pt x="0" y="12700"/>
                  </a:lnTo>
                  <a:lnTo>
                    <a:pt x="0" y="22859"/>
                  </a:lnTo>
                  <a:lnTo>
                    <a:pt x="2540" y="22859"/>
                  </a:lnTo>
                  <a:lnTo>
                    <a:pt x="2540" y="12700"/>
                  </a:lnTo>
                  <a:close/>
                </a:path>
                <a:path w="2539" h="38100">
                  <a:moveTo>
                    <a:pt x="2540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2540" y="25399"/>
                  </a:lnTo>
                  <a:lnTo>
                    <a:pt x="2540" y="22859"/>
                  </a:lnTo>
                  <a:close/>
                </a:path>
                <a:path w="2539" h="38100">
                  <a:moveTo>
                    <a:pt x="2540" y="25400"/>
                  </a:moveTo>
                  <a:lnTo>
                    <a:pt x="0" y="25400"/>
                  </a:lnTo>
                  <a:lnTo>
                    <a:pt x="0" y="29209"/>
                  </a:lnTo>
                  <a:lnTo>
                    <a:pt x="2540" y="29209"/>
                  </a:lnTo>
                  <a:lnTo>
                    <a:pt x="2540" y="25400"/>
                  </a:lnTo>
                  <a:close/>
                </a:path>
                <a:path w="2539" h="38100">
                  <a:moveTo>
                    <a:pt x="2540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2540" y="31749"/>
                  </a:lnTo>
                  <a:lnTo>
                    <a:pt x="2540" y="29209"/>
                  </a:lnTo>
                  <a:close/>
                </a:path>
                <a:path w="2539" h="38100">
                  <a:moveTo>
                    <a:pt x="2540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2540" y="35559"/>
                  </a:lnTo>
                  <a:lnTo>
                    <a:pt x="2540" y="31750"/>
                  </a:lnTo>
                  <a:close/>
                </a:path>
                <a:path w="2539" h="38100">
                  <a:moveTo>
                    <a:pt x="254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2540" y="38099"/>
                  </a:lnTo>
                  <a:lnTo>
                    <a:pt x="2540" y="35559"/>
                  </a:lnTo>
                  <a:close/>
                </a:path>
              </a:pathLst>
            </a:custGeom>
            <a:solidFill>
              <a:srgbClr val="BB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" name="object 600"/>
            <p:cNvSpPr/>
            <p:nvPr/>
          </p:nvSpPr>
          <p:spPr>
            <a:xfrm>
              <a:off x="2308860" y="5317489"/>
              <a:ext cx="3810" cy="40640"/>
            </a:xfrm>
            <a:custGeom>
              <a:avLst/>
              <a:gdLst/>
              <a:ahLst/>
              <a:cxnLst/>
              <a:rect l="l" t="t" r="r" b="b"/>
              <a:pathLst>
                <a:path w="3810" h="40639">
                  <a:moveTo>
                    <a:pt x="3809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3809" y="1270"/>
                  </a:lnTo>
                  <a:lnTo>
                    <a:pt x="3809" y="0"/>
                  </a:lnTo>
                  <a:close/>
                </a:path>
                <a:path w="3810" h="40639">
                  <a:moveTo>
                    <a:pt x="380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1270"/>
                  </a:lnTo>
                  <a:close/>
                </a:path>
                <a:path w="3810" h="40639">
                  <a:moveTo>
                    <a:pt x="380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09" y="7620"/>
                  </a:lnTo>
                  <a:lnTo>
                    <a:pt x="3809" y="5080"/>
                  </a:lnTo>
                  <a:close/>
                </a:path>
                <a:path w="3810" h="40639">
                  <a:moveTo>
                    <a:pt x="380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7620"/>
                  </a:lnTo>
                  <a:close/>
                </a:path>
                <a:path w="3810" h="40639">
                  <a:moveTo>
                    <a:pt x="3809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09" y="13970"/>
                  </a:lnTo>
                  <a:lnTo>
                    <a:pt x="3809" y="11430"/>
                  </a:lnTo>
                  <a:close/>
                </a:path>
                <a:path w="3810" h="40639">
                  <a:moveTo>
                    <a:pt x="3809" y="13970"/>
                  </a:moveTo>
                  <a:lnTo>
                    <a:pt x="0" y="13970"/>
                  </a:lnTo>
                  <a:lnTo>
                    <a:pt x="0" y="24130"/>
                  </a:lnTo>
                  <a:lnTo>
                    <a:pt x="3809" y="24130"/>
                  </a:lnTo>
                  <a:lnTo>
                    <a:pt x="3809" y="13970"/>
                  </a:lnTo>
                  <a:close/>
                </a:path>
                <a:path w="3810" h="40639">
                  <a:moveTo>
                    <a:pt x="3809" y="24130"/>
                  </a:moveTo>
                  <a:lnTo>
                    <a:pt x="0" y="24130"/>
                  </a:lnTo>
                  <a:lnTo>
                    <a:pt x="0" y="26670"/>
                  </a:lnTo>
                  <a:lnTo>
                    <a:pt x="3809" y="26670"/>
                  </a:lnTo>
                  <a:lnTo>
                    <a:pt x="3809" y="24130"/>
                  </a:lnTo>
                  <a:close/>
                </a:path>
                <a:path w="3810" h="40639">
                  <a:moveTo>
                    <a:pt x="3809" y="26670"/>
                  </a:moveTo>
                  <a:lnTo>
                    <a:pt x="0" y="26670"/>
                  </a:lnTo>
                  <a:lnTo>
                    <a:pt x="0" y="30480"/>
                  </a:lnTo>
                  <a:lnTo>
                    <a:pt x="3809" y="30480"/>
                  </a:lnTo>
                  <a:lnTo>
                    <a:pt x="3809" y="26670"/>
                  </a:lnTo>
                  <a:close/>
                </a:path>
                <a:path w="3810" h="40639">
                  <a:moveTo>
                    <a:pt x="3809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3809" y="33020"/>
                  </a:lnTo>
                  <a:lnTo>
                    <a:pt x="3809" y="30480"/>
                  </a:lnTo>
                  <a:close/>
                </a:path>
                <a:path w="3810" h="40639">
                  <a:moveTo>
                    <a:pt x="3809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3020"/>
                  </a:lnTo>
                  <a:close/>
                </a:path>
                <a:path w="3810" h="40639">
                  <a:moveTo>
                    <a:pt x="3809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09" y="39370"/>
                  </a:lnTo>
                  <a:lnTo>
                    <a:pt x="3809" y="36830"/>
                  </a:lnTo>
                  <a:close/>
                </a:path>
                <a:path w="3810" h="40639">
                  <a:moveTo>
                    <a:pt x="3809" y="39370"/>
                  </a:moveTo>
                  <a:lnTo>
                    <a:pt x="1269" y="39370"/>
                  </a:lnTo>
                  <a:lnTo>
                    <a:pt x="1269" y="40640"/>
                  </a:lnTo>
                  <a:lnTo>
                    <a:pt x="3809" y="40640"/>
                  </a:lnTo>
                  <a:lnTo>
                    <a:pt x="3809" y="39370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" name="object 601"/>
            <p:cNvSpPr/>
            <p:nvPr/>
          </p:nvSpPr>
          <p:spPr>
            <a:xfrm>
              <a:off x="2312669" y="531748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  <a:path w="3810" h="41910">
                  <a:moveTo>
                    <a:pt x="381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70"/>
                  </a:lnTo>
                  <a:close/>
                </a:path>
                <a:path w="3810" h="41910">
                  <a:moveTo>
                    <a:pt x="3810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80"/>
                  </a:lnTo>
                  <a:close/>
                </a:path>
                <a:path w="3810" h="41910">
                  <a:moveTo>
                    <a:pt x="3810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20"/>
                  </a:lnTo>
                  <a:close/>
                </a:path>
                <a:path w="3810" h="41910">
                  <a:moveTo>
                    <a:pt x="3810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30"/>
                  </a:lnTo>
                  <a:close/>
                </a:path>
                <a:path w="3810" h="41910">
                  <a:moveTo>
                    <a:pt x="3810" y="13970"/>
                  </a:moveTo>
                  <a:lnTo>
                    <a:pt x="0" y="1397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3970"/>
                  </a:lnTo>
                  <a:close/>
                </a:path>
                <a:path w="3810" h="41910">
                  <a:moveTo>
                    <a:pt x="3810" y="24130"/>
                  </a:moveTo>
                  <a:lnTo>
                    <a:pt x="0" y="24130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4130"/>
                  </a:lnTo>
                  <a:close/>
                </a:path>
                <a:path w="3810" h="41910">
                  <a:moveTo>
                    <a:pt x="3810" y="26670"/>
                  </a:moveTo>
                  <a:lnTo>
                    <a:pt x="0" y="2667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26670"/>
                  </a:lnTo>
                  <a:close/>
                </a:path>
                <a:path w="3810" h="41910">
                  <a:moveTo>
                    <a:pt x="3810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3810" y="33020"/>
                  </a:lnTo>
                  <a:lnTo>
                    <a:pt x="3810" y="30480"/>
                  </a:lnTo>
                  <a:close/>
                </a:path>
                <a:path w="3810" h="41910">
                  <a:moveTo>
                    <a:pt x="3810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3020"/>
                  </a:lnTo>
                  <a:close/>
                </a:path>
                <a:path w="3810" h="41910">
                  <a:moveTo>
                    <a:pt x="3810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10" y="39370"/>
                  </a:lnTo>
                  <a:lnTo>
                    <a:pt x="3810" y="36830"/>
                  </a:lnTo>
                  <a:close/>
                </a:path>
                <a:path w="3810" h="41910">
                  <a:moveTo>
                    <a:pt x="3810" y="39370"/>
                  </a:moveTo>
                  <a:lnTo>
                    <a:pt x="0" y="39370"/>
                  </a:lnTo>
                  <a:lnTo>
                    <a:pt x="0" y="40640"/>
                  </a:lnTo>
                  <a:lnTo>
                    <a:pt x="1269" y="40640"/>
                  </a:lnTo>
                  <a:lnTo>
                    <a:pt x="1269" y="41910"/>
                  </a:lnTo>
                  <a:lnTo>
                    <a:pt x="3810" y="41910"/>
                  </a:lnTo>
                  <a:lnTo>
                    <a:pt x="3810" y="39370"/>
                  </a:lnTo>
                  <a:close/>
                </a:path>
              </a:pathLst>
            </a:custGeom>
            <a:solidFill>
              <a:srgbClr val="B6C1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" name="object 602"/>
            <p:cNvSpPr/>
            <p:nvPr/>
          </p:nvSpPr>
          <p:spPr>
            <a:xfrm>
              <a:off x="2316480" y="5316220"/>
              <a:ext cx="3810" cy="43180"/>
            </a:xfrm>
            <a:custGeom>
              <a:avLst/>
              <a:gdLst/>
              <a:ahLst/>
              <a:cxnLst/>
              <a:rect l="l" t="t" r="r" b="b"/>
              <a:pathLst>
                <a:path w="3810" h="43179">
                  <a:moveTo>
                    <a:pt x="380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10" h="43179">
                  <a:moveTo>
                    <a:pt x="380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2539"/>
                  </a:lnTo>
                  <a:close/>
                </a:path>
                <a:path w="3810" h="43179">
                  <a:moveTo>
                    <a:pt x="380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49"/>
                  </a:lnTo>
                  <a:close/>
                </a:path>
                <a:path w="3810" h="43179">
                  <a:moveTo>
                    <a:pt x="380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8889"/>
                  </a:lnTo>
                  <a:close/>
                </a:path>
                <a:path w="3810" h="43179">
                  <a:moveTo>
                    <a:pt x="380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2699"/>
                  </a:lnTo>
                  <a:close/>
                </a:path>
                <a:path w="3810" h="43179">
                  <a:moveTo>
                    <a:pt x="3809" y="15239"/>
                  </a:moveTo>
                  <a:lnTo>
                    <a:pt x="0" y="1523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15239"/>
                  </a:lnTo>
                  <a:close/>
                </a:path>
                <a:path w="3810" h="43179">
                  <a:moveTo>
                    <a:pt x="3809" y="25399"/>
                  </a:moveTo>
                  <a:lnTo>
                    <a:pt x="0" y="25399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5399"/>
                  </a:lnTo>
                  <a:close/>
                </a:path>
                <a:path w="3810" h="43179">
                  <a:moveTo>
                    <a:pt x="3809" y="27939"/>
                  </a:moveTo>
                  <a:lnTo>
                    <a:pt x="0" y="2793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7939"/>
                  </a:lnTo>
                  <a:close/>
                </a:path>
                <a:path w="3810" h="43179">
                  <a:moveTo>
                    <a:pt x="3809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31749"/>
                  </a:lnTo>
                  <a:close/>
                </a:path>
                <a:path w="3810" h="43179">
                  <a:moveTo>
                    <a:pt x="3809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4289"/>
                  </a:lnTo>
                  <a:close/>
                </a:path>
                <a:path w="3810" h="43179">
                  <a:moveTo>
                    <a:pt x="3809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8099"/>
                  </a:lnTo>
                  <a:close/>
                </a:path>
                <a:path w="3810" h="43179">
                  <a:moveTo>
                    <a:pt x="3809" y="40639"/>
                  </a:moveTo>
                  <a:lnTo>
                    <a:pt x="0" y="40639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40639"/>
                  </a:lnTo>
                  <a:close/>
                </a:path>
              </a:pathLst>
            </a:custGeom>
            <a:solidFill>
              <a:srgbClr val="B3BF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" name="object 603"/>
            <p:cNvSpPr/>
            <p:nvPr/>
          </p:nvSpPr>
          <p:spPr>
            <a:xfrm>
              <a:off x="2320289" y="5314950"/>
              <a:ext cx="3810" cy="45720"/>
            </a:xfrm>
            <a:custGeom>
              <a:avLst/>
              <a:gdLst/>
              <a:ahLst/>
              <a:cxnLst/>
              <a:rect l="l" t="t" r="r" b="b"/>
              <a:pathLst>
                <a:path w="3810" h="45720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45720">
                  <a:moveTo>
                    <a:pt x="381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70"/>
                  </a:lnTo>
                  <a:close/>
                </a:path>
                <a:path w="3810" h="45720">
                  <a:moveTo>
                    <a:pt x="3810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3810"/>
                  </a:lnTo>
                  <a:close/>
                </a:path>
                <a:path w="3810" h="45720">
                  <a:moveTo>
                    <a:pt x="3810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7620"/>
                  </a:lnTo>
                  <a:close/>
                </a:path>
                <a:path w="3810" h="45720">
                  <a:moveTo>
                    <a:pt x="3810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10160"/>
                  </a:lnTo>
                  <a:close/>
                </a:path>
                <a:path w="3810" h="45720">
                  <a:moveTo>
                    <a:pt x="3810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3970"/>
                  </a:lnTo>
                  <a:close/>
                </a:path>
                <a:path w="3810" h="45720">
                  <a:moveTo>
                    <a:pt x="3810" y="16510"/>
                  </a:moveTo>
                  <a:lnTo>
                    <a:pt x="0" y="16510"/>
                  </a:lnTo>
                  <a:lnTo>
                    <a:pt x="0" y="26669"/>
                  </a:lnTo>
                  <a:lnTo>
                    <a:pt x="3810" y="26669"/>
                  </a:lnTo>
                  <a:lnTo>
                    <a:pt x="3810" y="16510"/>
                  </a:lnTo>
                  <a:close/>
                </a:path>
                <a:path w="3810" h="45720">
                  <a:moveTo>
                    <a:pt x="3810" y="26670"/>
                  </a:moveTo>
                  <a:lnTo>
                    <a:pt x="0" y="26670"/>
                  </a:lnTo>
                  <a:lnTo>
                    <a:pt x="0" y="29209"/>
                  </a:lnTo>
                  <a:lnTo>
                    <a:pt x="3810" y="29209"/>
                  </a:lnTo>
                  <a:lnTo>
                    <a:pt x="3810" y="26670"/>
                  </a:lnTo>
                  <a:close/>
                </a:path>
                <a:path w="3810" h="45720">
                  <a:moveTo>
                    <a:pt x="3810" y="29210"/>
                  </a:moveTo>
                  <a:lnTo>
                    <a:pt x="0" y="29210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9210"/>
                  </a:lnTo>
                  <a:close/>
                </a:path>
                <a:path w="3810" h="45720">
                  <a:moveTo>
                    <a:pt x="3810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33020"/>
                  </a:lnTo>
                  <a:close/>
                </a:path>
                <a:path w="3810" h="45720">
                  <a:moveTo>
                    <a:pt x="3810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5560"/>
                  </a:lnTo>
                  <a:close/>
                </a:path>
                <a:path w="3810" h="45720">
                  <a:moveTo>
                    <a:pt x="3810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9370"/>
                  </a:lnTo>
                  <a:close/>
                </a:path>
                <a:path w="3810" h="45720">
                  <a:moveTo>
                    <a:pt x="3810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41910"/>
                  </a:lnTo>
                  <a:close/>
                </a:path>
              </a:pathLst>
            </a:custGeom>
            <a:solidFill>
              <a:srgbClr val="B1BD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" name="object 604"/>
            <p:cNvSpPr/>
            <p:nvPr/>
          </p:nvSpPr>
          <p:spPr>
            <a:xfrm>
              <a:off x="2324100" y="5314950"/>
              <a:ext cx="3810" cy="46990"/>
            </a:xfrm>
            <a:custGeom>
              <a:avLst/>
              <a:gdLst/>
              <a:ahLst/>
              <a:cxnLst/>
              <a:rect l="l" t="t" r="r" b="b"/>
              <a:pathLst>
                <a:path w="3810" h="46989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46989">
                  <a:moveTo>
                    <a:pt x="381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70"/>
                  </a:lnTo>
                  <a:close/>
                </a:path>
                <a:path w="3810" h="46989">
                  <a:moveTo>
                    <a:pt x="3810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3810"/>
                  </a:lnTo>
                  <a:close/>
                </a:path>
                <a:path w="3810" h="46989">
                  <a:moveTo>
                    <a:pt x="3810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7620"/>
                  </a:lnTo>
                  <a:close/>
                </a:path>
                <a:path w="3810" h="46989">
                  <a:moveTo>
                    <a:pt x="3810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10160"/>
                  </a:lnTo>
                  <a:close/>
                </a:path>
                <a:path w="3810" h="46989">
                  <a:moveTo>
                    <a:pt x="3810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3970"/>
                  </a:lnTo>
                  <a:close/>
                </a:path>
                <a:path w="3810" h="46989">
                  <a:moveTo>
                    <a:pt x="3810" y="16510"/>
                  </a:moveTo>
                  <a:lnTo>
                    <a:pt x="0" y="16510"/>
                  </a:lnTo>
                  <a:lnTo>
                    <a:pt x="0" y="26669"/>
                  </a:lnTo>
                  <a:lnTo>
                    <a:pt x="3810" y="26669"/>
                  </a:lnTo>
                  <a:lnTo>
                    <a:pt x="3810" y="16510"/>
                  </a:lnTo>
                  <a:close/>
                </a:path>
                <a:path w="3810" h="46989">
                  <a:moveTo>
                    <a:pt x="3810" y="26670"/>
                  </a:moveTo>
                  <a:lnTo>
                    <a:pt x="0" y="26670"/>
                  </a:lnTo>
                  <a:lnTo>
                    <a:pt x="0" y="29209"/>
                  </a:lnTo>
                  <a:lnTo>
                    <a:pt x="3810" y="29209"/>
                  </a:lnTo>
                  <a:lnTo>
                    <a:pt x="3810" y="26670"/>
                  </a:lnTo>
                  <a:close/>
                </a:path>
                <a:path w="3810" h="46989">
                  <a:moveTo>
                    <a:pt x="3810" y="29210"/>
                  </a:moveTo>
                  <a:lnTo>
                    <a:pt x="0" y="29210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9210"/>
                  </a:lnTo>
                  <a:close/>
                </a:path>
                <a:path w="3810" h="46989">
                  <a:moveTo>
                    <a:pt x="3810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33020"/>
                  </a:lnTo>
                  <a:close/>
                </a:path>
                <a:path w="3810" h="46989">
                  <a:moveTo>
                    <a:pt x="3810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5560"/>
                  </a:lnTo>
                  <a:close/>
                </a:path>
                <a:path w="3810" h="46989">
                  <a:moveTo>
                    <a:pt x="3810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9370"/>
                  </a:lnTo>
                  <a:close/>
                </a:path>
                <a:path w="3810" h="46989">
                  <a:moveTo>
                    <a:pt x="3810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41910"/>
                  </a:lnTo>
                  <a:close/>
                </a:path>
                <a:path w="3810" h="46989">
                  <a:moveTo>
                    <a:pt x="3810" y="45720"/>
                  </a:moveTo>
                  <a:lnTo>
                    <a:pt x="0" y="45720"/>
                  </a:lnTo>
                  <a:lnTo>
                    <a:pt x="0" y="46990"/>
                  </a:lnTo>
                  <a:lnTo>
                    <a:pt x="3810" y="46990"/>
                  </a:lnTo>
                  <a:lnTo>
                    <a:pt x="3810" y="45720"/>
                  </a:lnTo>
                  <a:close/>
                </a:path>
              </a:pathLst>
            </a:custGeom>
            <a:solidFill>
              <a:srgbClr val="AEBA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" name="object 605"/>
            <p:cNvSpPr/>
            <p:nvPr/>
          </p:nvSpPr>
          <p:spPr>
            <a:xfrm>
              <a:off x="2327910" y="5313680"/>
              <a:ext cx="3810" cy="49530"/>
            </a:xfrm>
            <a:custGeom>
              <a:avLst/>
              <a:gdLst/>
              <a:ahLst/>
              <a:cxnLst/>
              <a:rect l="l" t="t" r="r" b="b"/>
              <a:pathLst>
                <a:path w="3810" h="49529">
                  <a:moveTo>
                    <a:pt x="3809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09" y="2540"/>
                  </a:lnTo>
                  <a:lnTo>
                    <a:pt x="3809" y="0"/>
                  </a:lnTo>
                  <a:close/>
                </a:path>
                <a:path w="3810" h="49529">
                  <a:moveTo>
                    <a:pt x="380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2540"/>
                  </a:lnTo>
                  <a:close/>
                </a:path>
                <a:path w="3810" h="49529">
                  <a:moveTo>
                    <a:pt x="380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09" y="8890"/>
                  </a:lnTo>
                  <a:lnTo>
                    <a:pt x="3809" y="5080"/>
                  </a:lnTo>
                  <a:close/>
                </a:path>
                <a:path w="3810" h="49529">
                  <a:moveTo>
                    <a:pt x="380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8890"/>
                  </a:lnTo>
                  <a:close/>
                </a:path>
                <a:path w="3810" h="49529">
                  <a:moveTo>
                    <a:pt x="3809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09" y="15240"/>
                  </a:lnTo>
                  <a:lnTo>
                    <a:pt x="3809" y="11430"/>
                  </a:lnTo>
                  <a:close/>
                </a:path>
                <a:path w="3810" h="49529">
                  <a:moveTo>
                    <a:pt x="3809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5240"/>
                  </a:lnTo>
                  <a:close/>
                </a:path>
                <a:path w="3810" h="49529">
                  <a:moveTo>
                    <a:pt x="3809" y="17780"/>
                  </a:moveTo>
                  <a:lnTo>
                    <a:pt x="0" y="17780"/>
                  </a:lnTo>
                  <a:lnTo>
                    <a:pt x="0" y="27940"/>
                  </a:lnTo>
                  <a:lnTo>
                    <a:pt x="3809" y="27940"/>
                  </a:lnTo>
                  <a:lnTo>
                    <a:pt x="3809" y="17780"/>
                  </a:lnTo>
                  <a:close/>
                </a:path>
                <a:path w="3810" h="49529">
                  <a:moveTo>
                    <a:pt x="3809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3809" y="30480"/>
                  </a:lnTo>
                  <a:lnTo>
                    <a:pt x="3809" y="27940"/>
                  </a:lnTo>
                  <a:close/>
                </a:path>
                <a:path w="3810" h="49529">
                  <a:moveTo>
                    <a:pt x="3809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3809" y="34290"/>
                  </a:lnTo>
                  <a:lnTo>
                    <a:pt x="3809" y="30480"/>
                  </a:lnTo>
                  <a:close/>
                </a:path>
                <a:path w="3810" h="49529">
                  <a:moveTo>
                    <a:pt x="3809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4290"/>
                  </a:lnTo>
                  <a:close/>
                </a:path>
                <a:path w="3810" h="49529">
                  <a:moveTo>
                    <a:pt x="3809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3809" y="40640"/>
                  </a:lnTo>
                  <a:lnTo>
                    <a:pt x="3809" y="36830"/>
                  </a:lnTo>
                  <a:close/>
                </a:path>
                <a:path w="3810" h="49529">
                  <a:moveTo>
                    <a:pt x="3809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3809" y="43180"/>
                  </a:lnTo>
                  <a:lnTo>
                    <a:pt x="3809" y="40640"/>
                  </a:lnTo>
                  <a:close/>
                </a:path>
                <a:path w="3810" h="49529">
                  <a:moveTo>
                    <a:pt x="3809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3809" y="46990"/>
                  </a:lnTo>
                  <a:lnTo>
                    <a:pt x="3809" y="43180"/>
                  </a:lnTo>
                  <a:close/>
                </a:path>
                <a:path w="3810" h="49529">
                  <a:moveTo>
                    <a:pt x="3809" y="46990"/>
                  </a:moveTo>
                  <a:lnTo>
                    <a:pt x="0" y="46990"/>
                  </a:lnTo>
                  <a:lnTo>
                    <a:pt x="0" y="48260"/>
                  </a:lnTo>
                  <a:lnTo>
                    <a:pt x="2539" y="48260"/>
                  </a:lnTo>
                  <a:lnTo>
                    <a:pt x="2539" y="49530"/>
                  </a:lnTo>
                  <a:lnTo>
                    <a:pt x="3809" y="49530"/>
                  </a:lnTo>
                  <a:lnTo>
                    <a:pt x="3809" y="46990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" name="object 606"/>
            <p:cNvSpPr/>
            <p:nvPr/>
          </p:nvSpPr>
          <p:spPr>
            <a:xfrm>
              <a:off x="2331719" y="5313680"/>
              <a:ext cx="3810" cy="49530"/>
            </a:xfrm>
            <a:custGeom>
              <a:avLst/>
              <a:gdLst/>
              <a:ahLst/>
              <a:cxnLst/>
              <a:rect l="l" t="t" r="r" b="b"/>
              <a:pathLst>
                <a:path w="3810" h="49529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  <a:path w="3810" h="49529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49529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10" h="49529">
                  <a:moveTo>
                    <a:pt x="381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890"/>
                  </a:lnTo>
                  <a:close/>
                </a:path>
                <a:path w="3810" h="49529">
                  <a:moveTo>
                    <a:pt x="381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30"/>
                  </a:lnTo>
                  <a:close/>
                </a:path>
                <a:path w="3810" h="49529">
                  <a:moveTo>
                    <a:pt x="381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40"/>
                  </a:lnTo>
                  <a:close/>
                </a:path>
                <a:path w="3810" h="49529">
                  <a:moveTo>
                    <a:pt x="3810" y="17780"/>
                  </a:moveTo>
                  <a:lnTo>
                    <a:pt x="0" y="17780"/>
                  </a:lnTo>
                  <a:lnTo>
                    <a:pt x="0" y="27940"/>
                  </a:lnTo>
                  <a:lnTo>
                    <a:pt x="3810" y="27940"/>
                  </a:lnTo>
                  <a:lnTo>
                    <a:pt x="3810" y="17780"/>
                  </a:lnTo>
                  <a:close/>
                </a:path>
                <a:path w="3810" h="49529">
                  <a:moveTo>
                    <a:pt x="3810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27940"/>
                  </a:lnTo>
                  <a:close/>
                </a:path>
                <a:path w="3810" h="49529">
                  <a:moveTo>
                    <a:pt x="3810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3810" y="34290"/>
                  </a:lnTo>
                  <a:lnTo>
                    <a:pt x="3810" y="30480"/>
                  </a:lnTo>
                  <a:close/>
                </a:path>
                <a:path w="3810" h="49529">
                  <a:moveTo>
                    <a:pt x="3810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4290"/>
                  </a:lnTo>
                  <a:close/>
                </a:path>
                <a:path w="3810" h="49529">
                  <a:moveTo>
                    <a:pt x="3810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3810" y="40640"/>
                  </a:lnTo>
                  <a:lnTo>
                    <a:pt x="3810" y="36830"/>
                  </a:lnTo>
                  <a:close/>
                </a:path>
                <a:path w="3810" h="49529">
                  <a:moveTo>
                    <a:pt x="3810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40640"/>
                  </a:lnTo>
                  <a:close/>
                </a:path>
                <a:path w="3810" h="49529">
                  <a:moveTo>
                    <a:pt x="3810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3810" y="46990"/>
                  </a:lnTo>
                  <a:lnTo>
                    <a:pt x="3810" y="43180"/>
                  </a:lnTo>
                  <a:close/>
                </a:path>
                <a:path w="3810" h="49529">
                  <a:moveTo>
                    <a:pt x="3810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6990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" name="object 607"/>
            <p:cNvSpPr/>
            <p:nvPr/>
          </p:nvSpPr>
          <p:spPr>
            <a:xfrm>
              <a:off x="2335530" y="5312409"/>
              <a:ext cx="2540" cy="50800"/>
            </a:xfrm>
            <a:custGeom>
              <a:avLst/>
              <a:gdLst/>
              <a:ahLst/>
              <a:cxnLst/>
              <a:rect l="l" t="t" r="r" b="b"/>
              <a:pathLst>
                <a:path w="2539" h="50800">
                  <a:moveTo>
                    <a:pt x="2539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3809"/>
                  </a:lnTo>
                  <a:lnTo>
                    <a:pt x="2539" y="3809"/>
                  </a:lnTo>
                  <a:lnTo>
                    <a:pt x="2539" y="0"/>
                  </a:lnTo>
                  <a:close/>
                </a:path>
                <a:path w="2539" h="50800">
                  <a:moveTo>
                    <a:pt x="253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2539" y="6349"/>
                  </a:lnTo>
                  <a:lnTo>
                    <a:pt x="2539" y="3809"/>
                  </a:lnTo>
                  <a:close/>
                </a:path>
                <a:path w="2539" h="50800">
                  <a:moveTo>
                    <a:pt x="253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2539" y="10159"/>
                  </a:lnTo>
                  <a:lnTo>
                    <a:pt x="2539" y="6350"/>
                  </a:lnTo>
                  <a:close/>
                </a:path>
                <a:path w="2539" h="50800">
                  <a:moveTo>
                    <a:pt x="253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2539" y="12699"/>
                  </a:lnTo>
                  <a:lnTo>
                    <a:pt x="2539" y="10159"/>
                  </a:lnTo>
                  <a:close/>
                </a:path>
                <a:path w="2539" h="50800">
                  <a:moveTo>
                    <a:pt x="253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2539" y="16509"/>
                  </a:lnTo>
                  <a:lnTo>
                    <a:pt x="2539" y="12700"/>
                  </a:lnTo>
                  <a:close/>
                </a:path>
                <a:path w="2539" h="50800">
                  <a:moveTo>
                    <a:pt x="253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2539" y="19049"/>
                  </a:lnTo>
                  <a:lnTo>
                    <a:pt x="2539" y="16509"/>
                  </a:lnTo>
                  <a:close/>
                </a:path>
                <a:path w="2539" h="50800">
                  <a:moveTo>
                    <a:pt x="2539" y="19050"/>
                  </a:moveTo>
                  <a:lnTo>
                    <a:pt x="0" y="19050"/>
                  </a:lnTo>
                  <a:lnTo>
                    <a:pt x="0" y="29209"/>
                  </a:lnTo>
                  <a:lnTo>
                    <a:pt x="2539" y="29209"/>
                  </a:lnTo>
                  <a:lnTo>
                    <a:pt x="2539" y="19050"/>
                  </a:lnTo>
                  <a:close/>
                </a:path>
                <a:path w="2539" h="50800">
                  <a:moveTo>
                    <a:pt x="2539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2539" y="31749"/>
                  </a:lnTo>
                  <a:lnTo>
                    <a:pt x="2539" y="29209"/>
                  </a:lnTo>
                  <a:close/>
                </a:path>
                <a:path w="2539" h="50800">
                  <a:moveTo>
                    <a:pt x="2539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2539" y="35559"/>
                  </a:lnTo>
                  <a:lnTo>
                    <a:pt x="2539" y="31750"/>
                  </a:lnTo>
                  <a:close/>
                </a:path>
                <a:path w="2539" h="50800">
                  <a:moveTo>
                    <a:pt x="253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2539" y="38099"/>
                  </a:lnTo>
                  <a:lnTo>
                    <a:pt x="2539" y="35559"/>
                  </a:lnTo>
                  <a:close/>
                </a:path>
                <a:path w="2539" h="50800">
                  <a:moveTo>
                    <a:pt x="253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2539" y="41909"/>
                  </a:lnTo>
                  <a:lnTo>
                    <a:pt x="2539" y="38100"/>
                  </a:lnTo>
                  <a:close/>
                </a:path>
                <a:path w="2539" h="50800">
                  <a:moveTo>
                    <a:pt x="253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2539" y="44449"/>
                  </a:lnTo>
                  <a:lnTo>
                    <a:pt x="2539" y="41909"/>
                  </a:lnTo>
                  <a:close/>
                </a:path>
                <a:path w="2539" h="50800">
                  <a:moveTo>
                    <a:pt x="2539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2539" y="48259"/>
                  </a:lnTo>
                  <a:lnTo>
                    <a:pt x="2539" y="44450"/>
                  </a:lnTo>
                  <a:close/>
                </a:path>
                <a:path w="2539" h="50800">
                  <a:moveTo>
                    <a:pt x="253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2539" y="50799"/>
                  </a:lnTo>
                  <a:lnTo>
                    <a:pt x="2539" y="48259"/>
                  </a:lnTo>
                  <a:close/>
                </a:path>
              </a:pathLst>
            </a:custGeom>
            <a:solidFill>
              <a:srgbClr val="A6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" name="object 608"/>
            <p:cNvSpPr/>
            <p:nvPr/>
          </p:nvSpPr>
          <p:spPr>
            <a:xfrm>
              <a:off x="2338069" y="5311139"/>
              <a:ext cx="3810" cy="53340"/>
            </a:xfrm>
            <a:custGeom>
              <a:avLst/>
              <a:gdLst/>
              <a:ahLst/>
              <a:cxnLst/>
              <a:rect l="l" t="t" r="r" b="b"/>
              <a:pathLst>
                <a:path w="3810" h="53339">
                  <a:moveTo>
                    <a:pt x="38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  <a:path w="3810" h="53339">
                  <a:moveTo>
                    <a:pt x="381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70"/>
                  </a:lnTo>
                  <a:close/>
                </a:path>
                <a:path w="3810" h="53339">
                  <a:moveTo>
                    <a:pt x="3810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80"/>
                  </a:lnTo>
                  <a:close/>
                </a:path>
                <a:path w="3810" h="53339">
                  <a:moveTo>
                    <a:pt x="3810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20"/>
                  </a:lnTo>
                  <a:close/>
                </a:path>
                <a:path w="3810" h="53339">
                  <a:moveTo>
                    <a:pt x="3810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30"/>
                  </a:lnTo>
                  <a:close/>
                </a:path>
                <a:path w="3810" h="53339">
                  <a:moveTo>
                    <a:pt x="3810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70"/>
                  </a:lnTo>
                  <a:close/>
                </a:path>
                <a:path w="3810" h="53339">
                  <a:moveTo>
                    <a:pt x="3810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80"/>
                  </a:lnTo>
                  <a:close/>
                </a:path>
                <a:path w="3810" h="53339">
                  <a:moveTo>
                    <a:pt x="3810" y="20320"/>
                  </a:moveTo>
                  <a:lnTo>
                    <a:pt x="0" y="2032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20320"/>
                  </a:lnTo>
                  <a:close/>
                </a:path>
                <a:path w="3810" h="53339">
                  <a:moveTo>
                    <a:pt x="3810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3810" y="33020"/>
                  </a:lnTo>
                  <a:lnTo>
                    <a:pt x="3810" y="30480"/>
                  </a:lnTo>
                  <a:close/>
                </a:path>
                <a:path w="3810" h="53339">
                  <a:moveTo>
                    <a:pt x="3810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3020"/>
                  </a:lnTo>
                  <a:close/>
                </a:path>
                <a:path w="3810" h="53339">
                  <a:moveTo>
                    <a:pt x="3810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10" y="39370"/>
                  </a:lnTo>
                  <a:lnTo>
                    <a:pt x="3810" y="36830"/>
                  </a:lnTo>
                  <a:close/>
                </a:path>
                <a:path w="3810" h="53339">
                  <a:moveTo>
                    <a:pt x="3810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39370"/>
                  </a:lnTo>
                  <a:close/>
                </a:path>
                <a:path w="3810" h="53339">
                  <a:moveTo>
                    <a:pt x="3810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3810" y="45720"/>
                  </a:lnTo>
                  <a:lnTo>
                    <a:pt x="3810" y="43180"/>
                  </a:lnTo>
                  <a:close/>
                </a:path>
                <a:path w="3810" h="53339">
                  <a:moveTo>
                    <a:pt x="3810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5720"/>
                  </a:lnTo>
                  <a:close/>
                </a:path>
                <a:path w="3810" h="53339">
                  <a:moveTo>
                    <a:pt x="3810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3810" y="52070"/>
                  </a:lnTo>
                  <a:lnTo>
                    <a:pt x="3810" y="49530"/>
                  </a:lnTo>
                  <a:close/>
                </a:path>
                <a:path w="3810" h="53339">
                  <a:moveTo>
                    <a:pt x="3810" y="52070"/>
                  </a:moveTo>
                  <a:lnTo>
                    <a:pt x="2540" y="52070"/>
                  </a:lnTo>
                  <a:lnTo>
                    <a:pt x="2540" y="53340"/>
                  </a:lnTo>
                  <a:lnTo>
                    <a:pt x="3810" y="53340"/>
                  </a:lnTo>
                  <a:lnTo>
                    <a:pt x="3810" y="52070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" name="object 609"/>
            <p:cNvSpPr/>
            <p:nvPr/>
          </p:nvSpPr>
          <p:spPr>
            <a:xfrm>
              <a:off x="2341880" y="5311139"/>
              <a:ext cx="3810" cy="53340"/>
            </a:xfrm>
            <a:custGeom>
              <a:avLst/>
              <a:gdLst/>
              <a:ahLst/>
              <a:cxnLst/>
              <a:rect l="l" t="t" r="r" b="b"/>
              <a:pathLst>
                <a:path w="3810" h="53339">
                  <a:moveTo>
                    <a:pt x="3809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09" y="1270"/>
                  </a:lnTo>
                  <a:lnTo>
                    <a:pt x="3809" y="0"/>
                  </a:lnTo>
                  <a:close/>
                </a:path>
                <a:path w="3810" h="53339">
                  <a:moveTo>
                    <a:pt x="380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1270"/>
                  </a:lnTo>
                  <a:close/>
                </a:path>
                <a:path w="3810" h="53339">
                  <a:moveTo>
                    <a:pt x="380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09" y="7620"/>
                  </a:lnTo>
                  <a:lnTo>
                    <a:pt x="3809" y="5080"/>
                  </a:lnTo>
                  <a:close/>
                </a:path>
                <a:path w="3810" h="53339">
                  <a:moveTo>
                    <a:pt x="380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7620"/>
                  </a:lnTo>
                  <a:close/>
                </a:path>
                <a:path w="3810" h="53339">
                  <a:moveTo>
                    <a:pt x="3809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09" y="13970"/>
                  </a:lnTo>
                  <a:lnTo>
                    <a:pt x="3809" y="11430"/>
                  </a:lnTo>
                  <a:close/>
                </a:path>
                <a:path w="3810" h="53339">
                  <a:moveTo>
                    <a:pt x="3809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3970"/>
                  </a:lnTo>
                  <a:close/>
                </a:path>
                <a:path w="3810" h="53339">
                  <a:moveTo>
                    <a:pt x="3809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09" y="20320"/>
                  </a:lnTo>
                  <a:lnTo>
                    <a:pt x="3809" y="17780"/>
                  </a:lnTo>
                  <a:close/>
                </a:path>
                <a:path w="3810" h="53339">
                  <a:moveTo>
                    <a:pt x="3809" y="20320"/>
                  </a:moveTo>
                  <a:lnTo>
                    <a:pt x="0" y="20320"/>
                  </a:lnTo>
                  <a:lnTo>
                    <a:pt x="0" y="30480"/>
                  </a:lnTo>
                  <a:lnTo>
                    <a:pt x="3809" y="30480"/>
                  </a:lnTo>
                  <a:lnTo>
                    <a:pt x="3809" y="20320"/>
                  </a:lnTo>
                  <a:close/>
                </a:path>
                <a:path w="3810" h="53339">
                  <a:moveTo>
                    <a:pt x="3809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3809" y="33020"/>
                  </a:lnTo>
                  <a:lnTo>
                    <a:pt x="3809" y="30480"/>
                  </a:lnTo>
                  <a:close/>
                </a:path>
                <a:path w="3810" h="53339">
                  <a:moveTo>
                    <a:pt x="3809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3020"/>
                  </a:lnTo>
                  <a:close/>
                </a:path>
                <a:path w="3810" h="53339">
                  <a:moveTo>
                    <a:pt x="3809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09" y="39370"/>
                  </a:lnTo>
                  <a:lnTo>
                    <a:pt x="3809" y="36830"/>
                  </a:lnTo>
                  <a:close/>
                </a:path>
                <a:path w="3810" h="53339">
                  <a:moveTo>
                    <a:pt x="3809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3809" y="43180"/>
                  </a:lnTo>
                  <a:lnTo>
                    <a:pt x="3809" y="39370"/>
                  </a:lnTo>
                  <a:close/>
                </a:path>
                <a:path w="3810" h="53339">
                  <a:moveTo>
                    <a:pt x="3809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3809" y="45720"/>
                  </a:lnTo>
                  <a:lnTo>
                    <a:pt x="3809" y="43180"/>
                  </a:lnTo>
                  <a:close/>
                </a:path>
                <a:path w="3810" h="53339">
                  <a:moveTo>
                    <a:pt x="3809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3809" y="49530"/>
                  </a:lnTo>
                  <a:lnTo>
                    <a:pt x="3809" y="45720"/>
                  </a:lnTo>
                  <a:close/>
                </a:path>
                <a:path w="3810" h="53339">
                  <a:moveTo>
                    <a:pt x="3809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3809" y="52070"/>
                  </a:lnTo>
                  <a:lnTo>
                    <a:pt x="3809" y="49530"/>
                  </a:lnTo>
                  <a:close/>
                </a:path>
                <a:path w="3810" h="53339">
                  <a:moveTo>
                    <a:pt x="3809" y="52070"/>
                  </a:moveTo>
                  <a:lnTo>
                    <a:pt x="0" y="52070"/>
                  </a:lnTo>
                  <a:lnTo>
                    <a:pt x="0" y="53340"/>
                  </a:lnTo>
                  <a:lnTo>
                    <a:pt x="3809" y="53340"/>
                  </a:lnTo>
                  <a:lnTo>
                    <a:pt x="3809" y="52070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" name="object 610"/>
            <p:cNvSpPr/>
            <p:nvPr/>
          </p:nvSpPr>
          <p:spPr>
            <a:xfrm>
              <a:off x="2345689" y="5311139"/>
              <a:ext cx="3810" cy="54610"/>
            </a:xfrm>
            <a:custGeom>
              <a:avLst/>
              <a:gdLst/>
              <a:ahLst/>
              <a:cxnLst/>
              <a:rect l="l" t="t" r="r" b="b"/>
              <a:pathLst>
                <a:path w="3810" h="5461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  <a:path w="3810" h="54610">
                  <a:moveTo>
                    <a:pt x="381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70"/>
                  </a:lnTo>
                  <a:close/>
                </a:path>
                <a:path w="3810" h="54610">
                  <a:moveTo>
                    <a:pt x="3810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80"/>
                  </a:lnTo>
                  <a:close/>
                </a:path>
                <a:path w="3810" h="54610">
                  <a:moveTo>
                    <a:pt x="3810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20"/>
                  </a:lnTo>
                  <a:close/>
                </a:path>
                <a:path w="3810" h="54610">
                  <a:moveTo>
                    <a:pt x="3810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30"/>
                  </a:lnTo>
                  <a:close/>
                </a:path>
                <a:path w="3810" h="54610">
                  <a:moveTo>
                    <a:pt x="3810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70"/>
                  </a:lnTo>
                  <a:close/>
                </a:path>
                <a:path w="3810" h="54610">
                  <a:moveTo>
                    <a:pt x="3810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80"/>
                  </a:lnTo>
                  <a:close/>
                </a:path>
                <a:path w="3810" h="54610">
                  <a:moveTo>
                    <a:pt x="3810" y="20320"/>
                  </a:moveTo>
                  <a:lnTo>
                    <a:pt x="0" y="2032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20320"/>
                  </a:lnTo>
                  <a:close/>
                </a:path>
                <a:path w="3810" h="54610">
                  <a:moveTo>
                    <a:pt x="3810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3810" y="33020"/>
                  </a:lnTo>
                  <a:lnTo>
                    <a:pt x="3810" y="30480"/>
                  </a:lnTo>
                  <a:close/>
                </a:path>
                <a:path w="3810" h="54610">
                  <a:moveTo>
                    <a:pt x="3810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3020"/>
                  </a:lnTo>
                  <a:close/>
                </a:path>
                <a:path w="3810" h="54610">
                  <a:moveTo>
                    <a:pt x="3810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10" y="39370"/>
                  </a:lnTo>
                  <a:lnTo>
                    <a:pt x="3810" y="36830"/>
                  </a:lnTo>
                  <a:close/>
                </a:path>
                <a:path w="3810" h="54610">
                  <a:moveTo>
                    <a:pt x="3810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39370"/>
                  </a:lnTo>
                  <a:close/>
                </a:path>
                <a:path w="3810" h="54610">
                  <a:moveTo>
                    <a:pt x="3810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3810" y="45720"/>
                  </a:lnTo>
                  <a:lnTo>
                    <a:pt x="3810" y="43180"/>
                  </a:lnTo>
                  <a:close/>
                </a:path>
                <a:path w="3810" h="54610">
                  <a:moveTo>
                    <a:pt x="3810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5720"/>
                  </a:lnTo>
                  <a:close/>
                </a:path>
                <a:path w="3810" h="54610">
                  <a:moveTo>
                    <a:pt x="3810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3810" y="52070"/>
                  </a:lnTo>
                  <a:lnTo>
                    <a:pt x="3810" y="49530"/>
                  </a:lnTo>
                  <a:close/>
                </a:path>
                <a:path w="3810" h="54610">
                  <a:moveTo>
                    <a:pt x="3810" y="52070"/>
                  </a:moveTo>
                  <a:lnTo>
                    <a:pt x="0" y="52070"/>
                  </a:lnTo>
                  <a:lnTo>
                    <a:pt x="0" y="53340"/>
                  </a:lnTo>
                  <a:lnTo>
                    <a:pt x="1270" y="53340"/>
                  </a:lnTo>
                  <a:lnTo>
                    <a:pt x="1270" y="54610"/>
                  </a:lnTo>
                  <a:lnTo>
                    <a:pt x="3810" y="54610"/>
                  </a:lnTo>
                  <a:lnTo>
                    <a:pt x="3810" y="52070"/>
                  </a:lnTo>
                  <a:close/>
                </a:path>
              </a:pathLst>
            </a:custGeom>
            <a:solidFill>
              <a:srgbClr val="9EAD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" name="object 611"/>
            <p:cNvSpPr/>
            <p:nvPr/>
          </p:nvSpPr>
          <p:spPr>
            <a:xfrm>
              <a:off x="2349500" y="5311139"/>
              <a:ext cx="3810" cy="54610"/>
            </a:xfrm>
            <a:custGeom>
              <a:avLst/>
              <a:gdLst/>
              <a:ahLst/>
              <a:cxnLst/>
              <a:rect l="l" t="t" r="r" b="b"/>
              <a:pathLst>
                <a:path w="3810" h="5461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  <a:path w="3810" h="54610">
                  <a:moveTo>
                    <a:pt x="381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70"/>
                  </a:lnTo>
                  <a:close/>
                </a:path>
                <a:path w="3810" h="54610">
                  <a:moveTo>
                    <a:pt x="3810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80"/>
                  </a:lnTo>
                  <a:close/>
                </a:path>
                <a:path w="3810" h="54610">
                  <a:moveTo>
                    <a:pt x="3810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20"/>
                  </a:lnTo>
                  <a:close/>
                </a:path>
                <a:path w="3810" h="54610">
                  <a:moveTo>
                    <a:pt x="3810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30"/>
                  </a:lnTo>
                  <a:close/>
                </a:path>
                <a:path w="3810" h="54610">
                  <a:moveTo>
                    <a:pt x="3810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70"/>
                  </a:lnTo>
                  <a:close/>
                </a:path>
                <a:path w="3810" h="54610">
                  <a:moveTo>
                    <a:pt x="3810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80"/>
                  </a:lnTo>
                  <a:close/>
                </a:path>
                <a:path w="3810" h="54610">
                  <a:moveTo>
                    <a:pt x="3810" y="20320"/>
                  </a:moveTo>
                  <a:lnTo>
                    <a:pt x="0" y="2032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20320"/>
                  </a:lnTo>
                  <a:close/>
                </a:path>
                <a:path w="3810" h="54610">
                  <a:moveTo>
                    <a:pt x="3810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3810" y="33020"/>
                  </a:lnTo>
                  <a:lnTo>
                    <a:pt x="3810" y="30480"/>
                  </a:lnTo>
                  <a:close/>
                </a:path>
                <a:path w="3810" h="54610">
                  <a:moveTo>
                    <a:pt x="3810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3020"/>
                  </a:lnTo>
                  <a:close/>
                </a:path>
                <a:path w="3810" h="54610">
                  <a:moveTo>
                    <a:pt x="3810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10" y="39370"/>
                  </a:lnTo>
                  <a:lnTo>
                    <a:pt x="3810" y="36830"/>
                  </a:lnTo>
                  <a:close/>
                </a:path>
                <a:path w="3810" h="54610">
                  <a:moveTo>
                    <a:pt x="3810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39370"/>
                  </a:lnTo>
                  <a:close/>
                </a:path>
                <a:path w="3810" h="54610">
                  <a:moveTo>
                    <a:pt x="3810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3810" y="45720"/>
                  </a:lnTo>
                  <a:lnTo>
                    <a:pt x="3810" y="43180"/>
                  </a:lnTo>
                  <a:close/>
                </a:path>
                <a:path w="3810" h="54610">
                  <a:moveTo>
                    <a:pt x="3810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5720"/>
                  </a:lnTo>
                  <a:close/>
                </a:path>
                <a:path w="3810" h="54610">
                  <a:moveTo>
                    <a:pt x="3810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3810" y="52070"/>
                  </a:lnTo>
                  <a:lnTo>
                    <a:pt x="3810" y="49530"/>
                  </a:lnTo>
                  <a:close/>
                </a:path>
                <a:path w="3810" h="54610">
                  <a:moveTo>
                    <a:pt x="3810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3810" y="54610"/>
                  </a:lnTo>
                  <a:lnTo>
                    <a:pt x="3810" y="52070"/>
                  </a:lnTo>
                  <a:close/>
                </a:path>
              </a:pathLst>
            </a:custGeom>
            <a:solidFill>
              <a:srgbClr val="9CAB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" name="object 612"/>
            <p:cNvSpPr/>
            <p:nvPr/>
          </p:nvSpPr>
          <p:spPr>
            <a:xfrm>
              <a:off x="2353310" y="5311139"/>
              <a:ext cx="3810" cy="54610"/>
            </a:xfrm>
            <a:custGeom>
              <a:avLst/>
              <a:gdLst/>
              <a:ahLst/>
              <a:cxnLst/>
              <a:rect l="l" t="t" r="r" b="b"/>
              <a:pathLst>
                <a:path w="3810" h="54610">
                  <a:moveTo>
                    <a:pt x="3809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09" y="1270"/>
                  </a:lnTo>
                  <a:lnTo>
                    <a:pt x="3809" y="0"/>
                  </a:lnTo>
                  <a:close/>
                </a:path>
                <a:path w="3810" h="54610">
                  <a:moveTo>
                    <a:pt x="380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1270"/>
                  </a:lnTo>
                  <a:close/>
                </a:path>
                <a:path w="3810" h="54610">
                  <a:moveTo>
                    <a:pt x="380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09" y="7620"/>
                  </a:lnTo>
                  <a:lnTo>
                    <a:pt x="3809" y="5080"/>
                  </a:lnTo>
                  <a:close/>
                </a:path>
                <a:path w="3810" h="54610">
                  <a:moveTo>
                    <a:pt x="380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7620"/>
                  </a:lnTo>
                  <a:close/>
                </a:path>
                <a:path w="3810" h="54610">
                  <a:moveTo>
                    <a:pt x="3809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09" y="13970"/>
                  </a:lnTo>
                  <a:lnTo>
                    <a:pt x="3809" y="11430"/>
                  </a:lnTo>
                  <a:close/>
                </a:path>
                <a:path w="3810" h="54610">
                  <a:moveTo>
                    <a:pt x="3809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3970"/>
                  </a:lnTo>
                  <a:close/>
                </a:path>
                <a:path w="3810" h="54610">
                  <a:moveTo>
                    <a:pt x="3809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09" y="20320"/>
                  </a:lnTo>
                  <a:lnTo>
                    <a:pt x="3809" y="17780"/>
                  </a:lnTo>
                  <a:close/>
                </a:path>
                <a:path w="3810" h="54610">
                  <a:moveTo>
                    <a:pt x="3809" y="20320"/>
                  </a:moveTo>
                  <a:lnTo>
                    <a:pt x="0" y="20320"/>
                  </a:lnTo>
                  <a:lnTo>
                    <a:pt x="0" y="30480"/>
                  </a:lnTo>
                  <a:lnTo>
                    <a:pt x="3809" y="30480"/>
                  </a:lnTo>
                  <a:lnTo>
                    <a:pt x="3809" y="20320"/>
                  </a:lnTo>
                  <a:close/>
                </a:path>
                <a:path w="3810" h="54610">
                  <a:moveTo>
                    <a:pt x="3809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3809" y="33020"/>
                  </a:lnTo>
                  <a:lnTo>
                    <a:pt x="3809" y="30480"/>
                  </a:lnTo>
                  <a:close/>
                </a:path>
                <a:path w="3810" h="54610">
                  <a:moveTo>
                    <a:pt x="3809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3020"/>
                  </a:lnTo>
                  <a:close/>
                </a:path>
                <a:path w="3810" h="54610">
                  <a:moveTo>
                    <a:pt x="3809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09" y="39370"/>
                  </a:lnTo>
                  <a:lnTo>
                    <a:pt x="3809" y="36830"/>
                  </a:lnTo>
                  <a:close/>
                </a:path>
                <a:path w="3810" h="54610">
                  <a:moveTo>
                    <a:pt x="3809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3809" y="43180"/>
                  </a:lnTo>
                  <a:lnTo>
                    <a:pt x="3809" y="39370"/>
                  </a:lnTo>
                  <a:close/>
                </a:path>
                <a:path w="3810" h="54610">
                  <a:moveTo>
                    <a:pt x="3809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3809" y="45720"/>
                  </a:lnTo>
                  <a:lnTo>
                    <a:pt x="3809" y="43180"/>
                  </a:lnTo>
                  <a:close/>
                </a:path>
                <a:path w="3810" h="54610">
                  <a:moveTo>
                    <a:pt x="3809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3809" y="49530"/>
                  </a:lnTo>
                  <a:lnTo>
                    <a:pt x="3809" y="45720"/>
                  </a:lnTo>
                  <a:close/>
                </a:path>
                <a:path w="3810" h="54610">
                  <a:moveTo>
                    <a:pt x="3809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3809" y="52070"/>
                  </a:lnTo>
                  <a:lnTo>
                    <a:pt x="3809" y="49530"/>
                  </a:lnTo>
                  <a:close/>
                </a:path>
                <a:path w="3810" h="54610">
                  <a:moveTo>
                    <a:pt x="3809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3809" y="54610"/>
                  </a:lnTo>
                  <a:lnTo>
                    <a:pt x="3809" y="52070"/>
                  </a:lnTo>
                  <a:close/>
                </a:path>
              </a:pathLst>
            </a:custGeom>
            <a:solidFill>
              <a:srgbClr val="99A8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" name="object 613"/>
            <p:cNvSpPr/>
            <p:nvPr/>
          </p:nvSpPr>
          <p:spPr>
            <a:xfrm>
              <a:off x="2357119" y="5309870"/>
              <a:ext cx="2540" cy="55880"/>
            </a:xfrm>
            <a:custGeom>
              <a:avLst/>
              <a:gdLst/>
              <a:ahLst/>
              <a:cxnLst/>
              <a:rect l="l" t="t" r="r" b="b"/>
              <a:pathLst>
                <a:path w="2539" h="55879">
                  <a:moveTo>
                    <a:pt x="2540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2540" y="2539"/>
                  </a:lnTo>
                  <a:lnTo>
                    <a:pt x="2540" y="0"/>
                  </a:lnTo>
                  <a:close/>
                </a:path>
                <a:path w="2539" h="55879">
                  <a:moveTo>
                    <a:pt x="254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2540" y="6349"/>
                  </a:lnTo>
                  <a:lnTo>
                    <a:pt x="2540" y="2539"/>
                  </a:lnTo>
                  <a:close/>
                </a:path>
                <a:path w="2539" h="55879">
                  <a:moveTo>
                    <a:pt x="254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2540" y="8889"/>
                  </a:lnTo>
                  <a:lnTo>
                    <a:pt x="2540" y="6349"/>
                  </a:lnTo>
                  <a:close/>
                </a:path>
                <a:path w="2539" h="55879">
                  <a:moveTo>
                    <a:pt x="254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2540" y="12699"/>
                  </a:lnTo>
                  <a:lnTo>
                    <a:pt x="2540" y="8889"/>
                  </a:lnTo>
                  <a:close/>
                </a:path>
                <a:path w="2539" h="55879">
                  <a:moveTo>
                    <a:pt x="254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2540" y="15239"/>
                  </a:lnTo>
                  <a:lnTo>
                    <a:pt x="2540" y="12699"/>
                  </a:lnTo>
                  <a:close/>
                </a:path>
                <a:path w="2539" h="55879">
                  <a:moveTo>
                    <a:pt x="254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2540" y="19049"/>
                  </a:lnTo>
                  <a:lnTo>
                    <a:pt x="2540" y="15239"/>
                  </a:lnTo>
                  <a:close/>
                </a:path>
                <a:path w="2539" h="55879">
                  <a:moveTo>
                    <a:pt x="2540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2540" y="21589"/>
                  </a:lnTo>
                  <a:lnTo>
                    <a:pt x="2540" y="19049"/>
                  </a:lnTo>
                  <a:close/>
                </a:path>
                <a:path w="2539" h="55879">
                  <a:moveTo>
                    <a:pt x="2540" y="21589"/>
                  </a:moveTo>
                  <a:lnTo>
                    <a:pt x="0" y="21589"/>
                  </a:lnTo>
                  <a:lnTo>
                    <a:pt x="0" y="31749"/>
                  </a:lnTo>
                  <a:lnTo>
                    <a:pt x="2540" y="31749"/>
                  </a:lnTo>
                  <a:lnTo>
                    <a:pt x="2540" y="21589"/>
                  </a:lnTo>
                  <a:close/>
                </a:path>
                <a:path w="2539" h="55879">
                  <a:moveTo>
                    <a:pt x="2540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2540" y="34289"/>
                  </a:lnTo>
                  <a:lnTo>
                    <a:pt x="2540" y="31749"/>
                  </a:lnTo>
                  <a:close/>
                </a:path>
                <a:path w="2539" h="55879">
                  <a:moveTo>
                    <a:pt x="2540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2540" y="38099"/>
                  </a:lnTo>
                  <a:lnTo>
                    <a:pt x="2540" y="34289"/>
                  </a:lnTo>
                  <a:close/>
                </a:path>
                <a:path w="2539" h="55879">
                  <a:moveTo>
                    <a:pt x="254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2540" y="40639"/>
                  </a:lnTo>
                  <a:lnTo>
                    <a:pt x="2540" y="38099"/>
                  </a:lnTo>
                  <a:close/>
                </a:path>
                <a:path w="2539" h="55879">
                  <a:moveTo>
                    <a:pt x="2540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2540" y="44449"/>
                  </a:lnTo>
                  <a:lnTo>
                    <a:pt x="2540" y="40639"/>
                  </a:lnTo>
                  <a:close/>
                </a:path>
                <a:path w="2539" h="55879">
                  <a:moveTo>
                    <a:pt x="254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2540" y="46989"/>
                  </a:lnTo>
                  <a:lnTo>
                    <a:pt x="2540" y="44449"/>
                  </a:lnTo>
                  <a:close/>
                </a:path>
                <a:path w="2539" h="55879">
                  <a:moveTo>
                    <a:pt x="2540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2540" y="50799"/>
                  </a:lnTo>
                  <a:lnTo>
                    <a:pt x="2540" y="46989"/>
                  </a:lnTo>
                  <a:close/>
                </a:path>
                <a:path w="2539" h="55879">
                  <a:moveTo>
                    <a:pt x="2540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2540" y="53339"/>
                  </a:lnTo>
                  <a:lnTo>
                    <a:pt x="2540" y="50799"/>
                  </a:lnTo>
                  <a:close/>
                </a:path>
                <a:path w="2539" h="55879">
                  <a:moveTo>
                    <a:pt x="2540" y="53339"/>
                  </a:moveTo>
                  <a:lnTo>
                    <a:pt x="0" y="53339"/>
                  </a:lnTo>
                  <a:lnTo>
                    <a:pt x="0" y="55879"/>
                  </a:lnTo>
                  <a:lnTo>
                    <a:pt x="2540" y="55879"/>
                  </a:lnTo>
                  <a:lnTo>
                    <a:pt x="2540" y="53339"/>
                  </a:lnTo>
                  <a:close/>
                </a:path>
              </a:pathLst>
            </a:custGeom>
            <a:solidFill>
              <a:srgbClr val="96A6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" name="object 614"/>
            <p:cNvSpPr/>
            <p:nvPr/>
          </p:nvSpPr>
          <p:spPr>
            <a:xfrm>
              <a:off x="2359660" y="5309870"/>
              <a:ext cx="3810" cy="55880"/>
            </a:xfrm>
            <a:custGeom>
              <a:avLst/>
              <a:gdLst/>
              <a:ahLst/>
              <a:cxnLst/>
              <a:rect l="l" t="t" r="r" b="b"/>
              <a:pathLst>
                <a:path w="3810" h="55879">
                  <a:moveTo>
                    <a:pt x="380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10" h="55879">
                  <a:moveTo>
                    <a:pt x="380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2539"/>
                  </a:lnTo>
                  <a:close/>
                </a:path>
                <a:path w="3810" h="55879">
                  <a:moveTo>
                    <a:pt x="380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49"/>
                  </a:lnTo>
                  <a:close/>
                </a:path>
                <a:path w="3810" h="55879">
                  <a:moveTo>
                    <a:pt x="380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8889"/>
                  </a:lnTo>
                  <a:close/>
                </a:path>
                <a:path w="3810" h="55879">
                  <a:moveTo>
                    <a:pt x="380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2699"/>
                  </a:lnTo>
                  <a:close/>
                </a:path>
                <a:path w="3810" h="55879">
                  <a:moveTo>
                    <a:pt x="3809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5239"/>
                  </a:lnTo>
                  <a:close/>
                </a:path>
                <a:path w="3810" h="55879">
                  <a:moveTo>
                    <a:pt x="3809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9049"/>
                  </a:lnTo>
                  <a:close/>
                </a:path>
                <a:path w="3810" h="55879">
                  <a:moveTo>
                    <a:pt x="3809" y="21589"/>
                  </a:moveTo>
                  <a:lnTo>
                    <a:pt x="0" y="2158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1589"/>
                  </a:lnTo>
                  <a:close/>
                </a:path>
                <a:path w="3810" h="55879">
                  <a:moveTo>
                    <a:pt x="3809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31749"/>
                  </a:lnTo>
                  <a:close/>
                </a:path>
                <a:path w="3810" h="55879">
                  <a:moveTo>
                    <a:pt x="3809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4289"/>
                  </a:lnTo>
                  <a:close/>
                </a:path>
                <a:path w="3810" h="55879">
                  <a:moveTo>
                    <a:pt x="3809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8099"/>
                  </a:lnTo>
                  <a:close/>
                </a:path>
                <a:path w="3810" h="55879">
                  <a:moveTo>
                    <a:pt x="3809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0639"/>
                  </a:lnTo>
                  <a:close/>
                </a:path>
                <a:path w="3810" h="55879">
                  <a:moveTo>
                    <a:pt x="3809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4449"/>
                  </a:lnTo>
                  <a:close/>
                </a:path>
                <a:path w="3810" h="55879">
                  <a:moveTo>
                    <a:pt x="3809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6989"/>
                  </a:lnTo>
                  <a:close/>
                </a:path>
                <a:path w="3810" h="55879">
                  <a:moveTo>
                    <a:pt x="3809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0799"/>
                  </a:lnTo>
                  <a:close/>
                </a:path>
                <a:path w="3810" h="55879">
                  <a:moveTo>
                    <a:pt x="3809" y="53339"/>
                  </a:moveTo>
                  <a:lnTo>
                    <a:pt x="0" y="53339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53339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" name="object 615"/>
            <p:cNvSpPr/>
            <p:nvPr/>
          </p:nvSpPr>
          <p:spPr>
            <a:xfrm>
              <a:off x="2363469" y="5308600"/>
              <a:ext cx="3810" cy="58419"/>
            </a:xfrm>
            <a:custGeom>
              <a:avLst/>
              <a:gdLst/>
              <a:ahLst/>
              <a:cxnLst/>
              <a:rect l="l" t="t" r="r" b="b"/>
              <a:pathLst>
                <a:path w="3810" h="58420">
                  <a:moveTo>
                    <a:pt x="3810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58420">
                  <a:moveTo>
                    <a:pt x="381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70"/>
                  </a:lnTo>
                  <a:close/>
                </a:path>
                <a:path w="3810" h="58420">
                  <a:moveTo>
                    <a:pt x="3810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3810"/>
                  </a:lnTo>
                  <a:close/>
                </a:path>
                <a:path w="3810" h="58420">
                  <a:moveTo>
                    <a:pt x="3810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7620"/>
                  </a:lnTo>
                  <a:close/>
                </a:path>
                <a:path w="3810" h="58420">
                  <a:moveTo>
                    <a:pt x="3810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10160"/>
                  </a:lnTo>
                  <a:close/>
                </a:path>
                <a:path w="3810" h="58420">
                  <a:moveTo>
                    <a:pt x="3810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3970"/>
                  </a:lnTo>
                  <a:close/>
                </a:path>
                <a:path w="3810" h="58420">
                  <a:moveTo>
                    <a:pt x="3810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6510"/>
                  </a:lnTo>
                  <a:close/>
                </a:path>
                <a:path w="3810" h="58420">
                  <a:moveTo>
                    <a:pt x="3810" y="20320"/>
                  </a:moveTo>
                  <a:lnTo>
                    <a:pt x="0" y="2032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20320"/>
                  </a:lnTo>
                  <a:close/>
                </a:path>
                <a:path w="3810" h="58420">
                  <a:moveTo>
                    <a:pt x="3810" y="22860"/>
                  </a:moveTo>
                  <a:lnTo>
                    <a:pt x="0" y="22860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2860"/>
                  </a:lnTo>
                  <a:close/>
                </a:path>
                <a:path w="3810" h="58420">
                  <a:moveTo>
                    <a:pt x="3810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33020"/>
                  </a:lnTo>
                  <a:close/>
                </a:path>
                <a:path w="3810" h="58420">
                  <a:moveTo>
                    <a:pt x="3810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5560"/>
                  </a:lnTo>
                  <a:close/>
                </a:path>
                <a:path w="3810" h="58420">
                  <a:moveTo>
                    <a:pt x="3810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9370"/>
                  </a:lnTo>
                  <a:close/>
                </a:path>
                <a:path w="3810" h="58420">
                  <a:moveTo>
                    <a:pt x="3810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41910"/>
                  </a:lnTo>
                  <a:close/>
                </a:path>
                <a:path w="3810" h="58420">
                  <a:moveTo>
                    <a:pt x="3810" y="45720"/>
                  </a:moveTo>
                  <a:lnTo>
                    <a:pt x="0" y="4572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5720"/>
                  </a:lnTo>
                  <a:close/>
                </a:path>
                <a:path w="3810" h="58420">
                  <a:moveTo>
                    <a:pt x="3810" y="48260"/>
                  </a:moveTo>
                  <a:lnTo>
                    <a:pt x="0" y="48260"/>
                  </a:lnTo>
                  <a:lnTo>
                    <a:pt x="0" y="52069"/>
                  </a:lnTo>
                  <a:lnTo>
                    <a:pt x="3810" y="52069"/>
                  </a:lnTo>
                  <a:lnTo>
                    <a:pt x="3810" y="48260"/>
                  </a:lnTo>
                  <a:close/>
                </a:path>
                <a:path w="3810" h="58420">
                  <a:moveTo>
                    <a:pt x="3810" y="52070"/>
                  </a:moveTo>
                  <a:lnTo>
                    <a:pt x="0" y="52070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2070"/>
                  </a:lnTo>
                  <a:close/>
                </a:path>
                <a:path w="3810" h="58420">
                  <a:moveTo>
                    <a:pt x="3810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1269" y="57150"/>
                  </a:lnTo>
                  <a:lnTo>
                    <a:pt x="1269" y="58419"/>
                  </a:lnTo>
                  <a:lnTo>
                    <a:pt x="3810" y="58419"/>
                  </a:lnTo>
                  <a:lnTo>
                    <a:pt x="3810" y="54610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" name="object 616"/>
            <p:cNvSpPr/>
            <p:nvPr/>
          </p:nvSpPr>
          <p:spPr>
            <a:xfrm>
              <a:off x="2367280" y="5308600"/>
              <a:ext cx="3810" cy="58419"/>
            </a:xfrm>
            <a:custGeom>
              <a:avLst/>
              <a:gdLst/>
              <a:ahLst/>
              <a:cxnLst/>
              <a:rect l="l" t="t" r="r" b="b"/>
              <a:pathLst>
                <a:path w="3810" h="58420">
                  <a:moveTo>
                    <a:pt x="380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10" h="58420">
                  <a:moveTo>
                    <a:pt x="3809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1270"/>
                  </a:lnTo>
                  <a:close/>
                </a:path>
                <a:path w="3810" h="58420">
                  <a:moveTo>
                    <a:pt x="3809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3810"/>
                  </a:lnTo>
                  <a:close/>
                </a:path>
                <a:path w="3810" h="58420">
                  <a:moveTo>
                    <a:pt x="3809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7620"/>
                  </a:lnTo>
                  <a:close/>
                </a:path>
                <a:path w="3810" h="58420">
                  <a:moveTo>
                    <a:pt x="3809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10160"/>
                  </a:lnTo>
                  <a:close/>
                </a:path>
                <a:path w="3810" h="58420">
                  <a:moveTo>
                    <a:pt x="3809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3970"/>
                  </a:lnTo>
                  <a:close/>
                </a:path>
                <a:path w="3810" h="58420">
                  <a:moveTo>
                    <a:pt x="3809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6510"/>
                  </a:lnTo>
                  <a:close/>
                </a:path>
                <a:path w="3810" h="58420">
                  <a:moveTo>
                    <a:pt x="3809" y="20320"/>
                  </a:moveTo>
                  <a:lnTo>
                    <a:pt x="0" y="20320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20320"/>
                  </a:lnTo>
                  <a:close/>
                </a:path>
                <a:path w="3810" h="58420">
                  <a:moveTo>
                    <a:pt x="3809" y="22860"/>
                  </a:moveTo>
                  <a:lnTo>
                    <a:pt x="0" y="22860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2860"/>
                  </a:lnTo>
                  <a:close/>
                </a:path>
                <a:path w="3810" h="58420">
                  <a:moveTo>
                    <a:pt x="3809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33020"/>
                  </a:lnTo>
                  <a:close/>
                </a:path>
                <a:path w="3810" h="58420">
                  <a:moveTo>
                    <a:pt x="3809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5560"/>
                  </a:lnTo>
                  <a:close/>
                </a:path>
                <a:path w="3810" h="58420">
                  <a:moveTo>
                    <a:pt x="3809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9370"/>
                  </a:lnTo>
                  <a:close/>
                </a:path>
                <a:path w="3810" h="58420">
                  <a:moveTo>
                    <a:pt x="3809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41910"/>
                  </a:lnTo>
                  <a:close/>
                </a:path>
                <a:path w="3810" h="58420">
                  <a:moveTo>
                    <a:pt x="3809" y="45720"/>
                  </a:moveTo>
                  <a:lnTo>
                    <a:pt x="0" y="45720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45720"/>
                  </a:lnTo>
                  <a:close/>
                </a:path>
                <a:path w="3810" h="58420">
                  <a:moveTo>
                    <a:pt x="3809" y="48260"/>
                  </a:moveTo>
                  <a:lnTo>
                    <a:pt x="0" y="48260"/>
                  </a:lnTo>
                  <a:lnTo>
                    <a:pt x="0" y="52069"/>
                  </a:lnTo>
                  <a:lnTo>
                    <a:pt x="3809" y="52069"/>
                  </a:lnTo>
                  <a:lnTo>
                    <a:pt x="3809" y="48260"/>
                  </a:lnTo>
                  <a:close/>
                </a:path>
                <a:path w="3810" h="58420">
                  <a:moveTo>
                    <a:pt x="3809" y="52070"/>
                  </a:moveTo>
                  <a:lnTo>
                    <a:pt x="0" y="52070"/>
                  </a:lnTo>
                  <a:lnTo>
                    <a:pt x="0" y="54609"/>
                  </a:lnTo>
                  <a:lnTo>
                    <a:pt x="3809" y="54609"/>
                  </a:lnTo>
                  <a:lnTo>
                    <a:pt x="3809" y="52070"/>
                  </a:lnTo>
                  <a:close/>
                </a:path>
                <a:path w="3810" h="58420">
                  <a:moveTo>
                    <a:pt x="3809" y="54610"/>
                  </a:moveTo>
                  <a:lnTo>
                    <a:pt x="0" y="54610"/>
                  </a:lnTo>
                  <a:lnTo>
                    <a:pt x="0" y="58419"/>
                  </a:lnTo>
                  <a:lnTo>
                    <a:pt x="3809" y="58419"/>
                  </a:lnTo>
                  <a:lnTo>
                    <a:pt x="3809" y="54610"/>
                  </a:lnTo>
                  <a:close/>
                </a:path>
              </a:pathLst>
            </a:custGeom>
            <a:solidFill>
              <a:srgbClr val="8E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" name="object 617"/>
            <p:cNvSpPr/>
            <p:nvPr/>
          </p:nvSpPr>
          <p:spPr>
            <a:xfrm>
              <a:off x="2371089" y="5308600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10" h="59689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59689">
                  <a:moveTo>
                    <a:pt x="381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70"/>
                  </a:lnTo>
                  <a:close/>
                </a:path>
                <a:path w="3810" h="59689">
                  <a:moveTo>
                    <a:pt x="3810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3810"/>
                  </a:lnTo>
                  <a:close/>
                </a:path>
                <a:path w="3810" h="59689">
                  <a:moveTo>
                    <a:pt x="3810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7620"/>
                  </a:lnTo>
                  <a:close/>
                </a:path>
                <a:path w="3810" h="59689">
                  <a:moveTo>
                    <a:pt x="3810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10160"/>
                  </a:lnTo>
                  <a:close/>
                </a:path>
                <a:path w="3810" h="59689">
                  <a:moveTo>
                    <a:pt x="3810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3970"/>
                  </a:lnTo>
                  <a:close/>
                </a:path>
                <a:path w="3810" h="59689">
                  <a:moveTo>
                    <a:pt x="3810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6510"/>
                  </a:lnTo>
                  <a:close/>
                </a:path>
                <a:path w="3810" h="59689">
                  <a:moveTo>
                    <a:pt x="3810" y="20320"/>
                  </a:moveTo>
                  <a:lnTo>
                    <a:pt x="0" y="2032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20320"/>
                  </a:lnTo>
                  <a:close/>
                </a:path>
                <a:path w="3810" h="59689">
                  <a:moveTo>
                    <a:pt x="3810" y="22860"/>
                  </a:moveTo>
                  <a:lnTo>
                    <a:pt x="0" y="22860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2860"/>
                  </a:lnTo>
                  <a:close/>
                </a:path>
                <a:path w="3810" h="59689">
                  <a:moveTo>
                    <a:pt x="3810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33020"/>
                  </a:lnTo>
                  <a:close/>
                </a:path>
                <a:path w="3810" h="59689">
                  <a:moveTo>
                    <a:pt x="3810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5560"/>
                  </a:lnTo>
                  <a:close/>
                </a:path>
                <a:path w="3810" h="59689">
                  <a:moveTo>
                    <a:pt x="3810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9370"/>
                  </a:lnTo>
                  <a:close/>
                </a:path>
                <a:path w="3810" h="59689">
                  <a:moveTo>
                    <a:pt x="3810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41910"/>
                  </a:lnTo>
                  <a:close/>
                </a:path>
                <a:path w="3810" h="59689">
                  <a:moveTo>
                    <a:pt x="3810" y="45720"/>
                  </a:moveTo>
                  <a:lnTo>
                    <a:pt x="0" y="4572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5720"/>
                  </a:lnTo>
                  <a:close/>
                </a:path>
                <a:path w="3810" h="59689">
                  <a:moveTo>
                    <a:pt x="3810" y="48260"/>
                  </a:moveTo>
                  <a:lnTo>
                    <a:pt x="0" y="48260"/>
                  </a:lnTo>
                  <a:lnTo>
                    <a:pt x="0" y="52069"/>
                  </a:lnTo>
                  <a:lnTo>
                    <a:pt x="3810" y="52069"/>
                  </a:lnTo>
                  <a:lnTo>
                    <a:pt x="3810" y="48260"/>
                  </a:lnTo>
                  <a:close/>
                </a:path>
                <a:path w="3810" h="59689">
                  <a:moveTo>
                    <a:pt x="3810" y="52070"/>
                  </a:moveTo>
                  <a:lnTo>
                    <a:pt x="0" y="52070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2070"/>
                  </a:lnTo>
                  <a:close/>
                </a:path>
                <a:path w="3810" h="59689">
                  <a:moveTo>
                    <a:pt x="3810" y="54610"/>
                  </a:moveTo>
                  <a:lnTo>
                    <a:pt x="0" y="54610"/>
                  </a:lnTo>
                  <a:lnTo>
                    <a:pt x="0" y="58419"/>
                  </a:lnTo>
                  <a:lnTo>
                    <a:pt x="3810" y="58419"/>
                  </a:lnTo>
                  <a:lnTo>
                    <a:pt x="3810" y="54610"/>
                  </a:lnTo>
                  <a:close/>
                </a:path>
                <a:path w="3810" h="59689">
                  <a:moveTo>
                    <a:pt x="3810" y="58420"/>
                  </a:moveTo>
                  <a:lnTo>
                    <a:pt x="1270" y="58420"/>
                  </a:lnTo>
                  <a:lnTo>
                    <a:pt x="1270" y="59690"/>
                  </a:lnTo>
                  <a:lnTo>
                    <a:pt x="3810" y="59690"/>
                  </a:lnTo>
                  <a:lnTo>
                    <a:pt x="3810" y="58420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" name="object 618"/>
            <p:cNvSpPr/>
            <p:nvPr/>
          </p:nvSpPr>
          <p:spPr>
            <a:xfrm>
              <a:off x="2374900" y="5308600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10" h="59689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59689">
                  <a:moveTo>
                    <a:pt x="381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70"/>
                  </a:lnTo>
                  <a:close/>
                </a:path>
                <a:path w="3810" h="59689">
                  <a:moveTo>
                    <a:pt x="3810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3810"/>
                  </a:lnTo>
                  <a:close/>
                </a:path>
                <a:path w="3810" h="59689">
                  <a:moveTo>
                    <a:pt x="3810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7620"/>
                  </a:lnTo>
                  <a:close/>
                </a:path>
                <a:path w="3810" h="59689">
                  <a:moveTo>
                    <a:pt x="3810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10160"/>
                  </a:lnTo>
                  <a:close/>
                </a:path>
                <a:path w="3810" h="59689">
                  <a:moveTo>
                    <a:pt x="3810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3970"/>
                  </a:lnTo>
                  <a:close/>
                </a:path>
                <a:path w="3810" h="59689">
                  <a:moveTo>
                    <a:pt x="3810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6510"/>
                  </a:lnTo>
                  <a:close/>
                </a:path>
                <a:path w="3810" h="59689">
                  <a:moveTo>
                    <a:pt x="3810" y="20320"/>
                  </a:moveTo>
                  <a:lnTo>
                    <a:pt x="0" y="2032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20320"/>
                  </a:lnTo>
                  <a:close/>
                </a:path>
                <a:path w="3810" h="59689">
                  <a:moveTo>
                    <a:pt x="3810" y="22860"/>
                  </a:moveTo>
                  <a:lnTo>
                    <a:pt x="0" y="22860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2860"/>
                  </a:lnTo>
                  <a:close/>
                </a:path>
                <a:path w="3810" h="59689">
                  <a:moveTo>
                    <a:pt x="3810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33020"/>
                  </a:lnTo>
                  <a:close/>
                </a:path>
                <a:path w="3810" h="59689">
                  <a:moveTo>
                    <a:pt x="3810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5560"/>
                  </a:lnTo>
                  <a:close/>
                </a:path>
                <a:path w="3810" h="59689">
                  <a:moveTo>
                    <a:pt x="3810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9370"/>
                  </a:lnTo>
                  <a:close/>
                </a:path>
                <a:path w="3810" h="59689">
                  <a:moveTo>
                    <a:pt x="3810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41910"/>
                  </a:lnTo>
                  <a:close/>
                </a:path>
                <a:path w="3810" h="59689">
                  <a:moveTo>
                    <a:pt x="3810" y="45720"/>
                  </a:moveTo>
                  <a:lnTo>
                    <a:pt x="0" y="4572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5720"/>
                  </a:lnTo>
                  <a:close/>
                </a:path>
                <a:path w="3810" h="59689">
                  <a:moveTo>
                    <a:pt x="3810" y="48260"/>
                  </a:moveTo>
                  <a:lnTo>
                    <a:pt x="0" y="48260"/>
                  </a:lnTo>
                  <a:lnTo>
                    <a:pt x="0" y="52069"/>
                  </a:lnTo>
                  <a:lnTo>
                    <a:pt x="3810" y="52069"/>
                  </a:lnTo>
                  <a:lnTo>
                    <a:pt x="3810" y="48260"/>
                  </a:lnTo>
                  <a:close/>
                </a:path>
                <a:path w="3810" h="59689">
                  <a:moveTo>
                    <a:pt x="3810" y="52070"/>
                  </a:moveTo>
                  <a:lnTo>
                    <a:pt x="0" y="52070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2070"/>
                  </a:lnTo>
                  <a:close/>
                </a:path>
                <a:path w="3810" h="59689">
                  <a:moveTo>
                    <a:pt x="3810" y="54610"/>
                  </a:moveTo>
                  <a:lnTo>
                    <a:pt x="0" y="54610"/>
                  </a:lnTo>
                  <a:lnTo>
                    <a:pt x="0" y="58419"/>
                  </a:lnTo>
                  <a:lnTo>
                    <a:pt x="3810" y="58419"/>
                  </a:lnTo>
                  <a:lnTo>
                    <a:pt x="3810" y="54610"/>
                  </a:lnTo>
                  <a:close/>
                </a:path>
                <a:path w="3810" h="59689">
                  <a:moveTo>
                    <a:pt x="3810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3810" y="59690"/>
                  </a:lnTo>
                  <a:lnTo>
                    <a:pt x="3810" y="5842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" name="object 619"/>
            <p:cNvSpPr/>
            <p:nvPr/>
          </p:nvSpPr>
          <p:spPr>
            <a:xfrm>
              <a:off x="2378710" y="5308600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10" h="59689">
                  <a:moveTo>
                    <a:pt x="380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10" h="59689">
                  <a:moveTo>
                    <a:pt x="3809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1270"/>
                  </a:lnTo>
                  <a:close/>
                </a:path>
                <a:path w="3810" h="59689">
                  <a:moveTo>
                    <a:pt x="3809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3810"/>
                  </a:lnTo>
                  <a:close/>
                </a:path>
                <a:path w="3810" h="59689">
                  <a:moveTo>
                    <a:pt x="3809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7620"/>
                  </a:lnTo>
                  <a:close/>
                </a:path>
                <a:path w="3810" h="59689">
                  <a:moveTo>
                    <a:pt x="3809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10160"/>
                  </a:lnTo>
                  <a:close/>
                </a:path>
                <a:path w="3810" h="59689">
                  <a:moveTo>
                    <a:pt x="3809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3970"/>
                  </a:lnTo>
                  <a:close/>
                </a:path>
                <a:path w="3810" h="59689">
                  <a:moveTo>
                    <a:pt x="3809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6510"/>
                  </a:lnTo>
                  <a:close/>
                </a:path>
                <a:path w="3810" h="59689">
                  <a:moveTo>
                    <a:pt x="3809" y="20320"/>
                  </a:moveTo>
                  <a:lnTo>
                    <a:pt x="0" y="20320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20320"/>
                  </a:lnTo>
                  <a:close/>
                </a:path>
                <a:path w="3810" h="59689">
                  <a:moveTo>
                    <a:pt x="3809" y="22860"/>
                  </a:moveTo>
                  <a:lnTo>
                    <a:pt x="0" y="22860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2860"/>
                  </a:lnTo>
                  <a:close/>
                </a:path>
                <a:path w="3810" h="59689">
                  <a:moveTo>
                    <a:pt x="3809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33020"/>
                  </a:lnTo>
                  <a:close/>
                </a:path>
                <a:path w="3810" h="59689">
                  <a:moveTo>
                    <a:pt x="3809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5560"/>
                  </a:lnTo>
                  <a:close/>
                </a:path>
                <a:path w="3810" h="59689">
                  <a:moveTo>
                    <a:pt x="3809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9370"/>
                  </a:lnTo>
                  <a:close/>
                </a:path>
                <a:path w="3810" h="59689">
                  <a:moveTo>
                    <a:pt x="3809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41910"/>
                  </a:lnTo>
                  <a:close/>
                </a:path>
                <a:path w="3810" h="59689">
                  <a:moveTo>
                    <a:pt x="3809" y="45720"/>
                  </a:moveTo>
                  <a:lnTo>
                    <a:pt x="0" y="45720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45720"/>
                  </a:lnTo>
                  <a:close/>
                </a:path>
                <a:path w="3810" h="59689">
                  <a:moveTo>
                    <a:pt x="3809" y="48260"/>
                  </a:moveTo>
                  <a:lnTo>
                    <a:pt x="0" y="48260"/>
                  </a:lnTo>
                  <a:lnTo>
                    <a:pt x="0" y="52069"/>
                  </a:lnTo>
                  <a:lnTo>
                    <a:pt x="3809" y="52069"/>
                  </a:lnTo>
                  <a:lnTo>
                    <a:pt x="3809" y="48260"/>
                  </a:lnTo>
                  <a:close/>
                </a:path>
                <a:path w="3810" h="59689">
                  <a:moveTo>
                    <a:pt x="3809" y="52070"/>
                  </a:moveTo>
                  <a:lnTo>
                    <a:pt x="0" y="52070"/>
                  </a:lnTo>
                  <a:lnTo>
                    <a:pt x="0" y="54609"/>
                  </a:lnTo>
                  <a:lnTo>
                    <a:pt x="3809" y="54609"/>
                  </a:lnTo>
                  <a:lnTo>
                    <a:pt x="3809" y="52070"/>
                  </a:lnTo>
                  <a:close/>
                </a:path>
                <a:path w="3810" h="59689">
                  <a:moveTo>
                    <a:pt x="3809" y="54610"/>
                  </a:moveTo>
                  <a:lnTo>
                    <a:pt x="0" y="54610"/>
                  </a:lnTo>
                  <a:lnTo>
                    <a:pt x="0" y="58419"/>
                  </a:lnTo>
                  <a:lnTo>
                    <a:pt x="3809" y="58419"/>
                  </a:lnTo>
                  <a:lnTo>
                    <a:pt x="3809" y="54610"/>
                  </a:lnTo>
                  <a:close/>
                </a:path>
                <a:path w="3810" h="59689">
                  <a:moveTo>
                    <a:pt x="3809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3809" y="59690"/>
                  </a:lnTo>
                  <a:lnTo>
                    <a:pt x="3809" y="58420"/>
                  </a:lnTo>
                  <a:close/>
                </a:path>
              </a:pathLst>
            </a:custGeom>
            <a:solidFill>
              <a:srgbClr val="8799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" name="object 620"/>
            <p:cNvSpPr/>
            <p:nvPr/>
          </p:nvSpPr>
          <p:spPr>
            <a:xfrm>
              <a:off x="2382519" y="5307330"/>
              <a:ext cx="3810" cy="60960"/>
            </a:xfrm>
            <a:custGeom>
              <a:avLst/>
              <a:gdLst/>
              <a:ahLst/>
              <a:cxnLst/>
              <a:rect l="l" t="t" r="r" b="b"/>
              <a:pathLst>
                <a:path w="3810" h="60960">
                  <a:moveTo>
                    <a:pt x="3810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  <a:path w="3810" h="60960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60960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10" h="60960">
                  <a:moveTo>
                    <a:pt x="381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890"/>
                  </a:lnTo>
                  <a:close/>
                </a:path>
                <a:path w="3810" h="60960">
                  <a:moveTo>
                    <a:pt x="381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30"/>
                  </a:lnTo>
                  <a:close/>
                </a:path>
                <a:path w="3810" h="60960">
                  <a:moveTo>
                    <a:pt x="381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40"/>
                  </a:lnTo>
                  <a:close/>
                </a:path>
                <a:path w="3810" h="60960">
                  <a:moveTo>
                    <a:pt x="3810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80"/>
                  </a:lnTo>
                  <a:close/>
                </a:path>
                <a:path w="3810" h="60960">
                  <a:moveTo>
                    <a:pt x="3810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1590"/>
                  </a:lnTo>
                  <a:close/>
                </a:path>
                <a:path w="3810" h="60960">
                  <a:moveTo>
                    <a:pt x="3810" y="24130"/>
                  </a:moveTo>
                  <a:lnTo>
                    <a:pt x="0" y="24130"/>
                  </a:lnTo>
                  <a:lnTo>
                    <a:pt x="0" y="34290"/>
                  </a:lnTo>
                  <a:lnTo>
                    <a:pt x="3810" y="34290"/>
                  </a:lnTo>
                  <a:lnTo>
                    <a:pt x="3810" y="24130"/>
                  </a:lnTo>
                  <a:close/>
                </a:path>
                <a:path w="3810" h="60960">
                  <a:moveTo>
                    <a:pt x="3810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4290"/>
                  </a:lnTo>
                  <a:close/>
                </a:path>
                <a:path w="3810" h="60960">
                  <a:moveTo>
                    <a:pt x="3810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3810" y="40640"/>
                  </a:lnTo>
                  <a:lnTo>
                    <a:pt x="3810" y="36830"/>
                  </a:lnTo>
                  <a:close/>
                </a:path>
                <a:path w="3810" h="60960">
                  <a:moveTo>
                    <a:pt x="3810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40640"/>
                  </a:lnTo>
                  <a:close/>
                </a:path>
                <a:path w="3810" h="60960">
                  <a:moveTo>
                    <a:pt x="3810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3810" y="46990"/>
                  </a:lnTo>
                  <a:lnTo>
                    <a:pt x="3810" y="43180"/>
                  </a:lnTo>
                  <a:close/>
                </a:path>
                <a:path w="3810" h="60960">
                  <a:moveTo>
                    <a:pt x="3810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6990"/>
                  </a:lnTo>
                  <a:close/>
                </a:path>
                <a:path w="3810" h="60960">
                  <a:moveTo>
                    <a:pt x="3810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3810" y="53340"/>
                  </a:lnTo>
                  <a:lnTo>
                    <a:pt x="3810" y="49530"/>
                  </a:lnTo>
                  <a:close/>
                </a:path>
                <a:path w="3810" h="60960">
                  <a:moveTo>
                    <a:pt x="3810" y="53340"/>
                  </a:moveTo>
                  <a:lnTo>
                    <a:pt x="0" y="53340"/>
                  </a:lnTo>
                  <a:lnTo>
                    <a:pt x="0" y="55880"/>
                  </a:lnTo>
                  <a:lnTo>
                    <a:pt x="3810" y="55880"/>
                  </a:lnTo>
                  <a:lnTo>
                    <a:pt x="3810" y="53340"/>
                  </a:lnTo>
                  <a:close/>
                </a:path>
                <a:path w="3810" h="60960">
                  <a:moveTo>
                    <a:pt x="3810" y="55880"/>
                  </a:moveTo>
                  <a:lnTo>
                    <a:pt x="0" y="55880"/>
                  </a:lnTo>
                  <a:lnTo>
                    <a:pt x="0" y="59690"/>
                  </a:lnTo>
                  <a:lnTo>
                    <a:pt x="3810" y="59690"/>
                  </a:lnTo>
                  <a:lnTo>
                    <a:pt x="3810" y="55880"/>
                  </a:lnTo>
                  <a:close/>
                </a:path>
                <a:path w="3810" h="60960">
                  <a:moveTo>
                    <a:pt x="3810" y="59690"/>
                  </a:moveTo>
                  <a:lnTo>
                    <a:pt x="0" y="59690"/>
                  </a:lnTo>
                  <a:lnTo>
                    <a:pt x="0" y="60960"/>
                  </a:lnTo>
                  <a:lnTo>
                    <a:pt x="3810" y="60960"/>
                  </a:lnTo>
                  <a:lnTo>
                    <a:pt x="3810" y="59690"/>
                  </a:lnTo>
                  <a:close/>
                </a:path>
              </a:pathLst>
            </a:custGeom>
            <a:solidFill>
              <a:srgbClr val="8496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" name="object 621"/>
            <p:cNvSpPr/>
            <p:nvPr/>
          </p:nvSpPr>
          <p:spPr>
            <a:xfrm>
              <a:off x="2386329" y="5307330"/>
              <a:ext cx="2540" cy="60960"/>
            </a:xfrm>
            <a:custGeom>
              <a:avLst/>
              <a:gdLst/>
              <a:ahLst/>
              <a:cxnLst/>
              <a:rect l="l" t="t" r="r" b="b"/>
              <a:pathLst>
                <a:path w="2539" h="60960">
                  <a:moveTo>
                    <a:pt x="253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539" y="2540"/>
                  </a:lnTo>
                  <a:lnTo>
                    <a:pt x="2539" y="0"/>
                  </a:lnTo>
                  <a:close/>
                </a:path>
                <a:path w="2539" h="60960">
                  <a:moveTo>
                    <a:pt x="253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2539" y="5080"/>
                  </a:lnTo>
                  <a:lnTo>
                    <a:pt x="2539" y="2540"/>
                  </a:lnTo>
                  <a:close/>
                </a:path>
                <a:path w="2539" h="60960">
                  <a:moveTo>
                    <a:pt x="253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2539" y="8890"/>
                  </a:lnTo>
                  <a:lnTo>
                    <a:pt x="2539" y="5080"/>
                  </a:lnTo>
                  <a:close/>
                </a:path>
                <a:path w="2539" h="60960">
                  <a:moveTo>
                    <a:pt x="253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2539" y="11430"/>
                  </a:lnTo>
                  <a:lnTo>
                    <a:pt x="2539" y="8890"/>
                  </a:lnTo>
                  <a:close/>
                </a:path>
                <a:path w="2539" h="60960">
                  <a:moveTo>
                    <a:pt x="2539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2539" y="15240"/>
                  </a:lnTo>
                  <a:lnTo>
                    <a:pt x="2539" y="11430"/>
                  </a:lnTo>
                  <a:close/>
                </a:path>
                <a:path w="2539" h="60960">
                  <a:moveTo>
                    <a:pt x="2539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2539" y="17780"/>
                  </a:lnTo>
                  <a:lnTo>
                    <a:pt x="2539" y="15240"/>
                  </a:lnTo>
                  <a:close/>
                </a:path>
                <a:path w="2539" h="60960">
                  <a:moveTo>
                    <a:pt x="2539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2539" y="21590"/>
                  </a:lnTo>
                  <a:lnTo>
                    <a:pt x="2539" y="17780"/>
                  </a:lnTo>
                  <a:close/>
                </a:path>
                <a:path w="2539" h="60960">
                  <a:moveTo>
                    <a:pt x="2539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2539" y="24130"/>
                  </a:lnTo>
                  <a:lnTo>
                    <a:pt x="2539" y="21590"/>
                  </a:lnTo>
                  <a:close/>
                </a:path>
                <a:path w="2539" h="60960">
                  <a:moveTo>
                    <a:pt x="2539" y="24130"/>
                  </a:moveTo>
                  <a:lnTo>
                    <a:pt x="0" y="24130"/>
                  </a:lnTo>
                  <a:lnTo>
                    <a:pt x="0" y="34290"/>
                  </a:lnTo>
                  <a:lnTo>
                    <a:pt x="2539" y="34290"/>
                  </a:lnTo>
                  <a:lnTo>
                    <a:pt x="2539" y="24130"/>
                  </a:lnTo>
                  <a:close/>
                </a:path>
                <a:path w="2539" h="60960">
                  <a:moveTo>
                    <a:pt x="2539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2539" y="36830"/>
                  </a:lnTo>
                  <a:lnTo>
                    <a:pt x="2539" y="34290"/>
                  </a:lnTo>
                  <a:close/>
                </a:path>
                <a:path w="2539" h="60960">
                  <a:moveTo>
                    <a:pt x="2539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2539" y="40640"/>
                  </a:lnTo>
                  <a:lnTo>
                    <a:pt x="2539" y="36830"/>
                  </a:lnTo>
                  <a:close/>
                </a:path>
                <a:path w="2539" h="60960">
                  <a:moveTo>
                    <a:pt x="2539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2539" y="43180"/>
                  </a:lnTo>
                  <a:lnTo>
                    <a:pt x="2539" y="40640"/>
                  </a:lnTo>
                  <a:close/>
                </a:path>
                <a:path w="2539" h="60960">
                  <a:moveTo>
                    <a:pt x="2539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2539" y="46990"/>
                  </a:lnTo>
                  <a:lnTo>
                    <a:pt x="2539" y="43180"/>
                  </a:lnTo>
                  <a:close/>
                </a:path>
                <a:path w="2539" h="60960">
                  <a:moveTo>
                    <a:pt x="2539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2539" y="49530"/>
                  </a:lnTo>
                  <a:lnTo>
                    <a:pt x="2539" y="46990"/>
                  </a:lnTo>
                  <a:close/>
                </a:path>
                <a:path w="2539" h="60960">
                  <a:moveTo>
                    <a:pt x="2539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2539" y="53340"/>
                  </a:lnTo>
                  <a:lnTo>
                    <a:pt x="2539" y="49530"/>
                  </a:lnTo>
                  <a:close/>
                </a:path>
                <a:path w="2539" h="60960">
                  <a:moveTo>
                    <a:pt x="2539" y="53340"/>
                  </a:moveTo>
                  <a:lnTo>
                    <a:pt x="0" y="53340"/>
                  </a:lnTo>
                  <a:lnTo>
                    <a:pt x="0" y="55880"/>
                  </a:lnTo>
                  <a:lnTo>
                    <a:pt x="2539" y="55880"/>
                  </a:lnTo>
                  <a:lnTo>
                    <a:pt x="2539" y="53340"/>
                  </a:lnTo>
                  <a:close/>
                </a:path>
                <a:path w="2539" h="60960">
                  <a:moveTo>
                    <a:pt x="2539" y="55880"/>
                  </a:moveTo>
                  <a:lnTo>
                    <a:pt x="0" y="55880"/>
                  </a:lnTo>
                  <a:lnTo>
                    <a:pt x="0" y="59690"/>
                  </a:lnTo>
                  <a:lnTo>
                    <a:pt x="2539" y="59690"/>
                  </a:lnTo>
                  <a:lnTo>
                    <a:pt x="2539" y="55880"/>
                  </a:lnTo>
                  <a:close/>
                </a:path>
                <a:path w="2539" h="60960">
                  <a:moveTo>
                    <a:pt x="2539" y="59690"/>
                  </a:moveTo>
                  <a:lnTo>
                    <a:pt x="0" y="59690"/>
                  </a:lnTo>
                  <a:lnTo>
                    <a:pt x="0" y="60960"/>
                  </a:lnTo>
                  <a:lnTo>
                    <a:pt x="2539" y="60960"/>
                  </a:lnTo>
                  <a:lnTo>
                    <a:pt x="2539" y="59690"/>
                  </a:lnTo>
                  <a:close/>
                </a:path>
              </a:pathLst>
            </a:custGeom>
            <a:solidFill>
              <a:srgbClr val="819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" name="object 622"/>
            <p:cNvSpPr/>
            <p:nvPr/>
          </p:nvSpPr>
          <p:spPr>
            <a:xfrm>
              <a:off x="2388870" y="53060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10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0" y="1269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0"/>
                  </a:lnTo>
                  <a:close/>
                </a:path>
                <a:path w="3810" h="63500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10" h="63500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10" h="63500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10" h="63500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10" h="63500">
                  <a:moveTo>
                    <a:pt x="381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6509"/>
                  </a:lnTo>
                  <a:close/>
                </a:path>
                <a:path w="3810" h="63500">
                  <a:moveTo>
                    <a:pt x="381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9050"/>
                  </a:lnTo>
                  <a:close/>
                </a:path>
                <a:path w="3810" h="63500">
                  <a:moveTo>
                    <a:pt x="3810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22859"/>
                  </a:lnTo>
                  <a:close/>
                </a:path>
                <a:path w="3810" h="63500">
                  <a:moveTo>
                    <a:pt x="3810" y="25400"/>
                  </a:moveTo>
                  <a:lnTo>
                    <a:pt x="0" y="2540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25400"/>
                  </a:lnTo>
                  <a:close/>
                </a:path>
                <a:path w="3810" h="63500">
                  <a:moveTo>
                    <a:pt x="381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5559"/>
                  </a:lnTo>
                  <a:close/>
                </a:path>
                <a:path w="3810" h="63500">
                  <a:moveTo>
                    <a:pt x="381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8100"/>
                  </a:lnTo>
                  <a:close/>
                </a:path>
                <a:path w="3810" h="63500">
                  <a:moveTo>
                    <a:pt x="381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1909"/>
                  </a:lnTo>
                  <a:close/>
                </a:path>
                <a:path w="3810" h="63500">
                  <a:moveTo>
                    <a:pt x="381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4450"/>
                  </a:lnTo>
                  <a:close/>
                </a:path>
                <a:path w="3810" h="63500">
                  <a:moveTo>
                    <a:pt x="3810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8259"/>
                  </a:lnTo>
                  <a:close/>
                </a:path>
                <a:path w="3810" h="63500">
                  <a:moveTo>
                    <a:pt x="3810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0800"/>
                  </a:lnTo>
                  <a:close/>
                </a:path>
                <a:path w="3810" h="63500">
                  <a:moveTo>
                    <a:pt x="3810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4609"/>
                  </a:lnTo>
                  <a:close/>
                </a:path>
                <a:path w="3810" h="63500">
                  <a:moveTo>
                    <a:pt x="3810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3810" y="60959"/>
                  </a:lnTo>
                  <a:lnTo>
                    <a:pt x="3810" y="57150"/>
                  </a:lnTo>
                  <a:close/>
                </a:path>
                <a:path w="3810" h="63500">
                  <a:moveTo>
                    <a:pt x="3810" y="60959"/>
                  </a:moveTo>
                  <a:lnTo>
                    <a:pt x="0" y="60959"/>
                  </a:lnTo>
                  <a:lnTo>
                    <a:pt x="0" y="62229"/>
                  </a:lnTo>
                  <a:lnTo>
                    <a:pt x="2540" y="62229"/>
                  </a:lnTo>
                  <a:lnTo>
                    <a:pt x="2540" y="63499"/>
                  </a:lnTo>
                  <a:lnTo>
                    <a:pt x="3810" y="63499"/>
                  </a:lnTo>
                  <a:lnTo>
                    <a:pt x="3810" y="60959"/>
                  </a:lnTo>
                  <a:close/>
                </a:path>
              </a:pathLst>
            </a:custGeom>
            <a:solidFill>
              <a:srgbClr val="7F92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" name="object 623"/>
            <p:cNvSpPr/>
            <p:nvPr/>
          </p:nvSpPr>
          <p:spPr>
            <a:xfrm>
              <a:off x="2392679" y="53060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0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0"/>
                  </a:lnTo>
                  <a:close/>
                </a:path>
                <a:path w="3810" h="63500">
                  <a:moveTo>
                    <a:pt x="380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3809"/>
                  </a:lnTo>
                  <a:close/>
                </a:path>
                <a:path w="3810" h="63500">
                  <a:moveTo>
                    <a:pt x="380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6350"/>
                  </a:lnTo>
                  <a:close/>
                </a:path>
                <a:path w="3810" h="63500">
                  <a:moveTo>
                    <a:pt x="380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10159"/>
                  </a:lnTo>
                  <a:close/>
                </a:path>
                <a:path w="3810" h="63500">
                  <a:moveTo>
                    <a:pt x="380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2700"/>
                  </a:lnTo>
                  <a:close/>
                </a:path>
                <a:path w="3810" h="63500">
                  <a:moveTo>
                    <a:pt x="380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6509"/>
                  </a:lnTo>
                  <a:close/>
                </a:path>
                <a:path w="3810" h="63500">
                  <a:moveTo>
                    <a:pt x="380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19050"/>
                  </a:lnTo>
                  <a:close/>
                </a:path>
                <a:path w="3810" h="63500">
                  <a:moveTo>
                    <a:pt x="3809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2859"/>
                  </a:lnTo>
                  <a:close/>
                </a:path>
                <a:path w="3810" h="63500">
                  <a:moveTo>
                    <a:pt x="3809" y="25400"/>
                  </a:moveTo>
                  <a:lnTo>
                    <a:pt x="0" y="25400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25400"/>
                  </a:lnTo>
                  <a:close/>
                </a:path>
                <a:path w="3810" h="63500">
                  <a:moveTo>
                    <a:pt x="380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5559"/>
                  </a:lnTo>
                  <a:close/>
                </a:path>
                <a:path w="3810" h="63500">
                  <a:moveTo>
                    <a:pt x="380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8100"/>
                  </a:lnTo>
                  <a:close/>
                </a:path>
                <a:path w="3810" h="63500">
                  <a:moveTo>
                    <a:pt x="380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1909"/>
                  </a:lnTo>
                  <a:close/>
                </a:path>
                <a:path w="3810" h="63500">
                  <a:moveTo>
                    <a:pt x="3809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44450"/>
                  </a:lnTo>
                  <a:close/>
                </a:path>
                <a:path w="3810" h="63500">
                  <a:moveTo>
                    <a:pt x="380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8259"/>
                  </a:lnTo>
                  <a:close/>
                </a:path>
                <a:path w="3810" h="63500">
                  <a:moveTo>
                    <a:pt x="3809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09" y="54609"/>
                  </a:lnTo>
                  <a:lnTo>
                    <a:pt x="3809" y="50800"/>
                  </a:lnTo>
                  <a:close/>
                </a:path>
                <a:path w="3810" h="63500">
                  <a:moveTo>
                    <a:pt x="3809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4609"/>
                  </a:lnTo>
                  <a:close/>
                </a:path>
                <a:path w="3810" h="63500">
                  <a:moveTo>
                    <a:pt x="3809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3809" y="60959"/>
                  </a:lnTo>
                  <a:lnTo>
                    <a:pt x="3809" y="57150"/>
                  </a:lnTo>
                  <a:close/>
                </a:path>
                <a:path w="3810" h="63500">
                  <a:moveTo>
                    <a:pt x="3809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3809" y="63499"/>
                  </a:lnTo>
                  <a:lnTo>
                    <a:pt x="3809" y="60959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" name="object 624"/>
            <p:cNvSpPr/>
            <p:nvPr/>
          </p:nvSpPr>
          <p:spPr>
            <a:xfrm>
              <a:off x="2396489" y="53060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0"/>
                  </a:lnTo>
                  <a:close/>
                </a:path>
                <a:path w="3810" h="63500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10" h="63500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10" h="63500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10" h="63500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10" h="63500">
                  <a:moveTo>
                    <a:pt x="381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6509"/>
                  </a:lnTo>
                  <a:close/>
                </a:path>
                <a:path w="3810" h="63500">
                  <a:moveTo>
                    <a:pt x="381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9050"/>
                  </a:lnTo>
                  <a:close/>
                </a:path>
                <a:path w="3810" h="63500">
                  <a:moveTo>
                    <a:pt x="3810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22859"/>
                  </a:lnTo>
                  <a:close/>
                </a:path>
                <a:path w="3810" h="63500">
                  <a:moveTo>
                    <a:pt x="3810" y="25400"/>
                  </a:moveTo>
                  <a:lnTo>
                    <a:pt x="0" y="2540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25400"/>
                  </a:lnTo>
                  <a:close/>
                </a:path>
                <a:path w="3810" h="63500">
                  <a:moveTo>
                    <a:pt x="381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5559"/>
                  </a:lnTo>
                  <a:close/>
                </a:path>
                <a:path w="3810" h="63500">
                  <a:moveTo>
                    <a:pt x="381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8100"/>
                  </a:lnTo>
                  <a:close/>
                </a:path>
                <a:path w="3810" h="63500">
                  <a:moveTo>
                    <a:pt x="381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1909"/>
                  </a:lnTo>
                  <a:close/>
                </a:path>
                <a:path w="3810" h="63500">
                  <a:moveTo>
                    <a:pt x="381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4450"/>
                  </a:lnTo>
                  <a:close/>
                </a:path>
                <a:path w="3810" h="63500">
                  <a:moveTo>
                    <a:pt x="3810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8259"/>
                  </a:lnTo>
                  <a:close/>
                </a:path>
                <a:path w="3810" h="63500">
                  <a:moveTo>
                    <a:pt x="3810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0800"/>
                  </a:lnTo>
                  <a:close/>
                </a:path>
                <a:path w="3810" h="63500">
                  <a:moveTo>
                    <a:pt x="3810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4609"/>
                  </a:lnTo>
                  <a:close/>
                </a:path>
                <a:path w="3810" h="63500">
                  <a:moveTo>
                    <a:pt x="3810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3810" y="60959"/>
                  </a:lnTo>
                  <a:lnTo>
                    <a:pt x="3810" y="57150"/>
                  </a:lnTo>
                  <a:close/>
                </a:path>
                <a:path w="3810" h="63500">
                  <a:moveTo>
                    <a:pt x="3810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3810" y="63499"/>
                  </a:lnTo>
                  <a:lnTo>
                    <a:pt x="3810" y="60959"/>
                  </a:lnTo>
                  <a:close/>
                </a:path>
              </a:pathLst>
            </a:custGeom>
            <a:solidFill>
              <a:srgbClr val="79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" name="object 625"/>
            <p:cNvSpPr/>
            <p:nvPr/>
          </p:nvSpPr>
          <p:spPr>
            <a:xfrm>
              <a:off x="2400300" y="53060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0"/>
                  </a:lnTo>
                  <a:close/>
                </a:path>
                <a:path w="3810" h="63500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10" h="63500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10" h="63500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10" h="63500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10" h="63500">
                  <a:moveTo>
                    <a:pt x="381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6509"/>
                  </a:lnTo>
                  <a:close/>
                </a:path>
                <a:path w="3810" h="63500">
                  <a:moveTo>
                    <a:pt x="381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9050"/>
                  </a:lnTo>
                  <a:close/>
                </a:path>
                <a:path w="3810" h="63500">
                  <a:moveTo>
                    <a:pt x="3810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22859"/>
                  </a:lnTo>
                  <a:close/>
                </a:path>
                <a:path w="3810" h="63500">
                  <a:moveTo>
                    <a:pt x="3810" y="25400"/>
                  </a:moveTo>
                  <a:lnTo>
                    <a:pt x="0" y="2540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25400"/>
                  </a:lnTo>
                  <a:close/>
                </a:path>
                <a:path w="3810" h="63500">
                  <a:moveTo>
                    <a:pt x="381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5559"/>
                  </a:lnTo>
                  <a:close/>
                </a:path>
                <a:path w="3810" h="63500">
                  <a:moveTo>
                    <a:pt x="381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8100"/>
                  </a:lnTo>
                  <a:close/>
                </a:path>
                <a:path w="3810" h="63500">
                  <a:moveTo>
                    <a:pt x="381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1909"/>
                  </a:lnTo>
                  <a:close/>
                </a:path>
                <a:path w="3810" h="63500">
                  <a:moveTo>
                    <a:pt x="381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4450"/>
                  </a:lnTo>
                  <a:close/>
                </a:path>
                <a:path w="3810" h="63500">
                  <a:moveTo>
                    <a:pt x="3810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8259"/>
                  </a:lnTo>
                  <a:close/>
                </a:path>
                <a:path w="3810" h="63500">
                  <a:moveTo>
                    <a:pt x="3810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0800"/>
                  </a:lnTo>
                  <a:close/>
                </a:path>
                <a:path w="3810" h="63500">
                  <a:moveTo>
                    <a:pt x="3810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4609"/>
                  </a:lnTo>
                  <a:close/>
                </a:path>
                <a:path w="3810" h="63500">
                  <a:moveTo>
                    <a:pt x="3810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3810" y="60959"/>
                  </a:lnTo>
                  <a:lnTo>
                    <a:pt x="3810" y="57150"/>
                  </a:lnTo>
                  <a:close/>
                </a:path>
                <a:path w="3810" h="63500">
                  <a:moveTo>
                    <a:pt x="3810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3810" y="63499"/>
                  </a:lnTo>
                  <a:lnTo>
                    <a:pt x="3810" y="60959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" name="object 626"/>
            <p:cNvSpPr/>
            <p:nvPr/>
          </p:nvSpPr>
          <p:spPr>
            <a:xfrm>
              <a:off x="2404110" y="53060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0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0"/>
                  </a:lnTo>
                  <a:close/>
                </a:path>
                <a:path w="3810" h="63500">
                  <a:moveTo>
                    <a:pt x="380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3809"/>
                  </a:lnTo>
                  <a:close/>
                </a:path>
                <a:path w="3810" h="63500">
                  <a:moveTo>
                    <a:pt x="380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6350"/>
                  </a:lnTo>
                  <a:close/>
                </a:path>
                <a:path w="3810" h="63500">
                  <a:moveTo>
                    <a:pt x="380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10159"/>
                  </a:lnTo>
                  <a:close/>
                </a:path>
                <a:path w="3810" h="63500">
                  <a:moveTo>
                    <a:pt x="380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2700"/>
                  </a:lnTo>
                  <a:close/>
                </a:path>
                <a:path w="3810" h="63500">
                  <a:moveTo>
                    <a:pt x="380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6509"/>
                  </a:lnTo>
                  <a:close/>
                </a:path>
                <a:path w="3810" h="63500">
                  <a:moveTo>
                    <a:pt x="380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19050"/>
                  </a:lnTo>
                  <a:close/>
                </a:path>
                <a:path w="3810" h="63500">
                  <a:moveTo>
                    <a:pt x="3809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2859"/>
                  </a:lnTo>
                  <a:close/>
                </a:path>
                <a:path w="3810" h="63500">
                  <a:moveTo>
                    <a:pt x="3809" y="25400"/>
                  </a:moveTo>
                  <a:lnTo>
                    <a:pt x="0" y="25400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25400"/>
                  </a:lnTo>
                  <a:close/>
                </a:path>
                <a:path w="3810" h="63500">
                  <a:moveTo>
                    <a:pt x="380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5559"/>
                  </a:lnTo>
                  <a:close/>
                </a:path>
                <a:path w="3810" h="63500">
                  <a:moveTo>
                    <a:pt x="380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8100"/>
                  </a:lnTo>
                  <a:close/>
                </a:path>
                <a:path w="3810" h="63500">
                  <a:moveTo>
                    <a:pt x="380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1909"/>
                  </a:lnTo>
                  <a:close/>
                </a:path>
                <a:path w="3810" h="63500">
                  <a:moveTo>
                    <a:pt x="3809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44450"/>
                  </a:lnTo>
                  <a:close/>
                </a:path>
                <a:path w="3810" h="63500">
                  <a:moveTo>
                    <a:pt x="380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8259"/>
                  </a:lnTo>
                  <a:close/>
                </a:path>
                <a:path w="3810" h="63500">
                  <a:moveTo>
                    <a:pt x="3809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09" y="54609"/>
                  </a:lnTo>
                  <a:lnTo>
                    <a:pt x="3809" y="50800"/>
                  </a:lnTo>
                  <a:close/>
                </a:path>
                <a:path w="3810" h="63500">
                  <a:moveTo>
                    <a:pt x="3809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4609"/>
                  </a:lnTo>
                  <a:close/>
                </a:path>
                <a:path w="3810" h="63500">
                  <a:moveTo>
                    <a:pt x="3809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3809" y="60959"/>
                  </a:lnTo>
                  <a:lnTo>
                    <a:pt x="3809" y="57150"/>
                  </a:lnTo>
                  <a:close/>
                </a:path>
                <a:path w="3810" h="63500">
                  <a:moveTo>
                    <a:pt x="3809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3809" y="63499"/>
                  </a:lnTo>
                  <a:lnTo>
                    <a:pt x="3809" y="60959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" name="object 627"/>
            <p:cNvSpPr/>
            <p:nvPr/>
          </p:nvSpPr>
          <p:spPr>
            <a:xfrm>
              <a:off x="2407920" y="5306059"/>
              <a:ext cx="2540" cy="63500"/>
            </a:xfrm>
            <a:custGeom>
              <a:avLst/>
              <a:gdLst/>
              <a:ahLst/>
              <a:cxnLst/>
              <a:rect l="l" t="t" r="r" b="b"/>
              <a:pathLst>
                <a:path w="2539" h="63500">
                  <a:moveTo>
                    <a:pt x="254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2540" y="3809"/>
                  </a:lnTo>
                  <a:lnTo>
                    <a:pt x="2540" y="0"/>
                  </a:lnTo>
                  <a:close/>
                </a:path>
                <a:path w="2539" h="63500">
                  <a:moveTo>
                    <a:pt x="254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2540" y="6349"/>
                  </a:lnTo>
                  <a:lnTo>
                    <a:pt x="2540" y="3809"/>
                  </a:lnTo>
                  <a:close/>
                </a:path>
                <a:path w="2539" h="63500">
                  <a:moveTo>
                    <a:pt x="254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2540" y="10159"/>
                  </a:lnTo>
                  <a:lnTo>
                    <a:pt x="2540" y="6350"/>
                  </a:lnTo>
                  <a:close/>
                </a:path>
                <a:path w="2539" h="63500">
                  <a:moveTo>
                    <a:pt x="254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2540" y="12699"/>
                  </a:lnTo>
                  <a:lnTo>
                    <a:pt x="2540" y="10159"/>
                  </a:lnTo>
                  <a:close/>
                </a:path>
                <a:path w="2539" h="63500">
                  <a:moveTo>
                    <a:pt x="254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2540" y="16509"/>
                  </a:lnTo>
                  <a:lnTo>
                    <a:pt x="2540" y="12700"/>
                  </a:lnTo>
                  <a:close/>
                </a:path>
                <a:path w="2539" h="63500">
                  <a:moveTo>
                    <a:pt x="254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2540" y="19049"/>
                  </a:lnTo>
                  <a:lnTo>
                    <a:pt x="2540" y="16509"/>
                  </a:lnTo>
                  <a:close/>
                </a:path>
                <a:path w="2539" h="63500">
                  <a:moveTo>
                    <a:pt x="254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2540" y="22859"/>
                  </a:lnTo>
                  <a:lnTo>
                    <a:pt x="2540" y="19050"/>
                  </a:lnTo>
                  <a:close/>
                </a:path>
                <a:path w="2539" h="63500">
                  <a:moveTo>
                    <a:pt x="2540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2540" y="25399"/>
                  </a:lnTo>
                  <a:lnTo>
                    <a:pt x="2540" y="22859"/>
                  </a:lnTo>
                  <a:close/>
                </a:path>
                <a:path w="2539" h="63500">
                  <a:moveTo>
                    <a:pt x="2540" y="25400"/>
                  </a:moveTo>
                  <a:lnTo>
                    <a:pt x="0" y="25400"/>
                  </a:lnTo>
                  <a:lnTo>
                    <a:pt x="0" y="35559"/>
                  </a:lnTo>
                  <a:lnTo>
                    <a:pt x="2540" y="35559"/>
                  </a:lnTo>
                  <a:lnTo>
                    <a:pt x="2540" y="25400"/>
                  </a:lnTo>
                  <a:close/>
                </a:path>
                <a:path w="2539" h="63500">
                  <a:moveTo>
                    <a:pt x="254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2540" y="38099"/>
                  </a:lnTo>
                  <a:lnTo>
                    <a:pt x="2540" y="35559"/>
                  </a:lnTo>
                  <a:close/>
                </a:path>
                <a:path w="2539" h="63500">
                  <a:moveTo>
                    <a:pt x="254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2540" y="41909"/>
                  </a:lnTo>
                  <a:lnTo>
                    <a:pt x="2540" y="38100"/>
                  </a:lnTo>
                  <a:close/>
                </a:path>
                <a:path w="2539" h="63500">
                  <a:moveTo>
                    <a:pt x="254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2540" y="44449"/>
                  </a:lnTo>
                  <a:lnTo>
                    <a:pt x="2540" y="41909"/>
                  </a:lnTo>
                  <a:close/>
                </a:path>
                <a:path w="2539" h="63500">
                  <a:moveTo>
                    <a:pt x="254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2540" y="48259"/>
                  </a:lnTo>
                  <a:lnTo>
                    <a:pt x="2540" y="44450"/>
                  </a:lnTo>
                  <a:close/>
                </a:path>
                <a:path w="2539" h="63500">
                  <a:moveTo>
                    <a:pt x="2540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2540" y="50799"/>
                  </a:lnTo>
                  <a:lnTo>
                    <a:pt x="2540" y="48259"/>
                  </a:lnTo>
                  <a:close/>
                </a:path>
                <a:path w="2539" h="63500">
                  <a:moveTo>
                    <a:pt x="2540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2540" y="54609"/>
                  </a:lnTo>
                  <a:lnTo>
                    <a:pt x="2540" y="50800"/>
                  </a:lnTo>
                  <a:close/>
                </a:path>
                <a:path w="2539" h="63500">
                  <a:moveTo>
                    <a:pt x="2540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2540" y="57149"/>
                  </a:lnTo>
                  <a:lnTo>
                    <a:pt x="2540" y="54609"/>
                  </a:lnTo>
                  <a:close/>
                </a:path>
                <a:path w="2539" h="63500">
                  <a:moveTo>
                    <a:pt x="2540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2540" y="60959"/>
                  </a:lnTo>
                  <a:lnTo>
                    <a:pt x="2540" y="57150"/>
                  </a:lnTo>
                  <a:close/>
                </a:path>
                <a:path w="2539" h="63500">
                  <a:moveTo>
                    <a:pt x="2540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2540" y="63499"/>
                  </a:lnTo>
                  <a:lnTo>
                    <a:pt x="2540" y="60959"/>
                  </a:lnTo>
                  <a:close/>
                </a:path>
              </a:pathLst>
            </a:custGeom>
            <a:solidFill>
              <a:srgbClr val="71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" name="object 628"/>
            <p:cNvSpPr/>
            <p:nvPr/>
          </p:nvSpPr>
          <p:spPr>
            <a:xfrm>
              <a:off x="2410460" y="53060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0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0"/>
                  </a:lnTo>
                  <a:close/>
                </a:path>
                <a:path w="3810" h="63500">
                  <a:moveTo>
                    <a:pt x="380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3809"/>
                  </a:lnTo>
                  <a:close/>
                </a:path>
                <a:path w="3810" h="63500">
                  <a:moveTo>
                    <a:pt x="380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6350"/>
                  </a:lnTo>
                  <a:close/>
                </a:path>
                <a:path w="3810" h="63500">
                  <a:moveTo>
                    <a:pt x="380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10159"/>
                  </a:lnTo>
                  <a:close/>
                </a:path>
                <a:path w="3810" h="63500">
                  <a:moveTo>
                    <a:pt x="380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2700"/>
                  </a:lnTo>
                  <a:close/>
                </a:path>
                <a:path w="3810" h="63500">
                  <a:moveTo>
                    <a:pt x="380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6509"/>
                  </a:lnTo>
                  <a:close/>
                </a:path>
                <a:path w="3810" h="63500">
                  <a:moveTo>
                    <a:pt x="380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19050"/>
                  </a:lnTo>
                  <a:close/>
                </a:path>
                <a:path w="3810" h="63500">
                  <a:moveTo>
                    <a:pt x="3809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2859"/>
                  </a:lnTo>
                  <a:close/>
                </a:path>
                <a:path w="3810" h="63500">
                  <a:moveTo>
                    <a:pt x="3809" y="25400"/>
                  </a:moveTo>
                  <a:lnTo>
                    <a:pt x="0" y="25400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25400"/>
                  </a:lnTo>
                  <a:close/>
                </a:path>
                <a:path w="3810" h="63500">
                  <a:moveTo>
                    <a:pt x="380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5559"/>
                  </a:lnTo>
                  <a:close/>
                </a:path>
                <a:path w="3810" h="63500">
                  <a:moveTo>
                    <a:pt x="380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8100"/>
                  </a:lnTo>
                  <a:close/>
                </a:path>
                <a:path w="3810" h="63500">
                  <a:moveTo>
                    <a:pt x="380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1909"/>
                  </a:lnTo>
                  <a:close/>
                </a:path>
                <a:path w="3810" h="63500">
                  <a:moveTo>
                    <a:pt x="3809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44450"/>
                  </a:lnTo>
                  <a:close/>
                </a:path>
                <a:path w="3810" h="63500">
                  <a:moveTo>
                    <a:pt x="380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8259"/>
                  </a:lnTo>
                  <a:close/>
                </a:path>
                <a:path w="3810" h="63500">
                  <a:moveTo>
                    <a:pt x="3809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09" y="54609"/>
                  </a:lnTo>
                  <a:lnTo>
                    <a:pt x="3809" y="50800"/>
                  </a:lnTo>
                  <a:close/>
                </a:path>
                <a:path w="3810" h="63500">
                  <a:moveTo>
                    <a:pt x="3809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4609"/>
                  </a:lnTo>
                  <a:close/>
                </a:path>
                <a:path w="3810" h="63500">
                  <a:moveTo>
                    <a:pt x="3809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3809" y="60959"/>
                  </a:lnTo>
                  <a:lnTo>
                    <a:pt x="3809" y="57150"/>
                  </a:lnTo>
                  <a:close/>
                </a:path>
                <a:path w="3810" h="63500">
                  <a:moveTo>
                    <a:pt x="3809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3809" y="63499"/>
                  </a:lnTo>
                  <a:lnTo>
                    <a:pt x="3809" y="60959"/>
                  </a:lnTo>
                  <a:close/>
                </a:path>
              </a:pathLst>
            </a:custGeom>
            <a:solidFill>
              <a:srgbClr val="6F84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" name="object 629"/>
            <p:cNvSpPr/>
            <p:nvPr/>
          </p:nvSpPr>
          <p:spPr>
            <a:xfrm>
              <a:off x="2414270" y="53060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0"/>
                  </a:lnTo>
                  <a:close/>
                </a:path>
                <a:path w="3810" h="63500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10" h="63500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10" h="63500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10" h="63500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10" h="63500">
                  <a:moveTo>
                    <a:pt x="381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6509"/>
                  </a:lnTo>
                  <a:close/>
                </a:path>
                <a:path w="3810" h="63500">
                  <a:moveTo>
                    <a:pt x="381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9050"/>
                  </a:lnTo>
                  <a:close/>
                </a:path>
                <a:path w="3810" h="63500">
                  <a:moveTo>
                    <a:pt x="3810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22859"/>
                  </a:lnTo>
                  <a:close/>
                </a:path>
                <a:path w="3810" h="63500">
                  <a:moveTo>
                    <a:pt x="3810" y="25400"/>
                  </a:moveTo>
                  <a:lnTo>
                    <a:pt x="0" y="2540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25400"/>
                  </a:lnTo>
                  <a:close/>
                </a:path>
                <a:path w="3810" h="63500">
                  <a:moveTo>
                    <a:pt x="381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5559"/>
                  </a:lnTo>
                  <a:close/>
                </a:path>
                <a:path w="3810" h="63500">
                  <a:moveTo>
                    <a:pt x="381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8100"/>
                  </a:lnTo>
                  <a:close/>
                </a:path>
                <a:path w="3810" h="63500">
                  <a:moveTo>
                    <a:pt x="381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1909"/>
                  </a:lnTo>
                  <a:close/>
                </a:path>
                <a:path w="3810" h="63500">
                  <a:moveTo>
                    <a:pt x="381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4450"/>
                  </a:lnTo>
                  <a:close/>
                </a:path>
                <a:path w="3810" h="63500">
                  <a:moveTo>
                    <a:pt x="3810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8259"/>
                  </a:lnTo>
                  <a:close/>
                </a:path>
                <a:path w="3810" h="63500">
                  <a:moveTo>
                    <a:pt x="3810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0800"/>
                  </a:lnTo>
                  <a:close/>
                </a:path>
                <a:path w="3810" h="63500">
                  <a:moveTo>
                    <a:pt x="3810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4609"/>
                  </a:lnTo>
                  <a:close/>
                </a:path>
                <a:path w="3810" h="63500">
                  <a:moveTo>
                    <a:pt x="3810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3810" y="60959"/>
                  </a:lnTo>
                  <a:lnTo>
                    <a:pt x="3810" y="57150"/>
                  </a:lnTo>
                  <a:close/>
                </a:path>
                <a:path w="3810" h="63500">
                  <a:moveTo>
                    <a:pt x="3810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3810" y="63499"/>
                  </a:lnTo>
                  <a:lnTo>
                    <a:pt x="3810" y="60959"/>
                  </a:lnTo>
                  <a:close/>
                </a:path>
              </a:pathLst>
            </a:custGeom>
            <a:solidFill>
              <a:srgbClr val="6C82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" name="object 630"/>
            <p:cNvSpPr/>
            <p:nvPr/>
          </p:nvSpPr>
          <p:spPr>
            <a:xfrm>
              <a:off x="2418079" y="53060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0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0"/>
                  </a:lnTo>
                  <a:close/>
                </a:path>
                <a:path w="3810" h="63500">
                  <a:moveTo>
                    <a:pt x="380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3809"/>
                  </a:lnTo>
                  <a:close/>
                </a:path>
                <a:path w="3810" h="63500">
                  <a:moveTo>
                    <a:pt x="380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6350"/>
                  </a:lnTo>
                  <a:close/>
                </a:path>
                <a:path w="3810" h="63500">
                  <a:moveTo>
                    <a:pt x="380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10159"/>
                  </a:lnTo>
                  <a:close/>
                </a:path>
                <a:path w="3810" h="63500">
                  <a:moveTo>
                    <a:pt x="380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2700"/>
                  </a:lnTo>
                  <a:close/>
                </a:path>
                <a:path w="3810" h="63500">
                  <a:moveTo>
                    <a:pt x="380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6509"/>
                  </a:lnTo>
                  <a:close/>
                </a:path>
                <a:path w="3810" h="63500">
                  <a:moveTo>
                    <a:pt x="380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19050"/>
                  </a:lnTo>
                  <a:close/>
                </a:path>
                <a:path w="3810" h="63500">
                  <a:moveTo>
                    <a:pt x="3809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2859"/>
                  </a:lnTo>
                  <a:close/>
                </a:path>
                <a:path w="3810" h="63500">
                  <a:moveTo>
                    <a:pt x="3809" y="25400"/>
                  </a:moveTo>
                  <a:lnTo>
                    <a:pt x="0" y="25400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25400"/>
                  </a:lnTo>
                  <a:close/>
                </a:path>
                <a:path w="3810" h="63500">
                  <a:moveTo>
                    <a:pt x="380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5559"/>
                  </a:lnTo>
                  <a:close/>
                </a:path>
                <a:path w="3810" h="63500">
                  <a:moveTo>
                    <a:pt x="380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8100"/>
                  </a:lnTo>
                  <a:close/>
                </a:path>
                <a:path w="3810" h="63500">
                  <a:moveTo>
                    <a:pt x="380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1909"/>
                  </a:lnTo>
                  <a:close/>
                </a:path>
                <a:path w="3810" h="63500">
                  <a:moveTo>
                    <a:pt x="3809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44450"/>
                  </a:lnTo>
                  <a:close/>
                </a:path>
                <a:path w="3810" h="63500">
                  <a:moveTo>
                    <a:pt x="380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8259"/>
                  </a:lnTo>
                  <a:close/>
                </a:path>
                <a:path w="3810" h="63500">
                  <a:moveTo>
                    <a:pt x="3809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09" y="54609"/>
                  </a:lnTo>
                  <a:lnTo>
                    <a:pt x="3809" y="50800"/>
                  </a:lnTo>
                  <a:close/>
                </a:path>
                <a:path w="3810" h="63500">
                  <a:moveTo>
                    <a:pt x="3809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4609"/>
                  </a:lnTo>
                  <a:close/>
                </a:path>
                <a:path w="3810" h="63500">
                  <a:moveTo>
                    <a:pt x="3809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3809" y="60959"/>
                  </a:lnTo>
                  <a:lnTo>
                    <a:pt x="3809" y="57150"/>
                  </a:lnTo>
                  <a:close/>
                </a:path>
                <a:path w="3810" h="63500">
                  <a:moveTo>
                    <a:pt x="3809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3809" y="63499"/>
                  </a:lnTo>
                  <a:lnTo>
                    <a:pt x="3809" y="60959"/>
                  </a:lnTo>
                  <a:close/>
                </a:path>
              </a:pathLst>
            </a:custGeom>
            <a:solidFill>
              <a:srgbClr val="6980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" name="object 631"/>
            <p:cNvSpPr/>
            <p:nvPr/>
          </p:nvSpPr>
          <p:spPr>
            <a:xfrm>
              <a:off x="2421889" y="53060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0"/>
                  </a:lnTo>
                  <a:close/>
                </a:path>
                <a:path w="3810" h="63500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10" h="63500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10" h="63500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10" h="63500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10" h="63500">
                  <a:moveTo>
                    <a:pt x="381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6509"/>
                  </a:lnTo>
                  <a:close/>
                </a:path>
                <a:path w="3810" h="63500">
                  <a:moveTo>
                    <a:pt x="381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9050"/>
                  </a:lnTo>
                  <a:close/>
                </a:path>
                <a:path w="3810" h="63500">
                  <a:moveTo>
                    <a:pt x="3810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22859"/>
                  </a:lnTo>
                  <a:close/>
                </a:path>
                <a:path w="3810" h="63500">
                  <a:moveTo>
                    <a:pt x="3810" y="25400"/>
                  </a:moveTo>
                  <a:lnTo>
                    <a:pt x="0" y="2540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25400"/>
                  </a:lnTo>
                  <a:close/>
                </a:path>
                <a:path w="3810" h="63500">
                  <a:moveTo>
                    <a:pt x="381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5559"/>
                  </a:lnTo>
                  <a:close/>
                </a:path>
                <a:path w="3810" h="63500">
                  <a:moveTo>
                    <a:pt x="381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8100"/>
                  </a:lnTo>
                  <a:close/>
                </a:path>
                <a:path w="3810" h="63500">
                  <a:moveTo>
                    <a:pt x="381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1909"/>
                  </a:lnTo>
                  <a:close/>
                </a:path>
                <a:path w="3810" h="63500">
                  <a:moveTo>
                    <a:pt x="381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4450"/>
                  </a:lnTo>
                  <a:close/>
                </a:path>
                <a:path w="3810" h="63500">
                  <a:moveTo>
                    <a:pt x="3810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8259"/>
                  </a:lnTo>
                  <a:close/>
                </a:path>
                <a:path w="3810" h="63500">
                  <a:moveTo>
                    <a:pt x="3810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0800"/>
                  </a:lnTo>
                  <a:close/>
                </a:path>
                <a:path w="3810" h="63500">
                  <a:moveTo>
                    <a:pt x="3810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4609"/>
                  </a:lnTo>
                  <a:close/>
                </a:path>
                <a:path w="3810" h="63500">
                  <a:moveTo>
                    <a:pt x="3810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3810" y="60959"/>
                  </a:lnTo>
                  <a:lnTo>
                    <a:pt x="3810" y="57150"/>
                  </a:lnTo>
                  <a:close/>
                </a:path>
                <a:path w="3810" h="63500">
                  <a:moveTo>
                    <a:pt x="3810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3810" y="63499"/>
                  </a:lnTo>
                  <a:lnTo>
                    <a:pt x="3810" y="60959"/>
                  </a:lnTo>
                  <a:close/>
                </a:path>
              </a:pathLst>
            </a:custGeom>
            <a:solidFill>
              <a:srgbClr val="677E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" name="object 632"/>
            <p:cNvSpPr/>
            <p:nvPr/>
          </p:nvSpPr>
          <p:spPr>
            <a:xfrm>
              <a:off x="2425700" y="53060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0"/>
                  </a:lnTo>
                  <a:close/>
                </a:path>
                <a:path w="3810" h="63500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10" h="63500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10" h="63500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10" h="63500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10" h="63500">
                  <a:moveTo>
                    <a:pt x="381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6509"/>
                  </a:lnTo>
                  <a:close/>
                </a:path>
                <a:path w="3810" h="63500">
                  <a:moveTo>
                    <a:pt x="381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9050"/>
                  </a:lnTo>
                  <a:close/>
                </a:path>
                <a:path w="3810" h="63500">
                  <a:moveTo>
                    <a:pt x="3810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22859"/>
                  </a:lnTo>
                  <a:close/>
                </a:path>
                <a:path w="3810" h="63500">
                  <a:moveTo>
                    <a:pt x="3810" y="25400"/>
                  </a:moveTo>
                  <a:lnTo>
                    <a:pt x="0" y="2540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25400"/>
                  </a:lnTo>
                  <a:close/>
                </a:path>
                <a:path w="3810" h="63500">
                  <a:moveTo>
                    <a:pt x="381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5559"/>
                  </a:lnTo>
                  <a:close/>
                </a:path>
                <a:path w="3810" h="63500">
                  <a:moveTo>
                    <a:pt x="381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8100"/>
                  </a:lnTo>
                  <a:close/>
                </a:path>
                <a:path w="3810" h="63500">
                  <a:moveTo>
                    <a:pt x="381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1909"/>
                  </a:lnTo>
                  <a:close/>
                </a:path>
                <a:path w="3810" h="63500">
                  <a:moveTo>
                    <a:pt x="381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4450"/>
                  </a:lnTo>
                  <a:close/>
                </a:path>
                <a:path w="3810" h="63500">
                  <a:moveTo>
                    <a:pt x="3810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8259"/>
                  </a:lnTo>
                  <a:close/>
                </a:path>
                <a:path w="3810" h="63500">
                  <a:moveTo>
                    <a:pt x="3810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0800"/>
                  </a:lnTo>
                  <a:close/>
                </a:path>
                <a:path w="3810" h="63500">
                  <a:moveTo>
                    <a:pt x="3810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4609"/>
                  </a:lnTo>
                  <a:close/>
                </a:path>
                <a:path w="3810" h="63500">
                  <a:moveTo>
                    <a:pt x="3810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3810" y="60959"/>
                  </a:lnTo>
                  <a:lnTo>
                    <a:pt x="3810" y="57150"/>
                  </a:lnTo>
                  <a:close/>
                </a:path>
                <a:path w="3810" h="63500">
                  <a:moveTo>
                    <a:pt x="3810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3810" y="63499"/>
                  </a:lnTo>
                  <a:lnTo>
                    <a:pt x="3810" y="60959"/>
                  </a:lnTo>
                  <a:close/>
                </a:path>
              </a:pathLst>
            </a:custGeom>
            <a:solidFill>
              <a:srgbClr val="6A80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" name="object 633"/>
            <p:cNvSpPr/>
            <p:nvPr/>
          </p:nvSpPr>
          <p:spPr>
            <a:xfrm>
              <a:off x="2429510" y="53060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0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0"/>
                  </a:lnTo>
                  <a:close/>
                </a:path>
                <a:path w="3810" h="63500">
                  <a:moveTo>
                    <a:pt x="380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3809"/>
                  </a:lnTo>
                  <a:close/>
                </a:path>
                <a:path w="3810" h="63500">
                  <a:moveTo>
                    <a:pt x="380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6350"/>
                  </a:lnTo>
                  <a:close/>
                </a:path>
                <a:path w="3810" h="63500">
                  <a:moveTo>
                    <a:pt x="380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10159"/>
                  </a:lnTo>
                  <a:close/>
                </a:path>
                <a:path w="3810" h="63500">
                  <a:moveTo>
                    <a:pt x="380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2700"/>
                  </a:lnTo>
                  <a:close/>
                </a:path>
                <a:path w="3810" h="63500">
                  <a:moveTo>
                    <a:pt x="380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6509"/>
                  </a:lnTo>
                  <a:close/>
                </a:path>
                <a:path w="3810" h="63500">
                  <a:moveTo>
                    <a:pt x="380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19050"/>
                  </a:lnTo>
                  <a:close/>
                </a:path>
                <a:path w="3810" h="63500">
                  <a:moveTo>
                    <a:pt x="3809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2859"/>
                  </a:lnTo>
                  <a:close/>
                </a:path>
                <a:path w="3810" h="63500">
                  <a:moveTo>
                    <a:pt x="3809" y="25400"/>
                  </a:moveTo>
                  <a:lnTo>
                    <a:pt x="0" y="25400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25400"/>
                  </a:lnTo>
                  <a:close/>
                </a:path>
                <a:path w="3810" h="63500">
                  <a:moveTo>
                    <a:pt x="380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5559"/>
                  </a:lnTo>
                  <a:close/>
                </a:path>
                <a:path w="3810" h="63500">
                  <a:moveTo>
                    <a:pt x="380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8100"/>
                  </a:lnTo>
                  <a:close/>
                </a:path>
                <a:path w="3810" h="63500">
                  <a:moveTo>
                    <a:pt x="380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1909"/>
                  </a:lnTo>
                  <a:close/>
                </a:path>
                <a:path w="3810" h="63500">
                  <a:moveTo>
                    <a:pt x="3809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44450"/>
                  </a:lnTo>
                  <a:close/>
                </a:path>
                <a:path w="3810" h="63500">
                  <a:moveTo>
                    <a:pt x="380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8259"/>
                  </a:lnTo>
                  <a:close/>
                </a:path>
                <a:path w="3810" h="63500">
                  <a:moveTo>
                    <a:pt x="3809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09" y="54609"/>
                  </a:lnTo>
                  <a:lnTo>
                    <a:pt x="3809" y="50800"/>
                  </a:lnTo>
                  <a:close/>
                </a:path>
                <a:path w="3810" h="63500">
                  <a:moveTo>
                    <a:pt x="3809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4609"/>
                  </a:lnTo>
                  <a:close/>
                </a:path>
                <a:path w="3810" h="63500">
                  <a:moveTo>
                    <a:pt x="3809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3809" y="60959"/>
                  </a:lnTo>
                  <a:lnTo>
                    <a:pt x="3809" y="57150"/>
                  </a:lnTo>
                  <a:close/>
                </a:path>
                <a:path w="3810" h="63500">
                  <a:moveTo>
                    <a:pt x="3809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3809" y="63499"/>
                  </a:lnTo>
                  <a:lnTo>
                    <a:pt x="3809" y="60959"/>
                  </a:lnTo>
                  <a:close/>
                </a:path>
              </a:pathLst>
            </a:custGeom>
            <a:solidFill>
              <a:srgbClr val="6C82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" name="object 634"/>
            <p:cNvSpPr/>
            <p:nvPr/>
          </p:nvSpPr>
          <p:spPr>
            <a:xfrm>
              <a:off x="2433320" y="5306059"/>
              <a:ext cx="2540" cy="63500"/>
            </a:xfrm>
            <a:custGeom>
              <a:avLst/>
              <a:gdLst/>
              <a:ahLst/>
              <a:cxnLst/>
              <a:rect l="l" t="t" r="r" b="b"/>
              <a:pathLst>
                <a:path w="2539" h="63500">
                  <a:moveTo>
                    <a:pt x="254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2540" y="3809"/>
                  </a:lnTo>
                  <a:lnTo>
                    <a:pt x="2540" y="0"/>
                  </a:lnTo>
                  <a:close/>
                </a:path>
                <a:path w="2539" h="63500">
                  <a:moveTo>
                    <a:pt x="254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2540" y="6349"/>
                  </a:lnTo>
                  <a:lnTo>
                    <a:pt x="2540" y="3809"/>
                  </a:lnTo>
                  <a:close/>
                </a:path>
                <a:path w="2539" h="63500">
                  <a:moveTo>
                    <a:pt x="254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2540" y="10159"/>
                  </a:lnTo>
                  <a:lnTo>
                    <a:pt x="2540" y="6350"/>
                  </a:lnTo>
                  <a:close/>
                </a:path>
                <a:path w="2539" h="63500">
                  <a:moveTo>
                    <a:pt x="254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2540" y="12699"/>
                  </a:lnTo>
                  <a:lnTo>
                    <a:pt x="2540" y="10159"/>
                  </a:lnTo>
                  <a:close/>
                </a:path>
                <a:path w="2539" h="63500">
                  <a:moveTo>
                    <a:pt x="254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2540" y="16509"/>
                  </a:lnTo>
                  <a:lnTo>
                    <a:pt x="2540" y="12700"/>
                  </a:lnTo>
                  <a:close/>
                </a:path>
                <a:path w="2539" h="63500">
                  <a:moveTo>
                    <a:pt x="254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2540" y="19049"/>
                  </a:lnTo>
                  <a:lnTo>
                    <a:pt x="2540" y="16509"/>
                  </a:lnTo>
                  <a:close/>
                </a:path>
                <a:path w="2539" h="63500">
                  <a:moveTo>
                    <a:pt x="254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2540" y="22859"/>
                  </a:lnTo>
                  <a:lnTo>
                    <a:pt x="2540" y="19050"/>
                  </a:lnTo>
                  <a:close/>
                </a:path>
                <a:path w="2539" h="63500">
                  <a:moveTo>
                    <a:pt x="2540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2540" y="25399"/>
                  </a:lnTo>
                  <a:lnTo>
                    <a:pt x="2540" y="22859"/>
                  </a:lnTo>
                  <a:close/>
                </a:path>
                <a:path w="2539" h="63500">
                  <a:moveTo>
                    <a:pt x="2540" y="25400"/>
                  </a:moveTo>
                  <a:lnTo>
                    <a:pt x="0" y="25400"/>
                  </a:lnTo>
                  <a:lnTo>
                    <a:pt x="0" y="35559"/>
                  </a:lnTo>
                  <a:lnTo>
                    <a:pt x="2540" y="35559"/>
                  </a:lnTo>
                  <a:lnTo>
                    <a:pt x="2540" y="25400"/>
                  </a:lnTo>
                  <a:close/>
                </a:path>
                <a:path w="2539" h="63500">
                  <a:moveTo>
                    <a:pt x="254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2540" y="38099"/>
                  </a:lnTo>
                  <a:lnTo>
                    <a:pt x="2540" y="35559"/>
                  </a:lnTo>
                  <a:close/>
                </a:path>
                <a:path w="2539" h="63500">
                  <a:moveTo>
                    <a:pt x="254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2540" y="41909"/>
                  </a:lnTo>
                  <a:lnTo>
                    <a:pt x="2540" y="38100"/>
                  </a:lnTo>
                  <a:close/>
                </a:path>
                <a:path w="2539" h="63500">
                  <a:moveTo>
                    <a:pt x="254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2540" y="44449"/>
                  </a:lnTo>
                  <a:lnTo>
                    <a:pt x="2540" y="41909"/>
                  </a:lnTo>
                  <a:close/>
                </a:path>
                <a:path w="2539" h="63500">
                  <a:moveTo>
                    <a:pt x="254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2540" y="48259"/>
                  </a:lnTo>
                  <a:lnTo>
                    <a:pt x="2540" y="44450"/>
                  </a:lnTo>
                  <a:close/>
                </a:path>
                <a:path w="2539" h="63500">
                  <a:moveTo>
                    <a:pt x="2540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2540" y="50799"/>
                  </a:lnTo>
                  <a:lnTo>
                    <a:pt x="2540" y="48259"/>
                  </a:lnTo>
                  <a:close/>
                </a:path>
                <a:path w="2539" h="63500">
                  <a:moveTo>
                    <a:pt x="2540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2540" y="54609"/>
                  </a:lnTo>
                  <a:lnTo>
                    <a:pt x="2540" y="50800"/>
                  </a:lnTo>
                  <a:close/>
                </a:path>
                <a:path w="2539" h="63500">
                  <a:moveTo>
                    <a:pt x="2540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2540" y="57149"/>
                  </a:lnTo>
                  <a:lnTo>
                    <a:pt x="2540" y="54609"/>
                  </a:lnTo>
                  <a:close/>
                </a:path>
                <a:path w="2539" h="63500">
                  <a:moveTo>
                    <a:pt x="2540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2540" y="60959"/>
                  </a:lnTo>
                  <a:lnTo>
                    <a:pt x="2540" y="57150"/>
                  </a:lnTo>
                  <a:close/>
                </a:path>
                <a:path w="2539" h="63500">
                  <a:moveTo>
                    <a:pt x="2540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2540" y="63499"/>
                  </a:lnTo>
                  <a:lnTo>
                    <a:pt x="2540" y="60959"/>
                  </a:lnTo>
                  <a:close/>
                </a:path>
              </a:pathLst>
            </a:custGeom>
            <a:solidFill>
              <a:srgbClr val="6F84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5" name="object 635"/>
            <p:cNvSpPr/>
            <p:nvPr/>
          </p:nvSpPr>
          <p:spPr>
            <a:xfrm>
              <a:off x="2435860" y="53060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0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0"/>
                  </a:lnTo>
                  <a:close/>
                </a:path>
                <a:path w="3810" h="63500">
                  <a:moveTo>
                    <a:pt x="380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3809"/>
                  </a:lnTo>
                  <a:close/>
                </a:path>
                <a:path w="3810" h="63500">
                  <a:moveTo>
                    <a:pt x="380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6350"/>
                  </a:lnTo>
                  <a:close/>
                </a:path>
                <a:path w="3810" h="63500">
                  <a:moveTo>
                    <a:pt x="380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10159"/>
                  </a:lnTo>
                  <a:close/>
                </a:path>
                <a:path w="3810" h="63500">
                  <a:moveTo>
                    <a:pt x="380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2700"/>
                  </a:lnTo>
                  <a:close/>
                </a:path>
                <a:path w="3810" h="63500">
                  <a:moveTo>
                    <a:pt x="380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6509"/>
                  </a:lnTo>
                  <a:close/>
                </a:path>
                <a:path w="3810" h="63500">
                  <a:moveTo>
                    <a:pt x="380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19050"/>
                  </a:lnTo>
                  <a:close/>
                </a:path>
                <a:path w="3810" h="63500">
                  <a:moveTo>
                    <a:pt x="3809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2859"/>
                  </a:lnTo>
                  <a:close/>
                </a:path>
                <a:path w="3810" h="63500">
                  <a:moveTo>
                    <a:pt x="3809" y="25400"/>
                  </a:moveTo>
                  <a:lnTo>
                    <a:pt x="0" y="25400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25400"/>
                  </a:lnTo>
                  <a:close/>
                </a:path>
                <a:path w="3810" h="63500">
                  <a:moveTo>
                    <a:pt x="380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5559"/>
                  </a:lnTo>
                  <a:close/>
                </a:path>
                <a:path w="3810" h="63500">
                  <a:moveTo>
                    <a:pt x="380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8100"/>
                  </a:lnTo>
                  <a:close/>
                </a:path>
                <a:path w="3810" h="63500">
                  <a:moveTo>
                    <a:pt x="380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1909"/>
                  </a:lnTo>
                  <a:close/>
                </a:path>
                <a:path w="3810" h="63500">
                  <a:moveTo>
                    <a:pt x="3809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44450"/>
                  </a:lnTo>
                  <a:close/>
                </a:path>
                <a:path w="3810" h="63500">
                  <a:moveTo>
                    <a:pt x="380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8259"/>
                  </a:lnTo>
                  <a:close/>
                </a:path>
                <a:path w="3810" h="63500">
                  <a:moveTo>
                    <a:pt x="3809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09" y="54609"/>
                  </a:lnTo>
                  <a:lnTo>
                    <a:pt x="3809" y="50800"/>
                  </a:lnTo>
                  <a:close/>
                </a:path>
                <a:path w="3810" h="63500">
                  <a:moveTo>
                    <a:pt x="3809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4609"/>
                  </a:lnTo>
                  <a:close/>
                </a:path>
                <a:path w="3810" h="63500">
                  <a:moveTo>
                    <a:pt x="3809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3809" y="60959"/>
                  </a:lnTo>
                  <a:lnTo>
                    <a:pt x="3809" y="57150"/>
                  </a:lnTo>
                  <a:close/>
                </a:path>
                <a:path w="3810" h="63500">
                  <a:moveTo>
                    <a:pt x="3809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3809" y="63499"/>
                  </a:lnTo>
                  <a:lnTo>
                    <a:pt x="3809" y="60959"/>
                  </a:lnTo>
                  <a:close/>
                </a:path>
              </a:pathLst>
            </a:custGeom>
            <a:solidFill>
              <a:srgbClr val="72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" name="object 636"/>
            <p:cNvSpPr/>
            <p:nvPr/>
          </p:nvSpPr>
          <p:spPr>
            <a:xfrm>
              <a:off x="2439670" y="53060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0"/>
                  </a:lnTo>
                  <a:close/>
                </a:path>
                <a:path w="3810" h="63500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10" h="63500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10" h="63500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10" h="63500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10" h="63500">
                  <a:moveTo>
                    <a:pt x="381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6509"/>
                  </a:lnTo>
                  <a:close/>
                </a:path>
                <a:path w="3810" h="63500">
                  <a:moveTo>
                    <a:pt x="381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9050"/>
                  </a:lnTo>
                  <a:close/>
                </a:path>
                <a:path w="3810" h="63500">
                  <a:moveTo>
                    <a:pt x="3810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22859"/>
                  </a:lnTo>
                  <a:close/>
                </a:path>
                <a:path w="3810" h="63500">
                  <a:moveTo>
                    <a:pt x="3810" y="25400"/>
                  </a:moveTo>
                  <a:lnTo>
                    <a:pt x="0" y="2540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25400"/>
                  </a:lnTo>
                  <a:close/>
                </a:path>
                <a:path w="3810" h="63500">
                  <a:moveTo>
                    <a:pt x="381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5559"/>
                  </a:lnTo>
                  <a:close/>
                </a:path>
                <a:path w="3810" h="63500">
                  <a:moveTo>
                    <a:pt x="381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8100"/>
                  </a:lnTo>
                  <a:close/>
                </a:path>
                <a:path w="3810" h="63500">
                  <a:moveTo>
                    <a:pt x="381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1909"/>
                  </a:lnTo>
                  <a:close/>
                </a:path>
                <a:path w="3810" h="63500">
                  <a:moveTo>
                    <a:pt x="381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4450"/>
                  </a:lnTo>
                  <a:close/>
                </a:path>
                <a:path w="3810" h="63500">
                  <a:moveTo>
                    <a:pt x="3810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8259"/>
                  </a:lnTo>
                  <a:close/>
                </a:path>
                <a:path w="3810" h="63500">
                  <a:moveTo>
                    <a:pt x="3810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0800"/>
                  </a:lnTo>
                  <a:close/>
                </a:path>
                <a:path w="3810" h="63500">
                  <a:moveTo>
                    <a:pt x="3810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4609"/>
                  </a:lnTo>
                  <a:close/>
                </a:path>
                <a:path w="3810" h="63500">
                  <a:moveTo>
                    <a:pt x="3810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3810" y="60959"/>
                  </a:lnTo>
                  <a:lnTo>
                    <a:pt x="3810" y="57150"/>
                  </a:lnTo>
                  <a:close/>
                </a:path>
                <a:path w="3810" h="63500">
                  <a:moveTo>
                    <a:pt x="3810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3810" y="63499"/>
                  </a:lnTo>
                  <a:lnTo>
                    <a:pt x="3810" y="60959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7" name="object 637"/>
            <p:cNvSpPr/>
            <p:nvPr/>
          </p:nvSpPr>
          <p:spPr>
            <a:xfrm>
              <a:off x="2443479" y="53060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0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0"/>
                  </a:lnTo>
                  <a:close/>
                </a:path>
                <a:path w="3810" h="63500">
                  <a:moveTo>
                    <a:pt x="380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3809"/>
                  </a:lnTo>
                  <a:close/>
                </a:path>
                <a:path w="3810" h="63500">
                  <a:moveTo>
                    <a:pt x="380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6350"/>
                  </a:lnTo>
                  <a:close/>
                </a:path>
                <a:path w="3810" h="63500">
                  <a:moveTo>
                    <a:pt x="380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10159"/>
                  </a:lnTo>
                  <a:close/>
                </a:path>
                <a:path w="3810" h="63500">
                  <a:moveTo>
                    <a:pt x="380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2700"/>
                  </a:lnTo>
                  <a:close/>
                </a:path>
                <a:path w="3810" h="63500">
                  <a:moveTo>
                    <a:pt x="380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6509"/>
                  </a:lnTo>
                  <a:close/>
                </a:path>
                <a:path w="3810" h="63500">
                  <a:moveTo>
                    <a:pt x="380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19050"/>
                  </a:lnTo>
                  <a:close/>
                </a:path>
                <a:path w="3810" h="63500">
                  <a:moveTo>
                    <a:pt x="3809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2859"/>
                  </a:lnTo>
                  <a:close/>
                </a:path>
                <a:path w="3810" h="63500">
                  <a:moveTo>
                    <a:pt x="3809" y="25400"/>
                  </a:moveTo>
                  <a:lnTo>
                    <a:pt x="0" y="25400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25400"/>
                  </a:lnTo>
                  <a:close/>
                </a:path>
                <a:path w="3810" h="63500">
                  <a:moveTo>
                    <a:pt x="380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5559"/>
                  </a:lnTo>
                  <a:close/>
                </a:path>
                <a:path w="3810" h="63500">
                  <a:moveTo>
                    <a:pt x="380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8100"/>
                  </a:lnTo>
                  <a:close/>
                </a:path>
                <a:path w="3810" h="63500">
                  <a:moveTo>
                    <a:pt x="380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1909"/>
                  </a:lnTo>
                  <a:close/>
                </a:path>
                <a:path w="3810" h="63500">
                  <a:moveTo>
                    <a:pt x="3809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44450"/>
                  </a:lnTo>
                  <a:close/>
                </a:path>
                <a:path w="3810" h="63500">
                  <a:moveTo>
                    <a:pt x="380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8259"/>
                  </a:lnTo>
                  <a:close/>
                </a:path>
                <a:path w="3810" h="63500">
                  <a:moveTo>
                    <a:pt x="3809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09" y="54609"/>
                  </a:lnTo>
                  <a:lnTo>
                    <a:pt x="3809" y="50800"/>
                  </a:lnTo>
                  <a:close/>
                </a:path>
                <a:path w="3810" h="63500">
                  <a:moveTo>
                    <a:pt x="3809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4609"/>
                  </a:lnTo>
                  <a:close/>
                </a:path>
                <a:path w="3810" h="63500">
                  <a:moveTo>
                    <a:pt x="3809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3809" y="60959"/>
                  </a:lnTo>
                  <a:lnTo>
                    <a:pt x="3809" y="57150"/>
                  </a:lnTo>
                  <a:close/>
                </a:path>
                <a:path w="3810" h="63500">
                  <a:moveTo>
                    <a:pt x="3809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3809" y="63499"/>
                  </a:lnTo>
                  <a:lnTo>
                    <a:pt x="3809" y="60959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" name="object 638"/>
            <p:cNvSpPr/>
            <p:nvPr/>
          </p:nvSpPr>
          <p:spPr>
            <a:xfrm>
              <a:off x="2447289" y="53060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254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10" h="63500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10" h="63500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10" h="63500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10" h="63500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10" h="63500">
                  <a:moveTo>
                    <a:pt x="381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6509"/>
                  </a:lnTo>
                  <a:close/>
                </a:path>
                <a:path w="3810" h="63500">
                  <a:moveTo>
                    <a:pt x="381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9050"/>
                  </a:lnTo>
                  <a:close/>
                </a:path>
                <a:path w="3810" h="63500">
                  <a:moveTo>
                    <a:pt x="3810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22859"/>
                  </a:lnTo>
                  <a:close/>
                </a:path>
                <a:path w="3810" h="63500">
                  <a:moveTo>
                    <a:pt x="3810" y="25400"/>
                  </a:moveTo>
                  <a:lnTo>
                    <a:pt x="0" y="2540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25400"/>
                  </a:lnTo>
                  <a:close/>
                </a:path>
                <a:path w="3810" h="63500">
                  <a:moveTo>
                    <a:pt x="381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5559"/>
                  </a:lnTo>
                  <a:close/>
                </a:path>
                <a:path w="3810" h="63500">
                  <a:moveTo>
                    <a:pt x="381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8100"/>
                  </a:lnTo>
                  <a:close/>
                </a:path>
                <a:path w="3810" h="63500">
                  <a:moveTo>
                    <a:pt x="381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1909"/>
                  </a:lnTo>
                  <a:close/>
                </a:path>
                <a:path w="3810" h="63500">
                  <a:moveTo>
                    <a:pt x="381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4450"/>
                  </a:lnTo>
                  <a:close/>
                </a:path>
                <a:path w="3810" h="63500">
                  <a:moveTo>
                    <a:pt x="3810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8259"/>
                  </a:lnTo>
                  <a:close/>
                </a:path>
                <a:path w="3810" h="63500">
                  <a:moveTo>
                    <a:pt x="3810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0800"/>
                  </a:lnTo>
                  <a:close/>
                </a:path>
                <a:path w="3810" h="63500">
                  <a:moveTo>
                    <a:pt x="3810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4609"/>
                  </a:lnTo>
                  <a:close/>
                </a:path>
                <a:path w="3810" h="63500">
                  <a:moveTo>
                    <a:pt x="3810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3810" y="60959"/>
                  </a:lnTo>
                  <a:lnTo>
                    <a:pt x="3810" y="57150"/>
                  </a:lnTo>
                  <a:close/>
                </a:path>
                <a:path w="3810" h="63500">
                  <a:moveTo>
                    <a:pt x="3810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2540" y="63499"/>
                  </a:lnTo>
                  <a:lnTo>
                    <a:pt x="2540" y="62229"/>
                  </a:lnTo>
                  <a:lnTo>
                    <a:pt x="3810" y="62229"/>
                  </a:lnTo>
                  <a:lnTo>
                    <a:pt x="3810" y="60959"/>
                  </a:lnTo>
                  <a:close/>
                </a:path>
              </a:pathLst>
            </a:custGeom>
            <a:solidFill>
              <a:srgbClr val="7A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" name="object 639"/>
            <p:cNvSpPr/>
            <p:nvPr/>
          </p:nvSpPr>
          <p:spPr>
            <a:xfrm>
              <a:off x="2451100" y="5307330"/>
              <a:ext cx="3810" cy="60960"/>
            </a:xfrm>
            <a:custGeom>
              <a:avLst/>
              <a:gdLst/>
              <a:ahLst/>
              <a:cxnLst/>
              <a:rect l="l" t="t" r="r" b="b"/>
              <a:pathLst>
                <a:path w="3810" h="6096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  <a:path w="3810" h="60960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60960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10" h="60960">
                  <a:moveTo>
                    <a:pt x="381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890"/>
                  </a:lnTo>
                  <a:close/>
                </a:path>
                <a:path w="3810" h="60960">
                  <a:moveTo>
                    <a:pt x="381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30"/>
                  </a:lnTo>
                  <a:close/>
                </a:path>
                <a:path w="3810" h="60960">
                  <a:moveTo>
                    <a:pt x="381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40"/>
                  </a:lnTo>
                  <a:close/>
                </a:path>
                <a:path w="3810" h="60960">
                  <a:moveTo>
                    <a:pt x="3810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80"/>
                  </a:lnTo>
                  <a:close/>
                </a:path>
                <a:path w="3810" h="60960">
                  <a:moveTo>
                    <a:pt x="3810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1590"/>
                  </a:lnTo>
                  <a:close/>
                </a:path>
                <a:path w="3810" h="60960">
                  <a:moveTo>
                    <a:pt x="3810" y="24130"/>
                  </a:moveTo>
                  <a:lnTo>
                    <a:pt x="0" y="24130"/>
                  </a:lnTo>
                  <a:lnTo>
                    <a:pt x="0" y="34290"/>
                  </a:lnTo>
                  <a:lnTo>
                    <a:pt x="3810" y="34290"/>
                  </a:lnTo>
                  <a:lnTo>
                    <a:pt x="3810" y="24130"/>
                  </a:lnTo>
                  <a:close/>
                </a:path>
                <a:path w="3810" h="60960">
                  <a:moveTo>
                    <a:pt x="3810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4290"/>
                  </a:lnTo>
                  <a:close/>
                </a:path>
                <a:path w="3810" h="60960">
                  <a:moveTo>
                    <a:pt x="3810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3810" y="40640"/>
                  </a:lnTo>
                  <a:lnTo>
                    <a:pt x="3810" y="36830"/>
                  </a:lnTo>
                  <a:close/>
                </a:path>
                <a:path w="3810" h="60960">
                  <a:moveTo>
                    <a:pt x="3810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40640"/>
                  </a:lnTo>
                  <a:close/>
                </a:path>
                <a:path w="3810" h="60960">
                  <a:moveTo>
                    <a:pt x="3810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3810" y="46990"/>
                  </a:lnTo>
                  <a:lnTo>
                    <a:pt x="3810" y="43180"/>
                  </a:lnTo>
                  <a:close/>
                </a:path>
                <a:path w="3810" h="60960">
                  <a:moveTo>
                    <a:pt x="3810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6990"/>
                  </a:lnTo>
                  <a:close/>
                </a:path>
                <a:path w="3810" h="60960">
                  <a:moveTo>
                    <a:pt x="3810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3810" y="53340"/>
                  </a:lnTo>
                  <a:lnTo>
                    <a:pt x="3810" y="49530"/>
                  </a:lnTo>
                  <a:close/>
                </a:path>
                <a:path w="3810" h="60960">
                  <a:moveTo>
                    <a:pt x="3810" y="53340"/>
                  </a:moveTo>
                  <a:lnTo>
                    <a:pt x="0" y="53340"/>
                  </a:lnTo>
                  <a:lnTo>
                    <a:pt x="0" y="55880"/>
                  </a:lnTo>
                  <a:lnTo>
                    <a:pt x="3810" y="55880"/>
                  </a:lnTo>
                  <a:lnTo>
                    <a:pt x="3810" y="53340"/>
                  </a:lnTo>
                  <a:close/>
                </a:path>
                <a:path w="3810" h="60960">
                  <a:moveTo>
                    <a:pt x="3810" y="55880"/>
                  </a:moveTo>
                  <a:lnTo>
                    <a:pt x="0" y="55880"/>
                  </a:lnTo>
                  <a:lnTo>
                    <a:pt x="0" y="59690"/>
                  </a:lnTo>
                  <a:lnTo>
                    <a:pt x="3810" y="59690"/>
                  </a:lnTo>
                  <a:lnTo>
                    <a:pt x="3810" y="55880"/>
                  </a:lnTo>
                  <a:close/>
                </a:path>
                <a:path w="3810" h="60960">
                  <a:moveTo>
                    <a:pt x="3810" y="59690"/>
                  </a:moveTo>
                  <a:lnTo>
                    <a:pt x="0" y="59690"/>
                  </a:lnTo>
                  <a:lnTo>
                    <a:pt x="0" y="60960"/>
                  </a:lnTo>
                  <a:lnTo>
                    <a:pt x="3810" y="60960"/>
                  </a:lnTo>
                  <a:lnTo>
                    <a:pt x="3810" y="59690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" name="object 640"/>
            <p:cNvSpPr/>
            <p:nvPr/>
          </p:nvSpPr>
          <p:spPr>
            <a:xfrm>
              <a:off x="2454910" y="5307330"/>
              <a:ext cx="2540" cy="60960"/>
            </a:xfrm>
            <a:custGeom>
              <a:avLst/>
              <a:gdLst/>
              <a:ahLst/>
              <a:cxnLst/>
              <a:rect l="l" t="t" r="r" b="b"/>
              <a:pathLst>
                <a:path w="2539" h="60960">
                  <a:moveTo>
                    <a:pt x="253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539" y="2540"/>
                  </a:lnTo>
                  <a:lnTo>
                    <a:pt x="2539" y="0"/>
                  </a:lnTo>
                  <a:close/>
                </a:path>
                <a:path w="2539" h="60960">
                  <a:moveTo>
                    <a:pt x="253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2539" y="5080"/>
                  </a:lnTo>
                  <a:lnTo>
                    <a:pt x="2539" y="2540"/>
                  </a:lnTo>
                  <a:close/>
                </a:path>
                <a:path w="2539" h="60960">
                  <a:moveTo>
                    <a:pt x="253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2539" y="8890"/>
                  </a:lnTo>
                  <a:lnTo>
                    <a:pt x="2539" y="5080"/>
                  </a:lnTo>
                  <a:close/>
                </a:path>
                <a:path w="2539" h="60960">
                  <a:moveTo>
                    <a:pt x="253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2539" y="11430"/>
                  </a:lnTo>
                  <a:lnTo>
                    <a:pt x="2539" y="8890"/>
                  </a:lnTo>
                  <a:close/>
                </a:path>
                <a:path w="2539" h="60960">
                  <a:moveTo>
                    <a:pt x="2539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2539" y="15240"/>
                  </a:lnTo>
                  <a:lnTo>
                    <a:pt x="2539" y="11430"/>
                  </a:lnTo>
                  <a:close/>
                </a:path>
                <a:path w="2539" h="60960">
                  <a:moveTo>
                    <a:pt x="2539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2539" y="17780"/>
                  </a:lnTo>
                  <a:lnTo>
                    <a:pt x="2539" y="15240"/>
                  </a:lnTo>
                  <a:close/>
                </a:path>
                <a:path w="2539" h="60960">
                  <a:moveTo>
                    <a:pt x="2539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2539" y="21590"/>
                  </a:lnTo>
                  <a:lnTo>
                    <a:pt x="2539" y="17780"/>
                  </a:lnTo>
                  <a:close/>
                </a:path>
                <a:path w="2539" h="60960">
                  <a:moveTo>
                    <a:pt x="2539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2539" y="24130"/>
                  </a:lnTo>
                  <a:lnTo>
                    <a:pt x="2539" y="21590"/>
                  </a:lnTo>
                  <a:close/>
                </a:path>
                <a:path w="2539" h="60960">
                  <a:moveTo>
                    <a:pt x="2539" y="24130"/>
                  </a:moveTo>
                  <a:lnTo>
                    <a:pt x="0" y="24130"/>
                  </a:lnTo>
                  <a:lnTo>
                    <a:pt x="0" y="34290"/>
                  </a:lnTo>
                  <a:lnTo>
                    <a:pt x="2539" y="34290"/>
                  </a:lnTo>
                  <a:lnTo>
                    <a:pt x="2539" y="24130"/>
                  </a:lnTo>
                  <a:close/>
                </a:path>
                <a:path w="2539" h="60960">
                  <a:moveTo>
                    <a:pt x="2539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2539" y="36830"/>
                  </a:lnTo>
                  <a:lnTo>
                    <a:pt x="2539" y="34290"/>
                  </a:lnTo>
                  <a:close/>
                </a:path>
                <a:path w="2539" h="60960">
                  <a:moveTo>
                    <a:pt x="2539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2539" y="40640"/>
                  </a:lnTo>
                  <a:lnTo>
                    <a:pt x="2539" y="36830"/>
                  </a:lnTo>
                  <a:close/>
                </a:path>
                <a:path w="2539" h="60960">
                  <a:moveTo>
                    <a:pt x="2539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2539" y="43180"/>
                  </a:lnTo>
                  <a:lnTo>
                    <a:pt x="2539" y="40640"/>
                  </a:lnTo>
                  <a:close/>
                </a:path>
                <a:path w="2539" h="60960">
                  <a:moveTo>
                    <a:pt x="2539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2539" y="46990"/>
                  </a:lnTo>
                  <a:lnTo>
                    <a:pt x="2539" y="43180"/>
                  </a:lnTo>
                  <a:close/>
                </a:path>
                <a:path w="2539" h="60960">
                  <a:moveTo>
                    <a:pt x="2539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2539" y="49530"/>
                  </a:lnTo>
                  <a:lnTo>
                    <a:pt x="2539" y="46990"/>
                  </a:lnTo>
                  <a:close/>
                </a:path>
                <a:path w="2539" h="60960">
                  <a:moveTo>
                    <a:pt x="2539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2539" y="53340"/>
                  </a:lnTo>
                  <a:lnTo>
                    <a:pt x="2539" y="49530"/>
                  </a:lnTo>
                  <a:close/>
                </a:path>
                <a:path w="2539" h="60960">
                  <a:moveTo>
                    <a:pt x="2539" y="53340"/>
                  </a:moveTo>
                  <a:lnTo>
                    <a:pt x="0" y="53340"/>
                  </a:lnTo>
                  <a:lnTo>
                    <a:pt x="0" y="55880"/>
                  </a:lnTo>
                  <a:lnTo>
                    <a:pt x="2539" y="55880"/>
                  </a:lnTo>
                  <a:lnTo>
                    <a:pt x="2539" y="53340"/>
                  </a:lnTo>
                  <a:close/>
                </a:path>
                <a:path w="2539" h="60960">
                  <a:moveTo>
                    <a:pt x="2539" y="55880"/>
                  </a:moveTo>
                  <a:lnTo>
                    <a:pt x="0" y="55880"/>
                  </a:lnTo>
                  <a:lnTo>
                    <a:pt x="0" y="59690"/>
                  </a:lnTo>
                  <a:lnTo>
                    <a:pt x="2539" y="59690"/>
                  </a:lnTo>
                  <a:lnTo>
                    <a:pt x="2539" y="55880"/>
                  </a:lnTo>
                  <a:close/>
                </a:path>
                <a:path w="2539" h="60960">
                  <a:moveTo>
                    <a:pt x="2539" y="59690"/>
                  </a:moveTo>
                  <a:lnTo>
                    <a:pt x="0" y="59690"/>
                  </a:lnTo>
                  <a:lnTo>
                    <a:pt x="0" y="60960"/>
                  </a:lnTo>
                  <a:lnTo>
                    <a:pt x="2539" y="60960"/>
                  </a:lnTo>
                  <a:lnTo>
                    <a:pt x="2539" y="59690"/>
                  </a:lnTo>
                  <a:close/>
                </a:path>
              </a:pathLst>
            </a:custGeom>
            <a:solidFill>
              <a:srgbClr val="7F9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" name="object 641"/>
            <p:cNvSpPr/>
            <p:nvPr/>
          </p:nvSpPr>
          <p:spPr>
            <a:xfrm>
              <a:off x="2457450" y="5307330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10" h="59689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  <a:path w="3810" h="59689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59689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10" h="59689">
                  <a:moveTo>
                    <a:pt x="381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890"/>
                  </a:lnTo>
                  <a:close/>
                </a:path>
                <a:path w="3810" h="59689">
                  <a:moveTo>
                    <a:pt x="381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30"/>
                  </a:lnTo>
                  <a:close/>
                </a:path>
                <a:path w="3810" h="59689">
                  <a:moveTo>
                    <a:pt x="381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40"/>
                  </a:lnTo>
                  <a:close/>
                </a:path>
                <a:path w="3810" h="59689">
                  <a:moveTo>
                    <a:pt x="3810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80"/>
                  </a:lnTo>
                  <a:close/>
                </a:path>
                <a:path w="3810" h="59689">
                  <a:moveTo>
                    <a:pt x="3810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1590"/>
                  </a:lnTo>
                  <a:close/>
                </a:path>
                <a:path w="3810" h="59689">
                  <a:moveTo>
                    <a:pt x="3810" y="24130"/>
                  </a:moveTo>
                  <a:lnTo>
                    <a:pt x="0" y="24130"/>
                  </a:lnTo>
                  <a:lnTo>
                    <a:pt x="0" y="34290"/>
                  </a:lnTo>
                  <a:lnTo>
                    <a:pt x="3810" y="34290"/>
                  </a:lnTo>
                  <a:lnTo>
                    <a:pt x="3810" y="24130"/>
                  </a:lnTo>
                  <a:close/>
                </a:path>
                <a:path w="3810" h="59689">
                  <a:moveTo>
                    <a:pt x="3810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4290"/>
                  </a:lnTo>
                  <a:close/>
                </a:path>
                <a:path w="3810" h="59689">
                  <a:moveTo>
                    <a:pt x="3810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3810" y="40640"/>
                  </a:lnTo>
                  <a:lnTo>
                    <a:pt x="3810" y="36830"/>
                  </a:lnTo>
                  <a:close/>
                </a:path>
                <a:path w="3810" h="59689">
                  <a:moveTo>
                    <a:pt x="3810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40640"/>
                  </a:lnTo>
                  <a:close/>
                </a:path>
                <a:path w="3810" h="59689">
                  <a:moveTo>
                    <a:pt x="3810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3810" y="46990"/>
                  </a:lnTo>
                  <a:lnTo>
                    <a:pt x="3810" y="43180"/>
                  </a:lnTo>
                  <a:close/>
                </a:path>
                <a:path w="3810" h="59689">
                  <a:moveTo>
                    <a:pt x="3810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6990"/>
                  </a:lnTo>
                  <a:close/>
                </a:path>
                <a:path w="3810" h="59689">
                  <a:moveTo>
                    <a:pt x="3810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3810" y="53340"/>
                  </a:lnTo>
                  <a:lnTo>
                    <a:pt x="3810" y="49530"/>
                  </a:lnTo>
                  <a:close/>
                </a:path>
                <a:path w="3810" h="59689">
                  <a:moveTo>
                    <a:pt x="3810" y="53340"/>
                  </a:moveTo>
                  <a:lnTo>
                    <a:pt x="0" y="53340"/>
                  </a:lnTo>
                  <a:lnTo>
                    <a:pt x="0" y="55880"/>
                  </a:lnTo>
                  <a:lnTo>
                    <a:pt x="3810" y="55880"/>
                  </a:lnTo>
                  <a:lnTo>
                    <a:pt x="3810" y="53340"/>
                  </a:lnTo>
                  <a:close/>
                </a:path>
                <a:path w="3810" h="59689">
                  <a:moveTo>
                    <a:pt x="3810" y="55880"/>
                  </a:moveTo>
                  <a:lnTo>
                    <a:pt x="0" y="55880"/>
                  </a:lnTo>
                  <a:lnTo>
                    <a:pt x="0" y="59690"/>
                  </a:lnTo>
                  <a:lnTo>
                    <a:pt x="3810" y="59690"/>
                  </a:lnTo>
                  <a:lnTo>
                    <a:pt x="3810" y="55880"/>
                  </a:lnTo>
                  <a:close/>
                </a:path>
              </a:pathLst>
            </a:custGeom>
            <a:solidFill>
              <a:srgbClr val="8294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" name="object 642"/>
            <p:cNvSpPr/>
            <p:nvPr/>
          </p:nvSpPr>
          <p:spPr>
            <a:xfrm>
              <a:off x="2461260" y="5307330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10" h="59689">
                  <a:moveTo>
                    <a:pt x="380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09" y="2540"/>
                  </a:lnTo>
                  <a:lnTo>
                    <a:pt x="3809" y="0"/>
                  </a:lnTo>
                  <a:close/>
                </a:path>
                <a:path w="3810" h="59689">
                  <a:moveTo>
                    <a:pt x="380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2540"/>
                  </a:lnTo>
                  <a:close/>
                </a:path>
                <a:path w="3810" h="59689">
                  <a:moveTo>
                    <a:pt x="380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09" y="8890"/>
                  </a:lnTo>
                  <a:lnTo>
                    <a:pt x="3809" y="5080"/>
                  </a:lnTo>
                  <a:close/>
                </a:path>
                <a:path w="3810" h="59689">
                  <a:moveTo>
                    <a:pt x="380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8890"/>
                  </a:lnTo>
                  <a:close/>
                </a:path>
                <a:path w="3810" h="59689">
                  <a:moveTo>
                    <a:pt x="3809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09" y="15240"/>
                  </a:lnTo>
                  <a:lnTo>
                    <a:pt x="3809" y="11430"/>
                  </a:lnTo>
                  <a:close/>
                </a:path>
                <a:path w="3810" h="59689">
                  <a:moveTo>
                    <a:pt x="3809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5240"/>
                  </a:lnTo>
                  <a:close/>
                </a:path>
                <a:path w="3810" h="59689">
                  <a:moveTo>
                    <a:pt x="3809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09" y="21590"/>
                  </a:lnTo>
                  <a:lnTo>
                    <a:pt x="3809" y="17780"/>
                  </a:lnTo>
                  <a:close/>
                </a:path>
                <a:path w="3810" h="59689">
                  <a:moveTo>
                    <a:pt x="3809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3809" y="24130"/>
                  </a:lnTo>
                  <a:lnTo>
                    <a:pt x="3809" y="21590"/>
                  </a:lnTo>
                  <a:close/>
                </a:path>
                <a:path w="3810" h="59689">
                  <a:moveTo>
                    <a:pt x="3809" y="24130"/>
                  </a:moveTo>
                  <a:lnTo>
                    <a:pt x="0" y="24130"/>
                  </a:lnTo>
                  <a:lnTo>
                    <a:pt x="0" y="34290"/>
                  </a:lnTo>
                  <a:lnTo>
                    <a:pt x="3809" y="34290"/>
                  </a:lnTo>
                  <a:lnTo>
                    <a:pt x="3809" y="24130"/>
                  </a:lnTo>
                  <a:close/>
                </a:path>
                <a:path w="3810" h="59689">
                  <a:moveTo>
                    <a:pt x="3809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4290"/>
                  </a:lnTo>
                  <a:close/>
                </a:path>
                <a:path w="3810" h="59689">
                  <a:moveTo>
                    <a:pt x="3809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3809" y="40640"/>
                  </a:lnTo>
                  <a:lnTo>
                    <a:pt x="3809" y="36830"/>
                  </a:lnTo>
                  <a:close/>
                </a:path>
                <a:path w="3810" h="59689">
                  <a:moveTo>
                    <a:pt x="3809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3809" y="43180"/>
                  </a:lnTo>
                  <a:lnTo>
                    <a:pt x="3809" y="40640"/>
                  </a:lnTo>
                  <a:close/>
                </a:path>
                <a:path w="3810" h="59689">
                  <a:moveTo>
                    <a:pt x="3809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3809" y="46990"/>
                  </a:lnTo>
                  <a:lnTo>
                    <a:pt x="3809" y="43180"/>
                  </a:lnTo>
                  <a:close/>
                </a:path>
                <a:path w="3810" h="59689">
                  <a:moveTo>
                    <a:pt x="3809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3809" y="49530"/>
                  </a:lnTo>
                  <a:lnTo>
                    <a:pt x="3809" y="46990"/>
                  </a:lnTo>
                  <a:close/>
                </a:path>
                <a:path w="3810" h="59689">
                  <a:moveTo>
                    <a:pt x="3809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3809" y="53340"/>
                  </a:lnTo>
                  <a:lnTo>
                    <a:pt x="3809" y="49530"/>
                  </a:lnTo>
                  <a:close/>
                </a:path>
                <a:path w="3810" h="59689">
                  <a:moveTo>
                    <a:pt x="3809" y="53340"/>
                  </a:moveTo>
                  <a:lnTo>
                    <a:pt x="0" y="53340"/>
                  </a:lnTo>
                  <a:lnTo>
                    <a:pt x="0" y="55880"/>
                  </a:lnTo>
                  <a:lnTo>
                    <a:pt x="3809" y="55880"/>
                  </a:lnTo>
                  <a:lnTo>
                    <a:pt x="3809" y="53340"/>
                  </a:lnTo>
                  <a:close/>
                </a:path>
                <a:path w="3810" h="59689">
                  <a:moveTo>
                    <a:pt x="3809" y="55880"/>
                  </a:moveTo>
                  <a:lnTo>
                    <a:pt x="0" y="55880"/>
                  </a:lnTo>
                  <a:lnTo>
                    <a:pt x="0" y="59690"/>
                  </a:lnTo>
                  <a:lnTo>
                    <a:pt x="3809" y="59690"/>
                  </a:lnTo>
                  <a:lnTo>
                    <a:pt x="3809" y="55880"/>
                  </a:lnTo>
                  <a:close/>
                </a:path>
              </a:pathLst>
            </a:custGeom>
            <a:solidFill>
              <a:srgbClr val="8496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3" name="object 643"/>
            <p:cNvSpPr/>
            <p:nvPr/>
          </p:nvSpPr>
          <p:spPr>
            <a:xfrm>
              <a:off x="2465070" y="5307330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10" h="59689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  <a:path w="3810" h="59689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59689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10" h="59689">
                  <a:moveTo>
                    <a:pt x="381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890"/>
                  </a:lnTo>
                  <a:close/>
                </a:path>
                <a:path w="3810" h="59689">
                  <a:moveTo>
                    <a:pt x="381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30"/>
                  </a:lnTo>
                  <a:close/>
                </a:path>
                <a:path w="3810" h="59689">
                  <a:moveTo>
                    <a:pt x="381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40"/>
                  </a:lnTo>
                  <a:close/>
                </a:path>
                <a:path w="3810" h="59689">
                  <a:moveTo>
                    <a:pt x="3810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80"/>
                  </a:lnTo>
                  <a:close/>
                </a:path>
                <a:path w="3810" h="59689">
                  <a:moveTo>
                    <a:pt x="3810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1590"/>
                  </a:lnTo>
                  <a:close/>
                </a:path>
                <a:path w="3810" h="59689">
                  <a:moveTo>
                    <a:pt x="3810" y="24130"/>
                  </a:moveTo>
                  <a:lnTo>
                    <a:pt x="0" y="24130"/>
                  </a:lnTo>
                  <a:lnTo>
                    <a:pt x="0" y="34290"/>
                  </a:lnTo>
                  <a:lnTo>
                    <a:pt x="3810" y="34290"/>
                  </a:lnTo>
                  <a:lnTo>
                    <a:pt x="3810" y="24130"/>
                  </a:lnTo>
                  <a:close/>
                </a:path>
                <a:path w="3810" h="59689">
                  <a:moveTo>
                    <a:pt x="3810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4290"/>
                  </a:lnTo>
                  <a:close/>
                </a:path>
                <a:path w="3810" h="59689">
                  <a:moveTo>
                    <a:pt x="3810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3810" y="40640"/>
                  </a:lnTo>
                  <a:lnTo>
                    <a:pt x="3810" y="36830"/>
                  </a:lnTo>
                  <a:close/>
                </a:path>
                <a:path w="3810" h="59689">
                  <a:moveTo>
                    <a:pt x="3810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40640"/>
                  </a:lnTo>
                  <a:close/>
                </a:path>
                <a:path w="3810" h="59689">
                  <a:moveTo>
                    <a:pt x="3810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3810" y="46990"/>
                  </a:lnTo>
                  <a:lnTo>
                    <a:pt x="3810" y="43180"/>
                  </a:lnTo>
                  <a:close/>
                </a:path>
                <a:path w="3810" h="59689">
                  <a:moveTo>
                    <a:pt x="3810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6990"/>
                  </a:lnTo>
                  <a:close/>
                </a:path>
                <a:path w="3810" h="59689">
                  <a:moveTo>
                    <a:pt x="3810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3810" y="53340"/>
                  </a:lnTo>
                  <a:lnTo>
                    <a:pt x="3810" y="49530"/>
                  </a:lnTo>
                  <a:close/>
                </a:path>
                <a:path w="3810" h="59689">
                  <a:moveTo>
                    <a:pt x="3810" y="53340"/>
                  </a:moveTo>
                  <a:lnTo>
                    <a:pt x="0" y="53340"/>
                  </a:lnTo>
                  <a:lnTo>
                    <a:pt x="0" y="55880"/>
                  </a:lnTo>
                  <a:lnTo>
                    <a:pt x="3810" y="55880"/>
                  </a:lnTo>
                  <a:lnTo>
                    <a:pt x="3810" y="53340"/>
                  </a:lnTo>
                  <a:close/>
                </a:path>
                <a:path w="3810" h="59689">
                  <a:moveTo>
                    <a:pt x="3810" y="55880"/>
                  </a:moveTo>
                  <a:lnTo>
                    <a:pt x="0" y="55880"/>
                  </a:lnTo>
                  <a:lnTo>
                    <a:pt x="0" y="59690"/>
                  </a:lnTo>
                  <a:lnTo>
                    <a:pt x="3810" y="59690"/>
                  </a:lnTo>
                  <a:lnTo>
                    <a:pt x="3810" y="55880"/>
                  </a:lnTo>
                  <a:close/>
                </a:path>
              </a:pathLst>
            </a:custGeom>
            <a:solidFill>
              <a:srgbClr val="8799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" name="object 644"/>
            <p:cNvSpPr/>
            <p:nvPr/>
          </p:nvSpPr>
          <p:spPr>
            <a:xfrm>
              <a:off x="2468879" y="5308600"/>
              <a:ext cx="3810" cy="58419"/>
            </a:xfrm>
            <a:custGeom>
              <a:avLst/>
              <a:gdLst/>
              <a:ahLst/>
              <a:cxnLst/>
              <a:rect l="l" t="t" r="r" b="b"/>
              <a:pathLst>
                <a:path w="3810" h="58420">
                  <a:moveTo>
                    <a:pt x="380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10" h="58420">
                  <a:moveTo>
                    <a:pt x="3809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1270"/>
                  </a:lnTo>
                  <a:close/>
                </a:path>
                <a:path w="3810" h="58420">
                  <a:moveTo>
                    <a:pt x="3809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3810"/>
                  </a:lnTo>
                  <a:close/>
                </a:path>
                <a:path w="3810" h="58420">
                  <a:moveTo>
                    <a:pt x="3809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7620"/>
                  </a:lnTo>
                  <a:close/>
                </a:path>
                <a:path w="3810" h="58420">
                  <a:moveTo>
                    <a:pt x="3809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10160"/>
                  </a:lnTo>
                  <a:close/>
                </a:path>
                <a:path w="3810" h="58420">
                  <a:moveTo>
                    <a:pt x="3809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3970"/>
                  </a:lnTo>
                  <a:close/>
                </a:path>
                <a:path w="3810" h="58420">
                  <a:moveTo>
                    <a:pt x="3809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6510"/>
                  </a:lnTo>
                  <a:close/>
                </a:path>
                <a:path w="3810" h="58420">
                  <a:moveTo>
                    <a:pt x="3809" y="20320"/>
                  </a:moveTo>
                  <a:lnTo>
                    <a:pt x="0" y="20320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20320"/>
                  </a:lnTo>
                  <a:close/>
                </a:path>
                <a:path w="3810" h="58420">
                  <a:moveTo>
                    <a:pt x="3809" y="22860"/>
                  </a:moveTo>
                  <a:lnTo>
                    <a:pt x="0" y="22860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2860"/>
                  </a:lnTo>
                  <a:close/>
                </a:path>
                <a:path w="3810" h="58420">
                  <a:moveTo>
                    <a:pt x="3809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33020"/>
                  </a:lnTo>
                  <a:close/>
                </a:path>
                <a:path w="3810" h="58420">
                  <a:moveTo>
                    <a:pt x="3809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5560"/>
                  </a:lnTo>
                  <a:close/>
                </a:path>
                <a:path w="3810" h="58420">
                  <a:moveTo>
                    <a:pt x="3809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9370"/>
                  </a:lnTo>
                  <a:close/>
                </a:path>
                <a:path w="3810" h="58420">
                  <a:moveTo>
                    <a:pt x="3809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41910"/>
                  </a:lnTo>
                  <a:close/>
                </a:path>
                <a:path w="3810" h="58420">
                  <a:moveTo>
                    <a:pt x="3809" y="45720"/>
                  </a:moveTo>
                  <a:lnTo>
                    <a:pt x="0" y="45720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45720"/>
                  </a:lnTo>
                  <a:close/>
                </a:path>
                <a:path w="3810" h="58420">
                  <a:moveTo>
                    <a:pt x="3809" y="48260"/>
                  </a:moveTo>
                  <a:lnTo>
                    <a:pt x="0" y="48260"/>
                  </a:lnTo>
                  <a:lnTo>
                    <a:pt x="0" y="52069"/>
                  </a:lnTo>
                  <a:lnTo>
                    <a:pt x="3809" y="52069"/>
                  </a:lnTo>
                  <a:lnTo>
                    <a:pt x="3809" y="48260"/>
                  </a:lnTo>
                  <a:close/>
                </a:path>
                <a:path w="3810" h="58420">
                  <a:moveTo>
                    <a:pt x="3809" y="52070"/>
                  </a:moveTo>
                  <a:lnTo>
                    <a:pt x="0" y="52070"/>
                  </a:lnTo>
                  <a:lnTo>
                    <a:pt x="0" y="54609"/>
                  </a:lnTo>
                  <a:lnTo>
                    <a:pt x="3809" y="54609"/>
                  </a:lnTo>
                  <a:lnTo>
                    <a:pt x="3809" y="52070"/>
                  </a:lnTo>
                  <a:close/>
                </a:path>
                <a:path w="3810" h="58420">
                  <a:moveTo>
                    <a:pt x="3809" y="54610"/>
                  </a:moveTo>
                  <a:lnTo>
                    <a:pt x="0" y="54610"/>
                  </a:lnTo>
                  <a:lnTo>
                    <a:pt x="0" y="58419"/>
                  </a:lnTo>
                  <a:lnTo>
                    <a:pt x="3809" y="58419"/>
                  </a:lnTo>
                  <a:lnTo>
                    <a:pt x="3809" y="5461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" name="object 645"/>
            <p:cNvSpPr/>
            <p:nvPr/>
          </p:nvSpPr>
          <p:spPr>
            <a:xfrm>
              <a:off x="2472689" y="5308600"/>
              <a:ext cx="3810" cy="58419"/>
            </a:xfrm>
            <a:custGeom>
              <a:avLst/>
              <a:gdLst/>
              <a:ahLst/>
              <a:cxnLst/>
              <a:rect l="l" t="t" r="r" b="b"/>
              <a:pathLst>
                <a:path w="3810" h="58420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58420">
                  <a:moveTo>
                    <a:pt x="381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70"/>
                  </a:lnTo>
                  <a:close/>
                </a:path>
                <a:path w="3810" h="58420">
                  <a:moveTo>
                    <a:pt x="3810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3810"/>
                  </a:lnTo>
                  <a:close/>
                </a:path>
                <a:path w="3810" h="58420">
                  <a:moveTo>
                    <a:pt x="3810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7620"/>
                  </a:lnTo>
                  <a:close/>
                </a:path>
                <a:path w="3810" h="58420">
                  <a:moveTo>
                    <a:pt x="3810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10160"/>
                  </a:lnTo>
                  <a:close/>
                </a:path>
                <a:path w="3810" h="58420">
                  <a:moveTo>
                    <a:pt x="3810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3970"/>
                  </a:lnTo>
                  <a:close/>
                </a:path>
                <a:path w="3810" h="58420">
                  <a:moveTo>
                    <a:pt x="3810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6510"/>
                  </a:lnTo>
                  <a:close/>
                </a:path>
                <a:path w="3810" h="58420">
                  <a:moveTo>
                    <a:pt x="3810" y="20320"/>
                  </a:moveTo>
                  <a:lnTo>
                    <a:pt x="0" y="2032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20320"/>
                  </a:lnTo>
                  <a:close/>
                </a:path>
                <a:path w="3810" h="58420">
                  <a:moveTo>
                    <a:pt x="3810" y="22860"/>
                  </a:moveTo>
                  <a:lnTo>
                    <a:pt x="0" y="22860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2860"/>
                  </a:lnTo>
                  <a:close/>
                </a:path>
                <a:path w="3810" h="58420">
                  <a:moveTo>
                    <a:pt x="3810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33020"/>
                  </a:lnTo>
                  <a:close/>
                </a:path>
                <a:path w="3810" h="58420">
                  <a:moveTo>
                    <a:pt x="3810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5560"/>
                  </a:lnTo>
                  <a:close/>
                </a:path>
                <a:path w="3810" h="58420">
                  <a:moveTo>
                    <a:pt x="3810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9370"/>
                  </a:lnTo>
                  <a:close/>
                </a:path>
                <a:path w="3810" h="58420">
                  <a:moveTo>
                    <a:pt x="3810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41910"/>
                  </a:lnTo>
                  <a:close/>
                </a:path>
                <a:path w="3810" h="58420">
                  <a:moveTo>
                    <a:pt x="3810" y="45720"/>
                  </a:moveTo>
                  <a:lnTo>
                    <a:pt x="0" y="4572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5720"/>
                  </a:lnTo>
                  <a:close/>
                </a:path>
                <a:path w="3810" h="58420">
                  <a:moveTo>
                    <a:pt x="3810" y="48260"/>
                  </a:moveTo>
                  <a:lnTo>
                    <a:pt x="0" y="48260"/>
                  </a:lnTo>
                  <a:lnTo>
                    <a:pt x="0" y="52069"/>
                  </a:lnTo>
                  <a:lnTo>
                    <a:pt x="3810" y="52069"/>
                  </a:lnTo>
                  <a:lnTo>
                    <a:pt x="3810" y="48260"/>
                  </a:lnTo>
                  <a:close/>
                </a:path>
                <a:path w="3810" h="58420">
                  <a:moveTo>
                    <a:pt x="3810" y="52070"/>
                  </a:moveTo>
                  <a:lnTo>
                    <a:pt x="0" y="52070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2070"/>
                  </a:lnTo>
                  <a:close/>
                </a:path>
                <a:path w="3810" h="58420">
                  <a:moveTo>
                    <a:pt x="3810" y="54610"/>
                  </a:moveTo>
                  <a:lnTo>
                    <a:pt x="0" y="54610"/>
                  </a:lnTo>
                  <a:lnTo>
                    <a:pt x="0" y="58419"/>
                  </a:lnTo>
                  <a:lnTo>
                    <a:pt x="3810" y="58419"/>
                  </a:lnTo>
                  <a:lnTo>
                    <a:pt x="3810" y="54610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6" name="object 646"/>
            <p:cNvSpPr/>
            <p:nvPr/>
          </p:nvSpPr>
          <p:spPr>
            <a:xfrm>
              <a:off x="2476500" y="5309870"/>
              <a:ext cx="3810" cy="55880"/>
            </a:xfrm>
            <a:custGeom>
              <a:avLst/>
              <a:gdLst/>
              <a:ahLst/>
              <a:cxnLst/>
              <a:rect l="l" t="t" r="r" b="b"/>
              <a:pathLst>
                <a:path w="3810" h="55879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55879">
                  <a:moveTo>
                    <a:pt x="381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2539"/>
                  </a:lnTo>
                  <a:close/>
                </a:path>
                <a:path w="3810" h="55879">
                  <a:moveTo>
                    <a:pt x="381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49"/>
                  </a:lnTo>
                  <a:close/>
                </a:path>
                <a:path w="3810" h="55879">
                  <a:moveTo>
                    <a:pt x="381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8889"/>
                  </a:lnTo>
                  <a:close/>
                </a:path>
                <a:path w="3810" h="55879">
                  <a:moveTo>
                    <a:pt x="381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2699"/>
                  </a:lnTo>
                  <a:close/>
                </a:path>
                <a:path w="3810" h="55879">
                  <a:moveTo>
                    <a:pt x="381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5239"/>
                  </a:lnTo>
                  <a:close/>
                </a:path>
                <a:path w="3810" h="55879">
                  <a:moveTo>
                    <a:pt x="3810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9049"/>
                  </a:lnTo>
                  <a:close/>
                </a:path>
                <a:path w="3810" h="55879">
                  <a:moveTo>
                    <a:pt x="3810" y="21589"/>
                  </a:moveTo>
                  <a:lnTo>
                    <a:pt x="0" y="2158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1589"/>
                  </a:lnTo>
                  <a:close/>
                </a:path>
                <a:path w="3810" h="55879">
                  <a:moveTo>
                    <a:pt x="3810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31749"/>
                  </a:lnTo>
                  <a:close/>
                </a:path>
                <a:path w="3810" h="55879">
                  <a:moveTo>
                    <a:pt x="3810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4289"/>
                  </a:lnTo>
                  <a:close/>
                </a:path>
                <a:path w="3810" h="55879">
                  <a:moveTo>
                    <a:pt x="381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8099"/>
                  </a:lnTo>
                  <a:close/>
                </a:path>
                <a:path w="3810" h="55879">
                  <a:moveTo>
                    <a:pt x="3810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0639"/>
                  </a:lnTo>
                  <a:close/>
                </a:path>
                <a:path w="3810" h="55879">
                  <a:moveTo>
                    <a:pt x="381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4449"/>
                  </a:lnTo>
                  <a:close/>
                </a:path>
                <a:path w="3810" h="55879">
                  <a:moveTo>
                    <a:pt x="3810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6989"/>
                  </a:lnTo>
                  <a:close/>
                </a:path>
                <a:path w="3810" h="55879">
                  <a:moveTo>
                    <a:pt x="3810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50799"/>
                  </a:lnTo>
                  <a:close/>
                </a:path>
                <a:path w="3810" h="55879">
                  <a:moveTo>
                    <a:pt x="3810" y="53339"/>
                  </a:moveTo>
                  <a:lnTo>
                    <a:pt x="0" y="53339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53339"/>
                  </a:lnTo>
                  <a:close/>
                </a:path>
              </a:pathLst>
            </a:custGeom>
            <a:solidFill>
              <a:srgbClr val="8F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" name="object 647"/>
            <p:cNvSpPr/>
            <p:nvPr/>
          </p:nvSpPr>
          <p:spPr>
            <a:xfrm>
              <a:off x="2480310" y="5309870"/>
              <a:ext cx="3810" cy="55880"/>
            </a:xfrm>
            <a:custGeom>
              <a:avLst/>
              <a:gdLst/>
              <a:ahLst/>
              <a:cxnLst/>
              <a:rect l="l" t="t" r="r" b="b"/>
              <a:pathLst>
                <a:path w="3810" h="55879">
                  <a:moveTo>
                    <a:pt x="380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10" h="55879">
                  <a:moveTo>
                    <a:pt x="380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2539"/>
                  </a:lnTo>
                  <a:close/>
                </a:path>
                <a:path w="3810" h="55879">
                  <a:moveTo>
                    <a:pt x="380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49"/>
                  </a:lnTo>
                  <a:close/>
                </a:path>
                <a:path w="3810" h="55879">
                  <a:moveTo>
                    <a:pt x="380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8889"/>
                  </a:lnTo>
                  <a:close/>
                </a:path>
                <a:path w="3810" h="55879">
                  <a:moveTo>
                    <a:pt x="380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2699"/>
                  </a:lnTo>
                  <a:close/>
                </a:path>
                <a:path w="3810" h="55879">
                  <a:moveTo>
                    <a:pt x="3809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5239"/>
                  </a:lnTo>
                  <a:close/>
                </a:path>
                <a:path w="3810" h="55879">
                  <a:moveTo>
                    <a:pt x="3809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9049"/>
                  </a:lnTo>
                  <a:close/>
                </a:path>
                <a:path w="3810" h="55879">
                  <a:moveTo>
                    <a:pt x="3809" y="21589"/>
                  </a:moveTo>
                  <a:lnTo>
                    <a:pt x="0" y="2158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1589"/>
                  </a:lnTo>
                  <a:close/>
                </a:path>
                <a:path w="3810" h="55879">
                  <a:moveTo>
                    <a:pt x="3809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31749"/>
                  </a:lnTo>
                  <a:close/>
                </a:path>
                <a:path w="3810" h="55879">
                  <a:moveTo>
                    <a:pt x="3809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4289"/>
                  </a:lnTo>
                  <a:close/>
                </a:path>
                <a:path w="3810" h="55879">
                  <a:moveTo>
                    <a:pt x="3809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8099"/>
                  </a:lnTo>
                  <a:close/>
                </a:path>
                <a:path w="3810" h="55879">
                  <a:moveTo>
                    <a:pt x="3809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0639"/>
                  </a:lnTo>
                  <a:close/>
                </a:path>
                <a:path w="3810" h="55879">
                  <a:moveTo>
                    <a:pt x="3809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4449"/>
                  </a:lnTo>
                  <a:close/>
                </a:path>
                <a:path w="3810" h="55879">
                  <a:moveTo>
                    <a:pt x="3809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6989"/>
                  </a:lnTo>
                  <a:close/>
                </a:path>
                <a:path w="3810" h="55879">
                  <a:moveTo>
                    <a:pt x="3809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0799"/>
                  </a:lnTo>
                  <a:close/>
                </a:path>
                <a:path w="3810" h="55879">
                  <a:moveTo>
                    <a:pt x="3809" y="53339"/>
                  </a:moveTo>
                  <a:lnTo>
                    <a:pt x="0" y="53339"/>
                  </a:lnTo>
                  <a:lnTo>
                    <a:pt x="0" y="55879"/>
                  </a:lnTo>
                  <a:lnTo>
                    <a:pt x="2539" y="55879"/>
                  </a:lnTo>
                  <a:lnTo>
                    <a:pt x="2539" y="54609"/>
                  </a:lnTo>
                  <a:lnTo>
                    <a:pt x="3809" y="54609"/>
                  </a:lnTo>
                  <a:lnTo>
                    <a:pt x="3809" y="53339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" name="object 648"/>
            <p:cNvSpPr/>
            <p:nvPr/>
          </p:nvSpPr>
          <p:spPr>
            <a:xfrm>
              <a:off x="2484120" y="5309870"/>
              <a:ext cx="2540" cy="54610"/>
            </a:xfrm>
            <a:custGeom>
              <a:avLst/>
              <a:gdLst/>
              <a:ahLst/>
              <a:cxnLst/>
              <a:rect l="l" t="t" r="r" b="b"/>
              <a:pathLst>
                <a:path w="2539" h="54610">
                  <a:moveTo>
                    <a:pt x="254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40" y="2539"/>
                  </a:lnTo>
                  <a:lnTo>
                    <a:pt x="2540" y="0"/>
                  </a:lnTo>
                  <a:close/>
                </a:path>
                <a:path w="2539" h="54610">
                  <a:moveTo>
                    <a:pt x="254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2540" y="6349"/>
                  </a:lnTo>
                  <a:lnTo>
                    <a:pt x="2540" y="2539"/>
                  </a:lnTo>
                  <a:close/>
                </a:path>
                <a:path w="2539" h="54610">
                  <a:moveTo>
                    <a:pt x="254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2540" y="8889"/>
                  </a:lnTo>
                  <a:lnTo>
                    <a:pt x="2540" y="6349"/>
                  </a:lnTo>
                  <a:close/>
                </a:path>
                <a:path w="2539" h="54610">
                  <a:moveTo>
                    <a:pt x="254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2540" y="12699"/>
                  </a:lnTo>
                  <a:lnTo>
                    <a:pt x="2540" y="8889"/>
                  </a:lnTo>
                  <a:close/>
                </a:path>
                <a:path w="2539" h="54610">
                  <a:moveTo>
                    <a:pt x="254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2540" y="15239"/>
                  </a:lnTo>
                  <a:lnTo>
                    <a:pt x="2540" y="12699"/>
                  </a:lnTo>
                  <a:close/>
                </a:path>
                <a:path w="2539" h="54610">
                  <a:moveTo>
                    <a:pt x="254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2540" y="19049"/>
                  </a:lnTo>
                  <a:lnTo>
                    <a:pt x="2540" y="15239"/>
                  </a:lnTo>
                  <a:close/>
                </a:path>
                <a:path w="2539" h="54610">
                  <a:moveTo>
                    <a:pt x="2540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2540" y="21589"/>
                  </a:lnTo>
                  <a:lnTo>
                    <a:pt x="2540" y="19049"/>
                  </a:lnTo>
                  <a:close/>
                </a:path>
                <a:path w="2539" h="54610">
                  <a:moveTo>
                    <a:pt x="2540" y="21589"/>
                  </a:moveTo>
                  <a:lnTo>
                    <a:pt x="0" y="21589"/>
                  </a:lnTo>
                  <a:lnTo>
                    <a:pt x="0" y="31749"/>
                  </a:lnTo>
                  <a:lnTo>
                    <a:pt x="2540" y="31749"/>
                  </a:lnTo>
                  <a:lnTo>
                    <a:pt x="2540" y="21589"/>
                  </a:lnTo>
                  <a:close/>
                </a:path>
                <a:path w="2539" h="54610">
                  <a:moveTo>
                    <a:pt x="2540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2540" y="34289"/>
                  </a:lnTo>
                  <a:lnTo>
                    <a:pt x="2540" y="31749"/>
                  </a:lnTo>
                  <a:close/>
                </a:path>
                <a:path w="2539" h="54610">
                  <a:moveTo>
                    <a:pt x="2540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2540" y="38099"/>
                  </a:lnTo>
                  <a:lnTo>
                    <a:pt x="2540" y="34289"/>
                  </a:lnTo>
                  <a:close/>
                </a:path>
                <a:path w="2539" h="54610">
                  <a:moveTo>
                    <a:pt x="254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2540" y="40639"/>
                  </a:lnTo>
                  <a:lnTo>
                    <a:pt x="2540" y="38099"/>
                  </a:lnTo>
                  <a:close/>
                </a:path>
                <a:path w="2539" h="54610">
                  <a:moveTo>
                    <a:pt x="2540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2540" y="44449"/>
                  </a:lnTo>
                  <a:lnTo>
                    <a:pt x="2540" y="40639"/>
                  </a:lnTo>
                  <a:close/>
                </a:path>
                <a:path w="2539" h="54610">
                  <a:moveTo>
                    <a:pt x="254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2540" y="46989"/>
                  </a:lnTo>
                  <a:lnTo>
                    <a:pt x="2540" y="44449"/>
                  </a:lnTo>
                  <a:close/>
                </a:path>
                <a:path w="2539" h="54610">
                  <a:moveTo>
                    <a:pt x="2540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2540" y="50799"/>
                  </a:lnTo>
                  <a:lnTo>
                    <a:pt x="2540" y="46989"/>
                  </a:lnTo>
                  <a:close/>
                </a:path>
                <a:path w="2539" h="54610">
                  <a:moveTo>
                    <a:pt x="2540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2540" y="53339"/>
                  </a:lnTo>
                  <a:lnTo>
                    <a:pt x="2540" y="50799"/>
                  </a:lnTo>
                  <a:close/>
                </a:path>
                <a:path w="2539" h="54610">
                  <a:moveTo>
                    <a:pt x="2540" y="53339"/>
                  </a:moveTo>
                  <a:lnTo>
                    <a:pt x="0" y="53339"/>
                  </a:lnTo>
                  <a:lnTo>
                    <a:pt x="0" y="54609"/>
                  </a:lnTo>
                  <a:lnTo>
                    <a:pt x="2540" y="54609"/>
                  </a:lnTo>
                  <a:lnTo>
                    <a:pt x="2540" y="53339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" name="object 649"/>
            <p:cNvSpPr/>
            <p:nvPr/>
          </p:nvSpPr>
          <p:spPr>
            <a:xfrm>
              <a:off x="2486660" y="5309870"/>
              <a:ext cx="3810" cy="54610"/>
            </a:xfrm>
            <a:custGeom>
              <a:avLst/>
              <a:gdLst/>
              <a:ahLst/>
              <a:cxnLst/>
              <a:rect l="l" t="t" r="r" b="b"/>
              <a:pathLst>
                <a:path w="3810" h="54610">
                  <a:moveTo>
                    <a:pt x="380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10" h="54610">
                  <a:moveTo>
                    <a:pt x="380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2539"/>
                  </a:lnTo>
                  <a:close/>
                </a:path>
                <a:path w="3810" h="54610">
                  <a:moveTo>
                    <a:pt x="380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49"/>
                  </a:lnTo>
                  <a:close/>
                </a:path>
                <a:path w="3810" h="54610">
                  <a:moveTo>
                    <a:pt x="380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8889"/>
                  </a:lnTo>
                  <a:close/>
                </a:path>
                <a:path w="3810" h="54610">
                  <a:moveTo>
                    <a:pt x="380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2699"/>
                  </a:lnTo>
                  <a:close/>
                </a:path>
                <a:path w="3810" h="54610">
                  <a:moveTo>
                    <a:pt x="3809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5239"/>
                  </a:lnTo>
                  <a:close/>
                </a:path>
                <a:path w="3810" h="54610">
                  <a:moveTo>
                    <a:pt x="3809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9049"/>
                  </a:lnTo>
                  <a:close/>
                </a:path>
                <a:path w="3810" h="54610">
                  <a:moveTo>
                    <a:pt x="3809" y="21589"/>
                  </a:moveTo>
                  <a:lnTo>
                    <a:pt x="0" y="2158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1589"/>
                  </a:lnTo>
                  <a:close/>
                </a:path>
                <a:path w="3810" h="54610">
                  <a:moveTo>
                    <a:pt x="3809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31749"/>
                  </a:lnTo>
                  <a:close/>
                </a:path>
                <a:path w="3810" h="54610">
                  <a:moveTo>
                    <a:pt x="3809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4289"/>
                  </a:lnTo>
                  <a:close/>
                </a:path>
                <a:path w="3810" h="54610">
                  <a:moveTo>
                    <a:pt x="3809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8099"/>
                  </a:lnTo>
                  <a:close/>
                </a:path>
                <a:path w="3810" h="54610">
                  <a:moveTo>
                    <a:pt x="3809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0639"/>
                  </a:lnTo>
                  <a:close/>
                </a:path>
                <a:path w="3810" h="54610">
                  <a:moveTo>
                    <a:pt x="3809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4449"/>
                  </a:lnTo>
                  <a:close/>
                </a:path>
                <a:path w="3810" h="54610">
                  <a:moveTo>
                    <a:pt x="3809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6989"/>
                  </a:lnTo>
                  <a:close/>
                </a:path>
                <a:path w="3810" h="54610">
                  <a:moveTo>
                    <a:pt x="3809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0799"/>
                  </a:lnTo>
                  <a:close/>
                </a:path>
                <a:path w="3810" h="54610">
                  <a:moveTo>
                    <a:pt x="3809" y="53339"/>
                  </a:moveTo>
                  <a:lnTo>
                    <a:pt x="0" y="53339"/>
                  </a:lnTo>
                  <a:lnTo>
                    <a:pt x="0" y="54609"/>
                  </a:lnTo>
                  <a:lnTo>
                    <a:pt x="3809" y="54609"/>
                  </a:lnTo>
                  <a:lnTo>
                    <a:pt x="3809" y="53339"/>
                  </a:lnTo>
                  <a:close/>
                </a:path>
              </a:pathLst>
            </a:custGeom>
            <a:solidFill>
              <a:srgbClr val="97A6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0" name="object 650"/>
            <p:cNvSpPr/>
            <p:nvPr/>
          </p:nvSpPr>
          <p:spPr>
            <a:xfrm>
              <a:off x="2490470" y="5309870"/>
              <a:ext cx="3810" cy="54610"/>
            </a:xfrm>
            <a:custGeom>
              <a:avLst/>
              <a:gdLst/>
              <a:ahLst/>
              <a:cxnLst/>
              <a:rect l="l" t="t" r="r" b="b"/>
              <a:pathLst>
                <a:path w="3810" h="54610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54610">
                  <a:moveTo>
                    <a:pt x="381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2539"/>
                  </a:lnTo>
                  <a:close/>
                </a:path>
                <a:path w="3810" h="54610">
                  <a:moveTo>
                    <a:pt x="381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49"/>
                  </a:lnTo>
                  <a:close/>
                </a:path>
                <a:path w="3810" h="54610">
                  <a:moveTo>
                    <a:pt x="381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8889"/>
                  </a:lnTo>
                  <a:close/>
                </a:path>
                <a:path w="3810" h="54610">
                  <a:moveTo>
                    <a:pt x="381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2699"/>
                  </a:lnTo>
                  <a:close/>
                </a:path>
                <a:path w="3810" h="54610">
                  <a:moveTo>
                    <a:pt x="381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5239"/>
                  </a:lnTo>
                  <a:close/>
                </a:path>
                <a:path w="3810" h="54610">
                  <a:moveTo>
                    <a:pt x="3810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9049"/>
                  </a:lnTo>
                  <a:close/>
                </a:path>
                <a:path w="3810" h="54610">
                  <a:moveTo>
                    <a:pt x="3810" y="21589"/>
                  </a:moveTo>
                  <a:lnTo>
                    <a:pt x="0" y="2158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1589"/>
                  </a:lnTo>
                  <a:close/>
                </a:path>
                <a:path w="3810" h="54610">
                  <a:moveTo>
                    <a:pt x="3810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31749"/>
                  </a:lnTo>
                  <a:close/>
                </a:path>
                <a:path w="3810" h="54610">
                  <a:moveTo>
                    <a:pt x="3810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4289"/>
                  </a:lnTo>
                  <a:close/>
                </a:path>
                <a:path w="3810" h="54610">
                  <a:moveTo>
                    <a:pt x="381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8099"/>
                  </a:lnTo>
                  <a:close/>
                </a:path>
                <a:path w="3810" h="54610">
                  <a:moveTo>
                    <a:pt x="3810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0639"/>
                  </a:lnTo>
                  <a:close/>
                </a:path>
                <a:path w="3810" h="54610">
                  <a:moveTo>
                    <a:pt x="381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4449"/>
                  </a:lnTo>
                  <a:close/>
                </a:path>
                <a:path w="3810" h="54610">
                  <a:moveTo>
                    <a:pt x="3810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6989"/>
                  </a:lnTo>
                  <a:close/>
                </a:path>
                <a:path w="3810" h="54610">
                  <a:moveTo>
                    <a:pt x="3810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50799"/>
                  </a:lnTo>
                  <a:close/>
                </a:path>
                <a:path w="3810" h="54610">
                  <a:moveTo>
                    <a:pt x="3810" y="53339"/>
                  </a:moveTo>
                  <a:lnTo>
                    <a:pt x="0" y="53339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3339"/>
                  </a:lnTo>
                  <a:close/>
                </a:path>
              </a:pathLst>
            </a:custGeom>
            <a:solidFill>
              <a:srgbClr val="99A8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1" name="object 651"/>
            <p:cNvSpPr/>
            <p:nvPr/>
          </p:nvSpPr>
          <p:spPr>
            <a:xfrm>
              <a:off x="2494279" y="5311139"/>
              <a:ext cx="3810" cy="53340"/>
            </a:xfrm>
            <a:custGeom>
              <a:avLst/>
              <a:gdLst/>
              <a:ahLst/>
              <a:cxnLst/>
              <a:rect l="l" t="t" r="r" b="b"/>
              <a:pathLst>
                <a:path w="3810" h="53339">
                  <a:moveTo>
                    <a:pt x="3809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09" y="1270"/>
                  </a:lnTo>
                  <a:lnTo>
                    <a:pt x="3809" y="0"/>
                  </a:lnTo>
                  <a:close/>
                </a:path>
                <a:path w="3810" h="53339">
                  <a:moveTo>
                    <a:pt x="380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1270"/>
                  </a:lnTo>
                  <a:close/>
                </a:path>
                <a:path w="3810" h="53339">
                  <a:moveTo>
                    <a:pt x="380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09" y="7620"/>
                  </a:lnTo>
                  <a:lnTo>
                    <a:pt x="3809" y="5080"/>
                  </a:lnTo>
                  <a:close/>
                </a:path>
                <a:path w="3810" h="53339">
                  <a:moveTo>
                    <a:pt x="380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7620"/>
                  </a:lnTo>
                  <a:close/>
                </a:path>
                <a:path w="3810" h="53339">
                  <a:moveTo>
                    <a:pt x="3809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09" y="13970"/>
                  </a:lnTo>
                  <a:lnTo>
                    <a:pt x="3809" y="11430"/>
                  </a:lnTo>
                  <a:close/>
                </a:path>
                <a:path w="3810" h="53339">
                  <a:moveTo>
                    <a:pt x="3809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3970"/>
                  </a:lnTo>
                  <a:close/>
                </a:path>
                <a:path w="3810" h="53339">
                  <a:moveTo>
                    <a:pt x="3809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09" y="20320"/>
                  </a:lnTo>
                  <a:lnTo>
                    <a:pt x="3809" y="17780"/>
                  </a:lnTo>
                  <a:close/>
                </a:path>
                <a:path w="3810" h="53339">
                  <a:moveTo>
                    <a:pt x="3809" y="20320"/>
                  </a:moveTo>
                  <a:lnTo>
                    <a:pt x="0" y="20320"/>
                  </a:lnTo>
                  <a:lnTo>
                    <a:pt x="0" y="30480"/>
                  </a:lnTo>
                  <a:lnTo>
                    <a:pt x="3809" y="30480"/>
                  </a:lnTo>
                  <a:lnTo>
                    <a:pt x="3809" y="20320"/>
                  </a:lnTo>
                  <a:close/>
                </a:path>
                <a:path w="3810" h="53339">
                  <a:moveTo>
                    <a:pt x="3809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3809" y="33020"/>
                  </a:lnTo>
                  <a:lnTo>
                    <a:pt x="3809" y="30480"/>
                  </a:lnTo>
                  <a:close/>
                </a:path>
                <a:path w="3810" h="53339">
                  <a:moveTo>
                    <a:pt x="3809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3020"/>
                  </a:lnTo>
                  <a:close/>
                </a:path>
                <a:path w="3810" h="53339">
                  <a:moveTo>
                    <a:pt x="3809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09" y="39370"/>
                  </a:lnTo>
                  <a:lnTo>
                    <a:pt x="3809" y="36830"/>
                  </a:lnTo>
                  <a:close/>
                </a:path>
                <a:path w="3810" h="53339">
                  <a:moveTo>
                    <a:pt x="3809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3809" y="43180"/>
                  </a:lnTo>
                  <a:lnTo>
                    <a:pt x="3809" y="39370"/>
                  </a:lnTo>
                  <a:close/>
                </a:path>
                <a:path w="3810" h="53339">
                  <a:moveTo>
                    <a:pt x="3809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3809" y="45720"/>
                  </a:lnTo>
                  <a:lnTo>
                    <a:pt x="3809" y="43180"/>
                  </a:lnTo>
                  <a:close/>
                </a:path>
                <a:path w="3810" h="53339">
                  <a:moveTo>
                    <a:pt x="3809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3809" y="49530"/>
                  </a:lnTo>
                  <a:lnTo>
                    <a:pt x="3809" y="45720"/>
                  </a:lnTo>
                  <a:close/>
                </a:path>
                <a:path w="3810" h="53339">
                  <a:moveTo>
                    <a:pt x="3809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3809" y="52070"/>
                  </a:lnTo>
                  <a:lnTo>
                    <a:pt x="3809" y="49530"/>
                  </a:lnTo>
                  <a:close/>
                </a:path>
                <a:path w="3810" h="53339">
                  <a:moveTo>
                    <a:pt x="3809" y="52070"/>
                  </a:moveTo>
                  <a:lnTo>
                    <a:pt x="0" y="52070"/>
                  </a:lnTo>
                  <a:lnTo>
                    <a:pt x="0" y="53340"/>
                  </a:lnTo>
                  <a:lnTo>
                    <a:pt x="3809" y="53340"/>
                  </a:lnTo>
                  <a:lnTo>
                    <a:pt x="3809" y="52070"/>
                  </a:lnTo>
                  <a:close/>
                </a:path>
              </a:pathLst>
            </a:custGeom>
            <a:solidFill>
              <a:srgbClr val="9CA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2" name="object 652"/>
            <p:cNvSpPr/>
            <p:nvPr/>
          </p:nvSpPr>
          <p:spPr>
            <a:xfrm>
              <a:off x="2498089" y="5311139"/>
              <a:ext cx="3810" cy="53340"/>
            </a:xfrm>
            <a:custGeom>
              <a:avLst/>
              <a:gdLst/>
              <a:ahLst/>
              <a:cxnLst/>
              <a:rect l="l" t="t" r="r" b="b"/>
              <a:pathLst>
                <a:path w="3810" h="53339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  <a:path w="3810" h="53339">
                  <a:moveTo>
                    <a:pt x="381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70"/>
                  </a:lnTo>
                  <a:close/>
                </a:path>
                <a:path w="3810" h="53339">
                  <a:moveTo>
                    <a:pt x="3810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80"/>
                  </a:lnTo>
                  <a:close/>
                </a:path>
                <a:path w="3810" h="53339">
                  <a:moveTo>
                    <a:pt x="3810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20"/>
                  </a:lnTo>
                  <a:close/>
                </a:path>
                <a:path w="3810" h="53339">
                  <a:moveTo>
                    <a:pt x="3810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30"/>
                  </a:lnTo>
                  <a:close/>
                </a:path>
                <a:path w="3810" h="53339">
                  <a:moveTo>
                    <a:pt x="3810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70"/>
                  </a:lnTo>
                  <a:close/>
                </a:path>
                <a:path w="3810" h="53339">
                  <a:moveTo>
                    <a:pt x="3810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80"/>
                  </a:lnTo>
                  <a:close/>
                </a:path>
                <a:path w="3810" h="53339">
                  <a:moveTo>
                    <a:pt x="3810" y="20320"/>
                  </a:moveTo>
                  <a:lnTo>
                    <a:pt x="0" y="2032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20320"/>
                  </a:lnTo>
                  <a:close/>
                </a:path>
                <a:path w="3810" h="53339">
                  <a:moveTo>
                    <a:pt x="3810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3810" y="33020"/>
                  </a:lnTo>
                  <a:lnTo>
                    <a:pt x="3810" y="30480"/>
                  </a:lnTo>
                  <a:close/>
                </a:path>
                <a:path w="3810" h="53339">
                  <a:moveTo>
                    <a:pt x="3810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3020"/>
                  </a:lnTo>
                  <a:close/>
                </a:path>
                <a:path w="3810" h="53339">
                  <a:moveTo>
                    <a:pt x="3810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10" y="39370"/>
                  </a:lnTo>
                  <a:lnTo>
                    <a:pt x="3810" y="36830"/>
                  </a:lnTo>
                  <a:close/>
                </a:path>
                <a:path w="3810" h="53339">
                  <a:moveTo>
                    <a:pt x="3810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39370"/>
                  </a:lnTo>
                  <a:close/>
                </a:path>
                <a:path w="3810" h="53339">
                  <a:moveTo>
                    <a:pt x="3810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3810" y="45720"/>
                  </a:lnTo>
                  <a:lnTo>
                    <a:pt x="3810" y="43180"/>
                  </a:lnTo>
                  <a:close/>
                </a:path>
                <a:path w="3810" h="53339">
                  <a:moveTo>
                    <a:pt x="3810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5720"/>
                  </a:lnTo>
                  <a:close/>
                </a:path>
                <a:path w="3810" h="53339">
                  <a:moveTo>
                    <a:pt x="3810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3810" y="52070"/>
                  </a:lnTo>
                  <a:lnTo>
                    <a:pt x="3810" y="49530"/>
                  </a:lnTo>
                  <a:close/>
                </a:path>
                <a:path w="3810" h="53339">
                  <a:moveTo>
                    <a:pt x="2540" y="52070"/>
                  </a:moveTo>
                  <a:lnTo>
                    <a:pt x="0" y="52070"/>
                  </a:lnTo>
                  <a:lnTo>
                    <a:pt x="0" y="53340"/>
                  </a:lnTo>
                  <a:lnTo>
                    <a:pt x="2540" y="53340"/>
                  </a:lnTo>
                  <a:lnTo>
                    <a:pt x="2540" y="52070"/>
                  </a:lnTo>
                  <a:close/>
                </a:path>
              </a:pathLst>
            </a:custGeom>
            <a:solidFill>
              <a:srgbClr val="9FA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" name="object 653"/>
            <p:cNvSpPr/>
            <p:nvPr/>
          </p:nvSpPr>
          <p:spPr>
            <a:xfrm>
              <a:off x="2501900" y="5312409"/>
              <a:ext cx="3810" cy="50800"/>
            </a:xfrm>
            <a:custGeom>
              <a:avLst/>
              <a:gdLst/>
              <a:ahLst/>
              <a:cxnLst/>
              <a:rect l="l" t="t" r="r" b="b"/>
              <a:pathLst>
                <a:path w="3810" h="50800">
                  <a:moveTo>
                    <a:pt x="38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0"/>
                  </a:lnTo>
                  <a:close/>
                </a:path>
                <a:path w="3810" h="50800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10" h="50800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10" h="50800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10" h="50800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10" h="50800">
                  <a:moveTo>
                    <a:pt x="381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6509"/>
                  </a:lnTo>
                  <a:close/>
                </a:path>
                <a:path w="3810" h="50800">
                  <a:moveTo>
                    <a:pt x="3810" y="19050"/>
                  </a:moveTo>
                  <a:lnTo>
                    <a:pt x="0" y="19050"/>
                  </a:lnTo>
                  <a:lnTo>
                    <a:pt x="0" y="29209"/>
                  </a:lnTo>
                  <a:lnTo>
                    <a:pt x="3810" y="29209"/>
                  </a:lnTo>
                  <a:lnTo>
                    <a:pt x="3810" y="19050"/>
                  </a:lnTo>
                  <a:close/>
                </a:path>
                <a:path w="3810" h="50800">
                  <a:moveTo>
                    <a:pt x="3810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9209"/>
                  </a:lnTo>
                  <a:close/>
                </a:path>
                <a:path w="3810" h="50800">
                  <a:moveTo>
                    <a:pt x="3810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31750"/>
                  </a:lnTo>
                  <a:close/>
                </a:path>
                <a:path w="3810" h="50800">
                  <a:moveTo>
                    <a:pt x="381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5559"/>
                  </a:lnTo>
                  <a:close/>
                </a:path>
                <a:path w="3810" h="50800">
                  <a:moveTo>
                    <a:pt x="381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8100"/>
                  </a:lnTo>
                  <a:close/>
                </a:path>
                <a:path w="3810" h="50800">
                  <a:moveTo>
                    <a:pt x="381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1909"/>
                  </a:lnTo>
                  <a:close/>
                </a:path>
                <a:path w="3810" h="50800">
                  <a:moveTo>
                    <a:pt x="381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4450"/>
                  </a:lnTo>
                  <a:close/>
                </a:path>
                <a:path w="3810" h="50800">
                  <a:moveTo>
                    <a:pt x="3810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2539" y="50799"/>
                  </a:lnTo>
                  <a:lnTo>
                    <a:pt x="2539" y="49529"/>
                  </a:lnTo>
                  <a:lnTo>
                    <a:pt x="3810" y="49529"/>
                  </a:lnTo>
                  <a:lnTo>
                    <a:pt x="3810" y="48259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" name="object 654"/>
            <p:cNvSpPr/>
            <p:nvPr/>
          </p:nvSpPr>
          <p:spPr>
            <a:xfrm>
              <a:off x="2505710" y="5312409"/>
              <a:ext cx="2540" cy="49530"/>
            </a:xfrm>
            <a:custGeom>
              <a:avLst/>
              <a:gdLst/>
              <a:ahLst/>
              <a:cxnLst/>
              <a:rect l="l" t="t" r="r" b="b"/>
              <a:pathLst>
                <a:path w="2539" h="49529">
                  <a:moveTo>
                    <a:pt x="253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2539" y="3809"/>
                  </a:lnTo>
                  <a:lnTo>
                    <a:pt x="2539" y="0"/>
                  </a:lnTo>
                  <a:close/>
                </a:path>
                <a:path w="2539" h="49529">
                  <a:moveTo>
                    <a:pt x="253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2539" y="6349"/>
                  </a:lnTo>
                  <a:lnTo>
                    <a:pt x="2539" y="3809"/>
                  </a:lnTo>
                  <a:close/>
                </a:path>
                <a:path w="2539" h="49529">
                  <a:moveTo>
                    <a:pt x="253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2539" y="10159"/>
                  </a:lnTo>
                  <a:lnTo>
                    <a:pt x="2539" y="6350"/>
                  </a:lnTo>
                  <a:close/>
                </a:path>
                <a:path w="2539" h="49529">
                  <a:moveTo>
                    <a:pt x="253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2539" y="12699"/>
                  </a:lnTo>
                  <a:lnTo>
                    <a:pt x="2539" y="10159"/>
                  </a:lnTo>
                  <a:close/>
                </a:path>
                <a:path w="2539" h="49529">
                  <a:moveTo>
                    <a:pt x="253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2539" y="16509"/>
                  </a:lnTo>
                  <a:lnTo>
                    <a:pt x="2539" y="12700"/>
                  </a:lnTo>
                  <a:close/>
                </a:path>
                <a:path w="2539" h="49529">
                  <a:moveTo>
                    <a:pt x="253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2539" y="19049"/>
                  </a:lnTo>
                  <a:lnTo>
                    <a:pt x="2539" y="16509"/>
                  </a:lnTo>
                  <a:close/>
                </a:path>
                <a:path w="2539" h="49529">
                  <a:moveTo>
                    <a:pt x="2539" y="19050"/>
                  </a:moveTo>
                  <a:lnTo>
                    <a:pt x="0" y="19050"/>
                  </a:lnTo>
                  <a:lnTo>
                    <a:pt x="0" y="29209"/>
                  </a:lnTo>
                  <a:lnTo>
                    <a:pt x="2539" y="29209"/>
                  </a:lnTo>
                  <a:lnTo>
                    <a:pt x="2539" y="19050"/>
                  </a:lnTo>
                  <a:close/>
                </a:path>
                <a:path w="2539" h="49529">
                  <a:moveTo>
                    <a:pt x="2539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2539" y="31749"/>
                  </a:lnTo>
                  <a:lnTo>
                    <a:pt x="2539" y="29209"/>
                  </a:lnTo>
                  <a:close/>
                </a:path>
                <a:path w="2539" h="49529">
                  <a:moveTo>
                    <a:pt x="2539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2539" y="35559"/>
                  </a:lnTo>
                  <a:lnTo>
                    <a:pt x="2539" y="31750"/>
                  </a:lnTo>
                  <a:close/>
                </a:path>
                <a:path w="2539" h="49529">
                  <a:moveTo>
                    <a:pt x="253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2539" y="38099"/>
                  </a:lnTo>
                  <a:lnTo>
                    <a:pt x="2539" y="35559"/>
                  </a:lnTo>
                  <a:close/>
                </a:path>
                <a:path w="2539" h="49529">
                  <a:moveTo>
                    <a:pt x="253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2539" y="41909"/>
                  </a:lnTo>
                  <a:lnTo>
                    <a:pt x="2539" y="38100"/>
                  </a:lnTo>
                  <a:close/>
                </a:path>
                <a:path w="2539" h="49529">
                  <a:moveTo>
                    <a:pt x="253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2539" y="44449"/>
                  </a:lnTo>
                  <a:lnTo>
                    <a:pt x="2539" y="41909"/>
                  </a:lnTo>
                  <a:close/>
                </a:path>
                <a:path w="2539" h="49529">
                  <a:moveTo>
                    <a:pt x="2539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2539" y="48259"/>
                  </a:lnTo>
                  <a:lnTo>
                    <a:pt x="2539" y="44450"/>
                  </a:lnTo>
                  <a:close/>
                </a:path>
                <a:path w="2539" h="49529">
                  <a:moveTo>
                    <a:pt x="2539" y="48259"/>
                  </a:moveTo>
                  <a:lnTo>
                    <a:pt x="0" y="48259"/>
                  </a:lnTo>
                  <a:lnTo>
                    <a:pt x="0" y="49529"/>
                  </a:lnTo>
                  <a:lnTo>
                    <a:pt x="2539" y="49529"/>
                  </a:lnTo>
                  <a:lnTo>
                    <a:pt x="2539" y="48259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5" name="object 655"/>
            <p:cNvSpPr/>
            <p:nvPr/>
          </p:nvSpPr>
          <p:spPr>
            <a:xfrm>
              <a:off x="2508250" y="5312409"/>
              <a:ext cx="3810" cy="49530"/>
            </a:xfrm>
            <a:custGeom>
              <a:avLst/>
              <a:gdLst/>
              <a:ahLst/>
              <a:cxnLst/>
              <a:rect l="l" t="t" r="r" b="b"/>
              <a:pathLst>
                <a:path w="3810" h="49529">
                  <a:moveTo>
                    <a:pt x="253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  <a:path w="3810" h="49529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10" h="49529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10" h="49529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10" h="49529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10" h="49529">
                  <a:moveTo>
                    <a:pt x="381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6509"/>
                  </a:lnTo>
                  <a:close/>
                </a:path>
                <a:path w="3810" h="49529">
                  <a:moveTo>
                    <a:pt x="3810" y="19050"/>
                  </a:moveTo>
                  <a:lnTo>
                    <a:pt x="0" y="19050"/>
                  </a:lnTo>
                  <a:lnTo>
                    <a:pt x="0" y="29209"/>
                  </a:lnTo>
                  <a:lnTo>
                    <a:pt x="3810" y="29209"/>
                  </a:lnTo>
                  <a:lnTo>
                    <a:pt x="3810" y="19050"/>
                  </a:lnTo>
                  <a:close/>
                </a:path>
                <a:path w="3810" h="49529">
                  <a:moveTo>
                    <a:pt x="3810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9209"/>
                  </a:lnTo>
                  <a:close/>
                </a:path>
                <a:path w="3810" h="49529">
                  <a:moveTo>
                    <a:pt x="3810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31750"/>
                  </a:lnTo>
                  <a:close/>
                </a:path>
                <a:path w="3810" h="49529">
                  <a:moveTo>
                    <a:pt x="381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5559"/>
                  </a:lnTo>
                  <a:close/>
                </a:path>
                <a:path w="3810" h="49529">
                  <a:moveTo>
                    <a:pt x="381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8100"/>
                  </a:lnTo>
                  <a:close/>
                </a:path>
                <a:path w="3810" h="49529">
                  <a:moveTo>
                    <a:pt x="381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1909"/>
                  </a:lnTo>
                  <a:close/>
                </a:path>
                <a:path w="3810" h="49529">
                  <a:moveTo>
                    <a:pt x="381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4450"/>
                  </a:lnTo>
                  <a:close/>
                </a:path>
                <a:path w="3810" h="49529">
                  <a:moveTo>
                    <a:pt x="2539" y="48259"/>
                  </a:moveTo>
                  <a:lnTo>
                    <a:pt x="0" y="48259"/>
                  </a:lnTo>
                  <a:lnTo>
                    <a:pt x="0" y="49529"/>
                  </a:lnTo>
                  <a:lnTo>
                    <a:pt x="2539" y="49529"/>
                  </a:lnTo>
                  <a:lnTo>
                    <a:pt x="2539" y="48259"/>
                  </a:lnTo>
                  <a:close/>
                </a:path>
              </a:pathLst>
            </a:custGeom>
            <a:solidFill>
              <a:srgbClr val="A7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" name="object 656"/>
            <p:cNvSpPr/>
            <p:nvPr/>
          </p:nvSpPr>
          <p:spPr>
            <a:xfrm>
              <a:off x="2512060" y="5313680"/>
              <a:ext cx="3810" cy="46990"/>
            </a:xfrm>
            <a:custGeom>
              <a:avLst/>
              <a:gdLst/>
              <a:ahLst/>
              <a:cxnLst/>
              <a:rect l="l" t="t" r="r" b="b"/>
              <a:pathLst>
                <a:path w="3810" h="46989">
                  <a:moveTo>
                    <a:pt x="380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09" y="2540"/>
                  </a:lnTo>
                  <a:lnTo>
                    <a:pt x="3809" y="0"/>
                  </a:lnTo>
                  <a:close/>
                </a:path>
                <a:path w="3810" h="46989">
                  <a:moveTo>
                    <a:pt x="380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2540"/>
                  </a:lnTo>
                  <a:close/>
                </a:path>
                <a:path w="3810" h="46989">
                  <a:moveTo>
                    <a:pt x="380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09" y="8890"/>
                  </a:lnTo>
                  <a:lnTo>
                    <a:pt x="3809" y="5080"/>
                  </a:lnTo>
                  <a:close/>
                </a:path>
                <a:path w="3810" h="46989">
                  <a:moveTo>
                    <a:pt x="380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8890"/>
                  </a:lnTo>
                  <a:close/>
                </a:path>
                <a:path w="3810" h="46989">
                  <a:moveTo>
                    <a:pt x="3809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09" y="15240"/>
                  </a:lnTo>
                  <a:lnTo>
                    <a:pt x="3809" y="11430"/>
                  </a:lnTo>
                  <a:close/>
                </a:path>
                <a:path w="3810" h="46989">
                  <a:moveTo>
                    <a:pt x="3809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5240"/>
                  </a:lnTo>
                  <a:close/>
                </a:path>
                <a:path w="3810" h="46989">
                  <a:moveTo>
                    <a:pt x="3809" y="17780"/>
                  </a:moveTo>
                  <a:lnTo>
                    <a:pt x="0" y="17780"/>
                  </a:lnTo>
                  <a:lnTo>
                    <a:pt x="0" y="27940"/>
                  </a:lnTo>
                  <a:lnTo>
                    <a:pt x="3809" y="27940"/>
                  </a:lnTo>
                  <a:lnTo>
                    <a:pt x="3809" y="17780"/>
                  </a:lnTo>
                  <a:close/>
                </a:path>
                <a:path w="3810" h="46989">
                  <a:moveTo>
                    <a:pt x="3809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3809" y="30480"/>
                  </a:lnTo>
                  <a:lnTo>
                    <a:pt x="3809" y="27940"/>
                  </a:lnTo>
                  <a:close/>
                </a:path>
                <a:path w="3810" h="46989">
                  <a:moveTo>
                    <a:pt x="3809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3809" y="34290"/>
                  </a:lnTo>
                  <a:lnTo>
                    <a:pt x="3809" y="30480"/>
                  </a:lnTo>
                  <a:close/>
                </a:path>
                <a:path w="3810" h="46989">
                  <a:moveTo>
                    <a:pt x="3809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4290"/>
                  </a:lnTo>
                  <a:close/>
                </a:path>
                <a:path w="3810" h="46989">
                  <a:moveTo>
                    <a:pt x="3809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3809" y="40640"/>
                  </a:lnTo>
                  <a:lnTo>
                    <a:pt x="3809" y="36830"/>
                  </a:lnTo>
                  <a:close/>
                </a:path>
                <a:path w="3810" h="46989">
                  <a:moveTo>
                    <a:pt x="3809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3809" y="43180"/>
                  </a:lnTo>
                  <a:lnTo>
                    <a:pt x="3809" y="40640"/>
                  </a:lnTo>
                  <a:close/>
                </a:path>
                <a:path w="3810" h="46989">
                  <a:moveTo>
                    <a:pt x="3809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3809" y="46990"/>
                  </a:lnTo>
                  <a:lnTo>
                    <a:pt x="3809" y="43180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" name="object 657"/>
            <p:cNvSpPr/>
            <p:nvPr/>
          </p:nvSpPr>
          <p:spPr>
            <a:xfrm>
              <a:off x="2515870" y="5313680"/>
              <a:ext cx="3810" cy="46990"/>
            </a:xfrm>
            <a:custGeom>
              <a:avLst/>
              <a:gdLst/>
              <a:ahLst/>
              <a:cxnLst/>
              <a:rect l="l" t="t" r="r" b="b"/>
              <a:pathLst>
                <a:path w="3810" h="46989">
                  <a:moveTo>
                    <a:pt x="126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3810" h="46989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46989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10" h="46989">
                  <a:moveTo>
                    <a:pt x="381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890"/>
                  </a:lnTo>
                  <a:close/>
                </a:path>
                <a:path w="3810" h="46989">
                  <a:moveTo>
                    <a:pt x="381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30"/>
                  </a:lnTo>
                  <a:close/>
                </a:path>
                <a:path w="3810" h="46989">
                  <a:moveTo>
                    <a:pt x="381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40"/>
                  </a:lnTo>
                  <a:close/>
                </a:path>
                <a:path w="3810" h="46989">
                  <a:moveTo>
                    <a:pt x="3810" y="17780"/>
                  </a:moveTo>
                  <a:lnTo>
                    <a:pt x="0" y="17780"/>
                  </a:lnTo>
                  <a:lnTo>
                    <a:pt x="0" y="27940"/>
                  </a:lnTo>
                  <a:lnTo>
                    <a:pt x="3810" y="27940"/>
                  </a:lnTo>
                  <a:lnTo>
                    <a:pt x="3810" y="17780"/>
                  </a:lnTo>
                  <a:close/>
                </a:path>
                <a:path w="3810" h="46989">
                  <a:moveTo>
                    <a:pt x="3810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27940"/>
                  </a:lnTo>
                  <a:close/>
                </a:path>
                <a:path w="3810" h="46989">
                  <a:moveTo>
                    <a:pt x="3810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3810" y="34290"/>
                  </a:lnTo>
                  <a:lnTo>
                    <a:pt x="3810" y="30480"/>
                  </a:lnTo>
                  <a:close/>
                </a:path>
                <a:path w="3810" h="46989">
                  <a:moveTo>
                    <a:pt x="3810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4290"/>
                  </a:lnTo>
                  <a:close/>
                </a:path>
                <a:path w="3810" h="46989">
                  <a:moveTo>
                    <a:pt x="3810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3810" y="40640"/>
                  </a:lnTo>
                  <a:lnTo>
                    <a:pt x="3810" y="36830"/>
                  </a:lnTo>
                  <a:close/>
                </a:path>
                <a:path w="3810" h="46989">
                  <a:moveTo>
                    <a:pt x="3810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40640"/>
                  </a:lnTo>
                  <a:close/>
                </a:path>
                <a:path w="3810" h="46989">
                  <a:moveTo>
                    <a:pt x="3810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3810" y="46990"/>
                  </a:lnTo>
                  <a:lnTo>
                    <a:pt x="3810" y="43180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" name="object 658"/>
            <p:cNvSpPr/>
            <p:nvPr/>
          </p:nvSpPr>
          <p:spPr>
            <a:xfrm>
              <a:off x="2519679" y="5314950"/>
              <a:ext cx="3810" cy="45720"/>
            </a:xfrm>
            <a:custGeom>
              <a:avLst/>
              <a:gdLst/>
              <a:ahLst/>
              <a:cxnLst/>
              <a:rect l="l" t="t" r="r" b="b"/>
              <a:pathLst>
                <a:path w="3810" h="45720">
                  <a:moveTo>
                    <a:pt x="126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3810" h="45720">
                  <a:moveTo>
                    <a:pt x="3809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1270"/>
                  </a:lnTo>
                  <a:close/>
                </a:path>
                <a:path w="3810" h="45720">
                  <a:moveTo>
                    <a:pt x="3809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3810"/>
                  </a:lnTo>
                  <a:close/>
                </a:path>
                <a:path w="3810" h="45720">
                  <a:moveTo>
                    <a:pt x="3809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7620"/>
                  </a:lnTo>
                  <a:close/>
                </a:path>
                <a:path w="3810" h="45720">
                  <a:moveTo>
                    <a:pt x="3809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10160"/>
                  </a:lnTo>
                  <a:close/>
                </a:path>
                <a:path w="3810" h="45720">
                  <a:moveTo>
                    <a:pt x="3809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3970"/>
                  </a:lnTo>
                  <a:close/>
                </a:path>
                <a:path w="3810" h="45720">
                  <a:moveTo>
                    <a:pt x="3809" y="16510"/>
                  </a:moveTo>
                  <a:lnTo>
                    <a:pt x="0" y="16510"/>
                  </a:lnTo>
                  <a:lnTo>
                    <a:pt x="0" y="26669"/>
                  </a:lnTo>
                  <a:lnTo>
                    <a:pt x="3809" y="26669"/>
                  </a:lnTo>
                  <a:lnTo>
                    <a:pt x="3809" y="16510"/>
                  </a:lnTo>
                  <a:close/>
                </a:path>
                <a:path w="3810" h="45720">
                  <a:moveTo>
                    <a:pt x="3809" y="26670"/>
                  </a:moveTo>
                  <a:lnTo>
                    <a:pt x="0" y="26670"/>
                  </a:lnTo>
                  <a:lnTo>
                    <a:pt x="0" y="29209"/>
                  </a:lnTo>
                  <a:lnTo>
                    <a:pt x="3809" y="29209"/>
                  </a:lnTo>
                  <a:lnTo>
                    <a:pt x="3809" y="26670"/>
                  </a:lnTo>
                  <a:close/>
                </a:path>
                <a:path w="3810" h="45720">
                  <a:moveTo>
                    <a:pt x="3809" y="29210"/>
                  </a:moveTo>
                  <a:lnTo>
                    <a:pt x="0" y="29210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9210"/>
                  </a:lnTo>
                  <a:close/>
                </a:path>
                <a:path w="3810" h="45720">
                  <a:moveTo>
                    <a:pt x="3809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33020"/>
                  </a:lnTo>
                  <a:close/>
                </a:path>
                <a:path w="3810" h="45720">
                  <a:moveTo>
                    <a:pt x="3809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5560"/>
                  </a:lnTo>
                  <a:close/>
                </a:path>
                <a:path w="3810" h="45720">
                  <a:moveTo>
                    <a:pt x="3809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9370"/>
                  </a:lnTo>
                  <a:close/>
                </a:path>
                <a:path w="3810" h="45720">
                  <a:moveTo>
                    <a:pt x="3809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1269" y="45719"/>
                  </a:lnTo>
                  <a:lnTo>
                    <a:pt x="1269" y="44450"/>
                  </a:lnTo>
                  <a:lnTo>
                    <a:pt x="3809" y="44450"/>
                  </a:lnTo>
                  <a:lnTo>
                    <a:pt x="3809" y="41910"/>
                  </a:lnTo>
                  <a:close/>
                </a:path>
              </a:pathLst>
            </a:custGeom>
            <a:solidFill>
              <a:srgbClr val="AEBA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" name="object 659"/>
            <p:cNvSpPr/>
            <p:nvPr/>
          </p:nvSpPr>
          <p:spPr>
            <a:xfrm>
              <a:off x="2523489" y="5316220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41910">
                  <a:moveTo>
                    <a:pt x="381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2539"/>
                  </a:lnTo>
                  <a:close/>
                </a:path>
                <a:path w="3810" h="41910">
                  <a:moveTo>
                    <a:pt x="381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49"/>
                  </a:lnTo>
                  <a:close/>
                </a:path>
                <a:path w="3810" h="41910">
                  <a:moveTo>
                    <a:pt x="381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8889"/>
                  </a:lnTo>
                  <a:close/>
                </a:path>
                <a:path w="3810" h="41910">
                  <a:moveTo>
                    <a:pt x="381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2699"/>
                  </a:lnTo>
                  <a:close/>
                </a:path>
                <a:path w="3810" h="41910">
                  <a:moveTo>
                    <a:pt x="3810" y="15239"/>
                  </a:moveTo>
                  <a:lnTo>
                    <a:pt x="0" y="1523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15239"/>
                  </a:lnTo>
                  <a:close/>
                </a:path>
                <a:path w="3810" h="41910">
                  <a:moveTo>
                    <a:pt x="3810" y="25399"/>
                  </a:moveTo>
                  <a:lnTo>
                    <a:pt x="0" y="25399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5399"/>
                  </a:lnTo>
                  <a:close/>
                </a:path>
                <a:path w="3810" h="41910">
                  <a:moveTo>
                    <a:pt x="3810" y="27939"/>
                  </a:moveTo>
                  <a:lnTo>
                    <a:pt x="0" y="2793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7939"/>
                  </a:lnTo>
                  <a:close/>
                </a:path>
                <a:path w="3810" h="41910">
                  <a:moveTo>
                    <a:pt x="3810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31749"/>
                  </a:lnTo>
                  <a:close/>
                </a:path>
                <a:path w="3810" h="41910">
                  <a:moveTo>
                    <a:pt x="3810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4289"/>
                  </a:lnTo>
                  <a:close/>
                </a:path>
                <a:path w="3810" h="41910">
                  <a:moveTo>
                    <a:pt x="381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8099"/>
                  </a:lnTo>
                  <a:close/>
                </a:path>
                <a:path w="3810" h="41910">
                  <a:moveTo>
                    <a:pt x="3810" y="40639"/>
                  </a:moveTo>
                  <a:lnTo>
                    <a:pt x="0" y="40639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40639"/>
                  </a:lnTo>
                  <a:close/>
                </a:path>
              </a:pathLst>
            </a:custGeom>
            <a:solidFill>
              <a:srgbClr val="B1BD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" name="object 660"/>
            <p:cNvSpPr/>
            <p:nvPr/>
          </p:nvSpPr>
          <p:spPr>
            <a:xfrm>
              <a:off x="2527300" y="5316220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254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10" h="41910">
                  <a:moveTo>
                    <a:pt x="381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2539"/>
                  </a:lnTo>
                  <a:close/>
                </a:path>
                <a:path w="3810" h="41910">
                  <a:moveTo>
                    <a:pt x="381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49"/>
                  </a:lnTo>
                  <a:close/>
                </a:path>
                <a:path w="3810" h="41910">
                  <a:moveTo>
                    <a:pt x="381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8889"/>
                  </a:lnTo>
                  <a:close/>
                </a:path>
                <a:path w="3810" h="41910">
                  <a:moveTo>
                    <a:pt x="381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2699"/>
                  </a:lnTo>
                  <a:close/>
                </a:path>
                <a:path w="3810" h="41910">
                  <a:moveTo>
                    <a:pt x="3810" y="15239"/>
                  </a:moveTo>
                  <a:lnTo>
                    <a:pt x="0" y="1523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15239"/>
                  </a:lnTo>
                  <a:close/>
                </a:path>
                <a:path w="3810" h="41910">
                  <a:moveTo>
                    <a:pt x="3810" y="25399"/>
                  </a:moveTo>
                  <a:lnTo>
                    <a:pt x="0" y="25399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5399"/>
                  </a:lnTo>
                  <a:close/>
                </a:path>
                <a:path w="3810" h="41910">
                  <a:moveTo>
                    <a:pt x="3810" y="27939"/>
                  </a:moveTo>
                  <a:lnTo>
                    <a:pt x="0" y="2793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7939"/>
                  </a:lnTo>
                  <a:close/>
                </a:path>
                <a:path w="3810" h="41910">
                  <a:moveTo>
                    <a:pt x="3810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31749"/>
                  </a:lnTo>
                  <a:close/>
                </a:path>
                <a:path w="3810" h="41910">
                  <a:moveTo>
                    <a:pt x="3810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4289"/>
                  </a:lnTo>
                  <a:close/>
                </a:path>
                <a:path w="3810" h="41910">
                  <a:moveTo>
                    <a:pt x="381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8099"/>
                  </a:lnTo>
                  <a:close/>
                </a:path>
                <a:path w="3810" h="41910">
                  <a:moveTo>
                    <a:pt x="1269" y="40639"/>
                  </a:moveTo>
                  <a:lnTo>
                    <a:pt x="0" y="40639"/>
                  </a:lnTo>
                  <a:lnTo>
                    <a:pt x="0" y="41909"/>
                  </a:lnTo>
                  <a:lnTo>
                    <a:pt x="1269" y="41909"/>
                  </a:lnTo>
                  <a:lnTo>
                    <a:pt x="1269" y="40639"/>
                  </a:lnTo>
                  <a:close/>
                </a:path>
              </a:pathLst>
            </a:custGeom>
            <a:solidFill>
              <a:srgbClr val="B4BF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" name="object 661"/>
            <p:cNvSpPr/>
            <p:nvPr/>
          </p:nvSpPr>
          <p:spPr>
            <a:xfrm>
              <a:off x="2531110" y="5317489"/>
              <a:ext cx="3810" cy="39370"/>
            </a:xfrm>
            <a:custGeom>
              <a:avLst/>
              <a:gdLst/>
              <a:ahLst/>
              <a:cxnLst/>
              <a:rect l="l" t="t" r="r" b="b"/>
              <a:pathLst>
                <a:path w="3810" h="39370">
                  <a:moveTo>
                    <a:pt x="3809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09" y="1270"/>
                  </a:lnTo>
                  <a:lnTo>
                    <a:pt x="3809" y="0"/>
                  </a:lnTo>
                  <a:close/>
                </a:path>
                <a:path w="3810" h="39370">
                  <a:moveTo>
                    <a:pt x="380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1270"/>
                  </a:lnTo>
                  <a:close/>
                </a:path>
                <a:path w="3810" h="39370">
                  <a:moveTo>
                    <a:pt x="380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09" y="7620"/>
                  </a:lnTo>
                  <a:lnTo>
                    <a:pt x="3809" y="5080"/>
                  </a:lnTo>
                  <a:close/>
                </a:path>
                <a:path w="3810" h="39370">
                  <a:moveTo>
                    <a:pt x="380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7620"/>
                  </a:lnTo>
                  <a:close/>
                </a:path>
                <a:path w="3810" h="39370">
                  <a:moveTo>
                    <a:pt x="3809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09" y="13970"/>
                  </a:lnTo>
                  <a:lnTo>
                    <a:pt x="3809" y="11430"/>
                  </a:lnTo>
                  <a:close/>
                </a:path>
                <a:path w="3810" h="39370">
                  <a:moveTo>
                    <a:pt x="3809" y="13970"/>
                  </a:moveTo>
                  <a:lnTo>
                    <a:pt x="0" y="13970"/>
                  </a:lnTo>
                  <a:lnTo>
                    <a:pt x="0" y="24130"/>
                  </a:lnTo>
                  <a:lnTo>
                    <a:pt x="3809" y="24130"/>
                  </a:lnTo>
                  <a:lnTo>
                    <a:pt x="3809" y="13970"/>
                  </a:lnTo>
                  <a:close/>
                </a:path>
                <a:path w="3810" h="39370">
                  <a:moveTo>
                    <a:pt x="3809" y="24130"/>
                  </a:moveTo>
                  <a:lnTo>
                    <a:pt x="0" y="24130"/>
                  </a:lnTo>
                  <a:lnTo>
                    <a:pt x="0" y="26670"/>
                  </a:lnTo>
                  <a:lnTo>
                    <a:pt x="3809" y="26670"/>
                  </a:lnTo>
                  <a:lnTo>
                    <a:pt x="3809" y="24130"/>
                  </a:lnTo>
                  <a:close/>
                </a:path>
                <a:path w="3810" h="39370">
                  <a:moveTo>
                    <a:pt x="3809" y="26670"/>
                  </a:moveTo>
                  <a:lnTo>
                    <a:pt x="0" y="26670"/>
                  </a:lnTo>
                  <a:lnTo>
                    <a:pt x="0" y="30480"/>
                  </a:lnTo>
                  <a:lnTo>
                    <a:pt x="3809" y="30480"/>
                  </a:lnTo>
                  <a:lnTo>
                    <a:pt x="3809" y="26670"/>
                  </a:lnTo>
                  <a:close/>
                </a:path>
                <a:path w="3810" h="39370">
                  <a:moveTo>
                    <a:pt x="3809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3809" y="33020"/>
                  </a:lnTo>
                  <a:lnTo>
                    <a:pt x="3809" y="30480"/>
                  </a:lnTo>
                  <a:close/>
                </a:path>
                <a:path w="3810" h="39370">
                  <a:moveTo>
                    <a:pt x="3809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3020"/>
                  </a:lnTo>
                  <a:close/>
                </a:path>
                <a:path w="3810" h="39370">
                  <a:moveTo>
                    <a:pt x="3809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1269" y="39370"/>
                  </a:lnTo>
                  <a:lnTo>
                    <a:pt x="1269" y="38100"/>
                  </a:lnTo>
                  <a:lnTo>
                    <a:pt x="3809" y="38100"/>
                  </a:lnTo>
                  <a:lnTo>
                    <a:pt x="3809" y="36830"/>
                  </a:lnTo>
                  <a:close/>
                </a:path>
              </a:pathLst>
            </a:custGeom>
            <a:solidFill>
              <a:srgbClr val="B6C1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2" name="object 662"/>
            <p:cNvSpPr/>
            <p:nvPr/>
          </p:nvSpPr>
          <p:spPr>
            <a:xfrm>
              <a:off x="2534920" y="5318759"/>
              <a:ext cx="2540" cy="36830"/>
            </a:xfrm>
            <a:custGeom>
              <a:avLst/>
              <a:gdLst/>
              <a:ahLst/>
              <a:cxnLst/>
              <a:rect l="l" t="t" r="r" b="b"/>
              <a:pathLst>
                <a:path w="2539" h="36829">
                  <a:moveTo>
                    <a:pt x="254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2540" y="3809"/>
                  </a:lnTo>
                  <a:lnTo>
                    <a:pt x="2540" y="0"/>
                  </a:lnTo>
                  <a:close/>
                </a:path>
                <a:path w="2539" h="36829">
                  <a:moveTo>
                    <a:pt x="254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2540" y="6349"/>
                  </a:lnTo>
                  <a:lnTo>
                    <a:pt x="2540" y="3809"/>
                  </a:lnTo>
                  <a:close/>
                </a:path>
                <a:path w="2539" h="36829">
                  <a:moveTo>
                    <a:pt x="254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2540" y="10159"/>
                  </a:lnTo>
                  <a:lnTo>
                    <a:pt x="2540" y="6350"/>
                  </a:lnTo>
                  <a:close/>
                </a:path>
                <a:path w="2539" h="36829">
                  <a:moveTo>
                    <a:pt x="254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2540" y="12699"/>
                  </a:lnTo>
                  <a:lnTo>
                    <a:pt x="2540" y="10159"/>
                  </a:lnTo>
                  <a:close/>
                </a:path>
                <a:path w="2539" h="36829">
                  <a:moveTo>
                    <a:pt x="2540" y="12700"/>
                  </a:moveTo>
                  <a:lnTo>
                    <a:pt x="0" y="12700"/>
                  </a:lnTo>
                  <a:lnTo>
                    <a:pt x="0" y="22859"/>
                  </a:lnTo>
                  <a:lnTo>
                    <a:pt x="2540" y="22859"/>
                  </a:lnTo>
                  <a:lnTo>
                    <a:pt x="2540" y="12700"/>
                  </a:lnTo>
                  <a:close/>
                </a:path>
                <a:path w="2539" h="36829">
                  <a:moveTo>
                    <a:pt x="2540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2540" y="25399"/>
                  </a:lnTo>
                  <a:lnTo>
                    <a:pt x="2540" y="22859"/>
                  </a:lnTo>
                  <a:close/>
                </a:path>
                <a:path w="2539" h="36829">
                  <a:moveTo>
                    <a:pt x="2540" y="25400"/>
                  </a:moveTo>
                  <a:lnTo>
                    <a:pt x="0" y="25400"/>
                  </a:lnTo>
                  <a:lnTo>
                    <a:pt x="0" y="29209"/>
                  </a:lnTo>
                  <a:lnTo>
                    <a:pt x="2540" y="29209"/>
                  </a:lnTo>
                  <a:lnTo>
                    <a:pt x="2540" y="25400"/>
                  </a:lnTo>
                  <a:close/>
                </a:path>
                <a:path w="2539" h="36829">
                  <a:moveTo>
                    <a:pt x="2540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2540" y="31749"/>
                  </a:lnTo>
                  <a:lnTo>
                    <a:pt x="2540" y="29209"/>
                  </a:lnTo>
                  <a:close/>
                </a:path>
                <a:path w="2539" h="36829">
                  <a:moveTo>
                    <a:pt x="2540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2540" y="35559"/>
                  </a:lnTo>
                  <a:lnTo>
                    <a:pt x="2540" y="31750"/>
                  </a:lnTo>
                  <a:close/>
                </a:path>
                <a:path w="2539" h="36829">
                  <a:moveTo>
                    <a:pt x="2540" y="35559"/>
                  </a:moveTo>
                  <a:lnTo>
                    <a:pt x="0" y="35559"/>
                  </a:lnTo>
                  <a:lnTo>
                    <a:pt x="0" y="36829"/>
                  </a:lnTo>
                  <a:lnTo>
                    <a:pt x="2540" y="36829"/>
                  </a:lnTo>
                  <a:lnTo>
                    <a:pt x="2540" y="35559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3" name="object 663"/>
            <p:cNvSpPr/>
            <p:nvPr/>
          </p:nvSpPr>
          <p:spPr>
            <a:xfrm>
              <a:off x="2537460" y="5318759"/>
              <a:ext cx="3810" cy="36830"/>
            </a:xfrm>
            <a:custGeom>
              <a:avLst/>
              <a:gdLst/>
              <a:ahLst/>
              <a:cxnLst/>
              <a:rect l="l" t="t" r="r" b="b"/>
              <a:pathLst>
                <a:path w="3810" h="36829">
                  <a:moveTo>
                    <a:pt x="126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3810" h="36829">
                  <a:moveTo>
                    <a:pt x="380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3809"/>
                  </a:lnTo>
                  <a:close/>
                </a:path>
                <a:path w="3810" h="36829">
                  <a:moveTo>
                    <a:pt x="380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6350"/>
                  </a:lnTo>
                  <a:close/>
                </a:path>
                <a:path w="3810" h="36829">
                  <a:moveTo>
                    <a:pt x="380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10159"/>
                  </a:lnTo>
                  <a:close/>
                </a:path>
                <a:path w="3810" h="36829">
                  <a:moveTo>
                    <a:pt x="3809" y="12700"/>
                  </a:moveTo>
                  <a:lnTo>
                    <a:pt x="0" y="12700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12700"/>
                  </a:lnTo>
                  <a:close/>
                </a:path>
                <a:path w="3810" h="36829">
                  <a:moveTo>
                    <a:pt x="3809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2859"/>
                  </a:lnTo>
                  <a:close/>
                </a:path>
                <a:path w="3810" h="36829">
                  <a:moveTo>
                    <a:pt x="3809" y="25400"/>
                  </a:moveTo>
                  <a:lnTo>
                    <a:pt x="0" y="25400"/>
                  </a:lnTo>
                  <a:lnTo>
                    <a:pt x="0" y="29209"/>
                  </a:lnTo>
                  <a:lnTo>
                    <a:pt x="3809" y="29209"/>
                  </a:lnTo>
                  <a:lnTo>
                    <a:pt x="3809" y="25400"/>
                  </a:lnTo>
                  <a:close/>
                </a:path>
                <a:path w="3810" h="36829">
                  <a:moveTo>
                    <a:pt x="3809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9209"/>
                  </a:lnTo>
                  <a:close/>
                </a:path>
                <a:path w="3810" h="36829">
                  <a:moveTo>
                    <a:pt x="3809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31750"/>
                  </a:lnTo>
                  <a:close/>
                </a:path>
                <a:path w="3810" h="36829">
                  <a:moveTo>
                    <a:pt x="1269" y="35559"/>
                  </a:moveTo>
                  <a:lnTo>
                    <a:pt x="0" y="35559"/>
                  </a:lnTo>
                  <a:lnTo>
                    <a:pt x="0" y="36829"/>
                  </a:lnTo>
                  <a:lnTo>
                    <a:pt x="1269" y="36829"/>
                  </a:lnTo>
                  <a:lnTo>
                    <a:pt x="1269" y="35559"/>
                  </a:lnTo>
                  <a:close/>
                </a:path>
              </a:pathLst>
            </a:custGeom>
            <a:solidFill>
              <a:srgbClr val="BC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" name="object 664"/>
            <p:cNvSpPr/>
            <p:nvPr/>
          </p:nvSpPr>
          <p:spPr>
            <a:xfrm>
              <a:off x="2541270" y="5320030"/>
              <a:ext cx="3810" cy="33020"/>
            </a:xfrm>
            <a:custGeom>
              <a:avLst/>
              <a:gdLst/>
              <a:ahLst/>
              <a:cxnLst/>
              <a:rect l="l" t="t" r="r" b="b"/>
              <a:pathLst>
                <a:path w="3810" h="33020">
                  <a:moveTo>
                    <a:pt x="126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3810" h="33020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33020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10" h="33020">
                  <a:moveTo>
                    <a:pt x="381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890"/>
                  </a:lnTo>
                  <a:close/>
                </a:path>
                <a:path w="3810" h="33020">
                  <a:moveTo>
                    <a:pt x="3810" y="11430"/>
                  </a:moveTo>
                  <a:lnTo>
                    <a:pt x="0" y="1143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1430"/>
                  </a:lnTo>
                  <a:close/>
                </a:path>
                <a:path w="3810" h="33020">
                  <a:moveTo>
                    <a:pt x="3810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1590"/>
                  </a:lnTo>
                  <a:close/>
                </a:path>
                <a:path w="3810" h="33020">
                  <a:moveTo>
                    <a:pt x="3810" y="24130"/>
                  </a:moveTo>
                  <a:lnTo>
                    <a:pt x="0" y="24130"/>
                  </a:lnTo>
                  <a:lnTo>
                    <a:pt x="0" y="27940"/>
                  </a:lnTo>
                  <a:lnTo>
                    <a:pt x="3810" y="27940"/>
                  </a:lnTo>
                  <a:lnTo>
                    <a:pt x="3810" y="24130"/>
                  </a:lnTo>
                  <a:close/>
                </a:path>
                <a:path w="3810" h="33020">
                  <a:moveTo>
                    <a:pt x="3810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27940"/>
                  </a:lnTo>
                  <a:close/>
                </a:path>
                <a:path w="3810" h="33020">
                  <a:moveTo>
                    <a:pt x="3810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3810" y="33020"/>
                  </a:lnTo>
                  <a:lnTo>
                    <a:pt x="3810" y="30480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5" name="object 665"/>
            <p:cNvSpPr/>
            <p:nvPr/>
          </p:nvSpPr>
          <p:spPr>
            <a:xfrm>
              <a:off x="2545079" y="5322570"/>
              <a:ext cx="3810" cy="30480"/>
            </a:xfrm>
            <a:custGeom>
              <a:avLst/>
              <a:gdLst/>
              <a:ahLst/>
              <a:cxnLst/>
              <a:rect l="l" t="t" r="r" b="b"/>
              <a:pathLst>
                <a:path w="3810" h="30479">
                  <a:moveTo>
                    <a:pt x="126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3810" h="30479">
                  <a:moveTo>
                    <a:pt x="380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2539"/>
                  </a:lnTo>
                  <a:close/>
                </a:path>
                <a:path w="3810" h="30479">
                  <a:moveTo>
                    <a:pt x="380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49"/>
                  </a:lnTo>
                  <a:close/>
                </a:path>
                <a:path w="3810" h="30479">
                  <a:moveTo>
                    <a:pt x="3809" y="8889"/>
                  </a:moveTo>
                  <a:lnTo>
                    <a:pt x="0" y="888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8889"/>
                  </a:lnTo>
                  <a:close/>
                </a:path>
                <a:path w="3810" h="30479">
                  <a:moveTo>
                    <a:pt x="3809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9049"/>
                  </a:lnTo>
                  <a:close/>
                </a:path>
                <a:path w="3810" h="30479">
                  <a:moveTo>
                    <a:pt x="3809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1589"/>
                  </a:lnTo>
                  <a:close/>
                </a:path>
                <a:path w="3810" h="30479">
                  <a:moveTo>
                    <a:pt x="3809" y="25399"/>
                  </a:moveTo>
                  <a:lnTo>
                    <a:pt x="0" y="25399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5399"/>
                  </a:lnTo>
                  <a:close/>
                </a:path>
                <a:path w="3810" h="30479">
                  <a:moveTo>
                    <a:pt x="3809" y="27939"/>
                  </a:moveTo>
                  <a:lnTo>
                    <a:pt x="0" y="27939"/>
                  </a:lnTo>
                  <a:lnTo>
                    <a:pt x="0" y="30479"/>
                  </a:lnTo>
                  <a:lnTo>
                    <a:pt x="1269" y="30479"/>
                  </a:lnTo>
                  <a:lnTo>
                    <a:pt x="1269" y="29209"/>
                  </a:lnTo>
                  <a:lnTo>
                    <a:pt x="3809" y="29209"/>
                  </a:lnTo>
                  <a:lnTo>
                    <a:pt x="3809" y="27939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6" name="object 666"/>
            <p:cNvSpPr/>
            <p:nvPr/>
          </p:nvSpPr>
          <p:spPr>
            <a:xfrm>
              <a:off x="2548889" y="5323839"/>
              <a:ext cx="3810" cy="26670"/>
            </a:xfrm>
            <a:custGeom>
              <a:avLst/>
              <a:gdLst/>
              <a:ahLst/>
              <a:cxnLst/>
              <a:rect l="l" t="t" r="r" b="b"/>
              <a:pathLst>
                <a:path w="3810" h="26670">
                  <a:moveTo>
                    <a:pt x="12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3810" h="26670">
                  <a:moveTo>
                    <a:pt x="381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70"/>
                  </a:lnTo>
                  <a:close/>
                </a:path>
                <a:path w="3810" h="26670">
                  <a:moveTo>
                    <a:pt x="3810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80"/>
                  </a:lnTo>
                  <a:close/>
                </a:path>
                <a:path w="3810" h="26670">
                  <a:moveTo>
                    <a:pt x="3810" y="7620"/>
                  </a:moveTo>
                  <a:lnTo>
                    <a:pt x="0" y="762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7620"/>
                  </a:lnTo>
                  <a:close/>
                </a:path>
                <a:path w="3810" h="26670">
                  <a:moveTo>
                    <a:pt x="3810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80"/>
                  </a:lnTo>
                  <a:close/>
                </a:path>
                <a:path w="3810" h="26670">
                  <a:moveTo>
                    <a:pt x="3810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0320"/>
                  </a:lnTo>
                  <a:close/>
                </a:path>
                <a:path w="3810" h="26670">
                  <a:moveTo>
                    <a:pt x="3810" y="24130"/>
                  </a:moveTo>
                  <a:lnTo>
                    <a:pt x="0" y="24130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4130"/>
                  </a:lnTo>
                  <a:close/>
                </a:path>
              </a:pathLst>
            </a:custGeom>
            <a:solidFill>
              <a:srgbClr val="C4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7" name="object 667"/>
            <p:cNvSpPr/>
            <p:nvPr/>
          </p:nvSpPr>
          <p:spPr>
            <a:xfrm>
              <a:off x="2552700" y="5326380"/>
              <a:ext cx="3810" cy="22860"/>
            </a:xfrm>
            <a:custGeom>
              <a:avLst/>
              <a:gdLst/>
              <a:ahLst/>
              <a:cxnLst/>
              <a:rect l="l" t="t" r="r" b="b"/>
              <a:pathLst>
                <a:path w="3810" h="22860">
                  <a:moveTo>
                    <a:pt x="253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1270"/>
                  </a:lnTo>
                  <a:lnTo>
                    <a:pt x="2539" y="1270"/>
                  </a:lnTo>
                  <a:lnTo>
                    <a:pt x="2539" y="0"/>
                  </a:lnTo>
                  <a:close/>
                </a:path>
                <a:path w="3810" h="22860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22860">
                  <a:moveTo>
                    <a:pt x="3810" y="5080"/>
                  </a:moveTo>
                  <a:lnTo>
                    <a:pt x="0" y="508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5080"/>
                  </a:lnTo>
                  <a:close/>
                </a:path>
                <a:path w="3810" h="22860">
                  <a:moveTo>
                    <a:pt x="381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40"/>
                  </a:lnTo>
                  <a:close/>
                </a:path>
                <a:path w="3810" h="22860">
                  <a:moveTo>
                    <a:pt x="3810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80"/>
                  </a:lnTo>
                  <a:close/>
                </a:path>
                <a:path w="3810" h="22860">
                  <a:moveTo>
                    <a:pt x="1269" y="21590"/>
                  </a:moveTo>
                  <a:lnTo>
                    <a:pt x="0" y="21590"/>
                  </a:lnTo>
                  <a:lnTo>
                    <a:pt x="0" y="22860"/>
                  </a:lnTo>
                  <a:lnTo>
                    <a:pt x="1269" y="22860"/>
                  </a:lnTo>
                  <a:lnTo>
                    <a:pt x="1269" y="21590"/>
                  </a:lnTo>
                  <a:close/>
                </a:path>
              </a:pathLst>
            </a:custGeom>
            <a:solidFill>
              <a:srgbClr val="C6CF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" name="object 668"/>
            <p:cNvSpPr/>
            <p:nvPr/>
          </p:nvSpPr>
          <p:spPr>
            <a:xfrm>
              <a:off x="2556510" y="5328920"/>
              <a:ext cx="2540" cy="17780"/>
            </a:xfrm>
            <a:custGeom>
              <a:avLst/>
              <a:gdLst/>
              <a:ahLst/>
              <a:cxnLst/>
              <a:rect l="l" t="t" r="r" b="b"/>
              <a:pathLst>
                <a:path w="2539" h="17779">
                  <a:moveTo>
                    <a:pt x="253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39" y="2539"/>
                  </a:lnTo>
                  <a:lnTo>
                    <a:pt x="2539" y="0"/>
                  </a:lnTo>
                  <a:close/>
                </a:path>
                <a:path w="2539" h="17779">
                  <a:moveTo>
                    <a:pt x="2539" y="2539"/>
                  </a:moveTo>
                  <a:lnTo>
                    <a:pt x="0" y="2539"/>
                  </a:lnTo>
                  <a:lnTo>
                    <a:pt x="0" y="12699"/>
                  </a:lnTo>
                  <a:lnTo>
                    <a:pt x="2539" y="12699"/>
                  </a:lnTo>
                  <a:lnTo>
                    <a:pt x="2539" y="2539"/>
                  </a:lnTo>
                  <a:close/>
                </a:path>
                <a:path w="2539" h="17779">
                  <a:moveTo>
                    <a:pt x="253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2539" y="15239"/>
                  </a:lnTo>
                  <a:lnTo>
                    <a:pt x="2539" y="12699"/>
                  </a:lnTo>
                  <a:close/>
                </a:path>
                <a:path w="2539" h="17779">
                  <a:moveTo>
                    <a:pt x="2539" y="15239"/>
                  </a:moveTo>
                  <a:lnTo>
                    <a:pt x="0" y="15239"/>
                  </a:lnTo>
                  <a:lnTo>
                    <a:pt x="0" y="17779"/>
                  </a:lnTo>
                  <a:lnTo>
                    <a:pt x="2539" y="17779"/>
                  </a:lnTo>
                  <a:lnTo>
                    <a:pt x="2539" y="15239"/>
                  </a:lnTo>
                  <a:close/>
                </a:path>
              </a:pathLst>
            </a:custGeom>
            <a:solidFill>
              <a:srgbClr val="C9D1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" name="object 669"/>
            <p:cNvSpPr/>
            <p:nvPr/>
          </p:nvSpPr>
          <p:spPr>
            <a:xfrm>
              <a:off x="2559050" y="5330189"/>
              <a:ext cx="3810" cy="15240"/>
            </a:xfrm>
            <a:custGeom>
              <a:avLst/>
              <a:gdLst/>
              <a:ahLst/>
              <a:cxnLst/>
              <a:rect l="l" t="t" r="r" b="b"/>
              <a:pathLst>
                <a:path w="3810" h="15239">
                  <a:moveTo>
                    <a:pt x="1269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3810" h="15239">
                  <a:moveTo>
                    <a:pt x="1269" y="1270"/>
                  </a:moveTo>
                  <a:lnTo>
                    <a:pt x="0" y="127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3810"/>
                  </a:lnTo>
                  <a:lnTo>
                    <a:pt x="2539" y="3810"/>
                  </a:lnTo>
                  <a:lnTo>
                    <a:pt x="2539" y="2540"/>
                  </a:lnTo>
                  <a:lnTo>
                    <a:pt x="1269" y="2540"/>
                  </a:lnTo>
                  <a:lnTo>
                    <a:pt x="1269" y="1270"/>
                  </a:lnTo>
                  <a:close/>
                </a:path>
                <a:path w="3810" h="15239">
                  <a:moveTo>
                    <a:pt x="2539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1269" y="13970"/>
                  </a:lnTo>
                  <a:lnTo>
                    <a:pt x="1269" y="12700"/>
                  </a:lnTo>
                  <a:lnTo>
                    <a:pt x="2539" y="12700"/>
                  </a:lnTo>
                  <a:lnTo>
                    <a:pt x="2539" y="11430"/>
                  </a:lnTo>
                  <a:close/>
                </a:path>
                <a:path w="3810" h="15239">
                  <a:moveTo>
                    <a:pt x="1269" y="13970"/>
                  </a:moveTo>
                  <a:lnTo>
                    <a:pt x="0" y="13970"/>
                  </a:lnTo>
                  <a:lnTo>
                    <a:pt x="0" y="15240"/>
                  </a:lnTo>
                  <a:lnTo>
                    <a:pt x="1269" y="15240"/>
                  </a:lnTo>
                  <a:lnTo>
                    <a:pt x="1269" y="13970"/>
                  </a:lnTo>
                  <a:close/>
                </a:path>
              </a:pathLst>
            </a:custGeom>
            <a:solidFill>
              <a:srgbClr val="CCD3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" name="object 670"/>
            <p:cNvSpPr/>
            <p:nvPr/>
          </p:nvSpPr>
          <p:spPr>
            <a:xfrm>
              <a:off x="2562860" y="5334000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0"/>
                  </a:moveTo>
                  <a:lnTo>
                    <a:pt x="0" y="76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1" name="object 671"/>
            <p:cNvSpPr/>
            <p:nvPr/>
          </p:nvSpPr>
          <p:spPr>
            <a:xfrm>
              <a:off x="2277110" y="5306059"/>
              <a:ext cx="284480" cy="62230"/>
            </a:xfrm>
            <a:custGeom>
              <a:avLst/>
              <a:gdLst/>
              <a:ahLst/>
              <a:cxnLst/>
              <a:rect l="l" t="t" r="r" b="b"/>
              <a:pathLst>
                <a:path w="284480" h="62229">
                  <a:moveTo>
                    <a:pt x="142239" y="0"/>
                  </a:moveTo>
                  <a:lnTo>
                    <a:pt x="87332" y="2440"/>
                  </a:lnTo>
                  <a:lnTo>
                    <a:pt x="42068" y="9048"/>
                  </a:lnTo>
                  <a:lnTo>
                    <a:pt x="11330" y="18752"/>
                  </a:lnTo>
                  <a:lnTo>
                    <a:pt x="0" y="30479"/>
                  </a:lnTo>
                  <a:lnTo>
                    <a:pt x="11330" y="42941"/>
                  </a:lnTo>
                  <a:lnTo>
                    <a:pt x="42068" y="53022"/>
                  </a:lnTo>
                  <a:lnTo>
                    <a:pt x="87332" y="59769"/>
                  </a:lnTo>
                  <a:lnTo>
                    <a:pt x="142239" y="62229"/>
                  </a:lnTo>
                  <a:lnTo>
                    <a:pt x="197147" y="59769"/>
                  </a:lnTo>
                  <a:lnTo>
                    <a:pt x="242411" y="53022"/>
                  </a:lnTo>
                  <a:lnTo>
                    <a:pt x="273149" y="42941"/>
                  </a:lnTo>
                  <a:lnTo>
                    <a:pt x="284479" y="30479"/>
                  </a:lnTo>
                  <a:lnTo>
                    <a:pt x="273149" y="18752"/>
                  </a:lnTo>
                  <a:lnTo>
                    <a:pt x="242411" y="9048"/>
                  </a:lnTo>
                  <a:lnTo>
                    <a:pt x="197147" y="2440"/>
                  </a:lnTo>
                  <a:lnTo>
                    <a:pt x="142239" y="0"/>
                  </a:lnTo>
                  <a:close/>
                </a:path>
              </a:pathLst>
            </a:custGeom>
            <a:ln w="646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2" name="object 672"/>
            <p:cNvSpPr/>
            <p:nvPr/>
          </p:nvSpPr>
          <p:spPr>
            <a:xfrm>
              <a:off x="2277110" y="5115559"/>
              <a:ext cx="3810" cy="200660"/>
            </a:xfrm>
            <a:custGeom>
              <a:avLst/>
              <a:gdLst/>
              <a:ahLst/>
              <a:cxnLst/>
              <a:rect l="l" t="t" r="r" b="b"/>
              <a:pathLst>
                <a:path w="3810" h="200660">
                  <a:moveTo>
                    <a:pt x="3810" y="0"/>
                  </a:moveTo>
                  <a:lnTo>
                    <a:pt x="2540" y="0"/>
                  </a:lnTo>
                  <a:lnTo>
                    <a:pt x="2540" y="2540"/>
                  </a:lnTo>
                  <a:lnTo>
                    <a:pt x="1270" y="2540"/>
                  </a:lnTo>
                  <a:lnTo>
                    <a:pt x="1270" y="5080"/>
                  </a:lnTo>
                  <a:lnTo>
                    <a:pt x="0" y="5080"/>
                  </a:lnTo>
                  <a:lnTo>
                    <a:pt x="0" y="195580"/>
                  </a:lnTo>
                  <a:lnTo>
                    <a:pt x="1270" y="195580"/>
                  </a:lnTo>
                  <a:lnTo>
                    <a:pt x="1270" y="199390"/>
                  </a:lnTo>
                  <a:lnTo>
                    <a:pt x="2540" y="199390"/>
                  </a:lnTo>
                  <a:lnTo>
                    <a:pt x="2540" y="200660"/>
                  </a:lnTo>
                  <a:lnTo>
                    <a:pt x="3810" y="200660"/>
                  </a:lnTo>
                  <a:lnTo>
                    <a:pt x="3810" y="199390"/>
                  </a:lnTo>
                  <a:lnTo>
                    <a:pt x="3810" y="195580"/>
                  </a:lnTo>
                  <a:lnTo>
                    <a:pt x="3810" y="508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3" name="object 673"/>
            <p:cNvSpPr/>
            <p:nvPr/>
          </p:nvSpPr>
          <p:spPr>
            <a:xfrm>
              <a:off x="2280920" y="5113019"/>
              <a:ext cx="3810" cy="207010"/>
            </a:xfrm>
            <a:custGeom>
              <a:avLst/>
              <a:gdLst/>
              <a:ahLst/>
              <a:cxnLst/>
              <a:rect l="l" t="t" r="r" b="b"/>
              <a:pathLst>
                <a:path w="3810" h="207010">
                  <a:moveTo>
                    <a:pt x="3810" y="205752"/>
                  </a:moveTo>
                  <a:lnTo>
                    <a:pt x="1270" y="205752"/>
                  </a:lnTo>
                  <a:lnTo>
                    <a:pt x="1270" y="207010"/>
                  </a:lnTo>
                  <a:lnTo>
                    <a:pt x="3810" y="207010"/>
                  </a:lnTo>
                  <a:lnTo>
                    <a:pt x="3810" y="205752"/>
                  </a:lnTo>
                  <a:close/>
                </a:path>
                <a:path w="3810" h="207010">
                  <a:moveTo>
                    <a:pt x="3810" y="1282"/>
                  </a:moveTo>
                  <a:lnTo>
                    <a:pt x="0" y="1282"/>
                  </a:lnTo>
                  <a:lnTo>
                    <a:pt x="0" y="203200"/>
                  </a:lnTo>
                  <a:lnTo>
                    <a:pt x="0" y="204470"/>
                  </a:lnTo>
                  <a:lnTo>
                    <a:pt x="1270" y="204470"/>
                  </a:lnTo>
                  <a:lnTo>
                    <a:pt x="1270" y="205740"/>
                  </a:lnTo>
                  <a:lnTo>
                    <a:pt x="3810" y="205740"/>
                  </a:lnTo>
                  <a:lnTo>
                    <a:pt x="3810" y="204470"/>
                  </a:lnTo>
                  <a:lnTo>
                    <a:pt x="3810" y="203200"/>
                  </a:lnTo>
                  <a:lnTo>
                    <a:pt x="3810" y="1282"/>
                  </a:lnTo>
                  <a:close/>
                </a:path>
                <a:path w="3810" h="207010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CED5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4" name="object 674"/>
            <p:cNvSpPr/>
            <p:nvPr/>
          </p:nvSpPr>
          <p:spPr>
            <a:xfrm>
              <a:off x="2284730" y="5111750"/>
              <a:ext cx="2540" cy="210820"/>
            </a:xfrm>
            <a:custGeom>
              <a:avLst/>
              <a:gdLst/>
              <a:ahLst/>
              <a:cxnLst/>
              <a:rect l="l" t="t" r="r" b="b"/>
              <a:pathLst>
                <a:path w="2539" h="210820">
                  <a:moveTo>
                    <a:pt x="2540" y="204482"/>
                  </a:moveTo>
                  <a:lnTo>
                    <a:pt x="0" y="204482"/>
                  </a:lnTo>
                  <a:lnTo>
                    <a:pt x="0" y="207010"/>
                  </a:lnTo>
                  <a:lnTo>
                    <a:pt x="0" y="209550"/>
                  </a:lnTo>
                  <a:lnTo>
                    <a:pt x="1270" y="209550"/>
                  </a:lnTo>
                  <a:lnTo>
                    <a:pt x="1270" y="210820"/>
                  </a:lnTo>
                  <a:lnTo>
                    <a:pt x="2540" y="210820"/>
                  </a:lnTo>
                  <a:lnTo>
                    <a:pt x="2540" y="209550"/>
                  </a:lnTo>
                  <a:lnTo>
                    <a:pt x="2540" y="207010"/>
                  </a:lnTo>
                  <a:lnTo>
                    <a:pt x="2540" y="204482"/>
                  </a:lnTo>
                  <a:close/>
                </a:path>
                <a:path w="2539" h="210820">
                  <a:moveTo>
                    <a:pt x="2540" y="2552"/>
                  </a:moveTo>
                  <a:lnTo>
                    <a:pt x="0" y="2552"/>
                  </a:lnTo>
                  <a:lnTo>
                    <a:pt x="0" y="204470"/>
                  </a:lnTo>
                  <a:lnTo>
                    <a:pt x="2540" y="204470"/>
                  </a:lnTo>
                  <a:lnTo>
                    <a:pt x="2540" y="2552"/>
                  </a:lnTo>
                  <a:close/>
                </a:path>
                <a:path w="2539" h="210820">
                  <a:moveTo>
                    <a:pt x="254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540" y="254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CCD3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" name="object 675"/>
            <p:cNvSpPr/>
            <p:nvPr/>
          </p:nvSpPr>
          <p:spPr>
            <a:xfrm>
              <a:off x="2287269" y="5109209"/>
              <a:ext cx="3810" cy="214629"/>
            </a:xfrm>
            <a:custGeom>
              <a:avLst/>
              <a:gdLst/>
              <a:ahLst/>
              <a:cxnLst/>
              <a:rect l="l" t="t" r="r" b="b"/>
              <a:pathLst>
                <a:path w="3810" h="214629">
                  <a:moveTo>
                    <a:pt x="3810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10" h="214629">
                  <a:moveTo>
                    <a:pt x="3810" y="5080"/>
                  </a:moveTo>
                  <a:lnTo>
                    <a:pt x="0" y="5080"/>
                  </a:lnTo>
                  <a:lnTo>
                    <a:pt x="0" y="207009"/>
                  </a:lnTo>
                  <a:lnTo>
                    <a:pt x="3810" y="207009"/>
                  </a:lnTo>
                  <a:lnTo>
                    <a:pt x="3810" y="5080"/>
                  </a:lnTo>
                  <a:close/>
                </a:path>
                <a:path w="3810" h="214629">
                  <a:moveTo>
                    <a:pt x="3810" y="207009"/>
                  </a:moveTo>
                  <a:lnTo>
                    <a:pt x="0" y="207009"/>
                  </a:lnTo>
                  <a:lnTo>
                    <a:pt x="0" y="209549"/>
                  </a:lnTo>
                  <a:lnTo>
                    <a:pt x="3810" y="209549"/>
                  </a:lnTo>
                  <a:lnTo>
                    <a:pt x="3810" y="207009"/>
                  </a:lnTo>
                  <a:close/>
                </a:path>
                <a:path w="3810" h="214629">
                  <a:moveTo>
                    <a:pt x="3810" y="209550"/>
                  </a:moveTo>
                  <a:lnTo>
                    <a:pt x="0" y="209550"/>
                  </a:lnTo>
                  <a:lnTo>
                    <a:pt x="0" y="213359"/>
                  </a:lnTo>
                  <a:lnTo>
                    <a:pt x="3810" y="213359"/>
                  </a:lnTo>
                  <a:lnTo>
                    <a:pt x="3810" y="209550"/>
                  </a:lnTo>
                  <a:close/>
                </a:path>
                <a:path w="3810" h="214629">
                  <a:moveTo>
                    <a:pt x="3810" y="213359"/>
                  </a:moveTo>
                  <a:lnTo>
                    <a:pt x="1269" y="213359"/>
                  </a:lnTo>
                  <a:lnTo>
                    <a:pt x="1269" y="214629"/>
                  </a:lnTo>
                  <a:lnTo>
                    <a:pt x="3810" y="214629"/>
                  </a:lnTo>
                  <a:lnTo>
                    <a:pt x="3810" y="213359"/>
                  </a:lnTo>
                  <a:close/>
                </a:path>
              </a:pathLst>
            </a:custGeom>
            <a:solidFill>
              <a:srgbClr val="C9D1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6" name="object 676"/>
            <p:cNvSpPr/>
            <p:nvPr/>
          </p:nvSpPr>
          <p:spPr>
            <a:xfrm>
              <a:off x="2291080" y="5107939"/>
              <a:ext cx="3810" cy="217170"/>
            </a:xfrm>
            <a:custGeom>
              <a:avLst/>
              <a:gdLst/>
              <a:ahLst/>
              <a:cxnLst/>
              <a:rect l="l" t="t" r="r" b="b"/>
              <a:pathLst>
                <a:path w="3810" h="217170">
                  <a:moveTo>
                    <a:pt x="3809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0"/>
                  </a:lnTo>
                  <a:close/>
                </a:path>
                <a:path w="3810" h="217170">
                  <a:moveTo>
                    <a:pt x="3809" y="6349"/>
                  </a:moveTo>
                  <a:lnTo>
                    <a:pt x="0" y="6349"/>
                  </a:lnTo>
                  <a:lnTo>
                    <a:pt x="0" y="208279"/>
                  </a:lnTo>
                  <a:lnTo>
                    <a:pt x="3809" y="208279"/>
                  </a:lnTo>
                  <a:lnTo>
                    <a:pt x="3809" y="6349"/>
                  </a:lnTo>
                  <a:close/>
                </a:path>
                <a:path w="3810" h="217170">
                  <a:moveTo>
                    <a:pt x="3809" y="208279"/>
                  </a:moveTo>
                  <a:lnTo>
                    <a:pt x="0" y="208279"/>
                  </a:lnTo>
                  <a:lnTo>
                    <a:pt x="0" y="210819"/>
                  </a:lnTo>
                  <a:lnTo>
                    <a:pt x="3809" y="210819"/>
                  </a:lnTo>
                  <a:lnTo>
                    <a:pt x="3809" y="208279"/>
                  </a:lnTo>
                  <a:close/>
                </a:path>
                <a:path w="3810" h="217170">
                  <a:moveTo>
                    <a:pt x="3809" y="210819"/>
                  </a:moveTo>
                  <a:lnTo>
                    <a:pt x="0" y="210819"/>
                  </a:lnTo>
                  <a:lnTo>
                    <a:pt x="0" y="214629"/>
                  </a:lnTo>
                  <a:lnTo>
                    <a:pt x="3809" y="214629"/>
                  </a:lnTo>
                  <a:lnTo>
                    <a:pt x="3809" y="210819"/>
                  </a:lnTo>
                  <a:close/>
                </a:path>
                <a:path w="3810" h="217170">
                  <a:moveTo>
                    <a:pt x="3809" y="214629"/>
                  </a:moveTo>
                  <a:lnTo>
                    <a:pt x="0" y="214629"/>
                  </a:lnTo>
                  <a:lnTo>
                    <a:pt x="0" y="217169"/>
                  </a:lnTo>
                  <a:lnTo>
                    <a:pt x="3809" y="217169"/>
                  </a:lnTo>
                  <a:lnTo>
                    <a:pt x="3809" y="214629"/>
                  </a:lnTo>
                  <a:close/>
                </a:path>
              </a:pathLst>
            </a:custGeom>
            <a:solidFill>
              <a:srgbClr val="C6CF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7" name="object 677"/>
            <p:cNvSpPr/>
            <p:nvPr/>
          </p:nvSpPr>
          <p:spPr>
            <a:xfrm>
              <a:off x="2294889" y="5106670"/>
              <a:ext cx="3810" cy="220979"/>
            </a:xfrm>
            <a:custGeom>
              <a:avLst/>
              <a:gdLst/>
              <a:ahLst/>
              <a:cxnLst/>
              <a:rect l="l" t="t" r="r" b="b"/>
              <a:pathLst>
                <a:path w="3810" h="220979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220979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10" h="220979">
                  <a:moveTo>
                    <a:pt x="3810" y="7619"/>
                  </a:moveTo>
                  <a:lnTo>
                    <a:pt x="0" y="7619"/>
                  </a:lnTo>
                  <a:lnTo>
                    <a:pt x="0" y="209549"/>
                  </a:lnTo>
                  <a:lnTo>
                    <a:pt x="3810" y="209549"/>
                  </a:lnTo>
                  <a:lnTo>
                    <a:pt x="3810" y="7619"/>
                  </a:lnTo>
                  <a:close/>
                </a:path>
                <a:path w="3810" h="220979">
                  <a:moveTo>
                    <a:pt x="3810" y="209549"/>
                  </a:moveTo>
                  <a:lnTo>
                    <a:pt x="0" y="209549"/>
                  </a:lnTo>
                  <a:lnTo>
                    <a:pt x="0" y="212089"/>
                  </a:lnTo>
                  <a:lnTo>
                    <a:pt x="3810" y="212089"/>
                  </a:lnTo>
                  <a:lnTo>
                    <a:pt x="3810" y="209549"/>
                  </a:lnTo>
                  <a:close/>
                </a:path>
                <a:path w="3810" h="220979">
                  <a:moveTo>
                    <a:pt x="3810" y="212089"/>
                  </a:moveTo>
                  <a:lnTo>
                    <a:pt x="0" y="212089"/>
                  </a:lnTo>
                  <a:lnTo>
                    <a:pt x="0" y="215899"/>
                  </a:lnTo>
                  <a:lnTo>
                    <a:pt x="3810" y="215899"/>
                  </a:lnTo>
                  <a:lnTo>
                    <a:pt x="3810" y="212089"/>
                  </a:lnTo>
                  <a:close/>
                </a:path>
                <a:path w="3810" h="220979">
                  <a:moveTo>
                    <a:pt x="3810" y="215899"/>
                  </a:moveTo>
                  <a:lnTo>
                    <a:pt x="0" y="215899"/>
                  </a:lnTo>
                  <a:lnTo>
                    <a:pt x="0" y="218439"/>
                  </a:lnTo>
                  <a:lnTo>
                    <a:pt x="3810" y="218439"/>
                  </a:lnTo>
                  <a:lnTo>
                    <a:pt x="3810" y="215899"/>
                  </a:lnTo>
                  <a:close/>
                </a:path>
                <a:path w="3810" h="220979">
                  <a:moveTo>
                    <a:pt x="3810" y="218439"/>
                  </a:moveTo>
                  <a:lnTo>
                    <a:pt x="0" y="218439"/>
                  </a:lnTo>
                  <a:lnTo>
                    <a:pt x="0" y="219709"/>
                  </a:lnTo>
                  <a:lnTo>
                    <a:pt x="2540" y="219709"/>
                  </a:lnTo>
                  <a:lnTo>
                    <a:pt x="2540" y="220979"/>
                  </a:lnTo>
                  <a:lnTo>
                    <a:pt x="3810" y="220979"/>
                  </a:lnTo>
                  <a:lnTo>
                    <a:pt x="3810" y="218439"/>
                  </a:lnTo>
                  <a:close/>
                </a:path>
              </a:pathLst>
            </a:custGeom>
            <a:solidFill>
              <a:srgbClr val="C3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8" name="object 678"/>
            <p:cNvSpPr/>
            <p:nvPr/>
          </p:nvSpPr>
          <p:spPr>
            <a:xfrm>
              <a:off x="2298700" y="5104130"/>
              <a:ext cx="3810" cy="223520"/>
            </a:xfrm>
            <a:custGeom>
              <a:avLst/>
              <a:gdLst/>
              <a:ahLst/>
              <a:cxnLst/>
              <a:rect l="l" t="t" r="r" b="b"/>
              <a:pathLst>
                <a:path w="3810" h="223520">
                  <a:moveTo>
                    <a:pt x="3810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10" h="223520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10" h="223520">
                  <a:moveTo>
                    <a:pt x="3810" y="10160"/>
                  </a:moveTo>
                  <a:lnTo>
                    <a:pt x="0" y="10160"/>
                  </a:lnTo>
                  <a:lnTo>
                    <a:pt x="0" y="212090"/>
                  </a:lnTo>
                  <a:lnTo>
                    <a:pt x="3810" y="212090"/>
                  </a:lnTo>
                  <a:lnTo>
                    <a:pt x="3810" y="10160"/>
                  </a:lnTo>
                  <a:close/>
                </a:path>
                <a:path w="3810" h="223520">
                  <a:moveTo>
                    <a:pt x="3810" y="212090"/>
                  </a:moveTo>
                  <a:lnTo>
                    <a:pt x="0" y="212090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212090"/>
                  </a:lnTo>
                  <a:close/>
                </a:path>
                <a:path w="3810" h="223520">
                  <a:moveTo>
                    <a:pt x="3810" y="214630"/>
                  </a:moveTo>
                  <a:lnTo>
                    <a:pt x="0" y="214630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4630"/>
                  </a:lnTo>
                  <a:close/>
                </a:path>
                <a:path w="3810" h="223520">
                  <a:moveTo>
                    <a:pt x="3810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8440"/>
                  </a:lnTo>
                  <a:close/>
                </a:path>
                <a:path w="3810" h="223520">
                  <a:moveTo>
                    <a:pt x="3810" y="220980"/>
                  </a:moveTo>
                  <a:lnTo>
                    <a:pt x="0" y="220980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80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" name="object 679"/>
            <p:cNvSpPr/>
            <p:nvPr/>
          </p:nvSpPr>
          <p:spPr>
            <a:xfrm>
              <a:off x="2302510" y="5102859"/>
              <a:ext cx="3810" cy="227329"/>
            </a:xfrm>
            <a:custGeom>
              <a:avLst/>
              <a:gdLst/>
              <a:ahLst/>
              <a:cxnLst/>
              <a:rect l="l" t="t" r="r" b="b"/>
              <a:pathLst>
                <a:path w="3810" h="227329">
                  <a:moveTo>
                    <a:pt x="3810" y="226072"/>
                  </a:moveTo>
                  <a:lnTo>
                    <a:pt x="2540" y="226072"/>
                  </a:lnTo>
                  <a:lnTo>
                    <a:pt x="2540" y="227330"/>
                  </a:lnTo>
                  <a:lnTo>
                    <a:pt x="3810" y="227330"/>
                  </a:lnTo>
                  <a:lnTo>
                    <a:pt x="3810" y="226072"/>
                  </a:lnTo>
                  <a:close/>
                </a:path>
                <a:path w="3810" h="227329">
                  <a:moveTo>
                    <a:pt x="381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2262"/>
                  </a:lnTo>
                  <a:close/>
                </a:path>
                <a:path w="3810" h="227329">
                  <a:moveTo>
                    <a:pt x="381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19722"/>
                  </a:lnTo>
                  <a:close/>
                </a:path>
                <a:path w="3810" h="227329">
                  <a:moveTo>
                    <a:pt x="3810" y="215912"/>
                  </a:moveTo>
                  <a:lnTo>
                    <a:pt x="0" y="21591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15912"/>
                  </a:lnTo>
                  <a:close/>
                </a:path>
                <a:path w="3810" h="227329">
                  <a:moveTo>
                    <a:pt x="3810" y="213372"/>
                  </a:moveTo>
                  <a:lnTo>
                    <a:pt x="0" y="213372"/>
                  </a:lnTo>
                  <a:lnTo>
                    <a:pt x="0" y="215900"/>
                  </a:lnTo>
                  <a:lnTo>
                    <a:pt x="3810" y="215900"/>
                  </a:lnTo>
                  <a:lnTo>
                    <a:pt x="3810" y="213372"/>
                  </a:lnTo>
                  <a:close/>
                </a:path>
                <a:path w="3810" h="227329">
                  <a:moveTo>
                    <a:pt x="3810" y="11442"/>
                  </a:moveTo>
                  <a:lnTo>
                    <a:pt x="0" y="11442"/>
                  </a:lnTo>
                  <a:lnTo>
                    <a:pt x="0" y="213360"/>
                  </a:lnTo>
                  <a:lnTo>
                    <a:pt x="3810" y="213360"/>
                  </a:lnTo>
                  <a:lnTo>
                    <a:pt x="3810" y="11442"/>
                  </a:lnTo>
                  <a:close/>
                </a:path>
                <a:path w="3810" h="22732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2732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0" name="object 680"/>
            <p:cNvSpPr/>
            <p:nvPr/>
          </p:nvSpPr>
          <p:spPr>
            <a:xfrm>
              <a:off x="2306320" y="5102859"/>
              <a:ext cx="2540" cy="227329"/>
            </a:xfrm>
            <a:custGeom>
              <a:avLst/>
              <a:gdLst/>
              <a:ahLst/>
              <a:cxnLst/>
              <a:rect l="l" t="t" r="r" b="b"/>
              <a:pathLst>
                <a:path w="2539" h="227329">
                  <a:moveTo>
                    <a:pt x="2540" y="226072"/>
                  </a:moveTo>
                  <a:lnTo>
                    <a:pt x="0" y="226072"/>
                  </a:lnTo>
                  <a:lnTo>
                    <a:pt x="0" y="227330"/>
                  </a:lnTo>
                  <a:lnTo>
                    <a:pt x="2540" y="227330"/>
                  </a:lnTo>
                  <a:lnTo>
                    <a:pt x="2540" y="226072"/>
                  </a:lnTo>
                  <a:close/>
                </a:path>
                <a:path w="2539" h="227329">
                  <a:moveTo>
                    <a:pt x="254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2540" y="226060"/>
                  </a:lnTo>
                  <a:lnTo>
                    <a:pt x="2540" y="222262"/>
                  </a:lnTo>
                  <a:close/>
                </a:path>
                <a:path w="2539" h="227329">
                  <a:moveTo>
                    <a:pt x="254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2540" y="222250"/>
                  </a:lnTo>
                  <a:lnTo>
                    <a:pt x="2540" y="219722"/>
                  </a:lnTo>
                  <a:close/>
                </a:path>
                <a:path w="2539" h="227329">
                  <a:moveTo>
                    <a:pt x="2540" y="215912"/>
                  </a:moveTo>
                  <a:lnTo>
                    <a:pt x="0" y="215912"/>
                  </a:lnTo>
                  <a:lnTo>
                    <a:pt x="0" y="219710"/>
                  </a:lnTo>
                  <a:lnTo>
                    <a:pt x="2540" y="219710"/>
                  </a:lnTo>
                  <a:lnTo>
                    <a:pt x="2540" y="215912"/>
                  </a:lnTo>
                  <a:close/>
                </a:path>
                <a:path w="2539" h="227329">
                  <a:moveTo>
                    <a:pt x="2540" y="213372"/>
                  </a:moveTo>
                  <a:lnTo>
                    <a:pt x="0" y="213372"/>
                  </a:lnTo>
                  <a:lnTo>
                    <a:pt x="0" y="215900"/>
                  </a:lnTo>
                  <a:lnTo>
                    <a:pt x="2540" y="215900"/>
                  </a:lnTo>
                  <a:lnTo>
                    <a:pt x="2540" y="213372"/>
                  </a:lnTo>
                  <a:close/>
                </a:path>
                <a:path w="2539" h="227329">
                  <a:moveTo>
                    <a:pt x="2540" y="11442"/>
                  </a:moveTo>
                  <a:lnTo>
                    <a:pt x="0" y="11442"/>
                  </a:lnTo>
                  <a:lnTo>
                    <a:pt x="0" y="213360"/>
                  </a:lnTo>
                  <a:lnTo>
                    <a:pt x="2540" y="213360"/>
                  </a:lnTo>
                  <a:lnTo>
                    <a:pt x="2540" y="11442"/>
                  </a:lnTo>
                  <a:close/>
                </a:path>
                <a:path w="2539" h="227329">
                  <a:moveTo>
                    <a:pt x="254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5092"/>
                  </a:lnTo>
                  <a:close/>
                </a:path>
                <a:path w="2539" h="227329">
                  <a:moveTo>
                    <a:pt x="25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BB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1" name="object 681"/>
            <p:cNvSpPr/>
            <p:nvPr/>
          </p:nvSpPr>
          <p:spPr>
            <a:xfrm>
              <a:off x="2308860" y="5101589"/>
              <a:ext cx="3810" cy="229870"/>
            </a:xfrm>
            <a:custGeom>
              <a:avLst/>
              <a:gdLst/>
              <a:ahLst/>
              <a:cxnLst/>
              <a:rect l="l" t="t" r="r" b="b"/>
              <a:pathLst>
                <a:path w="3810" h="229870">
                  <a:moveTo>
                    <a:pt x="3809" y="0"/>
                  </a:moveTo>
                  <a:lnTo>
                    <a:pt x="2539" y="0"/>
                  </a:lnTo>
                  <a:lnTo>
                    <a:pt x="2539" y="1269"/>
                  </a:lnTo>
                  <a:lnTo>
                    <a:pt x="0" y="126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0"/>
                  </a:lnTo>
                  <a:close/>
                </a:path>
                <a:path w="3810" h="229870">
                  <a:moveTo>
                    <a:pt x="380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6349"/>
                  </a:lnTo>
                  <a:close/>
                </a:path>
                <a:path w="3810" h="229870">
                  <a:moveTo>
                    <a:pt x="3809" y="12699"/>
                  </a:moveTo>
                  <a:lnTo>
                    <a:pt x="0" y="12699"/>
                  </a:lnTo>
                  <a:lnTo>
                    <a:pt x="0" y="214629"/>
                  </a:lnTo>
                  <a:lnTo>
                    <a:pt x="3809" y="214629"/>
                  </a:lnTo>
                  <a:lnTo>
                    <a:pt x="3809" y="12699"/>
                  </a:lnTo>
                  <a:close/>
                </a:path>
                <a:path w="3810" h="229870">
                  <a:moveTo>
                    <a:pt x="3809" y="214629"/>
                  </a:moveTo>
                  <a:lnTo>
                    <a:pt x="0" y="214629"/>
                  </a:lnTo>
                  <a:lnTo>
                    <a:pt x="0" y="217169"/>
                  </a:lnTo>
                  <a:lnTo>
                    <a:pt x="3809" y="217169"/>
                  </a:lnTo>
                  <a:lnTo>
                    <a:pt x="3809" y="214629"/>
                  </a:lnTo>
                  <a:close/>
                </a:path>
                <a:path w="3810" h="229870">
                  <a:moveTo>
                    <a:pt x="3809" y="217169"/>
                  </a:moveTo>
                  <a:lnTo>
                    <a:pt x="0" y="217169"/>
                  </a:lnTo>
                  <a:lnTo>
                    <a:pt x="0" y="220979"/>
                  </a:lnTo>
                  <a:lnTo>
                    <a:pt x="3809" y="220979"/>
                  </a:lnTo>
                  <a:lnTo>
                    <a:pt x="3809" y="217169"/>
                  </a:lnTo>
                  <a:close/>
                </a:path>
                <a:path w="3810" h="229870">
                  <a:moveTo>
                    <a:pt x="3809" y="220979"/>
                  </a:moveTo>
                  <a:lnTo>
                    <a:pt x="0" y="220979"/>
                  </a:lnTo>
                  <a:lnTo>
                    <a:pt x="0" y="223519"/>
                  </a:lnTo>
                  <a:lnTo>
                    <a:pt x="3809" y="223519"/>
                  </a:lnTo>
                  <a:lnTo>
                    <a:pt x="3809" y="220979"/>
                  </a:lnTo>
                  <a:close/>
                </a:path>
                <a:path w="3810" h="229870">
                  <a:moveTo>
                    <a:pt x="3809" y="223519"/>
                  </a:moveTo>
                  <a:lnTo>
                    <a:pt x="0" y="223519"/>
                  </a:lnTo>
                  <a:lnTo>
                    <a:pt x="0" y="227329"/>
                  </a:lnTo>
                  <a:lnTo>
                    <a:pt x="3809" y="227329"/>
                  </a:lnTo>
                  <a:lnTo>
                    <a:pt x="3809" y="223519"/>
                  </a:lnTo>
                  <a:close/>
                </a:path>
                <a:path w="3810" h="229870">
                  <a:moveTo>
                    <a:pt x="3809" y="227329"/>
                  </a:moveTo>
                  <a:lnTo>
                    <a:pt x="0" y="227329"/>
                  </a:lnTo>
                  <a:lnTo>
                    <a:pt x="0" y="228599"/>
                  </a:lnTo>
                  <a:lnTo>
                    <a:pt x="1269" y="228599"/>
                  </a:lnTo>
                  <a:lnTo>
                    <a:pt x="1269" y="229869"/>
                  </a:lnTo>
                  <a:lnTo>
                    <a:pt x="3809" y="229869"/>
                  </a:lnTo>
                  <a:lnTo>
                    <a:pt x="3809" y="227329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2" name="object 682"/>
            <p:cNvSpPr/>
            <p:nvPr/>
          </p:nvSpPr>
          <p:spPr>
            <a:xfrm>
              <a:off x="2312670" y="5101602"/>
              <a:ext cx="3810" cy="231140"/>
            </a:xfrm>
            <a:custGeom>
              <a:avLst/>
              <a:gdLst/>
              <a:ahLst/>
              <a:cxnLst/>
              <a:rect l="l" t="t" r="r" b="b"/>
              <a:pathLst>
                <a:path w="3810" h="231139">
                  <a:moveTo>
                    <a:pt x="3810" y="229870"/>
                  </a:moveTo>
                  <a:lnTo>
                    <a:pt x="1270" y="229870"/>
                  </a:lnTo>
                  <a:lnTo>
                    <a:pt x="1270" y="231127"/>
                  </a:lnTo>
                  <a:lnTo>
                    <a:pt x="3810" y="231127"/>
                  </a:lnTo>
                  <a:lnTo>
                    <a:pt x="3810" y="229870"/>
                  </a:lnTo>
                  <a:close/>
                </a:path>
                <a:path w="3810" h="231139">
                  <a:moveTo>
                    <a:pt x="3810" y="12700"/>
                  </a:moveTo>
                  <a:lnTo>
                    <a:pt x="0" y="12700"/>
                  </a:lnTo>
                  <a:lnTo>
                    <a:pt x="0" y="214617"/>
                  </a:lnTo>
                  <a:lnTo>
                    <a:pt x="3810" y="214617"/>
                  </a:lnTo>
                  <a:lnTo>
                    <a:pt x="3810" y="12700"/>
                  </a:lnTo>
                  <a:close/>
                </a:path>
                <a:path w="3810" h="231139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10" h="231139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6C1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" name="object 683"/>
            <p:cNvSpPr/>
            <p:nvPr/>
          </p:nvSpPr>
          <p:spPr>
            <a:xfrm>
              <a:off x="2316480" y="5100319"/>
              <a:ext cx="3810" cy="232410"/>
            </a:xfrm>
            <a:custGeom>
              <a:avLst/>
              <a:gdLst/>
              <a:ahLst/>
              <a:cxnLst/>
              <a:rect l="l" t="t" r="r" b="b"/>
              <a:pathLst>
                <a:path w="3810" h="232410">
                  <a:moveTo>
                    <a:pt x="3810" y="231152"/>
                  </a:moveTo>
                  <a:lnTo>
                    <a:pt x="0" y="23115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31152"/>
                  </a:lnTo>
                  <a:close/>
                </a:path>
                <a:path w="3810" h="23241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10" h="232410">
                  <a:moveTo>
                    <a:pt x="381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4802"/>
                  </a:lnTo>
                  <a:close/>
                </a:path>
                <a:path w="3810" h="232410">
                  <a:moveTo>
                    <a:pt x="381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2262"/>
                  </a:lnTo>
                  <a:close/>
                </a:path>
                <a:path w="3810" h="232410">
                  <a:moveTo>
                    <a:pt x="3810" y="218452"/>
                  </a:moveTo>
                  <a:lnTo>
                    <a:pt x="0" y="21845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18452"/>
                  </a:lnTo>
                  <a:close/>
                </a:path>
                <a:path w="3810" h="232410">
                  <a:moveTo>
                    <a:pt x="3810" y="215912"/>
                  </a:moveTo>
                  <a:lnTo>
                    <a:pt x="0" y="215912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5912"/>
                  </a:lnTo>
                  <a:close/>
                </a:path>
                <a:path w="3810" h="232410">
                  <a:moveTo>
                    <a:pt x="3810" y="13982"/>
                  </a:moveTo>
                  <a:lnTo>
                    <a:pt x="0" y="13982"/>
                  </a:lnTo>
                  <a:lnTo>
                    <a:pt x="0" y="215900"/>
                  </a:lnTo>
                  <a:lnTo>
                    <a:pt x="3810" y="215900"/>
                  </a:lnTo>
                  <a:lnTo>
                    <a:pt x="3810" y="13982"/>
                  </a:lnTo>
                  <a:close/>
                </a:path>
                <a:path w="3810" h="23241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3241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3241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3BF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" name="object 684"/>
            <p:cNvSpPr/>
            <p:nvPr/>
          </p:nvSpPr>
          <p:spPr>
            <a:xfrm>
              <a:off x="2320290" y="5099050"/>
              <a:ext cx="3810" cy="234950"/>
            </a:xfrm>
            <a:custGeom>
              <a:avLst/>
              <a:gdLst/>
              <a:ahLst/>
              <a:cxnLst/>
              <a:rect l="l" t="t" r="r" b="b"/>
              <a:pathLst>
                <a:path w="3810" h="234950">
                  <a:moveTo>
                    <a:pt x="38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2422"/>
                  </a:lnTo>
                  <a:close/>
                </a:path>
                <a:path w="3810" h="234950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10" h="234950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10" h="234950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10" h="234950">
                  <a:moveTo>
                    <a:pt x="3810" y="219722"/>
                  </a:moveTo>
                  <a:lnTo>
                    <a:pt x="0" y="21972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9722"/>
                  </a:lnTo>
                  <a:close/>
                </a:path>
                <a:path w="3810" h="234950">
                  <a:moveTo>
                    <a:pt x="3810" y="217182"/>
                  </a:moveTo>
                  <a:lnTo>
                    <a:pt x="0" y="21718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17182"/>
                  </a:lnTo>
                  <a:close/>
                </a:path>
                <a:path w="3810" h="234950">
                  <a:moveTo>
                    <a:pt x="3810" y="15252"/>
                  </a:moveTo>
                  <a:lnTo>
                    <a:pt x="0" y="1525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15252"/>
                  </a:lnTo>
                  <a:close/>
                </a:path>
                <a:path w="3810" h="234950">
                  <a:moveTo>
                    <a:pt x="381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8902"/>
                  </a:lnTo>
                  <a:close/>
                </a:path>
                <a:path w="3810" h="234950">
                  <a:moveTo>
                    <a:pt x="381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2552"/>
                  </a:lnTo>
                  <a:close/>
                </a:path>
                <a:path w="3810" h="23495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1BD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" name="object 685"/>
            <p:cNvSpPr/>
            <p:nvPr/>
          </p:nvSpPr>
          <p:spPr>
            <a:xfrm>
              <a:off x="2324100" y="5099050"/>
              <a:ext cx="3810" cy="217170"/>
            </a:xfrm>
            <a:custGeom>
              <a:avLst/>
              <a:gdLst/>
              <a:ahLst/>
              <a:cxnLst/>
              <a:rect l="l" t="t" r="r" b="b"/>
              <a:pathLst>
                <a:path w="3810" h="217170">
                  <a:moveTo>
                    <a:pt x="3810" y="15252"/>
                  </a:moveTo>
                  <a:lnTo>
                    <a:pt x="0" y="1525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15252"/>
                  </a:lnTo>
                  <a:close/>
                </a:path>
                <a:path w="3810" h="217170">
                  <a:moveTo>
                    <a:pt x="381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8902"/>
                  </a:lnTo>
                  <a:close/>
                </a:path>
                <a:path w="3810" h="217170">
                  <a:moveTo>
                    <a:pt x="381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2552"/>
                  </a:lnTo>
                  <a:close/>
                </a:path>
                <a:path w="3810" h="21717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EBA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6" name="object 686"/>
            <p:cNvSpPr/>
            <p:nvPr/>
          </p:nvSpPr>
          <p:spPr>
            <a:xfrm>
              <a:off x="2327910" y="5097780"/>
              <a:ext cx="3810" cy="238760"/>
            </a:xfrm>
            <a:custGeom>
              <a:avLst/>
              <a:gdLst/>
              <a:ahLst/>
              <a:cxnLst/>
              <a:rect l="l" t="t" r="r" b="b"/>
              <a:pathLst>
                <a:path w="3810" h="238760">
                  <a:moveTo>
                    <a:pt x="3809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10" h="238760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10" h="238760">
                  <a:moveTo>
                    <a:pt x="380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0160"/>
                  </a:lnTo>
                  <a:close/>
                </a:path>
                <a:path w="3810" h="238760">
                  <a:moveTo>
                    <a:pt x="3809" y="16510"/>
                  </a:moveTo>
                  <a:lnTo>
                    <a:pt x="0" y="16510"/>
                  </a:lnTo>
                  <a:lnTo>
                    <a:pt x="0" y="218440"/>
                  </a:lnTo>
                  <a:lnTo>
                    <a:pt x="3809" y="218440"/>
                  </a:lnTo>
                  <a:lnTo>
                    <a:pt x="3809" y="16510"/>
                  </a:lnTo>
                  <a:close/>
                </a:path>
                <a:path w="3810" h="238760">
                  <a:moveTo>
                    <a:pt x="3809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3809" y="220980"/>
                  </a:lnTo>
                  <a:lnTo>
                    <a:pt x="3809" y="218440"/>
                  </a:lnTo>
                  <a:close/>
                </a:path>
                <a:path w="3810" h="238760">
                  <a:moveTo>
                    <a:pt x="3809" y="220980"/>
                  </a:moveTo>
                  <a:lnTo>
                    <a:pt x="0" y="220980"/>
                  </a:lnTo>
                  <a:lnTo>
                    <a:pt x="0" y="224790"/>
                  </a:lnTo>
                  <a:lnTo>
                    <a:pt x="3809" y="224790"/>
                  </a:lnTo>
                  <a:lnTo>
                    <a:pt x="3809" y="220980"/>
                  </a:lnTo>
                  <a:close/>
                </a:path>
                <a:path w="3810" h="238760">
                  <a:moveTo>
                    <a:pt x="3809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09" y="227330"/>
                  </a:lnTo>
                  <a:lnTo>
                    <a:pt x="3809" y="224790"/>
                  </a:lnTo>
                  <a:close/>
                </a:path>
                <a:path w="3810" h="238760">
                  <a:moveTo>
                    <a:pt x="3809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3809" y="231140"/>
                  </a:lnTo>
                  <a:lnTo>
                    <a:pt x="3809" y="227330"/>
                  </a:lnTo>
                  <a:close/>
                </a:path>
                <a:path w="3810" h="238760">
                  <a:moveTo>
                    <a:pt x="3809" y="231140"/>
                  </a:moveTo>
                  <a:lnTo>
                    <a:pt x="0" y="231140"/>
                  </a:lnTo>
                  <a:lnTo>
                    <a:pt x="0" y="233680"/>
                  </a:lnTo>
                  <a:lnTo>
                    <a:pt x="3809" y="233680"/>
                  </a:lnTo>
                  <a:lnTo>
                    <a:pt x="3809" y="231140"/>
                  </a:lnTo>
                  <a:close/>
                </a:path>
                <a:path w="3810" h="238760">
                  <a:moveTo>
                    <a:pt x="3809" y="233680"/>
                  </a:moveTo>
                  <a:lnTo>
                    <a:pt x="0" y="233680"/>
                  </a:lnTo>
                  <a:lnTo>
                    <a:pt x="0" y="237490"/>
                  </a:lnTo>
                  <a:lnTo>
                    <a:pt x="3809" y="237490"/>
                  </a:lnTo>
                  <a:lnTo>
                    <a:pt x="3809" y="233680"/>
                  </a:lnTo>
                  <a:close/>
                </a:path>
                <a:path w="3810" h="238760">
                  <a:moveTo>
                    <a:pt x="3809" y="237490"/>
                  </a:moveTo>
                  <a:lnTo>
                    <a:pt x="2539" y="237490"/>
                  </a:lnTo>
                  <a:lnTo>
                    <a:pt x="2539" y="238760"/>
                  </a:lnTo>
                  <a:lnTo>
                    <a:pt x="3809" y="238760"/>
                  </a:lnTo>
                  <a:lnTo>
                    <a:pt x="3809" y="237490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7" name="object 687"/>
            <p:cNvSpPr/>
            <p:nvPr/>
          </p:nvSpPr>
          <p:spPr>
            <a:xfrm>
              <a:off x="2331720" y="5097780"/>
              <a:ext cx="3810" cy="238760"/>
            </a:xfrm>
            <a:custGeom>
              <a:avLst/>
              <a:gdLst/>
              <a:ahLst/>
              <a:cxnLst/>
              <a:rect l="l" t="t" r="r" b="b"/>
              <a:pathLst>
                <a:path w="3810" h="238760">
                  <a:moveTo>
                    <a:pt x="3810" y="237502"/>
                  </a:moveTo>
                  <a:lnTo>
                    <a:pt x="0" y="23750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7502"/>
                  </a:lnTo>
                  <a:close/>
                </a:path>
                <a:path w="3810" h="238760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10" h="238760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10" h="238760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38760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38760">
                  <a:moveTo>
                    <a:pt x="381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0992"/>
                  </a:lnTo>
                  <a:close/>
                </a:path>
                <a:path w="3810" h="238760">
                  <a:moveTo>
                    <a:pt x="3810" y="218452"/>
                  </a:moveTo>
                  <a:lnTo>
                    <a:pt x="0" y="21845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8452"/>
                  </a:lnTo>
                  <a:close/>
                </a:path>
                <a:path w="3810" h="238760">
                  <a:moveTo>
                    <a:pt x="3810" y="16522"/>
                  </a:moveTo>
                  <a:lnTo>
                    <a:pt x="0" y="16522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16522"/>
                  </a:lnTo>
                  <a:close/>
                </a:path>
                <a:path w="3810" h="238760">
                  <a:moveTo>
                    <a:pt x="381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72"/>
                  </a:lnTo>
                  <a:close/>
                </a:path>
                <a:path w="3810" h="238760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10" h="238760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" name="object 688"/>
            <p:cNvSpPr/>
            <p:nvPr/>
          </p:nvSpPr>
          <p:spPr>
            <a:xfrm>
              <a:off x="2335530" y="5096509"/>
              <a:ext cx="2540" cy="240029"/>
            </a:xfrm>
            <a:custGeom>
              <a:avLst/>
              <a:gdLst/>
              <a:ahLst/>
              <a:cxnLst/>
              <a:rect l="l" t="t" r="r" b="b"/>
              <a:pathLst>
                <a:path w="2539" h="240029">
                  <a:moveTo>
                    <a:pt x="2539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5079"/>
                  </a:lnTo>
                  <a:lnTo>
                    <a:pt x="2539" y="5079"/>
                  </a:lnTo>
                  <a:lnTo>
                    <a:pt x="2539" y="0"/>
                  </a:lnTo>
                  <a:close/>
                </a:path>
                <a:path w="2539" h="240029">
                  <a:moveTo>
                    <a:pt x="253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2539" y="11429"/>
                  </a:lnTo>
                  <a:lnTo>
                    <a:pt x="2539" y="5080"/>
                  </a:lnTo>
                  <a:close/>
                </a:path>
                <a:path w="2539" h="240029">
                  <a:moveTo>
                    <a:pt x="253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2539" y="17779"/>
                  </a:lnTo>
                  <a:lnTo>
                    <a:pt x="2539" y="11430"/>
                  </a:lnTo>
                  <a:close/>
                </a:path>
                <a:path w="2539" h="240029">
                  <a:moveTo>
                    <a:pt x="2539" y="17780"/>
                  </a:moveTo>
                  <a:lnTo>
                    <a:pt x="0" y="17780"/>
                  </a:lnTo>
                  <a:lnTo>
                    <a:pt x="0" y="219709"/>
                  </a:lnTo>
                  <a:lnTo>
                    <a:pt x="2539" y="219709"/>
                  </a:lnTo>
                  <a:lnTo>
                    <a:pt x="2539" y="17780"/>
                  </a:lnTo>
                  <a:close/>
                </a:path>
                <a:path w="2539" h="240029">
                  <a:moveTo>
                    <a:pt x="2539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2539" y="222249"/>
                  </a:lnTo>
                  <a:lnTo>
                    <a:pt x="2539" y="219709"/>
                  </a:lnTo>
                  <a:close/>
                </a:path>
                <a:path w="2539" h="240029">
                  <a:moveTo>
                    <a:pt x="2539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2539" y="226059"/>
                  </a:lnTo>
                  <a:lnTo>
                    <a:pt x="2539" y="222250"/>
                  </a:lnTo>
                  <a:close/>
                </a:path>
                <a:path w="2539" h="240029">
                  <a:moveTo>
                    <a:pt x="2539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2539" y="228599"/>
                  </a:lnTo>
                  <a:lnTo>
                    <a:pt x="2539" y="226059"/>
                  </a:lnTo>
                  <a:close/>
                </a:path>
                <a:path w="2539" h="240029">
                  <a:moveTo>
                    <a:pt x="2539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2539" y="232409"/>
                  </a:lnTo>
                  <a:lnTo>
                    <a:pt x="2539" y="228600"/>
                  </a:lnTo>
                  <a:close/>
                </a:path>
                <a:path w="2539" h="240029">
                  <a:moveTo>
                    <a:pt x="2539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2539" y="234949"/>
                  </a:lnTo>
                  <a:lnTo>
                    <a:pt x="2539" y="232409"/>
                  </a:lnTo>
                  <a:close/>
                </a:path>
                <a:path w="2539" h="240029">
                  <a:moveTo>
                    <a:pt x="2539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2539" y="238759"/>
                  </a:lnTo>
                  <a:lnTo>
                    <a:pt x="2539" y="234950"/>
                  </a:lnTo>
                  <a:close/>
                </a:path>
                <a:path w="2539" h="240029">
                  <a:moveTo>
                    <a:pt x="2539" y="238759"/>
                  </a:moveTo>
                  <a:lnTo>
                    <a:pt x="0" y="238759"/>
                  </a:lnTo>
                  <a:lnTo>
                    <a:pt x="0" y="240029"/>
                  </a:lnTo>
                  <a:lnTo>
                    <a:pt x="2539" y="240029"/>
                  </a:lnTo>
                  <a:lnTo>
                    <a:pt x="2539" y="238759"/>
                  </a:lnTo>
                  <a:close/>
                </a:path>
              </a:pathLst>
            </a:custGeom>
            <a:solidFill>
              <a:srgbClr val="A6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9" name="object 689"/>
            <p:cNvSpPr/>
            <p:nvPr/>
          </p:nvSpPr>
          <p:spPr>
            <a:xfrm>
              <a:off x="2338069" y="5095239"/>
              <a:ext cx="3810" cy="242570"/>
            </a:xfrm>
            <a:custGeom>
              <a:avLst/>
              <a:gdLst/>
              <a:ahLst/>
              <a:cxnLst/>
              <a:rect l="l" t="t" r="r" b="b"/>
              <a:pathLst>
                <a:path w="3810" h="242570">
                  <a:moveTo>
                    <a:pt x="3810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0" y="126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0"/>
                  </a:lnTo>
                  <a:close/>
                </a:path>
                <a:path w="3810" h="242570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10" h="242570">
                  <a:moveTo>
                    <a:pt x="381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2699"/>
                  </a:lnTo>
                  <a:close/>
                </a:path>
                <a:path w="3810" h="242570">
                  <a:moveTo>
                    <a:pt x="3810" y="19049"/>
                  </a:moveTo>
                  <a:lnTo>
                    <a:pt x="0" y="19049"/>
                  </a:lnTo>
                  <a:lnTo>
                    <a:pt x="0" y="220979"/>
                  </a:lnTo>
                  <a:lnTo>
                    <a:pt x="3810" y="220979"/>
                  </a:lnTo>
                  <a:lnTo>
                    <a:pt x="3810" y="19049"/>
                  </a:lnTo>
                  <a:close/>
                </a:path>
                <a:path w="3810" h="242570">
                  <a:moveTo>
                    <a:pt x="3810" y="220979"/>
                  </a:moveTo>
                  <a:lnTo>
                    <a:pt x="0" y="220979"/>
                  </a:lnTo>
                  <a:lnTo>
                    <a:pt x="0" y="223519"/>
                  </a:lnTo>
                  <a:lnTo>
                    <a:pt x="3810" y="223519"/>
                  </a:lnTo>
                  <a:lnTo>
                    <a:pt x="3810" y="220979"/>
                  </a:lnTo>
                  <a:close/>
                </a:path>
                <a:path w="3810" h="242570">
                  <a:moveTo>
                    <a:pt x="3810" y="223519"/>
                  </a:moveTo>
                  <a:lnTo>
                    <a:pt x="0" y="223519"/>
                  </a:lnTo>
                  <a:lnTo>
                    <a:pt x="0" y="227329"/>
                  </a:lnTo>
                  <a:lnTo>
                    <a:pt x="3810" y="227329"/>
                  </a:lnTo>
                  <a:lnTo>
                    <a:pt x="3810" y="223519"/>
                  </a:lnTo>
                  <a:close/>
                </a:path>
                <a:path w="3810" h="242570">
                  <a:moveTo>
                    <a:pt x="3810" y="227329"/>
                  </a:moveTo>
                  <a:lnTo>
                    <a:pt x="0" y="227329"/>
                  </a:lnTo>
                  <a:lnTo>
                    <a:pt x="0" y="229869"/>
                  </a:lnTo>
                  <a:lnTo>
                    <a:pt x="3810" y="229869"/>
                  </a:lnTo>
                  <a:lnTo>
                    <a:pt x="3810" y="227329"/>
                  </a:lnTo>
                  <a:close/>
                </a:path>
                <a:path w="3810" h="242570">
                  <a:moveTo>
                    <a:pt x="3810" y="229869"/>
                  </a:moveTo>
                  <a:lnTo>
                    <a:pt x="0" y="229869"/>
                  </a:lnTo>
                  <a:lnTo>
                    <a:pt x="0" y="233679"/>
                  </a:lnTo>
                  <a:lnTo>
                    <a:pt x="3810" y="233679"/>
                  </a:lnTo>
                  <a:lnTo>
                    <a:pt x="3810" y="229869"/>
                  </a:lnTo>
                  <a:close/>
                </a:path>
                <a:path w="3810" h="242570">
                  <a:moveTo>
                    <a:pt x="3810" y="233679"/>
                  </a:moveTo>
                  <a:lnTo>
                    <a:pt x="0" y="233679"/>
                  </a:lnTo>
                  <a:lnTo>
                    <a:pt x="0" y="236219"/>
                  </a:lnTo>
                  <a:lnTo>
                    <a:pt x="3810" y="236219"/>
                  </a:lnTo>
                  <a:lnTo>
                    <a:pt x="3810" y="233679"/>
                  </a:lnTo>
                  <a:close/>
                </a:path>
                <a:path w="3810" h="242570">
                  <a:moveTo>
                    <a:pt x="3810" y="236219"/>
                  </a:moveTo>
                  <a:lnTo>
                    <a:pt x="0" y="236219"/>
                  </a:lnTo>
                  <a:lnTo>
                    <a:pt x="0" y="240029"/>
                  </a:lnTo>
                  <a:lnTo>
                    <a:pt x="3810" y="240029"/>
                  </a:lnTo>
                  <a:lnTo>
                    <a:pt x="3810" y="236219"/>
                  </a:lnTo>
                  <a:close/>
                </a:path>
                <a:path w="3810" h="242570">
                  <a:moveTo>
                    <a:pt x="3810" y="240029"/>
                  </a:moveTo>
                  <a:lnTo>
                    <a:pt x="0" y="240029"/>
                  </a:lnTo>
                  <a:lnTo>
                    <a:pt x="0" y="241299"/>
                  </a:lnTo>
                  <a:lnTo>
                    <a:pt x="2540" y="241299"/>
                  </a:lnTo>
                  <a:lnTo>
                    <a:pt x="2540" y="242569"/>
                  </a:lnTo>
                  <a:lnTo>
                    <a:pt x="3810" y="242569"/>
                  </a:lnTo>
                  <a:lnTo>
                    <a:pt x="3810" y="240029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0" name="object 690"/>
            <p:cNvSpPr/>
            <p:nvPr/>
          </p:nvSpPr>
          <p:spPr>
            <a:xfrm>
              <a:off x="2341880" y="5095252"/>
              <a:ext cx="3810" cy="242570"/>
            </a:xfrm>
            <a:custGeom>
              <a:avLst/>
              <a:gdLst/>
              <a:ahLst/>
              <a:cxnLst/>
              <a:rect l="l" t="t" r="r" b="b"/>
              <a:pathLst>
                <a:path w="3810" h="242570">
                  <a:moveTo>
                    <a:pt x="3810" y="240030"/>
                  </a:moveTo>
                  <a:lnTo>
                    <a:pt x="0" y="240030"/>
                  </a:lnTo>
                  <a:lnTo>
                    <a:pt x="0" y="242557"/>
                  </a:lnTo>
                  <a:lnTo>
                    <a:pt x="3810" y="242557"/>
                  </a:lnTo>
                  <a:lnTo>
                    <a:pt x="3810" y="240030"/>
                  </a:lnTo>
                  <a:close/>
                </a:path>
                <a:path w="3810" h="242570">
                  <a:moveTo>
                    <a:pt x="3810" y="236220"/>
                  </a:moveTo>
                  <a:lnTo>
                    <a:pt x="0" y="236220"/>
                  </a:lnTo>
                  <a:lnTo>
                    <a:pt x="0" y="240017"/>
                  </a:lnTo>
                  <a:lnTo>
                    <a:pt x="3810" y="240017"/>
                  </a:lnTo>
                  <a:lnTo>
                    <a:pt x="3810" y="236220"/>
                  </a:lnTo>
                  <a:close/>
                </a:path>
                <a:path w="3810" h="242570">
                  <a:moveTo>
                    <a:pt x="3810" y="233680"/>
                  </a:moveTo>
                  <a:lnTo>
                    <a:pt x="0" y="233680"/>
                  </a:lnTo>
                  <a:lnTo>
                    <a:pt x="0" y="236207"/>
                  </a:lnTo>
                  <a:lnTo>
                    <a:pt x="3810" y="236207"/>
                  </a:lnTo>
                  <a:lnTo>
                    <a:pt x="3810" y="233680"/>
                  </a:lnTo>
                  <a:close/>
                </a:path>
                <a:path w="3810" h="242570">
                  <a:moveTo>
                    <a:pt x="3810" y="229870"/>
                  </a:moveTo>
                  <a:lnTo>
                    <a:pt x="0" y="229870"/>
                  </a:lnTo>
                  <a:lnTo>
                    <a:pt x="0" y="233667"/>
                  </a:lnTo>
                  <a:lnTo>
                    <a:pt x="3810" y="233667"/>
                  </a:lnTo>
                  <a:lnTo>
                    <a:pt x="3810" y="229870"/>
                  </a:lnTo>
                  <a:close/>
                </a:path>
                <a:path w="3810" h="242570">
                  <a:moveTo>
                    <a:pt x="3810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3810" y="229857"/>
                  </a:lnTo>
                  <a:lnTo>
                    <a:pt x="3810" y="227330"/>
                  </a:lnTo>
                  <a:close/>
                </a:path>
                <a:path w="3810" h="242570">
                  <a:moveTo>
                    <a:pt x="3810" y="223520"/>
                  </a:moveTo>
                  <a:lnTo>
                    <a:pt x="0" y="223520"/>
                  </a:lnTo>
                  <a:lnTo>
                    <a:pt x="0" y="227317"/>
                  </a:lnTo>
                  <a:lnTo>
                    <a:pt x="3810" y="227317"/>
                  </a:lnTo>
                  <a:lnTo>
                    <a:pt x="3810" y="223520"/>
                  </a:lnTo>
                  <a:close/>
                </a:path>
                <a:path w="3810" h="242570">
                  <a:moveTo>
                    <a:pt x="3810" y="220980"/>
                  </a:moveTo>
                  <a:lnTo>
                    <a:pt x="0" y="220980"/>
                  </a:lnTo>
                  <a:lnTo>
                    <a:pt x="0" y="223507"/>
                  </a:lnTo>
                  <a:lnTo>
                    <a:pt x="3810" y="223507"/>
                  </a:lnTo>
                  <a:lnTo>
                    <a:pt x="3810" y="220980"/>
                  </a:lnTo>
                  <a:close/>
                </a:path>
                <a:path w="3810" h="242570">
                  <a:moveTo>
                    <a:pt x="3810" y="19050"/>
                  </a:moveTo>
                  <a:lnTo>
                    <a:pt x="0" y="1905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19050"/>
                  </a:lnTo>
                  <a:close/>
                </a:path>
                <a:path w="3810" h="242570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10" h="24257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10" h="24257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1" name="object 691"/>
            <p:cNvSpPr/>
            <p:nvPr/>
          </p:nvSpPr>
          <p:spPr>
            <a:xfrm>
              <a:off x="2345690" y="5095252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10" h="243839">
                  <a:moveTo>
                    <a:pt x="3810" y="242570"/>
                  </a:moveTo>
                  <a:lnTo>
                    <a:pt x="1270" y="242570"/>
                  </a:lnTo>
                  <a:lnTo>
                    <a:pt x="1270" y="243827"/>
                  </a:lnTo>
                  <a:lnTo>
                    <a:pt x="3810" y="243827"/>
                  </a:lnTo>
                  <a:lnTo>
                    <a:pt x="3810" y="242570"/>
                  </a:lnTo>
                  <a:close/>
                </a:path>
                <a:path w="3810" h="243839">
                  <a:moveTo>
                    <a:pt x="3810" y="19050"/>
                  </a:moveTo>
                  <a:lnTo>
                    <a:pt x="0" y="1905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19050"/>
                  </a:lnTo>
                  <a:close/>
                </a:path>
                <a:path w="3810" h="243839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10" h="243839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10" h="243839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EAD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2" name="object 692"/>
            <p:cNvSpPr/>
            <p:nvPr/>
          </p:nvSpPr>
          <p:spPr>
            <a:xfrm>
              <a:off x="2349500" y="5095252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10" h="243839">
                  <a:moveTo>
                    <a:pt x="3810" y="242570"/>
                  </a:moveTo>
                  <a:lnTo>
                    <a:pt x="0" y="24257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2570"/>
                  </a:lnTo>
                  <a:close/>
                </a:path>
                <a:path w="3810" h="243839">
                  <a:moveTo>
                    <a:pt x="3810" y="240030"/>
                  </a:moveTo>
                  <a:lnTo>
                    <a:pt x="0" y="240030"/>
                  </a:lnTo>
                  <a:lnTo>
                    <a:pt x="0" y="242557"/>
                  </a:lnTo>
                  <a:lnTo>
                    <a:pt x="3810" y="242557"/>
                  </a:lnTo>
                  <a:lnTo>
                    <a:pt x="3810" y="240030"/>
                  </a:lnTo>
                  <a:close/>
                </a:path>
                <a:path w="3810" h="243839">
                  <a:moveTo>
                    <a:pt x="3810" y="236220"/>
                  </a:moveTo>
                  <a:lnTo>
                    <a:pt x="0" y="236220"/>
                  </a:lnTo>
                  <a:lnTo>
                    <a:pt x="0" y="240017"/>
                  </a:lnTo>
                  <a:lnTo>
                    <a:pt x="3810" y="240017"/>
                  </a:lnTo>
                  <a:lnTo>
                    <a:pt x="3810" y="236220"/>
                  </a:lnTo>
                  <a:close/>
                </a:path>
                <a:path w="3810" h="243839">
                  <a:moveTo>
                    <a:pt x="3810" y="233680"/>
                  </a:moveTo>
                  <a:lnTo>
                    <a:pt x="0" y="233680"/>
                  </a:lnTo>
                  <a:lnTo>
                    <a:pt x="0" y="236207"/>
                  </a:lnTo>
                  <a:lnTo>
                    <a:pt x="3810" y="236207"/>
                  </a:lnTo>
                  <a:lnTo>
                    <a:pt x="3810" y="233680"/>
                  </a:lnTo>
                  <a:close/>
                </a:path>
                <a:path w="3810" h="243839">
                  <a:moveTo>
                    <a:pt x="3810" y="229870"/>
                  </a:moveTo>
                  <a:lnTo>
                    <a:pt x="0" y="229870"/>
                  </a:lnTo>
                  <a:lnTo>
                    <a:pt x="0" y="233667"/>
                  </a:lnTo>
                  <a:lnTo>
                    <a:pt x="3810" y="233667"/>
                  </a:lnTo>
                  <a:lnTo>
                    <a:pt x="3810" y="229870"/>
                  </a:lnTo>
                  <a:close/>
                </a:path>
                <a:path w="3810" h="243839">
                  <a:moveTo>
                    <a:pt x="3810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3810" y="229857"/>
                  </a:lnTo>
                  <a:lnTo>
                    <a:pt x="3810" y="227330"/>
                  </a:lnTo>
                  <a:close/>
                </a:path>
                <a:path w="3810" h="243839">
                  <a:moveTo>
                    <a:pt x="3810" y="223520"/>
                  </a:moveTo>
                  <a:lnTo>
                    <a:pt x="0" y="223520"/>
                  </a:lnTo>
                  <a:lnTo>
                    <a:pt x="0" y="227317"/>
                  </a:lnTo>
                  <a:lnTo>
                    <a:pt x="3810" y="227317"/>
                  </a:lnTo>
                  <a:lnTo>
                    <a:pt x="3810" y="223520"/>
                  </a:lnTo>
                  <a:close/>
                </a:path>
                <a:path w="3810" h="243839">
                  <a:moveTo>
                    <a:pt x="3810" y="220980"/>
                  </a:moveTo>
                  <a:lnTo>
                    <a:pt x="0" y="220980"/>
                  </a:lnTo>
                  <a:lnTo>
                    <a:pt x="0" y="223507"/>
                  </a:lnTo>
                  <a:lnTo>
                    <a:pt x="3810" y="223507"/>
                  </a:lnTo>
                  <a:lnTo>
                    <a:pt x="3810" y="220980"/>
                  </a:lnTo>
                  <a:close/>
                </a:path>
                <a:path w="3810" h="243839">
                  <a:moveTo>
                    <a:pt x="3810" y="19050"/>
                  </a:moveTo>
                  <a:lnTo>
                    <a:pt x="0" y="1905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19050"/>
                  </a:lnTo>
                  <a:close/>
                </a:path>
                <a:path w="3810" h="243839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10" h="243839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10" h="243839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CAB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3" name="object 693"/>
            <p:cNvSpPr/>
            <p:nvPr/>
          </p:nvSpPr>
          <p:spPr>
            <a:xfrm>
              <a:off x="2353310" y="5095252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10" h="243839">
                  <a:moveTo>
                    <a:pt x="3810" y="242570"/>
                  </a:moveTo>
                  <a:lnTo>
                    <a:pt x="0" y="24257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2570"/>
                  </a:lnTo>
                  <a:close/>
                </a:path>
                <a:path w="3810" h="243839">
                  <a:moveTo>
                    <a:pt x="3810" y="19050"/>
                  </a:moveTo>
                  <a:lnTo>
                    <a:pt x="0" y="1905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19050"/>
                  </a:lnTo>
                  <a:close/>
                </a:path>
                <a:path w="3810" h="243839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10" h="243839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10" h="243839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9A8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4" name="object 694"/>
            <p:cNvSpPr/>
            <p:nvPr/>
          </p:nvSpPr>
          <p:spPr>
            <a:xfrm>
              <a:off x="2357120" y="5093969"/>
              <a:ext cx="2540" cy="245110"/>
            </a:xfrm>
            <a:custGeom>
              <a:avLst/>
              <a:gdLst/>
              <a:ahLst/>
              <a:cxnLst/>
              <a:rect l="l" t="t" r="r" b="b"/>
              <a:pathLst>
                <a:path w="2539" h="245110">
                  <a:moveTo>
                    <a:pt x="2540" y="243852"/>
                  </a:moveTo>
                  <a:lnTo>
                    <a:pt x="0" y="243852"/>
                  </a:lnTo>
                  <a:lnTo>
                    <a:pt x="0" y="245110"/>
                  </a:lnTo>
                  <a:lnTo>
                    <a:pt x="2540" y="245110"/>
                  </a:lnTo>
                  <a:lnTo>
                    <a:pt x="2540" y="243852"/>
                  </a:lnTo>
                  <a:close/>
                </a:path>
                <a:path w="2539" h="245110">
                  <a:moveTo>
                    <a:pt x="254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2540" y="243840"/>
                  </a:lnTo>
                  <a:lnTo>
                    <a:pt x="2540" y="241312"/>
                  </a:lnTo>
                  <a:close/>
                </a:path>
                <a:path w="2539" h="245110">
                  <a:moveTo>
                    <a:pt x="254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2540" y="241300"/>
                  </a:lnTo>
                  <a:lnTo>
                    <a:pt x="2540" y="237502"/>
                  </a:lnTo>
                  <a:close/>
                </a:path>
                <a:path w="2539" h="245110">
                  <a:moveTo>
                    <a:pt x="254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2540" y="237490"/>
                  </a:lnTo>
                  <a:lnTo>
                    <a:pt x="2540" y="234962"/>
                  </a:lnTo>
                  <a:close/>
                </a:path>
                <a:path w="2539" h="245110">
                  <a:moveTo>
                    <a:pt x="254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2540" y="234950"/>
                  </a:lnTo>
                  <a:lnTo>
                    <a:pt x="2540" y="231152"/>
                  </a:lnTo>
                  <a:close/>
                </a:path>
                <a:path w="2539" h="245110">
                  <a:moveTo>
                    <a:pt x="254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2540" y="231140"/>
                  </a:lnTo>
                  <a:lnTo>
                    <a:pt x="2540" y="228612"/>
                  </a:lnTo>
                  <a:close/>
                </a:path>
                <a:path w="2539" h="245110">
                  <a:moveTo>
                    <a:pt x="254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2540" y="228600"/>
                  </a:lnTo>
                  <a:lnTo>
                    <a:pt x="2540" y="224802"/>
                  </a:lnTo>
                  <a:close/>
                </a:path>
                <a:path w="2539" h="245110">
                  <a:moveTo>
                    <a:pt x="254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2540" y="224790"/>
                  </a:lnTo>
                  <a:lnTo>
                    <a:pt x="2540" y="222262"/>
                  </a:lnTo>
                  <a:close/>
                </a:path>
                <a:path w="2539" h="245110">
                  <a:moveTo>
                    <a:pt x="2540" y="20332"/>
                  </a:moveTo>
                  <a:lnTo>
                    <a:pt x="0" y="20332"/>
                  </a:lnTo>
                  <a:lnTo>
                    <a:pt x="0" y="222250"/>
                  </a:lnTo>
                  <a:lnTo>
                    <a:pt x="2540" y="222250"/>
                  </a:lnTo>
                  <a:lnTo>
                    <a:pt x="2540" y="20332"/>
                  </a:lnTo>
                  <a:close/>
                </a:path>
                <a:path w="2539" h="245110">
                  <a:moveTo>
                    <a:pt x="254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2540" y="20320"/>
                  </a:lnTo>
                  <a:lnTo>
                    <a:pt x="2540" y="13982"/>
                  </a:lnTo>
                  <a:close/>
                </a:path>
                <a:path w="2539" h="245110">
                  <a:moveTo>
                    <a:pt x="254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2540" y="13970"/>
                  </a:lnTo>
                  <a:lnTo>
                    <a:pt x="2540" y="7632"/>
                  </a:lnTo>
                  <a:close/>
                </a:path>
                <a:path w="2539" h="245110">
                  <a:moveTo>
                    <a:pt x="254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1282"/>
                  </a:lnTo>
                  <a:close/>
                </a:path>
                <a:path w="2539" h="245110">
                  <a:moveTo>
                    <a:pt x="254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96A6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5" name="object 695"/>
            <p:cNvSpPr/>
            <p:nvPr/>
          </p:nvSpPr>
          <p:spPr>
            <a:xfrm>
              <a:off x="2359660" y="5093969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10" h="245110">
                  <a:moveTo>
                    <a:pt x="3810" y="243852"/>
                  </a:moveTo>
                  <a:lnTo>
                    <a:pt x="0" y="24385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3852"/>
                  </a:lnTo>
                  <a:close/>
                </a:path>
                <a:path w="3810" h="245110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10" h="245110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10" h="245110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10" h="24511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10" h="24511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10" h="245110">
                  <a:moveTo>
                    <a:pt x="381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4802"/>
                  </a:lnTo>
                  <a:close/>
                </a:path>
                <a:path w="3810" h="245110">
                  <a:moveTo>
                    <a:pt x="381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2262"/>
                  </a:lnTo>
                  <a:close/>
                </a:path>
                <a:path w="3810" h="245110">
                  <a:moveTo>
                    <a:pt x="3810" y="20332"/>
                  </a:moveTo>
                  <a:lnTo>
                    <a:pt x="0" y="2033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0332"/>
                  </a:lnTo>
                  <a:close/>
                </a:path>
                <a:path w="3810" h="24511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4511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4511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4511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6" name="object 696"/>
            <p:cNvSpPr/>
            <p:nvPr/>
          </p:nvSpPr>
          <p:spPr>
            <a:xfrm>
              <a:off x="2363469" y="5092700"/>
              <a:ext cx="3810" cy="247650"/>
            </a:xfrm>
            <a:custGeom>
              <a:avLst/>
              <a:gdLst/>
              <a:ahLst/>
              <a:cxnLst/>
              <a:rect l="l" t="t" r="r" b="b"/>
              <a:pathLst>
                <a:path w="3810" h="247650">
                  <a:moveTo>
                    <a:pt x="3810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247650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10" h="247650">
                  <a:moveTo>
                    <a:pt x="381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8890"/>
                  </a:lnTo>
                  <a:close/>
                </a:path>
                <a:path w="3810" h="247650">
                  <a:moveTo>
                    <a:pt x="3810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5240"/>
                  </a:lnTo>
                  <a:close/>
                </a:path>
                <a:path w="3810" h="247650">
                  <a:moveTo>
                    <a:pt x="3810" y="21590"/>
                  </a:moveTo>
                  <a:lnTo>
                    <a:pt x="0" y="21590"/>
                  </a:lnTo>
                  <a:lnTo>
                    <a:pt x="0" y="223519"/>
                  </a:lnTo>
                  <a:lnTo>
                    <a:pt x="3810" y="223519"/>
                  </a:lnTo>
                  <a:lnTo>
                    <a:pt x="3810" y="21590"/>
                  </a:lnTo>
                  <a:close/>
                </a:path>
                <a:path w="3810" h="247650">
                  <a:moveTo>
                    <a:pt x="3810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23520"/>
                  </a:lnTo>
                  <a:close/>
                </a:path>
                <a:path w="3810" h="247650">
                  <a:moveTo>
                    <a:pt x="3810" y="226060"/>
                  </a:moveTo>
                  <a:lnTo>
                    <a:pt x="0" y="226060"/>
                  </a:lnTo>
                  <a:lnTo>
                    <a:pt x="0" y="229869"/>
                  </a:lnTo>
                  <a:lnTo>
                    <a:pt x="3810" y="229869"/>
                  </a:lnTo>
                  <a:lnTo>
                    <a:pt x="3810" y="226060"/>
                  </a:lnTo>
                  <a:close/>
                </a:path>
                <a:path w="3810" h="247650">
                  <a:moveTo>
                    <a:pt x="3810" y="229870"/>
                  </a:moveTo>
                  <a:lnTo>
                    <a:pt x="0" y="22987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9870"/>
                  </a:lnTo>
                  <a:close/>
                </a:path>
                <a:path w="3810" h="247650">
                  <a:moveTo>
                    <a:pt x="3810" y="232410"/>
                  </a:moveTo>
                  <a:lnTo>
                    <a:pt x="0" y="232410"/>
                  </a:lnTo>
                  <a:lnTo>
                    <a:pt x="0" y="236219"/>
                  </a:lnTo>
                  <a:lnTo>
                    <a:pt x="3810" y="236219"/>
                  </a:lnTo>
                  <a:lnTo>
                    <a:pt x="3810" y="232410"/>
                  </a:lnTo>
                  <a:close/>
                </a:path>
                <a:path w="3810" h="247650">
                  <a:moveTo>
                    <a:pt x="3810" y="236220"/>
                  </a:moveTo>
                  <a:lnTo>
                    <a:pt x="0" y="236220"/>
                  </a:lnTo>
                  <a:lnTo>
                    <a:pt x="0" y="238759"/>
                  </a:lnTo>
                  <a:lnTo>
                    <a:pt x="3810" y="238759"/>
                  </a:lnTo>
                  <a:lnTo>
                    <a:pt x="3810" y="236220"/>
                  </a:lnTo>
                  <a:close/>
                </a:path>
                <a:path w="3810" h="247650">
                  <a:moveTo>
                    <a:pt x="3810" y="238760"/>
                  </a:moveTo>
                  <a:lnTo>
                    <a:pt x="0" y="238760"/>
                  </a:lnTo>
                  <a:lnTo>
                    <a:pt x="0" y="242569"/>
                  </a:lnTo>
                  <a:lnTo>
                    <a:pt x="3810" y="242569"/>
                  </a:lnTo>
                  <a:lnTo>
                    <a:pt x="3810" y="238760"/>
                  </a:lnTo>
                  <a:close/>
                </a:path>
                <a:path w="3810" h="247650">
                  <a:moveTo>
                    <a:pt x="3810" y="242570"/>
                  </a:moveTo>
                  <a:lnTo>
                    <a:pt x="0" y="242570"/>
                  </a:lnTo>
                  <a:lnTo>
                    <a:pt x="0" y="245109"/>
                  </a:lnTo>
                  <a:lnTo>
                    <a:pt x="3810" y="245109"/>
                  </a:lnTo>
                  <a:lnTo>
                    <a:pt x="3810" y="242570"/>
                  </a:lnTo>
                  <a:close/>
                </a:path>
                <a:path w="3810" h="247650">
                  <a:moveTo>
                    <a:pt x="3810" y="245110"/>
                  </a:moveTo>
                  <a:lnTo>
                    <a:pt x="0" y="245110"/>
                  </a:lnTo>
                  <a:lnTo>
                    <a:pt x="0" y="246380"/>
                  </a:lnTo>
                  <a:lnTo>
                    <a:pt x="1269" y="246380"/>
                  </a:lnTo>
                  <a:lnTo>
                    <a:pt x="1269" y="247650"/>
                  </a:lnTo>
                  <a:lnTo>
                    <a:pt x="3810" y="247650"/>
                  </a:lnTo>
                  <a:lnTo>
                    <a:pt x="3810" y="245110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7" name="object 697"/>
            <p:cNvSpPr/>
            <p:nvPr/>
          </p:nvSpPr>
          <p:spPr>
            <a:xfrm>
              <a:off x="2367280" y="5092700"/>
              <a:ext cx="3810" cy="247650"/>
            </a:xfrm>
            <a:custGeom>
              <a:avLst/>
              <a:gdLst/>
              <a:ahLst/>
              <a:cxnLst/>
              <a:rect l="l" t="t" r="r" b="b"/>
              <a:pathLst>
                <a:path w="3810" h="247650">
                  <a:moveTo>
                    <a:pt x="3810" y="245122"/>
                  </a:moveTo>
                  <a:lnTo>
                    <a:pt x="0" y="24512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5122"/>
                  </a:lnTo>
                  <a:close/>
                </a:path>
                <a:path w="3810" h="247650">
                  <a:moveTo>
                    <a:pt x="3810" y="242582"/>
                  </a:moveTo>
                  <a:lnTo>
                    <a:pt x="0" y="24258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2582"/>
                  </a:lnTo>
                  <a:close/>
                </a:path>
                <a:path w="3810" h="247650">
                  <a:moveTo>
                    <a:pt x="3810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8772"/>
                  </a:lnTo>
                  <a:close/>
                </a:path>
                <a:path w="3810" h="247650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10" h="247650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10" h="247650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10" h="247650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10" h="247650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10" h="247650">
                  <a:moveTo>
                    <a:pt x="3810" y="21602"/>
                  </a:moveTo>
                  <a:lnTo>
                    <a:pt x="0" y="2160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602"/>
                  </a:lnTo>
                  <a:close/>
                </a:path>
                <a:path w="3810" h="247650">
                  <a:moveTo>
                    <a:pt x="3810" y="15252"/>
                  </a:moveTo>
                  <a:lnTo>
                    <a:pt x="0" y="1525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5252"/>
                  </a:lnTo>
                  <a:close/>
                </a:path>
                <a:path w="3810" h="247650">
                  <a:moveTo>
                    <a:pt x="381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8902"/>
                  </a:lnTo>
                  <a:close/>
                </a:path>
                <a:path w="3810" h="247650">
                  <a:moveTo>
                    <a:pt x="381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2552"/>
                  </a:lnTo>
                  <a:close/>
                </a:path>
                <a:path w="3810" h="24765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E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8" name="object 698"/>
            <p:cNvSpPr/>
            <p:nvPr/>
          </p:nvSpPr>
          <p:spPr>
            <a:xfrm>
              <a:off x="2371089" y="5092700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248920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10" h="248920">
                  <a:moveTo>
                    <a:pt x="381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8890"/>
                  </a:lnTo>
                  <a:close/>
                </a:path>
                <a:path w="3810" h="248920">
                  <a:moveTo>
                    <a:pt x="3810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5240"/>
                  </a:lnTo>
                  <a:close/>
                </a:path>
                <a:path w="3810" h="248920">
                  <a:moveTo>
                    <a:pt x="3810" y="21590"/>
                  </a:moveTo>
                  <a:lnTo>
                    <a:pt x="0" y="21590"/>
                  </a:lnTo>
                  <a:lnTo>
                    <a:pt x="0" y="223519"/>
                  </a:lnTo>
                  <a:lnTo>
                    <a:pt x="3810" y="223519"/>
                  </a:lnTo>
                  <a:lnTo>
                    <a:pt x="3810" y="21590"/>
                  </a:lnTo>
                  <a:close/>
                </a:path>
                <a:path w="3810" h="248920">
                  <a:moveTo>
                    <a:pt x="3810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23520"/>
                  </a:lnTo>
                  <a:close/>
                </a:path>
                <a:path w="3810" h="248920">
                  <a:moveTo>
                    <a:pt x="3810" y="226060"/>
                  </a:moveTo>
                  <a:lnTo>
                    <a:pt x="0" y="226060"/>
                  </a:lnTo>
                  <a:lnTo>
                    <a:pt x="0" y="229869"/>
                  </a:lnTo>
                  <a:lnTo>
                    <a:pt x="3810" y="229869"/>
                  </a:lnTo>
                  <a:lnTo>
                    <a:pt x="3810" y="226060"/>
                  </a:lnTo>
                  <a:close/>
                </a:path>
                <a:path w="3810" h="248920">
                  <a:moveTo>
                    <a:pt x="3810" y="229870"/>
                  </a:moveTo>
                  <a:lnTo>
                    <a:pt x="0" y="22987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9870"/>
                  </a:lnTo>
                  <a:close/>
                </a:path>
                <a:path w="3810" h="248920">
                  <a:moveTo>
                    <a:pt x="3810" y="232410"/>
                  </a:moveTo>
                  <a:lnTo>
                    <a:pt x="0" y="232410"/>
                  </a:lnTo>
                  <a:lnTo>
                    <a:pt x="0" y="236219"/>
                  </a:lnTo>
                  <a:lnTo>
                    <a:pt x="3810" y="236219"/>
                  </a:lnTo>
                  <a:lnTo>
                    <a:pt x="3810" y="232410"/>
                  </a:lnTo>
                  <a:close/>
                </a:path>
                <a:path w="3810" h="248920">
                  <a:moveTo>
                    <a:pt x="3810" y="236220"/>
                  </a:moveTo>
                  <a:lnTo>
                    <a:pt x="0" y="236220"/>
                  </a:lnTo>
                  <a:lnTo>
                    <a:pt x="0" y="238759"/>
                  </a:lnTo>
                  <a:lnTo>
                    <a:pt x="3810" y="238759"/>
                  </a:lnTo>
                  <a:lnTo>
                    <a:pt x="3810" y="236220"/>
                  </a:lnTo>
                  <a:close/>
                </a:path>
                <a:path w="3810" h="248920">
                  <a:moveTo>
                    <a:pt x="3810" y="238760"/>
                  </a:moveTo>
                  <a:lnTo>
                    <a:pt x="0" y="238760"/>
                  </a:lnTo>
                  <a:lnTo>
                    <a:pt x="0" y="242569"/>
                  </a:lnTo>
                  <a:lnTo>
                    <a:pt x="3810" y="242569"/>
                  </a:lnTo>
                  <a:lnTo>
                    <a:pt x="3810" y="238760"/>
                  </a:lnTo>
                  <a:close/>
                </a:path>
                <a:path w="3810" h="248920">
                  <a:moveTo>
                    <a:pt x="3810" y="242570"/>
                  </a:moveTo>
                  <a:lnTo>
                    <a:pt x="0" y="242570"/>
                  </a:lnTo>
                  <a:lnTo>
                    <a:pt x="0" y="245109"/>
                  </a:lnTo>
                  <a:lnTo>
                    <a:pt x="3810" y="245109"/>
                  </a:lnTo>
                  <a:lnTo>
                    <a:pt x="3810" y="242570"/>
                  </a:lnTo>
                  <a:close/>
                </a:path>
                <a:path w="3810" h="248920">
                  <a:moveTo>
                    <a:pt x="3810" y="245110"/>
                  </a:moveTo>
                  <a:lnTo>
                    <a:pt x="0" y="245110"/>
                  </a:lnTo>
                  <a:lnTo>
                    <a:pt x="0" y="247650"/>
                  </a:lnTo>
                  <a:lnTo>
                    <a:pt x="1270" y="247650"/>
                  </a:lnTo>
                  <a:lnTo>
                    <a:pt x="1270" y="248919"/>
                  </a:lnTo>
                  <a:lnTo>
                    <a:pt x="3810" y="248919"/>
                  </a:lnTo>
                  <a:lnTo>
                    <a:pt x="3810" y="245110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9" name="object 699"/>
            <p:cNvSpPr/>
            <p:nvPr/>
          </p:nvSpPr>
          <p:spPr>
            <a:xfrm>
              <a:off x="2374900" y="5092700"/>
              <a:ext cx="3810" cy="223520"/>
            </a:xfrm>
            <a:custGeom>
              <a:avLst/>
              <a:gdLst/>
              <a:ahLst/>
              <a:cxnLst/>
              <a:rect l="l" t="t" r="r" b="b"/>
              <a:pathLst>
                <a:path w="3810" h="223520">
                  <a:moveTo>
                    <a:pt x="3810" y="21602"/>
                  </a:moveTo>
                  <a:lnTo>
                    <a:pt x="0" y="2160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602"/>
                  </a:lnTo>
                  <a:close/>
                </a:path>
                <a:path w="3810" h="223520">
                  <a:moveTo>
                    <a:pt x="3810" y="15252"/>
                  </a:moveTo>
                  <a:lnTo>
                    <a:pt x="0" y="1525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5252"/>
                  </a:lnTo>
                  <a:close/>
                </a:path>
                <a:path w="3810" h="223520">
                  <a:moveTo>
                    <a:pt x="381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8902"/>
                  </a:lnTo>
                  <a:close/>
                </a:path>
                <a:path w="3810" h="223520">
                  <a:moveTo>
                    <a:pt x="381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2552"/>
                  </a:lnTo>
                  <a:close/>
                </a:path>
                <a:path w="3810" h="22352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" name="object 700"/>
            <p:cNvSpPr/>
            <p:nvPr/>
          </p:nvSpPr>
          <p:spPr>
            <a:xfrm>
              <a:off x="2378710" y="5092700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5122"/>
                  </a:moveTo>
                  <a:lnTo>
                    <a:pt x="0" y="24512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5122"/>
                  </a:lnTo>
                  <a:close/>
                </a:path>
                <a:path w="3810" h="248920">
                  <a:moveTo>
                    <a:pt x="3810" y="242582"/>
                  </a:moveTo>
                  <a:lnTo>
                    <a:pt x="0" y="24258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2582"/>
                  </a:lnTo>
                  <a:close/>
                </a:path>
                <a:path w="3810" h="248920">
                  <a:moveTo>
                    <a:pt x="3810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8772"/>
                  </a:lnTo>
                  <a:close/>
                </a:path>
                <a:path w="3810" h="248920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10" h="248920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10" h="248920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10" h="248920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10" h="248920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10" h="248920">
                  <a:moveTo>
                    <a:pt x="3810" y="21602"/>
                  </a:moveTo>
                  <a:lnTo>
                    <a:pt x="0" y="2160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602"/>
                  </a:lnTo>
                  <a:close/>
                </a:path>
                <a:path w="3810" h="248920">
                  <a:moveTo>
                    <a:pt x="3810" y="15252"/>
                  </a:moveTo>
                  <a:lnTo>
                    <a:pt x="0" y="1525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5252"/>
                  </a:lnTo>
                  <a:close/>
                </a:path>
                <a:path w="3810" h="248920">
                  <a:moveTo>
                    <a:pt x="381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8902"/>
                  </a:lnTo>
                  <a:close/>
                </a:path>
                <a:path w="3810" h="248920">
                  <a:moveTo>
                    <a:pt x="381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2552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799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" name="object 701"/>
            <p:cNvSpPr/>
            <p:nvPr/>
          </p:nvSpPr>
          <p:spPr>
            <a:xfrm>
              <a:off x="2382519" y="5091430"/>
              <a:ext cx="3810" cy="250190"/>
            </a:xfrm>
            <a:custGeom>
              <a:avLst/>
              <a:gdLst/>
              <a:ahLst/>
              <a:cxnLst/>
              <a:rect l="l" t="t" r="r" b="b"/>
              <a:pathLst>
                <a:path w="3810" h="250189">
                  <a:moveTo>
                    <a:pt x="3810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10" h="250189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10" h="250189">
                  <a:moveTo>
                    <a:pt x="381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60"/>
                  </a:lnTo>
                  <a:close/>
                </a:path>
                <a:path w="3810" h="250189">
                  <a:moveTo>
                    <a:pt x="3810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10"/>
                  </a:lnTo>
                  <a:close/>
                </a:path>
                <a:path w="3810" h="250189">
                  <a:moveTo>
                    <a:pt x="3810" y="22860"/>
                  </a:moveTo>
                  <a:lnTo>
                    <a:pt x="0" y="22860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860"/>
                  </a:lnTo>
                  <a:close/>
                </a:path>
                <a:path w="3810" h="250189">
                  <a:moveTo>
                    <a:pt x="3810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790"/>
                  </a:lnTo>
                  <a:close/>
                </a:path>
                <a:path w="3810" h="250189">
                  <a:moveTo>
                    <a:pt x="3810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30"/>
                  </a:lnTo>
                  <a:close/>
                </a:path>
                <a:path w="3810" h="250189">
                  <a:moveTo>
                    <a:pt x="3810" y="231140"/>
                  </a:moveTo>
                  <a:lnTo>
                    <a:pt x="0" y="231140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40"/>
                  </a:lnTo>
                  <a:close/>
                </a:path>
                <a:path w="3810" h="250189">
                  <a:moveTo>
                    <a:pt x="3810" y="233680"/>
                  </a:moveTo>
                  <a:lnTo>
                    <a:pt x="0" y="233680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80"/>
                  </a:lnTo>
                  <a:close/>
                </a:path>
                <a:path w="3810" h="250189">
                  <a:moveTo>
                    <a:pt x="3810" y="237490"/>
                  </a:moveTo>
                  <a:lnTo>
                    <a:pt x="0" y="237490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490"/>
                  </a:lnTo>
                  <a:close/>
                </a:path>
                <a:path w="3810" h="250189">
                  <a:moveTo>
                    <a:pt x="3810" y="240030"/>
                  </a:moveTo>
                  <a:lnTo>
                    <a:pt x="0" y="240030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30"/>
                  </a:lnTo>
                  <a:close/>
                </a:path>
                <a:path w="3810" h="250189">
                  <a:moveTo>
                    <a:pt x="3810" y="243840"/>
                  </a:moveTo>
                  <a:lnTo>
                    <a:pt x="0" y="243840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3840"/>
                  </a:lnTo>
                  <a:close/>
                </a:path>
                <a:path w="3810" h="250189">
                  <a:moveTo>
                    <a:pt x="3810" y="246380"/>
                  </a:moveTo>
                  <a:lnTo>
                    <a:pt x="0" y="246380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6380"/>
                  </a:lnTo>
                  <a:close/>
                </a:path>
              </a:pathLst>
            </a:custGeom>
            <a:solidFill>
              <a:srgbClr val="8496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2" name="object 702"/>
            <p:cNvSpPr/>
            <p:nvPr/>
          </p:nvSpPr>
          <p:spPr>
            <a:xfrm>
              <a:off x="2386330" y="5091430"/>
              <a:ext cx="2540" cy="224790"/>
            </a:xfrm>
            <a:custGeom>
              <a:avLst/>
              <a:gdLst/>
              <a:ahLst/>
              <a:cxnLst/>
              <a:rect l="l" t="t" r="r" b="b"/>
              <a:pathLst>
                <a:path w="2539" h="224789">
                  <a:moveTo>
                    <a:pt x="2540" y="22872"/>
                  </a:moveTo>
                  <a:lnTo>
                    <a:pt x="0" y="22872"/>
                  </a:lnTo>
                  <a:lnTo>
                    <a:pt x="0" y="224790"/>
                  </a:lnTo>
                  <a:lnTo>
                    <a:pt x="2540" y="224790"/>
                  </a:lnTo>
                  <a:lnTo>
                    <a:pt x="2540" y="22872"/>
                  </a:lnTo>
                  <a:close/>
                </a:path>
                <a:path w="2539" h="224789">
                  <a:moveTo>
                    <a:pt x="2540" y="16522"/>
                  </a:moveTo>
                  <a:lnTo>
                    <a:pt x="0" y="16522"/>
                  </a:lnTo>
                  <a:lnTo>
                    <a:pt x="0" y="22860"/>
                  </a:lnTo>
                  <a:lnTo>
                    <a:pt x="2540" y="22860"/>
                  </a:lnTo>
                  <a:lnTo>
                    <a:pt x="2540" y="16522"/>
                  </a:lnTo>
                  <a:close/>
                </a:path>
                <a:path w="2539" h="224789">
                  <a:moveTo>
                    <a:pt x="254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2540" y="16510"/>
                  </a:lnTo>
                  <a:lnTo>
                    <a:pt x="2540" y="10172"/>
                  </a:lnTo>
                  <a:close/>
                </a:path>
                <a:path w="2539" h="224789">
                  <a:moveTo>
                    <a:pt x="254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2540" y="10160"/>
                  </a:lnTo>
                  <a:lnTo>
                    <a:pt x="2540" y="3822"/>
                  </a:lnTo>
                  <a:close/>
                </a:path>
                <a:path w="2539" h="224789">
                  <a:moveTo>
                    <a:pt x="254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40" y="381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819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3" name="object 703"/>
            <p:cNvSpPr/>
            <p:nvPr/>
          </p:nvSpPr>
          <p:spPr>
            <a:xfrm>
              <a:off x="2388870" y="50901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0" y="1269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10" h="252729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252729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252729">
                  <a:moveTo>
                    <a:pt x="381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7780"/>
                  </a:lnTo>
                  <a:close/>
                </a:path>
                <a:path w="3810" h="252729">
                  <a:moveTo>
                    <a:pt x="3810" y="24130"/>
                  </a:moveTo>
                  <a:lnTo>
                    <a:pt x="0" y="2413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4130"/>
                  </a:lnTo>
                  <a:close/>
                </a:path>
                <a:path w="3810" h="252729">
                  <a:moveTo>
                    <a:pt x="3810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6059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3810" y="234949"/>
                  </a:lnTo>
                  <a:lnTo>
                    <a:pt x="3810" y="232409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3810" y="238759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8759"/>
                  </a:moveTo>
                  <a:lnTo>
                    <a:pt x="0" y="238759"/>
                  </a:lnTo>
                  <a:lnTo>
                    <a:pt x="0" y="241299"/>
                  </a:lnTo>
                  <a:lnTo>
                    <a:pt x="3810" y="241299"/>
                  </a:lnTo>
                  <a:lnTo>
                    <a:pt x="3810" y="238759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109"/>
                  </a:lnTo>
                  <a:lnTo>
                    <a:pt x="3810" y="245109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45109"/>
                  </a:moveTo>
                  <a:lnTo>
                    <a:pt x="0" y="245109"/>
                  </a:lnTo>
                  <a:lnTo>
                    <a:pt x="0" y="247649"/>
                  </a:lnTo>
                  <a:lnTo>
                    <a:pt x="3810" y="247649"/>
                  </a:lnTo>
                  <a:lnTo>
                    <a:pt x="3810" y="245109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59"/>
                  </a:lnTo>
                  <a:lnTo>
                    <a:pt x="3810" y="251459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51459"/>
                  </a:moveTo>
                  <a:lnTo>
                    <a:pt x="2540" y="251459"/>
                  </a:lnTo>
                  <a:lnTo>
                    <a:pt x="2540" y="252729"/>
                  </a:lnTo>
                  <a:lnTo>
                    <a:pt x="3810" y="252729"/>
                  </a:lnTo>
                  <a:lnTo>
                    <a:pt x="3810" y="251459"/>
                  </a:lnTo>
                  <a:close/>
                </a:path>
              </a:pathLst>
            </a:custGeom>
            <a:solidFill>
              <a:srgbClr val="7F92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4" name="object 704"/>
            <p:cNvSpPr/>
            <p:nvPr/>
          </p:nvSpPr>
          <p:spPr>
            <a:xfrm>
              <a:off x="2392680" y="50901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3810" y="252730"/>
                  </a:lnTo>
                  <a:lnTo>
                    <a:pt x="3810" y="251472"/>
                  </a:lnTo>
                  <a:close/>
                </a:path>
                <a:path w="3810" h="252729">
                  <a:moveTo>
                    <a:pt x="3810" y="247662"/>
                  </a:moveTo>
                  <a:lnTo>
                    <a:pt x="0" y="24766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47662"/>
                  </a:lnTo>
                  <a:close/>
                </a:path>
                <a:path w="3810" h="252729">
                  <a:moveTo>
                    <a:pt x="3810" y="245122"/>
                  </a:moveTo>
                  <a:lnTo>
                    <a:pt x="0" y="24512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5122"/>
                  </a:lnTo>
                  <a:close/>
                </a:path>
                <a:path w="3810" h="252729">
                  <a:moveTo>
                    <a:pt x="3810" y="241312"/>
                  </a:moveTo>
                  <a:lnTo>
                    <a:pt x="0" y="24131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1312"/>
                  </a:lnTo>
                  <a:close/>
                </a:path>
                <a:path w="3810" h="252729">
                  <a:moveTo>
                    <a:pt x="3810" y="238772"/>
                  </a:moveTo>
                  <a:lnTo>
                    <a:pt x="0" y="23877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8772"/>
                  </a:lnTo>
                  <a:close/>
                </a:path>
                <a:path w="3810" h="252729">
                  <a:moveTo>
                    <a:pt x="3810" y="234962"/>
                  </a:moveTo>
                  <a:lnTo>
                    <a:pt x="0" y="23496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4962"/>
                  </a:lnTo>
                  <a:close/>
                </a:path>
                <a:path w="3810" h="252729">
                  <a:moveTo>
                    <a:pt x="38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2422"/>
                  </a:lnTo>
                  <a:close/>
                </a:path>
                <a:path w="3810" h="252729">
                  <a:moveTo>
                    <a:pt x="3810" y="228612"/>
                  </a:moveTo>
                  <a:lnTo>
                    <a:pt x="0" y="22861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8612"/>
                  </a:lnTo>
                  <a:close/>
                </a:path>
                <a:path w="3810" h="252729">
                  <a:moveTo>
                    <a:pt x="3810" y="226072"/>
                  </a:moveTo>
                  <a:lnTo>
                    <a:pt x="0" y="22607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6072"/>
                  </a:lnTo>
                  <a:close/>
                </a:path>
                <a:path w="3810" h="252729">
                  <a:moveTo>
                    <a:pt x="3810" y="24142"/>
                  </a:moveTo>
                  <a:lnTo>
                    <a:pt x="0" y="2414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4142"/>
                  </a:lnTo>
                  <a:close/>
                </a:path>
                <a:path w="3810" h="252729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5272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5272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5" name="object 705"/>
            <p:cNvSpPr/>
            <p:nvPr/>
          </p:nvSpPr>
          <p:spPr>
            <a:xfrm>
              <a:off x="2396490" y="50901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3810" y="252730"/>
                  </a:lnTo>
                  <a:lnTo>
                    <a:pt x="3810" y="251472"/>
                  </a:lnTo>
                  <a:close/>
                </a:path>
                <a:path w="3810" h="252729">
                  <a:moveTo>
                    <a:pt x="3810" y="24142"/>
                  </a:moveTo>
                  <a:lnTo>
                    <a:pt x="0" y="2414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4142"/>
                  </a:lnTo>
                  <a:close/>
                </a:path>
                <a:path w="3810" h="252729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5272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5272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9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6" name="object 706"/>
            <p:cNvSpPr/>
            <p:nvPr/>
          </p:nvSpPr>
          <p:spPr>
            <a:xfrm>
              <a:off x="2400300" y="50901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3810" y="252730"/>
                  </a:lnTo>
                  <a:lnTo>
                    <a:pt x="3810" y="251472"/>
                  </a:lnTo>
                  <a:close/>
                </a:path>
                <a:path w="3810" h="252729">
                  <a:moveTo>
                    <a:pt x="3810" y="247662"/>
                  </a:moveTo>
                  <a:lnTo>
                    <a:pt x="0" y="24766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47662"/>
                  </a:lnTo>
                  <a:close/>
                </a:path>
                <a:path w="3810" h="252729">
                  <a:moveTo>
                    <a:pt x="3810" y="245122"/>
                  </a:moveTo>
                  <a:lnTo>
                    <a:pt x="0" y="24512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5122"/>
                  </a:lnTo>
                  <a:close/>
                </a:path>
                <a:path w="3810" h="252729">
                  <a:moveTo>
                    <a:pt x="3810" y="241312"/>
                  </a:moveTo>
                  <a:lnTo>
                    <a:pt x="0" y="24131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1312"/>
                  </a:lnTo>
                  <a:close/>
                </a:path>
                <a:path w="3810" h="252729">
                  <a:moveTo>
                    <a:pt x="3810" y="238772"/>
                  </a:moveTo>
                  <a:lnTo>
                    <a:pt x="0" y="23877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8772"/>
                  </a:lnTo>
                  <a:close/>
                </a:path>
                <a:path w="3810" h="252729">
                  <a:moveTo>
                    <a:pt x="3810" y="234962"/>
                  </a:moveTo>
                  <a:lnTo>
                    <a:pt x="0" y="23496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4962"/>
                  </a:lnTo>
                  <a:close/>
                </a:path>
                <a:path w="3810" h="252729">
                  <a:moveTo>
                    <a:pt x="38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2422"/>
                  </a:lnTo>
                  <a:close/>
                </a:path>
                <a:path w="3810" h="252729">
                  <a:moveTo>
                    <a:pt x="3810" y="228612"/>
                  </a:moveTo>
                  <a:lnTo>
                    <a:pt x="0" y="22861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8612"/>
                  </a:lnTo>
                  <a:close/>
                </a:path>
                <a:path w="3810" h="252729">
                  <a:moveTo>
                    <a:pt x="3810" y="226072"/>
                  </a:moveTo>
                  <a:lnTo>
                    <a:pt x="0" y="22607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6072"/>
                  </a:lnTo>
                  <a:close/>
                </a:path>
                <a:path w="3810" h="252729">
                  <a:moveTo>
                    <a:pt x="3810" y="24142"/>
                  </a:moveTo>
                  <a:lnTo>
                    <a:pt x="0" y="2414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4142"/>
                  </a:lnTo>
                  <a:close/>
                </a:path>
                <a:path w="3810" h="252729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5272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5272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" name="object 707"/>
            <p:cNvSpPr/>
            <p:nvPr/>
          </p:nvSpPr>
          <p:spPr>
            <a:xfrm>
              <a:off x="2404110" y="50901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3810" y="252730"/>
                  </a:lnTo>
                  <a:lnTo>
                    <a:pt x="3810" y="251472"/>
                  </a:lnTo>
                  <a:close/>
                </a:path>
                <a:path w="3810" h="252729">
                  <a:moveTo>
                    <a:pt x="3810" y="24142"/>
                  </a:moveTo>
                  <a:lnTo>
                    <a:pt x="0" y="2414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4142"/>
                  </a:lnTo>
                  <a:close/>
                </a:path>
                <a:path w="3810" h="252729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5272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5272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" name="object 708"/>
            <p:cNvSpPr/>
            <p:nvPr/>
          </p:nvSpPr>
          <p:spPr>
            <a:xfrm>
              <a:off x="2407920" y="5090159"/>
              <a:ext cx="2540" cy="252729"/>
            </a:xfrm>
            <a:custGeom>
              <a:avLst/>
              <a:gdLst/>
              <a:ahLst/>
              <a:cxnLst/>
              <a:rect l="l" t="t" r="r" b="b"/>
              <a:pathLst>
                <a:path w="2539" h="252729">
                  <a:moveTo>
                    <a:pt x="254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2540" y="252730"/>
                  </a:lnTo>
                  <a:lnTo>
                    <a:pt x="2540" y="251472"/>
                  </a:lnTo>
                  <a:close/>
                </a:path>
                <a:path w="2539" h="252729">
                  <a:moveTo>
                    <a:pt x="2540" y="247662"/>
                  </a:moveTo>
                  <a:lnTo>
                    <a:pt x="0" y="247662"/>
                  </a:lnTo>
                  <a:lnTo>
                    <a:pt x="0" y="251460"/>
                  </a:lnTo>
                  <a:lnTo>
                    <a:pt x="2540" y="251460"/>
                  </a:lnTo>
                  <a:lnTo>
                    <a:pt x="2540" y="247662"/>
                  </a:lnTo>
                  <a:close/>
                </a:path>
                <a:path w="2539" h="252729">
                  <a:moveTo>
                    <a:pt x="2540" y="245122"/>
                  </a:moveTo>
                  <a:lnTo>
                    <a:pt x="0" y="245122"/>
                  </a:lnTo>
                  <a:lnTo>
                    <a:pt x="0" y="247650"/>
                  </a:lnTo>
                  <a:lnTo>
                    <a:pt x="2540" y="247650"/>
                  </a:lnTo>
                  <a:lnTo>
                    <a:pt x="2540" y="245122"/>
                  </a:lnTo>
                  <a:close/>
                </a:path>
                <a:path w="2539" h="252729">
                  <a:moveTo>
                    <a:pt x="2540" y="241312"/>
                  </a:moveTo>
                  <a:lnTo>
                    <a:pt x="0" y="241312"/>
                  </a:lnTo>
                  <a:lnTo>
                    <a:pt x="0" y="245110"/>
                  </a:lnTo>
                  <a:lnTo>
                    <a:pt x="2540" y="245110"/>
                  </a:lnTo>
                  <a:lnTo>
                    <a:pt x="2540" y="241312"/>
                  </a:lnTo>
                  <a:close/>
                </a:path>
                <a:path w="2539" h="252729">
                  <a:moveTo>
                    <a:pt x="2540" y="238772"/>
                  </a:moveTo>
                  <a:lnTo>
                    <a:pt x="0" y="238772"/>
                  </a:lnTo>
                  <a:lnTo>
                    <a:pt x="0" y="241300"/>
                  </a:lnTo>
                  <a:lnTo>
                    <a:pt x="2540" y="241300"/>
                  </a:lnTo>
                  <a:lnTo>
                    <a:pt x="2540" y="238772"/>
                  </a:lnTo>
                  <a:close/>
                </a:path>
                <a:path w="2539" h="252729">
                  <a:moveTo>
                    <a:pt x="2540" y="234962"/>
                  </a:moveTo>
                  <a:lnTo>
                    <a:pt x="0" y="234962"/>
                  </a:lnTo>
                  <a:lnTo>
                    <a:pt x="0" y="238760"/>
                  </a:lnTo>
                  <a:lnTo>
                    <a:pt x="2540" y="238760"/>
                  </a:lnTo>
                  <a:lnTo>
                    <a:pt x="2540" y="234962"/>
                  </a:lnTo>
                  <a:close/>
                </a:path>
                <a:path w="2539" h="252729">
                  <a:moveTo>
                    <a:pt x="254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540" y="234950"/>
                  </a:lnTo>
                  <a:lnTo>
                    <a:pt x="2540" y="232422"/>
                  </a:lnTo>
                  <a:close/>
                </a:path>
                <a:path w="2539" h="252729">
                  <a:moveTo>
                    <a:pt x="2540" y="228612"/>
                  </a:moveTo>
                  <a:lnTo>
                    <a:pt x="0" y="228612"/>
                  </a:lnTo>
                  <a:lnTo>
                    <a:pt x="0" y="232410"/>
                  </a:lnTo>
                  <a:lnTo>
                    <a:pt x="2540" y="232410"/>
                  </a:lnTo>
                  <a:lnTo>
                    <a:pt x="2540" y="228612"/>
                  </a:lnTo>
                  <a:close/>
                </a:path>
                <a:path w="2539" h="252729">
                  <a:moveTo>
                    <a:pt x="2540" y="226072"/>
                  </a:moveTo>
                  <a:lnTo>
                    <a:pt x="0" y="226072"/>
                  </a:lnTo>
                  <a:lnTo>
                    <a:pt x="0" y="228600"/>
                  </a:lnTo>
                  <a:lnTo>
                    <a:pt x="2540" y="228600"/>
                  </a:lnTo>
                  <a:lnTo>
                    <a:pt x="2540" y="226072"/>
                  </a:lnTo>
                  <a:close/>
                </a:path>
                <a:path w="2539" h="252729">
                  <a:moveTo>
                    <a:pt x="2540" y="24142"/>
                  </a:moveTo>
                  <a:lnTo>
                    <a:pt x="0" y="24142"/>
                  </a:lnTo>
                  <a:lnTo>
                    <a:pt x="0" y="226060"/>
                  </a:lnTo>
                  <a:lnTo>
                    <a:pt x="2540" y="226060"/>
                  </a:lnTo>
                  <a:lnTo>
                    <a:pt x="2540" y="24142"/>
                  </a:lnTo>
                  <a:close/>
                </a:path>
                <a:path w="2539" h="252729">
                  <a:moveTo>
                    <a:pt x="254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540" y="24130"/>
                  </a:lnTo>
                  <a:lnTo>
                    <a:pt x="2540" y="17792"/>
                  </a:lnTo>
                  <a:close/>
                </a:path>
                <a:path w="2539" h="252729">
                  <a:moveTo>
                    <a:pt x="254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2540" y="17780"/>
                  </a:lnTo>
                  <a:lnTo>
                    <a:pt x="2540" y="11442"/>
                  </a:lnTo>
                  <a:close/>
                </a:path>
                <a:path w="2539" h="252729">
                  <a:moveTo>
                    <a:pt x="254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5092"/>
                  </a:lnTo>
                  <a:close/>
                </a:path>
                <a:path w="2539" h="252729">
                  <a:moveTo>
                    <a:pt x="25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71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9" name="object 709"/>
            <p:cNvSpPr/>
            <p:nvPr/>
          </p:nvSpPr>
          <p:spPr>
            <a:xfrm>
              <a:off x="2410460" y="50901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3810" y="252730"/>
                  </a:lnTo>
                  <a:lnTo>
                    <a:pt x="3810" y="251472"/>
                  </a:lnTo>
                  <a:close/>
                </a:path>
                <a:path w="3810" h="252729">
                  <a:moveTo>
                    <a:pt x="3810" y="247662"/>
                  </a:moveTo>
                  <a:lnTo>
                    <a:pt x="0" y="24766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47662"/>
                  </a:lnTo>
                  <a:close/>
                </a:path>
                <a:path w="3810" h="252729">
                  <a:moveTo>
                    <a:pt x="3810" y="245122"/>
                  </a:moveTo>
                  <a:lnTo>
                    <a:pt x="0" y="24512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5122"/>
                  </a:lnTo>
                  <a:close/>
                </a:path>
                <a:path w="3810" h="252729">
                  <a:moveTo>
                    <a:pt x="3810" y="241312"/>
                  </a:moveTo>
                  <a:lnTo>
                    <a:pt x="0" y="24131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1312"/>
                  </a:lnTo>
                  <a:close/>
                </a:path>
                <a:path w="3810" h="252729">
                  <a:moveTo>
                    <a:pt x="3810" y="238772"/>
                  </a:moveTo>
                  <a:lnTo>
                    <a:pt x="0" y="23877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8772"/>
                  </a:lnTo>
                  <a:close/>
                </a:path>
                <a:path w="3810" h="252729">
                  <a:moveTo>
                    <a:pt x="3810" y="234962"/>
                  </a:moveTo>
                  <a:lnTo>
                    <a:pt x="0" y="23496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4962"/>
                  </a:lnTo>
                  <a:close/>
                </a:path>
                <a:path w="3810" h="252729">
                  <a:moveTo>
                    <a:pt x="38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2422"/>
                  </a:lnTo>
                  <a:close/>
                </a:path>
                <a:path w="3810" h="252729">
                  <a:moveTo>
                    <a:pt x="3810" y="228612"/>
                  </a:moveTo>
                  <a:lnTo>
                    <a:pt x="0" y="22861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8612"/>
                  </a:lnTo>
                  <a:close/>
                </a:path>
                <a:path w="3810" h="252729">
                  <a:moveTo>
                    <a:pt x="3810" y="226072"/>
                  </a:moveTo>
                  <a:lnTo>
                    <a:pt x="0" y="22607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6072"/>
                  </a:lnTo>
                  <a:close/>
                </a:path>
                <a:path w="3810" h="252729">
                  <a:moveTo>
                    <a:pt x="3810" y="24142"/>
                  </a:moveTo>
                  <a:lnTo>
                    <a:pt x="0" y="2414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4142"/>
                  </a:lnTo>
                  <a:close/>
                </a:path>
                <a:path w="3810" h="252729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5272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5272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F84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0" name="object 710"/>
            <p:cNvSpPr/>
            <p:nvPr/>
          </p:nvSpPr>
          <p:spPr>
            <a:xfrm>
              <a:off x="2414270" y="50901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3810" y="252730"/>
                  </a:lnTo>
                  <a:lnTo>
                    <a:pt x="3810" y="251472"/>
                  </a:lnTo>
                  <a:close/>
                </a:path>
                <a:path w="3810" h="252729">
                  <a:moveTo>
                    <a:pt x="3810" y="24142"/>
                  </a:moveTo>
                  <a:lnTo>
                    <a:pt x="0" y="2414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4142"/>
                  </a:lnTo>
                  <a:close/>
                </a:path>
                <a:path w="3810" h="252729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5272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5272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C82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1" name="object 711"/>
            <p:cNvSpPr/>
            <p:nvPr/>
          </p:nvSpPr>
          <p:spPr>
            <a:xfrm>
              <a:off x="2418080" y="50901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3810" y="252730"/>
                  </a:lnTo>
                  <a:lnTo>
                    <a:pt x="3810" y="251472"/>
                  </a:lnTo>
                  <a:close/>
                </a:path>
                <a:path w="3810" h="252729">
                  <a:moveTo>
                    <a:pt x="3810" y="247662"/>
                  </a:moveTo>
                  <a:lnTo>
                    <a:pt x="0" y="24766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47662"/>
                  </a:lnTo>
                  <a:close/>
                </a:path>
                <a:path w="3810" h="252729">
                  <a:moveTo>
                    <a:pt x="3810" y="245122"/>
                  </a:moveTo>
                  <a:lnTo>
                    <a:pt x="0" y="24512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5122"/>
                  </a:lnTo>
                  <a:close/>
                </a:path>
                <a:path w="3810" h="252729">
                  <a:moveTo>
                    <a:pt x="3810" y="241312"/>
                  </a:moveTo>
                  <a:lnTo>
                    <a:pt x="0" y="24131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1312"/>
                  </a:lnTo>
                  <a:close/>
                </a:path>
                <a:path w="3810" h="252729">
                  <a:moveTo>
                    <a:pt x="3810" y="238772"/>
                  </a:moveTo>
                  <a:lnTo>
                    <a:pt x="0" y="23877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8772"/>
                  </a:lnTo>
                  <a:close/>
                </a:path>
                <a:path w="3810" h="252729">
                  <a:moveTo>
                    <a:pt x="3810" y="234962"/>
                  </a:moveTo>
                  <a:lnTo>
                    <a:pt x="0" y="23496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4962"/>
                  </a:lnTo>
                  <a:close/>
                </a:path>
                <a:path w="3810" h="252729">
                  <a:moveTo>
                    <a:pt x="38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2422"/>
                  </a:lnTo>
                  <a:close/>
                </a:path>
                <a:path w="3810" h="252729">
                  <a:moveTo>
                    <a:pt x="3810" y="228612"/>
                  </a:moveTo>
                  <a:lnTo>
                    <a:pt x="0" y="22861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8612"/>
                  </a:lnTo>
                  <a:close/>
                </a:path>
                <a:path w="3810" h="252729">
                  <a:moveTo>
                    <a:pt x="3810" y="226072"/>
                  </a:moveTo>
                  <a:lnTo>
                    <a:pt x="0" y="22607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6072"/>
                  </a:lnTo>
                  <a:close/>
                </a:path>
                <a:path w="3810" h="252729">
                  <a:moveTo>
                    <a:pt x="3810" y="24142"/>
                  </a:moveTo>
                  <a:lnTo>
                    <a:pt x="0" y="2414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4142"/>
                  </a:lnTo>
                  <a:close/>
                </a:path>
                <a:path w="3810" h="252729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5272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5272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980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2" name="object 712"/>
            <p:cNvSpPr/>
            <p:nvPr/>
          </p:nvSpPr>
          <p:spPr>
            <a:xfrm>
              <a:off x="2421890" y="50901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3810" y="252730"/>
                  </a:lnTo>
                  <a:lnTo>
                    <a:pt x="3810" y="251472"/>
                  </a:lnTo>
                  <a:close/>
                </a:path>
                <a:path w="3810" h="252729">
                  <a:moveTo>
                    <a:pt x="3810" y="24142"/>
                  </a:moveTo>
                  <a:lnTo>
                    <a:pt x="0" y="2414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4142"/>
                  </a:lnTo>
                  <a:close/>
                </a:path>
                <a:path w="3810" h="252729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5272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5272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77E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3" name="object 713"/>
            <p:cNvSpPr/>
            <p:nvPr/>
          </p:nvSpPr>
          <p:spPr>
            <a:xfrm>
              <a:off x="2425700" y="50901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3810" y="252730"/>
                  </a:lnTo>
                  <a:lnTo>
                    <a:pt x="3810" y="251472"/>
                  </a:lnTo>
                  <a:close/>
                </a:path>
                <a:path w="3810" h="252729">
                  <a:moveTo>
                    <a:pt x="3810" y="247662"/>
                  </a:moveTo>
                  <a:lnTo>
                    <a:pt x="0" y="24766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47662"/>
                  </a:lnTo>
                  <a:close/>
                </a:path>
                <a:path w="3810" h="252729">
                  <a:moveTo>
                    <a:pt x="3810" y="245122"/>
                  </a:moveTo>
                  <a:lnTo>
                    <a:pt x="0" y="24512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5122"/>
                  </a:lnTo>
                  <a:close/>
                </a:path>
                <a:path w="3810" h="252729">
                  <a:moveTo>
                    <a:pt x="3810" y="241312"/>
                  </a:moveTo>
                  <a:lnTo>
                    <a:pt x="0" y="24131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1312"/>
                  </a:lnTo>
                  <a:close/>
                </a:path>
                <a:path w="3810" h="252729">
                  <a:moveTo>
                    <a:pt x="3810" y="238772"/>
                  </a:moveTo>
                  <a:lnTo>
                    <a:pt x="0" y="23877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8772"/>
                  </a:lnTo>
                  <a:close/>
                </a:path>
                <a:path w="3810" h="252729">
                  <a:moveTo>
                    <a:pt x="3810" y="234962"/>
                  </a:moveTo>
                  <a:lnTo>
                    <a:pt x="0" y="23496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4962"/>
                  </a:lnTo>
                  <a:close/>
                </a:path>
                <a:path w="3810" h="252729">
                  <a:moveTo>
                    <a:pt x="38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2422"/>
                  </a:lnTo>
                  <a:close/>
                </a:path>
                <a:path w="3810" h="252729">
                  <a:moveTo>
                    <a:pt x="3810" y="228612"/>
                  </a:moveTo>
                  <a:lnTo>
                    <a:pt x="0" y="22861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8612"/>
                  </a:lnTo>
                  <a:close/>
                </a:path>
                <a:path w="3810" h="252729">
                  <a:moveTo>
                    <a:pt x="3810" y="226072"/>
                  </a:moveTo>
                  <a:lnTo>
                    <a:pt x="0" y="22607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6072"/>
                  </a:lnTo>
                  <a:close/>
                </a:path>
                <a:path w="3810" h="252729">
                  <a:moveTo>
                    <a:pt x="3810" y="24142"/>
                  </a:moveTo>
                  <a:lnTo>
                    <a:pt x="0" y="2414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4142"/>
                  </a:lnTo>
                  <a:close/>
                </a:path>
                <a:path w="3810" h="252729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5272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5272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A80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4" name="object 714"/>
            <p:cNvSpPr/>
            <p:nvPr/>
          </p:nvSpPr>
          <p:spPr>
            <a:xfrm>
              <a:off x="2429510" y="50901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3810" y="252730"/>
                  </a:lnTo>
                  <a:lnTo>
                    <a:pt x="3810" y="251472"/>
                  </a:lnTo>
                  <a:close/>
                </a:path>
                <a:path w="3810" h="252729">
                  <a:moveTo>
                    <a:pt x="3810" y="24142"/>
                  </a:moveTo>
                  <a:lnTo>
                    <a:pt x="0" y="2414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4142"/>
                  </a:lnTo>
                  <a:close/>
                </a:path>
                <a:path w="3810" h="252729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5272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5272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C82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5" name="object 715"/>
            <p:cNvSpPr/>
            <p:nvPr/>
          </p:nvSpPr>
          <p:spPr>
            <a:xfrm>
              <a:off x="2433320" y="5090159"/>
              <a:ext cx="2540" cy="252729"/>
            </a:xfrm>
            <a:custGeom>
              <a:avLst/>
              <a:gdLst/>
              <a:ahLst/>
              <a:cxnLst/>
              <a:rect l="l" t="t" r="r" b="b"/>
              <a:pathLst>
                <a:path w="2539" h="252729">
                  <a:moveTo>
                    <a:pt x="254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2540" y="252730"/>
                  </a:lnTo>
                  <a:lnTo>
                    <a:pt x="2540" y="251472"/>
                  </a:lnTo>
                  <a:close/>
                </a:path>
                <a:path w="2539" h="252729">
                  <a:moveTo>
                    <a:pt x="2540" y="247662"/>
                  </a:moveTo>
                  <a:lnTo>
                    <a:pt x="0" y="247662"/>
                  </a:lnTo>
                  <a:lnTo>
                    <a:pt x="0" y="251460"/>
                  </a:lnTo>
                  <a:lnTo>
                    <a:pt x="2540" y="251460"/>
                  </a:lnTo>
                  <a:lnTo>
                    <a:pt x="2540" y="247662"/>
                  </a:lnTo>
                  <a:close/>
                </a:path>
                <a:path w="2539" h="252729">
                  <a:moveTo>
                    <a:pt x="2540" y="245122"/>
                  </a:moveTo>
                  <a:lnTo>
                    <a:pt x="0" y="245122"/>
                  </a:lnTo>
                  <a:lnTo>
                    <a:pt x="0" y="247650"/>
                  </a:lnTo>
                  <a:lnTo>
                    <a:pt x="2540" y="247650"/>
                  </a:lnTo>
                  <a:lnTo>
                    <a:pt x="2540" y="245122"/>
                  </a:lnTo>
                  <a:close/>
                </a:path>
                <a:path w="2539" h="252729">
                  <a:moveTo>
                    <a:pt x="2540" y="241312"/>
                  </a:moveTo>
                  <a:lnTo>
                    <a:pt x="0" y="241312"/>
                  </a:lnTo>
                  <a:lnTo>
                    <a:pt x="0" y="245110"/>
                  </a:lnTo>
                  <a:lnTo>
                    <a:pt x="2540" y="245110"/>
                  </a:lnTo>
                  <a:lnTo>
                    <a:pt x="2540" y="241312"/>
                  </a:lnTo>
                  <a:close/>
                </a:path>
                <a:path w="2539" h="252729">
                  <a:moveTo>
                    <a:pt x="2540" y="238772"/>
                  </a:moveTo>
                  <a:lnTo>
                    <a:pt x="0" y="238772"/>
                  </a:lnTo>
                  <a:lnTo>
                    <a:pt x="0" y="241300"/>
                  </a:lnTo>
                  <a:lnTo>
                    <a:pt x="2540" y="241300"/>
                  </a:lnTo>
                  <a:lnTo>
                    <a:pt x="2540" y="238772"/>
                  </a:lnTo>
                  <a:close/>
                </a:path>
                <a:path w="2539" h="252729">
                  <a:moveTo>
                    <a:pt x="2540" y="234962"/>
                  </a:moveTo>
                  <a:lnTo>
                    <a:pt x="0" y="234962"/>
                  </a:lnTo>
                  <a:lnTo>
                    <a:pt x="0" y="238760"/>
                  </a:lnTo>
                  <a:lnTo>
                    <a:pt x="2540" y="238760"/>
                  </a:lnTo>
                  <a:lnTo>
                    <a:pt x="2540" y="234962"/>
                  </a:lnTo>
                  <a:close/>
                </a:path>
                <a:path w="2539" h="252729">
                  <a:moveTo>
                    <a:pt x="254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540" y="234950"/>
                  </a:lnTo>
                  <a:lnTo>
                    <a:pt x="2540" y="232422"/>
                  </a:lnTo>
                  <a:close/>
                </a:path>
                <a:path w="2539" h="252729">
                  <a:moveTo>
                    <a:pt x="2540" y="228612"/>
                  </a:moveTo>
                  <a:lnTo>
                    <a:pt x="0" y="228612"/>
                  </a:lnTo>
                  <a:lnTo>
                    <a:pt x="0" y="232410"/>
                  </a:lnTo>
                  <a:lnTo>
                    <a:pt x="2540" y="232410"/>
                  </a:lnTo>
                  <a:lnTo>
                    <a:pt x="2540" y="228612"/>
                  </a:lnTo>
                  <a:close/>
                </a:path>
                <a:path w="2539" h="252729">
                  <a:moveTo>
                    <a:pt x="2540" y="226072"/>
                  </a:moveTo>
                  <a:lnTo>
                    <a:pt x="0" y="226072"/>
                  </a:lnTo>
                  <a:lnTo>
                    <a:pt x="0" y="228600"/>
                  </a:lnTo>
                  <a:lnTo>
                    <a:pt x="2540" y="228600"/>
                  </a:lnTo>
                  <a:lnTo>
                    <a:pt x="2540" y="226072"/>
                  </a:lnTo>
                  <a:close/>
                </a:path>
                <a:path w="2539" h="252729">
                  <a:moveTo>
                    <a:pt x="2540" y="24142"/>
                  </a:moveTo>
                  <a:lnTo>
                    <a:pt x="0" y="24142"/>
                  </a:lnTo>
                  <a:lnTo>
                    <a:pt x="0" y="226060"/>
                  </a:lnTo>
                  <a:lnTo>
                    <a:pt x="2540" y="226060"/>
                  </a:lnTo>
                  <a:lnTo>
                    <a:pt x="2540" y="24142"/>
                  </a:lnTo>
                  <a:close/>
                </a:path>
                <a:path w="2539" h="252729">
                  <a:moveTo>
                    <a:pt x="254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540" y="24130"/>
                  </a:lnTo>
                  <a:lnTo>
                    <a:pt x="2540" y="17792"/>
                  </a:lnTo>
                  <a:close/>
                </a:path>
                <a:path w="2539" h="252729">
                  <a:moveTo>
                    <a:pt x="254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2540" y="17780"/>
                  </a:lnTo>
                  <a:lnTo>
                    <a:pt x="2540" y="11442"/>
                  </a:lnTo>
                  <a:close/>
                </a:path>
                <a:path w="2539" h="252729">
                  <a:moveTo>
                    <a:pt x="254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5092"/>
                  </a:lnTo>
                  <a:close/>
                </a:path>
                <a:path w="2539" h="252729">
                  <a:moveTo>
                    <a:pt x="25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6F84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6" name="object 716"/>
            <p:cNvSpPr/>
            <p:nvPr/>
          </p:nvSpPr>
          <p:spPr>
            <a:xfrm>
              <a:off x="2435860" y="50901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3810" y="252730"/>
                  </a:lnTo>
                  <a:lnTo>
                    <a:pt x="3810" y="251472"/>
                  </a:lnTo>
                  <a:close/>
                </a:path>
                <a:path w="3810" h="252729">
                  <a:moveTo>
                    <a:pt x="3810" y="247662"/>
                  </a:moveTo>
                  <a:lnTo>
                    <a:pt x="0" y="24766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47662"/>
                  </a:lnTo>
                  <a:close/>
                </a:path>
                <a:path w="3810" h="252729">
                  <a:moveTo>
                    <a:pt x="3810" y="245122"/>
                  </a:moveTo>
                  <a:lnTo>
                    <a:pt x="0" y="24512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5122"/>
                  </a:lnTo>
                  <a:close/>
                </a:path>
                <a:path w="3810" h="252729">
                  <a:moveTo>
                    <a:pt x="3810" y="241312"/>
                  </a:moveTo>
                  <a:lnTo>
                    <a:pt x="0" y="24131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1312"/>
                  </a:lnTo>
                  <a:close/>
                </a:path>
                <a:path w="3810" h="252729">
                  <a:moveTo>
                    <a:pt x="3810" y="238772"/>
                  </a:moveTo>
                  <a:lnTo>
                    <a:pt x="0" y="23877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8772"/>
                  </a:lnTo>
                  <a:close/>
                </a:path>
                <a:path w="3810" h="252729">
                  <a:moveTo>
                    <a:pt x="3810" y="234962"/>
                  </a:moveTo>
                  <a:lnTo>
                    <a:pt x="0" y="23496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4962"/>
                  </a:lnTo>
                  <a:close/>
                </a:path>
                <a:path w="3810" h="252729">
                  <a:moveTo>
                    <a:pt x="38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2422"/>
                  </a:lnTo>
                  <a:close/>
                </a:path>
                <a:path w="3810" h="252729">
                  <a:moveTo>
                    <a:pt x="3810" y="228612"/>
                  </a:moveTo>
                  <a:lnTo>
                    <a:pt x="0" y="22861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8612"/>
                  </a:lnTo>
                  <a:close/>
                </a:path>
                <a:path w="3810" h="252729">
                  <a:moveTo>
                    <a:pt x="3810" y="226072"/>
                  </a:moveTo>
                  <a:lnTo>
                    <a:pt x="0" y="22607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6072"/>
                  </a:lnTo>
                  <a:close/>
                </a:path>
                <a:path w="3810" h="252729">
                  <a:moveTo>
                    <a:pt x="3810" y="24142"/>
                  </a:moveTo>
                  <a:lnTo>
                    <a:pt x="0" y="2414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4142"/>
                  </a:lnTo>
                  <a:close/>
                </a:path>
                <a:path w="3810" h="252729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5272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5272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2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7" name="object 717"/>
            <p:cNvSpPr/>
            <p:nvPr/>
          </p:nvSpPr>
          <p:spPr>
            <a:xfrm>
              <a:off x="2439670" y="50901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3810" y="252730"/>
                  </a:lnTo>
                  <a:lnTo>
                    <a:pt x="3810" y="251472"/>
                  </a:lnTo>
                  <a:close/>
                </a:path>
                <a:path w="3810" h="252729">
                  <a:moveTo>
                    <a:pt x="3810" y="24142"/>
                  </a:moveTo>
                  <a:lnTo>
                    <a:pt x="0" y="2414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4142"/>
                  </a:lnTo>
                  <a:close/>
                </a:path>
                <a:path w="3810" h="252729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5272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5272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8" name="object 718"/>
            <p:cNvSpPr/>
            <p:nvPr/>
          </p:nvSpPr>
          <p:spPr>
            <a:xfrm>
              <a:off x="2443480" y="50901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3810" y="252730"/>
                  </a:lnTo>
                  <a:lnTo>
                    <a:pt x="3810" y="251472"/>
                  </a:lnTo>
                  <a:close/>
                </a:path>
                <a:path w="3810" h="252729">
                  <a:moveTo>
                    <a:pt x="3810" y="247662"/>
                  </a:moveTo>
                  <a:lnTo>
                    <a:pt x="0" y="24766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47662"/>
                  </a:lnTo>
                  <a:close/>
                </a:path>
                <a:path w="3810" h="252729">
                  <a:moveTo>
                    <a:pt x="3810" y="245122"/>
                  </a:moveTo>
                  <a:lnTo>
                    <a:pt x="0" y="24512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5122"/>
                  </a:lnTo>
                  <a:close/>
                </a:path>
                <a:path w="3810" h="252729">
                  <a:moveTo>
                    <a:pt x="3810" y="241312"/>
                  </a:moveTo>
                  <a:lnTo>
                    <a:pt x="0" y="24131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1312"/>
                  </a:lnTo>
                  <a:close/>
                </a:path>
                <a:path w="3810" h="252729">
                  <a:moveTo>
                    <a:pt x="3810" y="238772"/>
                  </a:moveTo>
                  <a:lnTo>
                    <a:pt x="0" y="23877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8772"/>
                  </a:lnTo>
                  <a:close/>
                </a:path>
                <a:path w="3810" h="252729">
                  <a:moveTo>
                    <a:pt x="3810" y="234962"/>
                  </a:moveTo>
                  <a:lnTo>
                    <a:pt x="0" y="23496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4962"/>
                  </a:lnTo>
                  <a:close/>
                </a:path>
                <a:path w="3810" h="252729">
                  <a:moveTo>
                    <a:pt x="38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2422"/>
                  </a:lnTo>
                  <a:close/>
                </a:path>
                <a:path w="3810" h="252729">
                  <a:moveTo>
                    <a:pt x="3810" y="228612"/>
                  </a:moveTo>
                  <a:lnTo>
                    <a:pt x="0" y="22861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8612"/>
                  </a:lnTo>
                  <a:close/>
                </a:path>
                <a:path w="3810" h="252729">
                  <a:moveTo>
                    <a:pt x="3810" y="226072"/>
                  </a:moveTo>
                  <a:lnTo>
                    <a:pt x="0" y="22607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6072"/>
                  </a:lnTo>
                  <a:close/>
                </a:path>
                <a:path w="3810" h="252729">
                  <a:moveTo>
                    <a:pt x="3810" y="24142"/>
                  </a:moveTo>
                  <a:lnTo>
                    <a:pt x="0" y="2414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4142"/>
                  </a:lnTo>
                  <a:close/>
                </a:path>
                <a:path w="3810" h="252729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5272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5272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9" name="object 719"/>
            <p:cNvSpPr/>
            <p:nvPr/>
          </p:nvSpPr>
          <p:spPr>
            <a:xfrm>
              <a:off x="2447289" y="50901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254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10" h="252729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252729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252729">
                  <a:moveTo>
                    <a:pt x="381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7780"/>
                  </a:lnTo>
                  <a:close/>
                </a:path>
                <a:path w="3810" h="252729">
                  <a:moveTo>
                    <a:pt x="3810" y="24130"/>
                  </a:moveTo>
                  <a:lnTo>
                    <a:pt x="0" y="2413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4130"/>
                  </a:lnTo>
                  <a:close/>
                </a:path>
                <a:path w="3810" h="252729">
                  <a:moveTo>
                    <a:pt x="3810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6059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3810" y="234949"/>
                  </a:lnTo>
                  <a:lnTo>
                    <a:pt x="3810" y="232409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3810" y="238759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8759"/>
                  </a:moveTo>
                  <a:lnTo>
                    <a:pt x="0" y="238759"/>
                  </a:lnTo>
                  <a:lnTo>
                    <a:pt x="0" y="241299"/>
                  </a:lnTo>
                  <a:lnTo>
                    <a:pt x="3810" y="241299"/>
                  </a:lnTo>
                  <a:lnTo>
                    <a:pt x="3810" y="238759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109"/>
                  </a:lnTo>
                  <a:lnTo>
                    <a:pt x="3810" y="245109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45109"/>
                  </a:moveTo>
                  <a:lnTo>
                    <a:pt x="0" y="245109"/>
                  </a:lnTo>
                  <a:lnTo>
                    <a:pt x="0" y="247649"/>
                  </a:lnTo>
                  <a:lnTo>
                    <a:pt x="3810" y="247649"/>
                  </a:lnTo>
                  <a:lnTo>
                    <a:pt x="3810" y="245109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59"/>
                  </a:lnTo>
                  <a:lnTo>
                    <a:pt x="3810" y="251459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2540" y="251459"/>
                  </a:moveTo>
                  <a:lnTo>
                    <a:pt x="0" y="251459"/>
                  </a:lnTo>
                  <a:lnTo>
                    <a:pt x="0" y="252729"/>
                  </a:lnTo>
                  <a:lnTo>
                    <a:pt x="2540" y="252729"/>
                  </a:lnTo>
                  <a:lnTo>
                    <a:pt x="2540" y="251459"/>
                  </a:lnTo>
                  <a:close/>
                </a:path>
              </a:pathLst>
            </a:custGeom>
            <a:solidFill>
              <a:srgbClr val="7A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0" name="object 720"/>
            <p:cNvSpPr/>
            <p:nvPr/>
          </p:nvSpPr>
          <p:spPr>
            <a:xfrm>
              <a:off x="2451100" y="5091430"/>
              <a:ext cx="3810" cy="224790"/>
            </a:xfrm>
            <a:custGeom>
              <a:avLst/>
              <a:gdLst/>
              <a:ahLst/>
              <a:cxnLst/>
              <a:rect l="l" t="t" r="r" b="b"/>
              <a:pathLst>
                <a:path w="3810" h="224789">
                  <a:moveTo>
                    <a:pt x="3810" y="22872"/>
                  </a:moveTo>
                  <a:lnTo>
                    <a:pt x="0" y="2287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872"/>
                  </a:lnTo>
                  <a:close/>
                </a:path>
                <a:path w="3810" h="224789">
                  <a:moveTo>
                    <a:pt x="3810" y="16522"/>
                  </a:moveTo>
                  <a:lnTo>
                    <a:pt x="0" y="1652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22"/>
                  </a:lnTo>
                  <a:close/>
                </a:path>
                <a:path w="3810" h="224789">
                  <a:moveTo>
                    <a:pt x="381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72"/>
                  </a:lnTo>
                  <a:close/>
                </a:path>
                <a:path w="3810" h="224789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10" h="224789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1" name="object 721"/>
            <p:cNvSpPr/>
            <p:nvPr/>
          </p:nvSpPr>
          <p:spPr>
            <a:xfrm>
              <a:off x="2454910" y="5091430"/>
              <a:ext cx="2540" cy="250190"/>
            </a:xfrm>
            <a:custGeom>
              <a:avLst/>
              <a:gdLst/>
              <a:ahLst/>
              <a:cxnLst/>
              <a:rect l="l" t="t" r="r" b="b"/>
              <a:pathLst>
                <a:path w="2539" h="250189">
                  <a:moveTo>
                    <a:pt x="2540" y="246392"/>
                  </a:moveTo>
                  <a:lnTo>
                    <a:pt x="0" y="246392"/>
                  </a:lnTo>
                  <a:lnTo>
                    <a:pt x="0" y="250190"/>
                  </a:lnTo>
                  <a:lnTo>
                    <a:pt x="2540" y="250190"/>
                  </a:lnTo>
                  <a:lnTo>
                    <a:pt x="2540" y="246392"/>
                  </a:lnTo>
                  <a:close/>
                </a:path>
                <a:path w="2539" h="250189">
                  <a:moveTo>
                    <a:pt x="254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2540" y="246380"/>
                  </a:lnTo>
                  <a:lnTo>
                    <a:pt x="2540" y="243852"/>
                  </a:lnTo>
                  <a:close/>
                </a:path>
                <a:path w="2539" h="250189">
                  <a:moveTo>
                    <a:pt x="254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2540" y="243840"/>
                  </a:lnTo>
                  <a:lnTo>
                    <a:pt x="2540" y="240042"/>
                  </a:lnTo>
                  <a:close/>
                </a:path>
                <a:path w="2539" h="250189">
                  <a:moveTo>
                    <a:pt x="254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2540" y="240030"/>
                  </a:lnTo>
                  <a:lnTo>
                    <a:pt x="2540" y="237502"/>
                  </a:lnTo>
                  <a:close/>
                </a:path>
                <a:path w="2539" h="250189">
                  <a:moveTo>
                    <a:pt x="254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2540" y="237490"/>
                  </a:lnTo>
                  <a:lnTo>
                    <a:pt x="2540" y="233692"/>
                  </a:lnTo>
                  <a:close/>
                </a:path>
                <a:path w="2539" h="250189">
                  <a:moveTo>
                    <a:pt x="254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2540" y="233680"/>
                  </a:lnTo>
                  <a:lnTo>
                    <a:pt x="2540" y="231152"/>
                  </a:lnTo>
                  <a:close/>
                </a:path>
                <a:path w="2539" h="250189">
                  <a:moveTo>
                    <a:pt x="254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2540" y="231140"/>
                  </a:lnTo>
                  <a:lnTo>
                    <a:pt x="2540" y="227342"/>
                  </a:lnTo>
                  <a:close/>
                </a:path>
                <a:path w="2539" h="250189">
                  <a:moveTo>
                    <a:pt x="254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2540" y="227330"/>
                  </a:lnTo>
                  <a:lnTo>
                    <a:pt x="2540" y="224802"/>
                  </a:lnTo>
                  <a:close/>
                </a:path>
                <a:path w="2539" h="250189">
                  <a:moveTo>
                    <a:pt x="2540" y="22872"/>
                  </a:moveTo>
                  <a:lnTo>
                    <a:pt x="0" y="22872"/>
                  </a:lnTo>
                  <a:lnTo>
                    <a:pt x="0" y="224790"/>
                  </a:lnTo>
                  <a:lnTo>
                    <a:pt x="2540" y="224790"/>
                  </a:lnTo>
                  <a:lnTo>
                    <a:pt x="2540" y="22872"/>
                  </a:lnTo>
                  <a:close/>
                </a:path>
                <a:path w="2539" h="250189">
                  <a:moveTo>
                    <a:pt x="2540" y="16522"/>
                  </a:moveTo>
                  <a:lnTo>
                    <a:pt x="0" y="16522"/>
                  </a:lnTo>
                  <a:lnTo>
                    <a:pt x="0" y="22860"/>
                  </a:lnTo>
                  <a:lnTo>
                    <a:pt x="2540" y="22860"/>
                  </a:lnTo>
                  <a:lnTo>
                    <a:pt x="2540" y="16522"/>
                  </a:lnTo>
                  <a:close/>
                </a:path>
                <a:path w="2539" h="250189">
                  <a:moveTo>
                    <a:pt x="254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2540" y="16510"/>
                  </a:lnTo>
                  <a:lnTo>
                    <a:pt x="2540" y="10172"/>
                  </a:lnTo>
                  <a:close/>
                </a:path>
                <a:path w="2539" h="250189">
                  <a:moveTo>
                    <a:pt x="254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2540" y="10160"/>
                  </a:lnTo>
                  <a:lnTo>
                    <a:pt x="2540" y="3822"/>
                  </a:lnTo>
                  <a:close/>
                </a:path>
                <a:path w="2539" h="250189">
                  <a:moveTo>
                    <a:pt x="254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40" y="381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7F9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2" name="object 722"/>
            <p:cNvSpPr/>
            <p:nvPr/>
          </p:nvSpPr>
          <p:spPr>
            <a:xfrm>
              <a:off x="2457450" y="5091430"/>
              <a:ext cx="3810" cy="224790"/>
            </a:xfrm>
            <a:custGeom>
              <a:avLst/>
              <a:gdLst/>
              <a:ahLst/>
              <a:cxnLst/>
              <a:rect l="l" t="t" r="r" b="b"/>
              <a:pathLst>
                <a:path w="3810" h="224789">
                  <a:moveTo>
                    <a:pt x="3810" y="22872"/>
                  </a:moveTo>
                  <a:lnTo>
                    <a:pt x="0" y="2287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872"/>
                  </a:lnTo>
                  <a:close/>
                </a:path>
                <a:path w="3810" h="224789">
                  <a:moveTo>
                    <a:pt x="3810" y="16522"/>
                  </a:moveTo>
                  <a:lnTo>
                    <a:pt x="0" y="1652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22"/>
                  </a:lnTo>
                  <a:close/>
                </a:path>
                <a:path w="3810" h="224789">
                  <a:moveTo>
                    <a:pt x="381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72"/>
                  </a:lnTo>
                  <a:close/>
                </a:path>
                <a:path w="3810" h="224789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10" h="224789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294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3" name="object 723"/>
            <p:cNvSpPr/>
            <p:nvPr/>
          </p:nvSpPr>
          <p:spPr>
            <a:xfrm>
              <a:off x="2461260" y="5091430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10" h="248920">
                  <a:moveTo>
                    <a:pt x="381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3852"/>
                  </a:lnTo>
                  <a:close/>
                </a:path>
                <a:path w="3810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10" h="248920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10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10" h="248920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10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48920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48920">
                  <a:moveTo>
                    <a:pt x="3810" y="22872"/>
                  </a:moveTo>
                  <a:lnTo>
                    <a:pt x="0" y="2287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872"/>
                  </a:lnTo>
                  <a:close/>
                </a:path>
                <a:path w="3810" h="248920">
                  <a:moveTo>
                    <a:pt x="3810" y="16522"/>
                  </a:moveTo>
                  <a:lnTo>
                    <a:pt x="0" y="1652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22"/>
                  </a:lnTo>
                  <a:close/>
                </a:path>
                <a:path w="3810" h="248920">
                  <a:moveTo>
                    <a:pt x="381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72"/>
                  </a:lnTo>
                  <a:close/>
                </a:path>
                <a:path w="3810" h="248920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496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4" name="object 724"/>
            <p:cNvSpPr/>
            <p:nvPr/>
          </p:nvSpPr>
          <p:spPr>
            <a:xfrm>
              <a:off x="2465070" y="5091430"/>
              <a:ext cx="3810" cy="224790"/>
            </a:xfrm>
            <a:custGeom>
              <a:avLst/>
              <a:gdLst/>
              <a:ahLst/>
              <a:cxnLst/>
              <a:rect l="l" t="t" r="r" b="b"/>
              <a:pathLst>
                <a:path w="3810" h="224789">
                  <a:moveTo>
                    <a:pt x="3810" y="22872"/>
                  </a:moveTo>
                  <a:lnTo>
                    <a:pt x="0" y="2287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872"/>
                  </a:lnTo>
                  <a:close/>
                </a:path>
                <a:path w="3810" h="224789">
                  <a:moveTo>
                    <a:pt x="3810" y="16522"/>
                  </a:moveTo>
                  <a:lnTo>
                    <a:pt x="0" y="1652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22"/>
                  </a:lnTo>
                  <a:close/>
                </a:path>
                <a:path w="3810" h="224789">
                  <a:moveTo>
                    <a:pt x="381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72"/>
                  </a:lnTo>
                  <a:close/>
                </a:path>
                <a:path w="3810" h="224789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10" h="224789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799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5" name="object 725"/>
            <p:cNvSpPr/>
            <p:nvPr/>
          </p:nvSpPr>
          <p:spPr>
            <a:xfrm>
              <a:off x="2468880" y="5092700"/>
              <a:ext cx="3810" cy="247650"/>
            </a:xfrm>
            <a:custGeom>
              <a:avLst/>
              <a:gdLst/>
              <a:ahLst/>
              <a:cxnLst/>
              <a:rect l="l" t="t" r="r" b="b"/>
              <a:pathLst>
                <a:path w="3810" h="247650">
                  <a:moveTo>
                    <a:pt x="3810" y="245122"/>
                  </a:moveTo>
                  <a:lnTo>
                    <a:pt x="0" y="24512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5122"/>
                  </a:lnTo>
                  <a:close/>
                </a:path>
                <a:path w="3810" h="247650">
                  <a:moveTo>
                    <a:pt x="3810" y="242582"/>
                  </a:moveTo>
                  <a:lnTo>
                    <a:pt x="0" y="24258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2582"/>
                  </a:lnTo>
                  <a:close/>
                </a:path>
                <a:path w="3810" h="247650">
                  <a:moveTo>
                    <a:pt x="3810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8772"/>
                  </a:lnTo>
                  <a:close/>
                </a:path>
                <a:path w="3810" h="247650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10" h="247650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10" h="247650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10" h="247650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10" h="247650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10" h="247650">
                  <a:moveTo>
                    <a:pt x="3810" y="21602"/>
                  </a:moveTo>
                  <a:lnTo>
                    <a:pt x="0" y="2160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602"/>
                  </a:lnTo>
                  <a:close/>
                </a:path>
                <a:path w="3810" h="247650">
                  <a:moveTo>
                    <a:pt x="3810" y="15252"/>
                  </a:moveTo>
                  <a:lnTo>
                    <a:pt x="0" y="1525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5252"/>
                  </a:lnTo>
                  <a:close/>
                </a:path>
                <a:path w="3810" h="247650">
                  <a:moveTo>
                    <a:pt x="381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8902"/>
                  </a:lnTo>
                  <a:close/>
                </a:path>
                <a:path w="3810" h="247650">
                  <a:moveTo>
                    <a:pt x="381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2552"/>
                  </a:lnTo>
                  <a:close/>
                </a:path>
                <a:path w="3810" h="24765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6" name="object 726"/>
            <p:cNvSpPr/>
            <p:nvPr/>
          </p:nvSpPr>
          <p:spPr>
            <a:xfrm>
              <a:off x="2472690" y="5092700"/>
              <a:ext cx="3810" cy="223520"/>
            </a:xfrm>
            <a:custGeom>
              <a:avLst/>
              <a:gdLst/>
              <a:ahLst/>
              <a:cxnLst/>
              <a:rect l="l" t="t" r="r" b="b"/>
              <a:pathLst>
                <a:path w="3810" h="223520">
                  <a:moveTo>
                    <a:pt x="3810" y="21602"/>
                  </a:moveTo>
                  <a:lnTo>
                    <a:pt x="0" y="2160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602"/>
                  </a:lnTo>
                  <a:close/>
                </a:path>
                <a:path w="3810" h="223520">
                  <a:moveTo>
                    <a:pt x="3810" y="15252"/>
                  </a:moveTo>
                  <a:lnTo>
                    <a:pt x="0" y="1525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5252"/>
                  </a:lnTo>
                  <a:close/>
                </a:path>
                <a:path w="3810" h="223520">
                  <a:moveTo>
                    <a:pt x="381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8902"/>
                  </a:lnTo>
                  <a:close/>
                </a:path>
                <a:path w="3810" h="223520">
                  <a:moveTo>
                    <a:pt x="381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2552"/>
                  </a:lnTo>
                  <a:close/>
                </a:path>
                <a:path w="3810" h="22352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7" name="object 727"/>
            <p:cNvSpPr/>
            <p:nvPr/>
          </p:nvSpPr>
          <p:spPr>
            <a:xfrm>
              <a:off x="2476500" y="5093969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10" h="245110">
                  <a:moveTo>
                    <a:pt x="3810" y="243852"/>
                  </a:moveTo>
                  <a:lnTo>
                    <a:pt x="0" y="24385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3852"/>
                  </a:lnTo>
                  <a:close/>
                </a:path>
                <a:path w="3810" h="245110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10" h="245110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10" h="245110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10" h="24511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10" h="24511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10" h="245110">
                  <a:moveTo>
                    <a:pt x="381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4802"/>
                  </a:lnTo>
                  <a:close/>
                </a:path>
                <a:path w="3810" h="245110">
                  <a:moveTo>
                    <a:pt x="381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2262"/>
                  </a:lnTo>
                  <a:close/>
                </a:path>
                <a:path w="3810" h="245110">
                  <a:moveTo>
                    <a:pt x="3810" y="20332"/>
                  </a:moveTo>
                  <a:lnTo>
                    <a:pt x="0" y="2033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0332"/>
                  </a:lnTo>
                  <a:close/>
                </a:path>
                <a:path w="3810" h="24511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4511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4511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4511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F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8" name="object 728"/>
            <p:cNvSpPr/>
            <p:nvPr/>
          </p:nvSpPr>
          <p:spPr>
            <a:xfrm>
              <a:off x="2480310" y="5093969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10" h="245110">
                  <a:moveTo>
                    <a:pt x="2540" y="243852"/>
                  </a:moveTo>
                  <a:lnTo>
                    <a:pt x="0" y="243852"/>
                  </a:lnTo>
                  <a:lnTo>
                    <a:pt x="0" y="245110"/>
                  </a:lnTo>
                  <a:lnTo>
                    <a:pt x="2540" y="245110"/>
                  </a:lnTo>
                  <a:lnTo>
                    <a:pt x="2540" y="243852"/>
                  </a:lnTo>
                  <a:close/>
                </a:path>
                <a:path w="3810" h="245110">
                  <a:moveTo>
                    <a:pt x="3810" y="20332"/>
                  </a:moveTo>
                  <a:lnTo>
                    <a:pt x="0" y="2033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0332"/>
                  </a:lnTo>
                  <a:close/>
                </a:path>
                <a:path w="3810" h="24511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4511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4511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4511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9" name="object 729"/>
            <p:cNvSpPr/>
            <p:nvPr/>
          </p:nvSpPr>
          <p:spPr>
            <a:xfrm>
              <a:off x="2484120" y="5093969"/>
              <a:ext cx="2540" cy="243840"/>
            </a:xfrm>
            <a:custGeom>
              <a:avLst/>
              <a:gdLst/>
              <a:ahLst/>
              <a:cxnLst/>
              <a:rect l="l" t="t" r="r" b="b"/>
              <a:pathLst>
                <a:path w="2539" h="243839">
                  <a:moveTo>
                    <a:pt x="254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2540" y="243840"/>
                  </a:lnTo>
                  <a:lnTo>
                    <a:pt x="2540" y="241312"/>
                  </a:lnTo>
                  <a:close/>
                </a:path>
                <a:path w="2539" h="243839">
                  <a:moveTo>
                    <a:pt x="254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2540" y="241300"/>
                  </a:lnTo>
                  <a:lnTo>
                    <a:pt x="2540" y="237502"/>
                  </a:lnTo>
                  <a:close/>
                </a:path>
                <a:path w="2539" h="243839">
                  <a:moveTo>
                    <a:pt x="254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2540" y="237490"/>
                  </a:lnTo>
                  <a:lnTo>
                    <a:pt x="2540" y="234962"/>
                  </a:lnTo>
                  <a:close/>
                </a:path>
                <a:path w="2539" h="243839">
                  <a:moveTo>
                    <a:pt x="254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2540" y="234950"/>
                  </a:lnTo>
                  <a:lnTo>
                    <a:pt x="2540" y="231152"/>
                  </a:lnTo>
                  <a:close/>
                </a:path>
                <a:path w="2539" h="243839">
                  <a:moveTo>
                    <a:pt x="254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2540" y="231140"/>
                  </a:lnTo>
                  <a:lnTo>
                    <a:pt x="2540" y="228612"/>
                  </a:lnTo>
                  <a:close/>
                </a:path>
                <a:path w="2539" h="243839">
                  <a:moveTo>
                    <a:pt x="254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2540" y="228600"/>
                  </a:lnTo>
                  <a:lnTo>
                    <a:pt x="2540" y="224802"/>
                  </a:lnTo>
                  <a:close/>
                </a:path>
                <a:path w="2539" h="243839">
                  <a:moveTo>
                    <a:pt x="254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2540" y="224790"/>
                  </a:lnTo>
                  <a:lnTo>
                    <a:pt x="2540" y="222262"/>
                  </a:lnTo>
                  <a:close/>
                </a:path>
                <a:path w="2539" h="243839">
                  <a:moveTo>
                    <a:pt x="2540" y="20332"/>
                  </a:moveTo>
                  <a:lnTo>
                    <a:pt x="0" y="20332"/>
                  </a:lnTo>
                  <a:lnTo>
                    <a:pt x="0" y="222250"/>
                  </a:lnTo>
                  <a:lnTo>
                    <a:pt x="2540" y="222250"/>
                  </a:lnTo>
                  <a:lnTo>
                    <a:pt x="2540" y="20332"/>
                  </a:lnTo>
                  <a:close/>
                </a:path>
                <a:path w="2539" h="243839">
                  <a:moveTo>
                    <a:pt x="254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2540" y="20320"/>
                  </a:lnTo>
                  <a:lnTo>
                    <a:pt x="2540" y="13982"/>
                  </a:lnTo>
                  <a:close/>
                </a:path>
                <a:path w="2539" h="243839">
                  <a:moveTo>
                    <a:pt x="254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2540" y="13970"/>
                  </a:lnTo>
                  <a:lnTo>
                    <a:pt x="2540" y="7632"/>
                  </a:lnTo>
                  <a:close/>
                </a:path>
                <a:path w="2539" h="243839">
                  <a:moveTo>
                    <a:pt x="254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1282"/>
                  </a:lnTo>
                  <a:close/>
                </a:path>
                <a:path w="2539" h="243839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0" name="object 730"/>
            <p:cNvSpPr/>
            <p:nvPr/>
          </p:nvSpPr>
          <p:spPr>
            <a:xfrm>
              <a:off x="2486660" y="5093969"/>
              <a:ext cx="3810" cy="222250"/>
            </a:xfrm>
            <a:custGeom>
              <a:avLst/>
              <a:gdLst/>
              <a:ahLst/>
              <a:cxnLst/>
              <a:rect l="l" t="t" r="r" b="b"/>
              <a:pathLst>
                <a:path w="3810" h="222250">
                  <a:moveTo>
                    <a:pt x="3810" y="20332"/>
                  </a:moveTo>
                  <a:lnTo>
                    <a:pt x="0" y="2033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0332"/>
                  </a:lnTo>
                  <a:close/>
                </a:path>
                <a:path w="3810" h="22225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2225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2225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2225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7A6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1" name="object 731"/>
            <p:cNvSpPr/>
            <p:nvPr/>
          </p:nvSpPr>
          <p:spPr>
            <a:xfrm>
              <a:off x="2490470" y="5093969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10" h="243839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10" h="243839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10" h="243839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10" h="243839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10" h="243839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10" h="243839">
                  <a:moveTo>
                    <a:pt x="381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4802"/>
                  </a:lnTo>
                  <a:close/>
                </a:path>
                <a:path w="3810" h="243839">
                  <a:moveTo>
                    <a:pt x="381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2262"/>
                  </a:lnTo>
                  <a:close/>
                </a:path>
                <a:path w="3810" h="243839">
                  <a:moveTo>
                    <a:pt x="3810" y="20332"/>
                  </a:moveTo>
                  <a:lnTo>
                    <a:pt x="0" y="2033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0332"/>
                  </a:lnTo>
                  <a:close/>
                </a:path>
                <a:path w="3810" h="243839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43839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43839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43839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9A8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2" name="object 732"/>
            <p:cNvSpPr/>
            <p:nvPr/>
          </p:nvSpPr>
          <p:spPr>
            <a:xfrm>
              <a:off x="2494280" y="5095252"/>
              <a:ext cx="3810" cy="220979"/>
            </a:xfrm>
            <a:custGeom>
              <a:avLst/>
              <a:gdLst/>
              <a:ahLst/>
              <a:cxnLst/>
              <a:rect l="l" t="t" r="r" b="b"/>
              <a:pathLst>
                <a:path w="3810" h="220979">
                  <a:moveTo>
                    <a:pt x="3810" y="19050"/>
                  </a:moveTo>
                  <a:lnTo>
                    <a:pt x="0" y="1905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19050"/>
                  </a:lnTo>
                  <a:close/>
                </a:path>
                <a:path w="3810" h="220979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10" h="220979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10" h="220979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CA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3" name="object 733"/>
            <p:cNvSpPr/>
            <p:nvPr/>
          </p:nvSpPr>
          <p:spPr>
            <a:xfrm>
              <a:off x="2498089" y="5095239"/>
              <a:ext cx="3810" cy="242570"/>
            </a:xfrm>
            <a:custGeom>
              <a:avLst/>
              <a:gdLst/>
              <a:ahLst/>
              <a:cxnLst/>
              <a:rect l="l" t="t" r="r" b="b"/>
              <a:pathLst>
                <a:path w="3810" h="242570">
                  <a:moveTo>
                    <a:pt x="254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10" h="242570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10" h="242570">
                  <a:moveTo>
                    <a:pt x="381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2699"/>
                  </a:lnTo>
                  <a:close/>
                </a:path>
                <a:path w="3810" h="242570">
                  <a:moveTo>
                    <a:pt x="3810" y="19049"/>
                  </a:moveTo>
                  <a:lnTo>
                    <a:pt x="0" y="19049"/>
                  </a:lnTo>
                  <a:lnTo>
                    <a:pt x="0" y="220979"/>
                  </a:lnTo>
                  <a:lnTo>
                    <a:pt x="3810" y="220979"/>
                  </a:lnTo>
                  <a:lnTo>
                    <a:pt x="3810" y="19049"/>
                  </a:lnTo>
                  <a:close/>
                </a:path>
                <a:path w="3810" h="242570">
                  <a:moveTo>
                    <a:pt x="3810" y="220979"/>
                  </a:moveTo>
                  <a:lnTo>
                    <a:pt x="0" y="220979"/>
                  </a:lnTo>
                  <a:lnTo>
                    <a:pt x="0" y="223519"/>
                  </a:lnTo>
                  <a:lnTo>
                    <a:pt x="3810" y="223519"/>
                  </a:lnTo>
                  <a:lnTo>
                    <a:pt x="3810" y="220979"/>
                  </a:lnTo>
                  <a:close/>
                </a:path>
                <a:path w="3810" h="242570">
                  <a:moveTo>
                    <a:pt x="3810" y="223519"/>
                  </a:moveTo>
                  <a:lnTo>
                    <a:pt x="0" y="223519"/>
                  </a:lnTo>
                  <a:lnTo>
                    <a:pt x="0" y="227329"/>
                  </a:lnTo>
                  <a:lnTo>
                    <a:pt x="3810" y="227329"/>
                  </a:lnTo>
                  <a:lnTo>
                    <a:pt x="3810" y="223519"/>
                  </a:lnTo>
                  <a:close/>
                </a:path>
                <a:path w="3810" h="242570">
                  <a:moveTo>
                    <a:pt x="3810" y="227329"/>
                  </a:moveTo>
                  <a:lnTo>
                    <a:pt x="0" y="227329"/>
                  </a:lnTo>
                  <a:lnTo>
                    <a:pt x="0" y="229869"/>
                  </a:lnTo>
                  <a:lnTo>
                    <a:pt x="3810" y="229869"/>
                  </a:lnTo>
                  <a:lnTo>
                    <a:pt x="3810" y="227329"/>
                  </a:lnTo>
                  <a:close/>
                </a:path>
                <a:path w="3810" h="242570">
                  <a:moveTo>
                    <a:pt x="3810" y="229869"/>
                  </a:moveTo>
                  <a:lnTo>
                    <a:pt x="0" y="229869"/>
                  </a:lnTo>
                  <a:lnTo>
                    <a:pt x="0" y="233679"/>
                  </a:lnTo>
                  <a:lnTo>
                    <a:pt x="3810" y="233679"/>
                  </a:lnTo>
                  <a:lnTo>
                    <a:pt x="3810" y="229869"/>
                  </a:lnTo>
                  <a:close/>
                </a:path>
                <a:path w="3810" h="242570">
                  <a:moveTo>
                    <a:pt x="3810" y="233679"/>
                  </a:moveTo>
                  <a:lnTo>
                    <a:pt x="0" y="233679"/>
                  </a:lnTo>
                  <a:lnTo>
                    <a:pt x="0" y="236219"/>
                  </a:lnTo>
                  <a:lnTo>
                    <a:pt x="3810" y="236219"/>
                  </a:lnTo>
                  <a:lnTo>
                    <a:pt x="3810" y="233679"/>
                  </a:lnTo>
                  <a:close/>
                </a:path>
                <a:path w="3810" h="242570">
                  <a:moveTo>
                    <a:pt x="3810" y="236219"/>
                  </a:moveTo>
                  <a:lnTo>
                    <a:pt x="0" y="236219"/>
                  </a:lnTo>
                  <a:lnTo>
                    <a:pt x="0" y="240029"/>
                  </a:lnTo>
                  <a:lnTo>
                    <a:pt x="3810" y="240029"/>
                  </a:lnTo>
                  <a:lnTo>
                    <a:pt x="3810" y="236219"/>
                  </a:lnTo>
                  <a:close/>
                </a:path>
                <a:path w="3810" h="242570">
                  <a:moveTo>
                    <a:pt x="3810" y="240029"/>
                  </a:moveTo>
                  <a:lnTo>
                    <a:pt x="0" y="240029"/>
                  </a:lnTo>
                  <a:lnTo>
                    <a:pt x="0" y="242569"/>
                  </a:lnTo>
                  <a:lnTo>
                    <a:pt x="2540" y="242569"/>
                  </a:lnTo>
                  <a:lnTo>
                    <a:pt x="2540" y="241299"/>
                  </a:lnTo>
                  <a:lnTo>
                    <a:pt x="3810" y="241299"/>
                  </a:lnTo>
                  <a:lnTo>
                    <a:pt x="3810" y="240029"/>
                  </a:lnTo>
                  <a:close/>
                </a:path>
              </a:pathLst>
            </a:custGeom>
            <a:solidFill>
              <a:srgbClr val="9FA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4" name="object 734"/>
            <p:cNvSpPr/>
            <p:nvPr/>
          </p:nvSpPr>
          <p:spPr>
            <a:xfrm>
              <a:off x="2501900" y="5096509"/>
              <a:ext cx="3810" cy="240029"/>
            </a:xfrm>
            <a:custGeom>
              <a:avLst/>
              <a:gdLst/>
              <a:ahLst/>
              <a:cxnLst/>
              <a:rect l="l" t="t" r="r" b="b"/>
              <a:pathLst>
                <a:path w="3810" h="240029">
                  <a:moveTo>
                    <a:pt x="2540" y="238772"/>
                  </a:moveTo>
                  <a:lnTo>
                    <a:pt x="0" y="238772"/>
                  </a:lnTo>
                  <a:lnTo>
                    <a:pt x="0" y="240030"/>
                  </a:lnTo>
                  <a:lnTo>
                    <a:pt x="2540" y="240030"/>
                  </a:lnTo>
                  <a:lnTo>
                    <a:pt x="2540" y="238772"/>
                  </a:lnTo>
                  <a:close/>
                </a:path>
                <a:path w="3810" h="240029">
                  <a:moveTo>
                    <a:pt x="3810" y="234962"/>
                  </a:moveTo>
                  <a:lnTo>
                    <a:pt x="0" y="23496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4962"/>
                  </a:lnTo>
                  <a:close/>
                </a:path>
                <a:path w="3810" h="240029">
                  <a:moveTo>
                    <a:pt x="38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2422"/>
                  </a:lnTo>
                  <a:close/>
                </a:path>
                <a:path w="3810" h="240029">
                  <a:moveTo>
                    <a:pt x="3810" y="228612"/>
                  </a:moveTo>
                  <a:lnTo>
                    <a:pt x="0" y="22861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8612"/>
                  </a:lnTo>
                  <a:close/>
                </a:path>
                <a:path w="3810" h="240029">
                  <a:moveTo>
                    <a:pt x="3810" y="226072"/>
                  </a:moveTo>
                  <a:lnTo>
                    <a:pt x="0" y="22607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6072"/>
                  </a:lnTo>
                  <a:close/>
                </a:path>
                <a:path w="3810" h="240029">
                  <a:moveTo>
                    <a:pt x="381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2262"/>
                  </a:lnTo>
                  <a:close/>
                </a:path>
                <a:path w="3810" h="240029">
                  <a:moveTo>
                    <a:pt x="381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19722"/>
                  </a:lnTo>
                  <a:close/>
                </a:path>
                <a:path w="3810" h="240029">
                  <a:moveTo>
                    <a:pt x="3810" y="17792"/>
                  </a:moveTo>
                  <a:lnTo>
                    <a:pt x="0" y="1779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17792"/>
                  </a:lnTo>
                  <a:close/>
                </a:path>
                <a:path w="3810" h="24002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4002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4002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5" name="object 735"/>
            <p:cNvSpPr/>
            <p:nvPr/>
          </p:nvSpPr>
          <p:spPr>
            <a:xfrm>
              <a:off x="2505710" y="5096509"/>
              <a:ext cx="2540" cy="219710"/>
            </a:xfrm>
            <a:custGeom>
              <a:avLst/>
              <a:gdLst/>
              <a:ahLst/>
              <a:cxnLst/>
              <a:rect l="l" t="t" r="r" b="b"/>
              <a:pathLst>
                <a:path w="2539" h="219710">
                  <a:moveTo>
                    <a:pt x="2540" y="17792"/>
                  </a:moveTo>
                  <a:lnTo>
                    <a:pt x="0" y="17792"/>
                  </a:lnTo>
                  <a:lnTo>
                    <a:pt x="0" y="219710"/>
                  </a:lnTo>
                  <a:lnTo>
                    <a:pt x="2540" y="219710"/>
                  </a:lnTo>
                  <a:lnTo>
                    <a:pt x="2540" y="17792"/>
                  </a:lnTo>
                  <a:close/>
                </a:path>
                <a:path w="2539" h="219710">
                  <a:moveTo>
                    <a:pt x="254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2540" y="17780"/>
                  </a:lnTo>
                  <a:lnTo>
                    <a:pt x="2540" y="11442"/>
                  </a:lnTo>
                  <a:close/>
                </a:path>
                <a:path w="2539" h="219710">
                  <a:moveTo>
                    <a:pt x="254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5092"/>
                  </a:lnTo>
                  <a:close/>
                </a:path>
                <a:path w="2539" h="219710">
                  <a:moveTo>
                    <a:pt x="25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6" name="object 736"/>
            <p:cNvSpPr/>
            <p:nvPr/>
          </p:nvSpPr>
          <p:spPr>
            <a:xfrm>
              <a:off x="2508250" y="5096509"/>
              <a:ext cx="3810" cy="238760"/>
            </a:xfrm>
            <a:custGeom>
              <a:avLst/>
              <a:gdLst/>
              <a:ahLst/>
              <a:cxnLst/>
              <a:rect l="l" t="t" r="r" b="b"/>
              <a:pathLst>
                <a:path w="3810" h="238760">
                  <a:moveTo>
                    <a:pt x="253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  <a:path w="3810" h="238760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238760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238760">
                  <a:moveTo>
                    <a:pt x="3810" y="17780"/>
                  </a:moveTo>
                  <a:lnTo>
                    <a:pt x="0" y="17780"/>
                  </a:lnTo>
                  <a:lnTo>
                    <a:pt x="0" y="219709"/>
                  </a:lnTo>
                  <a:lnTo>
                    <a:pt x="3810" y="219709"/>
                  </a:lnTo>
                  <a:lnTo>
                    <a:pt x="3810" y="17780"/>
                  </a:lnTo>
                  <a:close/>
                </a:path>
                <a:path w="3810" h="238760">
                  <a:moveTo>
                    <a:pt x="3810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3810" y="222249"/>
                  </a:lnTo>
                  <a:lnTo>
                    <a:pt x="3810" y="219709"/>
                  </a:lnTo>
                  <a:close/>
                </a:path>
                <a:path w="3810" h="238760">
                  <a:moveTo>
                    <a:pt x="3810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22250"/>
                  </a:lnTo>
                  <a:close/>
                </a:path>
                <a:path w="3810" h="238760">
                  <a:moveTo>
                    <a:pt x="3810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6059"/>
                  </a:lnTo>
                  <a:close/>
                </a:path>
                <a:path w="3810" h="238760">
                  <a:moveTo>
                    <a:pt x="3810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8600"/>
                  </a:lnTo>
                  <a:close/>
                </a:path>
                <a:path w="3810" h="238760">
                  <a:moveTo>
                    <a:pt x="3810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3810" y="234949"/>
                  </a:lnTo>
                  <a:lnTo>
                    <a:pt x="3810" y="232409"/>
                  </a:lnTo>
                  <a:close/>
                </a:path>
                <a:path w="3810" h="238760">
                  <a:moveTo>
                    <a:pt x="3810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2539" y="238759"/>
                  </a:lnTo>
                  <a:lnTo>
                    <a:pt x="2539" y="237489"/>
                  </a:lnTo>
                  <a:lnTo>
                    <a:pt x="3810" y="237489"/>
                  </a:lnTo>
                  <a:lnTo>
                    <a:pt x="3810" y="234950"/>
                  </a:lnTo>
                  <a:close/>
                </a:path>
              </a:pathLst>
            </a:custGeom>
            <a:solidFill>
              <a:srgbClr val="A7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7" name="object 737"/>
            <p:cNvSpPr/>
            <p:nvPr/>
          </p:nvSpPr>
          <p:spPr>
            <a:xfrm>
              <a:off x="2512060" y="5097780"/>
              <a:ext cx="3810" cy="236220"/>
            </a:xfrm>
            <a:custGeom>
              <a:avLst/>
              <a:gdLst/>
              <a:ahLst/>
              <a:cxnLst/>
              <a:rect l="l" t="t" r="r" b="b"/>
              <a:pathLst>
                <a:path w="3810" h="236220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10" h="236220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10" h="236220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36220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36220">
                  <a:moveTo>
                    <a:pt x="381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0992"/>
                  </a:lnTo>
                  <a:close/>
                </a:path>
                <a:path w="3810" h="236220">
                  <a:moveTo>
                    <a:pt x="3810" y="218452"/>
                  </a:moveTo>
                  <a:lnTo>
                    <a:pt x="0" y="21845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8452"/>
                  </a:lnTo>
                  <a:close/>
                </a:path>
                <a:path w="3810" h="236220">
                  <a:moveTo>
                    <a:pt x="3810" y="16522"/>
                  </a:moveTo>
                  <a:lnTo>
                    <a:pt x="0" y="16522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16522"/>
                  </a:lnTo>
                  <a:close/>
                </a:path>
                <a:path w="3810" h="236220">
                  <a:moveTo>
                    <a:pt x="381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72"/>
                  </a:lnTo>
                  <a:close/>
                </a:path>
                <a:path w="3810" h="236220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10" h="236220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" name="object 738"/>
            <p:cNvSpPr/>
            <p:nvPr/>
          </p:nvSpPr>
          <p:spPr>
            <a:xfrm>
              <a:off x="2515870" y="5097780"/>
              <a:ext cx="3810" cy="236220"/>
            </a:xfrm>
            <a:custGeom>
              <a:avLst/>
              <a:gdLst/>
              <a:ahLst/>
              <a:cxnLst/>
              <a:rect l="l" t="t" r="r" b="b"/>
              <a:pathLst>
                <a:path w="3810" h="236220">
                  <a:moveTo>
                    <a:pt x="126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3810" h="236220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10" h="236220">
                  <a:moveTo>
                    <a:pt x="381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60"/>
                  </a:lnTo>
                  <a:close/>
                </a:path>
                <a:path w="3810" h="236220">
                  <a:moveTo>
                    <a:pt x="3810" y="16510"/>
                  </a:moveTo>
                  <a:lnTo>
                    <a:pt x="0" y="16510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16510"/>
                  </a:lnTo>
                  <a:close/>
                </a:path>
                <a:path w="3810" h="236220">
                  <a:moveTo>
                    <a:pt x="3810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8440"/>
                  </a:lnTo>
                  <a:close/>
                </a:path>
                <a:path w="3810" h="236220">
                  <a:moveTo>
                    <a:pt x="3810" y="220980"/>
                  </a:moveTo>
                  <a:lnTo>
                    <a:pt x="0" y="220980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0980"/>
                  </a:lnTo>
                  <a:close/>
                </a:path>
                <a:path w="3810" h="236220">
                  <a:moveTo>
                    <a:pt x="3810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790"/>
                  </a:lnTo>
                  <a:close/>
                </a:path>
                <a:path w="3810" h="236220">
                  <a:moveTo>
                    <a:pt x="3810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30"/>
                  </a:lnTo>
                  <a:close/>
                </a:path>
                <a:path w="3810" h="236220">
                  <a:moveTo>
                    <a:pt x="3810" y="231140"/>
                  </a:moveTo>
                  <a:lnTo>
                    <a:pt x="0" y="231140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40"/>
                  </a:lnTo>
                  <a:close/>
                </a:path>
                <a:path w="3810" h="236220">
                  <a:moveTo>
                    <a:pt x="3810" y="233680"/>
                  </a:moveTo>
                  <a:lnTo>
                    <a:pt x="0" y="233680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80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" name="object 739"/>
            <p:cNvSpPr/>
            <p:nvPr/>
          </p:nvSpPr>
          <p:spPr>
            <a:xfrm>
              <a:off x="2519679" y="5099050"/>
              <a:ext cx="3810" cy="234950"/>
            </a:xfrm>
            <a:custGeom>
              <a:avLst/>
              <a:gdLst/>
              <a:ahLst/>
              <a:cxnLst/>
              <a:rect l="l" t="t" r="r" b="b"/>
              <a:pathLst>
                <a:path w="3810" h="234950">
                  <a:moveTo>
                    <a:pt x="126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3810" h="234950">
                  <a:moveTo>
                    <a:pt x="3809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2540"/>
                  </a:lnTo>
                  <a:close/>
                </a:path>
                <a:path w="3810" h="234950">
                  <a:moveTo>
                    <a:pt x="3809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8890"/>
                  </a:lnTo>
                  <a:close/>
                </a:path>
                <a:path w="3810" h="234950">
                  <a:moveTo>
                    <a:pt x="3809" y="15240"/>
                  </a:moveTo>
                  <a:lnTo>
                    <a:pt x="0" y="15240"/>
                  </a:lnTo>
                  <a:lnTo>
                    <a:pt x="0" y="217169"/>
                  </a:lnTo>
                  <a:lnTo>
                    <a:pt x="3809" y="217169"/>
                  </a:lnTo>
                  <a:lnTo>
                    <a:pt x="3809" y="15240"/>
                  </a:lnTo>
                  <a:close/>
                </a:path>
                <a:path w="3810" h="234950">
                  <a:moveTo>
                    <a:pt x="3809" y="217170"/>
                  </a:moveTo>
                  <a:lnTo>
                    <a:pt x="0" y="217170"/>
                  </a:lnTo>
                  <a:lnTo>
                    <a:pt x="0" y="219709"/>
                  </a:lnTo>
                  <a:lnTo>
                    <a:pt x="3809" y="219709"/>
                  </a:lnTo>
                  <a:lnTo>
                    <a:pt x="3809" y="217170"/>
                  </a:lnTo>
                  <a:close/>
                </a:path>
                <a:path w="3810" h="234950">
                  <a:moveTo>
                    <a:pt x="3809" y="219710"/>
                  </a:moveTo>
                  <a:lnTo>
                    <a:pt x="0" y="219710"/>
                  </a:lnTo>
                  <a:lnTo>
                    <a:pt x="0" y="223519"/>
                  </a:lnTo>
                  <a:lnTo>
                    <a:pt x="3809" y="223519"/>
                  </a:lnTo>
                  <a:lnTo>
                    <a:pt x="3809" y="219710"/>
                  </a:lnTo>
                  <a:close/>
                </a:path>
                <a:path w="3810" h="234950">
                  <a:moveTo>
                    <a:pt x="3809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3809" y="226059"/>
                  </a:lnTo>
                  <a:lnTo>
                    <a:pt x="3809" y="223520"/>
                  </a:lnTo>
                  <a:close/>
                </a:path>
                <a:path w="3810" h="234950">
                  <a:moveTo>
                    <a:pt x="3809" y="226060"/>
                  </a:moveTo>
                  <a:lnTo>
                    <a:pt x="0" y="226060"/>
                  </a:lnTo>
                  <a:lnTo>
                    <a:pt x="0" y="229869"/>
                  </a:lnTo>
                  <a:lnTo>
                    <a:pt x="3809" y="229869"/>
                  </a:lnTo>
                  <a:lnTo>
                    <a:pt x="3809" y="226060"/>
                  </a:lnTo>
                  <a:close/>
                </a:path>
                <a:path w="3810" h="234950">
                  <a:moveTo>
                    <a:pt x="3809" y="229870"/>
                  </a:moveTo>
                  <a:lnTo>
                    <a:pt x="0" y="229870"/>
                  </a:lnTo>
                  <a:lnTo>
                    <a:pt x="0" y="232409"/>
                  </a:lnTo>
                  <a:lnTo>
                    <a:pt x="3809" y="232409"/>
                  </a:lnTo>
                  <a:lnTo>
                    <a:pt x="3809" y="229870"/>
                  </a:lnTo>
                  <a:close/>
                </a:path>
                <a:path w="3810" h="234950">
                  <a:moveTo>
                    <a:pt x="3809" y="232410"/>
                  </a:moveTo>
                  <a:lnTo>
                    <a:pt x="0" y="232410"/>
                  </a:lnTo>
                  <a:lnTo>
                    <a:pt x="0" y="234950"/>
                  </a:lnTo>
                  <a:lnTo>
                    <a:pt x="1269" y="234950"/>
                  </a:lnTo>
                  <a:lnTo>
                    <a:pt x="1269" y="233680"/>
                  </a:lnTo>
                  <a:lnTo>
                    <a:pt x="3809" y="233680"/>
                  </a:lnTo>
                  <a:lnTo>
                    <a:pt x="3809" y="232410"/>
                  </a:lnTo>
                  <a:close/>
                </a:path>
              </a:pathLst>
            </a:custGeom>
            <a:solidFill>
              <a:srgbClr val="AEBA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" name="object 740"/>
            <p:cNvSpPr/>
            <p:nvPr/>
          </p:nvSpPr>
          <p:spPr>
            <a:xfrm>
              <a:off x="2523490" y="5100319"/>
              <a:ext cx="3810" cy="231140"/>
            </a:xfrm>
            <a:custGeom>
              <a:avLst/>
              <a:gdLst/>
              <a:ahLst/>
              <a:cxnLst/>
              <a:rect l="l" t="t" r="r" b="b"/>
              <a:pathLst>
                <a:path w="3810" h="231139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10" h="231139">
                  <a:moveTo>
                    <a:pt x="381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4802"/>
                  </a:lnTo>
                  <a:close/>
                </a:path>
                <a:path w="3810" h="231139">
                  <a:moveTo>
                    <a:pt x="381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2262"/>
                  </a:lnTo>
                  <a:close/>
                </a:path>
                <a:path w="3810" h="231139">
                  <a:moveTo>
                    <a:pt x="3810" y="218452"/>
                  </a:moveTo>
                  <a:lnTo>
                    <a:pt x="0" y="21845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18452"/>
                  </a:lnTo>
                  <a:close/>
                </a:path>
                <a:path w="3810" h="231139">
                  <a:moveTo>
                    <a:pt x="3810" y="215912"/>
                  </a:moveTo>
                  <a:lnTo>
                    <a:pt x="0" y="215912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5912"/>
                  </a:lnTo>
                  <a:close/>
                </a:path>
                <a:path w="3810" h="231139">
                  <a:moveTo>
                    <a:pt x="3810" y="13982"/>
                  </a:moveTo>
                  <a:lnTo>
                    <a:pt x="0" y="13982"/>
                  </a:lnTo>
                  <a:lnTo>
                    <a:pt x="0" y="215900"/>
                  </a:lnTo>
                  <a:lnTo>
                    <a:pt x="3810" y="215900"/>
                  </a:lnTo>
                  <a:lnTo>
                    <a:pt x="3810" y="13982"/>
                  </a:lnTo>
                  <a:close/>
                </a:path>
                <a:path w="3810" h="231139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31139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31139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1BD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1" name="object 741"/>
            <p:cNvSpPr/>
            <p:nvPr/>
          </p:nvSpPr>
          <p:spPr>
            <a:xfrm>
              <a:off x="2527300" y="5100320"/>
              <a:ext cx="3810" cy="231140"/>
            </a:xfrm>
            <a:custGeom>
              <a:avLst/>
              <a:gdLst/>
              <a:ahLst/>
              <a:cxnLst/>
              <a:rect l="l" t="t" r="r" b="b"/>
              <a:pathLst>
                <a:path w="3810" h="231139">
                  <a:moveTo>
                    <a:pt x="254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10" h="231139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10" h="231139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10" h="231139">
                  <a:moveTo>
                    <a:pt x="3810" y="13969"/>
                  </a:moveTo>
                  <a:lnTo>
                    <a:pt x="0" y="13969"/>
                  </a:lnTo>
                  <a:lnTo>
                    <a:pt x="0" y="215899"/>
                  </a:lnTo>
                  <a:lnTo>
                    <a:pt x="3810" y="215899"/>
                  </a:lnTo>
                  <a:lnTo>
                    <a:pt x="3810" y="13969"/>
                  </a:lnTo>
                  <a:close/>
                </a:path>
                <a:path w="3810" h="231139">
                  <a:moveTo>
                    <a:pt x="3810" y="215899"/>
                  </a:moveTo>
                  <a:lnTo>
                    <a:pt x="0" y="215899"/>
                  </a:lnTo>
                  <a:lnTo>
                    <a:pt x="0" y="218439"/>
                  </a:lnTo>
                  <a:lnTo>
                    <a:pt x="3810" y="218439"/>
                  </a:lnTo>
                  <a:lnTo>
                    <a:pt x="3810" y="215899"/>
                  </a:lnTo>
                  <a:close/>
                </a:path>
                <a:path w="3810" h="231139">
                  <a:moveTo>
                    <a:pt x="3810" y="218439"/>
                  </a:moveTo>
                  <a:lnTo>
                    <a:pt x="0" y="218439"/>
                  </a:lnTo>
                  <a:lnTo>
                    <a:pt x="0" y="222249"/>
                  </a:lnTo>
                  <a:lnTo>
                    <a:pt x="3810" y="222249"/>
                  </a:lnTo>
                  <a:lnTo>
                    <a:pt x="3810" y="218439"/>
                  </a:lnTo>
                  <a:close/>
                </a:path>
                <a:path w="3810" h="231139">
                  <a:moveTo>
                    <a:pt x="3810" y="222249"/>
                  </a:moveTo>
                  <a:lnTo>
                    <a:pt x="0" y="222249"/>
                  </a:lnTo>
                  <a:lnTo>
                    <a:pt x="0" y="224789"/>
                  </a:lnTo>
                  <a:lnTo>
                    <a:pt x="3810" y="224789"/>
                  </a:lnTo>
                  <a:lnTo>
                    <a:pt x="3810" y="222249"/>
                  </a:lnTo>
                  <a:close/>
                </a:path>
                <a:path w="3810" h="231139">
                  <a:moveTo>
                    <a:pt x="3810" y="224789"/>
                  </a:moveTo>
                  <a:lnTo>
                    <a:pt x="0" y="22478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4789"/>
                  </a:lnTo>
                  <a:close/>
                </a:path>
                <a:path w="3810" h="231139">
                  <a:moveTo>
                    <a:pt x="3810" y="228599"/>
                  </a:moveTo>
                  <a:lnTo>
                    <a:pt x="0" y="228599"/>
                  </a:lnTo>
                  <a:lnTo>
                    <a:pt x="0" y="231139"/>
                  </a:lnTo>
                  <a:lnTo>
                    <a:pt x="1269" y="231139"/>
                  </a:lnTo>
                  <a:lnTo>
                    <a:pt x="1269" y="229869"/>
                  </a:lnTo>
                  <a:lnTo>
                    <a:pt x="3810" y="229869"/>
                  </a:lnTo>
                  <a:lnTo>
                    <a:pt x="3810" y="228599"/>
                  </a:lnTo>
                  <a:close/>
                </a:path>
              </a:pathLst>
            </a:custGeom>
            <a:solidFill>
              <a:srgbClr val="B4BF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2" name="object 742"/>
            <p:cNvSpPr/>
            <p:nvPr/>
          </p:nvSpPr>
          <p:spPr>
            <a:xfrm>
              <a:off x="2531110" y="5101602"/>
              <a:ext cx="3810" cy="228600"/>
            </a:xfrm>
            <a:custGeom>
              <a:avLst/>
              <a:gdLst/>
              <a:ahLst/>
              <a:cxnLst/>
              <a:rect l="l" t="t" r="r" b="b"/>
              <a:pathLst>
                <a:path w="3810" h="228600">
                  <a:moveTo>
                    <a:pt x="1270" y="227330"/>
                  </a:moveTo>
                  <a:lnTo>
                    <a:pt x="0" y="227330"/>
                  </a:lnTo>
                  <a:lnTo>
                    <a:pt x="0" y="228587"/>
                  </a:lnTo>
                  <a:lnTo>
                    <a:pt x="1270" y="228587"/>
                  </a:lnTo>
                  <a:lnTo>
                    <a:pt x="1270" y="227330"/>
                  </a:lnTo>
                  <a:close/>
                </a:path>
                <a:path w="3810" h="228600">
                  <a:moveTo>
                    <a:pt x="3810" y="223520"/>
                  </a:moveTo>
                  <a:lnTo>
                    <a:pt x="0" y="223520"/>
                  </a:lnTo>
                  <a:lnTo>
                    <a:pt x="0" y="227317"/>
                  </a:lnTo>
                  <a:lnTo>
                    <a:pt x="3810" y="227317"/>
                  </a:lnTo>
                  <a:lnTo>
                    <a:pt x="3810" y="223520"/>
                  </a:lnTo>
                  <a:close/>
                </a:path>
                <a:path w="3810" h="228600">
                  <a:moveTo>
                    <a:pt x="3810" y="220980"/>
                  </a:moveTo>
                  <a:lnTo>
                    <a:pt x="0" y="220980"/>
                  </a:lnTo>
                  <a:lnTo>
                    <a:pt x="0" y="223507"/>
                  </a:lnTo>
                  <a:lnTo>
                    <a:pt x="3810" y="223507"/>
                  </a:lnTo>
                  <a:lnTo>
                    <a:pt x="3810" y="220980"/>
                  </a:lnTo>
                  <a:close/>
                </a:path>
                <a:path w="3810" h="228600">
                  <a:moveTo>
                    <a:pt x="3810" y="217170"/>
                  </a:moveTo>
                  <a:lnTo>
                    <a:pt x="0" y="21717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217170"/>
                  </a:lnTo>
                  <a:close/>
                </a:path>
                <a:path w="3810" h="228600">
                  <a:moveTo>
                    <a:pt x="3810" y="214630"/>
                  </a:moveTo>
                  <a:lnTo>
                    <a:pt x="0" y="214630"/>
                  </a:lnTo>
                  <a:lnTo>
                    <a:pt x="0" y="217157"/>
                  </a:lnTo>
                  <a:lnTo>
                    <a:pt x="3810" y="217157"/>
                  </a:lnTo>
                  <a:lnTo>
                    <a:pt x="3810" y="214630"/>
                  </a:lnTo>
                  <a:close/>
                </a:path>
                <a:path w="3810" h="228600">
                  <a:moveTo>
                    <a:pt x="3810" y="12700"/>
                  </a:moveTo>
                  <a:lnTo>
                    <a:pt x="0" y="12700"/>
                  </a:lnTo>
                  <a:lnTo>
                    <a:pt x="0" y="214617"/>
                  </a:lnTo>
                  <a:lnTo>
                    <a:pt x="3810" y="214617"/>
                  </a:lnTo>
                  <a:lnTo>
                    <a:pt x="3810" y="12700"/>
                  </a:lnTo>
                  <a:close/>
                </a:path>
                <a:path w="3810" h="22860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10" h="22860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6C1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3" name="object 743"/>
            <p:cNvSpPr/>
            <p:nvPr/>
          </p:nvSpPr>
          <p:spPr>
            <a:xfrm>
              <a:off x="2534920" y="5102859"/>
              <a:ext cx="2540" cy="226060"/>
            </a:xfrm>
            <a:custGeom>
              <a:avLst/>
              <a:gdLst/>
              <a:ahLst/>
              <a:cxnLst/>
              <a:rect l="l" t="t" r="r" b="b"/>
              <a:pathLst>
                <a:path w="2539" h="226060">
                  <a:moveTo>
                    <a:pt x="254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2540" y="226060"/>
                  </a:lnTo>
                  <a:lnTo>
                    <a:pt x="2540" y="222262"/>
                  </a:lnTo>
                  <a:close/>
                </a:path>
                <a:path w="2539" h="226060">
                  <a:moveTo>
                    <a:pt x="254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2540" y="222250"/>
                  </a:lnTo>
                  <a:lnTo>
                    <a:pt x="2540" y="219722"/>
                  </a:lnTo>
                  <a:close/>
                </a:path>
                <a:path w="2539" h="226060">
                  <a:moveTo>
                    <a:pt x="2540" y="215912"/>
                  </a:moveTo>
                  <a:lnTo>
                    <a:pt x="0" y="215912"/>
                  </a:lnTo>
                  <a:lnTo>
                    <a:pt x="0" y="219710"/>
                  </a:lnTo>
                  <a:lnTo>
                    <a:pt x="2540" y="219710"/>
                  </a:lnTo>
                  <a:lnTo>
                    <a:pt x="2540" y="215912"/>
                  </a:lnTo>
                  <a:close/>
                </a:path>
                <a:path w="2539" h="226060">
                  <a:moveTo>
                    <a:pt x="2540" y="213372"/>
                  </a:moveTo>
                  <a:lnTo>
                    <a:pt x="0" y="213372"/>
                  </a:lnTo>
                  <a:lnTo>
                    <a:pt x="0" y="215900"/>
                  </a:lnTo>
                  <a:lnTo>
                    <a:pt x="2540" y="215900"/>
                  </a:lnTo>
                  <a:lnTo>
                    <a:pt x="2540" y="213372"/>
                  </a:lnTo>
                  <a:close/>
                </a:path>
                <a:path w="2539" h="226060">
                  <a:moveTo>
                    <a:pt x="2540" y="11442"/>
                  </a:moveTo>
                  <a:lnTo>
                    <a:pt x="0" y="11442"/>
                  </a:lnTo>
                  <a:lnTo>
                    <a:pt x="0" y="213360"/>
                  </a:lnTo>
                  <a:lnTo>
                    <a:pt x="2540" y="213360"/>
                  </a:lnTo>
                  <a:lnTo>
                    <a:pt x="2540" y="11442"/>
                  </a:lnTo>
                  <a:close/>
                </a:path>
                <a:path w="2539" h="226060">
                  <a:moveTo>
                    <a:pt x="254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5092"/>
                  </a:lnTo>
                  <a:close/>
                </a:path>
                <a:path w="2539" h="226060">
                  <a:moveTo>
                    <a:pt x="25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4" name="object 744"/>
            <p:cNvSpPr/>
            <p:nvPr/>
          </p:nvSpPr>
          <p:spPr>
            <a:xfrm>
              <a:off x="2537460" y="5102859"/>
              <a:ext cx="3810" cy="226060"/>
            </a:xfrm>
            <a:custGeom>
              <a:avLst/>
              <a:gdLst/>
              <a:ahLst/>
              <a:cxnLst/>
              <a:rect l="l" t="t" r="r" b="b"/>
              <a:pathLst>
                <a:path w="3810" h="226060">
                  <a:moveTo>
                    <a:pt x="126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3810" h="226060">
                  <a:moveTo>
                    <a:pt x="380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5080"/>
                  </a:lnTo>
                  <a:close/>
                </a:path>
                <a:path w="3810" h="226060">
                  <a:moveTo>
                    <a:pt x="3809" y="11430"/>
                  </a:moveTo>
                  <a:lnTo>
                    <a:pt x="0" y="11430"/>
                  </a:lnTo>
                  <a:lnTo>
                    <a:pt x="0" y="213359"/>
                  </a:lnTo>
                  <a:lnTo>
                    <a:pt x="3809" y="213359"/>
                  </a:lnTo>
                  <a:lnTo>
                    <a:pt x="3809" y="11430"/>
                  </a:lnTo>
                  <a:close/>
                </a:path>
                <a:path w="3810" h="226060">
                  <a:moveTo>
                    <a:pt x="3809" y="213359"/>
                  </a:moveTo>
                  <a:lnTo>
                    <a:pt x="0" y="213359"/>
                  </a:lnTo>
                  <a:lnTo>
                    <a:pt x="0" y="215899"/>
                  </a:lnTo>
                  <a:lnTo>
                    <a:pt x="3809" y="215899"/>
                  </a:lnTo>
                  <a:lnTo>
                    <a:pt x="3809" y="213359"/>
                  </a:lnTo>
                  <a:close/>
                </a:path>
                <a:path w="3810" h="226060">
                  <a:moveTo>
                    <a:pt x="3809" y="215900"/>
                  </a:moveTo>
                  <a:lnTo>
                    <a:pt x="0" y="215900"/>
                  </a:lnTo>
                  <a:lnTo>
                    <a:pt x="0" y="219709"/>
                  </a:lnTo>
                  <a:lnTo>
                    <a:pt x="3809" y="219709"/>
                  </a:lnTo>
                  <a:lnTo>
                    <a:pt x="3809" y="215900"/>
                  </a:lnTo>
                  <a:close/>
                </a:path>
                <a:path w="3810" h="226060">
                  <a:moveTo>
                    <a:pt x="3809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3809" y="222249"/>
                  </a:lnTo>
                  <a:lnTo>
                    <a:pt x="3809" y="219709"/>
                  </a:lnTo>
                  <a:close/>
                </a:path>
                <a:path w="3810" h="226060">
                  <a:moveTo>
                    <a:pt x="3809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1269" y="226059"/>
                  </a:lnTo>
                  <a:lnTo>
                    <a:pt x="1269" y="224789"/>
                  </a:lnTo>
                  <a:lnTo>
                    <a:pt x="3809" y="224789"/>
                  </a:lnTo>
                  <a:lnTo>
                    <a:pt x="3809" y="222250"/>
                  </a:lnTo>
                  <a:close/>
                </a:path>
              </a:pathLst>
            </a:custGeom>
            <a:solidFill>
              <a:srgbClr val="BC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5" name="object 745"/>
            <p:cNvSpPr/>
            <p:nvPr/>
          </p:nvSpPr>
          <p:spPr>
            <a:xfrm>
              <a:off x="2541270" y="5104130"/>
              <a:ext cx="3810" cy="222250"/>
            </a:xfrm>
            <a:custGeom>
              <a:avLst/>
              <a:gdLst/>
              <a:ahLst/>
              <a:cxnLst/>
              <a:rect l="l" t="t" r="r" b="b"/>
              <a:pathLst>
                <a:path w="3810" h="222250">
                  <a:moveTo>
                    <a:pt x="126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3810" h="222250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10" h="222250">
                  <a:moveTo>
                    <a:pt x="3810" y="10160"/>
                  </a:moveTo>
                  <a:lnTo>
                    <a:pt x="0" y="10160"/>
                  </a:lnTo>
                  <a:lnTo>
                    <a:pt x="0" y="212090"/>
                  </a:lnTo>
                  <a:lnTo>
                    <a:pt x="3810" y="212090"/>
                  </a:lnTo>
                  <a:lnTo>
                    <a:pt x="3810" y="10160"/>
                  </a:lnTo>
                  <a:close/>
                </a:path>
                <a:path w="3810" h="222250">
                  <a:moveTo>
                    <a:pt x="3810" y="212090"/>
                  </a:moveTo>
                  <a:lnTo>
                    <a:pt x="0" y="212090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212090"/>
                  </a:lnTo>
                  <a:close/>
                </a:path>
                <a:path w="3810" h="222250">
                  <a:moveTo>
                    <a:pt x="3810" y="214630"/>
                  </a:moveTo>
                  <a:lnTo>
                    <a:pt x="0" y="214630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4630"/>
                  </a:lnTo>
                  <a:close/>
                </a:path>
                <a:path w="3810" h="222250">
                  <a:moveTo>
                    <a:pt x="3810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8440"/>
                  </a:lnTo>
                  <a:close/>
                </a:path>
                <a:path w="3810" h="222250">
                  <a:moveTo>
                    <a:pt x="3810" y="220980"/>
                  </a:moveTo>
                  <a:lnTo>
                    <a:pt x="0" y="220980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20980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6" name="object 746"/>
            <p:cNvSpPr/>
            <p:nvPr/>
          </p:nvSpPr>
          <p:spPr>
            <a:xfrm>
              <a:off x="2545080" y="5106669"/>
              <a:ext cx="3810" cy="219710"/>
            </a:xfrm>
            <a:custGeom>
              <a:avLst/>
              <a:gdLst/>
              <a:ahLst/>
              <a:cxnLst/>
              <a:rect l="l" t="t" r="r" b="b"/>
              <a:pathLst>
                <a:path w="3810" h="219710">
                  <a:moveTo>
                    <a:pt x="1270" y="218452"/>
                  </a:moveTo>
                  <a:lnTo>
                    <a:pt x="0" y="218452"/>
                  </a:lnTo>
                  <a:lnTo>
                    <a:pt x="0" y="219710"/>
                  </a:lnTo>
                  <a:lnTo>
                    <a:pt x="1270" y="219710"/>
                  </a:lnTo>
                  <a:lnTo>
                    <a:pt x="1270" y="218452"/>
                  </a:lnTo>
                  <a:close/>
                </a:path>
                <a:path w="3810" h="219710">
                  <a:moveTo>
                    <a:pt x="12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3810" h="219710">
                  <a:moveTo>
                    <a:pt x="3810" y="215912"/>
                  </a:moveTo>
                  <a:lnTo>
                    <a:pt x="0" y="215912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5912"/>
                  </a:lnTo>
                  <a:close/>
                </a:path>
                <a:path w="3810" h="219710">
                  <a:moveTo>
                    <a:pt x="3810" y="212102"/>
                  </a:moveTo>
                  <a:lnTo>
                    <a:pt x="0" y="212102"/>
                  </a:lnTo>
                  <a:lnTo>
                    <a:pt x="0" y="215900"/>
                  </a:lnTo>
                  <a:lnTo>
                    <a:pt x="3810" y="215900"/>
                  </a:lnTo>
                  <a:lnTo>
                    <a:pt x="3810" y="212102"/>
                  </a:lnTo>
                  <a:close/>
                </a:path>
                <a:path w="3810" h="219710">
                  <a:moveTo>
                    <a:pt x="3810" y="209562"/>
                  </a:moveTo>
                  <a:lnTo>
                    <a:pt x="0" y="209562"/>
                  </a:lnTo>
                  <a:lnTo>
                    <a:pt x="0" y="212090"/>
                  </a:lnTo>
                  <a:lnTo>
                    <a:pt x="3810" y="212090"/>
                  </a:lnTo>
                  <a:lnTo>
                    <a:pt x="3810" y="209562"/>
                  </a:lnTo>
                  <a:close/>
                </a:path>
                <a:path w="3810" h="219710">
                  <a:moveTo>
                    <a:pt x="3810" y="7632"/>
                  </a:moveTo>
                  <a:lnTo>
                    <a:pt x="0" y="7632"/>
                  </a:lnTo>
                  <a:lnTo>
                    <a:pt x="0" y="209550"/>
                  </a:lnTo>
                  <a:lnTo>
                    <a:pt x="3810" y="209550"/>
                  </a:lnTo>
                  <a:lnTo>
                    <a:pt x="3810" y="7632"/>
                  </a:lnTo>
                  <a:close/>
                </a:path>
                <a:path w="3810" h="21971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7" name="object 747"/>
            <p:cNvSpPr/>
            <p:nvPr/>
          </p:nvSpPr>
          <p:spPr>
            <a:xfrm>
              <a:off x="2548889" y="5107939"/>
              <a:ext cx="3810" cy="215900"/>
            </a:xfrm>
            <a:custGeom>
              <a:avLst/>
              <a:gdLst/>
              <a:ahLst/>
              <a:cxnLst/>
              <a:rect l="l" t="t" r="r" b="b"/>
              <a:pathLst>
                <a:path w="3810" h="215900">
                  <a:moveTo>
                    <a:pt x="127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10" h="215900">
                  <a:moveTo>
                    <a:pt x="3810" y="6349"/>
                  </a:moveTo>
                  <a:lnTo>
                    <a:pt x="0" y="6349"/>
                  </a:lnTo>
                  <a:lnTo>
                    <a:pt x="0" y="208279"/>
                  </a:lnTo>
                  <a:lnTo>
                    <a:pt x="3810" y="208279"/>
                  </a:lnTo>
                  <a:lnTo>
                    <a:pt x="3810" y="6349"/>
                  </a:lnTo>
                  <a:close/>
                </a:path>
                <a:path w="3810" h="215900">
                  <a:moveTo>
                    <a:pt x="3810" y="208279"/>
                  </a:moveTo>
                  <a:lnTo>
                    <a:pt x="0" y="208279"/>
                  </a:lnTo>
                  <a:lnTo>
                    <a:pt x="0" y="210819"/>
                  </a:lnTo>
                  <a:lnTo>
                    <a:pt x="3810" y="210819"/>
                  </a:lnTo>
                  <a:lnTo>
                    <a:pt x="3810" y="208279"/>
                  </a:lnTo>
                  <a:close/>
                </a:path>
                <a:path w="3810" h="215900">
                  <a:moveTo>
                    <a:pt x="3810" y="210819"/>
                  </a:moveTo>
                  <a:lnTo>
                    <a:pt x="0" y="210819"/>
                  </a:lnTo>
                  <a:lnTo>
                    <a:pt x="0" y="214629"/>
                  </a:lnTo>
                  <a:lnTo>
                    <a:pt x="3810" y="214629"/>
                  </a:lnTo>
                  <a:lnTo>
                    <a:pt x="3810" y="210819"/>
                  </a:lnTo>
                  <a:close/>
                </a:path>
                <a:path w="3810" h="215900">
                  <a:moveTo>
                    <a:pt x="3810" y="214629"/>
                  </a:moveTo>
                  <a:lnTo>
                    <a:pt x="0" y="214629"/>
                  </a:lnTo>
                  <a:lnTo>
                    <a:pt x="0" y="215899"/>
                  </a:lnTo>
                  <a:lnTo>
                    <a:pt x="3810" y="215899"/>
                  </a:lnTo>
                  <a:lnTo>
                    <a:pt x="3810" y="214629"/>
                  </a:lnTo>
                  <a:close/>
                </a:path>
              </a:pathLst>
            </a:custGeom>
            <a:solidFill>
              <a:srgbClr val="C4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8" name="object 748"/>
            <p:cNvSpPr/>
            <p:nvPr/>
          </p:nvSpPr>
          <p:spPr>
            <a:xfrm>
              <a:off x="2552700" y="5110480"/>
              <a:ext cx="3810" cy="212090"/>
            </a:xfrm>
            <a:custGeom>
              <a:avLst/>
              <a:gdLst/>
              <a:ahLst/>
              <a:cxnLst/>
              <a:rect l="l" t="t" r="r" b="b"/>
              <a:pathLst>
                <a:path w="3810" h="212089">
                  <a:moveTo>
                    <a:pt x="253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70"/>
                  </a:lnTo>
                  <a:lnTo>
                    <a:pt x="2539" y="1270"/>
                  </a:lnTo>
                  <a:lnTo>
                    <a:pt x="2539" y="0"/>
                  </a:lnTo>
                  <a:close/>
                </a:path>
                <a:path w="3810" h="212089">
                  <a:moveTo>
                    <a:pt x="3810" y="3810"/>
                  </a:moveTo>
                  <a:lnTo>
                    <a:pt x="0" y="3810"/>
                  </a:lnTo>
                  <a:lnTo>
                    <a:pt x="0" y="205740"/>
                  </a:lnTo>
                  <a:lnTo>
                    <a:pt x="3810" y="205740"/>
                  </a:lnTo>
                  <a:lnTo>
                    <a:pt x="3810" y="3810"/>
                  </a:lnTo>
                  <a:close/>
                </a:path>
                <a:path w="3810" h="212089">
                  <a:moveTo>
                    <a:pt x="3810" y="205740"/>
                  </a:moveTo>
                  <a:lnTo>
                    <a:pt x="0" y="205740"/>
                  </a:lnTo>
                  <a:lnTo>
                    <a:pt x="0" y="208280"/>
                  </a:lnTo>
                  <a:lnTo>
                    <a:pt x="3810" y="208280"/>
                  </a:lnTo>
                  <a:lnTo>
                    <a:pt x="3810" y="205740"/>
                  </a:lnTo>
                  <a:close/>
                </a:path>
                <a:path w="3810" h="212089">
                  <a:moveTo>
                    <a:pt x="3810" y="208280"/>
                  </a:moveTo>
                  <a:lnTo>
                    <a:pt x="0" y="208280"/>
                  </a:lnTo>
                  <a:lnTo>
                    <a:pt x="0" y="212090"/>
                  </a:lnTo>
                  <a:lnTo>
                    <a:pt x="1269" y="212090"/>
                  </a:lnTo>
                  <a:lnTo>
                    <a:pt x="1269" y="210820"/>
                  </a:lnTo>
                  <a:lnTo>
                    <a:pt x="3810" y="210820"/>
                  </a:lnTo>
                  <a:lnTo>
                    <a:pt x="3810" y="208280"/>
                  </a:lnTo>
                  <a:close/>
                </a:path>
              </a:pathLst>
            </a:custGeom>
            <a:solidFill>
              <a:srgbClr val="C6CF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9" name="object 749"/>
            <p:cNvSpPr/>
            <p:nvPr/>
          </p:nvSpPr>
          <p:spPr>
            <a:xfrm>
              <a:off x="2556510" y="5113019"/>
              <a:ext cx="2540" cy="207010"/>
            </a:xfrm>
            <a:custGeom>
              <a:avLst/>
              <a:gdLst/>
              <a:ahLst/>
              <a:cxnLst/>
              <a:rect l="l" t="t" r="r" b="b"/>
              <a:pathLst>
                <a:path w="2539" h="207010">
                  <a:moveTo>
                    <a:pt x="2540" y="205752"/>
                  </a:moveTo>
                  <a:lnTo>
                    <a:pt x="0" y="205752"/>
                  </a:lnTo>
                  <a:lnTo>
                    <a:pt x="0" y="207010"/>
                  </a:lnTo>
                  <a:lnTo>
                    <a:pt x="2540" y="207010"/>
                  </a:lnTo>
                  <a:lnTo>
                    <a:pt x="2540" y="205752"/>
                  </a:lnTo>
                  <a:close/>
                </a:path>
                <a:path w="2539" h="207010">
                  <a:moveTo>
                    <a:pt x="2540" y="203212"/>
                  </a:moveTo>
                  <a:lnTo>
                    <a:pt x="0" y="203212"/>
                  </a:lnTo>
                  <a:lnTo>
                    <a:pt x="0" y="205740"/>
                  </a:lnTo>
                  <a:lnTo>
                    <a:pt x="2540" y="205740"/>
                  </a:lnTo>
                  <a:lnTo>
                    <a:pt x="2540" y="203212"/>
                  </a:lnTo>
                  <a:close/>
                </a:path>
                <a:path w="2539" h="207010">
                  <a:moveTo>
                    <a:pt x="2540" y="1282"/>
                  </a:moveTo>
                  <a:lnTo>
                    <a:pt x="0" y="1282"/>
                  </a:lnTo>
                  <a:lnTo>
                    <a:pt x="0" y="203200"/>
                  </a:lnTo>
                  <a:lnTo>
                    <a:pt x="2540" y="203200"/>
                  </a:lnTo>
                  <a:lnTo>
                    <a:pt x="2540" y="1282"/>
                  </a:lnTo>
                  <a:close/>
                </a:path>
                <a:path w="2539" h="207010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C9D1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0" name="object 750"/>
            <p:cNvSpPr/>
            <p:nvPr/>
          </p:nvSpPr>
          <p:spPr>
            <a:xfrm>
              <a:off x="2559050" y="5114289"/>
              <a:ext cx="3810" cy="204470"/>
            </a:xfrm>
            <a:custGeom>
              <a:avLst/>
              <a:gdLst/>
              <a:ahLst/>
              <a:cxnLst/>
              <a:rect l="l" t="t" r="r" b="b"/>
              <a:pathLst>
                <a:path w="3810" h="204470">
                  <a:moveTo>
                    <a:pt x="1270" y="201942"/>
                  </a:moveTo>
                  <a:lnTo>
                    <a:pt x="0" y="201942"/>
                  </a:lnTo>
                  <a:lnTo>
                    <a:pt x="0" y="204470"/>
                  </a:lnTo>
                  <a:lnTo>
                    <a:pt x="1270" y="204470"/>
                  </a:lnTo>
                  <a:lnTo>
                    <a:pt x="1270" y="201942"/>
                  </a:lnTo>
                  <a:close/>
                </a:path>
                <a:path w="3810" h="204470">
                  <a:moveTo>
                    <a:pt x="3810" y="3810"/>
                  </a:moveTo>
                  <a:lnTo>
                    <a:pt x="2540" y="3810"/>
                  </a:lnTo>
                  <a:lnTo>
                    <a:pt x="2540" y="2540"/>
                  </a:lnTo>
                  <a:lnTo>
                    <a:pt x="1270" y="254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0" y="200660"/>
                  </a:lnTo>
                  <a:lnTo>
                    <a:pt x="0" y="201930"/>
                  </a:lnTo>
                  <a:lnTo>
                    <a:pt x="2540" y="201930"/>
                  </a:lnTo>
                  <a:lnTo>
                    <a:pt x="2540" y="200660"/>
                  </a:lnTo>
                  <a:lnTo>
                    <a:pt x="3810" y="200660"/>
                  </a:lnTo>
                  <a:lnTo>
                    <a:pt x="3810" y="3810"/>
                  </a:lnTo>
                  <a:close/>
                </a:path>
              </a:pathLst>
            </a:custGeom>
            <a:solidFill>
              <a:srgbClr val="CCD3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1" name="object 751"/>
            <p:cNvSpPr/>
            <p:nvPr/>
          </p:nvSpPr>
          <p:spPr>
            <a:xfrm>
              <a:off x="2562860" y="5118100"/>
              <a:ext cx="0" cy="196850"/>
            </a:xfrm>
            <a:custGeom>
              <a:avLst/>
              <a:gdLst/>
              <a:ahLst/>
              <a:cxnLst/>
              <a:rect l="l" t="t" r="r" b="b"/>
              <a:pathLst>
                <a:path h="196850">
                  <a:moveTo>
                    <a:pt x="0" y="0"/>
                  </a:moveTo>
                  <a:lnTo>
                    <a:pt x="0" y="1968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2" name="object 752"/>
            <p:cNvSpPr/>
            <p:nvPr/>
          </p:nvSpPr>
          <p:spPr>
            <a:xfrm>
              <a:off x="2277110" y="5090159"/>
              <a:ext cx="284480" cy="251460"/>
            </a:xfrm>
            <a:custGeom>
              <a:avLst/>
              <a:gdLst/>
              <a:ahLst/>
              <a:cxnLst/>
              <a:rect l="l" t="t" r="r" b="b"/>
              <a:pathLst>
                <a:path w="284480" h="251460">
                  <a:moveTo>
                    <a:pt x="142239" y="0"/>
                  </a:moveTo>
                  <a:lnTo>
                    <a:pt x="87332" y="2440"/>
                  </a:lnTo>
                  <a:lnTo>
                    <a:pt x="42068" y="9048"/>
                  </a:lnTo>
                  <a:lnTo>
                    <a:pt x="11330" y="18752"/>
                  </a:lnTo>
                  <a:lnTo>
                    <a:pt x="0" y="30479"/>
                  </a:lnTo>
                  <a:lnTo>
                    <a:pt x="0" y="33436"/>
                  </a:lnTo>
                  <a:lnTo>
                    <a:pt x="0" y="54133"/>
                  </a:lnTo>
                  <a:lnTo>
                    <a:pt x="0" y="110311"/>
                  </a:lnTo>
                  <a:lnTo>
                    <a:pt x="0" y="219709"/>
                  </a:lnTo>
                  <a:lnTo>
                    <a:pt x="11330" y="232171"/>
                  </a:lnTo>
                  <a:lnTo>
                    <a:pt x="42068" y="242252"/>
                  </a:lnTo>
                  <a:lnTo>
                    <a:pt x="87332" y="248999"/>
                  </a:lnTo>
                  <a:lnTo>
                    <a:pt x="142239" y="251459"/>
                  </a:lnTo>
                  <a:lnTo>
                    <a:pt x="197147" y="248999"/>
                  </a:lnTo>
                  <a:lnTo>
                    <a:pt x="242411" y="242252"/>
                  </a:lnTo>
                  <a:lnTo>
                    <a:pt x="273149" y="232171"/>
                  </a:lnTo>
                  <a:lnTo>
                    <a:pt x="284479" y="219709"/>
                  </a:lnTo>
                  <a:lnTo>
                    <a:pt x="284479" y="216753"/>
                  </a:lnTo>
                  <a:lnTo>
                    <a:pt x="284479" y="196056"/>
                  </a:lnTo>
                  <a:lnTo>
                    <a:pt x="284479" y="139878"/>
                  </a:lnTo>
                  <a:lnTo>
                    <a:pt x="284479" y="30479"/>
                  </a:lnTo>
                  <a:lnTo>
                    <a:pt x="273149" y="18752"/>
                  </a:lnTo>
                  <a:lnTo>
                    <a:pt x="242411" y="9048"/>
                  </a:lnTo>
                  <a:lnTo>
                    <a:pt x="197147" y="2440"/>
                  </a:lnTo>
                  <a:lnTo>
                    <a:pt x="142239" y="0"/>
                  </a:lnTo>
                  <a:close/>
                </a:path>
              </a:pathLst>
            </a:custGeom>
            <a:ln w="646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3" name="object 753"/>
            <p:cNvSpPr/>
            <p:nvPr/>
          </p:nvSpPr>
          <p:spPr>
            <a:xfrm>
              <a:off x="2277110" y="5115559"/>
              <a:ext cx="3810" cy="11430"/>
            </a:xfrm>
            <a:custGeom>
              <a:avLst/>
              <a:gdLst/>
              <a:ahLst/>
              <a:cxnLst/>
              <a:rect l="l" t="t" r="r" b="b"/>
              <a:pathLst>
                <a:path w="3810" h="11429">
                  <a:moveTo>
                    <a:pt x="3810" y="5092"/>
                  </a:moveTo>
                  <a:lnTo>
                    <a:pt x="0" y="5092"/>
                  </a:lnTo>
                  <a:lnTo>
                    <a:pt x="0" y="6350"/>
                  </a:lnTo>
                  <a:lnTo>
                    <a:pt x="1270" y="6350"/>
                  </a:lnTo>
                  <a:lnTo>
                    <a:pt x="1270" y="10160"/>
                  </a:lnTo>
                  <a:lnTo>
                    <a:pt x="2540" y="10160"/>
                  </a:lnTo>
                  <a:lnTo>
                    <a:pt x="254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11429">
                  <a:moveTo>
                    <a:pt x="3810" y="0"/>
                  </a:moveTo>
                  <a:lnTo>
                    <a:pt x="2540" y="0"/>
                  </a:lnTo>
                  <a:lnTo>
                    <a:pt x="2540" y="2540"/>
                  </a:lnTo>
                  <a:lnTo>
                    <a:pt x="1270" y="2540"/>
                  </a:lnTo>
                  <a:lnTo>
                    <a:pt x="127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4" name="object 754"/>
            <p:cNvSpPr/>
            <p:nvPr/>
          </p:nvSpPr>
          <p:spPr>
            <a:xfrm>
              <a:off x="2280919" y="5113020"/>
              <a:ext cx="3810" cy="17780"/>
            </a:xfrm>
            <a:custGeom>
              <a:avLst/>
              <a:gdLst/>
              <a:ahLst/>
              <a:cxnLst/>
              <a:rect l="l" t="t" r="r" b="b"/>
              <a:pathLst>
                <a:path w="3810" h="17779">
                  <a:moveTo>
                    <a:pt x="3810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17779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10" h="17779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10" h="17779">
                  <a:moveTo>
                    <a:pt x="3810" y="13969"/>
                  </a:moveTo>
                  <a:lnTo>
                    <a:pt x="0" y="13969"/>
                  </a:lnTo>
                  <a:lnTo>
                    <a:pt x="0" y="15239"/>
                  </a:lnTo>
                  <a:lnTo>
                    <a:pt x="1269" y="15239"/>
                  </a:lnTo>
                  <a:lnTo>
                    <a:pt x="1269" y="17779"/>
                  </a:lnTo>
                  <a:lnTo>
                    <a:pt x="3810" y="17779"/>
                  </a:lnTo>
                  <a:lnTo>
                    <a:pt x="3810" y="13969"/>
                  </a:lnTo>
                  <a:close/>
                </a:path>
              </a:pathLst>
            </a:custGeom>
            <a:solidFill>
              <a:srgbClr val="CED5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5" name="object 755"/>
            <p:cNvSpPr/>
            <p:nvPr/>
          </p:nvSpPr>
          <p:spPr>
            <a:xfrm>
              <a:off x="2284730" y="5111750"/>
              <a:ext cx="2540" cy="21590"/>
            </a:xfrm>
            <a:custGeom>
              <a:avLst/>
              <a:gdLst/>
              <a:ahLst/>
              <a:cxnLst/>
              <a:rect l="l" t="t" r="r" b="b"/>
              <a:pathLst>
                <a:path w="2539" h="21589">
                  <a:moveTo>
                    <a:pt x="253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39" y="2539"/>
                  </a:lnTo>
                  <a:lnTo>
                    <a:pt x="2539" y="0"/>
                  </a:lnTo>
                  <a:close/>
                </a:path>
                <a:path w="2539" h="21589">
                  <a:moveTo>
                    <a:pt x="2539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2539" y="8889"/>
                  </a:lnTo>
                  <a:lnTo>
                    <a:pt x="2539" y="2540"/>
                  </a:lnTo>
                  <a:close/>
                </a:path>
                <a:path w="2539" h="21589">
                  <a:moveTo>
                    <a:pt x="2539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2539" y="15239"/>
                  </a:lnTo>
                  <a:lnTo>
                    <a:pt x="2539" y="8890"/>
                  </a:lnTo>
                  <a:close/>
                </a:path>
                <a:path w="2539" h="21589">
                  <a:moveTo>
                    <a:pt x="2539" y="15240"/>
                  </a:moveTo>
                  <a:lnTo>
                    <a:pt x="0" y="15240"/>
                  </a:lnTo>
                  <a:lnTo>
                    <a:pt x="0" y="20319"/>
                  </a:lnTo>
                  <a:lnTo>
                    <a:pt x="1269" y="20319"/>
                  </a:lnTo>
                  <a:lnTo>
                    <a:pt x="1269" y="21589"/>
                  </a:lnTo>
                  <a:lnTo>
                    <a:pt x="2539" y="21589"/>
                  </a:lnTo>
                  <a:lnTo>
                    <a:pt x="2539" y="15240"/>
                  </a:lnTo>
                  <a:close/>
                </a:path>
              </a:pathLst>
            </a:custGeom>
            <a:solidFill>
              <a:srgbClr val="CCD3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6" name="object 756"/>
            <p:cNvSpPr/>
            <p:nvPr/>
          </p:nvSpPr>
          <p:spPr>
            <a:xfrm>
              <a:off x="2287269" y="5109209"/>
              <a:ext cx="3810" cy="25400"/>
            </a:xfrm>
            <a:custGeom>
              <a:avLst/>
              <a:gdLst/>
              <a:ahLst/>
              <a:cxnLst/>
              <a:rect l="l" t="t" r="r" b="b"/>
              <a:pathLst>
                <a:path w="3810" h="25400">
                  <a:moveTo>
                    <a:pt x="3810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10" h="25400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25400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25400">
                  <a:moveTo>
                    <a:pt x="381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7780"/>
                  </a:lnTo>
                  <a:close/>
                </a:path>
                <a:path w="3810" h="25400">
                  <a:moveTo>
                    <a:pt x="3810" y="24130"/>
                  </a:moveTo>
                  <a:lnTo>
                    <a:pt x="1269" y="24130"/>
                  </a:lnTo>
                  <a:lnTo>
                    <a:pt x="1269" y="25400"/>
                  </a:lnTo>
                  <a:lnTo>
                    <a:pt x="3810" y="25400"/>
                  </a:lnTo>
                  <a:lnTo>
                    <a:pt x="3810" y="24130"/>
                  </a:lnTo>
                  <a:close/>
                </a:path>
              </a:pathLst>
            </a:custGeom>
            <a:solidFill>
              <a:srgbClr val="C9D1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7" name="object 757"/>
            <p:cNvSpPr/>
            <p:nvPr/>
          </p:nvSpPr>
          <p:spPr>
            <a:xfrm>
              <a:off x="2291080" y="5107939"/>
              <a:ext cx="3810" cy="27940"/>
            </a:xfrm>
            <a:custGeom>
              <a:avLst/>
              <a:gdLst/>
              <a:ahLst/>
              <a:cxnLst/>
              <a:rect l="l" t="t" r="r" b="b"/>
              <a:pathLst>
                <a:path w="3810" h="27939">
                  <a:moveTo>
                    <a:pt x="3809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0"/>
                  </a:lnTo>
                  <a:close/>
                </a:path>
                <a:path w="3810" h="27939">
                  <a:moveTo>
                    <a:pt x="380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6349"/>
                  </a:lnTo>
                  <a:close/>
                </a:path>
                <a:path w="3810" h="27939">
                  <a:moveTo>
                    <a:pt x="380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2699"/>
                  </a:lnTo>
                  <a:close/>
                </a:path>
                <a:path w="3810" h="27939">
                  <a:moveTo>
                    <a:pt x="3809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19049"/>
                  </a:lnTo>
                  <a:close/>
                </a:path>
                <a:path w="3810" h="27939">
                  <a:moveTo>
                    <a:pt x="3809" y="25399"/>
                  </a:moveTo>
                  <a:lnTo>
                    <a:pt x="0" y="25399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5399"/>
                  </a:lnTo>
                  <a:close/>
                </a:path>
              </a:pathLst>
            </a:custGeom>
            <a:solidFill>
              <a:srgbClr val="C6CF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8" name="object 758"/>
            <p:cNvSpPr/>
            <p:nvPr/>
          </p:nvSpPr>
          <p:spPr>
            <a:xfrm>
              <a:off x="2294889" y="5106670"/>
              <a:ext cx="3810" cy="31750"/>
            </a:xfrm>
            <a:custGeom>
              <a:avLst/>
              <a:gdLst/>
              <a:ahLst/>
              <a:cxnLst/>
              <a:rect l="l" t="t" r="r" b="b"/>
              <a:pathLst>
                <a:path w="3810" h="31750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31750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10" h="31750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10" h="31750">
                  <a:moveTo>
                    <a:pt x="3810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3969"/>
                  </a:lnTo>
                  <a:close/>
                </a:path>
                <a:path w="3810" h="31750">
                  <a:moveTo>
                    <a:pt x="3810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3810" y="26669"/>
                  </a:lnTo>
                  <a:lnTo>
                    <a:pt x="3810" y="20319"/>
                  </a:lnTo>
                  <a:close/>
                </a:path>
                <a:path w="3810" h="31750">
                  <a:moveTo>
                    <a:pt x="3810" y="26669"/>
                  </a:moveTo>
                  <a:lnTo>
                    <a:pt x="0" y="26669"/>
                  </a:lnTo>
                  <a:lnTo>
                    <a:pt x="0" y="30479"/>
                  </a:lnTo>
                  <a:lnTo>
                    <a:pt x="2540" y="30479"/>
                  </a:lnTo>
                  <a:lnTo>
                    <a:pt x="2540" y="31749"/>
                  </a:lnTo>
                  <a:lnTo>
                    <a:pt x="3810" y="31749"/>
                  </a:lnTo>
                  <a:lnTo>
                    <a:pt x="3810" y="26669"/>
                  </a:lnTo>
                  <a:close/>
                </a:path>
              </a:pathLst>
            </a:custGeom>
            <a:solidFill>
              <a:srgbClr val="C3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9" name="object 759"/>
            <p:cNvSpPr/>
            <p:nvPr/>
          </p:nvSpPr>
          <p:spPr>
            <a:xfrm>
              <a:off x="2298700" y="5104130"/>
              <a:ext cx="3810" cy="34290"/>
            </a:xfrm>
            <a:custGeom>
              <a:avLst/>
              <a:gdLst/>
              <a:ahLst/>
              <a:cxnLst/>
              <a:rect l="l" t="t" r="r" b="b"/>
              <a:pathLst>
                <a:path w="3810" h="34289">
                  <a:moveTo>
                    <a:pt x="3810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10" h="34289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10" h="34289">
                  <a:moveTo>
                    <a:pt x="381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60"/>
                  </a:lnTo>
                  <a:close/>
                </a:path>
                <a:path w="3810" h="34289">
                  <a:moveTo>
                    <a:pt x="3810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10"/>
                  </a:lnTo>
                  <a:close/>
                </a:path>
                <a:path w="3810" h="34289">
                  <a:moveTo>
                    <a:pt x="3810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2860"/>
                  </a:lnTo>
                  <a:close/>
                </a:path>
                <a:path w="3810" h="34289">
                  <a:moveTo>
                    <a:pt x="3810" y="29210"/>
                  </a:moveTo>
                  <a:lnTo>
                    <a:pt x="0" y="29210"/>
                  </a:lnTo>
                  <a:lnTo>
                    <a:pt x="0" y="34290"/>
                  </a:lnTo>
                  <a:lnTo>
                    <a:pt x="3810" y="34290"/>
                  </a:lnTo>
                  <a:lnTo>
                    <a:pt x="3810" y="29210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0" name="object 760"/>
            <p:cNvSpPr/>
            <p:nvPr/>
          </p:nvSpPr>
          <p:spPr>
            <a:xfrm>
              <a:off x="2302510" y="5102859"/>
              <a:ext cx="3810" cy="38100"/>
            </a:xfrm>
            <a:custGeom>
              <a:avLst/>
              <a:gdLst/>
              <a:ahLst/>
              <a:cxnLst/>
              <a:rect l="l" t="t" r="r" b="b"/>
              <a:pathLst>
                <a:path w="3810" h="38100">
                  <a:moveTo>
                    <a:pt x="380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0"/>
                  </a:lnTo>
                  <a:close/>
                </a:path>
                <a:path w="3810" h="38100">
                  <a:moveTo>
                    <a:pt x="380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5080"/>
                  </a:lnTo>
                  <a:close/>
                </a:path>
                <a:path w="3810" h="38100">
                  <a:moveTo>
                    <a:pt x="380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1430"/>
                  </a:lnTo>
                  <a:close/>
                </a:path>
                <a:path w="3810" h="38100">
                  <a:moveTo>
                    <a:pt x="3809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17780"/>
                  </a:lnTo>
                  <a:close/>
                </a:path>
                <a:path w="3810" h="38100">
                  <a:moveTo>
                    <a:pt x="3809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24130"/>
                  </a:lnTo>
                  <a:close/>
                </a:path>
                <a:path w="3810" h="38100">
                  <a:moveTo>
                    <a:pt x="3809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0480"/>
                  </a:lnTo>
                  <a:close/>
                </a:path>
                <a:path w="3810" h="38100">
                  <a:moveTo>
                    <a:pt x="3809" y="36830"/>
                  </a:moveTo>
                  <a:lnTo>
                    <a:pt x="2539" y="36830"/>
                  </a:lnTo>
                  <a:lnTo>
                    <a:pt x="2539" y="38100"/>
                  </a:lnTo>
                  <a:lnTo>
                    <a:pt x="3809" y="38100"/>
                  </a:lnTo>
                  <a:lnTo>
                    <a:pt x="3809" y="36830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1" name="object 761"/>
            <p:cNvSpPr/>
            <p:nvPr/>
          </p:nvSpPr>
          <p:spPr>
            <a:xfrm>
              <a:off x="2306319" y="5102859"/>
              <a:ext cx="2540" cy="38100"/>
            </a:xfrm>
            <a:custGeom>
              <a:avLst/>
              <a:gdLst/>
              <a:ahLst/>
              <a:cxnLst/>
              <a:rect l="l" t="t" r="r" b="b"/>
              <a:pathLst>
                <a:path w="2539" h="38100">
                  <a:moveTo>
                    <a:pt x="254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2540" y="5079"/>
                  </a:lnTo>
                  <a:lnTo>
                    <a:pt x="2540" y="0"/>
                  </a:lnTo>
                  <a:close/>
                </a:path>
                <a:path w="2539" h="38100">
                  <a:moveTo>
                    <a:pt x="254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2540" y="11429"/>
                  </a:lnTo>
                  <a:lnTo>
                    <a:pt x="2540" y="5080"/>
                  </a:lnTo>
                  <a:close/>
                </a:path>
                <a:path w="2539" h="38100">
                  <a:moveTo>
                    <a:pt x="254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2540" y="17779"/>
                  </a:lnTo>
                  <a:lnTo>
                    <a:pt x="2540" y="11430"/>
                  </a:lnTo>
                  <a:close/>
                </a:path>
                <a:path w="2539" h="38100">
                  <a:moveTo>
                    <a:pt x="254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2540" y="24129"/>
                  </a:lnTo>
                  <a:lnTo>
                    <a:pt x="2540" y="17780"/>
                  </a:lnTo>
                  <a:close/>
                </a:path>
                <a:path w="2539" h="38100">
                  <a:moveTo>
                    <a:pt x="2540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2540" y="30479"/>
                  </a:lnTo>
                  <a:lnTo>
                    <a:pt x="2540" y="24130"/>
                  </a:lnTo>
                  <a:close/>
                </a:path>
                <a:path w="2539" h="38100">
                  <a:moveTo>
                    <a:pt x="2540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2540" y="36829"/>
                  </a:lnTo>
                  <a:lnTo>
                    <a:pt x="2540" y="30480"/>
                  </a:lnTo>
                  <a:close/>
                </a:path>
                <a:path w="2539" h="38100">
                  <a:moveTo>
                    <a:pt x="2540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2540" y="38100"/>
                  </a:lnTo>
                  <a:lnTo>
                    <a:pt x="2540" y="36830"/>
                  </a:lnTo>
                  <a:close/>
                </a:path>
              </a:pathLst>
            </a:custGeom>
            <a:solidFill>
              <a:srgbClr val="BB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2" name="object 762"/>
            <p:cNvSpPr/>
            <p:nvPr/>
          </p:nvSpPr>
          <p:spPr>
            <a:xfrm>
              <a:off x="2308860" y="5101589"/>
              <a:ext cx="3810" cy="40640"/>
            </a:xfrm>
            <a:custGeom>
              <a:avLst/>
              <a:gdLst/>
              <a:ahLst/>
              <a:cxnLst/>
              <a:rect l="l" t="t" r="r" b="b"/>
              <a:pathLst>
                <a:path w="3810" h="40639">
                  <a:moveTo>
                    <a:pt x="3809" y="0"/>
                  </a:moveTo>
                  <a:lnTo>
                    <a:pt x="2539" y="0"/>
                  </a:lnTo>
                  <a:lnTo>
                    <a:pt x="2539" y="1269"/>
                  </a:lnTo>
                  <a:lnTo>
                    <a:pt x="0" y="126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0"/>
                  </a:lnTo>
                  <a:close/>
                </a:path>
                <a:path w="3810" h="40639">
                  <a:moveTo>
                    <a:pt x="380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6349"/>
                  </a:lnTo>
                  <a:close/>
                </a:path>
                <a:path w="3810" h="40639">
                  <a:moveTo>
                    <a:pt x="380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2699"/>
                  </a:lnTo>
                  <a:close/>
                </a:path>
                <a:path w="3810" h="40639">
                  <a:moveTo>
                    <a:pt x="3809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19049"/>
                  </a:lnTo>
                  <a:close/>
                </a:path>
                <a:path w="3810" h="40639">
                  <a:moveTo>
                    <a:pt x="3809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5399"/>
                  </a:lnTo>
                  <a:close/>
                </a:path>
                <a:path w="3810" h="40639">
                  <a:moveTo>
                    <a:pt x="3809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1749"/>
                  </a:lnTo>
                  <a:close/>
                </a:path>
                <a:path w="3810" h="40639">
                  <a:moveTo>
                    <a:pt x="3809" y="38099"/>
                  </a:moveTo>
                  <a:lnTo>
                    <a:pt x="0" y="38099"/>
                  </a:lnTo>
                  <a:lnTo>
                    <a:pt x="0" y="39369"/>
                  </a:lnTo>
                  <a:lnTo>
                    <a:pt x="1269" y="39369"/>
                  </a:lnTo>
                  <a:lnTo>
                    <a:pt x="1269" y="40639"/>
                  </a:lnTo>
                  <a:lnTo>
                    <a:pt x="3809" y="40639"/>
                  </a:lnTo>
                  <a:lnTo>
                    <a:pt x="3809" y="38099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3" name="object 763"/>
            <p:cNvSpPr/>
            <p:nvPr/>
          </p:nvSpPr>
          <p:spPr>
            <a:xfrm>
              <a:off x="2312669" y="510158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81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0"/>
                  </a:lnTo>
                  <a:close/>
                </a:path>
                <a:path w="3810" h="41910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10" h="41910">
                  <a:moveTo>
                    <a:pt x="381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2699"/>
                  </a:lnTo>
                  <a:close/>
                </a:path>
                <a:path w="3810" h="41910">
                  <a:moveTo>
                    <a:pt x="3810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19049"/>
                  </a:lnTo>
                  <a:close/>
                </a:path>
                <a:path w="3810" h="41910">
                  <a:moveTo>
                    <a:pt x="3810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5399"/>
                  </a:lnTo>
                  <a:close/>
                </a:path>
                <a:path w="3810" h="41910">
                  <a:moveTo>
                    <a:pt x="3810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1749"/>
                  </a:lnTo>
                  <a:close/>
                </a:path>
                <a:path w="3810" h="41910">
                  <a:moveTo>
                    <a:pt x="381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1269" y="40639"/>
                  </a:lnTo>
                  <a:lnTo>
                    <a:pt x="1269" y="41909"/>
                  </a:lnTo>
                  <a:lnTo>
                    <a:pt x="3810" y="41909"/>
                  </a:lnTo>
                  <a:lnTo>
                    <a:pt x="3810" y="38099"/>
                  </a:lnTo>
                  <a:close/>
                </a:path>
              </a:pathLst>
            </a:custGeom>
            <a:solidFill>
              <a:srgbClr val="B6C1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" name="object 764"/>
            <p:cNvSpPr/>
            <p:nvPr/>
          </p:nvSpPr>
          <p:spPr>
            <a:xfrm>
              <a:off x="2316480" y="5100320"/>
              <a:ext cx="3810" cy="43180"/>
            </a:xfrm>
            <a:custGeom>
              <a:avLst/>
              <a:gdLst/>
              <a:ahLst/>
              <a:cxnLst/>
              <a:rect l="l" t="t" r="r" b="b"/>
              <a:pathLst>
                <a:path w="3810" h="43179">
                  <a:moveTo>
                    <a:pt x="380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10" h="43179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10" h="43179">
                  <a:moveTo>
                    <a:pt x="380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7619"/>
                  </a:lnTo>
                  <a:close/>
                </a:path>
                <a:path w="3810" h="43179">
                  <a:moveTo>
                    <a:pt x="3809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3969"/>
                  </a:lnTo>
                  <a:close/>
                </a:path>
                <a:path w="3810" h="43179">
                  <a:moveTo>
                    <a:pt x="3809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3809" y="26669"/>
                  </a:lnTo>
                  <a:lnTo>
                    <a:pt x="3809" y="20319"/>
                  </a:lnTo>
                  <a:close/>
                </a:path>
                <a:path w="3810" h="43179">
                  <a:moveTo>
                    <a:pt x="3809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6669"/>
                  </a:lnTo>
                  <a:close/>
                </a:path>
                <a:path w="3810" h="43179">
                  <a:moveTo>
                    <a:pt x="3809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3019"/>
                  </a:lnTo>
                  <a:close/>
                </a:path>
                <a:path w="3810" h="43179">
                  <a:moveTo>
                    <a:pt x="3809" y="39369"/>
                  </a:moveTo>
                  <a:lnTo>
                    <a:pt x="0" y="39369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39369"/>
                  </a:lnTo>
                  <a:close/>
                </a:path>
              </a:pathLst>
            </a:custGeom>
            <a:solidFill>
              <a:srgbClr val="B3BF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5" name="object 765"/>
            <p:cNvSpPr/>
            <p:nvPr/>
          </p:nvSpPr>
          <p:spPr>
            <a:xfrm>
              <a:off x="2320289" y="5099050"/>
              <a:ext cx="3810" cy="45720"/>
            </a:xfrm>
            <a:custGeom>
              <a:avLst/>
              <a:gdLst/>
              <a:ahLst/>
              <a:cxnLst/>
              <a:rect l="l" t="t" r="r" b="b"/>
              <a:pathLst>
                <a:path w="3810" h="45720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45720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10" h="45720">
                  <a:moveTo>
                    <a:pt x="381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8890"/>
                  </a:lnTo>
                  <a:close/>
                </a:path>
                <a:path w="3810" h="45720">
                  <a:moveTo>
                    <a:pt x="3810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5240"/>
                  </a:lnTo>
                  <a:close/>
                </a:path>
                <a:path w="3810" h="45720">
                  <a:moveTo>
                    <a:pt x="3810" y="21590"/>
                  </a:moveTo>
                  <a:lnTo>
                    <a:pt x="0" y="21590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1590"/>
                  </a:lnTo>
                  <a:close/>
                </a:path>
                <a:path w="3810" h="45720">
                  <a:moveTo>
                    <a:pt x="3810" y="27940"/>
                  </a:moveTo>
                  <a:lnTo>
                    <a:pt x="0" y="27940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27940"/>
                  </a:lnTo>
                  <a:close/>
                </a:path>
                <a:path w="3810" h="45720">
                  <a:moveTo>
                    <a:pt x="3810" y="34290"/>
                  </a:moveTo>
                  <a:lnTo>
                    <a:pt x="0" y="34290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4290"/>
                  </a:lnTo>
                  <a:close/>
                </a:path>
                <a:path w="3810" h="45720">
                  <a:moveTo>
                    <a:pt x="3810" y="40640"/>
                  </a:moveTo>
                  <a:lnTo>
                    <a:pt x="0" y="40640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40640"/>
                  </a:lnTo>
                  <a:close/>
                </a:path>
              </a:pathLst>
            </a:custGeom>
            <a:solidFill>
              <a:srgbClr val="B1BD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6" name="object 766"/>
            <p:cNvSpPr/>
            <p:nvPr/>
          </p:nvSpPr>
          <p:spPr>
            <a:xfrm>
              <a:off x="2324100" y="5099050"/>
              <a:ext cx="3810" cy="46990"/>
            </a:xfrm>
            <a:custGeom>
              <a:avLst/>
              <a:gdLst/>
              <a:ahLst/>
              <a:cxnLst/>
              <a:rect l="l" t="t" r="r" b="b"/>
              <a:pathLst>
                <a:path w="3810" h="46989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46989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10" h="46989">
                  <a:moveTo>
                    <a:pt x="381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8890"/>
                  </a:lnTo>
                  <a:close/>
                </a:path>
                <a:path w="3810" h="46989">
                  <a:moveTo>
                    <a:pt x="3810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5240"/>
                  </a:lnTo>
                  <a:close/>
                </a:path>
                <a:path w="3810" h="46989">
                  <a:moveTo>
                    <a:pt x="3810" y="21590"/>
                  </a:moveTo>
                  <a:lnTo>
                    <a:pt x="0" y="21590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1590"/>
                  </a:lnTo>
                  <a:close/>
                </a:path>
                <a:path w="3810" h="46989">
                  <a:moveTo>
                    <a:pt x="3810" y="27940"/>
                  </a:moveTo>
                  <a:lnTo>
                    <a:pt x="0" y="27940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27940"/>
                  </a:lnTo>
                  <a:close/>
                </a:path>
                <a:path w="3810" h="46989">
                  <a:moveTo>
                    <a:pt x="3810" y="34290"/>
                  </a:moveTo>
                  <a:lnTo>
                    <a:pt x="0" y="34290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4290"/>
                  </a:lnTo>
                  <a:close/>
                </a:path>
                <a:path w="3810" h="46989">
                  <a:moveTo>
                    <a:pt x="3810" y="40640"/>
                  </a:moveTo>
                  <a:lnTo>
                    <a:pt x="0" y="40640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0640"/>
                  </a:lnTo>
                  <a:close/>
                </a:path>
              </a:pathLst>
            </a:custGeom>
            <a:solidFill>
              <a:srgbClr val="AEBA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7" name="object 767"/>
            <p:cNvSpPr/>
            <p:nvPr/>
          </p:nvSpPr>
          <p:spPr>
            <a:xfrm>
              <a:off x="2327910" y="5097780"/>
              <a:ext cx="3810" cy="49530"/>
            </a:xfrm>
            <a:custGeom>
              <a:avLst/>
              <a:gdLst/>
              <a:ahLst/>
              <a:cxnLst/>
              <a:rect l="l" t="t" r="r" b="b"/>
              <a:pathLst>
                <a:path w="3810" h="49529">
                  <a:moveTo>
                    <a:pt x="3809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10" h="49529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10" h="49529">
                  <a:moveTo>
                    <a:pt x="380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0160"/>
                  </a:lnTo>
                  <a:close/>
                </a:path>
                <a:path w="3810" h="49529">
                  <a:moveTo>
                    <a:pt x="3809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16510"/>
                  </a:lnTo>
                  <a:close/>
                </a:path>
                <a:path w="3810" h="49529">
                  <a:moveTo>
                    <a:pt x="3809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3809" y="29210"/>
                  </a:lnTo>
                  <a:lnTo>
                    <a:pt x="3809" y="22860"/>
                  </a:lnTo>
                  <a:close/>
                </a:path>
                <a:path w="3810" h="49529">
                  <a:moveTo>
                    <a:pt x="3809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29210"/>
                  </a:lnTo>
                  <a:close/>
                </a:path>
                <a:path w="3810" h="49529">
                  <a:moveTo>
                    <a:pt x="3809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35560"/>
                  </a:lnTo>
                  <a:close/>
                </a:path>
                <a:path w="3810" h="49529">
                  <a:moveTo>
                    <a:pt x="3809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3809" y="48260"/>
                  </a:lnTo>
                  <a:lnTo>
                    <a:pt x="3809" y="41910"/>
                  </a:lnTo>
                  <a:close/>
                </a:path>
                <a:path w="3810" h="49529">
                  <a:moveTo>
                    <a:pt x="3809" y="48260"/>
                  </a:moveTo>
                  <a:lnTo>
                    <a:pt x="2539" y="48260"/>
                  </a:lnTo>
                  <a:lnTo>
                    <a:pt x="2539" y="49530"/>
                  </a:lnTo>
                  <a:lnTo>
                    <a:pt x="3809" y="49530"/>
                  </a:lnTo>
                  <a:lnTo>
                    <a:pt x="3809" y="48260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8" name="object 768"/>
            <p:cNvSpPr/>
            <p:nvPr/>
          </p:nvSpPr>
          <p:spPr>
            <a:xfrm>
              <a:off x="2331719" y="5097780"/>
              <a:ext cx="3810" cy="49530"/>
            </a:xfrm>
            <a:custGeom>
              <a:avLst/>
              <a:gdLst/>
              <a:ahLst/>
              <a:cxnLst/>
              <a:rect l="l" t="t" r="r" b="b"/>
              <a:pathLst>
                <a:path w="3810" h="49529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10" h="49529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10" h="49529">
                  <a:moveTo>
                    <a:pt x="381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60"/>
                  </a:lnTo>
                  <a:close/>
                </a:path>
                <a:path w="3810" h="49529">
                  <a:moveTo>
                    <a:pt x="3810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10"/>
                  </a:lnTo>
                  <a:close/>
                </a:path>
                <a:path w="3810" h="49529">
                  <a:moveTo>
                    <a:pt x="3810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2860"/>
                  </a:lnTo>
                  <a:close/>
                </a:path>
                <a:path w="3810" h="49529">
                  <a:moveTo>
                    <a:pt x="3810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29210"/>
                  </a:lnTo>
                  <a:close/>
                </a:path>
                <a:path w="3810" h="49529">
                  <a:moveTo>
                    <a:pt x="3810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5560"/>
                  </a:lnTo>
                  <a:close/>
                </a:path>
                <a:path w="3810" h="49529">
                  <a:moveTo>
                    <a:pt x="3810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1910"/>
                  </a:lnTo>
                  <a:close/>
                </a:path>
                <a:path w="3810" h="49529">
                  <a:moveTo>
                    <a:pt x="3810" y="48260"/>
                  </a:moveTo>
                  <a:lnTo>
                    <a:pt x="0" y="4826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8260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9" name="object 769"/>
            <p:cNvSpPr/>
            <p:nvPr/>
          </p:nvSpPr>
          <p:spPr>
            <a:xfrm>
              <a:off x="2335530" y="5096509"/>
              <a:ext cx="2540" cy="50800"/>
            </a:xfrm>
            <a:custGeom>
              <a:avLst/>
              <a:gdLst/>
              <a:ahLst/>
              <a:cxnLst/>
              <a:rect l="l" t="t" r="r" b="b"/>
              <a:pathLst>
                <a:path w="2539" h="50800">
                  <a:moveTo>
                    <a:pt x="2539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5079"/>
                  </a:lnTo>
                  <a:lnTo>
                    <a:pt x="2539" y="5079"/>
                  </a:lnTo>
                  <a:lnTo>
                    <a:pt x="2539" y="0"/>
                  </a:lnTo>
                  <a:close/>
                </a:path>
                <a:path w="2539" h="50800">
                  <a:moveTo>
                    <a:pt x="253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2539" y="11429"/>
                  </a:lnTo>
                  <a:lnTo>
                    <a:pt x="2539" y="5080"/>
                  </a:lnTo>
                  <a:close/>
                </a:path>
                <a:path w="2539" h="50800">
                  <a:moveTo>
                    <a:pt x="253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2539" y="17779"/>
                  </a:lnTo>
                  <a:lnTo>
                    <a:pt x="2539" y="11430"/>
                  </a:lnTo>
                  <a:close/>
                </a:path>
                <a:path w="2539" h="50800">
                  <a:moveTo>
                    <a:pt x="2539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2539" y="24129"/>
                  </a:lnTo>
                  <a:lnTo>
                    <a:pt x="2539" y="17780"/>
                  </a:lnTo>
                  <a:close/>
                </a:path>
                <a:path w="2539" h="50800">
                  <a:moveTo>
                    <a:pt x="2539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2539" y="30479"/>
                  </a:lnTo>
                  <a:lnTo>
                    <a:pt x="2539" y="24130"/>
                  </a:lnTo>
                  <a:close/>
                </a:path>
                <a:path w="2539" h="50800">
                  <a:moveTo>
                    <a:pt x="2539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2539" y="36829"/>
                  </a:lnTo>
                  <a:lnTo>
                    <a:pt x="2539" y="30480"/>
                  </a:lnTo>
                  <a:close/>
                </a:path>
                <a:path w="2539" h="50800">
                  <a:moveTo>
                    <a:pt x="2539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2539" y="43179"/>
                  </a:lnTo>
                  <a:lnTo>
                    <a:pt x="2539" y="36830"/>
                  </a:lnTo>
                  <a:close/>
                </a:path>
                <a:path w="2539" h="50800">
                  <a:moveTo>
                    <a:pt x="2539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2539" y="49529"/>
                  </a:lnTo>
                  <a:lnTo>
                    <a:pt x="2539" y="43180"/>
                  </a:lnTo>
                  <a:close/>
                </a:path>
                <a:path w="2539" h="50800">
                  <a:moveTo>
                    <a:pt x="2539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2539" y="50800"/>
                  </a:lnTo>
                  <a:lnTo>
                    <a:pt x="2539" y="49530"/>
                  </a:lnTo>
                  <a:close/>
                </a:path>
              </a:pathLst>
            </a:custGeom>
            <a:solidFill>
              <a:srgbClr val="A6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0" name="object 770"/>
            <p:cNvSpPr/>
            <p:nvPr/>
          </p:nvSpPr>
          <p:spPr>
            <a:xfrm>
              <a:off x="2338069" y="5095239"/>
              <a:ext cx="3810" cy="53340"/>
            </a:xfrm>
            <a:custGeom>
              <a:avLst/>
              <a:gdLst/>
              <a:ahLst/>
              <a:cxnLst/>
              <a:rect l="l" t="t" r="r" b="b"/>
              <a:pathLst>
                <a:path w="3810" h="53339">
                  <a:moveTo>
                    <a:pt x="3810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0" y="126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0"/>
                  </a:lnTo>
                  <a:close/>
                </a:path>
                <a:path w="3810" h="53339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10" h="53339">
                  <a:moveTo>
                    <a:pt x="381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2699"/>
                  </a:lnTo>
                  <a:close/>
                </a:path>
                <a:path w="3810" h="53339">
                  <a:moveTo>
                    <a:pt x="3810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19049"/>
                  </a:lnTo>
                  <a:close/>
                </a:path>
                <a:path w="3810" h="53339">
                  <a:moveTo>
                    <a:pt x="3810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5399"/>
                  </a:lnTo>
                  <a:close/>
                </a:path>
                <a:path w="3810" h="53339">
                  <a:moveTo>
                    <a:pt x="3810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1749"/>
                  </a:lnTo>
                  <a:close/>
                </a:path>
                <a:path w="3810" h="53339">
                  <a:moveTo>
                    <a:pt x="3810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38099"/>
                  </a:lnTo>
                  <a:close/>
                </a:path>
                <a:path w="3810" h="53339">
                  <a:moveTo>
                    <a:pt x="3810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4449"/>
                  </a:lnTo>
                  <a:close/>
                </a:path>
                <a:path w="3810" h="53339">
                  <a:moveTo>
                    <a:pt x="3810" y="50799"/>
                  </a:moveTo>
                  <a:lnTo>
                    <a:pt x="0" y="50799"/>
                  </a:lnTo>
                  <a:lnTo>
                    <a:pt x="0" y="52069"/>
                  </a:lnTo>
                  <a:lnTo>
                    <a:pt x="2540" y="52069"/>
                  </a:lnTo>
                  <a:lnTo>
                    <a:pt x="2540" y="53339"/>
                  </a:lnTo>
                  <a:lnTo>
                    <a:pt x="3810" y="53339"/>
                  </a:lnTo>
                  <a:lnTo>
                    <a:pt x="3810" y="50799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1" name="object 771"/>
            <p:cNvSpPr/>
            <p:nvPr/>
          </p:nvSpPr>
          <p:spPr>
            <a:xfrm>
              <a:off x="2341880" y="5095239"/>
              <a:ext cx="3810" cy="53340"/>
            </a:xfrm>
            <a:custGeom>
              <a:avLst/>
              <a:gdLst/>
              <a:ahLst/>
              <a:cxnLst/>
              <a:rect l="l" t="t" r="r" b="b"/>
              <a:pathLst>
                <a:path w="3810" h="53339">
                  <a:moveTo>
                    <a:pt x="380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0"/>
                  </a:lnTo>
                  <a:close/>
                </a:path>
                <a:path w="3810" h="53339">
                  <a:moveTo>
                    <a:pt x="380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6349"/>
                  </a:lnTo>
                  <a:close/>
                </a:path>
                <a:path w="3810" h="53339">
                  <a:moveTo>
                    <a:pt x="380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2699"/>
                  </a:lnTo>
                  <a:close/>
                </a:path>
                <a:path w="3810" h="53339">
                  <a:moveTo>
                    <a:pt x="3809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19049"/>
                  </a:lnTo>
                  <a:close/>
                </a:path>
                <a:path w="3810" h="53339">
                  <a:moveTo>
                    <a:pt x="3809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5399"/>
                  </a:lnTo>
                  <a:close/>
                </a:path>
                <a:path w="3810" h="53339">
                  <a:moveTo>
                    <a:pt x="3809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1749"/>
                  </a:lnTo>
                  <a:close/>
                </a:path>
                <a:path w="3810" h="53339">
                  <a:moveTo>
                    <a:pt x="3809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38099"/>
                  </a:lnTo>
                  <a:close/>
                </a:path>
                <a:path w="3810" h="53339">
                  <a:moveTo>
                    <a:pt x="3809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4449"/>
                  </a:lnTo>
                  <a:close/>
                </a:path>
                <a:path w="3810" h="53339">
                  <a:moveTo>
                    <a:pt x="3809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0799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2" name="object 772"/>
            <p:cNvSpPr/>
            <p:nvPr/>
          </p:nvSpPr>
          <p:spPr>
            <a:xfrm>
              <a:off x="2345689" y="5095239"/>
              <a:ext cx="3810" cy="54610"/>
            </a:xfrm>
            <a:custGeom>
              <a:avLst/>
              <a:gdLst/>
              <a:ahLst/>
              <a:cxnLst/>
              <a:rect l="l" t="t" r="r" b="b"/>
              <a:pathLst>
                <a:path w="3810" h="54610">
                  <a:moveTo>
                    <a:pt x="381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0"/>
                  </a:lnTo>
                  <a:close/>
                </a:path>
                <a:path w="3810" h="54610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10" h="54610">
                  <a:moveTo>
                    <a:pt x="381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2699"/>
                  </a:lnTo>
                  <a:close/>
                </a:path>
                <a:path w="3810" h="54610">
                  <a:moveTo>
                    <a:pt x="3810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19049"/>
                  </a:lnTo>
                  <a:close/>
                </a:path>
                <a:path w="3810" h="54610">
                  <a:moveTo>
                    <a:pt x="3810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5399"/>
                  </a:lnTo>
                  <a:close/>
                </a:path>
                <a:path w="3810" h="54610">
                  <a:moveTo>
                    <a:pt x="3810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1749"/>
                  </a:lnTo>
                  <a:close/>
                </a:path>
                <a:path w="3810" h="54610">
                  <a:moveTo>
                    <a:pt x="3810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38099"/>
                  </a:lnTo>
                  <a:close/>
                </a:path>
                <a:path w="3810" h="54610">
                  <a:moveTo>
                    <a:pt x="3810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4449"/>
                  </a:lnTo>
                  <a:close/>
                </a:path>
                <a:path w="3810" h="54610">
                  <a:moveTo>
                    <a:pt x="3810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1270" y="53339"/>
                  </a:lnTo>
                  <a:lnTo>
                    <a:pt x="1270" y="54609"/>
                  </a:lnTo>
                  <a:lnTo>
                    <a:pt x="3810" y="54609"/>
                  </a:lnTo>
                  <a:lnTo>
                    <a:pt x="3810" y="50799"/>
                  </a:lnTo>
                  <a:close/>
                </a:path>
              </a:pathLst>
            </a:custGeom>
            <a:solidFill>
              <a:srgbClr val="9EAD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3" name="object 773"/>
            <p:cNvSpPr/>
            <p:nvPr/>
          </p:nvSpPr>
          <p:spPr>
            <a:xfrm>
              <a:off x="2349500" y="5095239"/>
              <a:ext cx="3810" cy="54610"/>
            </a:xfrm>
            <a:custGeom>
              <a:avLst/>
              <a:gdLst/>
              <a:ahLst/>
              <a:cxnLst/>
              <a:rect l="l" t="t" r="r" b="b"/>
              <a:pathLst>
                <a:path w="3810" h="54610">
                  <a:moveTo>
                    <a:pt x="381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0"/>
                  </a:lnTo>
                  <a:close/>
                </a:path>
                <a:path w="3810" h="54610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10" h="54610">
                  <a:moveTo>
                    <a:pt x="381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2699"/>
                  </a:lnTo>
                  <a:close/>
                </a:path>
                <a:path w="3810" h="54610">
                  <a:moveTo>
                    <a:pt x="3810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19049"/>
                  </a:lnTo>
                  <a:close/>
                </a:path>
                <a:path w="3810" h="54610">
                  <a:moveTo>
                    <a:pt x="3810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5399"/>
                  </a:lnTo>
                  <a:close/>
                </a:path>
                <a:path w="3810" h="54610">
                  <a:moveTo>
                    <a:pt x="3810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1749"/>
                  </a:lnTo>
                  <a:close/>
                </a:path>
                <a:path w="3810" h="54610">
                  <a:moveTo>
                    <a:pt x="3810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38099"/>
                  </a:lnTo>
                  <a:close/>
                </a:path>
                <a:path w="3810" h="54610">
                  <a:moveTo>
                    <a:pt x="3810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4449"/>
                  </a:lnTo>
                  <a:close/>
                </a:path>
                <a:path w="3810" h="54610">
                  <a:moveTo>
                    <a:pt x="3810" y="50799"/>
                  </a:moveTo>
                  <a:lnTo>
                    <a:pt x="0" y="50799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0799"/>
                  </a:lnTo>
                  <a:close/>
                </a:path>
              </a:pathLst>
            </a:custGeom>
            <a:solidFill>
              <a:srgbClr val="9CAB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4" name="object 774"/>
            <p:cNvSpPr/>
            <p:nvPr/>
          </p:nvSpPr>
          <p:spPr>
            <a:xfrm>
              <a:off x="2353310" y="5095239"/>
              <a:ext cx="3810" cy="54610"/>
            </a:xfrm>
            <a:custGeom>
              <a:avLst/>
              <a:gdLst/>
              <a:ahLst/>
              <a:cxnLst/>
              <a:rect l="l" t="t" r="r" b="b"/>
              <a:pathLst>
                <a:path w="3810" h="54610">
                  <a:moveTo>
                    <a:pt x="380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0"/>
                  </a:lnTo>
                  <a:close/>
                </a:path>
                <a:path w="3810" h="54610">
                  <a:moveTo>
                    <a:pt x="380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6349"/>
                  </a:lnTo>
                  <a:close/>
                </a:path>
                <a:path w="3810" h="54610">
                  <a:moveTo>
                    <a:pt x="380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2699"/>
                  </a:lnTo>
                  <a:close/>
                </a:path>
                <a:path w="3810" h="54610">
                  <a:moveTo>
                    <a:pt x="3809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19049"/>
                  </a:lnTo>
                  <a:close/>
                </a:path>
                <a:path w="3810" h="54610">
                  <a:moveTo>
                    <a:pt x="3809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5399"/>
                  </a:lnTo>
                  <a:close/>
                </a:path>
                <a:path w="3810" h="54610">
                  <a:moveTo>
                    <a:pt x="3809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1749"/>
                  </a:lnTo>
                  <a:close/>
                </a:path>
                <a:path w="3810" h="54610">
                  <a:moveTo>
                    <a:pt x="3809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38099"/>
                  </a:lnTo>
                  <a:close/>
                </a:path>
                <a:path w="3810" h="54610">
                  <a:moveTo>
                    <a:pt x="3809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4449"/>
                  </a:lnTo>
                  <a:close/>
                </a:path>
                <a:path w="3810" h="54610">
                  <a:moveTo>
                    <a:pt x="3809" y="50799"/>
                  </a:moveTo>
                  <a:lnTo>
                    <a:pt x="0" y="50799"/>
                  </a:lnTo>
                  <a:lnTo>
                    <a:pt x="0" y="54609"/>
                  </a:lnTo>
                  <a:lnTo>
                    <a:pt x="3809" y="54609"/>
                  </a:lnTo>
                  <a:lnTo>
                    <a:pt x="3809" y="50799"/>
                  </a:lnTo>
                  <a:close/>
                </a:path>
              </a:pathLst>
            </a:custGeom>
            <a:solidFill>
              <a:srgbClr val="99A8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5" name="object 775"/>
            <p:cNvSpPr/>
            <p:nvPr/>
          </p:nvSpPr>
          <p:spPr>
            <a:xfrm>
              <a:off x="2357119" y="5093970"/>
              <a:ext cx="2540" cy="55880"/>
            </a:xfrm>
            <a:custGeom>
              <a:avLst/>
              <a:gdLst/>
              <a:ahLst/>
              <a:cxnLst/>
              <a:rect l="l" t="t" r="r" b="b"/>
              <a:pathLst>
                <a:path w="2539" h="55879">
                  <a:moveTo>
                    <a:pt x="2540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2539" h="55879">
                  <a:moveTo>
                    <a:pt x="254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2540" y="7619"/>
                  </a:lnTo>
                  <a:lnTo>
                    <a:pt x="2540" y="1269"/>
                  </a:lnTo>
                  <a:close/>
                </a:path>
                <a:path w="2539" h="55879">
                  <a:moveTo>
                    <a:pt x="254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2540" y="13969"/>
                  </a:lnTo>
                  <a:lnTo>
                    <a:pt x="2540" y="7619"/>
                  </a:lnTo>
                  <a:close/>
                </a:path>
                <a:path w="2539" h="55879">
                  <a:moveTo>
                    <a:pt x="2540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2540" y="20319"/>
                  </a:lnTo>
                  <a:lnTo>
                    <a:pt x="2540" y="13969"/>
                  </a:lnTo>
                  <a:close/>
                </a:path>
                <a:path w="2539" h="55879">
                  <a:moveTo>
                    <a:pt x="2540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2540" y="26669"/>
                  </a:lnTo>
                  <a:lnTo>
                    <a:pt x="2540" y="20319"/>
                  </a:lnTo>
                  <a:close/>
                </a:path>
                <a:path w="2539" h="55879">
                  <a:moveTo>
                    <a:pt x="2540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2540" y="33019"/>
                  </a:lnTo>
                  <a:lnTo>
                    <a:pt x="2540" y="26669"/>
                  </a:lnTo>
                  <a:close/>
                </a:path>
                <a:path w="2539" h="55879">
                  <a:moveTo>
                    <a:pt x="2540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2540" y="39369"/>
                  </a:lnTo>
                  <a:lnTo>
                    <a:pt x="2540" y="33019"/>
                  </a:lnTo>
                  <a:close/>
                </a:path>
                <a:path w="2539" h="55879">
                  <a:moveTo>
                    <a:pt x="2540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2540" y="45719"/>
                  </a:lnTo>
                  <a:lnTo>
                    <a:pt x="2540" y="39369"/>
                  </a:lnTo>
                  <a:close/>
                </a:path>
                <a:path w="2539" h="55879">
                  <a:moveTo>
                    <a:pt x="2540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2540" y="52069"/>
                  </a:lnTo>
                  <a:lnTo>
                    <a:pt x="2540" y="45719"/>
                  </a:lnTo>
                  <a:close/>
                </a:path>
                <a:path w="2539" h="55879">
                  <a:moveTo>
                    <a:pt x="2540" y="52069"/>
                  </a:moveTo>
                  <a:lnTo>
                    <a:pt x="0" y="52069"/>
                  </a:lnTo>
                  <a:lnTo>
                    <a:pt x="0" y="55879"/>
                  </a:lnTo>
                  <a:lnTo>
                    <a:pt x="2540" y="55879"/>
                  </a:lnTo>
                  <a:lnTo>
                    <a:pt x="2540" y="52069"/>
                  </a:lnTo>
                  <a:close/>
                </a:path>
              </a:pathLst>
            </a:custGeom>
            <a:solidFill>
              <a:srgbClr val="96A6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6" name="object 776"/>
            <p:cNvSpPr/>
            <p:nvPr/>
          </p:nvSpPr>
          <p:spPr>
            <a:xfrm>
              <a:off x="2359660" y="5093970"/>
              <a:ext cx="3810" cy="55880"/>
            </a:xfrm>
            <a:custGeom>
              <a:avLst/>
              <a:gdLst/>
              <a:ahLst/>
              <a:cxnLst/>
              <a:rect l="l" t="t" r="r" b="b"/>
              <a:pathLst>
                <a:path w="3810" h="55879">
                  <a:moveTo>
                    <a:pt x="380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10" h="55879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10" h="55879">
                  <a:moveTo>
                    <a:pt x="380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7619"/>
                  </a:lnTo>
                  <a:close/>
                </a:path>
                <a:path w="3810" h="55879">
                  <a:moveTo>
                    <a:pt x="3809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3969"/>
                  </a:lnTo>
                  <a:close/>
                </a:path>
                <a:path w="3810" h="55879">
                  <a:moveTo>
                    <a:pt x="3809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3809" y="26669"/>
                  </a:lnTo>
                  <a:lnTo>
                    <a:pt x="3809" y="20319"/>
                  </a:lnTo>
                  <a:close/>
                </a:path>
                <a:path w="3810" h="55879">
                  <a:moveTo>
                    <a:pt x="3809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6669"/>
                  </a:lnTo>
                  <a:close/>
                </a:path>
                <a:path w="3810" h="55879">
                  <a:moveTo>
                    <a:pt x="3809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3019"/>
                  </a:lnTo>
                  <a:close/>
                </a:path>
                <a:path w="3810" h="55879">
                  <a:moveTo>
                    <a:pt x="3809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39369"/>
                  </a:lnTo>
                  <a:close/>
                </a:path>
                <a:path w="3810" h="55879">
                  <a:moveTo>
                    <a:pt x="3809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3809" y="52069"/>
                  </a:lnTo>
                  <a:lnTo>
                    <a:pt x="3809" y="45719"/>
                  </a:lnTo>
                  <a:close/>
                </a:path>
                <a:path w="3810" h="55879">
                  <a:moveTo>
                    <a:pt x="3809" y="52069"/>
                  </a:moveTo>
                  <a:lnTo>
                    <a:pt x="0" y="52069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52069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7" name="object 777"/>
            <p:cNvSpPr/>
            <p:nvPr/>
          </p:nvSpPr>
          <p:spPr>
            <a:xfrm>
              <a:off x="2363469" y="5092700"/>
              <a:ext cx="3810" cy="58419"/>
            </a:xfrm>
            <a:custGeom>
              <a:avLst/>
              <a:gdLst/>
              <a:ahLst/>
              <a:cxnLst/>
              <a:rect l="l" t="t" r="r" b="b"/>
              <a:pathLst>
                <a:path w="3810" h="58420">
                  <a:moveTo>
                    <a:pt x="3810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58420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10" h="58420">
                  <a:moveTo>
                    <a:pt x="381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8890"/>
                  </a:lnTo>
                  <a:close/>
                </a:path>
                <a:path w="3810" h="58420">
                  <a:moveTo>
                    <a:pt x="3810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5240"/>
                  </a:lnTo>
                  <a:close/>
                </a:path>
                <a:path w="3810" h="58420">
                  <a:moveTo>
                    <a:pt x="3810" y="21590"/>
                  </a:moveTo>
                  <a:lnTo>
                    <a:pt x="0" y="21590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1590"/>
                  </a:lnTo>
                  <a:close/>
                </a:path>
                <a:path w="3810" h="58420">
                  <a:moveTo>
                    <a:pt x="3810" y="27940"/>
                  </a:moveTo>
                  <a:lnTo>
                    <a:pt x="0" y="27940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27940"/>
                  </a:lnTo>
                  <a:close/>
                </a:path>
                <a:path w="3810" h="58420">
                  <a:moveTo>
                    <a:pt x="3810" y="34290"/>
                  </a:moveTo>
                  <a:lnTo>
                    <a:pt x="0" y="34290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4290"/>
                  </a:lnTo>
                  <a:close/>
                </a:path>
                <a:path w="3810" h="58420">
                  <a:moveTo>
                    <a:pt x="3810" y="40640"/>
                  </a:moveTo>
                  <a:lnTo>
                    <a:pt x="0" y="40640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0640"/>
                  </a:lnTo>
                  <a:close/>
                </a:path>
                <a:path w="3810" h="58420">
                  <a:moveTo>
                    <a:pt x="3810" y="46990"/>
                  </a:moveTo>
                  <a:lnTo>
                    <a:pt x="0" y="46990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46990"/>
                  </a:lnTo>
                  <a:close/>
                </a:path>
                <a:path w="3810" h="58420">
                  <a:moveTo>
                    <a:pt x="3810" y="53340"/>
                  </a:moveTo>
                  <a:lnTo>
                    <a:pt x="0" y="53340"/>
                  </a:lnTo>
                  <a:lnTo>
                    <a:pt x="0" y="57150"/>
                  </a:lnTo>
                  <a:lnTo>
                    <a:pt x="1269" y="57150"/>
                  </a:lnTo>
                  <a:lnTo>
                    <a:pt x="1269" y="58419"/>
                  </a:lnTo>
                  <a:lnTo>
                    <a:pt x="3810" y="58419"/>
                  </a:lnTo>
                  <a:lnTo>
                    <a:pt x="3810" y="53340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8" name="object 778"/>
            <p:cNvSpPr/>
            <p:nvPr/>
          </p:nvSpPr>
          <p:spPr>
            <a:xfrm>
              <a:off x="2367280" y="5092700"/>
              <a:ext cx="3810" cy="58419"/>
            </a:xfrm>
            <a:custGeom>
              <a:avLst/>
              <a:gdLst/>
              <a:ahLst/>
              <a:cxnLst/>
              <a:rect l="l" t="t" r="r" b="b"/>
              <a:pathLst>
                <a:path w="3810" h="58420">
                  <a:moveTo>
                    <a:pt x="380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10" h="58420">
                  <a:moveTo>
                    <a:pt x="3809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2540"/>
                  </a:lnTo>
                  <a:close/>
                </a:path>
                <a:path w="3810" h="58420">
                  <a:moveTo>
                    <a:pt x="3809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8890"/>
                  </a:lnTo>
                  <a:close/>
                </a:path>
                <a:path w="3810" h="58420">
                  <a:moveTo>
                    <a:pt x="3809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5240"/>
                  </a:lnTo>
                  <a:close/>
                </a:path>
                <a:path w="3810" h="58420">
                  <a:moveTo>
                    <a:pt x="3809" y="21590"/>
                  </a:moveTo>
                  <a:lnTo>
                    <a:pt x="0" y="21590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1590"/>
                  </a:lnTo>
                  <a:close/>
                </a:path>
                <a:path w="3810" h="58420">
                  <a:moveTo>
                    <a:pt x="3809" y="27940"/>
                  </a:moveTo>
                  <a:lnTo>
                    <a:pt x="0" y="27940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27940"/>
                  </a:lnTo>
                  <a:close/>
                </a:path>
                <a:path w="3810" h="58420">
                  <a:moveTo>
                    <a:pt x="3809" y="34290"/>
                  </a:moveTo>
                  <a:lnTo>
                    <a:pt x="0" y="34290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4290"/>
                  </a:lnTo>
                  <a:close/>
                </a:path>
                <a:path w="3810" h="58420">
                  <a:moveTo>
                    <a:pt x="3809" y="40640"/>
                  </a:moveTo>
                  <a:lnTo>
                    <a:pt x="0" y="40640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0640"/>
                  </a:lnTo>
                  <a:close/>
                </a:path>
                <a:path w="3810" h="58420">
                  <a:moveTo>
                    <a:pt x="3809" y="46990"/>
                  </a:moveTo>
                  <a:lnTo>
                    <a:pt x="0" y="46990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46990"/>
                  </a:lnTo>
                  <a:close/>
                </a:path>
                <a:path w="3810" h="58420">
                  <a:moveTo>
                    <a:pt x="3809" y="53340"/>
                  </a:moveTo>
                  <a:lnTo>
                    <a:pt x="0" y="53340"/>
                  </a:lnTo>
                  <a:lnTo>
                    <a:pt x="0" y="58419"/>
                  </a:lnTo>
                  <a:lnTo>
                    <a:pt x="3809" y="58419"/>
                  </a:lnTo>
                  <a:lnTo>
                    <a:pt x="3809" y="53340"/>
                  </a:lnTo>
                  <a:close/>
                </a:path>
              </a:pathLst>
            </a:custGeom>
            <a:solidFill>
              <a:srgbClr val="8E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9" name="object 779"/>
            <p:cNvSpPr/>
            <p:nvPr/>
          </p:nvSpPr>
          <p:spPr>
            <a:xfrm>
              <a:off x="2371089" y="5092700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10" h="59689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59689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10" h="59689">
                  <a:moveTo>
                    <a:pt x="381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8890"/>
                  </a:lnTo>
                  <a:close/>
                </a:path>
                <a:path w="3810" h="59689">
                  <a:moveTo>
                    <a:pt x="3810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5240"/>
                  </a:lnTo>
                  <a:close/>
                </a:path>
                <a:path w="3810" h="59689">
                  <a:moveTo>
                    <a:pt x="3810" y="21590"/>
                  </a:moveTo>
                  <a:lnTo>
                    <a:pt x="0" y="21590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1590"/>
                  </a:lnTo>
                  <a:close/>
                </a:path>
                <a:path w="3810" h="59689">
                  <a:moveTo>
                    <a:pt x="3810" y="27940"/>
                  </a:moveTo>
                  <a:lnTo>
                    <a:pt x="0" y="27940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27940"/>
                  </a:lnTo>
                  <a:close/>
                </a:path>
                <a:path w="3810" h="59689">
                  <a:moveTo>
                    <a:pt x="3810" y="34290"/>
                  </a:moveTo>
                  <a:lnTo>
                    <a:pt x="0" y="34290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4290"/>
                  </a:lnTo>
                  <a:close/>
                </a:path>
                <a:path w="3810" h="59689">
                  <a:moveTo>
                    <a:pt x="3810" y="40640"/>
                  </a:moveTo>
                  <a:lnTo>
                    <a:pt x="0" y="40640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0640"/>
                  </a:lnTo>
                  <a:close/>
                </a:path>
                <a:path w="3810" h="59689">
                  <a:moveTo>
                    <a:pt x="3810" y="46990"/>
                  </a:moveTo>
                  <a:lnTo>
                    <a:pt x="0" y="46990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46990"/>
                  </a:lnTo>
                  <a:close/>
                </a:path>
                <a:path w="3810" h="59689">
                  <a:moveTo>
                    <a:pt x="3810" y="53340"/>
                  </a:moveTo>
                  <a:lnTo>
                    <a:pt x="0" y="53340"/>
                  </a:lnTo>
                  <a:lnTo>
                    <a:pt x="0" y="58419"/>
                  </a:lnTo>
                  <a:lnTo>
                    <a:pt x="1270" y="58419"/>
                  </a:lnTo>
                  <a:lnTo>
                    <a:pt x="1270" y="59689"/>
                  </a:lnTo>
                  <a:lnTo>
                    <a:pt x="3810" y="59689"/>
                  </a:lnTo>
                  <a:lnTo>
                    <a:pt x="3810" y="53340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0" name="object 780"/>
            <p:cNvSpPr/>
            <p:nvPr/>
          </p:nvSpPr>
          <p:spPr>
            <a:xfrm>
              <a:off x="2374900" y="5092700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10" h="59689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59689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10" h="59689">
                  <a:moveTo>
                    <a:pt x="381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8890"/>
                  </a:lnTo>
                  <a:close/>
                </a:path>
                <a:path w="3810" h="59689">
                  <a:moveTo>
                    <a:pt x="3810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5240"/>
                  </a:lnTo>
                  <a:close/>
                </a:path>
                <a:path w="3810" h="59689">
                  <a:moveTo>
                    <a:pt x="3810" y="21590"/>
                  </a:moveTo>
                  <a:lnTo>
                    <a:pt x="0" y="21590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1590"/>
                  </a:lnTo>
                  <a:close/>
                </a:path>
                <a:path w="3810" h="59689">
                  <a:moveTo>
                    <a:pt x="3810" y="27940"/>
                  </a:moveTo>
                  <a:lnTo>
                    <a:pt x="0" y="27940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27940"/>
                  </a:lnTo>
                  <a:close/>
                </a:path>
                <a:path w="3810" h="59689">
                  <a:moveTo>
                    <a:pt x="3810" y="34290"/>
                  </a:moveTo>
                  <a:lnTo>
                    <a:pt x="0" y="34290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4290"/>
                  </a:lnTo>
                  <a:close/>
                </a:path>
                <a:path w="3810" h="59689">
                  <a:moveTo>
                    <a:pt x="3810" y="40640"/>
                  </a:moveTo>
                  <a:lnTo>
                    <a:pt x="0" y="40640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0640"/>
                  </a:lnTo>
                  <a:close/>
                </a:path>
                <a:path w="3810" h="59689">
                  <a:moveTo>
                    <a:pt x="3810" y="46990"/>
                  </a:moveTo>
                  <a:lnTo>
                    <a:pt x="0" y="46990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46990"/>
                  </a:lnTo>
                  <a:close/>
                </a:path>
                <a:path w="3810" h="59689">
                  <a:moveTo>
                    <a:pt x="3810" y="53340"/>
                  </a:moveTo>
                  <a:lnTo>
                    <a:pt x="0" y="53340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334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1" name="object 781"/>
            <p:cNvSpPr/>
            <p:nvPr/>
          </p:nvSpPr>
          <p:spPr>
            <a:xfrm>
              <a:off x="2378710" y="5092700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10" h="59689">
                  <a:moveTo>
                    <a:pt x="380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10" h="59689">
                  <a:moveTo>
                    <a:pt x="3809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2540"/>
                  </a:lnTo>
                  <a:close/>
                </a:path>
                <a:path w="3810" h="59689">
                  <a:moveTo>
                    <a:pt x="3809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8890"/>
                  </a:lnTo>
                  <a:close/>
                </a:path>
                <a:path w="3810" h="59689">
                  <a:moveTo>
                    <a:pt x="3809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5240"/>
                  </a:lnTo>
                  <a:close/>
                </a:path>
                <a:path w="3810" h="59689">
                  <a:moveTo>
                    <a:pt x="3809" y="21590"/>
                  </a:moveTo>
                  <a:lnTo>
                    <a:pt x="0" y="21590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1590"/>
                  </a:lnTo>
                  <a:close/>
                </a:path>
                <a:path w="3810" h="59689">
                  <a:moveTo>
                    <a:pt x="3809" y="27940"/>
                  </a:moveTo>
                  <a:lnTo>
                    <a:pt x="0" y="27940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27940"/>
                  </a:lnTo>
                  <a:close/>
                </a:path>
                <a:path w="3810" h="59689">
                  <a:moveTo>
                    <a:pt x="3809" y="34290"/>
                  </a:moveTo>
                  <a:lnTo>
                    <a:pt x="0" y="34290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4290"/>
                  </a:lnTo>
                  <a:close/>
                </a:path>
                <a:path w="3810" h="59689">
                  <a:moveTo>
                    <a:pt x="3809" y="40640"/>
                  </a:moveTo>
                  <a:lnTo>
                    <a:pt x="0" y="40640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0640"/>
                  </a:lnTo>
                  <a:close/>
                </a:path>
                <a:path w="3810" h="59689">
                  <a:moveTo>
                    <a:pt x="3809" y="46990"/>
                  </a:moveTo>
                  <a:lnTo>
                    <a:pt x="0" y="46990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46990"/>
                  </a:lnTo>
                  <a:close/>
                </a:path>
                <a:path w="3810" h="59689">
                  <a:moveTo>
                    <a:pt x="3809" y="53340"/>
                  </a:moveTo>
                  <a:lnTo>
                    <a:pt x="0" y="53340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3340"/>
                  </a:lnTo>
                  <a:close/>
                </a:path>
              </a:pathLst>
            </a:custGeom>
            <a:solidFill>
              <a:srgbClr val="8799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2" name="object 782"/>
            <p:cNvSpPr/>
            <p:nvPr/>
          </p:nvSpPr>
          <p:spPr>
            <a:xfrm>
              <a:off x="2382519" y="5091430"/>
              <a:ext cx="3810" cy="60960"/>
            </a:xfrm>
            <a:custGeom>
              <a:avLst/>
              <a:gdLst/>
              <a:ahLst/>
              <a:cxnLst/>
              <a:rect l="l" t="t" r="r" b="b"/>
              <a:pathLst>
                <a:path w="3810" h="60960">
                  <a:moveTo>
                    <a:pt x="3810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10" h="60960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10" h="60960">
                  <a:moveTo>
                    <a:pt x="381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60"/>
                  </a:lnTo>
                  <a:close/>
                </a:path>
                <a:path w="3810" h="60960">
                  <a:moveTo>
                    <a:pt x="3810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10"/>
                  </a:lnTo>
                  <a:close/>
                </a:path>
                <a:path w="3810" h="60960">
                  <a:moveTo>
                    <a:pt x="3810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2860"/>
                  </a:lnTo>
                  <a:close/>
                </a:path>
                <a:path w="3810" h="60960">
                  <a:moveTo>
                    <a:pt x="3810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29210"/>
                  </a:lnTo>
                  <a:close/>
                </a:path>
                <a:path w="3810" h="60960">
                  <a:moveTo>
                    <a:pt x="3810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5560"/>
                  </a:lnTo>
                  <a:close/>
                </a:path>
                <a:path w="3810" h="60960">
                  <a:moveTo>
                    <a:pt x="3810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1910"/>
                  </a:lnTo>
                  <a:close/>
                </a:path>
                <a:path w="3810" h="60960">
                  <a:moveTo>
                    <a:pt x="3810" y="48260"/>
                  </a:moveTo>
                  <a:lnTo>
                    <a:pt x="0" y="48260"/>
                  </a:lnTo>
                  <a:lnTo>
                    <a:pt x="0" y="54610"/>
                  </a:lnTo>
                  <a:lnTo>
                    <a:pt x="3810" y="54610"/>
                  </a:lnTo>
                  <a:lnTo>
                    <a:pt x="3810" y="48260"/>
                  </a:lnTo>
                  <a:close/>
                </a:path>
                <a:path w="3810" h="60960">
                  <a:moveTo>
                    <a:pt x="3810" y="54610"/>
                  </a:moveTo>
                  <a:lnTo>
                    <a:pt x="0" y="54610"/>
                  </a:lnTo>
                  <a:lnTo>
                    <a:pt x="0" y="60960"/>
                  </a:lnTo>
                  <a:lnTo>
                    <a:pt x="3810" y="60960"/>
                  </a:lnTo>
                  <a:lnTo>
                    <a:pt x="3810" y="54610"/>
                  </a:lnTo>
                  <a:close/>
                </a:path>
              </a:pathLst>
            </a:custGeom>
            <a:solidFill>
              <a:srgbClr val="8496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3" name="object 783"/>
            <p:cNvSpPr/>
            <p:nvPr/>
          </p:nvSpPr>
          <p:spPr>
            <a:xfrm>
              <a:off x="2386329" y="5091430"/>
              <a:ext cx="2540" cy="60960"/>
            </a:xfrm>
            <a:custGeom>
              <a:avLst/>
              <a:gdLst/>
              <a:ahLst/>
              <a:cxnLst/>
              <a:rect l="l" t="t" r="r" b="b"/>
              <a:pathLst>
                <a:path w="2539" h="60960">
                  <a:moveTo>
                    <a:pt x="253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39" y="3810"/>
                  </a:lnTo>
                  <a:lnTo>
                    <a:pt x="2539" y="0"/>
                  </a:lnTo>
                  <a:close/>
                </a:path>
                <a:path w="2539" h="60960">
                  <a:moveTo>
                    <a:pt x="253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2539" y="10160"/>
                  </a:lnTo>
                  <a:lnTo>
                    <a:pt x="2539" y="3810"/>
                  </a:lnTo>
                  <a:close/>
                </a:path>
                <a:path w="2539" h="60960">
                  <a:moveTo>
                    <a:pt x="253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2539" y="16510"/>
                  </a:lnTo>
                  <a:lnTo>
                    <a:pt x="2539" y="10160"/>
                  </a:lnTo>
                  <a:close/>
                </a:path>
                <a:path w="2539" h="60960">
                  <a:moveTo>
                    <a:pt x="2539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2539" y="22860"/>
                  </a:lnTo>
                  <a:lnTo>
                    <a:pt x="2539" y="16510"/>
                  </a:lnTo>
                  <a:close/>
                </a:path>
                <a:path w="2539" h="60960">
                  <a:moveTo>
                    <a:pt x="2539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2539" y="29210"/>
                  </a:lnTo>
                  <a:lnTo>
                    <a:pt x="2539" y="22860"/>
                  </a:lnTo>
                  <a:close/>
                </a:path>
                <a:path w="2539" h="60960">
                  <a:moveTo>
                    <a:pt x="2539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2539" y="35560"/>
                  </a:lnTo>
                  <a:lnTo>
                    <a:pt x="2539" y="29210"/>
                  </a:lnTo>
                  <a:close/>
                </a:path>
                <a:path w="2539" h="60960">
                  <a:moveTo>
                    <a:pt x="2539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2539" y="41910"/>
                  </a:lnTo>
                  <a:lnTo>
                    <a:pt x="2539" y="35560"/>
                  </a:lnTo>
                  <a:close/>
                </a:path>
                <a:path w="2539" h="60960">
                  <a:moveTo>
                    <a:pt x="2539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2539" y="48260"/>
                  </a:lnTo>
                  <a:lnTo>
                    <a:pt x="2539" y="41910"/>
                  </a:lnTo>
                  <a:close/>
                </a:path>
                <a:path w="2539" h="60960">
                  <a:moveTo>
                    <a:pt x="2539" y="48260"/>
                  </a:moveTo>
                  <a:lnTo>
                    <a:pt x="0" y="48260"/>
                  </a:lnTo>
                  <a:lnTo>
                    <a:pt x="0" y="54610"/>
                  </a:lnTo>
                  <a:lnTo>
                    <a:pt x="2539" y="54610"/>
                  </a:lnTo>
                  <a:lnTo>
                    <a:pt x="2539" y="48260"/>
                  </a:lnTo>
                  <a:close/>
                </a:path>
                <a:path w="2539" h="60960">
                  <a:moveTo>
                    <a:pt x="2539" y="54610"/>
                  </a:moveTo>
                  <a:lnTo>
                    <a:pt x="0" y="54610"/>
                  </a:lnTo>
                  <a:lnTo>
                    <a:pt x="0" y="60960"/>
                  </a:lnTo>
                  <a:lnTo>
                    <a:pt x="2539" y="60960"/>
                  </a:lnTo>
                  <a:lnTo>
                    <a:pt x="2539" y="54610"/>
                  </a:lnTo>
                  <a:close/>
                </a:path>
              </a:pathLst>
            </a:custGeom>
            <a:solidFill>
              <a:srgbClr val="819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4" name="object 784"/>
            <p:cNvSpPr/>
            <p:nvPr/>
          </p:nvSpPr>
          <p:spPr>
            <a:xfrm>
              <a:off x="2388870" y="50901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10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0" y="1269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10" h="63500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63500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63500">
                  <a:moveTo>
                    <a:pt x="381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7780"/>
                  </a:lnTo>
                  <a:close/>
                </a:path>
                <a:path w="3810" h="63500">
                  <a:moveTo>
                    <a:pt x="3810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10" y="30479"/>
                  </a:lnTo>
                  <a:lnTo>
                    <a:pt x="3810" y="24130"/>
                  </a:lnTo>
                  <a:close/>
                </a:path>
                <a:path w="3810" h="63500">
                  <a:moveTo>
                    <a:pt x="3810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30480"/>
                  </a:lnTo>
                  <a:close/>
                </a:path>
                <a:path w="3810" h="63500">
                  <a:moveTo>
                    <a:pt x="381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36830"/>
                  </a:lnTo>
                  <a:close/>
                </a:path>
                <a:path w="3810" h="63500">
                  <a:moveTo>
                    <a:pt x="3810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3180"/>
                  </a:lnTo>
                  <a:close/>
                </a:path>
                <a:path w="3810" h="63500">
                  <a:moveTo>
                    <a:pt x="3810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49530"/>
                  </a:lnTo>
                  <a:close/>
                </a:path>
                <a:path w="3810" h="63500">
                  <a:moveTo>
                    <a:pt x="3810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5880"/>
                  </a:lnTo>
                  <a:close/>
                </a:path>
                <a:path w="3810" h="63500">
                  <a:moveTo>
                    <a:pt x="3810" y="62230"/>
                  </a:moveTo>
                  <a:lnTo>
                    <a:pt x="2540" y="62230"/>
                  </a:lnTo>
                  <a:lnTo>
                    <a:pt x="2540" y="63500"/>
                  </a:lnTo>
                  <a:lnTo>
                    <a:pt x="3810" y="63500"/>
                  </a:lnTo>
                  <a:lnTo>
                    <a:pt x="3810" y="62230"/>
                  </a:lnTo>
                  <a:close/>
                </a:path>
              </a:pathLst>
            </a:custGeom>
            <a:solidFill>
              <a:srgbClr val="7F92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5" name="object 785"/>
            <p:cNvSpPr/>
            <p:nvPr/>
          </p:nvSpPr>
          <p:spPr>
            <a:xfrm>
              <a:off x="2392679" y="50901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0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0"/>
                  </a:lnTo>
                  <a:close/>
                </a:path>
                <a:path w="3810" h="63500">
                  <a:moveTo>
                    <a:pt x="380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5080"/>
                  </a:lnTo>
                  <a:close/>
                </a:path>
                <a:path w="3810" h="63500">
                  <a:moveTo>
                    <a:pt x="380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1430"/>
                  </a:lnTo>
                  <a:close/>
                </a:path>
                <a:path w="3810" h="63500">
                  <a:moveTo>
                    <a:pt x="3809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17780"/>
                  </a:lnTo>
                  <a:close/>
                </a:path>
                <a:path w="3810" h="63500">
                  <a:moveTo>
                    <a:pt x="3809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24130"/>
                  </a:lnTo>
                  <a:close/>
                </a:path>
                <a:path w="3810" h="63500">
                  <a:moveTo>
                    <a:pt x="3809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0480"/>
                  </a:lnTo>
                  <a:close/>
                </a:path>
                <a:path w="3810" h="63500">
                  <a:moveTo>
                    <a:pt x="3809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36830"/>
                  </a:lnTo>
                  <a:close/>
                </a:path>
                <a:path w="3810" h="63500">
                  <a:moveTo>
                    <a:pt x="3809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3180"/>
                  </a:lnTo>
                  <a:close/>
                </a:path>
                <a:path w="3810" h="63500">
                  <a:moveTo>
                    <a:pt x="3809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49530"/>
                  </a:lnTo>
                  <a:close/>
                </a:path>
                <a:path w="3810" h="63500">
                  <a:moveTo>
                    <a:pt x="3809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5880"/>
                  </a:lnTo>
                  <a:close/>
                </a:path>
                <a:path w="3810" h="63500">
                  <a:moveTo>
                    <a:pt x="380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09" y="63500"/>
                  </a:lnTo>
                  <a:lnTo>
                    <a:pt x="3809" y="62230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6" name="object 786"/>
            <p:cNvSpPr/>
            <p:nvPr/>
          </p:nvSpPr>
          <p:spPr>
            <a:xfrm>
              <a:off x="2396489" y="50901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1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10" h="63500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63500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63500">
                  <a:moveTo>
                    <a:pt x="381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7780"/>
                  </a:lnTo>
                  <a:close/>
                </a:path>
                <a:path w="3810" h="63500">
                  <a:moveTo>
                    <a:pt x="3810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10" y="30479"/>
                  </a:lnTo>
                  <a:lnTo>
                    <a:pt x="3810" y="24130"/>
                  </a:lnTo>
                  <a:close/>
                </a:path>
                <a:path w="3810" h="63500">
                  <a:moveTo>
                    <a:pt x="3810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30480"/>
                  </a:lnTo>
                  <a:close/>
                </a:path>
                <a:path w="3810" h="63500">
                  <a:moveTo>
                    <a:pt x="381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36830"/>
                  </a:lnTo>
                  <a:close/>
                </a:path>
                <a:path w="3810" h="63500">
                  <a:moveTo>
                    <a:pt x="3810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3180"/>
                  </a:lnTo>
                  <a:close/>
                </a:path>
                <a:path w="3810" h="63500">
                  <a:moveTo>
                    <a:pt x="3810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49530"/>
                  </a:lnTo>
                  <a:close/>
                </a:path>
                <a:path w="3810" h="63500">
                  <a:moveTo>
                    <a:pt x="3810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5880"/>
                  </a:lnTo>
                  <a:close/>
                </a:path>
                <a:path w="3810" h="63500">
                  <a:moveTo>
                    <a:pt x="381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62230"/>
                  </a:lnTo>
                  <a:close/>
                </a:path>
              </a:pathLst>
            </a:custGeom>
            <a:solidFill>
              <a:srgbClr val="79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7" name="object 787"/>
            <p:cNvSpPr/>
            <p:nvPr/>
          </p:nvSpPr>
          <p:spPr>
            <a:xfrm>
              <a:off x="2400300" y="50901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1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10" h="63500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63500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63500">
                  <a:moveTo>
                    <a:pt x="381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7780"/>
                  </a:lnTo>
                  <a:close/>
                </a:path>
                <a:path w="3810" h="63500">
                  <a:moveTo>
                    <a:pt x="3810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10" y="30479"/>
                  </a:lnTo>
                  <a:lnTo>
                    <a:pt x="3810" y="24130"/>
                  </a:lnTo>
                  <a:close/>
                </a:path>
                <a:path w="3810" h="63500">
                  <a:moveTo>
                    <a:pt x="3810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30480"/>
                  </a:lnTo>
                  <a:close/>
                </a:path>
                <a:path w="3810" h="63500">
                  <a:moveTo>
                    <a:pt x="381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36830"/>
                  </a:lnTo>
                  <a:close/>
                </a:path>
                <a:path w="3810" h="63500">
                  <a:moveTo>
                    <a:pt x="3810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3180"/>
                  </a:lnTo>
                  <a:close/>
                </a:path>
                <a:path w="3810" h="63500">
                  <a:moveTo>
                    <a:pt x="3810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49530"/>
                  </a:lnTo>
                  <a:close/>
                </a:path>
                <a:path w="3810" h="63500">
                  <a:moveTo>
                    <a:pt x="3810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5880"/>
                  </a:lnTo>
                  <a:close/>
                </a:path>
                <a:path w="3810" h="63500">
                  <a:moveTo>
                    <a:pt x="381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62230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8" name="object 788"/>
            <p:cNvSpPr/>
            <p:nvPr/>
          </p:nvSpPr>
          <p:spPr>
            <a:xfrm>
              <a:off x="2404110" y="50901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0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0"/>
                  </a:lnTo>
                  <a:close/>
                </a:path>
                <a:path w="3810" h="63500">
                  <a:moveTo>
                    <a:pt x="380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5080"/>
                  </a:lnTo>
                  <a:close/>
                </a:path>
                <a:path w="3810" h="63500">
                  <a:moveTo>
                    <a:pt x="380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1430"/>
                  </a:lnTo>
                  <a:close/>
                </a:path>
                <a:path w="3810" h="63500">
                  <a:moveTo>
                    <a:pt x="3809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17780"/>
                  </a:lnTo>
                  <a:close/>
                </a:path>
                <a:path w="3810" h="63500">
                  <a:moveTo>
                    <a:pt x="3809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24130"/>
                  </a:lnTo>
                  <a:close/>
                </a:path>
                <a:path w="3810" h="63500">
                  <a:moveTo>
                    <a:pt x="3809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0480"/>
                  </a:lnTo>
                  <a:close/>
                </a:path>
                <a:path w="3810" h="63500">
                  <a:moveTo>
                    <a:pt x="3809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36830"/>
                  </a:lnTo>
                  <a:close/>
                </a:path>
                <a:path w="3810" h="63500">
                  <a:moveTo>
                    <a:pt x="3809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3180"/>
                  </a:lnTo>
                  <a:close/>
                </a:path>
                <a:path w="3810" h="63500">
                  <a:moveTo>
                    <a:pt x="3809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49530"/>
                  </a:lnTo>
                  <a:close/>
                </a:path>
                <a:path w="3810" h="63500">
                  <a:moveTo>
                    <a:pt x="3809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5880"/>
                  </a:lnTo>
                  <a:close/>
                </a:path>
                <a:path w="3810" h="63500">
                  <a:moveTo>
                    <a:pt x="380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09" y="63500"/>
                  </a:lnTo>
                  <a:lnTo>
                    <a:pt x="3809" y="62230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9" name="object 789"/>
            <p:cNvSpPr/>
            <p:nvPr/>
          </p:nvSpPr>
          <p:spPr>
            <a:xfrm>
              <a:off x="2407920" y="5090159"/>
              <a:ext cx="2540" cy="63500"/>
            </a:xfrm>
            <a:custGeom>
              <a:avLst/>
              <a:gdLst/>
              <a:ahLst/>
              <a:cxnLst/>
              <a:rect l="l" t="t" r="r" b="b"/>
              <a:pathLst>
                <a:path w="2539" h="63500">
                  <a:moveTo>
                    <a:pt x="254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2540" y="5079"/>
                  </a:lnTo>
                  <a:lnTo>
                    <a:pt x="2540" y="0"/>
                  </a:lnTo>
                  <a:close/>
                </a:path>
                <a:path w="2539" h="63500">
                  <a:moveTo>
                    <a:pt x="254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2540" y="11429"/>
                  </a:lnTo>
                  <a:lnTo>
                    <a:pt x="2540" y="5080"/>
                  </a:lnTo>
                  <a:close/>
                </a:path>
                <a:path w="2539" h="63500">
                  <a:moveTo>
                    <a:pt x="254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2540" y="17779"/>
                  </a:lnTo>
                  <a:lnTo>
                    <a:pt x="2540" y="11430"/>
                  </a:lnTo>
                  <a:close/>
                </a:path>
                <a:path w="2539" h="63500">
                  <a:moveTo>
                    <a:pt x="254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2540" y="24129"/>
                  </a:lnTo>
                  <a:lnTo>
                    <a:pt x="2540" y="17780"/>
                  </a:lnTo>
                  <a:close/>
                </a:path>
                <a:path w="2539" h="63500">
                  <a:moveTo>
                    <a:pt x="2540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2540" y="30479"/>
                  </a:lnTo>
                  <a:lnTo>
                    <a:pt x="2540" y="24130"/>
                  </a:lnTo>
                  <a:close/>
                </a:path>
                <a:path w="2539" h="63500">
                  <a:moveTo>
                    <a:pt x="2540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2540" y="36829"/>
                  </a:lnTo>
                  <a:lnTo>
                    <a:pt x="2540" y="30480"/>
                  </a:lnTo>
                  <a:close/>
                </a:path>
                <a:path w="2539" h="63500">
                  <a:moveTo>
                    <a:pt x="254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2540" y="43179"/>
                  </a:lnTo>
                  <a:lnTo>
                    <a:pt x="2540" y="36830"/>
                  </a:lnTo>
                  <a:close/>
                </a:path>
                <a:path w="2539" h="63500">
                  <a:moveTo>
                    <a:pt x="2540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2540" y="49529"/>
                  </a:lnTo>
                  <a:lnTo>
                    <a:pt x="2540" y="43180"/>
                  </a:lnTo>
                  <a:close/>
                </a:path>
                <a:path w="2539" h="63500">
                  <a:moveTo>
                    <a:pt x="2540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2540" y="55879"/>
                  </a:lnTo>
                  <a:lnTo>
                    <a:pt x="2540" y="49530"/>
                  </a:lnTo>
                  <a:close/>
                </a:path>
                <a:path w="2539" h="63500">
                  <a:moveTo>
                    <a:pt x="2540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2540" y="62229"/>
                  </a:lnTo>
                  <a:lnTo>
                    <a:pt x="2540" y="55880"/>
                  </a:lnTo>
                  <a:close/>
                </a:path>
                <a:path w="2539" h="63500">
                  <a:moveTo>
                    <a:pt x="254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2540" y="63500"/>
                  </a:lnTo>
                  <a:lnTo>
                    <a:pt x="2540" y="62230"/>
                  </a:lnTo>
                  <a:close/>
                </a:path>
              </a:pathLst>
            </a:custGeom>
            <a:solidFill>
              <a:srgbClr val="71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0" name="object 790"/>
            <p:cNvSpPr/>
            <p:nvPr/>
          </p:nvSpPr>
          <p:spPr>
            <a:xfrm>
              <a:off x="2410460" y="50901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0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0"/>
                  </a:lnTo>
                  <a:close/>
                </a:path>
                <a:path w="3810" h="63500">
                  <a:moveTo>
                    <a:pt x="380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5080"/>
                  </a:lnTo>
                  <a:close/>
                </a:path>
                <a:path w="3810" h="63500">
                  <a:moveTo>
                    <a:pt x="380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1430"/>
                  </a:lnTo>
                  <a:close/>
                </a:path>
                <a:path w="3810" h="63500">
                  <a:moveTo>
                    <a:pt x="3809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17780"/>
                  </a:lnTo>
                  <a:close/>
                </a:path>
                <a:path w="3810" h="63500">
                  <a:moveTo>
                    <a:pt x="3809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24130"/>
                  </a:lnTo>
                  <a:close/>
                </a:path>
                <a:path w="3810" h="63500">
                  <a:moveTo>
                    <a:pt x="3809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0480"/>
                  </a:lnTo>
                  <a:close/>
                </a:path>
                <a:path w="3810" h="63500">
                  <a:moveTo>
                    <a:pt x="3809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36830"/>
                  </a:lnTo>
                  <a:close/>
                </a:path>
                <a:path w="3810" h="63500">
                  <a:moveTo>
                    <a:pt x="3809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3180"/>
                  </a:lnTo>
                  <a:close/>
                </a:path>
                <a:path w="3810" h="63500">
                  <a:moveTo>
                    <a:pt x="3809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49530"/>
                  </a:lnTo>
                  <a:close/>
                </a:path>
                <a:path w="3810" h="63500">
                  <a:moveTo>
                    <a:pt x="3809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5880"/>
                  </a:lnTo>
                  <a:close/>
                </a:path>
                <a:path w="3810" h="63500">
                  <a:moveTo>
                    <a:pt x="380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09" y="63500"/>
                  </a:lnTo>
                  <a:lnTo>
                    <a:pt x="3809" y="62230"/>
                  </a:lnTo>
                  <a:close/>
                </a:path>
              </a:pathLst>
            </a:custGeom>
            <a:solidFill>
              <a:srgbClr val="6F84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1" name="object 791"/>
            <p:cNvSpPr/>
            <p:nvPr/>
          </p:nvSpPr>
          <p:spPr>
            <a:xfrm>
              <a:off x="2414270" y="50901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1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10" h="63500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63500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63500">
                  <a:moveTo>
                    <a:pt x="381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7780"/>
                  </a:lnTo>
                  <a:close/>
                </a:path>
                <a:path w="3810" h="63500">
                  <a:moveTo>
                    <a:pt x="3810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10" y="30479"/>
                  </a:lnTo>
                  <a:lnTo>
                    <a:pt x="3810" y="24130"/>
                  </a:lnTo>
                  <a:close/>
                </a:path>
                <a:path w="3810" h="63500">
                  <a:moveTo>
                    <a:pt x="3810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30480"/>
                  </a:lnTo>
                  <a:close/>
                </a:path>
                <a:path w="3810" h="63500">
                  <a:moveTo>
                    <a:pt x="381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36830"/>
                  </a:lnTo>
                  <a:close/>
                </a:path>
                <a:path w="3810" h="63500">
                  <a:moveTo>
                    <a:pt x="3810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3180"/>
                  </a:lnTo>
                  <a:close/>
                </a:path>
                <a:path w="3810" h="63500">
                  <a:moveTo>
                    <a:pt x="3810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49530"/>
                  </a:lnTo>
                  <a:close/>
                </a:path>
                <a:path w="3810" h="63500">
                  <a:moveTo>
                    <a:pt x="3810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5880"/>
                  </a:lnTo>
                  <a:close/>
                </a:path>
                <a:path w="3810" h="63500">
                  <a:moveTo>
                    <a:pt x="381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62230"/>
                  </a:lnTo>
                  <a:close/>
                </a:path>
              </a:pathLst>
            </a:custGeom>
            <a:solidFill>
              <a:srgbClr val="6C82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2" name="object 792"/>
            <p:cNvSpPr/>
            <p:nvPr/>
          </p:nvSpPr>
          <p:spPr>
            <a:xfrm>
              <a:off x="2418079" y="50901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0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0"/>
                  </a:lnTo>
                  <a:close/>
                </a:path>
                <a:path w="3810" h="63500">
                  <a:moveTo>
                    <a:pt x="380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5080"/>
                  </a:lnTo>
                  <a:close/>
                </a:path>
                <a:path w="3810" h="63500">
                  <a:moveTo>
                    <a:pt x="380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1430"/>
                  </a:lnTo>
                  <a:close/>
                </a:path>
                <a:path w="3810" h="63500">
                  <a:moveTo>
                    <a:pt x="3809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17780"/>
                  </a:lnTo>
                  <a:close/>
                </a:path>
                <a:path w="3810" h="63500">
                  <a:moveTo>
                    <a:pt x="3809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24130"/>
                  </a:lnTo>
                  <a:close/>
                </a:path>
                <a:path w="3810" h="63500">
                  <a:moveTo>
                    <a:pt x="3809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0480"/>
                  </a:lnTo>
                  <a:close/>
                </a:path>
                <a:path w="3810" h="63500">
                  <a:moveTo>
                    <a:pt x="3809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36830"/>
                  </a:lnTo>
                  <a:close/>
                </a:path>
                <a:path w="3810" h="63500">
                  <a:moveTo>
                    <a:pt x="3809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3180"/>
                  </a:lnTo>
                  <a:close/>
                </a:path>
                <a:path w="3810" h="63500">
                  <a:moveTo>
                    <a:pt x="3809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49530"/>
                  </a:lnTo>
                  <a:close/>
                </a:path>
                <a:path w="3810" h="63500">
                  <a:moveTo>
                    <a:pt x="3809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5880"/>
                  </a:lnTo>
                  <a:close/>
                </a:path>
                <a:path w="3810" h="63500">
                  <a:moveTo>
                    <a:pt x="380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09" y="63500"/>
                  </a:lnTo>
                  <a:lnTo>
                    <a:pt x="3809" y="62230"/>
                  </a:lnTo>
                  <a:close/>
                </a:path>
              </a:pathLst>
            </a:custGeom>
            <a:solidFill>
              <a:srgbClr val="6980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3" name="object 793"/>
            <p:cNvSpPr/>
            <p:nvPr/>
          </p:nvSpPr>
          <p:spPr>
            <a:xfrm>
              <a:off x="2421889" y="50901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1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10" h="63500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63500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63500">
                  <a:moveTo>
                    <a:pt x="381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7780"/>
                  </a:lnTo>
                  <a:close/>
                </a:path>
                <a:path w="3810" h="63500">
                  <a:moveTo>
                    <a:pt x="3810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10" y="30479"/>
                  </a:lnTo>
                  <a:lnTo>
                    <a:pt x="3810" y="24130"/>
                  </a:lnTo>
                  <a:close/>
                </a:path>
                <a:path w="3810" h="63500">
                  <a:moveTo>
                    <a:pt x="3810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30480"/>
                  </a:lnTo>
                  <a:close/>
                </a:path>
                <a:path w="3810" h="63500">
                  <a:moveTo>
                    <a:pt x="381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36830"/>
                  </a:lnTo>
                  <a:close/>
                </a:path>
                <a:path w="3810" h="63500">
                  <a:moveTo>
                    <a:pt x="3810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3180"/>
                  </a:lnTo>
                  <a:close/>
                </a:path>
                <a:path w="3810" h="63500">
                  <a:moveTo>
                    <a:pt x="3810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49530"/>
                  </a:lnTo>
                  <a:close/>
                </a:path>
                <a:path w="3810" h="63500">
                  <a:moveTo>
                    <a:pt x="3810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5880"/>
                  </a:lnTo>
                  <a:close/>
                </a:path>
                <a:path w="3810" h="63500">
                  <a:moveTo>
                    <a:pt x="381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62230"/>
                  </a:lnTo>
                  <a:close/>
                </a:path>
              </a:pathLst>
            </a:custGeom>
            <a:solidFill>
              <a:srgbClr val="677E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4" name="object 794"/>
            <p:cNvSpPr/>
            <p:nvPr/>
          </p:nvSpPr>
          <p:spPr>
            <a:xfrm>
              <a:off x="2425700" y="50901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1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10" h="63500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63500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63500">
                  <a:moveTo>
                    <a:pt x="381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7780"/>
                  </a:lnTo>
                  <a:close/>
                </a:path>
                <a:path w="3810" h="63500">
                  <a:moveTo>
                    <a:pt x="3810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10" y="30479"/>
                  </a:lnTo>
                  <a:lnTo>
                    <a:pt x="3810" y="24130"/>
                  </a:lnTo>
                  <a:close/>
                </a:path>
                <a:path w="3810" h="63500">
                  <a:moveTo>
                    <a:pt x="3810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30480"/>
                  </a:lnTo>
                  <a:close/>
                </a:path>
                <a:path w="3810" h="63500">
                  <a:moveTo>
                    <a:pt x="381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36830"/>
                  </a:lnTo>
                  <a:close/>
                </a:path>
                <a:path w="3810" h="63500">
                  <a:moveTo>
                    <a:pt x="3810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3180"/>
                  </a:lnTo>
                  <a:close/>
                </a:path>
                <a:path w="3810" h="63500">
                  <a:moveTo>
                    <a:pt x="3810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49530"/>
                  </a:lnTo>
                  <a:close/>
                </a:path>
                <a:path w="3810" h="63500">
                  <a:moveTo>
                    <a:pt x="3810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5880"/>
                  </a:lnTo>
                  <a:close/>
                </a:path>
                <a:path w="3810" h="63500">
                  <a:moveTo>
                    <a:pt x="381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62230"/>
                  </a:lnTo>
                  <a:close/>
                </a:path>
              </a:pathLst>
            </a:custGeom>
            <a:solidFill>
              <a:srgbClr val="6A80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5" name="object 795"/>
            <p:cNvSpPr/>
            <p:nvPr/>
          </p:nvSpPr>
          <p:spPr>
            <a:xfrm>
              <a:off x="2429510" y="50901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0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0"/>
                  </a:lnTo>
                  <a:close/>
                </a:path>
                <a:path w="3810" h="63500">
                  <a:moveTo>
                    <a:pt x="380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5080"/>
                  </a:lnTo>
                  <a:close/>
                </a:path>
                <a:path w="3810" h="63500">
                  <a:moveTo>
                    <a:pt x="380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1430"/>
                  </a:lnTo>
                  <a:close/>
                </a:path>
                <a:path w="3810" h="63500">
                  <a:moveTo>
                    <a:pt x="3809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17780"/>
                  </a:lnTo>
                  <a:close/>
                </a:path>
                <a:path w="3810" h="63500">
                  <a:moveTo>
                    <a:pt x="3809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24130"/>
                  </a:lnTo>
                  <a:close/>
                </a:path>
                <a:path w="3810" h="63500">
                  <a:moveTo>
                    <a:pt x="3809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0480"/>
                  </a:lnTo>
                  <a:close/>
                </a:path>
                <a:path w="3810" h="63500">
                  <a:moveTo>
                    <a:pt x="3809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36830"/>
                  </a:lnTo>
                  <a:close/>
                </a:path>
                <a:path w="3810" h="63500">
                  <a:moveTo>
                    <a:pt x="3809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3180"/>
                  </a:lnTo>
                  <a:close/>
                </a:path>
                <a:path w="3810" h="63500">
                  <a:moveTo>
                    <a:pt x="3809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49530"/>
                  </a:lnTo>
                  <a:close/>
                </a:path>
                <a:path w="3810" h="63500">
                  <a:moveTo>
                    <a:pt x="3809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5880"/>
                  </a:lnTo>
                  <a:close/>
                </a:path>
                <a:path w="3810" h="63500">
                  <a:moveTo>
                    <a:pt x="380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09" y="63500"/>
                  </a:lnTo>
                  <a:lnTo>
                    <a:pt x="3809" y="62230"/>
                  </a:lnTo>
                  <a:close/>
                </a:path>
              </a:pathLst>
            </a:custGeom>
            <a:solidFill>
              <a:srgbClr val="6C82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6" name="object 796"/>
            <p:cNvSpPr/>
            <p:nvPr/>
          </p:nvSpPr>
          <p:spPr>
            <a:xfrm>
              <a:off x="2433320" y="5090159"/>
              <a:ext cx="2540" cy="63500"/>
            </a:xfrm>
            <a:custGeom>
              <a:avLst/>
              <a:gdLst/>
              <a:ahLst/>
              <a:cxnLst/>
              <a:rect l="l" t="t" r="r" b="b"/>
              <a:pathLst>
                <a:path w="2539" h="63500">
                  <a:moveTo>
                    <a:pt x="254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2540" y="5079"/>
                  </a:lnTo>
                  <a:lnTo>
                    <a:pt x="2540" y="0"/>
                  </a:lnTo>
                  <a:close/>
                </a:path>
                <a:path w="2539" h="63500">
                  <a:moveTo>
                    <a:pt x="254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2540" y="11429"/>
                  </a:lnTo>
                  <a:lnTo>
                    <a:pt x="2540" y="5080"/>
                  </a:lnTo>
                  <a:close/>
                </a:path>
                <a:path w="2539" h="63500">
                  <a:moveTo>
                    <a:pt x="254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2540" y="17779"/>
                  </a:lnTo>
                  <a:lnTo>
                    <a:pt x="2540" y="11430"/>
                  </a:lnTo>
                  <a:close/>
                </a:path>
                <a:path w="2539" h="63500">
                  <a:moveTo>
                    <a:pt x="254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2540" y="24129"/>
                  </a:lnTo>
                  <a:lnTo>
                    <a:pt x="2540" y="17780"/>
                  </a:lnTo>
                  <a:close/>
                </a:path>
                <a:path w="2539" h="63500">
                  <a:moveTo>
                    <a:pt x="2540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2540" y="30479"/>
                  </a:lnTo>
                  <a:lnTo>
                    <a:pt x="2540" y="24130"/>
                  </a:lnTo>
                  <a:close/>
                </a:path>
                <a:path w="2539" h="63500">
                  <a:moveTo>
                    <a:pt x="2540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2540" y="36829"/>
                  </a:lnTo>
                  <a:lnTo>
                    <a:pt x="2540" y="30480"/>
                  </a:lnTo>
                  <a:close/>
                </a:path>
                <a:path w="2539" h="63500">
                  <a:moveTo>
                    <a:pt x="254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2540" y="43179"/>
                  </a:lnTo>
                  <a:lnTo>
                    <a:pt x="2540" y="36830"/>
                  </a:lnTo>
                  <a:close/>
                </a:path>
                <a:path w="2539" h="63500">
                  <a:moveTo>
                    <a:pt x="2540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2540" y="49529"/>
                  </a:lnTo>
                  <a:lnTo>
                    <a:pt x="2540" y="43180"/>
                  </a:lnTo>
                  <a:close/>
                </a:path>
                <a:path w="2539" h="63500">
                  <a:moveTo>
                    <a:pt x="2540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2540" y="55879"/>
                  </a:lnTo>
                  <a:lnTo>
                    <a:pt x="2540" y="49530"/>
                  </a:lnTo>
                  <a:close/>
                </a:path>
                <a:path w="2539" h="63500">
                  <a:moveTo>
                    <a:pt x="2540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2540" y="62229"/>
                  </a:lnTo>
                  <a:lnTo>
                    <a:pt x="2540" y="55880"/>
                  </a:lnTo>
                  <a:close/>
                </a:path>
                <a:path w="2539" h="63500">
                  <a:moveTo>
                    <a:pt x="254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2540" y="63500"/>
                  </a:lnTo>
                  <a:lnTo>
                    <a:pt x="2540" y="62230"/>
                  </a:lnTo>
                  <a:close/>
                </a:path>
              </a:pathLst>
            </a:custGeom>
            <a:solidFill>
              <a:srgbClr val="6F84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7" name="object 797"/>
            <p:cNvSpPr/>
            <p:nvPr/>
          </p:nvSpPr>
          <p:spPr>
            <a:xfrm>
              <a:off x="2435860" y="50901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0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0"/>
                  </a:lnTo>
                  <a:close/>
                </a:path>
                <a:path w="3810" h="63500">
                  <a:moveTo>
                    <a:pt x="380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5080"/>
                  </a:lnTo>
                  <a:close/>
                </a:path>
                <a:path w="3810" h="63500">
                  <a:moveTo>
                    <a:pt x="380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1430"/>
                  </a:lnTo>
                  <a:close/>
                </a:path>
                <a:path w="3810" h="63500">
                  <a:moveTo>
                    <a:pt x="3809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17780"/>
                  </a:lnTo>
                  <a:close/>
                </a:path>
                <a:path w="3810" h="63500">
                  <a:moveTo>
                    <a:pt x="3809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24130"/>
                  </a:lnTo>
                  <a:close/>
                </a:path>
                <a:path w="3810" h="63500">
                  <a:moveTo>
                    <a:pt x="3809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0480"/>
                  </a:lnTo>
                  <a:close/>
                </a:path>
                <a:path w="3810" h="63500">
                  <a:moveTo>
                    <a:pt x="3809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36830"/>
                  </a:lnTo>
                  <a:close/>
                </a:path>
                <a:path w="3810" h="63500">
                  <a:moveTo>
                    <a:pt x="3809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3180"/>
                  </a:lnTo>
                  <a:close/>
                </a:path>
                <a:path w="3810" h="63500">
                  <a:moveTo>
                    <a:pt x="3809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49530"/>
                  </a:lnTo>
                  <a:close/>
                </a:path>
                <a:path w="3810" h="63500">
                  <a:moveTo>
                    <a:pt x="3809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5880"/>
                  </a:lnTo>
                  <a:close/>
                </a:path>
                <a:path w="3810" h="63500">
                  <a:moveTo>
                    <a:pt x="380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09" y="63500"/>
                  </a:lnTo>
                  <a:lnTo>
                    <a:pt x="3809" y="62230"/>
                  </a:lnTo>
                  <a:close/>
                </a:path>
              </a:pathLst>
            </a:custGeom>
            <a:solidFill>
              <a:srgbClr val="72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8" name="object 798"/>
            <p:cNvSpPr/>
            <p:nvPr/>
          </p:nvSpPr>
          <p:spPr>
            <a:xfrm>
              <a:off x="2439670" y="50901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1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10" h="63500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63500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63500">
                  <a:moveTo>
                    <a:pt x="381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7780"/>
                  </a:lnTo>
                  <a:close/>
                </a:path>
                <a:path w="3810" h="63500">
                  <a:moveTo>
                    <a:pt x="3810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10" y="30479"/>
                  </a:lnTo>
                  <a:lnTo>
                    <a:pt x="3810" y="24130"/>
                  </a:lnTo>
                  <a:close/>
                </a:path>
                <a:path w="3810" h="63500">
                  <a:moveTo>
                    <a:pt x="3810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30480"/>
                  </a:lnTo>
                  <a:close/>
                </a:path>
                <a:path w="3810" h="63500">
                  <a:moveTo>
                    <a:pt x="381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36830"/>
                  </a:lnTo>
                  <a:close/>
                </a:path>
                <a:path w="3810" h="63500">
                  <a:moveTo>
                    <a:pt x="3810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3180"/>
                  </a:lnTo>
                  <a:close/>
                </a:path>
                <a:path w="3810" h="63500">
                  <a:moveTo>
                    <a:pt x="3810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49530"/>
                  </a:lnTo>
                  <a:close/>
                </a:path>
                <a:path w="3810" h="63500">
                  <a:moveTo>
                    <a:pt x="3810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5880"/>
                  </a:lnTo>
                  <a:close/>
                </a:path>
                <a:path w="3810" h="63500">
                  <a:moveTo>
                    <a:pt x="381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62230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9" name="object 799"/>
            <p:cNvSpPr/>
            <p:nvPr/>
          </p:nvSpPr>
          <p:spPr>
            <a:xfrm>
              <a:off x="2443479" y="50901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0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0"/>
                  </a:lnTo>
                  <a:close/>
                </a:path>
                <a:path w="3810" h="63500">
                  <a:moveTo>
                    <a:pt x="380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5080"/>
                  </a:lnTo>
                  <a:close/>
                </a:path>
                <a:path w="3810" h="63500">
                  <a:moveTo>
                    <a:pt x="380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1430"/>
                  </a:lnTo>
                  <a:close/>
                </a:path>
                <a:path w="3810" h="63500">
                  <a:moveTo>
                    <a:pt x="3809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17780"/>
                  </a:lnTo>
                  <a:close/>
                </a:path>
                <a:path w="3810" h="63500">
                  <a:moveTo>
                    <a:pt x="3809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24130"/>
                  </a:lnTo>
                  <a:close/>
                </a:path>
                <a:path w="3810" h="63500">
                  <a:moveTo>
                    <a:pt x="3809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0480"/>
                  </a:lnTo>
                  <a:close/>
                </a:path>
                <a:path w="3810" h="63500">
                  <a:moveTo>
                    <a:pt x="3809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36830"/>
                  </a:lnTo>
                  <a:close/>
                </a:path>
                <a:path w="3810" h="63500">
                  <a:moveTo>
                    <a:pt x="3809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3180"/>
                  </a:lnTo>
                  <a:close/>
                </a:path>
                <a:path w="3810" h="63500">
                  <a:moveTo>
                    <a:pt x="3809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49530"/>
                  </a:lnTo>
                  <a:close/>
                </a:path>
                <a:path w="3810" h="63500">
                  <a:moveTo>
                    <a:pt x="3809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5880"/>
                  </a:lnTo>
                  <a:close/>
                </a:path>
                <a:path w="3810" h="63500">
                  <a:moveTo>
                    <a:pt x="380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09" y="63500"/>
                  </a:lnTo>
                  <a:lnTo>
                    <a:pt x="3809" y="62230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0" name="object 800"/>
            <p:cNvSpPr/>
            <p:nvPr/>
          </p:nvSpPr>
          <p:spPr>
            <a:xfrm>
              <a:off x="2447289" y="50901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254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10" h="63500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63500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63500">
                  <a:moveTo>
                    <a:pt x="381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7780"/>
                  </a:lnTo>
                  <a:close/>
                </a:path>
                <a:path w="3810" h="63500">
                  <a:moveTo>
                    <a:pt x="3810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10" y="30479"/>
                  </a:lnTo>
                  <a:lnTo>
                    <a:pt x="3810" y="24130"/>
                  </a:lnTo>
                  <a:close/>
                </a:path>
                <a:path w="3810" h="63500">
                  <a:moveTo>
                    <a:pt x="3810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30480"/>
                  </a:lnTo>
                  <a:close/>
                </a:path>
                <a:path w="3810" h="63500">
                  <a:moveTo>
                    <a:pt x="381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36830"/>
                  </a:lnTo>
                  <a:close/>
                </a:path>
                <a:path w="3810" h="63500">
                  <a:moveTo>
                    <a:pt x="3810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3180"/>
                  </a:lnTo>
                  <a:close/>
                </a:path>
                <a:path w="3810" h="63500">
                  <a:moveTo>
                    <a:pt x="3810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49530"/>
                  </a:lnTo>
                  <a:close/>
                </a:path>
                <a:path w="3810" h="63500">
                  <a:moveTo>
                    <a:pt x="3810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5880"/>
                  </a:lnTo>
                  <a:close/>
                </a:path>
                <a:path w="3810" h="63500">
                  <a:moveTo>
                    <a:pt x="254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2540" y="63500"/>
                  </a:lnTo>
                  <a:lnTo>
                    <a:pt x="2540" y="62230"/>
                  </a:lnTo>
                  <a:close/>
                </a:path>
              </a:pathLst>
            </a:custGeom>
            <a:solidFill>
              <a:srgbClr val="7A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1" name="object 801"/>
            <p:cNvSpPr/>
            <p:nvPr/>
          </p:nvSpPr>
          <p:spPr>
            <a:xfrm>
              <a:off x="2451100" y="5091430"/>
              <a:ext cx="3810" cy="60960"/>
            </a:xfrm>
            <a:custGeom>
              <a:avLst/>
              <a:gdLst/>
              <a:ahLst/>
              <a:cxnLst/>
              <a:rect l="l" t="t" r="r" b="b"/>
              <a:pathLst>
                <a:path w="3810" h="60960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10" h="60960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10" h="60960">
                  <a:moveTo>
                    <a:pt x="381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60"/>
                  </a:lnTo>
                  <a:close/>
                </a:path>
                <a:path w="3810" h="60960">
                  <a:moveTo>
                    <a:pt x="3810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10"/>
                  </a:lnTo>
                  <a:close/>
                </a:path>
                <a:path w="3810" h="60960">
                  <a:moveTo>
                    <a:pt x="3810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2860"/>
                  </a:lnTo>
                  <a:close/>
                </a:path>
                <a:path w="3810" h="60960">
                  <a:moveTo>
                    <a:pt x="3810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29210"/>
                  </a:lnTo>
                  <a:close/>
                </a:path>
                <a:path w="3810" h="60960">
                  <a:moveTo>
                    <a:pt x="3810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5560"/>
                  </a:lnTo>
                  <a:close/>
                </a:path>
                <a:path w="3810" h="60960">
                  <a:moveTo>
                    <a:pt x="3810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1910"/>
                  </a:lnTo>
                  <a:close/>
                </a:path>
                <a:path w="3810" h="60960">
                  <a:moveTo>
                    <a:pt x="3810" y="48260"/>
                  </a:moveTo>
                  <a:lnTo>
                    <a:pt x="0" y="48260"/>
                  </a:lnTo>
                  <a:lnTo>
                    <a:pt x="0" y="54610"/>
                  </a:lnTo>
                  <a:lnTo>
                    <a:pt x="3810" y="54610"/>
                  </a:lnTo>
                  <a:lnTo>
                    <a:pt x="3810" y="48260"/>
                  </a:lnTo>
                  <a:close/>
                </a:path>
                <a:path w="3810" h="60960">
                  <a:moveTo>
                    <a:pt x="3810" y="54610"/>
                  </a:moveTo>
                  <a:lnTo>
                    <a:pt x="0" y="54610"/>
                  </a:lnTo>
                  <a:lnTo>
                    <a:pt x="0" y="60960"/>
                  </a:lnTo>
                  <a:lnTo>
                    <a:pt x="3810" y="60960"/>
                  </a:lnTo>
                  <a:lnTo>
                    <a:pt x="3810" y="54610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2" name="object 802"/>
            <p:cNvSpPr/>
            <p:nvPr/>
          </p:nvSpPr>
          <p:spPr>
            <a:xfrm>
              <a:off x="2454910" y="5091430"/>
              <a:ext cx="2540" cy="60960"/>
            </a:xfrm>
            <a:custGeom>
              <a:avLst/>
              <a:gdLst/>
              <a:ahLst/>
              <a:cxnLst/>
              <a:rect l="l" t="t" r="r" b="b"/>
              <a:pathLst>
                <a:path w="2539" h="60960">
                  <a:moveTo>
                    <a:pt x="253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39" y="3810"/>
                  </a:lnTo>
                  <a:lnTo>
                    <a:pt x="2539" y="0"/>
                  </a:lnTo>
                  <a:close/>
                </a:path>
                <a:path w="2539" h="60960">
                  <a:moveTo>
                    <a:pt x="253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2539" y="10160"/>
                  </a:lnTo>
                  <a:lnTo>
                    <a:pt x="2539" y="3810"/>
                  </a:lnTo>
                  <a:close/>
                </a:path>
                <a:path w="2539" h="60960">
                  <a:moveTo>
                    <a:pt x="253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2539" y="16510"/>
                  </a:lnTo>
                  <a:lnTo>
                    <a:pt x="2539" y="10160"/>
                  </a:lnTo>
                  <a:close/>
                </a:path>
                <a:path w="2539" h="60960">
                  <a:moveTo>
                    <a:pt x="2539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2539" y="22860"/>
                  </a:lnTo>
                  <a:lnTo>
                    <a:pt x="2539" y="16510"/>
                  </a:lnTo>
                  <a:close/>
                </a:path>
                <a:path w="2539" h="60960">
                  <a:moveTo>
                    <a:pt x="2539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2539" y="29210"/>
                  </a:lnTo>
                  <a:lnTo>
                    <a:pt x="2539" y="22860"/>
                  </a:lnTo>
                  <a:close/>
                </a:path>
                <a:path w="2539" h="60960">
                  <a:moveTo>
                    <a:pt x="2539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2539" y="35560"/>
                  </a:lnTo>
                  <a:lnTo>
                    <a:pt x="2539" y="29210"/>
                  </a:lnTo>
                  <a:close/>
                </a:path>
                <a:path w="2539" h="60960">
                  <a:moveTo>
                    <a:pt x="2539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2539" y="41910"/>
                  </a:lnTo>
                  <a:lnTo>
                    <a:pt x="2539" y="35560"/>
                  </a:lnTo>
                  <a:close/>
                </a:path>
                <a:path w="2539" h="60960">
                  <a:moveTo>
                    <a:pt x="2539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2539" y="48260"/>
                  </a:lnTo>
                  <a:lnTo>
                    <a:pt x="2539" y="41910"/>
                  </a:lnTo>
                  <a:close/>
                </a:path>
                <a:path w="2539" h="60960">
                  <a:moveTo>
                    <a:pt x="2539" y="48260"/>
                  </a:moveTo>
                  <a:lnTo>
                    <a:pt x="0" y="48260"/>
                  </a:lnTo>
                  <a:lnTo>
                    <a:pt x="0" y="54610"/>
                  </a:lnTo>
                  <a:lnTo>
                    <a:pt x="2539" y="54610"/>
                  </a:lnTo>
                  <a:lnTo>
                    <a:pt x="2539" y="48260"/>
                  </a:lnTo>
                  <a:close/>
                </a:path>
                <a:path w="2539" h="60960">
                  <a:moveTo>
                    <a:pt x="2539" y="54610"/>
                  </a:moveTo>
                  <a:lnTo>
                    <a:pt x="0" y="54610"/>
                  </a:lnTo>
                  <a:lnTo>
                    <a:pt x="0" y="60960"/>
                  </a:lnTo>
                  <a:lnTo>
                    <a:pt x="2539" y="60960"/>
                  </a:lnTo>
                  <a:lnTo>
                    <a:pt x="2539" y="54610"/>
                  </a:lnTo>
                  <a:close/>
                </a:path>
              </a:pathLst>
            </a:custGeom>
            <a:solidFill>
              <a:srgbClr val="7F9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3" name="object 803"/>
            <p:cNvSpPr/>
            <p:nvPr/>
          </p:nvSpPr>
          <p:spPr>
            <a:xfrm>
              <a:off x="2457450" y="5091430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10" h="59689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10" h="59689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10" h="59689">
                  <a:moveTo>
                    <a:pt x="381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60"/>
                  </a:lnTo>
                  <a:close/>
                </a:path>
                <a:path w="3810" h="59689">
                  <a:moveTo>
                    <a:pt x="3810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10"/>
                  </a:lnTo>
                  <a:close/>
                </a:path>
                <a:path w="3810" h="59689">
                  <a:moveTo>
                    <a:pt x="3810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2860"/>
                  </a:lnTo>
                  <a:close/>
                </a:path>
                <a:path w="3810" h="59689">
                  <a:moveTo>
                    <a:pt x="3810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29210"/>
                  </a:lnTo>
                  <a:close/>
                </a:path>
                <a:path w="3810" h="59689">
                  <a:moveTo>
                    <a:pt x="3810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5560"/>
                  </a:lnTo>
                  <a:close/>
                </a:path>
                <a:path w="3810" h="59689">
                  <a:moveTo>
                    <a:pt x="3810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1910"/>
                  </a:lnTo>
                  <a:close/>
                </a:path>
                <a:path w="3810" h="59689">
                  <a:moveTo>
                    <a:pt x="3810" y="48260"/>
                  </a:moveTo>
                  <a:lnTo>
                    <a:pt x="0" y="48260"/>
                  </a:lnTo>
                  <a:lnTo>
                    <a:pt x="0" y="54610"/>
                  </a:lnTo>
                  <a:lnTo>
                    <a:pt x="3810" y="54610"/>
                  </a:lnTo>
                  <a:lnTo>
                    <a:pt x="3810" y="48260"/>
                  </a:lnTo>
                  <a:close/>
                </a:path>
                <a:path w="3810" h="59689">
                  <a:moveTo>
                    <a:pt x="3810" y="54610"/>
                  </a:moveTo>
                  <a:lnTo>
                    <a:pt x="0" y="54610"/>
                  </a:lnTo>
                  <a:lnTo>
                    <a:pt x="0" y="59690"/>
                  </a:lnTo>
                  <a:lnTo>
                    <a:pt x="3810" y="59690"/>
                  </a:lnTo>
                  <a:lnTo>
                    <a:pt x="3810" y="54610"/>
                  </a:lnTo>
                  <a:close/>
                </a:path>
              </a:pathLst>
            </a:custGeom>
            <a:solidFill>
              <a:srgbClr val="8294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4" name="object 804"/>
            <p:cNvSpPr/>
            <p:nvPr/>
          </p:nvSpPr>
          <p:spPr>
            <a:xfrm>
              <a:off x="2461260" y="5091430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10" h="59689">
                  <a:moveTo>
                    <a:pt x="380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10" h="59689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10" h="59689">
                  <a:moveTo>
                    <a:pt x="380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0160"/>
                  </a:lnTo>
                  <a:close/>
                </a:path>
                <a:path w="3810" h="59689">
                  <a:moveTo>
                    <a:pt x="3809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16510"/>
                  </a:lnTo>
                  <a:close/>
                </a:path>
                <a:path w="3810" h="59689">
                  <a:moveTo>
                    <a:pt x="3809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3809" y="29210"/>
                  </a:lnTo>
                  <a:lnTo>
                    <a:pt x="3809" y="22860"/>
                  </a:lnTo>
                  <a:close/>
                </a:path>
                <a:path w="3810" h="59689">
                  <a:moveTo>
                    <a:pt x="3809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29210"/>
                  </a:lnTo>
                  <a:close/>
                </a:path>
                <a:path w="3810" h="59689">
                  <a:moveTo>
                    <a:pt x="3809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35560"/>
                  </a:lnTo>
                  <a:close/>
                </a:path>
                <a:path w="3810" h="59689">
                  <a:moveTo>
                    <a:pt x="3809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3809" y="48260"/>
                  </a:lnTo>
                  <a:lnTo>
                    <a:pt x="3809" y="41910"/>
                  </a:lnTo>
                  <a:close/>
                </a:path>
                <a:path w="3810" h="59689">
                  <a:moveTo>
                    <a:pt x="3809" y="48260"/>
                  </a:moveTo>
                  <a:lnTo>
                    <a:pt x="0" y="48260"/>
                  </a:lnTo>
                  <a:lnTo>
                    <a:pt x="0" y="54610"/>
                  </a:lnTo>
                  <a:lnTo>
                    <a:pt x="3809" y="54610"/>
                  </a:lnTo>
                  <a:lnTo>
                    <a:pt x="3809" y="48260"/>
                  </a:lnTo>
                  <a:close/>
                </a:path>
                <a:path w="3810" h="59689">
                  <a:moveTo>
                    <a:pt x="3809" y="54610"/>
                  </a:moveTo>
                  <a:lnTo>
                    <a:pt x="0" y="54610"/>
                  </a:lnTo>
                  <a:lnTo>
                    <a:pt x="0" y="59690"/>
                  </a:lnTo>
                  <a:lnTo>
                    <a:pt x="3809" y="59690"/>
                  </a:lnTo>
                  <a:lnTo>
                    <a:pt x="3809" y="54610"/>
                  </a:lnTo>
                  <a:close/>
                </a:path>
              </a:pathLst>
            </a:custGeom>
            <a:solidFill>
              <a:srgbClr val="8496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5" name="object 805"/>
            <p:cNvSpPr/>
            <p:nvPr/>
          </p:nvSpPr>
          <p:spPr>
            <a:xfrm>
              <a:off x="2465070" y="5091430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10" h="59689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10" h="59689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10" h="59689">
                  <a:moveTo>
                    <a:pt x="381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60"/>
                  </a:lnTo>
                  <a:close/>
                </a:path>
                <a:path w="3810" h="59689">
                  <a:moveTo>
                    <a:pt x="3810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10"/>
                  </a:lnTo>
                  <a:close/>
                </a:path>
                <a:path w="3810" h="59689">
                  <a:moveTo>
                    <a:pt x="3810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2860"/>
                  </a:lnTo>
                  <a:close/>
                </a:path>
                <a:path w="3810" h="59689">
                  <a:moveTo>
                    <a:pt x="3810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29210"/>
                  </a:lnTo>
                  <a:close/>
                </a:path>
                <a:path w="3810" h="59689">
                  <a:moveTo>
                    <a:pt x="3810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5560"/>
                  </a:lnTo>
                  <a:close/>
                </a:path>
                <a:path w="3810" h="59689">
                  <a:moveTo>
                    <a:pt x="3810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1910"/>
                  </a:lnTo>
                  <a:close/>
                </a:path>
                <a:path w="3810" h="59689">
                  <a:moveTo>
                    <a:pt x="3810" y="48260"/>
                  </a:moveTo>
                  <a:lnTo>
                    <a:pt x="0" y="48260"/>
                  </a:lnTo>
                  <a:lnTo>
                    <a:pt x="0" y="54610"/>
                  </a:lnTo>
                  <a:lnTo>
                    <a:pt x="3810" y="54610"/>
                  </a:lnTo>
                  <a:lnTo>
                    <a:pt x="3810" y="48260"/>
                  </a:lnTo>
                  <a:close/>
                </a:path>
                <a:path w="3810" h="59689">
                  <a:moveTo>
                    <a:pt x="3810" y="54610"/>
                  </a:moveTo>
                  <a:lnTo>
                    <a:pt x="0" y="54610"/>
                  </a:lnTo>
                  <a:lnTo>
                    <a:pt x="0" y="59690"/>
                  </a:lnTo>
                  <a:lnTo>
                    <a:pt x="3810" y="59690"/>
                  </a:lnTo>
                  <a:lnTo>
                    <a:pt x="3810" y="54610"/>
                  </a:lnTo>
                  <a:close/>
                </a:path>
              </a:pathLst>
            </a:custGeom>
            <a:solidFill>
              <a:srgbClr val="8799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6" name="object 806"/>
            <p:cNvSpPr/>
            <p:nvPr/>
          </p:nvSpPr>
          <p:spPr>
            <a:xfrm>
              <a:off x="2468879" y="5092700"/>
              <a:ext cx="3810" cy="58419"/>
            </a:xfrm>
            <a:custGeom>
              <a:avLst/>
              <a:gdLst/>
              <a:ahLst/>
              <a:cxnLst/>
              <a:rect l="l" t="t" r="r" b="b"/>
              <a:pathLst>
                <a:path w="3810" h="58420">
                  <a:moveTo>
                    <a:pt x="380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10" h="58420">
                  <a:moveTo>
                    <a:pt x="3809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2540"/>
                  </a:lnTo>
                  <a:close/>
                </a:path>
                <a:path w="3810" h="58420">
                  <a:moveTo>
                    <a:pt x="3809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8890"/>
                  </a:lnTo>
                  <a:close/>
                </a:path>
                <a:path w="3810" h="58420">
                  <a:moveTo>
                    <a:pt x="3809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5240"/>
                  </a:lnTo>
                  <a:close/>
                </a:path>
                <a:path w="3810" h="58420">
                  <a:moveTo>
                    <a:pt x="3809" y="21590"/>
                  </a:moveTo>
                  <a:lnTo>
                    <a:pt x="0" y="21590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1590"/>
                  </a:lnTo>
                  <a:close/>
                </a:path>
                <a:path w="3810" h="58420">
                  <a:moveTo>
                    <a:pt x="3809" y="27940"/>
                  </a:moveTo>
                  <a:lnTo>
                    <a:pt x="0" y="27940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27940"/>
                  </a:lnTo>
                  <a:close/>
                </a:path>
                <a:path w="3810" h="58420">
                  <a:moveTo>
                    <a:pt x="3809" y="34290"/>
                  </a:moveTo>
                  <a:lnTo>
                    <a:pt x="0" y="34290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4290"/>
                  </a:lnTo>
                  <a:close/>
                </a:path>
                <a:path w="3810" h="58420">
                  <a:moveTo>
                    <a:pt x="3809" y="40640"/>
                  </a:moveTo>
                  <a:lnTo>
                    <a:pt x="0" y="40640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0640"/>
                  </a:lnTo>
                  <a:close/>
                </a:path>
                <a:path w="3810" h="58420">
                  <a:moveTo>
                    <a:pt x="3809" y="46990"/>
                  </a:moveTo>
                  <a:lnTo>
                    <a:pt x="0" y="46990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46990"/>
                  </a:lnTo>
                  <a:close/>
                </a:path>
                <a:path w="3810" h="58420">
                  <a:moveTo>
                    <a:pt x="3809" y="53340"/>
                  </a:moveTo>
                  <a:lnTo>
                    <a:pt x="0" y="53340"/>
                  </a:lnTo>
                  <a:lnTo>
                    <a:pt x="0" y="58419"/>
                  </a:lnTo>
                  <a:lnTo>
                    <a:pt x="3809" y="58419"/>
                  </a:lnTo>
                  <a:lnTo>
                    <a:pt x="3809" y="5334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7" name="object 807"/>
            <p:cNvSpPr/>
            <p:nvPr/>
          </p:nvSpPr>
          <p:spPr>
            <a:xfrm>
              <a:off x="2472689" y="5092700"/>
              <a:ext cx="3810" cy="58419"/>
            </a:xfrm>
            <a:custGeom>
              <a:avLst/>
              <a:gdLst/>
              <a:ahLst/>
              <a:cxnLst/>
              <a:rect l="l" t="t" r="r" b="b"/>
              <a:pathLst>
                <a:path w="3810" h="58420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58420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10" h="58420">
                  <a:moveTo>
                    <a:pt x="381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8890"/>
                  </a:lnTo>
                  <a:close/>
                </a:path>
                <a:path w="3810" h="58420">
                  <a:moveTo>
                    <a:pt x="3810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5240"/>
                  </a:lnTo>
                  <a:close/>
                </a:path>
                <a:path w="3810" h="58420">
                  <a:moveTo>
                    <a:pt x="3810" y="21590"/>
                  </a:moveTo>
                  <a:lnTo>
                    <a:pt x="0" y="21590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1590"/>
                  </a:lnTo>
                  <a:close/>
                </a:path>
                <a:path w="3810" h="58420">
                  <a:moveTo>
                    <a:pt x="3810" y="27940"/>
                  </a:moveTo>
                  <a:lnTo>
                    <a:pt x="0" y="27940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27940"/>
                  </a:lnTo>
                  <a:close/>
                </a:path>
                <a:path w="3810" h="58420">
                  <a:moveTo>
                    <a:pt x="3810" y="34290"/>
                  </a:moveTo>
                  <a:lnTo>
                    <a:pt x="0" y="34290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4290"/>
                  </a:lnTo>
                  <a:close/>
                </a:path>
                <a:path w="3810" h="58420">
                  <a:moveTo>
                    <a:pt x="3810" y="40640"/>
                  </a:moveTo>
                  <a:lnTo>
                    <a:pt x="0" y="40640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0640"/>
                  </a:lnTo>
                  <a:close/>
                </a:path>
                <a:path w="3810" h="58420">
                  <a:moveTo>
                    <a:pt x="3810" y="46990"/>
                  </a:moveTo>
                  <a:lnTo>
                    <a:pt x="0" y="46990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46990"/>
                  </a:lnTo>
                  <a:close/>
                </a:path>
                <a:path w="3810" h="58420">
                  <a:moveTo>
                    <a:pt x="3810" y="53340"/>
                  </a:moveTo>
                  <a:lnTo>
                    <a:pt x="0" y="53340"/>
                  </a:lnTo>
                  <a:lnTo>
                    <a:pt x="0" y="58419"/>
                  </a:lnTo>
                  <a:lnTo>
                    <a:pt x="3810" y="58419"/>
                  </a:lnTo>
                  <a:lnTo>
                    <a:pt x="3810" y="53340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8" name="object 808"/>
            <p:cNvSpPr/>
            <p:nvPr/>
          </p:nvSpPr>
          <p:spPr>
            <a:xfrm>
              <a:off x="2476500" y="5093970"/>
              <a:ext cx="3810" cy="55880"/>
            </a:xfrm>
            <a:custGeom>
              <a:avLst/>
              <a:gdLst/>
              <a:ahLst/>
              <a:cxnLst/>
              <a:rect l="l" t="t" r="r" b="b"/>
              <a:pathLst>
                <a:path w="3810" h="55879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55879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10" h="55879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10" h="55879">
                  <a:moveTo>
                    <a:pt x="3810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3969"/>
                  </a:lnTo>
                  <a:close/>
                </a:path>
                <a:path w="3810" h="55879">
                  <a:moveTo>
                    <a:pt x="3810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3810" y="26669"/>
                  </a:lnTo>
                  <a:lnTo>
                    <a:pt x="3810" y="20319"/>
                  </a:lnTo>
                  <a:close/>
                </a:path>
                <a:path w="3810" h="55879">
                  <a:moveTo>
                    <a:pt x="3810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6669"/>
                  </a:lnTo>
                  <a:close/>
                </a:path>
                <a:path w="3810" h="55879">
                  <a:moveTo>
                    <a:pt x="3810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3019"/>
                  </a:lnTo>
                  <a:close/>
                </a:path>
                <a:path w="3810" h="55879">
                  <a:moveTo>
                    <a:pt x="3810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39369"/>
                  </a:lnTo>
                  <a:close/>
                </a:path>
                <a:path w="3810" h="55879">
                  <a:moveTo>
                    <a:pt x="3810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3810" y="52069"/>
                  </a:lnTo>
                  <a:lnTo>
                    <a:pt x="3810" y="45719"/>
                  </a:lnTo>
                  <a:close/>
                </a:path>
                <a:path w="3810" h="55879">
                  <a:moveTo>
                    <a:pt x="3810" y="52069"/>
                  </a:moveTo>
                  <a:lnTo>
                    <a:pt x="0" y="52069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52069"/>
                  </a:lnTo>
                  <a:close/>
                </a:path>
              </a:pathLst>
            </a:custGeom>
            <a:solidFill>
              <a:srgbClr val="8F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9" name="object 809"/>
            <p:cNvSpPr/>
            <p:nvPr/>
          </p:nvSpPr>
          <p:spPr>
            <a:xfrm>
              <a:off x="2480310" y="5093970"/>
              <a:ext cx="3810" cy="55880"/>
            </a:xfrm>
            <a:custGeom>
              <a:avLst/>
              <a:gdLst/>
              <a:ahLst/>
              <a:cxnLst/>
              <a:rect l="l" t="t" r="r" b="b"/>
              <a:pathLst>
                <a:path w="3810" h="55879">
                  <a:moveTo>
                    <a:pt x="380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10" h="55879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10" h="55879">
                  <a:moveTo>
                    <a:pt x="380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7619"/>
                  </a:lnTo>
                  <a:close/>
                </a:path>
                <a:path w="3810" h="55879">
                  <a:moveTo>
                    <a:pt x="3809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3969"/>
                  </a:lnTo>
                  <a:close/>
                </a:path>
                <a:path w="3810" h="55879">
                  <a:moveTo>
                    <a:pt x="3809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3809" y="26669"/>
                  </a:lnTo>
                  <a:lnTo>
                    <a:pt x="3809" y="20319"/>
                  </a:lnTo>
                  <a:close/>
                </a:path>
                <a:path w="3810" h="55879">
                  <a:moveTo>
                    <a:pt x="3809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6669"/>
                  </a:lnTo>
                  <a:close/>
                </a:path>
                <a:path w="3810" h="55879">
                  <a:moveTo>
                    <a:pt x="3809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3019"/>
                  </a:lnTo>
                  <a:close/>
                </a:path>
                <a:path w="3810" h="55879">
                  <a:moveTo>
                    <a:pt x="3809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39369"/>
                  </a:lnTo>
                  <a:close/>
                </a:path>
                <a:path w="3810" h="55879">
                  <a:moveTo>
                    <a:pt x="3809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3809" y="52069"/>
                  </a:lnTo>
                  <a:lnTo>
                    <a:pt x="3809" y="45719"/>
                  </a:lnTo>
                  <a:close/>
                </a:path>
                <a:path w="3810" h="55879">
                  <a:moveTo>
                    <a:pt x="3809" y="52069"/>
                  </a:moveTo>
                  <a:lnTo>
                    <a:pt x="0" y="52069"/>
                  </a:lnTo>
                  <a:lnTo>
                    <a:pt x="0" y="55879"/>
                  </a:lnTo>
                  <a:lnTo>
                    <a:pt x="2539" y="55879"/>
                  </a:lnTo>
                  <a:lnTo>
                    <a:pt x="2539" y="54609"/>
                  </a:lnTo>
                  <a:lnTo>
                    <a:pt x="3809" y="54609"/>
                  </a:lnTo>
                  <a:lnTo>
                    <a:pt x="3809" y="52069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0" name="object 810"/>
            <p:cNvSpPr/>
            <p:nvPr/>
          </p:nvSpPr>
          <p:spPr>
            <a:xfrm>
              <a:off x="2484120" y="5093970"/>
              <a:ext cx="2540" cy="54610"/>
            </a:xfrm>
            <a:custGeom>
              <a:avLst/>
              <a:gdLst/>
              <a:ahLst/>
              <a:cxnLst/>
              <a:rect l="l" t="t" r="r" b="b"/>
              <a:pathLst>
                <a:path w="2539" h="54610">
                  <a:moveTo>
                    <a:pt x="254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2539" h="54610">
                  <a:moveTo>
                    <a:pt x="254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2540" y="7619"/>
                  </a:lnTo>
                  <a:lnTo>
                    <a:pt x="2540" y="1269"/>
                  </a:lnTo>
                  <a:close/>
                </a:path>
                <a:path w="2539" h="54610">
                  <a:moveTo>
                    <a:pt x="254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2540" y="13969"/>
                  </a:lnTo>
                  <a:lnTo>
                    <a:pt x="2540" y="7619"/>
                  </a:lnTo>
                  <a:close/>
                </a:path>
                <a:path w="2539" h="54610">
                  <a:moveTo>
                    <a:pt x="2540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2540" y="20319"/>
                  </a:lnTo>
                  <a:lnTo>
                    <a:pt x="2540" y="13969"/>
                  </a:lnTo>
                  <a:close/>
                </a:path>
                <a:path w="2539" h="54610">
                  <a:moveTo>
                    <a:pt x="2540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2540" y="26669"/>
                  </a:lnTo>
                  <a:lnTo>
                    <a:pt x="2540" y="20319"/>
                  </a:lnTo>
                  <a:close/>
                </a:path>
                <a:path w="2539" h="54610">
                  <a:moveTo>
                    <a:pt x="2540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2540" y="33019"/>
                  </a:lnTo>
                  <a:lnTo>
                    <a:pt x="2540" y="26669"/>
                  </a:lnTo>
                  <a:close/>
                </a:path>
                <a:path w="2539" h="54610">
                  <a:moveTo>
                    <a:pt x="2540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2540" y="39369"/>
                  </a:lnTo>
                  <a:lnTo>
                    <a:pt x="2540" y="33019"/>
                  </a:lnTo>
                  <a:close/>
                </a:path>
                <a:path w="2539" h="54610">
                  <a:moveTo>
                    <a:pt x="2540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2540" y="45719"/>
                  </a:lnTo>
                  <a:lnTo>
                    <a:pt x="2540" y="39369"/>
                  </a:lnTo>
                  <a:close/>
                </a:path>
                <a:path w="2539" h="54610">
                  <a:moveTo>
                    <a:pt x="2540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2540" y="52069"/>
                  </a:lnTo>
                  <a:lnTo>
                    <a:pt x="2540" y="45719"/>
                  </a:lnTo>
                  <a:close/>
                </a:path>
                <a:path w="2539" h="54610">
                  <a:moveTo>
                    <a:pt x="2540" y="52069"/>
                  </a:moveTo>
                  <a:lnTo>
                    <a:pt x="0" y="52069"/>
                  </a:lnTo>
                  <a:lnTo>
                    <a:pt x="0" y="54609"/>
                  </a:lnTo>
                  <a:lnTo>
                    <a:pt x="2540" y="54609"/>
                  </a:lnTo>
                  <a:lnTo>
                    <a:pt x="2540" y="52069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1" name="object 811"/>
            <p:cNvSpPr/>
            <p:nvPr/>
          </p:nvSpPr>
          <p:spPr>
            <a:xfrm>
              <a:off x="2486660" y="5093970"/>
              <a:ext cx="3810" cy="54610"/>
            </a:xfrm>
            <a:custGeom>
              <a:avLst/>
              <a:gdLst/>
              <a:ahLst/>
              <a:cxnLst/>
              <a:rect l="l" t="t" r="r" b="b"/>
              <a:pathLst>
                <a:path w="3810" h="54610">
                  <a:moveTo>
                    <a:pt x="380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10" h="54610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10" h="54610">
                  <a:moveTo>
                    <a:pt x="380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7619"/>
                  </a:lnTo>
                  <a:close/>
                </a:path>
                <a:path w="3810" h="54610">
                  <a:moveTo>
                    <a:pt x="3809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3969"/>
                  </a:lnTo>
                  <a:close/>
                </a:path>
                <a:path w="3810" h="54610">
                  <a:moveTo>
                    <a:pt x="3809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3809" y="26669"/>
                  </a:lnTo>
                  <a:lnTo>
                    <a:pt x="3809" y="20319"/>
                  </a:lnTo>
                  <a:close/>
                </a:path>
                <a:path w="3810" h="54610">
                  <a:moveTo>
                    <a:pt x="3809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6669"/>
                  </a:lnTo>
                  <a:close/>
                </a:path>
                <a:path w="3810" h="54610">
                  <a:moveTo>
                    <a:pt x="3809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3019"/>
                  </a:lnTo>
                  <a:close/>
                </a:path>
                <a:path w="3810" h="54610">
                  <a:moveTo>
                    <a:pt x="3809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39369"/>
                  </a:lnTo>
                  <a:close/>
                </a:path>
                <a:path w="3810" h="54610">
                  <a:moveTo>
                    <a:pt x="3809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3809" y="52069"/>
                  </a:lnTo>
                  <a:lnTo>
                    <a:pt x="3809" y="45719"/>
                  </a:lnTo>
                  <a:close/>
                </a:path>
                <a:path w="3810" h="54610">
                  <a:moveTo>
                    <a:pt x="3809" y="52069"/>
                  </a:moveTo>
                  <a:lnTo>
                    <a:pt x="0" y="52069"/>
                  </a:lnTo>
                  <a:lnTo>
                    <a:pt x="0" y="54609"/>
                  </a:lnTo>
                  <a:lnTo>
                    <a:pt x="3809" y="54609"/>
                  </a:lnTo>
                  <a:lnTo>
                    <a:pt x="3809" y="52069"/>
                  </a:lnTo>
                  <a:close/>
                </a:path>
              </a:pathLst>
            </a:custGeom>
            <a:solidFill>
              <a:srgbClr val="97A6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2" name="object 812"/>
            <p:cNvSpPr/>
            <p:nvPr/>
          </p:nvSpPr>
          <p:spPr>
            <a:xfrm>
              <a:off x="2490470" y="5093970"/>
              <a:ext cx="3810" cy="54610"/>
            </a:xfrm>
            <a:custGeom>
              <a:avLst/>
              <a:gdLst/>
              <a:ahLst/>
              <a:cxnLst/>
              <a:rect l="l" t="t" r="r" b="b"/>
              <a:pathLst>
                <a:path w="3810" h="54610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54610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10" h="54610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10" h="54610">
                  <a:moveTo>
                    <a:pt x="3810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3969"/>
                  </a:lnTo>
                  <a:close/>
                </a:path>
                <a:path w="3810" h="54610">
                  <a:moveTo>
                    <a:pt x="3810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3810" y="26669"/>
                  </a:lnTo>
                  <a:lnTo>
                    <a:pt x="3810" y="20319"/>
                  </a:lnTo>
                  <a:close/>
                </a:path>
                <a:path w="3810" h="54610">
                  <a:moveTo>
                    <a:pt x="3810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6669"/>
                  </a:lnTo>
                  <a:close/>
                </a:path>
                <a:path w="3810" h="54610">
                  <a:moveTo>
                    <a:pt x="3810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3019"/>
                  </a:lnTo>
                  <a:close/>
                </a:path>
                <a:path w="3810" h="54610">
                  <a:moveTo>
                    <a:pt x="3810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39369"/>
                  </a:lnTo>
                  <a:close/>
                </a:path>
                <a:path w="3810" h="54610">
                  <a:moveTo>
                    <a:pt x="3810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3810" y="52069"/>
                  </a:lnTo>
                  <a:lnTo>
                    <a:pt x="3810" y="45719"/>
                  </a:lnTo>
                  <a:close/>
                </a:path>
                <a:path w="3810" h="54610">
                  <a:moveTo>
                    <a:pt x="3810" y="52069"/>
                  </a:moveTo>
                  <a:lnTo>
                    <a:pt x="0" y="52069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2069"/>
                  </a:lnTo>
                  <a:close/>
                </a:path>
              </a:pathLst>
            </a:custGeom>
            <a:solidFill>
              <a:srgbClr val="99A8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3" name="object 813"/>
            <p:cNvSpPr/>
            <p:nvPr/>
          </p:nvSpPr>
          <p:spPr>
            <a:xfrm>
              <a:off x="2494279" y="5095239"/>
              <a:ext cx="3810" cy="53340"/>
            </a:xfrm>
            <a:custGeom>
              <a:avLst/>
              <a:gdLst/>
              <a:ahLst/>
              <a:cxnLst/>
              <a:rect l="l" t="t" r="r" b="b"/>
              <a:pathLst>
                <a:path w="3810" h="53339">
                  <a:moveTo>
                    <a:pt x="380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0"/>
                  </a:lnTo>
                  <a:close/>
                </a:path>
                <a:path w="3810" h="53339">
                  <a:moveTo>
                    <a:pt x="380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6349"/>
                  </a:lnTo>
                  <a:close/>
                </a:path>
                <a:path w="3810" h="53339">
                  <a:moveTo>
                    <a:pt x="380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2699"/>
                  </a:lnTo>
                  <a:close/>
                </a:path>
                <a:path w="3810" h="53339">
                  <a:moveTo>
                    <a:pt x="3809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19049"/>
                  </a:lnTo>
                  <a:close/>
                </a:path>
                <a:path w="3810" h="53339">
                  <a:moveTo>
                    <a:pt x="3809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5399"/>
                  </a:lnTo>
                  <a:close/>
                </a:path>
                <a:path w="3810" h="53339">
                  <a:moveTo>
                    <a:pt x="3809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1749"/>
                  </a:lnTo>
                  <a:close/>
                </a:path>
                <a:path w="3810" h="53339">
                  <a:moveTo>
                    <a:pt x="3809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38099"/>
                  </a:lnTo>
                  <a:close/>
                </a:path>
                <a:path w="3810" h="53339">
                  <a:moveTo>
                    <a:pt x="3809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4449"/>
                  </a:lnTo>
                  <a:close/>
                </a:path>
                <a:path w="3810" h="53339">
                  <a:moveTo>
                    <a:pt x="3809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0799"/>
                  </a:lnTo>
                  <a:close/>
                </a:path>
              </a:pathLst>
            </a:custGeom>
            <a:solidFill>
              <a:srgbClr val="9CA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4" name="object 814"/>
            <p:cNvSpPr/>
            <p:nvPr/>
          </p:nvSpPr>
          <p:spPr>
            <a:xfrm>
              <a:off x="2498089" y="5095239"/>
              <a:ext cx="3810" cy="53340"/>
            </a:xfrm>
            <a:custGeom>
              <a:avLst/>
              <a:gdLst/>
              <a:ahLst/>
              <a:cxnLst/>
              <a:rect l="l" t="t" r="r" b="b"/>
              <a:pathLst>
                <a:path w="3810" h="53339">
                  <a:moveTo>
                    <a:pt x="254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10" h="53339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10" h="53339">
                  <a:moveTo>
                    <a:pt x="381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2699"/>
                  </a:lnTo>
                  <a:close/>
                </a:path>
                <a:path w="3810" h="53339">
                  <a:moveTo>
                    <a:pt x="3810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19049"/>
                  </a:lnTo>
                  <a:close/>
                </a:path>
                <a:path w="3810" h="53339">
                  <a:moveTo>
                    <a:pt x="3810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5399"/>
                  </a:lnTo>
                  <a:close/>
                </a:path>
                <a:path w="3810" h="53339">
                  <a:moveTo>
                    <a:pt x="3810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1749"/>
                  </a:lnTo>
                  <a:close/>
                </a:path>
                <a:path w="3810" h="53339">
                  <a:moveTo>
                    <a:pt x="3810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38099"/>
                  </a:lnTo>
                  <a:close/>
                </a:path>
                <a:path w="3810" h="53339">
                  <a:moveTo>
                    <a:pt x="3810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4449"/>
                  </a:lnTo>
                  <a:close/>
                </a:path>
                <a:path w="3810" h="53339">
                  <a:moveTo>
                    <a:pt x="3810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2540" y="53339"/>
                  </a:lnTo>
                  <a:lnTo>
                    <a:pt x="2540" y="52069"/>
                  </a:lnTo>
                  <a:lnTo>
                    <a:pt x="3810" y="52069"/>
                  </a:lnTo>
                  <a:lnTo>
                    <a:pt x="3810" y="50799"/>
                  </a:lnTo>
                  <a:close/>
                </a:path>
              </a:pathLst>
            </a:custGeom>
            <a:solidFill>
              <a:srgbClr val="9FA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5" name="object 815"/>
            <p:cNvSpPr/>
            <p:nvPr/>
          </p:nvSpPr>
          <p:spPr>
            <a:xfrm>
              <a:off x="2501900" y="5096509"/>
              <a:ext cx="3810" cy="50800"/>
            </a:xfrm>
            <a:custGeom>
              <a:avLst/>
              <a:gdLst/>
              <a:ahLst/>
              <a:cxnLst/>
              <a:rect l="l" t="t" r="r" b="b"/>
              <a:pathLst>
                <a:path w="3810" h="50800">
                  <a:moveTo>
                    <a:pt x="381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10" h="50800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50800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50800">
                  <a:moveTo>
                    <a:pt x="381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7780"/>
                  </a:lnTo>
                  <a:close/>
                </a:path>
                <a:path w="3810" h="50800">
                  <a:moveTo>
                    <a:pt x="3810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10" y="30479"/>
                  </a:lnTo>
                  <a:lnTo>
                    <a:pt x="3810" y="24130"/>
                  </a:lnTo>
                  <a:close/>
                </a:path>
                <a:path w="3810" h="50800">
                  <a:moveTo>
                    <a:pt x="3810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30480"/>
                  </a:lnTo>
                  <a:close/>
                </a:path>
                <a:path w="3810" h="50800">
                  <a:moveTo>
                    <a:pt x="381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36830"/>
                  </a:lnTo>
                  <a:close/>
                </a:path>
                <a:path w="3810" h="50800">
                  <a:moveTo>
                    <a:pt x="3810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3180"/>
                  </a:lnTo>
                  <a:close/>
                </a:path>
                <a:path w="3810" h="50800">
                  <a:moveTo>
                    <a:pt x="2539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2539" y="50800"/>
                  </a:lnTo>
                  <a:lnTo>
                    <a:pt x="2539" y="49530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6" name="object 816"/>
            <p:cNvSpPr/>
            <p:nvPr/>
          </p:nvSpPr>
          <p:spPr>
            <a:xfrm>
              <a:off x="2505710" y="5096509"/>
              <a:ext cx="2540" cy="49530"/>
            </a:xfrm>
            <a:custGeom>
              <a:avLst/>
              <a:gdLst/>
              <a:ahLst/>
              <a:cxnLst/>
              <a:rect l="l" t="t" r="r" b="b"/>
              <a:pathLst>
                <a:path w="2539" h="49529">
                  <a:moveTo>
                    <a:pt x="253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2539" y="5079"/>
                  </a:lnTo>
                  <a:lnTo>
                    <a:pt x="2539" y="0"/>
                  </a:lnTo>
                  <a:close/>
                </a:path>
                <a:path w="2539" h="49529">
                  <a:moveTo>
                    <a:pt x="253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2539" y="11429"/>
                  </a:lnTo>
                  <a:lnTo>
                    <a:pt x="2539" y="5080"/>
                  </a:lnTo>
                  <a:close/>
                </a:path>
                <a:path w="2539" h="49529">
                  <a:moveTo>
                    <a:pt x="253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2539" y="17779"/>
                  </a:lnTo>
                  <a:lnTo>
                    <a:pt x="2539" y="11430"/>
                  </a:lnTo>
                  <a:close/>
                </a:path>
                <a:path w="2539" h="49529">
                  <a:moveTo>
                    <a:pt x="2539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2539" y="24129"/>
                  </a:lnTo>
                  <a:lnTo>
                    <a:pt x="2539" y="17780"/>
                  </a:lnTo>
                  <a:close/>
                </a:path>
                <a:path w="2539" h="49529">
                  <a:moveTo>
                    <a:pt x="2539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2539" y="30479"/>
                  </a:lnTo>
                  <a:lnTo>
                    <a:pt x="2539" y="24130"/>
                  </a:lnTo>
                  <a:close/>
                </a:path>
                <a:path w="2539" h="49529">
                  <a:moveTo>
                    <a:pt x="2539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2539" y="36829"/>
                  </a:lnTo>
                  <a:lnTo>
                    <a:pt x="2539" y="30480"/>
                  </a:lnTo>
                  <a:close/>
                </a:path>
                <a:path w="2539" h="49529">
                  <a:moveTo>
                    <a:pt x="2539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2539" y="43179"/>
                  </a:lnTo>
                  <a:lnTo>
                    <a:pt x="2539" y="36830"/>
                  </a:lnTo>
                  <a:close/>
                </a:path>
                <a:path w="2539" h="49529">
                  <a:moveTo>
                    <a:pt x="2539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2539" y="49529"/>
                  </a:lnTo>
                  <a:lnTo>
                    <a:pt x="2539" y="43180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7" name="object 817"/>
            <p:cNvSpPr/>
            <p:nvPr/>
          </p:nvSpPr>
          <p:spPr>
            <a:xfrm>
              <a:off x="2508250" y="5096509"/>
              <a:ext cx="3810" cy="49530"/>
            </a:xfrm>
            <a:custGeom>
              <a:avLst/>
              <a:gdLst/>
              <a:ahLst/>
              <a:cxnLst/>
              <a:rect l="l" t="t" r="r" b="b"/>
              <a:pathLst>
                <a:path w="3810" h="49529">
                  <a:moveTo>
                    <a:pt x="253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  <a:path w="3810" h="49529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49529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49529">
                  <a:moveTo>
                    <a:pt x="381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7780"/>
                  </a:lnTo>
                  <a:close/>
                </a:path>
                <a:path w="3810" h="49529">
                  <a:moveTo>
                    <a:pt x="3810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10" y="30479"/>
                  </a:lnTo>
                  <a:lnTo>
                    <a:pt x="3810" y="24130"/>
                  </a:lnTo>
                  <a:close/>
                </a:path>
                <a:path w="3810" h="49529">
                  <a:moveTo>
                    <a:pt x="3810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30480"/>
                  </a:lnTo>
                  <a:close/>
                </a:path>
                <a:path w="3810" h="49529">
                  <a:moveTo>
                    <a:pt x="381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36830"/>
                  </a:lnTo>
                  <a:close/>
                </a:path>
                <a:path w="3810" h="49529">
                  <a:moveTo>
                    <a:pt x="3810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2539" y="49529"/>
                  </a:lnTo>
                  <a:lnTo>
                    <a:pt x="2539" y="48259"/>
                  </a:lnTo>
                  <a:lnTo>
                    <a:pt x="3810" y="48259"/>
                  </a:lnTo>
                  <a:lnTo>
                    <a:pt x="3810" y="43180"/>
                  </a:lnTo>
                  <a:close/>
                </a:path>
              </a:pathLst>
            </a:custGeom>
            <a:solidFill>
              <a:srgbClr val="A7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8" name="object 818"/>
            <p:cNvSpPr/>
            <p:nvPr/>
          </p:nvSpPr>
          <p:spPr>
            <a:xfrm>
              <a:off x="2512060" y="5097780"/>
              <a:ext cx="3810" cy="46990"/>
            </a:xfrm>
            <a:custGeom>
              <a:avLst/>
              <a:gdLst/>
              <a:ahLst/>
              <a:cxnLst/>
              <a:rect l="l" t="t" r="r" b="b"/>
              <a:pathLst>
                <a:path w="3810" h="46989">
                  <a:moveTo>
                    <a:pt x="380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10" h="46989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10" h="46989">
                  <a:moveTo>
                    <a:pt x="380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0160"/>
                  </a:lnTo>
                  <a:close/>
                </a:path>
                <a:path w="3810" h="46989">
                  <a:moveTo>
                    <a:pt x="3809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16510"/>
                  </a:lnTo>
                  <a:close/>
                </a:path>
                <a:path w="3810" h="46989">
                  <a:moveTo>
                    <a:pt x="3809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3809" y="29210"/>
                  </a:lnTo>
                  <a:lnTo>
                    <a:pt x="3809" y="22860"/>
                  </a:lnTo>
                  <a:close/>
                </a:path>
                <a:path w="3810" h="46989">
                  <a:moveTo>
                    <a:pt x="3809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29210"/>
                  </a:lnTo>
                  <a:close/>
                </a:path>
                <a:path w="3810" h="46989">
                  <a:moveTo>
                    <a:pt x="3809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35560"/>
                  </a:lnTo>
                  <a:close/>
                </a:path>
                <a:path w="3810" h="46989">
                  <a:moveTo>
                    <a:pt x="3809" y="41910"/>
                  </a:moveTo>
                  <a:lnTo>
                    <a:pt x="0" y="41910"/>
                  </a:lnTo>
                  <a:lnTo>
                    <a:pt x="0" y="46990"/>
                  </a:lnTo>
                  <a:lnTo>
                    <a:pt x="3809" y="46990"/>
                  </a:lnTo>
                  <a:lnTo>
                    <a:pt x="3809" y="41910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9" name="object 819"/>
            <p:cNvSpPr/>
            <p:nvPr/>
          </p:nvSpPr>
          <p:spPr>
            <a:xfrm>
              <a:off x="2515870" y="5097780"/>
              <a:ext cx="3810" cy="46990"/>
            </a:xfrm>
            <a:custGeom>
              <a:avLst/>
              <a:gdLst/>
              <a:ahLst/>
              <a:cxnLst/>
              <a:rect l="l" t="t" r="r" b="b"/>
              <a:pathLst>
                <a:path w="3810" h="46989">
                  <a:moveTo>
                    <a:pt x="126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3810" h="46989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10" h="46989">
                  <a:moveTo>
                    <a:pt x="381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60"/>
                  </a:lnTo>
                  <a:close/>
                </a:path>
                <a:path w="3810" h="46989">
                  <a:moveTo>
                    <a:pt x="3810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10"/>
                  </a:lnTo>
                  <a:close/>
                </a:path>
                <a:path w="3810" h="46989">
                  <a:moveTo>
                    <a:pt x="3810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2860"/>
                  </a:lnTo>
                  <a:close/>
                </a:path>
                <a:path w="3810" h="46989">
                  <a:moveTo>
                    <a:pt x="3810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29210"/>
                  </a:lnTo>
                  <a:close/>
                </a:path>
                <a:path w="3810" h="46989">
                  <a:moveTo>
                    <a:pt x="3810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5560"/>
                  </a:lnTo>
                  <a:close/>
                </a:path>
                <a:path w="3810" h="46989">
                  <a:moveTo>
                    <a:pt x="3810" y="41910"/>
                  </a:moveTo>
                  <a:lnTo>
                    <a:pt x="0" y="41910"/>
                  </a:lnTo>
                  <a:lnTo>
                    <a:pt x="0" y="46990"/>
                  </a:lnTo>
                  <a:lnTo>
                    <a:pt x="3810" y="46990"/>
                  </a:lnTo>
                  <a:lnTo>
                    <a:pt x="3810" y="41910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0" name="object 820"/>
            <p:cNvSpPr/>
            <p:nvPr/>
          </p:nvSpPr>
          <p:spPr>
            <a:xfrm>
              <a:off x="2519679" y="5099050"/>
              <a:ext cx="3810" cy="45720"/>
            </a:xfrm>
            <a:custGeom>
              <a:avLst/>
              <a:gdLst/>
              <a:ahLst/>
              <a:cxnLst/>
              <a:rect l="l" t="t" r="r" b="b"/>
              <a:pathLst>
                <a:path w="3810" h="45720">
                  <a:moveTo>
                    <a:pt x="126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3810" h="45720">
                  <a:moveTo>
                    <a:pt x="3809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2540"/>
                  </a:lnTo>
                  <a:close/>
                </a:path>
                <a:path w="3810" h="45720">
                  <a:moveTo>
                    <a:pt x="3809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8890"/>
                  </a:lnTo>
                  <a:close/>
                </a:path>
                <a:path w="3810" h="45720">
                  <a:moveTo>
                    <a:pt x="3809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5240"/>
                  </a:lnTo>
                  <a:close/>
                </a:path>
                <a:path w="3810" h="45720">
                  <a:moveTo>
                    <a:pt x="3809" y="21590"/>
                  </a:moveTo>
                  <a:lnTo>
                    <a:pt x="0" y="21590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1590"/>
                  </a:lnTo>
                  <a:close/>
                </a:path>
                <a:path w="3810" h="45720">
                  <a:moveTo>
                    <a:pt x="3809" y="27940"/>
                  </a:moveTo>
                  <a:lnTo>
                    <a:pt x="0" y="27940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27940"/>
                  </a:lnTo>
                  <a:close/>
                </a:path>
                <a:path w="3810" h="45720">
                  <a:moveTo>
                    <a:pt x="3809" y="34290"/>
                  </a:moveTo>
                  <a:lnTo>
                    <a:pt x="0" y="34290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4290"/>
                  </a:lnTo>
                  <a:close/>
                </a:path>
                <a:path w="3810" h="45720">
                  <a:moveTo>
                    <a:pt x="3809" y="40640"/>
                  </a:moveTo>
                  <a:lnTo>
                    <a:pt x="0" y="40640"/>
                  </a:lnTo>
                  <a:lnTo>
                    <a:pt x="0" y="45719"/>
                  </a:lnTo>
                  <a:lnTo>
                    <a:pt x="1269" y="45719"/>
                  </a:lnTo>
                  <a:lnTo>
                    <a:pt x="1269" y="44450"/>
                  </a:lnTo>
                  <a:lnTo>
                    <a:pt x="3809" y="44450"/>
                  </a:lnTo>
                  <a:lnTo>
                    <a:pt x="3809" y="40640"/>
                  </a:lnTo>
                  <a:close/>
                </a:path>
              </a:pathLst>
            </a:custGeom>
            <a:solidFill>
              <a:srgbClr val="AEBA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1" name="object 821"/>
            <p:cNvSpPr/>
            <p:nvPr/>
          </p:nvSpPr>
          <p:spPr>
            <a:xfrm>
              <a:off x="2523489" y="5100320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41910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10" h="41910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10" h="41910">
                  <a:moveTo>
                    <a:pt x="3810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3969"/>
                  </a:lnTo>
                  <a:close/>
                </a:path>
                <a:path w="3810" h="41910">
                  <a:moveTo>
                    <a:pt x="3810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3810" y="26669"/>
                  </a:lnTo>
                  <a:lnTo>
                    <a:pt x="3810" y="20319"/>
                  </a:lnTo>
                  <a:close/>
                </a:path>
                <a:path w="3810" h="41910">
                  <a:moveTo>
                    <a:pt x="3810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6669"/>
                  </a:lnTo>
                  <a:close/>
                </a:path>
                <a:path w="3810" h="41910">
                  <a:moveTo>
                    <a:pt x="3810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3019"/>
                  </a:lnTo>
                  <a:close/>
                </a:path>
                <a:path w="3810" h="41910">
                  <a:moveTo>
                    <a:pt x="3810" y="39369"/>
                  </a:moveTo>
                  <a:lnTo>
                    <a:pt x="0" y="39369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9369"/>
                  </a:lnTo>
                  <a:close/>
                </a:path>
              </a:pathLst>
            </a:custGeom>
            <a:solidFill>
              <a:srgbClr val="B1BD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2" name="object 822"/>
            <p:cNvSpPr/>
            <p:nvPr/>
          </p:nvSpPr>
          <p:spPr>
            <a:xfrm>
              <a:off x="2527300" y="5100320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254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10" h="41910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10" h="41910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10" h="41910">
                  <a:moveTo>
                    <a:pt x="3810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3969"/>
                  </a:lnTo>
                  <a:close/>
                </a:path>
                <a:path w="3810" h="41910">
                  <a:moveTo>
                    <a:pt x="3810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3810" y="26669"/>
                  </a:lnTo>
                  <a:lnTo>
                    <a:pt x="3810" y="20319"/>
                  </a:lnTo>
                  <a:close/>
                </a:path>
                <a:path w="3810" h="41910">
                  <a:moveTo>
                    <a:pt x="3810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6669"/>
                  </a:lnTo>
                  <a:close/>
                </a:path>
                <a:path w="3810" h="41910">
                  <a:moveTo>
                    <a:pt x="3810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3019"/>
                  </a:lnTo>
                  <a:close/>
                </a:path>
                <a:path w="3810" h="41910">
                  <a:moveTo>
                    <a:pt x="3810" y="39369"/>
                  </a:moveTo>
                  <a:lnTo>
                    <a:pt x="0" y="39369"/>
                  </a:lnTo>
                  <a:lnTo>
                    <a:pt x="0" y="41909"/>
                  </a:lnTo>
                  <a:lnTo>
                    <a:pt x="1269" y="41909"/>
                  </a:lnTo>
                  <a:lnTo>
                    <a:pt x="1269" y="40639"/>
                  </a:lnTo>
                  <a:lnTo>
                    <a:pt x="3810" y="40639"/>
                  </a:lnTo>
                  <a:lnTo>
                    <a:pt x="3810" y="39369"/>
                  </a:lnTo>
                  <a:close/>
                </a:path>
              </a:pathLst>
            </a:custGeom>
            <a:solidFill>
              <a:srgbClr val="B4BF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3" name="object 823"/>
            <p:cNvSpPr/>
            <p:nvPr/>
          </p:nvSpPr>
          <p:spPr>
            <a:xfrm>
              <a:off x="2531110" y="5101589"/>
              <a:ext cx="3810" cy="39370"/>
            </a:xfrm>
            <a:custGeom>
              <a:avLst/>
              <a:gdLst/>
              <a:ahLst/>
              <a:cxnLst/>
              <a:rect l="l" t="t" r="r" b="b"/>
              <a:pathLst>
                <a:path w="3810" h="39370">
                  <a:moveTo>
                    <a:pt x="380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0"/>
                  </a:lnTo>
                  <a:close/>
                </a:path>
                <a:path w="3810" h="39370">
                  <a:moveTo>
                    <a:pt x="380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6349"/>
                  </a:lnTo>
                  <a:close/>
                </a:path>
                <a:path w="3810" h="39370">
                  <a:moveTo>
                    <a:pt x="380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2699"/>
                  </a:lnTo>
                  <a:close/>
                </a:path>
                <a:path w="3810" h="39370">
                  <a:moveTo>
                    <a:pt x="3809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19049"/>
                  </a:lnTo>
                  <a:close/>
                </a:path>
                <a:path w="3810" h="39370">
                  <a:moveTo>
                    <a:pt x="3809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5399"/>
                  </a:lnTo>
                  <a:close/>
                </a:path>
                <a:path w="3810" h="39370">
                  <a:moveTo>
                    <a:pt x="3809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1749"/>
                  </a:lnTo>
                  <a:close/>
                </a:path>
                <a:path w="3810" h="39370">
                  <a:moveTo>
                    <a:pt x="1269" y="38099"/>
                  </a:moveTo>
                  <a:lnTo>
                    <a:pt x="0" y="38099"/>
                  </a:lnTo>
                  <a:lnTo>
                    <a:pt x="0" y="39369"/>
                  </a:lnTo>
                  <a:lnTo>
                    <a:pt x="1269" y="39369"/>
                  </a:lnTo>
                  <a:lnTo>
                    <a:pt x="1269" y="38099"/>
                  </a:lnTo>
                  <a:close/>
                </a:path>
              </a:pathLst>
            </a:custGeom>
            <a:solidFill>
              <a:srgbClr val="B6C1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4" name="object 824"/>
            <p:cNvSpPr/>
            <p:nvPr/>
          </p:nvSpPr>
          <p:spPr>
            <a:xfrm>
              <a:off x="2534920" y="5102859"/>
              <a:ext cx="2540" cy="36830"/>
            </a:xfrm>
            <a:custGeom>
              <a:avLst/>
              <a:gdLst/>
              <a:ahLst/>
              <a:cxnLst/>
              <a:rect l="l" t="t" r="r" b="b"/>
              <a:pathLst>
                <a:path w="2539" h="36829">
                  <a:moveTo>
                    <a:pt x="254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2540" y="5079"/>
                  </a:lnTo>
                  <a:lnTo>
                    <a:pt x="2540" y="0"/>
                  </a:lnTo>
                  <a:close/>
                </a:path>
                <a:path w="2539" h="36829">
                  <a:moveTo>
                    <a:pt x="254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2540" y="11429"/>
                  </a:lnTo>
                  <a:lnTo>
                    <a:pt x="2540" y="5080"/>
                  </a:lnTo>
                  <a:close/>
                </a:path>
                <a:path w="2539" h="36829">
                  <a:moveTo>
                    <a:pt x="254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2540" y="17779"/>
                  </a:lnTo>
                  <a:lnTo>
                    <a:pt x="2540" y="11430"/>
                  </a:lnTo>
                  <a:close/>
                </a:path>
                <a:path w="2539" h="36829">
                  <a:moveTo>
                    <a:pt x="254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2540" y="24129"/>
                  </a:lnTo>
                  <a:lnTo>
                    <a:pt x="2540" y="17780"/>
                  </a:lnTo>
                  <a:close/>
                </a:path>
                <a:path w="2539" h="36829">
                  <a:moveTo>
                    <a:pt x="2540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2540" y="30479"/>
                  </a:lnTo>
                  <a:lnTo>
                    <a:pt x="2540" y="24130"/>
                  </a:lnTo>
                  <a:close/>
                </a:path>
                <a:path w="2539" h="36829">
                  <a:moveTo>
                    <a:pt x="2540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2540" y="36829"/>
                  </a:lnTo>
                  <a:lnTo>
                    <a:pt x="2540" y="30480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5" name="object 825"/>
            <p:cNvSpPr/>
            <p:nvPr/>
          </p:nvSpPr>
          <p:spPr>
            <a:xfrm>
              <a:off x="2537460" y="5102859"/>
              <a:ext cx="3810" cy="36830"/>
            </a:xfrm>
            <a:custGeom>
              <a:avLst/>
              <a:gdLst/>
              <a:ahLst/>
              <a:cxnLst/>
              <a:rect l="l" t="t" r="r" b="b"/>
              <a:pathLst>
                <a:path w="3810" h="36829">
                  <a:moveTo>
                    <a:pt x="126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3810" h="36829">
                  <a:moveTo>
                    <a:pt x="380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5080"/>
                  </a:lnTo>
                  <a:close/>
                </a:path>
                <a:path w="3810" h="36829">
                  <a:moveTo>
                    <a:pt x="380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1430"/>
                  </a:lnTo>
                  <a:close/>
                </a:path>
                <a:path w="3810" h="36829">
                  <a:moveTo>
                    <a:pt x="3809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17780"/>
                  </a:lnTo>
                  <a:close/>
                </a:path>
                <a:path w="3810" h="36829">
                  <a:moveTo>
                    <a:pt x="3809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24130"/>
                  </a:lnTo>
                  <a:close/>
                </a:path>
                <a:path w="3810" h="36829">
                  <a:moveTo>
                    <a:pt x="3809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1269" y="36829"/>
                  </a:lnTo>
                  <a:lnTo>
                    <a:pt x="1269" y="35559"/>
                  </a:lnTo>
                  <a:lnTo>
                    <a:pt x="3809" y="35559"/>
                  </a:lnTo>
                  <a:lnTo>
                    <a:pt x="3809" y="30480"/>
                  </a:lnTo>
                  <a:close/>
                </a:path>
              </a:pathLst>
            </a:custGeom>
            <a:solidFill>
              <a:srgbClr val="BC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6" name="object 826"/>
            <p:cNvSpPr/>
            <p:nvPr/>
          </p:nvSpPr>
          <p:spPr>
            <a:xfrm>
              <a:off x="2541270" y="5104130"/>
              <a:ext cx="3810" cy="33020"/>
            </a:xfrm>
            <a:custGeom>
              <a:avLst/>
              <a:gdLst/>
              <a:ahLst/>
              <a:cxnLst/>
              <a:rect l="l" t="t" r="r" b="b"/>
              <a:pathLst>
                <a:path w="3810" h="33020">
                  <a:moveTo>
                    <a:pt x="126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3810" h="33020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10" h="33020">
                  <a:moveTo>
                    <a:pt x="381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60"/>
                  </a:lnTo>
                  <a:close/>
                </a:path>
                <a:path w="3810" h="33020">
                  <a:moveTo>
                    <a:pt x="3810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10"/>
                  </a:lnTo>
                  <a:close/>
                </a:path>
                <a:path w="3810" h="33020">
                  <a:moveTo>
                    <a:pt x="3810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2860"/>
                  </a:lnTo>
                  <a:close/>
                </a:path>
                <a:path w="3810" h="33020">
                  <a:moveTo>
                    <a:pt x="3810" y="29210"/>
                  </a:moveTo>
                  <a:lnTo>
                    <a:pt x="0" y="29210"/>
                  </a:lnTo>
                  <a:lnTo>
                    <a:pt x="0" y="33020"/>
                  </a:lnTo>
                  <a:lnTo>
                    <a:pt x="3810" y="33020"/>
                  </a:lnTo>
                  <a:lnTo>
                    <a:pt x="3810" y="29210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7" name="object 827"/>
            <p:cNvSpPr/>
            <p:nvPr/>
          </p:nvSpPr>
          <p:spPr>
            <a:xfrm>
              <a:off x="2545079" y="5106670"/>
              <a:ext cx="3810" cy="30480"/>
            </a:xfrm>
            <a:custGeom>
              <a:avLst/>
              <a:gdLst/>
              <a:ahLst/>
              <a:cxnLst/>
              <a:rect l="l" t="t" r="r" b="b"/>
              <a:pathLst>
                <a:path w="3810" h="30479">
                  <a:moveTo>
                    <a:pt x="126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3810" h="30479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10" h="30479">
                  <a:moveTo>
                    <a:pt x="380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7619"/>
                  </a:lnTo>
                  <a:close/>
                </a:path>
                <a:path w="3810" h="30479">
                  <a:moveTo>
                    <a:pt x="3809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3969"/>
                  </a:lnTo>
                  <a:close/>
                </a:path>
                <a:path w="3810" h="30479">
                  <a:moveTo>
                    <a:pt x="3809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3809" y="26669"/>
                  </a:lnTo>
                  <a:lnTo>
                    <a:pt x="3809" y="20319"/>
                  </a:lnTo>
                  <a:close/>
                </a:path>
                <a:path w="3810" h="30479">
                  <a:moveTo>
                    <a:pt x="3809" y="26669"/>
                  </a:moveTo>
                  <a:lnTo>
                    <a:pt x="0" y="26669"/>
                  </a:lnTo>
                  <a:lnTo>
                    <a:pt x="0" y="30479"/>
                  </a:lnTo>
                  <a:lnTo>
                    <a:pt x="1269" y="30479"/>
                  </a:lnTo>
                  <a:lnTo>
                    <a:pt x="1269" y="29209"/>
                  </a:lnTo>
                  <a:lnTo>
                    <a:pt x="3809" y="29209"/>
                  </a:lnTo>
                  <a:lnTo>
                    <a:pt x="3809" y="26669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8" name="object 828"/>
            <p:cNvSpPr/>
            <p:nvPr/>
          </p:nvSpPr>
          <p:spPr>
            <a:xfrm>
              <a:off x="2548889" y="5107939"/>
              <a:ext cx="3810" cy="26670"/>
            </a:xfrm>
            <a:custGeom>
              <a:avLst/>
              <a:gdLst/>
              <a:ahLst/>
              <a:cxnLst/>
              <a:rect l="l" t="t" r="r" b="b"/>
              <a:pathLst>
                <a:path w="3810" h="26670">
                  <a:moveTo>
                    <a:pt x="127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10" h="26670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10" h="26670">
                  <a:moveTo>
                    <a:pt x="381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2699"/>
                  </a:lnTo>
                  <a:close/>
                </a:path>
                <a:path w="3810" h="26670">
                  <a:moveTo>
                    <a:pt x="3810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19049"/>
                  </a:lnTo>
                  <a:close/>
                </a:path>
                <a:path w="3810" h="26670">
                  <a:moveTo>
                    <a:pt x="3810" y="25399"/>
                  </a:moveTo>
                  <a:lnTo>
                    <a:pt x="0" y="25399"/>
                  </a:lnTo>
                  <a:lnTo>
                    <a:pt x="0" y="26669"/>
                  </a:lnTo>
                  <a:lnTo>
                    <a:pt x="3810" y="26669"/>
                  </a:lnTo>
                  <a:lnTo>
                    <a:pt x="3810" y="25399"/>
                  </a:lnTo>
                  <a:close/>
                </a:path>
              </a:pathLst>
            </a:custGeom>
            <a:solidFill>
              <a:srgbClr val="C4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9" name="object 829"/>
            <p:cNvSpPr/>
            <p:nvPr/>
          </p:nvSpPr>
          <p:spPr>
            <a:xfrm>
              <a:off x="2552700" y="5110480"/>
              <a:ext cx="3810" cy="22860"/>
            </a:xfrm>
            <a:custGeom>
              <a:avLst/>
              <a:gdLst/>
              <a:ahLst/>
              <a:cxnLst/>
              <a:rect l="l" t="t" r="r" b="b"/>
              <a:pathLst>
                <a:path w="3810" h="22860">
                  <a:moveTo>
                    <a:pt x="253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70"/>
                  </a:lnTo>
                  <a:lnTo>
                    <a:pt x="2539" y="1270"/>
                  </a:lnTo>
                  <a:lnTo>
                    <a:pt x="2539" y="0"/>
                  </a:lnTo>
                  <a:close/>
                </a:path>
                <a:path w="3810" h="22860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10" h="22860">
                  <a:moveTo>
                    <a:pt x="381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60"/>
                  </a:lnTo>
                  <a:close/>
                </a:path>
                <a:path w="3810" h="22860">
                  <a:moveTo>
                    <a:pt x="3810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1269" y="22860"/>
                  </a:lnTo>
                  <a:lnTo>
                    <a:pt x="1269" y="21590"/>
                  </a:lnTo>
                  <a:lnTo>
                    <a:pt x="3810" y="21590"/>
                  </a:lnTo>
                  <a:lnTo>
                    <a:pt x="3810" y="16510"/>
                  </a:lnTo>
                  <a:close/>
                </a:path>
              </a:pathLst>
            </a:custGeom>
            <a:solidFill>
              <a:srgbClr val="C6CF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0" name="object 830"/>
            <p:cNvSpPr/>
            <p:nvPr/>
          </p:nvSpPr>
          <p:spPr>
            <a:xfrm>
              <a:off x="2556510" y="5113020"/>
              <a:ext cx="2540" cy="17780"/>
            </a:xfrm>
            <a:custGeom>
              <a:avLst/>
              <a:gdLst/>
              <a:ahLst/>
              <a:cxnLst/>
              <a:rect l="l" t="t" r="r" b="b"/>
              <a:pathLst>
                <a:path w="2539" h="17779">
                  <a:moveTo>
                    <a:pt x="253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  <a:path w="2539" h="17779">
                  <a:moveTo>
                    <a:pt x="253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2539" y="7619"/>
                  </a:lnTo>
                  <a:lnTo>
                    <a:pt x="2539" y="1269"/>
                  </a:lnTo>
                  <a:close/>
                </a:path>
                <a:path w="2539" h="17779">
                  <a:moveTo>
                    <a:pt x="253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2539" y="13969"/>
                  </a:lnTo>
                  <a:lnTo>
                    <a:pt x="2539" y="7619"/>
                  </a:lnTo>
                  <a:close/>
                </a:path>
                <a:path w="2539" h="17779">
                  <a:moveTo>
                    <a:pt x="2539" y="13969"/>
                  </a:moveTo>
                  <a:lnTo>
                    <a:pt x="0" y="13969"/>
                  </a:lnTo>
                  <a:lnTo>
                    <a:pt x="0" y="17779"/>
                  </a:lnTo>
                  <a:lnTo>
                    <a:pt x="2539" y="17779"/>
                  </a:lnTo>
                  <a:lnTo>
                    <a:pt x="2539" y="13969"/>
                  </a:lnTo>
                  <a:close/>
                </a:path>
              </a:pathLst>
            </a:custGeom>
            <a:solidFill>
              <a:srgbClr val="C9D1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1" name="object 831"/>
            <p:cNvSpPr/>
            <p:nvPr/>
          </p:nvSpPr>
          <p:spPr>
            <a:xfrm>
              <a:off x="2559050" y="5114289"/>
              <a:ext cx="3810" cy="15240"/>
            </a:xfrm>
            <a:custGeom>
              <a:avLst/>
              <a:gdLst/>
              <a:ahLst/>
              <a:cxnLst/>
              <a:rect l="l" t="t" r="r" b="b"/>
              <a:pathLst>
                <a:path w="3810" h="15239">
                  <a:moveTo>
                    <a:pt x="126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lnTo>
                    <a:pt x="2539" y="3809"/>
                  </a:lnTo>
                  <a:lnTo>
                    <a:pt x="2539" y="2539"/>
                  </a:lnTo>
                  <a:lnTo>
                    <a:pt x="1269" y="2539"/>
                  </a:lnTo>
                  <a:lnTo>
                    <a:pt x="1269" y="0"/>
                  </a:lnTo>
                  <a:close/>
                </a:path>
                <a:path w="3810" h="15239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2539" y="12699"/>
                  </a:lnTo>
                  <a:lnTo>
                    <a:pt x="2539" y="11429"/>
                  </a:lnTo>
                  <a:lnTo>
                    <a:pt x="3810" y="11429"/>
                  </a:lnTo>
                  <a:lnTo>
                    <a:pt x="3810" y="6349"/>
                  </a:lnTo>
                  <a:close/>
                </a:path>
                <a:path w="3810" h="15239">
                  <a:moveTo>
                    <a:pt x="126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1269" y="15239"/>
                  </a:lnTo>
                  <a:lnTo>
                    <a:pt x="1269" y="12699"/>
                  </a:lnTo>
                  <a:close/>
                </a:path>
              </a:pathLst>
            </a:custGeom>
            <a:solidFill>
              <a:srgbClr val="CCD3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2" name="object 832"/>
            <p:cNvSpPr/>
            <p:nvPr/>
          </p:nvSpPr>
          <p:spPr>
            <a:xfrm>
              <a:off x="2562860" y="5118100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2539"/>
                  </a:moveTo>
                  <a:lnTo>
                    <a:pt x="0" y="0"/>
                  </a:lnTo>
                  <a:lnTo>
                    <a:pt x="0" y="2539"/>
                  </a:lnTo>
                  <a:close/>
                </a:path>
                <a:path h="7620">
                  <a:moveTo>
                    <a:pt x="0" y="7619"/>
                  </a:moveTo>
                  <a:lnTo>
                    <a:pt x="0" y="2540"/>
                  </a:lnTo>
                  <a:lnTo>
                    <a:pt x="0" y="7619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3" name="object 833"/>
            <p:cNvSpPr/>
            <p:nvPr/>
          </p:nvSpPr>
          <p:spPr>
            <a:xfrm>
              <a:off x="2277110" y="5090159"/>
              <a:ext cx="284480" cy="62230"/>
            </a:xfrm>
            <a:custGeom>
              <a:avLst/>
              <a:gdLst/>
              <a:ahLst/>
              <a:cxnLst/>
              <a:rect l="l" t="t" r="r" b="b"/>
              <a:pathLst>
                <a:path w="284480" h="62229">
                  <a:moveTo>
                    <a:pt x="142239" y="0"/>
                  </a:moveTo>
                  <a:lnTo>
                    <a:pt x="87332" y="2440"/>
                  </a:lnTo>
                  <a:lnTo>
                    <a:pt x="42068" y="9048"/>
                  </a:lnTo>
                  <a:lnTo>
                    <a:pt x="11330" y="18752"/>
                  </a:lnTo>
                  <a:lnTo>
                    <a:pt x="0" y="30479"/>
                  </a:lnTo>
                  <a:lnTo>
                    <a:pt x="11330" y="42941"/>
                  </a:lnTo>
                  <a:lnTo>
                    <a:pt x="42068" y="53022"/>
                  </a:lnTo>
                  <a:lnTo>
                    <a:pt x="87332" y="59769"/>
                  </a:lnTo>
                  <a:lnTo>
                    <a:pt x="142239" y="62229"/>
                  </a:lnTo>
                  <a:lnTo>
                    <a:pt x="197147" y="59769"/>
                  </a:lnTo>
                  <a:lnTo>
                    <a:pt x="242411" y="53022"/>
                  </a:lnTo>
                  <a:lnTo>
                    <a:pt x="273149" y="42941"/>
                  </a:lnTo>
                  <a:lnTo>
                    <a:pt x="284479" y="30479"/>
                  </a:lnTo>
                  <a:lnTo>
                    <a:pt x="273149" y="18752"/>
                  </a:lnTo>
                  <a:lnTo>
                    <a:pt x="242411" y="9048"/>
                  </a:lnTo>
                  <a:lnTo>
                    <a:pt x="197147" y="2440"/>
                  </a:lnTo>
                  <a:lnTo>
                    <a:pt x="142239" y="0"/>
                  </a:lnTo>
                  <a:close/>
                </a:path>
              </a:pathLst>
            </a:custGeom>
            <a:ln w="646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4" name="object 834"/>
            <p:cNvSpPr/>
            <p:nvPr/>
          </p:nvSpPr>
          <p:spPr>
            <a:xfrm>
              <a:off x="2430780" y="5483859"/>
              <a:ext cx="2540" cy="200660"/>
            </a:xfrm>
            <a:custGeom>
              <a:avLst/>
              <a:gdLst/>
              <a:ahLst/>
              <a:cxnLst/>
              <a:rect l="l" t="t" r="r" b="b"/>
              <a:pathLst>
                <a:path w="2539" h="200660">
                  <a:moveTo>
                    <a:pt x="2540" y="0"/>
                  </a:moveTo>
                  <a:lnTo>
                    <a:pt x="1270" y="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0" y="199390"/>
                  </a:lnTo>
                  <a:lnTo>
                    <a:pt x="1270" y="199390"/>
                  </a:lnTo>
                  <a:lnTo>
                    <a:pt x="1270" y="200660"/>
                  </a:lnTo>
                  <a:lnTo>
                    <a:pt x="2540" y="200660"/>
                  </a:lnTo>
                  <a:lnTo>
                    <a:pt x="2540" y="199390"/>
                  </a:lnTo>
                  <a:lnTo>
                    <a:pt x="2540" y="3810"/>
                  </a:lnTo>
                  <a:lnTo>
                    <a:pt x="2540" y="254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5" name="object 835"/>
            <p:cNvSpPr/>
            <p:nvPr/>
          </p:nvSpPr>
          <p:spPr>
            <a:xfrm>
              <a:off x="2433320" y="5481320"/>
              <a:ext cx="3810" cy="207010"/>
            </a:xfrm>
            <a:custGeom>
              <a:avLst/>
              <a:gdLst/>
              <a:ahLst/>
              <a:cxnLst/>
              <a:rect l="l" t="t" r="r" b="b"/>
              <a:pathLst>
                <a:path w="3810" h="207010">
                  <a:moveTo>
                    <a:pt x="3810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0"/>
                  </a:lnTo>
                  <a:close/>
                </a:path>
                <a:path w="3810" h="207010">
                  <a:moveTo>
                    <a:pt x="3810" y="6349"/>
                  </a:moveTo>
                  <a:lnTo>
                    <a:pt x="0" y="6349"/>
                  </a:lnTo>
                  <a:lnTo>
                    <a:pt x="0" y="203199"/>
                  </a:lnTo>
                  <a:lnTo>
                    <a:pt x="3810" y="203199"/>
                  </a:lnTo>
                  <a:lnTo>
                    <a:pt x="3810" y="6349"/>
                  </a:lnTo>
                  <a:close/>
                </a:path>
                <a:path w="3810" h="207010">
                  <a:moveTo>
                    <a:pt x="3810" y="203199"/>
                  </a:moveTo>
                  <a:lnTo>
                    <a:pt x="0" y="203199"/>
                  </a:lnTo>
                  <a:lnTo>
                    <a:pt x="0" y="204469"/>
                  </a:lnTo>
                  <a:lnTo>
                    <a:pt x="1269" y="204469"/>
                  </a:lnTo>
                  <a:lnTo>
                    <a:pt x="1269" y="205739"/>
                  </a:lnTo>
                  <a:lnTo>
                    <a:pt x="3810" y="205739"/>
                  </a:lnTo>
                  <a:lnTo>
                    <a:pt x="3810" y="203199"/>
                  </a:lnTo>
                  <a:close/>
                </a:path>
                <a:path w="3810" h="207010">
                  <a:moveTo>
                    <a:pt x="3810" y="205739"/>
                  </a:moveTo>
                  <a:lnTo>
                    <a:pt x="1269" y="205739"/>
                  </a:lnTo>
                  <a:lnTo>
                    <a:pt x="1269" y="207009"/>
                  </a:lnTo>
                  <a:lnTo>
                    <a:pt x="3810" y="207009"/>
                  </a:lnTo>
                  <a:lnTo>
                    <a:pt x="3810" y="205739"/>
                  </a:lnTo>
                  <a:close/>
                </a:path>
              </a:pathLst>
            </a:custGeom>
            <a:solidFill>
              <a:srgbClr val="CED5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6" name="object 836"/>
            <p:cNvSpPr/>
            <p:nvPr/>
          </p:nvSpPr>
          <p:spPr>
            <a:xfrm>
              <a:off x="2437129" y="5478780"/>
              <a:ext cx="3810" cy="212090"/>
            </a:xfrm>
            <a:custGeom>
              <a:avLst/>
              <a:gdLst/>
              <a:ahLst/>
              <a:cxnLst/>
              <a:rect l="l" t="t" r="r" b="b"/>
              <a:pathLst>
                <a:path w="3810" h="212089">
                  <a:moveTo>
                    <a:pt x="3809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09" y="2540"/>
                  </a:lnTo>
                  <a:lnTo>
                    <a:pt x="3809" y="0"/>
                  </a:lnTo>
                  <a:close/>
                </a:path>
                <a:path w="3810" h="212089">
                  <a:moveTo>
                    <a:pt x="3809" y="2540"/>
                  </a:moveTo>
                  <a:lnTo>
                    <a:pt x="0" y="2540"/>
                  </a:lnTo>
                  <a:lnTo>
                    <a:pt x="0" y="8890"/>
                  </a:lnTo>
                  <a:lnTo>
                    <a:pt x="3809" y="8890"/>
                  </a:lnTo>
                  <a:lnTo>
                    <a:pt x="3809" y="2540"/>
                  </a:lnTo>
                  <a:close/>
                </a:path>
                <a:path w="3810" h="212089">
                  <a:moveTo>
                    <a:pt x="3809" y="8890"/>
                  </a:moveTo>
                  <a:lnTo>
                    <a:pt x="0" y="8890"/>
                  </a:lnTo>
                  <a:lnTo>
                    <a:pt x="0" y="205740"/>
                  </a:lnTo>
                  <a:lnTo>
                    <a:pt x="3809" y="205740"/>
                  </a:lnTo>
                  <a:lnTo>
                    <a:pt x="3809" y="8890"/>
                  </a:lnTo>
                  <a:close/>
                </a:path>
                <a:path w="3810" h="212089">
                  <a:moveTo>
                    <a:pt x="3809" y="205740"/>
                  </a:moveTo>
                  <a:lnTo>
                    <a:pt x="0" y="205740"/>
                  </a:lnTo>
                  <a:lnTo>
                    <a:pt x="0" y="208280"/>
                  </a:lnTo>
                  <a:lnTo>
                    <a:pt x="3809" y="208280"/>
                  </a:lnTo>
                  <a:lnTo>
                    <a:pt x="3809" y="205740"/>
                  </a:lnTo>
                  <a:close/>
                </a:path>
                <a:path w="3810" h="212089">
                  <a:moveTo>
                    <a:pt x="3809" y="208280"/>
                  </a:moveTo>
                  <a:lnTo>
                    <a:pt x="0" y="208280"/>
                  </a:lnTo>
                  <a:lnTo>
                    <a:pt x="0" y="210820"/>
                  </a:lnTo>
                  <a:lnTo>
                    <a:pt x="1269" y="210820"/>
                  </a:lnTo>
                  <a:lnTo>
                    <a:pt x="1269" y="212090"/>
                  </a:lnTo>
                  <a:lnTo>
                    <a:pt x="3809" y="212090"/>
                  </a:lnTo>
                  <a:lnTo>
                    <a:pt x="3809" y="208280"/>
                  </a:lnTo>
                  <a:close/>
                </a:path>
              </a:pathLst>
            </a:custGeom>
            <a:solidFill>
              <a:srgbClr val="CCD3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7" name="object 837"/>
            <p:cNvSpPr/>
            <p:nvPr/>
          </p:nvSpPr>
          <p:spPr>
            <a:xfrm>
              <a:off x="2440940" y="5477522"/>
              <a:ext cx="2540" cy="214629"/>
            </a:xfrm>
            <a:custGeom>
              <a:avLst/>
              <a:gdLst/>
              <a:ahLst/>
              <a:cxnLst/>
              <a:rect l="l" t="t" r="r" b="b"/>
              <a:pathLst>
                <a:path w="2539" h="214629">
                  <a:moveTo>
                    <a:pt x="2540" y="213360"/>
                  </a:moveTo>
                  <a:lnTo>
                    <a:pt x="0" y="213360"/>
                  </a:lnTo>
                  <a:lnTo>
                    <a:pt x="0" y="214617"/>
                  </a:lnTo>
                  <a:lnTo>
                    <a:pt x="2540" y="214617"/>
                  </a:lnTo>
                  <a:lnTo>
                    <a:pt x="2540" y="213360"/>
                  </a:lnTo>
                  <a:close/>
                </a:path>
                <a:path w="2539" h="214629">
                  <a:moveTo>
                    <a:pt x="2540" y="209550"/>
                  </a:moveTo>
                  <a:lnTo>
                    <a:pt x="0" y="209550"/>
                  </a:lnTo>
                  <a:lnTo>
                    <a:pt x="0" y="213347"/>
                  </a:lnTo>
                  <a:lnTo>
                    <a:pt x="2540" y="213347"/>
                  </a:lnTo>
                  <a:lnTo>
                    <a:pt x="2540" y="209550"/>
                  </a:lnTo>
                  <a:close/>
                </a:path>
                <a:path w="2539" h="214629">
                  <a:moveTo>
                    <a:pt x="254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2540" y="209537"/>
                  </a:lnTo>
                  <a:lnTo>
                    <a:pt x="2540" y="207010"/>
                  </a:lnTo>
                  <a:close/>
                </a:path>
                <a:path w="2539" h="214629">
                  <a:moveTo>
                    <a:pt x="2540" y="10160"/>
                  </a:moveTo>
                  <a:lnTo>
                    <a:pt x="0" y="10160"/>
                  </a:lnTo>
                  <a:lnTo>
                    <a:pt x="0" y="206997"/>
                  </a:lnTo>
                  <a:lnTo>
                    <a:pt x="2540" y="206997"/>
                  </a:lnTo>
                  <a:lnTo>
                    <a:pt x="2540" y="10160"/>
                  </a:lnTo>
                  <a:close/>
                </a:path>
                <a:path w="2539" h="214629">
                  <a:moveTo>
                    <a:pt x="2540" y="3810"/>
                  </a:moveTo>
                  <a:lnTo>
                    <a:pt x="0" y="3810"/>
                  </a:lnTo>
                  <a:lnTo>
                    <a:pt x="0" y="10147"/>
                  </a:lnTo>
                  <a:lnTo>
                    <a:pt x="2540" y="10147"/>
                  </a:lnTo>
                  <a:lnTo>
                    <a:pt x="2540" y="3810"/>
                  </a:lnTo>
                  <a:close/>
                </a:path>
                <a:path w="2539" h="214629">
                  <a:moveTo>
                    <a:pt x="254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2540" y="379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C9D1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8" name="object 838"/>
            <p:cNvSpPr/>
            <p:nvPr/>
          </p:nvSpPr>
          <p:spPr>
            <a:xfrm>
              <a:off x="2443480" y="5476239"/>
              <a:ext cx="3810" cy="217170"/>
            </a:xfrm>
            <a:custGeom>
              <a:avLst/>
              <a:gdLst/>
              <a:ahLst/>
              <a:cxnLst/>
              <a:rect l="l" t="t" r="r" b="b"/>
              <a:pathLst>
                <a:path w="3810" h="217170">
                  <a:moveTo>
                    <a:pt x="3810" y="214642"/>
                  </a:moveTo>
                  <a:lnTo>
                    <a:pt x="0" y="21464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214642"/>
                  </a:lnTo>
                  <a:close/>
                </a:path>
                <a:path w="3810" h="217170">
                  <a:moveTo>
                    <a:pt x="3810" y="210832"/>
                  </a:moveTo>
                  <a:lnTo>
                    <a:pt x="0" y="210832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210832"/>
                  </a:lnTo>
                  <a:close/>
                </a:path>
                <a:path w="3810" h="217170">
                  <a:moveTo>
                    <a:pt x="3810" y="208292"/>
                  </a:moveTo>
                  <a:lnTo>
                    <a:pt x="0" y="208292"/>
                  </a:lnTo>
                  <a:lnTo>
                    <a:pt x="0" y="210820"/>
                  </a:lnTo>
                  <a:lnTo>
                    <a:pt x="3810" y="210820"/>
                  </a:lnTo>
                  <a:lnTo>
                    <a:pt x="3810" y="208292"/>
                  </a:lnTo>
                  <a:close/>
                </a:path>
                <a:path w="3810" h="217170">
                  <a:moveTo>
                    <a:pt x="3810" y="11442"/>
                  </a:moveTo>
                  <a:lnTo>
                    <a:pt x="0" y="11442"/>
                  </a:lnTo>
                  <a:lnTo>
                    <a:pt x="0" y="208280"/>
                  </a:lnTo>
                  <a:lnTo>
                    <a:pt x="3810" y="208280"/>
                  </a:lnTo>
                  <a:lnTo>
                    <a:pt x="3810" y="11442"/>
                  </a:lnTo>
                  <a:close/>
                </a:path>
                <a:path w="3810" h="217170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1717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10" h="217170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C6CF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9" name="object 839"/>
            <p:cNvSpPr/>
            <p:nvPr/>
          </p:nvSpPr>
          <p:spPr>
            <a:xfrm>
              <a:off x="2447289" y="5474970"/>
              <a:ext cx="3810" cy="220979"/>
            </a:xfrm>
            <a:custGeom>
              <a:avLst/>
              <a:gdLst/>
              <a:ahLst/>
              <a:cxnLst/>
              <a:rect l="l" t="t" r="r" b="b"/>
              <a:pathLst>
                <a:path w="3810" h="220979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220979">
                  <a:moveTo>
                    <a:pt x="381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2539"/>
                  </a:lnTo>
                  <a:close/>
                </a:path>
                <a:path w="3810" h="220979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10" h="220979">
                  <a:moveTo>
                    <a:pt x="3810" y="12699"/>
                  </a:moveTo>
                  <a:lnTo>
                    <a:pt x="0" y="12699"/>
                  </a:lnTo>
                  <a:lnTo>
                    <a:pt x="0" y="209549"/>
                  </a:lnTo>
                  <a:lnTo>
                    <a:pt x="3810" y="209549"/>
                  </a:lnTo>
                  <a:lnTo>
                    <a:pt x="3810" y="12699"/>
                  </a:lnTo>
                  <a:close/>
                </a:path>
                <a:path w="3810" h="220979">
                  <a:moveTo>
                    <a:pt x="3810" y="209549"/>
                  </a:moveTo>
                  <a:lnTo>
                    <a:pt x="0" y="209549"/>
                  </a:lnTo>
                  <a:lnTo>
                    <a:pt x="0" y="212089"/>
                  </a:lnTo>
                  <a:lnTo>
                    <a:pt x="3810" y="212089"/>
                  </a:lnTo>
                  <a:lnTo>
                    <a:pt x="3810" y="209549"/>
                  </a:lnTo>
                  <a:close/>
                </a:path>
                <a:path w="3810" h="220979">
                  <a:moveTo>
                    <a:pt x="3810" y="212089"/>
                  </a:moveTo>
                  <a:lnTo>
                    <a:pt x="0" y="212089"/>
                  </a:lnTo>
                  <a:lnTo>
                    <a:pt x="0" y="215899"/>
                  </a:lnTo>
                  <a:lnTo>
                    <a:pt x="3810" y="215899"/>
                  </a:lnTo>
                  <a:lnTo>
                    <a:pt x="3810" y="212089"/>
                  </a:lnTo>
                  <a:close/>
                </a:path>
                <a:path w="3810" h="220979">
                  <a:moveTo>
                    <a:pt x="3810" y="215899"/>
                  </a:moveTo>
                  <a:lnTo>
                    <a:pt x="0" y="215899"/>
                  </a:lnTo>
                  <a:lnTo>
                    <a:pt x="0" y="218439"/>
                  </a:lnTo>
                  <a:lnTo>
                    <a:pt x="3810" y="218439"/>
                  </a:lnTo>
                  <a:lnTo>
                    <a:pt x="3810" y="215899"/>
                  </a:lnTo>
                  <a:close/>
                </a:path>
                <a:path w="3810" h="220979">
                  <a:moveTo>
                    <a:pt x="3810" y="218439"/>
                  </a:moveTo>
                  <a:lnTo>
                    <a:pt x="0" y="218439"/>
                  </a:lnTo>
                  <a:lnTo>
                    <a:pt x="0" y="219709"/>
                  </a:lnTo>
                  <a:lnTo>
                    <a:pt x="2540" y="219709"/>
                  </a:lnTo>
                  <a:lnTo>
                    <a:pt x="2540" y="220979"/>
                  </a:lnTo>
                  <a:lnTo>
                    <a:pt x="3810" y="220979"/>
                  </a:lnTo>
                  <a:lnTo>
                    <a:pt x="3810" y="218439"/>
                  </a:lnTo>
                  <a:close/>
                </a:path>
              </a:pathLst>
            </a:custGeom>
            <a:solidFill>
              <a:srgbClr val="C3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0" name="object 840"/>
            <p:cNvSpPr/>
            <p:nvPr/>
          </p:nvSpPr>
          <p:spPr>
            <a:xfrm>
              <a:off x="2451100" y="5472430"/>
              <a:ext cx="3810" cy="223520"/>
            </a:xfrm>
            <a:custGeom>
              <a:avLst/>
              <a:gdLst/>
              <a:ahLst/>
              <a:cxnLst/>
              <a:rect l="l" t="t" r="r" b="b"/>
              <a:pathLst>
                <a:path w="3810" h="223520">
                  <a:moveTo>
                    <a:pt x="3810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  <a:path w="3810" h="223520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223520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10" h="223520">
                  <a:moveTo>
                    <a:pt x="3810" y="8890"/>
                  </a:moveTo>
                  <a:lnTo>
                    <a:pt x="0" y="889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8890"/>
                  </a:lnTo>
                  <a:close/>
                </a:path>
                <a:path w="3810" h="223520">
                  <a:moveTo>
                    <a:pt x="3810" y="15240"/>
                  </a:moveTo>
                  <a:lnTo>
                    <a:pt x="0" y="15240"/>
                  </a:lnTo>
                  <a:lnTo>
                    <a:pt x="0" y="212090"/>
                  </a:lnTo>
                  <a:lnTo>
                    <a:pt x="3810" y="212090"/>
                  </a:lnTo>
                  <a:lnTo>
                    <a:pt x="3810" y="15240"/>
                  </a:lnTo>
                  <a:close/>
                </a:path>
                <a:path w="3810" h="223520">
                  <a:moveTo>
                    <a:pt x="3810" y="212090"/>
                  </a:moveTo>
                  <a:lnTo>
                    <a:pt x="0" y="212090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212090"/>
                  </a:lnTo>
                  <a:close/>
                </a:path>
                <a:path w="3810" h="223520">
                  <a:moveTo>
                    <a:pt x="3810" y="214630"/>
                  </a:moveTo>
                  <a:lnTo>
                    <a:pt x="0" y="214630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4630"/>
                  </a:lnTo>
                  <a:close/>
                </a:path>
                <a:path w="3810" h="223520">
                  <a:moveTo>
                    <a:pt x="3810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8440"/>
                  </a:lnTo>
                  <a:close/>
                </a:path>
                <a:path w="3810" h="223520">
                  <a:moveTo>
                    <a:pt x="3810" y="220980"/>
                  </a:moveTo>
                  <a:lnTo>
                    <a:pt x="0" y="220980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80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1" name="object 841"/>
            <p:cNvSpPr/>
            <p:nvPr/>
          </p:nvSpPr>
          <p:spPr>
            <a:xfrm>
              <a:off x="2454910" y="5471172"/>
              <a:ext cx="3810" cy="227329"/>
            </a:xfrm>
            <a:custGeom>
              <a:avLst/>
              <a:gdLst/>
              <a:ahLst/>
              <a:cxnLst/>
              <a:rect l="l" t="t" r="r" b="b"/>
              <a:pathLst>
                <a:path w="3810" h="227329">
                  <a:moveTo>
                    <a:pt x="3810" y="226060"/>
                  </a:moveTo>
                  <a:lnTo>
                    <a:pt x="2540" y="226060"/>
                  </a:lnTo>
                  <a:lnTo>
                    <a:pt x="2540" y="227317"/>
                  </a:lnTo>
                  <a:lnTo>
                    <a:pt x="3810" y="227317"/>
                  </a:lnTo>
                  <a:lnTo>
                    <a:pt x="3810" y="226060"/>
                  </a:lnTo>
                  <a:close/>
                </a:path>
                <a:path w="3810" h="227329">
                  <a:moveTo>
                    <a:pt x="381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22250"/>
                  </a:lnTo>
                  <a:close/>
                </a:path>
                <a:path w="3810" h="227329">
                  <a:moveTo>
                    <a:pt x="3810" y="219710"/>
                  </a:moveTo>
                  <a:lnTo>
                    <a:pt x="0" y="21971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19710"/>
                  </a:lnTo>
                  <a:close/>
                </a:path>
                <a:path w="3810" h="227329">
                  <a:moveTo>
                    <a:pt x="3810" y="215900"/>
                  </a:moveTo>
                  <a:lnTo>
                    <a:pt x="0" y="215900"/>
                  </a:lnTo>
                  <a:lnTo>
                    <a:pt x="0" y="219697"/>
                  </a:lnTo>
                  <a:lnTo>
                    <a:pt x="3810" y="219697"/>
                  </a:lnTo>
                  <a:lnTo>
                    <a:pt x="3810" y="215900"/>
                  </a:lnTo>
                  <a:close/>
                </a:path>
                <a:path w="3810" h="227329">
                  <a:moveTo>
                    <a:pt x="3810" y="213360"/>
                  </a:moveTo>
                  <a:lnTo>
                    <a:pt x="0" y="213360"/>
                  </a:lnTo>
                  <a:lnTo>
                    <a:pt x="0" y="215887"/>
                  </a:lnTo>
                  <a:lnTo>
                    <a:pt x="3810" y="215887"/>
                  </a:lnTo>
                  <a:lnTo>
                    <a:pt x="3810" y="213360"/>
                  </a:lnTo>
                  <a:close/>
                </a:path>
                <a:path w="3810" h="227329">
                  <a:moveTo>
                    <a:pt x="3810" y="16510"/>
                  </a:moveTo>
                  <a:lnTo>
                    <a:pt x="0" y="16510"/>
                  </a:lnTo>
                  <a:lnTo>
                    <a:pt x="0" y="213347"/>
                  </a:lnTo>
                  <a:lnTo>
                    <a:pt x="3810" y="213347"/>
                  </a:lnTo>
                  <a:lnTo>
                    <a:pt x="3810" y="16510"/>
                  </a:lnTo>
                  <a:close/>
                </a:path>
                <a:path w="3810" h="227329">
                  <a:moveTo>
                    <a:pt x="3810" y="10160"/>
                  </a:moveTo>
                  <a:lnTo>
                    <a:pt x="0" y="1016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0160"/>
                  </a:lnTo>
                  <a:close/>
                </a:path>
                <a:path w="3810" h="2273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273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273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2" name="object 842"/>
            <p:cNvSpPr/>
            <p:nvPr/>
          </p:nvSpPr>
          <p:spPr>
            <a:xfrm>
              <a:off x="2458720" y="5471172"/>
              <a:ext cx="3810" cy="227329"/>
            </a:xfrm>
            <a:custGeom>
              <a:avLst/>
              <a:gdLst/>
              <a:ahLst/>
              <a:cxnLst/>
              <a:rect l="l" t="t" r="r" b="b"/>
              <a:pathLst>
                <a:path w="3810" h="227329">
                  <a:moveTo>
                    <a:pt x="3810" y="226060"/>
                  </a:moveTo>
                  <a:lnTo>
                    <a:pt x="0" y="226060"/>
                  </a:lnTo>
                  <a:lnTo>
                    <a:pt x="0" y="227317"/>
                  </a:lnTo>
                  <a:lnTo>
                    <a:pt x="3810" y="227317"/>
                  </a:lnTo>
                  <a:lnTo>
                    <a:pt x="3810" y="226060"/>
                  </a:lnTo>
                  <a:close/>
                </a:path>
                <a:path w="3810" h="227329">
                  <a:moveTo>
                    <a:pt x="381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22250"/>
                  </a:lnTo>
                  <a:close/>
                </a:path>
                <a:path w="3810" h="227329">
                  <a:moveTo>
                    <a:pt x="3810" y="219710"/>
                  </a:moveTo>
                  <a:lnTo>
                    <a:pt x="0" y="21971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19710"/>
                  </a:lnTo>
                  <a:close/>
                </a:path>
                <a:path w="3810" h="227329">
                  <a:moveTo>
                    <a:pt x="3810" y="215900"/>
                  </a:moveTo>
                  <a:lnTo>
                    <a:pt x="0" y="215900"/>
                  </a:lnTo>
                  <a:lnTo>
                    <a:pt x="0" y="219697"/>
                  </a:lnTo>
                  <a:lnTo>
                    <a:pt x="3810" y="219697"/>
                  </a:lnTo>
                  <a:lnTo>
                    <a:pt x="3810" y="215900"/>
                  </a:lnTo>
                  <a:close/>
                </a:path>
                <a:path w="3810" h="227329">
                  <a:moveTo>
                    <a:pt x="3810" y="213360"/>
                  </a:moveTo>
                  <a:lnTo>
                    <a:pt x="0" y="213360"/>
                  </a:lnTo>
                  <a:lnTo>
                    <a:pt x="0" y="215887"/>
                  </a:lnTo>
                  <a:lnTo>
                    <a:pt x="3810" y="215887"/>
                  </a:lnTo>
                  <a:lnTo>
                    <a:pt x="3810" y="213360"/>
                  </a:lnTo>
                  <a:close/>
                </a:path>
                <a:path w="3810" h="227329">
                  <a:moveTo>
                    <a:pt x="3810" y="16510"/>
                  </a:moveTo>
                  <a:lnTo>
                    <a:pt x="0" y="16510"/>
                  </a:lnTo>
                  <a:lnTo>
                    <a:pt x="0" y="213347"/>
                  </a:lnTo>
                  <a:lnTo>
                    <a:pt x="3810" y="213347"/>
                  </a:lnTo>
                  <a:lnTo>
                    <a:pt x="3810" y="16510"/>
                  </a:lnTo>
                  <a:close/>
                </a:path>
                <a:path w="3810" h="227329">
                  <a:moveTo>
                    <a:pt x="3810" y="10160"/>
                  </a:moveTo>
                  <a:lnTo>
                    <a:pt x="0" y="1016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0160"/>
                  </a:lnTo>
                  <a:close/>
                </a:path>
                <a:path w="3810" h="2273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273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273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B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3" name="object 843"/>
            <p:cNvSpPr/>
            <p:nvPr/>
          </p:nvSpPr>
          <p:spPr>
            <a:xfrm>
              <a:off x="2462530" y="5469889"/>
              <a:ext cx="2540" cy="229870"/>
            </a:xfrm>
            <a:custGeom>
              <a:avLst/>
              <a:gdLst/>
              <a:ahLst/>
              <a:cxnLst/>
              <a:rect l="l" t="t" r="r" b="b"/>
              <a:pathLst>
                <a:path w="2539" h="229870">
                  <a:moveTo>
                    <a:pt x="254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2540" y="229870"/>
                  </a:lnTo>
                  <a:lnTo>
                    <a:pt x="2540" y="227342"/>
                  </a:lnTo>
                  <a:close/>
                </a:path>
                <a:path w="2539" h="229870">
                  <a:moveTo>
                    <a:pt x="254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2540" y="227330"/>
                  </a:lnTo>
                  <a:lnTo>
                    <a:pt x="2540" y="223532"/>
                  </a:lnTo>
                  <a:close/>
                </a:path>
                <a:path w="2539" h="229870">
                  <a:moveTo>
                    <a:pt x="2540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2540" y="223520"/>
                  </a:lnTo>
                  <a:lnTo>
                    <a:pt x="2540" y="220992"/>
                  </a:lnTo>
                  <a:close/>
                </a:path>
                <a:path w="2539" h="229870">
                  <a:moveTo>
                    <a:pt x="2540" y="217182"/>
                  </a:moveTo>
                  <a:lnTo>
                    <a:pt x="0" y="217182"/>
                  </a:lnTo>
                  <a:lnTo>
                    <a:pt x="0" y="220980"/>
                  </a:lnTo>
                  <a:lnTo>
                    <a:pt x="2540" y="220980"/>
                  </a:lnTo>
                  <a:lnTo>
                    <a:pt x="2540" y="217182"/>
                  </a:lnTo>
                  <a:close/>
                </a:path>
                <a:path w="2539" h="229870">
                  <a:moveTo>
                    <a:pt x="2540" y="214642"/>
                  </a:moveTo>
                  <a:lnTo>
                    <a:pt x="0" y="214642"/>
                  </a:lnTo>
                  <a:lnTo>
                    <a:pt x="0" y="217170"/>
                  </a:lnTo>
                  <a:lnTo>
                    <a:pt x="2540" y="217170"/>
                  </a:lnTo>
                  <a:lnTo>
                    <a:pt x="2540" y="214642"/>
                  </a:lnTo>
                  <a:close/>
                </a:path>
                <a:path w="2539" h="229870">
                  <a:moveTo>
                    <a:pt x="2540" y="17792"/>
                  </a:moveTo>
                  <a:lnTo>
                    <a:pt x="0" y="17792"/>
                  </a:lnTo>
                  <a:lnTo>
                    <a:pt x="0" y="214630"/>
                  </a:lnTo>
                  <a:lnTo>
                    <a:pt x="2540" y="214630"/>
                  </a:lnTo>
                  <a:lnTo>
                    <a:pt x="2540" y="17792"/>
                  </a:lnTo>
                  <a:close/>
                </a:path>
                <a:path w="2539" h="229870">
                  <a:moveTo>
                    <a:pt x="254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2540" y="17780"/>
                  </a:lnTo>
                  <a:lnTo>
                    <a:pt x="2540" y="11442"/>
                  </a:lnTo>
                  <a:close/>
                </a:path>
                <a:path w="2539" h="229870">
                  <a:moveTo>
                    <a:pt x="254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7632"/>
                  </a:lnTo>
                  <a:close/>
                </a:path>
                <a:path w="2539" h="229870">
                  <a:moveTo>
                    <a:pt x="254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5092"/>
                  </a:lnTo>
                  <a:close/>
                </a:path>
                <a:path w="2539" h="229870">
                  <a:moveTo>
                    <a:pt x="254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1282"/>
                  </a:lnTo>
                  <a:close/>
                </a:path>
                <a:path w="2539" h="229870">
                  <a:moveTo>
                    <a:pt x="254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4" name="object 844"/>
            <p:cNvSpPr/>
            <p:nvPr/>
          </p:nvSpPr>
          <p:spPr>
            <a:xfrm>
              <a:off x="2465070" y="5469889"/>
              <a:ext cx="3810" cy="231140"/>
            </a:xfrm>
            <a:custGeom>
              <a:avLst/>
              <a:gdLst/>
              <a:ahLst/>
              <a:cxnLst/>
              <a:rect l="l" t="t" r="r" b="b"/>
              <a:pathLst>
                <a:path w="3810" h="231139">
                  <a:moveTo>
                    <a:pt x="3810" y="229882"/>
                  </a:moveTo>
                  <a:lnTo>
                    <a:pt x="1270" y="229882"/>
                  </a:lnTo>
                  <a:lnTo>
                    <a:pt x="1270" y="231140"/>
                  </a:lnTo>
                  <a:lnTo>
                    <a:pt x="3810" y="231140"/>
                  </a:lnTo>
                  <a:lnTo>
                    <a:pt x="3810" y="229882"/>
                  </a:lnTo>
                  <a:close/>
                </a:path>
                <a:path w="3810" h="231139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10" h="231139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10" h="231139">
                  <a:moveTo>
                    <a:pt x="3810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92"/>
                  </a:lnTo>
                  <a:close/>
                </a:path>
                <a:path w="3810" h="231139">
                  <a:moveTo>
                    <a:pt x="3810" y="217182"/>
                  </a:moveTo>
                  <a:lnTo>
                    <a:pt x="0" y="21718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7182"/>
                  </a:lnTo>
                  <a:close/>
                </a:path>
                <a:path w="3810" h="231139">
                  <a:moveTo>
                    <a:pt x="3810" y="214642"/>
                  </a:moveTo>
                  <a:lnTo>
                    <a:pt x="0" y="21464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214642"/>
                  </a:lnTo>
                  <a:close/>
                </a:path>
                <a:path w="3810" h="231139">
                  <a:moveTo>
                    <a:pt x="3810" y="17792"/>
                  </a:moveTo>
                  <a:lnTo>
                    <a:pt x="0" y="17792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17792"/>
                  </a:lnTo>
                  <a:close/>
                </a:path>
                <a:path w="3810" h="23113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31139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10" h="231139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10" h="231139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10" h="231139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6C1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5" name="object 845"/>
            <p:cNvSpPr/>
            <p:nvPr/>
          </p:nvSpPr>
          <p:spPr>
            <a:xfrm>
              <a:off x="2468880" y="5468632"/>
              <a:ext cx="3810" cy="232410"/>
            </a:xfrm>
            <a:custGeom>
              <a:avLst/>
              <a:gdLst/>
              <a:ahLst/>
              <a:cxnLst/>
              <a:rect l="l" t="t" r="r" b="b"/>
              <a:pathLst>
                <a:path w="3810" h="232410">
                  <a:moveTo>
                    <a:pt x="3810" y="231140"/>
                  </a:moveTo>
                  <a:lnTo>
                    <a:pt x="0" y="23114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31140"/>
                  </a:lnTo>
                  <a:close/>
                </a:path>
                <a:path w="3810" h="232410">
                  <a:moveTo>
                    <a:pt x="3810" y="19050"/>
                  </a:moveTo>
                  <a:lnTo>
                    <a:pt x="0" y="19050"/>
                  </a:lnTo>
                  <a:lnTo>
                    <a:pt x="0" y="215887"/>
                  </a:lnTo>
                  <a:lnTo>
                    <a:pt x="3810" y="215887"/>
                  </a:lnTo>
                  <a:lnTo>
                    <a:pt x="3810" y="19050"/>
                  </a:lnTo>
                  <a:close/>
                </a:path>
                <a:path w="3810" h="232410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10" h="23241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10" h="23241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10" h="23241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10" h="23241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3BF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6" name="object 846"/>
            <p:cNvSpPr/>
            <p:nvPr/>
          </p:nvSpPr>
          <p:spPr>
            <a:xfrm>
              <a:off x="2472690" y="5467350"/>
              <a:ext cx="3810" cy="234950"/>
            </a:xfrm>
            <a:custGeom>
              <a:avLst/>
              <a:gdLst/>
              <a:ahLst/>
              <a:cxnLst/>
              <a:rect l="l" t="t" r="r" b="b"/>
              <a:pathLst>
                <a:path w="3810" h="234950">
                  <a:moveTo>
                    <a:pt x="38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2422"/>
                  </a:lnTo>
                  <a:close/>
                </a:path>
                <a:path w="3810" h="234950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10" h="234950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10" h="234950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10" h="234950">
                  <a:moveTo>
                    <a:pt x="3810" y="219722"/>
                  </a:moveTo>
                  <a:lnTo>
                    <a:pt x="0" y="21972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9722"/>
                  </a:lnTo>
                  <a:close/>
                </a:path>
                <a:path w="3810" h="234950">
                  <a:moveTo>
                    <a:pt x="3810" y="217182"/>
                  </a:moveTo>
                  <a:lnTo>
                    <a:pt x="0" y="21718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17182"/>
                  </a:lnTo>
                  <a:close/>
                </a:path>
                <a:path w="3810" h="234950">
                  <a:moveTo>
                    <a:pt x="3810" y="20332"/>
                  </a:moveTo>
                  <a:lnTo>
                    <a:pt x="0" y="2033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20332"/>
                  </a:lnTo>
                  <a:close/>
                </a:path>
                <a:path w="3810" h="23495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34950">
                  <a:moveTo>
                    <a:pt x="381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0172"/>
                  </a:lnTo>
                  <a:close/>
                </a:path>
                <a:path w="3810" h="234950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10" h="234950">
                  <a:moveTo>
                    <a:pt x="381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3822"/>
                  </a:lnTo>
                  <a:close/>
                </a:path>
                <a:path w="3810" h="234950">
                  <a:moveTo>
                    <a:pt x="381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82"/>
                  </a:lnTo>
                  <a:close/>
                </a:path>
                <a:path w="3810" h="23495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1BD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7" name="object 847"/>
            <p:cNvSpPr/>
            <p:nvPr/>
          </p:nvSpPr>
          <p:spPr>
            <a:xfrm>
              <a:off x="2476500" y="5467350"/>
              <a:ext cx="3810" cy="236220"/>
            </a:xfrm>
            <a:custGeom>
              <a:avLst/>
              <a:gdLst/>
              <a:ahLst/>
              <a:cxnLst/>
              <a:rect l="l" t="t" r="r" b="b"/>
              <a:pathLst>
                <a:path w="3810" h="236220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10" h="236220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10" h="236220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10" h="236220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10" h="236220">
                  <a:moveTo>
                    <a:pt x="3810" y="219722"/>
                  </a:moveTo>
                  <a:lnTo>
                    <a:pt x="0" y="21972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9722"/>
                  </a:lnTo>
                  <a:close/>
                </a:path>
                <a:path w="3810" h="236220">
                  <a:moveTo>
                    <a:pt x="3810" y="217182"/>
                  </a:moveTo>
                  <a:lnTo>
                    <a:pt x="0" y="21718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17182"/>
                  </a:lnTo>
                  <a:close/>
                </a:path>
                <a:path w="3810" h="236220">
                  <a:moveTo>
                    <a:pt x="3810" y="20332"/>
                  </a:moveTo>
                  <a:lnTo>
                    <a:pt x="0" y="2033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20332"/>
                  </a:lnTo>
                  <a:close/>
                </a:path>
                <a:path w="3810" h="23622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36220">
                  <a:moveTo>
                    <a:pt x="381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0172"/>
                  </a:lnTo>
                  <a:close/>
                </a:path>
                <a:path w="3810" h="236220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10" h="236220">
                  <a:moveTo>
                    <a:pt x="381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3822"/>
                  </a:lnTo>
                  <a:close/>
                </a:path>
                <a:path w="3810" h="236220">
                  <a:moveTo>
                    <a:pt x="381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82"/>
                  </a:lnTo>
                  <a:close/>
                </a:path>
                <a:path w="3810" h="23622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EBA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8" name="object 848"/>
            <p:cNvSpPr/>
            <p:nvPr/>
          </p:nvSpPr>
          <p:spPr>
            <a:xfrm>
              <a:off x="2480310" y="5466080"/>
              <a:ext cx="3810" cy="238760"/>
            </a:xfrm>
            <a:custGeom>
              <a:avLst/>
              <a:gdLst/>
              <a:ahLst/>
              <a:cxnLst/>
              <a:rect l="l" t="t" r="r" b="b"/>
              <a:pathLst>
                <a:path w="3810" h="238760">
                  <a:moveTo>
                    <a:pt x="3809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09" y="2540"/>
                  </a:lnTo>
                  <a:lnTo>
                    <a:pt x="3809" y="0"/>
                  </a:lnTo>
                  <a:close/>
                </a:path>
                <a:path w="3810" h="238760">
                  <a:moveTo>
                    <a:pt x="380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2540"/>
                  </a:lnTo>
                  <a:close/>
                </a:path>
                <a:path w="3810" h="238760">
                  <a:moveTo>
                    <a:pt x="380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09" y="8890"/>
                  </a:lnTo>
                  <a:lnTo>
                    <a:pt x="3809" y="5080"/>
                  </a:lnTo>
                  <a:close/>
                </a:path>
                <a:path w="3810" h="238760">
                  <a:moveTo>
                    <a:pt x="380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8890"/>
                  </a:lnTo>
                  <a:close/>
                </a:path>
                <a:path w="3810" h="238760">
                  <a:moveTo>
                    <a:pt x="3809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09" y="15240"/>
                  </a:lnTo>
                  <a:lnTo>
                    <a:pt x="3809" y="11430"/>
                  </a:lnTo>
                  <a:close/>
                </a:path>
                <a:path w="3810" h="238760">
                  <a:moveTo>
                    <a:pt x="3809" y="15240"/>
                  </a:moveTo>
                  <a:lnTo>
                    <a:pt x="0" y="15240"/>
                  </a:lnTo>
                  <a:lnTo>
                    <a:pt x="0" y="21590"/>
                  </a:lnTo>
                  <a:lnTo>
                    <a:pt x="3809" y="21590"/>
                  </a:lnTo>
                  <a:lnTo>
                    <a:pt x="3809" y="15240"/>
                  </a:lnTo>
                  <a:close/>
                </a:path>
                <a:path w="3810" h="238760">
                  <a:moveTo>
                    <a:pt x="3809" y="21590"/>
                  </a:moveTo>
                  <a:lnTo>
                    <a:pt x="0" y="21590"/>
                  </a:lnTo>
                  <a:lnTo>
                    <a:pt x="0" y="218440"/>
                  </a:lnTo>
                  <a:lnTo>
                    <a:pt x="3809" y="218440"/>
                  </a:lnTo>
                  <a:lnTo>
                    <a:pt x="3809" y="21590"/>
                  </a:lnTo>
                  <a:close/>
                </a:path>
                <a:path w="3810" h="238760">
                  <a:moveTo>
                    <a:pt x="3809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3809" y="220980"/>
                  </a:lnTo>
                  <a:lnTo>
                    <a:pt x="3809" y="218440"/>
                  </a:lnTo>
                  <a:close/>
                </a:path>
                <a:path w="3810" h="238760">
                  <a:moveTo>
                    <a:pt x="3809" y="220980"/>
                  </a:moveTo>
                  <a:lnTo>
                    <a:pt x="0" y="220980"/>
                  </a:lnTo>
                  <a:lnTo>
                    <a:pt x="0" y="224790"/>
                  </a:lnTo>
                  <a:lnTo>
                    <a:pt x="3809" y="224790"/>
                  </a:lnTo>
                  <a:lnTo>
                    <a:pt x="3809" y="220980"/>
                  </a:lnTo>
                  <a:close/>
                </a:path>
                <a:path w="3810" h="238760">
                  <a:moveTo>
                    <a:pt x="3809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09" y="227330"/>
                  </a:lnTo>
                  <a:lnTo>
                    <a:pt x="3809" y="224790"/>
                  </a:lnTo>
                  <a:close/>
                </a:path>
                <a:path w="3810" h="238760">
                  <a:moveTo>
                    <a:pt x="3809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3809" y="231140"/>
                  </a:lnTo>
                  <a:lnTo>
                    <a:pt x="3809" y="227330"/>
                  </a:lnTo>
                  <a:close/>
                </a:path>
                <a:path w="3810" h="238760">
                  <a:moveTo>
                    <a:pt x="3809" y="231140"/>
                  </a:moveTo>
                  <a:lnTo>
                    <a:pt x="0" y="231140"/>
                  </a:lnTo>
                  <a:lnTo>
                    <a:pt x="0" y="233680"/>
                  </a:lnTo>
                  <a:lnTo>
                    <a:pt x="3809" y="233680"/>
                  </a:lnTo>
                  <a:lnTo>
                    <a:pt x="3809" y="231140"/>
                  </a:lnTo>
                  <a:close/>
                </a:path>
                <a:path w="3810" h="238760">
                  <a:moveTo>
                    <a:pt x="3809" y="233680"/>
                  </a:moveTo>
                  <a:lnTo>
                    <a:pt x="0" y="233680"/>
                  </a:lnTo>
                  <a:lnTo>
                    <a:pt x="0" y="237490"/>
                  </a:lnTo>
                  <a:lnTo>
                    <a:pt x="3809" y="237490"/>
                  </a:lnTo>
                  <a:lnTo>
                    <a:pt x="3809" y="233680"/>
                  </a:lnTo>
                  <a:close/>
                </a:path>
                <a:path w="3810" h="238760">
                  <a:moveTo>
                    <a:pt x="3809" y="237490"/>
                  </a:moveTo>
                  <a:lnTo>
                    <a:pt x="2539" y="237490"/>
                  </a:lnTo>
                  <a:lnTo>
                    <a:pt x="2539" y="238760"/>
                  </a:lnTo>
                  <a:lnTo>
                    <a:pt x="3809" y="238760"/>
                  </a:lnTo>
                  <a:lnTo>
                    <a:pt x="3809" y="237490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9" name="object 849"/>
            <p:cNvSpPr/>
            <p:nvPr/>
          </p:nvSpPr>
          <p:spPr>
            <a:xfrm>
              <a:off x="2484120" y="5466080"/>
              <a:ext cx="3810" cy="238760"/>
            </a:xfrm>
            <a:custGeom>
              <a:avLst/>
              <a:gdLst/>
              <a:ahLst/>
              <a:cxnLst/>
              <a:rect l="l" t="t" r="r" b="b"/>
              <a:pathLst>
                <a:path w="3810" h="238760">
                  <a:moveTo>
                    <a:pt x="3810" y="237502"/>
                  </a:moveTo>
                  <a:lnTo>
                    <a:pt x="0" y="23750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7502"/>
                  </a:lnTo>
                  <a:close/>
                </a:path>
                <a:path w="3810" h="238760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10" h="238760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10" h="238760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38760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38760">
                  <a:moveTo>
                    <a:pt x="381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0992"/>
                  </a:lnTo>
                  <a:close/>
                </a:path>
                <a:path w="3810" h="238760">
                  <a:moveTo>
                    <a:pt x="3810" y="218452"/>
                  </a:moveTo>
                  <a:lnTo>
                    <a:pt x="0" y="21845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8452"/>
                  </a:lnTo>
                  <a:close/>
                </a:path>
                <a:path w="3810" h="238760">
                  <a:moveTo>
                    <a:pt x="3810" y="21602"/>
                  </a:moveTo>
                  <a:lnTo>
                    <a:pt x="0" y="21602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602"/>
                  </a:lnTo>
                  <a:close/>
                </a:path>
                <a:path w="3810" h="238760">
                  <a:moveTo>
                    <a:pt x="3810" y="15252"/>
                  </a:moveTo>
                  <a:lnTo>
                    <a:pt x="0" y="1525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5252"/>
                  </a:lnTo>
                  <a:close/>
                </a:path>
                <a:path w="3810" h="238760">
                  <a:moveTo>
                    <a:pt x="381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42"/>
                  </a:lnTo>
                  <a:close/>
                </a:path>
                <a:path w="3810" h="238760">
                  <a:moveTo>
                    <a:pt x="381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902"/>
                  </a:lnTo>
                  <a:close/>
                </a:path>
                <a:path w="3810" h="238760">
                  <a:moveTo>
                    <a:pt x="381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92"/>
                  </a:lnTo>
                  <a:close/>
                </a:path>
                <a:path w="3810" h="238760">
                  <a:moveTo>
                    <a:pt x="381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52"/>
                  </a:lnTo>
                  <a:close/>
                </a:path>
                <a:path w="3810" h="23876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0" name="object 850"/>
            <p:cNvSpPr/>
            <p:nvPr/>
          </p:nvSpPr>
          <p:spPr>
            <a:xfrm>
              <a:off x="2487929" y="5464809"/>
              <a:ext cx="3810" cy="240029"/>
            </a:xfrm>
            <a:custGeom>
              <a:avLst/>
              <a:gdLst/>
              <a:ahLst/>
              <a:cxnLst/>
              <a:rect l="l" t="t" r="r" b="b"/>
              <a:pathLst>
                <a:path w="3810" h="240029">
                  <a:moveTo>
                    <a:pt x="3809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0"/>
                  </a:lnTo>
                  <a:close/>
                </a:path>
                <a:path w="3810" h="240029">
                  <a:moveTo>
                    <a:pt x="380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3809"/>
                  </a:lnTo>
                  <a:close/>
                </a:path>
                <a:path w="3810" h="240029">
                  <a:moveTo>
                    <a:pt x="380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6350"/>
                  </a:lnTo>
                  <a:close/>
                </a:path>
                <a:path w="3810" h="240029">
                  <a:moveTo>
                    <a:pt x="380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10159"/>
                  </a:lnTo>
                  <a:close/>
                </a:path>
                <a:path w="3810" h="240029">
                  <a:moveTo>
                    <a:pt x="380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2700"/>
                  </a:lnTo>
                  <a:close/>
                </a:path>
                <a:path w="3810" h="240029">
                  <a:moveTo>
                    <a:pt x="3809" y="16509"/>
                  </a:moveTo>
                  <a:lnTo>
                    <a:pt x="0" y="16509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16509"/>
                  </a:lnTo>
                  <a:close/>
                </a:path>
                <a:path w="3810" h="240029">
                  <a:moveTo>
                    <a:pt x="3809" y="22859"/>
                  </a:moveTo>
                  <a:lnTo>
                    <a:pt x="0" y="22859"/>
                  </a:lnTo>
                  <a:lnTo>
                    <a:pt x="0" y="219709"/>
                  </a:lnTo>
                  <a:lnTo>
                    <a:pt x="3809" y="219709"/>
                  </a:lnTo>
                  <a:lnTo>
                    <a:pt x="3809" y="22859"/>
                  </a:lnTo>
                  <a:close/>
                </a:path>
                <a:path w="3810" h="240029">
                  <a:moveTo>
                    <a:pt x="3809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3809" y="222249"/>
                  </a:lnTo>
                  <a:lnTo>
                    <a:pt x="3809" y="219709"/>
                  </a:lnTo>
                  <a:close/>
                </a:path>
                <a:path w="3810" h="240029">
                  <a:moveTo>
                    <a:pt x="3809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3809" y="226059"/>
                  </a:lnTo>
                  <a:lnTo>
                    <a:pt x="3809" y="222250"/>
                  </a:lnTo>
                  <a:close/>
                </a:path>
                <a:path w="3810" h="240029">
                  <a:moveTo>
                    <a:pt x="3809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3809" y="228599"/>
                  </a:lnTo>
                  <a:lnTo>
                    <a:pt x="3809" y="226059"/>
                  </a:lnTo>
                  <a:close/>
                </a:path>
                <a:path w="3810" h="240029">
                  <a:moveTo>
                    <a:pt x="3809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3809" y="232409"/>
                  </a:lnTo>
                  <a:lnTo>
                    <a:pt x="3809" y="228600"/>
                  </a:lnTo>
                  <a:close/>
                </a:path>
                <a:path w="3810" h="240029">
                  <a:moveTo>
                    <a:pt x="3809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3809" y="234949"/>
                  </a:lnTo>
                  <a:lnTo>
                    <a:pt x="3809" y="232409"/>
                  </a:lnTo>
                  <a:close/>
                </a:path>
                <a:path w="3810" h="240029">
                  <a:moveTo>
                    <a:pt x="3809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3809" y="238759"/>
                  </a:lnTo>
                  <a:lnTo>
                    <a:pt x="3809" y="234950"/>
                  </a:lnTo>
                  <a:close/>
                </a:path>
                <a:path w="3810" h="240029">
                  <a:moveTo>
                    <a:pt x="3809" y="238759"/>
                  </a:moveTo>
                  <a:lnTo>
                    <a:pt x="0" y="238759"/>
                  </a:lnTo>
                  <a:lnTo>
                    <a:pt x="0" y="240029"/>
                  </a:lnTo>
                  <a:lnTo>
                    <a:pt x="3809" y="240029"/>
                  </a:lnTo>
                  <a:lnTo>
                    <a:pt x="3809" y="238759"/>
                  </a:lnTo>
                  <a:close/>
                </a:path>
              </a:pathLst>
            </a:custGeom>
            <a:solidFill>
              <a:srgbClr val="A6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1" name="object 851"/>
            <p:cNvSpPr/>
            <p:nvPr/>
          </p:nvSpPr>
          <p:spPr>
            <a:xfrm>
              <a:off x="2491739" y="5463539"/>
              <a:ext cx="2540" cy="242570"/>
            </a:xfrm>
            <a:custGeom>
              <a:avLst/>
              <a:gdLst/>
              <a:ahLst/>
              <a:cxnLst/>
              <a:rect l="l" t="t" r="r" b="b"/>
              <a:pathLst>
                <a:path w="2539" h="242570">
                  <a:moveTo>
                    <a:pt x="254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  <a:path w="2539" h="242570">
                  <a:moveTo>
                    <a:pt x="254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1270"/>
                  </a:lnTo>
                  <a:close/>
                </a:path>
                <a:path w="2539" h="242570">
                  <a:moveTo>
                    <a:pt x="2540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5080"/>
                  </a:lnTo>
                  <a:close/>
                </a:path>
                <a:path w="2539" h="242570">
                  <a:moveTo>
                    <a:pt x="2540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7620"/>
                  </a:lnTo>
                  <a:close/>
                </a:path>
                <a:path w="2539" h="242570">
                  <a:moveTo>
                    <a:pt x="2540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2540" y="13970"/>
                  </a:lnTo>
                  <a:lnTo>
                    <a:pt x="2540" y="11430"/>
                  </a:lnTo>
                  <a:close/>
                </a:path>
                <a:path w="2539" h="242570">
                  <a:moveTo>
                    <a:pt x="2540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2540" y="17780"/>
                  </a:lnTo>
                  <a:lnTo>
                    <a:pt x="2540" y="13970"/>
                  </a:lnTo>
                  <a:close/>
                </a:path>
                <a:path w="2539" h="242570">
                  <a:moveTo>
                    <a:pt x="2540" y="17780"/>
                  </a:moveTo>
                  <a:lnTo>
                    <a:pt x="0" y="17780"/>
                  </a:lnTo>
                  <a:lnTo>
                    <a:pt x="0" y="24130"/>
                  </a:lnTo>
                  <a:lnTo>
                    <a:pt x="2540" y="24130"/>
                  </a:lnTo>
                  <a:lnTo>
                    <a:pt x="2540" y="17780"/>
                  </a:lnTo>
                  <a:close/>
                </a:path>
                <a:path w="2539" h="242570">
                  <a:moveTo>
                    <a:pt x="2540" y="24130"/>
                  </a:moveTo>
                  <a:lnTo>
                    <a:pt x="0" y="24130"/>
                  </a:lnTo>
                  <a:lnTo>
                    <a:pt x="0" y="220980"/>
                  </a:lnTo>
                  <a:lnTo>
                    <a:pt x="2540" y="220980"/>
                  </a:lnTo>
                  <a:lnTo>
                    <a:pt x="2540" y="24130"/>
                  </a:lnTo>
                  <a:close/>
                </a:path>
                <a:path w="2539" h="242570">
                  <a:moveTo>
                    <a:pt x="2540" y="220980"/>
                  </a:moveTo>
                  <a:lnTo>
                    <a:pt x="0" y="220980"/>
                  </a:lnTo>
                  <a:lnTo>
                    <a:pt x="0" y="223520"/>
                  </a:lnTo>
                  <a:lnTo>
                    <a:pt x="2540" y="223520"/>
                  </a:lnTo>
                  <a:lnTo>
                    <a:pt x="2540" y="220980"/>
                  </a:lnTo>
                  <a:close/>
                </a:path>
                <a:path w="2539" h="242570">
                  <a:moveTo>
                    <a:pt x="2540" y="223520"/>
                  </a:moveTo>
                  <a:lnTo>
                    <a:pt x="0" y="223520"/>
                  </a:lnTo>
                  <a:lnTo>
                    <a:pt x="0" y="227330"/>
                  </a:lnTo>
                  <a:lnTo>
                    <a:pt x="2540" y="227330"/>
                  </a:lnTo>
                  <a:lnTo>
                    <a:pt x="2540" y="223520"/>
                  </a:lnTo>
                  <a:close/>
                </a:path>
                <a:path w="2539" h="242570">
                  <a:moveTo>
                    <a:pt x="2540" y="227330"/>
                  </a:moveTo>
                  <a:lnTo>
                    <a:pt x="0" y="227330"/>
                  </a:lnTo>
                  <a:lnTo>
                    <a:pt x="0" y="229870"/>
                  </a:lnTo>
                  <a:lnTo>
                    <a:pt x="2540" y="229870"/>
                  </a:lnTo>
                  <a:lnTo>
                    <a:pt x="2540" y="227330"/>
                  </a:lnTo>
                  <a:close/>
                </a:path>
                <a:path w="2539" h="242570">
                  <a:moveTo>
                    <a:pt x="2540" y="229870"/>
                  </a:moveTo>
                  <a:lnTo>
                    <a:pt x="0" y="229870"/>
                  </a:lnTo>
                  <a:lnTo>
                    <a:pt x="0" y="233680"/>
                  </a:lnTo>
                  <a:lnTo>
                    <a:pt x="2540" y="233680"/>
                  </a:lnTo>
                  <a:lnTo>
                    <a:pt x="2540" y="229870"/>
                  </a:lnTo>
                  <a:close/>
                </a:path>
                <a:path w="2539" h="242570">
                  <a:moveTo>
                    <a:pt x="2540" y="233680"/>
                  </a:moveTo>
                  <a:lnTo>
                    <a:pt x="0" y="233680"/>
                  </a:lnTo>
                  <a:lnTo>
                    <a:pt x="0" y="236220"/>
                  </a:lnTo>
                  <a:lnTo>
                    <a:pt x="2540" y="236220"/>
                  </a:lnTo>
                  <a:lnTo>
                    <a:pt x="2540" y="233680"/>
                  </a:lnTo>
                  <a:close/>
                </a:path>
                <a:path w="2539" h="242570">
                  <a:moveTo>
                    <a:pt x="2540" y="236220"/>
                  </a:moveTo>
                  <a:lnTo>
                    <a:pt x="0" y="236220"/>
                  </a:lnTo>
                  <a:lnTo>
                    <a:pt x="0" y="240030"/>
                  </a:lnTo>
                  <a:lnTo>
                    <a:pt x="2540" y="240030"/>
                  </a:lnTo>
                  <a:lnTo>
                    <a:pt x="2540" y="236220"/>
                  </a:lnTo>
                  <a:close/>
                </a:path>
                <a:path w="2539" h="242570">
                  <a:moveTo>
                    <a:pt x="2540" y="240030"/>
                  </a:moveTo>
                  <a:lnTo>
                    <a:pt x="0" y="240030"/>
                  </a:lnTo>
                  <a:lnTo>
                    <a:pt x="0" y="241300"/>
                  </a:lnTo>
                  <a:lnTo>
                    <a:pt x="1270" y="241300"/>
                  </a:lnTo>
                  <a:lnTo>
                    <a:pt x="1270" y="242570"/>
                  </a:lnTo>
                  <a:lnTo>
                    <a:pt x="2540" y="242570"/>
                  </a:lnTo>
                  <a:lnTo>
                    <a:pt x="2540" y="240030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2" name="object 852"/>
            <p:cNvSpPr/>
            <p:nvPr/>
          </p:nvSpPr>
          <p:spPr>
            <a:xfrm>
              <a:off x="2494280" y="5463539"/>
              <a:ext cx="3810" cy="242570"/>
            </a:xfrm>
            <a:custGeom>
              <a:avLst/>
              <a:gdLst/>
              <a:ahLst/>
              <a:cxnLst/>
              <a:rect l="l" t="t" r="r" b="b"/>
              <a:pathLst>
                <a:path w="3810" h="242570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10" h="242570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10" h="242570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10" h="242570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10" h="242570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10" h="242570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10" h="242570">
                  <a:moveTo>
                    <a:pt x="3810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92"/>
                  </a:lnTo>
                  <a:close/>
                </a:path>
                <a:path w="3810" h="242570">
                  <a:moveTo>
                    <a:pt x="3810" y="24142"/>
                  </a:moveTo>
                  <a:lnTo>
                    <a:pt x="0" y="2414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4142"/>
                  </a:lnTo>
                  <a:close/>
                </a:path>
                <a:path w="3810" h="242570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42570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10" h="242570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10" h="24257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10" h="24257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10" h="24257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10" h="24257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3" name="object 853"/>
            <p:cNvSpPr/>
            <p:nvPr/>
          </p:nvSpPr>
          <p:spPr>
            <a:xfrm>
              <a:off x="2498090" y="5463539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10" h="243839">
                  <a:moveTo>
                    <a:pt x="3810" y="242582"/>
                  </a:moveTo>
                  <a:lnTo>
                    <a:pt x="1270" y="242582"/>
                  </a:lnTo>
                  <a:lnTo>
                    <a:pt x="1270" y="243840"/>
                  </a:lnTo>
                  <a:lnTo>
                    <a:pt x="3810" y="243840"/>
                  </a:lnTo>
                  <a:lnTo>
                    <a:pt x="3810" y="242582"/>
                  </a:lnTo>
                  <a:close/>
                </a:path>
                <a:path w="3810" h="243839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10" h="243839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10" h="243839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10" h="243839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10" h="243839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10" h="243839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10" h="243839">
                  <a:moveTo>
                    <a:pt x="3810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92"/>
                  </a:lnTo>
                  <a:close/>
                </a:path>
                <a:path w="3810" h="243839">
                  <a:moveTo>
                    <a:pt x="3810" y="24142"/>
                  </a:moveTo>
                  <a:lnTo>
                    <a:pt x="0" y="2414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4142"/>
                  </a:lnTo>
                  <a:close/>
                </a:path>
                <a:path w="3810" h="243839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43839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10" h="243839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10" h="243839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10" h="243839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10" h="243839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10" h="243839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EAD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4" name="object 854"/>
            <p:cNvSpPr/>
            <p:nvPr/>
          </p:nvSpPr>
          <p:spPr>
            <a:xfrm>
              <a:off x="2501900" y="5463539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10" h="243839">
                  <a:moveTo>
                    <a:pt x="3810" y="242582"/>
                  </a:moveTo>
                  <a:lnTo>
                    <a:pt x="0" y="24258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2582"/>
                  </a:lnTo>
                  <a:close/>
                </a:path>
                <a:path w="3810" h="243839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10" h="243839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10" h="243839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10" h="243839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10" h="243839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10" h="243839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10" h="243839">
                  <a:moveTo>
                    <a:pt x="3810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92"/>
                  </a:lnTo>
                  <a:close/>
                </a:path>
                <a:path w="3810" h="243839">
                  <a:moveTo>
                    <a:pt x="3810" y="24142"/>
                  </a:moveTo>
                  <a:lnTo>
                    <a:pt x="0" y="2414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4142"/>
                  </a:lnTo>
                  <a:close/>
                </a:path>
                <a:path w="3810" h="243839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43839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10" h="243839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10" h="243839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10" h="243839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10" h="243839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10" h="243839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CAB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5" name="object 855"/>
            <p:cNvSpPr/>
            <p:nvPr/>
          </p:nvSpPr>
          <p:spPr>
            <a:xfrm>
              <a:off x="2505710" y="5463539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10" h="243839">
                  <a:moveTo>
                    <a:pt x="3810" y="242582"/>
                  </a:moveTo>
                  <a:lnTo>
                    <a:pt x="0" y="24258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2582"/>
                  </a:lnTo>
                  <a:close/>
                </a:path>
                <a:path w="3810" h="243839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10" h="243839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10" h="243839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10" h="243839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10" h="243839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10" h="243839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10" h="243839">
                  <a:moveTo>
                    <a:pt x="3810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92"/>
                  </a:lnTo>
                  <a:close/>
                </a:path>
                <a:path w="3810" h="243839">
                  <a:moveTo>
                    <a:pt x="3810" y="24142"/>
                  </a:moveTo>
                  <a:lnTo>
                    <a:pt x="0" y="2414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4142"/>
                  </a:lnTo>
                  <a:close/>
                </a:path>
                <a:path w="3810" h="243839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43839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10" h="243839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10" h="243839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10" h="243839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10" h="243839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10" h="243839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9A8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6" name="object 856"/>
            <p:cNvSpPr/>
            <p:nvPr/>
          </p:nvSpPr>
          <p:spPr>
            <a:xfrm>
              <a:off x="2509520" y="5462270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10" h="245110">
                  <a:moveTo>
                    <a:pt x="3810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245110">
                  <a:moveTo>
                    <a:pt x="381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2539"/>
                  </a:lnTo>
                  <a:close/>
                </a:path>
                <a:path w="3810" h="245110">
                  <a:moveTo>
                    <a:pt x="381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49"/>
                  </a:lnTo>
                  <a:close/>
                </a:path>
                <a:path w="3810" h="245110">
                  <a:moveTo>
                    <a:pt x="381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8889"/>
                  </a:lnTo>
                  <a:close/>
                </a:path>
                <a:path w="3810" h="245110">
                  <a:moveTo>
                    <a:pt x="381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2699"/>
                  </a:lnTo>
                  <a:close/>
                </a:path>
                <a:path w="3810" h="245110">
                  <a:moveTo>
                    <a:pt x="381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5239"/>
                  </a:lnTo>
                  <a:close/>
                </a:path>
                <a:path w="3810" h="245110">
                  <a:moveTo>
                    <a:pt x="3810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19049"/>
                  </a:lnTo>
                  <a:close/>
                </a:path>
                <a:path w="3810" h="245110">
                  <a:moveTo>
                    <a:pt x="3810" y="25399"/>
                  </a:moveTo>
                  <a:lnTo>
                    <a:pt x="0" y="25399"/>
                  </a:lnTo>
                  <a:lnTo>
                    <a:pt x="0" y="222249"/>
                  </a:lnTo>
                  <a:lnTo>
                    <a:pt x="3810" y="222249"/>
                  </a:lnTo>
                  <a:lnTo>
                    <a:pt x="3810" y="25399"/>
                  </a:lnTo>
                  <a:close/>
                </a:path>
                <a:path w="3810" h="245110">
                  <a:moveTo>
                    <a:pt x="3810" y="222249"/>
                  </a:moveTo>
                  <a:lnTo>
                    <a:pt x="0" y="222249"/>
                  </a:lnTo>
                  <a:lnTo>
                    <a:pt x="0" y="224789"/>
                  </a:lnTo>
                  <a:lnTo>
                    <a:pt x="3810" y="224789"/>
                  </a:lnTo>
                  <a:lnTo>
                    <a:pt x="3810" y="222249"/>
                  </a:lnTo>
                  <a:close/>
                </a:path>
                <a:path w="3810" h="245110">
                  <a:moveTo>
                    <a:pt x="3810" y="224789"/>
                  </a:moveTo>
                  <a:lnTo>
                    <a:pt x="0" y="22478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4789"/>
                  </a:lnTo>
                  <a:close/>
                </a:path>
                <a:path w="3810" h="245110">
                  <a:moveTo>
                    <a:pt x="3810" y="228599"/>
                  </a:moveTo>
                  <a:lnTo>
                    <a:pt x="0" y="228599"/>
                  </a:lnTo>
                  <a:lnTo>
                    <a:pt x="0" y="231139"/>
                  </a:lnTo>
                  <a:lnTo>
                    <a:pt x="3810" y="231139"/>
                  </a:lnTo>
                  <a:lnTo>
                    <a:pt x="3810" y="228599"/>
                  </a:lnTo>
                  <a:close/>
                </a:path>
                <a:path w="3810" h="245110">
                  <a:moveTo>
                    <a:pt x="3810" y="231139"/>
                  </a:moveTo>
                  <a:lnTo>
                    <a:pt x="0" y="231139"/>
                  </a:lnTo>
                  <a:lnTo>
                    <a:pt x="0" y="234949"/>
                  </a:lnTo>
                  <a:lnTo>
                    <a:pt x="3810" y="234949"/>
                  </a:lnTo>
                  <a:lnTo>
                    <a:pt x="3810" y="231139"/>
                  </a:lnTo>
                  <a:close/>
                </a:path>
                <a:path w="3810" h="245110">
                  <a:moveTo>
                    <a:pt x="3810" y="234949"/>
                  </a:moveTo>
                  <a:lnTo>
                    <a:pt x="0" y="234949"/>
                  </a:lnTo>
                  <a:lnTo>
                    <a:pt x="0" y="237489"/>
                  </a:lnTo>
                  <a:lnTo>
                    <a:pt x="3810" y="237489"/>
                  </a:lnTo>
                  <a:lnTo>
                    <a:pt x="3810" y="234949"/>
                  </a:lnTo>
                  <a:close/>
                </a:path>
                <a:path w="3810" h="245110">
                  <a:moveTo>
                    <a:pt x="3810" y="237489"/>
                  </a:moveTo>
                  <a:lnTo>
                    <a:pt x="0" y="237489"/>
                  </a:lnTo>
                  <a:lnTo>
                    <a:pt x="0" y="241299"/>
                  </a:lnTo>
                  <a:lnTo>
                    <a:pt x="3810" y="241299"/>
                  </a:lnTo>
                  <a:lnTo>
                    <a:pt x="3810" y="237489"/>
                  </a:lnTo>
                  <a:close/>
                </a:path>
                <a:path w="3810" h="245110">
                  <a:moveTo>
                    <a:pt x="3810" y="241299"/>
                  </a:moveTo>
                  <a:lnTo>
                    <a:pt x="0" y="241299"/>
                  </a:lnTo>
                  <a:lnTo>
                    <a:pt x="0" y="243839"/>
                  </a:lnTo>
                  <a:lnTo>
                    <a:pt x="3810" y="243839"/>
                  </a:lnTo>
                  <a:lnTo>
                    <a:pt x="3810" y="241299"/>
                  </a:lnTo>
                  <a:close/>
                </a:path>
                <a:path w="3810" h="245110">
                  <a:moveTo>
                    <a:pt x="3810" y="243839"/>
                  </a:moveTo>
                  <a:lnTo>
                    <a:pt x="0" y="243839"/>
                  </a:lnTo>
                  <a:lnTo>
                    <a:pt x="0" y="245109"/>
                  </a:lnTo>
                  <a:lnTo>
                    <a:pt x="3810" y="245109"/>
                  </a:lnTo>
                  <a:lnTo>
                    <a:pt x="3810" y="243839"/>
                  </a:lnTo>
                  <a:close/>
                </a:path>
              </a:pathLst>
            </a:custGeom>
            <a:solidFill>
              <a:srgbClr val="96A6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7" name="object 857"/>
            <p:cNvSpPr/>
            <p:nvPr/>
          </p:nvSpPr>
          <p:spPr>
            <a:xfrm>
              <a:off x="2513330" y="5462282"/>
              <a:ext cx="2540" cy="245110"/>
            </a:xfrm>
            <a:custGeom>
              <a:avLst/>
              <a:gdLst/>
              <a:ahLst/>
              <a:cxnLst/>
              <a:rect l="l" t="t" r="r" b="b"/>
              <a:pathLst>
                <a:path w="2539" h="245110">
                  <a:moveTo>
                    <a:pt x="2540" y="243840"/>
                  </a:moveTo>
                  <a:lnTo>
                    <a:pt x="0" y="243840"/>
                  </a:lnTo>
                  <a:lnTo>
                    <a:pt x="0" y="245097"/>
                  </a:lnTo>
                  <a:lnTo>
                    <a:pt x="2540" y="245097"/>
                  </a:lnTo>
                  <a:lnTo>
                    <a:pt x="2540" y="243840"/>
                  </a:lnTo>
                  <a:close/>
                </a:path>
                <a:path w="2539" h="245110">
                  <a:moveTo>
                    <a:pt x="254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2540" y="243827"/>
                  </a:lnTo>
                  <a:lnTo>
                    <a:pt x="2540" y="241300"/>
                  </a:lnTo>
                  <a:close/>
                </a:path>
                <a:path w="2539" h="245110">
                  <a:moveTo>
                    <a:pt x="254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2540" y="241287"/>
                  </a:lnTo>
                  <a:lnTo>
                    <a:pt x="2540" y="237490"/>
                  </a:lnTo>
                  <a:close/>
                </a:path>
                <a:path w="2539" h="245110">
                  <a:moveTo>
                    <a:pt x="254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2540" y="237477"/>
                  </a:lnTo>
                  <a:lnTo>
                    <a:pt x="2540" y="234950"/>
                  </a:lnTo>
                  <a:close/>
                </a:path>
                <a:path w="2539" h="245110">
                  <a:moveTo>
                    <a:pt x="254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2540" y="234937"/>
                  </a:lnTo>
                  <a:lnTo>
                    <a:pt x="2540" y="231140"/>
                  </a:lnTo>
                  <a:close/>
                </a:path>
                <a:path w="2539" h="245110">
                  <a:moveTo>
                    <a:pt x="254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2540" y="231127"/>
                  </a:lnTo>
                  <a:lnTo>
                    <a:pt x="2540" y="228600"/>
                  </a:lnTo>
                  <a:close/>
                </a:path>
                <a:path w="2539" h="245110">
                  <a:moveTo>
                    <a:pt x="254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2540" y="228587"/>
                  </a:lnTo>
                  <a:lnTo>
                    <a:pt x="2540" y="224790"/>
                  </a:lnTo>
                  <a:close/>
                </a:path>
                <a:path w="2539" h="245110">
                  <a:moveTo>
                    <a:pt x="2540" y="222250"/>
                  </a:moveTo>
                  <a:lnTo>
                    <a:pt x="0" y="222250"/>
                  </a:lnTo>
                  <a:lnTo>
                    <a:pt x="0" y="224777"/>
                  </a:lnTo>
                  <a:lnTo>
                    <a:pt x="2540" y="224777"/>
                  </a:lnTo>
                  <a:lnTo>
                    <a:pt x="2540" y="222250"/>
                  </a:lnTo>
                  <a:close/>
                </a:path>
                <a:path w="2539" h="245110">
                  <a:moveTo>
                    <a:pt x="2540" y="25400"/>
                  </a:moveTo>
                  <a:lnTo>
                    <a:pt x="0" y="25400"/>
                  </a:lnTo>
                  <a:lnTo>
                    <a:pt x="0" y="222237"/>
                  </a:lnTo>
                  <a:lnTo>
                    <a:pt x="2540" y="222237"/>
                  </a:lnTo>
                  <a:lnTo>
                    <a:pt x="2540" y="25400"/>
                  </a:lnTo>
                  <a:close/>
                </a:path>
                <a:path w="2539" h="245110">
                  <a:moveTo>
                    <a:pt x="254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2540" y="25387"/>
                  </a:lnTo>
                  <a:lnTo>
                    <a:pt x="2540" y="19050"/>
                  </a:lnTo>
                  <a:close/>
                </a:path>
                <a:path w="2539" h="245110">
                  <a:moveTo>
                    <a:pt x="254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2540" y="19037"/>
                  </a:lnTo>
                  <a:lnTo>
                    <a:pt x="2540" y="15240"/>
                  </a:lnTo>
                  <a:close/>
                </a:path>
                <a:path w="2539" h="245110">
                  <a:moveTo>
                    <a:pt x="254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540" y="15227"/>
                  </a:lnTo>
                  <a:lnTo>
                    <a:pt x="2540" y="12700"/>
                  </a:lnTo>
                  <a:close/>
                </a:path>
                <a:path w="2539" h="245110">
                  <a:moveTo>
                    <a:pt x="254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8890"/>
                  </a:lnTo>
                  <a:close/>
                </a:path>
                <a:path w="2539" h="245110">
                  <a:moveTo>
                    <a:pt x="254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2540" y="8877"/>
                  </a:lnTo>
                  <a:lnTo>
                    <a:pt x="2540" y="6350"/>
                  </a:lnTo>
                  <a:close/>
                </a:path>
                <a:path w="2539" h="245110">
                  <a:moveTo>
                    <a:pt x="254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2540"/>
                  </a:lnTo>
                  <a:close/>
                </a:path>
                <a:path w="2539" h="245110">
                  <a:moveTo>
                    <a:pt x="254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2540" y="252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8" name="object 858"/>
            <p:cNvSpPr/>
            <p:nvPr/>
          </p:nvSpPr>
          <p:spPr>
            <a:xfrm>
              <a:off x="2515870" y="5461000"/>
              <a:ext cx="3810" cy="247650"/>
            </a:xfrm>
            <a:custGeom>
              <a:avLst/>
              <a:gdLst/>
              <a:ahLst/>
              <a:cxnLst/>
              <a:rect l="l" t="t" r="r" b="b"/>
              <a:pathLst>
                <a:path w="3810" h="247650">
                  <a:moveTo>
                    <a:pt x="3810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247650">
                  <a:moveTo>
                    <a:pt x="381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70"/>
                  </a:lnTo>
                  <a:close/>
                </a:path>
                <a:path w="3810" h="247650">
                  <a:moveTo>
                    <a:pt x="3810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3810"/>
                  </a:lnTo>
                  <a:close/>
                </a:path>
                <a:path w="3810" h="247650">
                  <a:moveTo>
                    <a:pt x="3810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7620"/>
                  </a:lnTo>
                  <a:close/>
                </a:path>
                <a:path w="3810" h="247650">
                  <a:moveTo>
                    <a:pt x="3810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10160"/>
                  </a:lnTo>
                  <a:close/>
                </a:path>
                <a:path w="3810" h="247650">
                  <a:moveTo>
                    <a:pt x="3810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3970"/>
                  </a:lnTo>
                  <a:close/>
                </a:path>
                <a:path w="3810" h="247650">
                  <a:moveTo>
                    <a:pt x="3810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6510"/>
                  </a:lnTo>
                  <a:close/>
                </a:path>
                <a:path w="3810" h="247650">
                  <a:moveTo>
                    <a:pt x="3810" y="20320"/>
                  </a:moveTo>
                  <a:lnTo>
                    <a:pt x="0" y="20320"/>
                  </a:lnTo>
                  <a:lnTo>
                    <a:pt x="0" y="26669"/>
                  </a:lnTo>
                  <a:lnTo>
                    <a:pt x="3810" y="26669"/>
                  </a:lnTo>
                  <a:lnTo>
                    <a:pt x="3810" y="20320"/>
                  </a:lnTo>
                  <a:close/>
                </a:path>
                <a:path w="3810" h="247650">
                  <a:moveTo>
                    <a:pt x="3810" y="26670"/>
                  </a:moveTo>
                  <a:lnTo>
                    <a:pt x="0" y="26670"/>
                  </a:lnTo>
                  <a:lnTo>
                    <a:pt x="0" y="223519"/>
                  </a:lnTo>
                  <a:lnTo>
                    <a:pt x="3810" y="223519"/>
                  </a:lnTo>
                  <a:lnTo>
                    <a:pt x="3810" y="26670"/>
                  </a:lnTo>
                  <a:close/>
                </a:path>
                <a:path w="3810" h="247650">
                  <a:moveTo>
                    <a:pt x="3810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23520"/>
                  </a:lnTo>
                  <a:close/>
                </a:path>
                <a:path w="3810" h="247650">
                  <a:moveTo>
                    <a:pt x="3810" y="226060"/>
                  </a:moveTo>
                  <a:lnTo>
                    <a:pt x="0" y="226060"/>
                  </a:lnTo>
                  <a:lnTo>
                    <a:pt x="0" y="229869"/>
                  </a:lnTo>
                  <a:lnTo>
                    <a:pt x="3810" y="229869"/>
                  </a:lnTo>
                  <a:lnTo>
                    <a:pt x="3810" y="226060"/>
                  </a:lnTo>
                  <a:close/>
                </a:path>
                <a:path w="3810" h="247650">
                  <a:moveTo>
                    <a:pt x="3810" y="229870"/>
                  </a:moveTo>
                  <a:lnTo>
                    <a:pt x="0" y="22987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9870"/>
                  </a:lnTo>
                  <a:close/>
                </a:path>
                <a:path w="3810" h="247650">
                  <a:moveTo>
                    <a:pt x="3810" y="232410"/>
                  </a:moveTo>
                  <a:lnTo>
                    <a:pt x="0" y="232410"/>
                  </a:lnTo>
                  <a:lnTo>
                    <a:pt x="0" y="236219"/>
                  </a:lnTo>
                  <a:lnTo>
                    <a:pt x="3810" y="236219"/>
                  </a:lnTo>
                  <a:lnTo>
                    <a:pt x="3810" y="232410"/>
                  </a:lnTo>
                  <a:close/>
                </a:path>
                <a:path w="3810" h="247650">
                  <a:moveTo>
                    <a:pt x="3810" y="236220"/>
                  </a:moveTo>
                  <a:lnTo>
                    <a:pt x="0" y="236220"/>
                  </a:lnTo>
                  <a:lnTo>
                    <a:pt x="0" y="238759"/>
                  </a:lnTo>
                  <a:lnTo>
                    <a:pt x="3810" y="238759"/>
                  </a:lnTo>
                  <a:lnTo>
                    <a:pt x="3810" y="236220"/>
                  </a:lnTo>
                  <a:close/>
                </a:path>
                <a:path w="3810" h="247650">
                  <a:moveTo>
                    <a:pt x="3810" y="238760"/>
                  </a:moveTo>
                  <a:lnTo>
                    <a:pt x="0" y="238760"/>
                  </a:lnTo>
                  <a:lnTo>
                    <a:pt x="0" y="242569"/>
                  </a:lnTo>
                  <a:lnTo>
                    <a:pt x="3810" y="242569"/>
                  </a:lnTo>
                  <a:lnTo>
                    <a:pt x="3810" y="238760"/>
                  </a:lnTo>
                  <a:close/>
                </a:path>
                <a:path w="3810" h="247650">
                  <a:moveTo>
                    <a:pt x="3810" y="242570"/>
                  </a:moveTo>
                  <a:lnTo>
                    <a:pt x="0" y="242570"/>
                  </a:lnTo>
                  <a:lnTo>
                    <a:pt x="0" y="245109"/>
                  </a:lnTo>
                  <a:lnTo>
                    <a:pt x="3810" y="245109"/>
                  </a:lnTo>
                  <a:lnTo>
                    <a:pt x="3810" y="242570"/>
                  </a:lnTo>
                  <a:close/>
                </a:path>
                <a:path w="3810" h="247650">
                  <a:moveTo>
                    <a:pt x="3810" y="245110"/>
                  </a:moveTo>
                  <a:lnTo>
                    <a:pt x="0" y="245110"/>
                  </a:lnTo>
                  <a:lnTo>
                    <a:pt x="0" y="246380"/>
                  </a:lnTo>
                  <a:lnTo>
                    <a:pt x="1269" y="246380"/>
                  </a:lnTo>
                  <a:lnTo>
                    <a:pt x="1269" y="247650"/>
                  </a:lnTo>
                  <a:lnTo>
                    <a:pt x="3810" y="247650"/>
                  </a:lnTo>
                  <a:lnTo>
                    <a:pt x="3810" y="245110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9" name="object 859"/>
            <p:cNvSpPr/>
            <p:nvPr/>
          </p:nvSpPr>
          <p:spPr>
            <a:xfrm>
              <a:off x="2519680" y="5461000"/>
              <a:ext cx="3810" cy="247650"/>
            </a:xfrm>
            <a:custGeom>
              <a:avLst/>
              <a:gdLst/>
              <a:ahLst/>
              <a:cxnLst/>
              <a:rect l="l" t="t" r="r" b="b"/>
              <a:pathLst>
                <a:path w="3810" h="247650">
                  <a:moveTo>
                    <a:pt x="3810" y="245122"/>
                  </a:moveTo>
                  <a:lnTo>
                    <a:pt x="0" y="24512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5122"/>
                  </a:lnTo>
                  <a:close/>
                </a:path>
                <a:path w="3810" h="247650">
                  <a:moveTo>
                    <a:pt x="3810" y="242582"/>
                  </a:moveTo>
                  <a:lnTo>
                    <a:pt x="0" y="24258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2582"/>
                  </a:lnTo>
                  <a:close/>
                </a:path>
                <a:path w="3810" h="247650">
                  <a:moveTo>
                    <a:pt x="3810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8772"/>
                  </a:lnTo>
                  <a:close/>
                </a:path>
                <a:path w="3810" h="247650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10" h="247650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10" h="247650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10" h="247650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10" h="247650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10" h="247650">
                  <a:moveTo>
                    <a:pt x="3810" y="26682"/>
                  </a:moveTo>
                  <a:lnTo>
                    <a:pt x="0" y="2668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6682"/>
                  </a:lnTo>
                  <a:close/>
                </a:path>
                <a:path w="3810" h="247650">
                  <a:moveTo>
                    <a:pt x="3810" y="20332"/>
                  </a:moveTo>
                  <a:lnTo>
                    <a:pt x="0" y="20332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0332"/>
                  </a:lnTo>
                  <a:close/>
                </a:path>
                <a:path w="3810" h="247650">
                  <a:moveTo>
                    <a:pt x="3810" y="16522"/>
                  </a:moveTo>
                  <a:lnTo>
                    <a:pt x="0" y="1652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6522"/>
                  </a:lnTo>
                  <a:close/>
                </a:path>
                <a:path w="3810" h="247650">
                  <a:moveTo>
                    <a:pt x="3810" y="13982"/>
                  </a:moveTo>
                  <a:lnTo>
                    <a:pt x="0" y="1398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82"/>
                  </a:lnTo>
                  <a:close/>
                </a:path>
                <a:path w="3810" h="247650">
                  <a:moveTo>
                    <a:pt x="381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0172"/>
                  </a:lnTo>
                  <a:close/>
                </a:path>
                <a:path w="3810" h="247650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10" h="247650">
                  <a:moveTo>
                    <a:pt x="381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3822"/>
                  </a:lnTo>
                  <a:close/>
                </a:path>
                <a:path w="3810" h="247650">
                  <a:moveTo>
                    <a:pt x="381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82"/>
                  </a:lnTo>
                  <a:close/>
                </a:path>
                <a:path w="3810" h="24765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E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0" name="object 860"/>
            <p:cNvSpPr/>
            <p:nvPr/>
          </p:nvSpPr>
          <p:spPr>
            <a:xfrm>
              <a:off x="2523489" y="5461000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248920">
                  <a:moveTo>
                    <a:pt x="381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70"/>
                  </a:lnTo>
                  <a:close/>
                </a:path>
                <a:path w="3810" h="248920">
                  <a:moveTo>
                    <a:pt x="3810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3810"/>
                  </a:lnTo>
                  <a:close/>
                </a:path>
                <a:path w="3810" h="248920">
                  <a:moveTo>
                    <a:pt x="3810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7620"/>
                  </a:lnTo>
                  <a:close/>
                </a:path>
                <a:path w="3810" h="248920">
                  <a:moveTo>
                    <a:pt x="3810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10160"/>
                  </a:lnTo>
                  <a:close/>
                </a:path>
                <a:path w="3810" h="248920">
                  <a:moveTo>
                    <a:pt x="3810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3970"/>
                  </a:lnTo>
                  <a:close/>
                </a:path>
                <a:path w="3810" h="248920">
                  <a:moveTo>
                    <a:pt x="3810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6510"/>
                  </a:lnTo>
                  <a:close/>
                </a:path>
                <a:path w="3810" h="248920">
                  <a:moveTo>
                    <a:pt x="3810" y="20320"/>
                  </a:moveTo>
                  <a:lnTo>
                    <a:pt x="0" y="20320"/>
                  </a:lnTo>
                  <a:lnTo>
                    <a:pt x="0" y="26669"/>
                  </a:lnTo>
                  <a:lnTo>
                    <a:pt x="3810" y="26669"/>
                  </a:lnTo>
                  <a:lnTo>
                    <a:pt x="3810" y="20320"/>
                  </a:lnTo>
                  <a:close/>
                </a:path>
                <a:path w="3810" h="248920">
                  <a:moveTo>
                    <a:pt x="3810" y="26670"/>
                  </a:moveTo>
                  <a:lnTo>
                    <a:pt x="0" y="26670"/>
                  </a:lnTo>
                  <a:lnTo>
                    <a:pt x="0" y="223519"/>
                  </a:lnTo>
                  <a:lnTo>
                    <a:pt x="3810" y="223519"/>
                  </a:lnTo>
                  <a:lnTo>
                    <a:pt x="3810" y="26670"/>
                  </a:lnTo>
                  <a:close/>
                </a:path>
                <a:path w="3810" h="248920">
                  <a:moveTo>
                    <a:pt x="3810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23520"/>
                  </a:lnTo>
                  <a:close/>
                </a:path>
                <a:path w="3810" h="248920">
                  <a:moveTo>
                    <a:pt x="3810" y="226060"/>
                  </a:moveTo>
                  <a:lnTo>
                    <a:pt x="0" y="226060"/>
                  </a:lnTo>
                  <a:lnTo>
                    <a:pt x="0" y="229869"/>
                  </a:lnTo>
                  <a:lnTo>
                    <a:pt x="3810" y="229869"/>
                  </a:lnTo>
                  <a:lnTo>
                    <a:pt x="3810" y="226060"/>
                  </a:lnTo>
                  <a:close/>
                </a:path>
                <a:path w="3810" h="248920">
                  <a:moveTo>
                    <a:pt x="3810" y="229870"/>
                  </a:moveTo>
                  <a:lnTo>
                    <a:pt x="0" y="22987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9870"/>
                  </a:lnTo>
                  <a:close/>
                </a:path>
                <a:path w="3810" h="248920">
                  <a:moveTo>
                    <a:pt x="3810" y="232410"/>
                  </a:moveTo>
                  <a:lnTo>
                    <a:pt x="0" y="232410"/>
                  </a:lnTo>
                  <a:lnTo>
                    <a:pt x="0" y="236219"/>
                  </a:lnTo>
                  <a:lnTo>
                    <a:pt x="3810" y="236219"/>
                  </a:lnTo>
                  <a:lnTo>
                    <a:pt x="3810" y="232410"/>
                  </a:lnTo>
                  <a:close/>
                </a:path>
                <a:path w="3810" h="248920">
                  <a:moveTo>
                    <a:pt x="3810" y="236220"/>
                  </a:moveTo>
                  <a:lnTo>
                    <a:pt x="0" y="236220"/>
                  </a:lnTo>
                  <a:lnTo>
                    <a:pt x="0" y="238759"/>
                  </a:lnTo>
                  <a:lnTo>
                    <a:pt x="3810" y="238759"/>
                  </a:lnTo>
                  <a:lnTo>
                    <a:pt x="3810" y="236220"/>
                  </a:lnTo>
                  <a:close/>
                </a:path>
                <a:path w="3810" h="248920">
                  <a:moveTo>
                    <a:pt x="3810" y="238760"/>
                  </a:moveTo>
                  <a:lnTo>
                    <a:pt x="0" y="238760"/>
                  </a:lnTo>
                  <a:lnTo>
                    <a:pt x="0" y="242569"/>
                  </a:lnTo>
                  <a:lnTo>
                    <a:pt x="3810" y="242569"/>
                  </a:lnTo>
                  <a:lnTo>
                    <a:pt x="3810" y="238760"/>
                  </a:lnTo>
                  <a:close/>
                </a:path>
                <a:path w="3810" h="248920">
                  <a:moveTo>
                    <a:pt x="3810" y="242570"/>
                  </a:moveTo>
                  <a:lnTo>
                    <a:pt x="0" y="242570"/>
                  </a:lnTo>
                  <a:lnTo>
                    <a:pt x="0" y="245109"/>
                  </a:lnTo>
                  <a:lnTo>
                    <a:pt x="3810" y="245109"/>
                  </a:lnTo>
                  <a:lnTo>
                    <a:pt x="3810" y="242570"/>
                  </a:lnTo>
                  <a:close/>
                </a:path>
                <a:path w="3810" h="248920">
                  <a:moveTo>
                    <a:pt x="3810" y="245110"/>
                  </a:moveTo>
                  <a:lnTo>
                    <a:pt x="0" y="245110"/>
                  </a:lnTo>
                  <a:lnTo>
                    <a:pt x="0" y="247650"/>
                  </a:lnTo>
                  <a:lnTo>
                    <a:pt x="1270" y="247650"/>
                  </a:lnTo>
                  <a:lnTo>
                    <a:pt x="1270" y="248919"/>
                  </a:lnTo>
                  <a:lnTo>
                    <a:pt x="3810" y="248919"/>
                  </a:lnTo>
                  <a:lnTo>
                    <a:pt x="3810" y="245110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1" name="object 861"/>
            <p:cNvSpPr/>
            <p:nvPr/>
          </p:nvSpPr>
          <p:spPr>
            <a:xfrm>
              <a:off x="2527300" y="5461000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5122"/>
                  </a:moveTo>
                  <a:lnTo>
                    <a:pt x="0" y="24512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5122"/>
                  </a:lnTo>
                  <a:close/>
                </a:path>
                <a:path w="3810" h="248920">
                  <a:moveTo>
                    <a:pt x="3810" y="242582"/>
                  </a:moveTo>
                  <a:lnTo>
                    <a:pt x="0" y="24258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2582"/>
                  </a:lnTo>
                  <a:close/>
                </a:path>
                <a:path w="3810" h="248920">
                  <a:moveTo>
                    <a:pt x="3810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8772"/>
                  </a:lnTo>
                  <a:close/>
                </a:path>
                <a:path w="3810" h="248920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10" h="248920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10" h="248920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10" h="248920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10" h="248920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10" h="248920">
                  <a:moveTo>
                    <a:pt x="3810" y="26682"/>
                  </a:moveTo>
                  <a:lnTo>
                    <a:pt x="0" y="2668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6682"/>
                  </a:lnTo>
                  <a:close/>
                </a:path>
                <a:path w="3810" h="248920">
                  <a:moveTo>
                    <a:pt x="3810" y="20332"/>
                  </a:moveTo>
                  <a:lnTo>
                    <a:pt x="0" y="20332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0332"/>
                  </a:lnTo>
                  <a:close/>
                </a:path>
                <a:path w="3810" h="248920">
                  <a:moveTo>
                    <a:pt x="3810" y="16522"/>
                  </a:moveTo>
                  <a:lnTo>
                    <a:pt x="0" y="1652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6522"/>
                  </a:lnTo>
                  <a:close/>
                </a:path>
                <a:path w="3810" h="248920">
                  <a:moveTo>
                    <a:pt x="3810" y="13982"/>
                  </a:moveTo>
                  <a:lnTo>
                    <a:pt x="0" y="1398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82"/>
                  </a:lnTo>
                  <a:close/>
                </a:path>
                <a:path w="3810" h="248920">
                  <a:moveTo>
                    <a:pt x="381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0172"/>
                  </a:lnTo>
                  <a:close/>
                </a:path>
                <a:path w="3810" h="248920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10" h="248920">
                  <a:moveTo>
                    <a:pt x="381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3822"/>
                  </a:lnTo>
                  <a:close/>
                </a:path>
                <a:path w="3810" h="248920">
                  <a:moveTo>
                    <a:pt x="381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82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2" name="object 862"/>
            <p:cNvSpPr/>
            <p:nvPr/>
          </p:nvSpPr>
          <p:spPr>
            <a:xfrm>
              <a:off x="2531110" y="5461000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5122"/>
                  </a:moveTo>
                  <a:lnTo>
                    <a:pt x="0" y="24512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5122"/>
                  </a:lnTo>
                  <a:close/>
                </a:path>
                <a:path w="3810" h="248920">
                  <a:moveTo>
                    <a:pt x="3810" y="242582"/>
                  </a:moveTo>
                  <a:lnTo>
                    <a:pt x="0" y="24258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2582"/>
                  </a:lnTo>
                  <a:close/>
                </a:path>
                <a:path w="3810" h="248920">
                  <a:moveTo>
                    <a:pt x="3810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8772"/>
                  </a:lnTo>
                  <a:close/>
                </a:path>
                <a:path w="3810" h="248920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10" h="248920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10" h="248920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10" h="248920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10" h="248920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10" h="248920">
                  <a:moveTo>
                    <a:pt x="3810" y="26682"/>
                  </a:moveTo>
                  <a:lnTo>
                    <a:pt x="0" y="2668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6682"/>
                  </a:lnTo>
                  <a:close/>
                </a:path>
                <a:path w="3810" h="248920">
                  <a:moveTo>
                    <a:pt x="3810" y="20332"/>
                  </a:moveTo>
                  <a:lnTo>
                    <a:pt x="0" y="20332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0332"/>
                  </a:lnTo>
                  <a:close/>
                </a:path>
                <a:path w="3810" h="248920">
                  <a:moveTo>
                    <a:pt x="3810" y="16522"/>
                  </a:moveTo>
                  <a:lnTo>
                    <a:pt x="0" y="1652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6522"/>
                  </a:lnTo>
                  <a:close/>
                </a:path>
                <a:path w="3810" h="248920">
                  <a:moveTo>
                    <a:pt x="3810" y="13982"/>
                  </a:moveTo>
                  <a:lnTo>
                    <a:pt x="0" y="1398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82"/>
                  </a:lnTo>
                  <a:close/>
                </a:path>
                <a:path w="3810" h="248920">
                  <a:moveTo>
                    <a:pt x="381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0172"/>
                  </a:lnTo>
                  <a:close/>
                </a:path>
                <a:path w="3810" h="248920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10" h="248920">
                  <a:moveTo>
                    <a:pt x="381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3822"/>
                  </a:lnTo>
                  <a:close/>
                </a:path>
                <a:path w="3810" h="248920">
                  <a:moveTo>
                    <a:pt x="381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82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799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3" name="object 863"/>
            <p:cNvSpPr/>
            <p:nvPr/>
          </p:nvSpPr>
          <p:spPr>
            <a:xfrm>
              <a:off x="2534920" y="5459730"/>
              <a:ext cx="3810" cy="250190"/>
            </a:xfrm>
            <a:custGeom>
              <a:avLst/>
              <a:gdLst/>
              <a:ahLst/>
              <a:cxnLst/>
              <a:rect l="l" t="t" r="r" b="b"/>
              <a:pathLst>
                <a:path w="3810" h="250189">
                  <a:moveTo>
                    <a:pt x="3810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  <a:path w="3810" h="250189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250189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10" h="250189">
                  <a:moveTo>
                    <a:pt x="381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890"/>
                  </a:lnTo>
                  <a:close/>
                </a:path>
                <a:path w="3810" h="250189">
                  <a:moveTo>
                    <a:pt x="381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30"/>
                  </a:lnTo>
                  <a:close/>
                </a:path>
                <a:path w="3810" h="250189">
                  <a:moveTo>
                    <a:pt x="381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40"/>
                  </a:lnTo>
                  <a:close/>
                </a:path>
                <a:path w="3810" h="250189">
                  <a:moveTo>
                    <a:pt x="3810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80"/>
                  </a:lnTo>
                  <a:close/>
                </a:path>
                <a:path w="3810" h="250189">
                  <a:moveTo>
                    <a:pt x="3810" y="21590"/>
                  </a:moveTo>
                  <a:lnTo>
                    <a:pt x="0" y="21590"/>
                  </a:lnTo>
                  <a:lnTo>
                    <a:pt x="0" y="27940"/>
                  </a:lnTo>
                  <a:lnTo>
                    <a:pt x="3810" y="27940"/>
                  </a:lnTo>
                  <a:lnTo>
                    <a:pt x="3810" y="21590"/>
                  </a:lnTo>
                  <a:close/>
                </a:path>
                <a:path w="3810" h="250189">
                  <a:moveTo>
                    <a:pt x="3810" y="27940"/>
                  </a:moveTo>
                  <a:lnTo>
                    <a:pt x="0" y="27940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7940"/>
                  </a:lnTo>
                  <a:close/>
                </a:path>
                <a:path w="3810" h="250189">
                  <a:moveTo>
                    <a:pt x="3810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790"/>
                  </a:lnTo>
                  <a:close/>
                </a:path>
                <a:path w="3810" h="250189">
                  <a:moveTo>
                    <a:pt x="3810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30"/>
                  </a:lnTo>
                  <a:close/>
                </a:path>
                <a:path w="3810" h="250189">
                  <a:moveTo>
                    <a:pt x="3810" y="231140"/>
                  </a:moveTo>
                  <a:lnTo>
                    <a:pt x="0" y="231140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40"/>
                  </a:lnTo>
                  <a:close/>
                </a:path>
                <a:path w="3810" h="250189">
                  <a:moveTo>
                    <a:pt x="3810" y="233680"/>
                  </a:moveTo>
                  <a:lnTo>
                    <a:pt x="0" y="233680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80"/>
                  </a:lnTo>
                  <a:close/>
                </a:path>
                <a:path w="3810" h="250189">
                  <a:moveTo>
                    <a:pt x="3810" y="237490"/>
                  </a:moveTo>
                  <a:lnTo>
                    <a:pt x="0" y="237490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490"/>
                  </a:lnTo>
                  <a:close/>
                </a:path>
                <a:path w="3810" h="250189">
                  <a:moveTo>
                    <a:pt x="3810" y="240030"/>
                  </a:moveTo>
                  <a:lnTo>
                    <a:pt x="0" y="240030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30"/>
                  </a:lnTo>
                  <a:close/>
                </a:path>
                <a:path w="3810" h="250189">
                  <a:moveTo>
                    <a:pt x="3810" y="243840"/>
                  </a:moveTo>
                  <a:lnTo>
                    <a:pt x="0" y="243840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3840"/>
                  </a:lnTo>
                  <a:close/>
                </a:path>
                <a:path w="3810" h="250189">
                  <a:moveTo>
                    <a:pt x="3810" y="246380"/>
                  </a:moveTo>
                  <a:lnTo>
                    <a:pt x="0" y="246380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6380"/>
                  </a:lnTo>
                  <a:close/>
                </a:path>
              </a:pathLst>
            </a:custGeom>
            <a:solidFill>
              <a:srgbClr val="8496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4" name="object 864"/>
            <p:cNvSpPr/>
            <p:nvPr/>
          </p:nvSpPr>
          <p:spPr>
            <a:xfrm>
              <a:off x="2538730" y="5459730"/>
              <a:ext cx="3810" cy="250190"/>
            </a:xfrm>
            <a:custGeom>
              <a:avLst/>
              <a:gdLst/>
              <a:ahLst/>
              <a:cxnLst/>
              <a:rect l="l" t="t" r="r" b="b"/>
              <a:pathLst>
                <a:path w="3810" h="250189">
                  <a:moveTo>
                    <a:pt x="3810" y="246392"/>
                  </a:moveTo>
                  <a:lnTo>
                    <a:pt x="0" y="24639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6392"/>
                  </a:lnTo>
                  <a:close/>
                </a:path>
                <a:path w="3810" h="250189">
                  <a:moveTo>
                    <a:pt x="381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3852"/>
                  </a:lnTo>
                  <a:close/>
                </a:path>
                <a:path w="3810" h="250189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10" h="250189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10" h="250189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10" h="250189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10" h="250189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50189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50189">
                  <a:moveTo>
                    <a:pt x="3810" y="27952"/>
                  </a:moveTo>
                  <a:lnTo>
                    <a:pt x="0" y="2795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7952"/>
                  </a:lnTo>
                  <a:close/>
                </a:path>
                <a:path w="3810" h="250189">
                  <a:moveTo>
                    <a:pt x="3810" y="21602"/>
                  </a:moveTo>
                  <a:lnTo>
                    <a:pt x="0" y="21602"/>
                  </a:lnTo>
                  <a:lnTo>
                    <a:pt x="0" y="27940"/>
                  </a:lnTo>
                  <a:lnTo>
                    <a:pt x="3810" y="27940"/>
                  </a:lnTo>
                  <a:lnTo>
                    <a:pt x="3810" y="21602"/>
                  </a:lnTo>
                  <a:close/>
                </a:path>
                <a:path w="3810" h="250189">
                  <a:moveTo>
                    <a:pt x="381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92"/>
                  </a:lnTo>
                  <a:close/>
                </a:path>
                <a:path w="3810" h="250189">
                  <a:moveTo>
                    <a:pt x="381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52"/>
                  </a:lnTo>
                  <a:close/>
                </a:path>
                <a:path w="3810" h="250189">
                  <a:moveTo>
                    <a:pt x="381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42"/>
                  </a:lnTo>
                  <a:close/>
                </a:path>
                <a:path w="3810" h="250189">
                  <a:moveTo>
                    <a:pt x="381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902"/>
                  </a:lnTo>
                  <a:close/>
                </a:path>
                <a:path w="3810" h="250189">
                  <a:moveTo>
                    <a:pt x="381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92"/>
                  </a:lnTo>
                  <a:close/>
                </a:path>
                <a:path w="3810" h="250189">
                  <a:moveTo>
                    <a:pt x="381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52"/>
                  </a:lnTo>
                  <a:close/>
                </a:path>
                <a:path w="3810" h="250189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19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5" name="object 865"/>
            <p:cNvSpPr/>
            <p:nvPr/>
          </p:nvSpPr>
          <p:spPr>
            <a:xfrm>
              <a:off x="2542539" y="5458459"/>
              <a:ext cx="2540" cy="252729"/>
            </a:xfrm>
            <a:custGeom>
              <a:avLst/>
              <a:gdLst/>
              <a:ahLst/>
              <a:cxnLst/>
              <a:rect l="l" t="t" r="r" b="b"/>
              <a:pathLst>
                <a:path w="2539" h="252729">
                  <a:moveTo>
                    <a:pt x="2540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0" y="1269"/>
                  </a:lnTo>
                  <a:lnTo>
                    <a:pt x="0" y="3809"/>
                  </a:lnTo>
                  <a:lnTo>
                    <a:pt x="2540" y="3809"/>
                  </a:lnTo>
                  <a:lnTo>
                    <a:pt x="2540" y="0"/>
                  </a:lnTo>
                  <a:close/>
                </a:path>
                <a:path w="2539" h="252729">
                  <a:moveTo>
                    <a:pt x="254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2540" y="6349"/>
                  </a:lnTo>
                  <a:lnTo>
                    <a:pt x="2540" y="3809"/>
                  </a:lnTo>
                  <a:close/>
                </a:path>
                <a:path w="2539" h="252729">
                  <a:moveTo>
                    <a:pt x="254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2540" y="10159"/>
                  </a:lnTo>
                  <a:lnTo>
                    <a:pt x="2540" y="6350"/>
                  </a:lnTo>
                  <a:close/>
                </a:path>
                <a:path w="2539" h="252729">
                  <a:moveTo>
                    <a:pt x="254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2540" y="12699"/>
                  </a:lnTo>
                  <a:lnTo>
                    <a:pt x="2540" y="10159"/>
                  </a:lnTo>
                  <a:close/>
                </a:path>
                <a:path w="2539" h="252729">
                  <a:moveTo>
                    <a:pt x="254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2540" y="16509"/>
                  </a:lnTo>
                  <a:lnTo>
                    <a:pt x="2540" y="12700"/>
                  </a:lnTo>
                  <a:close/>
                </a:path>
                <a:path w="2539" h="252729">
                  <a:moveTo>
                    <a:pt x="254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2540" y="19049"/>
                  </a:lnTo>
                  <a:lnTo>
                    <a:pt x="2540" y="16509"/>
                  </a:lnTo>
                  <a:close/>
                </a:path>
                <a:path w="2539" h="252729">
                  <a:moveTo>
                    <a:pt x="254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2540" y="22859"/>
                  </a:lnTo>
                  <a:lnTo>
                    <a:pt x="2540" y="19050"/>
                  </a:lnTo>
                  <a:close/>
                </a:path>
                <a:path w="2539" h="252729">
                  <a:moveTo>
                    <a:pt x="2540" y="22859"/>
                  </a:moveTo>
                  <a:lnTo>
                    <a:pt x="0" y="22859"/>
                  </a:lnTo>
                  <a:lnTo>
                    <a:pt x="0" y="29209"/>
                  </a:lnTo>
                  <a:lnTo>
                    <a:pt x="2540" y="29209"/>
                  </a:lnTo>
                  <a:lnTo>
                    <a:pt x="2540" y="22859"/>
                  </a:lnTo>
                  <a:close/>
                </a:path>
                <a:path w="2539" h="252729">
                  <a:moveTo>
                    <a:pt x="2540" y="29209"/>
                  </a:moveTo>
                  <a:lnTo>
                    <a:pt x="0" y="29209"/>
                  </a:lnTo>
                  <a:lnTo>
                    <a:pt x="0" y="226059"/>
                  </a:lnTo>
                  <a:lnTo>
                    <a:pt x="2540" y="226059"/>
                  </a:lnTo>
                  <a:lnTo>
                    <a:pt x="2540" y="29209"/>
                  </a:lnTo>
                  <a:close/>
                </a:path>
                <a:path w="2539" h="252729">
                  <a:moveTo>
                    <a:pt x="2540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2540" y="228599"/>
                  </a:lnTo>
                  <a:lnTo>
                    <a:pt x="2540" y="226059"/>
                  </a:lnTo>
                  <a:close/>
                </a:path>
                <a:path w="2539" h="252729">
                  <a:moveTo>
                    <a:pt x="2540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2540" y="232409"/>
                  </a:lnTo>
                  <a:lnTo>
                    <a:pt x="2540" y="228600"/>
                  </a:lnTo>
                  <a:close/>
                </a:path>
                <a:path w="2539" h="252729">
                  <a:moveTo>
                    <a:pt x="2540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2540" y="234949"/>
                  </a:lnTo>
                  <a:lnTo>
                    <a:pt x="2540" y="232409"/>
                  </a:lnTo>
                  <a:close/>
                </a:path>
                <a:path w="2539" h="252729">
                  <a:moveTo>
                    <a:pt x="2540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2540" y="238759"/>
                  </a:lnTo>
                  <a:lnTo>
                    <a:pt x="2540" y="234950"/>
                  </a:lnTo>
                  <a:close/>
                </a:path>
                <a:path w="2539" h="252729">
                  <a:moveTo>
                    <a:pt x="2540" y="238759"/>
                  </a:moveTo>
                  <a:lnTo>
                    <a:pt x="0" y="238759"/>
                  </a:lnTo>
                  <a:lnTo>
                    <a:pt x="0" y="241299"/>
                  </a:lnTo>
                  <a:lnTo>
                    <a:pt x="2540" y="241299"/>
                  </a:lnTo>
                  <a:lnTo>
                    <a:pt x="2540" y="238759"/>
                  </a:lnTo>
                  <a:close/>
                </a:path>
                <a:path w="2539" h="252729">
                  <a:moveTo>
                    <a:pt x="2540" y="241300"/>
                  </a:moveTo>
                  <a:lnTo>
                    <a:pt x="0" y="241300"/>
                  </a:lnTo>
                  <a:lnTo>
                    <a:pt x="0" y="245109"/>
                  </a:lnTo>
                  <a:lnTo>
                    <a:pt x="2540" y="245109"/>
                  </a:lnTo>
                  <a:lnTo>
                    <a:pt x="2540" y="241300"/>
                  </a:lnTo>
                  <a:close/>
                </a:path>
                <a:path w="2539" h="252729">
                  <a:moveTo>
                    <a:pt x="2540" y="245109"/>
                  </a:moveTo>
                  <a:lnTo>
                    <a:pt x="0" y="245109"/>
                  </a:lnTo>
                  <a:lnTo>
                    <a:pt x="0" y="247649"/>
                  </a:lnTo>
                  <a:lnTo>
                    <a:pt x="2540" y="247649"/>
                  </a:lnTo>
                  <a:lnTo>
                    <a:pt x="2540" y="245109"/>
                  </a:lnTo>
                  <a:close/>
                </a:path>
                <a:path w="2539" h="252729">
                  <a:moveTo>
                    <a:pt x="2540" y="247650"/>
                  </a:moveTo>
                  <a:lnTo>
                    <a:pt x="0" y="247650"/>
                  </a:lnTo>
                  <a:lnTo>
                    <a:pt x="0" y="251459"/>
                  </a:lnTo>
                  <a:lnTo>
                    <a:pt x="2540" y="251459"/>
                  </a:lnTo>
                  <a:lnTo>
                    <a:pt x="2540" y="247650"/>
                  </a:lnTo>
                  <a:close/>
                </a:path>
                <a:path w="2539" h="252729">
                  <a:moveTo>
                    <a:pt x="2540" y="251459"/>
                  </a:moveTo>
                  <a:lnTo>
                    <a:pt x="1270" y="251459"/>
                  </a:lnTo>
                  <a:lnTo>
                    <a:pt x="1270" y="252729"/>
                  </a:lnTo>
                  <a:lnTo>
                    <a:pt x="2540" y="252729"/>
                  </a:lnTo>
                  <a:lnTo>
                    <a:pt x="2540" y="251459"/>
                  </a:lnTo>
                  <a:close/>
                </a:path>
              </a:pathLst>
            </a:custGeom>
            <a:solidFill>
              <a:srgbClr val="7F92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6" name="object 866"/>
            <p:cNvSpPr/>
            <p:nvPr/>
          </p:nvSpPr>
          <p:spPr>
            <a:xfrm>
              <a:off x="2545080" y="54584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9210"/>
                  </a:moveTo>
                  <a:lnTo>
                    <a:pt x="0" y="2921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921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3810" y="2919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7" name="object 867"/>
            <p:cNvSpPr/>
            <p:nvPr/>
          </p:nvSpPr>
          <p:spPr>
            <a:xfrm>
              <a:off x="2548890" y="54584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9210"/>
                  </a:moveTo>
                  <a:lnTo>
                    <a:pt x="0" y="2921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921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3810" y="2919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9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8" name="object 868"/>
            <p:cNvSpPr/>
            <p:nvPr/>
          </p:nvSpPr>
          <p:spPr>
            <a:xfrm>
              <a:off x="2552700" y="54584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9210"/>
                  </a:moveTo>
                  <a:lnTo>
                    <a:pt x="0" y="2921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921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3810" y="2919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9" name="object 869"/>
            <p:cNvSpPr/>
            <p:nvPr/>
          </p:nvSpPr>
          <p:spPr>
            <a:xfrm>
              <a:off x="2556510" y="54584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9210"/>
                  </a:moveTo>
                  <a:lnTo>
                    <a:pt x="0" y="2921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921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3810" y="2919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0" name="object 870"/>
            <p:cNvSpPr/>
            <p:nvPr/>
          </p:nvSpPr>
          <p:spPr>
            <a:xfrm>
              <a:off x="2560320" y="54584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9210"/>
                  </a:moveTo>
                  <a:lnTo>
                    <a:pt x="0" y="2921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921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3810" y="2919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1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1" name="object 871"/>
            <p:cNvSpPr/>
            <p:nvPr/>
          </p:nvSpPr>
          <p:spPr>
            <a:xfrm>
              <a:off x="2564130" y="5458472"/>
              <a:ext cx="2540" cy="252729"/>
            </a:xfrm>
            <a:custGeom>
              <a:avLst/>
              <a:gdLst/>
              <a:ahLst/>
              <a:cxnLst/>
              <a:rect l="l" t="t" r="r" b="b"/>
              <a:pathLst>
                <a:path w="2539" h="252729">
                  <a:moveTo>
                    <a:pt x="254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2540" y="252717"/>
                  </a:lnTo>
                  <a:lnTo>
                    <a:pt x="2540" y="251460"/>
                  </a:lnTo>
                  <a:close/>
                </a:path>
                <a:path w="2539" h="252729">
                  <a:moveTo>
                    <a:pt x="254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2540" y="251447"/>
                  </a:lnTo>
                  <a:lnTo>
                    <a:pt x="2540" y="247650"/>
                  </a:lnTo>
                  <a:close/>
                </a:path>
                <a:path w="2539" h="252729">
                  <a:moveTo>
                    <a:pt x="254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2540" y="247637"/>
                  </a:lnTo>
                  <a:lnTo>
                    <a:pt x="2540" y="245110"/>
                  </a:lnTo>
                  <a:close/>
                </a:path>
                <a:path w="2539" h="252729">
                  <a:moveTo>
                    <a:pt x="254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2540" y="245097"/>
                  </a:lnTo>
                  <a:lnTo>
                    <a:pt x="2540" y="241300"/>
                  </a:lnTo>
                  <a:close/>
                </a:path>
                <a:path w="2539" h="252729">
                  <a:moveTo>
                    <a:pt x="254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2540" y="241287"/>
                  </a:lnTo>
                  <a:lnTo>
                    <a:pt x="2540" y="238760"/>
                  </a:lnTo>
                  <a:close/>
                </a:path>
                <a:path w="2539" h="252729">
                  <a:moveTo>
                    <a:pt x="254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2540" y="238747"/>
                  </a:lnTo>
                  <a:lnTo>
                    <a:pt x="2540" y="234950"/>
                  </a:lnTo>
                  <a:close/>
                </a:path>
                <a:path w="2539" h="252729">
                  <a:moveTo>
                    <a:pt x="254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2540" y="234937"/>
                  </a:lnTo>
                  <a:lnTo>
                    <a:pt x="2540" y="232410"/>
                  </a:lnTo>
                  <a:close/>
                </a:path>
                <a:path w="2539" h="252729">
                  <a:moveTo>
                    <a:pt x="254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2540" y="232397"/>
                  </a:lnTo>
                  <a:lnTo>
                    <a:pt x="2540" y="228600"/>
                  </a:lnTo>
                  <a:close/>
                </a:path>
                <a:path w="2539" h="252729">
                  <a:moveTo>
                    <a:pt x="254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2540" y="228587"/>
                  </a:lnTo>
                  <a:lnTo>
                    <a:pt x="2540" y="226060"/>
                  </a:lnTo>
                  <a:close/>
                </a:path>
                <a:path w="2539" h="252729">
                  <a:moveTo>
                    <a:pt x="2540" y="29210"/>
                  </a:moveTo>
                  <a:lnTo>
                    <a:pt x="0" y="29210"/>
                  </a:lnTo>
                  <a:lnTo>
                    <a:pt x="0" y="226047"/>
                  </a:lnTo>
                  <a:lnTo>
                    <a:pt x="2540" y="226047"/>
                  </a:lnTo>
                  <a:lnTo>
                    <a:pt x="2540" y="29210"/>
                  </a:lnTo>
                  <a:close/>
                </a:path>
                <a:path w="2539" h="252729">
                  <a:moveTo>
                    <a:pt x="254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2540" y="29197"/>
                  </a:lnTo>
                  <a:lnTo>
                    <a:pt x="2540" y="22860"/>
                  </a:lnTo>
                  <a:close/>
                </a:path>
                <a:path w="2539" h="252729">
                  <a:moveTo>
                    <a:pt x="254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2540" y="22847"/>
                  </a:lnTo>
                  <a:lnTo>
                    <a:pt x="2540" y="19050"/>
                  </a:lnTo>
                  <a:close/>
                </a:path>
                <a:path w="2539" h="252729">
                  <a:moveTo>
                    <a:pt x="254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2540" y="19037"/>
                  </a:lnTo>
                  <a:lnTo>
                    <a:pt x="2540" y="16510"/>
                  </a:lnTo>
                  <a:close/>
                </a:path>
                <a:path w="2539" h="252729">
                  <a:moveTo>
                    <a:pt x="254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2540" y="16497"/>
                  </a:lnTo>
                  <a:lnTo>
                    <a:pt x="2540" y="12700"/>
                  </a:lnTo>
                  <a:close/>
                </a:path>
                <a:path w="2539" h="252729">
                  <a:moveTo>
                    <a:pt x="254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10160"/>
                  </a:lnTo>
                  <a:close/>
                </a:path>
                <a:path w="2539" h="252729">
                  <a:moveTo>
                    <a:pt x="254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2540" y="10147"/>
                  </a:lnTo>
                  <a:lnTo>
                    <a:pt x="2540" y="6350"/>
                  </a:lnTo>
                  <a:close/>
                </a:path>
                <a:path w="2539" h="252729">
                  <a:moveTo>
                    <a:pt x="254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3810"/>
                  </a:lnTo>
                  <a:close/>
                </a:path>
                <a:path w="2539" h="252729">
                  <a:moveTo>
                    <a:pt x="254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2540" y="379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6F84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2" name="object 872"/>
            <p:cNvSpPr/>
            <p:nvPr/>
          </p:nvSpPr>
          <p:spPr>
            <a:xfrm>
              <a:off x="2566670" y="54584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9210"/>
                  </a:moveTo>
                  <a:lnTo>
                    <a:pt x="0" y="2921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921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3810" y="2919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C82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3" name="object 873"/>
            <p:cNvSpPr/>
            <p:nvPr/>
          </p:nvSpPr>
          <p:spPr>
            <a:xfrm>
              <a:off x="2570480" y="54584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9210"/>
                  </a:moveTo>
                  <a:lnTo>
                    <a:pt x="0" y="2921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921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3810" y="2919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980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4" name="object 874"/>
            <p:cNvSpPr/>
            <p:nvPr/>
          </p:nvSpPr>
          <p:spPr>
            <a:xfrm>
              <a:off x="2574290" y="54584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9210"/>
                  </a:moveTo>
                  <a:lnTo>
                    <a:pt x="0" y="2921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921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3810" y="2919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77E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5" name="object 875"/>
            <p:cNvSpPr/>
            <p:nvPr/>
          </p:nvSpPr>
          <p:spPr>
            <a:xfrm>
              <a:off x="2578100" y="54584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9210"/>
                  </a:moveTo>
                  <a:lnTo>
                    <a:pt x="0" y="2921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921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3810" y="2919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A80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6" name="object 876"/>
            <p:cNvSpPr/>
            <p:nvPr/>
          </p:nvSpPr>
          <p:spPr>
            <a:xfrm>
              <a:off x="2581910" y="54584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9210"/>
                  </a:moveTo>
                  <a:lnTo>
                    <a:pt x="0" y="2921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921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3810" y="2919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C82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7" name="object 877"/>
            <p:cNvSpPr/>
            <p:nvPr/>
          </p:nvSpPr>
          <p:spPr>
            <a:xfrm>
              <a:off x="2585720" y="54584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9210"/>
                  </a:moveTo>
                  <a:lnTo>
                    <a:pt x="0" y="2921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921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3810" y="2919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F84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8" name="object 878"/>
            <p:cNvSpPr/>
            <p:nvPr/>
          </p:nvSpPr>
          <p:spPr>
            <a:xfrm>
              <a:off x="2589530" y="54584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9210"/>
                  </a:moveTo>
                  <a:lnTo>
                    <a:pt x="0" y="2921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921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3810" y="2919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2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9" name="object 879"/>
            <p:cNvSpPr/>
            <p:nvPr/>
          </p:nvSpPr>
          <p:spPr>
            <a:xfrm>
              <a:off x="2593340" y="5458472"/>
              <a:ext cx="2540" cy="252729"/>
            </a:xfrm>
            <a:custGeom>
              <a:avLst/>
              <a:gdLst/>
              <a:ahLst/>
              <a:cxnLst/>
              <a:rect l="l" t="t" r="r" b="b"/>
              <a:pathLst>
                <a:path w="2539" h="252729">
                  <a:moveTo>
                    <a:pt x="254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2540" y="252717"/>
                  </a:lnTo>
                  <a:lnTo>
                    <a:pt x="2540" y="251460"/>
                  </a:lnTo>
                  <a:close/>
                </a:path>
                <a:path w="2539" h="252729">
                  <a:moveTo>
                    <a:pt x="254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2540" y="251447"/>
                  </a:lnTo>
                  <a:lnTo>
                    <a:pt x="2540" y="247650"/>
                  </a:lnTo>
                  <a:close/>
                </a:path>
                <a:path w="2539" h="252729">
                  <a:moveTo>
                    <a:pt x="254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2540" y="247637"/>
                  </a:lnTo>
                  <a:lnTo>
                    <a:pt x="2540" y="245110"/>
                  </a:lnTo>
                  <a:close/>
                </a:path>
                <a:path w="2539" h="252729">
                  <a:moveTo>
                    <a:pt x="254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2540" y="245097"/>
                  </a:lnTo>
                  <a:lnTo>
                    <a:pt x="2540" y="241300"/>
                  </a:lnTo>
                  <a:close/>
                </a:path>
                <a:path w="2539" h="252729">
                  <a:moveTo>
                    <a:pt x="254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2540" y="241287"/>
                  </a:lnTo>
                  <a:lnTo>
                    <a:pt x="2540" y="238760"/>
                  </a:lnTo>
                  <a:close/>
                </a:path>
                <a:path w="2539" h="252729">
                  <a:moveTo>
                    <a:pt x="254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2540" y="238747"/>
                  </a:lnTo>
                  <a:lnTo>
                    <a:pt x="2540" y="234950"/>
                  </a:lnTo>
                  <a:close/>
                </a:path>
                <a:path w="2539" h="252729">
                  <a:moveTo>
                    <a:pt x="254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2540" y="234937"/>
                  </a:lnTo>
                  <a:lnTo>
                    <a:pt x="2540" y="232410"/>
                  </a:lnTo>
                  <a:close/>
                </a:path>
                <a:path w="2539" h="252729">
                  <a:moveTo>
                    <a:pt x="254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2540" y="232397"/>
                  </a:lnTo>
                  <a:lnTo>
                    <a:pt x="2540" y="228600"/>
                  </a:lnTo>
                  <a:close/>
                </a:path>
                <a:path w="2539" h="252729">
                  <a:moveTo>
                    <a:pt x="254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2540" y="228587"/>
                  </a:lnTo>
                  <a:lnTo>
                    <a:pt x="2540" y="226060"/>
                  </a:lnTo>
                  <a:close/>
                </a:path>
                <a:path w="2539" h="252729">
                  <a:moveTo>
                    <a:pt x="2540" y="29210"/>
                  </a:moveTo>
                  <a:lnTo>
                    <a:pt x="0" y="29210"/>
                  </a:lnTo>
                  <a:lnTo>
                    <a:pt x="0" y="226047"/>
                  </a:lnTo>
                  <a:lnTo>
                    <a:pt x="2540" y="226047"/>
                  </a:lnTo>
                  <a:lnTo>
                    <a:pt x="2540" y="29210"/>
                  </a:lnTo>
                  <a:close/>
                </a:path>
                <a:path w="2539" h="252729">
                  <a:moveTo>
                    <a:pt x="254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2540" y="29197"/>
                  </a:lnTo>
                  <a:lnTo>
                    <a:pt x="2540" y="22860"/>
                  </a:lnTo>
                  <a:close/>
                </a:path>
                <a:path w="2539" h="252729">
                  <a:moveTo>
                    <a:pt x="254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2540" y="22847"/>
                  </a:lnTo>
                  <a:lnTo>
                    <a:pt x="2540" y="19050"/>
                  </a:lnTo>
                  <a:close/>
                </a:path>
                <a:path w="2539" h="252729">
                  <a:moveTo>
                    <a:pt x="254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2540" y="19037"/>
                  </a:lnTo>
                  <a:lnTo>
                    <a:pt x="2540" y="16510"/>
                  </a:lnTo>
                  <a:close/>
                </a:path>
                <a:path w="2539" h="252729">
                  <a:moveTo>
                    <a:pt x="254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2540" y="16497"/>
                  </a:lnTo>
                  <a:lnTo>
                    <a:pt x="2540" y="12700"/>
                  </a:lnTo>
                  <a:close/>
                </a:path>
                <a:path w="2539" h="252729">
                  <a:moveTo>
                    <a:pt x="254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10160"/>
                  </a:lnTo>
                  <a:close/>
                </a:path>
                <a:path w="2539" h="252729">
                  <a:moveTo>
                    <a:pt x="254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2540" y="10147"/>
                  </a:lnTo>
                  <a:lnTo>
                    <a:pt x="2540" y="6350"/>
                  </a:lnTo>
                  <a:close/>
                </a:path>
                <a:path w="2539" h="252729">
                  <a:moveTo>
                    <a:pt x="254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3810"/>
                  </a:lnTo>
                  <a:close/>
                </a:path>
                <a:path w="2539" h="252729">
                  <a:moveTo>
                    <a:pt x="254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2540" y="379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0" name="object 880"/>
            <p:cNvSpPr/>
            <p:nvPr/>
          </p:nvSpPr>
          <p:spPr>
            <a:xfrm>
              <a:off x="2595880" y="54584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9210"/>
                  </a:moveTo>
                  <a:lnTo>
                    <a:pt x="0" y="2921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921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3810" y="2919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1" name="object 881"/>
            <p:cNvSpPr/>
            <p:nvPr/>
          </p:nvSpPr>
          <p:spPr>
            <a:xfrm>
              <a:off x="2599689" y="54584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254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10" h="252729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6509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22859"/>
                  </a:moveTo>
                  <a:lnTo>
                    <a:pt x="0" y="22859"/>
                  </a:lnTo>
                  <a:lnTo>
                    <a:pt x="0" y="29209"/>
                  </a:lnTo>
                  <a:lnTo>
                    <a:pt x="3810" y="29209"/>
                  </a:lnTo>
                  <a:lnTo>
                    <a:pt x="3810" y="22859"/>
                  </a:lnTo>
                  <a:close/>
                </a:path>
                <a:path w="3810" h="252729">
                  <a:moveTo>
                    <a:pt x="3810" y="29209"/>
                  </a:moveTo>
                  <a:lnTo>
                    <a:pt x="0" y="29209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9209"/>
                  </a:lnTo>
                  <a:close/>
                </a:path>
                <a:path w="3810" h="252729">
                  <a:moveTo>
                    <a:pt x="3810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6059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3810" y="234949"/>
                  </a:lnTo>
                  <a:lnTo>
                    <a:pt x="3810" y="232409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3810" y="238759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8759"/>
                  </a:moveTo>
                  <a:lnTo>
                    <a:pt x="0" y="238759"/>
                  </a:lnTo>
                  <a:lnTo>
                    <a:pt x="0" y="241299"/>
                  </a:lnTo>
                  <a:lnTo>
                    <a:pt x="3810" y="241299"/>
                  </a:lnTo>
                  <a:lnTo>
                    <a:pt x="3810" y="238759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109"/>
                  </a:lnTo>
                  <a:lnTo>
                    <a:pt x="3810" y="245109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45109"/>
                  </a:moveTo>
                  <a:lnTo>
                    <a:pt x="0" y="245109"/>
                  </a:lnTo>
                  <a:lnTo>
                    <a:pt x="0" y="247649"/>
                  </a:lnTo>
                  <a:lnTo>
                    <a:pt x="3810" y="247649"/>
                  </a:lnTo>
                  <a:lnTo>
                    <a:pt x="3810" y="245109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59"/>
                  </a:lnTo>
                  <a:lnTo>
                    <a:pt x="3810" y="251459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2540" y="251459"/>
                  </a:moveTo>
                  <a:lnTo>
                    <a:pt x="0" y="251459"/>
                  </a:lnTo>
                  <a:lnTo>
                    <a:pt x="0" y="252729"/>
                  </a:lnTo>
                  <a:lnTo>
                    <a:pt x="2540" y="252729"/>
                  </a:lnTo>
                  <a:lnTo>
                    <a:pt x="2540" y="251459"/>
                  </a:lnTo>
                  <a:close/>
                </a:path>
              </a:pathLst>
            </a:custGeom>
            <a:solidFill>
              <a:srgbClr val="7A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2" name="object 882"/>
            <p:cNvSpPr/>
            <p:nvPr/>
          </p:nvSpPr>
          <p:spPr>
            <a:xfrm>
              <a:off x="2603500" y="5459730"/>
              <a:ext cx="3810" cy="250190"/>
            </a:xfrm>
            <a:custGeom>
              <a:avLst/>
              <a:gdLst/>
              <a:ahLst/>
              <a:cxnLst/>
              <a:rect l="l" t="t" r="r" b="b"/>
              <a:pathLst>
                <a:path w="3810" h="250189">
                  <a:moveTo>
                    <a:pt x="3810" y="246392"/>
                  </a:moveTo>
                  <a:lnTo>
                    <a:pt x="0" y="24639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6392"/>
                  </a:lnTo>
                  <a:close/>
                </a:path>
                <a:path w="3810" h="250189">
                  <a:moveTo>
                    <a:pt x="381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3852"/>
                  </a:lnTo>
                  <a:close/>
                </a:path>
                <a:path w="3810" h="250189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10" h="250189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10" h="250189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10" h="250189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10" h="250189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50189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50189">
                  <a:moveTo>
                    <a:pt x="3810" y="27952"/>
                  </a:moveTo>
                  <a:lnTo>
                    <a:pt x="0" y="2795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7952"/>
                  </a:lnTo>
                  <a:close/>
                </a:path>
                <a:path w="3810" h="250189">
                  <a:moveTo>
                    <a:pt x="3810" y="21602"/>
                  </a:moveTo>
                  <a:lnTo>
                    <a:pt x="0" y="21602"/>
                  </a:lnTo>
                  <a:lnTo>
                    <a:pt x="0" y="27940"/>
                  </a:lnTo>
                  <a:lnTo>
                    <a:pt x="3810" y="27940"/>
                  </a:lnTo>
                  <a:lnTo>
                    <a:pt x="3810" y="21602"/>
                  </a:lnTo>
                  <a:close/>
                </a:path>
                <a:path w="3810" h="250189">
                  <a:moveTo>
                    <a:pt x="381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92"/>
                  </a:lnTo>
                  <a:close/>
                </a:path>
                <a:path w="3810" h="250189">
                  <a:moveTo>
                    <a:pt x="381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52"/>
                  </a:lnTo>
                  <a:close/>
                </a:path>
                <a:path w="3810" h="250189">
                  <a:moveTo>
                    <a:pt x="381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42"/>
                  </a:lnTo>
                  <a:close/>
                </a:path>
                <a:path w="3810" h="250189">
                  <a:moveTo>
                    <a:pt x="381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902"/>
                  </a:lnTo>
                  <a:close/>
                </a:path>
                <a:path w="3810" h="250189">
                  <a:moveTo>
                    <a:pt x="381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92"/>
                  </a:lnTo>
                  <a:close/>
                </a:path>
                <a:path w="3810" h="250189">
                  <a:moveTo>
                    <a:pt x="381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52"/>
                  </a:lnTo>
                  <a:close/>
                </a:path>
                <a:path w="3810" h="250189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3" name="object 883"/>
            <p:cNvSpPr/>
            <p:nvPr/>
          </p:nvSpPr>
          <p:spPr>
            <a:xfrm>
              <a:off x="2607310" y="5459730"/>
              <a:ext cx="3810" cy="250190"/>
            </a:xfrm>
            <a:custGeom>
              <a:avLst/>
              <a:gdLst/>
              <a:ahLst/>
              <a:cxnLst/>
              <a:rect l="l" t="t" r="r" b="b"/>
              <a:pathLst>
                <a:path w="3810" h="250189">
                  <a:moveTo>
                    <a:pt x="380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09" y="2540"/>
                  </a:lnTo>
                  <a:lnTo>
                    <a:pt x="3809" y="0"/>
                  </a:lnTo>
                  <a:close/>
                </a:path>
                <a:path w="3810" h="250189">
                  <a:moveTo>
                    <a:pt x="380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2540"/>
                  </a:lnTo>
                  <a:close/>
                </a:path>
                <a:path w="3810" h="250189">
                  <a:moveTo>
                    <a:pt x="380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09" y="8890"/>
                  </a:lnTo>
                  <a:lnTo>
                    <a:pt x="3809" y="5080"/>
                  </a:lnTo>
                  <a:close/>
                </a:path>
                <a:path w="3810" h="250189">
                  <a:moveTo>
                    <a:pt x="380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8890"/>
                  </a:lnTo>
                  <a:close/>
                </a:path>
                <a:path w="3810" h="250189">
                  <a:moveTo>
                    <a:pt x="3809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09" y="15240"/>
                  </a:lnTo>
                  <a:lnTo>
                    <a:pt x="3809" y="11430"/>
                  </a:lnTo>
                  <a:close/>
                </a:path>
                <a:path w="3810" h="250189">
                  <a:moveTo>
                    <a:pt x="3809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5240"/>
                  </a:lnTo>
                  <a:close/>
                </a:path>
                <a:path w="3810" h="250189">
                  <a:moveTo>
                    <a:pt x="3809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09" y="21590"/>
                  </a:lnTo>
                  <a:lnTo>
                    <a:pt x="3809" y="17780"/>
                  </a:lnTo>
                  <a:close/>
                </a:path>
                <a:path w="3810" h="250189">
                  <a:moveTo>
                    <a:pt x="3809" y="21590"/>
                  </a:moveTo>
                  <a:lnTo>
                    <a:pt x="0" y="21590"/>
                  </a:lnTo>
                  <a:lnTo>
                    <a:pt x="0" y="27940"/>
                  </a:lnTo>
                  <a:lnTo>
                    <a:pt x="3809" y="27940"/>
                  </a:lnTo>
                  <a:lnTo>
                    <a:pt x="3809" y="21590"/>
                  </a:lnTo>
                  <a:close/>
                </a:path>
                <a:path w="3810" h="250189">
                  <a:moveTo>
                    <a:pt x="3809" y="27940"/>
                  </a:moveTo>
                  <a:lnTo>
                    <a:pt x="0" y="27940"/>
                  </a:lnTo>
                  <a:lnTo>
                    <a:pt x="0" y="224790"/>
                  </a:lnTo>
                  <a:lnTo>
                    <a:pt x="3809" y="224790"/>
                  </a:lnTo>
                  <a:lnTo>
                    <a:pt x="3809" y="27940"/>
                  </a:lnTo>
                  <a:close/>
                </a:path>
                <a:path w="3810" h="250189">
                  <a:moveTo>
                    <a:pt x="3809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09" y="227330"/>
                  </a:lnTo>
                  <a:lnTo>
                    <a:pt x="3809" y="224790"/>
                  </a:lnTo>
                  <a:close/>
                </a:path>
                <a:path w="3810" h="250189">
                  <a:moveTo>
                    <a:pt x="3809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3809" y="231140"/>
                  </a:lnTo>
                  <a:lnTo>
                    <a:pt x="3809" y="227330"/>
                  </a:lnTo>
                  <a:close/>
                </a:path>
                <a:path w="3810" h="250189">
                  <a:moveTo>
                    <a:pt x="3809" y="231140"/>
                  </a:moveTo>
                  <a:lnTo>
                    <a:pt x="0" y="231140"/>
                  </a:lnTo>
                  <a:lnTo>
                    <a:pt x="0" y="233680"/>
                  </a:lnTo>
                  <a:lnTo>
                    <a:pt x="3809" y="233680"/>
                  </a:lnTo>
                  <a:lnTo>
                    <a:pt x="3809" y="231140"/>
                  </a:lnTo>
                  <a:close/>
                </a:path>
                <a:path w="3810" h="250189">
                  <a:moveTo>
                    <a:pt x="3809" y="233680"/>
                  </a:moveTo>
                  <a:lnTo>
                    <a:pt x="0" y="233680"/>
                  </a:lnTo>
                  <a:lnTo>
                    <a:pt x="0" y="237490"/>
                  </a:lnTo>
                  <a:lnTo>
                    <a:pt x="3809" y="237490"/>
                  </a:lnTo>
                  <a:lnTo>
                    <a:pt x="3809" y="233680"/>
                  </a:lnTo>
                  <a:close/>
                </a:path>
                <a:path w="3810" h="250189">
                  <a:moveTo>
                    <a:pt x="3809" y="237490"/>
                  </a:moveTo>
                  <a:lnTo>
                    <a:pt x="0" y="237490"/>
                  </a:lnTo>
                  <a:lnTo>
                    <a:pt x="0" y="240030"/>
                  </a:lnTo>
                  <a:lnTo>
                    <a:pt x="3809" y="240030"/>
                  </a:lnTo>
                  <a:lnTo>
                    <a:pt x="3809" y="237490"/>
                  </a:lnTo>
                  <a:close/>
                </a:path>
                <a:path w="3810" h="250189">
                  <a:moveTo>
                    <a:pt x="3809" y="240030"/>
                  </a:moveTo>
                  <a:lnTo>
                    <a:pt x="0" y="240030"/>
                  </a:lnTo>
                  <a:lnTo>
                    <a:pt x="0" y="243840"/>
                  </a:lnTo>
                  <a:lnTo>
                    <a:pt x="3809" y="243840"/>
                  </a:lnTo>
                  <a:lnTo>
                    <a:pt x="3809" y="240030"/>
                  </a:lnTo>
                  <a:close/>
                </a:path>
                <a:path w="3810" h="250189">
                  <a:moveTo>
                    <a:pt x="3809" y="243840"/>
                  </a:moveTo>
                  <a:lnTo>
                    <a:pt x="0" y="243840"/>
                  </a:lnTo>
                  <a:lnTo>
                    <a:pt x="0" y="246380"/>
                  </a:lnTo>
                  <a:lnTo>
                    <a:pt x="3809" y="246380"/>
                  </a:lnTo>
                  <a:lnTo>
                    <a:pt x="3809" y="243840"/>
                  </a:lnTo>
                  <a:close/>
                </a:path>
                <a:path w="3810" h="250189">
                  <a:moveTo>
                    <a:pt x="3809" y="246380"/>
                  </a:moveTo>
                  <a:lnTo>
                    <a:pt x="0" y="246380"/>
                  </a:lnTo>
                  <a:lnTo>
                    <a:pt x="0" y="250190"/>
                  </a:lnTo>
                  <a:lnTo>
                    <a:pt x="2539" y="250190"/>
                  </a:lnTo>
                  <a:lnTo>
                    <a:pt x="2539" y="248920"/>
                  </a:lnTo>
                  <a:lnTo>
                    <a:pt x="3809" y="248920"/>
                  </a:lnTo>
                  <a:lnTo>
                    <a:pt x="3809" y="246380"/>
                  </a:lnTo>
                  <a:close/>
                </a:path>
              </a:pathLst>
            </a:custGeom>
            <a:solidFill>
              <a:srgbClr val="7F9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4" name="object 884"/>
            <p:cNvSpPr/>
            <p:nvPr/>
          </p:nvSpPr>
          <p:spPr>
            <a:xfrm>
              <a:off x="2611120" y="5459730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10" h="248920">
                  <a:moveTo>
                    <a:pt x="381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3852"/>
                  </a:lnTo>
                  <a:close/>
                </a:path>
                <a:path w="3810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10" h="248920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10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10" h="248920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10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48920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48920">
                  <a:moveTo>
                    <a:pt x="3810" y="27952"/>
                  </a:moveTo>
                  <a:lnTo>
                    <a:pt x="0" y="2795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7952"/>
                  </a:lnTo>
                  <a:close/>
                </a:path>
                <a:path w="3810" h="248920">
                  <a:moveTo>
                    <a:pt x="3810" y="21602"/>
                  </a:moveTo>
                  <a:lnTo>
                    <a:pt x="0" y="21602"/>
                  </a:lnTo>
                  <a:lnTo>
                    <a:pt x="0" y="27940"/>
                  </a:lnTo>
                  <a:lnTo>
                    <a:pt x="3810" y="27940"/>
                  </a:lnTo>
                  <a:lnTo>
                    <a:pt x="3810" y="21602"/>
                  </a:lnTo>
                  <a:close/>
                </a:path>
                <a:path w="3810" h="248920">
                  <a:moveTo>
                    <a:pt x="381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92"/>
                  </a:lnTo>
                  <a:close/>
                </a:path>
                <a:path w="3810" h="248920">
                  <a:moveTo>
                    <a:pt x="381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52"/>
                  </a:lnTo>
                  <a:close/>
                </a:path>
                <a:path w="3810" h="248920">
                  <a:moveTo>
                    <a:pt x="381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42"/>
                  </a:lnTo>
                  <a:close/>
                </a:path>
                <a:path w="3810" h="248920">
                  <a:moveTo>
                    <a:pt x="381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902"/>
                  </a:lnTo>
                  <a:close/>
                </a:path>
                <a:path w="3810" h="248920">
                  <a:moveTo>
                    <a:pt x="381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92"/>
                  </a:lnTo>
                  <a:close/>
                </a:path>
                <a:path w="3810" h="248920">
                  <a:moveTo>
                    <a:pt x="381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52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294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5" name="object 885"/>
            <p:cNvSpPr/>
            <p:nvPr/>
          </p:nvSpPr>
          <p:spPr>
            <a:xfrm>
              <a:off x="2614930" y="5459730"/>
              <a:ext cx="2540" cy="248920"/>
            </a:xfrm>
            <a:custGeom>
              <a:avLst/>
              <a:gdLst/>
              <a:ahLst/>
              <a:cxnLst/>
              <a:rect l="l" t="t" r="r" b="b"/>
              <a:pathLst>
                <a:path w="2539" h="248920">
                  <a:moveTo>
                    <a:pt x="254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2540" y="248920"/>
                  </a:lnTo>
                  <a:lnTo>
                    <a:pt x="2540" y="246392"/>
                  </a:lnTo>
                  <a:close/>
                </a:path>
                <a:path w="2539" h="248920">
                  <a:moveTo>
                    <a:pt x="254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2540" y="246380"/>
                  </a:lnTo>
                  <a:lnTo>
                    <a:pt x="2540" y="243852"/>
                  </a:lnTo>
                  <a:close/>
                </a:path>
                <a:path w="2539" h="248920">
                  <a:moveTo>
                    <a:pt x="254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2540" y="243840"/>
                  </a:lnTo>
                  <a:lnTo>
                    <a:pt x="2540" y="240042"/>
                  </a:lnTo>
                  <a:close/>
                </a:path>
                <a:path w="2539" h="248920">
                  <a:moveTo>
                    <a:pt x="254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2540" y="240030"/>
                  </a:lnTo>
                  <a:lnTo>
                    <a:pt x="2540" y="237502"/>
                  </a:lnTo>
                  <a:close/>
                </a:path>
                <a:path w="2539" h="248920">
                  <a:moveTo>
                    <a:pt x="254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2540" y="237490"/>
                  </a:lnTo>
                  <a:lnTo>
                    <a:pt x="2540" y="233692"/>
                  </a:lnTo>
                  <a:close/>
                </a:path>
                <a:path w="2539" h="248920">
                  <a:moveTo>
                    <a:pt x="254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2540" y="233680"/>
                  </a:lnTo>
                  <a:lnTo>
                    <a:pt x="2540" y="231152"/>
                  </a:lnTo>
                  <a:close/>
                </a:path>
                <a:path w="2539" h="248920">
                  <a:moveTo>
                    <a:pt x="254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2540" y="231140"/>
                  </a:lnTo>
                  <a:lnTo>
                    <a:pt x="2540" y="227342"/>
                  </a:lnTo>
                  <a:close/>
                </a:path>
                <a:path w="2539" h="248920">
                  <a:moveTo>
                    <a:pt x="254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2540" y="227330"/>
                  </a:lnTo>
                  <a:lnTo>
                    <a:pt x="2540" y="224802"/>
                  </a:lnTo>
                  <a:close/>
                </a:path>
                <a:path w="2539" h="248920">
                  <a:moveTo>
                    <a:pt x="2540" y="27952"/>
                  </a:moveTo>
                  <a:lnTo>
                    <a:pt x="0" y="27952"/>
                  </a:lnTo>
                  <a:lnTo>
                    <a:pt x="0" y="224790"/>
                  </a:lnTo>
                  <a:lnTo>
                    <a:pt x="2540" y="224790"/>
                  </a:lnTo>
                  <a:lnTo>
                    <a:pt x="2540" y="27952"/>
                  </a:lnTo>
                  <a:close/>
                </a:path>
                <a:path w="2539" h="248920">
                  <a:moveTo>
                    <a:pt x="2540" y="21602"/>
                  </a:moveTo>
                  <a:lnTo>
                    <a:pt x="0" y="21602"/>
                  </a:lnTo>
                  <a:lnTo>
                    <a:pt x="0" y="27940"/>
                  </a:lnTo>
                  <a:lnTo>
                    <a:pt x="2540" y="27940"/>
                  </a:lnTo>
                  <a:lnTo>
                    <a:pt x="2540" y="21602"/>
                  </a:lnTo>
                  <a:close/>
                </a:path>
                <a:path w="2539" h="248920">
                  <a:moveTo>
                    <a:pt x="254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2540" y="21590"/>
                  </a:lnTo>
                  <a:lnTo>
                    <a:pt x="2540" y="17792"/>
                  </a:lnTo>
                  <a:close/>
                </a:path>
                <a:path w="2539" h="248920">
                  <a:moveTo>
                    <a:pt x="254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2540" y="17780"/>
                  </a:lnTo>
                  <a:lnTo>
                    <a:pt x="2540" y="15252"/>
                  </a:lnTo>
                  <a:close/>
                </a:path>
                <a:path w="2539" h="248920">
                  <a:moveTo>
                    <a:pt x="254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2540" y="15240"/>
                  </a:lnTo>
                  <a:lnTo>
                    <a:pt x="2540" y="11442"/>
                  </a:lnTo>
                  <a:close/>
                </a:path>
                <a:path w="2539" h="248920">
                  <a:moveTo>
                    <a:pt x="254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8902"/>
                  </a:lnTo>
                  <a:close/>
                </a:path>
                <a:path w="2539" h="248920">
                  <a:moveTo>
                    <a:pt x="254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2540" y="8890"/>
                  </a:lnTo>
                  <a:lnTo>
                    <a:pt x="2540" y="5092"/>
                  </a:lnTo>
                  <a:close/>
                </a:path>
                <a:path w="2539" h="248920">
                  <a:moveTo>
                    <a:pt x="254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2552"/>
                  </a:lnTo>
                  <a:close/>
                </a:path>
                <a:path w="2539" h="248920">
                  <a:moveTo>
                    <a:pt x="254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540" y="254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8496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6" name="object 886"/>
            <p:cNvSpPr/>
            <p:nvPr/>
          </p:nvSpPr>
          <p:spPr>
            <a:xfrm>
              <a:off x="2617470" y="5459730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10" h="248920">
                  <a:moveTo>
                    <a:pt x="381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3852"/>
                  </a:lnTo>
                  <a:close/>
                </a:path>
                <a:path w="3810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10" h="248920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10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10" h="248920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10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48920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48920">
                  <a:moveTo>
                    <a:pt x="3810" y="27952"/>
                  </a:moveTo>
                  <a:lnTo>
                    <a:pt x="0" y="2795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7952"/>
                  </a:lnTo>
                  <a:close/>
                </a:path>
                <a:path w="3810" h="248920">
                  <a:moveTo>
                    <a:pt x="3810" y="21602"/>
                  </a:moveTo>
                  <a:lnTo>
                    <a:pt x="0" y="21602"/>
                  </a:lnTo>
                  <a:lnTo>
                    <a:pt x="0" y="27940"/>
                  </a:lnTo>
                  <a:lnTo>
                    <a:pt x="3810" y="27940"/>
                  </a:lnTo>
                  <a:lnTo>
                    <a:pt x="3810" y="21602"/>
                  </a:lnTo>
                  <a:close/>
                </a:path>
                <a:path w="3810" h="248920">
                  <a:moveTo>
                    <a:pt x="381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92"/>
                  </a:lnTo>
                  <a:close/>
                </a:path>
                <a:path w="3810" h="248920">
                  <a:moveTo>
                    <a:pt x="381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52"/>
                  </a:lnTo>
                  <a:close/>
                </a:path>
                <a:path w="3810" h="248920">
                  <a:moveTo>
                    <a:pt x="381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42"/>
                  </a:lnTo>
                  <a:close/>
                </a:path>
                <a:path w="3810" h="248920">
                  <a:moveTo>
                    <a:pt x="381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902"/>
                  </a:lnTo>
                  <a:close/>
                </a:path>
                <a:path w="3810" h="248920">
                  <a:moveTo>
                    <a:pt x="381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92"/>
                  </a:lnTo>
                  <a:close/>
                </a:path>
                <a:path w="3810" h="248920">
                  <a:moveTo>
                    <a:pt x="381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52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799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7" name="object 887"/>
            <p:cNvSpPr/>
            <p:nvPr/>
          </p:nvSpPr>
          <p:spPr>
            <a:xfrm>
              <a:off x="2621280" y="5461000"/>
              <a:ext cx="3810" cy="247650"/>
            </a:xfrm>
            <a:custGeom>
              <a:avLst/>
              <a:gdLst/>
              <a:ahLst/>
              <a:cxnLst/>
              <a:rect l="l" t="t" r="r" b="b"/>
              <a:pathLst>
                <a:path w="3810" h="247650">
                  <a:moveTo>
                    <a:pt x="3810" y="245122"/>
                  </a:moveTo>
                  <a:lnTo>
                    <a:pt x="0" y="24512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5122"/>
                  </a:lnTo>
                  <a:close/>
                </a:path>
                <a:path w="3810" h="247650">
                  <a:moveTo>
                    <a:pt x="3810" y="242582"/>
                  </a:moveTo>
                  <a:lnTo>
                    <a:pt x="0" y="24258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2582"/>
                  </a:lnTo>
                  <a:close/>
                </a:path>
                <a:path w="3810" h="247650">
                  <a:moveTo>
                    <a:pt x="3810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8772"/>
                  </a:lnTo>
                  <a:close/>
                </a:path>
                <a:path w="3810" h="247650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10" h="247650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10" h="247650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10" h="247650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10" h="247650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10" h="247650">
                  <a:moveTo>
                    <a:pt x="3810" y="26682"/>
                  </a:moveTo>
                  <a:lnTo>
                    <a:pt x="0" y="2668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6682"/>
                  </a:lnTo>
                  <a:close/>
                </a:path>
                <a:path w="3810" h="247650">
                  <a:moveTo>
                    <a:pt x="3810" y="20332"/>
                  </a:moveTo>
                  <a:lnTo>
                    <a:pt x="0" y="20332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0332"/>
                  </a:lnTo>
                  <a:close/>
                </a:path>
                <a:path w="3810" h="247650">
                  <a:moveTo>
                    <a:pt x="3810" y="16522"/>
                  </a:moveTo>
                  <a:lnTo>
                    <a:pt x="0" y="1652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6522"/>
                  </a:lnTo>
                  <a:close/>
                </a:path>
                <a:path w="3810" h="247650">
                  <a:moveTo>
                    <a:pt x="3810" y="13982"/>
                  </a:moveTo>
                  <a:lnTo>
                    <a:pt x="0" y="1398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82"/>
                  </a:lnTo>
                  <a:close/>
                </a:path>
                <a:path w="3810" h="247650">
                  <a:moveTo>
                    <a:pt x="381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0172"/>
                  </a:lnTo>
                  <a:close/>
                </a:path>
                <a:path w="3810" h="247650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10" h="247650">
                  <a:moveTo>
                    <a:pt x="381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3822"/>
                  </a:lnTo>
                  <a:close/>
                </a:path>
                <a:path w="3810" h="247650">
                  <a:moveTo>
                    <a:pt x="381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82"/>
                  </a:lnTo>
                  <a:close/>
                </a:path>
                <a:path w="3810" h="24765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8" name="object 888"/>
            <p:cNvSpPr/>
            <p:nvPr/>
          </p:nvSpPr>
          <p:spPr>
            <a:xfrm>
              <a:off x="2625090" y="5461000"/>
              <a:ext cx="3810" cy="247650"/>
            </a:xfrm>
            <a:custGeom>
              <a:avLst/>
              <a:gdLst/>
              <a:ahLst/>
              <a:cxnLst/>
              <a:rect l="l" t="t" r="r" b="b"/>
              <a:pathLst>
                <a:path w="3810" h="247650">
                  <a:moveTo>
                    <a:pt x="3810" y="245122"/>
                  </a:moveTo>
                  <a:lnTo>
                    <a:pt x="0" y="24512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5122"/>
                  </a:lnTo>
                  <a:close/>
                </a:path>
                <a:path w="3810" h="247650">
                  <a:moveTo>
                    <a:pt x="3810" y="242582"/>
                  </a:moveTo>
                  <a:lnTo>
                    <a:pt x="0" y="24258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2582"/>
                  </a:lnTo>
                  <a:close/>
                </a:path>
                <a:path w="3810" h="247650">
                  <a:moveTo>
                    <a:pt x="3810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8772"/>
                  </a:lnTo>
                  <a:close/>
                </a:path>
                <a:path w="3810" h="247650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10" h="247650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10" h="247650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10" h="247650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10" h="247650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10" h="247650">
                  <a:moveTo>
                    <a:pt x="3810" y="26682"/>
                  </a:moveTo>
                  <a:lnTo>
                    <a:pt x="0" y="2668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6682"/>
                  </a:lnTo>
                  <a:close/>
                </a:path>
                <a:path w="3810" h="247650">
                  <a:moveTo>
                    <a:pt x="3810" y="20332"/>
                  </a:moveTo>
                  <a:lnTo>
                    <a:pt x="0" y="20332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0332"/>
                  </a:lnTo>
                  <a:close/>
                </a:path>
                <a:path w="3810" h="247650">
                  <a:moveTo>
                    <a:pt x="3810" y="16522"/>
                  </a:moveTo>
                  <a:lnTo>
                    <a:pt x="0" y="1652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6522"/>
                  </a:lnTo>
                  <a:close/>
                </a:path>
                <a:path w="3810" h="247650">
                  <a:moveTo>
                    <a:pt x="3810" y="13982"/>
                  </a:moveTo>
                  <a:lnTo>
                    <a:pt x="0" y="1398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82"/>
                  </a:lnTo>
                  <a:close/>
                </a:path>
                <a:path w="3810" h="247650">
                  <a:moveTo>
                    <a:pt x="381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0172"/>
                  </a:lnTo>
                  <a:close/>
                </a:path>
                <a:path w="3810" h="247650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10" h="247650">
                  <a:moveTo>
                    <a:pt x="381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3822"/>
                  </a:lnTo>
                  <a:close/>
                </a:path>
                <a:path w="3810" h="247650">
                  <a:moveTo>
                    <a:pt x="381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82"/>
                  </a:lnTo>
                  <a:close/>
                </a:path>
                <a:path w="3810" h="24765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9" name="object 889"/>
            <p:cNvSpPr/>
            <p:nvPr/>
          </p:nvSpPr>
          <p:spPr>
            <a:xfrm>
              <a:off x="2628900" y="5462282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10" h="245110">
                  <a:moveTo>
                    <a:pt x="3810" y="243840"/>
                  </a:moveTo>
                  <a:lnTo>
                    <a:pt x="0" y="24384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3840"/>
                  </a:lnTo>
                  <a:close/>
                </a:path>
                <a:path w="3810" h="245110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10" h="245110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10" h="245110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10" h="245110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10" h="24511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10" h="245110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10" h="245110">
                  <a:moveTo>
                    <a:pt x="3810" y="222250"/>
                  </a:moveTo>
                  <a:lnTo>
                    <a:pt x="0" y="22225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22250"/>
                  </a:lnTo>
                  <a:close/>
                </a:path>
                <a:path w="3810" h="245110">
                  <a:moveTo>
                    <a:pt x="3810" y="25400"/>
                  </a:moveTo>
                  <a:lnTo>
                    <a:pt x="0" y="2540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5400"/>
                  </a:lnTo>
                  <a:close/>
                </a:path>
                <a:path w="3810" h="245110">
                  <a:moveTo>
                    <a:pt x="38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19050"/>
                  </a:lnTo>
                  <a:close/>
                </a:path>
                <a:path w="3810" h="245110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10" h="24511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10" h="24511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10" h="24511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10" h="24511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10" h="24511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F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0" name="object 890"/>
            <p:cNvSpPr/>
            <p:nvPr/>
          </p:nvSpPr>
          <p:spPr>
            <a:xfrm>
              <a:off x="2632710" y="5462282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10" h="245110">
                  <a:moveTo>
                    <a:pt x="2540" y="243840"/>
                  </a:moveTo>
                  <a:lnTo>
                    <a:pt x="0" y="243840"/>
                  </a:lnTo>
                  <a:lnTo>
                    <a:pt x="0" y="245097"/>
                  </a:lnTo>
                  <a:lnTo>
                    <a:pt x="2540" y="245097"/>
                  </a:lnTo>
                  <a:lnTo>
                    <a:pt x="2540" y="243840"/>
                  </a:lnTo>
                  <a:close/>
                </a:path>
                <a:path w="3810" h="245110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10" h="245110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10" h="245110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10" h="245110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10" h="24511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10" h="245110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10" h="245110">
                  <a:moveTo>
                    <a:pt x="3810" y="222250"/>
                  </a:moveTo>
                  <a:lnTo>
                    <a:pt x="0" y="22225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22250"/>
                  </a:lnTo>
                  <a:close/>
                </a:path>
                <a:path w="3810" h="245110">
                  <a:moveTo>
                    <a:pt x="3810" y="25400"/>
                  </a:moveTo>
                  <a:lnTo>
                    <a:pt x="0" y="2540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5400"/>
                  </a:lnTo>
                  <a:close/>
                </a:path>
                <a:path w="3810" h="245110">
                  <a:moveTo>
                    <a:pt x="38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19050"/>
                  </a:lnTo>
                  <a:close/>
                </a:path>
                <a:path w="3810" h="245110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10" h="24511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10" h="24511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10" h="24511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10" h="24511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10" h="24511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1" name="object 891"/>
            <p:cNvSpPr/>
            <p:nvPr/>
          </p:nvSpPr>
          <p:spPr>
            <a:xfrm>
              <a:off x="2636520" y="5462282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10" h="243839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10" h="243839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10" h="243839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10" h="243839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10" h="243839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10" h="243839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10" h="243839">
                  <a:moveTo>
                    <a:pt x="3810" y="222250"/>
                  </a:moveTo>
                  <a:lnTo>
                    <a:pt x="0" y="22225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22250"/>
                  </a:lnTo>
                  <a:close/>
                </a:path>
                <a:path w="3810" h="243839">
                  <a:moveTo>
                    <a:pt x="3810" y="25400"/>
                  </a:moveTo>
                  <a:lnTo>
                    <a:pt x="0" y="2540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5400"/>
                  </a:lnTo>
                  <a:close/>
                </a:path>
                <a:path w="3810" h="243839">
                  <a:moveTo>
                    <a:pt x="38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19050"/>
                  </a:lnTo>
                  <a:close/>
                </a:path>
                <a:path w="3810" h="243839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10" h="243839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10" h="243839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10" h="243839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10" h="243839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10" h="243839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2" name="object 892"/>
            <p:cNvSpPr/>
            <p:nvPr/>
          </p:nvSpPr>
          <p:spPr>
            <a:xfrm>
              <a:off x="2640330" y="5462282"/>
              <a:ext cx="2540" cy="243840"/>
            </a:xfrm>
            <a:custGeom>
              <a:avLst/>
              <a:gdLst/>
              <a:ahLst/>
              <a:cxnLst/>
              <a:rect l="l" t="t" r="r" b="b"/>
              <a:pathLst>
                <a:path w="2539" h="243839">
                  <a:moveTo>
                    <a:pt x="254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2540" y="243827"/>
                  </a:lnTo>
                  <a:lnTo>
                    <a:pt x="2540" y="241300"/>
                  </a:lnTo>
                  <a:close/>
                </a:path>
                <a:path w="2539" h="243839">
                  <a:moveTo>
                    <a:pt x="254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2540" y="241287"/>
                  </a:lnTo>
                  <a:lnTo>
                    <a:pt x="2540" y="237490"/>
                  </a:lnTo>
                  <a:close/>
                </a:path>
                <a:path w="2539" h="243839">
                  <a:moveTo>
                    <a:pt x="254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2540" y="237477"/>
                  </a:lnTo>
                  <a:lnTo>
                    <a:pt x="2540" y="234950"/>
                  </a:lnTo>
                  <a:close/>
                </a:path>
                <a:path w="2539" h="243839">
                  <a:moveTo>
                    <a:pt x="254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2540" y="234937"/>
                  </a:lnTo>
                  <a:lnTo>
                    <a:pt x="2540" y="231140"/>
                  </a:lnTo>
                  <a:close/>
                </a:path>
                <a:path w="2539" h="243839">
                  <a:moveTo>
                    <a:pt x="254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2540" y="231127"/>
                  </a:lnTo>
                  <a:lnTo>
                    <a:pt x="2540" y="228600"/>
                  </a:lnTo>
                  <a:close/>
                </a:path>
                <a:path w="2539" h="243839">
                  <a:moveTo>
                    <a:pt x="254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2540" y="228587"/>
                  </a:lnTo>
                  <a:lnTo>
                    <a:pt x="2540" y="224790"/>
                  </a:lnTo>
                  <a:close/>
                </a:path>
                <a:path w="2539" h="243839">
                  <a:moveTo>
                    <a:pt x="2540" y="222250"/>
                  </a:moveTo>
                  <a:lnTo>
                    <a:pt x="0" y="222250"/>
                  </a:lnTo>
                  <a:lnTo>
                    <a:pt x="0" y="224777"/>
                  </a:lnTo>
                  <a:lnTo>
                    <a:pt x="2540" y="224777"/>
                  </a:lnTo>
                  <a:lnTo>
                    <a:pt x="2540" y="222250"/>
                  </a:lnTo>
                  <a:close/>
                </a:path>
                <a:path w="2539" h="243839">
                  <a:moveTo>
                    <a:pt x="2540" y="25400"/>
                  </a:moveTo>
                  <a:lnTo>
                    <a:pt x="0" y="25400"/>
                  </a:lnTo>
                  <a:lnTo>
                    <a:pt x="0" y="222237"/>
                  </a:lnTo>
                  <a:lnTo>
                    <a:pt x="2540" y="222237"/>
                  </a:lnTo>
                  <a:lnTo>
                    <a:pt x="2540" y="25400"/>
                  </a:lnTo>
                  <a:close/>
                </a:path>
                <a:path w="2539" h="243839">
                  <a:moveTo>
                    <a:pt x="254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2540" y="25387"/>
                  </a:lnTo>
                  <a:lnTo>
                    <a:pt x="2540" y="19050"/>
                  </a:lnTo>
                  <a:close/>
                </a:path>
                <a:path w="2539" h="243839">
                  <a:moveTo>
                    <a:pt x="254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2540" y="19037"/>
                  </a:lnTo>
                  <a:lnTo>
                    <a:pt x="2540" y="15240"/>
                  </a:lnTo>
                  <a:close/>
                </a:path>
                <a:path w="2539" h="243839">
                  <a:moveTo>
                    <a:pt x="254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540" y="15227"/>
                  </a:lnTo>
                  <a:lnTo>
                    <a:pt x="2540" y="12700"/>
                  </a:lnTo>
                  <a:close/>
                </a:path>
                <a:path w="2539" h="243839">
                  <a:moveTo>
                    <a:pt x="254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8890"/>
                  </a:lnTo>
                  <a:close/>
                </a:path>
                <a:path w="2539" h="243839">
                  <a:moveTo>
                    <a:pt x="254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2540" y="8877"/>
                  </a:lnTo>
                  <a:lnTo>
                    <a:pt x="2540" y="6350"/>
                  </a:lnTo>
                  <a:close/>
                </a:path>
                <a:path w="2539" h="243839">
                  <a:moveTo>
                    <a:pt x="254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2540"/>
                  </a:lnTo>
                  <a:close/>
                </a:path>
                <a:path w="2539" h="243839">
                  <a:moveTo>
                    <a:pt x="254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2540" y="252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97A6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3" name="object 893"/>
            <p:cNvSpPr/>
            <p:nvPr/>
          </p:nvSpPr>
          <p:spPr>
            <a:xfrm>
              <a:off x="2642870" y="5462282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10" h="243839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10" h="243839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10" h="243839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10" h="243839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10" h="243839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10" h="243839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10" h="243839">
                  <a:moveTo>
                    <a:pt x="3810" y="222250"/>
                  </a:moveTo>
                  <a:lnTo>
                    <a:pt x="0" y="22225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22250"/>
                  </a:lnTo>
                  <a:close/>
                </a:path>
                <a:path w="3810" h="243839">
                  <a:moveTo>
                    <a:pt x="3810" y="25400"/>
                  </a:moveTo>
                  <a:lnTo>
                    <a:pt x="0" y="2540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5400"/>
                  </a:lnTo>
                  <a:close/>
                </a:path>
                <a:path w="3810" h="243839">
                  <a:moveTo>
                    <a:pt x="38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19050"/>
                  </a:lnTo>
                  <a:close/>
                </a:path>
                <a:path w="3810" h="243839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10" h="243839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10" h="243839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10" h="243839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10" h="243839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10" h="243839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9A8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4" name="object 894"/>
            <p:cNvSpPr/>
            <p:nvPr/>
          </p:nvSpPr>
          <p:spPr>
            <a:xfrm>
              <a:off x="2646680" y="5463539"/>
              <a:ext cx="3810" cy="242570"/>
            </a:xfrm>
            <a:custGeom>
              <a:avLst/>
              <a:gdLst/>
              <a:ahLst/>
              <a:cxnLst/>
              <a:rect l="l" t="t" r="r" b="b"/>
              <a:pathLst>
                <a:path w="3810" h="242570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10" h="242570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10" h="242570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10" h="242570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10" h="242570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10" h="242570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10" h="242570">
                  <a:moveTo>
                    <a:pt x="3810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92"/>
                  </a:lnTo>
                  <a:close/>
                </a:path>
                <a:path w="3810" h="242570">
                  <a:moveTo>
                    <a:pt x="3810" y="24142"/>
                  </a:moveTo>
                  <a:lnTo>
                    <a:pt x="0" y="2414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4142"/>
                  </a:lnTo>
                  <a:close/>
                </a:path>
                <a:path w="3810" h="242570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42570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10" h="242570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10" h="24257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10" h="24257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10" h="24257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10" h="24257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CA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5" name="object 895"/>
            <p:cNvSpPr/>
            <p:nvPr/>
          </p:nvSpPr>
          <p:spPr>
            <a:xfrm>
              <a:off x="2650489" y="5463539"/>
              <a:ext cx="3810" cy="242570"/>
            </a:xfrm>
            <a:custGeom>
              <a:avLst/>
              <a:gdLst/>
              <a:ahLst/>
              <a:cxnLst/>
              <a:rect l="l" t="t" r="r" b="b"/>
              <a:pathLst>
                <a:path w="3810" h="242570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  <a:path w="3810" h="242570">
                  <a:moveTo>
                    <a:pt x="381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70"/>
                  </a:lnTo>
                  <a:close/>
                </a:path>
                <a:path w="3810" h="242570">
                  <a:moveTo>
                    <a:pt x="3810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80"/>
                  </a:lnTo>
                  <a:close/>
                </a:path>
                <a:path w="3810" h="242570">
                  <a:moveTo>
                    <a:pt x="3810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20"/>
                  </a:lnTo>
                  <a:close/>
                </a:path>
                <a:path w="3810" h="242570">
                  <a:moveTo>
                    <a:pt x="3810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30"/>
                  </a:lnTo>
                  <a:close/>
                </a:path>
                <a:path w="3810" h="242570">
                  <a:moveTo>
                    <a:pt x="3810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70"/>
                  </a:lnTo>
                  <a:close/>
                </a:path>
                <a:path w="3810" h="242570">
                  <a:moveTo>
                    <a:pt x="3810" y="17780"/>
                  </a:moveTo>
                  <a:lnTo>
                    <a:pt x="0" y="1778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80"/>
                  </a:lnTo>
                  <a:close/>
                </a:path>
                <a:path w="3810" h="242570">
                  <a:moveTo>
                    <a:pt x="3810" y="24130"/>
                  </a:moveTo>
                  <a:lnTo>
                    <a:pt x="0" y="24130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4130"/>
                  </a:lnTo>
                  <a:close/>
                </a:path>
                <a:path w="3810" h="242570">
                  <a:moveTo>
                    <a:pt x="3810" y="220980"/>
                  </a:moveTo>
                  <a:lnTo>
                    <a:pt x="0" y="220980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80"/>
                  </a:lnTo>
                  <a:close/>
                </a:path>
                <a:path w="3810" h="242570">
                  <a:moveTo>
                    <a:pt x="3810" y="223520"/>
                  </a:moveTo>
                  <a:lnTo>
                    <a:pt x="0" y="223520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20"/>
                  </a:lnTo>
                  <a:close/>
                </a:path>
                <a:path w="3810" h="242570">
                  <a:moveTo>
                    <a:pt x="3810" y="227330"/>
                  </a:moveTo>
                  <a:lnTo>
                    <a:pt x="0" y="227330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30"/>
                  </a:lnTo>
                  <a:close/>
                </a:path>
                <a:path w="3810" h="242570">
                  <a:moveTo>
                    <a:pt x="3810" y="229870"/>
                  </a:moveTo>
                  <a:lnTo>
                    <a:pt x="0" y="229870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70"/>
                  </a:lnTo>
                  <a:close/>
                </a:path>
                <a:path w="3810" h="242570">
                  <a:moveTo>
                    <a:pt x="3810" y="233680"/>
                  </a:moveTo>
                  <a:lnTo>
                    <a:pt x="0" y="233680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80"/>
                  </a:lnTo>
                  <a:close/>
                </a:path>
                <a:path w="3810" h="242570">
                  <a:moveTo>
                    <a:pt x="3810" y="236220"/>
                  </a:moveTo>
                  <a:lnTo>
                    <a:pt x="0" y="236220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20"/>
                  </a:lnTo>
                  <a:close/>
                </a:path>
                <a:path w="3810" h="242570">
                  <a:moveTo>
                    <a:pt x="3810" y="240030"/>
                  </a:moveTo>
                  <a:lnTo>
                    <a:pt x="0" y="240030"/>
                  </a:lnTo>
                  <a:lnTo>
                    <a:pt x="0" y="242570"/>
                  </a:lnTo>
                  <a:lnTo>
                    <a:pt x="2540" y="242570"/>
                  </a:lnTo>
                  <a:lnTo>
                    <a:pt x="2540" y="241300"/>
                  </a:lnTo>
                  <a:lnTo>
                    <a:pt x="3810" y="241300"/>
                  </a:lnTo>
                  <a:lnTo>
                    <a:pt x="3810" y="240030"/>
                  </a:lnTo>
                  <a:close/>
                </a:path>
              </a:pathLst>
            </a:custGeom>
            <a:solidFill>
              <a:srgbClr val="9FA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6" name="object 896"/>
            <p:cNvSpPr/>
            <p:nvPr/>
          </p:nvSpPr>
          <p:spPr>
            <a:xfrm>
              <a:off x="2654300" y="5464822"/>
              <a:ext cx="3810" cy="240029"/>
            </a:xfrm>
            <a:custGeom>
              <a:avLst/>
              <a:gdLst/>
              <a:ahLst/>
              <a:cxnLst/>
              <a:rect l="l" t="t" r="r" b="b"/>
              <a:pathLst>
                <a:path w="3810" h="240029">
                  <a:moveTo>
                    <a:pt x="2540" y="238760"/>
                  </a:moveTo>
                  <a:lnTo>
                    <a:pt x="0" y="238760"/>
                  </a:lnTo>
                  <a:lnTo>
                    <a:pt x="0" y="240017"/>
                  </a:lnTo>
                  <a:lnTo>
                    <a:pt x="2540" y="240017"/>
                  </a:lnTo>
                  <a:lnTo>
                    <a:pt x="2540" y="238760"/>
                  </a:lnTo>
                  <a:close/>
                </a:path>
                <a:path w="3810" h="2400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400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400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400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40029">
                  <a:moveTo>
                    <a:pt x="381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22250"/>
                  </a:lnTo>
                  <a:close/>
                </a:path>
                <a:path w="3810" h="240029">
                  <a:moveTo>
                    <a:pt x="3810" y="219710"/>
                  </a:moveTo>
                  <a:lnTo>
                    <a:pt x="0" y="21971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19710"/>
                  </a:lnTo>
                  <a:close/>
                </a:path>
                <a:path w="3810" h="240029">
                  <a:moveTo>
                    <a:pt x="3810" y="22860"/>
                  </a:moveTo>
                  <a:lnTo>
                    <a:pt x="0" y="22860"/>
                  </a:lnTo>
                  <a:lnTo>
                    <a:pt x="0" y="219697"/>
                  </a:lnTo>
                  <a:lnTo>
                    <a:pt x="3810" y="219697"/>
                  </a:lnTo>
                  <a:lnTo>
                    <a:pt x="3810" y="22860"/>
                  </a:lnTo>
                  <a:close/>
                </a:path>
                <a:path w="3810" h="240029">
                  <a:moveTo>
                    <a:pt x="3810" y="16510"/>
                  </a:moveTo>
                  <a:lnTo>
                    <a:pt x="0" y="1651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6510"/>
                  </a:lnTo>
                  <a:close/>
                </a:path>
                <a:path w="3810" h="2400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400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400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400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400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7" name="object 897"/>
            <p:cNvSpPr/>
            <p:nvPr/>
          </p:nvSpPr>
          <p:spPr>
            <a:xfrm>
              <a:off x="2658110" y="5464822"/>
              <a:ext cx="3810" cy="238760"/>
            </a:xfrm>
            <a:custGeom>
              <a:avLst/>
              <a:gdLst/>
              <a:ahLst/>
              <a:cxnLst/>
              <a:rect l="l" t="t" r="r" b="b"/>
              <a:pathLst>
                <a:path w="3810" h="238760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38760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38760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38760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38760">
                  <a:moveTo>
                    <a:pt x="381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22250"/>
                  </a:lnTo>
                  <a:close/>
                </a:path>
                <a:path w="3810" h="238760">
                  <a:moveTo>
                    <a:pt x="3810" y="219710"/>
                  </a:moveTo>
                  <a:lnTo>
                    <a:pt x="0" y="21971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19710"/>
                  </a:lnTo>
                  <a:close/>
                </a:path>
                <a:path w="3810" h="238760">
                  <a:moveTo>
                    <a:pt x="3810" y="22860"/>
                  </a:moveTo>
                  <a:lnTo>
                    <a:pt x="0" y="22860"/>
                  </a:lnTo>
                  <a:lnTo>
                    <a:pt x="0" y="219697"/>
                  </a:lnTo>
                  <a:lnTo>
                    <a:pt x="3810" y="219697"/>
                  </a:lnTo>
                  <a:lnTo>
                    <a:pt x="3810" y="22860"/>
                  </a:lnTo>
                  <a:close/>
                </a:path>
                <a:path w="3810" h="238760">
                  <a:moveTo>
                    <a:pt x="3810" y="16510"/>
                  </a:moveTo>
                  <a:lnTo>
                    <a:pt x="0" y="1651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6510"/>
                  </a:lnTo>
                  <a:close/>
                </a:path>
                <a:path w="3810" h="238760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38760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38760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38760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38760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8" name="object 898"/>
            <p:cNvSpPr/>
            <p:nvPr/>
          </p:nvSpPr>
          <p:spPr>
            <a:xfrm>
              <a:off x="2661920" y="5464809"/>
              <a:ext cx="2540" cy="238760"/>
            </a:xfrm>
            <a:custGeom>
              <a:avLst/>
              <a:gdLst/>
              <a:ahLst/>
              <a:cxnLst/>
              <a:rect l="l" t="t" r="r" b="b"/>
              <a:pathLst>
                <a:path w="2539" h="238760">
                  <a:moveTo>
                    <a:pt x="126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2540" y="3809"/>
                  </a:lnTo>
                  <a:lnTo>
                    <a:pt x="2540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2539" h="238760">
                  <a:moveTo>
                    <a:pt x="254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2540" y="6349"/>
                  </a:lnTo>
                  <a:lnTo>
                    <a:pt x="2540" y="3809"/>
                  </a:lnTo>
                  <a:close/>
                </a:path>
                <a:path w="2539" h="238760">
                  <a:moveTo>
                    <a:pt x="254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2540" y="10159"/>
                  </a:lnTo>
                  <a:lnTo>
                    <a:pt x="2540" y="6350"/>
                  </a:lnTo>
                  <a:close/>
                </a:path>
                <a:path w="2539" h="238760">
                  <a:moveTo>
                    <a:pt x="254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2540" y="12699"/>
                  </a:lnTo>
                  <a:lnTo>
                    <a:pt x="2540" y="10159"/>
                  </a:lnTo>
                  <a:close/>
                </a:path>
                <a:path w="2539" h="238760">
                  <a:moveTo>
                    <a:pt x="254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2540" y="16509"/>
                  </a:lnTo>
                  <a:lnTo>
                    <a:pt x="2540" y="12700"/>
                  </a:lnTo>
                  <a:close/>
                </a:path>
                <a:path w="2539" h="238760">
                  <a:moveTo>
                    <a:pt x="2540" y="16509"/>
                  </a:moveTo>
                  <a:lnTo>
                    <a:pt x="0" y="16509"/>
                  </a:lnTo>
                  <a:lnTo>
                    <a:pt x="0" y="22859"/>
                  </a:lnTo>
                  <a:lnTo>
                    <a:pt x="2540" y="22859"/>
                  </a:lnTo>
                  <a:lnTo>
                    <a:pt x="2540" y="16509"/>
                  </a:lnTo>
                  <a:close/>
                </a:path>
                <a:path w="2539" h="238760">
                  <a:moveTo>
                    <a:pt x="2540" y="22859"/>
                  </a:moveTo>
                  <a:lnTo>
                    <a:pt x="0" y="22859"/>
                  </a:lnTo>
                  <a:lnTo>
                    <a:pt x="0" y="219709"/>
                  </a:lnTo>
                  <a:lnTo>
                    <a:pt x="2540" y="219709"/>
                  </a:lnTo>
                  <a:lnTo>
                    <a:pt x="2540" y="22859"/>
                  </a:lnTo>
                  <a:close/>
                </a:path>
                <a:path w="2539" h="238760">
                  <a:moveTo>
                    <a:pt x="2540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2540" y="222249"/>
                  </a:lnTo>
                  <a:lnTo>
                    <a:pt x="2540" y="219709"/>
                  </a:lnTo>
                  <a:close/>
                </a:path>
                <a:path w="2539" h="238760">
                  <a:moveTo>
                    <a:pt x="2540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2540" y="226059"/>
                  </a:lnTo>
                  <a:lnTo>
                    <a:pt x="2540" y="222250"/>
                  </a:lnTo>
                  <a:close/>
                </a:path>
                <a:path w="2539" h="238760">
                  <a:moveTo>
                    <a:pt x="2540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2540" y="228599"/>
                  </a:lnTo>
                  <a:lnTo>
                    <a:pt x="2540" y="226059"/>
                  </a:lnTo>
                  <a:close/>
                </a:path>
                <a:path w="2539" h="238760">
                  <a:moveTo>
                    <a:pt x="2540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2540" y="232409"/>
                  </a:lnTo>
                  <a:lnTo>
                    <a:pt x="2540" y="228600"/>
                  </a:lnTo>
                  <a:close/>
                </a:path>
                <a:path w="2539" h="238760">
                  <a:moveTo>
                    <a:pt x="2540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2540" y="234949"/>
                  </a:lnTo>
                  <a:lnTo>
                    <a:pt x="2540" y="232409"/>
                  </a:lnTo>
                  <a:close/>
                </a:path>
                <a:path w="2539" h="238760">
                  <a:moveTo>
                    <a:pt x="2540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2540" y="238759"/>
                  </a:lnTo>
                  <a:lnTo>
                    <a:pt x="2540" y="234950"/>
                  </a:lnTo>
                  <a:close/>
                </a:path>
              </a:pathLst>
            </a:custGeom>
            <a:solidFill>
              <a:srgbClr val="A7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9" name="object 899"/>
            <p:cNvSpPr/>
            <p:nvPr/>
          </p:nvSpPr>
          <p:spPr>
            <a:xfrm>
              <a:off x="2664460" y="5466080"/>
              <a:ext cx="5080" cy="236220"/>
            </a:xfrm>
            <a:custGeom>
              <a:avLst/>
              <a:gdLst/>
              <a:ahLst/>
              <a:cxnLst/>
              <a:rect l="l" t="t" r="r" b="b"/>
              <a:pathLst>
                <a:path w="5080" h="236220">
                  <a:moveTo>
                    <a:pt x="508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5080" y="236220"/>
                  </a:lnTo>
                  <a:lnTo>
                    <a:pt x="5080" y="233692"/>
                  </a:lnTo>
                  <a:close/>
                </a:path>
                <a:path w="5080" h="236220">
                  <a:moveTo>
                    <a:pt x="508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5080" y="233680"/>
                  </a:lnTo>
                  <a:lnTo>
                    <a:pt x="5080" y="231152"/>
                  </a:lnTo>
                  <a:close/>
                </a:path>
                <a:path w="5080" h="236220">
                  <a:moveTo>
                    <a:pt x="508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5080" y="231140"/>
                  </a:lnTo>
                  <a:lnTo>
                    <a:pt x="5080" y="227342"/>
                  </a:lnTo>
                  <a:close/>
                </a:path>
                <a:path w="5080" h="236220">
                  <a:moveTo>
                    <a:pt x="508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5080" y="227330"/>
                  </a:lnTo>
                  <a:lnTo>
                    <a:pt x="5080" y="224802"/>
                  </a:lnTo>
                  <a:close/>
                </a:path>
                <a:path w="5080" h="236220">
                  <a:moveTo>
                    <a:pt x="508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5080" y="224790"/>
                  </a:lnTo>
                  <a:lnTo>
                    <a:pt x="5080" y="220992"/>
                  </a:lnTo>
                  <a:close/>
                </a:path>
                <a:path w="5080" h="236220">
                  <a:moveTo>
                    <a:pt x="5080" y="218452"/>
                  </a:moveTo>
                  <a:lnTo>
                    <a:pt x="0" y="218452"/>
                  </a:lnTo>
                  <a:lnTo>
                    <a:pt x="0" y="220980"/>
                  </a:lnTo>
                  <a:lnTo>
                    <a:pt x="5080" y="220980"/>
                  </a:lnTo>
                  <a:lnTo>
                    <a:pt x="5080" y="218452"/>
                  </a:lnTo>
                  <a:close/>
                </a:path>
                <a:path w="5080" h="236220">
                  <a:moveTo>
                    <a:pt x="5080" y="21602"/>
                  </a:moveTo>
                  <a:lnTo>
                    <a:pt x="0" y="21602"/>
                  </a:lnTo>
                  <a:lnTo>
                    <a:pt x="0" y="218440"/>
                  </a:lnTo>
                  <a:lnTo>
                    <a:pt x="5080" y="218440"/>
                  </a:lnTo>
                  <a:lnTo>
                    <a:pt x="5080" y="21602"/>
                  </a:lnTo>
                  <a:close/>
                </a:path>
                <a:path w="5080" h="236220">
                  <a:moveTo>
                    <a:pt x="5080" y="15252"/>
                  </a:moveTo>
                  <a:lnTo>
                    <a:pt x="0" y="15252"/>
                  </a:lnTo>
                  <a:lnTo>
                    <a:pt x="0" y="21590"/>
                  </a:lnTo>
                  <a:lnTo>
                    <a:pt x="5080" y="21590"/>
                  </a:lnTo>
                  <a:lnTo>
                    <a:pt x="5080" y="15252"/>
                  </a:lnTo>
                  <a:close/>
                </a:path>
                <a:path w="5080" h="236220">
                  <a:moveTo>
                    <a:pt x="508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5080" y="15240"/>
                  </a:lnTo>
                  <a:lnTo>
                    <a:pt x="5080" y="11442"/>
                  </a:lnTo>
                  <a:close/>
                </a:path>
                <a:path w="5080" h="236220">
                  <a:moveTo>
                    <a:pt x="508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5080" y="11430"/>
                  </a:lnTo>
                  <a:lnTo>
                    <a:pt x="5080" y="8902"/>
                  </a:lnTo>
                  <a:close/>
                </a:path>
                <a:path w="5080" h="236220">
                  <a:moveTo>
                    <a:pt x="508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5080" y="8890"/>
                  </a:lnTo>
                  <a:lnTo>
                    <a:pt x="5080" y="5092"/>
                  </a:lnTo>
                  <a:close/>
                </a:path>
                <a:path w="5080" h="236220">
                  <a:moveTo>
                    <a:pt x="508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5080" y="5080"/>
                  </a:lnTo>
                  <a:lnTo>
                    <a:pt x="5080" y="2552"/>
                  </a:lnTo>
                  <a:close/>
                </a:path>
                <a:path w="5080" h="236220">
                  <a:moveTo>
                    <a:pt x="508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5080" y="2540"/>
                  </a:lnTo>
                  <a:lnTo>
                    <a:pt x="5080" y="0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0" name="object 900"/>
            <p:cNvSpPr/>
            <p:nvPr/>
          </p:nvSpPr>
          <p:spPr>
            <a:xfrm>
              <a:off x="2669539" y="5466080"/>
              <a:ext cx="2540" cy="236220"/>
            </a:xfrm>
            <a:custGeom>
              <a:avLst/>
              <a:gdLst/>
              <a:ahLst/>
              <a:cxnLst/>
              <a:rect l="l" t="t" r="r" b="b"/>
              <a:pathLst>
                <a:path w="2539" h="236220">
                  <a:moveTo>
                    <a:pt x="127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540" y="254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2539" h="236220">
                  <a:moveTo>
                    <a:pt x="254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2540"/>
                  </a:lnTo>
                  <a:close/>
                </a:path>
                <a:path w="2539" h="236220">
                  <a:moveTo>
                    <a:pt x="254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2540" y="8890"/>
                  </a:lnTo>
                  <a:lnTo>
                    <a:pt x="2540" y="5080"/>
                  </a:lnTo>
                  <a:close/>
                </a:path>
                <a:path w="2539" h="236220">
                  <a:moveTo>
                    <a:pt x="254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8890"/>
                  </a:lnTo>
                  <a:close/>
                </a:path>
                <a:path w="2539" h="236220">
                  <a:moveTo>
                    <a:pt x="254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2540" y="15240"/>
                  </a:lnTo>
                  <a:lnTo>
                    <a:pt x="2540" y="11430"/>
                  </a:lnTo>
                  <a:close/>
                </a:path>
                <a:path w="2539" h="236220">
                  <a:moveTo>
                    <a:pt x="2540" y="15240"/>
                  </a:moveTo>
                  <a:lnTo>
                    <a:pt x="0" y="15240"/>
                  </a:lnTo>
                  <a:lnTo>
                    <a:pt x="0" y="21590"/>
                  </a:lnTo>
                  <a:lnTo>
                    <a:pt x="2540" y="21590"/>
                  </a:lnTo>
                  <a:lnTo>
                    <a:pt x="2540" y="15240"/>
                  </a:lnTo>
                  <a:close/>
                </a:path>
                <a:path w="2539" h="236220">
                  <a:moveTo>
                    <a:pt x="2540" y="21590"/>
                  </a:moveTo>
                  <a:lnTo>
                    <a:pt x="0" y="21590"/>
                  </a:lnTo>
                  <a:lnTo>
                    <a:pt x="0" y="218440"/>
                  </a:lnTo>
                  <a:lnTo>
                    <a:pt x="2540" y="218440"/>
                  </a:lnTo>
                  <a:lnTo>
                    <a:pt x="2540" y="21590"/>
                  </a:lnTo>
                  <a:close/>
                </a:path>
                <a:path w="2539" h="236220">
                  <a:moveTo>
                    <a:pt x="2540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2540" y="220980"/>
                  </a:lnTo>
                  <a:lnTo>
                    <a:pt x="2540" y="218440"/>
                  </a:lnTo>
                  <a:close/>
                </a:path>
                <a:path w="2539" h="236220">
                  <a:moveTo>
                    <a:pt x="2540" y="220980"/>
                  </a:moveTo>
                  <a:lnTo>
                    <a:pt x="0" y="220980"/>
                  </a:lnTo>
                  <a:lnTo>
                    <a:pt x="0" y="224790"/>
                  </a:lnTo>
                  <a:lnTo>
                    <a:pt x="2540" y="224790"/>
                  </a:lnTo>
                  <a:lnTo>
                    <a:pt x="2540" y="220980"/>
                  </a:lnTo>
                  <a:close/>
                </a:path>
                <a:path w="2539" h="236220">
                  <a:moveTo>
                    <a:pt x="2540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2540" y="227330"/>
                  </a:lnTo>
                  <a:lnTo>
                    <a:pt x="2540" y="224790"/>
                  </a:lnTo>
                  <a:close/>
                </a:path>
                <a:path w="2539" h="236220">
                  <a:moveTo>
                    <a:pt x="2540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2540" y="231140"/>
                  </a:lnTo>
                  <a:lnTo>
                    <a:pt x="2540" y="227330"/>
                  </a:lnTo>
                  <a:close/>
                </a:path>
                <a:path w="2539" h="236220">
                  <a:moveTo>
                    <a:pt x="2540" y="231140"/>
                  </a:moveTo>
                  <a:lnTo>
                    <a:pt x="0" y="231140"/>
                  </a:lnTo>
                  <a:lnTo>
                    <a:pt x="0" y="233680"/>
                  </a:lnTo>
                  <a:lnTo>
                    <a:pt x="2540" y="233680"/>
                  </a:lnTo>
                  <a:lnTo>
                    <a:pt x="2540" y="231140"/>
                  </a:lnTo>
                  <a:close/>
                </a:path>
                <a:path w="2539" h="236220">
                  <a:moveTo>
                    <a:pt x="2540" y="233680"/>
                  </a:moveTo>
                  <a:lnTo>
                    <a:pt x="0" y="233680"/>
                  </a:lnTo>
                  <a:lnTo>
                    <a:pt x="0" y="236220"/>
                  </a:lnTo>
                  <a:lnTo>
                    <a:pt x="2540" y="236220"/>
                  </a:lnTo>
                  <a:lnTo>
                    <a:pt x="2540" y="233680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1" name="object 901"/>
            <p:cNvSpPr/>
            <p:nvPr/>
          </p:nvSpPr>
          <p:spPr>
            <a:xfrm>
              <a:off x="2672079" y="5467350"/>
              <a:ext cx="3810" cy="234950"/>
            </a:xfrm>
            <a:custGeom>
              <a:avLst/>
              <a:gdLst/>
              <a:ahLst/>
              <a:cxnLst/>
              <a:rect l="l" t="t" r="r" b="b"/>
              <a:pathLst>
                <a:path w="3810" h="234950">
                  <a:moveTo>
                    <a:pt x="253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  <a:path w="3810" h="234950">
                  <a:moveTo>
                    <a:pt x="3809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1270"/>
                  </a:lnTo>
                  <a:close/>
                </a:path>
                <a:path w="3810" h="234950">
                  <a:moveTo>
                    <a:pt x="3809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3810"/>
                  </a:lnTo>
                  <a:close/>
                </a:path>
                <a:path w="3810" h="234950">
                  <a:moveTo>
                    <a:pt x="3809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7620"/>
                  </a:lnTo>
                  <a:close/>
                </a:path>
                <a:path w="3810" h="234950">
                  <a:moveTo>
                    <a:pt x="3809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10160"/>
                  </a:lnTo>
                  <a:close/>
                </a:path>
                <a:path w="3810" h="234950">
                  <a:moveTo>
                    <a:pt x="3809" y="13970"/>
                  </a:moveTo>
                  <a:lnTo>
                    <a:pt x="0" y="13970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3970"/>
                  </a:lnTo>
                  <a:close/>
                </a:path>
                <a:path w="3810" h="234950">
                  <a:moveTo>
                    <a:pt x="3809" y="20320"/>
                  </a:moveTo>
                  <a:lnTo>
                    <a:pt x="0" y="20320"/>
                  </a:lnTo>
                  <a:lnTo>
                    <a:pt x="0" y="217169"/>
                  </a:lnTo>
                  <a:lnTo>
                    <a:pt x="3809" y="217169"/>
                  </a:lnTo>
                  <a:lnTo>
                    <a:pt x="3809" y="20320"/>
                  </a:lnTo>
                  <a:close/>
                </a:path>
                <a:path w="3810" h="234950">
                  <a:moveTo>
                    <a:pt x="3809" y="217170"/>
                  </a:moveTo>
                  <a:lnTo>
                    <a:pt x="0" y="217170"/>
                  </a:lnTo>
                  <a:lnTo>
                    <a:pt x="0" y="219709"/>
                  </a:lnTo>
                  <a:lnTo>
                    <a:pt x="3809" y="219709"/>
                  </a:lnTo>
                  <a:lnTo>
                    <a:pt x="3809" y="217170"/>
                  </a:lnTo>
                  <a:close/>
                </a:path>
                <a:path w="3810" h="234950">
                  <a:moveTo>
                    <a:pt x="3809" y="219710"/>
                  </a:moveTo>
                  <a:lnTo>
                    <a:pt x="0" y="219710"/>
                  </a:lnTo>
                  <a:lnTo>
                    <a:pt x="0" y="223519"/>
                  </a:lnTo>
                  <a:lnTo>
                    <a:pt x="3809" y="223519"/>
                  </a:lnTo>
                  <a:lnTo>
                    <a:pt x="3809" y="219710"/>
                  </a:lnTo>
                  <a:close/>
                </a:path>
                <a:path w="3810" h="234950">
                  <a:moveTo>
                    <a:pt x="3809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3809" y="226059"/>
                  </a:lnTo>
                  <a:lnTo>
                    <a:pt x="3809" y="223520"/>
                  </a:lnTo>
                  <a:close/>
                </a:path>
                <a:path w="3810" h="234950">
                  <a:moveTo>
                    <a:pt x="3809" y="226060"/>
                  </a:moveTo>
                  <a:lnTo>
                    <a:pt x="0" y="226060"/>
                  </a:lnTo>
                  <a:lnTo>
                    <a:pt x="0" y="229869"/>
                  </a:lnTo>
                  <a:lnTo>
                    <a:pt x="3809" y="229869"/>
                  </a:lnTo>
                  <a:lnTo>
                    <a:pt x="3809" y="226060"/>
                  </a:lnTo>
                  <a:close/>
                </a:path>
                <a:path w="3810" h="234950">
                  <a:moveTo>
                    <a:pt x="3809" y="229870"/>
                  </a:moveTo>
                  <a:lnTo>
                    <a:pt x="0" y="229870"/>
                  </a:lnTo>
                  <a:lnTo>
                    <a:pt x="0" y="232409"/>
                  </a:lnTo>
                  <a:lnTo>
                    <a:pt x="3809" y="232409"/>
                  </a:lnTo>
                  <a:lnTo>
                    <a:pt x="3809" y="229870"/>
                  </a:lnTo>
                  <a:close/>
                </a:path>
                <a:path w="3810" h="234950">
                  <a:moveTo>
                    <a:pt x="3809" y="232410"/>
                  </a:moveTo>
                  <a:lnTo>
                    <a:pt x="0" y="232410"/>
                  </a:lnTo>
                  <a:lnTo>
                    <a:pt x="0" y="234950"/>
                  </a:lnTo>
                  <a:lnTo>
                    <a:pt x="2539" y="234950"/>
                  </a:lnTo>
                  <a:lnTo>
                    <a:pt x="2539" y="233680"/>
                  </a:lnTo>
                  <a:lnTo>
                    <a:pt x="3809" y="233680"/>
                  </a:lnTo>
                  <a:lnTo>
                    <a:pt x="3809" y="232410"/>
                  </a:lnTo>
                  <a:close/>
                </a:path>
              </a:pathLst>
            </a:custGeom>
            <a:solidFill>
              <a:srgbClr val="AEBA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2" name="object 902"/>
            <p:cNvSpPr/>
            <p:nvPr/>
          </p:nvSpPr>
          <p:spPr>
            <a:xfrm>
              <a:off x="2675890" y="5468632"/>
              <a:ext cx="3810" cy="232410"/>
            </a:xfrm>
            <a:custGeom>
              <a:avLst/>
              <a:gdLst/>
              <a:ahLst/>
              <a:cxnLst/>
              <a:rect l="l" t="t" r="r" b="b"/>
              <a:pathLst>
                <a:path w="3810" h="232410">
                  <a:moveTo>
                    <a:pt x="1257" y="231140"/>
                  </a:moveTo>
                  <a:lnTo>
                    <a:pt x="0" y="231140"/>
                  </a:lnTo>
                  <a:lnTo>
                    <a:pt x="0" y="232397"/>
                  </a:lnTo>
                  <a:lnTo>
                    <a:pt x="1257" y="232397"/>
                  </a:lnTo>
                  <a:lnTo>
                    <a:pt x="1257" y="231140"/>
                  </a:lnTo>
                  <a:close/>
                </a:path>
                <a:path w="3810" h="23241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10" h="232410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10" h="232410">
                  <a:moveTo>
                    <a:pt x="3810" y="222250"/>
                  </a:moveTo>
                  <a:lnTo>
                    <a:pt x="0" y="22225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22250"/>
                  </a:lnTo>
                  <a:close/>
                </a:path>
                <a:path w="3810" h="232410">
                  <a:moveTo>
                    <a:pt x="3810" y="218440"/>
                  </a:moveTo>
                  <a:lnTo>
                    <a:pt x="0" y="21844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18440"/>
                  </a:lnTo>
                  <a:close/>
                </a:path>
                <a:path w="3810" h="232410">
                  <a:moveTo>
                    <a:pt x="3810" y="215900"/>
                  </a:moveTo>
                  <a:lnTo>
                    <a:pt x="0" y="215900"/>
                  </a:lnTo>
                  <a:lnTo>
                    <a:pt x="0" y="218427"/>
                  </a:lnTo>
                  <a:lnTo>
                    <a:pt x="3810" y="218427"/>
                  </a:lnTo>
                  <a:lnTo>
                    <a:pt x="3810" y="215900"/>
                  </a:lnTo>
                  <a:close/>
                </a:path>
                <a:path w="3810" h="232410">
                  <a:moveTo>
                    <a:pt x="3810" y="19050"/>
                  </a:moveTo>
                  <a:lnTo>
                    <a:pt x="0" y="19050"/>
                  </a:lnTo>
                  <a:lnTo>
                    <a:pt x="0" y="215887"/>
                  </a:lnTo>
                  <a:lnTo>
                    <a:pt x="3810" y="215887"/>
                  </a:lnTo>
                  <a:lnTo>
                    <a:pt x="3810" y="19050"/>
                  </a:lnTo>
                  <a:close/>
                </a:path>
                <a:path w="3810" h="232410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10" h="23241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10" h="23241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10" h="23241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10" h="23241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1BD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3" name="object 903"/>
            <p:cNvSpPr/>
            <p:nvPr/>
          </p:nvSpPr>
          <p:spPr>
            <a:xfrm>
              <a:off x="2679700" y="5468620"/>
              <a:ext cx="3810" cy="231140"/>
            </a:xfrm>
            <a:custGeom>
              <a:avLst/>
              <a:gdLst/>
              <a:ahLst/>
              <a:cxnLst/>
              <a:rect l="l" t="t" r="r" b="b"/>
              <a:pathLst>
                <a:path w="3810" h="231139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231139">
                  <a:moveTo>
                    <a:pt x="381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2539"/>
                  </a:lnTo>
                  <a:close/>
                </a:path>
                <a:path w="3810" h="231139">
                  <a:moveTo>
                    <a:pt x="381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49"/>
                  </a:lnTo>
                  <a:close/>
                </a:path>
                <a:path w="3810" h="231139">
                  <a:moveTo>
                    <a:pt x="381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8889"/>
                  </a:lnTo>
                  <a:close/>
                </a:path>
                <a:path w="3810" h="231139">
                  <a:moveTo>
                    <a:pt x="381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2699"/>
                  </a:lnTo>
                  <a:close/>
                </a:path>
                <a:path w="3810" h="231139">
                  <a:moveTo>
                    <a:pt x="3810" y="19049"/>
                  </a:moveTo>
                  <a:lnTo>
                    <a:pt x="0" y="19049"/>
                  </a:lnTo>
                  <a:lnTo>
                    <a:pt x="0" y="215899"/>
                  </a:lnTo>
                  <a:lnTo>
                    <a:pt x="3810" y="215899"/>
                  </a:lnTo>
                  <a:lnTo>
                    <a:pt x="3810" y="19049"/>
                  </a:lnTo>
                  <a:close/>
                </a:path>
                <a:path w="3810" h="231139">
                  <a:moveTo>
                    <a:pt x="3810" y="215899"/>
                  </a:moveTo>
                  <a:lnTo>
                    <a:pt x="0" y="215899"/>
                  </a:lnTo>
                  <a:lnTo>
                    <a:pt x="0" y="218439"/>
                  </a:lnTo>
                  <a:lnTo>
                    <a:pt x="3810" y="218439"/>
                  </a:lnTo>
                  <a:lnTo>
                    <a:pt x="3810" y="215899"/>
                  </a:lnTo>
                  <a:close/>
                </a:path>
                <a:path w="3810" h="231139">
                  <a:moveTo>
                    <a:pt x="3810" y="218439"/>
                  </a:moveTo>
                  <a:lnTo>
                    <a:pt x="0" y="218439"/>
                  </a:lnTo>
                  <a:lnTo>
                    <a:pt x="0" y="222249"/>
                  </a:lnTo>
                  <a:lnTo>
                    <a:pt x="3810" y="222249"/>
                  </a:lnTo>
                  <a:lnTo>
                    <a:pt x="3810" y="218439"/>
                  </a:lnTo>
                  <a:close/>
                </a:path>
                <a:path w="3810" h="231139">
                  <a:moveTo>
                    <a:pt x="3810" y="222249"/>
                  </a:moveTo>
                  <a:lnTo>
                    <a:pt x="0" y="222249"/>
                  </a:lnTo>
                  <a:lnTo>
                    <a:pt x="0" y="224789"/>
                  </a:lnTo>
                  <a:lnTo>
                    <a:pt x="3810" y="224789"/>
                  </a:lnTo>
                  <a:lnTo>
                    <a:pt x="3810" y="222249"/>
                  </a:lnTo>
                  <a:close/>
                </a:path>
                <a:path w="3810" h="231139">
                  <a:moveTo>
                    <a:pt x="3810" y="224789"/>
                  </a:moveTo>
                  <a:lnTo>
                    <a:pt x="0" y="22478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4789"/>
                  </a:lnTo>
                  <a:close/>
                </a:path>
                <a:path w="3810" h="231139">
                  <a:moveTo>
                    <a:pt x="3810" y="228599"/>
                  </a:moveTo>
                  <a:lnTo>
                    <a:pt x="0" y="228599"/>
                  </a:lnTo>
                  <a:lnTo>
                    <a:pt x="0" y="231139"/>
                  </a:lnTo>
                  <a:lnTo>
                    <a:pt x="2540" y="231139"/>
                  </a:lnTo>
                  <a:lnTo>
                    <a:pt x="2540" y="229869"/>
                  </a:lnTo>
                  <a:lnTo>
                    <a:pt x="3810" y="229869"/>
                  </a:lnTo>
                  <a:lnTo>
                    <a:pt x="3810" y="228599"/>
                  </a:lnTo>
                  <a:close/>
                </a:path>
              </a:pathLst>
            </a:custGeom>
            <a:solidFill>
              <a:srgbClr val="B4BF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4" name="object 904"/>
            <p:cNvSpPr/>
            <p:nvPr/>
          </p:nvSpPr>
          <p:spPr>
            <a:xfrm>
              <a:off x="2683510" y="5469889"/>
              <a:ext cx="3810" cy="228600"/>
            </a:xfrm>
            <a:custGeom>
              <a:avLst/>
              <a:gdLst/>
              <a:ahLst/>
              <a:cxnLst/>
              <a:rect l="l" t="t" r="r" b="b"/>
              <a:pathLst>
                <a:path w="3810" h="228600">
                  <a:moveTo>
                    <a:pt x="2540" y="227342"/>
                  </a:moveTo>
                  <a:lnTo>
                    <a:pt x="0" y="227342"/>
                  </a:lnTo>
                  <a:lnTo>
                    <a:pt x="0" y="228600"/>
                  </a:lnTo>
                  <a:lnTo>
                    <a:pt x="2540" y="228600"/>
                  </a:lnTo>
                  <a:lnTo>
                    <a:pt x="2540" y="227342"/>
                  </a:lnTo>
                  <a:close/>
                </a:path>
                <a:path w="3810" h="228600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10" h="228600">
                  <a:moveTo>
                    <a:pt x="3810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92"/>
                  </a:lnTo>
                  <a:close/>
                </a:path>
                <a:path w="3810" h="228600">
                  <a:moveTo>
                    <a:pt x="3810" y="217182"/>
                  </a:moveTo>
                  <a:lnTo>
                    <a:pt x="0" y="21718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7182"/>
                  </a:lnTo>
                  <a:close/>
                </a:path>
                <a:path w="3810" h="228600">
                  <a:moveTo>
                    <a:pt x="3810" y="214642"/>
                  </a:moveTo>
                  <a:lnTo>
                    <a:pt x="0" y="21464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214642"/>
                  </a:lnTo>
                  <a:close/>
                </a:path>
                <a:path w="3810" h="228600">
                  <a:moveTo>
                    <a:pt x="3810" y="17792"/>
                  </a:moveTo>
                  <a:lnTo>
                    <a:pt x="0" y="17792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17792"/>
                  </a:lnTo>
                  <a:close/>
                </a:path>
                <a:path w="3810" h="228600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2860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10" h="22860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10" h="22860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10" h="22860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6C1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5" name="object 905"/>
            <p:cNvSpPr/>
            <p:nvPr/>
          </p:nvSpPr>
          <p:spPr>
            <a:xfrm>
              <a:off x="2687320" y="5487682"/>
              <a:ext cx="3810" cy="209550"/>
            </a:xfrm>
            <a:custGeom>
              <a:avLst/>
              <a:gdLst/>
              <a:ahLst/>
              <a:cxnLst/>
              <a:rect l="l" t="t" r="r" b="b"/>
              <a:pathLst>
                <a:path w="3810" h="209550">
                  <a:moveTo>
                    <a:pt x="3810" y="205740"/>
                  </a:moveTo>
                  <a:lnTo>
                    <a:pt x="0" y="205740"/>
                  </a:lnTo>
                  <a:lnTo>
                    <a:pt x="0" y="209537"/>
                  </a:lnTo>
                  <a:lnTo>
                    <a:pt x="3810" y="209537"/>
                  </a:lnTo>
                  <a:lnTo>
                    <a:pt x="3810" y="205740"/>
                  </a:lnTo>
                  <a:close/>
                </a:path>
                <a:path w="3810" h="209550">
                  <a:moveTo>
                    <a:pt x="3810" y="203200"/>
                  </a:moveTo>
                  <a:lnTo>
                    <a:pt x="0" y="203200"/>
                  </a:lnTo>
                  <a:lnTo>
                    <a:pt x="0" y="205727"/>
                  </a:lnTo>
                  <a:lnTo>
                    <a:pt x="3810" y="205727"/>
                  </a:lnTo>
                  <a:lnTo>
                    <a:pt x="3810" y="203200"/>
                  </a:lnTo>
                  <a:close/>
                </a:path>
                <a:path w="3810" h="209550">
                  <a:moveTo>
                    <a:pt x="3810" y="199390"/>
                  </a:moveTo>
                  <a:lnTo>
                    <a:pt x="0" y="199390"/>
                  </a:lnTo>
                  <a:lnTo>
                    <a:pt x="0" y="203187"/>
                  </a:lnTo>
                  <a:lnTo>
                    <a:pt x="3810" y="203187"/>
                  </a:lnTo>
                  <a:lnTo>
                    <a:pt x="3810" y="199390"/>
                  </a:lnTo>
                  <a:close/>
                </a:path>
                <a:path w="3810" h="209550">
                  <a:moveTo>
                    <a:pt x="3810" y="196850"/>
                  </a:moveTo>
                  <a:lnTo>
                    <a:pt x="0" y="196850"/>
                  </a:lnTo>
                  <a:lnTo>
                    <a:pt x="0" y="199377"/>
                  </a:lnTo>
                  <a:lnTo>
                    <a:pt x="3810" y="199377"/>
                  </a:lnTo>
                  <a:lnTo>
                    <a:pt x="3810" y="196850"/>
                  </a:lnTo>
                  <a:close/>
                </a:path>
                <a:path w="3810" h="209550">
                  <a:moveTo>
                    <a:pt x="3810" y="0"/>
                  </a:moveTo>
                  <a:lnTo>
                    <a:pt x="0" y="0"/>
                  </a:lnTo>
                  <a:lnTo>
                    <a:pt x="0" y="196837"/>
                  </a:lnTo>
                  <a:lnTo>
                    <a:pt x="3810" y="1968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6" name="object 906"/>
            <p:cNvSpPr/>
            <p:nvPr/>
          </p:nvSpPr>
          <p:spPr>
            <a:xfrm>
              <a:off x="2691129" y="5471159"/>
              <a:ext cx="2540" cy="226060"/>
            </a:xfrm>
            <a:custGeom>
              <a:avLst/>
              <a:gdLst/>
              <a:ahLst/>
              <a:cxnLst/>
              <a:rect l="l" t="t" r="r" b="b"/>
              <a:pathLst>
                <a:path w="2539" h="226060">
                  <a:moveTo>
                    <a:pt x="126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2539" y="3809"/>
                  </a:lnTo>
                  <a:lnTo>
                    <a:pt x="253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2539" h="226060">
                  <a:moveTo>
                    <a:pt x="253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2539" y="6349"/>
                  </a:lnTo>
                  <a:lnTo>
                    <a:pt x="2539" y="3809"/>
                  </a:lnTo>
                  <a:close/>
                </a:path>
                <a:path w="2539" h="226060">
                  <a:moveTo>
                    <a:pt x="253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2539" y="10159"/>
                  </a:lnTo>
                  <a:lnTo>
                    <a:pt x="2539" y="6350"/>
                  </a:lnTo>
                  <a:close/>
                </a:path>
                <a:path w="2539" h="226060">
                  <a:moveTo>
                    <a:pt x="2539" y="10159"/>
                  </a:moveTo>
                  <a:lnTo>
                    <a:pt x="0" y="10159"/>
                  </a:lnTo>
                  <a:lnTo>
                    <a:pt x="0" y="16509"/>
                  </a:lnTo>
                  <a:lnTo>
                    <a:pt x="2539" y="16509"/>
                  </a:lnTo>
                  <a:lnTo>
                    <a:pt x="2539" y="10159"/>
                  </a:lnTo>
                  <a:close/>
                </a:path>
                <a:path w="2539" h="226060">
                  <a:moveTo>
                    <a:pt x="2539" y="16509"/>
                  </a:moveTo>
                  <a:lnTo>
                    <a:pt x="0" y="16509"/>
                  </a:lnTo>
                  <a:lnTo>
                    <a:pt x="0" y="213359"/>
                  </a:lnTo>
                  <a:lnTo>
                    <a:pt x="2539" y="213359"/>
                  </a:lnTo>
                  <a:lnTo>
                    <a:pt x="2539" y="16509"/>
                  </a:lnTo>
                  <a:close/>
                </a:path>
                <a:path w="2539" h="226060">
                  <a:moveTo>
                    <a:pt x="2539" y="213359"/>
                  </a:moveTo>
                  <a:lnTo>
                    <a:pt x="0" y="213359"/>
                  </a:lnTo>
                  <a:lnTo>
                    <a:pt x="0" y="215899"/>
                  </a:lnTo>
                  <a:lnTo>
                    <a:pt x="2539" y="215899"/>
                  </a:lnTo>
                  <a:lnTo>
                    <a:pt x="2539" y="213359"/>
                  </a:lnTo>
                  <a:close/>
                </a:path>
                <a:path w="2539" h="226060">
                  <a:moveTo>
                    <a:pt x="2539" y="215900"/>
                  </a:moveTo>
                  <a:lnTo>
                    <a:pt x="0" y="215900"/>
                  </a:lnTo>
                  <a:lnTo>
                    <a:pt x="0" y="219709"/>
                  </a:lnTo>
                  <a:lnTo>
                    <a:pt x="2539" y="219709"/>
                  </a:lnTo>
                  <a:lnTo>
                    <a:pt x="2539" y="215900"/>
                  </a:lnTo>
                  <a:close/>
                </a:path>
                <a:path w="2539" h="226060">
                  <a:moveTo>
                    <a:pt x="2539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2539" y="222249"/>
                  </a:lnTo>
                  <a:lnTo>
                    <a:pt x="2539" y="219709"/>
                  </a:lnTo>
                  <a:close/>
                </a:path>
                <a:path w="2539" h="226060">
                  <a:moveTo>
                    <a:pt x="2539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1269" y="226059"/>
                  </a:lnTo>
                  <a:lnTo>
                    <a:pt x="1269" y="224789"/>
                  </a:lnTo>
                  <a:lnTo>
                    <a:pt x="2539" y="224789"/>
                  </a:lnTo>
                  <a:lnTo>
                    <a:pt x="2539" y="222250"/>
                  </a:lnTo>
                  <a:close/>
                </a:path>
              </a:pathLst>
            </a:custGeom>
            <a:solidFill>
              <a:srgbClr val="BC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7" name="object 907"/>
            <p:cNvSpPr/>
            <p:nvPr/>
          </p:nvSpPr>
          <p:spPr>
            <a:xfrm>
              <a:off x="2693670" y="5472430"/>
              <a:ext cx="3810" cy="223520"/>
            </a:xfrm>
            <a:custGeom>
              <a:avLst/>
              <a:gdLst/>
              <a:ahLst/>
              <a:cxnLst/>
              <a:rect l="l" t="t" r="r" b="b"/>
              <a:pathLst>
                <a:path w="3810" h="223520">
                  <a:moveTo>
                    <a:pt x="126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3810" h="223520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223520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10" h="223520">
                  <a:moveTo>
                    <a:pt x="3810" y="8890"/>
                  </a:moveTo>
                  <a:lnTo>
                    <a:pt x="0" y="889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8890"/>
                  </a:lnTo>
                  <a:close/>
                </a:path>
                <a:path w="3810" h="223520">
                  <a:moveTo>
                    <a:pt x="3810" y="15240"/>
                  </a:moveTo>
                  <a:lnTo>
                    <a:pt x="0" y="15240"/>
                  </a:lnTo>
                  <a:lnTo>
                    <a:pt x="0" y="212090"/>
                  </a:lnTo>
                  <a:lnTo>
                    <a:pt x="3810" y="212090"/>
                  </a:lnTo>
                  <a:lnTo>
                    <a:pt x="3810" y="15240"/>
                  </a:lnTo>
                  <a:close/>
                </a:path>
                <a:path w="3810" h="223520">
                  <a:moveTo>
                    <a:pt x="3810" y="212090"/>
                  </a:moveTo>
                  <a:lnTo>
                    <a:pt x="0" y="212090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212090"/>
                  </a:lnTo>
                  <a:close/>
                </a:path>
                <a:path w="3810" h="223520">
                  <a:moveTo>
                    <a:pt x="3810" y="214630"/>
                  </a:moveTo>
                  <a:lnTo>
                    <a:pt x="0" y="214630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4630"/>
                  </a:lnTo>
                  <a:close/>
                </a:path>
                <a:path w="3810" h="223520">
                  <a:moveTo>
                    <a:pt x="3810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8440"/>
                  </a:lnTo>
                  <a:close/>
                </a:path>
                <a:path w="3810" h="223520">
                  <a:moveTo>
                    <a:pt x="3810" y="220980"/>
                  </a:moveTo>
                  <a:lnTo>
                    <a:pt x="0" y="220980"/>
                  </a:lnTo>
                  <a:lnTo>
                    <a:pt x="0" y="223520"/>
                  </a:lnTo>
                  <a:lnTo>
                    <a:pt x="1270" y="223520"/>
                  </a:lnTo>
                  <a:lnTo>
                    <a:pt x="1270" y="222250"/>
                  </a:lnTo>
                  <a:lnTo>
                    <a:pt x="3810" y="222250"/>
                  </a:lnTo>
                  <a:lnTo>
                    <a:pt x="3810" y="220980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8" name="object 908"/>
            <p:cNvSpPr/>
            <p:nvPr/>
          </p:nvSpPr>
          <p:spPr>
            <a:xfrm>
              <a:off x="2697479" y="5474970"/>
              <a:ext cx="3810" cy="219710"/>
            </a:xfrm>
            <a:custGeom>
              <a:avLst/>
              <a:gdLst/>
              <a:ahLst/>
              <a:cxnLst/>
              <a:rect l="l" t="t" r="r" b="b"/>
              <a:pathLst>
                <a:path w="3810" h="219710">
                  <a:moveTo>
                    <a:pt x="126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3810" h="219710">
                  <a:moveTo>
                    <a:pt x="380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2539"/>
                  </a:lnTo>
                  <a:close/>
                </a:path>
                <a:path w="3810" h="219710">
                  <a:moveTo>
                    <a:pt x="380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6349"/>
                  </a:lnTo>
                  <a:close/>
                </a:path>
                <a:path w="3810" h="219710">
                  <a:moveTo>
                    <a:pt x="3809" y="12699"/>
                  </a:moveTo>
                  <a:lnTo>
                    <a:pt x="0" y="12699"/>
                  </a:lnTo>
                  <a:lnTo>
                    <a:pt x="0" y="209549"/>
                  </a:lnTo>
                  <a:lnTo>
                    <a:pt x="3809" y="209549"/>
                  </a:lnTo>
                  <a:lnTo>
                    <a:pt x="3809" y="12699"/>
                  </a:lnTo>
                  <a:close/>
                </a:path>
                <a:path w="3810" h="219710">
                  <a:moveTo>
                    <a:pt x="3809" y="209549"/>
                  </a:moveTo>
                  <a:lnTo>
                    <a:pt x="0" y="209549"/>
                  </a:lnTo>
                  <a:lnTo>
                    <a:pt x="0" y="212089"/>
                  </a:lnTo>
                  <a:lnTo>
                    <a:pt x="3809" y="212089"/>
                  </a:lnTo>
                  <a:lnTo>
                    <a:pt x="3809" y="209549"/>
                  </a:lnTo>
                  <a:close/>
                </a:path>
                <a:path w="3810" h="219710">
                  <a:moveTo>
                    <a:pt x="3809" y="212089"/>
                  </a:moveTo>
                  <a:lnTo>
                    <a:pt x="0" y="212089"/>
                  </a:lnTo>
                  <a:lnTo>
                    <a:pt x="0" y="215899"/>
                  </a:lnTo>
                  <a:lnTo>
                    <a:pt x="3809" y="215899"/>
                  </a:lnTo>
                  <a:lnTo>
                    <a:pt x="3809" y="212089"/>
                  </a:lnTo>
                  <a:close/>
                </a:path>
                <a:path w="3810" h="219710">
                  <a:moveTo>
                    <a:pt x="3809" y="215899"/>
                  </a:moveTo>
                  <a:lnTo>
                    <a:pt x="0" y="215899"/>
                  </a:lnTo>
                  <a:lnTo>
                    <a:pt x="0" y="218439"/>
                  </a:lnTo>
                  <a:lnTo>
                    <a:pt x="3809" y="218439"/>
                  </a:lnTo>
                  <a:lnTo>
                    <a:pt x="3809" y="215899"/>
                  </a:lnTo>
                  <a:close/>
                </a:path>
                <a:path w="3810" h="219710">
                  <a:moveTo>
                    <a:pt x="1269" y="218439"/>
                  </a:moveTo>
                  <a:lnTo>
                    <a:pt x="0" y="218439"/>
                  </a:lnTo>
                  <a:lnTo>
                    <a:pt x="0" y="219709"/>
                  </a:lnTo>
                  <a:lnTo>
                    <a:pt x="1269" y="219709"/>
                  </a:lnTo>
                  <a:lnTo>
                    <a:pt x="1269" y="218439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9" name="object 909"/>
            <p:cNvSpPr/>
            <p:nvPr/>
          </p:nvSpPr>
          <p:spPr>
            <a:xfrm>
              <a:off x="2701290" y="5476239"/>
              <a:ext cx="3810" cy="215900"/>
            </a:xfrm>
            <a:custGeom>
              <a:avLst/>
              <a:gdLst/>
              <a:ahLst/>
              <a:cxnLst/>
              <a:rect l="l" t="t" r="r" b="b"/>
              <a:pathLst>
                <a:path w="3810" h="215900">
                  <a:moveTo>
                    <a:pt x="12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3810" h="215900">
                  <a:moveTo>
                    <a:pt x="3810" y="214642"/>
                  </a:moveTo>
                  <a:lnTo>
                    <a:pt x="0" y="214642"/>
                  </a:lnTo>
                  <a:lnTo>
                    <a:pt x="0" y="215900"/>
                  </a:lnTo>
                  <a:lnTo>
                    <a:pt x="3810" y="215900"/>
                  </a:lnTo>
                  <a:lnTo>
                    <a:pt x="3810" y="214642"/>
                  </a:lnTo>
                  <a:close/>
                </a:path>
                <a:path w="3810" h="215900">
                  <a:moveTo>
                    <a:pt x="3810" y="210832"/>
                  </a:moveTo>
                  <a:lnTo>
                    <a:pt x="0" y="210832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210832"/>
                  </a:lnTo>
                  <a:close/>
                </a:path>
                <a:path w="3810" h="215900">
                  <a:moveTo>
                    <a:pt x="3810" y="208292"/>
                  </a:moveTo>
                  <a:lnTo>
                    <a:pt x="0" y="208292"/>
                  </a:lnTo>
                  <a:lnTo>
                    <a:pt x="0" y="210820"/>
                  </a:lnTo>
                  <a:lnTo>
                    <a:pt x="3810" y="210820"/>
                  </a:lnTo>
                  <a:lnTo>
                    <a:pt x="3810" y="208292"/>
                  </a:lnTo>
                  <a:close/>
                </a:path>
                <a:path w="3810" h="215900">
                  <a:moveTo>
                    <a:pt x="3810" y="11442"/>
                  </a:moveTo>
                  <a:lnTo>
                    <a:pt x="0" y="11442"/>
                  </a:lnTo>
                  <a:lnTo>
                    <a:pt x="0" y="208280"/>
                  </a:lnTo>
                  <a:lnTo>
                    <a:pt x="3810" y="208280"/>
                  </a:lnTo>
                  <a:lnTo>
                    <a:pt x="3810" y="11442"/>
                  </a:lnTo>
                  <a:close/>
                </a:path>
                <a:path w="3810" h="215900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1590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</a:pathLst>
            </a:custGeom>
            <a:solidFill>
              <a:srgbClr val="C4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0" name="object 910"/>
            <p:cNvSpPr/>
            <p:nvPr/>
          </p:nvSpPr>
          <p:spPr>
            <a:xfrm>
              <a:off x="2705100" y="5478780"/>
              <a:ext cx="3810" cy="212090"/>
            </a:xfrm>
            <a:custGeom>
              <a:avLst/>
              <a:gdLst/>
              <a:ahLst/>
              <a:cxnLst/>
              <a:rect l="l" t="t" r="r" b="b"/>
              <a:pathLst>
                <a:path w="3810" h="212089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  <a:path w="3810" h="212089">
                  <a:moveTo>
                    <a:pt x="3810" y="2540"/>
                  </a:moveTo>
                  <a:lnTo>
                    <a:pt x="0" y="254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2540"/>
                  </a:lnTo>
                  <a:close/>
                </a:path>
                <a:path w="3810" h="212089">
                  <a:moveTo>
                    <a:pt x="3810" y="8890"/>
                  </a:moveTo>
                  <a:lnTo>
                    <a:pt x="0" y="8890"/>
                  </a:lnTo>
                  <a:lnTo>
                    <a:pt x="0" y="205740"/>
                  </a:lnTo>
                  <a:lnTo>
                    <a:pt x="3810" y="205740"/>
                  </a:lnTo>
                  <a:lnTo>
                    <a:pt x="3810" y="8890"/>
                  </a:lnTo>
                  <a:close/>
                </a:path>
                <a:path w="3810" h="212089">
                  <a:moveTo>
                    <a:pt x="3810" y="205740"/>
                  </a:moveTo>
                  <a:lnTo>
                    <a:pt x="0" y="205740"/>
                  </a:lnTo>
                  <a:lnTo>
                    <a:pt x="0" y="208280"/>
                  </a:lnTo>
                  <a:lnTo>
                    <a:pt x="3810" y="208280"/>
                  </a:lnTo>
                  <a:lnTo>
                    <a:pt x="3810" y="205740"/>
                  </a:lnTo>
                  <a:close/>
                </a:path>
                <a:path w="3810" h="212089">
                  <a:moveTo>
                    <a:pt x="3810" y="208280"/>
                  </a:moveTo>
                  <a:lnTo>
                    <a:pt x="0" y="208280"/>
                  </a:lnTo>
                  <a:lnTo>
                    <a:pt x="0" y="212090"/>
                  </a:lnTo>
                  <a:lnTo>
                    <a:pt x="1269" y="212090"/>
                  </a:lnTo>
                  <a:lnTo>
                    <a:pt x="1269" y="210820"/>
                  </a:lnTo>
                  <a:lnTo>
                    <a:pt x="3810" y="210820"/>
                  </a:lnTo>
                  <a:lnTo>
                    <a:pt x="3810" y="208280"/>
                  </a:lnTo>
                  <a:close/>
                </a:path>
              </a:pathLst>
            </a:custGeom>
            <a:solidFill>
              <a:srgbClr val="C6CF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1" name="object 911"/>
            <p:cNvSpPr/>
            <p:nvPr/>
          </p:nvSpPr>
          <p:spPr>
            <a:xfrm>
              <a:off x="2708910" y="5480050"/>
              <a:ext cx="3810" cy="209550"/>
            </a:xfrm>
            <a:custGeom>
              <a:avLst/>
              <a:gdLst/>
              <a:ahLst/>
              <a:cxnLst/>
              <a:rect l="l" t="t" r="r" b="b"/>
              <a:pathLst>
                <a:path w="3810" h="209550">
                  <a:moveTo>
                    <a:pt x="126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3810" h="209550">
                  <a:moveTo>
                    <a:pt x="2539" y="1270"/>
                  </a:moveTo>
                  <a:lnTo>
                    <a:pt x="0" y="1270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2540"/>
                  </a:lnTo>
                  <a:lnTo>
                    <a:pt x="2539" y="2540"/>
                  </a:lnTo>
                  <a:lnTo>
                    <a:pt x="2539" y="1270"/>
                  </a:lnTo>
                  <a:close/>
                </a:path>
                <a:path w="3810" h="209550">
                  <a:moveTo>
                    <a:pt x="3809" y="7620"/>
                  </a:moveTo>
                  <a:lnTo>
                    <a:pt x="0" y="7620"/>
                  </a:lnTo>
                  <a:lnTo>
                    <a:pt x="0" y="204469"/>
                  </a:lnTo>
                  <a:lnTo>
                    <a:pt x="3809" y="204469"/>
                  </a:lnTo>
                  <a:lnTo>
                    <a:pt x="3809" y="7620"/>
                  </a:lnTo>
                  <a:close/>
                </a:path>
                <a:path w="3810" h="209550">
                  <a:moveTo>
                    <a:pt x="3809" y="204470"/>
                  </a:moveTo>
                  <a:lnTo>
                    <a:pt x="0" y="204470"/>
                  </a:lnTo>
                  <a:lnTo>
                    <a:pt x="0" y="207009"/>
                  </a:lnTo>
                  <a:lnTo>
                    <a:pt x="3809" y="207009"/>
                  </a:lnTo>
                  <a:lnTo>
                    <a:pt x="3809" y="204470"/>
                  </a:lnTo>
                  <a:close/>
                </a:path>
                <a:path w="3810" h="209550">
                  <a:moveTo>
                    <a:pt x="2539" y="207010"/>
                  </a:moveTo>
                  <a:lnTo>
                    <a:pt x="0" y="207010"/>
                  </a:lnTo>
                  <a:lnTo>
                    <a:pt x="0" y="209550"/>
                  </a:lnTo>
                  <a:lnTo>
                    <a:pt x="1269" y="209550"/>
                  </a:lnTo>
                  <a:lnTo>
                    <a:pt x="1269" y="208280"/>
                  </a:lnTo>
                  <a:lnTo>
                    <a:pt x="2539" y="208280"/>
                  </a:lnTo>
                  <a:lnTo>
                    <a:pt x="2539" y="207010"/>
                  </a:lnTo>
                  <a:close/>
                </a:path>
              </a:pathLst>
            </a:custGeom>
            <a:solidFill>
              <a:srgbClr val="C9D1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2" name="object 912"/>
            <p:cNvSpPr/>
            <p:nvPr/>
          </p:nvSpPr>
          <p:spPr>
            <a:xfrm>
              <a:off x="2712720" y="5482589"/>
              <a:ext cx="2540" cy="203200"/>
            </a:xfrm>
            <a:custGeom>
              <a:avLst/>
              <a:gdLst/>
              <a:ahLst/>
              <a:cxnLst/>
              <a:rect l="l" t="t" r="r" b="b"/>
              <a:pathLst>
                <a:path w="2539" h="203200">
                  <a:moveTo>
                    <a:pt x="1270" y="201942"/>
                  </a:moveTo>
                  <a:lnTo>
                    <a:pt x="0" y="201942"/>
                  </a:lnTo>
                  <a:lnTo>
                    <a:pt x="0" y="203200"/>
                  </a:lnTo>
                  <a:lnTo>
                    <a:pt x="1270" y="203200"/>
                  </a:lnTo>
                  <a:lnTo>
                    <a:pt x="1270" y="201942"/>
                  </a:lnTo>
                  <a:close/>
                </a:path>
                <a:path w="2539" h="203200">
                  <a:moveTo>
                    <a:pt x="2540" y="3810"/>
                  </a:moveTo>
                  <a:lnTo>
                    <a:pt x="1270" y="381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080"/>
                  </a:lnTo>
                  <a:lnTo>
                    <a:pt x="0" y="200660"/>
                  </a:lnTo>
                  <a:lnTo>
                    <a:pt x="0" y="201930"/>
                  </a:lnTo>
                  <a:lnTo>
                    <a:pt x="1270" y="201930"/>
                  </a:lnTo>
                  <a:lnTo>
                    <a:pt x="1270" y="200660"/>
                  </a:lnTo>
                  <a:lnTo>
                    <a:pt x="2540" y="200660"/>
                  </a:lnTo>
                  <a:lnTo>
                    <a:pt x="2540" y="5080"/>
                  </a:lnTo>
                  <a:lnTo>
                    <a:pt x="2540" y="3810"/>
                  </a:lnTo>
                  <a:close/>
                </a:path>
              </a:pathLst>
            </a:custGeom>
            <a:solidFill>
              <a:srgbClr val="CCD3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3" name="object 913"/>
            <p:cNvSpPr/>
            <p:nvPr/>
          </p:nvSpPr>
          <p:spPr>
            <a:xfrm>
              <a:off x="2430779" y="5458459"/>
              <a:ext cx="284480" cy="251460"/>
            </a:xfrm>
            <a:custGeom>
              <a:avLst/>
              <a:gdLst/>
              <a:ahLst/>
              <a:cxnLst/>
              <a:rect l="l" t="t" r="r" b="b"/>
              <a:pathLst>
                <a:path w="284480" h="251460">
                  <a:moveTo>
                    <a:pt x="142239" y="0"/>
                  </a:moveTo>
                  <a:lnTo>
                    <a:pt x="86796" y="2440"/>
                  </a:lnTo>
                  <a:lnTo>
                    <a:pt x="41592" y="9048"/>
                  </a:lnTo>
                  <a:lnTo>
                    <a:pt x="11152" y="18752"/>
                  </a:lnTo>
                  <a:lnTo>
                    <a:pt x="0" y="30479"/>
                  </a:lnTo>
                  <a:lnTo>
                    <a:pt x="0" y="33436"/>
                  </a:lnTo>
                  <a:lnTo>
                    <a:pt x="0" y="54133"/>
                  </a:lnTo>
                  <a:lnTo>
                    <a:pt x="0" y="110311"/>
                  </a:lnTo>
                  <a:lnTo>
                    <a:pt x="0" y="219709"/>
                  </a:lnTo>
                  <a:lnTo>
                    <a:pt x="11152" y="232171"/>
                  </a:lnTo>
                  <a:lnTo>
                    <a:pt x="41592" y="242252"/>
                  </a:lnTo>
                  <a:lnTo>
                    <a:pt x="86796" y="248999"/>
                  </a:lnTo>
                  <a:lnTo>
                    <a:pt x="142239" y="251459"/>
                  </a:lnTo>
                  <a:lnTo>
                    <a:pt x="197147" y="248999"/>
                  </a:lnTo>
                  <a:lnTo>
                    <a:pt x="242411" y="242252"/>
                  </a:lnTo>
                  <a:lnTo>
                    <a:pt x="273149" y="232171"/>
                  </a:lnTo>
                  <a:lnTo>
                    <a:pt x="284480" y="219709"/>
                  </a:lnTo>
                  <a:lnTo>
                    <a:pt x="284480" y="216753"/>
                  </a:lnTo>
                  <a:lnTo>
                    <a:pt x="284480" y="196056"/>
                  </a:lnTo>
                  <a:lnTo>
                    <a:pt x="284480" y="139878"/>
                  </a:lnTo>
                  <a:lnTo>
                    <a:pt x="284480" y="30479"/>
                  </a:lnTo>
                  <a:lnTo>
                    <a:pt x="273149" y="18752"/>
                  </a:lnTo>
                  <a:lnTo>
                    <a:pt x="242411" y="9048"/>
                  </a:lnTo>
                  <a:lnTo>
                    <a:pt x="197147" y="2440"/>
                  </a:lnTo>
                  <a:lnTo>
                    <a:pt x="142239" y="0"/>
                  </a:lnTo>
                  <a:close/>
                </a:path>
              </a:pathLst>
            </a:custGeom>
            <a:ln w="646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4" name="object 914"/>
            <p:cNvSpPr/>
            <p:nvPr/>
          </p:nvSpPr>
          <p:spPr>
            <a:xfrm>
              <a:off x="2430779" y="5483859"/>
              <a:ext cx="2540" cy="11430"/>
            </a:xfrm>
            <a:custGeom>
              <a:avLst/>
              <a:gdLst/>
              <a:ahLst/>
              <a:cxnLst/>
              <a:rect l="l" t="t" r="r" b="b"/>
              <a:pathLst>
                <a:path w="2539" h="11429">
                  <a:moveTo>
                    <a:pt x="2539" y="0"/>
                  </a:moveTo>
                  <a:lnTo>
                    <a:pt x="1269" y="0"/>
                  </a:lnTo>
                  <a:lnTo>
                    <a:pt x="1269" y="2539"/>
                  </a:lnTo>
                  <a:lnTo>
                    <a:pt x="0" y="2539"/>
                  </a:lnTo>
                  <a:lnTo>
                    <a:pt x="0" y="10159"/>
                  </a:lnTo>
                  <a:lnTo>
                    <a:pt x="2539" y="10159"/>
                  </a:lnTo>
                  <a:lnTo>
                    <a:pt x="2539" y="0"/>
                  </a:lnTo>
                  <a:close/>
                </a:path>
                <a:path w="2539" h="11429">
                  <a:moveTo>
                    <a:pt x="2539" y="10159"/>
                  </a:moveTo>
                  <a:lnTo>
                    <a:pt x="1269" y="10159"/>
                  </a:lnTo>
                  <a:lnTo>
                    <a:pt x="1269" y="11429"/>
                  </a:lnTo>
                  <a:lnTo>
                    <a:pt x="2539" y="11429"/>
                  </a:lnTo>
                  <a:lnTo>
                    <a:pt x="2539" y="10159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5" name="object 915"/>
            <p:cNvSpPr/>
            <p:nvPr/>
          </p:nvSpPr>
          <p:spPr>
            <a:xfrm>
              <a:off x="2433320" y="5481320"/>
              <a:ext cx="3810" cy="17780"/>
            </a:xfrm>
            <a:custGeom>
              <a:avLst/>
              <a:gdLst/>
              <a:ahLst/>
              <a:cxnLst/>
              <a:rect l="l" t="t" r="r" b="b"/>
              <a:pathLst>
                <a:path w="3810" h="17779">
                  <a:moveTo>
                    <a:pt x="3810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0"/>
                  </a:lnTo>
                  <a:close/>
                </a:path>
                <a:path w="3810" h="17779">
                  <a:moveTo>
                    <a:pt x="381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2699"/>
                  </a:lnTo>
                  <a:close/>
                </a:path>
                <a:path w="3810" h="17779">
                  <a:moveTo>
                    <a:pt x="3810" y="15239"/>
                  </a:moveTo>
                  <a:lnTo>
                    <a:pt x="1269" y="15239"/>
                  </a:lnTo>
                  <a:lnTo>
                    <a:pt x="1269" y="17779"/>
                  </a:lnTo>
                  <a:lnTo>
                    <a:pt x="3810" y="17779"/>
                  </a:lnTo>
                  <a:lnTo>
                    <a:pt x="3810" y="15239"/>
                  </a:lnTo>
                  <a:close/>
                </a:path>
              </a:pathLst>
            </a:custGeom>
            <a:solidFill>
              <a:srgbClr val="CED5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6" name="object 916"/>
            <p:cNvSpPr/>
            <p:nvPr/>
          </p:nvSpPr>
          <p:spPr>
            <a:xfrm>
              <a:off x="2437129" y="5478780"/>
              <a:ext cx="3810" cy="22860"/>
            </a:xfrm>
            <a:custGeom>
              <a:avLst/>
              <a:gdLst/>
              <a:ahLst/>
              <a:cxnLst/>
              <a:rect l="l" t="t" r="r" b="b"/>
              <a:pathLst>
                <a:path w="3810" h="22860">
                  <a:moveTo>
                    <a:pt x="3809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09" y="2540"/>
                  </a:lnTo>
                  <a:lnTo>
                    <a:pt x="3809" y="0"/>
                  </a:lnTo>
                  <a:close/>
                </a:path>
                <a:path w="3810" h="22860">
                  <a:moveTo>
                    <a:pt x="3809" y="2540"/>
                  </a:moveTo>
                  <a:lnTo>
                    <a:pt x="0" y="2540"/>
                  </a:lnTo>
                  <a:lnTo>
                    <a:pt x="0" y="15240"/>
                  </a:lnTo>
                  <a:lnTo>
                    <a:pt x="3809" y="15240"/>
                  </a:lnTo>
                  <a:lnTo>
                    <a:pt x="3809" y="2540"/>
                  </a:lnTo>
                  <a:close/>
                </a:path>
                <a:path w="3810" h="22860">
                  <a:moveTo>
                    <a:pt x="3809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5240"/>
                  </a:lnTo>
                  <a:close/>
                </a:path>
                <a:path w="3810" h="22860">
                  <a:moveTo>
                    <a:pt x="3809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09" y="21590"/>
                  </a:lnTo>
                  <a:lnTo>
                    <a:pt x="3809" y="17780"/>
                  </a:lnTo>
                  <a:close/>
                </a:path>
                <a:path w="3810" h="22860">
                  <a:moveTo>
                    <a:pt x="3809" y="21590"/>
                  </a:moveTo>
                  <a:lnTo>
                    <a:pt x="1269" y="21590"/>
                  </a:lnTo>
                  <a:lnTo>
                    <a:pt x="1269" y="22860"/>
                  </a:lnTo>
                  <a:lnTo>
                    <a:pt x="3809" y="22860"/>
                  </a:lnTo>
                  <a:lnTo>
                    <a:pt x="3809" y="21590"/>
                  </a:lnTo>
                  <a:close/>
                </a:path>
              </a:pathLst>
            </a:custGeom>
            <a:solidFill>
              <a:srgbClr val="CCD3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7" name="object 917"/>
            <p:cNvSpPr/>
            <p:nvPr/>
          </p:nvSpPr>
          <p:spPr>
            <a:xfrm>
              <a:off x="2440939" y="5477509"/>
              <a:ext cx="2540" cy="25400"/>
            </a:xfrm>
            <a:custGeom>
              <a:avLst/>
              <a:gdLst/>
              <a:ahLst/>
              <a:cxnLst/>
              <a:rect l="l" t="t" r="r" b="b"/>
              <a:pathLst>
                <a:path w="2539" h="25400">
                  <a:moveTo>
                    <a:pt x="254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2540" y="3809"/>
                  </a:lnTo>
                  <a:lnTo>
                    <a:pt x="2540" y="0"/>
                  </a:lnTo>
                  <a:close/>
                </a:path>
                <a:path w="2539" h="25400">
                  <a:moveTo>
                    <a:pt x="2540" y="3809"/>
                  </a:moveTo>
                  <a:lnTo>
                    <a:pt x="0" y="3809"/>
                  </a:lnTo>
                  <a:lnTo>
                    <a:pt x="0" y="16509"/>
                  </a:lnTo>
                  <a:lnTo>
                    <a:pt x="2540" y="16509"/>
                  </a:lnTo>
                  <a:lnTo>
                    <a:pt x="2540" y="3809"/>
                  </a:lnTo>
                  <a:close/>
                </a:path>
                <a:path w="2539" h="25400">
                  <a:moveTo>
                    <a:pt x="254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2540" y="19049"/>
                  </a:lnTo>
                  <a:lnTo>
                    <a:pt x="2540" y="16509"/>
                  </a:lnTo>
                  <a:close/>
                </a:path>
                <a:path w="2539" h="25400">
                  <a:moveTo>
                    <a:pt x="254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2540" y="22859"/>
                  </a:lnTo>
                  <a:lnTo>
                    <a:pt x="2540" y="19050"/>
                  </a:lnTo>
                  <a:close/>
                </a:path>
                <a:path w="2539" h="25400">
                  <a:moveTo>
                    <a:pt x="2540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2540" y="25399"/>
                  </a:lnTo>
                  <a:lnTo>
                    <a:pt x="2540" y="22859"/>
                  </a:lnTo>
                  <a:close/>
                </a:path>
              </a:pathLst>
            </a:custGeom>
            <a:solidFill>
              <a:srgbClr val="C9D1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8" name="object 918"/>
            <p:cNvSpPr/>
            <p:nvPr/>
          </p:nvSpPr>
          <p:spPr>
            <a:xfrm>
              <a:off x="2443479" y="5476239"/>
              <a:ext cx="3810" cy="27940"/>
            </a:xfrm>
            <a:custGeom>
              <a:avLst/>
              <a:gdLst/>
              <a:ahLst/>
              <a:cxnLst/>
              <a:rect l="l" t="t" r="r" b="b"/>
              <a:pathLst>
                <a:path w="3810" h="27939">
                  <a:moveTo>
                    <a:pt x="3809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3809" y="1270"/>
                  </a:lnTo>
                  <a:lnTo>
                    <a:pt x="3809" y="0"/>
                  </a:lnTo>
                  <a:close/>
                </a:path>
                <a:path w="3810" h="27939">
                  <a:moveTo>
                    <a:pt x="380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1270"/>
                  </a:lnTo>
                  <a:close/>
                </a:path>
                <a:path w="3810" h="27939">
                  <a:moveTo>
                    <a:pt x="3809" y="5080"/>
                  </a:moveTo>
                  <a:lnTo>
                    <a:pt x="0" y="508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5080"/>
                  </a:lnTo>
                  <a:close/>
                </a:path>
                <a:path w="3810" h="27939">
                  <a:moveTo>
                    <a:pt x="3809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09" y="20320"/>
                  </a:lnTo>
                  <a:lnTo>
                    <a:pt x="3809" y="17780"/>
                  </a:lnTo>
                  <a:close/>
                </a:path>
                <a:path w="3810" h="27939">
                  <a:moveTo>
                    <a:pt x="3809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3809" y="24130"/>
                  </a:lnTo>
                  <a:lnTo>
                    <a:pt x="3809" y="20320"/>
                  </a:lnTo>
                  <a:close/>
                </a:path>
                <a:path w="3810" h="27939">
                  <a:moveTo>
                    <a:pt x="3809" y="24130"/>
                  </a:moveTo>
                  <a:lnTo>
                    <a:pt x="0" y="24130"/>
                  </a:lnTo>
                  <a:lnTo>
                    <a:pt x="0" y="26670"/>
                  </a:lnTo>
                  <a:lnTo>
                    <a:pt x="3809" y="26670"/>
                  </a:lnTo>
                  <a:lnTo>
                    <a:pt x="3809" y="24130"/>
                  </a:lnTo>
                  <a:close/>
                </a:path>
                <a:path w="3810" h="27939">
                  <a:moveTo>
                    <a:pt x="3809" y="26670"/>
                  </a:moveTo>
                  <a:lnTo>
                    <a:pt x="0" y="26670"/>
                  </a:lnTo>
                  <a:lnTo>
                    <a:pt x="0" y="27940"/>
                  </a:lnTo>
                  <a:lnTo>
                    <a:pt x="3809" y="27940"/>
                  </a:lnTo>
                  <a:lnTo>
                    <a:pt x="3809" y="26670"/>
                  </a:lnTo>
                  <a:close/>
                </a:path>
              </a:pathLst>
            </a:custGeom>
            <a:solidFill>
              <a:srgbClr val="C6CF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9" name="object 919"/>
            <p:cNvSpPr/>
            <p:nvPr/>
          </p:nvSpPr>
          <p:spPr>
            <a:xfrm>
              <a:off x="2447289" y="5474970"/>
              <a:ext cx="3810" cy="31750"/>
            </a:xfrm>
            <a:custGeom>
              <a:avLst/>
              <a:gdLst/>
              <a:ahLst/>
              <a:cxnLst/>
              <a:rect l="l" t="t" r="r" b="b"/>
              <a:pathLst>
                <a:path w="3810" h="31750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31750">
                  <a:moveTo>
                    <a:pt x="381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2539"/>
                  </a:lnTo>
                  <a:close/>
                </a:path>
                <a:path w="3810" h="31750">
                  <a:moveTo>
                    <a:pt x="3810" y="6349"/>
                  </a:moveTo>
                  <a:lnTo>
                    <a:pt x="0" y="634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6349"/>
                  </a:lnTo>
                  <a:close/>
                </a:path>
                <a:path w="3810" h="31750">
                  <a:moveTo>
                    <a:pt x="3810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9049"/>
                  </a:lnTo>
                  <a:close/>
                </a:path>
                <a:path w="3810" h="31750">
                  <a:moveTo>
                    <a:pt x="3810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21589"/>
                  </a:lnTo>
                  <a:close/>
                </a:path>
                <a:path w="3810" h="31750">
                  <a:moveTo>
                    <a:pt x="3810" y="25399"/>
                  </a:moveTo>
                  <a:lnTo>
                    <a:pt x="0" y="25399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5399"/>
                  </a:lnTo>
                  <a:close/>
                </a:path>
                <a:path w="3810" h="31750">
                  <a:moveTo>
                    <a:pt x="3810" y="27939"/>
                  </a:moveTo>
                  <a:lnTo>
                    <a:pt x="0" y="27939"/>
                  </a:lnTo>
                  <a:lnTo>
                    <a:pt x="0" y="30479"/>
                  </a:lnTo>
                  <a:lnTo>
                    <a:pt x="2540" y="30479"/>
                  </a:lnTo>
                  <a:lnTo>
                    <a:pt x="2540" y="31749"/>
                  </a:lnTo>
                  <a:lnTo>
                    <a:pt x="3810" y="31749"/>
                  </a:lnTo>
                  <a:lnTo>
                    <a:pt x="3810" y="27939"/>
                  </a:lnTo>
                  <a:close/>
                </a:path>
              </a:pathLst>
            </a:custGeom>
            <a:solidFill>
              <a:srgbClr val="C3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0" name="object 920"/>
            <p:cNvSpPr/>
            <p:nvPr/>
          </p:nvSpPr>
          <p:spPr>
            <a:xfrm>
              <a:off x="2451100" y="5472430"/>
              <a:ext cx="3810" cy="34290"/>
            </a:xfrm>
            <a:custGeom>
              <a:avLst/>
              <a:gdLst/>
              <a:ahLst/>
              <a:cxnLst/>
              <a:rect l="l" t="t" r="r" b="b"/>
              <a:pathLst>
                <a:path w="3810" h="34289">
                  <a:moveTo>
                    <a:pt x="3810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  <a:path w="3810" h="34289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34289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10" h="34289">
                  <a:moveTo>
                    <a:pt x="3810" y="8890"/>
                  </a:moveTo>
                  <a:lnTo>
                    <a:pt x="0" y="889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8890"/>
                  </a:lnTo>
                  <a:close/>
                </a:path>
                <a:path w="3810" h="34289">
                  <a:moveTo>
                    <a:pt x="3810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1590"/>
                  </a:lnTo>
                  <a:close/>
                </a:path>
                <a:path w="3810" h="34289">
                  <a:moveTo>
                    <a:pt x="3810" y="24130"/>
                  </a:moveTo>
                  <a:lnTo>
                    <a:pt x="0" y="24130"/>
                  </a:lnTo>
                  <a:lnTo>
                    <a:pt x="0" y="27940"/>
                  </a:lnTo>
                  <a:lnTo>
                    <a:pt x="3810" y="27940"/>
                  </a:lnTo>
                  <a:lnTo>
                    <a:pt x="3810" y="24130"/>
                  </a:lnTo>
                  <a:close/>
                </a:path>
                <a:path w="3810" h="34289">
                  <a:moveTo>
                    <a:pt x="3810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27940"/>
                  </a:lnTo>
                  <a:close/>
                </a:path>
                <a:path w="3810" h="34289">
                  <a:moveTo>
                    <a:pt x="3810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3810" y="34290"/>
                  </a:lnTo>
                  <a:lnTo>
                    <a:pt x="3810" y="30480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1" name="object 921"/>
            <p:cNvSpPr/>
            <p:nvPr/>
          </p:nvSpPr>
          <p:spPr>
            <a:xfrm>
              <a:off x="2454910" y="5471159"/>
              <a:ext cx="3810" cy="38100"/>
            </a:xfrm>
            <a:custGeom>
              <a:avLst/>
              <a:gdLst/>
              <a:ahLst/>
              <a:cxnLst/>
              <a:rect l="l" t="t" r="r" b="b"/>
              <a:pathLst>
                <a:path w="3810" h="38100">
                  <a:moveTo>
                    <a:pt x="380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0"/>
                  </a:lnTo>
                  <a:close/>
                </a:path>
                <a:path w="3810" h="38100">
                  <a:moveTo>
                    <a:pt x="380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3809"/>
                  </a:lnTo>
                  <a:close/>
                </a:path>
                <a:path w="3810" h="38100">
                  <a:moveTo>
                    <a:pt x="380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6350"/>
                  </a:lnTo>
                  <a:close/>
                </a:path>
                <a:path w="3810" h="38100">
                  <a:moveTo>
                    <a:pt x="3809" y="10159"/>
                  </a:moveTo>
                  <a:lnTo>
                    <a:pt x="0" y="10159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10159"/>
                  </a:lnTo>
                  <a:close/>
                </a:path>
                <a:path w="3810" h="38100">
                  <a:moveTo>
                    <a:pt x="3809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2859"/>
                  </a:lnTo>
                  <a:close/>
                </a:path>
                <a:path w="3810" h="38100">
                  <a:moveTo>
                    <a:pt x="3809" y="25400"/>
                  </a:moveTo>
                  <a:lnTo>
                    <a:pt x="0" y="25400"/>
                  </a:lnTo>
                  <a:lnTo>
                    <a:pt x="0" y="29209"/>
                  </a:lnTo>
                  <a:lnTo>
                    <a:pt x="3809" y="29209"/>
                  </a:lnTo>
                  <a:lnTo>
                    <a:pt x="3809" y="25400"/>
                  </a:lnTo>
                  <a:close/>
                </a:path>
                <a:path w="3810" h="38100">
                  <a:moveTo>
                    <a:pt x="3809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9209"/>
                  </a:lnTo>
                  <a:close/>
                </a:path>
                <a:path w="3810" h="38100">
                  <a:moveTo>
                    <a:pt x="3809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31750"/>
                  </a:lnTo>
                  <a:close/>
                </a:path>
                <a:path w="3810" h="38100">
                  <a:moveTo>
                    <a:pt x="3809" y="35559"/>
                  </a:moveTo>
                  <a:lnTo>
                    <a:pt x="0" y="35559"/>
                  </a:lnTo>
                  <a:lnTo>
                    <a:pt x="0" y="36829"/>
                  </a:lnTo>
                  <a:lnTo>
                    <a:pt x="2539" y="36829"/>
                  </a:lnTo>
                  <a:lnTo>
                    <a:pt x="2539" y="38099"/>
                  </a:lnTo>
                  <a:lnTo>
                    <a:pt x="3809" y="38099"/>
                  </a:lnTo>
                  <a:lnTo>
                    <a:pt x="3809" y="35559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2" name="object 922"/>
            <p:cNvSpPr/>
            <p:nvPr/>
          </p:nvSpPr>
          <p:spPr>
            <a:xfrm>
              <a:off x="2458720" y="5471159"/>
              <a:ext cx="3810" cy="38100"/>
            </a:xfrm>
            <a:custGeom>
              <a:avLst/>
              <a:gdLst/>
              <a:ahLst/>
              <a:cxnLst/>
              <a:rect l="l" t="t" r="r" b="b"/>
              <a:pathLst>
                <a:path w="3810" h="38100">
                  <a:moveTo>
                    <a:pt x="38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0"/>
                  </a:lnTo>
                  <a:close/>
                </a:path>
                <a:path w="3810" h="38100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10" h="38100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10" h="38100">
                  <a:moveTo>
                    <a:pt x="3810" y="10159"/>
                  </a:moveTo>
                  <a:lnTo>
                    <a:pt x="0" y="10159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0159"/>
                  </a:lnTo>
                  <a:close/>
                </a:path>
                <a:path w="3810" h="38100">
                  <a:moveTo>
                    <a:pt x="3810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22859"/>
                  </a:lnTo>
                  <a:close/>
                </a:path>
                <a:path w="3810" h="38100">
                  <a:moveTo>
                    <a:pt x="3810" y="25400"/>
                  </a:moveTo>
                  <a:lnTo>
                    <a:pt x="0" y="25400"/>
                  </a:lnTo>
                  <a:lnTo>
                    <a:pt x="0" y="29209"/>
                  </a:lnTo>
                  <a:lnTo>
                    <a:pt x="3810" y="29209"/>
                  </a:lnTo>
                  <a:lnTo>
                    <a:pt x="3810" y="25400"/>
                  </a:lnTo>
                  <a:close/>
                </a:path>
                <a:path w="3810" h="38100">
                  <a:moveTo>
                    <a:pt x="3810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9209"/>
                  </a:lnTo>
                  <a:close/>
                </a:path>
                <a:path w="3810" h="38100">
                  <a:moveTo>
                    <a:pt x="3810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31750"/>
                  </a:lnTo>
                  <a:close/>
                </a:path>
                <a:path w="3810" h="38100">
                  <a:moveTo>
                    <a:pt x="381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5559"/>
                  </a:lnTo>
                  <a:close/>
                </a:path>
              </a:pathLst>
            </a:custGeom>
            <a:solidFill>
              <a:srgbClr val="BB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3" name="object 923"/>
            <p:cNvSpPr/>
            <p:nvPr/>
          </p:nvSpPr>
          <p:spPr>
            <a:xfrm>
              <a:off x="2462529" y="5469889"/>
              <a:ext cx="2540" cy="40640"/>
            </a:xfrm>
            <a:custGeom>
              <a:avLst/>
              <a:gdLst/>
              <a:ahLst/>
              <a:cxnLst/>
              <a:rect l="l" t="t" r="r" b="b"/>
              <a:pathLst>
                <a:path w="2539" h="40639">
                  <a:moveTo>
                    <a:pt x="2539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2539" y="1270"/>
                  </a:lnTo>
                  <a:lnTo>
                    <a:pt x="2539" y="0"/>
                  </a:lnTo>
                  <a:close/>
                </a:path>
                <a:path w="2539" h="40639">
                  <a:moveTo>
                    <a:pt x="253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2539" y="5080"/>
                  </a:lnTo>
                  <a:lnTo>
                    <a:pt x="2539" y="1270"/>
                  </a:lnTo>
                  <a:close/>
                </a:path>
                <a:path w="2539" h="40639">
                  <a:moveTo>
                    <a:pt x="253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2539" y="7620"/>
                  </a:lnTo>
                  <a:lnTo>
                    <a:pt x="2539" y="5080"/>
                  </a:lnTo>
                  <a:close/>
                </a:path>
                <a:path w="2539" h="40639">
                  <a:moveTo>
                    <a:pt x="253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2539" y="11430"/>
                  </a:lnTo>
                  <a:lnTo>
                    <a:pt x="2539" y="7620"/>
                  </a:lnTo>
                  <a:close/>
                </a:path>
                <a:path w="2539" h="40639">
                  <a:moveTo>
                    <a:pt x="2539" y="11430"/>
                  </a:moveTo>
                  <a:lnTo>
                    <a:pt x="0" y="11430"/>
                  </a:lnTo>
                  <a:lnTo>
                    <a:pt x="0" y="24130"/>
                  </a:lnTo>
                  <a:lnTo>
                    <a:pt x="2539" y="24130"/>
                  </a:lnTo>
                  <a:lnTo>
                    <a:pt x="2539" y="11430"/>
                  </a:lnTo>
                  <a:close/>
                </a:path>
                <a:path w="2539" h="40639">
                  <a:moveTo>
                    <a:pt x="2539" y="24130"/>
                  </a:moveTo>
                  <a:lnTo>
                    <a:pt x="0" y="24130"/>
                  </a:lnTo>
                  <a:lnTo>
                    <a:pt x="0" y="26670"/>
                  </a:lnTo>
                  <a:lnTo>
                    <a:pt x="2539" y="26670"/>
                  </a:lnTo>
                  <a:lnTo>
                    <a:pt x="2539" y="24130"/>
                  </a:lnTo>
                  <a:close/>
                </a:path>
                <a:path w="2539" h="40639">
                  <a:moveTo>
                    <a:pt x="2539" y="26670"/>
                  </a:moveTo>
                  <a:lnTo>
                    <a:pt x="0" y="26670"/>
                  </a:lnTo>
                  <a:lnTo>
                    <a:pt x="0" y="30480"/>
                  </a:lnTo>
                  <a:lnTo>
                    <a:pt x="2539" y="30480"/>
                  </a:lnTo>
                  <a:lnTo>
                    <a:pt x="2539" y="26670"/>
                  </a:lnTo>
                  <a:close/>
                </a:path>
                <a:path w="2539" h="40639">
                  <a:moveTo>
                    <a:pt x="2539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2539" y="33020"/>
                  </a:lnTo>
                  <a:lnTo>
                    <a:pt x="2539" y="30480"/>
                  </a:lnTo>
                  <a:close/>
                </a:path>
                <a:path w="2539" h="40639">
                  <a:moveTo>
                    <a:pt x="2539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2539" y="36830"/>
                  </a:lnTo>
                  <a:lnTo>
                    <a:pt x="2539" y="33020"/>
                  </a:lnTo>
                  <a:close/>
                </a:path>
                <a:path w="2539" h="40639">
                  <a:moveTo>
                    <a:pt x="2539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2539" y="39370"/>
                  </a:lnTo>
                  <a:lnTo>
                    <a:pt x="2539" y="36830"/>
                  </a:lnTo>
                  <a:close/>
                </a:path>
                <a:path w="2539" h="40639">
                  <a:moveTo>
                    <a:pt x="2539" y="39370"/>
                  </a:moveTo>
                  <a:lnTo>
                    <a:pt x="0" y="39370"/>
                  </a:lnTo>
                  <a:lnTo>
                    <a:pt x="0" y="40640"/>
                  </a:lnTo>
                  <a:lnTo>
                    <a:pt x="2539" y="40640"/>
                  </a:lnTo>
                  <a:lnTo>
                    <a:pt x="2539" y="39370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4" name="object 924"/>
            <p:cNvSpPr/>
            <p:nvPr/>
          </p:nvSpPr>
          <p:spPr>
            <a:xfrm>
              <a:off x="2465070" y="546988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  <a:path w="3810" h="41910">
                  <a:moveTo>
                    <a:pt x="381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70"/>
                  </a:lnTo>
                  <a:close/>
                </a:path>
                <a:path w="3810" h="41910">
                  <a:moveTo>
                    <a:pt x="3810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80"/>
                  </a:lnTo>
                  <a:close/>
                </a:path>
                <a:path w="3810" h="41910">
                  <a:moveTo>
                    <a:pt x="3810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20"/>
                  </a:lnTo>
                  <a:close/>
                </a:path>
                <a:path w="3810" h="41910">
                  <a:moveTo>
                    <a:pt x="3810" y="11430"/>
                  </a:moveTo>
                  <a:lnTo>
                    <a:pt x="0" y="1143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1430"/>
                  </a:lnTo>
                  <a:close/>
                </a:path>
                <a:path w="3810" h="41910">
                  <a:moveTo>
                    <a:pt x="3810" y="24130"/>
                  </a:moveTo>
                  <a:lnTo>
                    <a:pt x="0" y="24130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4130"/>
                  </a:lnTo>
                  <a:close/>
                </a:path>
                <a:path w="3810" h="41910">
                  <a:moveTo>
                    <a:pt x="3810" y="26670"/>
                  </a:moveTo>
                  <a:lnTo>
                    <a:pt x="0" y="2667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26670"/>
                  </a:lnTo>
                  <a:close/>
                </a:path>
                <a:path w="3810" h="41910">
                  <a:moveTo>
                    <a:pt x="3810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3810" y="33020"/>
                  </a:lnTo>
                  <a:lnTo>
                    <a:pt x="3810" y="30480"/>
                  </a:lnTo>
                  <a:close/>
                </a:path>
                <a:path w="3810" h="41910">
                  <a:moveTo>
                    <a:pt x="3810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3020"/>
                  </a:lnTo>
                  <a:close/>
                </a:path>
                <a:path w="3810" h="41910">
                  <a:moveTo>
                    <a:pt x="3810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10" y="39370"/>
                  </a:lnTo>
                  <a:lnTo>
                    <a:pt x="3810" y="36830"/>
                  </a:lnTo>
                  <a:close/>
                </a:path>
                <a:path w="3810" h="41910">
                  <a:moveTo>
                    <a:pt x="3810" y="39370"/>
                  </a:moveTo>
                  <a:lnTo>
                    <a:pt x="0" y="39370"/>
                  </a:lnTo>
                  <a:lnTo>
                    <a:pt x="0" y="40640"/>
                  </a:lnTo>
                  <a:lnTo>
                    <a:pt x="1269" y="40640"/>
                  </a:lnTo>
                  <a:lnTo>
                    <a:pt x="1269" y="41910"/>
                  </a:lnTo>
                  <a:lnTo>
                    <a:pt x="3810" y="41910"/>
                  </a:lnTo>
                  <a:lnTo>
                    <a:pt x="3810" y="39370"/>
                  </a:lnTo>
                  <a:close/>
                </a:path>
              </a:pathLst>
            </a:custGeom>
            <a:solidFill>
              <a:srgbClr val="B6C1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5" name="object 925"/>
            <p:cNvSpPr/>
            <p:nvPr/>
          </p:nvSpPr>
          <p:spPr>
            <a:xfrm>
              <a:off x="2468879" y="5468620"/>
              <a:ext cx="3810" cy="43180"/>
            </a:xfrm>
            <a:custGeom>
              <a:avLst/>
              <a:gdLst/>
              <a:ahLst/>
              <a:cxnLst/>
              <a:rect l="l" t="t" r="r" b="b"/>
              <a:pathLst>
                <a:path w="3810" h="43179">
                  <a:moveTo>
                    <a:pt x="380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10" h="43179">
                  <a:moveTo>
                    <a:pt x="380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2539"/>
                  </a:lnTo>
                  <a:close/>
                </a:path>
                <a:path w="3810" h="43179">
                  <a:moveTo>
                    <a:pt x="380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49"/>
                  </a:lnTo>
                  <a:close/>
                </a:path>
                <a:path w="3810" h="43179">
                  <a:moveTo>
                    <a:pt x="380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8889"/>
                  </a:lnTo>
                  <a:close/>
                </a:path>
                <a:path w="3810" h="43179">
                  <a:moveTo>
                    <a:pt x="3809" y="12699"/>
                  </a:moveTo>
                  <a:lnTo>
                    <a:pt x="0" y="1269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12699"/>
                  </a:lnTo>
                  <a:close/>
                </a:path>
                <a:path w="3810" h="43179">
                  <a:moveTo>
                    <a:pt x="3809" y="25399"/>
                  </a:moveTo>
                  <a:lnTo>
                    <a:pt x="0" y="25399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5399"/>
                  </a:lnTo>
                  <a:close/>
                </a:path>
                <a:path w="3810" h="43179">
                  <a:moveTo>
                    <a:pt x="3809" y="27939"/>
                  </a:moveTo>
                  <a:lnTo>
                    <a:pt x="0" y="2793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7939"/>
                  </a:lnTo>
                  <a:close/>
                </a:path>
                <a:path w="3810" h="43179">
                  <a:moveTo>
                    <a:pt x="3809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31749"/>
                  </a:lnTo>
                  <a:close/>
                </a:path>
                <a:path w="3810" h="43179">
                  <a:moveTo>
                    <a:pt x="3809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4289"/>
                  </a:lnTo>
                  <a:close/>
                </a:path>
                <a:path w="3810" h="43179">
                  <a:moveTo>
                    <a:pt x="3809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8099"/>
                  </a:lnTo>
                  <a:close/>
                </a:path>
                <a:path w="3810" h="43179">
                  <a:moveTo>
                    <a:pt x="3809" y="40639"/>
                  </a:moveTo>
                  <a:lnTo>
                    <a:pt x="0" y="40639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40639"/>
                  </a:lnTo>
                  <a:close/>
                </a:path>
              </a:pathLst>
            </a:custGeom>
            <a:solidFill>
              <a:srgbClr val="B3BF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6" name="object 926"/>
            <p:cNvSpPr/>
            <p:nvPr/>
          </p:nvSpPr>
          <p:spPr>
            <a:xfrm>
              <a:off x="2472689" y="5467350"/>
              <a:ext cx="3810" cy="45720"/>
            </a:xfrm>
            <a:custGeom>
              <a:avLst/>
              <a:gdLst/>
              <a:ahLst/>
              <a:cxnLst/>
              <a:rect l="l" t="t" r="r" b="b"/>
              <a:pathLst>
                <a:path w="3810" h="45720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45720">
                  <a:moveTo>
                    <a:pt x="381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70"/>
                  </a:lnTo>
                  <a:close/>
                </a:path>
                <a:path w="3810" h="45720">
                  <a:moveTo>
                    <a:pt x="3810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3810"/>
                  </a:lnTo>
                  <a:close/>
                </a:path>
                <a:path w="3810" h="45720">
                  <a:moveTo>
                    <a:pt x="3810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7620"/>
                  </a:lnTo>
                  <a:close/>
                </a:path>
                <a:path w="3810" h="45720">
                  <a:moveTo>
                    <a:pt x="3810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10160"/>
                  </a:lnTo>
                  <a:close/>
                </a:path>
                <a:path w="3810" h="45720">
                  <a:moveTo>
                    <a:pt x="3810" y="13970"/>
                  </a:moveTo>
                  <a:lnTo>
                    <a:pt x="0" y="13970"/>
                  </a:lnTo>
                  <a:lnTo>
                    <a:pt x="0" y="26669"/>
                  </a:lnTo>
                  <a:lnTo>
                    <a:pt x="3810" y="26669"/>
                  </a:lnTo>
                  <a:lnTo>
                    <a:pt x="3810" y="13970"/>
                  </a:lnTo>
                  <a:close/>
                </a:path>
                <a:path w="3810" h="45720">
                  <a:moveTo>
                    <a:pt x="3810" y="26670"/>
                  </a:moveTo>
                  <a:lnTo>
                    <a:pt x="0" y="26670"/>
                  </a:lnTo>
                  <a:lnTo>
                    <a:pt x="0" y="29209"/>
                  </a:lnTo>
                  <a:lnTo>
                    <a:pt x="3810" y="29209"/>
                  </a:lnTo>
                  <a:lnTo>
                    <a:pt x="3810" y="26670"/>
                  </a:lnTo>
                  <a:close/>
                </a:path>
                <a:path w="3810" h="45720">
                  <a:moveTo>
                    <a:pt x="3810" y="29210"/>
                  </a:moveTo>
                  <a:lnTo>
                    <a:pt x="0" y="29210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9210"/>
                  </a:lnTo>
                  <a:close/>
                </a:path>
                <a:path w="3810" h="45720">
                  <a:moveTo>
                    <a:pt x="3810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33020"/>
                  </a:lnTo>
                  <a:close/>
                </a:path>
                <a:path w="3810" h="45720">
                  <a:moveTo>
                    <a:pt x="3810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5560"/>
                  </a:lnTo>
                  <a:close/>
                </a:path>
                <a:path w="3810" h="45720">
                  <a:moveTo>
                    <a:pt x="3810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9370"/>
                  </a:lnTo>
                  <a:close/>
                </a:path>
                <a:path w="3810" h="45720">
                  <a:moveTo>
                    <a:pt x="3810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41910"/>
                  </a:lnTo>
                  <a:close/>
                </a:path>
              </a:pathLst>
            </a:custGeom>
            <a:solidFill>
              <a:srgbClr val="B1BD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7" name="object 927"/>
            <p:cNvSpPr/>
            <p:nvPr/>
          </p:nvSpPr>
          <p:spPr>
            <a:xfrm>
              <a:off x="2476500" y="5467350"/>
              <a:ext cx="3810" cy="46990"/>
            </a:xfrm>
            <a:custGeom>
              <a:avLst/>
              <a:gdLst/>
              <a:ahLst/>
              <a:cxnLst/>
              <a:rect l="l" t="t" r="r" b="b"/>
              <a:pathLst>
                <a:path w="3810" h="46989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46989">
                  <a:moveTo>
                    <a:pt x="381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70"/>
                  </a:lnTo>
                  <a:close/>
                </a:path>
                <a:path w="3810" h="46989">
                  <a:moveTo>
                    <a:pt x="3810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3810"/>
                  </a:lnTo>
                  <a:close/>
                </a:path>
                <a:path w="3810" h="46989">
                  <a:moveTo>
                    <a:pt x="3810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7620"/>
                  </a:lnTo>
                  <a:close/>
                </a:path>
                <a:path w="3810" h="46989">
                  <a:moveTo>
                    <a:pt x="3810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10160"/>
                  </a:lnTo>
                  <a:close/>
                </a:path>
                <a:path w="3810" h="46989">
                  <a:moveTo>
                    <a:pt x="3810" y="13970"/>
                  </a:moveTo>
                  <a:lnTo>
                    <a:pt x="0" y="13970"/>
                  </a:lnTo>
                  <a:lnTo>
                    <a:pt x="0" y="26669"/>
                  </a:lnTo>
                  <a:lnTo>
                    <a:pt x="3810" y="26669"/>
                  </a:lnTo>
                  <a:lnTo>
                    <a:pt x="3810" y="13970"/>
                  </a:lnTo>
                  <a:close/>
                </a:path>
                <a:path w="3810" h="46989">
                  <a:moveTo>
                    <a:pt x="3810" y="26670"/>
                  </a:moveTo>
                  <a:lnTo>
                    <a:pt x="0" y="26670"/>
                  </a:lnTo>
                  <a:lnTo>
                    <a:pt x="0" y="29209"/>
                  </a:lnTo>
                  <a:lnTo>
                    <a:pt x="3810" y="29209"/>
                  </a:lnTo>
                  <a:lnTo>
                    <a:pt x="3810" y="26670"/>
                  </a:lnTo>
                  <a:close/>
                </a:path>
                <a:path w="3810" h="46989">
                  <a:moveTo>
                    <a:pt x="3810" y="29210"/>
                  </a:moveTo>
                  <a:lnTo>
                    <a:pt x="0" y="29210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9210"/>
                  </a:lnTo>
                  <a:close/>
                </a:path>
                <a:path w="3810" h="46989">
                  <a:moveTo>
                    <a:pt x="3810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33020"/>
                  </a:lnTo>
                  <a:close/>
                </a:path>
                <a:path w="3810" h="46989">
                  <a:moveTo>
                    <a:pt x="3810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5560"/>
                  </a:lnTo>
                  <a:close/>
                </a:path>
                <a:path w="3810" h="46989">
                  <a:moveTo>
                    <a:pt x="3810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9370"/>
                  </a:lnTo>
                  <a:close/>
                </a:path>
                <a:path w="3810" h="46989">
                  <a:moveTo>
                    <a:pt x="3810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41910"/>
                  </a:lnTo>
                  <a:close/>
                </a:path>
                <a:path w="3810" h="46989">
                  <a:moveTo>
                    <a:pt x="3810" y="45720"/>
                  </a:moveTo>
                  <a:lnTo>
                    <a:pt x="0" y="45720"/>
                  </a:lnTo>
                  <a:lnTo>
                    <a:pt x="0" y="46990"/>
                  </a:lnTo>
                  <a:lnTo>
                    <a:pt x="3810" y="46990"/>
                  </a:lnTo>
                  <a:lnTo>
                    <a:pt x="3810" y="45720"/>
                  </a:lnTo>
                  <a:close/>
                </a:path>
              </a:pathLst>
            </a:custGeom>
            <a:solidFill>
              <a:srgbClr val="AEBA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8" name="object 928"/>
            <p:cNvSpPr/>
            <p:nvPr/>
          </p:nvSpPr>
          <p:spPr>
            <a:xfrm>
              <a:off x="2480310" y="5466080"/>
              <a:ext cx="3810" cy="49530"/>
            </a:xfrm>
            <a:custGeom>
              <a:avLst/>
              <a:gdLst/>
              <a:ahLst/>
              <a:cxnLst/>
              <a:rect l="l" t="t" r="r" b="b"/>
              <a:pathLst>
                <a:path w="3810" h="49529">
                  <a:moveTo>
                    <a:pt x="3809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09" y="2540"/>
                  </a:lnTo>
                  <a:lnTo>
                    <a:pt x="3809" y="0"/>
                  </a:lnTo>
                  <a:close/>
                </a:path>
                <a:path w="3810" h="49529">
                  <a:moveTo>
                    <a:pt x="380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2540"/>
                  </a:lnTo>
                  <a:close/>
                </a:path>
                <a:path w="3810" h="49529">
                  <a:moveTo>
                    <a:pt x="380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09" y="8890"/>
                  </a:lnTo>
                  <a:lnTo>
                    <a:pt x="3809" y="5080"/>
                  </a:lnTo>
                  <a:close/>
                </a:path>
                <a:path w="3810" h="49529">
                  <a:moveTo>
                    <a:pt x="380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8890"/>
                  </a:lnTo>
                  <a:close/>
                </a:path>
                <a:path w="3810" h="49529">
                  <a:moveTo>
                    <a:pt x="3809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09" y="15240"/>
                  </a:lnTo>
                  <a:lnTo>
                    <a:pt x="3809" y="11430"/>
                  </a:lnTo>
                  <a:close/>
                </a:path>
                <a:path w="3810" h="49529">
                  <a:moveTo>
                    <a:pt x="3809" y="15240"/>
                  </a:moveTo>
                  <a:lnTo>
                    <a:pt x="0" y="15240"/>
                  </a:lnTo>
                  <a:lnTo>
                    <a:pt x="0" y="27940"/>
                  </a:lnTo>
                  <a:lnTo>
                    <a:pt x="3809" y="27940"/>
                  </a:lnTo>
                  <a:lnTo>
                    <a:pt x="3809" y="15240"/>
                  </a:lnTo>
                  <a:close/>
                </a:path>
                <a:path w="3810" h="49529">
                  <a:moveTo>
                    <a:pt x="3809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3809" y="30480"/>
                  </a:lnTo>
                  <a:lnTo>
                    <a:pt x="3809" y="27940"/>
                  </a:lnTo>
                  <a:close/>
                </a:path>
                <a:path w="3810" h="49529">
                  <a:moveTo>
                    <a:pt x="3809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3809" y="34290"/>
                  </a:lnTo>
                  <a:lnTo>
                    <a:pt x="3809" y="30480"/>
                  </a:lnTo>
                  <a:close/>
                </a:path>
                <a:path w="3810" h="49529">
                  <a:moveTo>
                    <a:pt x="3809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4290"/>
                  </a:lnTo>
                  <a:close/>
                </a:path>
                <a:path w="3810" h="49529">
                  <a:moveTo>
                    <a:pt x="3809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3809" y="40640"/>
                  </a:lnTo>
                  <a:lnTo>
                    <a:pt x="3809" y="36830"/>
                  </a:lnTo>
                  <a:close/>
                </a:path>
                <a:path w="3810" h="49529">
                  <a:moveTo>
                    <a:pt x="3809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3809" y="43180"/>
                  </a:lnTo>
                  <a:lnTo>
                    <a:pt x="3809" y="40640"/>
                  </a:lnTo>
                  <a:close/>
                </a:path>
                <a:path w="3810" h="49529">
                  <a:moveTo>
                    <a:pt x="3809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3809" y="46990"/>
                  </a:lnTo>
                  <a:lnTo>
                    <a:pt x="3809" y="43180"/>
                  </a:lnTo>
                  <a:close/>
                </a:path>
                <a:path w="3810" h="49529">
                  <a:moveTo>
                    <a:pt x="3809" y="46990"/>
                  </a:moveTo>
                  <a:lnTo>
                    <a:pt x="0" y="46990"/>
                  </a:lnTo>
                  <a:lnTo>
                    <a:pt x="0" y="48260"/>
                  </a:lnTo>
                  <a:lnTo>
                    <a:pt x="2539" y="48260"/>
                  </a:lnTo>
                  <a:lnTo>
                    <a:pt x="2539" y="49530"/>
                  </a:lnTo>
                  <a:lnTo>
                    <a:pt x="3809" y="49530"/>
                  </a:lnTo>
                  <a:lnTo>
                    <a:pt x="3809" y="46990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9" name="object 929"/>
            <p:cNvSpPr/>
            <p:nvPr/>
          </p:nvSpPr>
          <p:spPr>
            <a:xfrm>
              <a:off x="2484120" y="5466080"/>
              <a:ext cx="3810" cy="49530"/>
            </a:xfrm>
            <a:custGeom>
              <a:avLst/>
              <a:gdLst/>
              <a:ahLst/>
              <a:cxnLst/>
              <a:rect l="l" t="t" r="r" b="b"/>
              <a:pathLst>
                <a:path w="3810" h="49529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  <a:path w="3810" h="49529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49529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10" h="49529">
                  <a:moveTo>
                    <a:pt x="381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890"/>
                  </a:lnTo>
                  <a:close/>
                </a:path>
                <a:path w="3810" h="49529">
                  <a:moveTo>
                    <a:pt x="381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30"/>
                  </a:lnTo>
                  <a:close/>
                </a:path>
                <a:path w="3810" h="49529">
                  <a:moveTo>
                    <a:pt x="3810" y="15240"/>
                  </a:moveTo>
                  <a:lnTo>
                    <a:pt x="0" y="15240"/>
                  </a:lnTo>
                  <a:lnTo>
                    <a:pt x="0" y="27940"/>
                  </a:lnTo>
                  <a:lnTo>
                    <a:pt x="3810" y="27940"/>
                  </a:lnTo>
                  <a:lnTo>
                    <a:pt x="3810" y="15240"/>
                  </a:lnTo>
                  <a:close/>
                </a:path>
                <a:path w="3810" h="49529">
                  <a:moveTo>
                    <a:pt x="3810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27940"/>
                  </a:lnTo>
                  <a:close/>
                </a:path>
                <a:path w="3810" h="49529">
                  <a:moveTo>
                    <a:pt x="3810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3810" y="34290"/>
                  </a:lnTo>
                  <a:lnTo>
                    <a:pt x="3810" y="30480"/>
                  </a:lnTo>
                  <a:close/>
                </a:path>
                <a:path w="3810" h="49529">
                  <a:moveTo>
                    <a:pt x="3810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4290"/>
                  </a:lnTo>
                  <a:close/>
                </a:path>
                <a:path w="3810" h="49529">
                  <a:moveTo>
                    <a:pt x="3810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3810" y="40640"/>
                  </a:lnTo>
                  <a:lnTo>
                    <a:pt x="3810" y="36830"/>
                  </a:lnTo>
                  <a:close/>
                </a:path>
                <a:path w="3810" h="49529">
                  <a:moveTo>
                    <a:pt x="3810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40640"/>
                  </a:lnTo>
                  <a:close/>
                </a:path>
                <a:path w="3810" h="49529">
                  <a:moveTo>
                    <a:pt x="3810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3810" y="46990"/>
                  </a:lnTo>
                  <a:lnTo>
                    <a:pt x="3810" y="43180"/>
                  </a:lnTo>
                  <a:close/>
                </a:path>
                <a:path w="3810" h="49529">
                  <a:moveTo>
                    <a:pt x="3810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6990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0" name="object 930"/>
            <p:cNvSpPr/>
            <p:nvPr/>
          </p:nvSpPr>
          <p:spPr>
            <a:xfrm>
              <a:off x="2487929" y="5464809"/>
              <a:ext cx="3810" cy="50800"/>
            </a:xfrm>
            <a:custGeom>
              <a:avLst/>
              <a:gdLst/>
              <a:ahLst/>
              <a:cxnLst/>
              <a:rect l="l" t="t" r="r" b="b"/>
              <a:pathLst>
                <a:path w="3810" h="50800">
                  <a:moveTo>
                    <a:pt x="3809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0"/>
                  </a:lnTo>
                  <a:close/>
                </a:path>
                <a:path w="3810" h="50800">
                  <a:moveTo>
                    <a:pt x="380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3809"/>
                  </a:lnTo>
                  <a:close/>
                </a:path>
                <a:path w="3810" h="50800">
                  <a:moveTo>
                    <a:pt x="380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6350"/>
                  </a:lnTo>
                  <a:close/>
                </a:path>
                <a:path w="3810" h="50800">
                  <a:moveTo>
                    <a:pt x="380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10159"/>
                  </a:lnTo>
                  <a:close/>
                </a:path>
                <a:path w="3810" h="50800">
                  <a:moveTo>
                    <a:pt x="380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2700"/>
                  </a:lnTo>
                  <a:close/>
                </a:path>
                <a:path w="3810" h="50800">
                  <a:moveTo>
                    <a:pt x="3809" y="16509"/>
                  </a:moveTo>
                  <a:lnTo>
                    <a:pt x="0" y="16509"/>
                  </a:lnTo>
                  <a:lnTo>
                    <a:pt x="0" y="29209"/>
                  </a:lnTo>
                  <a:lnTo>
                    <a:pt x="3809" y="29209"/>
                  </a:lnTo>
                  <a:lnTo>
                    <a:pt x="3809" y="16509"/>
                  </a:lnTo>
                  <a:close/>
                </a:path>
                <a:path w="3810" h="50800">
                  <a:moveTo>
                    <a:pt x="3809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9209"/>
                  </a:lnTo>
                  <a:close/>
                </a:path>
                <a:path w="3810" h="50800">
                  <a:moveTo>
                    <a:pt x="3809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31750"/>
                  </a:lnTo>
                  <a:close/>
                </a:path>
                <a:path w="3810" h="50800">
                  <a:moveTo>
                    <a:pt x="380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5559"/>
                  </a:lnTo>
                  <a:close/>
                </a:path>
                <a:path w="3810" h="50800">
                  <a:moveTo>
                    <a:pt x="380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8100"/>
                  </a:lnTo>
                  <a:close/>
                </a:path>
                <a:path w="3810" h="50800">
                  <a:moveTo>
                    <a:pt x="380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1909"/>
                  </a:lnTo>
                  <a:close/>
                </a:path>
                <a:path w="3810" h="50800">
                  <a:moveTo>
                    <a:pt x="3809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44450"/>
                  </a:lnTo>
                  <a:close/>
                </a:path>
                <a:path w="3810" h="50800">
                  <a:moveTo>
                    <a:pt x="380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8259"/>
                  </a:lnTo>
                  <a:close/>
                </a:path>
              </a:pathLst>
            </a:custGeom>
            <a:solidFill>
              <a:srgbClr val="A6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1" name="object 931"/>
            <p:cNvSpPr/>
            <p:nvPr/>
          </p:nvSpPr>
          <p:spPr>
            <a:xfrm>
              <a:off x="2491739" y="5463539"/>
              <a:ext cx="2540" cy="53340"/>
            </a:xfrm>
            <a:custGeom>
              <a:avLst/>
              <a:gdLst/>
              <a:ahLst/>
              <a:cxnLst/>
              <a:rect l="l" t="t" r="r" b="b"/>
              <a:pathLst>
                <a:path w="2539" h="53339">
                  <a:moveTo>
                    <a:pt x="254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  <a:path w="2539" h="53339">
                  <a:moveTo>
                    <a:pt x="254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1270"/>
                  </a:lnTo>
                  <a:close/>
                </a:path>
                <a:path w="2539" h="53339">
                  <a:moveTo>
                    <a:pt x="2540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5080"/>
                  </a:lnTo>
                  <a:close/>
                </a:path>
                <a:path w="2539" h="53339">
                  <a:moveTo>
                    <a:pt x="2540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7620"/>
                  </a:lnTo>
                  <a:close/>
                </a:path>
                <a:path w="2539" h="53339">
                  <a:moveTo>
                    <a:pt x="2540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2540" y="13970"/>
                  </a:lnTo>
                  <a:lnTo>
                    <a:pt x="2540" y="11430"/>
                  </a:lnTo>
                  <a:close/>
                </a:path>
                <a:path w="2539" h="53339">
                  <a:moveTo>
                    <a:pt x="2540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2540" y="17780"/>
                  </a:lnTo>
                  <a:lnTo>
                    <a:pt x="2540" y="13970"/>
                  </a:lnTo>
                  <a:close/>
                </a:path>
                <a:path w="2539" h="53339">
                  <a:moveTo>
                    <a:pt x="2540" y="17780"/>
                  </a:moveTo>
                  <a:lnTo>
                    <a:pt x="0" y="17780"/>
                  </a:lnTo>
                  <a:lnTo>
                    <a:pt x="0" y="30480"/>
                  </a:lnTo>
                  <a:lnTo>
                    <a:pt x="2540" y="30480"/>
                  </a:lnTo>
                  <a:lnTo>
                    <a:pt x="2540" y="17780"/>
                  </a:lnTo>
                  <a:close/>
                </a:path>
                <a:path w="2539" h="53339">
                  <a:moveTo>
                    <a:pt x="2540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2540" y="33020"/>
                  </a:lnTo>
                  <a:lnTo>
                    <a:pt x="2540" y="30480"/>
                  </a:lnTo>
                  <a:close/>
                </a:path>
                <a:path w="2539" h="53339">
                  <a:moveTo>
                    <a:pt x="2540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2540" y="36830"/>
                  </a:lnTo>
                  <a:lnTo>
                    <a:pt x="2540" y="33020"/>
                  </a:lnTo>
                  <a:close/>
                </a:path>
                <a:path w="2539" h="53339">
                  <a:moveTo>
                    <a:pt x="2540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2540" y="39370"/>
                  </a:lnTo>
                  <a:lnTo>
                    <a:pt x="2540" y="36830"/>
                  </a:lnTo>
                  <a:close/>
                </a:path>
                <a:path w="2539" h="53339">
                  <a:moveTo>
                    <a:pt x="2540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2540" y="43180"/>
                  </a:lnTo>
                  <a:lnTo>
                    <a:pt x="2540" y="39370"/>
                  </a:lnTo>
                  <a:close/>
                </a:path>
                <a:path w="2539" h="53339">
                  <a:moveTo>
                    <a:pt x="2540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2540" y="45720"/>
                  </a:lnTo>
                  <a:lnTo>
                    <a:pt x="2540" y="43180"/>
                  </a:lnTo>
                  <a:close/>
                </a:path>
                <a:path w="2539" h="53339">
                  <a:moveTo>
                    <a:pt x="2540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2540" y="49530"/>
                  </a:lnTo>
                  <a:lnTo>
                    <a:pt x="2540" y="45720"/>
                  </a:lnTo>
                  <a:close/>
                </a:path>
                <a:path w="2539" h="53339">
                  <a:moveTo>
                    <a:pt x="2540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2540" y="52070"/>
                  </a:lnTo>
                  <a:lnTo>
                    <a:pt x="2540" y="49530"/>
                  </a:lnTo>
                  <a:close/>
                </a:path>
                <a:path w="2539" h="53339">
                  <a:moveTo>
                    <a:pt x="2540" y="52070"/>
                  </a:moveTo>
                  <a:lnTo>
                    <a:pt x="1270" y="52070"/>
                  </a:lnTo>
                  <a:lnTo>
                    <a:pt x="1270" y="53340"/>
                  </a:lnTo>
                  <a:lnTo>
                    <a:pt x="2540" y="53340"/>
                  </a:lnTo>
                  <a:lnTo>
                    <a:pt x="2540" y="52070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2" name="object 932"/>
            <p:cNvSpPr/>
            <p:nvPr/>
          </p:nvSpPr>
          <p:spPr>
            <a:xfrm>
              <a:off x="2494279" y="5463539"/>
              <a:ext cx="3810" cy="53340"/>
            </a:xfrm>
            <a:custGeom>
              <a:avLst/>
              <a:gdLst/>
              <a:ahLst/>
              <a:cxnLst/>
              <a:rect l="l" t="t" r="r" b="b"/>
              <a:pathLst>
                <a:path w="3810" h="53339">
                  <a:moveTo>
                    <a:pt x="3809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09" y="1270"/>
                  </a:lnTo>
                  <a:lnTo>
                    <a:pt x="3809" y="0"/>
                  </a:lnTo>
                  <a:close/>
                </a:path>
                <a:path w="3810" h="53339">
                  <a:moveTo>
                    <a:pt x="380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1270"/>
                  </a:lnTo>
                  <a:close/>
                </a:path>
                <a:path w="3810" h="53339">
                  <a:moveTo>
                    <a:pt x="380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09" y="7620"/>
                  </a:lnTo>
                  <a:lnTo>
                    <a:pt x="3809" y="5080"/>
                  </a:lnTo>
                  <a:close/>
                </a:path>
                <a:path w="3810" h="53339">
                  <a:moveTo>
                    <a:pt x="380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7620"/>
                  </a:lnTo>
                  <a:close/>
                </a:path>
                <a:path w="3810" h="53339">
                  <a:moveTo>
                    <a:pt x="3809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09" y="13970"/>
                  </a:lnTo>
                  <a:lnTo>
                    <a:pt x="3809" y="11430"/>
                  </a:lnTo>
                  <a:close/>
                </a:path>
                <a:path w="3810" h="53339">
                  <a:moveTo>
                    <a:pt x="3809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3970"/>
                  </a:lnTo>
                  <a:close/>
                </a:path>
                <a:path w="3810" h="53339">
                  <a:moveTo>
                    <a:pt x="3809" y="17780"/>
                  </a:moveTo>
                  <a:lnTo>
                    <a:pt x="0" y="17780"/>
                  </a:lnTo>
                  <a:lnTo>
                    <a:pt x="0" y="30480"/>
                  </a:lnTo>
                  <a:lnTo>
                    <a:pt x="3809" y="30480"/>
                  </a:lnTo>
                  <a:lnTo>
                    <a:pt x="3809" y="17780"/>
                  </a:lnTo>
                  <a:close/>
                </a:path>
                <a:path w="3810" h="53339">
                  <a:moveTo>
                    <a:pt x="3809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3809" y="33020"/>
                  </a:lnTo>
                  <a:lnTo>
                    <a:pt x="3809" y="30480"/>
                  </a:lnTo>
                  <a:close/>
                </a:path>
                <a:path w="3810" h="53339">
                  <a:moveTo>
                    <a:pt x="3809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3020"/>
                  </a:lnTo>
                  <a:close/>
                </a:path>
                <a:path w="3810" h="53339">
                  <a:moveTo>
                    <a:pt x="3809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09" y="39370"/>
                  </a:lnTo>
                  <a:lnTo>
                    <a:pt x="3809" y="36830"/>
                  </a:lnTo>
                  <a:close/>
                </a:path>
                <a:path w="3810" h="53339">
                  <a:moveTo>
                    <a:pt x="3809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3809" y="43180"/>
                  </a:lnTo>
                  <a:lnTo>
                    <a:pt x="3809" y="39370"/>
                  </a:lnTo>
                  <a:close/>
                </a:path>
                <a:path w="3810" h="53339">
                  <a:moveTo>
                    <a:pt x="3809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3809" y="45720"/>
                  </a:lnTo>
                  <a:lnTo>
                    <a:pt x="3809" y="43180"/>
                  </a:lnTo>
                  <a:close/>
                </a:path>
                <a:path w="3810" h="53339">
                  <a:moveTo>
                    <a:pt x="3809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3809" y="49530"/>
                  </a:lnTo>
                  <a:lnTo>
                    <a:pt x="3809" y="45720"/>
                  </a:lnTo>
                  <a:close/>
                </a:path>
                <a:path w="3810" h="53339">
                  <a:moveTo>
                    <a:pt x="3809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3809" y="52070"/>
                  </a:lnTo>
                  <a:lnTo>
                    <a:pt x="3809" y="49530"/>
                  </a:lnTo>
                  <a:close/>
                </a:path>
                <a:path w="3810" h="53339">
                  <a:moveTo>
                    <a:pt x="3809" y="52070"/>
                  </a:moveTo>
                  <a:lnTo>
                    <a:pt x="0" y="52070"/>
                  </a:lnTo>
                  <a:lnTo>
                    <a:pt x="0" y="53340"/>
                  </a:lnTo>
                  <a:lnTo>
                    <a:pt x="3809" y="53340"/>
                  </a:lnTo>
                  <a:lnTo>
                    <a:pt x="3809" y="52070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3" name="object 933"/>
            <p:cNvSpPr/>
            <p:nvPr/>
          </p:nvSpPr>
          <p:spPr>
            <a:xfrm>
              <a:off x="2498089" y="5463539"/>
              <a:ext cx="3810" cy="54610"/>
            </a:xfrm>
            <a:custGeom>
              <a:avLst/>
              <a:gdLst/>
              <a:ahLst/>
              <a:cxnLst/>
              <a:rect l="l" t="t" r="r" b="b"/>
              <a:pathLst>
                <a:path w="3810" h="5461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  <a:path w="3810" h="54610">
                  <a:moveTo>
                    <a:pt x="381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70"/>
                  </a:lnTo>
                  <a:close/>
                </a:path>
                <a:path w="3810" h="54610">
                  <a:moveTo>
                    <a:pt x="3810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80"/>
                  </a:lnTo>
                  <a:close/>
                </a:path>
                <a:path w="3810" h="54610">
                  <a:moveTo>
                    <a:pt x="3810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20"/>
                  </a:lnTo>
                  <a:close/>
                </a:path>
                <a:path w="3810" h="54610">
                  <a:moveTo>
                    <a:pt x="3810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30"/>
                  </a:lnTo>
                  <a:close/>
                </a:path>
                <a:path w="3810" h="54610">
                  <a:moveTo>
                    <a:pt x="3810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70"/>
                  </a:lnTo>
                  <a:close/>
                </a:path>
                <a:path w="3810" h="54610">
                  <a:moveTo>
                    <a:pt x="3810" y="17780"/>
                  </a:moveTo>
                  <a:lnTo>
                    <a:pt x="0" y="1778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17780"/>
                  </a:lnTo>
                  <a:close/>
                </a:path>
                <a:path w="3810" h="54610">
                  <a:moveTo>
                    <a:pt x="3810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3810" y="33020"/>
                  </a:lnTo>
                  <a:lnTo>
                    <a:pt x="3810" y="30480"/>
                  </a:lnTo>
                  <a:close/>
                </a:path>
                <a:path w="3810" h="54610">
                  <a:moveTo>
                    <a:pt x="3810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3020"/>
                  </a:lnTo>
                  <a:close/>
                </a:path>
                <a:path w="3810" h="54610">
                  <a:moveTo>
                    <a:pt x="3810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10" y="39370"/>
                  </a:lnTo>
                  <a:lnTo>
                    <a:pt x="3810" y="36830"/>
                  </a:lnTo>
                  <a:close/>
                </a:path>
                <a:path w="3810" h="54610">
                  <a:moveTo>
                    <a:pt x="3810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39370"/>
                  </a:lnTo>
                  <a:close/>
                </a:path>
                <a:path w="3810" h="54610">
                  <a:moveTo>
                    <a:pt x="3810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3810" y="45720"/>
                  </a:lnTo>
                  <a:lnTo>
                    <a:pt x="3810" y="43180"/>
                  </a:lnTo>
                  <a:close/>
                </a:path>
                <a:path w="3810" h="54610">
                  <a:moveTo>
                    <a:pt x="3810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5720"/>
                  </a:lnTo>
                  <a:close/>
                </a:path>
                <a:path w="3810" h="54610">
                  <a:moveTo>
                    <a:pt x="3810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3810" y="52070"/>
                  </a:lnTo>
                  <a:lnTo>
                    <a:pt x="3810" y="49530"/>
                  </a:lnTo>
                  <a:close/>
                </a:path>
                <a:path w="3810" h="54610">
                  <a:moveTo>
                    <a:pt x="3810" y="52070"/>
                  </a:moveTo>
                  <a:lnTo>
                    <a:pt x="0" y="52070"/>
                  </a:lnTo>
                  <a:lnTo>
                    <a:pt x="0" y="53340"/>
                  </a:lnTo>
                  <a:lnTo>
                    <a:pt x="1270" y="53340"/>
                  </a:lnTo>
                  <a:lnTo>
                    <a:pt x="1270" y="54610"/>
                  </a:lnTo>
                  <a:lnTo>
                    <a:pt x="3810" y="54610"/>
                  </a:lnTo>
                  <a:lnTo>
                    <a:pt x="3810" y="52070"/>
                  </a:lnTo>
                  <a:close/>
                </a:path>
              </a:pathLst>
            </a:custGeom>
            <a:solidFill>
              <a:srgbClr val="9EAD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4" name="object 934"/>
            <p:cNvSpPr/>
            <p:nvPr/>
          </p:nvSpPr>
          <p:spPr>
            <a:xfrm>
              <a:off x="2501900" y="5463539"/>
              <a:ext cx="3810" cy="54610"/>
            </a:xfrm>
            <a:custGeom>
              <a:avLst/>
              <a:gdLst/>
              <a:ahLst/>
              <a:cxnLst/>
              <a:rect l="l" t="t" r="r" b="b"/>
              <a:pathLst>
                <a:path w="3810" h="5461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  <a:path w="3810" h="54610">
                  <a:moveTo>
                    <a:pt x="381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70"/>
                  </a:lnTo>
                  <a:close/>
                </a:path>
                <a:path w="3810" h="54610">
                  <a:moveTo>
                    <a:pt x="3810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80"/>
                  </a:lnTo>
                  <a:close/>
                </a:path>
                <a:path w="3810" h="54610">
                  <a:moveTo>
                    <a:pt x="3810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20"/>
                  </a:lnTo>
                  <a:close/>
                </a:path>
                <a:path w="3810" h="54610">
                  <a:moveTo>
                    <a:pt x="3810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30"/>
                  </a:lnTo>
                  <a:close/>
                </a:path>
                <a:path w="3810" h="54610">
                  <a:moveTo>
                    <a:pt x="3810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70"/>
                  </a:lnTo>
                  <a:close/>
                </a:path>
                <a:path w="3810" h="54610">
                  <a:moveTo>
                    <a:pt x="3810" y="17780"/>
                  </a:moveTo>
                  <a:lnTo>
                    <a:pt x="0" y="1778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17780"/>
                  </a:lnTo>
                  <a:close/>
                </a:path>
                <a:path w="3810" h="54610">
                  <a:moveTo>
                    <a:pt x="3810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3810" y="33020"/>
                  </a:lnTo>
                  <a:lnTo>
                    <a:pt x="3810" y="30480"/>
                  </a:lnTo>
                  <a:close/>
                </a:path>
                <a:path w="3810" h="54610">
                  <a:moveTo>
                    <a:pt x="3810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3020"/>
                  </a:lnTo>
                  <a:close/>
                </a:path>
                <a:path w="3810" h="54610">
                  <a:moveTo>
                    <a:pt x="3810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10" y="39370"/>
                  </a:lnTo>
                  <a:lnTo>
                    <a:pt x="3810" y="36830"/>
                  </a:lnTo>
                  <a:close/>
                </a:path>
                <a:path w="3810" h="54610">
                  <a:moveTo>
                    <a:pt x="3810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39370"/>
                  </a:lnTo>
                  <a:close/>
                </a:path>
                <a:path w="3810" h="54610">
                  <a:moveTo>
                    <a:pt x="3810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3810" y="45720"/>
                  </a:lnTo>
                  <a:lnTo>
                    <a:pt x="3810" y="43180"/>
                  </a:lnTo>
                  <a:close/>
                </a:path>
                <a:path w="3810" h="54610">
                  <a:moveTo>
                    <a:pt x="3810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5720"/>
                  </a:lnTo>
                  <a:close/>
                </a:path>
                <a:path w="3810" h="54610">
                  <a:moveTo>
                    <a:pt x="3810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3810" y="52070"/>
                  </a:lnTo>
                  <a:lnTo>
                    <a:pt x="3810" y="49530"/>
                  </a:lnTo>
                  <a:close/>
                </a:path>
                <a:path w="3810" h="54610">
                  <a:moveTo>
                    <a:pt x="3810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3810" y="54610"/>
                  </a:lnTo>
                  <a:lnTo>
                    <a:pt x="3810" y="52070"/>
                  </a:lnTo>
                  <a:close/>
                </a:path>
              </a:pathLst>
            </a:custGeom>
            <a:solidFill>
              <a:srgbClr val="9CAB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5" name="object 935"/>
            <p:cNvSpPr/>
            <p:nvPr/>
          </p:nvSpPr>
          <p:spPr>
            <a:xfrm>
              <a:off x="2505710" y="5463539"/>
              <a:ext cx="3810" cy="54610"/>
            </a:xfrm>
            <a:custGeom>
              <a:avLst/>
              <a:gdLst/>
              <a:ahLst/>
              <a:cxnLst/>
              <a:rect l="l" t="t" r="r" b="b"/>
              <a:pathLst>
                <a:path w="3810" h="54610">
                  <a:moveTo>
                    <a:pt x="3809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09" y="1270"/>
                  </a:lnTo>
                  <a:lnTo>
                    <a:pt x="3809" y="0"/>
                  </a:lnTo>
                  <a:close/>
                </a:path>
                <a:path w="3810" h="54610">
                  <a:moveTo>
                    <a:pt x="380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1270"/>
                  </a:lnTo>
                  <a:close/>
                </a:path>
                <a:path w="3810" h="54610">
                  <a:moveTo>
                    <a:pt x="380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09" y="7620"/>
                  </a:lnTo>
                  <a:lnTo>
                    <a:pt x="3809" y="5080"/>
                  </a:lnTo>
                  <a:close/>
                </a:path>
                <a:path w="3810" h="54610">
                  <a:moveTo>
                    <a:pt x="380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7620"/>
                  </a:lnTo>
                  <a:close/>
                </a:path>
                <a:path w="3810" h="54610">
                  <a:moveTo>
                    <a:pt x="3809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09" y="13970"/>
                  </a:lnTo>
                  <a:lnTo>
                    <a:pt x="3809" y="11430"/>
                  </a:lnTo>
                  <a:close/>
                </a:path>
                <a:path w="3810" h="54610">
                  <a:moveTo>
                    <a:pt x="3809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3970"/>
                  </a:lnTo>
                  <a:close/>
                </a:path>
                <a:path w="3810" h="54610">
                  <a:moveTo>
                    <a:pt x="3809" y="17780"/>
                  </a:moveTo>
                  <a:lnTo>
                    <a:pt x="0" y="17780"/>
                  </a:lnTo>
                  <a:lnTo>
                    <a:pt x="0" y="30480"/>
                  </a:lnTo>
                  <a:lnTo>
                    <a:pt x="3809" y="30480"/>
                  </a:lnTo>
                  <a:lnTo>
                    <a:pt x="3809" y="17780"/>
                  </a:lnTo>
                  <a:close/>
                </a:path>
                <a:path w="3810" h="54610">
                  <a:moveTo>
                    <a:pt x="3809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3809" y="33020"/>
                  </a:lnTo>
                  <a:lnTo>
                    <a:pt x="3809" y="30480"/>
                  </a:lnTo>
                  <a:close/>
                </a:path>
                <a:path w="3810" h="54610">
                  <a:moveTo>
                    <a:pt x="3809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3020"/>
                  </a:lnTo>
                  <a:close/>
                </a:path>
                <a:path w="3810" h="54610">
                  <a:moveTo>
                    <a:pt x="3809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09" y="39370"/>
                  </a:lnTo>
                  <a:lnTo>
                    <a:pt x="3809" y="36830"/>
                  </a:lnTo>
                  <a:close/>
                </a:path>
                <a:path w="3810" h="54610">
                  <a:moveTo>
                    <a:pt x="3809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3809" y="43180"/>
                  </a:lnTo>
                  <a:lnTo>
                    <a:pt x="3809" y="39370"/>
                  </a:lnTo>
                  <a:close/>
                </a:path>
                <a:path w="3810" h="54610">
                  <a:moveTo>
                    <a:pt x="3809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3809" y="45720"/>
                  </a:lnTo>
                  <a:lnTo>
                    <a:pt x="3809" y="43180"/>
                  </a:lnTo>
                  <a:close/>
                </a:path>
                <a:path w="3810" h="54610">
                  <a:moveTo>
                    <a:pt x="3809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3809" y="49530"/>
                  </a:lnTo>
                  <a:lnTo>
                    <a:pt x="3809" y="45720"/>
                  </a:lnTo>
                  <a:close/>
                </a:path>
                <a:path w="3810" h="54610">
                  <a:moveTo>
                    <a:pt x="3809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3809" y="52070"/>
                  </a:lnTo>
                  <a:lnTo>
                    <a:pt x="3809" y="49530"/>
                  </a:lnTo>
                  <a:close/>
                </a:path>
                <a:path w="3810" h="54610">
                  <a:moveTo>
                    <a:pt x="3809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3809" y="54610"/>
                  </a:lnTo>
                  <a:lnTo>
                    <a:pt x="3809" y="52070"/>
                  </a:lnTo>
                  <a:close/>
                </a:path>
              </a:pathLst>
            </a:custGeom>
            <a:solidFill>
              <a:srgbClr val="99A8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6" name="object 936"/>
            <p:cNvSpPr/>
            <p:nvPr/>
          </p:nvSpPr>
          <p:spPr>
            <a:xfrm>
              <a:off x="2509520" y="5462270"/>
              <a:ext cx="3810" cy="55880"/>
            </a:xfrm>
            <a:custGeom>
              <a:avLst/>
              <a:gdLst/>
              <a:ahLst/>
              <a:cxnLst/>
              <a:rect l="l" t="t" r="r" b="b"/>
              <a:pathLst>
                <a:path w="3810" h="55879">
                  <a:moveTo>
                    <a:pt x="3810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55879">
                  <a:moveTo>
                    <a:pt x="381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2539"/>
                  </a:lnTo>
                  <a:close/>
                </a:path>
                <a:path w="3810" h="55879">
                  <a:moveTo>
                    <a:pt x="381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49"/>
                  </a:lnTo>
                  <a:close/>
                </a:path>
                <a:path w="3810" h="55879">
                  <a:moveTo>
                    <a:pt x="381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8889"/>
                  </a:lnTo>
                  <a:close/>
                </a:path>
                <a:path w="3810" h="55879">
                  <a:moveTo>
                    <a:pt x="381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2699"/>
                  </a:lnTo>
                  <a:close/>
                </a:path>
                <a:path w="3810" h="55879">
                  <a:moveTo>
                    <a:pt x="381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5239"/>
                  </a:lnTo>
                  <a:close/>
                </a:path>
                <a:path w="3810" h="55879">
                  <a:moveTo>
                    <a:pt x="3810" y="19049"/>
                  </a:moveTo>
                  <a:lnTo>
                    <a:pt x="0" y="1904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19049"/>
                  </a:lnTo>
                  <a:close/>
                </a:path>
                <a:path w="3810" h="55879">
                  <a:moveTo>
                    <a:pt x="3810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31749"/>
                  </a:lnTo>
                  <a:close/>
                </a:path>
                <a:path w="3810" h="55879">
                  <a:moveTo>
                    <a:pt x="3810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4289"/>
                  </a:lnTo>
                  <a:close/>
                </a:path>
                <a:path w="3810" h="55879">
                  <a:moveTo>
                    <a:pt x="381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8099"/>
                  </a:lnTo>
                  <a:close/>
                </a:path>
                <a:path w="3810" h="55879">
                  <a:moveTo>
                    <a:pt x="3810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0639"/>
                  </a:lnTo>
                  <a:close/>
                </a:path>
                <a:path w="3810" h="55879">
                  <a:moveTo>
                    <a:pt x="381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4449"/>
                  </a:lnTo>
                  <a:close/>
                </a:path>
                <a:path w="3810" h="55879">
                  <a:moveTo>
                    <a:pt x="3810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6989"/>
                  </a:lnTo>
                  <a:close/>
                </a:path>
                <a:path w="3810" h="55879">
                  <a:moveTo>
                    <a:pt x="3810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50799"/>
                  </a:lnTo>
                  <a:close/>
                </a:path>
                <a:path w="3810" h="55879">
                  <a:moveTo>
                    <a:pt x="3810" y="53339"/>
                  </a:moveTo>
                  <a:lnTo>
                    <a:pt x="0" y="53339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53339"/>
                  </a:lnTo>
                  <a:close/>
                </a:path>
              </a:pathLst>
            </a:custGeom>
            <a:solidFill>
              <a:srgbClr val="96A6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7" name="object 937"/>
            <p:cNvSpPr/>
            <p:nvPr/>
          </p:nvSpPr>
          <p:spPr>
            <a:xfrm>
              <a:off x="2513329" y="5462270"/>
              <a:ext cx="2540" cy="55880"/>
            </a:xfrm>
            <a:custGeom>
              <a:avLst/>
              <a:gdLst/>
              <a:ahLst/>
              <a:cxnLst/>
              <a:rect l="l" t="t" r="r" b="b"/>
              <a:pathLst>
                <a:path w="2539" h="55879">
                  <a:moveTo>
                    <a:pt x="253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39" y="2539"/>
                  </a:lnTo>
                  <a:lnTo>
                    <a:pt x="2539" y="0"/>
                  </a:lnTo>
                  <a:close/>
                </a:path>
                <a:path w="2539" h="55879">
                  <a:moveTo>
                    <a:pt x="253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2539" y="6349"/>
                  </a:lnTo>
                  <a:lnTo>
                    <a:pt x="2539" y="2539"/>
                  </a:lnTo>
                  <a:close/>
                </a:path>
                <a:path w="2539" h="55879">
                  <a:moveTo>
                    <a:pt x="253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2539" y="8889"/>
                  </a:lnTo>
                  <a:lnTo>
                    <a:pt x="2539" y="6349"/>
                  </a:lnTo>
                  <a:close/>
                </a:path>
                <a:path w="2539" h="55879">
                  <a:moveTo>
                    <a:pt x="253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2539" y="12699"/>
                  </a:lnTo>
                  <a:lnTo>
                    <a:pt x="2539" y="8889"/>
                  </a:lnTo>
                  <a:close/>
                </a:path>
                <a:path w="2539" h="55879">
                  <a:moveTo>
                    <a:pt x="253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2539" y="15239"/>
                  </a:lnTo>
                  <a:lnTo>
                    <a:pt x="2539" y="12699"/>
                  </a:lnTo>
                  <a:close/>
                </a:path>
                <a:path w="2539" h="55879">
                  <a:moveTo>
                    <a:pt x="2539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2539" y="19049"/>
                  </a:lnTo>
                  <a:lnTo>
                    <a:pt x="2539" y="15239"/>
                  </a:lnTo>
                  <a:close/>
                </a:path>
                <a:path w="2539" h="55879">
                  <a:moveTo>
                    <a:pt x="2539" y="19049"/>
                  </a:moveTo>
                  <a:lnTo>
                    <a:pt x="0" y="19049"/>
                  </a:lnTo>
                  <a:lnTo>
                    <a:pt x="0" y="31749"/>
                  </a:lnTo>
                  <a:lnTo>
                    <a:pt x="2539" y="31749"/>
                  </a:lnTo>
                  <a:lnTo>
                    <a:pt x="2539" y="19049"/>
                  </a:lnTo>
                  <a:close/>
                </a:path>
                <a:path w="2539" h="55879">
                  <a:moveTo>
                    <a:pt x="2539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2539" y="34289"/>
                  </a:lnTo>
                  <a:lnTo>
                    <a:pt x="2539" y="31749"/>
                  </a:lnTo>
                  <a:close/>
                </a:path>
                <a:path w="2539" h="55879">
                  <a:moveTo>
                    <a:pt x="2539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2539" y="38099"/>
                  </a:lnTo>
                  <a:lnTo>
                    <a:pt x="2539" y="34289"/>
                  </a:lnTo>
                  <a:close/>
                </a:path>
                <a:path w="2539" h="55879">
                  <a:moveTo>
                    <a:pt x="2539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2539" y="40639"/>
                  </a:lnTo>
                  <a:lnTo>
                    <a:pt x="2539" y="38099"/>
                  </a:lnTo>
                  <a:close/>
                </a:path>
                <a:path w="2539" h="55879">
                  <a:moveTo>
                    <a:pt x="2539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2539" y="44449"/>
                  </a:lnTo>
                  <a:lnTo>
                    <a:pt x="2539" y="40639"/>
                  </a:lnTo>
                  <a:close/>
                </a:path>
                <a:path w="2539" h="55879">
                  <a:moveTo>
                    <a:pt x="2539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2539" y="46989"/>
                  </a:lnTo>
                  <a:lnTo>
                    <a:pt x="2539" y="44449"/>
                  </a:lnTo>
                  <a:close/>
                </a:path>
                <a:path w="2539" h="55879">
                  <a:moveTo>
                    <a:pt x="2539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2539" y="50799"/>
                  </a:lnTo>
                  <a:lnTo>
                    <a:pt x="2539" y="46989"/>
                  </a:lnTo>
                  <a:close/>
                </a:path>
                <a:path w="2539" h="55879">
                  <a:moveTo>
                    <a:pt x="2539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2539" y="53339"/>
                  </a:lnTo>
                  <a:lnTo>
                    <a:pt x="2539" y="50799"/>
                  </a:lnTo>
                  <a:close/>
                </a:path>
                <a:path w="2539" h="55879">
                  <a:moveTo>
                    <a:pt x="2539" y="53339"/>
                  </a:moveTo>
                  <a:lnTo>
                    <a:pt x="0" y="53339"/>
                  </a:lnTo>
                  <a:lnTo>
                    <a:pt x="0" y="55879"/>
                  </a:lnTo>
                  <a:lnTo>
                    <a:pt x="2539" y="55879"/>
                  </a:lnTo>
                  <a:lnTo>
                    <a:pt x="2539" y="53339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8" name="object 938"/>
            <p:cNvSpPr/>
            <p:nvPr/>
          </p:nvSpPr>
          <p:spPr>
            <a:xfrm>
              <a:off x="2515870" y="5461000"/>
              <a:ext cx="3810" cy="58419"/>
            </a:xfrm>
            <a:custGeom>
              <a:avLst/>
              <a:gdLst/>
              <a:ahLst/>
              <a:cxnLst/>
              <a:rect l="l" t="t" r="r" b="b"/>
              <a:pathLst>
                <a:path w="3810" h="58420">
                  <a:moveTo>
                    <a:pt x="3810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58420">
                  <a:moveTo>
                    <a:pt x="381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70"/>
                  </a:lnTo>
                  <a:close/>
                </a:path>
                <a:path w="3810" h="58420">
                  <a:moveTo>
                    <a:pt x="3810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3810"/>
                  </a:lnTo>
                  <a:close/>
                </a:path>
                <a:path w="3810" h="58420">
                  <a:moveTo>
                    <a:pt x="3810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7620"/>
                  </a:lnTo>
                  <a:close/>
                </a:path>
                <a:path w="3810" h="58420">
                  <a:moveTo>
                    <a:pt x="3810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10160"/>
                  </a:lnTo>
                  <a:close/>
                </a:path>
                <a:path w="3810" h="58420">
                  <a:moveTo>
                    <a:pt x="3810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3970"/>
                  </a:lnTo>
                  <a:close/>
                </a:path>
                <a:path w="3810" h="58420">
                  <a:moveTo>
                    <a:pt x="3810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6510"/>
                  </a:lnTo>
                  <a:close/>
                </a:path>
                <a:path w="3810" h="58420">
                  <a:moveTo>
                    <a:pt x="3810" y="20320"/>
                  </a:moveTo>
                  <a:lnTo>
                    <a:pt x="0" y="20320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0320"/>
                  </a:lnTo>
                  <a:close/>
                </a:path>
                <a:path w="3810" h="58420">
                  <a:moveTo>
                    <a:pt x="3810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33020"/>
                  </a:lnTo>
                  <a:close/>
                </a:path>
                <a:path w="3810" h="58420">
                  <a:moveTo>
                    <a:pt x="3810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5560"/>
                  </a:lnTo>
                  <a:close/>
                </a:path>
                <a:path w="3810" h="58420">
                  <a:moveTo>
                    <a:pt x="3810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9370"/>
                  </a:lnTo>
                  <a:close/>
                </a:path>
                <a:path w="3810" h="58420">
                  <a:moveTo>
                    <a:pt x="3810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41910"/>
                  </a:lnTo>
                  <a:close/>
                </a:path>
                <a:path w="3810" h="58420">
                  <a:moveTo>
                    <a:pt x="3810" y="45720"/>
                  </a:moveTo>
                  <a:lnTo>
                    <a:pt x="0" y="4572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5720"/>
                  </a:lnTo>
                  <a:close/>
                </a:path>
                <a:path w="3810" h="58420">
                  <a:moveTo>
                    <a:pt x="3810" y="48260"/>
                  </a:moveTo>
                  <a:lnTo>
                    <a:pt x="0" y="48260"/>
                  </a:lnTo>
                  <a:lnTo>
                    <a:pt x="0" y="52069"/>
                  </a:lnTo>
                  <a:lnTo>
                    <a:pt x="3810" y="52069"/>
                  </a:lnTo>
                  <a:lnTo>
                    <a:pt x="3810" y="48260"/>
                  </a:lnTo>
                  <a:close/>
                </a:path>
                <a:path w="3810" h="58420">
                  <a:moveTo>
                    <a:pt x="3810" y="52070"/>
                  </a:moveTo>
                  <a:lnTo>
                    <a:pt x="0" y="52070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2070"/>
                  </a:lnTo>
                  <a:close/>
                </a:path>
                <a:path w="3810" h="58420">
                  <a:moveTo>
                    <a:pt x="3810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1269" y="57150"/>
                  </a:lnTo>
                  <a:lnTo>
                    <a:pt x="1269" y="58419"/>
                  </a:lnTo>
                  <a:lnTo>
                    <a:pt x="3810" y="58419"/>
                  </a:lnTo>
                  <a:lnTo>
                    <a:pt x="3810" y="54610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9" name="object 939"/>
            <p:cNvSpPr/>
            <p:nvPr/>
          </p:nvSpPr>
          <p:spPr>
            <a:xfrm>
              <a:off x="2519679" y="5461000"/>
              <a:ext cx="3810" cy="58419"/>
            </a:xfrm>
            <a:custGeom>
              <a:avLst/>
              <a:gdLst/>
              <a:ahLst/>
              <a:cxnLst/>
              <a:rect l="l" t="t" r="r" b="b"/>
              <a:pathLst>
                <a:path w="3810" h="58420">
                  <a:moveTo>
                    <a:pt x="380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10" h="58420">
                  <a:moveTo>
                    <a:pt x="3809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1270"/>
                  </a:lnTo>
                  <a:close/>
                </a:path>
                <a:path w="3810" h="58420">
                  <a:moveTo>
                    <a:pt x="3809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3810"/>
                  </a:lnTo>
                  <a:close/>
                </a:path>
                <a:path w="3810" h="58420">
                  <a:moveTo>
                    <a:pt x="3809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7620"/>
                  </a:lnTo>
                  <a:close/>
                </a:path>
                <a:path w="3810" h="58420">
                  <a:moveTo>
                    <a:pt x="3809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10160"/>
                  </a:lnTo>
                  <a:close/>
                </a:path>
                <a:path w="3810" h="58420">
                  <a:moveTo>
                    <a:pt x="3809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3970"/>
                  </a:lnTo>
                  <a:close/>
                </a:path>
                <a:path w="3810" h="58420">
                  <a:moveTo>
                    <a:pt x="3809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6510"/>
                  </a:lnTo>
                  <a:close/>
                </a:path>
                <a:path w="3810" h="58420">
                  <a:moveTo>
                    <a:pt x="3809" y="20320"/>
                  </a:moveTo>
                  <a:lnTo>
                    <a:pt x="0" y="20320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0320"/>
                  </a:lnTo>
                  <a:close/>
                </a:path>
                <a:path w="3810" h="58420">
                  <a:moveTo>
                    <a:pt x="3809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33020"/>
                  </a:lnTo>
                  <a:close/>
                </a:path>
                <a:path w="3810" h="58420">
                  <a:moveTo>
                    <a:pt x="3809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5560"/>
                  </a:lnTo>
                  <a:close/>
                </a:path>
                <a:path w="3810" h="58420">
                  <a:moveTo>
                    <a:pt x="3809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9370"/>
                  </a:lnTo>
                  <a:close/>
                </a:path>
                <a:path w="3810" h="58420">
                  <a:moveTo>
                    <a:pt x="3809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41910"/>
                  </a:lnTo>
                  <a:close/>
                </a:path>
                <a:path w="3810" h="58420">
                  <a:moveTo>
                    <a:pt x="3809" y="45720"/>
                  </a:moveTo>
                  <a:lnTo>
                    <a:pt x="0" y="45720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45720"/>
                  </a:lnTo>
                  <a:close/>
                </a:path>
                <a:path w="3810" h="58420">
                  <a:moveTo>
                    <a:pt x="3809" y="48260"/>
                  </a:moveTo>
                  <a:lnTo>
                    <a:pt x="0" y="48260"/>
                  </a:lnTo>
                  <a:lnTo>
                    <a:pt x="0" y="52069"/>
                  </a:lnTo>
                  <a:lnTo>
                    <a:pt x="3809" y="52069"/>
                  </a:lnTo>
                  <a:lnTo>
                    <a:pt x="3809" y="48260"/>
                  </a:lnTo>
                  <a:close/>
                </a:path>
                <a:path w="3810" h="58420">
                  <a:moveTo>
                    <a:pt x="3809" y="52070"/>
                  </a:moveTo>
                  <a:lnTo>
                    <a:pt x="0" y="52070"/>
                  </a:lnTo>
                  <a:lnTo>
                    <a:pt x="0" y="54609"/>
                  </a:lnTo>
                  <a:lnTo>
                    <a:pt x="3809" y="54609"/>
                  </a:lnTo>
                  <a:lnTo>
                    <a:pt x="3809" y="52070"/>
                  </a:lnTo>
                  <a:close/>
                </a:path>
                <a:path w="3810" h="58420">
                  <a:moveTo>
                    <a:pt x="3809" y="54610"/>
                  </a:moveTo>
                  <a:lnTo>
                    <a:pt x="0" y="54610"/>
                  </a:lnTo>
                  <a:lnTo>
                    <a:pt x="0" y="58419"/>
                  </a:lnTo>
                  <a:lnTo>
                    <a:pt x="3809" y="58419"/>
                  </a:lnTo>
                  <a:lnTo>
                    <a:pt x="3809" y="54610"/>
                  </a:lnTo>
                  <a:close/>
                </a:path>
              </a:pathLst>
            </a:custGeom>
            <a:solidFill>
              <a:srgbClr val="8E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0" name="object 940"/>
            <p:cNvSpPr/>
            <p:nvPr/>
          </p:nvSpPr>
          <p:spPr>
            <a:xfrm>
              <a:off x="2523489" y="5461000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10" h="59689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59689">
                  <a:moveTo>
                    <a:pt x="381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70"/>
                  </a:lnTo>
                  <a:close/>
                </a:path>
                <a:path w="3810" h="59689">
                  <a:moveTo>
                    <a:pt x="3810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3810"/>
                  </a:lnTo>
                  <a:close/>
                </a:path>
                <a:path w="3810" h="59689">
                  <a:moveTo>
                    <a:pt x="3810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7620"/>
                  </a:lnTo>
                  <a:close/>
                </a:path>
                <a:path w="3810" h="59689">
                  <a:moveTo>
                    <a:pt x="3810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10160"/>
                  </a:lnTo>
                  <a:close/>
                </a:path>
                <a:path w="3810" h="59689">
                  <a:moveTo>
                    <a:pt x="3810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3970"/>
                  </a:lnTo>
                  <a:close/>
                </a:path>
                <a:path w="3810" h="59689">
                  <a:moveTo>
                    <a:pt x="3810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6510"/>
                  </a:lnTo>
                  <a:close/>
                </a:path>
                <a:path w="3810" h="59689">
                  <a:moveTo>
                    <a:pt x="3810" y="20320"/>
                  </a:moveTo>
                  <a:lnTo>
                    <a:pt x="0" y="20320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0320"/>
                  </a:lnTo>
                  <a:close/>
                </a:path>
                <a:path w="3810" h="59689">
                  <a:moveTo>
                    <a:pt x="3810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33020"/>
                  </a:lnTo>
                  <a:close/>
                </a:path>
                <a:path w="3810" h="59689">
                  <a:moveTo>
                    <a:pt x="3810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5560"/>
                  </a:lnTo>
                  <a:close/>
                </a:path>
                <a:path w="3810" h="59689">
                  <a:moveTo>
                    <a:pt x="3810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9370"/>
                  </a:lnTo>
                  <a:close/>
                </a:path>
                <a:path w="3810" h="59689">
                  <a:moveTo>
                    <a:pt x="3810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41910"/>
                  </a:lnTo>
                  <a:close/>
                </a:path>
                <a:path w="3810" h="59689">
                  <a:moveTo>
                    <a:pt x="3810" y="45720"/>
                  </a:moveTo>
                  <a:lnTo>
                    <a:pt x="0" y="4572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5720"/>
                  </a:lnTo>
                  <a:close/>
                </a:path>
                <a:path w="3810" h="59689">
                  <a:moveTo>
                    <a:pt x="3810" y="48260"/>
                  </a:moveTo>
                  <a:lnTo>
                    <a:pt x="0" y="48260"/>
                  </a:lnTo>
                  <a:lnTo>
                    <a:pt x="0" y="52069"/>
                  </a:lnTo>
                  <a:lnTo>
                    <a:pt x="3810" y="52069"/>
                  </a:lnTo>
                  <a:lnTo>
                    <a:pt x="3810" y="48260"/>
                  </a:lnTo>
                  <a:close/>
                </a:path>
                <a:path w="3810" h="59689">
                  <a:moveTo>
                    <a:pt x="3810" y="52070"/>
                  </a:moveTo>
                  <a:lnTo>
                    <a:pt x="0" y="52070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2070"/>
                  </a:lnTo>
                  <a:close/>
                </a:path>
                <a:path w="3810" h="59689">
                  <a:moveTo>
                    <a:pt x="3810" y="54610"/>
                  </a:moveTo>
                  <a:lnTo>
                    <a:pt x="0" y="54610"/>
                  </a:lnTo>
                  <a:lnTo>
                    <a:pt x="0" y="58419"/>
                  </a:lnTo>
                  <a:lnTo>
                    <a:pt x="3810" y="58419"/>
                  </a:lnTo>
                  <a:lnTo>
                    <a:pt x="3810" y="54610"/>
                  </a:lnTo>
                  <a:close/>
                </a:path>
                <a:path w="3810" h="59689">
                  <a:moveTo>
                    <a:pt x="3810" y="58420"/>
                  </a:moveTo>
                  <a:lnTo>
                    <a:pt x="1270" y="58420"/>
                  </a:lnTo>
                  <a:lnTo>
                    <a:pt x="1270" y="59690"/>
                  </a:lnTo>
                  <a:lnTo>
                    <a:pt x="3810" y="59690"/>
                  </a:lnTo>
                  <a:lnTo>
                    <a:pt x="3810" y="58420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1" name="object 941"/>
            <p:cNvSpPr/>
            <p:nvPr/>
          </p:nvSpPr>
          <p:spPr>
            <a:xfrm>
              <a:off x="2527300" y="5461000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10" h="59689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59689">
                  <a:moveTo>
                    <a:pt x="381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70"/>
                  </a:lnTo>
                  <a:close/>
                </a:path>
                <a:path w="3810" h="59689">
                  <a:moveTo>
                    <a:pt x="3810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3810"/>
                  </a:lnTo>
                  <a:close/>
                </a:path>
                <a:path w="3810" h="59689">
                  <a:moveTo>
                    <a:pt x="3810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7620"/>
                  </a:lnTo>
                  <a:close/>
                </a:path>
                <a:path w="3810" h="59689">
                  <a:moveTo>
                    <a:pt x="3810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10160"/>
                  </a:lnTo>
                  <a:close/>
                </a:path>
                <a:path w="3810" h="59689">
                  <a:moveTo>
                    <a:pt x="3810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3970"/>
                  </a:lnTo>
                  <a:close/>
                </a:path>
                <a:path w="3810" h="59689">
                  <a:moveTo>
                    <a:pt x="3810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6510"/>
                  </a:lnTo>
                  <a:close/>
                </a:path>
                <a:path w="3810" h="59689">
                  <a:moveTo>
                    <a:pt x="3810" y="20320"/>
                  </a:moveTo>
                  <a:lnTo>
                    <a:pt x="0" y="20320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0320"/>
                  </a:lnTo>
                  <a:close/>
                </a:path>
                <a:path w="3810" h="59689">
                  <a:moveTo>
                    <a:pt x="3810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33020"/>
                  </a:lnTo>
                  <a:close/>
                </a:path>
                <a:path w="3810" h="59689">
                  <a:moveTo>
                    <a:pt x="3810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5560"/>
                  </a:lnTo>
                  <a:close/>
                </a:path>
                <a:path w="3810" h="59689">
                  <a:moveTo>
                    <a:pt x="3810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9370"/>
                  </a:lnTo>
                  <a:close/>
                </a:path>
                <a:path w="3810" h="59689">
                  <a:moveTo>
                    <a:pt x="3810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41910"/>
                  </a:lnTo>
                  <a:close/>
                </a:path>
                <a:path w="3810" h="59689">
                  <a:moveTo>
                    <a:pt x="3810" y="45720"/>
                  </a:moveTo>
                  <a:lnTo>
                    <a:pt x="0" y="4572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5720"/>
                  </a:lnTo>
                  <a:close/>
                </a:path>
                <a:path w="3810" h="59689">
                  <a:moveTo>
                    <a:pt x="3810" y="48260"/>
                  </a:moveTo>
                  <a:lnTo>
                    <a:pt x="0" y="48260"/>
                  </a:lnTo>
                  <a:lnTo>
                    <a:pt x="0" y="52069"/>
                  </a:lnTo>
                  <a:lnTo>
                    <a:pt x="3810" y="52069"/>
                  </a:lnTo>
                  <a:lnTo>
                    <a:pt x="3810" y="48260"/>
                  </a:lnTo>
                  <a:close/>
                </a:path>
                <a:path w="3810" h="59689">
                  <a:moveTo>
                    <a:pt x="3810" y="52070"/>
                  </a:moveTo>
                  <a:lnTo>
                    <a:pt x="0" y="52070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2070"/>
                  </a:lnTo>
                  <a:close/>
                </a:path>
                <a:path w="3810" h="59689">
                  <a:moveTo>
                    <a:pt x="3810" y="54610"/>
                  </a:moveTo>
                  <a:lnTo>
                    <a:pt x="0" y="54610"/>
                  </a:lnTo>
                  <a:lnTo>
                    <a:pt x="0" y="58419"/>
                  </a:lnTo>
                  <a:lnTo>
                    <a:pt x="3810" y="58419"/>
                  </a:lnTo>
                  <a:lnTo>
                    <a:pt x="3810" y="54610"/>
                  </a:lnTo>
                  <a:close/>
                </a:path>
                <a:path w="3810" h="59689">
                  <a:moveTo>
                    <a:pt x="3810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3810" y="59690"/>
                  </a:lnTo>
                  <a:lnTo>
                    <a:pt x="3810" y="5842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2" name="object 942"/>
            <p:cNvSpPr/>
            <p:nvPr/>
          </p:nvSpPr>
          <p:spPr>
            <a:xfrm>
              <a:off x="2531110" y="5461000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10" h="59689">
                  <a:moveTo>
                    <a:pt x="380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10" h="59689">
                  <a:moveTo>
                    <a:pt x="3809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1270"/>
                  </a:lnTo>
                  <a:close/>
                </a:path>
                <a:path w="3810" h="59689">
                  <a:moveTo>
                    <a:pt x="3809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3810"/>
                  </a:lnTo>
                  <a:close/>
                </a:path>
                <a:path w="3810" h="59689">
                  <a:moveTo>
                    <a:pt x="3809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7620"/>
                  </a:lnTo>
                  <a:close/>
                </a:path>
                <a:path w="3810" h="59689">
                  <a:moveTo>
                    <a:pt x="3809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10160"/>
                  </a:lnTo>
                  <a:close/>
                </a:path>
                <a:path w="3810" h="59689">
                  <a:moveTo>
                    <a:pt x="3809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3970"/>
                  </a:lnTo>
                  <a:close/>
                </a:path>
                <a:path w="3810" h="59689">
                  <a:moveTo>
                    <a:pt x="3809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6510"/>
                  </a:lnTo>
                  <a:close/>
                </a:path>
                <a:path w="3810" h="59689">
                  <a:moveTo>
                    <a:pt x="3809" y="20320"/>
                  </a:moveTo>
                  <a:lnTo>
                    <a:pt x="0" y="20320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0320"/>
                  </a:lnTo>
                  <a:close/>
                </a:path>
                <a:path w="3810" h="59689">
                  <a:moveTo>
                    <a:pt x="3809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33020"/>
                  </a:lnTo>
                  <a:close/>
                </a:path>
                <a:path w="3810" h="59689">
                  <a:moveTo>
                    <a:pt x="3809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5560"/>
                  </a:lnTo>
                  <a:close/>
                </a:path>
                <a:path w="3810" h="59689">
                  <a:moveTo>
                    <a:pt x="3809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9370"/>
                  </a:lnTo>
                  <a:close/>
                </a:path>
                <a:path w="3810" h="59689">
                  <a:moveTo>
                    <a:pt x="3809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41910"/>
                  </a:lnTo>
                  <a:close/>
                </a:path>
                <a:path w="3810" h="59689">
                  <a:moveTo>
                    <a:pt x="3809" y="45720"/>
                  </a:moveTo>
                  <a:lnTo>
                    <a:pt x="0" y="45720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45720"/>
                  </a:lnTo>
                  <a:close/>
                </a:path>
                <a:path w="3810" h="59689">
                  <a:moveTo>
                    <a:pt x="3809" y="48260"/>
                  </a:moveTo>
                  <a:lnTo>
                    <a:pt x="0" y="48260"/>
                  </a:lnTo>
                  <a:lnTo>
                    <a:pt x="0" y="52069"/>
                  </a:lnTo>
                  <a:lnTo>
                    <a:pt x="3809" y="52069"/>
                  </a:lnTo>
                  <a:lnTo>
                    <a:pt x="3809" y="48260"/>
                  </a:lnTo>
                  <a:close/>
                </a:path>
                <a:path w="3810" h="59689">
                  <a:moveTo>
                    <a:pt x="3809" y="52070"/>
                  </a:moveTo>
                  <a:lnTo>
                    <a:pt x="0" y="52070"/>
                  </a:lnTo>
                  <a:lnTo>
                    <a:pt x="0" y="54609"/>
                  </a:lnTo>
                  <a:lnTo>
                    <a:pt x="3809" y="54609"/>
                  </a:lnTo>
                  <a:lnTo>
                    <a:pt x="3809" y="52070"/>
                  </a:lnTo>
                  <a:close/>
                </a:path>
                <a:path w="3810" h="59689">
                  <a:moveTo>
                    <a:pt x="3809" y="54610"/>
                  </a:moveTo>
                  <a:lnTo>
                    <a:pt x="0" y="54610"/>
                  </a:lnTo>
                  <a:lnTo>
                    <a:pt x="0" y="58419"/>
                  </a:lnTo>
                  <a:lnTo>
                    <a:pt x="3809" y="58419"/>
                  </a:lnTo>
                  <a:lnTo>
                    <a:pt x="3809" y="54610"/>
                  </a:lnTo>
                  <a:close/>
                </a:path>
                <a:path w="3810" h="59689">
                  <a:moveTo>
                    <a:pt x="3809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3809" y="59690"/>
                  </a:lnTo>
                  <a:lnTo>
                    <a:pt x="3809" y="58420"/>
                  </a:lnTo>
                  <a:close/>
                </a:path>
              </a:pathLst>
            </a:custGeom>
            <a:solidFill>
              <a:srgbClr val="8799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3" name="object 943"/>
            <p:cNvSpPr/>
            <p:nvPr/>
          </p:nvSpPr>
          <p:spPr>
            <a:xfrm>
              <a:off x="2534920" y="5459730"/>
              <a:ext cx="3810" cy="60960"/>
            </a:xfrm>
            <a:custGeom>
              <a:avLst/>
              <a:gdLst/>
              <a:ahLst/>
              <a:cxnLst/>
              <a:rect l="l" t="t" r="r" b="b"/>
              <a:pathLst>
                <a:path w="3810" h="60960">
                  <a:moveTo>
                    <a:pt x="3810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  <a:path w="3810" h="60960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60960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10" h="60960">
                  <a:moveTo>
                    <a:pt x="381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890"/>
                  </a:lnTo>
                  <a:close/>
                </a:path>
                <a:path w="3810" h="60960">
                  <a:moveTo>
                    <a:pt x="381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30"/>
                  </a:lnTo>
                  <a:close/>
                </a:path>
                <a:path w="3810" h="60960">
                  <a:moveTo>
                    <a:pt x="381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40"/>
                  </a:lnTo>
                  <a:close/>
                </a:path>
                <a:path w="3810" h="60960">
                  <a:moveTo>
                    <a:pt x="3810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80"/>
                  </a:lnTo>
                  <a:close/>
                </a:path>
                <a:path w="3810" h="60960">
                  <a:moveTo>
                    <a:pt x="3810" y="21590"/>
                  </a:moveTo>
                  <a:lnTo>
                    <a:pt x="0" y="21590"/>
                  </a:lnTo>
                  <a:lnTo>
                    <a:pt x="0" y="34290"/>
                  </a:lnTo>
                  <a:lnTo>
                    <a:pt x="3810" y="34290"/>
                  </a:lnTo>
                  <a:lnTo>
                    <a:pt x="3810" y="21590"/>
                  </a:lnTo>
                  <a:close/>
                </a:path>
                <a:path w="3810" h="60960">
                  <a:moveTo>
                    <a:pt x="3810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4290"/>
                  </a:lnTo>
                  <a:close/>
                </a:path>
                <a:path w="3810" h="60960">
                  <a:moveTo>
                    <a:pt x="3810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3810" y="40640"/>
                  </a:lnTo>
                  <a:lnTo>
                    <a:pt x="3810" y="36830"/>
                  </a:lnTo>
                  <a:close/>
                </a:path>
                <a:path w="3810" h="60960">
                  <a:moveTo>
                    <a:pt x="3810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40640"/>
                  </a:lnTo>
                  <a:close/>
                </a:path>
                <a:path w="3810" h="60960">
                  <a:moveTo>
                    <a:pt x="3810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3810" y="46990"/>
                  </a:lnTo>
                  <a:lnTo>
                    <a:pt x="3810" y="43180"/>
                  </a:lnTo>
                  <a:close/>
                </a:path>
                <a:path w="3810" h="60960">
                  <a:moveTo>
                    <a:pt x="3810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6990"/>
                  </a:lnTo>
                  <a:close/>
                </a:path>
                <a:path w="3810" h="60960">
                  <a:moveTo>
                    <a:pt x="3810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3810" y="53340"/>
                  </a:lnTo>
                  <a:lnTo>
                    <a:pt x="3810" y="49530"/>
                  </a:lnTo>
                  <a:close/>
                </a:path>
                <a:path w="3810" h="60960">
                  <a:moveTo>
                    <a:pt x="3810" y="53340"/>
                  </a:moveTo>
                  <a:lnTo>
                    <a:pt x="0" y="53340"/>
                  </a:lnTo>
                  <a:lnTo>
                    <a:pt x="0" y="55880"/>
                  </a:lnTo>
                  <a:lnTo>
                    <a:pt x="3810" y="55880"/>
                  </a:lnTo>
                  <a:lnTo>
                    <a:pt x="3810" y="53340"/>
                  </a:lnTo>
                  <a:close/>
                </a:path>
                <a:path w="3810" h="60960">
                  <a:moveTo>
                    <a:pt x="3810" y="55880"/>
                  </a:moveTo>
                  <a:lnTo>
                    <a:pt x="0" y="55880"/>
                  </a:lnTo>
                  <a:lnTo>
                    <a:pt x="0" y="59690"/>
                  </a:lnTo>
                  <a:lnTo>
                    <a:pt x="3810" y="59690"/>
                  </a:lnTo>
                  <a:lnTo>
                    <a:pt x="3810" y="55880"/>
                  </a:lnTo>
                  <a:close/>
                </a:path>
                <a:path w="3810" h="60960">
                  <a:moveTo>
                    <a:pt x="3810" y="59690"/>
                  </a:moveTo>
                  <a:lnTo>
                    <a:pt x="0" y="59690"/>
                  </a:lnTo>
                  <a:lnTo>
                    <a:pt x="0" y="60960"/>
                  </a:lnTo>
                  <a:lnTo>
                    <a:pt x="3810" y="60960"/>
                  </a:lnTo>
                  <a:lnTo>
                    <a:pt x="3810" y="59690"/>
                  </a:lnTo>
                  <a:close/>
                </a:path>
              </a:pathLst>
            </a:custGeom>
            <a:solidFill>
              <a:srgbClr val="8496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4" name="object 944"/>
            <p:cNvSpPr/>
            <p:nvPr/>
          </p:nvSpPr>
          <p:spPr>
            <a:xfrm>
              <a:off x="2538729" y="5459730"/>
              <a:ext cx="3810" cy="60960"/>
            </a:xfrm>
            <a:custGeom>
              <a:avLst/>
              <a:gdLst/>
              <a:ahLst/>
              <a:cxnLst/>
              <a:rect l="l" t="t" r="r" b="b"/>
              <a:pathLst>
                <a:path w="3810" h="60960">
                  <a:moveTo>
                    <a:pt x="380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09" y="2540"/>
                  </a:lnTo>
                  <a:lnTo>
                    <a:pt x="3809" y="0"/>
                  </a:lnTo>
                  <a:close/>
                </a:path>
                <a:path w="3810" h="60960">
                  <a:moveTo>
                    <a:pt x="380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2540"/>
                  </a:lnTo>
                  <a:close/>
                </a:path>
                <a:path w="3810" h="60960">
                  <a:moveTo>
                    <a:pt x="380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09" y="8890"/>
                  </a:lnTo>
                  <a:lnTo>
                    <a:pt x="3809" y="5080"/>
                  </a:lnTo>
                  <a:close/>
                </a:path>
                <a:path w="3810" h="60960">
                  <a:moveTo>
                    <a:pt x="380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8890"/>
                  </a:lnTo>
                  <a:close/>
                </a:path>
                <a:path w="3810" h="60960">
                  <a:moveTo>
                    <a:pt x="3809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09" y="15240"/>
                  </a:lnTo>
                  <a:lnTo>
                    <a:pt x="3809" y="11430"/>
                  </a:lnTo>
                  <a:close/>
                </a:path>
                <a:path w="3810" h="60960">
                  <a:moveTo>
                    <a:pt x="3809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5240"/>
                  </a:lnTo>
                  <a:close/>
                </a:path>
                <a:path w="3810" h="60960">
                  <a:moveTo>
                    <a:pt x="3809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09" y="21590"/>
                  </a:lnTo>
                  <a:lnTo>
                    <a:pt x="3809" y="17780"/>
                  </a:lnTo>
                  <a:close/>
                </a:path>
                <a:path w="3810" h="60960">
                  <a:moveTo>
                    <a:pt x="3809" y="21590"/>
                  </a:moveTo>
                  <a:lnTo>
                    <a:pt x="0" y="21590"/>
                  </a:lnTo>
                  <a:lnTo>
                    <a:pt x="0" y="34290"/>
                  </a:lnTo>
                  <a:lnTo>
                    <a:pt x="3809" y="34290"/>
                  </a:lnTo>
                  <a:lnTo>
                    <a:pt x="3809" y="21590"/>
                  </a:lnTo>
                  <a:close/>
                </a:path>
                <a:path w="3810" h="60960">
                  <a:moveTo>
                    <a:pt x="3809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4290"/>
                  </a:lnTo>
                  <a:close/>
                </a:path>
                <a:path w="3810" h="60960">
                  <a:moveTo>
                    <a:pt x="3809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3809" y="40640"/>
                  </a:lnTo>
                  <a:lnTo>
                    <a:pt x="3809" y="36830"/>
                  </a:lnTo>
                  <a:close/>
                </a:path>
                <a:path w="3810" h="60960">
                  <a:moveTo>
                    <a:pt x="3809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3809" y="43180"/>
                  </a:lnTo>
                  <a:lnTo>
                    <a:pt x="3809" y="40640"/>
                  </a:lnTo>
                  <a:close/>
                </a:path>
                <a:path w="3810" h="60960">
                  <a:moveTo>
                    <a:pt x="3809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3809" y="46990"/>
                  </a:lnTo>
                  <a:lnTo>
                    <a:pt x="3809" y="43180"/>
                  </a:lnTo>
                  <a:close/>
                </a:path>
                <a:path w="3810" h="60960">
                  <a:moveTo>
                    <a:pt x="3809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3809" y="49530"/>
                  </a:lnTo>
                  <a:lnTo>
                    <a:pt x="3809" y="46990"/>
                  </a:lnTo>
                  <a:close/>
                </a:path>
                <a:path w="3810" h="60960">
                  <a:moveTo>
                    <a:pt x="3809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3809" y="53340"/>
                  </a:lnTo>
                  <a:lnTo>
                    <a:pt x="3809" y="49530"/>
                  </a:lnTo>
                  <a:close/>
                </a:path>
                <a:path w="3810" h="60960">
                  <a:moveTo>
                    <a:pt x="3809" y="53340"/>
                  </a:moveTo>
                  <a:lnTo>
                    <a:pt x="0" y="53340"/>
                  </a:lnTo>
                  <a:lnTo>
                    <a:pt x="0" y="55880"/>
                  </a:lnTo>
                  <a:lnTo>
                    <a:pt x="3809" y="55880"/>
                  </a:lnTo>
                  <a:lnTo>
                    <a:pt x="3809" y="53340"/>
                  </a:lnTo>
                  <a:close/>
                </a:path>
                <a:path w="3810" h="60960">
                  <a:moveTo>
                    <a:pt x="3809" y="55880"/>
                  </a:moveTo>
                  <a:lnTo>
                    <a:pt x="0" y="55880"/>
                  </a:lnTo>
                  <a:lnTo>
                    <a:pt x="0" y="59690"/>
                  </a:lnTo>
                  <a:lnTo>
                    <a:pt x="3809" y="59690"/>
                  </a:lnTo>
                  <a:lnTo>
                    <a:pt x="3809" y="55880"/>
                  </a:lnTo>
                  <a:close/>
                </a:path>
                <a:path w="3810" h="60960">
                  <a:moveTo>
                    <a:pt x="3809" y="59690"/>
                  </a:moveTo>
                  <a:lnTo>
                    <a:pt x="0" y="59690"/>
                  </a:lnTo>
                  <a:lnTo>
                    <a:pt x="0" y="60960"/>
                  </a:lnTo>
                  <a:lnTo>
                    <a:pt x="3809" y="60960"/>
                  </a:lnTo>
                  <a:lnTo>
                    <a:pt x="3809" y="59690"/>
                  </a:lnTo>
                  <a:close/>
                </a:path>
              </a:pathLst>
            </a:custGeom>
            <a:solidFill>
              <a:srgbClr val="819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5" name="object 945"/>
            <p:cNvSpPr/>
            <p:nvPr/>
          </p:nvSpPr>
          <p:spPr>
            <a:xfrm>
              <a:off x="2542539" y="5458459"/>
              <a:ext cx="2540" cy="63500"/>
            </a:xfrm>
            <a:custGeom>
              <a:avLst/>
              <a:gdLst/>
              <a:ahLst/>
              <a:cxnLst/>
              <a:rect l="l" t="t" r="r" b="b"/>
              <a:pathLst>
                <a:path w="2539" h="63500">
                  <a:moveTo>
                    <a:pt x="2540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0" y="1269"/>
                  </a:lnTo>
                  <a:lnTo>
                    <a:pt x="0" y="3809"/>
                  </a:lnTo>
                  <a:lnTo>
                    <a:pt x="2540" y="3809"/>
                  </a:lnTo>
                  <a:lnTo>
                    <a:pt x="2540" y="0"/>
                  </a:lnTo>
                  <a:close/>
                </a:path>
                <a:path w="2539" h="63500">
                  <a:moveTo>
                    <a:pt x="254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2540" y="6349"/>
                  </a:lnTo>
                  <a:lnTo>
                    <a:pt x="2540" y="3809"/>
                  </a:lnTo>
                  <a:close/>
                </a:path>
                <a:path w="2539" h="63500">
                  <a:moveTo>
                    <a:pt x="254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2540" y="10159"/>
                  </a:lnTo>
                  <a:lnTo>
                    <a:pt x="2540" y="6350"/>
                  </a:lnTo>
                  <a:close/>
                </a:path>
                <a:path w="2539" h="63500">
                  <a:moveTo>
                    <a:pt x="254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2540" y="12699"/>
                  </a:lnTo>
                  <a:lnTo>
                    <a:pt x="2540" y="10159"/>
                  </a:lnTo>
                  <a:close/>
                </a:path>
                <a:path w="2539" h="63500">
                  <a:moveTo>
                    <a:pt x="254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2540" y="16509"/>
                  </a:lnTo>
                  <a:lnTo>
                    <a:pt x="2540" y="12700"/>
                  </a:lnTo>
                  <a:close/>
                </a:path>
                <a:path w="2539" h="63500">
                  <a:moveTo>
                    <a:pt x="254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2540" y="19049"/>
                  </a:lnTo>
                  <a:lnTo>
                    <a:pt x="2540" y="16509"/>
                  </a:lnTo>
                  <a:close/>
                </a:path>
                <a:path w="2539" h="63500">
                  <a:moveTo>
                    <a:pt x="254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2540" y="22859"/>
                  </a:lnTo>
                  <a:lnTo>
                    <a:pt x="2540" y="19050"/>
                  </a:lnTo>
                  <a:close/>
                </a:path>
                <a:path w="2539" h="63500">
                  <a:moveTo>
                    <a:pt x="2540" y="22859"/>
                  </a:moveTo>
                  <a:lnTo>
                    <a:pt x="0" y="22859"/>
                  </a:lnTo>
                  <a:lnTo>
                    <a:pt x="0" y="35559"/>
                  </a:lnTo>
                  <a:lnTo>
                    <a:pt x="2540" y="35559"/>
                  </a:lnTo>
                  <a:lnTo>
                    <a:pt x="2540" y="22859"/>
                  </a:lnTo>
                  <a:close/>
                </a:path>
                <a:path w="2539" h="63500">
                  <a:moveTo>
                    <a:pt x="254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2540" y="38099"/>
                  </a:lnTo>
                  <a:lnTo>
                    <a:pt x="2540" y="35559"/>
                  </a:lnTo>
                  <a:close/>
                </a:path>
                <a:path w="2539" h="63500">
                  <a:moveTo>
                    <a:pt x="254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2540" y="41909"/>
                  </a:lnTo>
                  <a:lnTo>
                    <a:pt x="2540" y="38100"/>
                  </a:lnTo>
                  <a:close/>
                </a:path>
                <a:path w="2539" h="63500">
                  <a:moveTo>
                    <a:pt x="254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2540" y="44449"/>
                  </a:lnTo>
                  <a:lnTo>
                    <a:pt x="2540" y="41909"/>
                  </a:lnTo>
                  <a:close/>
                </a:path>
                <a:path w="2539" h="63500">
                  <a:moveTo>
                    <a:pt x="254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2540" y="48259"/>
                  </a:lnTo>
                  <a:lnTo>
                    <a:pt x="2540" y="44450"/>
                  </a:lnTo>
                  <a:close/>
                </a:path>
                <a:path w="2539" h="63500">
                  <a:moveTo>
                    <a:pt x="2540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2540" y="50799"/>
                  </a:lnTo>
                  <a:lnTo>
                    <a:pt x="2540" y="48259"/>
                  </a:lnTo>
                  <a:close/>
                </a:path>
                <a:path w="2539" h="63500">
                  <a:moveTo>
                    <a:pt x="2540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2540" y="54609"/>
                  </a:lnTo>
                  <a:lnTo>
                    <a:pt x="2540" y="50800"/>
                  </a:lnTo>
                  <a:close/>
                </a:path>
                <a:path w="2539" h="63500">
                  <a:moveTo>
                    <a:pt x="2540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2540" y="57149"/>
                  </a:lnTo>
                  <a:lnTo>
                    <a:pt x="2540" y="54609"/>
                  </a:lnTo>
                  <a:close/>
                </a:path>
                <a:path w="2539" h="63500">
                  <a:moveTo>
                    <a:pt x="2540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2540" y="60959"/>
                  </a:lnTo>
                  <a:lnTo>
                    <a:pt x="2540" y="57150"/>
                  </a:lnTo>
                  <a:close/>
                </a:path>
                <a:path w="2539" h="63500">
                  <a:moveTo>
                    <a:pt x="2540" y="60959"/>
                  </a:moveTo>
                  <a:lnTo>
                    <a:pt x="0" y="60959"/>
                  </a:lnTo>
                  <a:lnTo>
                    <a:pt x="0" y="62229"/>
                  </a:lnTo>
                  <a:lnTo>
                    <a:pt x="1270" y="62229"/>
                  </a:lnTo>
                  <a:lnTo>
                    <a:pt x="1270" y="63499"/>
                  </a:lnTo>
                  <a:lnTo>
                    <a:pt x="2540" y="63499"/>
                  </a:lnTo>
                  <a:lnTo>
                    <a:pt x="2540" y="60959"/>
                  </a:lnTo>
                  <a:close/>
                </a:path>
              </a:pathLst>
            </a:custGeom>
            <a:solidFill>
              <a:srgbClr val="7F92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6" name="object 946"/>
            <p:cNvSpPr/>
            <p:nvPr/>
          </p:nvSpPr>
          <p:spPr>
            <a:xfrm>
              <a:off x="2545079" y="54584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0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0"/>
                  </a:lnTo>
                  <a:close/>
                </a:path>
                <a:path w="3810" h="63500">
                  <a:moveTo>
                    <a:pt x="380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3809"/>
                  </a:lnTo>
                  <a:close/>
                </a:path>
                <a:path w="3810" h="63500">
                  <a:moveTo>
                    <a:pt x="380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6350"/>
                  </a:lnTo>
                  <a:close/>
                </a:path>
                <a:path w="3810" h="63500">
                  <a:moveTo>
                    <a:pt x="380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10159"/>
                  </a:lnTo>
                  <a:close/>
                </a:path>
                <a:path w="3810" h="63500">
                  <a:moveTo>
                    <a:pt x="380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2700"/>
                  </a:lnTo>
                  <a:close/>
                </a:path>
                <a:path w="3810" h="63500">
                  <a:moveTo>
                    <a:pt x="380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6509"/>
                  </a:lnTo>
                  <a:close/>
                </a:path>
                <a:path w="3810" h="63500">
                  <a:moveTo>
                    <a:pt x="380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19050"/>
                  </a:lnTo>
                  <a:close/>
                </a:path>
                <a:path w="3810" h="63500">
                  <a:moveTo>
                    <a:pt x="3809" y="22859"/>
                  </a:moveTo>
                  <a:lnTo>
                    <a:pt x="0" y="22859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22859"/>
                  </a:lnTo>
                  <a:close/>
                </a:path>
                <a:path w="3810" h="63500">
                  <a:moveTo>
                    <a:pt x="380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5559"/>
                  </a:lnTo>
                  <a:close/>
                </a:path>
                <a:path w="3810" h="63500">
                  <a:moveTo>
                    <a:pt x="380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8100"/>
                  </a:lnTo>
                  <a:close/>
                </a:path>
                <a:path w="3810" h="63500">
                  <a:moveTo>
                    <a:pt x="380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1909"/>
                  </a:lnTo>
                  <a:close/>
                </a:path>
                <a:path w="3810" h="63500">
                  <a:moveTo>
                    <a:pt x="3809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44450"/>
                  </a:lnTo>
                  <a:close/>
                </a:path>
                <a:path w="3810" h="63500">
                  <a:moveTo>
                    <a:pt x="380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8259"/>
                  </a:lnTo>
                  <a:close/>
                </a:path>
                <a:path w="3810" h="63500">
                  <a:moveTo>
                    <a:pt x="3809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09" y="54609"/>
                  </a:lnTo>
                  <a:lnTo>
                    <a:pt x="3809" y="50800"/>
                  </a:lnTo>
                  <a:close/>
                </a:path>
                <a:path w="3810" h="63500">
                  <a:moveTo>
                    <a:pt x="3809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4609"/>
                  </a:lnTo>
                  <a:close/>
                </a:path>
                <a:path w="3810" h="63500">
                  <a:moveTo>
                    <a:pt x="3809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3809" y="60959"/>
                  </a:lnTo>
                  <a:lnTo>
                    <a:pt x="3809" y="57150"/>
                  </a:lnTo>
                  <a:close/>
                </a:path>
                <a:path w="3810" h="63500">
                  <a:moveTo>
                    <a:pt x="3809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3809" y="63499"/>
                  </a:lnTo>
                  <a:lnTo>
                    <a:pt x="3809" y="60959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7" name="object 947"/>
            <p:cNvSpPr/>
            <p:nvPr/>
          </p:nvSpPr>
          <p:spPr>
            <a:xfrm>
              <a:off x="2548889" y="54584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0"/>
                  </a:lnTo>
                  <a:close/>
                </a:path>
                <a:path w="3810" h="63500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10" h="63500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10" h="63500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10" h="63500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10" h="63500">
                  <a:moveTo>
                    <a:pt x="381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6509"/>
                  </a:lnTo>
                  <a:close/>
                </a:path>
                <a:path w="3810" h="63500">
                  <a:moveTo>
                    <a:pt x="381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9050"/>
                  </a:lnTo>
                  <a:close/>
                </a:path>
                <a:path w="3810" h="63500">
                  <a:moveTo>
                    <a:pt x="3810" y="22859"/>
                  </a:moveTo>
                  <a:lnTo>
                    <a:pt x="0" y="22859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22859"/>
                  </a:lnTo>
                  <a:close/>
                </a:path>
                <a:path w="3810" h="63500">
                  <a:moveTo>
                    <a:pt x="381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5559"/>
                  </a:lnTo>
                  <a:close/>
                </a:path>
                <a:path w="3810" h="63500">
                  <a:moveTo>
                    <a:pt x="381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8100"/>
                  </a:lnTo>
                  <a:close/>
                </a:path>
                <a:path w="3810" h="63500">
                  <a:moveTo>
                    <a:pt x="381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1909"/>
                  </a:lnTo>
                  <a:close/>
                </a:path>
                <a:path w="3810" h="63500">
                  <a:moveTo>
                    <a:pt x="381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4450"/>
                  </a:lnTo>
                  <a:close/>
                </a:path>
                <a:path w="3810" h="63500">
                  <a:moveTo>
                    <a:pt x="3810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8259"/>
                  </a:lnTo>
                  <a:close/>
                </a:path>
                <a:path w="3810" h="63500">
                  <a:moveTo>
                    <a:pt x="3810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0800"/>
                  </a:lnTo>
                  <a:close/>
                </a:path>
                <a:path w="3810" h="63500">
                  <a:moveTo>
                    <a:pt x="3810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4609"/>
                  </a:lnTo>
                  <a:close/>
                </a:path>
                <a:path w="3810" h="63500">
                  <a:moveTo>
                    <a:pt x="3810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3810" y="60959"/>
                  </a:lnTo>
                  <a:lnTo>
                    <a:pt x="3810" y="57150"/>
                  </a:lnTo>
                  <a:close/>
                </a:path>
                <a:path w="3810" h="63500">
                  <a:moveTo>
                    <a:pt x="3810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3810" y="63499"/>
                  </a:lnTo>
                  <a:lnTo>
                    <a:pt x="3810" y="60959"/>
                  </a:lnTo>
                  <a:close/>
                </a:path>
              </a:pathLst>
            </a:custGeom>
            <a:solidFill>
              <a:srgbClr val="79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8" name="object 948"/>
            <p:cNvSpPr/>
            <p:nvPr/>
          </p:nvSpPr>
          <p:spPr>
            <a:xfrm>
              <a:off x="2552700" y="54584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0"/>
                  </a:lnTo>
                  <a:close/>
                </a:path>
                <a:path w="3810" h="63500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10" h="63500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10" h="63500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10" h="63500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10" h="63500">
                  <a:moveTo>
                    <a:pt x="381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6509"/>
                  </a:lnTo>
                  <a:close/>
                </a:path>
                <a:path w="3810" h="63500">
                  <a:moveTo>
                    <a:pt x="381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9050"/>
                  </a:lnTo>
                  <a:close/>
                </a:path>
                <a:path w="3810" h="63500">
                  <a:moveTo>
                    <a:pt x="3810" y="22859"/>
                  </a:moveTo>
                  <a:lnTo>
                    <a:pt x="0" y="22859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22859"/>
                  </a:lnTo>
                  <a:close/>
                </a:path>
                <a:path w="3810" h="63500">
                  <a:moveTo>
                    <a:pt x="381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5559"/>
                  </a:lnTo>
                  <a:close/>
                </a:path>
                <a:path w="3810" h="63500">
                  <a:moveTo>
                    <a:pt x="381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8100"/>
                  </a:lnTo>
                  <a:close/>
                </a:path>
                <a:path w="3810" h="63500">
                  <a:moveTo>
                    <a:pt x="381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1909"/>
                  </a:lnTo>
                  <a:close/>
                </a:path>
                <a:path w="3810" h="63500">
                  <a:moveTo>
                    <a:pt x="381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4450"/>
                  </a:lnTo>
                  <a:close/>
                </a:path>
                <a:path w="3810" h="63500">
                  <a:moveTo>
                    <a:pt x="3810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8259"/>
                  </a:lnTo>
                  <a:close/>
                </a:path>
                <a:path w="3810" h="63500">
                  <a:moveTo>
                    <a:pt x="3810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0800"/>
                  </a:lnTo>
                  <a:close/>
                </a:path>
                <a:path w="3810" h="63500">
                  <a:moveTo>
                    <a:pt x="3810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4609"/>
                  </a:lnTo>
                  <a:close/>
                </a:path>
                <a:path w="3810" h="63500">
                  <a:moveTo>
                    <a:pt x="3810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3810" y="60959"/>
                  </a:lnTo>
                  <a:lnTo>
                    <a:pt x="3810" y="57150"/>
                  </a:lnTo>
                  <a:close/>
                </a:path>
                <a:path w="3810" h="63500">
                  <a:moveTo>
                    <a:pt x="3810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3810" y="63499"/>
                  </a:lnTo>
                  <a:lnTo>
                    <a:pt x="3810" y="60959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9" name="object 949"/>
            <p:cNvSpPr/>
            <p:nvPr/>
          </p:nvSpPr>
          <p:spPr>
            <a:xfrm>
              <a:off x="2556510" y="54584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0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0"/>
                  </a:lnTo>
                  <a:close/>
                </a:path>
                <a:path w="3810" h="63500">
                  <a:moveTo>
                    <a:pt x="380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3809"/>
                  </a:lnTo>
                  <a:close/>
                </a:path>
                <a:path w="3810" h="63500">
                  <a:moveTo>
                    <a:pt x="380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6350"/>
                  </a:lnTo>
                  <a:close/>
                </a:path>
                <a:path w="3810" h="63500">
                  <a:moveTo>
                    <a:pt x="380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10159"/>
                  </a:lnTo>
                  <a:close/>
                </a:path>
                <a:path w="3810" h="63500">
                  <a:moveTo>
                    <a:pt x="380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2700"/>
                  </a:lnTo>
                  <a:close/>
                </a:path>
                <a:path w="3810" h="63500">
                  <a:moveTo>
                    <a:pt x="380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6509"/>
                  </a:lnTo>
                  <a:close/>
                </a:path>
                <a:path w="3810" h="63500">
                  <a:moveTo>
                    <a:pt x="380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19050"/>
                  </a:lnTo>
                  <a:close/>
                </a:path>
                <a:path w="3810" h="63500">
                  <a:moveTo>
                    <a:pt x="3809" y="22859"/>
                  </a:moveTo>
                  <a:lnTo>
                    <a:pt x="0" y="22859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22859"/>
                  </a:lnTo>
                  <a:close/>
                </a:path>
                <a:path w="3810" h="63500">
                  <a:moveTo>
                    <a:pt x="380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5559"/>
                  </a:lnTo>
                  <a:close/>
                </a:path>
                <a:path w="3810" h="63500">
                  <a:moveTo>
                    <a:pt x="380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8100"/>
                  </a:lnTo>
                  <a:close/>
                </a:path>
                <a:path w="3810" h="63500">
                  <a:moveTo>
                    <a:pt x="380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1909"/>
                  </a:lnTo>
                  <a:close/>
                </a:path>
                <a:path w="3810" h="63500">
                  <a:moveTo>
                    <a:pt x="3809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44450"/>
                  </a:lnTo>
                  <a:close/>
                </a:path>
                <a:path w="3810" h="63500">
                  <a:moveTo>
                    <a:pt x="380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8259"/>
                  </a:lnTo>
                  <a:close/>
                </a:path>
                <a:path w="3810" h="63500">
                  <a:moveTo>
                    <a:pt x="3809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09" y="54609"/>
                  </a:lnTo>
                  <a:lnTo>
                    <a:pt x="3809" y="50800"/>
                  </a:lnTo>
                  <a:close/>
                </a:path>
                <a:path w="3810" h="63500">
                  <a:moveTo>
                    <a:pt x="3809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4609"/>
                  </a:lnTo>
                  <a:close/>
                </a:path>
                <a:path w="3810" h="63500">
                  <a:moveTo>
                    <a:pt x="3809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3809" y="60959"/>
                  </a:lnTo>
                  <a:lnTo>
                    <a:pt x="3809" y="57150"/>
                  </a:lnTo>
                  <a:close/>
                </a:path>
                <a:path w="3810" h="63500">
                  <a:moveTo>
                    <a:pt x="3809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3809" y="63499"/>
                  </a:lnTo>
                  <a:lnTo>
                    <a:pt x="3809" y="60959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0" name="object 950"/>
            <p:cNvSpPr/>
            <p:nvPr/>
          </p:nvSpPr>
          <p:spPr>
            <a:xfrm>
              <a:off x="2560320" y="54584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0"/>
                  </a:lnTo>
                  <a:close/>
                </a:path>
                <a:path w="3810" h="63500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10" h="63500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10" h="63500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10" h="63500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10" h="63500">
                  <a:moveTo>
                    <a:pt x="381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6509"/>
                  </a:lnTo>
                  <a:close/>
                </a:path>
                <a:path w="3810" h="63500">
                  <a:moveTo>
                    <a:pt x="381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9050"/>
                  </a:lnTo>
                  <a:close/>
                </a:path>
                <a:path w="3810" h="63500">
                  <a:moveTo>
                    <a:pt x="3810" y="22859"/>
                  </a:moveTo>
                  <a:lnTo>
                    <a:pt x="0" y="22859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22859"/>
                  </a:lnTo>
                  <a:close/>
                </a:path>
                <a:path w="3810" h="63500">
                  <a:moveTo>
                    <a:pt x="381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5559"/>
                  </a:lnTo>
                  <a:close/>
                </a:path>
                <a:path w="3810" h="63500">
                  <a:moveTo>
                    <a:pt x="381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8100"/>
                  </a:lnTo>
                  <a:close/>
                </a:path>
                <a:path w="3810" h="63500">
                  <a:moveTo>
                    <a:pt x="381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1909"/>
                  </a:lnTo>
                  <a:close/>
                </a:path>
                <a:path w="3810" h="63500">
                  <a:moveTo>
                    <a:pt x="381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4450"/>
                  </a:lnTo>
                  <a:close/>
                </a:path>
                <a:path w="3810" h="63500">
                  <a:moveTo>
                    <a:pt x="3810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8259"/>
                  </a:lnTo>
                  <a:close/>
                </a:path>
                <a:path w="3810" h="63500">
                  <a:moveTo>
                    <a:pt x="3810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0800"/>
                  </a:lnTo>
                  <a:close/>
                </a:path>
                <a:path w="3810" h="63500">
                  <a:moveTo>
                    <a:pt x="3810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4609"/>
                  </a:lnTo>
                  <a:close/>
                </a:path>
                <a:path w="3810" h="63500">
                  <a:moveTo>
                    <a:pt x="3810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3810" y="60959"/>
                  </a:lnTo>
                  <a:lnTo>
                    <a:pt x="3810" y="57150"/>
                  </a:lnTo>
                  <a:close/>
                </a:path>
                <a:path w="3810" h="63500">
                  <a:moveTo>
                    <a:pt x="3810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3810" y="63499"/>
                  </a:lnTo>
                  <a:lnTo>
                    <a:pt x="3810" y="60959"/>
                  </a:lnTo>
                  <a:close/>
                </a:path>
              </a:pathLst>
            </a:custGeom>
            <a:solidFill>
              <a:srgbClr val="71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1" name="object 951"/>
            <p:cNvSpPr/>
            <p:nvPr/>
          </p:nvSpPr>
          <p:spPr>
            <a:xfrm>
              <a:off x="2564129" y="5458459"/>
              <a:ext cx="2540" cy="63500"/>
            </a:xfrm>
            <a:custGeom>
              <a:avLst/>
              <a:gdLst/>
              <a:ahLst/>
              <a:cxnLst/>
              <a:rect l="l" t="t" r="r" b="b"/>
              <a:pathLst>
                <a:path w="2539" h="63500">
                  <a:moveTo>
                    <a:pt x="253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2539" y="3809"/>
                  </a:lnTo>
                  <a:lnTo>
                    <a:pt x="2539" y="0"/>
                  </a:lnTo>
                  <a:close/>
                </a:path>
                <a:path w="2539" h="63500">
                  <a:moveTo>
                    <a:pt x="253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2539" y="6349"/>
                  </a:lnTo>
                  <a:lnTo>
                    <a:pt x="2539" y="3809"/>
                  </a:lnTo>
                  <a:close/>
                </a:path>
                <a:path w="2539" h="63500">
                  <a:moveTo>
                    <a:pt x="253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2539" y="10159"/>
                  </a:lnTo>
                  <a:lnTo>
                    <a:pt x="2539" y="6350"/>
                  </a:lnTo>
                  <a:close/>
                </a:path>
                <a:path w="2539" h="63500">
                  <a:moveTo>
                    <a:pt x="253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2539" y="12699"/>
                  </a:lnTo>
                  <a:lnTo>
                    <a:pt x="2539" y="10159"/>
                  </a:lnTo>
                  <a:close/>
                </a:path>
                <a:path w="2539" h="63500">
                  <a:moveTo>
                    <a:pt x="253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2539" y="16509"/>
                  </a:lnTo>
                  <a:lnTo>
                    <a:pt x="2539" y="12700"/>
                  </a:lnTo>
                  <a:close/>
                </a:path>
                <a:path w="2539" h="63500">
                  <a:moveTo>
                    <a:pt x="253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2539" y="19049"/>
                  </a:lnTo>
                  <a:lnTo>
                    <a:pt x="2539" y="16509"/>
                  </a:lnTo>
                  <a:close/>
                </a:path>
                <a:path w="2539" h="63500">
                  <a:moveTo>
                    <a:pt x="253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2539" y="22859"/>
                  </a:lnTo>
                  <a:lnTo>
                    <a:pt x="2539" y="19050"/>
                  </a:lnTo>
                  <a:close/>
                </a:path>
                <a:path w="2539" h="63500">
                  <a:moveTo>
                    <a:pt x="2539" y="22859"/>
                  </a:moveTo>
                  <a:lnTo>
                    <a:pt x="0" y="22859"/>
                  </a:lnTo>
                  <a:lnTo>
                    <a:pt x="0" y="35559"/>
                  </a:lnTo>
                  <a:lnTo>
                    <a:pt x="2539" y="35559"/>
                  </a:lnTo>
                  <a:lnTo>
                    <a:pt x="2539" y="22859"/>
                  </a:lnTo>
                  <a:close/>
                </a:path>
                <a:path w="2539" h="63500">
                  <a:moveTo>
                    <a:pt x="253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2539" y="38099"/>
                  </a:lnTo>
                  <a:lnTo>
                    <a:pt x="2539" y="35559"/>
                  </a:lnTo>
                  <a:close/>
                </a:path>
                <a:path w="2539" h="63500">
                  <a:moveTo>
                    <a:pt x="253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2539" y="41909"/>
                  </a:lnTo>
                  <a:lnTo>
                    <a:pt x="2539" y="38100"/>
                  </a:lnTo>
                  <a:close/>
                </a:path>
                <a:path w="2539" h="63500">
                  <a:moveTo>
                    <a:pt x="253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2539" y="44449"/>
                  </a:lnTo>
                  <a:lnTo>
                    <a:pt x="2539" y="41909"/>
                  </a:lnTo>
                  <a:close/>
                </a:path>
                <a:path w="2539" h="63500">
                  <a:moveTo>
                    <a:pt x="2539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2539" y="48259"/>
                  </a:lnTo>
                  <a:lnTo>
                    <a:pt x="2539" y="44450"/>
                  </a:lnTo>
                  <a:close/>
                </a:path>
                <a:path w="2539" h="63500">
                  <a:moveTo>
                    <a:pt x="253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2539" y="50799"/>
                  </a:lnTo>
                  <a:lnTo>
                    <a:pt x="2539" y="48259"/>
                  </a:lnTo>
                  <a:close/>
                </a:path>
                <a:path w="2539" h="63500">
                  <a:moveTo>
                    <a:pt x="2539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2539" y="54609"/>
                  </a:lnTo>
                  <a:lnTo>
                    <a:pt x="2539" y="50800"/>
                  </a:lnTo>
                  <a:close/>
                </a:path>
                <a:path w="2539" h="63500">
                  <a:moveTo>
                    <a:pt x="2539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2539" y="57149"/>
                  </a:lnTo>
                  <a:lnTo>
                    <a:pt x="2539" y="54609"/>
                  </a:lnTo>
                  <a:close/>
                </a:path>
                <a:path w="2539" h="63500">
                  <a:moveTo>
                    <a:pt x="2539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2539" y="60959"/>
                  </a:lnTo>
                  <a:lnTo>
                    <a:pt x="2539" y="57150"/>
                  </a:lnTo>
                  <a:close/>
                </a:path>
                <a:path w="2539" h="63500">
                  <a:moveTo>
                    <a:pt x="2539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2539" y="63499"/>
                  </a:lnTo>
                  <a:lnTo>
                    <a:pt x="2539" y="60959"/>
                  </a:lnTo>
                  <a:close/>
                </a:path>
              </a:pathLst>
            </a:custGeom>
            <a:solidFill>
              <a:srgbClr val="6F84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2" name="object 952"/>
            <p:cNvSpPr/>
            <p:nvPr/>
          </p:nvSpPr>
          <p:spPr>
            <a:xfrm>
              <a:off x="2566670" y="54584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0"/>
                  </a:lnTo>
                  <a:close/>
                </a:path>
                <a:path w="3810" h="63500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10" h="63500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10" h="63500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10" h="63500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10" h="63500">
                  <a:moveTo>
                    <a:pt x="381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6509"/>
                  </a:lnTo>
                  <a:close/>
                </a:path>
                <a:path w="3810" h="63500">
                  <a:moveTo>
                    <a:pt x="381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9050"/>
                  </a:lnTo>
                  <a:close/>
                </a:path>
                <a:path w="3810" h="63500">
                  <a:moveTo>
                    <a:pt x="3810" y="22859"/>
                  </a:moveTo>
                  <a:lnTo>
                    <a:pt x="0" y="22859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22859"/>
                  </a:lnTo>
                  <a:close/>
                </a:path>
                <a:path w="3810" h="63500">
                  <a:moveTo>
                    <a:pt x="381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5559"/>
                  </a:lnTo>
                  <a:close/>
                </a:path>
                <a:path w="3810" h="63500">
                  <a:moveTo>
                    <a:pt x="381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8100"/>
                  </a:lnTo>
                  <a:close/>
                </a:path>
                <a:path w="3810" h="63500">
                  <a:moveTo>
                    <a:pt x="381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1909"/>
                  </a:lnTo>
                  <a:close/>
                </a:path>
                <a:path w="3810" h="63500">
                  <a:moveTo>
                    <a:pt x="381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4450"/>
                  </a:lnTo>
                  <a:close/>
                </a:path>
                <a:path w="3810" h="63500">
                  <a:moveTo>
                    <a:pt x="3810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8259"/>
                  </a:lnTo>
                  <a:close/>
                </a:path>
                <a:path w="3810" h="63500">
                  <a:moveTo>
                    <a:pt x="3810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0800"/>
                  </a:lnTo>
                  <a:close/>
                </a:path>
                <a:path w="3810" h="63500">
                  <a:moveTo>
                    <a:pt x="3810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4609"/>
                  </a:lnTo>
                  <a:close/>
                </a:path>
                <a:path w="3810" h="63500">
                  <a:moveTo>
                    <a:pt x="3810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3810" y="60959"/>
                  </a:lnTo>
                  <a:lnTo>
                    <a:pt x="3810" y="57150"/>
                  </a:lnTo>
                  <a:close/>
                </a:path>
                <a:path w="3810" h="63500">
                  <a:moveTo>
                    <a:pt x="3810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3810" y="63499"/>
                  </a:lnTo>
                  <a:lnTo>
                    <a:pt x="3810" y="60959"/>
                  </a:lnTo>
                  <a:close/>
                </a:path>
              </a:pathLst>
            </a:custGeom>
            <a:solidFill>
              <a:srgbClr val="6C82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3" name="object 953"/>
            <p:cNvSpPr/>
            <p:nvPr/>
          </p:nvSpPr>
          <p:spPr>
            <a:xfrm>
              <a:off x="2570479" y="54584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0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0"/>
                  </a:lnTo>
                  <a:close/>
                </a:path>
                <a:path w="3810" h="63500">
                  <a:moveTo>
                    <a:pt x="380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3809"/>
                  </a:lnTo>
                  <a:close/>
                </a:path>
                <a:path w="3810" h="63500">
                  <a:moveTo>
                    <a:pt x="380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6350"/>
                  </a:lnTo>
                  <a:close/>
                </a:path>
                <a:path w="3810" h="63500">
                  <a:moveTo>
                    <a:pt x="380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10159"/>
                  </a:lnTo>
                  <a:close/>
                </a:path>
                <a:path w="3810" h="63500">
                  <a:moveTo>
                    <a:pt x="380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2700"/>
                  </a:lnTo>
                  <a:close/>
                </a:path>
                <a:path w="3810" h="63500">
                  <a:moveTo>
                    <a:pt x="380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6509"/>
                  </a:lnTo>
                  <a:close/>
                </a:path>
                <a:path w="3810" h="63500">
                  <a:moveTo>
                    <a:pt x="380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19050"/>
                  </a:lnTo>
                  <a:close/>
                </a:path>
                <a:path w="3810" h="63500">
                  <a:moveTo>
                    <a:pt x="3809" y="22859"/>
                  </a:moveTo>
                  <a:lnTo>
                    <a:pt x="0" y="22859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22859"/>
                  </a:lnTo>
                  <a:close/>
                </a:path>
                <a:path w="3810" h="63500">
                  <a:moveTo>
                    <a:pt x="380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5559"/>
                  </a:lnTo>
                  <a:close/>
                </a:path>
                <a:path w="3810" h="63500">
                  <a:moveTo>
                    <a:pt x="380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8100"/>
                  </a:lnTo>
                  <a:close/>
                </a:path>
                <a:path w="3810" h="63500">
                  <a:moveTo>
                    <a:pt x="380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1909"/>
                  </a:lnTo>
                  <a:close/>
                </a:path>
                <a:path w="3810" h="63500">
                  <a:moveTo>
                    <a:pt x="3809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44450"/>
                  </a:lnTo>
                  <a:close/>
                </a:path>
                <a:path w="3810" h="63500">
                  <a:moveTo>
                    <a:pt x="380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8259"/>
                  </a:lnTo>
                  <a:close/>
                </a:path>
                <a:path w="3810" h="63500">
                  <a:moveTo>
                    <a:pt x="3809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09" y="54609"/>
                  </a:lnTo>
                  <a:lnTo>
                    <a:pt x="3809" y="50800"/>
                  </a:lnTo>
                  <a:close/>
                </a:path>
                <a:path w="3810" h="63500">
                  <a:moveTo>
                    <a:pt x="3809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4609"/>
                  </a:lnTo>
                  <a:close/>
                </a:path>
                <a:path w="3810" h="63500">
                  <a:moveTo>
                    <a:pt x="3809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3809" y="60959"/>
                  </a:lnTo>
                  <a:lnTo>
                    <a:pt x="3809" y="57150"/>
                  </a:lnTo>
                  <a:close/>
                </a:path>
                <a:path w="3810" h="63500">
                  <a:moveTo>
                    <a:pt x="3809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3809" y="63499"/>
                  </a:lnTo>
                  <a:lnTo>
                    <a:pt x="3809" y="60959"/>
                  </a:lnTo>
                  <a:close/>
                </a:path>
              </a:pathLst>
            </a:custGeom>
            <a:solidFill>
              <a:srgbClr val="6980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4" name="object 954"/>
            <p:cNvSpPr/>
            <p:nvPr/>
          </p:nvSpPr>
          <p:spPr>
            <a:xfrm>
              <a:off x="2574289" y="54584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0"/>
                  </a:lnTo>
                  <a:close/>
                </a:path>
                <a:path w="3810" h="63500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10" h="63500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10" h="63500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10" h="63500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10" h="63500">
                  <a:moveTo>
                    <a:pt x="381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6509"/>
                  </a:lnTo>
                  <a:close/>
                </a:path>
                <a:path w="3810" h="63500">
                  <a:moveTo>
                    <a:pt x="381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9050"/>
                  </a:lnTo>
                  <a:close/>
                </a:path>
                <a:path w="3810" h="63500">
                  <a:moveTo>
                    <a:pt x="3810" y="22859"/>
                  </a:moveTo>
                  <a:lnTo>
                    <a:pt x="0" y="22859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22859"/>
                  </a:lnTo>
                  <a:close/>
                </a:path>
                <a:path w="3810" h="63500">
                  <a:moveTo>
                    <a:pt x="381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5559"/>
                  </a:lnTo>
                  <a:close/>
                </a:path>
                <a:path w="3810" h="63500">
                  <a:moveTo>
                    <a:pt x="381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8100"/>
                  </a:lnTo>
                  <a:close/>
                </a:path>
                <a:path w="3810" h="63500">
                  <a:moveTo>
                    <a:pt x="381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1909"/>
                  </a:lnTo>
                  <a:close/>
                </a:path>
                <a:path w="3810" h="63500">
                  <a:moveTo>
                    <a:pt x="381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4450"/>
                  </a:lnTo>
                  <a:close/>
                </a:path>
                <a:path w="3810" h="63500">
                  <a:moveTo>
                    <a:pt x="3810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8259"/>
                  </a:lnTo>
                  <a:close/>
                </a:path>
                <a:path w="3810" h="63500">
                  <a:moveTo>
                    <a:pt x="3810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0800"/>
                  </a:lnTo>
                  <a:close/>
                </a:path>
                <a:path w="3810" h="63500">
                  <a:moveTo>
                    <a:pt x="3810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4609"/>
                  </a:lnTo>
                  <a:close/>
                </a:path>
                <a:path w="3810" h="63500">
                  <a:moveTo>
                    <a:pt x="3810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3810" y="60959"/>
                  </a:lnTo>
                  <a:lnTo>
                    <a:pt x="3810" y="57150"/>
                  </a:lnTo>
                  <a:close/>
                </a:path>
                <a:path w="3810" h="63500">
                  <a:moveTo>
                    <a:pt x="3810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3810" y="63499"/>
                  </a:lnTo>
                  <a:lnTo>
                    <a:pt x="3810" y="60959"/>
                  </a:lnTo>
                  <a:close/>
                </a:path>
              </a:pathLst>
            </a:custGeom>
            <a:solidFill>
              <a:srgbClr val="677E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5" name="object 955"/>
            <p:cNvSpPr/>
            <p:nvPr/>
          </p:nvSpPr>
          <p:spPr>
            <a:xfrm>
              <a:off x="2578100" y="54584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0"/>
                  </a:lnTo>
                  <a:close/>
                </a:path>
                <a:path w="3810" h="63500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10" h="63500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10" h="63500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10" h="63500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10" h="63500">
                  <a:moveTo>
                    <a:pt x="381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6509"/>
                  </a:lnTo>
                  <a:close/>
                </a:path>
                <a:path w="3810" h="63500">
                  <a:moveTo>
                    <a:pt x="381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9050"/>
                  </a:lnTo>
                  <a:close/>
                </a:path>
                <a:path w="3810" h="63500">
                  <a:moveTo>
                    <a:pt x="3810" y="22859"/>
                  </a:moveTo>
                  <a:lnTo>
                    <a:pt x="0" y="22859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22859"/>
                  </a:lnTo>
                  <a:close/>
                </a:path>
                <a:path w="3810" h="63500">
                  <a:moveTo>
                    <a:pt x="381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5559"/>
                  </a:lnTo>
                  <a:close/>
                </a:path>
                <a:path w="3810" h="63500">
                  <a:moveTo>
                    <a:pt x="381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8100"/>
                  </a:lnTo>
                  <a:close/>
                </a:path>
                <a:path w="3810" h="63500">
                  <a:moveTo>
                    <a:pt x="381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1909"/>
                  </a:lnTo>
                  <a:close/>
                </a:path>
                <a:path w="3810" h="63500">
                  <a:moveTo>
                    <a:pt x="381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4450"/>
                  </a:lnTo>
                  <a:close/>
                </a:path>
                <a:path w="3810" h="63500">
                  <a:moveTo>
                    <a:pt x="3810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8259"/>
                  </a:lnTo>
                  <a:close/>
                </a:path>
                <a:path w="3810" h="63500">
                  <a:moveTo>
                    <a:pt x="3810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0800"/>
                  </a:lnTo>
                  <a:close/>
                </a:path>
                <a:path w="3810" h="63500">
                  <a:moveTo>
                    <a:pt x="3810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4609"/>
                  </a:lnTo>
                  <a:close/>
                </a:path>
                <a:path w="3810" h="63500">
                  <a:moveTo>
                    <a:pt x="3810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3810" y="60959"/>
                  </a:lnTo>
                  <a:lnTo>
                    <a:pt x="3810" y="57150"/>
                  </a:lnTo>
                  <a:close/>
                </a:path>
                <a:path w="3810" h="63500">
                  <a:moveTo>
                    <a:pt x="3810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3810" y="63499"/>
                  </a:lnTo>
                  <a:lnTo>
                    <a:pt x="3810" y="60959"/>
                  </a:lnTo>
                  <a:close/>
                </a:path>
              </a:pathLst>
            </a:custGeom>
            <a:solidFill>
              <a:srgbClr val="6A80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6" name="object 956"/>
            <p:cNvSpPr/>
            <p:nvPr/>
          </p:nvSpPr>
          <p:spPr>
            <a:xfrm>
              <a:off x="2581910" y="54584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0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0"/>
                  </a:lnTo>
                  <a:close/>
                </a:path>
                <a:path w="3810" h="63500">
                  <a:moveTo>
                    <a:pt x="380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3809"/>
                  </a:lnTo>
                  <a:close/>
                </a:path>
                <a:path w="3810" h="63500">
                  <a:moveTo>
                    <a:pt x="380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6350"/>
                  </a:lnTo>
                  <a:close/>
                </a:path>
                <a:path w="3810" h="63500">
                  <a:moveTo>
                    <a:pt x="380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10159"/>
                  </a:lnTo>
                  <a:close/>
                </a:path>
                <a:path w="3810" h="63500">
                  <a:moveTo>
                    <a:pt x="380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2700"/>
                  </a:lnTo>
                  <a:close/>
                </a:path>
                <a:path w="3810" h="63500">
                  <a:moveTo>
                    <a:pt x="380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6509"/>
                  </a:lnTo>
                  <a:close/>
                </a:path>
                <a:path w="3810" h="63500">
                  <a:moveTo>
                    <a:pt x="380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19050"/>
                  </a:lnTo>
                  <a:close/>
                </a:path>
                <a:path w="3810" h="63500">
                  <a:moveTo>
                    <a:pt x="3809" y="22859"/>
                  </a:moveTo>
                  <a:lnTo>
                    <a:pt x="0" y="22859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22859"/>
                  </a:lnTo>
                  <a:close/>
                </a:path>
                <a:path w="3810" h="63500">
                  <a:moveTo>
                    <a:pt x="380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5559"/>
                  </a:lnTo>
                  <a:close/>
                </a:path>
                <a:path w="3810" h="63500">
                  <a:moveTo>
                    <a:pt x="380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8100"/>
                  </a:lnTo>
                  <a:close/>
                </a:path>
                <a:path w="3810" h="63500">
                  <a:moveTo>
                    <a:pt x="380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1909"/>
                  </a:lnTo>
                  <a:close/>
                </a:path>
                <a:path w="3810" h="63500">
                  <a:moveTo>
                    <a:pt x="3809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44450"/>
                  </a:lnTo>
                  <a:close/>
                </a:path>
                <a:path w="3810" h="63500">
                  <a:moveTo>
                    <a:pt x="380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8259"/>
                  </a:lnTo>
                  <a:close/>
                </a:path>
                <a:path w="3810" h="63500">
                  <a:moveTo>
                    <a:pt x="3809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09" y="54609"/>
                  </a:lnTo>
                  <a:lnTo>
                    <a:pt x="3809" y="50800"/>
                  </a:lnTo>
                  <a:close/>
                </a:path>
                <a:path w="3810" h="63500">
                  <a:moveTo>
                    <a:pt x="3809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4609"/>
                  </a:lnTo>
                  <a:close/>
                </a:path>
                <a:path w="3810" h="63500">
                  <a:moveTo>
                    <a:pt x="3809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3809" y="60959"/>
                  </a:lnTo>
                  <a:lnTo>
                    <a:pt x="3809" y="57150"/>
                  </a:lnTo>
                  <a:close/>
                </a:path>
                <a:path w="3810" h="63500">
                  <a:moveTo>
                    <a:pt x="3809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3809" y="63499"/>
                  </a:lnTo>
                  <a:lnTo>
                    <a:pt x="3809" y="60959"/>
                  </a:lnTo>
                  <a:close/>
                </a:path>
              </a:pathLst>
            </a:custGeom>
            <a:solidFill>
              <a:srgbClr val="6C82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7" name="object 957"/>
            <p:cNvSpPr/>
            <p:nvPr/>
          </p:nvSpPr>
          <p:spPr>
            <a:xfrm>
              <a:off x="2585720" y="54584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0"/>
                  </a:lnTo>
                  <a:close/>
                </a:path>
                <a:path w="3810" h="63500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10" h="63500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10" h="63500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10" h="63500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10" h="63500">
                  <a:moveTo>
                    <a:pt x="381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6509"/>
                  </a:lnTo>
                  <a:close/>
                </a:path>
                <a:path w="3810" h="63500">
                  <a:moveTo>
                    <a:pt x="381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9050"/>
                  </a:lnTo>
                  <a:close/>
                </a:path>
                <a:path w="3810" h="63500">
                  <a:moveTo>
                    <a:pt x="3810" y="22859"/>
                  </a:moveTo>
                  <a:lnTo>
                    <a:pt x="0" y="22859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22859"/>
                  </a:lnTo>
                  <a:close/>
                </a:path>
                <a:path w="3810" h="63500">
                  <a:moveTo>
                    <a:pt x="381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5559"/>
                  </a:lnTo>
                  <a:close/>
                </a:path>
                <a:path w="3810" h="63500">
                  <a:moveTo>
                    <a:pt x="381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8100"/>
                  </a:lnTo>
                  <a:close/>
                </a:path>
                <a:path w="3810" h="63500">
                  <a:moveTo>
                    <a:pt x="381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1909"/>
                  </a:lnTo>
                  <a:close/>
                </a:path>
                <a:path w="3810" h="63500">
                  <a:moveTo>
                    <a:pt x="381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4450"/>
                  </a:lnTo>
                  <a:close/>
                </a:path>
                <a:path w="3810" h="63500">
                  <a:moveTo>
                    <a:pt x="3810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8259"/>
                  </a:lnTo>
                  <a:close/>
                </a:path>
                <a:path w="3810" h="63500">
                  <a:moveTo>
                    <a:pt x="3810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0800"/>
                  </a:lnTo>
                  <a:close/>
                </a:path>
                <a:path w="3810" h="63500">
                  <a:moveTo>
                    <a:pt x="3810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4609"/>
                  </a:lnTo>
                  <a:close/>
                </a:path>
                <a:path w="3810" h="63500">
                  <a:moveTo>
                    <a:pt x="3810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3810" y="60959"/>
                  </a:lnTo>
                  <a:lnTo>
                    <a:pt x="3810" y="57150"/>
                  </a:lnTo>
                  <a:close/>
                </a:path>
                <a:path w="3810" h="63500">
                  <a:moveTo>
                    <a:pt x="3810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3810" y="63499"/>
                  </a:lnTo>
                  <a:lnTo>
                    <a:pt x="3810" y="60959"/>
                  </a:lnTo>
                  <a:close/>
                </a:path>
              </a:pathLst>
            </a:custGeom>
            <a:solidFill>
              <a:srgbClr val="6F84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8" name="object 958"/>
            <p:cNvSpPr/>
            <p:nvPr/>
          </p:nvSpPr>
          <p:spPr>
            <a:xfrm>
              <a:off x="2589529" y="54584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0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0"/>
                  </a:lnTo>
                  <a:close/>
                </a:path>
                <a:path w="3810" h="63500">
                  <a:moveTo>
                    <a:pt x="380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3809"/>
                  </a:lnTo>
                  <a:close/>
                </a:path>
                <a:path w="3810" h="63500">
                  <a:moveTo>
                    <a:pt x="380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6350"/>
                  </a:lnTo>
                  <a:close/>
                </a:path>
                <a:path w="3810" h="63500">
                  <a:moveTo>
                    <a:pt x="380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10159"/>
                  </a:lnTo>
                  <a:close/>
                </a:path>
                <a:path w="3810" h="63500">
                  <a:moveTo>
                    <a:pt x="380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2700"/>
                  </a:lnTo>
                  <a:close/>
                </a:path>
                <a:path w="3810" h="63500">
                  <a:moveTo>
                    <a:pt x="380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6509"/>
                  </a:lnTo>
                  <a:close/>
                </a:path>
                <a:path w="3810" h="63500">
                  <a:moveTo>
                    <a:pt x="380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19050"/>
                  </a:lnTo>
                  <a:close/>
                </a:path>
                <a:path w="3810" h="63500">
                  <a:moveTo>
                    <a:pt x="3809" y="22859"/>
                  </a:moveTo>
                  <a:lnTo>
                    <a:pt x="0" y="22859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22859"/>
                  </a:lnTo>
                  <a:close/>
                </a:path>
                <a:path w="3810" h="63500">
                  <a:moveTo>
                    <a:pt x="380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5559"/>
                  </a:lnTo>
                  <a:close/>
                </a:path>
                <a:path w="3810" h="63500">
                  <a:moveTo>
                    <a:pt x="380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8100"/>
                  </a:lnTo>
                  <a:close/>
                </a:path>
                <a:path w="3810" h="63500">
                  <a:moveTo>
                    <a:pt x="380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1909"/>
                  </a:lnTo>
                  <a:close/>
                </a:path>
                <a:path w="3810" h="63500">
                  <a:moveTo>
                    <a:pt x="3809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44450"/>
                  </a:lnTo>
                  <a:close/>
                </a:path>
                <a:path w="3810" h="63500">
                  <a:moveTo>
                    <a:pt x="380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8259"/>
                  </a:lnTo>
                  <a:close/>
                </a:path>
                <a:path w="3810" h="63500">
                  <a:moveTo>
                    <a:pt x="3809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09" y="54609"/>
                  </a:lnTo>
                  <a:lnTo>
                    <a:pt x="3809" y="50800"/>
                  </a:lnTo>
                  <a:close/>
                </a:path>
                <a:path w="3810" h="63500">
                  <a:moveTo>
                    <a:pt x="3809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4609"/>
                  </a:lnTo>
                  <a:close/>
                </a:path>
                <a:path w="3810" h="63500">
                  <a:moveTo>
                    <a:pt x="3809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3809" y="60959"/>
                  </a:lnTo>
                  <a:lnTo>
                    <a:pt x="3809" y="57150"/>
                  </a:lnTo>
                  <a:close/>
                </a:path>
                <a:path w="3810" h="63500">
                  <a:moveTo>
                    <a:pt x="3809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3809" y="63499"/>
                  </a:lnTo>
                  <a:lnTo>
                    <a:pt x="3809" y="60959"/>
                  </a:lnTo>
                  <a:close/>
                </a:path>
              </a:pathLst>
            </a:custGeom>
            <a:solidFill>
              <a:srgbClr val="72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9" name="object 959"/>
            <p:cNvSpPr/>
            <p:nvPr/>
          </p:nvSpPr>
          <p:spPr>
            <a:xfrm>
              <a:off x="2593339" y="5458459"/>
              <a:ext cx="2540" cy="63500"/>
            </a:xfrm>
            <a:custGeom>
              <a:avLst/>
              <a:gdLst/>
              <a:ahLst/>
              <a:cxnLst/>
              <a:rect l="l" t="t" r="r" b="b"/>
              <a:pathLst>
                <a:path w="2539" h="63500">
                  <a:moveTo>
                    <a:pt x="254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2540" y="3809"/>
                  </a:lnTo>
                  <a:lnTo>
                    <a:pt x="2540" y="0"/>
                  </a:lnTo>
                  <a:close/>
                </a:path>
                <a:path w="2539" h="63500">
                  <a:moveTo>
                    <a:pt x="254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2540" y="6349"/>
                  </a:lnTo>
                  <a:lnTo>
                    <a:pt x="2540" y="3809"/>
                  </a:lnTo>
                  <a:close/>
                </a:path>
                <a:path w="2539" h="63500">
                  <a:moveTo>
                    <a:pt x="254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2540" y="10159"/>
                  </a:lnTo>
                  <a:lnTo>
                    <a:pt x="2540" y="6350"/>
                  </a:lnTo>
                  <a:close/>
                </a:path>
                <a:path w="2539" h="63500">
                  <a:moveTo>
                    <a:pt x="254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2540" y="12699"/>
                  </a:lnTo>
                  <a:lnTo>
                    <a:pt x="2540" y="10159"/>
                  </a:lnTo>
                  <a:close/>
                </a:path>
                <a:path w="2539" h="63500">
                  <a:moveTo>
                    <a:pt x="254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2540" y="16509"/>
                  </a:lnTo>
                  <a:lnTo>
                    <a:pt x="2540" y="12700"/>
                  </a:lnTo>
                  <a:close/>
                </a:path>
                <a:path w="2539" h="63500">
                  <a:moveTo>
                    <a:pt x="254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2540" y="19049"/>
                  </a:lnTo>
                  <a:lnTo>
                    <a:pt x="2540" y="16509"/>
                  </a:lnTo>
                  <a:close/>
                </a:path>
                <a:path w="2539" h="63500">
                  <a:moveTo>
                    <a:pt x="254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2540" y="22859"/>
                  </a:lnTo>
                  <a:lnTo>
                    <a:pt x="2540" y="19050"/>
                  </a:lnTo>
                  <a:close/>
                </a:path>
                <a:path w="2539" h="63500">
                  <a:moveTo>
                    <a:pt x="2540" y="22859"/>
                  </a:moveTo>
                  <a:lnTo>
                    <a:pt x="0" y="22859"/>
                  </a:lnTo>
                  <a:lnTo>
                    <a:pt x="0" y="35559"/>
                  </a:lnTo>
                  <a:lnTo>
                    <a:pt x="2540" y="35559"/>
                  </a:lnTo>
                  <a:lnTo>
                    <a:pt x="2540" y="22859"/>
                  </a:lnTo>
                  <a:close/>
                </a:path>
                <a:path w="2539" h="63500">
                  <a:moveTo>
                    <a:pt x="254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2540" y="38099"/>
                  </a:lnTo>
                  <a:lnTo>
                    <a:pt x="2540" y="35559"/>
                  </a:lnTo>
                  <a:close/>
                </a:path>
                <a:path w="2539" h="63500">
                  <a:moveTo>
                    <a:pt x="254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2540" y="41909"/>
                  </a:lnTo>
                  <a:lnTo>
                    <a:pt x="2540" y="38100"/>
                  </a:lnTo>
                  <a:close/>
                </a:path>
                <a:path w="2539" h="63500">
                  <a:moveTo>
                    <a:pt x="254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2540" y="44449"/>
                  </a:lnTo>
                  <a:lnTo>
                    <a:pt x="2540" y="41909"/>
                  </a:lnTo>
                  <a:close/>
                </a:path>
                <a:path w="2539" h="63500">
                  <a:moveTo>
                    <a:pt x="254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2540" y="48259"/>
                  </a:lnTo>
                  <a:lnTo>
                    <a:pt x="2540" y="44450"/>
                  </a:lnTo>
                  <a:close/>
                </a:path>
                <a:path w="2539" h="63500">
                  <a:moveTo>
                    <a:pt x="2540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2540" y="50799"/>
                  </a:lnTo>
                  <a:lnTo>
                    <a:pt x="2540" y="48259"/>
                  </a:lnTo>
                  <a:close/>
                </a:path>
                <a:path w="2539" h="63500">
                  <a:moveTo>
                    <a:pt x="2540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2540" y="54609"/>
                  </a:lnTo>
                  <a:lnTo>
                    <a:pt x="2540" y="50800"/>
                  </a:lnTo>
                  <a:close/>
                </a:path>
                <a:path w="2539" h="63500">
                  <a:moveTo>
                    <a:pt x="2540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2540" y="57149"/>
                  </a:lnTo>
                  <a:lnTo>
                    <a:pt x="2540" y="54609"/>
                  </a:lnTo>
                  <a:close/>
                </a:path>
                <a:path w="2539" h="63500">
                  <a:moveTo>
                    <a:pt x="2540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2540" y="60959"/>
                  </a:lnTo>
                  <a:lnTo>
                    <a:pt x="2540" y="57150"/>
                  </a:lnTo>
                  <a:close/>
                </a:path>
                <a:path w="2539" h="63500">
                  <a:moveTo>
                    <a:pt x="2540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2540" y="63499"/>
                  </a:lnTo>
                  <a:lnTo>
                    <a:pt x="2540" y="60959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0" name="object 960"/>
            <p:cNvSpPr/>
            <p:nvPr/>
          </p:nvSpPr>
          <p:spPr>
            <a:xfrm>
              <a:off x="2595879" y="54584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0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0"/>
                  </a:lnTo>
                  <a:close/>
                </a:path>
                <a:path w="3810" h="63500">
                  <a:moveTo>
                    <a:pt x="380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3809"/>
                  </a:lnTo>
                  <a:close/>
                </a:path>
                <a:path w="3810" h="63500">
                  <a:moveTo>
                    <a:pt x="380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6350"/>
                  </a:lnTo>
                  <a:close/>
                </a:path>
                <a:path w="3810" h="63500">
                  <a:moveTo>
                    <a:pt x="380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10159"/>
                  </a:lnTo>
                  <a:close/>
                </a:path>
                <a:path w="3810" h="63500">
                  <a:moveTo>
                    <a:pt x="380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2700"/>
                  </a:lnTo>
                  <a:close/>
                </a:path>
                <a:path w="3810" h="63500">
                  <a:moveTo>
                    <a:pt x="380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6509"/>
                  </a:lnTo>
                  <a:close/>
                </a:path>
                <a:path w="3810" h="63500">
                  <a:moveTo>
                    <a:pt x="380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19050"/>
                  </a:lnTo>
                  <a:close/>
                </a:path>
                <a:path w="3810" h="63500">
                  <a:moveTo>
                    <a:pt x="3809" y="22859"/>
                  </a:moveTo>
                  <a:lnTo>
                    <a:pt x="0" y="22859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22859"/>
                  </a:lnTo>
                  <a:close/>
                </a:path>
                <a:path w="3810" h="63500">
                  <a:moveTo>
                    <a:pt x="380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5559"/>
                  </a:lnTo>
                  <a:close/>
                </a:path>
                <a:path w="3810" h="63500">
                  <a:moveTo>
                    <a:pt x="380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8100"/>
                  </a:lnTo>
                  <a:close/>
                </a:path>
                <a:path w="3810" h="63500">
                  <a:moveTo>
                    <a:pt x="380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1909"/>
                  </a:lnTo>
                  <a:close/>
                </a:path>
                <a:path w="3810" h="63500">
                  <a:moveTo>
                    <a:pt x="3809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44450"/>
                  </a:lnTo>
                  <a:close/>
                </a:path>
                <a:path w="3810" h="63500">
                  <a:moveTo>
                    <a:pt x="380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8259"/>
                  </a:lnTo>
                  <a:close/>
                </a:path>
                <a:path w="3810" h="63500">
                  <a:moveTo>
                    <a:pt x="3809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09" y="54609"/>
                  </a:lnTo>
                  <a:lnTo>
                    <a:pt x="3809" y="50800"/>
                  </a:lnTo>
                  <a:close/>
                </a:path>
                <a:path w="3810" h="63500">
                  <a:moveTo>
                    <a:pt x="3809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4609"/>
                  </a:lnTo>
                  <a:close/>
                </a:path>
                <a:path w="3810" h="63500">
                  <a:moveTo>
                    <a:pt x="3809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3809" y="60959"/>
                  </a:lnTo>
                  <a:lnTo>
                    <a:pt x="3809" y="57150"/>
                  </a:lnTo>
                  <a:close/>
                </a:path>
                <a:path w="3810" h="63500">
                  <a:moveTo>
                    <a:pt x="3809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3809" y="63499"/>
                  </a:lnTo>
                  <a:lnTo>
                    <a:pt x="3809" y="60959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1" name="object 961"/>
            <p:cNvSpPr/>
            <p:nvPr/>
          </p:nvSpPr>
          <p:spPr>
            <a:xfrm>
              <a:off x="2599689" y="54584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254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10" h="63500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10" h="63500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10" h="63500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10" h="63500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10" h="63500">
                  <a:moveTo>
                    <a:pt x="381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6509"/>
                  </a:lnTo>
                  <a:close/>
                </a:path>
                <a:path w="3810" h="63500">
                  <a:moveTo>
                    <a:pt x="381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9050"/>
                  </a:lnTo>
                  <a:close/>
                </a:path>
                <a:path w="3810" h="63500">
                  <a:moveTo>
                    <a:pt x="3810" y="22859"/>
                  </a:moveTo>
                  <a:lnTo>
                    <a:pt x="0" y="22859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22859"/>
                  </a:lnTo>
                  <a:close/>
                </a:path>
                <a:path w="3810" h="63500">
                  <a:moveTo>
                    <a:pt x="381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5559"/>
                  </a:lnTo>
                  <a:close/>
                </a:path>
                <a:path w="3810" h="63500">
                  <a:moveTo>
                    <a:pt x="381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8100"/>
                  </a:lnTo>
                  <a:close/>
                </a:path>
                <a:path w="3810" h="63500">
                  <a:moveTo>
                    <a:pt x="381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1909"/>
                  </a:lnTo>
                  <a:close/>
                </a:path>
                <a:path w="3810" h="63500">
                  <a:moveTo>
                    <a:pt x="381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4450"/>
                  </a:lnTo>
                  <a:close/>
                </a:path>
                <a:path w="3810" h="63500">
                  <a:moveTo>
                    <a:pt x="3810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8259"/>
                  </a:lnTo>
                  <a:close/>
                </a:path>
                <a:path w="3810" h="63500">
                  <a:moveTo>
                    <a:pt x="3810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0800"/>
                  </a:lnTo>
                  <a:close/>
                </a:path>
                <a:path w="3810" h="63500">
                  <a:moveTo>
                    <a:pt x="3810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4609"/>
                  </a:lnTo>
                  <a:close/>
                </a:path>
                <a:path w="3810" h="63500">
                  <a:moveTo>
                    <a:pt x="3810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3810" y="60959"/>
                  </a:lnTo>
                  <a:lnTo>
                    <a:pt x="3810" y="57150"/>
                  </a:lnTo>
                  <a:close/>
                </a:path>
                <a:path w="3810" h="63500">
                  <a:moveTo>
                    <a:pt x="3810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2540" y="63499"/>
                  </a:lnTo>
                  <a:lnTo>
                    <a:pt x="2540" y="62229"/>
                  </a:lnTo>
                  <a:lnTo>
                    <a:pt x="3810" y="62229"/>
                  </a:lnTo>
                  <a:lnTo>
                    <a:pt x="3810" y="60959"/>
                  </a:lnTo>
                  <a:close/>
                </a:path>
              </a:pathLst>
            </a:custGeom>
            <a:solidFill>
              <a:srgbClr val="7A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2" name="object 962"/>
            <p:cNvSpPr/>
            <p:nvPr/>
          </p:nvSpPr>
          <p:spPr>
            <a:xfrm>
              <a:off x="2603500" y="5459730"/>
              <a:ext cx="3810" cy="60960"/>
            </a:xfrm>
            <a:custGeom>
              <a:avLst/>
              <a:gdLst/>
              <a:ahLst/>
              <a:cxnLst/>
              <a:rect l="l" t="t" r="r" b="b"/>
              <a:pathLst>
                <a:path w="3810" h="6096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  <a:path w="3810" h="60960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60960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10" h="60960">
                  <a:moveTo>
                    <a:pt x="381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890"/>
                  </a:lnTo>
                  <a:close/>
                </a:path>
                <a:path w="3810" h="60960">
                  <a:moveTo>
                    <a:pt x="381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30"/>
                  </a:lnTo>
                  <a:close/>
                </a:path>
                <a:path w="3810" h="60960">
                  <a:moveTo>
                    <a:pt x="381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40"/>
                  </a:lnTo>
                  <a:close/>
                </a:path>
                <a:path w="3810" h="60960">
                  <a:moveTo>
                    <a:pt x="3810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80"/>
                  </a:lnTo>
                  <a:close/>
                </a:path>
                <a:path w="3810" h="60960">
                  <a:moveTo>
                    <a:pt x="3810" y="21590"/>
                  </a:moveTo>
                  <a:lnTo>
                    <a:pt x="0" y="21590"/>
                  </a:lnTo>
                  <a:lnTo>
                    <a:pt x="0" y="34290"/>
                  </a:lnTo>
                  <a:lnTo>
                    <a:pt x="3810" y="34290"/>
                  </a:lnTo>
                  <a:lnTo>
                    <a:pt x="3810" y="21590"/>
                  </a:lnTo>
                  <a:close/>
                </a:path>
                <a:path w="3810" h="60960">
                  <a:moveTo>
                    <a:pt x="3810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4290"/>
                  </a:lnTo>
                  <a:close/>
                </a:path>
                <a:path w="3810" h="60960">
                  <a:moveTo>
                    <a:pt x="3810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3810" y="40640"/>
                  </a:lnTo>
                  <a:lnTo>
                    <a:pt x="3810" y="36830"/>
                  </a:lnTo>
                  <a:close/>
                </a:path>
                <a:path w="3810" h="60960">
                  <a:moveTo>
                    <a:pt x="3810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40640"/>
                  </a:lnTo>
                  <a:close/>
                </a:path>
                <a:path w="3810" h="60960">
                  <a:moveTo>
                    <a:pt x="3810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3810" y="46990"/>
                  </a:lnTo>
                  <a:lnTo>
                    <a:pt x="3810" y="43180"/>
                  </a:lnTo>
                  <a:close/>
                </a:path>
                <a:path w="3810" h="60960">
                  <a:moveTo>
                    <a:pt x="3810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6990"/>
                  </a:lnTo>
                  <a:close/>
                </a:path>
                <a:path w="3810" h="60960">
                  <a:moveTo>
                    <a:pt x="3810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3810" y="53340"/>
                  </a:lnTo>
                  <a:lnTo>
                    <a:pt x="3810" y="49530"/>
                  </a:lnTo>
                  <a:close/>
                </a:path>
                <a:path w="3810" h="60960">
                  <a:moveTo>
                    <a:pt x="3810" y="53340"/>
                  </a:moveTo>
                  <a:lnTo>
                    <a:pt x="0" y="53340"/>
                  </a:lnTo>
                  <a:lnTo>
                    <a:pt x="0" y="55880"/>
                  </a:lnTo>
                  <a:lnTo>
                    <a:pt x="3810" y="55880"/>
                  </a:lnTo>
                  <a:lnTo>
                    <a:pt x="3810" y="53340"/>
                  </a:lnTo>
                  <a:close/>
                </a:path>
                <a:path w="3810" h="60960">
                  <a:moveTo>
                    <a:pt x="3810" y="55880"/>
                  </a:moveTo>
                  <a:lnTo>
                    <a:pt x="0" y="55880"/>
                  </a:lnTo>
                  <a:lnTo>
                    <a:pt x="0" y="59690"/>
                  </a:lnTo>
                  <a:lnTo>
                    <a:pt x="3810" y="59690"/>
                  </a:lnTo>
                  <a:lnTo>
                    <a:pt x="3810" y="55880"/>
                  </a:lnTo>
                  <a:close/>
                </a:path>
                <a:path w="3810" h="60960">
                  <a:moveTo>
                    <a:pt x="3810" y="59690"/>
                  </a:moveTo>
                  <a:lnTo>
                    <a:pt x="0" y="59690"/>
                  </a:lnTo>
                  <a:lnTo>
                    <a:pt x="0" y="60960"/>
                  </a:lnTo>
                  <a:lnTo>
                    <a:pt x="3810" y="60960"/>
                  </a:lnTo>
                  <a:lnTo>
                    <a:pt x="3810" y="59690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3" name="object 963"/>
            <p:cNvSpPr/>
            <p:nvPr/>
          </p:nvSpPr>
          <p:spPr>
            <a:xfrm>
              <a:off x="2607310" y="5459730"/>
              <a:ext cx="3810" cy="60960"/>
            </a:xfrm>
            <a:custGeom>
              <a:avLst/>
              <a:gdLst/>
              <a:ahLst/>
              <a:cxnLst/>
              <a:rect l="l" t="t" r="r" b="b"/>
              <a:pathLst>
                <a:path w="3810" h="60960">
                  <a:moveTo>
                    <a:pt x="380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09" y="2540"/>
                  </a:lnTo>
                  <a:lnTo>
                    <a:pt x="3809" y="0"/>
                  </a:lnTo>
                  <a:close/>
                </a:path>
                <a:path w="3810" h="60960">
                  <a:moveTo>
                    <a:pt x="380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2540"/>
                  </a:lnTo>
                  <a:close/>
                </a:path>
                <a:path w="3810" h="60960">
                  <a:moveTo>
                    <a:pt x="380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09" y="8890"/>
                  </a:lnTo>
                  <a:lnTo>
                    <a:pt x="3809" y="5080"/>
                  </a:lnTo>
                  <a:close/>
                </a:path>
                <a:path w="3810" h="60960">
                  <a:moveTo>
                    <a:pt x="380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8890"/>
                  </a:lnTo>
                  <a:close/>
                </a:path>
                <a:path w="3810" h="60960">
                  <a:moveTo>
                    <a:pt x="3809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09" y="15240"/>
                  </a:lnTo>
                  <a:lnTo>
                    <a:pt x="3809" y="11430"/>
                  </a:lnTo>
                  <a:close/>
                </a:path>
                <a:path w="3810" h="60960">
                  <a:moveTo>
                    <a:pt x="3809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5240"/>
                  </a:lnTo>
                  <a:close/>
                </a:path>
                <a:path w="3810" h="60960">
                  <a:moveTo>
                    <a:pt x="3809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09" y="21590"/>
                  </a:lnTo>
                  <a:lnTo>
                    <a:pt x="3809" y="17780"/>
                  </a:lnTo>
                  <a:close/>
                </a:path>
                <a:path w="3810" h="60960">
                  <a:moveTo>
                    <a:pt x="3809" y="21590"/>
                  </a:moveTo>
                  <a:lnTo>
                    <a:pt x="0" y="21590"/>
                  </a:lnTo>
                  <a:lnTo>
                    <a:pt x="0" y="34290"/>
                  </a:lnTo>
                  <a:lnTo>
                    <a:pt x="3809" y="34290"/>
                  </a:lnTo>
                  <a:lnTo>
                    <a:pt x="3809" y="21590"/>
                  </a:lnTo>
                  <a:close/>
                </a:path>
                <a:path w="3810" h="60960">
                  <a:moveTo>
                    <a:pt x="3809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4290"/>
                  </a:lnTo>
                  <a:close/>
                </a:path>
                <a:path w="3810" h="60960">
                  <a:moveTo>
                    <a:pt x="3809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3809" y="40640"/>
                  </a:lnTo>
                  <a:lnTo>
                    <a:pt x="3809" y="36830"/>
                  </a:lnTo>
                  <a:close/>
                </a:path>
                <a:path w="3810" h="60960">
                  <a:moveTo>
                    <a:pt x="3809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3809" y="43180"/>
                  </a:lnTo>
                  <a:lnTo>
                    <a:pt x="3809" y="40640"/>
                  </a:lnTo>
                  <a:close/>
                </a:path>
                <a:path w="3810" h="60960">
                  <a:moveTo>
                    <a:pt x="3809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3809" y="46990"/>
                  </a:lnTo>
                  <a:lnTo>
                    <a:pt x="3809" y="43180"/>
                  </a:lnTo>
                  <a:close/>
                </a:path>
                <a:path w="3810" h="60960">
                  <a:moveTo>
                    <a:pt x="3809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3809" y="49530"/>
                  </a:lnTo>
                  <a:lnTo>
                    <a:pt x="3809" y="46990"/>
                  </a:lnTo>
                  <a:close/>
                </a:path>
                <a:path w="3810" h="60960">
                  <a:moveTo>
                    <a:pt x="3809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3809" y="53340"/>
                  </a:lnTo>
                  <a:lnTo>
                    <a:pt x="3809" y="49530"/>
                  </a:lnTo>
                  <a:close/>
                </a:path>
                <a:path w="3810" h="60960">
                  <a:moveTo>
                    <a:pt x="3809" y="53340"/>
                  </a:moveTo>
                  <a:lnTo>
                    <a:pt x="0" y="53340"/>
                  </a:lnTo>
                  <a:lnTo>
                    <a:pt x="0" y="55880"/>
                  </a:lnTo>
                  <a:lnTo>
                    <a:pt x="3809" y="55880"/>
                  </a:lnTo>
                  <a:lnTo>
                    <a:pt x="3809" y="53340"/>
                  </a:lnTo>
                  <a:close/>
                </a:path>
                <a:path w="3810" h="60960">
                  <a:moveTo>
                    <a:pt x="3809" y="55880"/>
                  </a:moveTo>
                  <a:lnTo>
                    <a:pt x="0" y="55880"/>
                  </a:lnTo>
                  <a:lnTo>
                    <a:pt x="0" y="59690"/>
                  </a:lnTo>
                  <a:lnTo>
                    <a:pt x="3809" y="59690"/>
                  </a:lnTo>
                  <a:lnTo>
                    <a:pt x="3809" y="55880"/>
                  </a:lnTo>
                  <a:close/>
                </a:path>
                <a:path w="3810" h="60960">
                  <a:moveTo>
                    <a:pt x="2539" y="59690"/>
                  </a:moveTo>
                  <a:lnTo>
                    <a:pt x="0" y="59690"/>
                  </a:lnTo>
                  <a:lnTo>
                    <a:pt x="0" y="60960"/>
                  </a:lnTo>
                  <a:lnTo>
                    <a:pt x="2539" y="60960"/>
                  </a:lnTo>
                  <a:lnTo>
                    <a:pt x="2539" y="59690"/>
                  </a:lnTo>
                  <a:close/>
                </a:path>
              </a:pathLst>
            </a:custGeom>
            <a:solidFill>
              <a:srgbClr val="7F9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4" name="object 964"/>
            <p:cNvSpPr/>
            <p:nvPr/>
          </p:nvSpPr>
          <p:spPr>
            <a:xfrm>
              <a:off x="2611120" y="5459730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10" h="59689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  <a:path w="3810" h="59689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59689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10" h="59689">
                  <a:moveTo>
                    <a:pt x="381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890"/>
                  </a:lnTo>
                  <a:close/>
                </a:path>
                <a:path w="3810" h="59689">
                  <a:moveTo>
                    <a:pt x="381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30"/>
                  </a:lnTo>
                  <a:close/>
                </a:path>
                <a:path w="3810" h="59689">
                  <a:moveTo>
                    <a:pt x="381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40"/>
                  </a:lnTo>
                  <a:close/>
                </a:path>
                <a:path w="3810" h="59689">
                  <a:moveTo>
                    <a:pt x="3810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80"/>
                  </a:lnTo>
                  <a:close/>
                </a:path>
                <a:path w="3810" h="59689">
                  <a:moveTo>
                    <a:pt x="3810" y="21590"/>
                  </a:moveTo>
                  <a:lnTo>
                    <a:pt x="0" y="21590"/>
                  </a:lnTo>
                  <a:lnTo>
                    <a:pt x="0" y="34290"/>
                  </a:lnTo>
                  <a:lnTo>
                    <a:pt x="3810" y="34290"/>
                  </a:lnTo>
                  <a:lnTo>
                    <a:pt x="3810" y="21590"/>
                  </a:lnTo>
                  <a:close/>
                </a:path>
                <a:path w="3810" h="59689">
                  <a:moveTo>
                    <a:pt x="3810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4290"/>
                  </a:lnTo>
                  <a:close/>
                </a:path>
                <a:path w="3810" h="59689">
                  <a:moveTo>
                    <a:pt x="3810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3810" y="40640"/>
                  </a:lnTo>
                  <a:lnTo>
                    <a:pt x="3810" y="36830"/>
                  </a:lnTo>
                  <a:close/>
                </a:path>
                <a:path w="3810" h="59689">
                  <a:moveTo>
                    <a:pt x="3810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40640"/>
                  </a:lnTo>
                  <a:close/>
                </a:path>
                <a:path w="3810" h="59689">
                  <a:moveTo>
                    <a:pt x="3810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3810" y="46990"/>
                  </a:lnTo>
                  <a:lnTo>
                    <a:pt x="3810" y="43180"/>
                  </a:lnTo>
                  <a:close/>
                </a:path>
                <a:path w="3810" h="59689">
                  <a:moveTo>
                    <a:pt x="3810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6990"/>
                  </a:lnTo>
                  <a:close/>
                </a:path>
                <a:path w="3810" h="59689">
                  <a:moveTo>
                    <a:pt x="3810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3810" y="53340"/>
                  </a:lnTo>
                  <a:lnTo>
                    <a:pt x="3810" y="49530"/>
                  </a:lnTo>
                  <a:close/>
                </a:path>
                <a:path w="3810" h="59689">
                  <a:moveTo>
                    <a:pt x="3810" y="53340"/>
                  </a:moveTo>
                  <a:lnTo>
                    <a:pt x="0" y="53340"/>
                  </a:lnTo>
                  <a:lnTo>
                    <a:pt x="0" y="55880"/>
                  </a:lnTo>
                  <a:lnTo>
                    <a:pt x="3810" y="55880"/>
                  </a:lnTo>
                  <a:lnTo>
                    <a:pt x="3810" y="53340"/>
                  </a:lnTo>
                  <a:close/>
                </a:path>
                <a:path w="3810" h="59689">
                  <a:moveTo>
                    <a:pt x="3810" y="55880"/>
                  </a:moveTo>
                  <a:lnTo>
                    <a:pt x="0" y="55880"/>
                  </a:lnTo>
                  <a:lnTo>
                    <a:pt x="0" y="59690"/>
                  </a:lnTo>
                  <a:lnTo>
                    <a:pt x="3810" y="59690"/>
                  </a:lnTo>
                  <a:lnTo>
                    <a:pt x="3810" y="55880"/>
                  </a:lnTo>
                  <a:close/>
                </a:path>
              </a:pathLst>
            </a:custGeom>
            <a:solidFill>
              <a:srgbClr val="8294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5" name="object 965"/>
            <p:cNvSpPr/>
            <p:nvPr/>
          </p:nvSpPr>
          <p:spPr>
            <a:xfrm>
              <a:off x="2614929" y="5459730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39" h="59689">
                  <a:moveTo>
                    <a:pt x="253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539" y="2540"/>
                  </a:lnTo>
                  <a:lnTo>
                    <a:pt x="2539" y="0"/>
                  </a:lnTo>
                  <a:close/>
                </a:path>
                <a:path w="2539" h="59689">
                  <a:moveTo>
                    <a:pt x="253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2539" y="5080"/>
                  </a:lnTo>
                  <a:lnTo>
                    <a:pt x="2539" y="2540"/>
                  </a:lnTo>
                  <a:close/>
                </a:path>
                <a:path w="2539" h="59689">
                  <a:moveTo>
                    <a:pt x="253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2539" y="8890"/>
                  </a:lnTo>
                  <a:lnTo>
                    <a:pt x="2539" y="5080"/>
                  </a:lnTo>
                  <a:close/>
                </a:path>
                <a:path w="2539" h="59689">
                  <a:moveTo>
                    <a:pt x="253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2539" y="11430"/>
                  </a:lnTo>
                  <a:lnTo>
                    <a:pt x="2539" y="8890"/>
                  </a:lnTo>
                  <a:close/>
                </a:path>
                <a:path w="2539" h="59689">
                  <a:moveTo>
                    <a:pt x="2539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2539" y="15240"/>
                  </a:lnTo>
                  <a:lnTo>
                    <a:pt x="2539" y="11430"/>
                  </a:lnTo>
                  <a:close/>
                </a:path>
                <a:path w="2539" h="59689">
                  <a:moveTo>
                    <a:pt x="2539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2539" y="17780"/>
                  </a:lnTo>
                  <a:lnTo>
                    <a:pt x="2539" y="15240"/>
                  </a:lnTo>
                  <a:close/>
                </a:path>
                <a:path w="2539" h="59689">
                  <a:moveTo>
                    <a:pt x="2539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2539" y="21590"/>
                  </a:lnTo>
                  <a:lnTo>
                    <a:pt x="2539" y="17780"/>
                  </a:lnTo>
                  <a:close/>
                </a:path>
                <a:path w="2539" h="59689">
                  <a:moveTo>
                    <a:pt x="2539" y="21590"/>
                  </a:moveTo>
                  <a:lnTo>
                    <a:pt x="0" y="21590"/>
                  </a:lnTo>
                  <a:lnTo>
                    <a:pt x="0" y="34290"/>
                  </a:lnTo>
                  <a:lnTo>
                    <a:pt x="2539" y="34290"/>
                  </a:lnTo>
                  <a:lnTo>
                    <a:pt x="2539" y="21590"/>
                  </a:lnTo>
                  <a:close/>
                </a:path>
                <a:path w="2539" h="59689">
                  <a:moveTo>
                    <a:pt x="2539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2539" y="36830"/>
                  </a:lnTo>
                  <a:lnTo>
                    <a:pt x="2539" y="34290"/>
                  </a:lnTo>
                  <a:close/>
                </a:path>
                <a:path w="2539" h="59689">
                  <a:moveTo>
                    <a:pt x="2539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2539" y="40640"/>
                  </a:lnTo>
                  <a:lnTo>
                    <a:pt x="2539" y="36830"/>
                  </a:lnTo>
                  <a:close/>
                </a:path>
                <a:path w="2539" h="59689">
                  <a:moveTo>
                    <a:pt x="2539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2539" y="43180"/>
                  </a:lnTo>
                  <a:lnTo>
                    <a:pt x="2539" y="40640"/>
                  </a:lnTo>
                  <a:close/>
                </a:path>
                <a:path w="2539" h="59689">
                  <a:moveTo>
                    <a:pt x="2539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2539" y="46990"/>
                  </a:lnTo>
                  <a:lnTo>
                    <a:pt x="2539" y="43180"/>
                  </a:lnTo>
                  <a:close/>
                </a:path>
                <a:path w="2539" h="59689">
                  <a:moveTo>
                    <a:pt x="2539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2539" y="49530"/>
                  </a:lnTo>
                  <a:lnTo>
                    <a:pt x="2539" y="46990"/>
                  </a:lnTo>
                  <a:close/>
                </a:path>
                <a:path w="2539" h="59689">
                  <a:moveTo>
                    <a:pt x="2539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2539" y="53340"/>
                  </a:lnTo>
                  <a:lnTo>
                    <a:pt x="2539" y="49530"/>
                  </a:lnTo>
                  <a:close/>
                </a:path>
                <a:path w="2539" h="59689">
                  <a:moveTo>
                    <a:pt x="2539" y="53340"/>
                  </a:moveTo>
                  <a:lnTo>
                    <a:pt x="0" y="53340"/>
                  </a:lnTo>
                  <a:lnTo>
                    <a:pt x="0" y="55880"/>
                  </a:lnTo>
                  <a:lnTo>
                    <a:pt x="2539" y="55880"/>
                  </a:lnTo>
                  <a:lnTo>
                    <a:pt x="2539" y="53340"/>
                  </a:lnTo>
                  <a:close/>
                </a:path>
                <a:path w="2539" h="59689">
                  <a:moveTo>
                    <a:pt x="2539" y="55880"/>
                  </a:moveTo>
                  <a:lnTo>
                    <a:pt x="0" y="55880"/>
                  </a:lnTo>
                  <a:lnTo>
                    <a:pt x="0" y="59690"/>
                  </a:lnTo>
                  <a:lnTo>
                    <a:pt x="2539" y="59690"/>
                  </a:lnTo>
                  <a:lnTo>
                    <a:pt x="2539" y="55880"/>
                  </a:lnTo>
                  <a:close/>
                </a:path>
              </a:pathLst>
            </a:custGeom>
            <a:solidFill>
              <a:srgbClr val="8496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6" name="object 966"/>
            <p:cNvSpPr/>
            <p:nvPr/>
          </p:nvSpPr>
          <p:spPr>
            <a:xfrm>
              <a:off x="2617470" y="5459730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10" h="59689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  <a:path w="3810" h="59689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59689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10" h="59689">
                  <a:moveTo>
                    <a:pt x="381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890"/>
                  </a:lnTo>
                  <a:close/>
                </a:path>
                <a:path w="3810" h="59689">
                  <a:moveTo>
                    <a:pt x="381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30"/>
                  </a:lnTo>
                  <a:close/>
                </a:path>
                <a:path w="3810" h="59689">
                  <a:moveTo>
                    <a:pt x="381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40"/>
                  </a:lnTo>
                  <a:close/>
                </a:path>
                <a:path w="3810" h="59689">
                  <a:moveTo>
                    <a:pt x="3810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80"/>
                  </a:lnTo>
                  <a:close/>
                </a:path>
                <a:path w="3810" h="59689">
                  <a:moveTo>
                    <a:pt x="3810" y="21590"/>
                  </a:moveTo>
                  <a:lnTo>
                    <a:pt x="0" y="21590"/>
                  </a:lnTo>
                  <a:lnTo>
                    <a:pt x="0" y="34290"/>
                  </a:lnTo>
                  <a:lnTo>
                    <a:pt x="3810" y="34290"/>
                  </a:lnTo>
                  <a:lnTo>
                    <a:pt x="3810" y="21590"/>
                  </a:lnTo>
                  <a:close/>
                </a:path>
                <a:path w="3810" h="59689">
                  <a:moveTo>
                    <a:pt x="3810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4290"/>
                  </a:lnTo>
                  <a:close/>
                </a:path>
                <a:path w="3810" h="59689">
                  <a:moveTo>
                    <a:pt x="3810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3810" y="40640"/>
                  </a:lnTo>
                  <a:lnTo>
                    <a:pt x="3810" y="36830"/>
                  </a:lnTo>
                  <a:close/>
                </a:path>
                <a:path w="3810" h="59689">
                  <a:moveTo>
                    <a:pt x="3810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40640"/>
                  </a:lnTo>
                  <a:close/>
                </a:path>
                <a:path w="3810" h="59689">
                  <a:moveTo>
                    <a:pt x="3810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3810" y="46990"/>
                  </a:lnTo>
                  <a:lnTo>
                    <a:pt x="3810" y="43180"/>
                  </a:lnTo>
                  <a:close/>
                </a:path>
                <a:path w="3810" h="59689">
                  <a:moveTo>
                    <a:pt x="3810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6990"/>
                  </a:lnTo>
                  <a:close/>
                </a:path>
                <a:path w="3810" h="59689">
                  <a:moveTo>
                    <a:pt x="3810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3810" y="53340"/>
                  </a:lnTo>
                  <a:lnTo>
                    <a:pt x="3810" y="49530"/>
                  </a:lnTo>
                  <a:close/>
                </a:path>
                <a:path w="3810" h="59689">
                  <a:moveTo>
                    <a:pt x="3810" y="53340"/>
                  </a:moveTo>
                  <a:lnTo>
                    <a:pt x="0" y="53340"/>
                  </a:lnTo>
                  <a:lnTo>
                    <a:pt x="0" y="55880"/>
                  </a:lnTo>
                  <a:lnTo>
                    <a:pt x="3810" y="55880"/>
                  </a:lnTo>
                  <a:lnTo>
                    <a:pt x="3810" y="53340"/>
                  </a:lnTo>
                  <a:close/>
                </a:path>
                <a:path w="3810" h="59689">
                  <a:moveTo>
                    <a:pt x="3810" y="55880"/>
                  </a:moveTo>
                  <a:lnTo>
                    <a:pt x="0" y="55880"/>
                  </a:lnTo>
                  <a:lnTo>
                    <a:pt x="0" y="59690"/>
                  </a:lnTo>
                  <a:lnTo>
                    <a:pt x="3810" y="59690"/>
                  </a:lnTo>
                  <a:lnTo>
                    <a:pt x="3810" y="55880"/>
                  </a:lnTo>
                  <a:close/>
                </a:path>
              </a:pathLst>
            </a:custGeom>
            <a:solidFill>
              <a:srgbClr val="8799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7" name="object 967"/>
            <p:cNvSpPr/>
            <p:nvPr/>
          </p:nvSpPr>
          <p:spPr>
            <a:xfrm>
              <a:off x="2621279" y="5461000"/>
              <a:ext cx="3810" cy="58419"/>
            </a:xfrm>
            <a:custGeom>
              <a:avLst/>
              <a:gdLst/>
              <a:ahLst/>
              <a:cxnLst/>
              <a:rect l="l" t="t" r="r" b="b"/>
              <a:pathLst>
                <a:path w="3810" h="58420">
                  <a:moveTo>
                    <a:pt x="380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10" h="58420">
                  <a:moveTo>
                    <a:pt x="3809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1270"/>
                  </a:lnTo>
                  <a:close/>
                </a:path>
                <a:path w="3810" h="58420">
                  <a:moveTo>
                    <a:pt x="3809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3810"/>
                  </a:lnTo>
                  <a:close/>
                </a:path>
                <a:path w="3810" h="58420">
                  <a:moveTo>
                    <a:pt x="3809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7620"/>
                  </a:lnTo>
                  <a:close/>
                </a:path>
                <a:path w="3810" h="58420">
                  <a:moveTo>
                    <a:pt x="3809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10160"/>
                  </a:lnTo>
                  <a:close/>
                </a:path>
                <a:path w="3810" h="58420">
                  <a:moveTo>
                    <a:pt x="3809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3970"/>
                  </a:lnTo>
                  <a:close/>
                </a:path>
                <a:path w="3810" h="58420">
                  <a:moveTo>
                    <a:pt x="3809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6510"/>
                  </a:lnTo>
                  <a:close/>
                </a:path>
                <a:path w="3810" h="58420">
                  <a:moveTo>
                    <a:pt x="3809" y="20320"/>
                  </a:moveTo>
                  <a:lnTo>
                    <a:pt x="0" y="20320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0320"/>
                  </a:lnTo>
                  <a:close/>
                </a:path>
                <a:path w="3810" h="58420">
                  <a:moveTo>
                    <a:pt x="3809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33020"/>
                  </a:lnTo>
                  <a:close/>
                </a:path>
                <a:path w="3810" h="58420">
                  <a:moveTo>
                    <a:pt x="3809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5560"/>
                  </a:lnTo>
                  <a:close/>
                </a:path>
                <a:path w="3810" h="58420">
                  <a:moveTo>
                    <a:pt x="3809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9370"/>
                  </a:lnTo>
                  <a:close/>
                </a:path>
                <a:path w="3810" h="58420">
                  <a:moveTo>
                    <a:pt x="3809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41910"/>
                  </a:lnTo>
                  <a:close/>
                </a:path>
                <a:path w="3810" h="58420">
                  <a:moveTo>
                    <a:pt x="3809" y="45720"/>
                  </a:moveTo>
                  <a:lnTo>
                    <a:pt x="0" y="45720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45720"/>
                  </a:lnTo>
                  <a:close/>
                </a:path>
                <a:path w="3810" h="58420">
                  <a:moveTo>
                    <a:pt x="3809" y="48260"/>
                  </a:moveTo>
                  <a:lnTo>
                    <a:pt x="0" y="48260"/>
                  </a:lnTo>
                  <a:lnTo>
                    <a:pt x="0" y="52069"/>
                  </a:lnTo>
                  <a:lnTo>
                    <a:pt x="3809" y="52069"/>
                  </a:lnTo>
                  <a:lnTo>
                    <a:pt x="3809" y="48260"/>
                  </a:lnTo>
                  <a:close/>
                </a:path>
                <a:path w="3810" h="58420">
                  <a:moveTo>
                    <a:pt x="3809" y="52070"/>
                  </a:moveTo>
                  <a:lnTo>
                    <a:pt x="0" y="52070"/>
                  </a:lnTo>
                  <a:lnTo>
                    <a:pt x="0" y="54609"/>
                  </a:lnTo>
                  <a:lnTo>
                    <a:pt x="3809" y="54609"/>
                  </a:lnTo>
                  <a:lnTo>
                    <a:pt x="3809" y="52070"/>
                  </a:lnTo>
                  <a:close/>
                </a:path>
                <a:path w="3810" h="58420">
                  <a:moveTo>
                    <a:pt x="3809" y="54610"/>
                  </a:moveTo>
                  <a:lnTo>
                    <a:pt x="0" y="54610"/>
                  </a:lnTo>
                  <a:lnTo>
                    <a:pt x="0" y="58419"/>
                  </a:lnTo>
                  <a:lnTo>
                    <a:pt x="3809" y="58419"/>
                  </a:lnTo>
                  <a:lnTo>
                    <a:pt x="3809" y="5461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8" name="object 968"/>
            <p:cNvSpPr/>
            <p:nvPr/>
          </p:nvSpPr>
          <p:spPr>
            <a:xfrm>
              <a:off x="2625089" y="5461000"/>
              <a:ext cx="3810" cy="58419"/>
            </a:xfrm>
            <a:custGeom>
              <a:avLst/>
              <a:gdLst/>
              <a:ahLst/>
              <a:cxnLst/>
              <a:rect l="l" t="t" r="r" b="b"/>
              <a:pathLst>
                <a:path w="3810" h="58420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58420">
                  <a:moveTo>
                    <a:pt x="381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70"/>
                  </a:lnTo>
                  <a:close/>
                </a:path>
                <a:path w="3810" h="58420">
                  <a:moveTo>
                    <a:pt x="3810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3810"/>
                  </a:lnTo>
                  <a:close/>
                </a:path>
                <a:path w="3810" h="58420">
                  <a:moveTo>
                    <a:pt x="3810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7620"/>
                  </a:lnTo>
                  <a:close/>
                </a:path>
                <a:path w="3810" h="58420">
                  <a:moveTo>
                    <a:pt x="3810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10160"/>
                  </a:lnTo>
                  <a:close/>
                </a:path>
                <a:path w="3810" h="58420">
                  <a:moveTo>
                    <a:pt x="3810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3970"/>
                  </a:lnTo>
                  <a:close/>
                </a:path>
                <a:path w="3810" h="58420">
                  <a:moveTo>
                    <a:pt x="3810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6510"/>
                  </a:lnTo>
                  <a:close/>
                </a:path>
                <a:path w="3810" h="58420">
                  <a:moveTo>
                    <a:pt x="3810" y="20320"/>
                  </a:moveTo>
                  <a:lnTo>
                    <a:pt x="0" y="20320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0320"/>
                  </a:lnTo>
                  <a:close/>
                </a:path>
                <a:path w="3810" h="58420">
                  <a:moveTo>
                    <a:pt x="3810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33020"/>
                  </a:lnTo>
                  <a:close/>
                </a:path>
                <a:path w="3810" h="58420">
                  <a:moveTo>
                    <a:pt x="3810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5560"/>
                  </a:lnTo>
                  <a:close/>
                </a:path>
                <a:path w="3810" h="58420">
                  <a:moveTo>
                    <a:pt x="3810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9370"/>
                  </a:lnTo>
                  <a:close/>
                </a:path>
                <a:path w="3810" h="58420">
                  <a:moveTo>
                    <a:pt x="3810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41910"/>
                  </a:lnTo>
                  <a:close/>
                </a:path>
                <a:path w="3810" h="58420">
                  <a:moveTo>
                    <a:pt x="3810" y="45720"/>
                  </a:moveTo>
                  <a:lnTo>
                    <a:pt x="0" y="4572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5720"/>
                  </a:lnTo>
                  <a:close/>
                </a:path>
                <a:path w="3810" h="58420">
                  <a:moveTo>
                    <a:pt x="3810" y="48260"/>
                  </a:moveTo>
                  <a:lnTo>
                    <a:pt x="0" y="48260"/>
                  </a:lnTo>
                  <a:lnTo>
                    <a:pt x="0" y="52069"/>
                  </a:lnTo>
                  <a:lnTo>
                    <a:pt x="3810" y="52069"/>
                  </a:lnTo>
                  <a:lnTo>
                    <a:pt x="3810" y="48260"/>
                  </a:lnTo>
                  <a:close/>
                </a:path>
                <a:path w="3810" h="58420">
                  <a:moveTo>
                    <a:pt x="3810" y="52070"/>
                  </a:moveTo>
                  <a:lnTo>
                    <a:pt x="0" y="52070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2070"/>
                  </a:lnTo>
                  <a:close/>
                </a:path>
                <a:path w="3810" h="58420">
                  <a:moveTo>
                    <a:pt x="3810" y="54610"/>
                  </a:moveTo>
                  <a:lnTo>
                    <a:pt x="0" y="54610"/>
                  </a:lnTo>
                  <a:lnTo>
                    <a:pt x="0" y="58419"/>
                  </a:lnTo>
                  <a:lnTo>
                    <a:pt x="3810" y="58419"/>
                  </a:lnTo>
                  <a:lnTo>
                    <a:pt x="3810" y="54610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9" name="object 969"/>
            <p:cNvSpPr/>
            <p:nvPr/>
          </p:nvSpPr>
          <p:spPr>
            <a:xfrm>
              <a:off x="2628900" y="5462270"/>
              <a:ext cx="3810" cy="55880"/>
            </a:xfrm>
            <a:custGeom>
              <a:avLst/>
              <a:gdLst/>
              <a:ahLst/>
              <a:cxnLst/>
              <a:rect l="l" t="t" r="r" b="b"/>
              <a:pathLst>
                <a:path w="3810" h="55879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55879">
                  <a:moveTo>
                    <a:pt x="381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2539"/>
                  </a:lnTo>
                  <a:close/>
                </a:path>
                <a:path w="3810" h="55879">
                  <a:moveTo>
                    <a:pt x="381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49"/>
                  </a:lnTo>
                  <a:close/>
                </a:path>
                <a:path w="3810" h="55879">
                  <a:moveTo>
                    <a:pt x="381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8889"/>
                  </a:lnTo>
                  <a:close/>
                </a:path>
                <a:path w="3810" h="55879">
                  <a:moveTo>
                    <a:pt x="381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2699"/>
                  </a:lnTo>
                  <a:close/>
                </a:path>
                <a:path w="3810" h="55879">
                  <a:moveTo>
                    <a:pt x="381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5239"/>
                  </a:lnTo>
                  <a:close/>
                </a:path>
                <a:path w="3810" h="55879">
                  <a:moveTo>
                    <a:pt x="3810" y="19049"/>
                  </a:moveTo>
                  <a:lnTo>
                    <a:pt x="0" y="1904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19049"/>
                  </a:lnTo>
                  <a:close/>
                </a:path>
                <a:path w="3810" h="55879">
                  <a:moveTo>
                    <a:pt x="3810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31749"/>
                  </a:lnTo>
                  <a:close/>
                </a:path>
                <a:path w="3810" h="55879">
                  <a:moveTo>
                    <a:pt x="3810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4289"/>
                  </a:lnTo>
                  <a:close/>
                </a:path>
                <a:path w="3810" h="55879">
                  <a:moveTo>
                    <a:pt x="381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8099"/>
                  </a:lnTo>
                  <a:close/>
                </a:path>
                <a:path w="3810" h="55879">
                  <a:moveTo>
                    <a:pt x="3810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0639"/>
                  </a:lnTo>
                  <a:close/>
                </a:path>
                <a:path w="3810" h="55879">
                  <a:moveTo>
                    <a:pt x="381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4449"/>
                  </a:lnTo>
                  <a:close/>
                </a:path>
                <a:path w="3810" h="55879">
                  <a:moveTo>
                    <a:pt x="3810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6989"/>
                  </a:lnTo>
                  <a:close/>
                </a:path>
                <a:path w="3810" h="55879">
                  <a:moveTo>
                    <a:pt x="3810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50799"/>
                  </a:lnTo>
                  <a:close/>
                </a:path>
                <a:path w="3810" h="55879">
                  <a:moveTo>
                    <a:pt x="3810" y="53339"/>
                  </a:moveTo>
                  <a:lnTo>
                    <a:pt x="0" y="53339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53339"/>
                  </a:lnTo>
                  <a:close/>
                </a:path>
              </a:pathLst>
            </a:custGeom>
            <a:solidFill>
              <a:srgbClr val="8F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0" name="object 970"/>
            <p:cNvSpPr/>
            <p:nvPr/>
          </p:nvSpPr>
          <p:spPr>
            <a:xfrm>
              <a:off x="2632710" y="5462270"/>
              <a:ext cx="3810" cy="55880"/>
            </a:xfrm>
            <a:custGeom>
              <a:avLst/>
              <a:gdLst/>
              <a:ahLst/>
              <a:cxnLst/>
              <a:rect l="l" t="t" r="r" b="b"/>
              <a:pathLst>
                <a:path w="3810" h="55879">
                  <a:moveTo>
                    <a:pt x="380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10" h="55879">
                  <a:moveTo>
                    <a:pt x="380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2539"/>
                  </a:lnTo>
                  <a:close/>
                </a:path>
                <a:path w="3810" h="55879">
                  <a:moveTo>
                    <a:pt x="380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49"/>
                  </a:lnTo>
                  <a:close/>
                </a:path>
                <a:path w="3810" h="55879">
                  <a:moveTo>
                    <a:pt x="380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8889"/>
                  </a:lnTo>
                  <a:close/>
                </a:path>
                <a:path w="3810" h="55879">
                  <a:moveTo>
                    <a:pt x="380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2699"/>
                  </a:lnTo>
                  <a:close/>
                </a:path>
                <a:path w="3810" h="55879">
                  <a:moveTo>
                    <a:pt x="3809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5239"/>
                  </a:lnTo>
                  <a:close/>
                </a:path>
                <a:path w="3810" h="55879">
                  <a:moveTo>
                    <a:pt x="3809" y="19049"/>
                  </a:moveTo>
                  <a:lnTo>
                    <a:pt x="0" y="1904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19049"/>
                  </a:lnTo>
                  <a:close/>
                </a:path>
                <a:path w="3810" h="55879">
                  <a:moveTo>
                    <a:pt x="3809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31749"/>
                  </a:lnTo>
                  <a:close/>
                </a:path>
                <a:path w="3810" h="55879">
                  <a:moveTo>
                    <a:pt x="3809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4289"/>
                  </a:lnTo>
                  <a:close/>
                </a:path>
                <a:path w="3810" h="55879">
                  <a:moveTo>
                    <a:pt x="3809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8099"/>
                  </a:lnTo>
                  <a:close/>
                </a:path>
                <a:path w="3810" h="55879">
                  <a:moveTo>
                    <a:pt x="3809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0639"/>
                  </a:lnTo>
                  <a:close/>
                </a:path>
                <a:path w="3810" h="55879">
                  <a:moveTo>
                    <a:pt x="3809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4449"/>
                  </a:lnTo>
                  <a:close/>
                </a:path>
                <a:path w="3810" h="55879">
                  <a:moveTo>
                    <a:pt x="3809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6989"/>
                  </a:lnTo>
                  <a:close/>
                </a:path>
                <a:path w="3810" h="55879">
                  <a:moveTo>
                    <a:pt x="3809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0799"/>
                  </a:lnTo>
                  <a:close/>
                </a:path>
                <a:path w="3810" h="55879">
                  <a:moveTo>
                    <a:pt x="3809" y="53339"/>
                  </a:moveTo>
                  <a:lnTo>
                    <a:pt x="0" y="53339"/>
                  </a:lnTo>
                  <a:lnTo>
                    <a:pt x="0" y="55879"/>
                  </a:lnTo>
                  <a:lnTo>
                    <a:pt x="2539" y="55879"/>
                  </a:lnTo>
                  <a:lnTo>
                    <a:pt x="2539" y="54609"/>
                  </a:lnTo>
                  <a:lnTo>
                    <a:pt x="3809" y="54609"/>
                  </a:lnTo>
                  <a:lnTo>
                    <a:pt x="3809" y="53339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1" name="object 971"/>
            <p:cNvSpPr/>
            <p:nvPr/>
          </p:nvSpPr>
          <p:spPr>
            <a:xfrm>
              <a:off x="2636520" y="5462270"/>
              <a:ext cx="3810" cy="54610"/>
            </a:xfrm>
            <a:custGeom>
              <a:avLst/>
              <a:gdLst/>
              <a:ahLst/>
              <a:cxnLst/>
              <a:rect l="l" t="t" r="r" b="b"/>
              <a:pathLst>
                <a:path w="3810" h="54610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54610">
                  <a:moveTo>
                    <a:pt x="381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2539"/>
                  </a:lnTo>
                  <a:close/>
                </a:path>
                <a:path w="3810" h="54610">
                  <a:moveTo>
                    <a:pt x="381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49"/>
                  </a:lnTo>
                  <a:close/>
                </a:path>
                <a:path w="3810" h="54610">
                  <a:moveTo>
                    <a:pt x="381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8889"/>
                  </a:lnTo>
                  <a:close/>
                </a:path>
                <a:path w="3810" h="54610">
                  <a:moveTo>
                    <a:pt x="381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2699"/>
                  </a:lnTo>
                  <a:close/>
                </a:path>
                <a:path w="3810" h="54610">
                  <a:moveTo>
                    <a:pt x="381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5239"/>
                  </a:lnTo>
                  <a:close/>
                </a:path>
                <a:path w="3810" h="54610">
                  <a:moveTo>
                    <a:pt x="3810" y="19049"/>
                  </a:moveTo>
                  <a:lnTo>
                    <a:pt x="0" y="1904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19049"/>
                  </a:lnTo>
                  <a:close/>
                </a:path>
                <a:path w="3810" h="54610">
                  <a:moveTo>
                    <a:pt x="3810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31749"/>
                  </a:lnTo>
                  <a:close/>
                </a:path>
                <a:path w="3810" h="54610">
                  <a:moveTo>
                    <a:pt x="3810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4289"/>
                  </a:lnTo>
                  <a:close/>
                </a:path>
                <a:path w="3810" h="54610">
                  <a:moveTo>
                    <a:pt x="381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8099"/>
                  </a:lnTo>
                  <a:close/>
                </a:path>
                <a:path w="3810" h="54610">
                  <a:moveTo>
                    <a:pt x="3810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0639"/>
                  </a:lnTo>
                  <a:close/>
                </a:path>
                <a:path w="3810" h="54610">
                  <a:moveTo>
                    <a:pt x="381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4449"/>
                  </a:lnTo>
                  <a:close/>
                </a:path>
                <a:path w="3810" h="54610">
                  <a:moveTo>
                    <a:pt x="3810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6989"/>
                  </a:lnTo>
                  <a:close/>
                </a:path>
                <a:path w="3810" h="54610">
                  <a:moveTo>
                    <a:pt x="3810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50799"/>
                  </a:lnTo>
                  <a:close/>
                </a:path>
                <a:path w="3810" h="54610">
                  <a:moveTo>
                    <a:pt x="3810" y="53339"/>
                  </a:moveTo>
                  <a:lnTo>
                    <a:pt x="0" y="53339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3339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2" name="object 972"/>
            <p:cNvSpPr/>
            <p:nvPr/>
          </p:nvSpPr>
          <p:spPr>
            <a:xfrm>
              <a:off x="2640329" y="5462270"/>
              <a:ext cx="2540" cy="54610"/>
            </a:xfrm>
            <a:custGeom>
              <a:avLst/>
              <a:gdLst/>
              <a:ahLst/>
              <a:cxnLst/>
              <a:rect l="l" t="t" r="r" b="b"/>
              <a:pathLst>
                <a:path w="2539" h="54610">
                  <a:moveTo>
                    <a:pt x="253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39" y="2539"/>
                  </a:lnTo>
                  <a:lnTo>
                    <a:pt x="2539" y="0"/>
                  </a:lnTo>
                  <a:close/>
                </a:path>
                <a:path w="2539" h="54610">
                  <a:moveTo>
                    <a:pt x="253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2539" y="6349"/>
                  </a:lnTo>
                  <a:lnTo>
                    <a:pt x="2539" y="2539"/>
                  </a:lnTo>
                  <a:close/>
                </a:path>
                <a:path w="2539" h="54610">
                  <a:moveTo>
                    <a:pt x="253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2539" y="8889"/>
                  </a:lnTo>
                  <a:lnTo>
                    <a:pt x="2539" y="6349"/>
                  </a:lnTo>
                  <a:close/>
                </a:path>
                <a:path w="2539" h="54610">
                  <a:moveTo>
                    <a:pt x="253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2539" y="12699"/>
                  </a:lnTo>
                  <a:lnTo>
                    <a:pt x="2539" y="8889"/>
                  </a:lnTo>
                  <a:close/>
                </a:path>
                <a:path w="2539" h="54610">
                  <a:moveTo>
                    <a:pt x="253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2539" y="15239"/>
                  </a:lnTo>
                  <a:lnTo>
                    <a:pt x="2539" y="12699"/>
                  </a:lnTo>
                  <a:close/>
                </a:path>
                <a:path w="2539" h="54610">
                  <a:moveTo>
                    <a:pt x="2539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2539" y="19049"/>
                  </a:lnTo>
                  <a:lnTo>
                    <a:pt x="2539" y="15239"/>
                  </a:lnTo>
                  <a:close/>
                </a:path>
                <a:path w="2539" h="54610">
                  <a:moveTo>
                    <a:pt x="2539" y="19049"/>
                  </a:moveTo>
                  <a:lnTo>
                    <a:pt x="0" y="19049"/>
                  </a:lnTo>
                  <a:lnTo>
                    <a:pt x="0" y="31749"/>
                  </a:lnTo>
                  <a:lnTo>
                    <a:pt x="2539" y="31749"/>
                  </a:lnTo>
                  <a:lnTo>
                    <a:pt x="2539" y="19049"/>
                  </a:lnTo>
                  <a:close/>
                </a:path>
                <a:path w="2539" h="54610">
                  <a:moveTo>
                    <a:pt x="2539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2539" y="34289"/>
                  </a:lnTo>
                  <a:lnTo>
                    <a:pt x="2539" y="31749"/>
                  </a:lnTo>
                  <a:close/>
                </a:path>
                <a:path w="2539" h="54610">
                  <a:moveTo>
                    <a:pt x="2539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2539" y="38099"/>
                  </a:lnTo>
                  <a:lnTo>
                    <a:pt x="2539" y="34289"/>
                  </a:lnTo>
                  <a:close/>
                </a:path>
                <a:path w="2539" h="54610">
                  <a:moveTo>
                    <a:pt x="2539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2539" y="40639"/>
                  </a:lnTo>
                  <a:lnTo>
                    <a:pt x="2539" y="38099"/>
                  </a:lnTo>
                  <a:close/>
                </a:path>
                <a:path w="2539" h="54610">
                  <a:moveTo>
                    <a:pt x="2539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2539" y="44449"/>
                  </a:lnTo>
                  <a:lnTo>
                    <a:pt x="2539" y="40639"/>
                  </a:lnTo>
                  <a:close/>
                </a:path>
                <a:path w="2539" h="54610">
                  <a:moveTo>
                    <a:pt x="2539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2539" y="46989"/>
                  </a:lnTo>
                  <a:lnTo>
                    <a:pt x="2539" y="44449"/>
                  </a:lnTo>
                  <a:close/>
                </a:path>
                <a:path w="2539" h="54610">
                  <a:moveTo>
                    <a:pt x="2539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2539" y="50799"/>
                  </a:lnTo>
                  <a:lnTo>
                    <a:pt x="2539" y="46989"/>
                  </a:lnTo>
                  <a:close/>
                </a:path>
                <a:path w="2539" h="54610">
                  <a:moveTo>
                    <a:pt x="2539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2539" y="53339"/>
                  </a:lnTo>
                  <a:lnTo>
                    <a:pt x="2539" y="50799"/>
                  </a:lnTo>
                  <a:close/>
                </a:path>
                <a:path w="2539" h="54610">
                  <a:moveTo>
                    <a:pt x="2539" y="53339"/>
                  </a:moveTo>
                  <a:lnTo>
                    <a:pt x="0" y="53339"/>
                  </a:lnTo>
                  <a:lnTo>
                    <a:pt x="0" y="54609"/>
                  </a:lnTo>
                  <a:lnTo>
                    <a:pt x="2539" y="54609"/>
                  </a:lnTo>
                  <a:lnTo>
                    <a:pt x="2539" y="53339"/>
                  </a:lnTo>
                  <a:close/>
                </a:path>
              </a:pathLst>
            </a:custGeom>
            <a:solidFill>
              <a:srgbClr val="97A6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3" name="object 973"/>
            <p:cNvSpPr/>
            <p:nvPr/>
          </p:nvSpPr>
          <p:spPr>
            <a:xfrm>
              <a:off x="2642870" y="5462270"/>
              <a:ext cx="3810" cy="54610"/>
            </a:xfrm>
            <a:custGeom>
              <a:avLst/>
              <a:gdLst/>
              <a:ahLst/>
              <a:cxnLst/>
              <a:rect l="l" t="t" r="r" b="b"/>
              <a:pathLst>
                <a:path w="3810" h="54610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54610">
                  <a:moveTo>
                    <a:pt x="381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2539"/>
                  </a:lnTo>
                  <a:close/>
                </a:path>
                <a:path w="3810" h="54610">
                  <a:moveTo>
                    <a:pt x="381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49"/>
                  </a:lnTo>
                  <a:close/>
                </a:path>
                <a:path w="3810" h="54610">
                  <a:moveTo>
                    <a:pt x="381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8889"/>
                  </a:lnTo>
                  <a:close/>
                </a:path>
                <a:path w="3810" h="54610">
                  <a:moveTo>
                    <a:pt x="381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2699"/>
                  </a:lnTo>
                  <a:close/>
                </a:path>
                <a:path w="3810" h="54610">
                  <a:moveTo>
                    <a:pt x="381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5239"/>
                  </a:lnTo>
                  <a:close/>
                </a:path>
                <a:path w="3810" h="54610">
                  <a:moveTo>
                    <a:pt x="3810" y="19049"/>
                  </a:moveTo>
                  <a:lnTo>
                    <a:pt x="0" y="1904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19049"/>
                  </a:lnTo>
                  <a:close/>
                </a:path>
                <a:path w="3810" h="54610">
                  <a:moveTo>
                    <a:pt x="3810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31749"/>
                  </a:lnTo>
                  <a:close/>
                </a:path>
                <a:path w="3810" h="54610">
                  <a:moveTo>
                    <a:pt x="3810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4289"/>
                  </a:lnTo>
                  <a:close/>
                </a:path>
                <a:path w="3810" h="54610">
                  <a:moveTo>
                    <a:pt x="381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8099"/>
                  </a:lnTo>
                  <a:close/>
                </a:path>
                <a:path w="3810" h="54610">
                  <a:moveTo>
                    <a:pt x="3810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0639"/>
                  </a:lnTo>
                  <a:close/>
                </a:path>
                <a:path w="3810" h="54610">
                  <a:moveTo>
                    <a:pt x="381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4449"/>
                  </a:lnTo>
                  <a:close/>
                </a:path>
                <a:path w="3810" h="54610">
                  <a:moveTo>
                    <a:pt x="3810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6989"/>
                  </a:lnTo>
                  <a:close/>
                </a:path>
                <a:path w="3810" h="54610">
                  <a:moveTo>
                    <a:pt x="3810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50799"/>
                  </a:lnTo>
                  <a:close/>
                </a:path>
                <a:path w="3810" h="54610">
                  <a:moveTo>
                    <a:pt x="3810" y="53339"/>
                  </a:moveTo>
                  <a:lnTo>
                    <a:pt x="0" y="53339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3339"/>
                  </a:lnTo>
                  <a:close/>
                </a:path>
              </a:pathLst>
            </a:custGeom>
            <a:solidFill>
              <a:srgbClr val="99A8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4" name="object 974"/>
            <p:cNvSpPr/>
            <p:nvPr/>
          </p:nvSpPr>
          <p:spPr>
            <a:xfrm>
              <a:off x="2646679" y="5463539"/>
              <a:ext cx="3810" cy="53340"/>
            </a:xfrm>
            <a:custGeom>
              <a:avLst/>
              <a:gdLst/>
              <a:ahLst/>
              <a:cxnLst/>
              <a:rect l="l" t="t" r="r" b="b"/>
              <a:pathLst>
                <a:path w="3810" h="53339">
                  <a:moveTo>
                    <a:pt x="3809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09" y="1270"/>
                  </a:lnTo>
                  <a:lnTo>
                    <a:pt x="3809" y="0"/>
                  </a:lnTo>
                  <a:close/>
                </a:path>
                <a:path w="3810" h="53339">
                  <a:moveTo>
                    <a:pt x="380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1270"/>
                  </a:lnTo>
                  <a:close/>
                </a:path>
                <a:path w="3810" h="53339">
                  <a:moveTo>
                    <a:pt x="380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09" y="7620"/>
                  </a:lnTo>
                  <a:lnTo>
                    <a:pt x="3809" y="5080"/>
                  </a:lnTo>
                  <a:close/>
                </a:path>
                <a:path w="3810" h="53339">
                  <a:moveTo>
                    <a:pt x="380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7620"/>
                  </a:lnTo>
                  <a:close/>
                </a:path>
                <a:path w="3810" h="53339">
                  <a:moveTo>
                    <a:pt x="3809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09" y="13970"/>
                  </a:lnTo>
                  <a:lnTo>
                    <a:pt x="3809" y="11430"/>
                  </a:lnTo>
                  <a:close/>
                </a:path>
                <a:path w="3810" h="53339">
                  <a:moveTo>
                    <a:pt x="3809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3970"/>
                  </a:lnTo>
                  <a:close/>
                </a:path>
                <a:path w="3810" h="53339">
                  <a:moveTo>
                    <a:pt x="3809" y="17780"/>
                  </a:moveTo>
                  <a:lnTo>
                    <a:pt x="0" y="17780"/>
                  </a:lnTo>
                  <a:lnTo>
                    <a:pt x="0" y="30480"/>
                  </a:lnTo>
                  <a:lnTo>
                    <a:pt x="3809" y="30480"/>
                  </a:lnTo>
                  <a:lnTo>
                    <a:pt x="3809" y="17780"/>
                  </a:lnTo>
                  <a:close/>
                </a:path>
                <a:path w="3810" h="53339">
                  <a:moveTo>
                    <a:pt x="3809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3809" y="33020"/>
                  </a:lnTo>
                  <a:lnTo>
                    <a:pt x="3809" y="30480"/>
                  </a:lnTo>
                  <a:close/>
                </a:path>
                <a:path w="3810" h="53339">
                  <a:moveTo>
                    <a:pt x="3809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3020"/>
                  </a:lnTo>
                  <a:close/>
                </a:path>
                <a:path w="3810" h="53339">
                  <a:moveTo>
                    <a:pt x="3809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09" y="39370"/>
                  </a:lnTo>
                  <a:lnTo>
                    <a:pt x="3809" y="36830"/>
                  </a:lnTo>
                  <a:close/>
                </a:path>
                <a:path w="3810" h="53339">
                  <a:moveTo>
                    <a:pt x="3809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3809" y="43180"/>
                  </a:lnTo>
                  <a:lnTo>
                    <a:pt x="3809" y="39370"/>
                  </a:lnTo>
                  <a:close/>
                </a:path>
                <a:path w="3810" h="53339">
                  <a:moveTo>
                    <a:pt x="3809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3809" y="45720"/>
                  </a:lnTo>
                  <a:lnTo>
                    <a:pt x="3809" y="43180"/>
                  </a:lnTo>
                  <a:close/>
                </a:path>
                <a:path w="3810" h="53339">
                  <a:moveTo>
                    <a:pt x="3809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3809" y="49530"/>
                  </a:lnTo>
                  <a:lnTo>
                    <a:pt x="3809" y="45720"/>
                  </a:lnTo>
                  <a:close/>
                </a:path>
                <a:path w="3810" h="53339">
                  <a:moveTo>
                    <a:pt x="3809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3809" y="52070"/>
                  </a:lnTo>
                  <a:lnTo>
                    <a:pt x="3809" y="49530"/>
                  </a:lnTo>
                  <a:close/>
                </a:path>
                <a:path w="3810" h="53339">
                  <a:moveTo>
                    <a:pt x="3809" y="52070"/>
                  </a:moveTo>
                  <a:lnTo>
                    <a:pt x="0" y="52070"/>
                  </a:lnTo>
                  <a:lnTo>
                    <a:pt x="0" y="53340"/>
                  </a:lnTo>
                  <a:lnTo>
                    <a:pt x="3809" y="53340"/>
                  </a:lnTo>
                  <a:lnTo>
                    <a:pt x="3809" y="52070"/>
                  </a:lnTo>
                  <a:close/>
                </a:path>
              </a:pathLst>
            </a:custGeom>
            <a:solidFill>
              <a:srgbClr val="9CA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5" name="object 975"/>
            <p:cNvSpPr/>
            <p:nvPr/>
          </p:nvSpPr>
          <p:spPr>
            <a:xfrm>
              <a:off x="2650489" y="5463539"/>
              <a:ext cx="3810" cy="53340"/>
            </a:xfrm>
            <a:custGeom>
              <a:avLst/>
              <a:gdLst/>
              <a:ahLst/>
              <a:cxnLst/>
              <a:rect l="l" t="t" r="r" b="b"/>
              <a:pathLst>
                <a:path w="3810" h="53339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  <a:path w="3810" h="53339">
                  <a:moveTo>
                    <a:pt x="381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70"/>
                  </a:lnTo>
                  <a:close/>
                </a:path>
                <a:path w="3810" h="53339">
                  <a:moveTo>
                    <a:pt x="3810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80"/>
                  </a:lnTo>
                  <a:close/>
                </a:path>
                <a:path w="3810" h="53339">
                  <a:moveTo>
                    <a:pt x="3810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20"/>
                  </a:lnTo>
                  <a:close/>
                </a:path>
                <a:path w="3810" h="53339">
                  <a:moveTo>
                    <a:pt x="3810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30"/>
                  </a:lnTo>
                  <a:close/>
                </a:path>
                <a:path w="3810" h="53339">
                  <a:moveTo>
                    <a:pt x="3810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70"/>
                  </a:lnTo>
                  <a:close/>
                </a:path>
                <a:path w="3810" h="53339">
                  <a:moveTo>
                    <a:pt x="3810" y="17780"/>
                  </a:moveTo>
                  <a:lnTo>
                    <a:pt x="0" y="1778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17780"/>
                  </a:lnTo>
                  <a:close/>
                </a:path>
                <a:path w="3810" h="53339">
                  <a:moveTo>
                    <a:pt x="3810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3810" y="33020"/>
                  </a:lnTo>
                  <a:lnTo>
                    <a:pt x="3810" y="30480"/>
                  </a:lnTo>
                  <a:close/>
                </a:path>
                <a:path w="3810" h="53339">
                  <a:moveTo>
                    <a:pt x="3810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3020"/>
                  </a:lnTo>
                  <a:close/>
                </a:path>
                <a:path w="3810" h="53339">
                  <a:moveTo>
                    <a:pt x="3810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10" y="39370"/>
                  </a:lnTo>
                  <a:lnTo>
                    <a:pt x="3810" y="36830"/>
                  </a:lnTo>
                  <a:close/>
                </a:path>
                <a:path w="3810" h="53339">
                  <a:moveTo>
                    <a:pt x="3810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39370"/>
                  </a:lnTo>
                  <a:close/>
                </a:path>
                <a:path w="3810" h="53339">
                  <a:moveTo>
                    <a:pt x="3810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3810" y="45720"/>
                  </a:lnTo>
                  <a:lnTo>
                    <a:pt x="3810" y="43180"/>
                  </a:lnTo>
                  <a:close/>
                </a:path>
                <a:path w="3810" h="53339">
                  <a:moveTo>
                    <a:pt x="3810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5720"/>
                  </a:lnTo>
                  <a:close/>
                </a:path>
                <a:path w="3810" h="53339">
                  <a:moveTo>
                    <a:pt x="3810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3810" y="52070"/>
                  </a:lnTo>
                  <a:lnTo>
                    <a:pt x="3810" y="49530"/>
                  </a:lnTo>
                  <a:close/>
                </a:path>
                <a:path w="3810" h="53339">
                  <a:moveTo>
                    <a:pt x="2540" y="52070"/>
                  </a:moveTo>
                  <a:lnTo>
                    <a:pt x="0" y="52070"/>
                  </a:lnTo>
                  <a:lnTo>
                    <a:pt x="0" y="53340"/>
                  </a:lnTo>
                  <a:lnTo>
                    <a:pt x="2540" y="53340"/>
                  </a:lnTo>
                  <a:lnTo>
                    <a:pt x="2540" y="52070"/>
                  </a:lnTo>
                  <a:close/>
                </a:path>
              </a:pathLst>
            </a:custGeom>
            <a:solidFill>
              <a:srgbClr val="9FA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6" name="object 976"/>
            <p:cNvSpPr/>
            <p:nvPr/>
          </p:nvSpPr>
          <p:spPr>
            <a:xfrm>
              <a:off x="2654300" y="5464809"/>
              <a:ext cx="3810" cy="50800"/>
            </a:xfrm>
            <a:custGeom>
              <a:avLst/>
              <a:gdLst/>
              <a:ahLst/>
              <a:cxnLst/>
              <a:rect l="l" t="t" r="r" b="b"/>
              <a:pathLst>
                <a:path w="3810" h="50800">
                  <a:moveTo>
                    <a:pt x="38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0"/>
                  </a:lnTo>
                  <a:close/>
                </a:path>
                <a:path w="3810" h="50800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10" h="50800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10" h="50800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10" h="50800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10" h="50800">
                  <a:moveTo>
                    <a:pt x="3810" y="16509"/>
                  </a:moveTo>
                  <a:lnTo>
                    <a:pt x="0" y="16509"/>
                  </a:lnTo>
                  <a:lnTo>
                    <a:pt x="0" y="29209"/>
                  </a:lnTo>
                  <a:lnTo>
                    <a:pt x="3810" y="29209"/>
                  </a:lnTo>
                  <a:lnTo>
                    <a:pt x="3810" y="16509"/>
                  </a:lnTo>
                  <a:close/>
                </a:path>
                <a:path w="3810" h="50800">
                  <a:moveTo>
                    <a:pt x="3810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9209"/>
                  </a:lnTo>
                  <a:close/>
                </a:path>
                <a:path w="3810" h="50800">
                  <a:moveTo>
                    <a:pt x="3810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31750"/>
                  </a:lnTo>
                  <a:close/>
                </a:path>
                <a:path w="3810" h="50800">
                  <a:moveTo>
                    <a:pt x="381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5559"/>
                  </a:lnTo>
                  <a:close/>
                </a:path>
                <a:path w="3810" h="50800">
                  <a:moveTo>
                    <a:pt x="381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8100"/>
                  </a:lnTo>
                  <a:close/>
                </a:path>
                <a:path w="3810" h="50800">
                  <a:moveTo>
                    <a:pt x="381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1909"/>
                  </a:lnTo>
                  <a:close/>
                </a:path>
                <a:path w="3810" h="50800">
                  <a:moveTo>
                    <a:pt x="381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4450"/>
                  </a:lnTo>
                  <a:close/>
                </a:path>
                <a:path w="3810" h="50800">
                  <a:moveTo>
                    <a:pt x="3810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2539" y="50799"/>
                  </a:lnTo>
                  <a:lnTo>
                    <a:pt x="2539" y="49529"/>
                  </a:lnTo>
                  <a:lnTo>
                    <a:pt x="3810" y="49529"/>
                  </a:lnTo>
                  <a:lnTo>
                    <a:pt x="3810" y="48259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7" name="object 977"/>
            <p:cNvSpPr/>
            <p:nvPr/>
          </p:nvSpPr>
          <p:spPr>
            <a:xfrm>
              <a:off x="2658110" y="5464809"/>
              <a:ext cx="3810" cy="49530"/>
            </a:xfrm>
            <a:custGeom>
              <a:avLst/>
              <a:gdLst/>
              <a:ahLst/>
              <a:cxnLst/>
              <a:rect l="l" t="t" r="r" b="b"/>
              <a:pathLst>
                <a:path w="3810" h="49529">
                  <a:moveTo>
                    <a:pt x="380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0"/>
                  </a:lnTo>
                  <a:close/>
                </a:path>
                <a:path w="3810" h="49529">
                  <a:moveTo>
                    <a:pt x="380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3809"/>
                  </a:lnTo>
                  <a:close/>
                </a:path>
                <a:path w="3810" h="49529">
                  <a:moveTo>
                    <a:pt x="380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6350"/>
                  </a:lnTo>
                  <a:close/>
                </a:path>
                <a:path w="3810" h="49529">
                  <a:moveTo>
                    <a:pt x="380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10159"/>
                  </a:lnTo>
                  <a:close/>
                </a:path>
                <a:path w="3810" h="49529">
                  <a:moveTo>
                    <a:pt x="380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2700"/>
                  </a:lnTo>
                  <a:close/>
                </a:path>
                <a:path w="3810" h="49529">
                  <a:moveTo>
                    <a:pt x="3809" y="16509"/>
                  </a:moveTo>
                  <a:lnTo>
                    <a:pt x="0" y="16509"/>
                  </a:lnTo>
                  <a:lnTo>
                    <a:pt x="0" y="29209"/>
                  </a:lnTo>
                  <a:lnTo>
                    <a:pt x="3809" y="29209"/>
                  </a:lnTo>
                  <a:lnTo>
                    <a:pt x="3809" y="16509"/>
                  </a:lnTo>
                  <a:close/>
                </a:path>
                <a:path w="3810" h="49529">
                  <a:moveTo>
                    <a:pt x="3809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9209"/>
                  </a:lnTo>
                  <a:close/>
                </a:path>
                <a:path w="3810" h="49529">
                  <a:moveTo>
                    <a:pt x="3809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31750"/>
                  </a:lnTo>
                  <a:close/>
                </a:path>
                <a:path w="3810" h="49529">
                  <a:moveTo>
                    <a:pt x="380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5559"/>
                  </a:lnTo>
                  <a:close/>
                </a:path>
                <a:path w="3810" h="49529">
                  <a:moveTo>
                    <a:pt x="380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8100"/>
                  </a:lnTo>
                  <a:close/>
                </a:path>
                <a:path w="3810" h="49529">
                  <a:moveTo>
                    <a:pt x="380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1909"/>
                  </a:lnTo>
                  <a:close/>
                </a:path>
                <a:path w="3810" h="49529">
                  <a:moveTo>
                    <a:pt x="3809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44450"/>
                  </a:lnTo>
                  <a:close/>
                </a:path>
                <a:path w="3810" h="49529">
                  <a:moveTo>
                    <a:pt x="3809" y="48259"/>
                  </a:moveTo>
                  <a:lnTo>
                    <a:pt x="0" y="48259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8259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8" name="object 978"/>
            <p:cNvSpPr/>
            <p:nvPr/>
          </p:nvSpPr>
          <p:spPr>
            <a:xfrm>
              <a:off x="2661920" y="5464809"/>
              <a:ext cx="2540" cy="49530"/>
            </a:xfrm>
            <a:custGeom>
              <a:avLst/>
              <a:gdLst/>
              <a:ahLst/>
              <a:cxnLst/>
              <a:rect l="l" t="t" r="r" b="b"/>
              <a:pathLst>
                <a:path w="2539" h="49529">
                  <a:moveTo>
                    <a:pt x="126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2540" y="3809"/>
                  </a:lnTo>
                  <a:lnTo>
                    <a:pt x="2540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2539" h="49529">
                  <a:moveTo>
                    <a:pt x="254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2540" y="6349"/>
                  </a:lnTo>
                  <a:lnTo>
                    <a:pt x="2540" y="3809"/>
                  </a:lnTo>
                  <a:close/>
                </a:path>
                <a:path w="2539" h="49529">
                  <a:moveTo>
                    <a:pt x="254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2540" y="10159"/>
                  </a:lnTo>
                  <a:lnTo>
                    <a:pt x="2540" y="6350"/>
                  </a:lnTo>
                  <a:close/>
                </a:path>
                <a:path w="2539" h="49529">
                  <a:moveTo>
                    <a:pt x="254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2540" y="12699"/>
                  </a:lnTo>
                  <a:lnTo>
                    <a:pt x="2540" y="10159"/>
                  </a:lnTo>
                  <a:close/>
                </a:path>
                <a:path w="2539" h="49529">
                  <a:moveTo>
                    <a:pt x="254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2540" y="16509"/>
                  </a:lnTo>
                  <a:lnTo>
                    <a:pt x="2540" y="12700"/>
                  </a:lnTo>
                  <a:close/>
                </a:path>
                <a:path w="2539" h="49529">
                  <a:moveTo>
                    <a:pt x="2540" y="16509"/>
                  </a:moveTo>
                  <a:lnTo>
                    <a:pt x="0" y="16509"/>
                  </a:lnTo>
                  <a:lnTo>
                    <a:pt x="0" y="29209"/>
                  </a:lnTo>
                  <a:lnTo>
                    <a:pt x="2540" y="29209"/>
                  </a:lnTo>
                  <a:lnTo>
                    <a:pt x="2540" y="16509"/>
                  </a:lnTo>
                  <a:close/>
                </a:path>
                <a:path w="2539" h="49529">
                  <a:moveTo>
                    <a:pt x="2540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2540" y="31749"/>
                  </a:lnTo>
                  <a:lnTo>
                    <a:pt x="2540" y="29209"/>
                  </a:lnTo>
                  <a:close/>
                </a:path>
                <a:path w="2539" h="49529">
                  <a:moveTo>
                    <a:pt x="2540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2540" y="35559"/>
                  </a:lnTo>
                  <a:lnTo>
                    <a:pt x="2540" y="31750"/>
                  </a:lnTo>
                  <a:close/>
                </a:path>
                <a:path w="2539" h="49529">
                  <a:moveTo>
                    <a:pt x="254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2540" y="38099"/>
                  </a:lnTo>
                  <a:lnTo>
                    <a:pt x="2540" y="35559"/>
                  </a:lnTo>
                  <a:close/>
                </a:path>
                <a:path w="2539" h="49529">
                  <a:moveTo>
                    <a:pt x="254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2540" y="41909"/>
                  </a:lnTo>
                  <a:lnTo>
                    <a:pt x="2540" y="38100"/>
                  </a:lnTo>
                  <a:close/>
                </a:path>
                <a:path w="2539" h="49529">
                  <a:moveTo>
                    <a:pt x="254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2540" y="44449"/>
                  </a:lnTo>
                  <a:lnTo>
                    <a:pt x="2540" y="41909"/>
                  </a:lnTo>
                  <a:close/>
                </a:path>
                <a:path w="2539" h="49529">
                  <a:moveTo>
                    <a:pt x="254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2540" y="48259"/>
                  </a:lnTo>
                  <a:lnTo>
                    <a:pt x="2540" y="44450"/>
                  </a:lnTo>
                  <a:close/>
                </a:path>
                <a:path w="2539" h="49529">
                  <a:moveTo>
                    <a:pt x="2540" y="48259"/>
                  </a:moveTo>
                  <a:lnTo>
                    <a:pt x="0" y="48259"/>
                  </a:lnTo>
                  <a:lnTo>
                    <a:pt x="0" y="49529"/>
                  </a:lnTo>
                  <a:lnTo>
                    <a:pt x="2540" y="49529"/>
                  </a:lnTo>
                  <a:lnTo>
                    <a:pt x="2540" y="48259"/>
                  </a:lnTo>
                  <a:close/>
                </a:path>
              </a:pathLst>
            </a:custGeom>
            <a:solidFill>
              <a:srgbClr val="A7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9" name="object 979"/>
            <p:cNvSpPr/>
            <p:nvPr/>
          </p:nvSpPr>
          <p:spPr>
            <a:xfrm>
              <a:off x="2664460" y="5466080"/>
              <a:ext cx="5080" cy="46990"/>
            </a:xfrm>
            <a:custGeom>
              <a:avLst/>
              <a:gdLst/>
              <a:ahLst/>
              <a:cxnLst/>
              <a:rect l="l" t="t" r="r" b="b"/>
              <a:pathLst>
                <a:path w="5080" h="46989">
                  <a:moveTo>
                    <a:pt x="507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5079" y="2540"/>
                  </a:lnTo>
                  <a:lnTo>
                    <a:pt x="5079" y="0"/>
                  </a:lnTo>
                  <a:close/>
                </a:path>
                <a:path w="5080" h="46989">
                  <a:moveTo>
                    <a:pt x="507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5079" y="5080"/>
                  </a:lnTo>
                  <a:lnTo>
                    <a:pt x="5079" y="2540"/>
                  </a:lnTo>
                  <a:close/>
                </a:path>
                <a:path w="5080" h="46989">
                  <a:moveTo>
                    <a:pt x="507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5079" y="8890"/>
                  </a:lnTo>
                  <a:lnTo>
                    <a:pt x="5079" y="5080"/>
                  </a:lnTo>
                  <a:close/>
                </a:path>
                <a:path w="5080" h="46989">
                  <a:moveTo>
                    <a:pt x="507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5079" y="11430"/>
                  </a:lnTo>
                  <a:lnTo>
                    <a:pt x="5079" y="8890"/>
                  </a:lnTo>
                  <a:close/>
                </a:path>
                <a:path w="5080" h="46989">
                  <a:moveTo>
                    <a:pt x="5079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5079" y="15240"/>
                  </a:lnTo>
                  <a:lnTo>
                    <a:pt x="5079" y="11430"/>
                  </a:lnTo>
                  <a:close/>
                </a:path>
                <a:path w="5080" h="46989">
                  <a:moveTo>
                    <a:pt x="5079" y="15240"/>
                  </a:moveTo>
                  <a:lnTo>
                    <a:pt x="0" y="15240"/>
                  </a:lnTo>
                  <a:lnTo>
                    <a:pt x="0" y="27940"/>
                  </a:lnTo>
                  <a:lnTo>
                    <a:pt x="5079" y="27940"/>
                  </a:lnTo>
                  <a:lnTo>
                    <a:pt x="5079" y="15240"/>
                  </a:lnTo>
                  <a:close/>
                </a:path>
                <a:path w="5080" h="46989">
                  <a:moveTo>
                    <a:pt x="5079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5079" y="30480"/>
                  </a:lnTo>
                  <a:lnTo>
                    <a:pt x="5079" y="27940"/>
                  </a:lnTo>
                  <a:close/>
                </a:path>
                <a:path w="5080" h="46989">
                  <a:moveTo>
                    <a:pt x="5079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5079" y="34290"/>
                  </a:lnTo>
                  <a:lnTo>
                    <a:pt x="5079" y="30480"/>
                  </a:lnTo>
                  <a:close/>
                </a:path>
                <a:path w="5080" h="46989">
                  <a:moveTo>
                    <a:pt x="5079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5079" y="36830"/>
                  </a:lnTo>
                  <a:lnTo>
                    <a:pt x="5079" y="34290"/>
                  </a:lnTo>
                  <a:close/>
                </a:path>
                <a:path w="5080" h="46989">
                  <a:moveTo>
                    <a:pt x="5079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5079" y="40640"/>
                  </a:lnTo>
                  <a:lnTo>
                    <a:pt x="5079" y="36830"/>
                  </a:lnTo>
                  <a:close/>
                </a:path>
                <a:path w="5080" h="46989">
                  <a:moveTo>
                    <a:pt x="5079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5079" y="43180"/>
                  </a:lnTo>
                  <a:lnTo>
                    <a:pt x="5079" y="40640"/>
                  </a:lnTo>
                  <a:close/>
                </a:path>
                <a:path w="5080" h="46989">
                  <a:moveTo>
                    <a:pt x="5079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5079" y="46990"/>
                  </a:lnTo>
                  <a:lnTo>
                    <a:pt x="5079" y="43180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0" name="object 980"/>
            <p:cNvSpPr/>
            <p:nvPr/>
          </p:nvSpPr>
          <p:spPr>
            <a:xfrm>
              <a:off x="2669539" y="5466080"/>
              <a:ext cx="2540" cy="46990"/>
            </a:xfrm>
            <a:custGeom>
              <a:avLst/>
              <a:gdLst/>
              <a:ahLst/>
              <a:cxnLst/>
              <a:rect l="l" t="t" r="r" b="b"/>
              <a:pathLst>
                <a:path w="2539" h="46989">
                  <a:moveTo>
                    <a:pt x="127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540" y="254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2539" h="46989">
                  <a:moveTo>
                    <a:pt x="254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2540"/>
                  </a:lnTo>
                  <a:close/>
                </a:path>
                <a:path w="2539" h="46989">
                  <a:moveTo>
                    <a:pt x="254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2540" y="8890"/>
                  </a:lnTo>
                  <a:lnTo>
                    <a:pt x="2540" y="5080"/>
                  </a:lnTo>
                  <a:close/>
                </a:path>
                <a:path w="2539" h="46989">
                  <a:moveTo>
                    <a:pt x="254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8890"/>
                  </a:lnTo>
                  <a:close/>
                </a:path>
                <a:path w="2539" h="46989">
                  <a:moveTo>
                    <a:pt x="254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2540" y="15240"/>
                  </a:lnTo>
                  <a:lnTo>
                    <a:pt x="2540" y="11430"/>
                  </a:lnTo>
                  <a:close/>
                </a:path>
                <a:path w="2539" h="46989">
                  <a:moveTo>
                    <a:pt x="2540" y="15240"/>
                  </a:moveTo>
                  <a:lnTo>
                    <a:pt x="0" y="15240"/>
                  </a:lnTo>
                  <a:lnTo>
                    <a:pt x="0" y="27940"/>
                  </a:lnTo>
                  <a:lnTo>
                    <a:pt x="2540" y="27940"/>
                  </a:lnTo>
                  <a:lnTo>
                    <a:pt x="2540" y="15240"/>
                  </a:lnTo>
                  <a:close/>
                </a:path>
                <a:path w="2539" h="46989">
                  <a:moveTo>
                    <a:pt x="2540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2540" y="30480"/>
                  </a:lnTo>
                  <a:lnTo>
                    <a:pt x="2540" y="27940"/>
                  </a:lnTo>
                  <a:close/>
                </a:path>
                <a:path w="2539" h="46989">
                  <a:moveTo>
                    <a:pt x="2540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2540" y="34290"/>
                  </a:lnTo>
                  <a:lnTo>
                    <a:pt x="2540" y="30480"/>
                  </a:lnTo>
                  <a:close/>
                </a:path>
                <a:path w="2539" h="46989">
                  <a:moveTo>
                    <a:pt x="2540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2540" y="36830"/>
                  </a:lnTo>
                  <a:lnTo>
                    <a:pt x="2540" y="34290"/>
                  </a:lnTo>
                  <a:close/>
                </a:path>
                <a:path w="2539" h="46989">
                  <a:moveTo>
                    <a:pt x="2540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2540" y="40640"/>
                  </a:lnTo>
                  <a:lnTo>
                    <a:pt x="2540" y="36830"/>
                  </a:lnTo>
                  <a:close/>
                </a:path>
                <a:path w="2539" h="46989">
                  <a:moveTo>
                    <a:pt x="2540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2540" y="43180"/>
                  </a:lnTo>
                  <a:lnTo>
                    <a:pt x="2540" y="40640"/>
                  </a:lnTo>
                  <a:close/>
                </a:path>
                <a:path w="2539" h="46989">
                  <a:moveTo>
                    <a:pt x="2540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2540" y="46990"/>
                  </a:lnTo>
                  <a:lnTo>
                    <a:pt x="2540" y="43180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1" name="object 981"/>
            <p:cNvSpPr/>
            <p:nvPr/>
          </p:nvSpPr>
          <p:spPr>
            <a:xfrm>
              <a:off x="2672079" y="5467350"/>
              <a:ext cx="3810" cy="45720"/>
            </a:xfrm>
            <a:custGeom>
              <a:avLst/>
              <a:gdLst/>
              <a:ahLst/>
              <a:cxnLst/>
              <a:rect l="l" t="t" r="r" b="b"/>
              <a:pathLst>
                <a:path w="3810" h="45720">
                  <a:moveTo>
                    <a:pt x="253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  <a:path w="3810" h="45720">
                  <a:moveTo>
                    <a:pt x="3809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1270"/>
                  </a:lnTo>
                  <a:close/>
                </a:path>
                <a:path w="3810" h="45720">
                  <a:moveTo>
                    <a:pt x="3809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3810"/>
                  </a:lnTo>
                  <a:close/>
                </a:path>
                <a:path w="3810" h="45720">
                  <a:moveTo>
                    <a:pt x="3809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7620"/>
                  </a:lnTo>
                  <a:close/>
                </a:path>
                <a:path w="3810" h="45720">
                  <a:moveTo>
                    <a:pt x="3809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10160"/>
                  </a:lnTo>
                  <a:close/>
                </a:path>
                <a:path w="3810" h="45720">
                  <a:moveTo>
                    <a:pt x="3809" y="13970"/>
                  </a:moveTo>
                  <a:lnTo>
                    <a:pt x="0" y="13970"/>
                  </a:lnTo>
                  <a:lnTo>
                    <a:pt x="0" y="26669"/>
                  </a:lnTo>
                  <a:lnTo>
                    <a:pt x="3809" y="26669"/>
                  </a:lnTo>
                  <a:lnTo>
                    <a:pt x="3809" y="13970"/>
                  </a:lnTo>
                  <a:close/>
                </a:path>
                <a:path w="3810" h="45720">
                  <a:moveTo>
                    <a:pt x="3809" y="26670"/>
                  </a:moveTo>
                  <a:lnTo>
                    <a:pt x="0" y="26670"/>
                  </a:lnTo>
                  <a:lnTo>
                    <a:pt x="0" y="29209"/>
                  </a:lnTo>
                  <a:lnTo>
                    <a:pt x="3809" y="29209"/>
                  </a:lnTo>
                  <a:lnTo>
                    <a:pt x="3809" y="26670"/>
                  </a:lnTo>
                  <a:close/>
                </a:path>
                <a:path w="3810" h="45720">
                  <a:moveTo>
                    <a:pt x="3809" y="29210"/>
                  </a:moveTo>
                  <a:lnTo>
                    <a:pt x="0" y="29210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9210"/>
                  </a:lnTo>
                  <a:close/>
                </a:path>
                <a:path w="3810" h="45720">
                  <a:moveTo>
                    <a:pt x="3809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33020"/>
                  </a:lnTo>
                  <a:close/>
                </a:path>
                <a:path w="3810" h="45720">
                  <a:moveTo>
                    <a:pt x="3809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5560"/>
                  </a:lnTo>
                  <a:close/>
                </a:path>
                <a:path w="3810" h="45720">
                  <a:moveTo>
                    <a:pt x="3809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9370"/>
                  </a:lnTo>
                  <a:close/>
                </a:path>
                <a:path w="3810" h="45720">
                  <a:moveTo>
                    <a:pt x="3809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2539" y="45719"/>
                  </a:lnTo>
                  <a:lnTo>
                    <a:pt x="2539" y="44450"/>
                  </a:lnTo>
                  <a:lnTo>
                    <a:pt x="3809" y="44450"/>
                  </a:lnTo>
                  <a:lnTo>
                    <a:pt x="3809" y="41910"/>
                  </a:lnTo>
                  <a:close/>
                </a:path>
              </a:pathLst>
            </a:custGeom>
            <a:solidFill>
              <a:srgbClr val="AEBA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2" name="object 982"/>
            <p:cNvSpPr/>
            <p:nvPr/>
          </p:nvSpPr>
          <p:spPr>
            <a:xfrm>
              <a:off x="2675889" y="5468620"/>
              <a:ext cx="3810" cy="43180"/>
            </a:xfrm>
            <a:custGeom>
              <a:avLst/>
              <a:gdLst/>
              <a:ahLst/>
              <a:cxnLst/>
              <a:rect l="l" t="t" r="r" b="b"/>
              <a:pathLst>
                <a:path w="3810" h="43179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43179">
                  <a:moveTo>
                    <a:pt x="381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2539"/>
                  </a:lnTo>
                  <a:close/>
                </a:path>
                <a:path w="3810" h="43179">
                  <a:moveTo>
                    <a:pt x="381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49"/>
                  </a:lnTo>
                  <a:close/>
                </a:path>
                <a:path w="3810" h="43179">
                  <a:moveTo>
                    <a:pt x="381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8889"/>
                  </a:lnTo>
                  <a:close/>
                </a:path>
                <a:path w="3810" h="43179">
                  <a:moveTo>
                    <a:pt x="3810" y="12699"/>
                  </a:moveTo>
                  <a:lnTo>
                    <a:pt x="0" y="1269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12699"/>
                  </a:lnTo>
                  <a:close/>
                </a:path>
                <a:path w="3810" h="43179">
                  <a:moveTo>
                    <a:pt x="3810" y="25399"/>
                  </a:moveTo>
                  <a:lnTo>
                    <a:pt x="0" y="25399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5399"/>
                  </a:lnTo>
                  <a:close/>
                </a:path>
                <a:path w="3810" h="43179">
                  <a:moveTo>
                    <a:pt x="3810" y="27939"/>
                  </a:moveTo>
                  <a:lnTo>
                    <a:pt x="0" y="2793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7939"/>
                  </a:lnTo>
                  <a:close/>
                </a:path>
                <a:path w="3810" h="43179">
                  <a:moveTo>
                    <a:pt x="3810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31749"/>
                  </a:lnTo>
                  <a:close/>
                </a:path>
                <a:path w="3810" h="43179">
                  <a:moveTo>
                    <a:pt x="3810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4289"/>
                  </a:lnTo>
                  <a:close/>
                </a:path>
                <a:path w="3810" h="43179">
                  <a:moveTo>
                    <a:pt x="381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8099"/>
                  </a:lnTo>
                  <a:close/>
                </a:path>
                <a:path w="3810" h="43179">
                  <a:moveTo>
                    <a:pt x="3810" y="40639"/>
                  </a:moveTo>
                  <a:lnTo>
                    <a:pt x="0" y="40639"/>
                  </a:lnTo>
                  <a:lnTo>
                    <a:pt x="0" y="43179"/>
                  </a:lnTo>
                  <a:lnTo>
                    <a:pt x="1269" y="43179"/>
                  </a:lnTo>
                  <a:lnTo>
                    <a:pt x="1269" y="41909"/>
                  </a:lnTo>
                  <a:lnTo>
                    <a:pt x="3810" y="41909"/>
                  </a:lnTo>
                  <a:lnTo>
                    <a:pt x="3810" y="40639"/>
                  </a:lnTo>
                  <a:close/>
                </a:path>
              </a:pathLst>
            </a:custGeom>
            <a:solidFill>
              <a:srgbClr val="B1BD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3" name="object 983"/>
            <p:cNvSpPr/>
            <p:nvPr/>
          </p:nvSpPr>
          <p:spPr>
            <a:xfrm>
              <a:off x="2679700" y="5468620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41910">
                  <a:moveTo>
                    <a:pt x="381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2539"/>
                  </a:lnTo>
                  <a:close/>
                </a:path>
                <a:path w="3810" h="41910">
                  <a:moveTo>
                    <a:pt x="381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49"/>
                  </a:lnTo>
                  <a:close/>
                </a:path>
                <a:path w="3810" h="41910">
                  <a:moveTo>
                    <a:pt x="381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8889"/>
                  </a:lnTo>
                  <a:close/>
                </a:path>
                <a:path w="3810" h="41910">
                  <a:moveTo>
                    <a:pt x="3810" y="12699"/>
                  </a:moveTo>
                  <a:lnTo>
                    <a:pt x="0" y="1269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12699"/>
                  </a:lnTo>
                  <a:close/>
                </a:path>
                <a:path w="3810" h="41910">
                  <a:moveTo>
                    <a:pt x="3810" y="25399"/>
                  </a:moveTo>
                  <a:lnTo>
                    <a:pt x="0" y="25399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5399"/>
                  </a:lnTo>
                  <a:close/>
                </a:path>
                <a:path w="3810" h="41910">
                  <a:moveTo>
                    <a:pt x="3810" y="27939"/>
                  </a:moveTo>
                  <a:lnTo>
                    <a:pt x="0" y="2793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7939"/>
                  </a:lnTo>
                  <a:close/>
                </a:path>
                <a:path w="3810" h="41910">
                  <a:moveTo>
                    <a:pt x="3810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31749"/>
                  </a:lnTo>
                  <a:close/>
                </a:path>
                <a:path w="3810" h="41910">
                  <a:moveTo>
                    <a:pt x="3810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4289"/>
                  </a:lnTo>
                  <a:close/>
                </a:path>
                <a:path w="3810" h="41910">
                  <a:moveTo>
                    <a:pt x="381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8099"/>
                  </a:lnTo>
                  <a:close/>
                </a:path>
                <a:path w="3810" h="41910">
                  <a:moveTo>
                    <a:pt x="2540" y="40639"/>
                  </a:moveTo>
                  <a:lnTo>
                    <a:pt x="0" y="40639"/>
                  </a:lnTo>
                  <a:lnTo>
                    <a:pt x="0" y="41909"/>
                  </a:lnTo>
                  <a:lnTo>
                    <a:pt x="2540" y="41909"/>
                  </a:lnTo>
                  <a:lnTo>
                    <a:pt x="2540" y="40639"/>
                  </a:lnTo>
                  <a:close/>
                </a:path>
              </a:pathLst>
            </a:custGeom>
            <a:solidFill>
              <a:srgbClr val="B4BF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4" name="object 984"/>
            <p:cNvSpPr/>
            <p:nvPr/>
          </p:nvSpPr>
          <p:spPr>
            <a:xfrm>
              <a:off x="2683510" y="5469889"/>
              <a:ext cx="3810" cy="39370"/>
            </a:xfrm>
            <a:custGeom>
              <a:avLst/>
              <a:gdLst/>
              <a:ahLst/>
              <a:cxnLst/>
              <a:rect l="l" t="t" r="r" b="b"/>
              <a:pathLst>
                <a:path w="3810" h="39370">
                  <a:moveTo>
                    <a:pt x="3809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09" y="1270"/>
                  </a:lnTo>
                  <a:lnTo>
                    <a:pt x="3809" y="0"/>
                  </a:lnTo>
                  <a:close/>
                </a:path>
                <a:path w="3810" h="39370">
                  <a:moveTo>
                    <a:pt x="380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1270"/>
                  </a:lnTo>
                  <a:close/>
                </a:path>
                <a:path w="3810" h="39370">
                  <a:moveTo>
                    <a:pt x="380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09" y="7620"/>
                  </a:lnTo>
                  <a:lnTo>
                    <a:pt x="3809" y="5080"/>
                  </a:lnTo>
                  <a:close/>
                </a:path>
                <a:path w="3810" h="39370">
                  <a:moveTo>
                    <a:pt x="380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7620"/>
                  </a:lnTo>
                  <a:close/>
                </a:path>
                <a:path w="3810" h="39370">
                  <a:moveTo>
                    <a:pt x="3809" y="11430"/>
                  </a:moveTo>
                  <a:lnTo>
                    <a:pt x="0" y="11430"/>
                  </a:lnTo>
                  <a:lnTo>
                    <a:pt x="0" y="24130"/>
                  </a:lnTo>
                  <a:lnTo>
                    <a:pt x="3809" y="24130"/>
                  </a:lnTo>
                  <a:lnTo>
                    <a:pt x="3809" y="11430"/>
                  </a:lnTo>
                  <a:close/>
                </a:path>
                <a:path w="3810" h="39370">
                  <a:moveTo>
                    <a:pt x="3809" y="24130"/>
                  </a:moveTo>
                  <a:lnTo>
                    <a:pt x="0" y="24130"/>
                  </a:lnTo>
                  <a:lnTo>
                    <a:pt x="0" y="26670"/>
                  </a:lnTo>
                  <a:lnTo>
                    <a:pt x="3809" y="26670"/>
                  </a:lnTo>
                  <a:lnTo>
                    <a:pt x="3809" y="24130"/>
                  </a:lnTo>
                  <a:close/>
                </a:path>
                <a:path w="3810" h="39370">
                  <a:moveTo>
                    <a:pt x="3809" y="26670"/>
                  </a:moveTo>
                  <a:lnTo>
                    <a:pt x="0" y="26670"/>
                  </a:lnTo>
                  <a:lnTo>
                    <a:pt x="0" y="30480"/>
                  </a:lnTo>
                  <a:lnTo>
                    <a:pt x="3809" y="30480"/>
                  </a:lnTo>
                  <a:lnTo>
                    <a:pt x="3809" y="26670"/>
                  </a:lnTo>
                  <a:close/>
                </a:path>
                <a:path w="3810" h="39370">
                  <a:moveTo>
                    <a:pt x="3809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3809" y="33020"/>
                  </a:lnTo>
                  <a:lnTo>
                    <a:pt x="3809" y="30480"/>
                  </a:lnTo>
                  <a:close/>
                </a:path>
                <a:path w="3810" h="39370">
                  <a:moveTo>
                    <a:pt x="3809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3020"/>
                  </a:lnTo>
                  <a:close/>
                </a:path>
                <a:path w="3810" h="39370">
                  <a:moveTo>
                    <a:pt x="3809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2539" y="39370"/>
                  </a:lnTo>
                  <a:lnTo>
                    <a:pt x="2539" y="38100"/>
                  </a:lnTo>
                  <a:lnTo>
                    <a:pt x="3809" y="38100"/>
                  </a:lnTo>
                  <a:lnTo>
                    <a:pt x="3809" y="36830"/>
                  </a:lnTo>
                  <a:close/>
                </a:path>
              </a:pathLst>
            </a:custGeom>
            <a:solidFill>
              <a:srgbClr val="B6C1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5" name="object 985"/>
            <p:cNvSpPr/>
            <p:nvPr/>
          </p:nvSpPr>
          <p:spPr>
            <a:xfrm>
              <a:off x="2687320" y="5469889"/>
              <a:ext cx="3810" cy="38100"/>
            </a:xfrm>
            <a:custGeom>
              <a:avLst/>
              <a:gdLst/>
              <a:ahLst/>
              <a:cxnLst/>
              <a:rect l="l" t="t" r="r" b="b"/>
              <a:pathLst>
                <a:path w="3810" h="38100">
                  <a:moveTo>
                    <a:pt x="1269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3810" h="38100">
                  <a:moveTo>
                    <a:pt x="381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70"/>
                  </a:lnTo>
                  <a:close/>
                </a:path>
                <a:path w="3810" h="38100">
                  <a:moveTo>
                    <a:pt x="3810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80"/>
                  </a:lnTo>
                  <a:close/>
                </a:path>
                <a:path w="3810" h="38100">
                  <a:moveTo>
                    <a:pt x="3810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20"/>
                  </a:lnTo>
                  <a:close/>
                </a:path>
                <a:path w="3810" h="38100">
                  <a:moveTo>
                    <a:pt x="3810" y="11430"/>
                  </a:moveTo>
                  <a:lnTo>
                    <a:pt x="0" y="1143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1430"/>
                  </a:lnTo>
                  <a:close/>
                </a:path>
                <a:path w="3810" h="38100">
                  <a:moveTo>
                    <a:pt x="3810" y="24130"/>
                  </a:moveTo>
                  <a:lnTo>
                    <a:pt x="0" y="24130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4130"/>
                  </a:lnTo>
                  <a:close/>
                </a:path>
                <a:path w="3810" h="38100">
                  <a:moveTo>
                    <a:pt x="3810" y="26670"/>
                  </a:moveTo>
                  <a:lnTo>
                    <a:pt x="0" y="2667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26670"/>
                  </a:lnTo>
                  <a:close/>
                </a:path>
                <a:path w="3810" h="38100">
                  <a:moveTo>
                    <a:pt x="3810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3810" y="33020"/>
                  </a:lnTo>
                  <a:lnTo>
                    <a:pt x="3810" y="30480"/>
                  </a:lnTo>
                  <a:close/>
                </a:path>
                <a:path w="3810" h="38100">
                  <a:moveTo>
                    <a:pt x="3810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3020"/>
                  </a:lnTo>
                  <a:close/>
                </a:path>
                <a:path w="3810" h="38100">
                  <a:moveTo>
                    <a:pt x="3810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6830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6" name="object 986"/>
            <p:cNvSpPr/>
            <p:nvPr/>
          </p:nvSpPr>
          <p:spPr>
            <a:xfrm>
              <a:off x="2691129" y="5471159"/>
              <a:ext cx="2540" cy="36830"/>
            </a:xfrm>
            <a:custGeom>
              <a:avLst/>
              <a:gdLst/>
              <a:ahLst/>
              <a:cxnLst/>
              <a:rect l="l" t="t" r="r" b="b"/>
              <a:pathLst>
                <a:path w="2539" h="36829">
                  <a:moveTo>
                    <a:pt x="126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2539" y="3809"/>
                  </a:lnTo>
                  <a:lnTo>
                    <a:pt x="253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2539" h="36829">
                  <a:moveTo>
                    <a:pt x="253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2539" y="6349"/>
                  </a:lnTo>
                  <a:lnTo>
                    <a:pt x="2539" y="3809"/>
                  </a:lnTo>
                  <a:close/>
                </a:path>
                <a:path w="2539" h="36829">
                  <a:moveTo>
                    <a:pt x="253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2539" y="10159"/>
                  </a:lnTo>
                  <a:lnTo>
                    <a:pt x="2539" y="6350"/>
                  </a:lnTo>
                  <a:close/>
                </a:path>
                <a:path w="2539" h="36829">
                  <a:moveTo>
                    <a:pt x="2539" y="10159"/>
                  </a:moveTo>
                  <a:lnTo>
                    <a:pt x="0" y="10159"/>
                  </a:lnTo>
                  <a:lnTo>
                    <a:pt x="0" y="22859"/>
                  </a:lnTo>
                  <a:lnTo>
                    <a:pt x="2539" y="22859"/>
                  </a:lnTo>
                  <a:lnTo>
                    <a:pt x="2539" y="10159"/>
                  </a:lnTo>
                  <a:close/>
                </a:path>
                <a:path w="2539" h="36829">
                  <a:moveTo>
                    <a:pt x="2539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2539" y="25399"/>
                  </a:lnTo>
                  <a:lnTo>
                    <a:pt x="2539" y="22859"/>
                  </a:lnTo>
                  <a:close/>
                </a:path>
                <a:path w="2539" h="36829">
                  <a:moveTo>
                    <a:pt x="2539" y="25400"/>
                  </a:moveTo>
                  <a:lnTo>
                    <a:pt x="0" y="25400"/>
                  </a:lnTo>
                  <a:lnTo>
                    <a:pt x="0" y="29209"/>
                  </a:lnTo>
                  <a:lnTo>
                    <a:pt x="2539" y="29209"/>
                  </a:lnTo>
                  <a:lnTo>
                    <a:pt x="2539" y="25400"/>
                  </a:lnTo>
                  <a:close/>
                </a:path>
                <a:path w="2539" h="36829">
                  <a:moveTo>
                    <a:pt x="2539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2539" y="31749"/>
                  </a:lnTo>
                  <a:lnTo>
                    <a:pt x="2539" y="29209"/>
                  </a:lnTo>
                  <a:close/>
                </a:path>
                <a:path w="2539" h="36829">
                  <a:moveTo>
                    <a:pt x="2539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2539" y="35559"/>
                  </a:lnTo>
                  <a:lnTo>
                    <a:pt x="2539" y="31750"/>
                  </a:lnTo>
                  <a:close/>
                </a:path>
                <a:path w="2539" h="36829">
                  <a:moveTo>
                    <a:pt x="1269" y="35559"/>
                  </a:moveTo>
                  <a:lnTo>
                    <a:pt x="0" y="35559"/>
                  </a:lnTo>
                  <a:lnTo>
                    <a:pt x="0" y="36829"/>
                  </a:lnTo>
                  <a:lnTo>
                    <a:pt x="1269" y="36829"/>
                  </a:lnTo>
                  <a:lnTo>
                    <a:pt x="1269" y="35559"/>
                  </a:lnTo>
                  <a:close/>
                </a:path>
              </a:pathLst>
            </a:custGeom>
            <a:solidFill>
              <a:srgbClr val="BC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7" name="object 987"/>
            <p:cNvSpPr/>
            <p:nvPr/>
          </p:nvSpPr>
          <p:spPr>
            <a:xfrm>
              <a:off x="2693670" y="5472430"/>
              <a:ext cx="3810" cy="34290"/>
            </a:xfrm>
            <a:custGeom>
              <a:avLst/>
              <a:gdLst/>
              <a:ahLst/>
              <a:cxnLst/>
              <a:rect l="l" t="t" r="r" b="b"/>
              <a:pathLst>
                <a:path w="3810" h="34289">
                  <a:moveTo>
                    <a:pt x="126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3810" h="34289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34289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10" h="34289">
                  <a:moveTo>
                    <a:pt x="3810" y="8890"/>
                  </a:moveTo>
                  <a:lnTo>
                    <a:pt x="0" y="889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8890"/>
                  </a:lnTo>
                  <a:close/>
                </a:path>
                <a:path w="3810" h="34289">
                  <a:moveTo>
                    <a:pt x="3810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1590"/>
                  </a:lnTo>
                  <a:close/>
                </a:path>
                <a:path w="3810" h="34289">
                  <a:moveTo>
                    <a:pt x="3810" y="24130"/>
                  </a:moveTo>
                  <a:lnTo>
                    <a:pt x="0" y="24130"/>
                  </a:lnTo>
                  <a:lnTo>
                    <a:pt x="0" y="27940"/>
                  </a:lnTo>
                  <a:lnTo>
                    <a:pt x="3810" y="27940"/>
                  </a:lnTo>
                  <a:lnTo>
                    <a:pt x="3810" y="24130"/>
                  </a:lnTo>
                  <a:close/>
                </a:path>
                <a:path w="3810" h="34289">
                  <a:moveTo>
                    <a:pt x="3810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27940"/>
                  </a:lnTo>
                  <a:close/>
                </a:path>
                <a:path w="3810" h="34289">
                  <a:moveTo>
                    <a:pt x="3810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1270" y="34290"/>
                  </a:lnTo>
                  <a:lnTo>
                    <a:pt x="1270" y="33020"/>
                  </a:lnTo>
                  <a:lnTo>
                    <a:pt x="3810" y="33020"/>
                  </a:lnTo>
                  <a:lnTo>
                    <a:pt x="3810" y="30480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8" name="object 988"/>
            <p:cNvSpPr/>
            <p:nvPr/>
          </p:nvSpPr>
          <p:spPr>
            <a:xfrm>
              <a:off x="2697479" y="5474970"/>
              <a:ext cx="3810" cy="30480"/>
            </a:xfrm>
            <a:custGeom>
              <a:avLst/>
              <a:gdLst/>
              <a:ahLst/>
              <a:cxnLst/>
              <a:rect l="l" t="t" r="r" b="b"/>
              <a:pathLst>
                <a:path w="3810" h="30479">
                  <a:moveTo>
                    <a:pt x="126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3810" h="30479">
                  <a:moveTo>
                    <a:pt x="380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2539"/>
                  </a:lnTo>
                  <a:close/>
                </a:path>
                <a:path w="3810" h="30479">
                  <a:moveTo>
                    <a:pt x="3809" y="6349"/>
                  </a:moveTo>
                  <a:lnTo>
                    <a:pt x="0" y="634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6349"/>
                  </a:lnTo>
                  <a:close/>
                </a:path>
                <a:path w="3810" h="30479">
                  <a:moveTo>
                    <a:pt x="3809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9049"/>
                  </a:lnTo>
                  <a:close/>
                </a:path>
                <a:path w="3810" h="30479">
                  <a:moveTo>
                    <a:pt x="3809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1589"/>
                  </a:lnTo>
                  <a:close/>
                </a:path>
                <a:path w="3810" h="30479">
                  <a:moveTo>
                    <a:pt x="3809" y="25399"/>
                  </a:moveTo>
                  <a:lnTo>
                    <a:pt x="0" y="25399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5399"/>
                  </a:lnTo>
                  <a:close/>
                </a:path>
                <a:path w="3810" h="30479">
                  <a:moveTo>
                    <a:pt x="3809" y="27939"/>
                  </a:moveTo>
                  <a:lnTo>
                    <a:pt x="0" y="27939"/>
                  </a:lnTo>
                  <a:lnTo>
                    <a:pt x="0" y="30479"/>
                  </a:lnTo>
                  <a:lnTo>
                    <a:pt x="1269" y="30479"/>
                  </a:lnTo>
                  <a:lnTo>
                    <a:pt x="1269" y="29209"/>
                  </a:lnTo>
                  <a:lnTo>
                    <a:pt x="3809" y="29209"/>
                  </a:lnTo>
                  <a:lnTo>
                    <a:pt x="3809" y="27939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9" name="object 989"/>
            <p:cNvSpPr/>
            <p:nvPr/>
          </p:nvSpPr>
          <p:spPr>
            <a:xfrm>
              <a:off x="2701289" y="5476239"/>
              <a:ext cx="3810" cy="26670"/>
            </a:xfrm>
            <a:custGeom>
              <a:avLst/>
              <a:gdLst/>
              <a:ahLst/>
              <a:cxnLst/>
              <a:rect l="l" t="t" r="r" b="b"/>
              <a:pathLst>
                <a:path w="3810" h="26670">
                  <a:moveTo>
                    <a:pt x="12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3810" h="26670">
                  <a:moveTo>
                    <a:pt x="381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70"/>
                  </a:lnTo>
                  <a:close/>
                </a:path>
                <a:path w="3810" h="26670">
                  <a:moveTo>
                    <a:pt x="3810" y="5080"/>
                  </a:moveTo>
                  <a:lnTo>
                    <a:pt x="0" y="508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5080"/>
                  </a:lnTo>
                  <a:close/>
                </a:path>
                <a:path w="3810" h="26670">
                  <a:moveTo>
                    <a:pt x="3810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80"/>
                  </a:lnTo>
                  <a:close/>
                </a:path>
                <a:path w="3810" h="26670">
                  <a:moveTo>
                    <a:pt x="3810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0320"/>
                  </a:lnTo>
                  <a:close/>
                </a:path>
                <a:path w="3810" h="26670">
                  <a:moveTo>
                    <a:pt x="3810" y="24130"/>
                  </a:moveTo>
                  <a:lnTo>
                    <a:pt x="0" y="24130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4130"/>
                  </a:lnTo>
                  <a:close/>
                </a:path>
              </a:pathLst>
            </a:custGeom>
            <a:solidFill>
              <a:srgbClr val="C4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0" name="object 990"/>
            <p:cNvSpPr/>
            <p:nvPr/>
          </p:nvSpPr>
          <p:spPr>
            <a:xfrm>
              <a:off x="2705100" y="5478780"/>
              <a:ext cx="3810" cy="22860"/>
            </a:xfrm>
            <a:custGeom>
              <a:avLst/>
              <a:gdLst/>
              <a:ahLst/>
              <a:cxnLst/>
              <a:rect l="l" t="t" r="r" b="b"/>
              <a:pathLst>
                <a:path w="3810" h="2286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  <a:path w="3810" h="22860">
                  <a:moveTo>
                    <a:pt x="3810" y="2540"/>
                  </a:moveTo>
                  <a:lnTo>
                    <a:pt x="0" y="254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2540"/>
                  </a:lnTo>
                  <a:close/>
                </a:path>
                <a:path w="3810" h="22860">
                  <a:moveTo>
                    <a:pt x="381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40"/>
                  </a:lnTo>
                  <a:close/>
                </a:path>
                <a:path w="3810" h="22860">
                  <a:moveTo>
                    <a:pt x="3810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80"/>
                  </a:lnTo>
                  <a:close/>
                </a:path>
                <a:path w="3810" h="22860">
                  <a:moveTo>
                    <a:pt x="1269" y="21590"/>
                  </a:moveTo>
                  <a:lnTo>
                    <a:pt x="0" y="21590"/>
                  </a:lnTo>
                  <a:lnTo>
                    <a:pt x="0" y="22860"/>
                  </a:lnTo>
                  <a:lnTo>
                    <a:pt x="1269" y="22860"/>
                  </a:lnTo>
                  <a:lnTo>
                    <a:pt x="1269" y="21590"/>
                  </a:lnTo>
                  <a:close/>
                </a:path>
              </a:pathLst>
            </a:custGeom>
            <a:solidFill>
              <a:srgbClr val="C6CF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1" name="object 991"/>
            <p:cNvSpPr/>
            <p:nvPr/>
          </p:nvSpPr>
          <p:spPr>
            <a:xfrm>
              <a:off x="2708910" y="5480050"/>
              <a:ext cx="3810" cy="20320"/>
            </a:xfrm>
            <a:custGeom>
              <a:avLst/>
              <a:gdLst/>
              <a:ahLst/>
              <a:cxnLst/>
              <a:rect l="l" t="t" r="r" b="b"/>
              <a:pathLst>
                <a:path w="3810" h="20320">
                  <a:moveTo>
                    <a:pt x="126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3810" h="20320">
                  <a:moveTo>
                    <a:pt x="2539" y="1270"/>
                  </a:moveTo>
                  <a:lnTo>
                    <a:pt x="0" y="1270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2540"/>
                  </a:lnTo>
                  <a:lnTo>
                    <a:pt x="2539" y="2540"/>
                  </a:lnTo>
                  <a:lnTo>
                    <a:pt x="2539" y="1270"/>
                  </a:lnTo>
                  <a:close/>
                </a:path>
                <a:path w="3810" h="20320">
                  <a:moveTo>
                    <a:pt x="3809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3970"/>
                  </a:lnTo>
                  <a:close/>
                </a:path>
                <a:path w="3810" h="20320">
                  <a:moveTo>
                    <a:pt x="3809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1269" y="20319"/>
                  </a:lnTo>
                  <a:lnTo>
                    <a:pt x="1269" y="19050"/>
                  </a:lnTo>
                  <a:lnTo>
                    <a:pt x="2539" y="19050"/>
                  </a:lnTo>
                  <a:lnTo>
                    <a:pt x="2539" y="17780"/>
                  </a:lnTo>
                  <a:lnTo>
                    <a:pt x="3809" y="17780"/>
                  </a:lnTo>
                  <a:lnTo>
                    <a:pt x="3809" y="16510"/>
                  </a:lnTo>
                  <a:close/>
                </a:path>
              </a:pathLst>
            </a:custGeom>
            <a:solidFill>
              <a:srgbClr val="C9D1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2" name="object 992"/>
            <p:cNvSpPr/>
            <p:nvPr/>
          </p:nvSpPr>
          <p:spPr>
            <a:xfrm>
              <a:off x="2712720" y="5482589"/>
              <a:ext cx="2540" cy="13970"/>
            </a:xfrm>
            <a:custGeom>
              <a:avLst/>
              <a:gdLst/>
              <a:ahLst/>
              <a:cxnLst/>
              <a:rect l="l" t="t" r="r" b="b"/>
              <a:pathLst>
                <a:path w="2539" h="13970">
                  <a:moveTo>
                    <a:pt x="1269" y="0"/>
                  </a:moveTo>
                  <a:lnTo>
                    <a:pt x="0" y="0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3810"/>
                  </a:lnTo>
                  <a:lnTo>
                    <a:pt x="1269" y="3810"/>
                  </a:lnTo>
                  <a:lnTo>
                    <a:pt x="1269" y="0"/>
                  </a:lnTo>
                  <a:close/>
                </a:path>
                <a:path w="2539" h="13970">
                  <a:moveTo>
                    <a:pt x="1269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1269" y="13970"/>
                  </a:lnTo>
                  <a:lnTo>
                    <a:pt x="1269" y="11430"/>
                  </a:lnTo>
                  <a:close/>
                </a:path>
              </a:pathLst>
            </a:custGeom>
            <a:solidFill>
              <a:srgbClr val="CCD3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3" name="object 993"/>
            <p:cNvSpPr/>
            <p:nvPr/>
          </p:nvSpPr>
          <p:spPr>
            <a:xfrm>
              <a:off x="2715260" y="5486400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0"/>
                  </a:moveTo>
                  <a:lnTo>
                    <a:pt x="0" y="76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4" name="object 994"/>
            <p:cNvSpPr/>
            <p:nvPr/>
          </p:nvSpPr>
          <p:spPr>
            <a:xfrm>
              <a:off x="2430779" y="5458459"/>
              <a:ext cx="284480" cy="62230"/>
            </a:xfrm>
            <a:custGeom>
              <a:avLst/>
              <a:gdLst/>
              <a:ahLst/>
              <a:cxnLst/>
              <a:rect l="l" t="t" r="r" b="b"/>
              <a:pathLst>
                <a:path w="284480" h="62229">
                  <a:moveTo>
                    <a:pt x="142239" y="0"/>
                  </a:moveTo>
                  <a:lnTo>
                    <a:pt x="86796" y="2440"/>
                  </a:lnTo>
                  <a:lnTo>
                    <a:pt x="41592" y="9048"/>
                  </a:lnTo>
                  <a:lnTo>
                    <a:pt x="11152" y="18752"/>
                  </a:lnTo>
                  <a:lnTo>
                    <a:pt x="0" y="30479"/>
                  </a:lnTo>
                  <a:lnTo>
                    <a:pt x="11152" y="42941"/>
                  </a:lnTo>
                  <a:lnTo>
                    <a:pt x="41592" y="53022"/>
                  </a:lnTo>
                  <a:lnTo>
                    <a:pt x="86796" y="59769"/>
                  </a:lnTo>
                  <a:lnTo>
                    <a:pt x="142239" y="62229"/>
                  </a:lnTo>
                  <a:lnTo>
                    <a:pt x="197147" y="59769"/>
                  </a:lnTo>
                  <a:lnTo>
                    <a:pt x="242411" y="53022"/>
                  </a:lnTo>
                  <a:lnTo>
                    <a:pt x="273149" y="42941"/>
                  </a:lnTo>
                  <a:lnTo>
                    <a:pt x="284480" y="30479"/>
                  </a:lnTo>
                  <a:lnTo>
                    <a:pt x="273149" y="18752"/>
                  </a:lnTo>
                  <a:lnTo>
                    <a:pt x="242411" y="9048"/>
                  </a:lnTo>
                  <a:lnTo>
                    <a:pt x="197147" y="2440"/>
                  </a:lnTo>
                  <a:lnTo>
                    <a:pt x="142239" y="0"/>
                  </a:lnTo>
                  <a:close/>
                </a:path>
              </a:pathLst>
            </a:custGeom>
            <a:ln w="646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5" name="object 995"/>
            <p:cNvSpPr/>
            <p:nvPr/>
          </p:nvSpPr>
          <p:spPr>
            <a:xfrm>
              <a:off x="2430780" y="5267959"/>
              <a:ext cx="2540" cy="200660"/>
            </a:xfrm>
            <a:custGeom>
              <a:avLst/>
              <a:gdLst/>
              <a:ahLst/>
              <a:cxnLst/>
              <a:rect l="l" t="t" r="r" b="b"/>
              <a:pathLst>
                <a:path w="2539" h="200660">
                  <a:moveTo>
                    <a:pt x="2540" y="0"/>
                  </a:moveTo>
                  <a:lnTo>
                    <a:pt x="1270" y="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0" y="199390"/>
                  </a:lnTo>
                  <a:lnTo>
                    <a:pt x="1270" y="199390"/>
                  </a:lnTo>
                  <a:lnTo>
                    <a:pt x="1270" y="200660"/>
                  </a:lnTo>
                  <a:lnTo>
                    <a:pt x="2540" y="200660"/>
                  </a:lnTo>
                  <a:lnTo>
                    <a:pt x="2540" y="199390"/>
                  </a:lnTo>
                  <a:lnTo>
                    <a:pt x="2540" y="3810"/>
                  </a:lnTo>
                  <a:lnTo>
                    <a:pt x="2540" y="254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6" name="object 996"/>
            <p:cNvSpPr/>
            <p:nvPr/>
          </p:nvSpPr>
          <p:spPr>
            <a:xfrm>
              <a:off x="2433320" y="5265420"/>
              <a:ext cx="3810" cy="207010"/>
            </a:xfrm>
            <a:custGeom>
              <a:avLst/>
              <a:gdLst/>
              <a:ahLst/>
              <a:cxnLst/>
              <a:rect l="l" t="t" r="r" b="b"/>
              <a:pathLst>
                <a:path w="3810" h="207010">
                  <a:moveTo>
                    <a:pt x="3810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0"/>
                  </a:lnTo>
                  <a:close/>
                </a:path>
                <a:path w="3810" h="207010">
                  <a:moveTo>
                    <a:pt x="3810" y="6349"/>
                  </a:moveTo>
                  <a:lnTo>
                    <a:pt x="0" y="6349"/>
                  </a:lnTo>
                  <a:lnTo>
                    <a:pt x="0" y="203199"/>
                  </a:lnTo>
                  <a:lnTo>
                    <a:pt x="3810" y="203199"/>
                  </a:lnTo>
                  <a:lnTo>
                    <a:pt x="3810" y="6349"/>
                  </a:lnTo>
                  <a:close/>
                </a:path>
                <a:path w="3810" h="207010">
                  <a:moveTo>
                    <a:pt x="3810" y="203199"/>
                  </a:moveTo>
                  <a:lnTo>
                    <a:pt x="0" y="203199"/>
                  </a:lnTo>
                  <a:lnTo>
                    <a:pt x="0" y="204469"/>
                  </a:lnTo>
                  <a:lnTo>
                    <a:pt x="1269" y="204469"/>
                  </a:lnTo>
                  <a:lnTo>
                    <a:pt x="1269" y="205739"/>
                  </a:lnTo>
                  <a:lnTo>
                    <a:pt x="3810" y="205739"/>
                  </a:lnTo>
                  <a:lnTo>
                    <a:pt x="3810" y="203199"/>
                  </a:lnTo>
                  <a:close/>
                </a:path>
                <a:path w="3810" h="207010">
                  <a:moveTo>
                    <a:pt x="3810" y="205739"/>
                  </a:moveTo>
                  <a:lnTo>
                    <a:pt x="1269" y="205739"/>
                  </a:lnTo>
                  <a:lnTo>
                    <a:pt x="1269" y="207009"/>
                  </a:lnTo>
                  <a:lnTo>
                    <a:pt x="3810" y="207009"/>
                  </a:lnTo>
                  <a:lnTo>
                    <a:pt x="3810" y="205739"/>
                  </a:lnTo>
                  <a:close/>
                </a:path>
              </a:pathLst>
            </a:custGeom>
            <a:solidFill>
              <a:srgbClr val="CED5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7" name="object 997"/>
            <p:cNvSpPr/>
            <p:nvPr/>
          </p:nvSpPr>
          <p:spPr>
            <a:xfrm>
              <a:off x="2437129" y="5262880"/>
              <a:ext cx="3810" cy="212090"/>
            </a:xfrm>
            <a:custGeom>
              <a:avLst/>
              <a:gdLst/>
              <a:ahLst/>
              <a:cxnLst/>
              <a:rect l="l" t="t" r="r" b="b"/>
              <a:pathLst>
                <a:path w="3810" h="212089">
                  <a:moveTo>
                    <a:pt x="3809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09" y="2540"/>
                  </a:lnTo>
                  <a:lnTo>
                    <a:pt x="3809" y="0"/>
                  </a:lnTo>
                  <a:close/>
                </a:path>
                <a:path w="3810" h="212089">
                  <a:moveTo>
                    <a:pt x="3809" y="2540"/>
                  </a:moveTo>
                  <a:lnTo>
                    <a:pt x="0" y="2540"/>
                  </a:lnTo>
                  <a:lnTo>
                    <a:pt x="0" y="8890"/>
                  </a:lnTo>
                  <a:lnTo>
                    <a:pt x="3809" y="8890"/>
                  </a:lnTo>
                  <a:lnTo>
                    <a:pt x="3809" y="2540"/>
                  </a:lnTo>
                  <a:close/>
                </a:path>
                <a:path w="3810" h="212089">
                  <a:moveTo>
                    <a:pt x="3809" y="8890"/>
                  </a:moveTo>
                  <a:lnTo>
                    <a:pt x="0" y="8890"/>
                  </a:lnTo>
                  <a:lnTo>
                    <a:pt x="0" y="205740"/>
                  </a:lnTo>
                  <a:lnTo>
                    <a:pt x="3809" y="205740"/>
                  </a:lnTo>
                  <a:lnTo>
                    <a:pt x="3809" y="8890"/>
                  </a:lnTo>
                  <a:close/>
                </a:path>
                <a:path w="3810" h="212089">
                  <a:moveTo>
                    <a:pt x="3809" y="205740"/>
                  </a:moveTo>
                  <a:lnTo>
                    <a:pt x="0" y="205740"/>
                  </a:lnTo>
                  <a:lnTo>
                    <a:pt x="0" y="208280"/>
                  </a:lnTo>
                  <a:lnTo>
                    <a:pt x="3809" y="208280"/>
                  </a:lnTo>
                  <a:lnTo>
                    <a:pt x="3809" y="205740"/>
                  </a:lnTo>
                  <a:close/>
                </a:path>
                <a:path w="3810" h="212089">
                  <a:moveTo>
                    <a:pt x="3809" y="208280"/>
                  </a:moveTo>
                  <a:lnTo>
                    <a:pt x="0" y="208280"/>
                  </a:lnTo>
                  <a:lnTo>
                    <a:pt x="0" y="210820"/>
                  </a:lnTo>
                  <a:lnTo>
                    <a:pt x="1269" y="210820"/>
                  </a:lnTo>
                  <a:lnTo>
                    <a:pt x="1269" y="212090"/>
                  </a:lnTo>
                  <a:lnTo>
                    <a:pt x="3809" y="212090"/>
                  </a:lnTo>
                  <a:lnTo>
                    <a:pt x="3809" y="208280"/>
                  </a:lnTo>
                  <a:close/>
                </a:path>
              </a:pathLst>
            </a:custGeom>
            <a:solidFill>
              <a:srgbClr val="CCD3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8" name="object 998"/>
            <p:cNvSpPr/>
            <p:nvPr/>
          </p:nvSpPr>
          <p:spPr>
            <a:xfrm>
              <a:off x="2440940" y="5261622"/>
              <a:ext cx="2540" cy="214629"/>
            </a:xfrm>
            <a:custGeom>
              <a:avLst/>
              <a:gdLst/>
              <a:ahLst/>
              <a:cxnLst/>
              <a:rect l="l" t="t" r="r" b="b"/>
              <a:pathLst>
                <a:path w="2539" h="214629">
                  <a:moveTo>
                    <a:pt x="2540" y="213360"/>
                  </a:moveTo>
                  <a:lnTo>
                    <a:pt x="0" y="213360"/>
                  </a:lnTo>
                  <a:lnTo>
                    <a:pt x="0" y="214617"/>
                  </a:lnTo>
                  <a:lnTo>
                    <a:pt x="2540" y="214617"/>
                  </a:lnTo>
                  <a:lnTo>
                    <a:pt x="2540" y="213360"/>
                  </a:lnTo>
                  <a:close/>
                </a:path>
                <a:path w="2539" h="214629">
                  <a:moveTo>
                    <a:pt x="2540" y="209550"/>
                  </a:moveTo>
                  <a:lnTo>
                    <a:pt x="0" y="209550"/>
                  </a:lnTo>
                  <a:lnTo>
                    <a:pt x="0" y="213347"/>
                  </a:lnTo>
                  <a:lnTo>
                    <a:pt x="2540" y="213347"/>
                  </a:lnTo>
                  <a:lnTo>
                    <a:pt x="2540" y="209550"/>
                  </a:lnTo>
                  <a:close/>
                </a:path>
                <a:path w="2539" h="214629">
                  <a:moveTo>
                    <a:pt x="254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2540" y="209537"/>
                  </a:lnTo>
                  <a:lnTo>
                    <a:pt x="2540" y="207010"/>
                  </a:lnTo>
                  <a:close/>
                </a:path>
                <a:path w="2539" h="214629">
                  <a:moveTo>
                    <a:pt x="2540" y="10160"/>
                  </a:moveTo>
                  <a:lnTo>
                    <a:pt x="0" y="10160"/>
                  </a:lnTo>
                  <a:lnTo>
                    <a:pt x="0" y="206997"/>
                  </a:lnTo>
                  <a:lnTo>
                    <a:pt x="2540" y="206997"/>
                  </a:lnTo>
                  <a:lnTo>
                    <a:pt x="2540" y="10160"/>
                  </a:lnTo>
                  <a:close/>
                </a:path>
                <a:path w="2539" h="214629">
                  <a:moveTo>
                    <a:pt x="2540" y="3810"/>
                  </a:moveTo>
                  <a:lnTo>
                    <a:pt x="0" y="3810"/>
                  </a:lnTo>
                  <a:lnTo>
                    <a:pt x="0" y="10147"/>
                  </a:lnTo>
                  <a:lnTo>
                    <a:pt x="2540" y="10147"/>
                  </a:lnTo>
                  <a:lnTo>
                    <a:pt x="2540" y="3810"/>
                  </a:lnTo>
                  <a:close/>
                </a:path>
                <a:path w="2539" h="214629">
                  <a:moveTo>
                    <a:pt x="254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2540" y="379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C9D1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9" name="object 999"/>
            <p:cNvSpPr/>
            <p:nvPr/>
          </p:nvSpPr>
          <p:spPr>
            <a:xfrm>
              <a:off x="2443480" y="5260339"/>
              <a:ext cx="3810" cy="217170"/>
            </a:xfrm>
            <a:custGeom>
              <a:avLst/>
              <a:gdLst/>
              <a:ahLst/>
              <a:cxnLst/>
              <a:rect l="l" t="t" r="r" b="b"/>
              <a:pathLst>
                <a:path w="3810" h="217170">
                  <a:moveTo>
                    <a:pt x="3810" y="214642"/>
                  </a:moveTo>
                  <a:lnTo>
                    <a:pt x="0" y="21464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214642"/>
                  </a:lnTo>
                  <a:close/>
                </a:path>
                <a:path w="3810" h="217170">
                  <a:moveTo>
                    <a:pt x="3810" y="210832"/>
                  </a:moveTo>
                  <a:lnTo>
                    <a:pt x="0" y="210832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210832"/>
                  </a:lnTo>
                  <a:close/>
                </a:path>
                <a:path w="3810" h="217170">
                  <a:moveTo>
                    <a:pt x="3810" y="208292"/>
                  </a:moveTo>
                  <a:lnTo>
                    <a:pt x="0" y="208292"/>
                  </a:lnTo>
                  <a:lnTo>
                    <a:pt x="0" y="210820"/>
                  </a:lnTo>
                  <a:lnTo>
                    <a:pt x="3810" y="210820"/>
                  </a:lnTo>
                  <a:lnTo>
                    <a:pt x="3810" y="208292"/>
                  </a:lnTo>
                  <a:close/>
                </a:path>
                <a:path w="3810" h="217170">
                  <a:moveTo>
                    <a:pt x="3810" y="11442"/>
                  </a:moveTo>
                  <a:lnTo>
                    <a:pt x="0" y="11442"/>
                  </a:lnTo>
                  <a:lnTo>
                    <a:pt x="0" y="208280"/>
                  </a:lnTo>
                  <a:lnTo>
                    <a:pt x="3810" y="208280"/>
                  </a:lnTo>
                  <a:lnTo>
                    <a:pt x="3810" y="11442"/>
                  </a:lnTo>
                  <a:close/>
                </a:path>
                <a:path w="3810" h="217170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1717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10" h="217170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C6CF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0" name="object 1000"/>
            <p:cNvSpPr/>
            <p:nvPr/>
          </p:nvSpPr>
          <p:spPr>
            <a:xfrm>
              <a:off x="2447289" y="5259070"/>
              <a:ext cx="3810" cy="220979"/>
            </a:xfrm>
            <a:custGeom>
              <a:avLst/>
              <a:gdLst/>
              <a:ahLst/>
              <a:cxnLst/>
              <a:rect l="l" t="t" r="r" b="b"/>
              <a:pathLst>
                <a:path w="3810" h="220979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220979">
                  <a:moveTo>
                    <a:pt x="381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2539"/>
                  </a:lnTo>
                  <a:close/>
                </a:path>
                <a:path w="3810" h="220979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10" h="220979">
                  <a:moveTo>
                    <a:pt x="3810" y="12699"/>
                  </a:moveTo>
                  <a:lnTo>
                    <a:pt x="0" y="12699"/>
                  </a:lnTo>
                  <a:lnTo>
                    <a:pt x="0" y="209549"/>
                  </a:lnTo>
                  <a:lnTo>
                    <a:pt x="3810" y="209549"/>
                  </a:lnTo>
                  <a:lnTo>
                    <a:pt x="3810" y="12699"/>
                  </a:lnTo>
                  <a:close/>
                </a:path>
                <a:path w="3810" h="220979">
                  <a:moveTo>
                    <a:pt x="3810" y="209549"/>
                  </a:moveTo>
                  <a:lnTo>
                    <a:pt x="0" y="209549"/>
                  </a:lnTo>
                  <a:lnTo>
                    <a:pt x="0" y="212089"/>
                  </a:lnTo>
                  <a:lnTo>
                    <a:pt x="3810" y="212089"/>
                  </a:lnTo>
                  <a:lnTo>
                    <a:pt x="3810" y="209549"/>
                  </a:lnTo>
                  <a:close/>
                </a:path>
                <a:path w="3810" h="220979">
                  <a:moveTo>
                    <a:pt x="3810" y="212089"/>
                  </a:moveTo>
                  <a:lnTo>
                    <a:pt x="0" y="212089"/>
                  </a:lnTo>
                  <a:lnTo>
                    <a:pt x="0" y="215899"/>
                  </a:lnTo>
                  <a:lnTo>
                    <a:pt x="3810" y="215899"/>
                  </a:lnTo>
                  <a:lnTo>
                    <a:pt x="3810" y="212089"/>
                  </a:lnTo>
                  <a:close/>
                </a:path>
                <a:path w="3810" h="220979">
                  <a:moveTo>
                    <a:pt x="3810" y="215899"/>
                  </a:moveTo>
                  <a:lnTo>
                    <a:pt x="0" y="215899"/>
                  </a:lnTo>
                  <a:lnTo>
                    <a:pt x="0" y="218439"/>
                  </a:lnTo>
                  <a:lnTo>
                    <a:pt x="3810" y="218439"/>
                  </a:lnTo>
                  <a:lnTo>
                    <a:pt x="3810" y="215899"/>
                  </a:lnTo>
                  <a:close/>
                </a:path>
                <a:path w="3810" h="220979">
                  <a:moveTo>
                    <a:pt x="3810" y="218439"/>
                  </a:moveTo>
                  <a:lnTo>
                    <a:pt x="0" y="218439"/>
                  </a:lnTo>
                  <a:lnTo>
                    <a:pt x="0" y="219709"/>
                  </a:lnTo>
                  <a:lnTo>
                    <a:pt x="2540" y="219709"/>
                  </a:lnTo>
                  <a:lnTo>
                    <a:pt x="2540" y="220979"/>
                  </a:lnTo>
                  <a:lnTo>
                    <a:pt x="3810" y="220979"/>
                  </a:lnTo>
                  <a:lnTo>
                    <a:pt x="3810" y="218439"/>
                  </a:lnTo>
                  <a:close/>
                </a:path>
              </a:pathLst>
            </a:custGeom>
            <a:solidFill>
              <a:srgbClr val="C3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1" name="object 1001"/>
            <p:cNvSpPr/>
            <p:nvPr/>
          </p:nvSpPr>
          <p:spPr>
            <a:xfrm>
              <a:off x="2451100" y="5256530"/>
              <a:ext cx="3810" cy="223520"/>
            </a:xfrm>
            <a:custGeom>
              <a:avLst/>
              <a:gdLst/>
              <a:ahLst/>
              <a:cxnLst/>
              <a:rect l="l" t="t" r="r" b="b"/>
              <a:pathLst>
                <a:path w="3810" h="223520">
                  <a:moveTo>
                    <a:pt x="3810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  <a:path w="3810" h="223520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223520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10" h="223520">
                  <a:moveTo>
                    <a:pt x="3810" y="8890"/>
                  </a:moveTo>
                  <a:lnTo>
                    <a:pt x="0" y="889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8890"/>
                  </a:lnTo>
                  <a:close/>
                </a:path>
                <a:path w="3810" h="223520">
                  <a:moveTo>
                    <a:pt x="3810" y="15240"/>
                  </a:moveTo>
                  <a:lnTo>
                    <a:pt x="0" y="15240"/>
                  </a:lnTo>
                  <a:lnTo>
                    <a:pt x="0" y="212090"/>
                  </a:lnTo>
                  <a:lnTo>
                    <a:pt x="3810" y="212090"/>
                  </a:lnTo>
                  <a:lnTo>
                    <a:pt x="3810" y="15240"/>
                  </a:lnTo>
                  <a:close/>
                </a:path>
                <a:path w="3810" h="223520">
                  <a:moveTo>
                    <a:pt x="3810" y="212090"/>
                  </a:moveTo>
                  <a:lnTo>
                    <a:pt x="0" y="212090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212090"/>
                  </a:lnTo>
                  <a:close/>
                </a:path>
                <a:path w="3810" h="223520">
                  <a:moveTo>
                    <a:pt x="3810" y="214630"/>
                  </a:moveTo>
                  <a:lnTo>
                    <a:pt x="0" y="214630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4630"/>
                  </a:lnTo>
                  <a:close/>
                </a:path>
                <a:path w="3810" h="223520">
                  <a:moveTo>
                    <a:pt x="3810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8440"/>
                  </a:lnTo>
                  <a:close/>
                </a:path>
                <a:path w="3810" h="223520">
                  <a:moveTo>
                    <a:pt x="3810" y="220980"/>
                  </a:moveTo>
                  <a:lnTo>
                    <a:pt x="0" y="220980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80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2" name="object 1002"/>
            <p:cNvSpPr/>
            <p:nvPr/>
          </p:nvSpPr>
          <p:spPr>
            <a:xfrm>
              <a:off x="2454910" y="5255272"/>
              <a:ext cx="3810" cy="227329"/>
            </a:xfrm>
            <a:custGeom>
              <a:avLst/>
              <a:gdLst/>
              <a:ahLst/>
              <a:cxnLst/>
              <a:rect l="l" t="t" r="r" b="b"/>
              <a:pathLst>
                <a:path w="3810" h="227329">
                  <a:moveTo>
                    <a:pt x="3810" y="226060"/>
                  </a:moveTo>
                  <a:lnTo>
                    <a:pt x="2540" y="226060"/>
                  </a:lnTo>
                  <a:lnTo>
                    <a:pt x="2540" y="227317"/>
                  </a:lnTo>
                  <a:lnTo>
                    <a:pt x="3810" y="227317"/>
                  </a:lnTo>
                  <a:lnTo>
                    <a:pt x="3810" y="226060"/>
                  </a:lnTo>
                  <a:close/>
                </a:path>
                <a:path w="3810" h="227329">
                  <a:moveTo>
                    <a:pt x="381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22250"/>
                  </a:lnTo>
                  <a:close/>
                </a:path>
                <a:path w="3810" h="227329">
                  <a:moveTo>
                    <a:pt x="3810" y="219710"/>
                  </a:moveTo>
                  <a:lnTo>
                    <a:pt x="0" y="21971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19710"/>
                  </a:lnTo>
                  <a:close/>
                </a:path>
                <a:path w="3810" h="227329">
                  <a:moveTo>
                    <a:pt x="3810" y="215900"/>
                  </a:moveTo>
                  <a:lnTo>
                    <a:pt x="0" y="215900"/>
                  </a:lnTo>
                  <a:lnTo>
                    <a:pt x="0" y="219697"/>
                  </a:lnTo>
                  <a:lnTo>
                    <a:pt x="3810" y="219697"/>
                  </a:lnTo>
                  <a:lnTo>
                    <a:pt x="3810" y="215900"/>
                  </a:lnTo>
                  <a:close/>
                </a:path>
                <a:path w="3810" h="227329">
                  <a:moveTo>
                    <a:pt x="3810" y="213360"/>
                  </a:moveTo>
                  <a:lnTo>
                    <a:pt x="0" y="213360"/>
                  </a:lnTo>
                  <a:lnTo>
                    <a:pt x="0" y="215887"/>
                  </a:lnTo>
                  <a:lnTo>
                    <a:pt x="3810" y="215887"/>
                  </a:lnTo>
                  <a:lnTo>
                    <a:pt x="3810" y="213360"/>
                  </a:lnTo>
                  <a:close/>
                </a:path>
                <a:path w="3810" h="227329">
                  <a:moveTo>
                    <a:pt x="3810" y="16510"/>
                  </a:moveTo>
                  <a:lnTo>
                    <a:pt x="0" y="16510"/>
                  </a:lnTo>
                  <a:lnTo>
                    <a:pt x="0" y="213347"/>
                  </a:lnTo>
                  <a:lnTo>
                    <a:pt x="3810" y="213347"/>
                  </a:lnTo>
                  <a:lnTo>
                    <a:pt x="3810" y="16510"/>
                  </a:lnTo>
                  <a:close/>
                </a:path>
                <a:path w="3810" h="227329">
                  <a:moveTo>
                    <a:pt x="3810" y="10160"/>
                  </a:moveTo>
                  <a:lnTo>
                    <a:pt x="0" y="1016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0160"/>
                  </a:lnTo>
                  <a:close/>
                </a:path>
                <a:path w="3810" h="2273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273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273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3" name="object 1003"/>
            <p:cNvSpPr/>
            <p:nvPr/>
          </p:nvSpPr>
          <p:spPr>
            <a:xfrm>
              <a:off x="2458720" y="5255272"/>
              <a:ext cx="3810" cy="227329"/>
            </a:xfrm>
            <a:custGeom>
              <a:avLst/>
              <a:gdLst/>
              <a:ahLst/>
              <a:cxnLst/>
              <a:rect l="l" t="t" r="r" b="b"/>
              <a:pathLst>
                <a:path w="3810" h="227329">
                  <a:moveTo>
                    <a:pt x="3810" y="226060"/>
                  </a:moveTo>
                  <a:lnTo>
                    <a:pt x="0" y="226060"/>
                  </a:lnTo>
                  <a:lnTo>
                    <a:pt x="0" y="227317"/>
                  </a:lnTo>
                  <a:lnTo>
                    <a:pt x="3810" y="227317"/>
                  </a:lnTo>
                  <a:lnTo>
                    <a:pt x="3810" y="226060"/>
                  </a:lnTo>
                  <a:close/>
                </a:path>
                <a:path w="3810" h="227329">
                  <a:moveTo>
                    <a:pt x="381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22250"/>
                  </a:lnTo>
                  <a:close/>
                </a:path>
                <a:path w="3810" h="227329">
                  <a:moveTo>
                    <a:pt x="3810" y="219710"/>
                  </a:moveTo>
                  <a:lnTo>
                    <a:pt x="0" y="21971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19710"/>
                  </a:lnTo>
                  <a:close/>
                </a:path>
                <a:path w="3810" h="227329">
                  <a:moveTo>
                    <a:pt x="3810" y="215900"/>
                  </a:moveTo>
                  <a:lnTo>
                    <a:pt x="0" y="215900"/>
                  </a:lnTo>
                  <a:lnTo>
                    <a:pt x="0" y="219697"/>
                  </a:lnTo>
                  <a:lnTo>
                    <a:pt x="3810" y="219697"/>
                  </a:lnTo>
                  <a:lnTo>
                    <a:pt x="3810" y="215900"/>
                  </a:lnTo>
                  <a:close/>
                </a:path>
                <a:path w="3810" h="227329">
                  <a:moveTo>
                    <a:pt x="3810" y="213360"/>
                  </a:moveTo>
                  <a:lnTo>
                    <a:pt x="0" y="213360"/>
                  </a:lnTo>
                  <a:lnTo>
                    <a:pt x="0" y="215887"/>
                  </a:lnTo>
                  <a:lnTo>
                    <a:pt x="3810" y="215887"/>
                  </a:lnTo>
                  <a:lnTo>
                    <a:pt x="3810" y="213360"/>
                  </a:lnTo>
                  <a:close/>
                </a:path>
                <a:path w="3810" h="227329">
                  <a:moveTo>
                    <a:pt x="3810" y="16510"/>
                  </a:moveTo>
                  <a:lnTo>
                    <a:pt x="0" y="16510"/>
                  </a:lnTo>
                  <a:lnTo>
                    <a:pt x="0" y="213347"/>
                  </a:lnTo>
                  <a:lnTo>
                    <a:pt x="3810" y="213347"/>
                  </a:lnTo>
                  <a:lnTo>
                    <a:pt x="3810" y="16510"/>
                  </a:lnTo>
                  <a:close/>
                </a:path>
                <a:path w="3810" h="227329">
                  <a:moveTo>
                    <a:pt x="3810" y="10160"/>
                  </a:moveTo>
                  <a:lnTo>
                    <a:pt x="0" y="1016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0160"/>
                  </a:lnTo>
                  <a:close/>
                </a:path>
                <a:path w="3810" h="2273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273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273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B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4" name="object 1004"/>
            <p:cNvSpPr/>
            <p:nvPr/>
          </p:nvSpPr>
          <p:spPr>
            <a:xfrm>
              <a:off x="2462530" y="5253989"/>
              <a:ext cx="2540" cy="229870"/>
            </a:xfrm>
            <a:custGeom>
              <a:avLst/>
              <a:gdLst/>
              <a:ahLst/>
              <a:cxnLst/>
              <a:rect l="l" t="t" r="r" b="b"/>
              <a:pathLst>
                <a:path w="2539" h="229870">
                  <a:moveTo>
                    <a:pt x="254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2540" y="229870"/>
                  </a:lnTo>
                  <a:lnTo>
                    <a:pt x="2540" y="227342"/>
                  </a:lnTo>
                  <a:close/>
                </a:path>
                <a:path w="2539" h="229870">
                  <a:moveTo>
                    <a:pt x="254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2540" y="227330"/>
                  </a:lnTo>
                  <a:lnTo>
                    <a:pt x="2540" y="223532"/>
                  </a:lnTo>
                  <a:close/>
                </a:path>
                <a:path w="2539" h="229870">
                  <a:moveTo>
                    <a:pt x="2540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2540" y="223520"/>
                  </a:lnTo>
                  <a:lnTo>
                    <a:pt x="2540" y="220992"/>
                  </a:lnTo>
                  <a:close/>
                </a:path>
                <a:path w="2539" h="229870">
                  <a:moveTo>
                    <a:pt x="2540" y="217182"/>
                  </a:moveTo>
                  <a:lnTo>
                    <a:pt x="0" y="217182"/>
                  </a:lnTo>
                  <a:lnTo>
                    <a:pt x="0" y="220980"/>
                  </a:lnTo>
                  <a:lnTo>
                    <a:pt x="2540" y="220980"/>
                  </a:lnTo>
                  <a:lnTo>
                    <a:pt x="2540" y="217182"/>
                  </a:lnTo>
                  <a:close/>
                </a:path>
                <a:path w="2539" h="229870">
                  <a:moveTo>
                    <a:pt x="2540" y="214642"/>
                  </a:moveTo>
                  <a:lnTo>
                    <a:pt x="0" y="214642"/>
                  </a:lnTo>
                  <a:lnTo>
                    <a:pt x="0" y="217170"/>
                  </a:lnTo>
                  <a:lnTo>
                    <a:pt x="2540" y="217170"/>
                  </a:lnTo>
                  <a:lnTo>
                    <a:pt x="2540" y="214642"/>
                  </a:lnTo>
                  <a:close/>
                </a:path>
                <a:path w="2539" h="229870">
                  <a:moveTo>
                    <a:pt x="2540" y="17792"/>
                  </a:moveTo>
                  <a:lnTo>
                    <a:pt x="0" y="17792"/>
                  </a:lnTo>
                  <a:lnTo>
                    <a:pt x="0" y="214630"/>
                  </a:lnTo>
                  <a:lnTo>
                    <a:pt x="2540" y="214630"/>
                  </a:lnTo>
                  <a:lnTo>
                    <a:pt x="2540" y="17792"/>
                  </a:lnTo>
                  <a:close/>
                </a:path>
                <a:path w="2539" h="229870">
                  <a:moveTo>
                    <a:pt x="254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2540" y="17780"/>
                  </a:lnTo>
                  <a:lnTo>
                    <a:pt x="2540" y="11442"/>
                  </a:lnTo>
                  <a:close/>
                </a:path>
                <a:path w="2539" h="229870">
                  <a:moveTo>
                    <a:pt x="254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7632"/>
                  </a:lnTo>
                  <a:close/>
                </a:path>
                <a:path w="2539" h="229870">
                  <a:moveTo>
                    <a:pt x="254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5092"/>
                  </a:lnTo>
                  <a:close/>
                </a:path>
                <a:path w="2539" h="229870">
                  <a:moveTo>
                    <a:pt x="254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1282"/>
                  </a:lnTo>
                  <a:close/>
                </a:path>
                <a:path w="2539" h="229870">
                  <a:moveTo>
                    <a:pt x="254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5" name="object 1005"/>
            <p:cNvSpPr/>
            <p:nvPr/>
          </p:nvSpPr>
          <p:spPr>
            <a:xfrm>
              <a:off x="2465070" y="5253989"/>
              <a:ext cx="3810" cy="231140"/>
            </a:xfrm>
            <a:custGeom>
              <a:avLst/>
              <a:gdLst/>
              <a:ahLst/>
              <a:cxnLst/>
              <a:rect l="l" t="t" r="r" b="b"/>
              <a:pathLst>
                <a:path w="3810" h="231139">
                  <a:moveTo>
                    <a:pt x="3810" y="229882"/>
                  </a:moveTo>
                  <a:lnTo>
                    <a:pt x="1270" y="229882"/>
                  </a:lnTo>
                  <a:lnTo>
                    <a:pt x="1270" y="231140"/>
                  </a:lnTo>
                  <a:lnTo>
                    <a:pt x="3810" y="231140"/>
                  </a:lnTo>
                  <a:lnTo>
                    <a:pt x="3810" y="229882"/>
                  </a:lnTo>
                  <a:close/>
                </a:path>
                <a:path w="3810" h="231139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10" h="231139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10" h="231139">
                  <a:moveTo>
                    <a:pt x="3810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92"/>
                  </a:lnTo>
                  <a:close/>
                </a:path>
                <a:path w="3810" h="231139">
                  <a:moveTo>
                    <a:pt x="3810" y="217182"/>
                  </a:moveTo>
                  <a:lnTo>
                    <a:pt x="0" y="21718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7182"/>
                  </a:lnTo>
                  <a:close/>
                </a:path>
                <a:path w="3810" h="231139">
                  <a:moveTo>
                    <a:pt x="3810" y="214642"/>
                  </a:moveTo>
                  <a:lnTo>
                    <a:pt x="0" y="21464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214642"/>
                  </a:lnTo>
                  <a:close/>
                </a:path>
                <a:path w="3810" h="231139">
                  <a:moveTo>
                    <a:pt x="3810" y="17792"/>
                  </a:moveTo>
                  <a:lnTo>
                    <a:pt x="0" y="17792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17792"/>
                  </a:lnTo>
                  <a:close/>
                </a:path>
                <a:path w="3810" h="23113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31139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10" h="231139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10" h="231139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10" h="231139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6C1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6" name="object 1006"/>
            <p:cNvSpPr/>
            <p:nvPr/>
          </p:nvSpPr>
          <p:spPr>
            <a:xfrm>
              <a:off x="2468880" y="5252732"/>
              <a:ext cx="3810" cy="232410"/>
            </a:xfrm>
            <a:custGeom>
              <a:avLst/>
              <a:gdLst/>
              <a:ahLst/>
              <a:cxnLst/>
              <a:rect l="l" t="t" r="r" b="b"/>
              <a:pathLst>
                <a:path w="3810" h="232410">
                  <a:moveTo>
                    <a:pt x="3810" y="231140"/>
                  </a:moveTo>
                  <a:lnTo>
                    <a:pt x="0" y="23114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31140"/>
                  </a:lnTo>
                  <a:close/>
                </a:path>
                <a:path w="3810" h="232410">
                  <a:moveTo>
                    <a:pt x="3810" y="19050"/>
                  </a:moveTo>
                  <a:lnTo>
                    <a:pt x="0" y="19050"/>
                  </a:lnTo>
                  <a:lnTo>
                    <a:pt x="0" y="215887"/>
                  </a:lnTo>
                  <a:lnTo>
                    <a:pt x="3810" y="215887"/>
                  </a:lnTo>
                  <a:lnTo>
                    <a:pt x="3810" y="19050"/>
                  </a:lnTo>
                  <a:close/>
                </a:path>
                <a:path w="3810" h="232410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10" h="23241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10" h="23241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10" h="23241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10" h="23241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3BF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7" name="object 1007"/>
            <p:cNvSpPr/>
            <p:nvPr/>
          </p:nvSpPr>
          <p:spPr>
            <a:xfrm>
              <a:off x="2472690" y="5251450"/>
              <a:ext cx="3810" cy="234950"/>
            </a:xfrm>
            <a:custGeom>
              <a:avLst/>
              <a:gdLst/>
              <a:ahLst/>
              <a:cxnLst/>
              <a:rect l="l" t="t" r="r" b="b"/>
              <a:pathLst>
                <a:path w="3810" h="234950">
                  <a:moveTo>
                    <a:pt x="38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2422"/>
                  </a:lnTo>
                  <a:close/>
                </a:path>
                <a:path w="3810" h="234950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10" h="234950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10" h="234950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10" h="234950">
                  <a:moveTo>
                    <a:pt x="3810" y="219722"/>
                  </a:moveTo>
                  <a:lnTo>
                    <a:pt x="0" y="21972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9722"/>
                  </a:lnTo>
                  <a:close/>
                </a:path>
                <a:path w="3810" h="234950">
                  <a:moveTo>
                    <a:pt x="3810" y="217182"/>
                  </a:moveTo>
                  <a:lnTo>
                    <a:pt x="0" y="21718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17182"/>
                  </a:lnTo>
                  <a:close/>
                </a:path>
                <a:path w="3810" h="234950">
                  <a:moveTo>
                    <a:pt x="3810" y="20332"/>
                  </a:moveTo>
                  <a:lnTo>
                    <a:pt x="0" y="2033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20332"/>
                  </a:lnTo>
                  <a:close/>
                </a:path>
                <a:path w="3810" h="23495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34950">
                  <a:moveTo>
                    <a:pt x="381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0172"/>
                  </a:lnTo>
                  <a:close/>
                </a:path>
                <a:path w="3810" h="234950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10" h="234950">
                  <a:moveTo>
                    <a:pt x="381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3822"/>
                  </a:lnTo>
                  <a:close/>
                </a:path>
                <a:path w="3810" h="234950">
                  <a:moveTo>
                    <a:pt x="381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82"/>
                  </a:lnTo>
                  <a:close/>
                </a:path>
                <a:path w="3810" h="23495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1BD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8" name="object 1008"/>
            <p:cNvSpPr/>
            <p:nvPr/>
          </p:nvSpPr>
          <p:spPr>
            <a:xfrm>
              <a:off x="2476500" y="5251450"/>
              <a:ext cx="3810" cy="236220"/>
            </a:xfrm>
            <a:custGeom>
              <a:avLst/>
              <a:gdLst/>
              <a:ahLst/>
              <a:cxnLst/>
              <a:rect l="l" t="t" r="r" b="b"/>
              <a:pathLst>
                <a:path w="3810" h="236220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10" h="236220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10" h="236220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10" h="236220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10" h="236220">
                  <a:moveTo>
                    <a:pt x="3810" y="219722"/>
                  </a:moveTo>
                  <a:lnTo>
                    <a:pt x="0" y="21972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9722"/>
                  </a:lnTo>
                  <a:close/>
                </a:path>
                <a:path w="3810" h="236220">
                  <a:moveTo>
                    <a:pt x="3810" y="217182"/>
                  </a:moveTo>
                  <a:lnTo>
                    <a:pt x="0" y="21718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17182"/>
                  </a:lnTo>
                  <a:close/>
                </a:path>
                <a:path w="3810" h="236220">
                  <a:moveTo>
                    <a:pt x="3810" y="20332"/>
                  </a:moveTo>
                  <a:lnTo>
                    <a:pt x="0" y="2033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20332"/>
                  </a:lnTo>
                  <a:close/>
                </a:path>
                <a:path w="3810" h="23622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36220">
                  <a:moveTo>
                    <a:pt x="381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0172"/>
                  </a:lnTo>
                  <a:close/>
                </a:path>
                <a:path w="3810" h="236220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10" h="236220">
                  <a:moveTo>
                    <a:pt x="381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3822"/>
                  </a:lnTo>
                  <a:close/>
                </a:path>
                <a:path w="3810" h="236220">
                  <a:moveTo>
                    <a:pt x="381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82"/>
                  </a:lnTo>
                  <a:close/>
                </a:path>
                <a:path w="3810" h="23622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EBA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9" name="object 1009"/>
            <p:cNvSpPr/>
            <p:nvPr/>
          </p:nvSpPr>
          <p:spPr>
            <a:xfrm>
              <a:off x="2480310" y="5250180"/>
              <a:ext cx="3810" cy="238760"/>
            </a:xfrm>
            <a:custGeom>
              <a:avLst/>
              <a:gdLst/>
              <a:ahLst/>
              <a:cxnLst/>
              <a:rect l="l" t="t" r="r" b="b"/>
              <a:pathLst>
                <a:path w="3810" h="238760">
                  <a:moveTo>
                    <a:pt x="3809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09" y="2540"/>
                  </a:lnTo>
                  <a:lnTo>
                    <a:pt x="3809" y="0"/>
                  </a:lnTo>
                  <a:close/>
                </a:path>
                <a:path w="3810" h="238760">
                  <a:moveTo>
                    <a:pt x="380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2540"/>
                  </a:lnTo>
                  <a:close/>
                </a:path>
                <a:path w="3810" h="238760">
                  <a:moveTo>
                    <a:pt x="380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09" y="8890"/>
                  </a:lnTo>
                  <a:lnTo>
                    <a:pt x="3809" y="5080"/>
                  </a:lnTo>
                  <a:close/>
                </a:path>
                <a:path w="3810" h="238760">
                  <a:moveTo>
                    <a:pt x="380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8890"/>
                  </a:lnTo>
                  <a:close/>
                </a:path>
                <a:path w="3810" h="238760">
                  <a:moveTo>
                    <a:pt x="3809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09" y="15240"/>
                  </a:lnTo>
                  <a:lnTo>
                    <a:pt x="3809" y="11430"/>
                  </a:lnTo>
                  <a:close/>
                </a:path>
                <a:path w="3810" h="238760">
                  <a:moveTo>
                    <a:pt x="3809" y="15240"/>
                  </a:moveTo>
                  <a:lnTo>
                    <a:pt x="0" y="15240"/>
                  </a:lnTo>
                  <a:lnTo>
                    <a:pt x="0" y="21590"/>
                  </a:lnTo>
                  <a:lnTo>
                    <a:pt x="3809" y="21590"/>
                  </a:lnTo>
                  <a:lnTo>
                    <a:pt x="3809" y="15240"/>
                  </a:lnTo>
                  <a:close/>
                </a:path>
                <a:path w="3810" h="238760">
                  <a:moveTo>
                    <a:pt x="3809" y="21590"/>
                  </a:moveTo>
                  <a:lnTo>
                    <a:pt x="0" y="21590"/>
                  </a:lnTo>
                  <a:lnTo>
                    <a:pt x="0" y="218440"/>
                  </a:lnTo>
                  <a:lnTo>
                    <a:pt x="3809" y="218440"/>
                  </a:lnTo>
                  <a:lnTo>
                    <a:pt x="3809" y="21590"/>
                  </a:lnTo>
                  <a:close/>
                </a:path>
                <a:path w="3810" h="238760">
                  <a:moveTo>
                    <a:pt x="3809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3809" y="220980"/>
                  </a:lnTo>
                  <a:lnTo>
                    <a:pt x="3809" y="218440"/>
                  </a:lnTo>
                  <a:close/>
                </a:path>
                <a:path w="3810" h="238760">
                  <a:moveTo>
                    <a:pt x="3809" y="220980"/>
                  </a:moveTo>
                  <a:lnTo>
                    <a:pt x="0" y="220980"/>
                  </a:lnTo>
                  <a:lnTo>
                    <a:pt x="0" y="224790"/>
                  </a:lnTo>
                  <a:lnTo>
                    <a:pt x="3809" y="224790"/>
                  </a:lnTo>
                  <a:lnTo>
                    <a:pt x="3809" y="220980"/>
                  </a:lnTo>
                  <a:close/>
                </a:path>
                <a:path w="3810" h="238760">
                  <a:moveTo>
                    <a:pt x="3809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09" y="227330"/>
                  </a:lnTo>
                  <a:lnTo>
                    <a:pt x="3809" y="224790"/>
                  </a:lnTo>
                  <a:close/>
                </a:path>
                <a:path w="3810" h="238760">
                  <a:moveTo>
                    <a:pt x="3809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3809" y="231140"/>
                  </a:lnTo>
                  <a:lnTo>
                    <a:pt x="3809" y="227330"/>
                  </a:lnTo>
                  <a:close/>
                </a:path>
                <a:path w="3810" h="238760">
                  <a:moveTo>
                    <a:pt x="3809" y="231140"/>
                  </a:moveTo>
                  <a:lnTo>
                    <a:pt x="0" y="231140"/>
                  </a:lnTo>
                  <a:lnTo>
                    <a:pt x="0" y="233680"/>
                  </a:lnTo>
                  <a:lnTo>
                    <a:pt x="3809" y="233680"/>
                  </a:lnTo>
                  <a:lnTo>
                    <a:pt x="3809" y="231140"/>
                  </a:lnTo>
                  <a:close/>
                </a:path>
                <a:path w="3810" h="238760">
                  <a:moveTo>
                    <a:pt x="3809" y="233680"/>
                  </a:moveTo>
                  <a:lnTo>
                    <a:pt x="0" y="233680"/>
                  </a:lnTo>
                  <a:lnTo>
                    <a:pt x="0" y="237490"/>
                  </a:lnTo>
                  <a:lnTo>
                    <a:pt x="3809" y="237490"/>
                  </a:lnTo>
                  <a:lnTo>
                    <a:pt x="3809" y="233680"/>
                  </a:lnTo>
                  <a:close/>
                </a:path>
                <a:path w="3810" h="238760">
                  <a:moveTo>
                    <a:pt x="3809" y="237490"/>
                  </a:moveTo>
                  <a:lnTo>
                    <a:pt x="2539" y="237490"/>
                  </a:lnTo>
                  <a:lnTo>
                    <a:pt x="2539" y="238760"/>
                  </a:lnTo>
                  <a:lnTo>
                    <a:pt x="3809" y="238760"/>
                  </a:lnTo>
                  <a:lnTo>
                    <a:pt x="3809" y="237490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0" name="object 1010"/>
            <p:cNvSpPr/>
            <p:nvPr/>
          </p:nvSpPr>
          <p:spPr>
            <a:xfrm>
              <a:off x="2484120" y="5250180"/>
              <a:ext cx="3810" cy="238760"/>
            </a:xfrm>
            <a:custGeom>
              <a:avLst/>
              <a:gdLst/>
              <a:ahLst/>
              <a:cxnLst/>
              <a:rect l="l" t="t" r="r" b="b"/>
              <a:pathLst>
                <a:path w="3810" h="238760">
                  <a:moveTo>
                    <a:pt x="3810" y="237502"/>
                  </a:moveTo>
                  <a:lnTo>
                    <a:pt x="0" y="23750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7502"/>
                  </a:lnTo>
                  <a:close/>
                </a:path>
                <a:path w="3810" h="238760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10" h="238760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10" h="238760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38760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38760">
                  <a:moveTo>
                    <a:pt x="381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0992"/>
                  </a:lnTo>
                  <a:close/>
                </a:path>
                <a:path w="3810" h="238760">
                  <a:moveTo>
                    <a:pt x="3810" y="218452"/>
                  </a:moveTo>
                  <a:lnTo>
                    <a:pt x="0" y="21845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8452"/>
                  </a:lnTo>
                  <a:close/>
                </a:path>
                <a:path w="3810" h="238760">
                  <a:moveTo>
                    <a:pt x="3810" y="21602"/>
                  </a:moveTo>
                  <a:lnTo>
                    <a:pt x="0" y="21602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602"/>
                  </a:lnTo>
                  <a:close/>
                </a:path>
                <a:path w="3810" h="238760">
                  <a:moveTo>
                    <a:pt x="3810" y="15252"/>
                  </a:moveTo>
                  <a:lnTo>
                    <a:pt x="0" y="1525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5252"/>
                  </a:lnTo>
                  <a:close/>
                </a:path>
                <a:path w="3810" h="238760">
                  <a:moveTo>
                    <a:pt x="381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42"/>
                  </a:lnTo>
                  <a:close/>
                </a:path>
                <a:path w="3810" h="238760">
                  <a:moveTo>
                    <a:pt x="381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902"/>
                  </a:lnTo>
                  <a:close/>
                </a:path>
                <a:path w="3810" h="238760">
                  <a:moveTo>
                    <a:pt x="381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92"/>
                  </a:lnTo>
                  <a:close/>
                </a:path>
                <a:path w="3810" h="238760">
                  <a:moveTo>
                    <a:pt x="381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52"/>
                  </a:lnTo>
                  <a:close/>
                </a:path>
                <a:path w="3810" h="23876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1" name="object 1011"/>
            <p:cNvSpPr/>
            <p:nvPr/>
          </p:nvSpPr>
          <p:spPr>
            <a:xfrm>
              <a:off x="2487929" y="5248909"/>
              <a:ext cx="3810" cy="240029"/>
            </a:xfrm>
            <a:custGeom>
              <a:avLst/>
              <a:gdLst/>
              <a:ahLst/>
              <a:cxnLst/>
              <a:rect l="l" t="t" r="r" b="b"/>
              <a:pathLst>
                <a:path w="3810" h="240029">
                  <a:moveTo>
                    <a:pt x="3809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0"/>
                  </a:lnTo>
                  <a:close/>
                </a:path>
                <a:path w="3810" h="240029">
                  <a:moveTo>
                    <a:pt x="380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3809"/>
                  </a:lnTo>
                  <a:close/>
                </a:path>
                <a:path w="3810" h="240029">
                  <a:moveTo>
                    <a:pt x="380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6350"/>
                  </a:lnTo>
                  <a:close/>
                </a:path>
                <a:path w="3810" h="240029">
                  <a:moveTo>
                    <a:pt x="380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10159"/>
                  </a:lnTo>
                  <a:close/>
                </a:path>
                <a:path w="3810" h="240029">
                  <a:moveTo>
                    <a:pt x="380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2700"/>
                  </a:lnTo>
                  <a:close/>
                </a:path>
                <a:path w="3810" h="240029">
                  <a:moveTo>
                    <a:pt x="3809" y="16509"/>
                  </a:moveTo>
                  <a:lnTo>
                    <a:pt x="0" y="16509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16509"/>
                  </a:lnTo>
                  <a:close/>
                </a:path>
                <a:path w="3810" h="240029">
                  <a:moveTo>
                    <a:pt x="3809" y="22859"/>
                  </a:moveTo>
                  <a:lnTo>
                    <a:pt x="0" y="22859"/>
                  </a:lnTo>
                  <a:lnTo>
                    <a:pt x="0" y="219709"/>
                  </a:lnTo>
                  <a:lnTo>
                    <a:pt x="3809" y="219709"/>
                  </a:lnTo>
                  <a:lnTo>
                    <a:pt x="3809" y="22859"/>
                  </a:lnTo>
                  <a:close/>
                </a:path>
                <a:path w="3810" h="240029">
                  <a:moveTo>
                    <a:pt x="3809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3809" y="222249"/>
                  </a:lnTo>
                  <a:lnTo>
                    <a:pt x="3809" y="219709"/>
                  </a:lnTo>
                  <a:close/>
                </a:path>
                <a:path w="3810" h="240029">
                  <a:moveTo>
                    <a:pt x="3809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3809" y="226059"/>
                  </a:lnTo>
                  <a:lnTo>
                    <a:pt x="3809" y="222250"/>
                  </a:lnTo>
                  <a:close/>
                </a:path>
                <a:path w="3810" h="240029">
                  <a:moveTo>
                    <a:pt x="3809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3809" y="228599"/>
                  </a:lnTo>
                  <a:lnTo>
                    <a:pt x="3809" y="226059"/>
                  </a:lnTo>
                  <a:close/>
                </a:path>
                <a:path w="3810" h="240029">
                  <a:moveTo>
                    <a:pt x="3809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3809" y="232409"/>
                  </a:lnTo>
                  <a:lnTo>
                    <a:pt x="3809" y="228600"/>
                  </a:lnTo>
                  <a:close/>
                </a:path>
                <a:path w="3810" h="240029">
                  <a:moveTo>
                    <a:pt x="3809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3809" y="234949"/>
                  </a:lnTo>
                  <a:lnTo>
                    <a:pt x="3809" y="232409"/>
                  </a:lnTo>
                  <a:close/>
                </a:path>
                <a:path w="3810" h="240029">
                  <a:moveTo>
                    <a:pt x="3809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3809" y="238759"/>
                  </a:lnTo>
                  <a:lnTo>
                    <a:pt x="3809" y="234950"/>
                  </a:lnTo>
                  <a:close/>
                </a:path>
                <a:path w="3810" h="240029">
                  <a:moveTo>
                    <a:pt x="3809" y="238759"/>
                  </a:moveTo>
                  <a:lnTo>
                    <a:pt x="0" y="238759"/>
                  </a:lnTo>
                  <a:lnTo>
                    <a:pt x="0" y="240029"/>
                  </a:lnTo>
                  <a:lnTo>
                    <a:pt x="3809" y="240029"/>
                  </a:lnTo>
                  <a:lnTo>
                    <a:pt x="3809" y="238759"/>
                  </a:lnTo>
                  <a:close/>
                </a:path>
              </a:pathLst>
            </a:custGeom>
            <a:solidFill>
              <a:srgbClr val="A6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2" name="object 1012"/>
            <p:cNvSpPr/>
            <p:nvPr/>
          </p:nvSpPr>
          <p:spPr>
            <a:xfrm>
              <a:off x="2491739" y="5247639"/>
              <a:ext cx="2540" cy="242570"/>
            </a:xfrm>
            <a:custGeom>
              <a:avLst/>
              <a:gdLst/>
              <a:ahLst/>
              <a:cxnLst/>
              <a:rect l="l" t="t" r="r" b="b"/>
              <a:pathLst>
                <a:path w="2539" h="242570">
                  <a:moveTo>
                    <a:pt x="254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  <a:path w="2539" h="242570">
                  <a:moveTo>
                    <a:pt x="254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1270"/>
                  </a:lnTo>
                  <a:close/>
                </a:path>
                <a:path w="2539" h="242570">
                  <a:moveTo>
                    <a:pt x="2540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5080"/>
                  </a:lnTo>
                  <a:close/>
                </a:path>
                <a:path w="2539" h="242570">
                  <a:moveTo>
                    <a:pt x="2540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7620"/>
                  </a:lnTo>
                  <a:close/>
                </a:path>
                <a:path w="2539" h="242570">
                  <a:moveTo>
                    <a:pt x="2540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2540" y="13970"/>
                  </a:lnTo>
                  <a:lnTo>
                    <a:pt x="2540" y="11430"/>
                  </a:lnTo>
                  <a:close/>
                </a:path>
                <a:path w="2539" h="242570">
                  <a:moveTo>
                    <a:pt x="2540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2540" y="17780"/>
                  </a:lnTo>
                  <a:lnTo>
                    <a:pt x="2540" y="13970"/>
                  </a:lnTo>
                  <a:close/>
                </a:path>
                <a:path w="2539" h="242570">
                  <a:moveTo>
                    <a:pt x="2540" y="17780"/>
                  </a:moveTo>
                  <a:lnTo>
                    <a:pt x="0" y="17780"/>
                  </a:lnTo>
                  <a:lnTo>
                    <a:pt x="0" y="24130"/>
                  </a:lnTo>
                  <a:lnTo>
                    <a:pt x="2540" y="24130"/>
                  </a:lnTo>
                  <a:lnTo>
                    <a:pt x="2540" y="17780"/>
                  </a:lnTo>
                  <a:close/>
                </a:path>
                <a:path w="2539" h="242570">
                  <a:moveTo>
                    <a:pt x="2540" y="24130"/>
                  </a:moveTo>
                  <a:lnTo>
                    <a:pt x="0" y="24130"/>
                  </a:lnTo>
                  <a:lnTo>
                    <a:pt x="0" y="220980"/>
                  </a:lnTo>
                  <a:lnTo>
                    <a:pt x="2540" y="220980"/>
                  </a:lnTo>
                  <a:lnTo>
                    <a:pt x="2540" y="24130"/>
                  </a:lnTo>
                  <a:close/>
                </a:path>
                <a:path w="2539" h="242570">
                  <a:moveTo>
                    <a:pt x="2540" y="220980"/>
                  </a:moveTo>
                  <a:lnTo>
                    <a:pt x="0" y="220980"/>
                  </a:lnTo>
                  <a:lnTo>
                    <a:pt x="0" y="223520"/>
                  </a:lnTo>
                  <a:lnTo>
                    <a:pt x="2540" y="223520"/>
                  </a:lnTo>
                  <a:lnTo>
                    <a:pt x="2540" y="220980"/>
                  </a:lnTo>
                  <a:close/>
                </a:path>
                <a:path w="2539" h="242570">
                  <a:moveTo>
                    <a:pt x="2540" y="223520"/>
                  </a:moveTo>
                  <a:lnTo>
                    <a:pt x="0" y="223520"/>
                  </a:lnTo>
                  <a:lnTo>
                    <a:pt x="0" y="227330"/>
                  </a:lnTo>
                  <a:lnTo>
                    <a:pt x="2540" y="227330"/>
                  </a:lnTo>
                  <a:lnTo>
                    <a:pt x="2540" y="223520"/>
                  </a:lnTo>
                  <a:close/>
                </a:path>
                <a:path w="2539" h="242570">
                  <a:moveTo>
                    <a:pt x="2540" y="227330"/>
                  </a:moveTo>
                  <a:lnTo>
                    <a:pt x="0" y="227330"/>
                  </a:lnTo>
                  <a:lnTo>
                    <a:pt x="0" y="229870"/>
                  </a:lnTo>
                  <a:lnTo>
                    <a:pt x="2540" y="229870"/>
                  </a:lnTo>
                  <a:lnTo>
                    <a:pt x="2540" y="227330"/>
                  </a:lnTo>
                  <a:close/>
                </a:path>
                <a:path w="2539" h="242570">
                  <a:moveTo>
                    <a:pt x="2540" y="229870"/>
                  </a:moveTo>
                  <a:lnTo>
                    <a:pt x="0" y="229870"/>
                  </a:lnTo>
                  <a:lnTo>
                    <a:pt x="0" y="233680"/>
                  </a:lnTo>
                  <a:lnTo>
                    <a:pt x="2540" y="233680"/>
                  </a:lnTo>
                  <a:lnTo>
                    <a:pt x="2540" y="229870"/>
                  </a:lnTo>
                  <a:close/>
                </a:path>
                <a:path w="2539" h="242570">
                  <a:moveTo>
                    <a:pt x="2540" y="233680"/>
                  </a:moveTo>
                  <a:lnTo>
                    <a:pt x="0" y="233680"/>
                  </a:lnTo>
                  <a:lnTo>
                    <a:pt x="0" y="236220"/>
                  </a:lnTo>
                  <a:lnTo>
                    <a:pt x="2540" y="236220"/>
                  </a:lnTo>
                  <a:lnTo>
                    <a:pt x="2540" y="233680"/>
                  </a:lnTo>
                  <a:close/>
                </a:path>
                <a:path w="2539" h="242570">
                  <a:moveTo>
                    <a:pt x="2540" y="236220"/>
                  </a:moveTo>
                  <a:lnTo>
                    <a:pt x="0" y="236220"/>
                  </a:lnTo>
                  <a:lnTo>
                    <a:pt x="0" y="240030"/>
                  </a:lnTo>
                  <a:lnTo>
                    <a:pt x="2540" y="240030"/>
                  </a:lnTo>
                  <a:lnTo>
                    <a:pt x="2540" y="236220"/>
                  </a:lnTo>
                  <a:close/>
                </a:path>
                <a:path w="2539" h="242570">
                  <a:moveTo>
                    <a:pt x="2540" y="240030"/>
                  </a:moveTo>
                  <a:lnTo>
                    <a:pt x="0" y="240030"/>
                  </a:lnTo>
                  <a:lnTo>
                    <a:pt x="0" y="241300"/>
                  </a:lnTo>
                  <a:lnTo>
                    <a:pt x="1270" y="241300"/>
                  </a:lnTo>
                  <a:lnTo>
                    <a:pt x="1270" y="242570"/>
                  </a:lnTo>
                  <a:lnTo>
                    <a:pt x="2540" y="242570"/>
                  </a:lnTo>
                  <a:lnTo>
                    <a:pt x="2540" y="240030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3" name="object 1013"/>
            <p:cNvSpPr/>
            <p:nvPr/>
          </p:nvSpPr>
          <p:spPr>
            <a:xfrm>
              <a:off x="2494280" y="5247639"/>
              <a:ext cx="3810" cy="242570"/>
            </a:xfrm>
            <a:custGeom>
              <a:avLst/>
              <a:gdLst/>
              <a:ahLst/>
              <a:cxnLst/>
              <a:rect l="l" t="t" r="r" b="b"/>
              <a:pathLst>
                <a:path w="3810" h="242570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10" h="242570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10" h="242570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10" h="242570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10" h="242570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10" h="242570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10" h="242570">
                  <a:moveTo>
                    <a:pt x="3810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92"/>
                  </a:lnTo>
                  <a:close/>
                </a:path>
                <a:path w="3810" h="242570">
                  <a:moveTo>
                    <a:pt x="3810" y="24142"/>
                  </a:moveTo>
                  <a:lnTo>
                    <a:pt x="0" y="2414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4142"/>
                  </a:lnTo>
                  <a:close/>
                </a:path>
                <a:path w="3810" h="242570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42570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10" h="242570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10" h="24257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10" h="24257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10" h="24257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10" h="24257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4" name="object 1014"/>
            <p:cNvSpPr/>
            <p:nvPr/>
          </p:nvSpPr>
          <p:spPr>
            <a:xfrm>
              <a:off x="2498090" y="5247639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10" h="243839">
                  <a:moveTo>
                    <a:pt x="3810" y="242582"/>
                  </a:moveTo>
                  <a:lnTo>
                    <a:pt x="1270" y="242582"/>
                  </a:lnTo>
                  <a:lnTo>
                    <a:pt x="1270" y="243840"/>
                  </a:lnTo>
                  <a:lnTo>
                    <a:pt x="3810" y="243840"/>
                  </a:lnTo>
                  <a:lnTo>
                    <a:pt x="3810" y="242582"/>
                  </a:lnTo>
                  <a:close/>
                </a:path>
                <a:path w="3810" h="243839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10" h="243839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10" h="243839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10" h="243839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10" h="243839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10" h="243839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10" h="243839">
                  <a:moveTo>
                    <a:pt x="3810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92"/>
                  </a:lnTo>
                  <a:close/>
                </a:path>
                <a:path w="3810" h="243839">
                  <a:moveTo>
                    <a:pt x="3810" y="24142"/>
                  </a:moveTo>
                  <a:lnTo>
                    <a:pt x="0" y="2414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4142"/>
                  </a:lnTo>
                  <a:close/>
                </a:path>
                <a:path w="3810" h="243839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43839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10" h="243839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10" h="243839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10" h="243839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10" h="243839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10" h="243839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EAD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5" name="object 1015"/>
            <p:cNvSpPr/>
            <p:nvPr/>
          </p:nvSpPr>
          <p:spPr>
            <a:xfrm>
              <a:off x="2501900" y="5247639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10" h="243839">
                  <a:moveTo>
                    <a:pt x="3810" y="242582"/>
                  </a:moveTo>
                  <a:lnTo>
                    <a:pt x="0" y="24258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2582"/>
                  </a:lnTo>
                  <a:close/>
                </a:path>
                <a:path w="3810" h="243839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10" h="243839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10" h="243839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10" h="243839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10" h="243839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10" h="243839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10" h="243839">
                  <a:moveTo>
                    <a:pt x="3810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92"/>
                  </a:lnTo>
                  <a:close/>
                </a:path>
                <a:path w="3810" h="243839">
                  <a:moveTo>
                    <a:pt x="3810" y="24142"/>
                  </a:moveTo>
                  <a:lnTo>
                    <a:pt x="0" y="2414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4142"/>
                  </a:lnTo>
                  <a:close/>
                </a:path>
                <a:path w="3810" h="243839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43839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10" h="243839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10" h="243839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10" h="243839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10" h="243839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10" h="243839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CAB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6" name="object 1016"/>
            <p:cNvSpPr/>
            <p:nvPr/>
          </p:nvSpPr>
          <p:spPr>
            <a:xfrm>
              <a:off x="2505710" y="5247639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10" h="243839">
                  <a:moveTo>
                    <a:pt x="3810" y="242582"/>
                  </a:moveTo>
                  <a:lnTo>
                    <a:pt x="0" y="24258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2582"/>
                  </a:lnTo>
                  <a:close/>
                </a:path>
                <a:path w="3810" h="243839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10" h="243839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10" h="243839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10" h="243839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10" h="243839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10" h="243839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10" h="243839">
                  <a:moveTo>
                    <a:pt x="3810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92"/>
                  </a:lnTo>
                  <a:close/>
                </a:path>
                <a:path w="3810" h="243839">
                  <a:moveTo>
                    <a:pt x="3810" y="24142"/>
                  </a:moveTo>
                  <a:lnTo>
                    <a:pt x="0" y="2414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4142"/>
                  </a:lnTo>
                  <a:close/>
                </a:path>
                <a:path w="3810" h="243839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43839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10" h="243839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10" h="243839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10" h="243839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10" h="243839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10" h="243839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9A8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7" name="object 1017"/>
            <p:cNvSpPr/>
            <p:nvPr/>
          </p:nvSpPr>
          <p:spPr>
            <a:xfrm>
              <a:off x="2509520" y="5246370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10" h="245110">
                  <a:moveTo>
                    <a:pt x="3810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245110">
                  <a:moveTo>
                    <a:pt x="381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2539"/>
                  </a:lnTo>
                  <a:close/>
                </a:path>
                <a:path w="3810" h="245110">
                  <a:moveTo>
                    <a:pt x="381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49"/>
                  </a:lnTo>
                  <a:close/>
                </a:path>
                <a:path w="3810" h="245110">
                  <a:moveTo>
                    <a:pt x="381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8889"/>
                  </a:lnTo>
                  <a:close/>
                </a:path>
                <a:path w="3810" h="245110">
                  <a:moveTo>
                    <a:pt x="381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2699"/>
                  </a:lnTo>
                  <a:close/>
                </a:path>
                <a:path w="3810" h="245110">
                  <a:moveTo>
                    <a:pt x="381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5239"/>
                  </a:lnTo>
                  <a:close/>
                </a:path>
                <a:path w="3810" h="245110">
                  <a:moveTo>
                    <a:pt x="3810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19049"/>
                  </a:lnTo>
                  <a:close/>
                </a:path>
                <a:path w="3810" h="245110">
                  <a:moveTo>
                    <a:pt x="3810" y="25399"/>
                  </a:moveTo>
                  <a:lnTo>
                    <a:pt x="0" y="25399"/>
                  </a:lnTo>
                  <a:lnTo>
                    <a:pt x="0" y="222249"/>
                  </a:lnTo>
                  <a:lnTo>
                    <a:pt x="3810" y="222249"/>
                  </a:lnTo>
                  <a:lnTo>
                    <a:pt x="3810" y="25399"/>
                  </a:lnTo>
                  <a:close/>
                </a:path>
                <a:path w="3810" h="245110">
                  <a:moveTo>
                    <a:pt x="3810" y="222249"/>
                  </a:moveTo>
                  <a:lnTo>
                    <a:pt x="0" y="222249"/>
                  </a:lnTo>
                  <a:lnTo>
                    <a:pt x="0" y="224789"/>
                  </a:lnTo>
                  <a:lnTo>
                    <a:pt x="3810" y="224789"/>
                  </a:lnTo>
                  <a:lnTo>
                    <a:pt x="3810" y="222249"/>
                  </a:lnTo>
                  <a:close/>
                </a:path>
                <a:path w="3810" h="245110">
                  <a:moveTo>
                    <a:pt x="3810" y="224789"/>
                  </a:moveTo>
                  <a:lnTo>
                    <a:pt x="0" y="22478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4789"/>
                  </a:lnTo>
                  <a:close/>
                </a:path>
                <a:path w="3810" h="245110">
                  <a:moveTo>
                    <a:pt x="3810" y="228599"/>
                  </a:moveTo>
                  <a:lnTo>
                    <a:pt x="0" y="228599"/>
                  </a:lnTo>
                  <a:lnTo>
                    <a:pt x="0" y="231139"/>
                  </a:lnTo>
                  <a:lnTo>
                    <a:pt x="3810" y="231139"/>
                  </a:lnTo>
                  <a:lnTo>
                    <a:pt x="3810" y="228599"/>
                  </a:lnTo>
                  <a:close/>
                </a:path>
                <a:path w="3810" h="245110">
                  <a:moveTo>
                    <a:pt x="3810" y="231139"/>
                  </a:moveTo>
                  <a:lnTo>
                    <a:pt x="0" y="231139"/>
                  </a:lnTo>
                  <a:lnTo>
                    <a:pt x="0" y="234949"/>
                  </a:lnTo>
                  <a:lnTo>
                    <a:pt x="3810" y="234949"/>
                  </a:lnTo>
                  <a:lnTo>
                    <a:pt x="3810" y="231139"/>
                  </a:lnTo>
                  <a:close/>
                </a:path>
                <a:path w="3810" h="245110">
                  <a:moveTo>
                    <a:pt x="3810" y="234949"/>
                  </a:moveTo>
                  <a:lnTo>
                    <a:pt x="0" y="234949"/>
                  </a:lnTo>
                  <a:lnTo>
                    <a:pt x="0" y="237489"/>
                  </a:lnTo>
                  <a:lnTo>
                    <a:pt x="3810" y="237489"/>
                  </a:lnTo>
                  <a:lnTo>
                    <a:pt x="3810" y="234949"/>
                  </a:lnTo>
                  <a:close/>
                </a:path>
                <a:path w="3810" h="245110">
                  <a:moveTo>
                    <a:pt x="3810" y="237489"/>
                  </a:moveTo>
                  <a:lnTo>
                    <a:pt x="0" y="237489"/>
                  </a:lnTo>
                  <a:lnTo>
                    <a:pt x="0" y="241299"/>
                  </a:lnTo>
                  <a:lnTo>
                    <a:pt x="3810" y="241299"/>
                  </a:lnTo>
                  <a:lnTo>
                    <a:pt x="3810" y="237489"/>
                  </a:lnTo>
                  <a:close/>
                </a:path>
                <a:path w="3810" h="245110">
                  <a:moveTo>
                    <a:pt x="3810" y="241299"/>
                  </a:moveTo>
                  <a:lnTo>
                    <a:pt x="0" y="241299"/>
                  </a:lnTo>
                  <a:lnTo>
                    <a:pt x="0" y="243839"/>
                  </a:lnTo>
                  <a:lnTo>
                    <a:pt x="3810" y="243839"/>
                  </a:lnTo>
                  <a:lnTo>
                    <a:pt x="3810" y="241299"/>
                  </a:lnTo>
                  <a:close/>
                </a:path>
                <a:path w="3810" h="245110">
                  <a:moveTo>
                    <a:pt x="3810" y="243839"/>
                  </a:moveTo>
                  <a:lnTo>
                    <a:pt x="0" y="243839"/>
                  </a:lnTo>
                  <a:lnTo>
                    <a:pt x="0" y="245109"/>
                  </a:lnTo>
                  <a:lnTo>
                    <a:pt x="3810" y="245109"/>
                  </a:lnTo>
                  <a:lnTo>
                    <a:pt x="3810" y="243839"/>
                  </a:lnTo>
                  <a:close/>
                </a:path>
              </a:pathLst>
            </a:custGeom>
            <a:solidFill>
              <a:srgbClr val="96A6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8" name="object 1018"/>
            <p:cNvSpPr/>
            <p:nvPr/>
          </p:nvSpPr>
          <p:spPr>
            <a:xfrm>
              <a:off x="2513330" y="5246382"/>
              <a:ext cx="2540" cy="245110"/>
            </a:xfrm>
            <a:custGeom>
              <a:avLst/>
              <a:gdLst/>
              <a:ahLst/>
              <a:cxnLst/>
              <a:rect l="l" t="t" r="r" b="b"/>
              <a:pathLst>
                <a:path w="2539" h="245110">
                  <a:moveTo>
                    <a:pt x="2540" y="243840"/>
                  </a:moveTo>
                  <a:lnTo>
                    <a:pt x="0" y="243840"/>
                  </a:lnTo>
                  <a:lnTo>
                    <a:pt x="0" y="245097"/>
                  </a:lnTo>
                  <a:lnTo>
                    <a:pt x="2540" y="245097"/>
                  </a:lnTo>
                  <a:lnTo>
                    <a:pt x="2540" y="243840"/>
                  </a:lnTo>
                  <a:close/>
                </a:path>
                <a:path w="2539" h="245110">
                  <a:moveTo>
                    <a:pt x="254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2540" y="243827"/>
                  </a:lnTo>
                  <a:lnTo>
                    <a:pt x="2540" y="241300"/>
                  </a:lnTo>
                  <a:close/>
                </a:path>
                <a:path w="2539" h="245110">
                  <a:moveTo>
                    <a:pt x="254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2540" y="241287"/>
                  </a:lnTo>
                  <a:lnTo>
                    <a:pt x="2540" y="237490"/>
                  </a:lnTo>
                  <a:close/>
                </a:path>
                <a:path w="2539" h="245110">
                  <a:moveTo>
                    <a:pt x="254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2540" y="237477"/>
                  </a:lnTo>
                  <a:lnTo>
                    <a:pt x="2540" y="234950"/>
                  </a:lnTo>
                  <a:close/>
                </a:path>
                <a:path w="2539" h="245110">
                  <a:moveTo>
                    <a:pt x="254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2540" y="234937"/>
                  </a:lnTo>
                  <a:lnTo>
                    <a:pt x="2540" y="231140"/>
                  </a:lnTo>
                  <a:close/>
                </a:path>
                <a:path w="2539" h="245110">
                  <a:moveTo>
                    <a:pt x="254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2540" y="231127"/>
                  </a:lnTo>
                  <a:lnTo>
                    <a:pt x="2540" y="228600"/>
                  </a:lnTo>
                  <a:close/>
                </a:path>
                <a:path w="2539" h="245110">
                  <a:moveTo>
                    <a:pt x="254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2540" y="228587"/>
                  </a:lnTo>
                  <a:lnTo>
                    <a:pt x="2540" y="224790"/>
                  </a:lnTo>
                  <a:close/>
                </a:path>
                <a:path w="2539" h="245110">
                  <a:moveTo>
                    <a:pt x="2540" y="222250"/>
                  </a:moveTo>
                  <a:lnTo>
                    <a:pt x="0" y="222250"/>
                  </a:lnTo>
                  <a:lnTo>
                    <a:pt x="0" y="224777"/>
                  </a:lnTo>
                  <a:lnTo>
                    <a:pt x="2540" y="224777"/>
                  </a:lnTo>
                  <a:lnTo>
                    <a:pt x="2540" y="222250"/>
                  </a:lnTo>
                  <a:close/>
                </a:path>
                <a:path w="2539" h="245110">
                  <a:moveTo>
                    <a:pt x="2540" y="25400"/>
                  </a:moveTo>
                  <a:lnTo>
                    <a:pt x="0" y="25400"/>
                  </a:lnTo>
                  <a:lnTo>
                    <a:pt x="0" y="222237"/>
                  </a:lnTo>
                  <a:lnTo>
                    <a:pt x="2540" y="222237"/>
                  </a:lnTo>
                  <a:lnTo>
                    <a:pt x="2540" y="25400"/>
                  </a:lnTo>
                  <a:close/>
                </a:path>
                <a:path w="2539" h="245110">
                  <a:moveTo>
                    <a:pt x="254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2540" y="25387"/>
                  </a:lnTo>
                  <a:lnTo>
                    <a:pt x="2540" y="19050"/>
                  </a:lnTo>
                  <a:close/>
                </a:path>
                <a:path w="2539" h="245110">
                  <a:moveTo>
                    <a:pt x="254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2540" y="19037"/>
                  </a:lnTo>
                  <a:lnTo>
                    <a:pt x="2540" y="15240"/>
                  </a:lnTo>
                  <a:close/>
                </a:path>
                <a:path w="2539" h="245110">
                  <a:moveTo>
                    <a:pt x="254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540" y="15227"/>
                  </a:lnTo>
                  <a:lnTo>
                    <a:pt x="2540" y="12700"/>
                  </a:lnTo>
                  <a:close/>
                </a:path>
                <a:path w="2539" h="245110">
                  <a:moveTo>
                    <a:pt x="254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8890"/>
                  </a:lnTo>
                  <a:close/>
                </a:path>
                <a:path w="2539" h="245110">
                  <a:moveTo>
                    <a:pt x="254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2540" y="8877"/>
                  </a:lnTo>
                  <a:lnTo>
                    <a:pt x="2540" y="6350"/>
                  </a:lnTo>
                  <a:close/>
                </a:path>
                <a:path w="2539" h="245110">
                  <a:moveTo>
                    <a:pt x="254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2540"/>
                  </a:lnTo>
                  <a:close/>
                </a:path>
                <a:path w="2539" h="245110">
                  <a:moveTo>
                    <a:pt x="254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2540" y="252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9" name="object 1019"/>
            <p:cNvSpPr/>
            <p:nvPr/>
          </p:nvSpPr>
          <p:spPr>
            <a:xfrm>
              <a:off x="2515870" y="5245100"/>
              <a:ext cx="3810" cy="247650"/>
            </a:xfrm>
            <a:custGeom>
              <a:avLst/>
              <a:gdLst/>
              <a:ahLst/>
              <a:cxnLst/>
              <a:rect l="l" t="t" r="r" b="b"/>
              <a:pathLst>
                <a:path w="3810" h="247650">
                  <a:moveTo>
                    <a:pt x="3810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247650">
                  <a:moveTo>
                    <a:pt x="381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70"/>
                  </a:lnTo>
                  <a:close/>
                </a:path>
                <a:path w="3810" h="247650">
                  <a:moveTo>
                    <a:pt x="3810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3810"/>
                  </a:lnTo>
                  <a:close/>
                </a:path>
                <a:path w="3810" h="247650">
                  <a:moveTo>
                    <a:pt x="3810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7620"/>
                  </a:lnTo>
                  <a:close/>
                </a:path>
                <a:path w="3810" h="247650">
                  <a:moveTo>
                    <a:pt x="3810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10160"/>
                  </a:lnTo>
                  <a:close/>
                </a:path>
                <a:path w="3810" h="247650">
                  <a:moveTo>
                    <a:pt x="3810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3970"/>
                  </a:lnTo>
                  <a:close/>
                </a:path>
                <a:path w="3810" h="247650">
                  <a:moveTo>
                    <a:pt x="3810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6510"/>
                  </a:lnTo>
                  <a:close/>
                </a:path>
                <a:path w="3810" h="247650">
                  <a:moveTo>
                    <a:pt x="3810" y="20320"/>
                  </a:moveTo>
                  <a:lnTo>
                    <a:pt x="0" y="20320"/>
                  </a:lnTo>
                  <a:lnTo>
                    <a:pt x="0" y="26669"/>
                  </a:lnTo>
                  <a:lnTo>
                    <a:pt x="3810" y="26669"/>
                  </a:lnTo>
                  <a:lnTo>
                    <a:pt x="3810" y="20320"/>
                  </a:lnTo>
                  <a:close/>
                </a:path>
                <a:path w="3810" h="247650">
                  <a:moveTo>
                    <a:pt x="3810" y="26670"/>
                  </a:moveTo>
                  <a:lnTo>
                    <a:pt x="0" y="26670"/>
                  </a:lnTo>
                  <a:lnTo>
                    <a:pt x="0" y="223519"/>
                  </a:lnTo>
                  <a:lnTo>
                    <a:pt x="3810" y="223519"/>
                  </a:lnTo>
                  <a:lnTo>
                    <a:pt x="3810" y="26670"/>
                  </a:lnTo>
                  <a:close/>
                </a:path>
                <a:path w="3810" h="247650">
                  <a:moveTo>
                    <a:pt x="3810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23520"/>
                  </a:lnTo>
                  <a:close/>
                </a:path>
                <a:path w="3810" h="247650">
                  <a:moveTo>
                    <a:pt x="3810" y="226060"/>
                  </a:moveTo>
                  <a:lnTo>
                    <a:pt x="0" y="226060"/>
                  </a:lnTo>
                  <a:lnTo>
                    <a:pt x="0" y="229869"/>
                  </a:lnTo>
                  <a:lnTo>
                    <a:pt x="3810" y="229869"/>
                  </a:lnTo>
                  <a:lnTo>
                    <a:pt x="3810" y="226060"/>
                  </a:lnTo>
                  <a:close/>
                </a:path>
                <a:path w="3810" h="247650">
                  <a:moveTo>
                    <a:pt x="3810" y="229870"/>
                  </a:moveTo>
                  <a:lnTo>
                    <a:pt x="0" y="22987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9870"/>
                  </a:lnTo>
                  <a:close/>
                </a:path>
                <a:path w="3810" h="247650">
                  <a:moveTo>
                    <a:pt x="3810" y="232410"/>
                  </a:moveTo>
                  <a:lnTo>
                    <a:pt x="0" y="232410"/>
                  </a:lnTo>
                  <a:lnTo>
                    <a:pt x="0" y="236219"/>
                  </a:lnTo>
                  <a:lnTo>
                    <a:pt x="3810" y="236219"/>
                  </a:lnTo>
                  <a:lnTo>
                    <a:pt x="3810" y="232410"/>
                  </a:lnTo>
                  <a:close/>
                </a:path>
                <a:path w="3810" h="247650">
                  <a:moveTo>
                    <a:pt x="3810" y="236220"/>
                  </a:moveTo>
                  <a:lnTo>
                    <a:pt x="0" y="236220"/>
                  </a:lnTo>
                  <a:lnTo>
                    <a:pt x="0" y="238759"/>
                  </a:lnTo>
                  <a:lnTo>
                    <a:pt x="3810" y="238759"/>
                  </a:lnTo>
                  <a:lnTo>
                    <a:pt x="3810" y="236220"/>
                  </a:lnTo>
                  <a:close/>
                </a:path>
                <a:path w="3810" h="247650">
                  <a:moveTo>
                    <a:pt x="3810" y="238760"/>
                  </a:moveTo>
                  <a:lnTo>
                    <a:pt x="0" y="238760"/>
                  </a:lnTo>
                  <a:lnTo>
                    <a:pt x="0" y="242569"/>
                  </a:lnTo>
                  <a:lnTo>
                    <a:pt x="3810" y="242569"/>
                  </a:lnTo>
                  <a:lnTo>
                    <a:pt x="3810" y="238760"/>
                  </a:lnTo>
                  <a:close/>
                </a:path>
                <a:path w="3810" h="247650">
                  <a:moveTo>
                    <a:pt x="3810" y="242570"/>
                  </a:moveTo>
                  <a:lnTo>
                    <a:pt x="0" y="242570"/>
                  </a:lnTo>
                  <a:lnTo>
                    <a:pt x="0" y="245109"/>
                  </a:lnTo>
                  <a:lnTo>
                    <a:pt x="3810" y="245109"/>
                  </a:lnTo>
                  <a:lnTo>
                    <a:pt x="3810" y="242570"/>
                  </a:lnTo>
                  <a:close/>
                </a:path>
                <a:path w="3810" h="247650">
                  <a:moveTo>
                    <a:pt x="3810" y="245110"/>
                  </a:moveTo>
                  <a:lnTo>
                    <a:pt x="0" y="245110"/>
                  </a:lnTo>
                  <a:lnTo>
                    <a:pt x="0" y="246380"/>
                  </a:lnTo>
                  <a:lnTo>
                    <a:pt x="1269" y="246380"/>
                  </a:lnTo>
                  <a:lnTo>
                    <a:pt x="1269" y="247650"/>
                  </a:lnTo>
                  <a:lnTo>
                    <a:pt x="3810" y="247650"/>
                  </a:lnTo>
                  <a:lnTo>
                    <a:pt x="3810" y="245110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0" name="object 1020"/>
            <p:cNvSpPr/>
            <p:nvPr/>
          </p:nvSpPr>
          <p:spPr>
            <a:xfrm>
              <a:off x="2519680" y="5245100"/>
              <a:ext cx="3810" cy="247650"/>
            </a:xfrm>
            <a:custGeom>
              <a:avLst/>
              <a:gdLst/>
              <a:ahLst/>
              <a:cxnLst/>
              <a:rect l="l" t="t" r="r" b="b"/>
              <a:pathLst>
                <a:path w="3810" h="247650">
                  <a:moveTo>
                    <a:pt x="3810" y="245122"/>
                  </a:moveTo>
                  <a:lnTo>
                    <a:pt x="0" y="24512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5122"/>
                  </a:lnTo>
                  <a:close/>
                </a:path>
                <a:path w="3810" h="247650">
                  <a:moveTo>
                    <a:pt x="3810" y="242582"/>
                  </a:moveTo>
                  <a:lnTo>
                    <a:pt x="0" y="24258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2582"/>
                  </a:lnTo>
                  <a:close/>
                </a:path>
                <a:path w="3810" h="247650">
                  <a:moveTo>
                    <a:pt x="3810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8772"/>
                  </a:lnTo>
                  <a:close/>
                </a:path>
                <a:path w="3810" h="247650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10" h="247650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10" h="247650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10" h="247650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10" h="247650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10" h="247650">
                  <a:moveTo>
                    <a:pt x="3810" y="26682"/>
                  </a:moveTo>
                  <a:lnTo>
                    <a:pt x="0" y="2668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6682"/>
                  </a:lnTo>
                  <a:close/>
                </a:path>
                <a:path w="3810" h="247650">
                  <a:moveTo>
                    <a:pt x="3810" y="20332"/>
                  </a:moveTo>
                  <a:lnTo>
                    <a:pt x="0" y="20332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0332"/>
                  </a:lnTo>
                  <a:close/>
                </a:path>
                <a:path w="3810" h="247650">
                  <a:moveTo>
                    <a:pt x="3810" y="16522"/>
                  </a:moveTo>
                  <a:lnTo>
                    <a:pt x="0" y="1652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6522"/>
                  </a:lnTo>
                  <a:close/>
                </a:path>
                <a:path w="3810" h="247650">
                  <a:moveTo>
                    <a:pt x="3810" y="13982"/>
                  </a:moveTo>
                  <a:lnTo>
                    <a:pt x="0" y="1398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82"/>
                  </a:lnTo>
                  <a:close/>
                </a:path>
                <a:path w="3810" h="247650">
                  <a:moveTo>
                    <a:pt x="381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0172"/>
                  </a:lnTo>
                  <a:close/>
                </a:path>
                <a:path w="3810" h="247650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10" h="247650">
                  <a:moveTo>
                    <a:pt x="381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3822"/>
                  </a:lnTo>
                  <a:close/>
                </a:path>
                <a:path w="3810" h="247650">
                  <a:moveTo>
                    <a:pt x="381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82"/>
                  </a:lnTo>
                  <a:close/>
                </a:path>
                <a:path w="3810" h="24765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E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1" name="object 1021"/>
            <p:cNvSpPr/>
            <p:nvPr/>
          </p:nvSpPr>
          <p:spPr>
            <a:xfrm>
              <a:off x="2523489" y="5245100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248920">
                  <a:moveTo>
                    <a:pt x="381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70"/>
                  </a:lnTo>
                  <a:close/>
                </a:path>
                <a:path w="3810" h="248920">
                  <a:moveTo>
                    <a:pt x="3810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3810"/>
                  </a:lnTo>
                  <a:close/>
                </a:path>
                <a:path w="3810" h="248920">
                  <a:moveTo>
                    <a:pt x="3810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7620"/>
                  </a:lnTo>
                  <a:close/>
                </a:path>
                <a:path w="3810" h="248920">
                  <a:moveTo>
                    <a:pt x="3810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10160"/>
                  </a:lnTo>
                  <a:close/>
                </a:path>
                <a:path w="3810" h="248920">
                  <a:moveTo>
                    <a:pt x="3810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3970"/>
                  </a:lnTo>
                  <a:close/>
                </a:path>
                <a:path w="3810" h="248920">
                  <a:moveTo>
                    <a:pt x="3810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6510"/>
                  </a:lnTo>
                  <a:close/>
                </a:path>
                <a:path w="3810" h="248920">
                  <a:moveTo>
                    <a:pt x="3810" y="20320"/>
                  </a:moveTo>
                  <a:lnTo>
                    <a:pt x="0" y="20320"/>
                  </a:lnTo>
                  <a:lnTo>
                    <a:pt x="0" y="26669"/>
                  </a:lnTo>
                  <a:lnTo>
                    <a:pt x="3810" y="26669"/>
                  </a:lnTo>
                  <a:lnTo>
                    <a:pt x="3810" y="20320"/>
                  </a:lnTo>
                  <a:close/>
                </a:path>
                <a:path w="3810" h="248920">
                  <a:moveTo>
                    <a:pt x="3810" y="26670"/>
                  </a:moveTo>
                  <a:lnTo>
                    <a:pt x="0" y="26670"/>
                  </a:lnTo>
                  <a:lnTo>
                    <a:pt x="0" y="223519"/>
                  </a:lnTo>
                  <a:lnTo>
                    <a:pt x="3810" y="223519"/>
                  </a:lnTo>
                  <a:lnTo>
                    <a:pt x="3810" y="26670"/>
                  </a:lnTo>
                  <a:close/>
                </a:path>
                <a:path w="3810" h="248920">
                  <a:moveTo>
                    <a:pt x="3810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23520"/>
                  </a:lnTo>
                  <a:close/>
                </a:path>
                <a:path w="3810" h="248920">
                  <a:moveTo>
                    <a:pt x="3810" y="226060"/>
                  </a:moveTo>
                  <a:lnTo>
                    <a:pt x="0" y="226060"/>
                  </a:lnTo>
                  <a:lnTo>
                    <a:pt x="0" y="229869"/>
                  </a:lnTo>
                  <a:lnTo>
                    <a:pt x="3810" y="229869"/>
                  </a:lnTo>
                  <a:lnTo>
                    <a:pt x="3810" y="226060"/>
                  </a:lnTo>
                  <a:close/>
                </a:path>
                <a:path w="3810" h="248920">
                  <a:moveTo>
                    <a:pt x="3810" y="229870"/>
                  </a:moveTo>
                  <a:lnTo>
                    <a:pt x="0" y="22987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9870"/>
                  </a:lnTo>
                  <a:close/>
                </a:path>
                <a:path w="3810" h="248920">
                  <a:moveTo>
                    <a:pt x="3810" y="232410"/>
                  </a:moveTo>
                  <a:lnTo>
                    <a:pt x="0" y="232410"/>
                  </a:lnTo>
                  <a:lnTo>
                    <a:pt x="0" y="236219"/>
                  </a:lnTo>
                  <a:lnTo>
                    <a:pt x="3810" y="236219"/>
                  </a:lnTo>
                  <a:lnTo>
                    <a:pt x="3810" y="232410"/>
                  </a:lnTo>
                  <a:close/>
                </a:path>
                <a:path w="3810" h="248920">
                  <a:moveTo>
                    <a:pt x="3810" y="236220"/>
                  </a:moveTo>
                  <a:lnTo>
                    <a:pt x="0" y="236220"/>
                  </a:lnTo>
                  <a:lnTo>
                    <a:pt x="0" y="238759"/>
                  </a:lnTo>
                  <a:lnTo>
                    <a:pt x="3810" y="238759"/>
                  </a:lnTo>
                  <a:lnTo>
                    <a:pt x="3810" y="236220"/>
                  </a:lnTo>
                  <a:close/>
                </a:path>
                <a:path w="3810" h="248920">
                  <a:moveTo>
                    <a:pt x="3810" y="238760"/>
                  </a:moveTo>
                  <a:lnTo>
                    <a:pt x="0" y="238760"/>
                  </a:lnTo>
                  <a:lnTo>
                    <a:pt x="0" y="242569"/>
                  </a:lnTo>
                  <a:lnTo>
                    <a:pt x="3810" y="242569"/>
                  </a:lnTo>
                  <a:lnTo>
                    <a:pt x="3810" y="238760"/>
                  </a:lnTo>
                  <a:close/>
                </a:path>
                <a:path w="3810" h="248920">
                  <a:moveTo>
                    <a:pt x="3810" y="242570"/>
                  </a:moveTo>
                  <a:lnTo>
                    <a:pt x="0" y="242570"/>
                  </a:lnTo>
                  <a:lnTo>
                    <a:pt x="0" y="245109"/>
                  </a:lnTo>
                  <a:lnTo>
                    <a:pt x="3810" y="245109"/>
                  </a:lnTo>
                  <a:lnTo>
                    <a:pt x="3810" y="242570"/>
                  </a:lnTo>
                  <a:close/>
                </a:path>
                <a:path w="3810" h="248920">
                  <a:moveTo>
                    <a:pt x="3810" y="245110"/>
                  </a:moveTo>
                  <a:lnTo>
                    <a:pt x="0" y="245110"/>
                  </a:lnTo>
                  <a:lnTo>
                    <a:pt x="0" y="247650"/>
                  </a:lnTo>
                  <a:lnTo>
                    <a:pt x="1270" y="247650"/>
                  </a:lnTo>
                  <a:lnTo>
                    <a:pt x="1270" y="248919"/>
                  </a:lnTo>
                  <a:lnTo>
                    <a:pt x="3810" y="248919"/>
                  </a:lnTo>
                  <a:lnTo>
                    <a:pt x="3810" y="245110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2" name="object 1022"/>
            <p:cNvSpPr/>
            <p:nvPr/>
          </p:nvSpPr>
          <p:spPr>
            <a:xfrm>
              <a:off x="2527300" y="5245100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5122"/>
                  </a:moveTo>
                  <a:lnTo>
                    <a:pt x="0" y="24512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5122"/>
                  </a:lnTo>
                  <a:close/>
                </a:path>
                <a:path w="3810" h="248920">
                  <a:moveTo>
                    <a:pt x="3810" y="242582"/>
                  </a:moveTo>
                  <a:lnTo>
                    <a:pt x="0" y="24258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2582"/>
                  </a:lnTo>
                  <a:close/>
                </a:path>
                <a:path w="3810" h="248920">
                  <a:moveTo>
                    <a:pt x="3810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8772"/>
                  </a:lnTo>
                  <a:close/>
                </a:path>
                <a:path w="3810" h="248920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10" h="248920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10" h="248920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10" h="248920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10" h="248920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10" h="248920">
                  <a:moveTo>
                    <a:pt x="3810" y="26682"/>
                  </a:moveTo>
                  <a:lnTo>
                    <a:pt x="0" y="2668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6682"/>
                  </a:lnTo>
                  <a:close/>
                </a:path>
                <a:path w="3810" h="248920">
                  <a:moveTo>
                    <a:pt x="3810" y="20332"/>
                  </a:moveTo>
                  <a:lnTo>
                    <a:pt x="0" y="20332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0332"/>
                  </a:lnTo>
                  <a:close/>
                </a:path>
                <a:path w="3810" h="248920">
                  <a:moveTo>
                    <a:pt x="3810" y="16522"/>
                  </a:moveTo>
                  <a:lnTo>
                    <a:pt x="0" y="1652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6522"/>
                  </a:lnTo>
                  <a:close/>
                </a:path>
                <a:path w="3810" h="248920">
                  <a:moveTo>
                    <a:pt x="3810" y="13982"/>
                  </a:moveTo>
                  <a:lnTo>
                    <a:pt x="0" y="1398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82"/>
                  </a:lnTo>
                  <a:close/>
                </a:path>
                <a:path w="3810" h="248920">
                  <a:moveTo>
                    <a:pt x="381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0172"/>
                  </a:lnTo>
                  <a:close/>
                </a:path>
                <a:path w="3810" h="248920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10" h="248920">
                  <a:moveTo>
                    <a:pt x="381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3822"/>
                  </a:lnTo>
                  <a:close/>
                </a:path>
                <a:path w="3810" h="248920">
                  <a:moveTo>
                    <a:pt x="381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82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3" name="object 1023"/>
            <p:cNvSpPr/>
            <p:nvPr/>
          </p:nvSpPr>
          <p:spPr>
            <a:xfrm>
              <a:off x="2531110" y="5245100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5122"/>
                  </a:moveTo>
                  <a:lnTo>
                    <a:pt x="0" y="24512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5122"/>
                  </a:lnTo>
                  <a:close/>
                </a:path>
                <a:path w="3810" h="248920">
                  <a:moveTo>
                    <a:pt x="3810" y="242582"/>
                  </a:moveTo>
                  <a:lnTo>
                    <a:pt x="0" y="24258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2582"/>
                  </a:lnTo>
                  <a:close/>
                </a:path>
                <a:path w="3810" h="248920">
                  <a:moveTo>
                    <a:pt x="3810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8772"/>
                  </a:lnTo>
                  <a:close/>
                </a:path>
                <a:path w="3810" h="248920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10" h="248920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10" h="248920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10" h="248920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10" h="248920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10" h="248920">
                  <a:moveTo>
                    <a:pt x="3810" y="26682"/>
                  </a:moveTo>
                  <a:lnTo>
                    <a:pt x="0" y="2668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6682"/>
                  </a:lnTo>
                  <a:close/>
                </a:path>
                <a:path w="3810" h="248920">
                  <a:moveTo>
                    <a:pt x="3810" y="20332"/>
                  </a:moveTo>
                  <a:lnTo>
                    <a:pt x="0" y="20332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0332"/>
                  </a:lnTo>
                  <a:close/>
                </a:path>
                <a:path w="3810" h="248920">
                  <a:moveTo>
                    <a:pt x="3810" y="16522"/>
                  </a:moveTo>
                  <a:lnTo>
                    <a:pt x="0" y="1652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6522"/>
                  </a:lnTo>
                  <a:close/>
                </a:path>
                <a:path w="3810" h="248920">
                  <a:moveTo>
                    <a:pt x="3810" y="13982"/>
                  </a:moveTo>
                  <a:lnTo>
                    <a:pt x="0" y="1398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82"/>
                  </a:lnTo>
                  <a:close/>
                </a:path>
                <a:path w="3810" h="248920">
                  <a:moveTo>
                    <a:pt x="381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0172"/>
                  </a:lnTo>
                  <a:close/>
                </a:path>
                <a:path w="3810" h="248920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10" h="248920">
                  <a:moveTo>
                    <a:pt x="381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3822"/>
                  </a:lnTo>
                  <a:close/>
                </a:path>
                <a:path w="3810" h="248920">
                  <a:moveTo>
                    <a:pt x="381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82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799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4" name="object 1024"/>
            <p:cNvSpPr/>
            <p:nvPr/>
          </p:nvSpPr>
          <p:spPr>
            <a:xfrm>
              <a:off x="2534920" y="5243830"/>
              <a:ext cx="3810" cy="250190"/>
            </a:xfrm>
            <a:custGeom>
              <a:avLst/>
              <a:gdLst/>
              <a:ahLst/>
              <a:cxnLst/>
              <a:rect l="l" t="t" r="r" b="b"/>
              <a:pathLst>
                <a:path w="3810" h="250189">
                  <a:moveTo>
                    <a:pt x="3810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  <a:path w="3810" h="250189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250189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10" h="250189">
                  <a:moveTo>
                    <a:pt x="381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890"/>
                  </a:lnTo>
                  <a:close/>
                </a:path>
                <a:path w="3810" h="250189">
                  <a:moveTo>
                    <a:pt x="381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30"/>
                  </a:lnTo>
                  <a:close/>
                </a:path>
                <a:path w="3810" h="250189">
                  <a:moveTo>
                    <a:pt x="381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40"/>
                  </a:lnTo>
                  <a:close/>
                </a:path>
                <a:path w="3810" h="250189">
                  <a:moveTo>
                    <a:pt x="3810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80"/>
                  </a:lnTo>
                  <a:close/>
                </a:path>
                <a:path w="3810" h="250189">
                  <a:moveTo>
                    <a:pt x="3810" y="21590"/>
                  </a:moveTo>
                  <a:lnTo>
                    <a:pt x="0" y="21590"/>
                  </a:lnTo>
                  <a:lnTo>
                    <a:pt x="0" y="27940"/>
                  </a:lnTo>
                  <a:lnTo>
                    <a:pt x="3810" y="27940"/>
                  </a:lnTo>
                  <a:lnTo>
                    <a:pt x="3810" y="21590"/>
                  </a:lnTo>
                  <a:close/>
                </a:path>
                <a:path w="3810" h="250189">
                  <a:moveTo>
                    <a:pt x="3810" y="27940"/>
                  </a:moveTo>
                  <a:lnTo>
                    <a:pt x="0" y="27940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7940"/>
                  </a:lnTo>
                  <a:close/>
                </a:path>
                <a:path w="3810" h="250189">
                  <a:moveTo>
                    <a:pt x="3810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790"/>
                  </a:lnTo>
                  <a:close/>
                </a:path>
                <a:path w="3810" h="250189">
                  <a:moveTo>
                    <a:pt x="3810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30"/>
                  </a:lnTo>
                  <a:close/>
                </a:path>
                <a:path w="3810" h="250189">
                  <a:moveTo>
                    <a:pt x="3810" y="231140"/>
                  </a:moveTo>
                  <a:lnTo>
                    <a:pt x="0" y="231140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40"/>
                  </a:lnTo>
                  <a:close/>
                </a:path>
                <a:path w="3810" h="250189">
                  <a:moveTo>
                    <a:pt x="3810" y="233680"/>
                  </a:moveTo>
                  <a:lnTo>
                    <a:pt x="0" y="233680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80"/>
                  </a:lnTo>
                  <a:close/>
                </a:path>
                <a:path w="3810" h="250189">
                  <a:moveTo>
                    <a:pt x="3810" y="237490"/>
                  </a:moveTo>
                  <a:lnTo>
                    <a:pt x="0" y="237490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490"/>
                  </a:lnTo>
                  <a:close/>
                </a:path>
                <a:path w="3810" h="250189">
                  <a:moveTo>
                    <a:pt x="3810" y="240030"/>
                  </a:moveTo>
                  <a:lnTo>
                    <a:pt x="0" y="240030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30"/>
                  </a:lnTo>
                  <a:close/>
                </a:path>
                <a:path w="3810" h="250189">
                  <a:moveTo>
                    <a:pt x="3810" y="243840"/>
                  </a:moveTo>
                  <a:lnTo>
                    <a:pt x="0" y="243840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3840"/>
                  </a:lnTo>
                  <a:close/>
                </a:path>
                <a:path w="3810" h="250189">
                  <a:moveTo>
                    <a:pt x="3810" y="246380"/>
                  </a:moveTo>
                  <a:lnTo>
                    <a:pt x="0" y="246380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6380"/>
                  </a:lnTo>
                  <a:close/>
                </a:path>
              </a:pathLst>
            </a:custGeom>
            <a:solidFill>
              <a:srgbClr val="8496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5" name="object 1025"/>
            <p:cNvSpPr/>
            <p:nvPr/>
          </p:nvSpPr>
          <p:spPr>
            <a:xfrm>
              <a:off x="2538730" y="5243830"/>
              <a:ext cx="3810" cy="250190"/>
            </a:xfrm>
            <a:custGeom>
              <a:avLst/>
              <a:gdLst/>
              <a:ahLst/>
              <a:cxnLst/>
              <a:rect l="l" t="t" r="r" b="b"/>
              <a:pathLst>
                <a:path w="3810" h="250189">
                  <a:moveTo>
                    <a:pt x="3810" y="246392"/>
                  </a:moveTo>
                  <a:lnTo>
                    <a:pt x="0" y="24639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6392"/>
                  </a:lnTo>
                  <a:close/>
                </a:path>
                <a:path w="3810" h="250189">
                  <a:moveTo>
                    <a:pt x="381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3852"/>
                  </a:lnTo>
                  <a:close/>
                </a:path>
                <a:path w="3810" h="250189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10" h="250189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10" h="250189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10" h="250189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10" h="250189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50189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50189">
                  <a:moveTo>
                    <a:pt x="3810" y="27952"/>
                  </a:moveTo>
                  <a:lnTo>
                    <a:pt x="0" y="2795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7952"/>
                  </a:lnTo>
                  <a:close/>
                </a:path>
                <a:path w="3810" h="250189">
                  <a:moveTo>
                    <a:pt x="3810" y="21602"/>
                  </a:moveTo>
                  <a:lnTo>
                    <a:pt x="0" y="21602"/>
                  </a:lnTo>
                  <a:lnTo>
                    <a:pt x="0" y="27940"/>
                  </a:lnTo>
                  <a:lnTo>
                    <a:pt x="3810" y="27940"/>
                  </a:lnTo>
                  <a:lnTo>
                    <a:pt x="3810" y="21602"/>
                  </a:lnTo>
                  <a:close/>
                </a:path>
                <a:path w="3810" h="250189">
                  <a:moveTo>
                    <a:pt x="381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92"/>
                  </a:lnTo>
                  <a:close/>
                </a:path>
                <a:path w="3810" h="250189">
                  <a:moveTo>
                    <a:pt x="381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52"/>
                  </a:lnTo>
                  <a:close/>
                </a:path>
                <a:path w="3810" h="250189">
                  <a:moveTo>
                    <a:pt x="381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42"/>
                  </a:lnTo>
                  <a:close/>
                </a:path>
                <a:path w="3810" h="250189">
                  <a:moveTo>
                    <a:pt x="381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902"/>
                  </a:lnTo>
                  <a:close/>
                </a:path>
                <a:path w="3810" h="250189">
                  <a:moveTo>
                    <a:pt x="381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92"/>
                  </a:lnTo>
                  <a:close/>
                </a:path>
                <a:path w="3810" h="250189">
                  <a:moveTo>
                    <a:pt x="381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52"/>
                  </a:lnTo>
                  <a:close/>
                </a:path>
                <a:path w="3810" h="250189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19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6" name="object 1026"/>
            <p:cNvSpPr/>
            <p:nvPr/>
          </p:nvSpPr>
          <p:spPr>
            <a:xfrm>
              <a:off x="2542539" y="5242559"/>
              <a:ext cx="2540" cy="252729"/>
            </a:xfrm>
            <a:custGeom>
              <a:avLst/>
              <a:gdLst/>
              <a:ahLst/>
              <a:cxnLst/>
              <a:rect l="l" t="t" r="r" b="b"/>
              <a:pathLst>
                <a:path w="2539" h="252729">
                  <a:moveTo>
                    <a:pt x="2540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0" y="1269"/>
                  </a:lnTo>
                  <a:lnTo>
                    <a:pt x="0" y="3809"/>
                  </a:lnTo>
                  <a:lnTo>
                    <a:pt x="2540" y="3809"/>
                  </a:lnTo>
                  <a:lnTo>
                    <a:pt x="2540" y="0"/>
                  </a:lnTo>
                  <a:close/>
                </a:path>
                <a:path w="2539" h="252729">
                  <a:moveTo>
                    <a:pt x="254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2540" y="6349"/>
                  </a:lnTo>
                  <a:lnTo>
                    <a:pt x="2540" y="3809"/>
                  </a:lnTo>
                  <a:close/>
                </a:path>
                <a:path w="2539" h="252729">
                  <a:moveTo>
                    <a:pt x="254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2540" y="10159"/>
                  </a:lnTo>
                  <a:lnTo>
                    <a:pt x="2540" y="6350"/>
                  </a:lnTo>
                  <a:close/>
                </a:path>
                <a:path w="2539" h="252729">
                  <a:moveTo>
                    <a:pt x="254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2540" y="12699"/>
                  </a:lnTo>
                  <a:lnTo>
                    <a:pt x="2540" y="10159"/>
                  </a:lnTo>
                  <a:close/>
                </a:path>
                <a:path w="2539" h="252729">
                  <a:moveTo>
                    <a:pt x="254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2540" y="16509"/>
                  </a:lnTo>
                  <a:lnTo>
                    <a:pt x="2540" y="12700"/>
                  </a:lnTo>
                  <a:close/>
                </a:path>
                <a:path w="2539" h="252729">
                  <a:moveTo>
                    <a:pt x="254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2540" y="19049"/>
                  </a:lnTo>
                  <a:lnTo>
                    <a:pt x="2540" y="16509"/>
                  </a:lnTo>
                  <a:close/>
                </a:path>
                <a:path w="2539" h="252729">
                  <a:moveTo>
                    <a:pt x="254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2540" y="22859"/>
                  </a:lnTo>
                  <a:lnTo>
                    <a:pt x="2540" y="19050"/>
                  </a:lnTo>
                  <a:close/>
                </a:path>
                <a:path w="2539" h="252729">
                  <a:moveTo>
                    <a:pt x="2540" y="22859"/>
                  </a:moveTo>
                  <a:lnTo>
                    <a:pt x="0" y="22859"/>
                  </a:lnTo>
                  <a:lnTo>
                    <a:pt x="0" y="29209"/>
                  </a:lnTo>
                  <a:lnTo>
                    <a:pt x="2540" y="29209"/>
                  </a:lnTo>
                  <a:lnTo>
                    <a:pt x="2540" y="22859"/>
                  </a:lnTo>
                  <a:close/>
                </a:path>
                <a:path w="2539" h="252729">
                  <a:moveTo>
                    <a:pt x="2540" y="29209"/>
                  </a:moveTo>
                  <a:lnTo>
                    <a:pt x="0" y="29209"/>
                  </a:lnTo>
                  <a:lnTo>
                    <a:pt x="0" y="226059"/>
                  </a:lnTo>
                  <a:lnTo>
                    <a:pt x="2540" y="226059"/>
                  </a:lnTo>
                  <a:lnTo>
                    <a:pt x="2540" y="29209"/>
                  </a:lnTo>
                  <a:close/>
                </a:path>
                <a:path w="2539" h="252729">
                  <a:moveTo>
                    <a:pt x="2540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2540" y="228599"/>
                  </a:lnTo>
                  <a:lnTo>
                    <a:pt x="2540" y="226059"/>
                  </a:lnTo>
                  <a:close/>
                </a:path>
                <a:path w="2539" h="252729">
                  <a:moveTo>
                    <a:pt x="2540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2540" y="232409"/>
                  </a:lnTo>
                  <a:lnTo>
                    <a:pt x="2540" y="228600"/>
                  </a:lnTo>
                  <a:close/>
                </a:path>
                <a:path w="2539" h="252729">
                  <a:moveTo>
                    <a:pt x="2540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2540" y="234949"/>
                  </a:lnTo>
                  <a:lnTo>
                    <a:pt x="2540" y="232409"/>
                  </a:lnTo>
                  <a:close/>
                </a:path>
                <a:path w="2539" h="252729">
                  <a:moveTo>
                    <a:pt x="2540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2540" y="238759"/>
                  </a:lnTo>
                  <a:lnTo>
                    <a:pt x="2540" y="234950"/>
                  </a:lnTo>
                  <a:close/>
                </a:path>
                <a:path w="2539" h="252729">
                  <a:moveTo>
                    <a:pt x="2540" y="238759"/>
                  </a:moveTo>
                  <a:lnTo>
                    <a:pt x="0" y="238759"/>
                  </a:lnTo>
                  <a:lnTo>
                    <a:pt x="0" y="241299"/>
                  </a:lnTo>
                  <a:lnTo>
                    <a:pt x="2540" y="241299"/>
                  </a:lnTo>
                  <a:lnTo>
                    <a:pt x="2540" y="238759"/>
                  </a:lnTo>
                  <a:close/>
                </a:path>
                <a:path w="2539" h="252729">
                  <a:moveTo>
                    <a:pt x="2540" y="241300"/>
                  </a:moveTo>
                  <a:lnTo>
                    <a:pt x="0" y="241300"/>
                  </a:lnTo>
                  <a:lnTo>
                    <a:pt x="0" y="245109"/>
                  </a:lnTo>
                  <a:lnTo>
                    <a:pt x="2540" y="245109"/>
                  </a:lnTo>
                  <a:lnTo>
                    <a:pt x="2540" y="241300"/>
                  </a:lnTo>
                  <a:close/>
                </a:path>
                <a:path w="2539" h="252729">
                  <a:moveTo>
                    <a:pt x="2540" y="245109"/>
                  </a:moveTo>
                  <a:lnTo>
                    <a:pt x="0" y="245109"/>
                  </a:lnTo>
                  <a:lnTo>
                    <a:pt x="0" y="247649"/>
                  </a:lnTo>
                  <a:lnTo>
                    <a:pt x="2540" y="247649"/>
                  </a:lnTo>
                  <a:lnTo>
                    <a:pt x="2540" y="245109"/>
                  </a:lnTo>
                  <a:close/>
                </a:path>
                <a:path w="2539" h="252729">
                  <a:moveTo>
                    <a:pt x="2540" y="247650"/>
                  </a:moveTo>
                  <a:lnTo>
                    <a:pt x="0" y="247650"/>
                  </a:lnTo>
                  <a:lnTo>
                    <a:pt x="0" y="251459"/>
                  </a:lnTo>
                  <a:lnTo>
                    <a:pt x="2540" y="251459"/>
                  </a:lnTo>
                  <a:lnTo>
                    <a:pt x="2540" y="247650"/>
                  </a:lnTo>
                  <a:close/>
                </a:path>
                <a:path w="2539" h="252729">
                  <a:moveTo>
                    <a:pt x="2540" y="251459"/>
                  </a:moveTo>
                  <a:lnTo>
                    <a:pt x="1270" y="251459"/>
                  </a:lnTo>
                  <a:lnTo>
                    <a:pt x="1270" y="252729"/>
                  </a:lnTo>
                  <a:lnTo>
                    <a:pt x="2540" y="252729"/>
                  </a:lnTo>
                  <a:lnTo>
                    <a:pt x="2540" y="251459"/>
                  </a:lnTo>
                  <a:close/>
                </a:path>
              </a:pathLst>
            </a:custGeom>
            <a:solidFill>
              <a:srgbClr val="7F92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7" name="object 1027"/>
            <p:cNvSpPr/>
            <p:nvPr/>
          </p:nvSpPr>
          <p:spPr>
            <a:xfrm>
              <a:off x="2545080" y="52425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9210"/>
                  </a:moveTo>
                  <a:lnTo>
                    <a:pt x="0" y="2921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921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3810" y="2919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8" name="object 1028"/>
            <p:cNvSpPr/>
            <p:nvPr/>
          </p:nvSpPr>
          <p:spPr>
            <a:xfrm>
              <a:off x="2548890" y="52425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9210"/>
                  </a:moveTo>
                  <a:lnTo>
                    <a:pt x="0" y="2921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921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3810" y="2919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9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9" name="object 1029"/>
            <p:cNvSpPr/>
            <p:nvPr/>
          </p:nvSpPr>
          <p:spPr>
            <a:xfrm>
              <a:off x="2552700" y="52425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9210"/>
                  </a:moveTo>
                  <a:lnTo>
                    <a:pt x="0" y="2921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921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3810" y="2919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0" name="object 1030"/>
            <p:cNvSpPr/>
            <p:nvPr/>
          </p:nvSpPr>
          <p:spPr>
            <a:xfrm>
              <a:off x="2556510" y="52425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9210"/>
                  </a:moveTo>
                  <a:lnTo>
                    <a:pt x="0" y="2921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921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3810" y="2919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1" name="object 1031"/>
            <p:cNvSpPr/>
            <p:nvPr/>
          </p:nvSpPr>
          <p:spPr>
            <a:xfrm>
              <a:off x="2560320" y="52425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9210"/>
                  </a:moveTo>
                  <a:lnTo>
                    <a:pt x="0" y="2921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921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3810" y="2919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1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2" name="object 1032"/>
            <p:cNvSpPr/>
            <p:nvPr/>
          </p:nvSpPr>
          <p:spPr>
            <a:xfrm>
              <a:off x="2564130" y="5242572"/>
              <a:ext cx="2540" cy="252729"/>
            </a:xfrm>
            <a:custGeom>
              <a:avLst/>
              <a:gdLst/>
              <a:ahLst/>
              <a:cxnLst/>
              <a:rect l="l" t="t" r="r" b="b"/>
              <a:pathLst>
                <a:path w="2539" h="252729">
                  <a:moveTo>
                    <a:pt x="254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2540" y="252717"/>
                  </a:lnTo>
                  <a:lnTo>
                    <a:pt x="2540" y="251460"/>
                  </a:lnTo>
                  <a:close/>
                </a:path>
                <a:path w="2539" h="252729">
                  <a:moveTo>
                    <a:pt x="254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2540" y="251447"/>
                  </a:lnTo>
                  <a:lnTo>
                    <a:pt x="2540" y="247650"/>
                  </a:lnTo>
                  <a:close/>
                </a:path>
                <a:path w="2539" h="252729">
                  <a:moveTo>
                    <a:pt x="254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2540" y="247637"/>
                  </a:lnTo>
                  <a:lnTo>
                    <a:pt x="2540" y="245110"/>
                  </a:lnTo>
                  <a:close/>
                </a:path>
                <a:path w="2539" h="252729">
                  <a:moveTo>
                    <a:pt x="254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2540" y="245097"/>
                  </a:lnTo>
                  <a:lnTo>
                    <a:pt x="2540" y="241300"/>
                  </a:lnTo>
                  <a:close/>
                </a:path>
                <a:path w="2539" h="252729">
                  <a:moveTo>
                    <a:pt x="254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2540" y="241287"/>
                  </a:lnTo>
                  <a:lnTo>
                    <a:pt x="2540" y="238760"/>
                  </a:lnTo>
                  <a:close/>
                </a:path>
                <a:path w="2539" h="252729">
                  <a:moveTo>
                    <a:pt x="254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2540" y="238747"/>
                  </a:lnTo>
                  <a:lnTo>
                    <a:pt x="2540" y="234950"/>
                  </a:lnTo>
                  <a:close/>
                </a:path>
                <a:path w="2539" h="252729">
                  <a:moveTo>
                    <a:pt x="254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2540" y="234937"/>
                  </a:lnTo>
                  <a:lnTo>
                    <a:pt x="2540" y="232410"/>
                  </a:lnTo>
                  <a:close/>
                </a:path>
                <a:path w="2539" h="252729">
                  <a:moveTo>
                    <a:pt x="254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2540" y="232397"/>
                  </a:lnTo>
                  <a:lnTo>
                    <a:pt x="2540" y="228600"/>
                  </a:lnTo>
                  <a:close/>
                </a:path>
                <a:path w="2539" h="252729">
                  <a:moveTo>
                    <a:pt x="254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2540" y="228587"/>
                  </a:lnTo>
                  <a:lnTo>
                    <a:pt x="2540" y="226060"/>
                  </a:lnTo>
                  <a:close/>
                </a:path>
                <a:path w="2539" h="252729">
                  <a:moveTo>
                    <a:pt x="2540" y="29210"/>
                  </a:moveTo>
                  <a:lnTo>
                    <a:pt x="0" y="29210"/>
                  </a:lnTo>
                  <a:lnTo>
                    <a:pt x="0" y="226047"/>
                  </a:lnTo>
                  <a:lnTo>
                    <a:pt x="2540" y="226047"/>
                  </a:lnTo>
                  <a:lnTo>
                    <a:pt x="2540" y="29210"/>
                  </a:lnTo>
                  <a:close/>
                </a:path>
                <a:path w="2539" h="252729">
                  <a:moveTo>
                    <a:pt x="254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2540" y="29197"/>
                  </a:lnTo>
                  <a:lnTo>
                    <a:pt x="2540" y="22860"/>
                  </a:lnTo>
                  <a:close/>
                </a:path>
                <a:path w="2539" h="252729">
                  <a:moveTo>
                    <a:pt x="254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2540" y="22847"/>
                  </a:lnTo>
                  <a:lnTo>
                    <a:pt x="2540" y="19050"/>
                  </a:lnTo>
                  <a:close/>
                </a:path>
                <a:path w="2539" h="252729">
                  <a:moveTo>
                    <a:pt x="254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2540" y="19037"/>
                  </a:lnTo>
                  <a:lnTo>
                    <a:pt x="2540" y="16510"/>
                  </a:lnTo>
                  <a:close/>
                </a:path>
                <a:path w="2539" h="252729">
                  <a:moveTo>
                    <a:pt x="254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2540" y="16497"/>
                  </a:lnTo>
                  <a:lnTo>
                    <a:pt x="2540" y="12700"/>
                  </a:lnTo>
                  <a:close/>
                </a:path>
                <a:path w="2539" h="252729">
                  <a:moveTo>
                    <a:pt x="254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10160"/>
                  </a:lnTo>
                  <a:close/>
                </a:path>
                <a:path w="2539" h="252729">
                  <a:moveTo>
                    <a:pt x="254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2540" y="10147"/>
                  </a:lnTo>
                  <a:lnTo>
                    <a:pt x="2540" y="6350"/>
                  </a:lnTo>
                  <a:close/>
                </a:path>
                <a:path w="2539" h="252729">
                  <a:moveTo>
                    <a:pt x="254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3810"/>
                  </a:lnTo>
                  <a:close/>
                </a:path>
                <a:path w="2539" h="252729">
                  <a:moveTo>
                    <a:pt x="254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2540" y="379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6F84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3" name="object 1033"/>
            <p:cNvSpPr/>
            <p:nvPr/>
          </p:nvSpPr>
          <p:spPr>
            <a:xfrm>
              <a:off x="2566670" y="52425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9210"/>
                  </a:moveTo>
                  <a:lnTo>
                    <a:pt x="0" y="2921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921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3810" y="2919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C82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4" name="object 1034"/>
            <p:cNvSpPr/>
            <p:nvPr/>
          </p:nvSpPr>
          <p:spPr>
            <a:xfrm>
              <a:off x="2570480" y="52425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9210"/>
                  </a:moveTo>
                  <a:lnTo>
                    <a:pt x="0" y="2921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921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3810" y="2919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980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5" name="object 1035"/>
            <p:cNvSpPr/>
            <p:nvPr/>
          </p:nvSpPr>
          <p:spPr>
            <a:xfrm>
              <a:off x="2574290" y="52425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9210"/>
                  </a:moveTo>
                  <a:lnTo>
                    <a:pt x="0" y="2921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921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3810" y="2919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77E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6" name="object 1036"/>
            <p:cNvSpPr/>
            <p:nvPr/>
          </p:nvSpPr>
          <p:spPr>
            <a:xfrm>
              <a:off x="2578100" y="52425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9210"/>
                  </a:moveTo>
                  <a:lnTo>
                    <a:pt x="0" y="2921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921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3810" y="2919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A80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7" name="object 1037"/>
            <p:cNvSpPr/>
            <p:nvPr/>
          </p:nvSpPr>
          <p:spPr>
            <a:xfrm>
              <a:off x="2581910" y="52425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9210"/>
                  </a:moveTo>
                  <a:lnTo>
                    <a:pt x="0" y="2921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921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3810" y="2919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C82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8" name="object 1038"/>
            <p:cNvSpPr/>
            <p:nvPr/>
          </p:nvSpPr>
          <p:spPr>
            <a:xfrm>
              <a:off x="2585720" y="52425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9210"/>
                  </a:moveTo>
                  <a:lnTo>
                    <a:pt x="0" y="2921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921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3810" y="2919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F84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9" name="object 1039"/>
            <p:cNvSpPr/>
            <p:nvPr/>
          </p:nvSpPr>
          <p:spPr>
            <a:xfrm>
              <a:off x="2589530" y="52425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9210"/>
                  </a:moveTo>
                  <a:lnTo>
                    <a:pt x="0" y="2921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921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3810" y="2919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2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0" name="object 1040"/>
            <p:cNvSpPr/>
            <p:nvPr/>
          </p:nvSpPr>
          <p:spPr>
            <a:xfrm>
              <a:off x="2593340" y="5242572"/>
              <a:ext cx="2540" cy="252729"/>
            </a:xfrm>
            <a:custGeom>
              <a:avLst/>
              <a:gdLst/>
              <a:ahLst/>
              <a:cxnLst/>
              <a:rect l="l" t="t" r="r" b="b"/>
              <a:pathLst>
                <a:path w="2539" h="252729">
                  <a:moveTo>
                    <a:pt x="254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2540" y="252717"/>
                  </a:lnTo>
                  <a:lnTo>
                    <a:pt x="2540" y="251460"/>
                  </a:lnTo>
                  <a:close/>
                </a:path>
                <a:path w="2539" h="252729">
                  <a:moveTo>
                    <a:pt x="254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2540" y="251447"/>
                  </a:lnTo>
                  <a:lnTo>
                    <a:pt x="2540" y="247650"/>
                  </a:lnTo>
                  <a:close/>
                </a:path>
                <a:path w="2539" h="252729">
                  <a:moveTo>
                    <a:pt x="254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2540" y="247637"/>
                  </a:lnTo>
                  <a:lnTo>
                    <a:pt x="2540" y="245110"/>
                  </a:lnTo>
                  <a:close/>
                </a:path>
                <a:path w="2539" h="252729">
                  <a:moveTo>
                    <a:pt x="254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2540" y="245097"/>
                  </a:lnTo>
                  <a:lnTo>
                    <a:pt x="2540" y="241300"/>
                  </a:lnTo>
                  <a:close/>
                </a:path>
                <a:path w="2539" h="252729">
                  <a:moveTo>
                    <a:pt x="254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2540" y="241287"/>
                  </a:lnTo>
                  <a:lnTo>
                    <a:pt x="2540" y="238760"/>
                  </a:lnTo>
                  <a:close/>
                </a:path>
                <a:path w="2539" h="252729">
                  <a:moveTo>
                    <a:pt x="254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2540" y="238747"/>
                  </a:lnTo>
                  <a:lnTo>
                    <a:pt x="2540" y="234950"/>
                  </a:lnTo>
                  <a:close/>
                </a:path>
                <a:path w="2539" h="252729">
                  <a:moveTo>
                    <a:pt x="254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2540" y="234937"/>
                  </a:lnTo>
                  <a:lnTo>
                    <a:pt x="2540" y="232410"/>
                  </a:lnTo>
                  <a:close/>
                </a:path>
                <a:path w="2539" h="252729">
                  <a:moveTo>
                    <a:pt x="254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2540" y="232397"/>
                  </a:lnTo>
                  <a:lnTo>
                    <a:pt x="2540" y="228600"/>
                  </a:lnTo>
                  <a:close/>
                </a:path>
                <a:path w="2539" h="252729">
                  <a:moveTo>
                    <a:pt x="254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2540" y="228587"/>
                  </a:lnTo>
                  <a:lnTo>
                    <a:pt x="2540" y="226060"/>
                  </a:lnTo>
                  <a:close/>
                </a:path>
                <a:path w="2539" h="252729">
                  <a:moveTo>
                    <a:pt x="2540" y="29210"/>
                  </a:moveTo>
                  <a:lnTo>
                    <a:pt x="0" y="29210"/>
                  </a:lnTo>
                  <a:lnTo>
                    <a:pt x="0" y="226047"/>
                  </a:lnTo>
                  <a:lnTo>
                    <a:pt x="2540" y="226047"/>
                  </a:lnTo>
                  <a:lnTo>
                    <a:pt x="2540" y="29210"/>
                  </a:lnTo>
                  <a:close/>
                </a:path>
                <a:path w="2539" h="252729">
                  <a:moveTo>
                    <a:pt x="254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2540" y="29197"/>
                  </a:lnTo>
                  <a:lnTo>
                    <a:pt x="2540" y="22860"/>
                  </a:lnTo>
                  <a:close/>
                </a:path>
                <a:path w="2539" h="252729">
                  <a:moveTo>
                    <a:pt x="254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2540" y="22847"/>
                  </a:lnTo>
                  <a:lnTo>
                    <a:pt x="2540" y="19050"/>
                  </a:lnTo>
                  <a:close/>
                </a:path>
                <a:path w="2539" h="252729">
                  <a:moveTo>
                    <a:pt x="254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2540" y="19037"/>
                  </a:lnTo>
                  <a:lnTo>
                    <a:pt x="2540" y="16510"/>
                  </a:lnTo>
                  <a:close/>
                </a:path>
                <a:path w="2539" h="252729">
                  <a:moveTo>
                    <a:pt x="254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2540" y="16497"/>
                  </a:lnTo>
                  <a:lnTo>
                    <a:pt x="2540" y="12700"/>
                  </a:lnTo>
                  <a:close/>
                </a:path>
                <a:path w="2539" h="252729">
                  <a:moveTo>
                    <a:pt x="254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10160"/>
                  </a:lnTo>
                  <a:close/>
                </a:path>
                <a:path w="2539" h="252729">
                  <a:moveTo>
                    <a:pt x="254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2540" y="10147"/>
                  </a:lnTo>
                  <a:lnTo>
                    <a:pt x="2540" y="6350"/>
                  </a:lnTo>
                  <a:close/>
                </a:path>
                <a:path w="2539" h="252729">
                  <a:moveTo>
                    <a:pt x="254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3810"/>
                  </a:lnTo>
                  <a:close/>
                </a:path>
                <a:path w="2539" h="252729">
                  <a:moveTo>
                    <a:pt x="254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2540" y="379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1" name="object 1041"/>
            <p:cNvSpPr/>
            <p:nvPr/>
          </p:nvSpPr>
          <p:spPr>
            <a:xfrm>
              <a:off x="2595880" y="52425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9210"/>
                  </a:moveTo>
                  <a:lnTo>
                    <a:pt x="0" y="2921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921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3810" y="2919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2" name="object 1042"/>
            <p:cNvSpPr/>
            <p:nvPr/>
          </p:nvSpPr>
          <p:spPr>
            <a:xfrm>
              <a:off x="2599689" y="52425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254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10" h="252729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6509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22859"/>
                  </a:moveTo>
                  <a:lnTo>
                    <a:pt x="0" y="22859"/>
                  </a:lnTo>
                  <a:lnTo>
                    <a:pt x="0" y="29209"/>
                  </a:lnTo>
                  <a:lnTo>
                    <a:pt x="3810" y="29209"/>
                  </a:lnTo>
                  <a:lnTo>
                    <a:pt x="3810" y="22859"/>
                  </a:lnTo>
                  <a:close/>
                </a:path>
                <a:path w="3810" h="252729">
                  <a:moveTo>
                    <a:pt x="3810" y="29209"/>
                  </a:moveTo>
                  <a:lnTo>
                    <a:pt x="0" y="29209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9209"/>
                  </a:lnTo>
                  <a:close/>
                </a:path>
                <a:path w="3810" h="252729">
                  <a:moveTo>
                    <a:pt x="3810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6059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3810" y="234949"/>
                  </a:lnTo>
                  <a:lnTo>
                    <a:pt x="3810" y="232409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3810" y="238759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8759"/>
                  </a:moveTo>
                  <a:lnTo>
                    <a:pt x="0" y="238759"/>
                  </a:lnTo>
                  <a:lnTo>
                    <a:pt x="0" y="241299"/>
                  </a:lnTo>
                  <a:lnTo>
                    <a:pt x="3810" y="241299"/>
                  </a:lnTo>
                  <a:lnTo>
                    <a:pt x="3810" y="238759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109"/>
                  </a:lnTo>
                  <a:lnTo>
                    <a:pt x="3810" y="245109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45109"/>
                  </a:moveTo>
                  <a:lnTo>
                    <a:pt x="0" y="245109"/>
                  </a:lnTo>
                  <a:lnTo>
                    <a:pt x="0" y="247649"/>
                  </a:lnTo>
                  <a:lnTo>
                    <a:pt x="3810" y="247649"/>
                  </a:lnTo>
                  <a:lnTo>
                    <a:pt x="3810" y="245109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59"/>
                  </a:lnTo>
                  <a:lnTo>
                    <a:pt x="3810" y="251459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2540" y="251459"/>
                  </a:moveTo>
                  <a:lnTo>
                    <a:pt x="0" y="251459"/>
                  </a:lnTo>
                  <a:lnTo>
                    <a:pt x="0" y="252729"/>
                  </a:lnTo>
                  <a:lnTo>
                    <a:pt x="2540" y="252729"/>
                  </a:lnTo>
                  <a:lnTo>
                    <a:pt x="2540" y="251459"/>
                  </a:lnTo>
                  <a:close/>
                </a:path>
              </a:pathLst>
            </a:custGeom>
            <a:solidFill>
              <a:srgbClr val="7A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3" name="object 1043"/>
            <p:cNvSpPr/>
            <p:nvPr/>
          </p:nvSpPr>
          <p:spPr>
            <a:xfrm>
              <a:off x="2603500" y="5243830"/>
              <a:ext cx="3810" cy="250190"/>
            </a:xfrm>
            <a:custGeom>
              <a:avLst/>
              <a:gdLst/>
              <a:ahLst/>
              <a:cxnLst/>
              <a:rect l="l" t="t" r="r" b="b"/>
              <a:pathLst>
                <a:path w="3810" h="250189">
                  <a:moveTo>
                    <a:pt x="3810" y="246392"/>
                  </a:moveTo>
                  <a:lnTo>
                    <a:pt x="0" y="24639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6392"/>
                  </a:lnTo>
                  <a:close/>
                </a:path>
                <a:path w="3810" h="250189">
                  <a:moveTo>
                    <a:pt x="381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3852"/>
                  </a:lnTo>
                  <a:close/>
                </a:path>
                <a:path w="3810" h="250189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10" h="250189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10" h="250189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10" h="250189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10" h="250189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50189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50189">
                  <a:moveTo>
                    <a:pt x="3810" y="27952"/>
                  </a:moveTo>
                  <a:lnTo>
                    <a:pt x="0" y="2795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7952"/>
                  </a:lnTo>
                  <a:close/>
                </a:path>
                <a:path w="3810" h="250189">
                  <a:moveTo>
                    <a:pt x="3810" y="21602"/>
                  </a:moveTo>
                  <a:lnTo>
                    <a:pt x="0" y="21602"/>
                  </a:lnTo>
                  <a:lnTo>
                    <a:pt x="0" y="27940"/>
                  </a:lnTo>
                  <a:lnTo>
                    <a:pt x="3810" y="27940"/>
                  </a:lnTo>
                  <a:lnTo>
                    <a:pt x="3810" y="21602"/>
                  </a:lnTo>
                  <a:close/>
                </a:path>
                <a:path w="3810" h="250189">
                  <a:moveTo>
                    <a:pt x="381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92"/>
                  </a:lnTo>
                  <a:close/>
                </a:path>
                <a:path w="3810" h="250189">
                  <a:moveTo>
                    <a:pt x="381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52"/>
                  </a:lnTo>
                  <a:close/>
                </a:path>
                <a:path w="3810" h="250189">
                  <a:moveTo>
                    <a:pt x="381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42"/>
                  </a:lnTo>
                  <a:close/>
                </a:path>
                <a:path w="3810" h="250189">
                  <a:moveTo>
                    <a:pt x="381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902"/>
                  </a:lnTo>
                  <a:close/>
                </a:path>
                <a:path w="3810" h="250189">
                  <a:moveTo>
                    <a:pt x="381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92"/>
                  </a:lnTo>
                  <a:close/>
                </a:path>
                <a:path w="3810" h="250189">
                  <a:moveTo>
                    <a:pt x="381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52"/>
                  </a:lnTo>
                  <a:close/>
                </a:path>
                <a:path w="3810" h="250189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4" name="object 1044"/>
            <p:cNvSpPr/>
            <p:nvPr/>
          </p:nvSpPr>
          <p:spPr>
            <a:xfrm>
              <a:off x="2607310" y="5243830"/>
              <a:ext cx="3810" cy="250190"/>
            </a:xfrm>
            <a:custGeom>
              <a:avLst/>
              <a:gdLst/>
              <a:ahLst/>
              <a:cxnLst/>
              <a:rect l="l" t="t" r="r" b="b"/>
              <a:pathLst>
                <a:path w="3810" h="250189">
                  <a:moveTo>
                    <a:pt x="380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09" y="2540"/>
                  </a:lnTo>
                  <a:lnTo>
                    <a:pt x="3809" y="0"/>
                  </a:lnTo>
                  <a:close/>
                </a:path>
                <a:path w="3810" h="250189">
                  <a:moveTo>
                    <a:pt x="380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2540"/>
                  </a:lnTo>
                  <a:close/>
                </a:path>
                <a:path w="3810" h="250189">
                  <a:moveTo>
                    <a:pt x="380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09" y="8890"/>
                  </a:lnTo>
                  <a:lnTo>
                    <a:pt x="3809" y="5080"/>
                  </a:lnTo>
                  <a:close/>
                </a:path>
                <a:path w="3810" h="250189">
                  <a:moveTo>
                    <a:pt x="380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8890"/>
                  </a:lnTo>
                  <a:close/>
                </a:path>
                <a:path w="3810" h="250189">
                  <a:moveTo>
                    <a:pt x="3809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09" y="15240"/>
                  </a:lnTo>
                  <a:lnTo>
                    <a:pt x="3809" y="11430"/>
                  </a:lnTo>
                  <a:close/>
                </a:path>
                <a:path w="3810" h="250189">
                  <a:moveTo>
                    <a:pt x="3809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5240"/>
                  </a:lnTo>
                  <a:close/>
                </a:path>
                <a:path w="3810" h="250189">
                  <a:moveTo>
                    <a:pt x="3809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09" y="21590"/>
                  </a:lnTo>
                  <a:lnTo>
                    <a:pt x="3809" y="17780"/>
                  </a:lnTo>
                  <a:close/>
                </a:path>
                <a:path w="3810" h="250189">
                  <a:moveTo>
                    <a:pt x="3809" y="21590"/>
                  </a:moveTo>
                  <a:lnTo>
                    <a:pt x="0" y="21590"/>
                  </a:lnTo>
                  <a:lnTo>
                    <a:pt x="0" y="27940"/>
                  </a:lnTo>
                  <a:lnTo>
                    <a:pt x="3809" y="27940"/>
                  </a:lnTo>
                  <a:lnTo>
                    <a:pt x="3809" y="21590"/>
                  </a:lnTo>
                  <a:close/>
                </a:path>
                <a:path w="3810" h="250189">
                  <a:moveTo>
                    <a:pt x="3809" y="27940"/>
                  </a:moveTo>
                  <a:lnTo>
                    <a:pt x="0" y="27940"/>
                  </a:lnTo>
                  <a:lnTo>
                    <a:pt x="0" y="224790"/>
                  </a:lnTo>
                  <a:lnTo>
                    <a:pt x="3809" y="224790"/>
                  </a:lnTo>
                  <a:lnTo>
                    <a:pt x="3809" y="27940"/>
                  </a:lnTo>
                  <a:close/>
                </a:path>
                <a:path w="3810" h="250189">
                  <a:moveTo>
                    <a:pt x="3809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09" y="227330"/>
                  </a:lnTo>
                  <a:lnTo>
                    <a:pt x="3809" y="224790"/>
                  </a:lnTo>
                  <a:close/>
                </a:path>
                <a:path w="3810" h="250189">
                  <a:moveTo>
                    <a:pt x="3809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3809" y="231140"/>
                  </a:lnTo>
                  <a:lnTo>
                    <a:pt x="3809" y="227330"/>
                  </a:lnTo>
                  <a:close/>
                </a:path>
                <a:path w="3810" h="250189">
                  <a:moveTo>
                    <a:pt x="3809" y="231140"/>
                  </a:moveTo>
                  <a:lnTo>
                    <a:pt x="0" y="231140"/>
                  </a:lnTo>
                  <a:lnTo>
                    <a:pt x="0" y="233680"/>
                  </a:lnTo>
                  <a:lnTo>
                    <a:pt x="3809" y="233680"/>
                  </a:lnTo>
                  <a:lnTo>
                    <a:pt x="3809" y="231140"/>
                  </a:lnTo>
                  <a:close/>
                </a:path>
                <a:path w="3810" h="250189">
                  <a:moveTo>
                    <a:pt x="3809" y="233680"/>
                  </a:moveTo>
                  <a:lnTo>
                    <a:pt x="0" y="233680"/>
                  </a:lnTo>
                  <a:lnTo>
                    <a:pt x="0" y="237490"/>
                  </a:lnTo>
                  <a:lnTo>
                    <a:pt x="3809" y="237490"/>
                  </a:lnTo>
                  <a:lnTo>
                    <a:pt x="3809" y="233680"/>
                  </a:lnTo>
                  <a:close/>
                </a:path>
                <a:path w="3810" h="250189">
                  <a:moveTo>
                    <a:pt x="3809" y="237490"/>
                  </a:moveTo>
                  <a:lnTo>
                    <a:pt x="0" y="237490"/>
                  </a:lnTo>
                  <a:lnTo>
                    <a:pt x="0" y="240030"/>
                  </a:lnTo>
                  <a:lnTo>
                    <a:pt x="3809" y="240030"/>
                  </a:lnTo>
                  <a:lnTo>
                    <a:pt x="3809" y="237490"/>
                  </a:lnTo>
                  <a:close/>
                </a:path>
                <a:path w="3810" h="250189">
                  <a:moveTo>
                    <a:pt x="3809" y="240030"/>
                  </a:moveTo>
                  <a:lnTo>
                    <a:pt x="0" y="240030"/>
                  </a:lnTo>
                  <a:lnTo>
                    <a:pt x="0" y="243840"/>
                  </a:lnTo>
                  <a:lnTo>
                    <a:pt x="3809" y="243840"/>
                  </a:lnTo>
                  <a:lnTo>
                    <a:pt x="3809" y="240030"/>
                  </a:lnTo>
                  <a:close/>
                </a:path>
                <a:path w="3810" h="250189">
                  <a:moveTo>
                    <a:pt x="3809" y="243840"/>
                  </a:moveTo>
                  <a:lnTo>
                    <a:pt x="0" y="243840"/>
                  </a:lnTo>
                  <a:lnTo>
                    <a:pt x="0" y="246380"/>
                  </a:lnTo>
                  <a:lnTo>
                    <a:pt x="3809" y="246380"/>
                  </a:lnTo>
                  <a:lnTo>
                    <a:pt x="3809" y="243840"/>
                  </a:lnTo>
                  <a:close/>
                </a:path>
                <a:path w="3810" h="250189">
                  <a:moveTo>
                    <a:pt x="3809" y="246380"/>
                  </a:moveTo>
                  <a:lnTo>
                    <a:pt x="0" y="246380"/>
                  </a:lnTo>
                  <a:lnTo>
                    <a:pt x="0" y="250190"/>
                  </a:lnTo>
                  <a:lnTo>
                    <a:pt x="2539" y="250190"/>
                  </a:lnTo>
                  <a:lnTo>
                    <a:pt x="2539" y="248920"/>
                  </a:lnTo>
                  <a:lnTo>
                    <a:pt x="3809" y="248920"/>
                  </a:lnTo>
                  <a:lnTo>
                    <a:pt x="3809" y="246380"/>
                  </a:lnTo>
                  <a:close/>
                </a:path>
              </a:pathLst>
            </a:custGeom>
            <a:solidFill>
              <a:srgbClr val="7F9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5" name="object 1045"/>
            <p:cNvSpPr/>
            <p:nvPr/>
          </p:nvSpPr>
          <p:spPr>
            <a:xfrm>
              <a:off x="2611120" y="5243830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10" h="248920">
                  <a:moveTo>
                    <a:pt x="381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3852"/>
                  </a:lnTo>
                  <a:close/>
                </a:path>
                <a:path w="3810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10" h="248920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10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10" h="248920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10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48920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48920">
                  <a:moveTo>
                    <a:pt x="3810" y="27952"/>
                  </a:moveTo>
                  <a:lnTo>
                    <a:pt x="0" y="2795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7952"/>
                  </a:lnTo>
                  <a:close/>
                </a:path>
                <a:path w="3810" h="248920">
                  <a:moveTo>
                    <a:pt x="3810" y="21602"/>
                  </a:moveTo>
                  <a:lnTo>
                    <a:pt x="0" y="21602"/>
                  </a:lnTo>
                  <a:lnTo>
                    <a:pt x="0" y="27940"/>
                  </a:lnTo>
                  <a:lnTo>
                    <a:pt x="3810" y="27940"/>
                  </a:lnTo>
                  <a:lnTo>
                    <a:pt x="3810" y="21602"/>
                  </a:lnTo>
                  <a:close/>
                </a:path>
                <a:path w="3810" h="248920">
                  <a:moveTo>
                    <a:pt x="381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92"/>
                  </a:lnTo>
                  <a:close/>
                </a:path>
                <a:path w="3810" h="248920">
                  <a:moveTo>
                    <a:pt x="381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52"/>
                  </a:lnTo>
                  <a:close/>
                </a:path>
                <a:path w="3810" h="248920">
                  <a:moveTo>
                    <a:pt x="381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42"/>
                  </a:lnTo>
                  <a:close/>
                </a:path>
                <a:path w="3810" h="248920">
                  <a:moveTo>
                    <a:pt x="381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902"/>
                  </a:lnTo>
                  <a:close/>
                </a:path>
                <a:path w="3810" h="248920">
                  <a:moveTo>
                    <a:pt x="381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92"/>
                  </a:lnTo>
                  <a:close/>
                </a:path>
                <a:path w="3810" h="248920">
                  <a:moveTo>
                    <a:pt x="381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52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294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6" name="object 1046"/>
            <p:cNvSpPr/>
            <p:nvPr/>
          </p:nvSpPr>
          <p:spPr>
            <a:xfrm>
              <a:off x="2614930" y="5243830"/>
              <a:ext cx="2540" cy="248920"/>
            </a:xfrm>
            <a:custGeom>
              <a:avLst/>
              <a:gdLst/>
              <a:ahLst/>
              <a:cxnLst/>
              <a:rect l="l" t="t" r="r" b="b"/>
              <a:pathLst>
                <a:path w="2539" h="248920">
                  <a:moveTo>
                    <a:pt x="254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2540" y="248920"/>
                  </a:lnTo>
                  <a:lnTo>
                    <a:pt x="2540" y="246392"/>
                  </a:lnTo>
                  <a:close/>
                </a:path>
                <a:path w="2539" h="248920">
                  <a:moveTo>
                    <a:pt x="254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2540" y="246380"/>
                  </a:lnTo>
                  <a:lnTo>
                    <a:pt x="2540" y="243852"/>
                  </a:lnTo>
                  <a:close/>
                </a:path>
                <a:path w="2539" h="248920">
                  <a:moveTo>
                    <a:pt x="254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2540" y="243840"/>
                  </a:lnTo>
                  <a:lnTo>
                    <a:pt x="2540" y="240042"/>
                  </a:lnTo>
                  <a:close/>
                </a:path>
                <a:path w="2539" h="248920">
                  <a:moveTo>
                    <a:pt x="254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2540" y="240030"/>
                  </a:lnTo>
                  <a:lnTo>
                    <a:pt x="2540" y="237502"/>
                  </a:lnTo>
                  <a:close/>
                </a:path>
                <a:path w="2539" h="248920">
                  <a:moveTo>
                    <a:pt x="254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2540" y="237490"/>
                  </a:lnTo>
                  <a:lnTo>
                    <a:pt x="2540" y="233692"/>
                  </a:lnTo>
                  <a:close/>
                </a:path>
                <a:path w="2539" h="248920">
                  <a:moveTo>
                    <a:pt x="254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2540" y="233680"/>
                  </a:lnTo>
                  <a:lnTo>
                    <a:pt x="2540" y="231152"/>
                  </a:lnTo>
                  <a:close/>
                </a:path>
                <a:path w="2539" h="248920">
                  <a:moveTo>
                    <a:pt x="254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2540" y="231140"/>
                  </a:lnTo>
                  <a:lnTo>
                    <a:pt x="2540" y="227342"/>
                  </a:lnTo>
                  <a:close/>
                </a:path>
                <a:path w="2539" h="248920">
                  <a:moveTo>
                    <a:pt x="254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2540" y="227330"/>
                  </a:lnTo>
                  <a:lnTo>
                    <a:pt x="2540" y="224802"/>
                  </a:lnTo>
                  <a:close/>
                </a:path>
                <a:path w="2539" h="248920">
                  <a:moveTo>
                    <a:pt x="2540" y="27952"/>
                  </a:moveTo>
                  <a:lnTo>
                    <a:pt x="0" y="27952"/>
                  </a:lnTo>
                  <a:lnTo>
                    <a:pt x="0" y="224790"/>
                  </a:lnTo>
                  <a:lnTo>
                    <a:pt x="2540" y="224790"/>
                  </a:lnTo>
                  <a:lnTo>
                    <a:pt x="2540" y="27952"/>
                  </a:lnTo>
                  <a:close/>
                </a:path>
                <a:path w="2539" h="248920">
                  <a:moveTo>
                    <a:pt x="2540" y="21602"/>
                  </a:moveTo>
                  <a:lnTo>
                    <a:pt x="0" y="21602"/>
                  </a:lnTo>
                  <a:lnTo>
                    <a:pt x="0" y="27940"/>
                  </a:lnTo>
                  <a:lnTo>
                    <a:pt x="2540" y="27940"/>
                  </a:lnTo>
                  <a:lnTo>
                    <a:pt x="2540" y="21602"/>
                  </a:lnTo>
                  <a:close/>
                </a:path>
                <a:path w="2539" h="248920">
                  <a:moveTo>
                    <a:pt x="254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2540" y="21590"/>
                  </a:lnTo>
                  <a:lnTo>
                    <a:pt x="2540" y="17792"/>
                  </a:lnTo>
                  <a:close/>
                </a:path>
                <a:path w="2539" h="248920">
                  <a:moveTo>
                    <a:pt x="254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2540" y="17780"/>
                  </a:lnTo>
                  <a:lnTo>
                    <a:pt x="2540" y="15252"/>
                  </a:lnTo>
                  <a:close/>
                </a:path>
                <a:path w="2539" h="248920">
                  <a:moveTo>
                    <a:pt x="254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2540" y="15240"/>
                  </a:lnTo>
                  <a:lnTo>
                    <a:pt x="2540" y="11442"/>
                  </a:lnTo>
                  <a:close/>
                </a:path>
                <a:path w="2539" h="248920">
                  <a:moveTo>
                    <a:pt x="254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8902"/>
                  </a:lnTo>
                  <a:close/>
                </a:path>
                <a:path w="2539" h="248920">
                  <a:moveTo>
                    <a:pt x="254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2540" y="8890"/>
                  </a:lnTo>
                  <a:lnTo>
                    <a:pt x="2540" y="5092"/>
                  </a:lnTo>
                  <a:close/>
                </a:path>
                <a:path w="2539" h="248920">
                  <a:moveTo>
                    <a:pt x="254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2552"/>
                  </a:lnTo>
                  <a:close/>
                </a:path>
                <a:path w="2539" h="248920">
                  <a:moveTo>
                    <a:pt x="254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540" y="254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8496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7" name="object 1047"/>
            <p:cNvSpPr/>
            <p:nvPr/>
          </p:nvSpPr>
          <p:spPr>
            <a:xfrm>
              <a:off x="2617470" y="5243830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10" h="248920">
                  <a:moveTo>
                    <a:pt x="381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3852"/>
                  </a:lnTo>
                  <a:close/>
                </a:path>
                <a:path w="3810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10" h="248920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10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10" h="248920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10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48920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48920">
                  <a:moveTo>
                    <a:pt x="3810" y="27952"/>
                  </a:moveTo>
                  <a:lnTo>
                    <a:pt x="0" y="2795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7952"/>
                  </a:lnTo>
                  <a:close/>
                </a:path>
                <a:path w="3810" h="248920">
                  <a:moveTo>
                    <a:pt x="3810" y="21602"/>
                  </a:moveTo>
                  <a:lnTo>
                    <a:pt x="0" y="21602"/>
                  </a:lnTo>
                  <a:lnTo>
                    <a:pt x="0" y="27940"/>
                  </a:lnTo>
                  <a:lnTo>
                    <a:pt x="3810" y="27940"/>
                  </a:lnTo>
                  <a:lnTo>
                    <a:pt x="3810" y="21602"/>
                  </a:lnTo>
                  <a:close/>
                </a:path>
                <a:path w="3810" h="248920">
                  <a:moveTo>
                    <a:pt x="381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92"/>
                  </a:lnTo>
                  <a:close/>
                </a:path>
                <a:path w="3810" h="248920">
                  <a:moveTo>
                    <a:pt x="381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52"/>
                  </a:lnTo>
                  <a:close/>
                </a:path>
                <a:path w="3810" h="248920">
                  <a:moveTo>
                    <a:pt x="381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42"/>
                  </a:lnTo>
                  <a:close/>
                </a:path>
                <a:path w="3810" h="248920">
                  <a:moveTo>
                    <a:pt x="381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902"/>
                  </a:lnTo>
                  <a:close/>
                </a:path>
                <a:path w="3810" h="248920">
                  <a:moveTo>
                    <a:pt x="381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92"/>
                  </a:lnTo>
                  <a:close/>
                </a:path>
                <a:path w="3810" h="248920">
                  <a:moveTo>
                    <a:pt x="381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52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799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8" name="object 1048"/>
            <p:cNvSpPr/>
            <p:nvPr/>
          </p:nvSpPr>
          <p:spPr>
            <a:xfrm>
              <a:off x="2621280" y="5245100"/>
              <a:ext cx="3810" cy="247650"/>
            </a:xfrm>
            <a:custGeom>
              <a:avLst/>
              <a:gdLst/>
              <a:ahLst/>
              <a:cxnLst/>
              <a:rect l="l" t="t" r="r" b="b"/>
              <a:pathLst>
                <a:path w="3810" h="247650">
                  <a:moveTo>
                    <a:pt x="3810" y="245122"/>
                  </a:moveTo>
                  <a:lnTo>
                    <a:pt x="0" y="24512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5122"/>
                  </a:lnTo>
                  <a:close/>
                </a:path>
                <a:path w="3810" h="247650">
                  <a:moveTo>
                    <a:pt x="3810" y="242582"/>
                  </a:moveTo>
                  <a:lnTo>
                    <a:pt x="0" y="24258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2582"/>
                  </a:lnTo>
                  <a:close/>
                </a:path>
                <a:path w="3810" h="247650">
                  <a:moveTo>
                    <a:pt x="3810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8772"/>
                  </a:lnTo>
                  <a:close/>
                </a:path>
                <a:path w="3810" h="247650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10" h="247650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10" h="247650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10" h="247650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10" h="247650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10" h="247650">
                  <a:moveTo>
                    <a:pt x="3810" y="26682"/>
                  </a:moveTo>
                  <a:lnTo>
                    <a:pt x="0" y="2668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6682"/>
                  </a:lnTo>
                  <a:close/>
                </a:path>
                <a:path w="3810" h="247650">
                  <a:moveTo>
                    <a:pt x="3810" y="20332"/>
                  </a:moveTo>
                  <a:lnTo>
                    <a:pt x="0" y="20332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0332"/>
                  </a:lnTo>
                  <a:close/>
                </a:path>
                <a:path w="3810" h="247650">
                  <a:moveTo>
                    <a:pt x="3810" y="16522"/>
                  </a:moveTo>
                  <a:lnTo>
                    <a:pt x="0" y="1652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6522"/>
                  </a:lnTo>
                  <a:close/>
                </a:path>
                <a:path w="3810" h="247650">
                  <a:moveTo>
                    <a:pt x="3810" y="13982"/>
                  </a:moveTo>
                  <a:lnTo>
                    <a:pt x="0" y="1398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82"/>
                  </a:lnTo>
                  <a:close/>
                </a:path>
                <a:path w="3810" h="247650">
                  <a:moveTo>
                    <a:pt x="381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0172"/>
                  </a:lnTo>
                  <a:close/>
                </a:path>
                <a:path w="3810" h="247650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10" h="247650">
                  <a:moveTo>
                    <a:pt x="381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3822"/>
                  </a:lnTo>
                  <a:close/>
                </a:path>
                <a:path w="3810" h="247650">
                  <a:moveTo>
                    <a:pt x="381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82"/>
                  </a:lnTo>
                  <a:close/>
                </a:path>
                <a:path w="3810" h="24765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9" name="object 1049"/>
            <p:cNvSpPr/>
            <p:nvPr/>
          </p:nvSpPr>
          <p:spPr>
            <a:xfrm>
              <a:off x="2625090" y="5245100"/>
              <a:ext cx="3810" cy="247650"/>
            </a:xfrm>
            <a:custGeom>
              <a:avLst/>
              <a:gdLst/>
              <a:ahLst/>
              <a:cxnLst/>
              <a:rect l="l" t="t" r="r" b="b"/>
              <a:pathLst>
                <a:path w="3810" h="247650">
                  <a:moveTo>
                    <a:pt x="3810" y="245122"/>
                  </a:moveTo>
                  <a:lnTo>
                    <a:pt x="0" y="24512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5122"/>
                  </a:lnTo>
                  <a:close/>
                </a:path>
                <a:path w="3810" h="247650">
                  <a:moveTo>
                    <a:pt x="3810" y="242582"/>
                  </a:moveTo>
                  <a:lnTo>
                    <a:pt x="0" y="24258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2582"/>
                  </a:lnTo>
                  <a:close/>
                </a:path>
                <a:path w="3810" h="247650">
                  <a:moveTo>
                    <a:pt x="3810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8772"/>
                  </a:lnTo>
                  <a:close/>
                </a:path>
                <a:path w="3810" h="247650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10" h="247650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10" h="247650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10" h="247650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10" h="247650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10" h="247650">
                  <a:moveTo>
                    <a:pt x="3810" y="26682"/>
                  </a:moveTo>
                  <a:lnTo>
                    <a:pt x="0" y="2668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6682"/>
                  </a:lnTo>
                  <a:close/>
                </a:path>
                <a:path w="3810" h="247650">
                  <a:moveTo>
                    <a:pt x="3810" y="20332"/>
                  </a:moveTo>
                  <a:lnTo>
                    <a:pt x="0" y="20332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0332"/>
                  </a:lnTo>
                  <a:close/>
                </a:path>
                <a:path w="3810" h="247650">
                  <a:moveTo>
                    <a:pt x="3810" y="16522"/>
                  </a:moveTo>
                  <a:lnTo>
                    <a:pt x="0" y="1652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6522"/>
                  </a:lnTo>
                  <a:close/>
                </a:path>
                <a:path w="3810" h="247650">
                  <a:moveTo>
                    <a:pt x="3810" y="13982"/>
                  </a:moveTo>
                  <a:lnTo>
                    <a:pt x="0" y="1398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82"/>
                  </a:lnTo>
                  <a:close/>
                </a:path>
                <a:path w="3810" h="247650">
                  <a:moveTo>
                    <a:pt x="381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0172"/>
                  </a:lnTo>
                  <a:close/>
                </a:path>
                <a:path w="3810" h="247650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10" h="247650">
                  <a:moveTo>
                    <a:pt x="381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3822"/>
                  </a:lnTo>
                  <a:close/>
                </a:path>
                <a:path w="3810" h="247650">
                  <a:moveTo>
                    <a:pt x="381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82"/>
                  </a:lnTo>
                  <a:close/>
                </a:path>
                <a:path w="3810" h="24765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0" name="object 1050"/>
            <p:cNvSpPr/>
            <p:nvPr/>
          </p:nvSpPr>
          <p:spPr>
            <a:xfrm>
              <a:off x="2628900" y="5246382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10" h="245110">
                  <a:moveTo>
                    <a:pt x="3810" y="243840"/>
                  </a:moveTo>
                  <a:lnTo>
                    <a:pt x="0" y="24384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3840"/>
                  </a:lnTo>
                  <a:close/>
                </a:path>
                <a:path w="3810" h="245110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10" h="245110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10" h="245110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10" h="245110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10" h="24511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10" h="245110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10" h="245110">
                  <a:moveTo>
                    <a:pt x="3810" y="222250"/>
                  </a:moveTo>
                  <a:lnTo>
                    <a:pt x="0" y="22225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22250"/>
                  </a:lnTo>
                  <a:close/>
                </a:path>
                <a:path w="3810" h="245110">
                  <a:moveTo>
                    <a:pt x="3810" y="25400"/>
                  </a:moveTo>
                  <a:lnTo>
                    <a:pt x="0" y="2540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5400"/>
                  </a:lnTo>
                  <a:close/>
                </a:path>
                <a:path w="3810" h="245110">
                  <a:moveTo>
                    <a:pt x="38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19050"/>
                  </a:lnTo>
                  <a:close/>
                </a:path>
                <a:path w="3810" h="245110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10" h="24511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10" h="24511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10" h="24511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10" h="24511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10" h="24511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F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1" name="object 1051"/>
            <p:cNvSpPr/>
            <p:nvPr/>
          </p:nvSpPr>
          <p:spPr>
            <a:xfrm>
              <a:off x="2632710" y="5246382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10" h="245110">
                  <a:moveTo>
                    <a:pt x="2540" y="243840"/>
                  </a:moveTo>
                  <a:lnTo>
                    <a:pt x="0" y="243840"/>
                  </a:lnTo>
                  <a:lnTo>
                    <a:pt x="0" y="245097"/>
                  </a:lnTo>
                  <a:lnTo>
                    <a:pt x="2540" y="245097"/>
                  </a:lnTo>
                  <a:lnTo>
                    <a:pt x="2540" y="243840"/>
                  </a:lnTo>
                  <a:close/>
                </a:path>
                <a:path w="3810" h="245110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10" h="245110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10" h="245110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10" h="245110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10" h="24511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10" h="245110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10" h="245110">
                  <a:moveTo>
                    <a:pt x="3810" y="222250"/>
                  </a:moveTo>
                  <a:lnTo>
                    <a:pt x="0" y="22225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22250"/>
                  </a:lnTo>
                  <a:close/>
                </a:path>
                <a:path w="3810" h="245110">
                  <a:moveTo>
                    <a:pt x="3810" y="25400"/>
                  </a:moveTo>
                  <a:lnTo>
                    <a:pt x="0" y="2540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5400"/>
                  </a:lnTo>
                  <a:close/>
                </a:path>
                <a:path w="3810" h="245110">
                  <a:moveTo>
                    <a:pt x="38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19050"/>
                  </a:lnTo>
                  <a:close/>
                </a:path>
                <a:path w="3810" h="245110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10" h="24511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10" h="24511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10" h="24511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10" h="24511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10" h="24511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2" name="object 1052"/>
            <p:cNvSpPr/>
            <p:nvPr/>
          </p:nvSpPr>
          <p:spPr>
            <a:xfrm>
              <a:off x="2636520" y="5246382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10" h="243839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10" h="243839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10" h="243839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10" h="243839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10" h="243839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10" h="243839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10" h="243839">
                  <a:moveTo>
                    <a:pt x="3810" y="222250"/>
                  </a:moveTo>
                  <a:lnTo>
                    <a:pt x="0" y="22225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22250"/>
                  </a:lnTo>
                  <a:close/>
                </a:path>
                <a:path w="3810" h="243839">
                  <a:moveTo>
                    <a:pt x="3810" y="25400"/>
                  </a:moveTo>
                  <a:lnTo>
                    <a:pt x="0" y="2540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5400"/>
                  </a:lnTo>
                  <a:close/>
                </a:path>
                <a:path w="3810" h="243839">
                  <a:moveTo>
                    <a:pt x="38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19050"/>
                  </a:lnTo>
                  <a:close/>
                </a:path>
                <a:path w="3810" h="243839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10" h="243839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10" h="243839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10" h="243839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10" h="243839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10" h="243839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3" name="object 1053"/>
            <p:cNvSpPr/>
            <p:nvPr/>
          </p:nvSpPr>
          <p:spPr>
            <a:xfrm>
              <a:off x="2640330" y="5246382"/>
              <a:ext cx="2540" cy="243840"/>
            </a:xfrm>
            <a:custGeom>
              <a:avLst/>
              <a:gdLst/>
              <a:ahLst/>
              <a:cxnLst/>
              <a:rect l="l" t="t" r="r" b="b"/>
              <a:pathLst>
                <a:path w="2539" h="243839">
                  <a:moveTo>
                    <a:pt x="254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2540" y="243827"/>
                  </a:lnTo>
                  <a:lnTo>
                    <a:pt x="2540" y="241300"/>
                  </a:lnTo>
                  <a:close/>
                </a:path>
                <a:path w="2539" h="243839">
                  <a:moveTo>
                    <a:pt x="254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2540" y="241287"/>
                  </a:lnTo>
                  <a:lnTo>
                    <a:pt x="2540" y="237490"/>
                  </a:lnTo>
                  <a:close/>
                </a:path>
                <a:path w="2539" h="243839">
                  <a:moveTo>
                    <a:pt x="254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2540" y="237477"/>
                  </a:lnTo>
                  <a:lnTo>
                    <a:pt x="2540" y="234950"/>
                  </a:lnTo>
                  <a:close/>
                </a:path>
                <a:path w="2539" h="243839">
                  <a:moveTo>
                    <a:pt x="254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2540" y="234937"/>
                  </a:lnTo>
                  <a:lnTo>
                    <a:pt x="2540" y="231140"/>
                  </a:lnTo>
                  <a:close/>
                </a:path>
                <a:path w="2539" h="243839">
                  <a:moveTo>
                    <a:pt x="254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2540" y="231127"/>
                  </a:lnTo>
                  <a:lnTo>
                    <a:pt x="2540" y="228600"/>
                  </a:lnTo>
                  <a:close/>
                </a:path>
                <a:path w="2539" h="243839">
                  <a:moveTo>
                    <a:pt x="254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2540" y="228587"/>
                  </a:lnTo>
                  <a:lnTo>
                    <a:pt x="2540" y="224790"/>
                  </a:lnTo>
                  <a:close/>
                </a:path>
                <a:path w="2539" h="243839">
                  <a:moveTo>
                    <a:pt x="2540" y="222250"/>
                  </a:moveTo>
                  <a:lnTo>
                    <a:pt x="0" y="222250"/>
                  </a:lnTo>
                  <a:lnTo>
                    <a:pt x="0" y="224777"/>
                  </a:lnTo>
                  <a:lnTo>
                    <a:pt x="2540" y="224777"/>
                  </a:lnTo>
                  <a:lnTo>
                    <a:pt x="2540" y="222250"/>
                  </a:lnTo>
                  <a:close/>
                </a:path>
                <a:path w="2539" h="243839">
                  <a:moveTo>
                    <a:pt x="2540" y="25400"/>
                  </a:moveTo>
                  <a:lnTo>
                    <a:pt x="0" y="25400"/>
                  </a:lnTo>
                  <a:lnTo>
                    <a:pt x="0" y="222237"/>
                  </a:lnTo>
                  <a:lnTo>
                    <a:pt x="2540" y="222237"/>
                  </a:lnTo>
                  <a:lnTo>
                    <a:pt x="2540" y="25400"/>
                  </a:lnTo>
                  <a:close/>
                </a:path>
                <a:path w="2539" h="243839">
                  <a:moveTo>
                    <a:pt x="254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2540" y="25387"/>
                  </a:lnTo>
                  <a:lnTo>
                    <a:pt x="2540" y="19050"/>
                  </a:lnTo>
                  <a:close/>
                </a:path>
                <a:path w="2539" h="243839">
                  <a:moveTo>
                    <a:pt x="254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2540" y="19037"/>
                  </a:lnTo>
                  <a:lnTo>
                    <a:pt x="2540" y="15240"/>
                  </a:lnTo>
                  <a:close/>
                </a:path>
                <a:path w="2539" h="243839">
                  <a:moveTo>
                    <a:pt x="254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540" y="15227"/>
                  </a:lnTo>
                  <a:lnTo>
                    <a:pt x="2540" y="12700"/>
                  </a:lnTo>
                  <a:close/>
                </a:path>
                <a:path w="2539" h="243839">
                  <a:moveTo>
                    <a:pt x="254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8890"/>
                  </a:lnTo>
                  <a:close/>
                </a:path>
                <a:path w="2539" h="243839">
                  <a:moveTo>
                    <a:pt x="254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2540" y="8877"/>
                  </a:lnTo>
                  <a:lnTo>
                    <a:pt x="2540" y="6350"/>
                  </a:lnTo>
                  <a:close/>
                </a:path>
                <a:path w="2539" h="243839">
                  <a:moveTo>
                    <a:pt x="254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2540"/>
                  </a:lnTo>
                  <a:close/>
                </a:path>
                <a:path w="2539" h="243839">
                  <a:moveTo>
                    <a:pt x="254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2540" y="252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97A6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4" name="object 1054"/>
            <p:cNvSpPr/>
            <p:nvPr/>
          </p:nvSpPr>
          <p:spPr>
            <a:xfrm>
              <a:off x="2642870" y="5246382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10" h="243839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10" h="243839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10" h="243839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10" h="243839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10" h="243839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10" h="243839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10" h="243839">
                  <a:moveTo>
                    <a:pt x="3810" y="222250"/>
                  </a:moveTo>
                  <a:lnTo>
                    <a:pt x="0" y="22225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22250"/>
                  </a:lnTo>
                  <a:close/>
                </a:path>
                <a:path w="3810" h="243839">
                  <a:moveTo>
                    <a:pt x="3810" y="25400"/>
                  </a:moveTo>
                  <a:lnTo>
                    <a:pt x="0" y="2540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5400"/>
                  </a:lnTo>
                  <a:close/>
                </a:path>
                <a:path w="3810" h="243839">
                  <a:moveTo>
                    <a:pt x="38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19050"/>
                  </a:lnTo>
                  <a:close/>
                </a:path>
                <a:path w="3810" h="243839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10" h="243839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10" h="243839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10" h="243839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10" h="243839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10" h="243839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9A8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5" name="object 1055"/>
            <p:cNvSpPr/>
            <p:nvPr/>
          </p:nvSpPr>
          <p:spPr>
            <a:xfrm>
              <a:off x="2646680" y="5247639"/>
              <a:ext cx="3810" cy="242570"/>
            </a:xfrm>
            <a:custGeom>
              <a:avLst/>
              <a:gdLst/>
              <a:ahLst/>
              <a:cxnLst/>
              <a:rect l="l" t="t" r="r" b="b"/>
              <a:pathLst>
                <a:path w="3810" h="242570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10" h="242570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10" h="242570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10" h="242570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10" h="242570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10" h="242570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10" h="242570">
                  <a:moveTo>
                    <a:pt x="3810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92"/>
                  </a:lnTo>
                  <a:close/>
                </a:path>
                <a:path w="3810" h="242570">
                  <a:moveTo>
                    <a:pt x="3810" y="24142"/>
                  </a:moveTo>
                  <a:lnTo>
                    <a:pt x="0" y="2414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4142"/>
                  </a:lnTo>
                  <a:close/>
                </a:path>
                <a:path w="3810" h="242570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42570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10" h="242570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10" h="24257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10" h="24257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10" h="24257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10" h="24257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CA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6" name="object 1056"/>
            <p:cNvSpPr/>
            <p:nvPr/>
          </p:nvSpPr>
          <p:spPr>
            <a:xfrm>
              <a:off x="2650489" y="5247639"/>
              <a:ext cx="3810" cy="242570"/>
            </a:xfrm>
            <a:custGeom>
              <a:avLst/>
              <a:gdLst/>
              <a:ahLst/>
              <a:cxnLst/>
              <a:rect l="l" t="t" r="r" b="b"/>
              <a:pathLst>
                <a:path w="3810" h="242570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  <a:path w="3810" h="242570">
                  <a:moveTo>
                    <a:pt x="381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70"/>
                  </a:lnTo>
                  <a:close/>
                </a:path>
                <a:path w="3810" h="242570">
                  <a:moveTo>
                    <a:pt x="3810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80"/>
                  </a:lnTo>
                  <a:close/>
                </a:path>
                <a:path w="3810" h="242570">
                  <a:moveTo>
                    <a:pt x="3810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20"/>
                  </a:lnTo>
                  <a:close/>
                </a:path>
                <a:path w="3810" h="242570">
                  <a:moveTo>
                    <a:pt x="3810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30"/>
                  </a:lnTo>
                  <a:close/>
                </a:path>
                <a:path w="3810" h="242570">
                  <a:moveTo>
                    <a:pt x="3810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70"/>
                  </a:lnTo>
                  <a:close/>
                </a:path>
                <a:path w="3810" h="242570">
                  <a:moveTo>
                    <a:pt x="3810" y="17780"/>
                  </a:moveTo>
                  <a:lnTo>
                    <a:pt x="0" y="1778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80"/>
                  </a:lnTo>
                  <a:close/>
                </a:path>
                <a:path w="3810" h="242570">
                  <a:moveTo>
                    <a:pt x="3810" y="24130"/>
                  </a:moveTo>
                  <a:lnTo>
                    <a:pt x="0" y="24130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4130"/>
                  </a:lnTo>
                  <a:close/>
                </a:path>
                <a:path w="3810" h="242570">
                  <a:moveTo>
                    <a:pt x="3810" y="220980"/>
                  </a:moveTo>
                  <a:lnTo>
                    <a:pt x="0" y="220980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80"/>
                  </a:lnTo>
                  <a:close/>
                </a:path>
                <a:path w="3810" h="242570">
                  <a:moveTo>
                    <a:pt x="3810" y="223520"/>
                  </a:moveTo>
                  <a:lnTo>
                    <a:pt x="0" y="223520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20"/>
                  </a:lnTo>
                  <a:close/>
                </a:path>
                <a:path w="3810" h="242570">
                  <a:moveTo>
                    <a:pt x="3810" y="227330"/>
                  </a:moveTo>
                  <a:lnTo>
                    <a:pt x="0" y="227330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30"/>
                  </a:lnTo>
                  <a:close/>
                </a:path>
                <a:path w="3810" h="242570">
                  <a:moveTo>
                    <a:pt x="3810" y="229870"/>
                  </a:moveTo>
                  <a:lnTo>
                    <a:pt x="0" y="229870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70"/>
                  </a:lnTo>
                  <a:close/>
                </a:path>
                <a:path w="3810" h="242570">
                  <a:moveTo>
                    <a:pt x="3810" y="233680"/>
                  </a:moveTo>
                  <a:lnTo>
                    <a:pt x="0" y="233680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80"/>
                  </a:lnTo>
                  <a:close/>
                </a:path>
                <a:path w="3810" h="242570">
                  <a:moveTo>
                    <a:pt x="3810" y="236220"/>
                  </a:moveTo>
                  <a:lnTo>
                    <a:pt x="0" y="236220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20"/>
                  </a:lnTo>
                  <a:close/>
                </a:path>
                <a:path w="3810" h="242570">
                  <a:moveTo>
                    <a:pt x="3810" y="240030"/>
                  </a:moveTo>
                  <a:lnTo>
                    <a:pt x="0" y="240030"/>
                  </a:lnTo>
                  <a:lnTo>
                    <a:pt x="0" y="242570"/>
                  </a:lnTo>
                  <a:lnTo>
                    <a:pt x="2540" y="242570"/>
                  </a:lnTo>
                  <a:lnTo>
                    <a:pt x="2540" y="241300"/>
                  </a:lnTo>
                  <a:lnTo>
                    <a:pt x="3810" y="241300"/>
                  </a:lnTo>
                  <a:lnTo>
                    <a:pt x="3810" y="240030"/>
                  </a:lnTo>
                  <a:close/>
                </a:path>
              </a:pathLst>
            </a:custGeom>
            <a:solidFill>
              <a:srgbClr val="9FA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7" name="object 1057"/>
            <p:cNvSpPr/>
            <p:nvPr/>
          </p:nvSpPr>
          <p:spPr>
            <a:xfrm>
              <a:off x="2654300" y="5248922"/>
              <a:ext cx="3810" cy="240029"/>
            </a:xfrm>
            <a:custGeom>
              <a:avLst/>
              <a:gdLst/>
              <a:ahLst/>
              <a:cxnLst/>
              <a:rect l="l" t="t" r="r" b="b"/>
              <a:pathLst>
                <a:path w="3810" h="240029">
                  <a:moveTo>
                    <a:pt x="2540" y="238760"/>
                  </a:moveTo>
                  <a:lnTo>
                    <a:pt x="0" y="238760"/>
                  </a:lnTo>
                  <a:lnTo>
                    <a:pt x="0" y="240017"/>
                  </a:lnTo>
                  <a:lnTo>
                    <a:pt x="2540" y="240017"/>
                  </a:lnTo>
                  <a:lnTo>
                    <a:pt x="2540" y="238760"/>
                  </a:lnTo>
                  <a:close/>
                </a:path>
                <a:path w="3810" h="2400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400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400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400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40029">
                  <a:moveTo>
                    <a:pt x="381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22250"/>
                  </a:lnTo>
                  <a:close/>
                </a:path>
                <a:path w="3810" h="240029">
                  <a:moveTo>
                    <a:pt x="3810" y="219710"/>
                  </a:moveTo>
                  <a:lnTo>
                    <a:pt x="0" y="21971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19710"/>
                  </a:lnTo>
                  <a:close/>
                </a:path>
                <a:path w="3810" h="240029">
                  <a:moveTo>
                    <a:pt x="3810" y="22860"/>
                  </a:moveTo>
                  <a:lnTo>
                    <a:pt x="0" y="22860"/>
                  </a:lnTo>
                  <a:lnTo>
                    <a:pt x="0" y="219697"/>
                  </a:lnTo>
                  <a:lnTo>
                    <a:pt x="3810" y="219697"/>
                  </a:lnTo>
                  <a:lnTo>
                    <a:pt x="3810" y="22860"/>
                  </a:lnTo>
                  <a:close/>
                </a:path>
                <a:path w="3810" h="240029">
                  <a:moveTo>
                    <a:pt x="3810" y="16510"/>
                  </a:moveTo>
                  <a:lnTo>
                    <a:pt x="0" y="1651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6510"/>
                  </a:lnTo>
                  <a:close/>
                </a:path>
                <a:path w="3810" h="2400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400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400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400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400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8" name="object 1058"/>
            <p:cNvSpPr/>
            <p:nvPr/>
          </p:nvSpPr>
          <p:spPr>
            <a:xfrm>
              <a:off x="2658110" y="5248922"/>
              <a:ext cx="3810" cy="238760"/>
            </a:xfrm>
            <a:custGeom>
              <a:avLst/>
              <a:gdLst/>
              <a:ahLst/>
              <a:cxnLst/>
              <a:rect l="l" t="t" r="r" b="b"/>
              <a:pathLst>
                <a:path w="3810" h="238760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38760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38760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38760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38760">
                  <a:moveTo>
                    <a:pt x="381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22250"/>
                  </a:lnTo>
                  <a:close/>
                </a:path>
                <a:path w="3810" h="238760">
                  <a:moveTo>
                    <a:pt x="3810" y="219710"/>
                  </a:moveTo>
                  <a:lnTo>
                    <a:pt x="0" y="21971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19710"/>
                  </a:lnTo>
                  <a:close/>
                </a:path>
                <a:path w="3810" h="238760">
                  <a:moveTo>
                    <a:pt x="3810" y="22860"/>
                  </a:moveTo>
                  <a:lnTo>
                    <a:pt x="0" y="22860"/>
                  </a:lnTo>
                  <a:lnTo>
                    <a:pt x="0" y="219697"/>
                  </a:lnTo>
                  <a:lnTo>
                    <a:pt x="3810" y="219697"/>
                  </a:lnTo>
                  <a:lnTo>
                    <a:pt x="3810" y="22860"/>
                  </a:lnTo>
                  <a:close/>
                </a:path>
                <a:path w="3810" h="238760">
                  <a:moveTo>
                    <a:pt x="3810" y="16510"/>
                  </a:moveTo>
                  <a:lnTo>
                    <a:pt x="0" y="1651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6510"/>
                  </a:lnTo>
                  <a:close/>
                </a:path>
                <a:path w="3810" h="238760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38760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38760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38760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38760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9" name="object 1059"/>
            <p:cNvSpPr/>
            <p:nvPr/>
          </p:nvSpPr>
          <p:spPr>
            <a:xfrm>
              <a:off x="2661920" y="5248909"/>
              <a:ext cx="2540" cy="238760"/>
            </a:xfrm>
            <a:custGeom>
              <a:avLst/>
              <a:gdLst/>
              <a:ahLst/>
              <a:cxnLst/>
              <a:rect l="l" t="t" r="r" b="b"/>
              <a:pathLst>
                <a:path w="2539" h="238760">
                  <a:moveTo>
                    <a:pt x="126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2540" y="3809"/>
                  </a:lnTo>
                  <a:lnTo>
                    <a:pt x="2540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2539" h="238760">
                  <a:moveTo>
                    <a:pt x="254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2540" y="6349"/>
                  </a:lnTo>
                  <a:lnTo>
                    <a:pt x="2540" y="3809"/>
                  </a:lnTo>
                  <a:close/>
                </a:path>
                <a:path w="2539" h="238760">
                  <a:moveTo>
                    <a:pt x="254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2540" y="10159"/>
                  </a:lnTo>
                  <a:lnTo>
                    <a:pt x="2540" y="6350"/>
                  </a:lnTo>
                  <a:close/>
                </a:path>
                <a:path w="2539" h="238760">
                  <a:moveTo>
                    <a:pt x="254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2540" y="12699"/>
                  </a:lnTo>
                  <a:lnTo>
                    <a:pt x="2540" y="10159"/>
                  </a:lnTo>
                  <a:close/>
                </a:path>
                <a:path w="2539" h="238760">
                  <a:moveTo>
                    <a:pt x="254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2540" y="16509"/>
                  </a:lnTo>
                  <a:lnTo>
                    <a:pt x="2540" y="12700"/>
                  </a:lnTo>
                  <a:close/>
                </a:path>
                <a:path w="2539" h="238760">
                  <a:moveTo>
                    <a:pt x="2540" y="16509"/>
                  </a:moveTo>
                  <a:lnTo>
                    <a:pt x="0" y="16509"/>
                  </a:lnTo>
                  <a:lnTo>
                    <a:pt x="0" y="22859"/>
                  </a:lnTo>
                  <a:lnTo>
                    <a:pt x="2540" y="22859"/>
                  </a:lnTo>
                  <a:lnTo>
                    <a:pt x="2540" y="16509"/>
                  </a:lnTo>
                  <a:close/>
                </a:path>
                <a:path w="2539" h="238760">
                  <a:moveTo>
                    <a:pt x="2540" y="22859"/>
                  </a:moveTo>
                  <a:lnTo>
                    <a:pt x="0" y="22859"/>
                  </a:lnTo>
                  <a:lnTo>
                    <a:pt x="0" y="219709"/>
                  </a:lnTo>
                  <a:lnTo>
                    <a:pt x="2540" y="219709"/>
                  </a:lnTo>
                  <a:lnTo>
                    <a:pt x="2540" y="22859"/>
                  </a:lnTo>
                  <a:close/>
                </a:path>
                <a:path w="2539" h="238760">
                  <a:moveTo>
                    <a:pt x="2540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2540" y="222249"/>
                  </a:lnTo>
                  <a:lnTo>
                    <a:pt x="2540" y="219709"/>
                  </a:lnTo>
                  <a:close/>
                </a:path>
                <a:path w="2539" h="238760">
                  <a:moveTo>
                    <a:pt x="2540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2540" y="226059"/>
                  </a:lnTo>
                  <a:lnTo>
                    <a:pt x="2540" y="222250"/>
                  </a:lnTo>
                  <a:close/>
                </a:path>
                <a:path w="2539" h="238760">
                  <a:moveTo>
                    <a:pt x="2540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2540" y="228599"/>
                  </a:lnTo>
                  <a:lnTo>
                    <a:pt x="2540" y="226059"/>
                  </a:lnTo>
                  <a:close/>
                </a:path>
                <a:path w="2539" h="238760">
                  <a:moveTo>
                    <a:pt x="2540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2540" y="232409"/>
                  </a:lnTo>
                  <a:lnTo>
                    <a:pt x="2540" y="228600"/>
                  </a:lnTo>
                  <a:close/>
                </a:path>
                <a:path w="2539" h="238760">
                  <a:moveTo>
                    <a:pt x="2540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2540" y="234949"/>
                  </a:lnTo>
                  <a:lnTo>
                    <a:pt x="2540" y="232409"/>
                  </a:lnTo>
                  <a:close/>
                </a:path>
                <a:path w="2539" h="238760">
                  <a:moveTo>
                    <a:pt x="2540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2540" y="238759"/>
                  </a:lnTo>
                  <a:lnTo>
                    <a:pt x="2540" y="234950"/>
                  </a:lnTo>
                  <a:close/>
                </a:path>
              </a:pathLst>
            </a:custGeom>
            <a:solidFill>
              <a:srgbClr val="A7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0" name="object 1060"/>
            <p:cNvSpPr/>
            <p:nvPr/>
          </p:nvSpPr>
          <p:spPr>
            <a:xfrm>
              <a:off x="2664460" y="5250180"/>
              <a:ext cx="5080" cy="236220"/>
            </a:xfrm>
            <a:custGeom>
              <a:avLst/>
              <a:gdLst/>
              <a:ahLst/>
              <a:cxnLst/>
              <a:rect l="l" t="t" r="r" b="b"/>
              <a:pathLst>
                <a:path w="5080" h="236220">
                  <a:moveTo>
                    <a:pt x="508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5080" y="236220"/>
                  </a:lnTo>
                  <a:lnTo>
                    <a:pt x="5080" y="233692"/>
                  </a:lnTo>
                  <a:close/>
                </a:path>
                <a:path w="5080" h="236220">
                  <a:moveTo>
                    <a:pt x="508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5080" y="233680"/>
                  </a:lnTo>
                  <a:lnTo>
                    <a:pt x="5080" y="231152"/>
                  </a:lnTo>
                  <a:close/>
                </a:path>
                <a:path w="5080" h="236220">
                  <a:moveTo>
                    <a:pt x="508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5080" y="231140"/>
                  </a:lnTo>
                  <a:lnTo>
                    <a:pt x="5080" y="227342"/>
                  </a:lnTo>
                  <a:close/>
                </a:path>
                <a:path w="5080" h="236220">
                  <a:moveTo>
                    <a:pt x="508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5080" y="227330"/>
                  </a:lnTo>
                  <a:lnTo>
                    <a:pt x="5080" y="224802"/>
                  </a:lnTo>
                  <a:close/>
                </a:path>
                <a:path w="5080" h="236220">
                  <a:moveTo>
                    <a:pt x="508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5080" y="224790"/>
                  </a:lnTo>
                  <a:lnTo>
                    <a:pt x="5080" y="220992"/>
                  </a:lnTo>
                  <a:close/>
                </a:path>
                <a:path w="5080" h="236220">
                  <a:moveTo>
                    <a:pt x="5080" y="218452"/>
                  </a:moveTo>
                  <a:lnTo>
                    <a:pt x="0" y="218452"/>
                  </a:lnTo>
                  <a:lnTo>
                    <a:pt x="0" y="220980"/>
                  </a:lnTo>
                  <a:lnTo>
                    <a:pt x="5080" y="220980"/>
                  </a:lnTo>
                  <a:lnTo>
                    <a:pt x="5080" y="218452"/>
                  </a:lnTo>
                  <a:close/>
                </a:path>
                <a:path w="5080" h="236220">
                  <a:moveTo>
                    <a:pt x="5080" y="21602"/>
                  </a:moveTo>
                  <a:lnTo>
                    <a:pt x="0" y="21602"/>
                  </a:lnTo>
                  <a:lnTo>
                    <a:pt x="0" y="218440"/>
                  </a:lnTo>
                  <a:lnTo>
                    <a:pt x="5080" y="218440"/>
                  </a:lnTo>
                  <a:lnTo>
                    <a:pt x="5080" y="21602"/>
                  </a:lnTo>
                  <a:close/>
                </a:path>
                <a:path w="5080" h="236220">
                  <a:moveTo>
                    <a:pt x="5080" y="15252"/>
                  </a:moveTo>
                  <a:lnTo>
                    <a:pt x="0" y="15252"/>
                  </a:lnTo>
                  <a:lnTo>
                    <a:pt x="0" y="21590"/>
                  </a:lnTo>
                  <a:lnTo>
                    <a:pt x="5080" y="21590"/>
                  </a:lnTo>
                  <a:lnTo>
                    <a:pt x="5080" y="15252"/>
                  </a:lnTo>
                  <a:close/>
                </a:path>
                <a:path w="5080" h="236220">
                  <a:moveTo>
                    <a:pt x="508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5080" y="15240"/>
                  </a:lnTo>
                  <a:lnTo>
                    <a:pt x="5080" y="11442"/>
                  </a:lnTo>
                  <a:close/>
                </a:path>
                <a:path w="5080" h="236220">
                  <a:moveTo>
                    <a:pt x="508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5080" y="11430"/>
                  </a:lnTo>
                  <a:lnTo>
                    <a:pt x="5080" y="8902"/>
                  </a:lnTo>
                  <a:close/>
                </a:path>
                <a:path w="5080" h="236220">
                  <a:moveTo>
                    <a:pt x="508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5080" y="8890"/>
                  </a:lnTo>
                  <a:lnTo>
                    <a:pt x="5080" y="5092"/>
                  </a:lnTo>
                  <a:close/>
                </a:path>
                <a:path w="5080" h="236220">
                  <a:moveTo>
                    <a:pt x="508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5080" y="5080"/>
                  </a:lnTo>
                  <a:lnTo>
                    <a:pt x="5080" y="2552"/>
                  </a:lnTo>
                  <a:close/>
                </a:path>
                <a:path w="5080" h="236220">
                  <a:moveTo>
                    <a:pt x="508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5080" y="2540"/>
                  </a:lnTo>
                  <a:lnTo>
                    <a:pt x="5080" y="0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1" name="object 1061"/>
            <p:cNvSpPr/>
            <p:nvPr/>
          </p:nvSpPr>
          <p:spPr>
            <a:xfrm>
              <a:off x="2669539" y="5250180"/>
              <a:ext cx="2540" cy="236220"/>
            </a:xfrm>
            <a:custGeom>
              <a:avLst/>
              <a:gdLst/>
              <a:ahLst/>
              <a:cxnLst/>
              <a:rect l="l" t="t" r="r" b="b"/>
              <a:pathLst>
                <a:path w="2539" h="236220">
                  <a:moveTo>
                    <a:pt x="127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540" y="254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2539" h="236220">
                  <a:moveTo>
                    <a:pt x="254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2540"/>
                  </a:lnTo>
                  <a:close/>
                </a:path>
                <a:path w="2539" h="236220">
                  <a:moveTo>
                    <a:pt x="254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2540" y="8890"/>
                  </a:lnTo>
                  <a:lnTo>
                    <a:pt x="2540" y="5080"/>
                  </a:lnTo>
                  <a:close/>
                </a:path>
                <a:path w="2539" h="236220">
                  <a:moveTo>
                    <a:pt x="254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8890"/>
                  </a:lnTo>
                  <a:close/>
                </a:path>
                <a:path w="2539" h="236220">
                  <a:moveTo>
                    <a:pt x="254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2540" y="15240"/>
                  </a:lnTo>
                  <a:lnTo>
                    <a:pt x="2540" y="11430"/>
                  </a:lnTo>
                  <a:close/>
                </a:path>
                <a:path w="2539" h="236220">
                  <a:moveTo>
                    <a:pt x="2540" y="15240"/>
                  </a:moveTo>
                  <a:lnTo>
                    <a:pt x="0" y="15240"/>
                  </a:lnTo>
                  <a:lnTo>
                    <a:pt x="0" y="21590"/>
                  </a:lnTo>
                  <a:lnTo>
                    <a:pt x="2540" y="21590"/>
                  </a:lnTo>
                  <a:lnTo>
                    <a:pt x="2540" y="15240"/>
                  </a:lnTo>
                  <a:close/>
                </a:path>
                <a:path w="2539" h="236220">
                  <a:moveTo>
                    <a:pt x="2540" y="21590"/>
                  </a:moveTo>
                  <a:lnTo>
                    <a:pt x="0" y="21590"/>
                  </a:lnTo>
                  <a:lnTo>
                    <a:pt x="0" y="218440"/>
                  </a:lnTo>
                  <a:lnTo>
                    <a:pt x="2540" y="218440"/>
                  </a:lnTo>
                  <a:lnTo>
                    <a:pt x="2540" y="21590"/>
                  </a:lnTo>
                  <a:close/>
                </a:path>
                <a:path w="2539" h="236220">
                  <a:moveTo>
                    <a:pt x="2540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2540" y="220980"/>
                  </a:lnTo>
                  <a:lnTo>
                    <a:pt x="2540" y="218440"/>
                  </a:lnTo>
                  <a:close/>
                </a:path>
                <a:path w="2539" h="236220">
                  <a:moveTo>
                    <a:pt x="2540" y="220980"/>
                  </a:moveTo>
                  <a:lnTo>
                    <a:pt x="0" y="220980"/>
                  </a:lnTo>
                  <a:lnTo>
                    <a:pt x="0" y="224790"/>
                  </a:lnTo>
                  <a:lnTo>
                    <a:pt x="2540" y="224790"/>
                  </a:lnTo>
                  <a:lnTo>
                    <a:pt x="2540" y="220980"/>
                  </a:lnTo>
                  <a:close/>
                </a:path>
                <a:path w="2539" h="236220">
                  <a:moveTo>
                    <a:pt x="2540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2540" y="227330"/>
                  </a:lnTo>
                  <a:lnTo>
                    <a:pt x="2540" y="224790"/>
                  </a:lnTo>
                  <a:close/>
                </a:path>
                <a:path w="2539" h="236220">
                  <a:moveTo>
                    <a:pt x="2540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2540" y="231140"/>
                  </a:lnTo>
                  <a:lnTo>
                    <a:pt x="2540" y="227330"/>
                  </a:lnTo>
                  <a:close/>
                </a:path>
                <a:path w="2539" h="236220">
                  <a:moveTo>
                    <a:pt x="2540" y="231140"/>
                  </a:moveTo>
                  <a:lnTo>
                    <a:pt x="0" y="231140"/>
                  </a:lnTo>
                  <a:lnTo>
                    <a:pt x="0" y="233680"/>
                  </a:lnTo>
                  <a:lnTo>
                    <a:pt x="2540" y="233680"/>
                  </a:lnTo>
                  <a:lnTo>
                    <a:pt x="2540" y="231140"/>
                  </a:lnTo>
                  <a:close/>
                </a:path>
                <a:path w="2539" h="236220">
                  <a:moveTo>
                    <a:pt x="2540" y="233680"/>
                  </a:moveTo>
                  <a:lnTo>
                    <a:pt x="0" y="233680"/>
                  </a:lnTo>
                  <a:lnTo>
                    <a:pt x="0" y="236220"/>
                  </a:lnTo>
                  <a:lnTo>
                    <a:pt x="2540" y="236220"/>
                  </a:lnTo>
                  <a:lnTo>
                    <a:pt x="2540" y="233680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2" name="object 1062"/>
            <p:cNvSpPr/>
            <p:nvPr/>
          </p:nvSpPr>
          <p:spPr>
            <a:xfrm>
              <a:off x="2672079" y="5251450"/>
              <a:ext cx="3810" cy="234950"/>
            </a:xfrm>
            <a:custGeom>
              <a:avLst/>
              <a:gdLst/>
              <a:ahLst/>
              <a:cxnLst/>
              <a:rect l="l" t="t" r="r" b="b"/>
              <a:pathLst>
                <a:path w="3810" h="234950">
                  <a:moveTo>
                    <a:pt x="253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  <a:path w="3810" h="234950">
                  <a:moveTo>
                    <a:pt x="3809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1270"/>
                  </a:lnTo>
                  <a:close/>
                </a:path>
                <a:path w="3810" h="234950">
                  <a:moveTo>
                    <a:pt x="3809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3810"/>
                  </a:lnTo>
                  <a:close/>
                </a:path>
                <a:path w="3810" h="234950">
                  <a:moveTo>
                    <a:pt x="3809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7620"/>
                  </a:lnTo>
                  <a:close/>
                </a:path>
                <a:path w="3810" h="234950">
                  <a:moveTo>
                    <a:pt x="3809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10160"/>
                  </a:lnTo>
                  <a:close/>
                </a:path>
                <a:path w="3810" h="234950">
                  <a:moveTo>
                    <a:pt x="3809" y="13970"/>
                  </a:moveTo>
                  <a:lnTo>
                    <a:pt x="0" y="13970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3970"/>
                  </a:lnTo>
                  <a:close/>
                </a:path>
                <a:path w="3810" h="234950">
                  <a:moveTo>
                    <a:pt x="3809" y="20320"/>
                  </a:moveTo>
                  <a:lnTo>
                    <a:pt x="0" y="20320"/>
                  </a:lnTo>
                  <a:lnTo>
                    <a:pt x="0" y="217169"/>
                  </a:lnTo>
                  <a:lnTo>
                    <a:pt x="3809" y="217169"/>
                  </a:lnTo>
                  <a:lnTo>
                    <a:pt x="3809" y="20320"/>
                  </a:lnTo>
                  <a:close/>
                </a:path>
                <a:path w="3810" h="234950">
                  <a:moveTo>
                    <a:pt x="3809" y="217170"/>
                  </a:moveTo>
                  <a:lnTo>
                    <a:pt x="0" y="217170"/>
                  </a:lnTo>
                  <a:lnTo>
                    <a:pt x="0" y="219709"/>
                  </a:lnTo>
                  <a:lnTo>
                    <a:pt x="3809" y="219709"/>
                  </a:lnTo>
                  <a:lnTo>
                    <a:pt x="3809" y="217170"/>
                  </a:lnTo>
                  <a:close/>
                </a:path>
                <a:path w="3810" h="234950">
                  <a:moveTo>
                    <a:pt x="3809" y="219710"/>
                  </a:moveTo>
                  <a:lnTo>
                    <a:pt x="0" y="219710"/>
                  </a:lnTo>
                  <a:lnTo>
                    <a:pt x="0" y="223519"/>
                  </a:lnTo>
                  <a:lnTo>
                    <a:pt x="3809" y="223519"/>
                  </a:lnTo>
                  <a:lnTo>
                    <a:pt x="3809" y="219710"/>
                  </a:lnTo>
                  <a:close/>
                </a:path>
                <a:path w="3810" h="234950">
                  <a:moveTo>
                    <a:pt x="3809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3809" y="226059"/>
                  </a:lnTo>
                  <a:lnTo>
                    <a:pt x="3809" y="223520"/>
                  </a:lnTo>
                  <a:close/>
                </a:path>
                <a:path w="3810" h="234950">
                  <a:moveTo>
                    <a:pt x="3809" y="226060"/>
                  </a:moveTo>
                  <a:lnTo>
                    <a:pt x="0" y="226060"/>
                  </a:lnTo>
                  <a:lnTo>
                    <a:pt x="0" y="229869"/>
                  </a:lnTo>
                  <a:lnTo>
                    <a:pt x="3809" y="229869"/>
                  </a:lnTo>
                  <a:lnTo>
                    <a:pt x="3809" y="226060"/>
                  </a:lnTo>
                  <a:close/>
                </a:path>
                <a:path w="3810" h="234950">
                  <a:moveTo>
                    <a:pt x="3809" y="229870"/>
                  </a:moveTo>
                  <a:lnTo>
                    <a:pt x="0" y="229870"/>
                  </a:lnTo>
                  <a:lnTo>
                    <a:pt x="0" y="232409"/>
                  </a:lnTo>
                  <a:lnTo>
                    <a:pt x="3809" y="232409"/>
                  </a:lnTo>
                  <a:lnTo>
                    <a:pt x="3809" y="229870"/>
                  </a:lnTo>
                  <a:close/>
                </a:path>
                <a:path w="3810" h="234950">
                  <a:moveTo>
                    <a:pt x="3809" y="232410"/>
                  </a:moveTo>
                  <a:lnTo>
                    <a:pt x="0" y="232410"/>
                  </a:lnTo>
                  <a:lnTo>
                    <a:pt x="0" y="234950"/>
                  </a:lnTo>
                  <a:lnTo>
                    <a:pt x="2539" y="234950"/>
                  </a:lnTo>
                  <a:lnTo>
                    <a:pt x="2539" y="233680"/>
                  </a:lnTo>
                  <a:lnTo>
                    <a:pt x="3809" y="233680"/>
                  </a:lnTo>
                  <a:lnTo>
                    <a:pt x="3809" y="232410"/>
                  </a:lnTo>
                  <a:close/>
                </a:path>
              </a:pathLst>
            </a:custGeom>
            <a:solidFill>
              <a:srgbClr val="AEBA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3" name="object 1063"/>
            <p:cNvSpPr/>
            <p:nvPr/>
          </p:nvSpPr>
          <p:spPr>
            <a:xfrm>
              <a:off x="2675890" y="5252732"/>
              <a:ext cx="3810" cy="232410"/>
            </a:xfrm>
            <a:custGeom>
              <a:avLst/>
              <a:gdLst/>
              <a:ahLst/>
              <a:cxnLst/>
              <a:rect l="l" t="t" r="r" b="b"/>
              <a:pathLst>
                <a:path w="3810" h="232410">
                  <a:moveTo>
                    <a:pt x="1257" y="231140"/>
                  </a:moveTo>
                  <a:lnTo>
                    <a:pt x="0" y="231140"/>
                  </a:lnTo>
                  <a:lnTo>
                    <a:pt x="0" y="232397"/>
                  </a:lnTo>
                  <a:lnTo>
                    <a:pt x="1257" y="232397"/>
                  </a:lnTo>
                  <a:lnTo>
                    <a:pt x="1257" y="231140"/>
                  </a:lnTo>
                  <a:close/>
                </a:path>
                <a:path w="3810" h="23241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10" h="232410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10" h="232410">
                  <a:moveTo>
                    <a:pt x="3810" y="222250"/>
                  </a:moveTo>
                  <a:lnTo>
                    <a:pt x="0" y="22225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22250"/>
                  </a:lnTo>
                  <a:close/>
                </a:path>
                <a:path w="3810" h="232410">
                  <a:moveTo>
                    <a:pt x="3810" y="218440"/>
                  </a:moveTo>
                  <a:lnTo>
                    <a:pt x="0" y="21844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18440"/>
                  </a:lnTo>
                  <a:close/>
                </a:path>
                <a:path w="3810" h="232410">
                  <a:moveTo>
                    <a:pt x="3810" y="215900"/>
                  </a:moveTo>
                  <a:lnTo>
                    <a:pt x="0" y="215900"/>
                  </a:lnTo>
                  <a:lnTo>
                    <a:pt x="0" y="218427"/>
                  </a:lnTo>
                  <a:lnTo>
                    <a:pt x="3810" y="218427"/>
                  </a:lnTo>
                  <a:lnTo>
                    <a:pt x="3810" y="215900"/>
                  </a:lnTo>
                  <a:close/>
                </a:path>
                <a:path w="3810" h="232410">
                  <a:moveTo>
                    <a:pt x="3810" y="19050"/>
                  </a:moveTo>
                  <a:lnTo>
                    <a:pt x="0" y="19050"/>
                  </a:lnTo>
                  <a:lnTo>
                    <a:pt x="0" y="215887"/>
                  </a:lnTo>
                  <a:lnTo>
                    <a:pt x="3810" y="215887"/>
                  </a:lnTo>
                  <a:lnTo>
                    <a:pt x="3810" y="19050"/>
                  </a:lnTo>
                  <a:close/>
                </a:path>
                <a:path w="3810" h="232410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10" h="23241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10" h="23241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10" h="23241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10" h="23241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1BD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4" name="object 1064"/>
            <p:cNvSpPr/>
            <p:nvPr/>
          </p:nvSpPr>
          <p:spPr>
            <a:xfrm>
              <a:off x="2679700" y="5252720"/>
              <a:ext cx="3810" cy="231140"/>
            </a:xfrm>
            <a:custGeom>
              <a:avLst/>
              <a:gdLst/>
              <a:ahLst/>
              <a:cxnLst/>
              <a:rect l="l" t="t" r="r" b="b"/>
              <a:pathLst>
                <a:path w="3810" h="231139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231139">
                  <a:moveTo>
                    <a:pt x="381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2539"/>
                  </a:lnTo>
                  <a:close/>
                </a:path>
                <a:path w="3810" h="231139">
                  <a:moveTo>
                    <a:pt x="381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49"/>
                  </a:lnTo>
                  <a:close/>
                </a:path>
                <a:path w="3810" h="231139">
                  <a:moveTo>
                    <a:pt x="381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8889"/>
                  </a:lnTo>
                  <a:close/>
                </a:path>
                <a:path w="3810" h="231139">
                  <a:moveTo>
                    <a:pt x="381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2699"/>
                  </a:lnTo>
                  <a:close/>
                </a:path>
                <a:path w="3810" h="231139">
                  <a:moveTo>
                    <a:pt x="3810" y="19049"/>
                  </a:moveTo>
                  <a:lnTo>
                    <a:pt x="0" y="19049"/>
                  </a:lnTo>
                  <a:lnTo>
                    <a:pt x="0" y="215899"/>
                  </a:lnTo>
                  <a:lnTo>
                    <a:pt x="3810" y="215899"/>
                  </a:lnTo>
                  <a:lnTo>
                    <a:pt x="3810" y="19049"/>
                  </a:lnTo>
                  <a:close/>
                </a:path>
                <a:path w="3810" h="231139">
                  <a:moveTo>
                    <a:pt x="3810" y="215899"/>
                  </a:moveTo>
                  <a:lnTo>
                    <a:pt x="0" y="215899"/>
                  </a:lnTo>
                  <a:lnTo>
                    <a:pt x="0" y="218439"/>
                  </a:lnTo>
                  <a:lnTo>
                    <a:pt x="3810" y="218439"/>
                  </a:lnTo>
                  <a:lnTo>
                    <a:pt x="3810" y="215899"/>
                  </a:lnTo>
                  <a:close/>
                </a:path>
                <a:path w="3810" h="231139">
                  <a:moveTo>
                    <a:pt x="3810" y="218439"/>
                  </a:moveTo>
                  <a:lnTo>
                    <a:pt x="0" y="218439"/>
                  </a:lnTo>
                  <a:lnTo>
                    <a:pt x="0" y="222249"/>
                  </a:lnTo>
                  <a:lnTo>
                    <a:pt x="3810" y="222249"/>
                  </a:lnTo>
                  <a:lnTo>
                    <a:pt x="3810" y="218439"/>
                  </a:lnTo>
                  <a:close/>
                </a:path>
                <a:path w="3810" h="231139">
                  <a:moveTo>
                    <a:pt x="3810" y="222249"/>
                  </a:moveTo>
                  <a:lnTo>
                    <a:pt x="0" y="222249"/>
                  </a:lnTo>
                  <a:lnTo>
                    <a:pt x="0" y="224789"/>
                  </a:lnTo>
                  <a:lnTo>
                    <a:pt x="3810" y="224789"/>
                  </a:lnTo>
                  <a:lnTo>
                    <a:pt x="3810" y="222249"/>
                  </a:lnTo>
                  <a:close/>
                </a:path>
                <a:path w="3810" h="231139">
                  <a:moveTo>
                    <a:pt x="3810" y="224789"/>
                  </a:moveTo>
                  <a:lnTo>
                    <a:pt x="0" y="22478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4789"/>
                  </a:lnTo>
                  <a:close/>
                </a:path>
                <a:path w="3810" h="231139">
                  <a:moveTo>
                    <a:pt x="3810" y="228599"/>
                  </a:moveTo>
                  <a:lnTo>
                    <a:pt x="0" y="228599"/>
                  </a:lnTo>
                  <a:lnTo>
                    <a:pt x="0" y="231139"/>
                  </a:lnTo>
                  <a:lnTo>
                    <a:pt x="2540" y="231139"/>
                  </a:lnTo>
                  <a:lnTo>
                    <a:pt x="2540" y="229869"/>
                  </a:lnTo>
                  <a:lnTo>
                    <a:pt x="3810" y="229869"/>
                  </a:lnTo>
                  <a:lnTo>
                    <a:pt x="3810" y="228599"/>
                  </a:lnTo>
                  <a:close/>
                </a:path>
              </a:pathLst>
            </a:custGeom>
            <a:solidFill>
              <a:srgbClr val="B4BF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5" name="object 1065"/>
            <p:cNvSpPr/>
            <p:nvPr/>
          </p:nvSpPr>
          <p:spPr>
            <a:xfrm>
              <a:off x="2683510" y="5253989"/>
              <a:ext cx="3810" cy="228600"/>
            </a:xfrm>
            <a:custGeom>
              <a:avLst/>
              <a:gdLst/>
              <a:ahLst/>
              <a:cxnLst/>
              <a:rect l="l" t="t" r="r" b="b"/>
              <a:pathLst>
                <a:path w="3810" h="228600">
                  <a:moveTo>
                    <a:pt x="2540" y="227342"/>
                  </a:moveTo>
                  <a:lnTo>
                    <a:pt x="0" y="227342"/>
                  </a:lnTo>
                  <a:lnTo>
                    <a:pt x="0" y="228600"/>
                  </a:lnTo>
                  <a:lnTo>
                    <a:pt x="2540" y="228600"/>
                  </a:lnTo>
                  <a:lnTo>
                    <a:pt x="2540" y="227342"/>
                  </a:lnTo>
                  <a:close/>
                </a:path>
                <a:path w="3810" h="228600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10" h="228600">
                  <a:moveTo>
                    <a:pt x="3810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92"/>
                  </a:lnTo>
                  <a:close/>
                </a:path>
                <a:path w="3810" h="228600">
                  <a:moveTo>
                    <a:pt x="3810" y="217182"/>
                  </a:moveTo>
                  <a:lnTo>
                    <a:pt x="0" y="21718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7182"/>
                  </a:lnTo>
                  <a:close/>
                </a:path>
                <a:path w="3810" h="228600">
                  <a:moveTo>
                    <a:pt x="3810" y="214642"/>
                  </a:moveTo>
                  <a:lnTo>
                    <a:pt x="0" y="21464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214642"/>
                  </a:lnTo>
                  <a:close/>
                </a:path>
                <a:path w="3810" h="228600">
                  <a:moveTo>
                    <a:pt x="3810" y="17792"/>
                  </a:moveTo>
                  <a:lnTo>
                    <a:pt x="0" y="17792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17792"/>
                  </a:lnTo>
                  <a:close/>
                </a:path>
                <a:path w="3810" h="228600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2860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10" h="22860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10" h="22860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10" h="22860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6C1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6" name="object 1066"/>
            <p:cNvSpPr/>
            <p:nvPr/>
          </p:nvSpPr>
          <p:spPr>
            <a:xfrm>
              <a:off x="2687320" y="5271782"/>
              <a:ext cx="3810" cy="209550"/>
            </a:xfrm>
            <a:custGeom>
              <a:avLst/>
              <a:gdLst/>
              <a:ahLst/>
              <a:cxnLst/>
              <a:rect l="l" t="t" r="r" b="b"/>
              <a:pathLst>
                <a:path w="3810" h="209550">
                  <a:moveTo>
                    <a:pt x="3810" y="205740"/>
                  </a:moveTo>
                  <a:lnTo>
                    <a:pt x="0" y="205740"/>
                  </a:lnTo>
                  <a:lnTo>
                    <a:pt x="0" y="209537"/>
                  </a:lnTo>
                  <a:lnTo>
                    <a:pt x="3810" y="209537"/>
                  </a:lnTo>
                  <a:lnTo>
                    <a:pt x="3810" y="205740"/>
                  </a:lnTo>
                  <a:close/>
                </a:path>
                <a:path w="3810" h="209550">
                  <a:moveTo>
                    <a:pt x="3810" y="203200"/>
                  </a:moveTo>
                  <a:lnTo>
                    <a:pt x="0" y="203200"/>
                  </a:lnTo>
                  <a:lnTo>
                    <a:pt x="0" y="205727"/>
                  </a:lnTo>
                  <a:lnTo>
                    <a:pt x="3810" y="205727"/>
                  </a:lnTo>
                  <a:lnTo>
                    <a:pt x="3810" y="203200"/>
                  </a:lnTo>
                  <a:close/>
                </a:path>
                <a:path w="3810" h="209550">
                  <a:moveTo>
                    <a:pt x="3810" y="199390"/>
                  </a:moveTo>
                  <a:lnTo>
                    <a:pt x="0" y="199390"/>
                  </a:lnTo>
                  <a:lnTo>
                    <a:pt x="0" y="203187"/>
                  </a:lnTo>
                  <a:lnTo>
                    <a:pt x="3810" y="203187"/>
                  </a:lnTo>
                  <a:lnTo>
                    <a:pt x="3810" y="199390"/>
                  </a:lnTo>
                  <a:close/>
                </a:path>
                <a:path w="3810" h="209550">
                  <a:moveTo>
                    <a:pt x="3810" y="196850"/>
                  </a:moveTo>
                  <a:lnTo>
                    <a:pt x="0" y="196850"/>
                  </a:lnTo>
                  <a:lnTo>
                    <a:pt x="0" y="199377"/>
                  </a:lnTo>
                  <a:lnTo>
                    <a:pt x="3810" y="199377"/>
                  </a:lnTo>
                  <a:lnTo>
                    <a:pt x="3810" y="196850"/>
                  </a:lnTo>
                  <a:close/>
                </a:path>
                <a:path w="3810" h="209550">
                  <a:moveTo>
                    <a:pt x="3810" y="0"/>
                  </a:moveTo>
                  <a:lnTo>
                    <a:pt x="0" y="0"/>
                  </a:lnTo>
                  <a:lnTo>
                    <a:pt x="0" y="196837"/>
                  </a:lnTo>
                  <a:lnTo>
                    <a:pt x="3810" y="1968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7" name="object 1067"/>
            <p:cNvSpPr/>
            <p:nvPr/>
          </p:nvSpPr>
          <p:spPr>
            <a:xfrm>
              <a:off x="2691129" y="5255259"/>
              <a:ext cx="2540" cy="226060"/>
            </a:xfrm>
            <a:custGeom>
              <a:avLst/>
              <a:gdLst/>
              <a:ahLst/>
              <a:cxnLst/>
              <a:rect l="l" t="t" r="r" b="b"/>
              <a:pathLst>
                <a:path w="2539" h="226060">
                  <a:moveTo>
                    <a:pt x="126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2539" y="3809"/>
                  </a:lnTo>
                  <a:lnTo>
                    <a:pt x="253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2539" h="226060">
                  <a:moveTo>
                    <a:pt x="253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2539" y="6349"/>
                  </a:lnTo>
                  <a:lnTo>
                    <a:pt x="2539" y="3809"/>
                  </a:lnTo>
                  <a:close/>
                </a:path>
                <a:path w="2539" h="226060">
                  <a:moveTo>
                    <a:pt x="253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2539" y="10159"/>
                  </a:lnTo>
                  <a:lnTo>
                    <a:pt x="2539" y="6350"/>
                  </a:lnTo>
                  <a:close/>
                </a:path>
                <a:path w="2539" h="226060">
                  <a:moveTo>
                    <a:pt x="2539" y="10159"/>
                  </a:moveTo>
                  <a:lnTo>
                    <a:pt x="0" y="10159"/>
                  </a:lnTo>
                  <a:lnTo>
                    <a:pt x="0" y="16509"/>
                  </a:lnTo>
                  <a:lnTo>
                    <a:pt x="2539" y="16509"/>
                  </a:lnTo>
                  <a:lnTo>
                    <a:pt x="2539" y="10159"/>
                  </a:lnTo>
                  <a:close/>
                </a:path>
                <a:path w="2539" h="226060">
                  <a:moveTo>
                    <a:pt x="2539" y="16509"/>
                  </a:moveTo>
                  <a:lnTo>
                    <a:pt x="0" y="16509"/>
                  </a:lnTo>
                  <a:lnTo>
                    <a:pt x="0" y="213359"/>
                  </a:lnTo>
                  <a:lnTo>
                    <a:pt x="2539" y="213359"/>
                  </a:lnTo>
                  <a:lnTo>
                    <a:pt x="2539" y="16509"/>
                  </a:lnTo>
                  <a:close/>
                </a:path>
                <a:path w="2539" h="226060">
                  <a:moveTo>
                    <a:pt x="2539" y="213359"/>
                  </a:moveTo>
                  <a:lnTo>
                    <a:pt x="0" y="213359"/>
                  </a:lnTo>
                  <a:lnTo>
                    <a:pt x="0" y="215899"/>
                  </a:lnTo>
                  <a:lnTo>
                    <a:pt x="2539" y="215899"/>
                  </a:lnTo>
                  <a:lnTo>
                    <a:pt x="2539" y="213359"/>
                  </a:lnTo>
                  <a:close/>
                </a:path>
                <a:path w="2539" h="226060">
                  <a:moveTo>
                    <a:pt x="2539" y="215900"/>
                  </a:moveTo>
                  <a:lnTo>
                    <a:pt x="0" y="215900"/>
                  </a:lnTo>
                  <a:lnTo>
                    <a:pt x="0" y="219709"/>
                  </a:lnTo>
                  <a:lnTo>
                    <a:pt x="2539" y="219709"/>
                  </a:lnTo>
                  <a:lnTo>
                    <a:pt x="2539" y="215900"/>
                  </a:lnTo>
                  <a:close/>
                </a:path>
                <a:path w="2539" h="226060">
                  <a:moveTo>
                    <a:pt x="2539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2539" y="222249"/>
                  </a:lnTo>
                  <a:lnTo>
                    <a:pt x="2539" y="219709"/>
                  </a:lnTo>
                  <a:close/>
                </a:path>
                <a:path w="2539" h="226060">
                  <a:moveTo>
                    <a:pt x="2539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1269" y="226059"/>
                  </a:lnTo>
                  <a:lnTo>
                    <a:pt x="1269" y="224789"/>
                  </a:lnTo>
                  <a:lnTo>
                    <a:pt x="2539" y="224789"/>
                  </a:lnTo>
                  <a:lnTo>
                    <a:pt x="2539" y="222250"/>
                  </a:lnTo>
                  <a:close/>
                </a:path>
              </a:pathLst>
            </a:custGeom>
            <a:solidFill>
              <a:srgbClr val="BC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8" name="object 1068"/>
            <p:cNvSpPr/>
            <p:nvPr/>
          </p:nvSpPr>
          <p:spPr>
            <a:xfrm>
              <a:off x="2693670" y="5256530"/>
              <a:ext cx="3810" cy="223520"/>
            </a:xfrm>
            <a:custGeom>
              <a:avLst/>
              <a:gdLst/>
              <a:ahLst/>
              <a:cxnLst/>
              <a:rect l="l" t="t" r="r" b="b"/>
              <a:pathLst>
                <a:path w="3810" h="223520">
                  <a:moveTo>
                    <a:pt x="126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3810" h="223520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223520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10" h="223520">
                  <a:moveTo>
                    <a:pt x="3810" y="8890"/>
                  </a:moveTo>
                  <a:lnTo>
                    <a:pt x="0" y="889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8890"/>
                  </a:lnTo>
                  <a:close/>
                </a:path>
                <a:path w="3810" h="223520">
                  <a:moveTo>
                    <a:pt x="3810" y="15240"/>
                  </a:moveTo>
                  <a:lnTo>
                    <a:pt x="0" y="15240"/>
                  </a:lnTo>
                  <a:lnTo>
                    <a:pt x="0" y="212090"/>
                  </a:lnTo>
                  <a:lnTo>
                    <a:pt x="3810" y="212090"/>
                  </a:lnTo>
                  <a:lnTo>
                    <a:pt x="3810" y="15240"/>
                  </a:lnTo>
                  <a:close/>
                </a:path>
                <a:path w="3810" h="223520">
                  <a:moveTo>
                    <a:pt x="3810" y="212090"/>
                  </a:moveTo>
                  <a:lnTo>
                    <a:pt x="0" y="212090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212090"/>
                  </a:lnTo>
                  <a:close/>
                </a:path>
                <a:path w="3810" h="223520">
                  <a:moveTo>
                    <a:pt x="3810" y="214630"/>
                  </a:moveTo>
                  <a:lnTo>
                    <a:pt x="0" y="214630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4630"/>
                  </a:lnTo>
                  <a:close/>
                </a:path>
                <a:path w="3810" h="223520">
                  <a:moveTo>
                    <a:pt x="3810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8440"/>
                  </a:lnTo>
                  <a:close/>
                </a:path>
                <a:path w="3810" h="223520">
                  <a:moveTo>
                    <a:pt x="3810" y="220980"/>
                  </a:moveTo>
                  <a:lnTo>
                    <a:pt x="0" y="220980"/>
                  </a:lnTo>
                  <a:lnTo>
                    <a:pt x="0" y="223520"/>
                  </a:lnTo>
                  <a:lnTo>
                    <a:pt x="1270" y="223520"/>
                  </a:lnTo>
                  <a:lnTo>
                    <a:pt x="1270" y="222250"/>
                  </a:lnTo>
                  <a:lnTo>
                    <a:pt x="3810" y="222250"/>
                  </a:lnTo>
                  <a:lnTo>
                    <a:pt x="3810" y="220980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9" name="object 1069"/>
            <p:cNvSpPr/>
            <p:nvPr/>
          </p:nvSpPr>
          <p:spPr>
            <a:xfrm>
              <a:off x="2697479" y="5259070"/>
              <a:ext cx="3810" cy="219710"/>
            </a:xfrm>
            <a:custGeom>
              <a:avLst/>
              <a:gdLst/>
              <a:ahLst/>
              <a:cxnLst/>
              <a:rect l="l" t="t" r="r" b="b"/>
              <a:pathLst>
                <a:path w="3810" h="219710">
                  <a:moveTo>
                    <a:pt x="126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3810" h="219710">
                  <a:moveTo>
                    <a:pt x="380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2539"/>
                  </a:lnTo>
                  <a:close/>
                </a:path>
                <a:path w="3810" h="219710">
                  <a:moveTo>
                    <a:pt x="380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6349"/>
                  </a:lnTo>
                  <a:close/>
                </a:path>
                <a:path w="3810" h="219710">
                  <a:moveTo>
                    <a:pt x="3809" y="12699"/>
                  </a:moveTo>
                  <a:lnTo>
                    <a:pt x="0" y="12699"/>
                  </a:lnTo>
                  <a:lnTo>
                    <a:pt x="0" y="209549"/>
                  </a:lnTo>
                  <a:lnTo>
                    <a:pt x="3809" y="209549"/>
                  </a:lnTo>
                  <a:lnTo>
                    <a:pt x="3809" y="12699"/>
                  </a:lnTo>
                  <a:close/>
                </a:path>
                <a:path w="3810" h="219710">
                  <a:moveTo>
                    <a:pt x="3809" y="209549"/>
                  </a:moveTo>
                  <a:lnTo>
                    <a:pt x="0" y="209549"/>
                  </a:lnTo>
                  <a:lnTo>
                    <a:pt x="0" y="212089"/>
                  </a:lnTo>
                  <a:lnTo>
                    <a:pt x="3809" y="212089"/>
                  </a:lnTo>
                  <a:lnTo>
                    <a:pt x="3809" y="209549"/>
                  </a:lnTo>
                  <a:close/>
                </a:path>
                <a:path w="3810" h="219710">
                  <a:moveTo>
                    <a:pt x="3809" y="212089"/>
                  </a:moveTo>
                  <a:lnTo>
                    <a:pt x="0" y="212089"/>
                  </a:lnTo>
                  <a:lnTo>
                    <a:pt x="0" y="215899"/>
                  </a:lnTo>
                  <a:lnTo>
                    <a:pt x="3809" y="215899"/>
                  </a:lnTo>
                  <a:lnTo>
                    <a:pt x="3809" y="212089"/>
                  </a:lnTo>
                  <a:close/>
                </a:path>
                <a:path w="3810" h="219710">
                  <a:moveTo>
                    <a:pt x="3809" y="215899"/>
                  </a:moveTo>
                  <a:lnTo>
                    <a:pt x="0" y="215899"/>
                  </a:lnTo>
                  <a:lnTo>
                    <a:pt x="0" y="218439"/>
                  </a:lnTo>
                  <a:lnTo>
                    <a:pt x="3809" y="218439"/>
                  </a:lnTo>
                  <a:lnTo>
                    <a:pt x="3809" y="215899"/>
                  </a:lnTo>
                  <a:close/>
                </a:path>
                <a:path w="3810" h="219710">
                  <a:moveTo>
                    <a:pt x="1269" y="218439"/>
                  </a:moveTo>
                  <a:lnTo>
                    <a:pt x="0" y="218439"/>
                  </a:lnTo>
                  <a:lnTo>
                    <a:pt x="0" y="219709"/>
                  </a:lnTo>
                  <a:lnTo>
                    <a:pt x="1269" y="219709"/>
                  </a:lnTo>
                  <a:lnTo>
                    <a:pt x="1269" y="218439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0" name="object 1070"/>
            <p:cNvSpPr/>
            <p:nvPr/>
          </p:nvSpPr>
          <p:spPr>
            <a:xfrm>
              <a:off x="2701290" y="5260339"/>
              <a:ext cx="3810" cy="215900"/>
            </a:xfrm>
            <a:custGeom>
              <a:avLst/>
              <a:gdLst/>
              <a:ahLst/>
              <a:cxnLst/>
              <a:rect l="l" t="t" r="r" b="b"/>
              <a:pathLst>
                <a:path w="3810" h="215900">
                  <a:moveTo>
                    <a:pt x="12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3810" h="215900">
                  <a:moveTo>
                    <a:pt x="3810" y="214642"/>
                  </a:moveTo>
                  <a:lnTo>
                    <a:pt x="0" y="214642"/>
                  </a:lnTo>
                  <a:lnTo>
                    <a:pt x="0" y="215900"/>
                  </a:lnTo>
                  <a:lnTo>
                    <a:pt x="3810" y="215900"/>
                  </a:lnTo>
                  <a:lnTo>
                    <a:pt x="3810" y="214642"/>
                  </a:lnTo>
                  <a:close/>
                </a:path>
                <a:path w="3810" h="215900">
                  <a:moveTo>
                    <a:pt x="3810" y="210832"/>
                  </a:moveTo>
                  <a:lnTo>
                    <a:pt x="0" y="210832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210832"/>
                  </a:lnTo>
                  <a:close/>
                </a:path>
                <a:path w="3810" h="215900">
                  <a:moveTo>
                    <a:pt x="3810" y="208292"/>
                  </a:moveTo>
                  <a:lnTo>
                    <a:pt x="0" y="208292"/>
                  </a:lnTo>
                  <a:lnTo>
                    <a:pt x="0" y="210820"/>
                  </a:lnTo>
                  <a:lnTo>
                    <a:pt x="3810" y="210820"/>
                  </a:lnTo>
                  <a:lnTo>
                    <a:pt x="3810" y="208292"/>
                  </a:lnTo>
                  <a:close/>
                </a:path>
                <a:path w="3810" h="215900">
                  <a:moveTo>
                    <a:pt x="3810" y="11442"/>
                  </a:moveTo>
                  <a:lnTo>
                    <a:pt x="0" y="11442"/>
                  </a:lnTo>
                  <a:lnTo>
                    <a:pt x="0" y="208280"/>
                  </a:lnTo>
                  <a:lnTo>
                    <a:pt x="3810" y="208280"/>
                  </a:lnTo>
                  <a:lnTo>
                    <a:pt x="3810" y="11442"/>
                  </a:lnTo>
                  <a:close/>
                </a:path>
                <a:path w="3810" h="215900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1590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</a:pathLst>
            </a:custGeom>
            <a:solidFill>
              <a:srgbClr val="C4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1" name="object 1071"/>
            <p:cNvSpPr/>
            <p:nvPr/>
          </p:nvSpPr>
          <p:spPr>
            <a:xfrm>
              <a:off x="2705100" y="5262880"/>
              <a:ext cx="3810" cy="212090"/>
            </a:xfrm>
            <a:custGeom>
              <a:avLst/>
              <a:gdLst/>
              <a:ahLst/>
              <a:cxnLst/>
              <a:rect l="l" t="t" r="r" b="b"/>
              <a:pathLst>
                <a:path w="3810" h="212089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  <a:path w="3810" h="212089">
                  <a:moveTo>
                    <a:pt x="3810" y="2540"/>
                  </a:moveTo>
                  <a:lnTo>
                    <a:pt x="0" y="254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2540"/>
                  </a:lnTo>
                  <a:close/>
                </a:path>
                <a:path w="3810" h="212089">
                  <a:moveTo>
                    <a:pt x="3810" y="8890"/>
                  </a:moveTo>
                  <a:lnTo>
                    <a:pt x="0" y="8890"/>
                  </a:lnTo>
                  <a:lnTo>
                    <a:pt x="0" y="205740"/>
                  </a:lnTo>
                  <a:lnTo>
                    <a:pt x="3810" y="205740"/>
                  </a:lnTo>
                  <a:lnTo>
                    <a:pt x="3810" y="8890"/>
                  </a:lnTo>
                  <a:close/>
                </a:path>
                <a:path w="3810" h="212089">
                  <a:moveTo>
                    <a:pt x="3810" y="205740"/>
                  </a:moveTo>
                  <a:lnTo>
                    <a:pt x="0" y="205740"/>
                  </a:lnTo>
                  <a:lnTo>
                    <a:pt x="0" y="208280"/>
                  </a:lnTo>
                  <a:lnTo>
                    <a:pt x="3810" y="208280"/>
                  </a:lnTo>
                  <a:lnTo>
                    <a:pt x="3810" y="205740"/>
                  </a:lnTo>
                  <a:close/>
                </a:path>
                <a:path w="3810" h="212089">
                  <a:moveTo>
                    <a:pt x="3810" y="208280"/>
                  </a:moveTo>
                  <a:lnTo>
                    <a:pt x="0" y="208280"/>
                  </a:lnTo>
                  <a:lnTo>
                    <a:pt x="0" y="212090"/>
                  </a:lnTo>
                  <a:lnTo>
                    <a:pt x="1269" y="212090"/>
                  </a:lnTo>
                  <a:lnTo>
                    <a:pt x="1269" y="210820"/>
                  </a:lnTo>
                  <a:lnTo>
                    <a:pt x="3810" y="210820"/>
                  </a:lnTo>
                  <a:lnTo>
                    <a:pt x="3810" y="208280"/>
                  </a:lnTo>
                  <a:close/>
                </a:path>
              </a:pathLst>
            </a:custGeom>
            <a:solidFill>
              <a:srgbClr val="C6CF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2" name="object 1072"/>
            <p:cNvSpPr/>
            <p:nvPr/>
          </p:nvSpPr>
          <p:spPr>
            <a:xfrm>
              <a:off x="2708910" y="5264150"/>
              <a:ext cx="3810" cy="209550"/>
            </a:xfrm>
            <a:custGeom>
              <a:avLst/>
              <a:gdLst/>
              <a:ahLst/>
              <a:cxnLst/>
              <a:rect l="l" t="t" r="r" b="b"/>
              <a:pathLst>
                <a:path w="3810" h="209550">
                  <a:moveTo>
                    <a:pt x="126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3810" h="209550">
                  <a:moveTo>
                    <a:pt x="2539" y="1270"/>
                  </a:moveTo>
                  <a:lnTo>
                    <a:pt x="0" y="1270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2540"/>
                  </a:lnTo>
                  <a:lnTo>
                    <a:pt x="2539" y="2540"/>
                  </a:lnTo>
                  <a:lnTo>
                    <a:pt x="2539" y="1270"/>
                  </a:lnTo>
                  <a:close/>
                </a:path>
                <a:path w="3810" h="209550">
                  <a:moveTo>
                    <a:pt x="3809" y="7620"/>
                  </a:moveTo>
                  <a:lnTo>
                    <a:pt x="0" y="7620"/>
                  </a:lnTo>
                  <a:lnTo>
                    <a:pt x="0" y="204469"/>
                  </a:lnTo>
                  <a:lnTo>
                    <a:pt x="3809" y="204469"/>
                  </a:lnTo>
                  <a:lnTo>
                    <a:pt x="3809" y="7620"/>
                  </a:lnTo>
                  <a:close/>
                </a:path>
                <a:path w="3810" h="209550">
                  <a:moveTo>
                    <a:pt x="3809" y="204470"/>
                  </a:moveTo>
                  <a:lnTo>
                    <a:pt x="0" y="204470"/>
                  </a:lnTo>
                  <a:lnTo>
                    <a:pt x="0" y="207009"/>
                  </a:lnTo>
                  <a:lnTo>
                    <a:pt x="3809" y="207009"/>
                  </a:lnTo>
                  <a:lnTo>
                    <a:pt x="3809" y="204470"/>
                  </a:lnTo>
                  <a:close/>
                </a:path>
                <a:path w="3810" h="209550">
                  <a:moveTo>
                    <a:pt x="2539" y="207010"/>
                  </a:moveTo>
                  <a:lnTo>
                    <a:pt x="0" y="207010"/>
                  </a:lnTo>
                  <a:lnTo>
                    <a:pt x="0" y="209550"/>
                  </a:lnTo>
                  <a:lnTo>
                    <a:pt x="1269" y="209550"/>
                  </a:lnTo>
                  <a:lnTo>
                    <a:pt x="1269" y="208280"/>
                  </a:lnTo>
                  <a:lnTo>
                    <a:pt x="2539" y="208280"/>
                  </a:lnTo>
                  <a:lnTo>
                    <a:pt x="2539" y="207010"/>
                  </a:lnTo>
                  <a:close/>
                </a:path>
              </a:pathLst>
            </a:custGeom>
            <a:solidFill>
              <a:srgbClr val="C9D1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3" name="object 1073"/>
            <p:cNvSpPr/>
            <p:nvPr/>
          </p:nvSpPr>
          <p:spPr>
            <a:xfrm>
              <a:off x="2712720" y="5266689"/>
              <a:ext cx="2540" cy="203200"/>
            </a:xfrm>
            <a:custGeom>
              <a:avLst/>
              <a:gdLst/>
              <a:ahLst/>
              <a:cxnLst/>
              <a:rect l="l" t="t" r="r" b="b"/>
              <a:pathLst>
                <a:path w="2539" h="203200">
                  <a:moveTo>
                    <a:pt x="1270" y="201942"/>
                  </a:moveTo>
                  <a:lnTo>
                    <a:pt x="0" y="201942"/>
                  </a:lnTo>
                  <a:lnTo>
                    <a:pt x="0" y="203200"/>
                  </a:lnTo>
                  <a:lnTo>
                    <a:pt x="1270" y="203200"/>
                  </a:lnTo>
                  <a:lnTo>
                    <a:pt x="1270" y="201942"/>
                  </a:lnTo>
                  <a:close/>
                </a:path>
                <a:path w="2539" h="203200">
                  <a:moveTo>
                    <a:pt x="2540" y="3810"/>
                  </a:moveTo>
                  <a:lnTo>
                    <a:pt x="1270" y="381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080"/>
                  </a:lnTo>
                  <a:lnTo>
                    <a:pt x="0" y="200660"/>
                  </a:lnTo>
                  <a:lnTo>
                    <a:pt x="0" y="201930"/>
                  </a:lnTo>
                  <a:lnTo>
                    <a:pt x="1270" y="201930"/>
                  </a:lnTo>
                  <a:lnTo>
                    <a:pt x="1270" y="200660"/>
                  </a:lnTo>
                  <a:lnTo>
                    <a:pt x="2540" y="200660"/>
                  </a:lnTo>
                  <a:lnTo>
                    <a:pt x="2540" y="5080"/>
                  </a:lnTo>
                  <a:lnTo>
                    <a:pt x="2540" y="3810"/>
                  </a:lnTo>
                  <a:close/>
                </a:path>
              </a:pathLst>
            </a:custGeom>
            <a:solidFill>
              <a:srgbClr val="CCD3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4" name="object 1074"/>
            <p:cNvSpPr/>
            <p:nvPr/>
          </p:nvSpPr>
          <p:spPr>
            <a:xfrm>
              <a:off x="2430779" y="5242559"/>
              <a:ext cx="284480" cy="251460"/>
            </a:xfrm>
            <a:custGeom>
              <a:avLst/>
              <a:gdLst/>
              <a:ahLst/>
              <a:cxnLst/>
              <a:rect l="l" t="t" r="r" b="b"/>
              <a:pathLst>
                <a:path w="284480" h="251460">
                  <a:moveTo>
                    <a:pt x="142239" y="0"/>
                  </a:moveTo>
                  <a:lnTo>
                    <a:pt x="86796" y="2440"/>
                  </a:lnTo>
                  <a:lnTo>
                    <a:pt x="41592" y="9048"/>
                  </a:lnTo>
                  <a:lnTo>
                    <a:pt x="11152" y="18752"/>
                  </a:lnTo>
                  <a:lnTo>
                    <a:pt x="0" y="30479"/>
                  </a:lnTo>
                  <a:lnTo>
                    <a:pt x="0" y="33436"/>
                  </a:lnTo>
                  <a:lnTo>
                    <a:pt x="0" y="54133"/>
                  </a:lnTo>
                  <a:lnTo>
                    <a:pt x="0" y="110311"/>
                  </a:lnTo>
                  <a:lnTo>
                    <a:pt x="0" y="219709"/>
                  </a:lnTo>
                  <a:lnTo>
                    <a:pt x="11152" y="232171"/>
                  </a:lnTo>
                  <a:lnTo>
                    <a:pt x="41592" y="242252"/>
                  </a:lnTo>
                  <a:lnTo>
                    <a:pt x="86796" y="248999"/>
                  </a:lnTo>
                  <a:lnTo>
                    <a:pt x="142239" y="251459"/>
                  </a:lnTo>
                  <a:lnTo>
                    <a:pt x="197147" y="248999"/>
                  </a:lnTo>
                  <a:lnTo>
                    <a:pt x="242411" y="242252"/>
                  </a:lnTo>
                  <a:lnTo>
                    <a:pt x="273149" y="232171"/>
                  </a:lnTo>
                  <a:lnTo>
                    <a:pt x="284480" y="219709"/>
                  </a:lnTo>
                  <a:lnTo>
                    <a:pt x="284480" y="216753"/>
                  </a:lnTo>
                  <a:lnTo>
                    <a:pt x="284480" y="196056"/>
                  </a:lnTo>
                  <a:lnTo>
                    <a:pt x="284480" y="139878"/>
                  </a:lnTo>
                  <a:lnTo>
                    <a:pt x="284480" y="30479"/>
                  </a:lnTo>
                  <a:lnTo>
                    <a:pt x="273149" y="18752"/>
                  </a:lnTo>
                  <a:lnTo>
                    <a:pt x="242411" y="9048"/>
                  </a:lnTo>
                  <a:lnTo>
                    <a:pt x="197147" y="2440"/>
                  </a:lnTo>
                  <a:lnTo>
                    <a:pt x="142239" y="0"/>
                  </a:lnTo>
                  <a:close/>
                </a:path>
              </a:pathLst>
            </a:custGeom>
            <a:ln w="646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5" name="object 1075"/>
            <p:cNvSpPr/>
            <p:nvPr/>
          </p:nvSpPr>
          <p:spPr>
            <a:xfrm>
              <a:off x="2430779" y="5267959"/>
              <a:ext cx="2540" cy="11430"/>
            </a:xfrm>
            <a:custGeom>
              <a:avLst/>
              <a:gdLst/>
              <a:ahLst/>
              <a:cxnLst/>
              <a:rect l="l" t="t" r="r" b="b"/>
              <a:pathLst>
                <a:path w="2539" h="11429">
                  <a:moveTo>
                    <a:pt x="2539" y="0"/>
                  </a:moveTo>
                  <a:lnTo>
                    <a:pt x="1269" y="0"/>
                  </a:lnTo>
                  <a:lnTo>
                    <a:pt x="1269" y="2539"/>
                  </a:lnTo>
                  <a:lnTo>
                    <a:pt x="0" y="2539"/>
                  </a:lnTo>
                  <a:lnTo>
                    <a:pt x="0" y="10159"/>
                  </a:lnTo>
                  <a:lnTo>
                    <a:pt x="2539" y="10159"/>
                  </a:lnTo>
                  <a:lnTo>
                    <a:pt x="2539" y="0"/>
                  </a:lnTo>
                  <a:close/>
                </a:path>
                <a:path w="2539" h="11429">
                  <a:moveTo>
                    <a:pt x="2539" y="10159"/>
                  </a:moveTo>
                  <a:lnTo>
                    <a:pt x="1269" y="10159"/>
                  </a:lnTo>
                  <a:lnTo>
                    <a:pt x="1269" y="11429"/>
                  </a:lnTo>
                  <a:lnTo>
                    <a:pt x="2539" y="11429"/>
                  </a:lnTo>
                  <a:lnTo>
                    <a:pt x="2539" y="10159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6" name="object 1076"/>
            <p:cNvSpPr/>
            <p:nvPr/>
          </p:nvSpPr>
          <p:spPr>
            <a:xfrm>
              <a:off x="2433320" y="5265420"/>
              <a:ext cx="3810" cy="17780"/>
            </a:xfrm>
            <a:custGeom>
              <a:avLst/>
              <a:gdLst/>
              <a:ahLst/>
              <a:cxnLst/>
              <a:rect l="l" t="t" r="r" b="b"/>
              <a:pathLst>
                <a:path w="3810" h="17779">
                  <a:moveTo>
                    <a:pt x="3810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0"/>
                  </a:lnTo>
                  <a:close/>
                </a:path>
                <a:path w="3810" h="17779">
                  <a:moveTo>
                    <a:pt x="381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2699"/>
                  </a:lnTo>
                  <a:close/>
                </a:path>
                <a:path w="3810" h="17779">
                  <a:moveTo>
                    <a:pt x="3810" y="15239"/>
                  </a:moveTo>
                  <a:lnTo>
                    <a:pt x="1269" y="15239"/>
                  </a:lnTo>
                  <a:lnTo>
                    <a:pt x="1269" y="16509"/>
                  </a:lnTo>
                  <a:lnTo>
                    <a:pt x="2540" y="16509"/>
                  </a:lnTo>
                  <a:lnTo>
                    <a:pt x="2540" y="17779"/>
                  </a:lnTo>
                  <a:lnTo>
                    <a:pt x="3810" y="17779"/>
                  </a:lnTo>
                  <a:lnTo>
                    <a:pt x="3810" y="15239"/>
                  </a:lnTo>
                  <a:close/>
                </a:path>
              </a:pathLst>
            </a:custGeom>
            <a:solidFill>
              <a:srgbClr val="CED5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7" name="object 1077"/>
            <p:cNvSpPr/>
            <p:nvPr/>
          </p:nvSpPr>
          <p:spPr>
            <a:xfrm>
              <a:off x="2437129" y="5262880"/>
              <a:ext cx="3810" cy="22860"/>
            </a:xfrm>
            <a:custGeom>
              <a:avLst/>
              <a:gdLst/>
              <a:ahLst/>
              <a:cxnLst/>
              <a:rect l="l" t="t" r="r" b="b"/>
              <a:pathLst>
                <a:path w="3810" h="22860">
                  <a:moveTo>
                    <a:pt x="3809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09" y="2540"/>
                  </a:lnTo>
                  <a:lnTo>
                    <a:pt x="3809" y="0"/>
                  </a:lnTo>
                  <a:close/>
                </a:path>
                <a:path w="3810" h="22860">
                  <a:moveTo>
                    <a:pt x="3809" y="2540"/>
                  </a:moveTo>
                  <a:lnTo>
                    <a:pt x="0" y="2540"/>
                  </a:lnTo>
                  <a:lnTo>
                    <a:pt x="0" y="15240"/>
                  </a:lnTo>
                  <a:lnTo>
                    <a:pt x="3809" y="15240"/>
                  </a:lnTo>
                  <a:lnTo>
                    <a:pt x="3809" y="2540"/>
                  </a:lnTo>
                  <a:close/>
                </a:path>
                <a:path w="3810" h="22860">
                  <a:moveTo>
                    <a:pt x="3809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5240"/>
                  </a:lnTo>
                  <a:close/>
                </a:path>
                <a:path w="3810" h="22860">
                  <a:moveTo>
                    <a:pt x="3809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09" y="21590"/>
                  </a:lnTo>
                  <a:lnTo>
                    <a:pt x="3809" y="17780"/>
                  </a:lnTo>
                  <a:close/>
                </a:path>
                <a:path w="3810" h="22860">
                  <a:moveTo>
                    <a:pt x="3809" y="21590"/>
                  </a:moveTo>
                  <a:lnTo>
                    <a:pt x="1269" y="21590"/>
                  </a:lnTo>
                  <a:lnTo>
                    <a:pt x="1269" y="22860"/>
                  </a:lnTo>
                  <a:lnTo>
                    <a:pt x="3809" y="22860"/>
                  </a:lnTo>
                  <a:lnTo>
                    <a:pt x="3809" y="21590"/>
                  </a:lnTo>
                  <a:close/>
                </a:path>
              </a:pathLst>
            </a:custGeom>
            <a:solidFill>
              <a:srgbClr val="CCD3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8" name="object 1078"/>
            <p:cNvSpPr/>
            <p:nvPr/>
          </p:nvSpPr>
          <p:spPr>
            <a:xfrm>
              <a:off x="2440939" y="5261609"/>
              <a:ext cx="2540" cy="25400"/>
            </a:xfrm>
            <a:custGeom>
              <a:avLst/>
              <a:gdLst/>
              <a:ahLst/>
              <a:cxnLst/>
              <a:rect l="l" t="t" r="r" b="b"/>
              <a:pathLst>
                <a:path w="2539" h="25400">
                  <a:moveTo>
                    <a:pt x="254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2540" y="3809"/>
                  </a:lnTo>
                  <a:lnTo>
                    <a:pt x="2540" y="0"/>
                  </a:lnTo>
                  <a:close/>
                </a:path>
                <a:path w="2539" h="25400">
                  <a:moveTo>
                    <a:pt x="2540" y="3809"/>
                  </a:moveTo>
                  <a:lnTo>
                    <a:pt x="0" y="3809"/>
                  </a:lnTo>
                  <a:lnTo>
                    <a:pt x="0" y="16509"/>
                  </a:lnTo>
                  <a:lnTo>
                    <a:pt x="2540" y="16509"/>
                  </a:lnTo>
                  <a:lnTo>
                    <a:pt x="2540" y="3809"/>
                  </a:lnTo>
                  <a:close/>
                </a:path>
                <a:path w="2539" h="25400">
                  <a:moveTo>
                    <a:pt x="254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2540" y="19049"/>
                  </a:lnTo>
                  <a:lnTo>
                    <a:pt x="2540" y="16509"/>
                  </a:lnTo>
                  <a:close/>
                </a:path>
                <a:path w="2539" h="25400">
                  <a:moveTo>
                    <a:pt x="254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2540" y="22859"/>
                  </a:lnTo>
                  <a:lnTo>
                    <a:pt x="2540" y="19050"/>
                  </a:lnTo>
                  <a:close/>
                </a:path>
                <a:path w="2539" h="25400">
                  <a:moveTo>
                    <a:pt x="2540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2540" y="25399"/>
                  </a:lnTo>
                  <a:lnTo>
                    <a:pt x="2540" y="22859"/>
                  </a:lnTo>
                  <a:close/>
                </a:path>
              </a:pathLst>
            </a:custGeom>
            <a:solidFill>
              <a:srgbClr val="C9D1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9" name="object 1079"/>
            <p:cNvSpPr/>
            <p:nvPr/>
          </p:nvSpPr>
          <p:spPr>
            <a:xfrm>
              <a:off x="2443479" y="5260339"/>
              <a:ext cx="3810" cy="27940"/>
            </a:xfrm>
            <a:custGeom>
              <a:avLst/>
              <a:gdLst/>
              <a:ahLst/>
              <a:cxnLst/>
              <a:rect l="l" t="t" r="r" b="b"/>
              <a:pathLst>
                <a:path w="3810" h="27939">
                  <a:moveTo>
                    <a:pt x="3809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3809" y="1270"/>
                  </a:lnTo>
                  <a:lnTo>
                    <a:pt x="3809" y="0"/>
                  </a:lnTo>
                  <a:close/>
                </a:path>
                <a:path w="3810" h="27939">
                  <a:moveTo>
                    <a:pt x="380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1270"/>
                  </a:lnTo>
                  <a:close/>
                </a:path>
                <a:path w="3810" h="27939">
                  <a:moveTo>
                    <a:pt x="3809" y="5080"/>
                  </a:moveTo>
                  <a:lnTo>
                    <a:pt x="0" y="508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5080"/>
                  </a:lnTo>
                  <a:close/>
                </a:path>
                <a:path w="3810" h="27939">
                  <a:moveTo>
                    <a:pt x="3809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09" y="20320"/>
                  </a:lnTo>
                  <a:lnTo>
                    <a:pt x="3809" y="17780"/>
                  </a:lnTo>
                  <a:close/>
                </a:path>
                <a:path w="3810" h="27939">
                  <a:moveTo>
                    <a:pt x="3809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3809" y="24130"/>
                  </a:lnTo>
                  <a:lnTo>
                    <a:pt x="3809" y="20320"/>
                  </a:lnTo>
                  <a:close/>
                </a:path>
                <a:path w="3810" h="27939">
                  <a:moveTo>
                    <a:pt x="3809" y="24130"/>
                  </a:moveTo>
                  <a:lnTo>
                    <a:pt x="0" y="24130"/>
                  </a:lnTo>
                  <a:lnTo>
                    <a:pt x="0" y="26670"/>
                  </a:lnTo>
                  <a:lnTo>
                    <a:pt x="3809" y="26670"/>
                  </a:lnTo>
                  <a:lnTo>
                    <a:pt x="3809" y="24130"/>
                  </a:lnTo>
                  <a:close/>
                </a:path>
                <a:path w="3810" h="27939">
                  <a:moveTo>
                    <a:pt x="3809" y="26670"/>
                  </a:moveTo>
                  <a:lnTo>
                    <a:pt x="0" y="26670"/>
                  </a:lnTo>
                  <a:lnTo>
                    <a:pt x="0" y="27940"/>
                  </a:lnTo>
                  <a:lnTo>
                    <a:pt x="3809" y="27940"/>
                  </a:lnTo>
                  <a:lnTo>
                    <a:pt x="3809" y="26670"/>
                  </a:lnTo>
                  <a:close/>
                </a:path>
              </a:pathLst>
            </a:custGeom>
            <a:solidFill>
              <a:srgbClr val="C6CF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0" name="object 1080"/>
            <p:cNvSpPr/>
            <p:nvPr/>
          </p:nvSpPr>
          <p:spPr>
            <a:xfrm>
              <a:off x="2447289" y="5259070"/>
              <a:ext cx="3810" cy="31750"/>
            </a:xfrm>
            <a:custGeom>
              <a:avLst/>
              <a:gdLst/>
              <a:ahLst/>
              <a:cxnLst/>
              <a:rect l="l" t="t" r="r" b="b"/>
              <a:pathLst>
                <a:path w="3810" h="31750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31750">
                  <a:moveTo>
                    <a:pt x="381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2539"/>
                  </a:lnTo>
                  <a:close/>
                </a:path>
                <a:path w="3810" h="31750">
                  <a:moveTo>
                    <a:pt x="3810" y="6349"/>
                  </a:moveTo>
                  <a:lnTo>
                    <a:pt x="0" y="634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6349"/>
                  </a:lnTo>
                  <a:close/>
                </a:path>
                <a:path w="3810" h="31750">
                  <a:moveTo>
                    <a:pt x="3810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9049"/>
                  </a:lnTo>
                  <a:close/>
                </a:path>
                <a:path w="3810" h="31750">
                  <a:moveTo>
                    <a:pt x="3810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21589"/>
                  </a:lnTo>
                  <a:close/>
                </a:path>
                <a:path w="3810" h="31750">
                  <a:moveTo>
                    <a:pt x="3810" y="25399"/>
                  </a:moveTo>
                  <a:lnTo>
                    <a:pt x="0" y="25399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5399"/>
                  </a:lnTo>
                  <a:close/>
                </a:path>
                <a:path w="3810" h="31750">
                  <a:moveTo>
                    <a:pt x="3810" y="27939"/>
                  </a:moveTo>
                  <a:lnTo>
                    <a:pt x="0" y="27939"/>
                  </a:lnTo>
                  <a:lnTo>
                    <a:pt x="0" y="30479"/>
                  </a:lnTo>
                  <a:lnTo>
                    <a:pt x="2540" y="30479"/>
                  </a:lnTo>
                  <a:lnTo>
                    <a:pt x="2540" y="31749"/>
                  </a:lnTo>
                  <a:lnTo>
                    <a:pt x="3810" y="31749"/>
                  </a:lnTo>
                  <a:lnTo>
                    <a:pt x="3810" y="27939"/>
                  </a:lnTo>
                  <a:close/>
                </a:path>
              </a:pathLst>
            </a:custGeom>
            <a:solidFill>
              <a:srgbClr val="C3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1" name="object 1081"/>
            <p:cNvSpPr/>
            <p:nvPr/>
          </p:nvSpPr>
          <p:spPr>
            <a:xfrm>
              <a:off x="2451100" y="5256530"/>
              <a:ext cx="3810" cy="34290"/>
            </a:xfrm>
            <a:custGeom>
              <a:avLst/>
              <a:gdLst/>
              <a:ahLst/>
              <a:cxnLst/>
              <a:rect l="l" t="t" r="r" b="b"/>
              <a:pathLst>
                <a:path w="3810" h="34289">
                  <a:moveTo>
                    <a:pt x="3810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  <a:path w="3810" h="34289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34289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10" h="34289">
                  <a:moveTo>
                    <a:pt x="3810" y="8890"/>
                  </a:moveTo>
                  <a:lnTo>
                    <a:pt x="0" y="889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8890"/>
                  </a:lnTo>
                  <a:close/>
                </a:path>
                <a:path w="3810" h="34289">
                  <a:moveTo>
                    <a:pt x="3810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1590"/>
                  </a:lnTo>
                  <a:close/>
                </a:path>
                <a:path w="3810" h="34289">
                  <a:moveTo>
                    <a:pt x="3810" y="24130"/>
                  </a:moveTo>
                  <a:lnTo>
                    <a:pt x="0" y="24130"/>
                  </a:lnTo>
                  <a:lnTo>
                    <a:pt x="0" y="27940"/>
                  </a:lnTo>
                  <a:lnTo>
                    <a:pt x="3810" y="27940"/>
                  </a:lnTo>
                  <a:lnTo>
                    <a:pt x="3810" y="24130"/>
                  </a:lnTo>
                  <a:close/>
                </a:path>
                <a:path w="3810" h="34289">
                  <a:moveTo>
                    <a:pt x="3810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27940"/>
                  </a:lnTo>
                  <a:close/>
                </a:path>
                <a:path w="3810" h="34289">
                  <a:moveTo>
                    <a:pt x="3810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3810" y="34290"/>
                  </a:lnTo>
                  <a:lnTo>
                    <a:pt x="3810" y="30480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2" name="object 1082"/>
            <p:cNvSpPr/>
            <p:nvPr/>
          </p:nvSpPr>
          <p:spPr>
            <a:xfrm>
              <a:off x="2454910" y="5255259"/>
              <a:ext cx="3810" cy="38100"/>
            </a:xfrm>
            <a:custGeom>
              <a:avLst/>
              <a:gdLst/>
              <a:ahLst/>
              <a:cxnLst/>
              <a:rect l="l" t="t" r="r" b="b"/>
              <a:pathLst>
                <a:path w="3810" h="38100">
                  <a:moveTo>
                    <a:pt x="380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0"/>
                  </a:lnTo>
                  <a:close/>
                </a:path>
                <a:path w="3810" h="38100">
                  <a:moveTo>
                    <a:pt x="380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3809"/>
                  </a:lnTo>
                  <a:close/>
                </a:path>
                <a:path w="3810" h="38100">
                  <a:moveTo>
                    <a:pt x="380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6350"/>
                  </a:lnTo>
                  <a:close/>
                </a:path>
                <a:path w="3810" h="38100">
                  <a:moveTo>
                    <a:pt x="3809" y="10159"/>
                  </a:moveTo>
                  <a:lnTo>
                    <a:pt x="0" y="10159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10159"/>
                  </a:lnTo>
                  <a:close/>
                </a:path>
                <a:path w="3810" h="38100">
                  <a:moveTo>
                    <a:pt x="3809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2859"/>
                  </a:lnTo>
                  <a:close/>
                </a:path>
                <a:path w="3810" h="38100">
                  <a:moveTo>
                    <a:pt x="3809" y="25400"/>
                  </a:moveTo>
                  <a:lnTo>
                    <a:pt x="0" y="25400"/>
                  </a:lnTo>
                  <a:lnTo>
                    <a:pt x="0" y="29209"/>
                  </a:lnTo>
                  <a:lnTo>
                    <a:pt x="3809" y="29209"/>
                  </a:lnTo>
                  <a:lnTo>
                    <a:pt x="3809" y="25400"/>
                  </a:lnTo>
                  <a:close/>
                </a:path>
                <a:path w="3810" h="38100">
                  <a:moveTo>
                    <a:pt x="3809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9209"/>
                  </a:lnTo>
                  <a:close/>
                </a:path>
                <a:path w="3810" h="38100">
                  <a:moveTo>
                    <a:pt x="3809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31750"/>
                  </a:lnTo>
                  <a:close/>
                </a:path>
                <a:path w="3810" h="38100">
                  <a:moveTo>
                    <a:pt x="3809" y="35559"/>
                  </a:moveTo>
                  <a:lnTo>
                    <a:pt x="0" y="35559"/>
                  </a:lnTo>
                  <a:lnTo>
                    <a:pt x="0" y="36829"/>
                  </a:lnTo>
                  <a:lnTo>
                    <a:pt x="2539" y="36829"/>
                  </a:lnTo>
                  <a:lnTo>
                    <a:pt x="2539" y="38099"/>
                  </a:lnTo>
                  <a:lnTo>
                    <a:pt x="3809" y="38099"/>
                  </a:lnTo>
                  <a:lnTo>
                    <a:pt x="3809" y="35559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3" name="object 1083"/>
            <p:cNvSpPr/>
            <p:nvPr/>
          </p:nvSpPr>
          <p:spPr>
            <a:xfrm>
              <a:off x="2458720" y="5255259"/>
              <a:ext cx="3810" cy="38100"/>
            </a:xfrm>
            <a:custGeom>
              <a:avLst/>
              <a:gdLst/>
              <a:ahLst/>
              <a:cxnLst/>
              <a:rect l="l" t="t" r="r" b="b"/>
              <a:pathLst>
                <a:path w="3810" h="38100">
                  <a:moveTo>
                    <a:pt x="38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0"/>
                  </a:lnTo>
                  <a:close/>
                </a:path>
                <a:path w="3810" h="38100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10" h="38100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10" h="38100">
                  <a:moveTo>
                    <a:pt x="3810" y="10159"/>
                  </a:moveTo>
                  <a:lnTo>
                    <a:pt x="0" y="10159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0159"/>
                  </a:lnTo>
                  <a:close/>
                </a:path>
                <a:path w="3810" h="38100">
                  <a:moveTo>
                    <a:pt x="3810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22859"/>
                  </a:lnTo>
                  <a:close/>
                </a:path>
                <a:path w="3810" h="38100">
                  <a:moveTo>
                    <a:pt x="3810" y="25400"/>
                  </a:moveTo>
                  <a:lnTo>
                    <a:pt x="0" y="25400"/>
                  </a:lnTo>
                  <a:lnTo>
                    <a:pt x="0" y="29209"/>
                  </a:lnTo>
                  <a:lnTo>
                    <a:pt x="3810" y="29209"/>
                  </a:lnTo>
                  <a:lnTo>
                    <a:pt x="3810" y="25400"/>
                  </a:lnTo>
                  <a:close/>
                </a:path>
                <a:path w="3810" h="38100">
                  <a:moveTo>
                    <a:pt x="3810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9209"/>
                  </a:lnTo>
                  <a:close/>
                </a:path>
                <a:path w="3810" h="38100">
                  <a:moveTo>
                    <a:pt x="3810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31750"/>
                  </a:lnTo>
                  <a:close/>
                </a:path>
                <a:path w="3810" h="38100">
                  <a:moveTo>
                    <a:pt x="381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5559"/>
                  </a:lnTo>
                  <a:close/>
                </a:path>
              </a:pathLst>
            </a:custGeom>
            <a:solidFill>
              <a:srgbClr val="BB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4" name="object 1084"/>
            <p:cNvSpPr/>
            <p:nvPr/>
          </p:nvSpPr>
          <p:spPr>
            <a:xfrm>
              <a:off x="2462529" y="5253989"/>
              <a:ext cx="2540" cy="40640"/>
            </a:xfrm>
            <a:custGeom>
              <a:avLst/>
              <a:gdLst/>
              <a:ahLst/>
              <a:cxnLst/>
              <a:rect l="l" t="t" r="r" b="b"/>
              <a:pathLst>
                <a:path w="2539" h="40639">
                  <a:moveTo>
                    <a:pt x="2539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2539" y="1270"/>
                  </a:lnTo>
                  <a:lnTo>
                    <a:pt x="2539" y="0"/>
                  </a:lnTo>
                  <a:close/>
                </a:path>
                <a:path w="2539" h="40639">
                  <a:moveTo>
                    <a:pt x="253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2539" y="5080"/>
                  </a:lnTo>
                  <a:lnTo>
                    <a:pt x="2539" y="1270"/>
                  </a:lnTo>
                  <a:close/>
                </a:path>
                <a:path w="2539" h="40639">
                  <a:moveTo>
                    <a:pt x="253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2539" y="7620"/>
                  </a:lnTo>
                  <a:lnTo>
                    <a:pt x="2539" y="5080"/>
                  </a:lnTo>
                  <a:close/>
                </a:path>
                <a:path w="2539" h="40639">
                  <a:moveTo>
                    <a:pt x="253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2539" y="11430"/>
                  </a:lnTo>
                  <a:lnTo>
                    <a:pt x="2539" y="7620"/>
                  </a:lnTo>
                  <a:close/>
                </a:path>
                <a:path w="2539" h="40639">
                  <a:moveTo>
                    <a:pt x="2539" y="11430"/>
                  </a:moveTo>
                  <a:lnTo>
                    <a:pt x="0" y="11430"/>
                  </a:lnTo>
                  <a:lnTo>
                    <a:pt x="0" y="24130"/>
                  </a:lnTo>
                  <a:lnTo>
                    <a:pt x="2539" y="24130"/>
                  </a:lnTo>
                  <a:lnTo>
                    <a:pt x="2539" y="11430"/>
                  </a:lnTo>
                  <a:close/>
                </a:path>
                <a:path w="2539" h="40639">
                  <a:moveTo>
                    <a:pt x="2539" y="24130"/>
                  </a:moveTo>
                  <a:lnTo>
                    <a:pt x="0" y="24130"/>
                  </a:lnTo>
                  <a:lnTo>
                    <a:pt x="0" y="26670"/>
                  </a:lnTo>
                  <a:lnTo>
                    <a:pt x="2539" y="26670"/>
                  </a:lnTo>
                  <a:lnTo>
                    <a:pt x="2539" y="24130"/>
                  </a:lnTo>
                  <a:close/>
                </a:path>
                <a:path w="2539" h="40639">
                  <a:moveTo>
                    <a:pt x="2539" y="26670"/>
                  </a:moveTo>
                  <a:lnTo>
                    <a:pt x="0" y="26670"/>
                  </a:lnTo>
                  <a:lnTo>
                    <a:pt x="0" y="30480"/>
                  </a:lnTo>
                  <a:lnTo>
                    <a:pt x="2539" y="30480"/>
                  </a:lnTo>
                  <a:lnTo>
                    <a:pt x="2539" y="26670"/>
                  </a:lnTo>
                  <a:close/>
                </a:path>
                <a:path w="2539" h="40639">
                  <a:moveTo>
                    <a:pt x="2539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2539" y="33020"/>
                  </a:lnTo>
                  <a:lnTo>
                    <a:pt x="2539" y="30480"/>
                  </a:lnTo>
                  <a:close/>
                </a:path>
                <a:path w="2539" h="40639">
                  <a:moveTo>
                    <a:pt x="2539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2539" y="36830"/>
                  </a:lnTo>
                  <a:lnTo>
                    <a:pt x="2539" y="33020"/>
                  </a:lnTo>
                  <a:close/>
                </a:path>
                <a:path w="2539" h="40639">
                  <a:moveTo>
                    <a:pt x="2539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2539" y="39370"/>
                  </a:lnTo>
                  <a:lnTo>
                    <a:pt x="2539" y="36830"/>
                  </a:lnTo>
                  <a:close/>
                </a:path>
                <a:path w="2539" h="40639">
                  <a:moveTo>
                    <a:pt x="2539" y="39370"/>
                  </a:moveTo>
                  <a:lnTo>
                    <a:pt x="0" y="39370"/>
                  </a:lnTo>
                  <a:lnTo>
                    <a:pt x="0" y="40640"/>
                  </a:lnTo>
                  <a:lnTo>
                    <a:pt x="2539" y="40640"/>
                  </a:lnTo>
                  <a:lnTo>
                    <a:pt x="2539" y="39370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5" name="object 1085"/>
            <p:cNvSpPr/>
            <p:nvPr/>
          </p:nvSpPr>
          <p:spPr>
            <a:xfrm>
              <a:off x="2465070" y="525398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  <a:path w="3810" h="41910">
                  <a:moveTo>
                    <a:pt x="381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70"/>
                  </a:lnTo>
                  <a:close/>
                </a:path>
                <a:path w="3810" h="41910">
                  <a:moveTo>
                    <a:pt x="3810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80"/>
                  </a:lnTo>
                  <a:close/>
                </a:path>
                <a:path w="3810" h="41910">
                  <a:moveTo>
                    <a:pt x="3810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20"/>
                  </a:lnTo>
                  <a:close/>
                </a:path>
                <a:path w="3810" h="41910">
                  <a:moveTo>
                    <a:pt x="3810" y="11430"/>
                  </a:moveTo>
                  <a:lnTo>
                    <a:pt x="0" y="1143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1430"/>
                  </a:lnTo>
                  <a:close/>
                </a:path>
                <a:path w="3810" h="41910">
                  <a:moveTo>
                    <a:pt x="3810" y="24130"/>
                  </a:moveTo>
                  <a:lnTo>
                    <a:pt x="0" y="24130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4130"/>
                  </a:lnTo>
                  <a:close/>
                </a:path>
                <a:path w="3810" h="41910">
                  <a:moveTo>
                    <a:pt x="3810" y="26670"/>
                  </a:moveTo>
                  <a:lnTo>
                    <a:pt x="0" y="2667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26670"/>
                  </a:lnTo>
                  <a:close/>
                </a:path>
                <a:path w="3810" h="41910">
                  <a:moveTo>
                    <a:pt x="3810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3810" y="33020"/>
                  </a:lnTo>
                  <a:lnTo>
                    <a:pt x="3810" y="30480"/>
                  </a:lnTo>
                  <a:close/>
                </a:path>
                <a:path w="3810" h="41910">
                  <a:moveTo>
                    <a:pt x="3810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3020"/>
                  </a:lnTo>
                  <a:close/>
                </a:path>
                <a:path w="3810" h="41910">
                  <a:moveTo>
                    <a:pt x="3810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10" y="39370"/>
                  </a:lnTo>
                  <a:lnTo>
                    <a:pt x="3810" y="36830"/>
                  </a:lnTo>
                  <a:close/>
                </a:path>
                <a:path w="3810" h="41910">
                  <a:moveTo>
                    <a:pt x="3810" y="39370"/>
                  </a:moveTo>
                  <a:lnTo>
                    <a:pt x="0" y="39370"/>
                  </a:lnTo>
                  <a:lnTo>
                    <a:pt x="0" y="40640"/>
                  </a:lnTo>
                  <a:lnTo>
                    <a:pt x="1269" y="40640"/>
                  </a:lnTo>
                  <a:lnTo>
                    <a:pt x="1269" y="41910"/>
                  </a:lnTo>
                  <a:lnTo>
                    <a:pt x="3810" y="41910"/>
                  </a:lnTo>
                  <a:lnTo>
                    <a:pt x="3810" y="39370"/>
                  </a:lnTo>
                  <a:close/>
                </a:path>
              </a:pathLst>
            </a:custGeom>
            <a:solidFill>
              <a:srgbClr val="B6C1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6" name="object 1086"/>
            <p:cNvSpPr/>
            <p:nvPr/>
          </p:nvSpPr>
          <p:spPr>
            <a:xfrm>
              <a:off x="2468879" y="5252720"/>
              <a:ext cx="3810" cy="43180"/>
            </a:xfrm>
            <a:custGeom>
              <a:avLst/>
              <a:gdLst/>
              <a:ahLst/>
              <a:cxnLst/>
              <a:rect l="l" t="t" r="r" b="b"/>
              <a:pathLst>
                <a:path w="3810" h="43179">
                  <a:moveTo>
                    <a:pt x="380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10" h="43179">
                  <a:moveTo>
                    <a:pt x="380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2539"/>
                  </a:lnTo>
                  <a:close/>
                </a:path>
                <a:path w="3810" h="43179">
                  <a:moveTo>
                    <a:pt x="380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49"/>
                  </a:lnTo>
                  <a:close/>
                </a:path>
                <a:path w="3810" h="43179">
                  <a:moveTo>
                    <a:pt x="380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8889"/>
                  </a:lnTo>
                  <a:close/>
                </a:path>
                <a:path w="3810" h="43179">
                  <a:moveTo>
                    <a:pt x="3809" y="12699"/>
                  </a:moveTo>
                  <a:lnTo>
                    <a:pt x="0" y="1269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12699"/>
                  </a:lnTo>
                  <a:close/>
                </a:path>
                <a:path w="3810" h="43179">
                  <a:moveTo>
                    <a:pt x="3809" y="25399"/>
                  </a:moveTo>
                  <a:lnTo>
                    <a:pt x="0" y="25399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5399"/>
                  </a:lnTo>
                  <a:close/>
                </a:path>
                <a:path w="3810" h="43179">
                  <a:moveTo>
                    <a:pt x="3809" y="27939"/>
                  </a:moveTo>
                  <a:lnTo>
                    <a:pt x="0" y="2793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7939"/>
                  </a:lnTo>
                  <a:close/>
                </a:path>
                <a:path w="3810" h="43179">
                  <a:moveTo>
                    <a:pt x="3809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31749"/>
                  </a:lnTo>
                  <a:close/>
                </a:path>
                <a:path w="3810" h="43179">
                  <a:moveTo>
                    <a:pt x="3809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4289"/>
                  </a:lnTo>
                  <a:close/>
                </a:path>
                <a:path w="3810" h="43179">
                  <a:moveTo>
                    <a:pt x="3809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8099"/>
                  </a:lnTo>
                  <a:close/>
                </a:path>
                <a:path w="3810" h="43179">
                  <a:moveTo>
                    <a:pt x="3809" y="40639"/>
                  </a:moveTo>
                  <a:lnTo>
                    <a:pt x="0" y="40639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40639"/>
                  </a:lnTo>
                  <a:close/>
                </a:path>
              </a:pathLst>
            </a:custGeom>
            <a:solidFill>
              <a:srgbClr val="B3BF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7" name="object 1087"/>
            <p:cNvSpPr/>
            <p:nvPr/>
          </p:nvSpPr>
          <p:spPr>
            <a:xfrm>
              <a:off x="2472689" y="5251450"/>
              <a:ext cx="3810" cy="45720"/>
            </a:xfrm>
            <a:custGeom>
              <a:avLst/>
              <a:gdLst/>
              <a:ahLst/>
              <a:cxnLst/>
              <a:rect l="l" t="t" r="r" b="b"/>
              <a:pathLst>
                <a:path w="3810" h="45720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45720">
                  <a:moveTo>
                    <a:pt x="381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70"/>
                  </a:lnTo>
                  <a:close/>
                </a:path>
                <a:path w="3810" h="45720">
                  <a:moveTo>
                    <a:pt x="3810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3810"/>
                  </a:lnTo>
                  <a:close/>
                </a:path>
                <a:path w="3810" h="45720">
                  <a:moveTo>
                    <a:pt x="3810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7620"/>
                  </a:lnTo>
                  <a:close/>
                </a:path>
                <a:path w="3810" h="45720">
                  <a:moveTo>
                    <a:pt x="3810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10160"/>
                  </a:lnTo>
                  <a:close/>
                </a:path>
                <a:path w="3810" h="45720">
                  <a:moveTo>
                    <a:pt x="3810" y="13970"/>
                  </a:moveTo>
                  <a:lnTo>
                    <a:pt x="0" y="13970"/>
                  </a:lnTo>
                  <a:lnTo>
                    <a:pt x="0" y="26669"/>
                  </a:lnTo>
                  <a:lnTo>
                    <a:pt x="3810" y="26669"/>
                  </a:lnTo>
                  <a:lnTo>
                    <a:pt x="3810" y="13970"/>
                  </a:lnTo>
                  <a:close/>
                </a:path>
                <a:path w="3810" h="45720">
                  <a:moveTo>
                    <a:pt x="3810" y="26670"/>
                  </a:moveTo>
                  <a:lnTo>
                    <a:pt x="0" y="26670"/>
                  </a:lnTo>
                  <a:lnTo>
                    <a:pt x="0" y="29209"/>
                  </a:lnTo>
                  <a:lnTo>
                    <a:pt x="3810" y="29209"/>
                  </a:lnTo>
                  <a:lnTo>
                    <a:pt x="3810" y="26670"/>
                  </a:lnTo>
                  <a:close/>
                </a:path>
                <a:path w="3810" h="45720">
                  <a:moveTo>
                    <a:pt x="3810" y="29210"/>
                  </a:moveTo>
                  <a:lnTo>
                    <a:pt x="0" y="29210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9210"/>
                  </a:lnTo>
                  <a:close/>
                </a:path>
                <a:path w="3810" h="45720">
                  <a:moveTo>
                    <a:pt x="3810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33020"/>
                  </a:lnTo>
                  <a:close/>
                </a:path>
                <a:path w="3810" h="45720">
                  <a:moveTo>
                    <a:pt x="3810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5560"/>
                  </a:lnTo>
                  <a:close/>
                </a:path>
                <a:path w="3810" h="45720">
                  <a:moveTo>
                    <a:pt x="3810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9370"/>
                  </a:lnTo>
                  <a:close/>
                </a:path>
                <a:path w="3810" h="45720">
                  <a:moveTo>
                    <a:pt x="3810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41910"/>
                  </a:lnTo>
                  <a:close/>
                </a:path>
              </a:pathLst>
            </a:custGeom>
            <a:solidFill>
              <a:srgbClr val="B1BD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8" name="object 1088"/>
            <p:cNvSpPr/>
            <p:nvPr/>
          </p:nvSpPr>
          <p:spPr>
            <a:xfrm>
              <a:off x="2476500" y="5251450"/>
              <a:ext cx="3810" cy="46990"/>
            </a:xfrm>
            <a:custGeom>
              <a:avLst/>
              <a:gdLst/>
              <a:ahLst/>
              <a:cxnLst/>
              <a:rect l="l" t="t" r="r" b="b"/>
              <a:pathLst>
                <a:path w="3810" h="46989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46989">
                  <a:moveTo>
                    <a:pt x="381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70"/>
                  </a:lnTo>
                  <a:close/>
                </a:path>
                <a:path w="3810" h="46989">
                  <a:moveTo>
                    <a:pt x="3810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3810"/>
                  </a:lnTo>
                  <a:close/>
                </a:path>
                <a:path w="3810" h="46989">
                  <a:moveTo>
                    <a:pt x="3810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7620"/>
                  </a:lnTo>
                  <a:close/>
                </a:path>
                <a:path w="3810" h="46989">
                  <a:moveTo>
                    <a:pt x="3810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10160"/>
                  </a:lnTo>
                  <a:close/>
                </a:path>
                <a:path w="3810" h="46989">
                  <a:moveTo>
                    <a:pt x="3810" y="13970"/>
                  </a:moveTo>
                  <a:lnTo>
                    <a:pt x="0" y="13970"/>
                  </a:lnTo>
                  <a:lnTo>
                    <a:pt x="0" y="26669"/>
                  </a:lnTo>
                  <a:lnTo>
                    <a:pt x="3810" y="26669"/>
                  </a:lnTo>
                  <a:lnTo>
                    <a:pt x="3810" y="13970"/>
                  </a:lnTo>
                  <a:close/>
                </a:path>
                <a:path w="3810" h="46989">
                  <a:moveTo>
                    <a:pt x="3810" y="26670"/>
                  </a:moveTo>
                  <a:lnTo>
                    <a:pt x="0" y="26670"/>
                  </a:lnTo>
                  <a:lnTo>
                    <a:pt x="0" y="29209"/>
                  </a:lnTo>
                  <a:lnTo>
                    <a:pt x="3810" y="29209"/>
                  </a:lnTo>
                  <a:lnTo>
                    <a:pt x="3810" y="26670"/>
                  </a:lnTo>
                  <a:close/>
                </a:path>
                <a:path w="3810" h="46989">
                  <a:moveTo>
                    <a:pt x="3810" y="29210"/>
                  </a:moveTo>
                  <a:lnTo>
                    <a:pt x="0" y="29210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9210"/>
                  </a:lnTo>
                  <a:close/>
                </a:path>
                <a:path w="3810" h="46989">
                  <a:moveTo>
                    <a:pt x="3810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33020"/>
                  </a:lnTo>
                  <a:close/>
                </a:path>
                <a:path w="3810" h="46989">
                  <a:moveTo>
                    <a:pt x="3810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5560"/>
                  </a:lnTo>
                  <a:close/>
                </a:path>
                <a:path w="3810" h="46989">
                  <a:moveTo>
                    <a:pt x="3810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9370"/>
                  </a:lnTo>
                  <a:close/>
                </a:path>
                <a:path w="3810" h="46989">
                  <a:moveTo>
                    <a:pt x="3810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41910"/>
                  </a:lnTo>
                  <a:close/>
                </a:path>
                <a:path w="3810" h="46989">
                  <a:moveTo>
                    <a:pt x="3810" y="45720"/>
                  </a:moveTo>
                  <a:lnTo>
                    <a:pt x="0" y="45720"/>
                  </a:lnTo>
                  <a:lnTo>
                    <a:pt x="0" y="46990"/>
                  </a:lnTo>
                  <a:lnTo>
                    <a:pt x="3810" y="46990"/>
                  </a:lnTo>
                  <a:lnTo>
                    <a:pt x="3810" y="45720"/>
                  </a:lnTo>
                  <a:close/>
                </a:path>
              </a:pathLst>
            </a:custGeom>
            <a:solidFill>
              <a:srgbClr val="AEBA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9" name="object 1089"/>
            <p:cNvSpPr/>
            <p:nvPr/>
          </p:nvSpPr>
          <p:spPr>
            <a:xfrm>
              <a:off x="2480310" y="5250180"/>
              <a:ext cx="3810" cy="49530"/>
            </a:xfrm>
            <a:custGeom>
              <a:avLst/>
              <a:gdLst/>
              <a:ahLst/>
              <a:cxnLst/>
              <a:rect l="l" t="t" r="r" b="b"/>
              <a:pathLst>
                <a:path w="3810" h="49529">
                  <a:moveTo>
                    <a:pt x="3809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09" y="2540"/>
                  </a:lnTo>
                  <a:lnTo>
                    <a:pt x="3809" y="0"/>
                  </a:lnTo>
                  <a:close/>
                </a:path>
                <a:path w="3810" h="49529">
                  <a:moveTo>
                    <a:pt x="380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2540"/>
                  </a:lnTo>
                  <a:close/>
                </a:path>
                <a:path w="3810" h="49529">
                  <a:moveTo>
                    <a:pt x="380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09" y="8890"/>
                  </a:lnTo>
                  <a:lnTo>
                    <a:pt x="3809" y="5080"/>
                  </a:lnTo>
                  <a:close/>
                </a:path>
                <a:path w="3810" h="49529">
                  <a:moveTo>
                    <a:pt x="380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8890"/>
                  </a:lnTo>
                  <a:close/>
                </a:path>
                <a:path w="3810" h="49529">
                  <a:moveTo>
                    <a:pt x="3809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09" y="15240"/>
                  </a:lnTo>
                  <a:lnTo>
                    <a:pt x="3809" y="11430"/>
                  </a:lnTo>
                  <a:close/>
                </a:path>
                <a:path w="3810" h="49529">
                  <a:moveTo>
                    <a:pt x="3809" y="15240"/>
                  </a:moveTo>
                  <a:lnTo>
                    <a:pt x="0" y="15240"/>
                  </a:lnTo>
                  <a:lnTo>
                    <a:pt x="0" y="27940"/>
                  </a:lnTo>
                  <a:lnTo>
                    <a:pt x="3809" y="27940"/>
                  </a:lnTo>
                  <a:lnTo>
                    <a:pt x="3809" y="15240"/>
                  </a:lnTo>
                  <a:close/>
                </a:path>
                <a:path w="3810" h="49529">
                  <a:moveTo>
                    <a:pt x="3809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3809" y="30480"/>
                  </a:lnTo>
                  <a:lnTo>
                    <a:pt x="3809" y="27940"/>
                  </a:lnTo>
                  <a:close/>
                </a:path>
                <a:path w="3810" h="49529">
                  <a:moveTo>
                    <a:pt x="3809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3809" y="34290"/>
                  </a:lnTo>
                  <a:lnTo>
                    <a:pt x="3809" y="30480"/>
                  </a:lnTo>
                  <a:close/>
                </a:path>
                <a:path w="3810" h="49529">
                  <a:moveTo>
                    <a:pt x="3809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4290"/>
                  </a:lnTo>
                  <a:close/>
                </a:path>
                <a:path w="3810" h="49529">
                  <a:moveTo>
                    <a:pt x="3809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3809" y="40640"/>
                  </a:lnTo>
                  <a:lnTo>
                    <a:pt x="3809" y="36830"/>
                  </a:lnTo>
                  <a:close/>
                </a:path>
                <a:path w="3810" h="49529">
                  <a:moveTo>
                    <a:pt x="3809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3809" y="43180"/>
                  </a:lnTo>
                  <a:lnTo>
                    <a:pt x="3809" y="40640"/>
                  </a:lnTo>
                  <a:close/>
                </a:path>
                <a:path w="3810" h="49529">
                  <a:moveTo>
                    <a:pt x="3809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3809" y="46990"/>
                  </a:lnTo>
                  <a:lnTo>
                    <a:pt x="3809" y="43180"/>
                  </a:lnTo>
                  <a:close/>
                </a:path>
                <a:path w="3810" h="49529">
                  <a:moveTo>
                    <a:pt x="3809" y="46990"/>
                  </a:moveTo>
                  <a:lnTo>
                    <a:pt x="0" y="46990"/>
                  </a:lnTo>
                  <a:lnTo>
                    <a:pt x="0" y="48260"/>
                  </a:lnTo>
                  <a:lnTo>
                    <a:pt x="2539" y="48260"/>
                  </a:lnTo>
                  <a:lnTo>
                    <a:pt x="2539" y="49530"/>
                  </a:lnTo>
                  <a:lnTo>
                    <a:pt x="3809" y="49530"/>
                  </a:lnTo>
                  <a:lnTo>
                    <a:pt x="3809" y="46990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0" name="object 1090"/>
            <p:cNvSpPr/>
            <p:nvPr/>
          </p:nvSpPr>
          <p:spPr>
            <a:xfrm>
              <a:off x="2484120" y="5250180"/>
              <a:ext cx="3810" cy="49530"/>
            </a:xfrm>
            <a:custGeom>
              <a:avLst/>
              <a:gdLst/>
              <a:ahLst/>
              <a:cxnLst/>
              <a:rect l="l" t="t" r="r" b="b"/>
              <a:pathLst>
                <a:path w="3810" h="49529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  <a:path w="3810" h="49529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49529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10" h="49529">
                  <a:moveTo>
                    <a:pt x="381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890"/>
                  </a:lnTo>
                  <a:close/>
                </a:path>
                <a:path w="3810" h="49529">
                  <a:moveTo>
                    <a:pt x="381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30"/>
                  </a:lnTo>
                  <a:close/>
                </a:path>
                <a:path w="3810" h="49529">
                  <a:moveTo>
                    <a:pt x="3810" y="15240"/>
                  </a:moveTo>
                  <a:lnTo>
                    <a:pt x="0" y="15240"/>
                  </a:lnTo>
                  <a:lnTo>
                    <a:pt x="0" y="27940"/>
                  </a:lnTo>
                  <a:lnTo>
                    <a:pt x="3810" y="27940"/>
                  </a:lnTo>
                  <a:lnTo>
                    <a:pt x="3810" y="15240"/>
                  </a:lnTo>
                  <a:close/>
                </a:path>
                <a:path w="3810" h="49529">
                  <a:moveTo>
                    <a:pt x="3810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27940"/>
                  </a:lnTo>
                  <a:close/>
                </a:path>
                <a:path w="3810" h="49529">
                  <a:moveTo>
                    <a:pt x="3810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3810" y="34290"/>
                  </a:lnTo>
                  <a:lnTo>
                    <a:pt x="3810" y="30480"/>
                  </a:lnTo>
                  <a:close/>
                </a:path>
                <a:path w="3810" h="49529">
                  <a:moveTo>
                    <a:pt x="3810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4290"/>
                  </a:lnTo>
                  <a:close/>
                </a:path>
                <a:path w="3810" h="49529">
                  <a:moveTo>
                    <a:pt x="3810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3810" y="40640"/>
                  </a:lnTo>
                  <a:lnTo>
                    <a:pt x="3810" y="36830"/>
                  </a:lnTo>
                  <a:close/>
                </a:path>
                <a:path w="3810" h="49529">
                  <a:moveTo>
                    <a:pt x="3810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40640"/>
                  </a:lnTo>
                  <a:close/>
                </a:path>
                <a:path w="3810" h="49529">
                  <a:moveTo>
                    <a:pt x="3810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3810" y="46990"/>
                  </a:lnTo>
                  <a:lnTo>
                    <a:pt x="3810" y="43180"/>
                  </a:lnTo>
                  <a:close/>
                </a:path>
                <a:path w="3810" h="49529">
                  <a:moveTo>
                    <a:pt x="3810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6990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1" name="object 1091"/>
            <p:cNvSpPr/>
            <p:nvPr/>
          </p:nvSpPr>
          <p:spPr>
            <a:xfrm>
              <a:off x="2487929" y="5248909"/>
              <a:ext cx="3810" cy="50800"/>
            </a:xfrm>
            <a:custGeom>
              <a:avLst/>
              <a:gdLst/>
              <a:ahLst/>
              <a:cxnLst/>
              <a:rect l="l" t="t" r="r" b="b"/>
              <a:pathLst>
                <a:path w="3810" h="50800">
                  <a:moveTo>
                    <a:pt x="3809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0"/>
                  </a:lnTo>
                  <a:close/>
                </a:path>
                <a:path w="3810" h="50800">
                  <a:moveTo>
                    <a:pt x="380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3809"/>
                  </a:lnTo>
                  <a:close/>
                </a:path>
                <a:path w="3810" h="50800">
                  <a:moveTo>
                    <a:pt x="380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6350"/>
                  </a:lnTo>
                  <a:close/>
                </a:path>
                <a:path w="3810" h="50800">
                  <a:moveTo>
                    <a:pt x="380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10159"/>
                  </a:lnTo>
                  <a:close/>
                </a:path>
                <a:path w="3810" h="50800">
                  <a:moveTo>
                    <a:pt x="380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2700"/>
                  </a:lnTo>
                  <a:close/>
                </a:path>
                <a:path w="3810" h="50800">
                  <a:moveTo>
                    <a:pt x="3809" y="16509"/>
                  </a:moveTo>
                  <a:lnTo>
                    <a:pt x="0" y="16509"/>
                  </a:lnTo>
                  <a:lnTo>
                    <a:pt x="0" y="29209"/>
                  </a:lnTo>
                  <a:lnTo>
                    <a:pt x="3809" y="29209"/>
                  </a:lnTo>
                  <a:lnTo>
                    <a:pt x="3809" y="16509"/>
                  </a:lnTo>
                  <a:close/>
                </a:path>
                <a:path w="3810" h="50800">
                  <a:moveTo>
                    <a:pt x="3809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9209"/>
                  </a:lnTo>
                  <a:close/>
                </a:path>
                <a:path w="3810" h="50800">
                  <a:moveTo>
                    <a:pt x="3809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31750"/>
                  </a:lnTo>
                  <a:close/>
                </a:path>
                <a:path w="3810" h="50800">
                  <a:moveTo>
                    <a:pt x="380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5559"/>
                  </a:lnTo>
                  <a:close/>
                </a:path>
                <a:path w="3810" h="50800">
                  <a:moveTo>
                    <a:pt x="380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8100"/>
                  </a:lnTo>
                  <a:close/>
                </a:path>
                <a:path w="3810" h="50800">
                  <a:moveTo>
                    <a:pt x="380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1909"/>
                  </a:lnTo>
                  <a:close/>
                </a:path>
                <a:path w="3810" h="50800">
                  <a:moveTo>
                    <a:pt x="3809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44450"/>
                  </a:lnTo>
                  <a:close/>
                </a:path>
                <a:path w="3810" h="50800">
                  <a:moveTo>
                    <a:pt x="380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8259"/>
                  </a:lnTo>
                  <a:close/>
                </a:path>
              </a:pathLst>
            </a:custGeom>
            <a:solidFill>
              <a:srgbClr val="A6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2" name="object 1092"/>
            <p:cNvSpPr/>
            <p:nvPr/>
          </p:nvSpPr>
          <p:spPr>
            <a:xfrm>
              <a:off x="2491739" y="5247639"/>
              <a:ext cx="2540" cy="53340"/>
            </a:xfrm>
            <a:custGeom>
              <a:avLst/>
              <a:gdLst/>
              <a:ahLst/>
              <a:cxnLst/>
              <a:rect l="l" t="t" r="r" b="b"/>
              <a:pathLst>
                <a:path w="2539" h="53339">
                  <a:moveTo>
                    <a:pt x="254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  <a:path w="2539" h="53339">
                  <a:moveTo>
                    <a:pt x="254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1270"/>
                  </a:lnTo>
                  <a:close/>
                </a:path>
                <a:path w="2539" h="53339">
                  <a:moveTo>
                    <a:pt x="2540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5080"/>
                  </a:lnTo>
                  <a:close/>
                </a:path>
                <a:path w="2539" h="53339">
                  <a:moveTo>
                    <a:pt x="2540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7620"/>
                  </a:lnTo>
                  <a:close/>
                </a:path>
                <a:path w="2539" h="53339">
                  <a:moveTo>
                    <a:pt x="2540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2540" y="13970"/>
                  </a:lnTo>
                  <a:lnTo>
                    <a:pt x="2540" y="11430"/>
                  </a:lnTo>
                  <a:close/>
                </a:path>
                <a:path w="2539" h="53339">
                  <a:moveTo>
                    <a:pt x="2540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2540" y="17780"/>
                  </a:lnTo>
                  <a:lnTo>
                    <a:pt x="2540" y="13970"/>
                  </a:lnTo>
                  <a:close/>
                </a:path>
                <a:path w="2539" h="53339">
                  <a:moveTo>
                    <a:pt x="2540" y="17780"/>
                  </a:moveTo>
                  <a:lnTo>
                    <a:pt x="0" y="17780"/>
                  </a:lnTo>
                  <a:lnTo>
                    <a:pt x="0" y="30480"/>
                  </a:lnTo>
                  <a:lnTo>
                    <a:pt x="2540" y="30480"/>
                  </a:lnTo>
                  <a:lnTo>
                    <a:pt x="2540" y="17780"/>
                  </a:lnTo>
                  <a:close/>
                </a:path>
                <a:path w="2539" h="53339">
                  <a:moveTo>
                    <a:pt x="2540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2540" y="33020"/>
                  </a:lnTo>
                  <a:lnTo>
                    <a:pt x="2540" y="30480"/>
                  </a:lnTo>
                  <a:close/>
                </a:path>
                <a:path w="2539" h="53339">
                  <a:moveTo>
                    <a:pt x="2540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2540" y="36830"/>
                  </a:lnTo>
                  <a:lnTo>
                    <a:pt x="2540" y="33020"/>
                  </a:lnTo>
                  <a:close/>
                </a:path>
                <a:path w="2539" h="53339">
                  <a:moveTo>
                    <a:pt x="2540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2540" y="39370"/>
                  </a:lnTo>
                  <a:lnTo>
                    <a:pt x="2540" y="36830"/>
                  </a:lnTo>
                  <a:close/>
                </a:path>
                <a:path w="2539" h="53339">
                  <a:moveTo>
                    <a:pt x="2540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2540" y="43180"/>
                  </a:lnTo>
                  <a:lnTo>
                    <a:pt x="2540" y="39370"/>
                  </a:lnTo>
                  <a:close/>
                </a:path>
                <a:path w="2539" h="53339">
                  <a:moveTo>
                    <a:pt x="2540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2540" y="45720"/>
                  </a:lnTo>
                  <a:lnTo>
                    <a:pt x="2540" y="43180"/>
                  </a:lnTo>
                  <a:close/>
                </a:path>
                <a:path w="2539" h="53339">
                  <a:moveTo>
                    <a:pt x="2540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2540" y="49530"/>
                  </a:lnTo>
                  <a:lnTo>
                    <a:pt x="2540" y="45720"/>
                  </a:lnTo>
                  <a:close/>
                </a:path>
                <a:path w="2539" h="53339">
                  <a:moveTo>
                    <a:pt x="2540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2540" y="52070"/>
                  </a:lnTo>
                  <a:lnTo>
                    <a:pt x="2540" y="49530"/>
                  </a:lnTo>
                  <a:close/>
                </a:path>
                <a:path w="2539" h="53339">
                  <a:moveTo>
                    <a:pt x="2540" y="52070"/>
                  </a:moveTo>
                  <a:lnTo>
                    <a:pt x="1270" y="52070"/>
                  </a:lnTo>
                  <a:lnTo>
                    <a:pt x="1270" y="53340"/>
                  </a:lnTo>
                  <a:lnTo>
                    <a:pt x="2540" y="53340"/>
                  </a:lnTo>
                  <a:lnTo>
                    <a:pt x="2540" y="52070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3" name="object 1093"/>
            <p:cNvSpPr/>
            <p:nvPr/>
          </p:nvSpPr>
          <p:spPr>
            <a:xfrm>
              <a:off x="2494279" y="5247639"/>
              <a:ext cx="3810" cy="53340"/>
            </a:xfrm>
            <a:custGeom>
              <a:avLst/>
              <a:gdLst/>
              <a:ahLst/>
              <a:cxnLst/>
              <a:rect l="l" t="t" r="r" b="b"/>
              <a:pathLst>
                <a:path w="3810" h="53339">
                  <a:moveTo>
                    <a:pt x="3809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09" y="1270"/>
                  </a:lnTo>
                  <a:lnTo>
                    <a:pt x="3809" y="0"/>
                  </a:lnTo>
                  <a:close/>
                </a:path>
                <a:path w="3810" h="53339">
                  <a:moveTo>
                    <a:pt x="380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1270"/>
                  </a:lnTo>
                  <a:close/>
                </a:path>
                <a:path w="3810" h="53339">
                  <a:moveTo>
                    <a:pt x="380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09" y="7620"/>
                  </a:lnTo>
                  <a:lnTo>
                    <a:pt x="3809" y="5080"/>
                  </a:lnTo>
                  <a:close/>
                </a:path>
                <a:path w="3810" h="53339">
                  <a:moveTo>
                    <a:pt x="380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7620"/>
                  </a:lnTo>
                  <a:close/>
                </a:path>
                <a:path w="3810" h="53339">
                  <a:moveTo>
                    <a:pt x="3809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09" y="13970"/>
                  </a:lnTo>
                  <a:lnTo>
                    <a:pt x="3809" y="11430"/>
                  </a:lnTo>
                  <a:close/>
                </a:path>
                <a:path w="3810" h="53339">
                  <a:moveTo>
                    <a:pt x="3809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3970"/>
                  </a:lnTo>
                  <a:close/>
                </a:path>
                <a:path w="3810" h="53339">
                  <a:moveTo>
                    <a:pt x="3809" y="17780"/>
                  </a:moveTo>
                  <a:lnTo>
                    <a:pt x="0" y="17780"/>
                  </a:lnTo>
                  <a:lnTo>
                    <a:pt x="0" y="30480"/>
                  </a:lnTo>
                  <a:lnTo>
                    <a:pt x="3809" y="30480"/>
                  </a:lnTo>
                  <a:lnTo>
                    <a:pt x="3809" y="17780"/>
                  </a:lnTo>
                  <a:close/>
                </a:path>
                <a:path w="3810" h="53339">
                  <a:moveTo>
                    <a:pt x="3809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3809" y="33020"/>
                  </a:lnTo>
                  <a:lnTo>
                    <a:pt x="3809" y="30480"/>
                  </a:lnTo>
                  <a:close/>
                </a:path>
                <a:path w="3810" h="53339">
                  <a:moveTo>
                    <a:pt x="3809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3020"/>
                  </a:lnTo>
                  <a:close/>
                </a:path>
                <a:path w="3810" h="53339">
                  <a:moveTo>
                    <a:pt x="3809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09" y="39370"/>
                  </a:lnTo>
                  <a:lnTo>
                    <a:pt x="3809" y="36830"/>
                  </a:lnTo>
                  <a:close/>
                </a:path>
                <a:path w="3810" h="53339">
                  <a:moveTo>
                    <a:pt x="3809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3809" y="43180"/>
                  </a:lnTo>
                  <a:lnTo>
                    <a:pt x="3809" y="39370"/>
                  </a:lnTo>
                  <a:close/>
                </a:path>
                <a:path w="3810" h="53339">
                  <a:moveTo>
                    <a:pt x="3809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3809" y="45720"/>
                  </a:lnTo>
                  <a:lnTo>
                    <a:pt x="3809" y="43180"/>
                  </a:lnTo>
                  <a:close/>
                </a:path>
                <a:path w="3810" h="53339">
                  <a:moveTo>
                    <a:pt x="3809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3809" y="49530"/>
                  </a:lnTo>
                  <a:lnTo>
                    <a:pt x="3809" y="45720"/>
                  </a:lnTo>
                  <a:close/>
                </a:path>
                <a:path w="3810" h="53339">
                  <a:moveTo>
                    <a:pt x="3809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3809" y="52070"/>
                  </a:lnTo>
                  <a:lnTo>
                    <a:pt x="3809" y="49530"/>
                  </a:lnTo>
                  <a:close/>
                </a:path>
                <a:path w="3810" h="53339">
                  <a:moveTo>
                    <a:pt x="3809" y="52070"/>
                  </a:moveTo>
                  <a:lnTo>
                    <a:pt x="0" y="52070"/>
                  </a:lnTo>
                  <a:lnTo>
                    <a:pt x="0" y="53340"/>
                  </a:lnTo>
                  <a:lnTo>
                    <a:pt x="3809" y="53340"/>
                  </a:lnTo>
                  <a:lnTo>
                    <a:pt x="3809" y="52070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4" name="object 1094"/>
            <p:cNvSpPr/>
            <p:nvPr/>
          </p:nvSpPr>
          <p:spPr>
            <a:xfrm>
              <a:off x="2498089" y="5247639"/>
              <a:ext cx="3810" cy="54610"/>
            </a:xfrm>
            <a:custGeom>
              <a:avLst/>
              <a:gdLst/>
              <a:ahLst/>
              <a:cxnLst/>
              <a:rect l="l" t="t" r="r" b="b"/>
              <a:pathLst>
                <a:path w="3810" h="5461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  <a:path w="3810" h="54610">
                  <a:moveTo>
                    <a:pt x="381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70"/>
                  </a:lnTo>
                  <a:close/>
                </a:path>
                <a:path w="3810" h="54610">
                  <a:moveTo>
                    <a:pt x="3810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80"/>
                  </a:lnTo>
                  <a:close/>
                </a:path>
                <a:path w="3810" h="54610">
                  <a:moveTo>
                    <a:pt x="3810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20"/>
                  </a:lnTo>
                  <a:close/>
                </a:path>
                <a:path w="3810" h="54610">
                  <a:moveTo>
                    <a:pt x="3810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30"/>
                  </a:lnTo>
                  <a:close/>
                </a:path>
                <a:path w="3810" h="54610">
                  <a:moveTo>
                    <a:pt x="3810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70"/>
                  </a:lnTo>
                  <a:close/>
                </a:path>
                <a:path w="3810" h="54610">
                  <a:moveTo>
                    <a:pt x="3810" y="17780"/>
                  </a:moveTo>
                  <a:lnTo>
                    <a:pt x="0" y="1778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17780"/>
                  </a:lnTo>
                  <a:close/>
                </a:path>
                <a:path w="3810" h="54610">
                  <a:moveTo>
                    <a:pt x="3810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3810" y="33020"/>
                  </a:lnTo>
                  <a:lnTo>
                    <a:pt x="3810" y="30480"/>
                  </a:lnTo>
                  <a:close/>
                </a:path>
                <a:path w="3810" h="54610">
                  <a:moveTo>
                    <a:pt x="3810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3020"/>
                  </a:lnTo>
                  <a:close/>
                </a:path>
                <a:path w="3810" h="54610">
                  <a:moveTo>
                    <a:pt x="3810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10" y="39370"/>
                  </a:lnTo>
                  <a:lnTo>
                    <a:pt x="3810" y="36830"/>
                  </a:lnTo>
                  <a:close/>
                </a:path>
                <a:path w="3810" h="54610">
                  <a:moveTo>
                    <a:pt x="3810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39370"/>
                  </a:lnTo>
                  <a:close/>
                </a:path>
                <a:path w="3810" h="54610">
                  <a:moveTo>
                    <a:pt x="3810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3810" y="45720"/>
                  </a:lnTo>
                  <a:lnTo>
                    <a:pt x="3810" y="43180"/>
                  </a:lnTo>
                  <a:close/>
                </a:path>
                <a:path w="3810" h="54610">
                  <a:moveTo>
                    <a:pt x="3810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5720"/>
                  </a:lnTo>
                  <a:close/>
                </a:path>
                <a:path w="3810" h="54610">
                  <a:moveTo>
                    <a:pt x="3810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3810" y="52070"/>
                  </a:lnTo>
                  <a:lnTo>
                    <a:pt x="3810" y="49530"/>
                  </a:lnTo>
                  <a:close/>
                </a:path>
                <a:path w="3810" h="54610">
                  <a:moveTo>
                    <a:pt x="3810" y="52070"/>
                  </a:moveTo>
                  <a:lnTo>
                    <a:pt x="0" y="52070"/>
                  </a:lnTo>
                  <a:lnTo>
                    <a:pt x="0" y="53340"/>
                  </a:lnTo>
                  <a:lnTo>
                    <a:pt x="1270" y="53340"/>
                  </a:lnTo>
                  <a:lnTo>
                    <a:pt x="1270" y="54610"/>
                  </a:lnTo>
                  <a:lnTo>
                    <a:pt x="3810" y="54610"/>
                  </a:lnTo>
                  <a:lnTo>
                    <a:pt x="3810" y="52070"/>
                  </a:lnTo>
                  <a:close/>
                </a:path>
              </a:pathLst>
            </a:custGeom>
            <a:solidFill>
              <a:srgbClr val="9EAD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5" name="object 1095"/>
            <p:cNvSpPr/>
            <p:nvPr/>
          </p:nvSpPr>
          <p:spPr>
            <a:xfrm>
              <a:off x="2501900" y="5247639"/>
              <a:ext cx="3810" cy="54610"/>
            </a:xfrm>
            <a:custGeom>
              <a:avLst/>
              <a:gdLst/>
              <a:ahLst/>
              <a:cxnLst/>
              <a:rect l="l" t="t" r="r" b="b"/>
              <a:pathLst>
                <a:path w="3810" h="5461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  <a:path w="3810" h="54610">
                  <a:moveTo>
                    <a:pt x="381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70"/>
                  </a:lnTo>
                  <a:close/>
                </a:path>
                <a:path w="3810" h="54610">
                  <a:moveTo>
                    <a:pt x="3810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80"/>
                  </a:lnTo>
                  <a:close/>
                </a:path>
                <a:path w="3810" h="54610">
                  <a:moveTo>
                    <a:pt x="3810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20"/>
                  </a:lnTo>
                  <a:close/>
                </a:path>
                <a:path w="3810" h="54610">
                  <a:moveTo>
                    <a:pt x="3810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30"/>
                  </a:lnTo>
                  <a:close/>
                </a:path>
                <a:path w="3810" h="54610">
                  <a:moveTo>
                    <a:pt x="3810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70"/>
                  </a:lnTo>
                  <a:close/>
                </a:path>
                <a:path w="3810" h="54610">
                  <a:moveTo>
                    <a:pt x="3810" y="17780"/>
                  </a:moveTo>
                  <a:lnTo>
                    <a:pt x="0" y="1778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17780"/>
                  </a:lnTo>
                  <a:close/>
                </a:path>
                <a:path w="3810" h="54610">
                  <a:moveTo>
                    <a:pt x="3810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3810" y="33020"/>
                  </a:lnTo>
                  <a:lnTo>
                    <a:pt x="3810" y="30480"/>
                  </a:lnTo>
                  <a:close/>
                </a:path>
                <a:path w="3810" h="54610">
                  <a:moveTo>
                    <a:pt x="3810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3020"/>
                  </a:lnTo>
                  <a:close/>
                </a:path>
                <a:path w="3810" h="54610">
                  <a:moveTo>
                    <a:pt x="3810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10" y="39370"/>
                  </a:lnTo>
                  <a:lnTo>
                    <a:pt x="3810" y="36830"/>
                  </a:lnTo>
                  <a:close/>
                </a:path>
                <a:path w="3810" h="54610">
                  <a:moveTo>
                    <a:pt x="3810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39370"/>
                  </a:lnTo>
                  <a:close/>
                </a:path>
                <a:path w="3810" h="54610">
                  <a:moveTo>
                    <a:pt x="3810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3810" y="45720"/>
                  </a:lnTo>
                  <a:lnTo>
                    <a:pt x="3810" y="43180"/>
                  </a:lnTo>
                  <a:close/>
                </a:path>
                <a:path w="3810" h="54610">
                  <a:moveTo>
                    <a:pt x="3810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5720"/>
                  </a:lnTo>
                  <a:close/>
                </a:path>
                <a:path w="3810" h="54610">
                  <a:moveTo>
                    <a:pt x="3810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3810" y="52070"/>
                  </a:lnTo>
                  <a:lnTo>
                    <a:pt x="3810" y="49530"/>
                  </a:lnTo>
                  <a:close/>
                </a:path>
                <a:path w="3810" h="54610">
                  <a:moveTo>
                    <a:pt x="3810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3810" y="54610"/>
                  </a:lnTo>
                  <a:lnTo>
                    <a:pt x="3810" y="52070"/>
                  </a:lnTo>
                  <a:close/>
                </a:path>
              </a:pathLst>
            </a:custGeom>
            <a:solidFill>
              <a:srgbClr val="9CAB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6" name="object 1096"/>
            <p:cNvSpPr/>
            <p:nvPr/>
          </p:nvSpPr>
          <p:spPr>
            <a:xfrm>
              <a:off x="2505710" y="5247639"/>
              <a:ext cx="3810" cy="54610"/>
            </a:xfrm>
            <a:custGeom>
              <a:avLst/>
              <a:gdLst/>
              <a:ahLst/>
              <a:cxnLst/>
              <a:rect l="l" t="t" r="r" b="b"/>
              <a:pathLst>
                <a:path w="3810" h="54610">
                  <a:moveTo>
                    <a:pt x="3809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09" y="1270"/>
                  </a:lnTo>
                  <a:lnTo>
                    <a:pt x="3809" y="0"/>
                  </a:lnTo>
                  <a:close/>
                </a:path>
                <a:path w="3810" h="54610">
                  <a:moveTo>
                    <a:pt x="380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1270"/>
                  </a:lnTo>
                  <a:close/>
                </a:path>
                <a:path w="3810" h="54610">
                  <a:moveTo>
                    <a:pt x="380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09" y="7620"/>
                  </a:lnTo>
                  <a:lnTo>
                    <a:pt x="3809" y="5080"/>
                  </a:lnTo>
                  <a:close/>
                </a:path>
                <a:path w="3810" h="54610">
                  <a:moveTo>
                    <a:pt x="380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7620"/>
                  </a:lnTo>
                  <a:close/>
                </a:path>
                <a:path w="3810" h="54610">
                  <a:moveTo>
                    <a:pt x="3809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09" y="13970"/>
                  </a:lnTo>
                  <a:lnTo>
                    <a:pt x="3809" y="11430"/>
                  </a:lnTo>
                  <a:close/>
                </a:path>
                <a:path w="3810" h="54610">
                  <a:moveTo>
                    <a:pt x="3809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3970"/>
                  </a:lnTo>
                  <a:close/>
                </a:path>
                <a:path w="3810" h="54610">
                  <a:moveTo>
                    <a:pt x="3809" y="17780"/>
                  </a:moveTo>
                  <a:lnTo>
                    <a:pt x="0" y="17780"/>
                  </a:lnTo>
                  <a:lnTo>
                    <a:pt x="0" y="30480"/>
                  </a:lnTo>
                  <a:lnTo>
                    <a:pt x="3809" y="30480"/>
                  </a:lnTo>
                  <a:lnTo>
                    <a:pt x="3809" y="17780"/>
                  </a:lnTo>
                  <a:close/>
                </a:path>
                <a:path w="3810" h="54610">
                  <a:moveTo>
                    <a:pt x="3809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3809" y="33020"/>
                  </a:lnTo>
                  <a:lnTo>
                    <a:pt x="3809" y="30480"/>
                  </a:lnTo>
                  <a:close/>
                </a:path>
                <a:path w="3810" h="54610">
                  <a:moveTo>
                    <a:pt x="3809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3020"/>
                  </a:lnTo>
                  <a:close/>
                </a:path>
                <a:path w="3810" h="54610">
                  <a:moveTo>
                    <a:pt x="3809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09" y="39370"/>
                  </a:lnTo>
                  <a:lnTo>
                    <a:pt x="3809" y="36830"/>
                  </a:lnTo>
                  <a:close/>
                </a:path>
                <a:path w="3810" h="54610">
                  <a:moveTo>
                    <a:pt x="3809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3809" y="43180"/>
                  </a:lnTo>
                  <a:lnTo>
                    <a:pt x="3809" y="39370"/>
                  </a:lnTo>
                  <a:close/>
                </a:path>
                <a:path w="3810" h="54610">
                  <a:moveTo>
                    <a:pt x="3809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3809" y="45720"/>
                  </a:lnTo>
                  <a:lnTo>
                    <a:pt x="3809" y="43180"/>
                  </a:lnTo>
                  <a:close/>
                </a:path>
                <a:path w="3810" h="54610">
                  <a:moveTo>
                    <a:pt x="3809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3809" y="49530"/>
                  </a:lnTo>
                  <a:lnTo>
                    <a:pt x="3809" y="45720"/>
                  </a:lnTo>
                  <a:close/>
                </a:path>
                <a:path w="3810" h="54610">
                  <a:moveTo>
                    <a:pt x="3809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3809" y="52070"/>
                  </a:lnTo>
                  <a:lnTo>
                    <a:pt x="3809" y="49530"/>
                  </a:lnTo>
                  <a:close/>
                </a:path>
                <a:path w="3810" h="54610">
                  <a:moveTo>
                    <a:pt x="3809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3809" y="54610"/>
                  </a:lnTo>
                  <a:lnTo>
                    <a:pt x="3809" y="52070"/>
                  </a:lnTo>
                  <a:close/>
                </a:path>
              </a:pathLst>
            </a:custGeom>
            <a:solidFill>
              <a:srgbClr val="99A8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7" name="object 1097"/>
            <p:cNvSpPr/>
            <p:nvPr/>
          </p:nvSpPr>
          <p:spPr>
            <a:xfrm>
              <a:off x="2509520" y="5246370"/>
              <a:ext cx="3810" cy="55880"/>
            </a:xfrm>
            <a:custGeom>
              <a:avLst/>
              <a:gdLst/>
              <a:ahLst/>
              <a:cxnLst/>
              <a:rect l="l" t="t" r="r" b="b"/>
              <a:pathLst>
                <a:path w="3810" h="55879">
                  <a:moveTo>
                    <a:pt x="3810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55879">
                  <a:moveTo>
                    <a:pt x="381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2539"/>
                  </a:lnTo>
                  <a:close/>
                </a:path>
                <a:path w="3810" h="55879">
                  <a:moveTo>
                    <a:pt x="381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49"/>
                  </a:lnTo>
                  <a:close/>
                </a:path>
                <a:path w="3810" h="55879">
                  <a:moveTo>
                    <a:pt x="381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8889"/>
                  </a:lnTo>
                  <a:close/>
                </a:path>
                <a:path w="3810" h="55879">
                  <a:moveTo>
                    <a:pt x="381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2699"/>
                  </a:lnTo>
                  <a:close/>
                </a:path>
                <a:path w="3810" h="55879">
                  <a:moveTo>
                    <a:pt x="381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5239"/>
                  </a:lnTo>
                  <a:close/>
                </a:path>
                <a:path w="3810" h="55879">
                  <a:moveTo>
                    <a:pt x="3810" y="19049"/>
                  </a:moveTo>
                  <a:lnTo>
                    <a:pt x="0" y="1904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19049"/>
                  </a:lnTo>
                  <a:close/>
                </a:path>
                <a:path w="3810" h="55879">
                  <a:moveTo>
                    <a:pt x="3810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31749"/>
                  </a:lnTo>
                  <a:close/>
                </a:path>
                <a:path w="3810" h="55879">
                  <a:moveTo>
                    <a:pt x="3810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4289"/>
                  </a:lnTo>
                  <a:close/>
                </a:path>
                <a:path w="3810" h="55879">
                  <a:moveTo>
                    <a:pt x="381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8099"/>
                  </a:lnTo>
                  <a:close/>
                </a:path>
                <a:path w="3810" h="55879">
                  <a:moveTo>
                    <a:pt x="3810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0639"/>
                  </a:lnTo>
                  <a:close/>
                </a:path>
                <a:path w="3810" h="55879">
                  <a:moveTo>
                    <a:pt x="381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4449"/>
                  </a:lnTo>
                  <a:close/>
                </a:path>
                <a:path w="3810" h="55879">
                  <a:moveTo>
                    <a:pt x="3810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6989"/>
                  </a:lnTo>
                  <a:close/>
                </a:path>
                <a:path w="3810" h="55879">
                  <a:moveTo>
                    <a:pt x="3810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50799"/>
                  </a:lnTo>
                  <a:close/>
                </a:path>
                <a:path w="3810" h="55879">
                  <a:moveTo>
                    <a:pt x="3810" y="53339"/>
                  </a:moveTo>
                  <a:lnTo>
                    <a:pt x="0" y="53339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53339"/>
                  </a:lnTo>
                  <a:close/>
                </a:path>
              </a:pathLst>
            </a:custGeom>
            <a:solidFill>
              <a:srgbClr val="96A6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8" name="object 1098"/>
            <p:cNvSpPr/>
            <p:nvPr/>
          </p:nvSpPr>
          <p:spPr>
            <a:xfrm>
              <a:off x="2513329" y="5246370"/>
              <a:ext cx="2540" cy="55880"/>
            </a:xfrm>
            <a:custGeom>
              <a:avLst/>
              <a:gdLst/>
              <a:ahLst/>
              <a:cxnLst/>
              <a:rect l="l" t="t" r="r" b="b"/>
              <a:pathLst>
                <a:path w="2539" h="55879">
                  <a:moveTo>
                    <a:pt x="253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39" y="2539"/>
                  </a:lnTo>
                  <a:lnTo>
                    <a:pt x="2539" y="0"/>
                  </a:lnTo>
                  <a:close/>
                </a:path>
                <a:path w="2539" h="55879">
                  <a:moveTo>
                    <a:pt x="253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2539" y="6349"/>
                  </a:lnTo>
                  <a:lnTo>
                    <a:pt x="2539" y="2539"/>
                  </a:lnTo>
                  <a:close/>
                </a:path>
                <a:path w="2539" h="55879">
                  <a:moveTo>
                    <a:pt x="253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2539" y="8889"/>
                  </a:lnTo>
                  <a:lnTo>
                    <a:pt x="2539" y="6349"/>
                  </a:lnTo>
                  <a:close/>
                </a:path>
                <a:path w="2539" h="55879">
                  <a:moveTo>
                    <a:pt x="253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2539" y="12699"/>
                  </a:lnTo>
                  <a:lnTo>
                    <a:pt x="2539" y="8889"/>
                  </a:lnTo>
                  <a:close/>
                </a:path>
                <a:path w="2539" h="55879">
                  <a:moveTo>
                    <a:pt x="253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2539" y="15239"/>
                  </a:lnTo>
                  <a:lnTo>
                    <a:pt x="2539" y="12699"/>
                  </a:lnTo>
                  <a:close/>
                </a:path>
                <a:path w="2539" h="55879">
                  <a:moveTo>
                    <a:pt x="2539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2539" y="19049"/>
                  </a:lnTo>
                  <a:lnTo>
                    <a:pt x="2539" y="15239"/>
                  </a:lnTo>
                  <a:close/>
                </a:path>
                <a:path w="2539" h="55879">
                  <a:moveTo>
                    <a:pt x="2539" y="19049"/>
                  </a:moveTo>
                  <a:lnTo>
                    <a:pt x="0" y="19049"/>
                  </a:lnTo>
                  <a:lnTo>
                    <a:pt x="0" y="31749"/>
                  </a:lnTo>
                  <a:lnTo>
                    <a:pt x="2539" y="31749"/>
                  </a:lnTo>
                  <a:lnTo>
                    <a:pt x="2539" y="19049"/>
                  </a:lnTo>
                  <a:close/>
                </a:path>
                <a:path w="2539" h="55879">
                  <a:moveTo>
                    <a:pt x="2539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2539" y="34289"/>
                  </a:lnTo>
                  <a:lnTo>
                    <a:pt x="2539" y="31749"/>
                  </a:lnTo>
                  <a:close/>
                </a:path>
                <a:path w="2539" h="55879">
                  <a:moveTo>
                    <a:pt x="2539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2539" y="38099"/>
                  </a:lnTo>
                  <a:lnTo>
                    <a:pt x="2539" y="34289"/>
                  </a:lnTo>
                  <a:close/>
                </a:path>
                <a:path w="2539" h="55879">
                  <a:moveTo>
                    <a:pt x="2539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2539" y="40639"/>
                  </a:lnTo>
                  <a:lnTo>
                    <a:pt x="2539" y="38099"/>
                  </a:lnTo>
                  <a:close/>
                </a:path>
                <a:path w="2539" h="55879">
                  <a:moveTo>
                    <a:pt x="2539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2539" y="44449"/>
                  </a:lnTo>
                  <a:lnTo>
                    <a:pt x="2539" y="40639"/>
                  </a:lnTo>
                  <a:close/>
                </a:path>
                <a:path w="2539" h="55879">
                  <a:moveTo>
                    <a:pt x="2539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2539" y="46989"/>
                  </a:lnTo>
                  <a:lnTo>
                    <a:pt x="2539" y="44449"/>
                  </a:lnTo>
                  <a:close/>
                </a:path>
                <a:path w="2539" h="55879">
                  <a:moveTo>
                    <a:pt x="2539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2539" y="50799"/>
                  </a:lnTo>
                  <a:lnTo>
                    <a:pt x="2539" y="46989"/>
                  </a:lnTo>
                  <a:close/>
                </a:path>
                <a:path w="2539" h="55879">
                  <a:moveTo>
                    <a:pt x="2539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2539" y="53339"/>
                  </a:lnTo>
                  <a:lnTo>
                    <a:pt x="2539" y="50799"/>
                  </a:lnTo>
                  <a:close/>
                </a:path>
                <a:path w="2539" h="55879">
                  <a:moveTo>
                    <a:pt x="2539" y="53339"/>
                  </a:moveTo>
                  <a:lnTo>
                    <a:pt x="0" y="53339"/>
                  </a:lnTo>
                  <a:lnTo>
                    <a:pt x="0" y="55879"/>
                  </a:lnTo>
                  <a:lnTo>
                    <a:pt x="2539" y="55879"/>
                  </a:lnTo>
                  <a:lnTo>
                    <a:pt x="2539" y="53339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9" name="object 1099"/>
            <p:cNvSpPr/>
            <p:nvPr/>
          </p:nvSpPr>
          <p:spPr>
            <a:xfrm>
              <a:off x="2515870" y="5245100"/>
              <a:ext cx="3810" cy="58419"/>
            </a:xfrm>
            <a:custGeom>
              <a:avLst/>
              <a:gdLst/>
              <a:ahLst/>
              <a:cxnLst/>
              <a:rect l="l" t="t" r="r" b="b"/>
              <a:pathLst>
                <a:path w="3810" h="58420">
                  <a:moveTo>
                    <a:pt x="3810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58420">
                  <a:moveTo>
                    <a:pt x="381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70"/>
                  </a:lnTo>
                  <a:close/>
                </a:path>
                <a:path w="3810" h="58420">
                  <a:moveTo>
                    <a:pt x="3810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3810"/>
                  </a:lnTo>
                  <a:close/>
                </a:path>
                <a:path w="3810" h="58420">
                  <a:moveTo>
                    <a:pt x="3810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7620"/>
                  </a:lnTo>
                  <a:close/>
                </a:path>
                <a:path w="3810" h="58420">
                  <a:moveTo>
                    <a:pt x="3810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10160"/>
                  </a:lnTo>
                  <a:close/>
                </a:path>
                <a:path w="3810" h="58420">
                  <a:moveTo>
                    <a:pt x="3810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3970"/>
                  </a:lnTo>
                  <a:close/>
                </a:path>
                <a:path w="3810" h="58420">
                  <a:moveTo>
                    <a:pt x="3810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6510"/>
                  </a:lnTo>
                  <a:close/>
                </a:path>
                <a:path w="3810" h="58420">
                  <a:moveTo>
                    <a:pt x="3810" y="20320"/>
                  </a:moveTo>
                  <a:lnTo>
                    <a:pt x="0" y="20320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0320"/>
                  </a:lnTo>
                  <a:close/>
                </a:path>
                <a:path w="3810" h="58420">
                  <a:moveTo>
                    <a:pt x="3810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33020"/>
                  </a:lnTo>
                  <a:close/>
                </a:path>
                <a:path w="3810" h="58420">
                  <a:moveTo>
                    <a:pt x="3810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5560"/>
                  </a:lnTo>
                  <a:close/>
                </a:path>
                <a:path w="3810" h="58420">
                  <a:moveTo>
                    <a:pt x="3810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9370"/>
                  </a:lnTo>
                  <a:close/>
                </a:path>
                <a:path w="3810" h="58420">
                  <a:moveTo>
                    <a:pt x="3810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41910"/>
                  </a:lnTo>
                  <a:close/>
                </a:path>
                <a:path w="3810" h="58420">
                  <a:moveTo>
                    <a:pt x="3810" y="45720"/>
                  </a:moveTo>
                  <a:lnTo>
                    <a:pt x="0" y="4572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5720"/>
                  </a:lnTo>
                  <a:close/>
                </a:path>
                <a:path w="3810" h="58420">
                  <a:moveTo>
                    <a:pt x="3810" y="48260"/>
                  </a:moveTo>
                  <a:lnTo>
                    <a:pt x="0" y="48260"/>
                  </a:lnTo>
                  <a:lnTo>
                    <a:pt x="0" y="52069"/>
                  </a:lnTo>
                  <a:lnTo>
                    <a:pt x="3810" y="52069"/>
                  </a:lnTo>
                  <a:lnTo>
                    <a:pt x="3810" y="48260"/>
                  </a:lnTo>
                  <a:close/>
                </a:path>
                <a:path w="3810" h="58420">
                  <a:moveTo>
                    <a:pt x="3810" y="52070"/>
                  </a:moveTo>
                  <a:lnTo>
                    <a:pt x="0" y="52070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2070"/>
                  </a:lnTo>
                  <a:close/>
                </a:path>
                <a:path w="3810" h="58420">
                  <a:moveTo>
                    <a:pt x="3810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1269" y="57150"/>
                  </a:lnTo>
                  <a:lnTo>
                    <a:pt x="1269" y="58419"/>
                  </a:lnTo>
                  <a:lnTo>
                    <a:pt x="3810" y="58419"/>
                  </a:lnTo>
                  <a:lnTo>
                    <a:pt x="3810" y="54610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0" name="object 1100"/>
            <p:cNvSpPr/>
            <p:nvPr/>
          </p:nvSpPr>
          <p:spPr>
            <a:xfrm>
              <a:off x="2519679" y="5245100"/>
              <a:ext cx="3810" cy="58419"/>
            </a:xfrm>
            <a:custGeom>
              <a:avLst/>
              <a:gdLst/>
              <a:ahLst/>
              <a:cxnLst/>
              <a:rect l="l" t="t" r="r" b="b"/>
              <a:pathLst>
                <a:path w="3810" h="58420">
                  <a:moveTo>
                    <a:pt x="380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10" h="58420">
                  <a:moveTo>
                    <a:pt x="3809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1270"/>
                  </a:lnTo>
                  <a:close/>
                </a:path>
                <a:path w="3810" h="58420">
                  <a:moveTo>
                    <a:pt x="3809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3810"/>
                  </a:lnTo>
                  <a:close/>
                </a:path>
                <a:path w="3810" h="58420">
                  <a:moveTo>
                    <a:pt x="3809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7620"/>
                  </a:lnTo>
                  <a:close/>
                </a:path>
                <a:path w="3810" h="58420">
                  <a:moveTo>
                    <a:pt x="3809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10160"/>
                  </a:lnTo>
                  <a:close/>
                </a:path>
                <a:path w="3810" h="58420">
                  <a:moveTo>
                    <a:pt x="3809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3970"/>
                  </a:lnTo>
                  <a:close/>
                </a:path>
                <a:path w="3810" h="58420">
                  <a:moveTo>
                    <a:pt x="3809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6510"/>
                  </a:lnTo>
                  <a:close/>
                </a:path>
                <a:path w="3810" h="58420">
                  <a:moveTo>
                    <a:pt x="3809" y="20320"/>
                  </a:moveTo>
                  <a:lnTo>
                    <a:pt x="0" y="20320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0320"/>
                  </a:lnTo>
                  <a:close/>
                </a:path>
                <a:path w="3810" h="58420">
                  <a:moveTo>
                    <a:pt x="3809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33020"/>
                  </a:lnTo>
                  <a:close/>
                </a:path>
                <a:path w="3810" h="58420">
                  <a:moveTo>
                    <a:pt x="3809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5560"/>
                  </a:lnTo>
                  <a:close/>
                </a:path>
                <a:path w="3810" h="58420">
                  <a:moveTo>
                    <a:pt x="3809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9370"/>
                  </a:lnTo>
                  <a:close/>
                </a:path>
                <a:path w="3810" h="58420">
                  <a:moveTo>
                    <a:pt x="3809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41910"/>
                  </a:lnTo>
                  <a:close/>
                </a:path>
                <a:path w="3810" h="58420">
                  <a:moveTo>
                    <a:pt x="3809" y="45720"/>
                  </a:moveTo>
                  <a:lnTo>
                    <a:pt x="0" y="45720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45720"/>
                  </a:lnTo>
                  <a:close/>
                </a:path>
                <a:path w="3810" h="58420">
                  <a:moveTo>
                    <a:pt x="3809" y="48260"/>
                  </a:moveTo>
                  <a:lnTo>
                    <a:pt x="0" y="48260"/>
                  </a:lnTo>
                  <a:lnTo>
                    <a:pt x="0" y="52069"/>
                  </a:lnTo>
                  <a:lnTo>
                    <a:pt x="3809" y="52069"/>
                  </a:lnTo>
                  <a:lnTo>
                    <a:pt x="3809" y="48260"/>
                  </a:lnTo>
                  <a:close/>
                </a:path>
                <a:path w="3810" h="58420">
                  <a:moveTo>
                    <a:pt x="3809" y="52070"/>
                  </a:moveTo>
                  <a:lnTo>
                    <a:pt x="0" y="52070"/>
                  </a:lnTo>
                  <a:lnTo>
                    <a:pt x="0" y="54609"/>
                  </a:lnTo>
                  <a:lnTo>
                    <a:pt x="3809" y="54609"/>
                  </a:lnTo>
                  <a:lnTo>
                    <a:pt x="3809" y="52070"/>
                  </a:lnTo>
                  <a:close/>
                </a:path>
                <a:path w="3810" h="58420">
                  <a:moveTo>
                    <a:pt x="3809" y="54610"/>
                  </a:moveTo>
                  <a:lnTo>
                    <a:pt x="0" y="54610"/>
                  </a:lnTo>
                  <a:lnTo>
                    <a:pt x="0" y="58419"/>
                  </a:lnTo>
                  <a:lnTo>
                    <a:pt x="3809" y="58419"/>
                  </a:lnTo>
                  <a:lnTo>
                    <a:pt x="3809" y="54610"/>
                  </a:lnTo>
                  <a:close/>
                </a:path>
              </a:pathLst>
            </a:custGeom>
            <a:solidFill>
              <a:srgbClr val="8E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1" name="object 1101"/>
            <p:cNvSpPr/>
            <p:nvPr/>
          </p:nvSpPr>
          <p:spPr>
            <a:xfrm>
              <a:off x="2523489" y="5245100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10" h="59689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59689">
                  <a:moveTo>
                    <a:pt x="381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70"/>
                  </a:lnTo>
                  <a:close/>
                </a:path>
                <a:path w="3810" h="59689">
                  <a:moveTo>
                    <a:pt x="3810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3810"/>
                  </a:lnTo>
                  <a:close/>
                </a:path>
                <a:path w="3810" h="59689">
                  <a:moveTo>
                    <a:pt x="3810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7620"/>
                  </a:lnTo>
                  <a:close/>
                </a:path>
                <a:path w="3810" h="59689">
                  <a:moveTo>
                    <a:pt x="3810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10160"/>
                  </a:lnTo>
                  <a:close/>
                </a:path>
                <a:path w="3810" h="59689">
                  <a:moveTo>
                    <a:pt x="3810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3970"/>
                  </a:lnTo>
                  <a:close/>
                </a:path>
                <a:path w="3810" h="59689">
                  <a:moveTo>
                    <a:pt x="3810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6510"/>
                  </a:lnTo>
                  <a:close/>
                </a:path>
                <a:path w="3810" h="59689">
                  <a:moveTo>
                    <a:pt x="3810" y="20320"/>
                  </a:moveTo>
                  <a:lnTo>
                    <a:pt x="0" y="20320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0320"/>
                  </a:lnTo>
                  <a:close/>
                </a:path>
                <a:path w="3810" h="59689">
                  <a:moveTo>
                    <a:pt x="3810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33020"/>
                  </a:lnTo>
                  <a:close/>
                </a:path>
                <a:path w="3810" h="59689">
                  <a:moveTo>
                    <a:pt x="3810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5560"/>
                  </a:lnTo>
                  <a:close/>
                </a:path>
                <a:path w="3810" h="59689">
                  <a:moveTo>
                    <a:pt x="3810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9370"/>
                  </a:lnTo>
                  <a:close/>
                </a:path>
                <a:path w="3810" h="59689">
                  <a:moveTo>
                    <a:pt x="3810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41910"/>
                  </a:lnTo>
                  <a:close/>
                </a:path>
                <a:path w="3810" h="59689">
                  <a:moveTo>
                    <a:pt x="3810" y="45720"/>
                  </a:moveTo>
                  <a:lnTo>
                    <a:pt x="0" y="4572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5720"/>
                  </a:lnTo>
                  <a:close/>
                </a:path>
                <a:path w="3810" h="59689">
                  <a:moveTo>
                    <a:pt x="3810" y="48260"/>
                  </a:moveTo>
                  <a:lnTo>
                    <a:pt x="0" y="48260"/>
                  </a:lnTo>
                  <a:lnTo>
                    <a:pt x="0" y="52069"/>
                  </a:lnTo>
                  <a:lnTo>
                    <a:pt x="3810" y="52069"/>
                  </a:lnTo>
                  <a:lnTo>
                    <a:pt x="3810" y="48260"/>
                  </a:lnTo>
                  <a:close/>
                </a:path>
                <a:path w="3810" h="59689">
                  <a:moveTo>
                    <a:pt x="3810" y="52070"/>
                  </a:moveTo>
                  <a:lnTo>
                    <a:pt x="0" y="52070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2070"/>
                  </a:lnTo>
                  <a:close/>
                </a:path>
                <a:path w="3810" h="59689">
                  <a:moveTo>
                    <a:pt x="3810" y="54610"/>
                  </a:moveTo>
                  <a:lnTo>
                    <a:pt x="0" y="54610"/>
                  </a:lnTo>
                  <a:lnTo>
                    <a:pt x="0" y="58419"/>
                  </a:lnTo>
                  <a:lnTo>
                    <a:pt x="3810" y="58419"/>
                  </a:lnTo>
                  <a:lnTo>
                    <a:pt x="3810" y="54610"/>
                  </a:lnTo>
                  <a:close/>
                </a:path>
                <a:path w="3810" h="59689">
                  <a:moveTo>
                    <a:pt x="3810" y="58420"/>
                  </a:moveTo>
                  <a:lnTo>
                    <a:pt x="1270" y="58420"/>
                  </a:lnTo>
                  <a:lnTo>
                    <a:pt x="1270" y="59690"/>
                  </a:lnTo>
                  <a:lnTo>
                    <a:pt x="3810" y="59690"/>
                  </a:lnTo>
                  <a:lnTo>
                    <a:pt x="3810" y="58420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2" name="object 1102"/>
            <p:cNvSpPr/>
            <p:nvPr/>
          </p:nvSpPr>
          <p:spPr>
            <a:xfrm>
              <a:off x="2527300" y="5245100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10" h="59689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59689">
                  <a:moveTo>
                    <a:pt x="381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70"/>
                  </a:lnTo>
                  <a:close/>
                </a:path>
                <a:path w="3810" h="59689">
                  <a:moveTo>
                    <a:pt x="3810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3810"/>
                  </a:lnTo>
                  <a:close/>
                </a:path>
                <a:path w="3810" h="59689">
                  <a:moveTo>
                    <a:pt x="3810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7620"/>
                  </a:lnTo>
                  <a:close/>
                </a:path>
                <a:path w="3810" h="59689">
                  <a:moveTo>
                    <a:pt x="3810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10160"/>
                  </a:lnTo>
                  <a:close/>
                </a:path>
                <a:path w="3810" h="59689">
                  <a:moveTo>
                    <a:pt x="3810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3970"/>
                  </a:lnTo>
                  <a:close/>
                </a:path>
                <a:path w="3810" h="59689">
                  <a:moveTo>
                    <a:pt x="3810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6510"/>
                  </a:lnTo>
                  <a:close/>
                </a:path>
                <a:path w="3810" h="59689">
                  <a:moveTo>
                    <a:pt x="3810" y="20320"/>
                  </a:moveTo>
                  <a:lnTo>
                    <a:pt x="0" y="20320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0320"/>
                  </a:lnTo>
                  <a:close/>
                </a:path>
                <a:path w="3810" h="59689">
                  <a:moveTo>
                    <a:pt x="3810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33020"/>
                  </a:lnTo>
                  <a:close/>
                </a:path>
                <a:path w="3810" h="59689">
                  <a:moveTo>
                    <a:pt x="3810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5560"/>
                  </a:lnTo>
                  <a:close/>
                </a:path>
                <a:path w="3810" h="59689">
                  <a:moveTo>
                    <a:pt x="3810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9370"/>
                  </a:lnTo>
                  <a:close/>
                </a:path>
                <a:path w="3810" h="59689">
                  <a:moveTo>
                    <a:pt x="3810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41910"/>
                  </a:lnTo>
                  <a:close/>
                </a:path>
                <a:path w="3810" h="59689">
                  <a:moveTo>
                    <a:pt x="3810" y="45720"/>
                  </a:moveTo>
                  <a:lnTo>
                    <a:pt x="0" y="4572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5720"/>
                  </a:lnTo>
                  <a:close/>
                </a:path>
                <a:path w="3810" h="59689">
                  <a:moveTo>
                    <a:pt x="3810" y="48260"/>
                  </a:moveTo>
                  <a:lnTo>
                    <a:pt x="0" y="48260"/>
                  </a:lnTo>
                  <a:lnTo>
                    <a:pt x="0" y="52069"/>
                  </a:lnTo>
                  <a:lnTo>
                    <a:pt x="3810" y="52069"/>
                  </a:lnTo>
                  <a:lnTo>
                    <a:pt x="3810" y="48260"/>
                  </a:lnTo>
                  <a:close/>
                </a:path>
                <a:path w="3810" h="59689">
                  <a:moveTo>
                    <a:pt x="3810" y="52070"/>
                  </a:moveTo>
                  <a:lnTo>
                    <a:pt x="0" y="52070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2070"/>
                  </a:lnTo>
                  <a:close/>
                </a:path>
                <a:path w="3810" h="59689">
                  <a:moveTo>
                    <a:pt x="3810" y="54610"/>
                  </a:moveTo>
                  <a:lnTo>
                    <a:pt x="0" y="54610"/>
                  </a:lnTo>
                  <a:lnTo>
                    <a:pt x="0" y="58419"/>
                  </a:lnTo>
                  <a:lnTo>
                    <a:pt x="3810" y="58419"/>
                  </a:lnTo>
                  <a:lnTo>
                    <a:pt x="3810" y="54610"/>
                  </a:lnTo>
                  <a:close/>
                </a:path>
                <a:path w="3810" h="59689">
                  <a:moveTo>
                    <a:pt x="3810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3810" y="59690"/>
                  </a:lnTo>
                  <a:lnTo>
                    <a:pt x="3810" y="5842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3" name="object 1103"/>
            <p:cNvSpPr/>
            <p:nvPr/>
          </p:nvSpPr>
          <p:spPr>
            <a:xfrm>
              <a:off x="2531110" y="5245100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10" h="59689">
                  <a:moveTo>
                    <a:pt x="380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10" h="59689">
                  <a:moveTo>
                    <a:pt x="3809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1270"/>
                  </a:lnTo>
                  <a:close/>
                </a:path>
                <a:path w="3810" h="59689">
                  <a:moveTo>
                    <a:pt x="3809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3810"/>
                  </a:lnTo>
                  <a:close/>
                </a:path>
                <a:path w="3810" h="59689">
                  <a:moveTo>
                    <a:pt x="3809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7620"/>
                  </a:lnTo>
                  <a:close/>
                </a:path>
                <a:path w="3810" h="59689">
                  <a:moveTo>
                    <a:pt x="3809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10160"/>
                  </a:lnTo>
                  <a:close/>
                </a:path>
                <a:path w="3810" h="59689">
                  <a:moveTo>
                    <a:pt x="3809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3970"/>
                  </a:lnTo>
                  <a:close/>
                </a:path>
                <a:path w="3810" h="59689">
                  <a:moveTo>
                    <a:pt x="3809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6510"/>
                  </a:lnTo>
                  <a:close/>
                </a:path>
                <a:path w="3810" h="59689">
                  <a:moveTo>
                    <a:pt x="3809" y="20320"/>
                  </a:moveTo>
                  <a:lnTo>
                    <a:pt x="0" y="20320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0320"/>
                  </a:lnTo>
                  <a:close/>
                </a:path>
                <a:path w="3810" h="59689">
                  <a:moveTo>
                    <a:pt x="3809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33020"/>
                  </a:lnTo>
                  <a:close/>
                </a:path>
                <a:path w="3810" h="59689">
                  <a:moveTo>
                    <a:pt x="3809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5560"/>
                  </a:lnTo>
                  <a:close/>
                </a:path>
                <a:path w="3810" h="59689">
                  <a:moveTo>
                    <a:pt x="3809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9370"/>
                  </a:lnTo>
                  <a:close/>
                </a:path>
                <a:path w="3810" h="59689">
                  <a:moveTo>
                    <a:pt x="3809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41910"/>
                  </a:lnTo>
                  <a:close/>
                </a:path>
                <a:path w="3810" h="59689">
                  <a:moveTo>
                    <a:pt x="3809" y="45720"/>
                  </a:moveTo>
                  <a:lnTo>
                    <a:pt x="0" y="45720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45720"/>
                  </a:lnTo>
                  <a:close/>
                </a:path>
                <a:path w="3810" h="59689">
                  <a:moveTo>
                    <a:pt x="3809" y="48260"/>
                  </a:moveTo>
                  <a:lnTo>
                    <a:pt x="0" y="48260"/>
                  </a:lnTo>
                  <a:lnTo>
                    <a:pt x="0" y="52069"/>
                  </a:lnTo>
                  <a:lnTo>
                    <a:pt x="3809" y="52069"/>
                  </a:lnTo>
                  <a:lnTo>
                    <a:pt x="3809" y="48260"/>
                  </a:lnTo>
                  <a:close/>
                </a:path>
                <a:path w="3810" h="59689">
                  <a:moveTo>
                    <a:pt x="3809" y="52070"/>
                  </a:moveTo>
                  <a:lnTo>
                    <a:pt x="0" y="52070"/>
                  </a:lnTo>
                  <a:lnTo>
                    <a:pt x="0" y="54609"/>
                  </a:lnTo>
                  <a:lnTo>
                    <a:pt x="3809" y="54609"/>
                  </a:lnTo>
                  <a:lnTo>
                    <a:pt x="3809" y="52070"/>
                  </a:lnTo>
                  <a:close/>
                </a:path>
                <a:path w="3810" h="59689">
                  <a:moveTo>
                    <a:pt x="3809" y="54610"/>
                  </a:moveTo>
                  <a:lnTo>
                    <a:pt x="0" y="54610"/>
                  </a:lnTo>
                  <a:lnTo>
                    <a:pt x="0" y="58419"/>
                  </a:lnTo>
                  <a:lnTo>
                    <a:pt x="3809" y="58419"/>
                  </a:lnTo>
                  <a:lnTo>
                    <a:pt x="3809" y="54610"/>
                  </a:lnTo>
                  <a:close/>
                </a:path>
                <a:path w="3810" h="59689">
                  <a:moveTo>
                    <a:pt x="3809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3809" y="59690"/>
                  </a:lnTo>
                  <a:lnTo>
                    <a:pt x="3809" y="58420"/>
                  </a:lnTo>
                  <a:close/>
                </a:path>
              </a:pathLst>
            </a:custGeom>
            <a:solidFill>
              <a:srgbClr val="8799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4" name="object 1104"/>
            <p:cNvSpPr/>
            <p:nvPr/>
          </p:nvSpPr>
          <p:spPr>
            <a:xfrm>
              <a:off x="2534920" y="5243830"/>
              <a:ext cx="3810" cy="60960"/>
            </a:xfrm>
            <a:custGeom>
              <a:avLst/>
              <a:gdLst/>
              <a:ahLst/>
              <a:cxnLst/>
              <a:rect l="l" t="t" r="r" b="b"/>
              <a:pathLst>
                <a:path w="3810" h="60960">
                  <a:moveTo>
                    <a:pt x="3810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  <a:path w="3810" h="60960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60960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10" h="60960">
                  <a:moveTo>
                    <a:pt x="381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890"/>
                  </a:lnTo>
                  <a:close/>
                </a:path>
                <a:path w="3810" h="60960">
                  <a:moveTo>
                    <a:pt x="381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30"/>
                  </a:lnTo>
                  <a:close/>
                </a:path>
                <a:path w="3810" h="60960">
                  <a:moveTo>
                    <a:pt x="381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40"/>
                  </a:lnTo>
                  <a:close/>
                </a:path>
                <a:path w="3810" h="60960">
                  <a:moveTo>
                    <a:pt x="3810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80"/>
                  </a:lnTo>
                  <a:close/>
                </a:path>
                <a:path w="3810" h="60960">
                  <a:moveTo>
                    <a:pt x="3810" y="21590"/>
                  </a:moveTo>
                  <a:lnTo>
                    <a:pt x="0" y="21590"/>
                  </a:lnTo>
                  <a:lnTo>
                    <a:pt x="0" y="34290"/>
                  </a:lnTo>
                  <a:lnTo>
                    <a:pt x="3810" y="34290"/>
                  </a:lnTo>
                  <a:lnTo>
                    <a:pt x="3810" y="21590"/>
                  </a:lnTo>
                  <a:close/>
                </a:path>
                <a:path w="3810" h="60960">
                  <a:moveTo>
                    <a:pt x="3810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4290"/>
                  </a:lnTo>
                  <a:close/>
                </a:path>
                <a:path w="3810" h="60960">
                  <a:moveTo>
                    <a:pt x="3810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3810" y="40640"/>
                  </a:lnTo>
                  <a:lnTo>
                    <a:pt x="3810" y="36830"/>
                  </a:lnTo>
                  <a:close/>
                </a:path>
                <a:path w="3810" h="60960">
                  <a:moveTo>
                    <a:pt x="3810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40640"/>
                  </a:lnTo>
                  <a:close/>
                </a:path>
                <a:path w="3810" h="60960">
                  <a:moveTo>
                    <a:pt x="3810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3810" y="46990"/>
                  </a:lnTo>
                  <a:lnTo>
                    <a:pt x="3810" y="43180"/>
                  </a:lnTo>
                  <a:close/>
                </a:path>
                <a:path w="3810" h="60960">
                  <a:moveTo>
                    <a:pt x="3810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6990"/>
                  </a:lnTo>
                  <a:close/>
                </a:path>
                <a:path w="3810" h="60960">
                  <a:moveTo>
                    <a:pt x="3810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3810" y="53340"/>
                  </a:lnTo>
                  <a:lnTo>
                    <a:pt x="3810" y="49530"/>
                  </a:lnTo>
                  <a:close/>
                </a:path>
                <a:path w="3810" h="60960">
                  <a:moveTo>
                    <a:pt x="3810" y="53340"/>
                  </a:moveTo>
                  <a:lnTo>
                    <a:pt x="0" y="53340"/>
                  </a:lnTo>
                  <a:lnTo>
                    <a:pt x="0" y="55880"/>
                  </a:lnTo>
                  <a:lnTo>
                    <a:pt x="3810" y="55880"/>
                  </a:lnTo>
                  <a:lnTo>
                    <a:pt x="3810" y="53340"/>
                  </a:lnTo>
                  <a:close/>
                </a:path>
                <a:path w="3810" h="60960">
                  <a:moveTo>
                    <a:pt x="3810" y="55880"/>
                  </a:moveTo>
                  <a:lnTo>
                    <a:pt x="0" y="55880"/>
                  </a:lnTo>
                  <a:lnTo>
                    <a:pt x="0" y="59690"/>
                  </a:lnTo>
                  <a:lnTo>
                    <a:pt x="3810" y="59690"/>
                  </a:lnTo>
                  <a:lnTo>
                    <a:pt x="3810" y="55880"/>
                  </a:lnTo>
                  <a:close/>
                </a:path>
                <a:path w="3810" h="60960">
                  <a:moveTo>
                    <a:pt x="3810" y="59690"/>
                  </a:moveTo>
                  <a:lnTo>
                    <a:pt x="0" y="59690"/>
                  </a:lnTo>
                  <a:lnTo>
                    <a:pt x="0" y="60960"/>
                  </a:lnTo>
                  <a:lnTo>
                    <a:pt x="3810" y="60960"/>
                  </a:lnTo>
                  <a:lnTo>
                    <a:pt x="3810" y="59690"/>
                  </a:lnTo>
                  <a:close/>
                </a:path>
              </a:pathLst>
            </a:custGeom>
            <a:solidFill>
              <a:srgbClr val="8496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5" name="object 1105"/>
            <p:cNvSpPr/>
            <p:nvPr/>
          </p:nvSpPr>
          <p:spPr>
            <a:xfrm>
              <a:off x="2538729" y="5243830"/>
              <a:ext cx="3810" cy="60960"/>
            </a:xfrm>
            <a:custGeom>
              <a:avLst/>
              <a:gdLst/>
              <a:ahLst/>
              <a:cxnLst/>
              <a:rect l="l" t="t" r="r" b="b"/>
              <a:pathLst>
                <a:path w="3810" h="60960">
                  <a:moveTo>
                    <a:pt x="380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09" y="2540"/>
                  </a:lnTo>
                  <a:lnTo>
                    <a:pt x="3809" y="0"/>
                  </a:lnTo>
                  <a:close/>
                </a:path>
                <a:path w="3810" h="60960">
                  <a:moveTo>
                    <a:pt x="380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2540"/>
                  </a:lnTo>
                  <a:close/>
                </a:path>
                <a:path w="3810" h="60960">
                  <a:moveTo>
                    <a:pt x="380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09" y="8890"/>
                  </a:lnTo>
                  <a:lnTo>
                    <a:pt x="3809" y="5080"/>
                  </a:lnTo>
                  <a:close/>
                </a:path>
                <a:path w="3810" h="60960">
                  <a:moveTo>
                    <a:pt x="380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8890"/>
                  </a:lnTo>
                  <a:close/>
                </a:path>
                <a:path w="3810" h="60960">
                  <a:moveTo>
                    <a:pt x="3809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09" y="15240"/>
                  </a:lnTo>
                  <a:lnTo>
                    <a:pt x="3809" y="11430"/>
                  </a:lnTo>
                  <a:close/>
                </a:path>
                <a:path w="3810" h="60960">
                  <a:moveTo>
                    <a:pt x="3809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5240"/>
                  </a:lnTo>
                  <a:close/>
                </a:path>
                <a:path w="3810" h="60960">
                  <a:moveTo>
                    <a:pt x="3809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09" y="21590"/>
                  </a:lnTo>
                  <a:lnTo>
                    <a:pt x="3809" y="17780"/>
                  </a:lnTo>
                  <a:close/>
                </a:path>
                <a:path w="3810" h="60960">
                  <a:moveTo>
                    <a:pt x="3809" y="21590"/>
                  </a:moveTo>
                  <a:lnTo>
                    <a:pt x="0" y="21590"/>
                  </a:lnTo>
                  <a:lnTo>
                    <a:pt x="0" y="34290"/>
                  </a:lnTo>
                  <a:lnTo>
                    <a:pt x="3809" y="34290"/>
                  </a:lnTo>
                  <a:lnTo>
                    <a:pt x="3809" y="21590"/>
                  </a:lnTo>
                  <a:close/>
                </a:path>
                <a:path w="3810" h="60960">
                  <a:moveTo>
                    <a:pt x="3809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4290"/>
                  </a:lnTo>
                  <a:close/>
                </a:path>
                <a:path w="3810" h="60960">
                  <a:moveTo>
                    <a:pt x="3809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3809" y="40640"/>
                  </a:lnTo>
                  <a:lnTo>
                    <a:pt x="3809" y="36830"/>
                  </a:lnTo>
                  <a:close/>
                </a:path>
                <a:path w="3810" h="60960">
                  <a:moveTo>
                    <a:pt x="3809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3809" y="43180"/>
                  </a:lnTo>
                  <a:lnTo>
                    <a:pt x="3809" y="40640"/>
                  </a:lnTo>
                  <a:close/>
                </a:path>
                <a:path w="3810" h="60960">
                  <a:moveTo>
                    <a:pt x="3809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3809" y="46990"/>
                  </a:lnTo>
                  <a:lnTo>
                    <a:pt x="3809" y="43180"/>
                  </a:lnTo>
                  <a:close/>
                </a:path>
                <a:path w="3810" h="60960">
                  <a:moveTo>
                    <a:pt x="3809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3809" y="49530"/>
                  </a:lnTo>
                  <a:lnTo>
                    <a:pt x="3809" y="46990"/>
                  </a:lnTo>
                  <a:close/>
                </a:path>
                <a:path w="3810" h="60960">
                  <a:moveTo>
                    <a:pt x="3809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3809" y="53340"/>
                  </a:lnTo>
                  <a:lnTo>
                    <a:pt x="3809" y="49530"/>
                  </a:lnTo>
                  <a:close/>
                </a:path>
                <a:path w="3810" h="60960">
                  <a:moveTo>
                    <a:pt x="3809" y="53340"/>
                  </a:moveTo>
                  <a:lnTo>
                    <a:pt x="0" y="53340"/>
                  </a:lnTo>
                  <a:lnTo>
                    <a:pt x="0" y="55880"/>
                  </a:lnTo>
                  <a:lnTo>
                    <a:pt x="3809" y="55880"/>
                  </a:lnTo>
                  <a:lnTo>
                    <a:pt x="3809" y="53340"/>
                  </a:lnTo>
                  <a:close/>
                </a:path>
                <a:path w="3810" h="60960">
                  <a:moveTo>
                    <a:pt x="3809" y="55880"/>
                  </a:moveTo>
                  <a:lnTo>
                    <a:pt x="0" y="55880"/>
                  </a:lnTo>
                  <a:lnTo>
                    <a:pt x="0" y="59690"/>
                  </a:lnTo>
                  <a:lnTo>
                    <a:pt x="3809" y="59690"/>
                  </a:lnTo>
                  <a:lnTo>
                    <a:pt x="3809" y="55880"/>
                  </a:lnTo>
                  <a:close/>
                </a:path>
                <a:path w="3810" h="60960">
                  <a:moveTo>
                    <a:pt x="3809" y="59690"/>
                  </a:moveTo>
                  <a:lnTo>
                    <a:pt x="0" y="59690"/>
                  </a:lnTo>
                  <a:lnTo>
                    <a:pt x="0" y="60960"/>
                  </a:lnTo>
                  <a:lnTo>
                    <a:pt x="3809" y="60960"/>
                  </a:lnTo>
                  <a:lnTo>
                    <a:pt x="3809" y="59690"/>
                  </a:lnTo>
                  <a:close/>
                </a:path>
              </a:pathLst>
            </a:custGeom>
            <a:solidFill>
              <a:srgbClr val="819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6" name="object 1106"/>
            <p:cNvSpPr/>
            <p:nvPr/>
          </p:nvSpPr>
          <p:spPr>
            <a:xfrm>
              <a:off x="2542539" y="5242559"/>
              <a:ext cx="2540" cy="63500"/>
            </a:xfrm>
            <a:custGeom>
              <a:avLst/>
              <a:gdLst/>
              <a:ahLst/>
              <a:cxnLst/>
              <a:rect l="l" t="t" r="r" b="b"/>
              <a:pathLst>
                <a:path w="2539" h="63500">
                  <a:moveTo>
                    <a:pt x="2540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0" y="1269"/>
                  </a:lnTo>
                  <a:lnTo>
                    <a:pt x="0" y="3809"/>
                  </a:lnTo>
                  <a:lnTo>
                    <a:pt x="2540" y="3809"/>
                  </a:lnTo>
                  <a:lnTo>
                    <a:pt x="2540" y="0"/>
                  </a:lnTo>
                  <a:close/>
                </a:path>
                <a:path w="2539" h="63500">
                  <a:moveTo>
                    <a:pt x="254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2540" y="6349"/>
                  </a:lnTo>
                  <a:lnTo>
                    <a:pt x="2540" y="3809"/>
                  </a:lnTo>
                  <a:close/>
                </a:path>
                <a:path w="2539" h="63500">
                  <a:moveTo>
                    <a:pt x="254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2540" y="10159"/>
                  </a:lnTo>
                  <a:lnTo>
                    <a:pt x="2540" y="6350"/>
                  </a:lnTo>
                  <a:close/>
                </a:path>
                <a:path w="2539" h="63500">
                  <a:moveTo>
                    <a:pt x="254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2540" y="12699"/>
                  </a:lnTo>
                  <a:lnTo>
                    <a:pt x="2540" y="10159"/>
                  </a:lnTo>
                  <a:close/>
                </a:path>
                <a:path w="2539" h="63500">
                  <a:moveTo>
                    <a:pt x="254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2540" y="16509"/>
                  </a:lnTo>
                  <a:lnTo>
                    <a:pt x="2540" y="12700"/>
                  </a:lnTo>
                  <a:close/>
                </a:path>
                <a:path w="2539" h="63500">
                  <a:moveTo>
                    <a:pt x="254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2540" y="19049"/>
                  </a:lnTo>
                  <a:lnTo>
                    <a:pt x="2540" y="16509"/>
                  </a:lnTo>
                  <a:close/>
                </a:path>
                <a:path w="2539" h="63500">
                  <a:moveTo>
                    <a:pt x="254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2540" y="22859"/>
                  </a:lnTo>
                  <a:lnTo>
                    <a:pt x="2540" y="19050"/>
                  </a:lnTo>
                  <a:close/>
                </a:path>
                <a:path w="2539" h="63500">
                  <a:moveTo>
                    <a:pt x="2540" y="22859"/>
                  </a:moveTo>
                  <a:lnTo>
                    <a:pt x="0" y="22859"/>
                  </a:lnTo>
                  <a:lnTo>
                    <a:pt x="0" y="35559"/>
                  </a:lnTo>
                  <a:lnTo>
                    <a:pt x="2540" y="35559"/>
                  </a:lnTo>
                  <a:lnTo>
                    <a:pt x="2540" y="22859"/>
                  </a:lnTo>
                  <a:close/>
                </a:path>
                <a:path w="2539" h="63500">
                  <a:moveTo>
                    <a:pt x="254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2540" y="38099"/>
                  </a:lnTo>
                  <a:lnTo>
                    <a:pt x="2540" y="35559"/>
                  </a:lnTo>
                  <a:close/>
                </a:path>
                <a:path w="2539" h="63500">
                  <a:moveTo>
                    <a:pt x="254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2540" y="41909"/>
                  </a:lnTo>
                  <a:lnTo>
                    <a:pt x="2540" y="38100"/>
                  </a:lnTo>
                  <a:close/>
                </a:path>
                <a:path w="2539" h="63500">
                  <a:moveTo>
                    <a:pt x="254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2540" y="44449"/>
                  </a:lnTo>
                  <a:lnTo>
                    <a:pt x="2540" y="41909"/>
                  </a:lnTo>
                  <a:close/>
                </a:path>
                <a:path w="2539" h="63500">
                  <a:moveTo>
                    <a:pt x="254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2540" y="48259"/>
                  </a:lnTo>
                  <a:lnTo>
                    <a:pt x="2540" y="44450"/>
                  </a:lnTo>
                  <a:close/>
                </a:path>
                <a:path w="2539" h="63500">
                  <a:moveTo>
                    <a:pt x="2540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2540" y="50799"/>
                  </a:lnTo>
                  <a:lnTo>
                    <a:pt x="2540" y="48259"/>
                  </a:lnTo>
                  <a:close/>
                </a:path>
                <a:path w="2539" h="63500">
                  <a:moveTo>
                    <a:pt x="2540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2540" y="54609"/>
                  </a:lnTo>
                  <a:lnTo>
                    <a:pt x="2540" y="50800"/>
                  </a:lnTo>
                  <a:close/>
                </a:path>
                <a:path w="2539" h="63500">
                  <a:moveTo>
                    <a:pt x="2540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2540" y="57149"/>
                  </a:lnTo>
                  <a:lnTo>
                    <a:pt x="2540" y="54609"/>
                  </a:lnTo>
                  <a:close/>
                </a:path>
                <a:path w="2539" h="63500">
                  <a:moveTo>
                    <a:pt x="2540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2540" y="60959"/>
                  </a:lnTo>
                  <a:lnTo>
                    <a:pt x="2540" y="57150"/>
                  </a:lnTo>
                  <a:close/>
                </a:path>
                <a:path w="2539" h="63500">
                  <a:moveTo>
                    <a:pt x="2540" y="60959"/>
                  </a:moveTo>
                  <a:lnTo>
                    <a:pt x="0" y="60959"/>
                  </a:lnTo>
                  <a:lnTo>
                    <a:pt x="0" y="62229"/>
                  </a:lnTo>
                  <a:lnTo>
                    <a:pt x="1270" y="62229"/>
                  </a:lnTo>
                  <a:lnTo>
                    <a:pt x="1270" y="63499"/>
                  </a:lnTo>
                  <a:lnTo>
                    <a:pt x="2540" y="63499"/>
                  </a:lnTo>
                  <a:lnTo>
                    <a:pt x="2540" y="60959"/>
                  </a:lnTo>
                  <a:close/>
                </a:path>
              </a:pathLst>
            </a:custGeom>
            <a:solidFill>
              <a:srgbClr val="7F92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7" name="object 1107"/>
            <p:cNvSpPr/>
            <p:nvPr/>
          </p:nvSpPr>
          <p:spPr>
            <a:xfrm>
              <a:off x="2545079" y="52425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0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0"/>
                  </a:lnTo>
                  <a:close/>
                </a:path>
                <a:path w="3810" h="63500">
                  <a:moveTo>
                    <a:pt x="380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3809"/>
                  </a:lnTo>
                  <a:close/>
                </a:path>
                <a:path w="3810" h="63500">
                  <a:moveTo>
                    <a:pt x="380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6350"/>
                  </a:lnTo>
                  <a:close/>
                </a:path>
                <a:path w="3810" h="63500">
                  <a:moveTo>
                    <a:pt x="380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10159"/>
                  </a:lnTo>
                  <a:close/>
                </a:path>
                <a:path w="3810" h="63500">
                  <a:moveTo>
                    <a:pt x="380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2700"/>
                  </a:lnTo>
                  <a:close/>
                </a:path>
                <a:path w="3810" h="63500">
                  <a:moveTo>
                    <a:pt x="380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6509"/>
                  </a:lnTo>
                  <a:close/>
                </a:path>
                <a:path w="3810" h="63500">
                  <a:moveTo>
                    <a:pt x="380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19050"/>
                  </a:lnTo>
                  <a:close/>
                </a:path>
                <a:path w="3810" h="63500">
                  <a:moveTo>
                    <a:pt x="3809" y="22859"/>
                  </a:moveTo>
                  <a:lnTo>
                    <a:pt x="0" y="22859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22859"/>
                  </a:lnTo>
                  <a:close/>
                </a:path>
                <a:path w="3810" h="63500">
                  <a:moveTo>
                    <a:pt x="380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5559"/>
                  </a:lnTo>
                  <a:close/>
                </a:path>
                <a:path w="3810" h="63500">
                  <a:moveTo>
                    <a:pt x="380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8100"/>
                  </a:lnTo>
                  <a:close/>
                </a:path>
                <a:path w="3810" h="63500">
                  <a:moveTo>
                    <a:pt x="380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1909"/>
                  </a:lnTo>
                  <a:close/>
                </a:path>
                <a:path w="3810" h="63500">
                  <a:moveTo>
                    <a:pt x="3809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44450"/>
                  </a:lnTo>
                  <a:close/>
                </a:path>
                <a:path w="3810" h="63500">
                  <a:moveTo>
                    <a:pt x="380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8259"/>
                  </a:lnTo>
                  <a:close/>
                </a:path>
                <a:path w="3810" h="63500">
                  <a:moveTo>
                    <a:pt x="3809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09" y="54609"/>
                  </a:lnTo>
                  <a:lnTo>
                    <a:pt x="3809" y="50800"/>
                  </a:lnTo>
                  <a:close/>
                </a:path>
                <a:path w="3810" h="63500">
                  <a:moveTo>
                    <a:pt x="3809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4609"/>
                  </a:lnTo>
                  <a:close/>
                </a:path>
                <a:path w="3810" h="63500">
                  <a:moveTo>
                    <a:pt x="3809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3809" y="60959"/>
                  </a:lnTo>
                  <a:lnTo>
                    <a:pt x="3809" y="57150"/>
                  </a:lnTo>
                  <a:close/>
                </a:path>
                <a:path w="3810" h="63500">
                  <a:moveTo>
                    <a:pt x="3809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3809" y="63499"/>
                  </a:lnTo>
                  <a:lnTo>
                    <a:pt x="3809" y="60959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8" name="object 1108"/>
            <p:cNvSpPr/>
            <p:nvPr/>
          </p:nvSpPr>
          <p:spPr>
            <a:xfrm>
              <a:off x="2548889" y="52425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0"/>
                  </a:lnTo>
                  <a:close/>
                </a:path>
                <a:path w="3810" h="63500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10" h="63500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10" h="63500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10" h="63500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10" h="63500">
                  <a:moveTo>
                    <a:pt x="381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6509"/>
                  </a:lnTo>
                  <a:close/>
                </a:path>
                <a:path w="3810" h="63500">
                  <a:moveTo>
                    <a:pt x="381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9050"/>
                  </a:lnTo>
                  <a:close/>
                </a:path>
                <a:path w="3810" h="63500">
                  <a:moveTo>
                    <a:pt x="3810" y="22859"/>
                  </a:moveTo>
                  <a:lnTo>
                    <a:pt x="0" y="22859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22859"/>
                  </a:lnTo>
                  <a:close/>
                </a:path>
                <a:path w="3810" h="63500">
                  <a:moveTo>
                    <a:pt x="381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5559"/>
                  </a:lnTo>
                  <a:close/>
                </a:path>
                <a:path w="3810" h="63500">
                  <a:moveTo>
                    <a:pt x="381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8100"/>
                  </a:lnTo>
                  <a:close/>
                </a:path>
                <a:path w="3810" h="63500">
                  <a:moveTo>
                    <a:pt x="381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1909"/>
                  </a:lnTo>
                  <a:close/>
                </a:path>
                <a:path w="3810" h="63500">
                  <a:moveTo>
                    <a:pt x="381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4450"/>
                  </a:lnTo>
                  <a:close/>
                </a:path>
                <a:path w="3810" h="63500">
                  <a:moveTo>
                    <a:pt x="3810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8259"/>
                  </a:lnTo>
                  <a:close/>
                </a:path>
                <a:path w="3810" h="63500">
                  <a:moveTo>
                    <a:pt x="3810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0800"/>
                  </a:lnTo>
                  <a:close/>
                </a:path>
                <a:path w="3810" h="63500">
                  <a:moveTo>
                    <a:pt x="3810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4609"/>
                  </a:lnTo>
                  <a:close/>
                </a:path>
                <a:path w="3810" h="63500">
                  <a:moveTo>
                    <a:pt x="3810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3810" y="60959"/>
                  </a:lnTo>
                  <a:lnTo>
                    <a:pt x="3810" y="57150"/>
                  </a:lnTo>
                  <a:close/>
                </a:path>
                <a:path w="3810" h="63500">
                  <a:moveTo>
                    <a:pt x="3810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3810" y="63499"/>
                  </a:lnTo>
                  <a:lnTo>
                    <a:pt x="3810" y="60959"/>
                  </a:lnTo>
                  <a:close/>
                </a:path>
              </a:pathLst>
            </a:custGeom>
            <a:solidFill>
              <a:srgbClr val="79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9" name="object 1109"/>
            <p:cNvSpPr/>
            <p:nvPr/>
          </p:nvSpPr>
          <p:spPr>
            <a:xfrm>
              <a:off x="2552700" y="52425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0"/>
                  </a:lnTo>
                  <a:close/>
                </a:path>
                <a:path w="3810" h="63500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10" h="63500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10" h="63500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10" h="63500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10" h="63500">
                  <a:moveTo>
                    <a:pt x="381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6509"/>
                  </a:lnTo>
                  <a:close/>
                </a:path>
                <a:path w="3810" h="63500">
                  <a:moveTo>
                    <a:pt x="381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9050"/>
                  </a:lnTo>
                  <a:close/>
                </a:path>
                <a:path w="3810" h="63500">
                  <a:moveTo>
                    <a:pt x="3810" y="22859"/>
                  </a:moveTo>
                  <a:lnTo>
                    <a:pt x="0" y="22859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22859"/>
                  </a:lnTo>
                  <a:close/>
                </a:path>
                <a:path w="3810" h="63500">
                  <a:moveTo>
                    <a:pt x="381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5559"/>
                  </a:lnTo>
                  <a:close/>
                </a:path>
                <a:path w="3810" h="63500">
                  <a:moveTo>
                    <a:pt x="381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8100"/>
                  </a:lnTo>
                  <a:close/>
                </a:path>
                <a:path w="3810" h="63500">
                  <a:moveTo>
                    <a:pt x="381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1909"/>
                  </a:lnTo>
                  <a:close/>
                </a:path>
                <a:path w="3810" h="63500">
                  <a:moveTo>
                    <a:pt x="381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4450"/>
                  </a:lnTo>
                  <a:close/>
                </a:path>
                <a:path w="3810" h="63500">
                  <a:moveTo>
                    <a:pt x="3810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8259"/>
                  </a:lnTo>
                  <a:close/>
                </a:path>
                <a:path w="3810" h="63500">
                  <a:moveTo>
                    <a:pt x="3810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0800"/>
                  </a:lnTo>
                  <a:close/>
                </a:path>
                <a:path w="3810" h="63500">
                  <a:moveTo>
                    <a:pt x="3810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4609"/>
                  </a:lnTo>
                  <a:close/>
                </a:path>
                <a:path w="3810" h="63500">
                  <a:moveTo>
                    <a:pt x="3810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3810" y="60959"/>
                  </a:lnTo>
                  <a:lnTo>
                    <a:pt x="3810" y="57150"/>
                  </a:lnTo>
                  <a:close/>
                </a:path>
                <a:path w="3810" h="63500">
                  <a:moveTo>
                    <a:pt x="3810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3810" y="63499"/>
                  </a:lnTo>
                  <a:lnTo>
                    <a:pt x="3810" y="60959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0" name="object 1110"/>
            <p:cNvSpPr/>
            <p:nvPr/>
          </p:nvSpPr>
          <p:spPr>
            <a:xfrm>
              <a:off x="2556510" y="52425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0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0"/>
                  </a:lnTo>
                  <a:close/>
                </a:path>
                <a:path w="3810" h="63500">
                  <a:moveTo>
                    <a:pt x="380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3809"/>
                  </a:lnTo>
                  <a:close/>
                </a:path>
                <a:path w="3810" h="63500">
                  <a:moveTo>
                    <a:pt x="380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6350"/>
                  </a:lnTo>
                  <a:close/>
                </a:path>
                <a:path w="3810" h="63500">
                  <a:moveTo>
                    <a:pt x="380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10159"/>
                  </a:lnTo>
                  <a:close/>
                </a:path>
                <a:path w="3810" h="63500">
                  <a:moveTo>
                    <a:pt x="380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2700"/>
                  </a:lnTo>
                  <a:close/>
                </a:path>
                <a:path w="3810" h="63500">
                  <a:moveTo>
                    <a:pt x="380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6509"/>
                  </a:lnTo>
                  <a:close/>
                </a:path>
                <a:path w="3810" h="63500">
                  <a:moveTo>
                    <a:pt x="380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19050"/>
                  </a:lnTo>
                  <a:close/>
                </a:path>
                <a:path w="3810" h="63500">
                  <a:moveTo>
                    <a:pt x="3809" y="22859"/>
                  </a:moveTo>
                  <a:lnTo>
                    <a:pt x="0" y="22859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22859"/>
                  </a:lnTo>
                  <a:close/>
                </a:path>
                <a:path w="3810" h="63500">
                  <a:moveTo>
                    <a:pt x="380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5559"/>
                  </a:lnTo>
                  <a:close/>
                </a:path>
                <a:path w="3810" h="63500">
                  <a:moveTo>
                    <a:pt x="380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8100"/>
                  </a:lnTo>
                  <a:close/>
                </a:path>
                <a:path w="3810" h="63500">
                  <a:moveTo>
                    <a:pt x="380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1909"/>
                  </a:lnTo>
                  <a:close/>
                </a:path>
                <a:path w="3810" h="63500">
                  <a:moveTo>
                    <a:pt x="3809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44450"/>
                  </a:lnTo>
                  <a:close/>
                </a:path>
                <a:path w="3810" h="63500">
                  <a:moveTo>
                    <a:pt x="380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8259"/>
                  </a:lnTo>
                  <a:close/>
                </a:path>
                <a:path w="3810" h="63500">
                  <a:moveTo>
                    <a:pt x="3809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09" y="54609"/>
                  </a:lnTo>
                  <a:lnTo>
                    <a:pt x="3809" y="50800"/>
                  </a:lnTo>
                  <a:close/>
                </a:path>
                <a:path w="3810" h="63500">
                  <a:moveTo>
                    <a:pt x="3809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4609"/>
                  </a:lnTo>
                  <a:close/>
                </a:path>
                <a:path w="3810" h="63500">
                  <a:moveTo>
                    <a:pt x="3809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3809" y="60959"/>
                  </a:lnTo>
                  <a:lnTo>
                    <a:pt x="3809" y="57150"/>
                  </a:lnTo>
                  <a:close/>
                </a:path>
                <a:path w="3810" h="63500">
                  <a:moveTo>
                    <a:pt x="3809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3809" y="63499"/>
                  </a:lnTo>
                  <a:lnTo>
                    <a:pt x="3809" y="60959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1" name="object 1111"/>
            <p:cNvSpPr/>
            <p:nvPr/>
          </p:nvSpPr>
          <p:spPr>
            <a:xfrm>
              <a:off x="2560320" y="52425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0"/>
                  </a:lnTo>
                  <a:close/>
                </a:path>
                <a:path w="3810" h="63500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10" h="63500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10" h="63500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10" h="63500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10" h="63500">
                  <a:moveTo>
                    <a:pt x="381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6509"/>
                  </a:lnTo>
                  <a:close/>
                </a:path>
                <a:path w="3810" h="63500">
                  <a:moveTo>
                    <a:pt x="381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9050"/>
                  </a:lnTo>
                  <a:close/>
                </a:path>
                <a:path w="3810" h="63500">
                  <a:moveTo>
                    <a:pt x="3810" y="22859"/>
                  </a:moveTo>
                  <a:lnTo>
                    <a:pt x="0" y="22859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22859"/>
                  </a:lnTo>
                  <a:close/>
                </a:path>
                <a:path w="3810" h="63500">
                  <a:moveTo>
                    <a:pt x="381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5559"/>
                  </a:lnTo>
                  <a:close/>
                </a:path>
                <a:path w="3810" h="63500">
                  <a:moveTo>
                    <a:pt x="381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8100"/>
                  </a:lnTo>
                  <a:close/>
                </a:path>
                <a:path w="3810" h="63500">
                  <a:moveTo>
                    <a:pt x="381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1909"/>
                  </a:lnTo>
                  <a:close/>
                </a:path>
                <a:path w="3810" h="63500">
                  <a:moveTo>
                    <a:pt x="381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4450"/>
                  </a:lnTo>
                  <a:close/>
                </a:path>
                <a:path w="3810" h="63500">
                  <a:moveTo>
                    <a:pt x="3810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8259"/>
                  </a:lnTo>
                  <a:close/>
                </a:path>
                <a:path w="3810" h="63500">
                  <a:moveTo>
                    <a:pt x="3810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0800"/>
                  </a:lnTo>
                  <a:close/>
                </a:path>
                <a:path w="3810" h="63500">
                  <a:moveTo>
                    <a:pt x="3810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4609"/>
                  </a:lnTo>
                  <a:close/>
                </a:path>
                <a:path w="3810" h="63500">
                  <a:moveTo>
                    <a:pt x="3810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3810" y="60959"/>
                  </a:lnTo>
                  <a:lnTo>
                    <a:pt x="3810" y="57150"/>
                  </a:lnTo>
                  <a:close/>
                </a:path>
                <a:path w="3810" h="63500">
                  <a:moveTo>
                    <a:pt x="3810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3810" y="63499"/>
                  </a:lnTo>
                  <a:lnTo>
                    <a:pt x="3810" y="60959"/>
                  </a:lnTo>
                  <a:close/>
                </a:path>
              </a:pathLst>
            </a:custGeom>
            <a:solidFill>
              <a:srgbClr val="71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2" name="object 1112"/>
            <p:cNvSpPr/>
            <p:nvPr/>
          </p:nvSpPr>
          <p:spPr>
            <a:xfrm>
              <a:off x="2564129" y="5242559"/>
              <a:ext cx="2540" cy="63500"/>
            </a:xfrm>
            <a:custGeom>
              <a:avLst/>
              <a:gdLst/>
              <a:ahLst/>
              <a:cxnLst/>
              <a:rect l="l" t="t" r="r" b="b"/>
              <a:pathLst>
                <a:path w="2539" h="63500">
                  <a:moveTo>
                    <a:pt x="253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2539" y="3809"/>
                  </a:lnTo>
                  <a:lnTo>
                    <a:pt x="2539" y="0"/>
                  </a:lnTo>
                  <a:close/>
                </a:path>
                <a:path w="2539" h="63500">
                  <a:moveTo>
                    <a:pt x="253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2539" y="6349"/>
                  </a:lnTo>
                  <a:lnTo>
                    <a:pt x="2539" y="3809"/>
                  </a:lnTo>
                  <a:close/>
                </a:path>
                <a:path w="2539" h="63500">
                  <a:moveTo>
                    <a:pt x="253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2539" y="10159"/>
                  </a:lnTo>
                  <a:lnTo>
                    <a:pt x="2539" y="6350"/>
                  </a:lnTo>
                  <a:close/>
                </a:path>
                <a:path w="2539" h="63500">
                  <a:moveTo>
                    <a:pt x="253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2539" y="12699"/>
                  </a:lnTo>
                  <a:lnTo>
                    <a:pt x="2539" y="10159"/>
                  </a:lnTo>
                  <a:close/>
                </a:path>
                <a:path w="2539" h="63500">
                  <a:moveTo>
                    <a:pt x="253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2539" y="16509"/>
                  </a:lnTo>
                  <a:lnTo>
                    <a:pt x="2539" y="12700"/>
                  </a:lnTo>
                  <a:close/>
                </a:path>
                <a:path w="2539" h="63500">
                  <a:moveTo>
                    <a:pt x="253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2539" y="19049"/>
                  </a:lnTo>
                  <a:lnTo>
                    <a:pt x="2539" y="16509"/>
                  </a:lnTo>
                  <a:close/>
                </a:path>
                <a:path w="2539" h="63500">
                  <a:moveTo>
                    <a:pt x="253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2539" y="22859"/>
                  </a:lnTo>
                  <a:lnTo>
                    <a:pt x="2539" y="19050"/>
                  </a:lnTo>
                  <a:close/>
                </a:path>
                <a:path w="2539" h="63500">
                  <a:moveTo>
                    <a:pt x="2539" y="22859"/>
                  </a:moveTo>
                  <a:lnTo>
                    <a:pt x="0" y="22859"/>
                  </a:lnTo>
                  <a:lnTo>
                    <a:pt x="0" y="35559"/>
                  </a:lnTo>
                  <a:lnTo>
                    <a:pt x="2539" y="35559"/>
                  </a:lnTo>
                  <a:lnTo>
                    <a:pt x="2539" y="22859"/>
                  </a:lnTo>
                  <a:close/>
                </a:path>
                <a:path w="2539" h="63500">
                  <a:moveTo>
                    <a:pt x="253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2539" y="38099"/>
                  </a:lnTo>
                  <a:lnTo>
                    <a:pt x="2539" y="35559"/>
                  </a:lnTo>
                  <a:close/>
                </a:path>
                <a:path w="2539" h="63500">
                  <a:moveTo>
                    <a:pt x="253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2539" y="41909"/>
                  </a:lnTo>
                  <a:lnTo>
                    <a:pt x="2539" y="38100"/>
                  </a:lnTo>
                  <a:close/>
                </a:path>
                <a:path w="2539" h="63500">
                  <a:moveTo>
                    <a:pt x="253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2539" y="44449"/>
                  </a:lnTo>
                  <a:lnTo>
                    <a:pt x="2539" y="41909"/>
                  </a:lnTo>
                  <a:close/>
                </a:path>
                <a:path w="2539" h="63500">
                  <a:moveTo>
                    <a:pt x="2539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2539" y="48259"/>
                  </a:lnTo>
                  <a:lnTo>
                    <a:pt x="2539" y="44450"/>
                  </a:lnTo>
                  <a:close/>
                </a:path>
                <a:path w="2539" h="63500">
                  <a:moveTo>
                    <a:pt x="253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2539" y="50799"/>
                  </a:lnTo>
                  <a:lnTo>
                    <a:pt x="2539" y="48259"/>
                  </a:lnTo>
                  <a:close/>
                </a:path>
                <a:path w="2539" h="63500">
                  <a:moveTo>
                    <a:pt x="2539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2539" y="54609"/>
                  </a:lnTo>
                  <a:lnTo>
                    <a:pt x="2539" y="50800"/>
                  </a:lnTo>
                  <a:close/>
                </a:path>
                <a:path w="2539" h="63500">
                  <a:moveTo>
                    <a:pt x="2539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2539" y="57149"/>
                  </a:lnTo>
                  <a:lnTo>
                    <a:pt x="2539" y="54609"/>
                  </a:lnTo>
                  <a:close/>
                </a:path>
                <a:path w="2539" h="63500">
                  <a:moveTo>
                    <a:pt x="2539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2539" y="60959"/>
                  </a:lnTo>
                  <a:lnTo>
                    <a:pt x="2539" y="57150"/>
                  </a:lnTo>
                  <a:close/>
                </a:path>
                <a:path w="2539" h="63500">
                  <a:moveTo>
                    <a:pt x="2539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2539" y="63499"/>
                  </a:lnTo>
                  <a:lnTo>
                    <a:pt x="2539" y="60959"/>
                  </a:lnTo>
                  <a:close/>
                </a:path>
              </a:pathLst>
            </a:custGeom>
            <a:solidFill>
              <a:srgbClr val="6F84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3" name="object 1113"/>
            <p:cNvSpPr/>
            <p:nvPr/>
          </p:nvSpPr>
          <p:spPr>
            <a:xfrm>
              <a:off x="2566670" y="52425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0"/>
                  </a:lnTo>
                  <a:close/>
                </a:path>
                <a:path w="3810" h="63500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10" h="63500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10" h="63500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10" h="63500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10" h="63500">
                  <a:moveTo>
                    <a:pt x="381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6509"/>
                  </a:lnTo>
                  <a:close/>
                </a:path>
                <a:path w="3810" h="63500">
                  <a:moveTo>
                    <a:pt x="381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9050"/>
                  </a:lnTo>
                  <a:close/>
                </a:path>
                <a:path w="3810" h="63500">
                  <a:moveTo>
                    <a:pt x="3810" y="22859"/>
                  </a:moveTo>
                  <a:lnTo>
                    <a:pt x="0" y="22859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22859"/>
                  </a:lnTo>
                  <a:close/>
                </a:path>
                <a:path w="3810" h="63500">
                  <a:moveTo>
                    <a:pt x="381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5559"/>
                  </a:lnTo>
                  <a:close/>
                </a:path>
                <a:path w="3810" h="63500">
                  <a:moveTo>
                    <a:pt x="381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8100"/>
                  </a:lnTo>
                  <a:close/>
                </a:path>
                <a:path w="3810" h="63500">
                  <a:moveTo>
                    <a:pt x="381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1909"/>
                  </a:lnTo>
                  <a:close/>
                </a:path>
                <a:path w="3810" h="63500">
                  <a:moveTo>
                    <a:pt x="381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4450"/>
                  </a:lnTo>
                  <a:close/>
                </a:path>
                <a:path w="3810" h="63500">
                  <a:moveTo>
                    <a:pt x="3810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8259"/>
                  </a:lnTo>
                  <a:close/>
                </a:path>
                <a:path w="3810" h="63500">
                  <a:moveTo>
                    <a:pt x="3810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0800"/>
                  </a:lnTo>
                  <a:close/>
                </a:path>
                <a:path w="3810" h="63500">
                  <a:moveTo>
                    <a:pt x="3810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4609"/>
                  </a:lnTo>
                  <a:close/>
                </a:path>
                <a:path w="3810" h="63500">
                  <a:moveTo>
                    <a:pt x="3810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3810" y="60959"/>
                  </a:lnTo>
                  <a:lnTo>
                    <a:pt x="3810" y="57150"/>
                  </a:lnTo>
                  <a:close/>
                </a:path>
                <a:path w="3810" h="63500">
                  <a:moveTo>
                    <a:pt x="3810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3810" y="63499"/>
                  </a:lnTo>
                  <a:lnTo>
                    <a:pt x="3810" y="60959"/>
                  </a:lnTo>
                  <a:close/>
                </a:path>
              </a:pathLst>
            </a:custGeom>
            <a:solidFill>
              <a:srgbClr val="6C82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4" name="object 1114"/>
            <p:cNvSpPr/>
            <p:nvPr/>
          </p:nvSpPr>
          <p:spPr>
            <a:xfrm>
              <a:off x="2570479" y="52425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0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0"/>
                  </a:lnTo>
                  <a:close/>
                </a:path>
                <a:path w="3810" h="63500">
                  <a:moveTo>
                    <a:pt x="380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3809"/>
                  </a:lnTo>
                  <a:close/>
                </a:path>
                <a:path w="3810" h="63500">
                  <a:moveTo>
                    <a:pt x="380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6350"/>
                  </a:lnTo>
                  <a:close/>
                </a:path>
                <a:path w="3810" h="63500">
                  <a:moveTo>
                    <a:pt x="380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10159"/>
                  </a:lnTo>
                  <a:close/>
                </a:path>
                <a:path w="3810" h="63500">
                  <a:moveTo>
                    <a:pt x="380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2700"/>
                  </a:lnTo>
                  <a:close/>
                </a:path>
                <a:path w="3810" h="63500">
                  <a:moveTo>
                    <a:pt x="380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6509"/>
                  </a:lnTo>
                  <a:close/>
                </a:path>
                <a:path w="3810" h="63500">
                  <a:moveTo>
                    <a:pt x="380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19050"/>
                  </a:lnTo>
                  <a:close/>
                </a:path>
                <a:path w="3810" h="63500">
                  <a:moveTo>
                    <a:pt x="3809" y="22859"/>
                  </a:moveTo>
                  <a:lnTo>
                    <a:pt x="0" y="22859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22859"/>
                  </a:lnTo>
                  <a:close/>
                </a:path>
                <a:path w="3810" h="63500">
                  <a:moveTo>
                    <a:pt x="380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5559"/>
                  </a:lnTo>
                  <a:close/>
                </a:path>
                <a:path w="3810" h="63500">
                  <a:moveTo>
                    <a:pt x="380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8100"/>
                  </a:lnTo>
                  <a:close/>
                </a:path>
                <a:path w="3810" h="63500">
                  <a:moveTo>
                    <a:pt x="380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1909"/>
                  </a:lnTo>
                  <a:close/>
                </a:path>
                <a:path w="3810" h="63500">
                  <a:moveTo>
                    <a:pt x="3809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44450"/>
                  </a:lnTo>
                  <a:close/>
                </a:path>
                <a:path w="3810" h="63500">
                  <a:moveTo>
                    <a:pt x="380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8259"/>
                  </a:lnTo>
                  <a:close/>
                </a:path>
                <a:path w="3810" h="63500">
                  <a:moveTo>
                    <a:pt x="3809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09" y="54609"/>
                  </a:lnTo>
                  <a:lnTo>
                    <a:pt x="3809" y="50800"/>
                  </a:lnTo>
                  <a:close/>
                </a:path>
                <a:path w="3810" h="63500">
                  <a:moveTo>
                    <a:pt x="3809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4609"/>
                  </a:lnTo>
                  <a:close/>
                </a:path>
                <a:path w="3810" h="63500">
                  <a:moveTo>
                    <a:pt x="3809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3809" y="60959"/>
                  </a:lnTo>
                  <a:lnTo>
                    <a:pt x="3809" y="57150"/>
                  </a:lnTo>
                  <a:close/>
                </a:path>
                <a:path w="3810" h="63500">
                  <a:moveTo>
                    <a:pt x="3809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3809" y="63499"/>
                  </a:lnTo>
                  <a:lnTo>
                    <a:pt x="3809" y="60959"/>
                  </a:lnTo>
                  <a:close/>
                </a:path>
              </a:pathLst>
            </a:custGeom>
            <a:solidFill>
              <a:srgbClr val="6980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5" name="object 1115"/>
            <p:cNvSpPr/>
            <p:nvPr/>
          </p:nvSpPr>
          <p:spPr>
            <a:xfrm>
              <a:off x="2574289" y="52425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0"/>
                  </a:lnTo>
                  <a:close/>
                </a:path>
                <a:path w="3810" h="63500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10" h="63500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10" h="63500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10" h="63500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10" h="63500">
                  <a:moveTo>
                    <a:pt x="381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6509"/>
                  </a:lnTo>
                  <a:close/>
                </a:path>
                <a:path w="3810" h="63500">
                  <a:moveTo>
                    <a:pt x="381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9050"/>
                  </a:lnTo>
                  <a:close/>
                </a:path>
                <a:path w="3810" h="63500">
                  <a:moveTo>
                    <a:pt x="3810" y="22859"/>
                  </a:moveTo>
                  <a:lnTo>
                    <a:pt x="0" y="22859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22859"/>
                  </a:lnTo>
                  <a:close/>
                </a:path>
                <a:path w="3810" h="63500">
                  <a:moveTo>
                    <a:pt x="381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5559"/>
                  </a:lnTo>
                  <a:close/>
                </a:path>
                <a:path w="3810" h="63500">
                  <a:moveTo>
                    <a:pt x="381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8100"/>
                  </a:lnTo>
                  <a:close/>
                </a:path>
                <a:path w="3810" h="63500">
                  <a:moveTo>
                    <a:pt x="381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1909"/>
                  </a:lnTo>
                  <a:close/>
                </a:path>
                <a:path w="3810" h="63500">
                  <a:moveTo>
                    <a:pt x="381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4450"/>
                  </a:lnTo>
                  <a:close/>
                </a:path>
                <a:path w="3810" h="63500">
                  <a:moveTo>
                    <a:pt x="3810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8259"/>
                  </a:lnTo>
                  <a:close/>
                </a:path>
                <a:path w="3810" h="63500">
                  <a:moveTo>
                    <a:pt x="3810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0800"/>
                  </a:lnTo>
                  <a:close/>
                </a:path>
                <a:path w="3810" h="63500">
                  <a:moveTo>
                    <a:pt x="3810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4609"/>
                  </a:lnTo>
                  <a:close/>
                </a:path>
                <a:path w="3810" h="63500">
                  <a:moveTo>
                    <a:pt x="3810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3810" y="60959"/>
                  </a:lnTo>
                  <a:lnTo>
                    <a:pt x="3810" y="57150"/>
                  </a:lnTo>
                  <a:close/>
                </a:path>
                <a:path w="3810" h="63500">
                  <a:moveTo>
                    <a:pt x="3810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3810" y="63499"/>
                  </a:lnTo>
                  <a:lnTo>
                    <a:pt x="3810" y="60959"/>
                  </a:lnTo>
                  <a:close/>
                </a:path>
              </a:pathLst>
            </a:custGeom>
            <a:solidFill>
              <a:srgbClr val="677E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6" name="object 1116"/>
            <p:cNvSpPr/>
            <p:nvPr/>
          </p:nvSpPr>
          <p:spPr>
            <a:xfrm>
              <a:off x="2578100" y="52425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0"/>
                  </a:lnTo>
                  <a:close/>
                </a:path>
                <a:path w="3810" h="63500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10" h="63500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10" h="63500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10" h="63500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10" h="63500">
                  <a:moveTo>
                    <a:pt x="381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6509"/>
                  </a:lnTo>
                  <a:close/>
                </a:path>
                <a:path w="3810" h="63500">
                  <a:moveTo>
                    <a:pt x="381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9050"/>
                  </a:lnTo>
                  <a:close/>
                </a:path>
                <a:path w="3810" h="63500">
                  <a:moveTo>
                    <a:pt x="3810" y="22859"/>
                  </a:moveTo>
                  <a:lnTo>
                    <a:pt x="0" y="22859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22859"/>
                  </a:lnTo>
                  <a:close/>
                </a:path>
                <a:path w="3810" h="63500">
                  <a:moveTo>
                    <a:pt x="381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5559"/>
                  </a:lnTo>
                  <a:close/>
                </a:path>
                <a:path w="3810" h="63500">
                  <a:moveTo>
                    <a:pt x="381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8100"/>
                  </a:lnTo>
                  <a:close/>
                </a:path>
                <a:path w="3810" h="63500">
                  <a:moveTo>
                    <a:pt x="381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1909"/>
                  </a:lnTo>
                  <a:close/>
                </a:path>
                <a:path w="3810" h="63500">
                  <a:moveTo>
                    <a:pt x="381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4450"/>
                  </a:lnTo>
                  <a:close/>
                </a:path>
                <a:path w="3810" h="63500">
                  <a:moveTo>
                    <a:pt x="3810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8259"/>
                  </a:lnTo>
                  <a:close/>
                </a:path>
                <a:path w="3810" h="63500">
                  <a:moveTo>
                    <a:pt x="3810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0800"/>
                  </a:lnTo>
                  <a:close/>
                </a:path>
                <a:path w="3810" h="63500">
                  <a:moveTo>
                    <a:pt x="3810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4609"/>
                  </a:lnTo>
                  <a:close/>
                </a:path>
                <a:path w="3810" h="63500">
                  <a:moveTo>
                    <a:pt x="3810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3810" y="60959"/>
                  </a:lnTo>
                  <a:lnTo>
                    <a:pt x="3810" y="57150"/>
                  </a:lnTo>
                  <a:close/>
                </a:path>
                <a:path w="3810" h="63500">
                  <a:moveTo>
                    <a:pt x="3810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3810" y="63499"/>
                  </a:lnTo>
                  <a:lnTo>
                    <a:pt x="3810" y="60959"/>
                  </a:lnTo>
                  <a:close/>
                </a:path>
              </a:pathLst>
            </a:custGeom>
            <a:solidFill>
              <a:srgbClr val="6A80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7" name="object 1117"/>
            <p:cNvSpPr/>
            <p:nvPr/>
          </p:nvSpPr>
          <p:spPr>
            <a:xfrm>
              <a:off x="2581910" y="52425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0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0"/>
                  </a:lnTo>
                  <a:close/>
                </a:path>
                <a:path w="3810" h="63500">
                  <a:moveTo>
                    <a:pt x="380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3809"/>
                  </a:lnTo>
                  <a:close/>
                </a:path>
                <a:path w="3810" h="63500">
                  <a:moveTo>
                    <a:pt x="380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6350"/>
                  </a:lnTo>
                  <a:close/>
                </a:path>
                <a:path w="3810" h="63500">
                  <a:moveTo>
                    <a:pt x="380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10159"/>
                  </a:lnTo>
                  <a:close/>
                </a:path>
                <a:path w="3810" h="63500">
                  <a:moveTo>
                    <a:pt x="380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2700"/>
                  </a:lnTo>
                  <a:close/>
                </a:path>
                <a:path w="3810" h="63500">
                  <a:moveTo>
                    <a:pt x="380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6509"/>
                  </a:lnTo>
                  <a:close/>
                </a:path>
                <a:path w="3810" h="63500">
                  <a:moveTo>
                    <a:pt x="380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19050"/>
                  </a:lnTo>
                  <a:close/>
                </a:path>
                <a:path w="3810" h="63500">
                  <a:moveTo>
                    <a:pt x="3809" y="22859"/>
                  </a:moveTo>
                  <a:lnTo>
                    <a:pt x="0" y="22859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22859"/>
                  </a:lnTo>
                  <a:close/>
                </a:path>
                <a:path w="3810" h="63500">
                  <a:moveTo>
                    <a:pt x="380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5559"/>
                  </a:lnTo>
                  <a:close/>
                </a:path>
                <a:path w="3810" h="63500">
                  <a:moveTo>
                    <a:pt x="380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8100"/>
                  </a:lnTo>
                  <a:close/>
                </a:path>
                <a:path w="3810" h="63500">
                  <a:moveTo>
                    <a:pt x="380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1909"/>
                  </a:lnTo>
                  <a:close/>
                </a:path>
                <a:path w="3810" h="63500">
                  <a:moveTo>
                    <a:pt x="3809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44450"/>
                  </a:lnTo>
                  <a:close/>
                </a:path>
                <a:path w="3810" h="63500">
                  <a:moveTo>
                    <a:pt x="380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8259"/>
                  </a:lnTo>
                  <a:close/>
                </a:path>
                <a:path w="3810" h="63500">
                  <a:moveTo>
                    <a:pt x="3809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09" y="54609"/>
                  </a:lnTo>
                  <a:lnTo>
                    <a:pt x="3809" y="50800"/>
                  </a:lnTo>
                  <a:close/>
                </a:path>
                <a:path w="3810" h="63500">
                  <a:moveTo>
                    <a:pt x="3809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4609"/>
                  </a:lnTo>
                  <a:close/>
                </a:path>
                <a:path w="3810" h="63500">
                  <a:moveTo>
                    <a:pt x="3809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3809" y="60959"/>
                  </a:lnTo>
                  <a:lnTo>
                    <a:pt x="3809" y="57150"/>
                  </a:lnTo>
                  <a:close/>
                </a:path>
                <a:path w="3810" h="63500">
                  <a:moveTo>
                    <a:pt x="3809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3809" y="63499"/>
                  </a:lnTo>
                  <a:lnTo>
                    <a:pt x="3809" y="60959"/>
                  </a:lnTo>
                  <a:close/>
                </a:path>
              </a:pathLst>
            </a:custGeom>
            <a:solidFill>
              <a:srgbClr val="6C82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8" name="object 1118"/>
            <p:cNvSpPr/>
            <p:nvPr/>
          </p:nvSpPr>
          <p:spPr>
            <a:xfrm>
              <a:off x="2585720" y="52425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0"/>
                  </a:lnTo>
                  <a:close/>
                </a:path>
                <a:path w="3810" h="63500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10" h="63500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10" h="63500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10" h="63500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10" h="63500">
                  <a:moveTo>
                    <a:pt x="381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6509"/>
                  </a:lnTo>
                  <a:close/>
                </a:path>
                <a:path w="3810" h="63500">
                  <a:moveTo>
                    <a:pt x="381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9050"/>
                  </a:lnTo>
                  <a:close/>
                </a:path>
                <a:path w="3810" h="63500">
                  <a:moveTo>
                    <a:pt x="3810" y="22859"/>
                  </a:moveTo>
                  <a:lnTo>
                    <a:pt x="0" y="22859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22859"/>
                  </a:lnTo>
                  <a:close/>
                </a:path>
                <a:path w="3810" h="63500">
                  <a:moveTo>
                    <a:pt x="381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5559"/>
                  </a:lnTo>
                  <a:close/>
                </a:path>
                <a:path w="3810" h="63500">
                  <a:moveTo>
                    <a:pt x="381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8100"/>
                  </a:lnTo>
                  <a:close/>
                </a:path>
                <a:path w="3810" h="63500">
                  <a:moveTo>
                    <a:pt x="381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1909"/>
                  </a:lnTo>
                  <a:close/>
                </a:path>
                <a:path w="3810" h="63500">
                  <a:moveTo>
                    <a:pt x="381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4450"/>
                  </a:lnTo>
                  <a:close/>
                </a:path>
                <a:path w="3810" h="63500">
                  <a:moveTo>
                    <a:pt x="3810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8259"/>
                  </a:lnTo>
                  <a:close/>
                </a:path>
                <a:path w="3810" h="63500">
                  <a:moveTo>
                    <a:pt x="3810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0800"/>
                  </a:lnTo>
                  <a:close/>
                </a:path>
                <a:path w="3810" h="63500">
                  <a:moveTo>
                    <a:pt x="3810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4609"/>
                  </a:lnTo>
                  <a:close/>
                </a:path>
                <a:path w="3810" h="63500">
                  <a:moveTo>
                    <a:pt x="3810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3810" y="60959"/>
                  </a:lnTo>
                  <a:lnTo>
                    <a:pt x="3810" y="57150"/>
                  </a:lnTo>
                  <a:close/>
                </a:path>
                <a:path w="3810" h="63500">
                  <a:moveTo>
                    <a:pt x="3810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3810" y="63499"/>
                  </a:lnTo>
                  <a:lnTo>
                    <a:pt x="3810" y="60959"/>
                  </a:lnTo>
                  <a:close/>
                </a:path>
              </a:pathLst>
            </a:custGeom>
            <a:solidFill>
              <a:srgbClr val="6F84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9" name="object 1119"/>
            <p:cNvSpPr/>
            <p:nvPr/>
          </p:nvSpPr>
          <p:spPr>
            <a:xfrm>
              <a:off x="2589529" y="52425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0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0"/>
                  </a:lnTo>
                  <a:close/>
                </a:path>
                <a:path w="3810" h="63500">
                  <a:moveTo>
                    <a:pt x="380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3809"/>
                  </a:lnTo>
                  <a:close/>
                </a:path>
                <a:path w="3810" h="63500">
                  <a:moveTo>
                    <a:pt x="380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6350"/>
                  </a:lnTo>
                  <a:close/>
                </a:path>
                <a:path w="3810" h="63500">
                  <a:moveTo>
                    <a:pt x="380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10159"/>
                  </a:lnTo>
                  <a:close/>
                </a:path>
                <a:path w="3810" h="63500">
                  <a:moveTo>
                    <a:pt x="380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2700"/>
                  </a:lnTo>
                  <a:close/>
                </a:path>
                <a:path w="3810" h="63500">
                  <a:moveTo>
                    <a:pt x="380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6509"/>
                  </a:lnTo>
                  <a:close/>
                </a:path>
                <a:path w="3810" h="63500">
                  <a:moveTo>
                    <a:pt x="380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19050"/>
                  </a:lnTo>
                  <a:close/>
                </a:path>
                <a:path w="3810" h="63500">
                  <a:moveTo>
                    <a:pt x="3809" y="22859"/>
                  </a:moveTo>
                  <a:lnTo>
                    <a:pt x="0" y="22859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22859"/>
                  </a:lnTo>
                  <a:close/>
                </a:path>
                <a:path w="3810" h="63500">
                  <a:moveTo>
                    <a:pt x="380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5559"/>
                  </a:lnTo>
                  <a:close/>
                </a:path>
                <a:path w="3810" h="63500">
                  <a:moveTo>
                    <a:pt x="380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8100"/>
                  </a:lnTo>
                  <a:close/>
                </a:path>
                <a:path w="3810" h="63500">
                  <a:moveTo>
                    <a:pt x="380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1909"/>
                  </a:lnTo>
                  <a:close/>
                </a:path>
                <a:path w="3810" h="63500">
                  <a:moveTo>
                    <a:pt x="3809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44450"/>
                  </a:lnTo>
                  <a:close/>
                </a:path>
                <a:path w="3810" h="63500">
                  <a:moveTo>
                    <a:pt x="380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8259"/>
                  </a:lnTo>
                  <a:close/>
                </a:path>
                <a:path w="3810" h="63500">
                  <a:moveTo>
                    <a:pt x="3809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09" y="54609"/>
                  </a:lnTo>
                  <a:lnTo>
                    <a:pt x="3809" y="50800"/>
                  </a:lnTo>
                  <a:close/>
                </a:path>
                <a:path w="3810" h="63500">
                  <a:moveTo>
                    <a:pt x="3809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4609"/>
                  </a:lnTo>
                  <a:close/>
                </a:path>
                <a:path w="3810" h="63500">
                  <a:moveTo>
                    <a:pt x="3809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3809" y="60959"/>
                  </a:lnTo>
                  <a:lnTo>
                    <a:pt x="3809" y="57150"/>
                  </a:lnTo>
                  <a:close/>
                </a:path>
                <a:path w="3810" h="63500">
                  <a:moveTo>
                    <a:pt x="3809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3809" y="63499"/>
                  </a:lnTo>
                  <a:lnTo>
                    <a:pt x="3809" y="60959"/>
                  </a:lnTo>
                  <a:close/>
                </a:path>
              </a:pathLst>
            </a:custGeom>
            <a:solidFill>
              <a:srgbClr val="72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0" name="object 1120"/>
            <p:cNvSpPr/>
            <p:nvPr/>
          </p:nvSpPr>
          <p:spPr>
            <a:xfrm>
              <a:off x="2593339" y="5242559"/>
              <a:ext cx="2540" cy="63500"/>
            </a:xfrm>
            <a:custGeom>
              <a:avLst/>
              <a:gdLst/>
              <a:ahLst/>
              <a:cxnLst/>
              <a:rect l="l" t="t" r="r" b="b"/>
              <a:pathLst>
                <a:path w="2539" h="63500">
                  <a:moveTo>
                    <a:pt x="254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2540" y="3809"/>
                  </a:lnTo>
                  <a:lnTo>
                    <a:pt x="2540" y="0"/>
                  </a:lnTo>
                  <a:close/>
                </a:path>
                <a:path w="2539" h="63500">
                  <a:moveTo>
                    <a:pt x="254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2540" y="6349"/>
                  </a:lnTo>
                  <a:lnTo>
                    <a:pt x="2540" y="3809"/>
                  </a:lnTo>
                  <a:close/>
                </a:path>
                <a:path w="2539" h="63500">
                  <a:moveTo>
                    <a:pt x="254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2540" y="10159"/>
                  </a:lnTo>
                  <a:lnTo>
                    <a:pt x="2540" y="6350"/>
                  </a:lnTo>
                  <a:close/>
                </a:path>
                <a:path w="2539" h="63500">
                  <a:moveTo>
                    <a:pt x="254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2540" y="12699"/>
                  </a:lnTo>
                  <a:lnTo>
                    <a:pt x="2540" y="10159"/>
                  </a:lnTo>
                  <a:close/>
                </a:path>
                <a:path w="2539" h="63500">
                  <a:moveTo>
                    <a:pt x="254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2540" y="16509"/>
                  </a:lnTo>
                  <a:lnTo>
                    <a:pt x="2540" y="12700"/>
                  </a:lnTo>
                  <a:close/>
                </a:path>
                <a:path w="2539" h="63500">
                  <a:moveTo>
                    <a:pt x="254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2540" y="19049"/>
                  </a:lnTo>
                  <a:lnTo>
                    <a:pt x="2540" y="16509"/>
                  </a:lnTo>
                  <a:close/>
                </a:path>
                <a:path w="2539" h="63500">
                  <a:moveTo>
                    <a:pt x="254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2540" y="22859"/>
                  </a:lnTo>
                  <a:lnTo>
                    <a:pt x="2540" y="19050"/>
                  </a:lnTo>
                  <a:close/>
                </a:path>
                <a:path w="2539" h="63500">
                  <a:moveTo>
                    <a:pt x="2540" y="22859"/>
                  </a:moveTo>
                  <a:lnTo>
                    <a:pt x="0" y="22859"/>
                  </a:lnTo>
                  <a:lnTo>
                    <a:pt x="0" y="35559"/>
                  </a:lnTo>
                  <a:lnTo>
                    <a:pt x="2540" y="35559"/>
                  </a:lnTo>
                  <a:lnTo>
                    <a:pt x="2540" y="22859"/>
                  </a:lnTo>
                  <a:close/>
                </a:path>
                <a:path w="2539" h="63500">
                  <a:moveTo>
                    <a:pt x="254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2540" y="38099"/>
                  </a:lnTo>
                  <a:lnTo>
                    <a:pt x="2540" y="35559"/>
                  </a:lnTo>
                  <a:close/>
                </a:path>
                <a:path w="2539" h="63500">
                  <a:moveTo>
                    <a:pt x="254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2540" y="41909"/>
                  </a:lnTo>
                  <a:lnTo>
                    <a:pt x="2540" y="38100"/>
                  </a:lnTo>
                  <a:close/>
                </a:path>
                <a:path w="2539" h="63500">
                  <a:moveTo>
                    <a:pt x="254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2540" y="44449"/>
                  </a:lnTo>
                  <a:lnTo>
                    <a:pt x="2540" y="41909"/>
                  </a:lnTo>
                  <a:close/>
                </a:path>
                <a:path w="2539" h="63500">
                  <a:moveTo>
                    <a:pt x="254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2540" y="48259"/>
                  </a:lnTo>
                  <a:lnTo>
                    <a:pt x="2540" y="44450"/>
                  </a:lnTo>
                  <a:close/>
                </a:path>
                <a:path w="2539" h="63500">
                  <a:moveTo>
                    <a:pt x="2540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2540" y="50799"/>
                  </a:lnTo>
                  <a:lnTo>
                    <a:pt x="2540" y="48259"/>
                  </a:lnTo>
                  <a:close/>
                </a:path>
                <a:path w="2539" h="63500">
                  <a:moveTo>
                    <a:pt x="2540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2540" y="54609"/>
                  </a:lnTo>
                  <a:lnTo>
                    <a:pt x="2540" y="50800"/>
                  </a:lnTo>
                  <a:close/>
                </a:path>
                <a:path w="2539" h="63500">
                  <a:moveTo>
                    <a:pt x="2540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2540" y="57149"/>
                  </a:lnTo>
                  <a:lnTo>
                    <a:pt x="2540" y="54609"/>
                  </a:lnTo>
                  <a:close/>
                </a:path>
                <a:path w="2539" h="63500">
                  <a:moveTo>
                    <a:pt x="2540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2540" y="60959"/>
                  </a:lnTo>
                  <a:lnTo>
                    <a:pt x="2540" y="57150"/>
                  </a:lnTo>
                  <a:close/>
                </a:path>
                <a:path w="2539" h="63500">
                  <a:moveTo>
                    <a:pt x="2540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2540" y="63499"/>
                  </a:lnTo>
                  <a:lnTo>
                    <a:pt x="2540" y="60959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1" name="object 1121"/>
            <p:cNvSpPr/>
            <p:nvPr/>
          </p:nvSpPr>
          <p:spPr>
            <a:xfrm>
              <a:off x="2595879" y="52425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0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0"/>
                  </a:lnTo>
                  <a:close/>
                </a:path>
                <a:path w="3810" h="63500">
                  <a:moveTo>
                    <a:pt x="380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3809"/>
                  </a:lnTo>
                  <a:close/>
                </a:path>
                <a:path w="3810" h="63500">
                  <a:moveTo>
                    <a:pt x="380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6350"/>
                  </a:lnTo>
                  <a:close/>
                </a:path>
                <a:path w="3810" h="63500">
                  <a:moveTo>
                    <a:pt x="380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10159"/>
                  </a:lnTo>
                  <a:close/>
                </a:path>
                <a:path w="3810" h="63500">
                  <a:moveTo>
                    <a:pt x="380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2700"/>
                  </a:lnTo>
                  <a:close/>
                </a:path>
                <a:path w="3810" h="63500">
                  <a:moveTo>
                    <a:pt x="380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6509"/>
                  </a:lnTo>
                  <a:close/>
                </a:path>
                <a:path w="3810" h="63500">
                  <a:moveTo>
                    <a:pt x="380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19050"/>
                  </a:lnTo>
                  <a:close/>
                </a:path>
                <a:path w="3810" h="63500">
                  <a:moveTo>
                    <a:pt x="3809" y="22859"/>
                  </a:moveTo>
                  <a:lnTo>
                    <a:pt x="0" y="22859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22859"/>
                  </a:lnTo>
                  <a:close/>
                </a:path>
                <a:path w="3810" h="63500">
                  <a:moveTo>
                    <a:pt x="380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5559"/>
                  </a:lnTo>
                  <a:close/>
                </a:path>
                <a:path w="3810" h="63500">
                  <a:moveTo>
                    <a:pt x="380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8100"/>
                  </a:lnTo>
                  <a:close/>
                </a:path>
                <a:path w="3810" h="63500">
                  <a:moveTo>
                    <a:pt x="380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1909"/>
                  </a:lnTo>
                  <a:close/>
                </a:path>
                <a:path w="3810" h="63500">
                  <a:moveTo>
                    <a:pt x="3809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44450"/>
                  </a:lnTo>
                  <a:close/>
                </a:path>
                <a:path w="3810" h="63500">
                  <a:moveTo>
                    <a:pt x="380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8259"/>
                  </a:lnTo>
                  <a:close/>
                </a:path>
                <a:path w="3810" h="63500">
                  <a:moveTo>
                    <a:pt x="3809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09" y="54609"/>
                  </a:lnTo>
                  <a:lnTo>
                    <a:pt x="3809" y="50800"/>
                  </a:lnTo>
                  <a:close/>
                </a:path>
                <a:path w="3810" h="63500">
                  <a:moveTo>
                    <a:pt x="3809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4609"/>
                  </a:lnTo>
                  <a:close/>
                </a:path>
                <a:path w="3810" h="63500">
                  <a:moveTo>
                    <a:pt x="3809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3809" y="60959"/>
                  </a:lnTo>
                  <a:lnTo>
                    <a:pt x="3809" y="57150"/>
                  </a:lnTo>
                  <a:close/>
                </a:path>
                <a:path w="3810" h="63500">
                  <a:moveTo>
                    <a:pt x="3809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3809" y="63499"/>
                  </a:lnTo>
                  <a:lnTo>
                    <a:pt x="3809" y="60959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2" name="object 1122"/>
            <p:cNvSpPr/>
            <p:nvPr/>
          </p:nvSpPr>
          <p:spPr>
            <a:xfrm>
              <a:off x="2599689" y="52425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254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10" h="63500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10" h="63500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10" h="63500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10" h="63500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10" h="63500">
                  <a:moveTo>
                    <a:pt x="381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6509"/>
                  </a:lnTo>
                  <a:close/>
                </a:path>
                <a:path w="3810" h="63500">
                  <a:moveTo>
                    <a:pt x="381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9050"/>
                  </a:lnTo>
                  <a:close/>
                </a:path>
                <a:path w="3810" h="63500">
                  <a:moveTo>
                    <a:pt x="3810" y="22859"/>
                  </a:moveTo>
                  <a:lnTo>
                    <a:pt x="0" y="22859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22859"/>
                  </a:lnTo>
                  <a:close/>
                </a:path>
                <a:path w="3810" h="63500">
                  <a:moveTo>
                    <a:pt x="381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5559"/>
                  </a:lnTo>
                  <a:close/>
                </a:path>
                <a:path w="3810" h="63500">
                  <a:moveTo>
                    <a:pt x="381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8100"/>
                  </a:lnTo>
                  <a:close/>
                </a:path>
                <a:path w="3810" h="63500">
                  <a:moveTo>
                    <a:pt x="381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1909"/>
                  </a:lnTo>
                  <a:close/>
                </a:path>
                <a:path w="3810" h="63500">
                  <a:moveTo>
                    <a:pt x="381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4450"/>
                  </a:lnTo>
                  <a:close/>
                </a:path>
                <a:path w="3810" h="63500">
                  <a:moveTo>
                    <a:pt x="3810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8259"/>
                  </a:lnTo>
                  <a:close/>
                </a:path>
                <a:path w="3810" h="63500">
                  <a:moveTo>
                    <a:pt x="3810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0800"/>
                  </a:lnTo>
                  <a:close/>
                </a:path>
                <a:path w="3810" h="63500">
                  <a:moveTo>
                    <a:pt x="3810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4609"/>
                  </a:lnTo>
                  <a:close/>
                </a:path>
                <a:path w="3810" h="63500">
                  <a:moveTo>
                    <a:pt x="3810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3810" y="60959"/>
                  </a:lnTo>
                  <a:lnTo>
                    <a:pt x="3810" y="57150"/>
                  </a:lnTo>
                  <a:close/>
                </a:path>
                <a:path w="3810" h="63500">
                  <a:moveTo>
                    <a:pt x="3810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2540" y="63499"/>
                  </a:lnTo>
                  <a:lnTo>
                    <a:pt x="2540" y="62229"/>
                  </a:lnTo>
                  <a:lnTo>
                    <a:pt x="3810" y="62229"/>
                  </a:lnTo>
                  <a:lnTo>
                    <a:pt x="3810" y="60959"/>
                  </a:lnTo>
                  <a:close/>
                </a:path>
              </a:pathLst>
            </a:custGeom>
            <a:solidFill>
              <a:srgbClr val="7A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3" name="object 1123"/>
            <p:cNvSpPr/>
            <p:nvPr/>
          </p:nvSpPr>
          <p:spPr>
            <a:xfrm>
              <a:off x="2603500" y="5243830"/>
              <a:ext cx="3810" cy="60960"/>
            </a:xfrm>
            <a:custGeom>
              <a:avLst/>
              <a:gdLst/>
              <a:ahLst/>
              <a:cxnLst/>
              <a:rect l="l" t="t" r="r" b="b"/>
              <a:pathLst>
                <a:path w="3810" h="6096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  <a:path w="3810" h="60960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60960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10" h="60960">
                  <a:moveTo>
                    <a:pt x="381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890"/>
                  </a:lnTo>
                  <a:close/>
                </a:path>
                <a:path w="3810" h="60960">
                  <a:moveTo>
                    <a:pt x="381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30"/>
                  </a:lnTo>
                  <a:close/>
                </a:path>
                <a:path w="3810" h="60960">
                  <a:moveTo>
                    <a:pt x="381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40"/>
                  </a:lnTo>
                  <a:close/>
                </a:path>
                <a:path w="3810" h="60960">
                  <a:moveTo>
                    <a:pt x="3810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80"/>
                  </a:lnTo>
                  <a:close/>
                </a:path>
                <a:path w="3810" h="60960">
                  <a:moveTo>
                    <a:pt x="3810" y="21590"/>
                  </a:moveTo>
                  <a:lnTo>
                    <a:pt x="0" y="21590"/>
                  </a:lnTo>
                  <a:lnTo>
                    <a:pt x="0" y="34290"/>
                  </a:lnTo>
                  <a:lnTo>
                    <a:pt x="3810" y="34290"/>
                  </a:lnTo>
                  <a:lnTo>
                    <a:pt x="3810" y="21590"/>
                  </a:lnTo>
                  <a:close/>
                </a:path>
                <a:path w="3810" h="60960">
                  <a:moveTo>
                    <a:pt x="3810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4290"/>
                  </a:lnTo>
                  <a:close/>
                </a:path>
                <a:path w="3810" h="60960">
                  <a:moveTo>
                    <a:pt x="3810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3810" y="40640"/>
                  </a:lnTo>
                  <a:lnTo>
                    <a:pt x="3810" y="36830"/>
                  </a:lnTo>
                  <a:close/>
                </a:path>
                <a:path w="3810" h="60960">
                  <a:moveTo>
                    <a:pt x="3810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40640"/>
                  </a:lnTo>
                  <a:close/>
                </a:path>
                <a:path w="3810" h="60960">
                  <a:moveTo>
                    <a:pt x="3810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3810" y="46990"/>
                  </a:lnTo>
                  <a:lnTo>
                    <a:pt x="3810" y="43180"/>
                  </a:lnTo>
                  <a:close/>
                </a:path>
                <a:path w="3810" h="60960">
                  <a:moveTo>
                    <a:pt x="3810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6990"/>
                  </a:lnTo>
                  <a:close/>
                </a:path>
                <a:path w="3810" h="60960">
                  <a:moveTo>
                    <a:pt x="3810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3810" y="53340"/>
                  </a:lnTo>
                  <a:lnTo>
                    <a:pt x="3810" y="49530"/>
                  </a:lnTo>
                  <a:close/>
                </a:path>
                <a:path w="3810" h="60960">
                  <a:moveTo>
                    <a:pt x="3810" y="53340"/>
                  </a:moveTo>
                  <a:lnTo>
                    <a:pt x="0" y="53340"/>
                  </a:lnTo>
                  <a:lnTo>
                    <a:pt x="0" y="55880"/>
                  </a:lnTo>
                  <a:lnTo>
                    <a:pt x="3810" y="55880"/>
                  </a:lnTo>
                  <a:lnTo>
                    <a:pt x="3810" y="53340"/>
                  </a:lnTo>
                  <a:close/>
                </a:path>
                <a:path w="3810" h="60960">
                  <a:moveTo>
                    <a:pt x="3810" y="55880"/>
                  </a:moveTo>
                  <a:lnTo>
                    <a:pt x="0" y="55880"/>
                  </a:lnTo>
                  <a:lnTo>
                    <a:pt x="0" y="59690"/>
                  </a:lnTo>
                  <a:lnTo>
                    <a:pt x="3810" y="59690"/>
                  </a:lnTo>
                  <a:lnTo>
                    <a:pt x="3810" y="55880"/>
                  </a:lnTo>
                  <a:close/>
                </a:path>
                <a:path w="3810" h="60960">
                  <a:moveTo>
                    <a:pt x="3810" y="59690"/>
                  </a:moveTo>
                  <a:lnTo>
                    <a:pt x="0" y="59690"/>
                  </a:lnTo>
                  <a:lnTo>
                    <a:pt x="0" y="60960"/>
                  </a:lnTo>
                  <a:lnTo>
                    <a:pt x="3810" y="60960"/>
                  </a:lnTo>
                  <a:lnTo>
                    <a:pt x="3810" y="59690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4" name="object 1124"/>
            <p:cNvSpPr/>
            <p:nvPr/>
          </p:nvSpPr>
          <p:spPr>
            <a:xfrm>
              <a:off x="2607310" y="5243830"/>
              <a:ext cx="3810" cy="60960"/>
            </a:xfrm>
            <a:custGeom>
              <a:avLst/>
              <a:gdLst/>
              <a:ahLst/>
              <a:cxnLst/>
              <a:rect l="l" t="t" r="r" b="b"/>
              <a:pathLst>
                <a:path w="3810" h="60960">
                  <a:moveTo>
                    <a:pt x="380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09" y="2540"/>
                  </a:lnTo>
                  <a:lnTo>
                    <a:pt x="3809" y="0"/>
                  </a:lnTo>
                  <a:close/>
                </a:path>
                <a:path w="3810" h="60960">
                  <a:moveTo>
                    <a:pt x="380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2540"/>
                  </a:lnTo>
                  <a:close/>
                </a:path>
                <a:path w="3810" h="60960">
                  <a:moveTo>
                    <a:pt x="380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09" y="8890"/>
                  </a:lnTo>
                  <a:lnTo>
                    <a:pt x="3809" y="5080"/>
                  </a:lnTo>
                  <a:close/>
                </a:path>
                <a:path w="3810" h="60960">
                  <a:moveTo>
                    <a:pt x="380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8890"/>
                  </a:lnTo>
                  <a:close/>
                </a:path>
                <a:path w="3810" h="60960">
                  <a:moveTo>
                    <a:pt x="3809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09" y="15240"/>
                  </a:lnTo>
                  <a:lnTo>
                    <a:pt x="3809" y="11430"/>
                  </a:lnTo>
                  <a:close/>
                </a:path>
                <a:path w="3810" h="60960">
                  <a:moveTo>
                    <a:pt x="3809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5240"/>
                  </a:lnTo>
                  <a:close/>
                </a:path>
                <a:path w="3810" h="60960">
                  <a:moveTo>
                    <a:pt x="3809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09" y="21590"/>
                  </a:lnTo>
                  <a:lnTo>
                    <a:pt x="3809" y="17780"/>
                  </a:lnTo>
                  <a:close/>
                </a:path>
                <a:path w="3810" h="60960">
                  <a:moveTo>
                    <a:pt x="3809" y="21590"/>
                  </a:moveTo>
                  <a:lnTo>
                    <a:pt x="0" y="21590"/>
                  </a:lnTo>
                  <a:lnTo>
                    <a:pt x="0" y="34290"/>
                  </a:lnTo>
                  <a:lnTo>
                    <a:pt x="3809" y="34290"/>
                  </a:lnTo>
                  <a:lnTo>
                    <a:pt x="3809" y="21590"/>
                  </a:lnTo>
                  <a:close/>
                </a:path>
                <a:path w="3810" h="60960">
                  <a:moveTo>
                    <a:pt x="3809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4290"/>
                  </a:lnTo>
                  <a:close/>
                </a:path>
                <a:path w="3810" h="60960">
                  <a:moveTo>
                    <a:pt x="3809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3809" y="40640"/>
                  </a:lnTo>
                  <a:lnTo>
                    <a:pt x="3809" y="36830"/>
                  </a:lnTo>
                  <a:close/>
                </a:path>
                <a:path w="3810" h="60960">
                  <a:moveTo>
                    <a:pt x="3809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3809" y="43180"/>
                  </a:lnTo>
                  <a:lnTo>
                    <a:pt x="3809" y="40640"/>
                  </a:lnTo>
                  <a:close/>
                </a:path>
                <a:path w="3810" h="60960">
                  <a:moveTo>
                    <a:pt x="3809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3809" y="46990"/>
                  </a:lnTo>
                  <a:lnTo>
                    <a:pt x="3809" y="43180"/>
                  </a:lnTo>
                  <a:close/>
                </a:path>
                <a:path w="3810" h="60960">
                  <a:moveTo>
                    <a:pt x="3809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3809" y="49530"/>
                  </a:lnTo>
                  <a:lnTo>
                    <a:pt x="3809" y="46990"/>
                  </a:lnTo>
                  <a:close/>
                </a:path>
                <a:path w="3810" h="60960">
                  <a:moveTo>
                    <a:pt x="3809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3809" y="53340"/>
                  </a:lnTo>
                  <a:lnTo>
                    <a:pt x="3809" y="49530"/>
                  </a:lnTo>
                  <a:close/>
                </a:path>
                <a:path w="3810" h="60960">
                  <a:moveTo>
                    <a:pt x="3809" y="53340"/>
                  </a:moveTo>
                  <a:lnTo>
                    <a:pt x="0" y="53340"/>
                  </a:lnTo>
                  <a:lnTo>
                    <a:pt x="0" y="55880"/>
                  </a:lnTo>
                  <a:lnTo>
                    <a:pt x="3809" y="55880"/>
                  </a:lnTo>
                  <a:lnTo>
                    <a:pt x="3809" y="53340"/>
                  </a:lnTo>
                  <a:close/>
                </a:path>
                <a:path w="3810" h="60960">
                  <a:moveTo>
                    <a:pt x="3809" y="55880"/>
                  </a:moveTo>
                  <a:lnTo>
                    <a:pt x="0" y="55880"/>
                  </a:lnTo>
                  <a:lnTo>
                    <a:pt x="0" y="59690"/>
                  </a:lnTo>
                  <a:lnTo>
                    <a:pt x="3809" y="59690"/>
                  </a:lnTo>
                  <a:lnTo>
                    <a:pt x="3809" y="55880"/>
                  </a:lnTo>
                  <a:close/>
                </a:path>
                <a:path w="3810" h="60960">
                  <a:moveTo>
                    <a:pt x="2539" y="59690"/>
                  </a:moveTo>
                  <a:lnTo>
                    <a:pt x="0" y="59690"/>
                  </a:lnTo>
                  <a:lnTo>
                    <a:pt x="0" y="60960"/>
                  </a:lnTo>
                  <a:lnTo>
                    <a:pt x="2539" y="60960"/>
                  </a:lnTo>
                  <a:lnTo>
                    <a:pt x="2539" y="59690"/>
                  </a:lnTo>
                  <a:close/>
                </a:path>
              </a:pathLst>
            </a:custGeom>
            <a:solidFill>
              <a:srgbClr val="7F9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5" name="object 1125"/>
            <p:cNvSpPr/>
            <p:nvPr/>
          </p:nvSpPr>
          <p:spPr>
            <a:xfrm>
              <a:off x="2611120" y="5243830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10" h="59689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  <a:path w="3810" h="59689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59689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10" h="59689">
                  <a:moveTo>
                    <a:pt x="381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890"/>
                  </a:lnTo>
                  <a:close/>
                </a:path>
                <a:path w="3810" h="59689">
                  <a:moveTo>
                    <a:pt x="381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30"/>
                  </a:lnTo>
                  <a:close/>
                </a:path>
                <a:path w="3810" h="59689">
                  <a:moveTo>
                    <a:pt x="381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40"/>
                  </a:lnTo>
                  <a:close/>
                </a:path>
                <a:path w="3810" h="59689">
                  <a:moveTo>
                    <a:pt x="3810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80"/>
                  </a:lnTo>
                  <a:close/>
                </a:path>
                <a:path w="3810" h="59689">
                  <a:moveTo>
                    <a:pt x="3810" y="21590"/>
                  </a:moveTo>
                  <a:lnTo>
                    <a:pt x="0" y="21590"/>
                  </a:lnTo>
                  <a:lnTo>
                    <a:pt x="0" y="34290"/>
                  </a:lnTo>
                  <a:lnTo>
                    <a:pt x="3810" y="34290"/>
                  </a:lnTo>
                  <a:lnTo>
                    <a:pt x="3810" y="21590"/>
                  </a:lnTo>
                  <a:close/>
                </a:path>
                <a:path w="3810" h="59689">
                  <a:moveTo>
                    <a:pt x="3810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4290"/>
                  </a:lnTo>
                  <a:close/>
                </a:path>
                <a:path w="3810" h="59689">
                  <a:moveTo>
                    <a:pt x="3810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3810" y="40640"/>
                  </a:lnTo>
                  <a:lnTo>
                    <a:pt x="3810" y="36830"/>
                  </a:lnTo>
                  <a:close/>
                </a:path>
                <a:path w="3810" h="59689">
                  <a:moveTo>
                    <a:pt x="3810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40640"/>
                  </a:lnTo>
                  <a:close/>
                </a:path>
                <a:path w="3810" h="59689">
                  <a:moveTo>
                    <a:pt x="3810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3810" y="46990"/>
                  </a:lnTo>
                  <a:lnTo>
                    <a:pt x="3810" y="43180"/>
                  </a:lnTo>
                  <a:close/>
                </a:path>
                <a:path w="3810" h="59689">
                  <a:moveTo>
                    <a:pt x="3810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6990"/>
                  </a:lnTo>
                  <a:close/>
                </a:path>
                <a:path w="3810" h="59689">
                  <a:moveTo>
                    <a:pt x="3810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3810" y="53340"/>
                  </a:lnTo>
                  <a:lnTo>
                    <a:pt x="3810" y="49530"/>
                  </a:lnTo>
                  <a:close/>
                </a:path>
                <a:path w="3810" h="59689">
                  <a:moveTo>
                    <a:pt x="3810" y="53340"/>
                  </a:moveTo>
                  <a:lnTo>
                    <a:pt x="0" y="53340"/>
                  </a:lnTo>
                  <a:lnTo>
                    <a:pt x="0" y="55880"/>
                  </a:lnTo>
                  <a:lnTo>
                    <a:pt x="3810" y="55880"/>
                  </a:lnTo>
                  <a:lnTo>
                    <a:pt x="3810" y="53340"/>
                  </a:lnTo>
                  <a:close/>
                </a:path>
                <a:path w="3810" h="59689">
                  <a:moveTo>
                    <a:pt x="3810" y="55880"/>
                  </a:moveTo>
                  <a:lnTo>
                    <a:pt x="0" y="55880"/>
                  </a:lnTo>
                  <a:lnTo>
                    <a:pt x="0" y="59690"/>
                  </a:lnTo>
                  <a:lnTo>
                    <a:pt x="3810" y="59690"/>
                  </a:lnTo>
                  <a:lnTo>
                    <a:pt x="3810" y="55880"/>
                  </a:lnTo>
                  <a:close/>
                </a:path>
              </a:pathLst>
            </a:custGeom>
            <a:solidFill>
              <a:srgbClr val="8294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6" name="object 1126"/>
            <p:cNvSpPr/>
            <p:nvPr/>
          </p:nvSpPr>
          <p:spPr>
            <a:xfrm>
              <a:off x="2614929" y="5243830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39" h="59689">
                  <a:moveTo>
                    <a:pt x="253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539" y="2540"/>
                  </a:lnTo>
                  <a:lnTo>
                    <a:pt x="2539" y="0"/>
                  </a:lnTo>
                  <a:close/>
                </a:path>
                <a:path w="2539" h="59689">
                  <a:moveTo>
                    <a:pt x="253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2539" y="5080"/>
                  </a:lnTo>
                  <a:lnTo>
                    <a:pt x="2539" y="2540"/>
                  </a:lnTo>
                  <a:close/>
                </a:path>
                <a:path w="2539" h="59689">
                  <a:moveTo>
                    <a:pt x="253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2539" y="8890"/>
                  </a:lnTo>
                  <a:lnTo>
                    <a:pt x="2539" y="5080"/>
                  </a:lnTo>
                  <a:close/>
                </a:path>
                <a:path w="2539" h="59689">
                  <a:moveTo>
                    <a:pt x="253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2539" y="11430"/>
                  </a:lnTo>
                  <a:lnTo>
                    <a:pt x="2539" y="8890"/>
                  </a:lnTo>
                  <a:close/>
                </a:path>
                <a:path w="2539" h="59689">
                  <a:moveTo>
                    <a:pt x="2539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2539" y="15240"/>
                  </a:lnTo>
                  <a:lnTo>
                    <a:pt x="2539" y="11430"/>
                  </a:lnTo>
                  <a:close/>
                </a:path>
                <a:path w="2539" h="59689">
                  <a:moveTo>
                    <a:pt x="2539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2539" y="17780"/>
                  </a:lnTo>
                  <a:lnTo>
                    <a:pt x="2539" y="15240"/>
                  </a:lnTo>
                  <a:close/>
                </a:path>
                <a:path w="2539" h="59689">
                  <a:moveTo>
                    <a:pt x="2539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2539" y="21590"/>
                  </a:lnTo>
                  <a:lnTo>
                    <a:pt x="2539" y="17780"/>
                  </a:lnTo>
                  <a:close/>
                </a:path>
                <a:path w="2539" h="59689">
                  <a:moveTo>
                    <a:pt x="2539" y="21590"/>
                  </a:moveTo>
                  <a:lnTo>
                    <a:pt x="0" y="21590"/>
                  </a:lnTo>
                  <a:lnTo>
                    <a:pt x="0" y="34290"/>
                  </a:lnTo>
                  <a:lnTo>
                    <a:pt x="2539" y="34290"/>
                  </a:lnTo>
                  <a:lnTo>
                    <a:pt x="2539" y="21590"/>
                  </a:lnTo>
                  <a:close/>
                </a:path>
                <a:path w="2539" h="59689">
                  <a:moveTo>
                    <a:pt x="2539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2539" y="36830"/>
                  </a:lnTo>
                  <a:lnTo>
                    <a:pt x="2539" y="34290"/>
                  </a:lnTo>
                  <a:close/>
                </a:path>
                <a:path w="2539" h="59689">
                  <a:moveTo>
                    <a:pt x="2539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2539" y="40640"/>
                  </a:lnTo>
                  <a:lnTo>
                    <a:pt x="2539" y="36830"/>
                  </a:lnTo>
                  <a:close/>
                </a:path>
                <a:path w="2539" h="59689">
                  <a:moveTo>
                    <a:pt x="2539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2539" y="43180"/>
                  </a:lnTo>
                  <a:lnTo>
                    <a:pt x="2539" y="40640"/>
                  </a:lnTo>
                  <a:close/>
                </a:path>
                <a:path w="2539" h="59689">
                  <a:moveTo>
                    <a:pt x="2539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2539" y="46990"/>
                  </a:lnTo>
                  <a:lnTo>
                    <a:pt x="2539" y="43180"/>
                  </a:lnTo>
                  <a:close/>
                </a:path>
                <a:path w="2539" h="59689">
                  <a:moveTo>
                    <a:pt x="2539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2539" y="49530"/>
                  </a:lnTo>
                  <a:lnTo>
                    <a:pt x="2539" y="46990"/>
                  </a:lnTo>
                  <a:close/>
                </a:path>
                <a:path w="2539" h="59689">
                  <a:moveTo>
                    <a:pt x="2539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2539" y="53340"/>
                  </a:lnTo>
                  <a:lnTo>
                    <a:pt x="2539" y="49530"/>
                  </a:lnTo>
                  <a:close/>
                </a:path>
                <a:path w="2539" h="59689">
                  <a:moveTo>
                    <a:pt x="2539" y="53340"/>
                  </a:moveTo>
                  <a:lnTo>
                    <a:pt x="0" y="53340"/>
                  </a:lnTo>
                  <a:lnTo>
                    <a:pt x="0" y="55880"/>
                  </a:lnTo>
                  <a:lnTo>
                    <a:pt x="2539" y="55880"/>
                  </a:lnTo>
                  <a:lnTo>
                    <a:pt x="2539" y="53340"/>
                  </a:lnTo>
                  <a:close/>
                </a:path>
                <a:path w="2539" h="59689">
                  <a:moveTo>
                    <a:pt x="2539" y="55880"/>
                  </a:moveTo>
                  <a:lnTo>
                    <a:pt x="0" y="55880"/>
                  </a:lnTo>
                  <a:lnTo>
                    <a:pt x="0" y="59690"/>
                  </a:lnTo>
                  <a:lnTo>
                    <a:pt x="2539" y="59690"/>
                  </a:lnTo>
                  <a:lnTo>
                    <a:pt x="2539" y="55880"/>
                  </a:lnTo>
                  <a:close/>
                </a:path>
              </a:pathLst>
            </a:custGeom>
            <a:solidFill>
              <a:srgbClr val="8496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7" name="object 1127"/>
            <p:cNvSpPr/>
            <p:nvPr/>
          </p:nvSpPr>
          <p:spPr>
            <a:xfrm>
              <a:off x="2617470" y="5243830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10" h="59689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  <a:path w="3810" h="59689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59689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10" h="59689">
                  <a:moveTo>
                    <a:pt x="381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890"/>
                  </a:lnTo>
                  <a:close/>
                </a:path>
                <a:path w="3810" h="59689">
                  <a:moveTo>
                    <a:pt x="381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30"/>
                  </a:lnTo>
                  <a:close/>
                </a:path>
                <a:path w="3810" h="59689">
                  <a:moveTo>
                    <a:pt x="381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40"/>
                  </a:lnTo>
                  <a:close/>
                </a:path>
                <a:path w="3810" h="59689">
                  <a:moveTo>
                    <a:pt x="3810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80"/>
                  </a:lnTo>
                  <a:close/>
                </a:path>
                <a:path w="3810" h="59689">
                  <a:moveTo>
                    <a:pt x="3810" y="21590"/>
                  </a:moveTo>
                  <a:lnTo>
                    <a:pt x="0" y="21590"/>
                  </a:lnTo>
                  <a:lnTo>
                    <a:pt x="0" y="34290"/>
                  </a:lnTo>
                  <a:lnTo>
                    <a:pt x="3810" y="34290"/>
                  </a:lnTo>
                  <a:lnTo>
                    <a:pt x="3810" y="21590"/>
                  </a:lnTo>
                  <a:close/>
                </a:path>
                <a:path w="3810" h="59689">
                  <a:moveTo>
                    <a:pt x="3810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4290"/>
                  </a:lnTo>
                  <a:close/>
                </a:path>
                <a:path w="3810" h="59689">
                  <a:moveTo>
                    <a:pt x="3810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3810" y="40640"/>
                  </a:lnTo>
                  <a:lnTo>
                    <a:pt x="3810" y="36830"/>
                  </a:lnTo>
                  <a:close/>
                </a:path>
                <a:path w="3810" h="59689">
                  <a:moveTo>
                    <a:pt x="3810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40640"/>
                  </a:lnTo>
                  <a:close/>
                </a:path>
                <a:path w="3810" h="59689">
                  <a:moveTo>
                    <a:pt x="3810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3810" y="46990"/>
                  </a:lnTo>
                  <a:lnTo>
                    <a:pt x="3810" y="43180"/>
                  </a:lnTo>
                  <a:close/>
                </a:path>
                <a:path w="3810" h="59689">
                  <a:moveTo>
                    <a:pt x="3810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6990"/>
                  </a:lnTo>
                  <a:close/>
                </a:path>
                <a:path w="3810" h="59689">
                  <a:moveTo>
                    <a:pt x="3810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3810" y="53340"/>
                  </a:lnTo>
                  <a:lnTo>
                    <a:pt x="3810" y="49530"/>
                  </a:lnTo>
                  <a:close/>
                </a:path>
                <a:path w="3810" h="59689">
                  <a:moveTo>
                    <a:pt x="3810" y="53340"/>
                  </a:moveTo>
                  <a:lnTo>
                    <a:pt x="0" y="53340"/>
                  </a:lnTo>
                  <a:lnTo>
                    <a:pt x="0" y="55880"/>
                  </a:lnTo>
                  <a:lnTo>
                    <a:pt x="3810" y="55880"/>
                  </a:lnTo>
                  <a:lnTo>
                    <a:pt x="3810" y="53340"/>
                  </a:lnTo>
                  <a:close/>
                </a:path>
                <a:path w="3810" h="59689">
                  <a:moveTo>
                    <a:pt x="3810" y="55880"/>
                  </a:moveTo>
                  <a:lnTo>
                    <a:pt x="0" y="55880"/>
                  </a:lnTo>
                  <a:lnTo>
                    <a:pt x="0" y="59690"/>
                  </a:lnTo>
                  <a:lnTo>
                    <a:pt x="3810" y="59690"/>
                  </a:lnTo>
                  <a:lnTo>
                    <a:pt x="3810" y="55880"/>
                  </a:lnTo>
                  <a:close/>
                </a:path>
              </a:pathLst>
            </a:custGeom>
            <a:solidFill>
              <a:srgbClr val="8799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8" name="object 1128"/>
            <p:cNvSpPr/>
            <p:nvPr/>
          </p:nvSpPr>
          <p:spPr>
            <a:xfrm>
              <a:off x="2621279" y="5245100"/>
              <a:ext cx="3810" cy="58419"/>
            </a:xfrm>
            <a:custGeom>
              <a:avLst/>
              <a:gdLst/>
              <a:ahLst/>
              <a:cxnLst/>
              <a:rect l="l" t="t" r="r" b="b"/>
              <a:pathLst>
                <a:path w="3810" h="58420">
                  <a:moveTo>
                    <a:pt x="380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10" h="58420">
                  <a:moveTo>
                    <a:pt x="3809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1270"/>
                  </a:lnTo>
                  <a:close/>
                </a:path>
                <a:path w="3810" h="58420">
                  <a:moveTo>
                    <a:pt x="3809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3810"/>
                  </a:lnTo>
                  <a:close/>
                </a:path>
                <a:path w="3810" h="58420">
                  <a:moveTo>
                    <a:pt x="3809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7620"/>
                  </a:lnTo>
                  <a:close/>
                </a:path>
                <a:path w="3810" h="58420">
                  <a:moveTo>
                    <a:pt x="3809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10160"/>
                  </a:lnTo>
                  <a:close/>
                </a:path>
                <a:path w="3810" h="58420">
                  <a:moveTo>
                    <a:pt x="3809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3970"/>
                  </a:lnTo>
                  <a:close/>
                </a:path>
                <a:path w="3810" h="58420">
                  <a:moveTo>
                    <a:pt x="3809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6510"/>
                  </a:lnTo>
                  <a:close/>
                </a:path>
                <a:path w="3810" h="58420">
                  <a:moveTo>
                    <a:pt x="3809" y="20320"/>
                  </a:moveTo>
                  <a:lnTo>
                    <a:pt x="0" y="20320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0320"/>
                  </a:lnTo>
                  <a:close/>
                </a:path>
                <a:path w="3810" h="58420">
                  <a:moveTo>
                    <a:pt x="3809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33020"/>
                  </a:lnTo>
                  <a:close/>
                </a:path>
                <a:path w="3810" h="58420">
                  <a:moveTo>
                    <a:pt x="3809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5560"/>
                  </a:lnTo>
                  <a:close/>
                </a:path>
                <a:path w="3810" h="58420">
                  <a:moveTo>
                    <a:pt x="3809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9370"/>
                  </a:lnTo>
                  <a:close/>
                </a:path>
                <a:path w="3810" h="58420">
                  <a:moveTo>
                    <a:pt x="3809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41910"/>
                  </a:lnTo>
                  <a:close/>
                </a:path>
                <a:path w="3810" h="58420">
                  <a:moveTo>
                    <a:pt x="3809" y="45720"/>
                  </a:moveTo>
                  <a:lnTo>
                    <a:pt x="0" y="45720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45720"/>
                  </a:lnTo>
                  <a:close/>
                </a:path>
                <a:path w="3810" h="58420">
                  <a:moveTo>
                    <a:pt x="3809" y="48260"/>
                  </a:moveTo>
                  <a:lnTo>
                    <a:pt x="0" y="48260"/>
                  </a:lnTo>
                  <a:lnTo>
                    <a:pt x="0" y="52069"/>
                  </a:lnTo>
                  <a:lnTo>
                    <a:pt x="3809" y="52069"/>
                  </a:lnTo>
                  <a:lnTo>
                    <a:pt x="3809" y="48260"/>
                  </a:lnTo>
                  <a:close/>
                </a:path>
                <a:path w="3810" h="58420">
                  <a:moveTo>
                    <a:pt x="3809" y="52070"/>
                  </a:moveTo>
                  <a:lnTo>
                    <a:pt x="0" y="52070"/>
                  </a:lnTo>
                  <a:lnTo>
                    <a:pt x="0" y="54609"/>
                  </a:lnTo>
                  <a:lnTo>
                    <a:pt x="3809" y="54609"/>
                  </a:lnTo>
                  <a:lnTo>
                    <a:pt x="3809" y="52070"/>
                  </a:lnTo>
                  <a:close/>
                </a:path>
                <a:path w="3810" h="58420">
                  <a:moveTo>
                    <a:pt x="3809" y="54610"/>
                  </a:moveTo>
                  <a:lnTo>
                    <a:pt x="0" y="54610"/>
                  </a:lnTo>
                  <a:lnTo>
                    <a:pt x="0" y="58419"/>
                  </a:lnTo>
                  <a:lnTo>
                    <a:pt x="3809" y="58419"/>
                  </a:lnTo>
                  <a:lnTo>
                    <a:pt x="3809" y="5461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9" name="object 1129"/>
            <p:cNvSpPr/>
            <p:nvPr/>
          </p:nvSpPr>
          <p:spPr>
            <a:xfrm>
              <a:off x="2625089" y="5245100"/>
              <a:ext cx="3810" cy="58419"/>
            </a:xfrm>
            <a:custGeom>
              <a:avLst/>
              <a:gdLst/>
              <a:ahLst/>
              <a:cxnLst/>
              <a:rect l="l" t="t" r="r" b="b"/>
              <a:pathLst>
                <a:path w="3810" h="58420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58420">
                  <a:moveTo>
                    <a:pt x="381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70"/>
                  </a:lnTo>
                  <a:close/>
                </a:path>
                <a:path w="3810" h="58420">
                  <a:moveTo>
                    <a:pt x="3810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3810"/>
                  </a:lnTo>
                  <a:close/>
                </a:path>
                <a:path w="3810" h="58420">
                  <a:moveTo>
                    <a:pt x="3810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7620"/>
                  </a:lnTo>
                  <a:close/>
                </a:path>
                <a:path w="3810" h="58420">
                  <a:moveTo>
                    <a:pt x="3810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10160"/>
                  </a:lnTo>
                  <a:close/>
                </a:path>
                <a:path w="3810" h="58420">
                  <a:moveTo>
                    <a:pt x="3810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3970"/>
                  </a:lnTo>
                  <a:close/>
                </a:path>
                <a:path w="3810" h="58420">
                  <a:moveTo>
                    <a:pt x="3810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6510"/>
                  </a:lnTo>
                  <a:close/>
                </a:path>
                <a:path w="3810" h="58420">
                  <a:moveTo>
                    <a:pt x="3810" y="20320"/>
                  </a:moveTo>
                  <a:lnTo>
                    <a:pt x="0" y="20320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0320"/>
                  </a:lnTo>
                  <a:close/>
                </a:path>
                <a:path w="3810" h="58420">
                  <a:moveTo>
                    <a:pt x="3810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33020"/>
                  </a:lnTo>
                  <a:close/>
                </a:path>
                <a:path w="3810" h="58420">
                  <a:moveTo>
                    <a:pt x="3810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5560"/>
                  </a:lnTo>
                  <a:close/>
                </a:path>
                <a:path w="3810" h="58420">
                  <a:moveTo>
                    <a:pt x="3810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9370"/>
                  </a:lnTo>
                  <a:close/>
                </a:path>
                <a:path w="3810" h="58420">
                  <a:moveTo>
                    <a:pt x="3810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41910"/>
                  </a:lnTo>
                  <a:close/>
                </a:path>
                <a:path w="3810" h="58420">
                  <a:moveTo>
                    <a:pt x="3810" y="45720"/>
                  </a:moveTo>
                  <a:lnTo>
                    <a:pt x="0" y="4572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5720"/>
                  </a:lnTo>
                  <a:close/>
                </a:path>
                <a:path w="3810" h="58420">
                  <a:moveTo>
                    <a:pt x="3810" y="48260"/>
                  </a:moveTo>
                  <a:lnTo>
                    <a:pt x="0" y="48260"/>
                  </a:lnTo>
                  <a:lnTo>
                    <a:pt x="0" y="52069"/>
                  </a:lnTo>
                  <a:lnTo>
                    <a:pt x="3810" y="52069"/>
                  </a:lnTo>
                  <a:lnTo>
                    <a:pt x="3810" y="48260"/>
                  </a:lnTo>
                  <a:close/>
                </a:path>
                <a:path w="3810" h="58420">
                  <a:moveTo>
                    <a:pt x="3810" y="52070"/>
                  </a:moveTo>
                  <a:lnTo>
                    <a:pt x="0" y="52070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2070"/>
                  </a:lnTo>
                  <a:close/>
                </a:path>
                <a:path w="3810" h="58420">
                  <a:moveTo>
                    <a:pt x="3810" y="54610"/>
                  </a:moveTo>
                  <a:lnTo>
                    <a:pt x="0" y="54610"/>
                  </a:lnTo>
                  <a:lnTo>
                    <a:pt x="0" y="58419"/>
                  </a:lnTo>
                  <a:lnTo>
                    <a:pt x="3810" y="58419"/>
                  </a:lnTo>
                  <a:lnTo>
                    <a:pt x="3810" y="54610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0" name="object 1130"/>
            <p:cNvSpPr/>
            <p:nvPr/>
          </p:nvSpPr>
          <p:spPr>
            <a:xfrm>
              <a:off x="2628900" y="5246370"/>
              <a:ext cx="3810" cy="55880"/>
            </a:xfrm>
            <a:custGeom>
              <a:avLst/>
              <a:gdLst/>
              <a:ahLst/>
              <a:cxnLst/>
              <a:rect l="l" t="t" r="r" b="b"/>
              <a:pathLst>
                <a:path w="3810" h="55879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55879">
                  <a:moveTo>
                    <a:pt x="381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2539"/>
                  </a:lnTo>
                  <a:close/>
                </a:path>
                <a:path w="3810" h="55879">
                  <a:moveTo>
                    <a:pt x="381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49"/>
                  </a:lnTo>
                  <a:close/>
                </a:path>
                <a:path w="3810" h="55879">
                  <a:moveTo>
                    <a:pt x="381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8889"/>
                  </a:lnTo>
                  <a:close/>
                </a:path>
                <a:path w="3810" h="55879">
                  <a:moveTo>
                    <a:pt x="381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2699"/>
                  </a:lnTo>
                  <a:close/>
                </a:path>
                <a:path w="3810" h="55879">
                  <a:moveTo>
                    <a:pt x="381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5239"/>
                  </a:lnTo>
                  <a:close/>
                </a:path>
                <a:path w="3810" h="55879">
                  <a:moveTo>
                    <a:pt x="3810" y="19049"/>
                  </a:moveTo>
                  <a:lnTo>
                    <a:pt x="0" y="1904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19049"/>
                  </a:lnTo>
                  <a:close/>
                </a:path>
                <a:path w="3810" h="55879">
                  <a:moveTo>
                    <a:pt x="3810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31749"/>
                  </a:lnTo>
                  <a:close/>
                </a:path>
                <a:path w="3810" h="55879">
                  <a:moveTo>
                    <a:pt x="3810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4289"/>
                  </a:lnTo>
                  <a:close/>
                </a:path>
                <a:path w="3810" h="55879">
                  <a:moveTo>
                    <a:pt x="381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8099"/>
                  </a:lnTo>
                  <a:close/>
                </a:path>
                <a:path w="3810" h="55879">
                  <a:moveTo>
                    <a:pt x="3810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0639"/>
                  </a:lnTo>
                  <a:close/>
                </a:path>
                <a:path w="3810" h="55879">
                  <a:moveTo>
                    <a:pt x="381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4449"/>
                  </a:lnTo>
                  <a:close/>
                </a:path>
                <a:path w="3810" h="55879">
                  <a:moveTo>
                    <a:pt x="3810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6989"/>
                  </a:lnTo>
                  <a:close/>
                </a:path>
                <a:path w="3810" h="55879">
                  <a:moveTo>
                    <a:pt x="3810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50799"/>
                  </a:lnTo>
                  <a:close/>
                </a:path>
                <a:path w="3810" h="55879">
                  <a:moveTo>
                    <a:pt x="3810" y="53339"/>
                  </a:moveTo>
                  <a:lnTo>
                    <a:pt x="0" y="53339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53339"/>
                  </a:lnTo>
                  <a:close/>
                </a:path>
              </a:pathLst>
            </a:custGeom>
            <a:solidFill>
              <a:srgbClr val="8F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1" name="object 1131"/>
            <p:cNvSpPr/>
            <p:nvPr/>
          </p:nvSpPr>
          <p:spPr>
            <a:xfrm>
              <a:off x="2632710" y="5246370"/>
              <a:ext cx="3810" cy="55880"/>
            </a:xfrm>
            <a:custGeom>
              <a:avLst/>
              <a:gdLst/>
              <a:ahLst/>
              <a:cxnLst/>
              <a:rect l="l" t="t" r="r" b="b"/>
              <a:pathLst>
                <a:path w="3810" h="55879">
                  <a:moveTo>
                    <a:pt x="380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10" h="55879">
                  <a:moveTo>
                    <a:pt x="380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2539"/>
                  </a:lnTo>
                  <a:close/>
                </a:path>
                <a:path w="3810" h="55879">
                  <a:moveTo>
                    <a:pt x="380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49"/>
                  </a:lnTo>
                  <a:close/>
                </a:path>
                <a:path w="3810" h="55879">
                  <a:moveTo>
                    <a:pt x="380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8889"/>
                  </a:lnTo>
                  <a:close/>
                </a:path>
                <a:path w="3810" h="55879">
                  <a:moveTo>
                    <a:pt x="380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2699"/>
                  </a:lnTo>
                  <a:close/>
                </a:path>
                <a:path w="3810" h="55879">
                  <a:moveTo>
                    <a:pt x="3809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5239"/>
                  </a:lnTo>
                  <a:close/>
                </a:path>
                <a:path w="3810" h="55879">
                  <a:moveTo>
                    <a:pt x="3809" y="19049"/>
                  </a:moveTo>
                  <a:lnTo>
                    <a:pt x="0" y="1904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19049"/>
                  </a:lnTo>
                  <a:close/>
                </a:path>
                <a:path w="3810" h="55879">
                  <a:moveTo>
                    <a:pt x="3809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31749"/>
                  </a:lnTo>
                  <a:close/>
                </a:path>
                <a:path w="3810" h="55879">
                  <a:moveTo>
                    <a:pt x="3809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4289"/>
                  </a:lnTo>
                  <a:close/>
                </a:path>
                <a:path w="3810" h="55879">
                  <a:moveTo>
                    <a:pt x="3809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8099"/>
                  </a:lnTo>
                  <a:close/>
                </a:path>
                <a:path w="3810" h="55879">
                  <a:moveTo>
                    <a:pt x="3809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0639"/>
                  </a:lnTo>
                  <a:close/>
                </a:path>
                <a:path w="3810" h="55879">
                  <a:moveTo>
                    <a:pt x="3809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4449"/>
                  </a:lnTo>
                  <a:close/>
                </a:path>
                <a:path w="3810" h="55879">
                  <a:moveTo>
                    <a:pt x="3809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6989"/>
                  </a:lnTo>
                  <a:close/>
                </a:path>
                <a:path w="3810" h="55879">
                  <a:moveTo>
                    <a:pt x="3809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0799"/>
                  </a:lnTo>
                  <a:close/>
                </a:path>
                <a:path w="3810" h="55879">
                  <a:moveTo>
                    <a:pt x="3809" y="53339"/>
                  </a:moveTo>
                  <a:lnTo>
                    <a:pt x="0" y="53339"/>
                  </a:lnTo>
                  <a:lnTo>
                    <a:pt x="0" y="55879"/>
                  </a:lnTo>
                  <a:lnTo>
                    <a:pt x="2539" y="55879"/>
                  </a:lnTo>
                  <a:lnTo>
                    <a:pt x="2539" y="54609"/>
                  </a:lnTo>
                  <a:lnTo>
                    <a:pt x="3809" y="54609"/>
                  </a:lnTo>
                  <a:lnTo>
                    <a:pt x="3809" y="53339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2" name="object 1132"/>
            <p:cNvSpPr/>
            <p:nvPr/>
          </p:nvSpPr>
          <p:spPr>
            <a:xfrm>
              <a:off x="2636520" y="5246370"/>
              <a:ext cx="3810" cy="54610"/>
            </a:xfrm>
            <a:custGeom>
              <a:avLst/>
              <a:gdLst/>
              <a:ahLst/>
              <a:cxnLst/>
              <a:rect l="l" t="t" r="r" b="b"/>
              <a:pathLst>
                <a:path w="3810" h="54610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54610">
                  <a:moveTo>
                    <a:pt x="381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2539"/>
                  </a:lnTo>
                  <a:close/>
                </a:path>
                <a:path w="3810" h="54610">
                  <a:moveTo>
                    <a:pt x="381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49"/>
                  </a:lnTo>
                  <a:close/>
                </a:path>
                <a:path w="3810" h="54610">
                  <a:moveTo>
                    <a:pt x="381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8889"/>
                  </a:lnTo>
                  <a:close/>
                </a:path>
                <a:path w="3810" h="54610">
                  <a:moveTo>
                    <a:pt x="381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2699"/>
                  </a:lnTo>
                  <a:close/>
                </a:path>
                <a:path w="3810" h="54610">
                  <a:moveTo>
                    <a:pt x="381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5239"/>
                  </a:lnTo>
                  <a:close/>
                </a:path>
                <a:path w="3810" h="54610">
                  <a:moveTo>
                    <a:pt x="3810" y="19049"/>
                  </a:moveTo>
                  <a:lnTo>
                    <a:pt x="0" y="1904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19049"/>
                  </a:lnTo>
                  <a:close/>
                </a:path>
                <a:path w="3810" h="54610">
                  <a:moveTo>
                    <a:pt x="3810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31749"/>
                  </a:lnTo>
                  <a:close/>
                </a:path>
                <a:path w="3810" h="54610">
                  <a:moveTo>
                    <a:pt x="3810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4289"/>
                  </a:lnTo>
                  <a:close/>
                </a:path>
                <a:path w="3810" h="54610">
                  <a:moveTo>
                    <a:pt x="381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8099"/>
                  </a:lnTo>
                  <a:close/>
                </a:path>
                <a:path w="3810" h="54610">
                  <a:moveTo>
                    <a:pt x="3810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0639"/>
                  </a:lnTo>
                  <a:close/>
                </a:path>
                <a:path w="3810" h="54610">
                  <a:moveTo>
                    <a:pt x="381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4449"/>
                  </a:lnTo>
                  <a:close/>
                </a:path>
                <a:path w="3810" h="54610">
                  <a:moveTo>
                    <a:pt x="3810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6989"/>
                  </a:lnTo>
                  <a:close/>
                </a:path>
                <a:path w="3810" h="54610">
                  <a:moveTo>
                    <a:pt x="3810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50799"/>
                  </a:lnTo>
                  <a:close/>
                </a:path>
                <a:path w="3810" h="54610">
                  <a:moveTo>
                    <a:pt x="3810" y="53339"/>
                  </a:moveTo>
                  <a:lnTo>
                    <a:pt x="0" y="53339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3339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3" name="object 1133"/>
            <p:cNvSpPr/>
            <p:nvPr/>
          </p:nvSpPr>
          <p:spPr>
            <a:xfrm>
              <a:off x="2640329" y="5246370"/>
              <a:ext cx="2540" cy="54610"/>
            </a:xfrm>
            <a:custGeom>
              <a:avLst/>
              <a:gdLst/>
              <a:ahLst/>
              <a:cxnLst/>
              <a:rect l="l" t="t" r="r" b="b"/>
              <a:pathLst>
                <a:path w="2539" h="54610">
                  <a:moveTo>
                    <a:pt x="253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39" y="2539"/>
                  </a:lnTo>
                  <a:lnTo>
                    <a:pt x="2539" y="0"/>
                  </a:lnTo>
                  <a:close/>
                </a:path>
                <a:path w="2539" h="54610">
                  <a:moveTo>
                    <a:pt x="253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2539" y="6349"/>
                  </a:lnTo>
                  <a:lnTo>
                    <a:pt x="2539" y="2539"/>
                  </a:lnTo>
                  <a:close/>
                </a:path>
                <a:path w="2539" h="54610">
                  <a:moveTo>
                    <a:pt x="253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2539" y="8889"/>
                  </a:lnTo>
                  <a:lnTo>
                    <a:pt x="2539" y="6349"/>
                  </a:lnTo>
                  <a:close/>
                </a:path>
                <a:path w="2539" h="54610">
                  <a:moveTo>
                    <a:pt x="253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2539" y="12699"/>
                  </a:lnTo>
                  <a:lnTo>
                    <a:pt x="2539" y="8889"/>
                  </a:lnTo>
                  <a:close/>
                </a:path>
                <a:path w="2539" h="54610">
                  <a:moveTo>
                    <a:pt x="253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2539" y="15239"/>
                  </a:lnTo>
                  <a:lnTo>
                    <a:pt x="2539" y="12699"/>
                  </a:lnTo>
                  <a:close/>
                </a:path>
                <a:path w="2539" h="54610">
                  <a:moveTo>
                    <a:pt x="2539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2539" y="19049"/>
                  </a:lnTo>
                  <a:lnTo>
                    <a:pt x="2539" y="15239"/>
                  </a:lnTo>
                  <a:close/>
                </a:path>
                <a:path w="2539" h="54610">
                  <a:moveTo>
                    <a:pt x="2539" y="19049"/>
                  </a:moveTo>
                  <a:lnTo>
                    <a:pt x="0" y="19049"/>
                  </a:lnTo>
                  <a:lnTo>
                    <a:pt x="0" y="31749"/>
                  </a:lnTo>
                  <a:lnTo>
                    <a:pt x="2539" y="31749"/>
                  </a:lnTo>
                  <a:lnTo>
                    <a:pt x="2539" y="19049"/>
                  </a:lnTo>
                  <a:close/>
                </a:path>
                <a:path w="2539" h="54610">
                  <a:moveTo>
                    <a:pt x="2539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2539" y="34289"/>
                  </a:lnTo>
                  <a:lnTo>
                    <a:pt x="2539" y="31749"/>
                  </a:lnTo>
                  <a:close/>
                </a:path>
                <a:path w="2539" h="54610">
                  <a:moveTo>
                    <a:pt x="2539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2539" y="38099"/>
                  </a:lnTo>
                  <a:lnTo>
                    <a:pt x="2539" y="34289"/>
                  </a:lnTo>
                  <a:close/>
                </a:path>
                <a:path w="2539" h="54610">
                  <a:moveTo>
                    <a:pt x="2539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2539" y="40639"/>
                  </a:lnTo>
                  <a:lnTo>
                    <a:pt x="2539" y="38099"/>
                  </a:lnTo>
                  <a:close/>
                </a:path>
                <a:path w="2539" h="54610">
                  <a:moveTo>
                    <a:pt x="2539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2539" y="44449"/>
                  </a:lnTo>
                  <a:lnTo>
                    <a:pt x="2539" y="40639"/>
                  </a:lnTo>
                  <a:close/>
                </a:path>
                <a:path w="2539" h="54610">
                  <a:moveTo>
                    <a:pt x="2539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2539" y="46989"/>
                  </a:lnTo>
                  <a:lnTo>
                    <a:pt x="2539" y="44449"/>
                  </a:lnTo>
                  <a:close/>
                </a:path>
                <a:path w="2539" h="54610">
                  <a:moveTo>
                    <a:pt x="2539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2539" y="50799"/>
                  </a:lnTo>
                  <a:lnTo>
                    <a:pt x="2539" y="46989"/>
                  </a:lnTo>
                  <a:close/>
                </a:path>
                <a:path w="2539" h="54610">
                  <a:moveTo>
                    <a:pt x="2539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2539" y="53339"/>
                  </a:lnTo>
                  <a:lnTo>
                    <a:pt x="2539" y="50799"/>
                  </a:lnTo>
                  <a:close/>
                </a:path>
                <a:path w="2539" h="54610">
                  <a:moveTo>
                    <a:pt x="2539" y="53339"/>
                  </a:moveTo>
                  <a:lnTo>
                    <a:pt x="0" y="53339"/>
                  </a:lnTo>
                  <a:lnTo>
                    <a:pt x="0" y="54609"/>
                  </a:lnTo>
                  <a:lnTo>
                    <a:pt x="2539" y="54609"/>
                  </a:lnTo>
                  <a:lnTo>
                    <a:pt x="2539" y="53339"/>
                  </a:lnTo>
                  <a:close/>
                </a:path>
              </a:pathLst>
            </a:custGeom>
            <a:solidFill>
              <a:srgbClr val="97A6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4" name="object 1134"/>
            <p:cNvSpPr/>
            <p:nvPr/>
          </p:nvSpPr>
          <p:spPr>
            <a:xfrm>
              <a:off x="2642870" y="5246370"/>
              <a:ext cx="3810" cy="54610"/>
            </a:xfrm>
            <a:custGeom>
              <a:avLst/>
              <a:gdLst/>
              <a:ahLst/>
              <a:cxnLst/>
              <a:rect l="l" t="t" r="r" b="b"/>
              <a:pathLst>
                <a:path w="3810" h="54610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54610">
                  <a:moveTo>
                    <a:pt x="381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2539"/>
                  </a:lnTo>
                  <a:close/>
                </a:path>
                <a:path w="3810" h="54610">
                  <a:moveTo>
                    <a:pt x="381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49"/>
                  </a:lnTo>
                  <a:close/>
                </a:path>
                <a:path w="3810" h="54610">
                  <a:moveTo>
                    <a:pt x="381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8889"/>
                  </a:lnTo>
                  <a:close/>
                </a:path>
                <a:path w="3810" h="54610">
                  <a:moveTo>
                    <a:pt x="381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2699"/>
                  </a:lnTo>
                  <a:close/>
                </a:path>
                <a:path w="3810" h="54610">
                  <a:moveTo>
                    <a:pt x="381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5239"/>
                  </a:lnTo>
                  <a:close/>
                </a:path>
                <a:path w="3810" h="54610">
                  <a:moveTo>
                    <a:pt x="3810" y="19049"/>
                  </a:moveTo>
                  <a:lnTo>
                    <a:pt x="0" y="1904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19049"/>
                  </a:lnTo>
                  <a:close/>
                </a:path>
                <a:path w="3810" h="54610">
                  <a:moveTo>
                    <a:pt x="3810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31749"/>
                  </a:lnTo>
                  <a:close/>
                </a:path>
                <a:path w="3810" h="54610">
                  <a:moveTo>
                    <a:pt x="3810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4289"/>
                  </a:lnTo>
                  <a:close/>
                </a:path>
                <a:path w="3810" h="54610">
                  <a:moveTo>
                    <a:pt x="381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8099"/>
                  </a:lnTo>
                  <a:close/>
                </a:path>
                <a:path w="3810" h="54610">
                  <a:moveTo>
                    <a:pt x="3810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0639"/>
                  </a:lnTo>
                  <a:close/>
                </a:path>
                <a:path w="3810" h="54610">
                  <a:moveTo>
                    <a:pt x="381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4449"/>
                  </a:lnTo>
                  <a:close/>
                </a:path>
                <a:path w="3810" h="54610">
                  <a:moveTo>
                    <a:pt x="3810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6989"/>
                  </a:lnTo>
                  <a:close/>
                </a:path>
                <a:path w="3810" h="54610">
                  <a:moveTo>
                    <a:pt x="3810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50799"/>
                  </a:lnTo>
                  <a:close/>
                </a:path>
                <a:path w="3810" h="54610">
                  <a:moveTo>
                    <a:pt x="3810" y="53339"/>
                  </a:moveTo>
                  <a:lnTo>
                    <a:pt x="0" y="53339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3339"/>
                  </a:lnTo>
                  <a:close/>
                </a:path>
              </a:pathLst>
            </a:custGeom>
            <a:solidFill>
              <a:srgbClr val="99A8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5" name="object 1135"/>
            <p:cNvSpPr/>
            <p:nvPr/>
          </p:nvSpPr>
          <p:spPr>
            <a:xfrm>
              <a:off x="2646679" y="5247639"/>
              <a:ext cx="3810" cy="53340"/>
            </a:xfrm>
            <a:custGeom>
              <a:avLst/>
              <a:gdLst/>
              <a:ahLst/>
              <a:cxnLst/>
              <a:rect l="l" t="t" r="r" b="b"/>
              <a:pathLst>
                <a:path w="3810" h="53339">
                  <a:moveTo>
                    <a:pt x="3809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09" y="1270"/>
                  </a:lnTo>
                  <a:lnTo>
                    <a:pt x="3809" y="0"/>
                  </a:lnTo>
                  <a:close/>
                </a:path>
                <a:path w="3810" h="53339">
                  <a:moveTo>
                    <a:pt x="380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1270"/>
                  </a:lnTo>
                  <a:close/>
                </a:path>
                <a:path w="3810" h="53339">
                  <a:moveTo>
                    <a:pt x="380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09" y="7620"/>
                  </a:lnTo>
                  <a:lnTo>
                    <a:pt x="3809" y="5080"/>
                  </a:lnTo>
                  <a:close/>
                </a:path>
                <a:path w="3810" h="53339">
                  <a:moveTo>
                    <a:pt x="380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7620"/>
                  </a:lnTo>
                  <a:close/>
                </a:path>
                <a:path w="3810" h="53339">
                  <a:moveTo>
                    <a:pt x="3809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09" y="13970"/>
                  </a:lnTo>
                  <a:lnTo>
                    <a:pt x="3809" y="11430"/>
                  </a:lnTo>
                  <a:close/>
                </a:path>
                <a:path w="3810" h="53339">
                  <a:moveTo>
                    <a:pt x="3809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3970"/>
                  </a:lnTo>
                  <a:close/>
                </a:path>
                <a:path w="3810" h="53339">
                  <a:moveTo>
                    <a:pt x="3809" y="17780"/>
                  </a:moveTo>
                  <a:lnTo>
                    <a:pt x="0" y="17780"/>
                  </a:lnTo>
                  <a:lnTo>
                    <a:pt x="0" y="30480"/>
                  </a:lnTo>
                  <a:lnTo>
                    <a:pt x="3809" y="30480"/>
                  </a:lnTo>
                  <a:lnTo>
                    <a:pt x="3809" y="17780"/>
                  </a:lnTo>
                  <a:close/>
                </a:path>
                <a:path w="3810" h="53339">
                  <a:moveTo>
                    <a:pt x="3809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3809" y="33020"/>
                  </a:lnTo>
                  <a:lnTo>
                    <a:pt x="3809" y="30480"/>
                  </a:lnTo>
                  <a:close/>
                </a:path>
                <a:path w="3810" h="53339">
                  <a:moveTo>
                    <a:pt x="3809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3020"/>
                  </a:lnTo>
                  <a:close/>
                </a:path>
                <a:path w="3810" h="53339">
                  <a:moveTo>
                    <a:pt x="3809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09" y="39370"/>
                  </a:lnTo>
                  <a:lnTo>
                    <a:pt x="3809" y="36830"/>
                  </a:lnTo>
                  <a:close/>
                </a:path>
                <a:path w="3810" h="53339">
                  <a:moveTo>
                    <a:pt x="3809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3809" y="43180"/>
                  </a:lnTo>
                  <a:lnTo>
                    <a:pt x="3809" y="39370"/>
                  </a:lnTo>
                  <a:close/>
                </a:path>
                <a:path w="3810" h="53339">
                  <a:moveTo>
                    <a:pt x="3809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3809" y="45720"/>
                  </a:lnTo>
                  <a:lnTo>
                    <a:pt x="3809" y="43180"/>
                  </a:lnTo>
                  <a:close/>
                </a:path>
                <a:path w="3810" h="53339">
                  <a:moveTo>
                    <a:pt x="3809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3809" y="49530"/>
                  </a:lnTo>
                  <a:lnTo>
                    <a:pt x="3809" y="45720"/>
                  </a:lnTo>
                  <a:close/>
                </a:path>
                <a:path w="3810" h="53339">
                  <a:moveTo>
                    <a:pt x="3809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3809" y="52070"/>
                  </a:lnTo>
                  <a:lnTo>
                    <a:pt x="3809" y="49530"/>
                  </a:lnTo>
                  <a:close/>
                </a:path>
                <a:path w="3810" h="53339">
                  <a:moveTo>
                    <a:pt x="3809" y="52070"/>
                  </a:moveTo>
                  <a:lnTo>
                    <a:pt x="0" y="52070"/>
                  </a:lnTo>
                  <a:lnTo>
                    <a:pt x="0" y="53340"/>
                  </a:lnTo>
                  <a:lnTo>
                    <a:pt x="3809" y="53340"/>
                  </a:lnTo>
                  <a:lnTo>
                    <a:pt x="3809" y="52070"/>
                  </a:lnTo>
                  <a:close/>
                </a:path>
              </a:pathLst>
            </a:custGeom>
            <a:solidFill>
              <a:srgbClr val="9CA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6" name="object 1136"/>
            <p:cNvSpPr/>
            <p:nvPr/>
          </p:nvSpPr>
          <p:spPr>
            <a:xfrm>
              <a:off x="2650489" y="5247639"/>
              <a:ext cx="3810" cy="53340"/>
            </a:xfrm>
            <a:custGeom>
              <a:avLst/>
              <a:gdLst/>
              <a:ahLst/>
              <a:cxnLst/>
              <a:rect l="l" t="t" r="r" b="b"/>
              <a:pathLst>
                <a:path w="3810" h="53339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  <a:path w="3810" h="53339">
                  <a:moveTo>
                    <a:pt x="381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70"/>
                  </a:lnTo>
                  <a:close/>
                </a:path>
                <a:path w="3810" h="53339">
                  <a:moveTo>
                    <a:pt x="3810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80"/>
                  </a:lnTo>
                  <a:close/>
                </a:path>
                <a:path w="3810" h="53339">
                  <a:moveTo>
                    <a:pt x="3810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20"/>
                  </a:lnTo>
                  <a:close/>
                </a:path>
                <a:path w="3810" h="53339">
                  <a:moveTo>
                    <a:pt x="3810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30"/>
                  </a:lnTo>
                  <a:close/>
                </a:path>
                <a:path w="3810" h="53339">
                  <a:moveTo>
                    <a:pt x="3810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70"/>
                  </a:lnTo>
                  <a:close/>
                </a:path>
                <a:path w="3810" h="53339">
                  <a:moveTo>
                    <a:pt x="3810" y="17780"/>
                  </a:moveTo>
                  <a:lnTo>
                    <a:pt x="0" y="1778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17780"/>
                  </a:lnTo>
                  <a:close/>
                </a:path>
                <a:path w="3810" h="53339">
                  <a:moveTo>
                    <a:pt x="3810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3810" y="33020"/>
                  </a:lnTo>
                  <a:lnTo>
                    <a:pt x="3810" y="30480"/>
                  </a:lnTo>
                  <a:close/>
                </a:path>
                <a:path w="3810" h="53339">
                  <a:moveTo>
                    <a:pt x="3810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3020"/>
                  </a:lnTo>
                  <a:close/>
                </a:path>
                <a:path w="3810" h="53339">
                  <a:moveTo>
                    <a:pt x="3810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10" y="39370"/>
                  </a:lnTo>
                  <a:lnTo>
                    <a:pt x="3810" y="36830"/>
                  </a:lnTo>
                  <a:close/>
                </a:path>
                <a:path w="3810" h="53339">
                  <a:moveTo>
                    <a:pt x="3810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39370"/>
                  </a:lnTo>
                  <a:close/>
                </a:path>
                <a:path w="3810" h="53339">
                  <a:moveTo>
                    <a:pt x="3810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3810" y="45720"/>
                  </a:lnTo>
                  <a:lnTo>
                    <a:pt x="3810" y="43180"/>
                  </a:lnTo>
                  <a:close/>
                </a:path>
                <a:path w="3810" h="53339">
                  <a:moveTo>
                    <a:pt x="3810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5720"/>
                  </a:lnTo>
                  <a:close/>
                </a:path>
                <a:path w="3810" h="53339">
                  <a:moveTo>
                    <a:pt x="3810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3810" y="52070"/>
                  </a:lnTo>
                  <a:lnTo>
                    <a:pt x="3810" y="49530"/>
                  </a:lnTo>
                  <a:close/>
                </a:path>
                <a:path w="3810" h="53339">
                  <a:moveTo>
                    <a:pt x="2540" y="52070"/>
                  </a:moveTo>
                  <a:lnTo>
                    <a:pt x="0" y="52070"/>
                  </a:lnTo>
                  <a:lnTo>
                    <a:pt x="0" y="53340"/>
                  </a:lnTo>
                  <a:lnTo>
                    <a:pt x="2540" y="53340"/>
                  </a:lnTo>
                  <a:lnTo>
                    <a:pt x="2540" y="52070"/>
                  </a:lnTo>
                  <a:close/>
                </a:path>
              </a:pathLst>
            </a:custGeom>
            <a:solidFill>
              <a:srgbClr val="9FA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7" name="object 1137"/>
            <p:cNvSpPr/>
            <p:nvPr/>
          </p:nvSpPr>
          <p:spPr>
            <a:xfrm>
              <a:off x="2654300" y="5248909"/>
              <a:ext cx="3810" cy="50800"/>
            </a:xfrm>
            <a:custGeom>
              <a:avLst/>
              <a:gdLst/>
              <a:ahLst/>
              <a:cxnLst/>
              <a:rect l="l" t="t" r="r" b="b"/>
              <a:pathLst>
                <a:path w="3810" h="50800">
                  <a:moveTo>
                    <a:pt x="38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0"/>
                  </a:lnTo>
                  <a:close/>
                </a:path>
                <a:path w="3810" h="50800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10" h="50800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10" h="50800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10" h="50800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10" h="50800">
                  <a:moveTo>
                    <a:pt x="3810" y="16509"/>
                  </a:moveTo>
                  <a:lnTo>
                    <a:pt x="0" y="16509"/>
                  </a:lnTo>
                  <a:lnTo>
                    <a:pt x="0" y="29209"/>
                  </a:lnTo>
                  <a:lnTo>
                    <a:pt x="3810" y="29209"/>
                  </a:lnTo>
                  <a:lnTo>
                    <a:pt x="3810" y="16509"/>
                  </a:lnTo>
                  <a:close/>
                </a:path>
                <a:path w="3810" h="50800">
                  <a:moveTo>
                    <a:pt x="3810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9209"/>
                  </a:lnTo>
                  <a:close/>
                </a:path>
                <a:path w="3810" h="50800">
                  <a:moveTo>
                    <a:pt x="3810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31750"/>
                  </a:lnTo>
                  <a:close/>
                </a:path>
                <a:path w="3810" h="50800">
                  <a:moveTo>
                    <a:pt x="381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5559"/>
                  </a:lnTo>
                  <a:close/>
                </a:path>
                <a:path w="3810" h="50800">
                  <a:moveTo>
                    <a:pt x="381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8100"/>
                  </a:lnTo>
                  <a:close/>
                </a:path>
                <a:path w="3810" h="50800">
                  <a:moveTo>
                    <a:pt x="381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1909"/>
                  </a:lnTo>
                  <a:close/>
                </a:path>
                <a:path w="3810" h="50800">
                  <a:moveTo>
                    <a:pt x="381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4450"/>
                  </a:lnTo>
                  <a:close/>
                </a:path>
                <a:path w="3810" h="50800">
                  <a:moveTo>
                    <a:pt x="3810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2539" y="50799"/>
                  </a:lnTo>
                  <a:lnTo>
                    <a:pt x="2539" y="49529"/>
                  </a:lnTo>
                  <a:lnTo>
                    <a:pt x="3810" y="49529"/>
                  </a:lnTo>
                  <a:lnTo>
                    <a:pt x="3810" y="48259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8" name="object 1138"/>
            <p:cNvSpPr/>
            <p:nvPr/>
          </p:nvSpPr>
          <p:spPr>
            <a:xfrm>
              <a:off x="2658110" y="5248909"/>
              <a:ext cx="3810" cy="49530"/>
            </a:xfrm>
            <a:custGeom>
              <a:avLst/>
              <a:gdLst/>
              <a:ahLst/>
              <a:cxnLst/>
              <a:rect l="l" t="t" r="r" b="b"/>
              <a:pathLst>
                <a:path w="3810" h="49529">
                  <a:moveTo>
                    <a:pt x="380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0"/>
                  </a:lnTo>
                  <a:close/>
                </a:path>
                <a:path w="3810" h="49529">
                  <a:moveTo>
                    <a:pt x="380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3809"/>
                  </a:lnTo>
                  <a:close/>
                </a:path>
                <a:path w="3810" h="49529">
                  <a:moveTo>
                    <a:pt x="380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6350"/>
                  </a:lnTo>
                  <a:close/>
                </a:path>
                <a:path w="3810" h="49529">
                  <a:moveTo>
                    <a:pt x="380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10159"/>
                  </a:lnTo>
                  <a:close/>
                </a:path>
                <a:path w="3810" h="49529">
                  <a:moveTo>
                    <a:pt x="380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2700"/>
                  </a:lnTo>
                  <a:close/>
                </a:path>
                <a:path w="3810" h="49529">
                  <a:moveTo>
                    <a:pt x="3809" y="16509"/>
                  </a:moveTo>
                  <a:lnTo>
                    <a:pt x="0" y="16509"/>
                  </a:lnTo>
                  <a:lnTo>
                    <a:pt x="0" y="29209"/>
                  </a:lnTo>
                  <a:lnTo>
                    <a:pt x="3809" y="29209"/>
                  </a:lnTo>
                  <a:lnTo>
                    <a:pt x="3809" y="16509"/>
                  </a:lnTo>
                  <a:close/>
                </a:path>
                <a:path w="3810" h="49529">
                  <a:moveTo>
                    <a:pt x="3809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9209"/>
                  </a:lnTo>
                  <a:close/>
                </a:path>
                <a:path w="3810" h="49529">
                  <a:moveTo>
                    <a:pt x="3809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31750"/>
                  </a:lnTo>
                  <a:close/>
                </a:path>
                <a:path w="3810" h="49529">
                  <a:moveTo>
                    <a:pt x="380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5559"/>
                  </a:lnTo>
                  <a:close/>
                </a:path>
                <a:path w="3810" h="49529">
                  <a:moveTo>
                    <a:pt x="380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8100"/>
                  </a:lnTo>
                  <a:close/>
                </a:path>
                <a:path w="3810" h="49529">
                  <a:moveTo>
                    <a:pt x="380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1909"/>
                  </a:lnTo>
                  <a:close/>
                </a:path>
                <a:path w="3810" h="49529">
                  <a:moveTo>
                    <a:pt x="3809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44450"/>
                  </a:lnTo>
                  <a:close/>
                </a:path>
                <a:path w="3810" h="49529">
                  <a:moveTo>
                    <a:pt x="3809" y="48259"/>
                  </a:moveTo>
                  <a:lnTo>
                    <a:pt x="0" y="48259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8259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9" name="object 1139"/>
            <p:cNvSpPr/>
            <p:nvPr/>
          </p:nvSpPr>
          <p:spPr>
            <a:xfrm>
              <a:off x="2661920" y="5248909"/>
              <a:ext cx="2540" cy="49530"/>
            </a:xfrm>
            <a:custGeom>
              <a:avLst/>
              <a:gdLst/>
              <a:ahLst/>
              <a:cxnLst/>
              <a:rect l="l" t="t" r="r" b="b"/>
              <a:pathLst>
                <a:path w="2539" h="49529">
                  <a:moveTo>
                    <a:pt x="126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2540" y="3809"/>
                  </a:lnTo>
                  <a:lnTo>
                    <a:pt x="2540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2539" h="49529">
                  <a:moveTo>
                    <a:pt x="254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2540" y="6349"/>
                  </a:lnTo>
                  <a:lnTo>
                    <a:pt x="2540" y="3809"/>
                  </a:lnTo>
                  <a:close/>
                </a:path>
                <a:path w="2539" h="49529">
                  <a:moveTo>
                    <a:pt x="254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2540" y="10159"/>
                  </a:lnTo>
                  <a:lnTo>
                    <a:pt x="2540" y="6350"/>
                  </a:lnTo>
                  <a:close/>
                </a:path>
                <a:path w="2539" h="49529">
                  <a:moveTo>
                    <a:pt x="254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2540" y="12699"/>
                  </a:lnTo>
                  <a:lnTo>
                    <a:pt x="2540" y="10159"/>
                  </a:lnTo>
                  <a:close/>
                </a:path>
                <a:path w="2539" h="49529">
                  <a:moveTo>
                    <a:pt x="254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2540" y="16509"/>
                  </a:lnTo>
                  <a:lnTo>
                    <a:pt x="2540" y="12700"/>
                  </a:lnTo>
                  <a:close/>
                </a:path>
                <a:path w="2539" h="49529">
                  <a:moveTo>
                    <a:pt x="2540" y="16509"/>
                  </a:moveTo>
                  <a:lnTo>
                    <a:pt x="0" y="16509"/>
                  </a:lnTo>
                  <a:lnTo>
                    <a:pt x="0" y="29209"/>
                  </a:lnTo>
                  <a:lnTo>
                    <a:pt x="2540" y="29209"/>
                  </a:lnTo>
                  <a:lnTo>
                    <a:pt x="2540" y="16509"/>
                  </a:lnTo>
                  <a:close/>
                </a:path>
                <a:path w="2539" h="49529">
                  <a:moveTo>
                    <a:pt x="2540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2540" y="31749"/>
                  </a:lnTo>
                  <a:lnTo>
                    <a:pt x="2540" y="29209"/>
                  </a:lnTo>
                  <a:close/>
                </a:path>
                <a:path w="2539" h="49529">
                  <a:moveTo>
                    <a:pt x="2540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2540" y="35559"/>
                  </a:lnTo>
                  <a:lnTo>
                    <a:pt x="2540" y="31750"/>
                  </a:lnTo>
                  <a:close/>
                </a:path>
                <a:path w="2539" h="49529">
                  <a:moveTo>
                    <a:pt x="254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2540" y="38099"/>
                  </a:lnTo>
                  <a:lnTo>
                    <a:pt x="2540" y="35559"/>
                  </a:lnTo>
                  <a:close/>
                </a:path>
                <a:path w="2539" h="49529">
                  <a:moveTo>
                    <a:pt x="254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2540" y="41909"/>
                  </a:lnTo>
                  <a:lnTo>
                    <a:pt x="2540" y="38100"/>
                  </a:lnTo>
                  <a:close/>
                </a:path>
                <a:path w="2539" h="49529">
                  <a:moveTo>
                    <a:pt x="254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2540" y="44449"/>
                  </a:lnTo>
                  <a:lnTo>
                    <a:pt x="2540" y="41909"/>
                  </a:lnTo>
                  <a:close/>
                </a:path>
                <a:path w="2539" h="49529">
                  <a:moveTo>
                    <a:pt x="254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2540" y="48259"/>
                  </a:lnTo>
                  <a:lnTo>
                    <a:pt x="2540" y="44450"/>
                  </a:lnTo>
                  <a:close/>
                </a:path>
                <a:path w="2539" h="49529">
                  <a:moveTo>
                    <a:pt x="2540" y="48259"/>
                  </a:moveTo>
                  <a:lnTo>
                    <a:pt x="0" y="48259"/>
                  </a:lnTo>
                  <a:lnTo>
                    <a:pt x="0" y="49529"/>
                  </a:lnTo>
                  <a:lnTo>
                    <a:pt x="2540" y="49529"/>
                  </a:lnTo>
                  <a:lnTo>
                    <a:pt x="2540" y="48259"/>
                  </a:lnTo>
                  <a:close/>
                </a:path>
              </a:pathLst>
            </a:custGeom>
            <a:solidFill>
              <a:srgbClr val="A7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0" name="object 1140"/>
            <p:cNvSpPr/>
            <p:nvPr/>
          </p:nvSpPr>
          <p:spPr>
            <a:xfrm>
              <a:off x="2664460" y="5250180"/>
              <a:ext cx="5080" cy="46990"/>
            </a:xfrm>
            <a:custGeom>
              <a:avLst/>
              <a:gdLst/>
              <a:ahLst/>
              <a:cxnLst/>
              <a:rect l="l" t="t" r="r" b="b"/>
              <a:pathLst>
                <a:path w="5080" h="46989">
                  <a:moveTo>
                    <a:pt x="507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5079" y="2540"/>
                  </a:lnTo>
                  <a:lnTo>
                    <a:pt x="5079" y="0"/>
                  </a:lnTo>
                  <a:close/>
                </a:path>
                <a:path w="5080" h="46989">
                  <a:moveTo>
                    <a:pt x="507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5079" y="5080"/>
                  </a:lnTo>
                  <a:lnTo>
                    <a:pt x="5079" y="2540"/>
                  </a:lnTo>
                  <a:close/>
                </a:path>
                <a:path w="5080" h="46989">
                  <a:moveTo>
                    <a:pt x="507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5079" y="8890"/>
                  </a:lnTo>
                  <a:lnTo>
                    <a:pt x="5079" y="5080"/>
                  </a:lnTo>
                  <a:close/>
                </a:path>
                <a:path w="5080" h="46989">
                  <a:moveTo>
                    <a:pt x="507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5079" y="11430"/>
                  </a:lnTo>
                  <a:lnTo>
                    <a:pt x="5079" y="8890"/>
                  </a:lnTo>
                  <a:close/>
                </a:path>
                <a:path w="5080" h="46989">
                  <a:moveTo>
                    <a:pt x="5079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5079" y="15240"/>
                  </a:lnTo>
                  <a:lnTo>
                    <a:pt x="5079" y="11430"/>
                  </a:lnTo>
                  <a:close/>
                </a:path>
                <a:path w="5080" h="46989">
                  <a:moveTo>
                    <a:pt x="5079" y="15240"/>
                  </a:moveTo>
                  <a:lnTo>
                    <a:pt x="0" y="15240"/>
                  </a:lnTo>
                  <a:lnTo>
                    <a:pt x="0" y="27940"/>
                  </a:lnTo>
                  <a:lnTo>
                    <a:pt x="5079" y="27940"/>
                  </a:lnTo>
                  <a:lnTo>
                    <a:pt x="5079" y="15240"/>
                  </a:lnTo>
                  <a:close/>
                </a:path>
                <a:path w="5080" h="46989">
                  <a:moveTo>
                    <a:pt x="5079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5079" y="30480"/>
                  </a:lnTo>
                  <a:lnTo>
                    <a:pt x="5079" y="27940"/>
                  </a:lnTo>
                  <a:close/>
                </a:path>
                <a:path w="5080" h="46989">
                  <a:moveTo>
                    <a:pt x="5079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5079" y="34290"/>
                  </a:lnTo>
                  <a:lnTo>
                    <a:pt x="5079" y="30480"/>
                  </a:lnTo>
                  <a:close/>
                </a:path>
                <a:path w="5080" h="46989">
                  <a:moveTo>
                    <a:pt x="5079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5079" y="36830"/>
                  </a:lnTo>
                  <a:lnTo>
                    <a:pt x="5079" y="34290"/>
                  </a:lnTo>
                  <a:close/>
                </a:path>
                <a:path w="5080" h="46989">
                  <a:moveTo>
                    <a:pt x="5079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5079" y="40640"/>
                  </a:lnTo>
                  <a:lnTo>
                    <a:pt x="5079" y="36830"/>
                  </a:lnTo>
                  <a:close/>
                </a:path>
                <a:path w="5080" h="46989">
                  <a:moveTo>
                    <a:pt x="5079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5079" y="43180"/>
                  </a:lnTo>
                  <a:lnTo>
                    <a:pt x="5079" y="40640"/>
                  </a:lnTo>
                  <a:close/>
                </a:path>
                <a:path w="5080" h="46989">
                  <a:moveTo>
                    <a:pt x="5079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5079" y="46990"/>
                  </a:lnTo>
                  <a:lnTo>
                    <a:pt x="5079" y="43180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1" name="object 1141"/>
            <p:cNvSpPr/>
            <p:nvPr/>
          </p:nvSpPr>
          <p:spPr>
            <a:xfrm>
              <a:off x="2669539" y="5250180"/>
              <a:ext cx="2540" cy="46990"/>
            </a:xfrm>
            <a:custGeom>
              <a:avLst/>
              <a:gdLst/>
              <a:ahLst/>
              <a:cxnLst/>
              <a:rect l="l" t="t" r="r" b="b"/>
              <a:pathLst>
                <a:path w="2539" h="46989">
                  <a:moveTo>
                    <a:pt x="127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540" y="254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2539" h="46989">
                  <a:moveTo>
                    <a:pt x="254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2540"/>
                  </a:lnTo>
                  <a:close/>
                </a:path>
                <a:path w="2539" h="46989">
                  <a:moveTo>
                    <a:pt x="254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2540" y="8890"/>
                  </a:lnTo>
                  <a:lnTo>
                    <a:pt x="2540" y="5080"/>
                  </a:lnTo>
                  <a:close/>
                </a:path>
                <a:path w="2539" h="46989">
                  <a:moveTo>
                    <a:pt x="254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8890"/>
                  </a:lnTo>
                  <a:close/>
                </a:path>
                <a:path w="2539" h="46989">
                  <a:moveTo>
                    <a:pt x="254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2540" y="15240"/>
                  </a:lnTo>
                  <a:lnTo>
                    <a:pt x="2540" y="11430"/>
                  </a:lnTo>
                  <a:close/>
                </a:path>
                <a:path w="2539" h="46989">
                  <a:moveTo>
                    <a:pt x="2540" y="15240"/>
                  </a:moveTo>
                  <a:lnTo>
                    <a:pt x="0" y="15240"/>
                  </a:lnTo>
                  <a:lnTo>
                    <a:pt x="0" y="27940"/>
                  </a:lnTo>
                  <a:lnTo>
                    <a:pt x="2540" y="27940"/>
                  </a:lnTo>
                  <a:lnTo>
                    <a:pt x="2540" y="15240"/>
                  </a:lnTo>
                  <a:close/>
                </a:path>
                <a:path w="2539" h="46989">
                  <a:moveTo>
                    <a:pt x="2540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2540" y="30480"/>
                  </a:lnTo>
                  <a:lnTo>
                    <a:pt x="2540" y="27940"/>
                  </a:lnTo>
                  <a:close/>
                </a:path>
                <a:path w="2539" h="46989">
                  <a:moveTo>
                    <a:pt x="2540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2540" y="34290"/>
                  </a:lnTo>
                  <a:lnTo>
                    <a:pt x="2540" y="30480"/>
                  </a:lnTo>
                  <a:close/>
                </a:path>
                <a:path w="2539" h="46989">
                  <a:moveTo>
                    <a:pt x="2540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2540" y="36830"/>
                  </a:lnTo>
                  <a:lnTo>
                    <a:pt x="2540" y="34290"/>
                  </a:lnTo>
                  <a:close/>
                </a:path>
                <a:path w="2539" h="46989">
                  <a:moveTo>
                    <a:pt x="2540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2540" y="40640"/>
                  </a:lnTo>
                  <a:lnTo>
                    <a:pt x="2540" y="36830"/>
                  </a:lnTo>
                  <a:close/>
                </a:path>
                <a:path w="2539" h="46989">
                  <a:moveTo>
                    <a:pt x="2540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2540" y="43180"/>
                  </a:lnTo>
                  <a:lnTo>
                    <a:pt x="2540" y="40640"/>
                  </a:lnTo>
                  <a:close/>
                </a:path>
                <a:path w="2539" h="46989">
                  <a:moveTo>
                    <a:pt x="2540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2540" y="46990"/>
                  </a:lnTo>
                  <a:lnTo>
                    <a:pt x="2540" y="43180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2" name="object 1142"/>
            <p:cNvSpPr/>
            <p:nvPr/>
          </p:nvSpPr>
          <p:spPr>
            <a:xfrm>
              <a:off x="2672079" y="5251450"/>
              <a:ext cx="3810" cy="45720"/>
            </a:xfrm>
            <a:custGeom>
              <a:avLst/>
              <a:gdLst/>
              <a:ahLst/>
              <a:cxnLst/>
              <a:rect l="l" t="t" r="r" b="b"/>
              <a:pathLst>
                <a:path w="3810" h="45720">
                  <a:moveTo>
                    <a:pt x="253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  <a:path w="3810" h="45720">
                  <a:moveTo>
                    <a:pt x="3809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1270"/>
                  </a:lnTo>
                  <a:close/>
                </a:path>
                <a:path w="3810" h="45720">
                  <a:moveTo>
                    <a:pt x="3809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3810"/>
                  </a:lnTo>
                  <a:close/>
                </a:path>
                <a:path w="3810" h="45720">
                  <a:moveTo>
                    <a:pt x="3809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7620"/>
                  </a:lnTo>
                  <a:close/>
                </a:path>
                <a:path w="3810" h="45720">
                  <a:moveTo>
                    <a:pt x="3809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10160"/>
                  </a:lnTo>
                  <a:close/>
                </a:path>
                <a:path w="3810" h="45720">
                  <a:moveTo>
                    <a:pt x="3809" y="13970"/>
                  </a:moveTo>
                  <a:lnTo>
                    <a:pt x="0" y="13970"/>
                  </a:lnTo>
                  <a:lnTo>
                    <a:pt x="0" y="26669"/>
                  </a:lnTo>
                  <a:lnTo>
                    <a:pt x="3809" y="26669"/>
                  </a:lnTo>
                  <a:lnTo>
                    <a:pt x="3809" y="13970"/>
                  </a:lnTo>
                  <a:close/>
                </a:path>
                <a:path w="3810" h="45720">
                  <a:moveTo>
                    <a:pt x="3809" y="26670"/>
                  </a:moveTo>
                  <a:lnTo>
                    <a:pt x="0" y="26670"/>
                  </a:lnTo>
                  <a:lnTo>
                    <a:pt x="0" y="29209"/>
                  </a:lnTo>
                  <a:lnTo>
                    <a:pt x="3809" y="29209"/>
                  </a:lnTo>
                  <a:lnTo>
                    <a:pt x="3809" y="26670"/>
                  </a:lnTo>
                  <a:close/>
                </a:path>
                <a:path w="3810" h="45720">
                  <a:moveTo>
                    <a:pt x="3809" y="29210"/>
                  </a:moveTo>
                  <a:lnTo>
                    <a:pt x="0" y="29210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9210"/>
                  </a:lnTo>
                  <a:close/>
                </a:path>
                <a:path w="3810" h="45720">
                  <a:moveTo>
                    <a:pt x="3809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33020"/>
                  </a:lnTo>
                  <a:close/>
                </a:path>
                <a:path w="3810" h="45720">
                  <a:moveTo>
                    <a:pt x="3809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5560"/>
                  </a:lnTo>
                  <a:close/>
                </a:path>
                <a:path w="3810" h="45720">
                  <a:moveTo>
                    <a:pt x="3809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9370"/>
                  </a:lnTo>
                  <a:close/>
                </a:path>
                <a:path w="3810" h="45720">
                  <a:moveTo>
                    <a:pt x="3809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2539" y="45719"/>
                  </a:lnTo>
                  <a:lnTo>
                    <a:pt x="2539" y="44450"/>
                  </a:lnTo>
                  <a:lnTo>
                    <a:pt x="3809" y="44450"/>
                  </a:lnTo>
                  <a:lnTo>
                    <a:pt x="3809" y="41910"/>
                  </a:lnTo>
                  <a:close/>
                </a:path>
              </a:pathLst>
            </a:custGeom>
            <a:solidFill>
              <a:srgbClr val="AEBA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3" name="object 1143"/>
            <p:cNvSpPr/>
            <p:nvPr/>
          </p:nvSpPr>
          <p:spPr>
            <a:xfrm>
              <a:off x="2675889" y="5252720"/>
              <a:ext cx="3810" cy="43180"/>
            </a:xfrm>
            <a:custGeom>
              <a:avLst/>
              <a:gdLst/>
              <a:ahLst/>
              <a:cxnLst/>
              <a:rect l="l" t="t" r="r" b="b"/>
              <a:pathLst>
                <a:path w="3810" h="43179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43179">
                  <a:moveTo>
                    <a:pt x="381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2539"/>
                  </a:lnTo>
                  <a:close/>
                </a:path>
                <a:path w="3810" h="43179">
                  <a:moveTo>
                    <a:pt x="381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49"/>
                  </a:lnTo>
                  <a:close/>
                </a:path>
                <a:path w="3810" h="43179">
                  <a:moveTo>
                    <a:pt x="381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8889"/>
                  </a:lnTo>
                  <a:close/>
                </a:path>
                <a:path w="3810" h="43179">
                  <a:moveTo>
                    <a:pt x="3810" y="12699"/>
                  </a:moveTo>
                  <a:lnTo>
                    <a:pt x="0" y="1269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12699"/>
                  </a:lnTo>
                  <a:close/>
                </a:path>
                <a:path w="3810" h="43179">
                  <a:moveTo>
                    <a:pt x="3810" y="25399"/>
                  </a:moveTo>
                  <a:lnTo>
                    <a:pt x="0" y="25399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5399"/>
                  </a:lnTo>
                  <a:close/>
                </a:path>
                <a:path w="3810" h="43179">
                  <a:moveTo>
                    <a:pt x="3810" y="27939"/>
                  </a:moveTo>
                  <a:lnTo>
                    <a:pt x="0" y="2793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7939"/>
                  </a:lnTo>
                  <a:close/>
                </a:path>
                <a:path w="3810" h="43179">
                  <a:moveTo>
                    <a:pt x="3810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31749"/>
                  </a:lnTo>
                  <a:close/>
                </a:path>
                <a:path w="3810" h="43179">
                  <a:moveTo>
                    <a:pt x="3810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4289"/>
                  </a:lnTo>
                  <a:close/>
                </a:path>
                <a:path w="3810" h="43179">
                  <a:moveTo>
                    <a:pt x="381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8099"/>
                  </a:lnTo>
                  <a:close/>
                </a:path>
                <a:path w="3810" h="43179">
                  <a:moveTo>
                    <a:pt x="3810" y="40639"/>
                  </a:moveTo>
                  <a:lnTo>
                    <a:pt x="0" y="40639"/>
                  </a:lnTo>
                  <a:lnTo>
                    <a:pt x="0" y="43179"/>
                  </a:lnTo>
                  <a:lnTo>
                    <a:pt x="1269" y="43179"/>
                  </a:lnTo>
                  <a:lnTo>
                    <a:pt x="1269" y="41909"/>
                  </a:lnTo>
                  <a:lnTo>
                    <a:pt x="3810" y="41909"/>
                  </a:lnTo>
                  <a:lnTo>
                    <a:pt x="3810" y="40639"/>
                  </a:lnTo>
                  <a:close/>
                </a:path>
              </a:pathLst>
            </a:custGeom>
            <a:solidFill>
              <a:srgbClr val="B1BD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4" name="object 1144"/>
            <p:cNvSpPr/>
            <p:nvPr/>
          </p:nvSpPr>
          <p:spPr>
            <a:xfrm>
              <a:off x="2679700" y="5252720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41910">
                  <a:moveTo>
                    <a:pt x="381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2539"/>
                  </a:lnTo>
                  <a:close/>
                </a:path>
                <a:path w="3810" h="41910">
                  <a:moveTo>
                    <a:pt x="381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49"/>
                  </a:lnTo>
                  <a:close/>
                </a:path>
                <a:path w="3810" h="41910">
                  <a:moveTo>
                    <a:pt x="381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8889"/>
                  </a:lnTo>
                  <a:close/>
                </a:path>
                <a:path w="3810" h="41910">
                  <a:moveTo>
                    <a:pt x="3810" y="12699"/>
                  </a:moveTo>
                  <a:lnTo>
                    <a:pt x="0" y="1269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12699"/>
                  </a:lnTo>
                  <a:close/>
                </a:path>
                <a:path w="3810" h="41910">
                  <a:moveTo>
                    <a:pt x="3810" y="25399"/>
                  </a:moveTo>
                  <a:lnTo>
                    <a:pt x="0" y="25399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5399"/>
                  </a:lnTo>
                  <a:close/>
                </a:path>
                <a:path w="3810" h="41910">
                  <a:moveTo>
                    <a:pt x="3810" y="27939"/>
                  </a:moveTo>
                  <a:lnTo>
                    <a:pt x="0" y="2793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7939"/>
                  </a:lnTo>
                  <a:close/>
                </a:path>
                <a:path w="3810" h="41910">
                  <a:moveTo>
                    <a:pt x="3810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31749"/>
                  </a:lnTo>
                  <a:close/>
                </a:path>
                <a:path w="3810" h="41910">
                  <a:moveTo>
                    <a:pt x="3810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4289"/>
                  </a:lnTo>
                  <a:close/>
                </a:path>
                <a:path w="3810" h="41910">
                  <a:moveTo>
                    <a:pt x="381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8099"/>
                  </a:lnTo>
                  <a:close/>
                </a:path>
                <a:path w="3810" h="41910">
                  <a:moveTo>
                    <a:pt x="2540" y="40639"/>
                  </a:moveTo>
                  <a:lnTo>
                    <a:pt x="0" y="40639"/>
                  </a:lnTo>
                  <a:lnTo>
                    <a:pt x="0" y="41909"/>
                  </a:lnTo>
                  <a:lnTo>
                    <a:pt x="2540" y="41909"/>
                  </a:lnTo>
                  <a:lnTo>
                    <a:pt x="2540" y="40639"/>
                  </a:lnTo>
                  <a:close/>
                </a:path>
              </a:pathLst>
            </a:custGeom>
            <a:solidFill>
              <a:srgbClr val="B4BF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5" name="object 1145"/>
            <p:cNvSpPr/>
            <p:nvPr/>
          </p:nvSpPr>
          <p:spPr>
            <a:xfrm>
              <a:off x="2683510" y="5253989"/>
              <a:ext cx="3810" cy="39370"/>
            </a:xfrm>
            <a:custGeom>
              <a:avLst/>
              <a:gdLst/>
              <a:ahLst/>
              <a:cxnLst/>
              <a:rect l="l" t="t" r="r" b="b"/>
              <a:pathLst>
                <a:path w="3810" h="39370">
                  <a:moveTo>
                    <a:pt x="3809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09" y="1270"/>
                  </a:lnTo>
                  <a:lnTo>
                    <a:pt x="3809" y="0"/>
                  </a:lnTo>
                  <a:close/>
                </a:path>
                <a:path w="3810" h="39370">
                  <a:moveTo>
                    <a:pt x="380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1270"/>
                  </a:lnTo>
                  <a:close/>
                </a:path>
                <a:path w="3810" h="39370">
                  <a:moveTo>
                    <a:pt x="380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09" y="7620"/>
                  </a:lnTo>
                  <a:lnTo>
                    <a:pt x="3809" y="5080"/>
                  </a:lnTo>
                  <a:close/>
                </a:path>
                <a:path w="3810" h="39370">
                  <a:moveTo>
                    <a:pt x="380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7620"/>
                  </a:lnTo>
                  <a:close/>
                </a:path>
                <a:path w="3810" h="39370">
                  <a:moveTo>
                    <a:pt x="3809" y="11430"/>
                  </a:moveTo>
                  <a:lnTo>
                    <a:pt x="0" y="11430"/>
                  </a:lnTo>
                  <a:lnTo>
                    <a:pt x="0" y="24130"/>
                  </a:lnTo>
                  <a:lnTo>
                    <a:pt x="3809" y="24130"/>
                  </a:lnTo>
                  <a:lnTo>
                    <a:pt x="3809" y="11430"/>
                  </a:lnTo>
                  <a:close/>
                </a:path>
                <a:path w="3810" h="39370">
                  <a:moveTo>
                    <a:pt x="3809" y="24130"/>
                  </a:moveTo>
                  <a:lnTo>
                    <a:pt x="0" y="24130"/>
                  </a:lnTo>
                  <a:lnTo>
                    <a:pt x="0" y="26670"/>
                  </a:lnTo>
                  <a:lnTo>
                    <a:pt x="3809" y="26670"/>
                  </a:lnTo>
                  <a:lnTo>
                    <a:pt x="3809" y="24130"/>
                  </a:lnTo>
                  <a:close/>
                </a:path>
                <a:path w="3810" h="39370">
                  <a:moveTo>
                    <a:pt x="3809" y="26670"/>
                  </a:moveTo>
                  <a:lnTo>
                    <a:pt x="0" y="26670"/>
                  </a:lnTo>
                  <a:lnTo>
                    <a:pt x="0" y="30480"/>
                  </a:lnTo>
                  <a:lnTo>
                    <a:pt x="3809" y="30480"/>
                  </a:lnTo>
                  <a:lnTo>
                    <a:pt x="3809" y="26670"/>
                  </a:lnTo>
                  <a:close/>
                </a:path>
                <a:path w="3810" h="39370">
                  <a:moveTo>
                    <a:pt x="3809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3809" y="33020"/>
                  </a:lnTo>
                  <a:lnTo>
                    <a:pt x="3809" y="30480"/>
                  </a:lnTo>
                  <a:close/>
                </a:path>
                <a:path w="3810" h="39370">
                  <a:moveTo>
                    <a:pt x="3809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3020"/>
                  </a:lnTo>
                  <a:close/>
                </a:path>
                <a:path w="3810" h="39370">
                  <a:moveTo>
                    <a:pt x="3809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2539" y="39370"/>
                  </a:lnTo>
                  <a:lnTo>
                    <a:pt x="2539" y="38100"/>
                  </a:lnTo>
                  <a:lnTo>
                    <a:pt x="3809" y="38100"/>
                  </a:lnTo>
                  <a:lnTo>
                    <a:pt x="3809" y="36830"/>
                  </a:lnTo>
                  <a:close/>
                </a:path>
              </a:pathLst>
            </a:custGeom>
            <a:solidFill>
              <a:srgbClr val="B6C1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6" name="object 1146"/>
            <p:cNvSpPr/>
            <p:nvPr/>
          </p:nvSpPr>
          <p:spPr>
            <a:xfrm>
              <a:off x="2687320" y="5253989"/>
              <a:ext cx="3810" cy="38100"/>
            </a:xfrm>
            <a:custGeom>
              <a:avLst/>
              <a:gdLst/>
              <a:ahLst/>
              <a:cxnLst/>
              <a:rect l="l" t="t" r="r" b="b"/>
              <a:pathLst>
                <a:path w="3810" h="38100">
                  <a:moveTo>
                    <a:pt x="1269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3810" h="38100">
                  <a:moveTo>
                    <a:pt x="381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70"/>
                  </a:lnTo>
                  <a:close/>
                </a:path>
                <a:path w="3810" h="38100">
                  <a:moveTo>
                    <a:pt x="3810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80"/>
                  </a:lnTo>
                  <a:close/>
                </a:path>
                <a:path w="3810" h="38100">
                  <a:moveTo>
                    <a:pt x="3810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20"/>
                  </a:lnTo>
                  <a:close/>
                </a:path>
                <a:path w="3810" h="38100">
                  <a:moveTo>
                    <a:pt x="3810" y="11430"/>
                  </a:moveTo>
                  <a:lnTo>
                    <a:pt x="0" y="1143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1430"/>
                  </a:lnTo>
                  <a:close/>
                </a:path>
                <a:path w="3810" h="38100">
                  <a:moveTo>
                    <a:pt x="3810" y="24130"/>
                  </a:moveTo>
                  <a:lnTo>
                    <a:pt x="0" y="24130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4130"/>
                  </a:lnTo>
                  <a:close/>
                </a:path>
                <a:path w="3810" h="38100">
                  <a:moveTo>
                    <a:pt x="3810" y="26670"/>
                  </a:moveTo>
                  <a:lnTo>
                    <a:pt x="0" y="2667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26670"/>
                  </a:lnTo>
                  <a:close/>
                </a:path>
                <a:path w="3810" h="38100">
                  <a:moveTo>
                    <a:pt x="3810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3810" y="33020"/>
                  </a:lnTo>
                  <a:lnTo>
                    <a:pt x="3810" y="30480"/>
                  </a:lnTo>
                  <a:close/>
                </a:path>
                <a:path w="3810" h="38100">
                  <a:moveTo>
                    <a:pt x="3810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3020"/>
                  </a:lnTo>
                  <a:close/>
                </a:path>
                <a:path w="3810" h="38100">
                  <a:moveTo>
                    <a:pt x="3810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6830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7" name="object 1147"/>
            <p:cNvSpPr/>
            <p:nvPr/>
          </p:nvSpPr>
          <p:spPr>
            <a:xfrm>
              <a:off x="2691129" y="5255259"/>
              <a:ext cx="2540" cy="36830"/>
            </a:xfrm>
            <a:custGeom>
              <a:avLst/>
              <a:gdLst/>
              <a:ahLst/>
              <a:cxnLst/>
              <a:rect l="l" t="t" r="r" b="b"/>
              <a:pathLst>
                <a:path w="2539" h="36829">
                  <a:moveTo>
                    <a:pt x="126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2539" y="3809"/>
                  </a:lnTo>
                  <a:lnTo>
                    <a:pt x="253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2539" h="36829">
                  <a:moveTo>
                    <a:pt x="253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2539" y="6349"/>
                  </a:lnTo>
                  <a:lnTo>
                    <a:pt x="2539" y="3809"/>
                  </a:lnTo>
                  <a:close/>
                </a:path>
                <a:path w="2539" h="36829">
                  <a:moveTo>
                    <a:pt x="253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2539" y="10159"/>
                  </a:lnTo>
                  <a:lnTo>
                    <a:pt x="2539" y="6350"/>
                  </a:lnTo>
                  <a:close/>
                </a:path>
                <a:path w="2539" h="36829">
                  <a:moveTo>
                    <a:pt x="2539" y="10159"/>
                  </a:moveTo>
                  <a:lnTo>
                    <a:pt x="0" y="10159"/>
                  </a:lnTo>
                  <a:lnTo>
                    <a:pt x="0" y="22859"/>
                  </a:lnTo>
                  <a:lnTo>
                    <a:pt x="2539" y="22859"/>
                  </a:lnTo>
                  <a:lnTo>
                    <a:pt x="2539" y="10159"/>
                  </a:lnTo>
                  <a:close/>
                </a:path>
                <a:path w="2539" h="36829">
                  <a:moveTo>
                    <a:pt x="2539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2539" y="25399"/>
                  </a:lnTo>
                  <a:lnTo>
                    <a:pt x="2539" y="22859"/>
                  </a:lnTo>
                  <a:close/>
                </a:path>
                <a:path w="2539" h="36829">
                  <a:moveTo>
                    <a:pt x="2539" y="25400"/>
                  </a:moveTo>
                  <a:lnTo>
                    <a:pt x="0" y="25400"/>
                  </a:lnTo>
                  <a:lnTo>
                    <a:pt x="0" y="29209"/>
                  </a:lnTo>
                  <a:lnTo>
                    <a:pt x="2539" y="29209"/>
                  </a:lnTo>
                  <a:lnTo>
                    <a:pt x="2539" y="25400"/>
                  </a:lnTo>
                  <a:close/>
                </a:path>
                <a:path w="2539" h="36829">
                  <a:moveTo>
                    <a:pt x="2539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2539" y="31749"/>
                  </a:lnTo>
                  <a:lnTo>
                    <a:pt x="2539" y="29209"/>
                  </a:lnTo>
                  <a:close/>
                </a:path>
                <a:path w="2539" h="36829">
                  <a:moveTo>
                    <a:pt x="2539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2539" y="35559"/>
                  </a:lnTo>
                  <a:lnTo>
                    <a:pt x="2539" y="31750"/>
                  </a:lnTo>
                  <a:close/>
                </a:path>
                <a:path w="2539" h="36829">
                  <a:moveTo>
                    <a:pt x="1269" y="35559"/>
                  </a:moveTo>
                  <a:lnTo>
                    <a:pt x="0" y="35559"/>
                  </a:lnTo>
                  <a:lnTo>
                    <a:pt x="0" y="36829"/>
                  </a:lnTo>
                  <a:lnTo>
                    <a:pt x="1269" y="36829"/>
                  </a:lnTo>
                  <a:lnTo>
                    <a:pt x="1269" y="35559"/>
                  </a:lnTo>
                  <a:close/>
                </a:path>
              </a:pathLst>
            </a:custGeom>
            <a:solidFill>
              <a:srgbClr val="BC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8" name="object 1148"/>
            <p:cNvSpPr/>
            <p:nvPr/>
          </p:nvSpPr>
          <p:spPr>
            <a:xfrm>
              <a:off x="2693670" y="5256530"/>
              <a:ext cx="3810" cy="34290"/>
            </a:xfrm>
            <a:custGeom>
              <a:avLst/>
              <a:gdLst/>
              <a:ahLst/>
              <a:cxnLst/>
              <a:rect l="l" t="t" r="r" b="b"/>
              <a:pathLst>
                <a:path w="3810" h="34289">
                  <a:moveTo>
                    <a:pt x="126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3810" h="34289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34289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10" h="34289">
                  <a:moveTo>
                    <a:pt x="3810" y="8890"/>
                  </a:moveTo>
                  <a:lnTo>
                    <a:pt x="0" y="889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8890"/>
                  </a:lnTo>
                  <a:close/>
                </a:path>
                <a:path w="3810" h="34289">
                  <a:moveTo>
                    <a:pt x="3810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1590"/>
                  </a:lnTo>
                  <a:close/>
                </a:path>
                <a:path w="3810" h="34289">
                  <a:moveTo>
                    <a:pt x="3810" y="24130"/>
                  </a:moveTo>
                  <a:lnTo>
                    <a:pt x="0" y="24130"/>
                  </a:lnTo>
                  <a:lnTo>
                    <a:pt x="0" y="27940"/>
                  </a:lnTo>
                  <a:lnTo>
                    <a:pt x="3810" y="27940"/>
                  </a:lnTo>
                  <a:lnTo>
                    <a:pt x="3810" y="24130"/>
                  </a:lnTo>
                  <a:close/>
                </a:path>
                <a:path w="3810" h="34289">
                  <a:moveTo>
                    <a:pt x="3810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27940"/>
                  </a:lnTo>
                  <a:close/>
                </a:path>
                <a:path w="3810" h="34289">
                  <a:moveTo>
                    <a:pt x="3810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1270" y="34290"/>
                  </a:lnTo>
                  <a:lnTo>
                    <a:pt x="1270" y="33020"/>
                  </a:lnTo>
                  <a:lnTo>
                    <a:pt x="3810" y="33020"/>
                  </a:lnTo>
                  <a:lnTo>
                    <a:pt x="3810" y="30480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9" name="object 1149"/>
            <p:cNvSpPr/>
            <p:nvPr/>
          </p:nvSpPr>
          <p:spPr>
            <a:xfrm>
              <a:off x="2697479" y="5259070"/>
              <a:ext cx="3810" cy="30480"/>
            </a:xfrm>
            <a:custGeom>
              <a:avLst/>
              <a:gdLst/>
              <a:ahLst/>
              <a:cxnLst/>
              <a:rect l="l" t="t" r="r" b="b"/>
              <a:pathLst>
                <a:path w="3810" h="30479">
                  <a:moveTo>
                    <a:pt x="126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3810" h="30479">
                  <a:moveTo>
                    <a:pt x="380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2539"/>
                  </a:lnTo>
                  <a:close/>
                </a:path>
                <a:path w="3810" h="30479">
                  <a:moveTo>
                    <a:pt x="3809" y="6349"/>
                  </a:moveTo>
                  <a:lnTo>
                    <a:pt x="0" y="634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6349"/>
                  </a:lnTo>
                  <a:close/>
                </a:path>
                <a:path w="3810" h="30479">
                  <a:moveTo>
                    <a:pt x="3809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9049"/>
                  </a:lnTo>
                  <a:close/>
                </a:path>
                <a:path w="3810" h="30479">
                  <a:moveTo>
                    <a:pt x="3809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1589"/>
                  </a:lnTo>
                  <a:close/>
                </a:path>
                <a:path w="3810" h="30479">
                  <a:moveTo>
                    <a:pt x="3809" y="25399"/>
                  </a:moveTo>
                  <a:lnTo>
                    <a:pt x="0" y="25399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5399"/>
                  </a:lnTo>
                  <a:close/>
                </a:path>
                <a:path w="3810" h="30479">
                  <a:moveTo>
                    <a:pt x="3809" y="27939"/>
                  </a:moveTo>
                  <a:lnTo>
                    <a:pt x="0" y="27939"/>
                  </a:lnTo>
                  <a:lnTo>
                    <a:pt x="0" y="30479"/>
                  </a:lnTo>
                  <a:lnTo>
                    <a:pt x="1269" y="30479"/>
                  </a:lnTo>
                  <a:lnTo>
                    <a:pt x="1269" y="29209"/>
                  </a:lnTo>
                  <a:lnTo>
                    <a:pt x="3809" y="29209"/>
                  </a:lnTo>
                  <a:lnTo>
                    <a:pt x="3809" y="27939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0" name="object 1150"/>
            <p:cNvSpPr/>
            <p:nvPr/>
          </p:nvSpPr>
          <p:spPr>
            <a:xfrm>
              <a:off x="2701289" y="5260339"/>
              <a:ext cx="3810" cy="26670"/>
            </a:xfrm>
            <a:custGeom>
              <a:avLst/>
              <a:gdLst/>
              <a:ahLst/>
              <a:cxnLst/>
              <a:rect l="l" t="t" r="r" b="b"/>
              <a:pathLst>
                <a:path w="3810" h="26670">
                  <a:moveTo>
                    <a:pt x="12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3810" h="26670">
                  <a:moveTo>
                    <a:pt x="381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70"/>
                  </a:lnTo>
                  <a:close/>
                </a:path>
                <a:path w="3810" h="26670">
                  <a:moveTo>
                    <a:pt x="3810" y="5080"/>
                  </a:moveTo>
                  <a:lnTo>
                    <a:pt x="0" y="508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5080"/>
                  </a:lnTo>
                  <a:close/>
                </a:path>
                <a:path w="3810" h="26670">
                  <a:moveTo>
                    <a:pt x="3810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80"/>
                  </a:lnTo>
                  <a:close/>
                </a:path>
                <a:path w="3810" h="26670">
                  <a:moveTo>
                    <a:pt x="3810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0320"/>
                  </a:lnTo>
                  <a:close/>
                </a:path>
                <a:path w="3810" h="26670">
                  <a:moveTo>
                    <a:pt x="3810" y="24130"/>
                  </a:moveTo>
                  <a:lnTo>
                    <a:pt x="0" y="24130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4130"/>
                  </a:lnTo>
                  <a:close/>
                </a:path>
              </a:pathLst>
            </a:custGeom>
            <a:solidFill>
              <a:srgbClr val="C4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1" name="object 1151"/>
            <p:cNvSpPr/>
            <p:nvPr/>
          </p:nvSpPr>
          <p:spPr>
            <a:xfrm>
              <a:off x="2705100" y="5262880"/>
              <a:ext cx="3810" cy="22860"/>
            </a:xfrm>
            <a:custGeom>
              <a:avLst/>
              <a:gdLst/>
              <a:ahLst/>
              <a:cxnLst/>
              <a:rect l="l" t="t" r="r" b="b"/>
              <a:pathLst>
                <a:path w="3810" h="2286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  <a:path w="3810" h="22860">
                  <a:moveTo>
                    <a:pt x="3810" y="2540"/>
                  </a:moveTo>
                  <a:lnTo>
                    <a:pt x="0" y="254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2540"/>
                  </a:lnTo>
                  <a:close/>
                </a:path>
                <a:path w="3810" h="22860">
                  <a:moveTo>
                    <a:pt x="381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40"/>
                  </a:lnTo>
                  <a:close/>
                </a:path>
                <a:path w="3810" h="22860">
                  <a:moveTo>
                    <a:pt x="3810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80"/>
                  </a:lnTo>
                  <a:close/>
                </a:path>
                <a:path w="3810" h="22860">
                  <a:moveTo>
                    <a:pt x="1269" y="21590"/>
                  </a:moveTo>
                  <a:lnTo>
                    <a:pt x="0" y="21590"/>
                  </a:lnTo>
                  <a:lnTo>
                    <a:pt x="0" y="22860"/>
                  </a:lnTo>
                  <a:lnTo>
                    <a:pt x="1269" y="22860"/>
                  </a:lnTo>
                  <a:lnTo>
                    <a:pt x="1269" y="21590"/>
                  </a:lnTo>
                  <a:close/>
                </a:path>
              </a:pathLst>
            </a:custGeom>
            <a:solidFill>
              <a:srgbClr val="C6CF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2" name="object 1152"/>
            <p:cNvSpPr/>
            <p:nvPr/>
          </p:nvSpPr>
          <p:spPr>
            <a:xfrm>
              <a:off x="2708910" y="5264150"/>
              <a:ext cx="3810" cy="20320"/>
            </a:xfrm>
            <a:custGeom>
              <a:avLst/>
              <a:gdLst/>
              <a:ahLst/>
              <a:cxnLst/>
              <a:rect l="l" t="t" r="r" b="b"/>
              <a:pathLst>
                <a:path w="3810" h="20320">
                  <a:moveTo>
                    <a:pt x="126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3810" h="20320">
                  <a:moveTo>
                    <a:pt x="2539" y="1270"/>
                  </a:moveTo>
                  <a:lnTo>
                    <a:pt x="0" y="1270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2540"/>
                  </a:lnTo>
                  <a:lnTo>
                    <a:pt x="2539" y="2540"/>
                  </a:lnTo>
                  <a:lnTo>
                    <a:pt x="2539" y="1270"/>
                  </a:lnTo>
                  <a:close/>
                </a:path>
                <a:path w="3810" h="20320">
                  <a:moveTo>
                    <a:pt x="3809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3970"/>
                  </a:lnTo>
                  <a:close/>
                </a:path>
                <a:path w="3810" h="20320">
                  <a:moveTo>
                    <a:pt x="2539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1269" y="20319"/>
                  </a:lnTo>
                  <a:lnTo>
                    <a:pt x="1269" y="19050"/>
                  </a:lnTo>
                  <a:lnTo>
                    <a:pt x="2539" y="19050"/>
                  </a:lnTo>
                  <a:lnTo>
                    <a:pt x="2539" y="16510"/>
                  </a:lnTo>
                  <a:close/>
                </a:path>
              </a:pathLst>
            </a:custGeom>
            <a:solidFill>
              <a:srgbClr val="C9D1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3" name="object 1153"/>
            <p:cNvSpPr/>
            <p:nvPr/>
          </p:nvSpPr>
          <p:spPr>
            <a:xfrm>
              <a:off x="2712720" y="5266689"/>
              <a:ext cx="2540" cy="13970"/>
            </a:xfrm>
            <a:custGeom>
              <a:avLst/>
              <a:gdLst/>
              <a:ahLst/>
              <a:cxnLst/>
              <a:rect l="l" t="t" r="r" b="b"/>
              <a:pathLst>
                <a:path w="2539" h="13970">
                  <a:moveTo>
                    <a:pt x="1269" y="0"/>
                  </a:moveTo>
                  <a:lnTo>
                    <a:pt x="0" y="0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3810"/>
                  </a:lnTo>
                  <a:lnTo>
                    <a:pt x="1269" y="3810"/>
                  </a:lnTo>
                  <a:lnTo>
                    <a:pt x="1269" y="0"/>
                  </a:lnTo>
                  <a:close/>
                </a:path>
                <a:path w="2539" h="13970">
                  <a:moveTo>
                    <a:pt x="1269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1269" y="13970"/>
                  </a:lnTo>
                  <a:lnTo>
                    <a:pt x="1269" y="11430"/>
                  </a:lnTo>
                  <a:close/>
                </a:path>
              </a:pathLst>
            </a:custGeom>
            <a:solidFill>
              <a:srgbClr val="CCD3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4" name="object 1154"/>
            <p:cNvSpPr/>
            <p:nvPr/>
          </p:nvSpPr>
          <p:spPr>
            <a:xfrm>
              <a:off x="2715260" y="5270500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0"/>
                  </a:moveTo>
                  <a:lnTo>
                    <a:pt x="0" y="76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5" name="object 1155"/>
            <p:cNvSpPr/>
            <p:nvPr/>
          </p:nvSpPr>
          <p:spPr>
            <a:xfrm>
              <a:off x="2430779" y="5242559"/>
              <a:ext cx="284480" cy="62230"/>
            </a:xfrm>
            <a:custGeom>
              <a:avLst/>
              <a:gdLst/>
              <a:ahLst/>
              <a:cxnLst/>
              <a:rect l="l" t="t" r="r" b="b"/>
              <a:pathLst>
                <a:path w="284480" h="62229">
                  <a:moveTo>
                    <a:pt x="142239" y="0"/>
                  </a:moveTo>
                  <a:lnTo>
                    <a:pt x="86796" y="2440"/>
                  </a:lnTo>
                  <a:lnTo>
                    <a:pt x="41592" y="9048"/>
                  </a:lnTo>
                  <a:lnTo>
                    <a:pt x="11152" y="18752"/>
                  </a:lnTo>
                  <a:lnTo>
                    <a:pt x="0" y="30479"/>
                  </a:lnTo>
                  <a:lnTo>
                    <a:pt x="11152" y="42941"/>
                  </a:lnTo>
                  <a:lnTo>
                    <a:pt x="41592" y="53022"/>
                  </a:lnTo>
                  <a:lnTo>
                    <a:pt x="86796" y="59769"/>
                  </a:lnTo>
                  <a:lnTo>
                    <a:pt x="142239" y="62229"/>
                  </a:lnTo>
                  <a:lnTo>
                    <a:pt x="197147" y="59769"/>
                  </a:lnTo>
                  <a:lnTo>
                    <a:pt x="242411" y="53022"/>
                  </a:lnTo>
                  <a:lnTo>
                    <a:pt x="273149" y="42941"/>
                  </a:lnTo>
                  <a:lnTo>
                    <a:pt x="284480" y="30479"/>
                  </a:lnTo>
                  <a:lnTo>
                    <a:pt x="273149" y="18752"/>
                  </a:lnTo>
                  <a:lnTo>
                    <a:pt x="242411" y="9048"/>
                  </a:lnTo>
                  <a:lnTo>
                    <a:pt x="197147" y="2440"/>
                  </a:lnTo>
                  <a:lnTo>
                    <a:pt x="142239" y="0"/>
                  </a:lnTo>
                  <a:close/>
                </a:path>
              </a:pathLst>
            </a:custGeom>
            <a:ln w="646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6" name="object 1156"/>
            <p:cNvSpPr/>
            <p:nvPr/>
          </p:nvSpPr>
          <p:spPr>
            <a:xfrm>
              <a:off x="1668780" y="5331459"/>
              <a:ext cx="2540" cy="200660"/>
            </a:xfrm>
            <a:custGeom>
              <a:avLst/>
              <a:gdLst/>
              <a:ahLst/>
              <a:cxnLst/>
              <a:rect l="l" t="t" r="r" b="b"/>
              <a:pathLst>
                <a:path w="2539" h="200660">
                  <a:moveTo>
                    <a:pt x="2540" y="0"/>
                  </a:moveTo>
                  <a:lnTo>
                    <a:pt x="1270" y="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199390"/>
                  </a:lnTo>
                  <a:lnTo>
                    <a:pt x="1270" y="199390"/>
                  </a:lnTo>
                  <a:lnTo>
                    <a:pt x="1270" y="200660"/>
                  </a:lnTo>
                  <a:lnTo>
                    <a:pt x="2540" y="200660"/>
                  </a:lnTo>
                  <a:lnTo>
                    <a:pt x="2540" y="199390"/>
                  </a:lnTo>
                  <a:lnTo>
                    <a:pt x="2540" y="254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7" name="object 1157"/>
            <p:cNvSpPr/>
            <p:nvPr/>
          </p:nvSpPr>
          <p:spPr>
            <a:xfrm>
              <a:off x="1671320" y="5328919"/>
              <a:ext cx="3810" cy="207010"/>
            </a:xfrm>
            <a:custGeom>
              <a:avLst/>
              <a:gdLst/>
              <a:ahLst/>
              <a:cxnLst/>
              <a:rect l="l" t="t" r="r" b="b"/>
              <a:pathLst>
                <a:path w="3810" h="207010">
                  <a:moveTo>
                    <a:pt x="3810" y="205752"/>
                  </a:moveTo>
                  <a:lnTo>
                    <a:pt x="1270" y="205752"/>
                  </a:lnTo>
                  <a:lnTo>
                    <a:pt x="1270" y="207010"/>
                  </a:lnTo>
                  <a:lnTo>
                    <a:pt x="3810" y="207010"/>
                  </a:lnTo>
                  <a:lnTo>
                    <a:pt x="3810" y="205752"/>
                  </a:lnTo>
                  <a:close/>
                </a:path>
                <a:path w="3810" h="207010">
                  <a:moveTo>
                    <a:pt x="3810" y="203212"/>
                  </a:moveTo>
                  <a:lnTo>
                    <a:pt x="0" y="203212"/>
                  </a:lnTo>
                  <a:lnTo>
                    <a:pt x="0" y="205740"/>
                  </a:lnTo>
                  <a:lnTo>
                    <a:pt x="3810" y="205740"/>
                  </a:lnTo>
                  <a:lnTo>
                    <a:pt x="3810" y="203212"/>
                  </a:lnTo>
                  <a:close/>
                </a:path>
                <a:path w="3810" h="207010">
                  <a:moveTo>
                    <a:pt x="3810" y="2552"/>
                  </a:moveTo>
                  <a:lnTo>
                    <a:pt x="0" y="2552"/>
                  </a:lnTo>
                  <a:lnTo>
                    <a:pt x="0" y="203200"/>
                  </a:lnTo>
                  <a:lnTo>
                    <a:pt x="3810" y="203200"/>
                  </a:lnTo>
                  <a:lnTo>
                    <a:pt x="3810" y="2552"/>
                  </a:lnTo>
                  <a:close/>
                </a:path>
                <a:path w="3810" h="207010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CED5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8" name="object 1158"/>
            <p:cNvSpPr/>
            <p:nvPr/>
          </p:nvSpPr>
          <p:spPr>
            <a:xfrm>
              <a:off x="1675130" y="5326380"/>
              <a:ext cx="3810" cy="212090"/>
            </a:xfrm>
            <a:custGeom>
              <a:avLst/>
              <a:gdLst/>
              <a:ahLst/>
              <a:cxnLst/>
              <a:rect l="l" t="t" r="r" b="b"/>
              <a:pathLst>
                <a:path w="3810" h="212089">
                  <a:moveTo>
                    <a:pt x="3809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09" y="2540"/>
                  </a:lnTo>
                  <a:lnTo>
                    <a:pt x="3809" y="0"/>
                  </a:lnTo>
                  <a:close/>
                </a:path>
                <a:path w="3810" h="212089">
                  <a:moveTo>
                    <a:pt x="380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2540"/>
                  </a:lnTo>
                  <a:close/>
                </a:path>
                <a:path w="3810" h="212089">
                  <a:moveTo>
                    <a:pt x="3809" y="5080"/>
                  </a:moveTo>
                  <a:lnTo>
                    <a:pt x="0" y="5080"/>
                  </a:lnTo>
                  <a:lnTo>
                    <a:pt x="0" y="205740"/>
                  </a:lnTo>
                  <a:lnTo>
                    <a:pt x="3809" y="205740"/>
                  </a:lnTo>
                  <a:lnTo>
                    <a:pt x="3809" y="5080"/>
                  </a:lnTo>
                  <a:close/>
                </a:path>
                <a:path w="3810" h="212089">
                  <a:moveTo>
                    <a:pt x="3809" y="205740"/>
                  </a:moveTo>
                  <a:lnTo>
                    <a:pt x="0" y="205740"/>
                  </a:lnTo>
                  <a:lnTo>
                    <a:pt x="0" y="208280"/>
                  </a:lnTo>
                  <a:lnTo>
                    <a:pt x="3809" y="208280"/>
                  </a:lnTo>
                  <a:lnTo>
                    <a:pt x="3809" y="205740"/>
                  </a:lnTo>
                  <a:close/>
                </a:path>
                <a:path w="3810" h="212089">
                  <a:moveTo>
                    <a:pt x="3809" y="208280"/>
                  </a:moveTo>
                  <a:lnTo>
                    <a:pt x="0" y="208280"/>
                  </a:lnTo>
                  <a:lnTo>
                    <a:pt x="0" y="210820"/>
                  </a:lnTo>
                  <a:lnTo>
                    <a:pt x="1269" y="210820"/>
                  </a:lnTo>
                  <a:lnTo>
                    <a:pt x="1269" y="212090"/>
                  </a:lnTo>
                  <a:lnTo>
                    <a:pt x="3809" y="212090"/>
                  </a:lnTo>
                  <a:lnTo>
                    <a:pt x="3809" y="208280"/>
                  </a:lnTo>
                  <a:close/>
                </a:path>
              </a:pathLst>
            </a:custGeom>
            <a:solidFill>
              <a:srgbClr val="CCD3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9" name="object 1159"/>
            <p:cNvSpPr/>
            <p:nvPr/>
          </p:nvSpPr>
          <p:spPr>
            <a:xfrm>
              <a:off x="1678940" y="5325122"/>
              <a:ext cx="2540" cy="214629"/>
            </a:xfrm>
            <a:custGeom>
              <a:avLst/>
              <a:gdLst/>
              <a:ahLst/>
              <a:cxnLst/>
              <a:rect l="l" t="t" r="r" b="b"/>
              <a:pathLst>
                <a:path w="2539" h="214629">
                  <a:moveTo>
                    <a:pt x="2540" y="213360"/>
                  </a:moveTo>
                  <a:lnTo>
                    <a:pt x="0" y="213360"/>
                  </a:lnTo>
                  <a:lnTo>
                    <a:pt x="0" y="214617"/>
                  </a:lnTo>
                  <a:lnTo>
                    <a:pt x="2540" y="214617"/>
                  </a:lnTo>
                  <a:lnTo>
                    <a:pt x="2540" y="213360"/>
                  </a:lnTo>
                  <a:close/>
                </a:path>
                <a:path w="2539" h="214629">
                  <a:moveTo>
                    <a:pt x="2540" y="209550"/>
                  </a:moveTo>
                  <a:lnTo>
                    <a:pt x="0" y="209550"/>
                  </a:lnTo>
                  <a:lnTo>
                    <a:pt x="0" y="213347"/>
                  </a:lnTo>
                  <a:lnTo>
                    <a:pt x="2540" y="213347"/>
                  </a:lnTo>
                  <a:lnTo>
                    <a:pt x="2540" y="209550"/>
                  </a:lnTo>
                  <a:close/>
                </a:path>
                <a:path w="2539" h="214629">
                  <a:moveTo>
                    <a:pt x="254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2540" y="209537"/>
                  </a:lnTo>
                  <a:lnTo>
                    <a:pt x="2540" y="207010"/>
                  </a:lnTo>
                  <a:close/>
                </a:path>
                <a:path w="2539" h="214629">
                  <a:moveTo>
                    <a:pt x="2540" y="6350"/>
                  </a:moveTo>
                  <a:lnTo>
                    <a:pt x="0" y="6350"/>
                  </a:lnTo>
                  <a:lnTo>
                    <a:pt x="0" y="206997"/>
                  </a:lnTo>
                  <a:lnTo>
                    <a:pt x="2540" y="206997"/>
                  </a:lnTo>
                  <a:lnTo>
                    <a:pt x="2540" y="6350"/>
                  </a:lnTo>
                  <a:close/>
                </a:path>
                <a:path w="2539" h="214629">
                  <a:moveTo>
                    <a:pt x="254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3810"/>
                  </a:lnTo>
                  <a:close/>
                </a:path>
                <a:path w="2539" h="214629">
                  <a:moveTo>
                    <a:pt x="254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2540" y="379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C9D1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0" name="object 1160"/>
            <p:cNvSpPr/>
            <p:nvPr/>
          </p:nvSpPr>
          <p:spPr>
            <a:xfrm>
              <a:off x="1681480" y="5323839"/>
              <a:ext cx="3810" cy="217170"/>
            </a:xfrm>
            <a:custGeom>
              <a:avLst/>
              <a:gdLst/>
              <a:ahLst/>
              <a:cxnLst/>
              <a:rect l="l" t="t" r="r" b="b"/>
              <a:pathLst>
                <a:path w="3810" h="217170">
                  <a:moveTo>
                    <a:pt x="3810" y="214642"/>
                  </a:moveTo>
                  <a:lnTo>
                    <a:pt x="0" y="21464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214642"/>
                  </a:lnTo>
                  <a:close/>
                </a:path>
                <a:path w="3810" h="217170">
                  <a:moveTo>
                    <a:pt x="3810" y="210832"/>
                  </a:moveTo>
                  <a:lnTo>
                    <a:pt x="0" y="210832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210832"/>
                  </a:lnTo>
                  <a:close/>
                </a:path>
                <a:path w="3810" h="217170">
                  <a:moveTo>
                    <a:pt x="3810" y="208292"/>
                  </a:moveTo>
                  <a:lnTo>
                    <a:pt x="0" y="208292"/>
                  </a:lnTo>
                  <a:lnTo>
                    <a:pt x="0" y="210820"/>
                  </a:lnTo>
                  <a:lnTo>
                    <a:pt x="3810" y="210820"/>
                  </a:lnTo>
                  <a:lnTo>
                    <a:pt x="3810" y="208292"/>
                  </a:lnTo>
                  <a:close/>
                </a:path>
                <a:path w="3810" h="217170">
                  <a:moveTo>
                    <a:pt x="3810" y="7632"/>
                  </a:moveTo>
                  <a:lnTo>
                    <a:pt x="0" y="7632"/>
                  </a:lnTo>
                  <a:lnTo>
                    <a:pt x="0" y="208280"/>
                  </a:lnTo>
                  <a:lnTo>
                    <a:pt x="3810" y="208280"/>
                  </a:lnTo>
                  <a:lnTo>
                    <a:pt x="3810" y="7632"/>
                  </a:lnTo>
                  <a:close/>
                </a:path>
                <a:path w="3810" h="21717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10" h="21717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10" h="217170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C6CF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1" name="object 1161"/>
            <p:cNvSpPr/>
            <p:nvPr/>
          </p:nvSpPr>
          <p:spPr>
            <a:xfrm>
              <a:off x="1685289" y="5322570"/>
              <a:ext cx="3810" cy="220979"/>
            </a:xfrm>
            <a:custGeom>
              <a:avLst/>
              <a:gdLst/>
              <a:ahLst/>
              <a:cxnLst/>
              <a:rect l="l" t="t" r="r" b="b"/>
              <a:pathLst>
                <a:path w="3810" h="220979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220979">
                  <a:moveTo>
                    <a:pt x="381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2539"/>
                  </a:lnTo>
                  <a:close/>
                </a:path>
                <a:path w="3810" h="220979">
                  <a:moveTo>
                    <a:pt x="381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49"/>
                  </a:lnTo>
                  <a:close/>
                </a:path>
                <a:path w="3810" h="220979">
                  <a:moveTo>
                    <a:pt x="3810" y="8889"/>
                  </a:moveTo>
                  <a:lnTo>
                    <a:pt x="0" y="8889"/>
                  </a:lnTo>
                  <a:lnTo>
                    <a:pt x="0" y="209549"/>
                  </a:lnTo>
                  <a:lnTo>
                    <a:pt x="3810" y="209549"/>
                  </a:lnTo>
                  <a:lnTo>
                    <a:pt x="3810" y="8889"/>
                  </a:lnTo>
                  <a:close/>
                </a:path>
                <a:path w="3810" h="220979">
                  <a:moveTo>
                    <a:pt x="3810" y="209549"/>
                  </a:moveTo>
                  <a:lnTo>
                    <a:pt x="0" y="209549"/>
                  </a:lnTo>
                  <a:lnTo>
                    <a:pt x="0" y="212089"/>
                  </a:lnTo>
                  <a:lnTo>
                    <a:pt x="3810" y="212089"/>
                  </a:lnTo>
                  <a:lnTo>
                    <a:pt x="3810" y="209549"/>
                  </a:lnTo>
                  <a:close/>
                </a:path>
                <a:path w="3810" h="220979">
                  <a:moveTo>
                    <a:pt x="3810" y="212089"/>
                  </a:moveTo>
                  <a:lnTo>
                    <a:pt x="0" y="212089"/>
                  </a:lnTo>
                  <a:lnTo>
                    <a:pt x="0" y="215899"/>
                  </a:lnTo>
                  <a:lnTo>
                    <a:pt x="3810" y="215899"/>
                  </a:lnTo>
                  <a:lnTo>
                    <a:pt x="3810" y="212089"/>
                  </a:lnTo>
                  <a:close/>
                </a:path>
                <a:path w="3810" h="220979">
                  <a:moveTo>
                    <a:pt x="3810" y="215899"/>
                  </a:moveTo>
                  <a:lnTo>
                    <a:pt x="0" y="215899"/>
                  </a:lnTo>
                  <a:lnTo>
                    <a:pt x="0" y="218439"/>
                  </a:lnTo>
                  <a:lnTo>
                    <a:pt x="3810" y="218439"/>
                  </a:lnTo>
                  <a:lnTo>
                    <a:pt x="3810" y="215899"/>
                  </a:lnTo>
                  <a:close/>
                </a:path>
                <a:path w="3810" h="220979">
                  <a:moveTo>
                    <a:pt x="3810" y="218439"/>
                  </a:moveTo>
                  <a:lnTo>
                    <a:pt x="0" y="218439"/>
                  </a:lnTo>
                  <a:lnTo>
                    <a:pt x="0" y="219709"/>
                  </a:lnTo>
                  <a:lnTo>
                    <a:pt x="2540" y="219709"/>
                  </a:lnTo>
                  <a:lnTo>
                    <a:pt x="2540" y="220979"/>
                  </a:lnTo>
                  <a:lnTo>
                    <a:pt x="3810" y="220979"/>
                  </a:lnTo>
                  <a:lnTo>
                    <a:pt x="3810" y="218439"/>
                  </a:lnTo>
                  <a:close/>
                </a:path>
              </a:pathLst>
            </a:custGeom>
            <a:solidFill>
              <a:srgbClr val="C3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2" name="object 1162"/>
            <p:cNvSpPr/>
            <p:nvPr/>
          </p:nvSpPr>
          <p:spPr>
            <a:xfrm>
              <a:off x="1689100" y="5320030"/>
              <a:ext cx="3810" cy="223520"/>
            </a:xfrm>
            <a:custGeom>
              <a:avLst/>
              <a:gdLst/>
              <a:ahLst/>
              <a:cxnLst/>
              <a:rect l="l" t="t" r="r" b="b"/>
              <a:pathLst>
                <a:path w="3810" h="223520">
                  <a:moveTo>
                    <a:pt x="3810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  <a:path w="3810" h="223520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223520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10" h="223520">
                  <a:moveTo>
                    <a:pt x="381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890"/>
                  </a:lnTo>
                  <a:close/>
                </a:path>
                <a:path w="3810" h="223520">
                  <a:moveTo>
                    <a:pt x="3810" y="11430"/>
                  </a:moveTo>
                  <a:lnTo>
                    <a:pt x="0" y="11430"/>
                  </a:lnTo>
                  <a:lnTo>
                    <a:pt x="0" y="212090"/>
                  </a:lnTo>
                  <a:lnTo>
                    <a:pt x="3810" y="212090"/>
                  </a:lnTo>
                  <a:lnTo>
                    <a:pt x="3810" y="11430"/>
                  </a:lnTo>
                  <a:close/>
                </a:path>
                <a:path w="3810" h="223520">
                  <a:moveTo>
                    <a:pt x="3810" y="212090"/>
                  </a:moveTo>
                  <a:lnTo>
                    <a:pt x="0" y="212090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212090"/>
                  </a:lnTo>
                  <a:close/>
                </a:path>
                <a:path w="3810" h="223520">
                  <a:moveTo>
                    <a:pt x="3810" y="214630"/>
                  </a:moveTo>
                  <a:lnTo>
                    <a:pt x="0" y="214630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4630"/>
                  </a:lnTo>
                  <a:close/>
                </a:path>
                <a:path w="3810" h="223520">
                  <a:moveTo>
                    <a:pt x="3810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8440"/>
                  </a:lnTo>
                  <a:close/>
                </a:path>
                <a:path w="3810" h="223520">
                  <a:moveTo>
                    <a:pt x="3810" y="220980"/>
                  </a:moveTo>
                  <a:lnTo>
                    <a:pt x="0" y="220980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80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3" name="object 1163"/>
            <p:cNvSpPr/>
            <p:nvPr/>
          </p:nvSpPr>
          <p:spPr>
            <a:xfrm>
              <a:off x="1692910" y="5318772"/>
              <a:ext cx="3810" cy="227329"/>
            </a:xfrm>
            <a:custGeom>
              <a:avLst/>
              <a:gdLst/>
              <a:ahLst/>
              <a:cxnLst/>
              <a:rect l="l" t="t" r="r" b="b"/>
              <a:pathLst>
                <a:path w="3810" h="227329">
                  <a:moveTo>
                    <a:pt x="3810" y="226060"/>
                  </a:moveTo>
                  <a:lnTo>
                    <a:pt x="2540" y="226060"/>
                  </a:lnTo>
                  <a:lnTo>
                    <a:pt x="2540" y="227317"/>
                  </a:lnTo>
                  <a:lnTo>
                    <a:pt x="3810" y="227317"/>
                  </a:lnTo>
                  <a:lnTo>
                    <a:pt x="3810" y="226060"/>
                  </a:lnTo>
                  <a:close/>
                </a:path>
                <a:path w="3810" h="227329">
                  <a:moveTo>
                    <a:pt x="381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22250"/>
                  </a:lnTo>
                  <a:close/>
                </a:path>
                <a:path w="3810" h="227329">
                  <a:moveTo>
                    <a:pt x="3810" y="219710"/>
                  </a:moveTo>
                  <a:lnTo>
                    <a:pt x="0" y="21971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19710"/>
                  </a:lnTo>
                  <a:close/>
                </a:path>
                <a:path w="3810" h="227329">
                  <a:moveTo>
                    <a:pt x="3810" y="215900"/>
                  </a:moveTo>
                  <a:lnTo>
                    <a:pt x="0" y="215900"/>
                  </a:lnTo>
                  <a:lnTo>
                    <a:pt x="0" y="219697"/>
                  </a:lnTo>
                  <a:lnTo>
                    <a:pt x="3810" y="219697"/>
                  </a:lnTo>
                  <a:lnTo>
                    <a:pt x="3810" y="215900"/>
                  </a:lnTo>
                  <a:close/>
                </a:path>
                <a:path w="3810" h="227329">
                  <a:moveTo>
                    <a:pt x="3810" y="213360"/>
                  </a:moveTo>
                  <a:lnTo>
                    <a:pt x="0" y="213360"/>
                  </a:lnTo>
                  <a:lnTo>
                    <a:pt x="0" y="215887"/>
                  </a:lnTo>
                  <a:lnTo>
                    <a:pt x="3810" y="215887"/>
                  </a:lnTo>
                  <a:lnTo>
                    <a:pt x="3810" y="213360"/>
                  </a:lnTo>
                  <a:close/>
                </a:path>
                <a:path w="3810" h="227329">
                  <a:moveTo>
                    <a:pt x="3810" y="12700"/>
                  </a:moveTo>
                  <a:lnTo>
                    <a:pt x="0" y="12700"/>
                  </a:lnTo>
                  <a:lnTo>
                    <a:pt x="0" y="213347"/>
                  </a:lnTo>
                  <a:lnTo>
                    <a:pt x="3810" y="213347"/>
                  </a:lnTo>
                  <a:lnTo>
                    <a:pt x="3810" y="12700"/>
                  </a:lnTo>
                  <a:close/>
                </a:path>
                <a:path w="3810" h="2273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273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273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273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4" name="object 1164"/>
            <p:cNvSpPr/>
            <p:nvPr/>
          </p:nvSpPr>
          <p:spPr>
            <a:xfrm>
              <a:off x="1696720" y="5318772"/>
              <a:ext cx="3810" cy="227329"/>
            </a:xfrm>
            <a:custGeom>
              <a:avLst/>
              <a:gdLst/>
              <a:ahLst/>
              <a:cxnLst/>
              <a:rect l="l" t="t" r="r" b="b"/>
              <a:pathLst>
                <a:path w="3810" h="227329">
                  <a:moveTo>
                    <a:pt x="3810" y="226060"/>
                  </a:moveTo>
                  <a:lnTo>
                    <a:pt x="0" y="226060"/>
                  </a:lnTo>
                  <a:lnTo>
                    <a:pt x="0" y="227317"/>
                  </a:lnTo>
                  <a:lnTo>
                    <a:pt x="3810" y="227317"/>
                  </a:lnTo>
                  <a:lnTo>
                    <a:pt x="3810" y="226060"/>
                  </a:lnTo>
                  <a:close/>
                </a:path>
                <a:path w="3810" h="227329">
                  <a:moveTo>
                    <a:pt x="381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22250"/>
                  </a:lnTo>
                  <a:close/>
                </a:path>
                <a:path w="3810" h="227329">
                  <a:moveTo>
                    <a:pt x="3810" y="219710"/>
                  </a:moveTo>
                  <a:lnTo>
                    <a:pt x="0" y="21971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19710"/>
                  </a:lnTo>
                  <a:close/>
                </a:path>
                <a:path w="3810" h="227329">
                  <a:moveTo>
                    <a:pt x="3810" y="215900"/>
                  </a:moveTo>
                  <a:lnTo>
                    <a:pt x="0" y="215900"/>
                  </a:lnTo>
                  <a:lnTo>
                    <a:pt x="0" y="219697"/>
                  </a:lnTo>
                  <a:lnTo>
                    <a:pt x="3810" y="219697"/>
                  </a:lnTo>
                  <a:lnTo>
                    <a:pt x="3810" y="215900"/>
                  </a:lnTo>
                  <a:close/>
                </a:path>
                <a:path w="3810" h="227329">
                  <a:moveTo>
                    <a:pt x="3810" y="213360"/>
                  </a:moveTo>
                  <a:lnTo>
                    <a:pt x="0" y="213360"/>
                  </a:lnTo>
                  <a:lnTo>
                    <a:pt x="0" y="215887"/>
                  </a:lnTo>
                  <a:lnTo>
                    <a:pt x="3810" y="215887"/>
                  </a:lnTo>
                  <a:lnTo>
                    <a:pt x="3810" y="213360"/>
                  </a:lnTo>
                  <a:close/>
                </a:path>
                <a:path w="3810" h="227329">
                  <a:moveTo>
                    <a:pt x="3810" y="12700"/>
                  </a:moveTo>
                  <a:lnTo>
                    <a:pt x="0" y="12700"/>
                  </a:lnTo>
                  <a:lnTo>
                    <a:pt x="0" y="213347"/>
                  </a:lnTo>
                  <a:lnTo>
                    <a:pt x="3810" y="213347"/>
                  </a:lnTo>
                  <a:lnTo>
                    <a:pt x="3810" y="12700"/>
                  </a:lnTo>
                  <a:close/>
                </a:path>
                <a:path w="3810" h="2273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273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273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273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B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5" name="object 1165"/>
            <p:cNvSpPr/>
            <p:nvPr/>
          </p:nvSpPr>
          <p:spPr>
            <a:xfrm>
              <a:off x="1700530" y="5317489"/>
              <a:ext cx="2540" cy="229870"/>
            </a:xfrm>
            <a:custGeom>
              <a:avLst/>
              <a:gdLst/>
              <a:ahLst/>
              <a:cxnLst/>
              <a:rect l="l" t="t" r="r" b="b"/>
              <a:pathLst>
                <a:path w="2539" h="229870">
                  <a:moveTo>
                    <a:pt x="254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2540" y="229870"/>
                  </a:lnTo>
                  <a:lnTo>
                    <a:pt x="2540" y="227342"/>
                  </a:lnTo>
                  <a:close/>
                </a:path>
                <a:path w="2539" h="229870">
                  <a:moveTo>
                    <a:pt x="254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2540" y="227330"/>
                  </a:lnTo>
                  <a:lnTo>
                    <a:pt x="2540" y="223532"/>
                  </a:lnTo>
                  <a:close/>
                </a:path>
                <a:path w="2539" h="229870">
                  <a:moveTo>
                    <a:pt x="2540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2540" y="223520"/>
                  </a:lnTo>
                  <a:lnTo>
                    <a:pt x="2540" y="220992"/>
                  </a:lnTo>
                  <a:close/>
                </a:path>
                <a:path w="2539" h="229870">
                  <a:moveTo>
                    <a:pt x="2540" y="217182"/>
                  </a:moveTo>
                  <a:lnTo>
                    <a:pt x="0" y="217182"/>
                  </a:lnTo>
                  <a:lnTo>
                    <a:pt x="0" y="220980"/>
                  </a:lnTo>
                  <a:lnTo>
                    <a:pt x="2540" y="220980"/>
                  </a:lnTo>
                  <a:lnTo>
                    <a:pt x="2540" y="217182"/>
                  </a:lnTo>
                  <a:close/>
                </a:path>
                <a:path w="2539" h="229870">
                  <a:moveTo>
                    <a:pt x="2540" y="214642"/>
                  </a:moveTo>
                  <a:lnTo>
                    <a:pt x="0" y="214642"/>
                  </a:lnTo>
                  <a:lnTo>
                    <a:pt x="0" y="217170"/>
                  </a:lnTo>
                  <a:lnTo>
                    <a:pt x="2540" y="217170"/>
                  </a:lnTo>
                  <a:lnTo>
                    <a:pt x="2540" y="214642"/>
                  </a:lnTo>
                  <a:close/>
                </a:path>
                <a:path w="2539" h="229870">
                  <a:moveTo>
                    <a:pt x="2540" y="13982"/>
                  </a:moveTo>
                  <a:lnTo>
                    <a:pt x="0" y="13982"/>
                  </a:lnTo>
                  <a:lnTo>
                    <a:pt x="0" y="214630"/>
                  </a:lnTo>
                  <a:lnTo>
                    <a:pt x="2540" y="214630"/>
                  </a:lnTo>
                  <a:lnTo>
                    <a:pt x="2540" y="13982"/>
                  </a:lnTo>
                  <a:close/>
                </a:path>
                <a:path w="2539" h="229870">
                  <a:moveTo>
                    <a:pt x="254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2540" y="13970"/>
                  </a:lnTo>
                  <a:lnTo>
                    <a:pt x="2540" y="11442"/>
                  </a:lnTo>
                  <a:close/>
                </a:path>
                <a:path w="2539" h="229870">
                  <a:moveTo>
                    <a:pt x="254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7632"/>
                  </a:lnTo>
                  <a:close/>
                </a:path>
                <a:path w="2539" h="229870">
                  <a:moveTo>
                    <a:pt x="254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5092"/>
                  </a:lnTo>
                  <a:close/>
                </a:path>
                <a:path w="2539" h="229870">
                  <a:moveTo>
                    <a:pt x="254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1282"/>
                  </a:lnTo>
                  <a:close/>
                </a:path>
                <a:path w="2539" h="229870">
                  <a:moveTo>
                    <a:pt x="254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6" name="object 1166"/>
            <p:cNvSpPr/>
            <p:nvPr/>
          </p:nvSpPr>
          <p:spPr>
            <a:xfrm>
              <a:off x="1703070" y="5317489"/>
              <a:ext cx="3810" cy="231140"/>
            </a:xfrm>
            <a:custGeom>
              <a:avLst/>
              <a:gdLst/>
              <a:ahLst/>
              <a:cxnLst/>
              <a:rect l="l" t="t" r="r" b="b"/>
              <a:pathLst>
                <a:path w="3810" h="231139">
                  <a:moveTo>
                    <a:pt x="3810" y="229882"/>
                  </a:moveTo>
                  <a:lnTo>
                    <a:pt x="1270" y="229882"/>
                  </a:lnTo>
                  <a:lnTo>
                    <a:pt x="1270" y="231140"/>
                  </a:lnTo>
                  <a:lnTo>
                    <a:pt x="3810" y="231140"/>
                  </a:lnTo>
                  <a:lnTo>
                    <a:pt x="3810" y="229882"/>
                  </a:lnTo>
                  <a:close/>
                </a:path>
                <a:path w="3810" h="231139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10" h="231139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10" h="231139">
                  <a:moveTo>
                    <a:pt x="3810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92"/>
                  </a:lnTo>
                  <a:close/>
                </a:path>
                <a:path w="3810" h="231139">
                  <a:moveTo>
                    <a:pt x="3810" y="217182"/>
                  </a:moveTo>
                  <a:lnTo>
                    <a:pt x="0" y="21718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7182"/>
                  </a:lnTo>
                  <a:close/>
                </a:path>
                <a:path w="3810" h="231139">
                  <a:moveTo>
                    <a:pt x="3810" y="214642"/>
                  </a:moveTo>
                  <a:lnTo>
                    <a:pt x="0" y="21464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214642"/>
                  </a:lnTo>
                  <a:close/>
                </a:path>
                <a:path w="3810" h="231139">
                  <a:moveTo>
                    <a:pt x="3810" y="13982"/>
                  </a:moveTo>
                  <a:lnTo>
                    <a:pt x="0" y="13982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13982"/>
                  </a:lnTo>
                  <a:close/>
                </a:path>
                <a:path w="3810" h="231139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10" h="231139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10" h="231139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10" h="231139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10" h="231139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6C1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7" name="object 1167"/>
            <p:cNvSpPr/>
            <p:nvPr/>
          </p:nvSpPr>
          <p:spPr>
            <a:xfrm>
              <a:off x="1706880" y="5316232"/>
              <a:ext cx="3810" cy="232410"/>
            </a:xfrm>
            <a:custGeom>
              <a:avLst/>
              <a:gdLst/>
              <a:ahLst/>
              <a:cxnLst/>
              <a:rect l="l" t="t" r="r" b="b"/>
              <a:pathLst>
                <a:path w="3810" h="232410">
                  <a:moveTo>
                    <a:pt x="3810" y="231140"/>
                  </a:moveTo>
                  <a:lnTo>
                    <a:pt x="0" y="23114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31140"/>
                  </a:lnTo>
                  <a:close/>
                </a:path>
                <a:path w="3810" h="232410">
                  <a:moveTo>
                    <a:pt x="3810" y="15240"/>
                  </a:moveTo>
                  <a:lnTo>
                    <a:pt x="0" y="15240"/>
                  </a:lnTo>
                  <a:lnTo>
                    <a:pt x="0" y="215887"/>
                  </a:lnTo>
                  <a:lnTo>
                    <a:pt x="3810" y="215887"/>
                  </a:lnTo>
                  <a:lnTo>
                    <a:pt x="3810" y="15240"/>
                  </a:lnTo>
                  <a:close/>
                </a:path>
                <a:path w="3810" h="23241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10" h="23241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10" h="23241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10" h="23241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10" h="23241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3BF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8" name="object 1168"/>
            <p:cNvSpPr/>
            <p:nvPr/>
          </p:nvSpPr>
          <p:spPr>
            <a:xfrm>
              <a:off x="1710690" y="5314950"/>
              <a:ext cx="3810" cy="234950"/>
            </a:xfrm>
            <a:custGeom>
              <a:avLst/>
              <a:gdLst/>
              <a:ahLst/>
              <a:cxnLst/>
              <a:rect l="l" t="t" r="r" b="b"/>
              <a:pathLst>
                <a:path w="3810" h="234950">
                  <a:moveTo>
                    <a:pt x="38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2422"/>
                  </a:lnTo>
                  <a:close/>
                </a:path>
                <a:path w="3810" h="234950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10" h="234950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10" h="234950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10" h="234950">
                  <a:moveTo>
                    <a:pt x="3810" y="219722"/>
                  </a:moveTo>
                  <a:lnTo>
                    <a:pt x="0" y="21972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9722"/>
                  </a:lnTo>
                  <a:close/>
                </a:path>
                <a:path w="3810" h="234950">
                  <a:moveTo>
                    <a:pt x="3810" y="217182"/>
                  </a:moveTo>
                  <a:lnTo>
                    <a:pt x="0" y="21718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17182"/>
                  </a:lnTo>
                  <a:close/>
                </a:path>
                <a:path w="3810" h="234950">
                  <a:moveTo>
                    <a:pt x="3810" y="16522"/>
                  </a:moveTo>
                  <a:lnTo>
                    <a:pt x="0" y="1652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16522"/>
                  </a:lnTo>
                  <a:close/>
                </a:path>
                <a:path w="3810" h="234950">
                  <a:moveTo>
                    <a:pt x="3810" y="13982"/>
                  </a:moveTo>
                  <a:lnTo>
                    <a:pt x="0" y="1398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82"/>
                  </a:lnTo>
                  <a:close/>
                </a:path>
                <a:path w="3810" h="234950">
                  <a:moveTo>
                    <a:pt x="381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0172"/>
                  </a:lnTo>
                  <a:close/>
                </a:path>
                <a:path w="3810" h="234950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10" h="234950">
                  <a:moveTo>
                    <a:pt x="381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3822"/>
                  </a:lnTo>
                  <a:close/>
                </a:path>
                <a:path w="3810" h="234950">
                  <a:moveTo>
                    <a:pt x="381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82"/>
                  </a:lnTo>
                  <a:close/>
                </a:path>
                <a:path w="3810" h="23495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1BD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9" name="object 1169"/>
            <p:cNvSpPr/>
            <p:nvPr/>
          </p:nvSpPr>
          <p:spPr>
            <a:xfrm>
              <a:off x="1714500" y="5314950"/>
              <a:ext cx="3810" cy="236220"/>
            </a:xfrm>
            <a:custGeom>
              <a:avLst/>
              <a:gdLst/>
              <a:ahLst/>
              <a:cxnLst/>
              <a:rect l="l" t="t" r="r" b="b"/>
              <a:pathLst>
                <a:path w="3810" h="236220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10" h="236220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10" h="236220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10" h="236220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10" h="236220">
                  <a:moveTo>
                    <a:pt x="3810" y="219722"/>
                  </a:moveTo>
                  <a:lnTo>
                    <a:pt x="0" y="21972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9722"/>
                  </a:lnTo>
                  <a:close/>
                </a:path>
                <a:path w="3810" h="236220">
                  <a:moveTo>
                    <a:pt x="3810" y="217182"/>
                  </a:moveTo>
                  <a:lnTo>
                    <a:pt x="0" y="21718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17182"/>
                  </a:lnTo>
                  <a:close/>
                </a:path>
                <a:path w="3810" h="236220">
                  <a:moveTo>
                    <a:pt x="3810" y="16522"/>
                  </a:moveTo>
                  <a:lnTo>
                    <a:pt x="0" y="1652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16522"/>
                  </a:lnTo>
                  <a:close/>
                </a:path>
                <a:path w="3810" h="236220">
                  <a:moveTo>
                    <a:pt x="3810" y="13982"/>
                  </a:moveTo>
                  <a:lnTo>
                    <a:pt x="0" y="1398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82"/>
                  </a:lnTo>
                  <a:close/>
                </a:path>
                <a:path w="3810" h="236220">
                  <a:moveTo>
                    <a:pt x="381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0172"/>
                  </a:lnTo>
                  <a:close/>
                </a:path>
                <a:path w="3810" h="236220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10" h="236220">
                  <a:moveTo>
                    <a:pt x="381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3822"/>
                  </a:lnTo>
                  <a:close/>
                </a:path>
                <a:path w="3810" h="236220">
                  <a:moveTo>
                    <a:pt x="381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82"/>
                  </a:lnTo>
                  <a:close/>
                </a:path>
                <a:path w="3810" h="23622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EBA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0" name="object 1170"/>
            <p:cNvSpPr/>
            <p:nvPr/>
          </p:nvSpPr>
          <p:spPr>
            <a:xfrm>
              <a:off x="1718310" y="5313680"/>
              <a:ext cx="3810" cy="238760"/>
            </a:xfrm>
            <a:custGeom>
              <a:avLst/>
              <a:gdLst/>
              <a:ahLst/>
              <a:cxnLst/>
              <a:rect l="l" t="t" r="r" b="b"/>
              <a:pathLst>
                <a:path w="3810" h="238760">
                  <a:moveTo>
                    <a:pt x="3809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09" y="2540"/>
                  </a:lnTo>
                  <a:lnTo>
                    <a:pt x="3809" y="0"/>
                  </a:lnTo>
                  <a:close/>
                </a:path>
                <a:path w="3810" h="238760">
                  <a:moveTo>
                    <a:pt x="380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2540"/>
                  </a:lnTo>
                  <a:close/>
                </a:path>
                <a:path w="3810" h="238760">
                  <a:moveTo>
                    <a:pt x="380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09" y="8890"/>
                  </a:lnTo>
                  <a:lnTo>
                    <a:pt x="3809" y="5080"/>
                  </a:lnTo>
                  <a:close/>
                </a:path>
                <a:path w="3810" h="238760">
                  <a:moveTo>
                    <a:pt x="380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8890"/>
                  </a:lnTo>
                  <a:close/>
                </a:path>
                <a:path w="3810" h="238760">
                  <a:moveTo>
                    <a:pt x="3809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09" y="15240"/>
                  </a:lnTo>
                  <a:lnTo>
                    <a:pt x="3809" y="11430"/>
                  </a:lnTo>
                  <a:close/>
                </a:path>
                <a:path w="3810" h="238760">
                  <a:moveTo>
                    <a:pt x="3809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5240"/>
                  </a:lnTo>
                  <a:close/>
                </a:path>
                <a:path w="3810" h="238760">
                  <a:moveTo>
                    <a:pt x="3809" y="17780"/>
                  </a:moveTo>
                  <a:lnTo>
                    <a:pt x="0" y="17780"/>
                  </a:lnTo>
                  <a:lnTo>
                    <a:pt x="0" y="218440"/>
                  </a:lnTo>
                  <a:lnTo>
                    <a:pt x="3809" y="218440"/>
                  </a:lnTo>
                  <a:lnTo>
                    <a:pt x="3809" y="17780"/>
                  </a:lnTo>
                  <a:close/>
                </a:path>
                <a:path w="3810" h="238760">
                  <a:moveTo>
                    <a:pt x="3809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3809" y="220980"/>
                  </a:lnTo>
                  <a:lnTo>
                    <a:pt x="3809" y="218440"/>
                  </a:lnTo>
                  <a:close/>
                </a:path>
                <a:path w="3810" h="238760">
                  <a:moveTo>
                    <a:pt x="3809" y="220980"/>
                  </a:moveTo>
                  <a:lnTo>
                    <a:pt x="0" y="220980"/>
                  </a:lnTo>
                  <a:lnTo>
                    <a:pt x="0" y="224790"/>
                  </a:lnTo>
                  <a:lnTo>
                    <a:pt x="3809" y="224790"/>
                  </a:lnTo>
                  <a:lnTo>
                    <a:pt x="3809" y="220980"/>
                  </a:lnTo>
                  <a:close/>
                </a:path>
                <a:path w="3810" h="238760">
                  <a:moveTo>
                    <a:pt x="3809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09" y="227330"/>
                  </a:lnTo>
                  <a:lnTo>
                    <a:pt x="3809" y="224790"/>
                  </a:lnTo>
                  <a:close/>
                </a:path>
                <a:path w="3810" h="238760">
                  <a:moveTo>
                    <a:pt x="3809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3809" y="231140"/>
                  </a:lnTo>
                  <a:lnTo>
                    <a:pt x="3809" y="227330"/>
                  </a:lnTo>
                  <a:close/>
                </a:path>
                <a:path w="3810" h="238760">
                  <a:moveTo>
                    <a:pt x="3809" y="231140"/>
                  </a:moveTo>
                  <a:lnTo>
                    <a:pt x="0" y="231140"/>
                  </a:lnTo>
                  <a:lnTo>
                    <a:pt x="0" y="233680"/>
                  </a:lnTo>
                  <a:lnTo>
                    <a:pt x="3809" y="233680"/>
                  </a:lnTo>
                  <a:lnTo>
                    <a:pt x="3809" y="231140"/>
                  </a:lnTo>
                  <a:close/>
                </a:path>
                <a:path w="3810" h="238760">
                  <a:moveTo>
                    <a:pt x="3809" y="233680"/>
                  </a:moveTo>
                  <a:lnTo>
                    <a:pt x="0" y="233680"/>
                  </a:lnTo>
                  <a:lnTo>
                    <a:pt x="0" y="237490"/>
                  </a:lnTo>
                  <a:lnTo>
                    <a:pt x="3809" y="237490"/>
                  </a:lnTo>
                  <a:lnTo>
                    <a:pt x="3809" y="233680"/>
                  </a:lnTo>
                  <a:close/>
                </a:path>
                <a:path w="3810" h="238760">
                  <a:moveTo>
                    <a:pt x="3809" y="237490"/>
                  </a:moveTo>
                  <a:lnTo>
                    <a:pt x="2539" y="237490"/>
                  </a:lnTo>
                  <a:lnTo>
                    <a:pt x="2539" y="238760"/>
                  </a:lnTo>
                  <a:lnTo>
                    <a:pt x="3809" y="238760"/>
                  </a:lnTo>
                  <a:lnTo>
                    <a:pt x="3809" y="237490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1" name="object 1171"/>
            <p:cNvSpPr/>
            <p:nvPr/>
          </p:nvSpPr>
          <p:spPr>
            <a:xfrm>
              <a:off x="1722120" y="5313680"/>
              <a:ext cx="3810" cy="238760"/>
            </a:xfrm>
            <a:custGeom>
              <a:avLst/>
              <a:gdLst/>
              <a:ahLst/>
              <a:cxnLst/>
              <a:rect l="l" t="t" r="r" b="b"/>
              <a:pathLst>
                <a:path w="3810" h="238760">
                  <a:moveTo>
                    <a:pt x="3810" y="237502"/>
                  </a:moveTo>
                  <a:lnTo>
                    <a:pt x="0" y="23750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7502"/>
                  </a:lnTo>
                  <a:close/>
                </a:path>
                <a:path w="3810" h="238760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10" h="238760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10" h="238760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38760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38760">
                  <a:moveTo>
                    <a:pt x="381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0992"/>
                  </a:lnTo>
                  <a:close/>
                </a:path>
                <a:path w="3810" h="238760">
                  <a:moveTo>
                    <a:pt x="3810" y="218452"/>
                  </a:moveTo>
                  <a:lnTo>
                    <a:pt x="0" y="21845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8452"/>
                  </a:lnTo>
                  <a:close/>
                </a:path>
                <a:path w="3810" h="238760">
                  <a:moveTo>
                    <a:pt x="3810" y="17792"/>
                  </a:moveTo>
                  <a:lnTo>
                    <a:pt x="0" y="17792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17792"/>
                  </a:lnTo>
                  <a:close/>
                </a:path>
                <a:path w="3810" h="238760">
                  <a:moveTo>
                    <a:pt x="381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52"/>
                  </a:lnTo>
                  <a:close/>
                </a:path>
                <a:path w="3810" h="238760">
                  <a:moveTo>
                    <a:pt x="381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42"/>
                  </a:lnTo>
                  <a:close/>
                </a:path>
                <a:path w="3810" h="238760">
                  <a:moveTo>
                    <a:pt x="381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902"/>
                  </a:lnTo>
                  <a:close/>
                </a:path>
                <a:path w="3810" h="238760">
                  <a:moveTo>
                    <a:pt x="381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92"/>
                  </a:lnTo>
                  <a:close/>
                </a:path>
                <a:path w="3810" h="238760">
                  <a:moveTo>
                    <a:pt x="381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52"/>
                  </a:lnTo>
                  <a:close/>
                </a:path>
                <a:path w="3810" h="23876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2" name="object 1172"/>
            <p:cNvSpPr/>
            <p:nvPr/>
          </p:nvSpPr>
          <p:spPr>
            <a:xfrm>
              <a:off x="1725930" y="5312409"/>
              <a:ext cx="2540" cy="240029"/>
            </a:xfrm>
            <a:custGeom>
              <a:avLst/>
              <a:gdLst/>
              <a:ahLst/>
              <a:cxnLst/>
              <a:rect l="l" t="t" r="r" b="b"/>
              <a:pathLst>
                <a:path w="2539" h="240029">
                  <a:moveTo>
                    <a:pt x="2539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3809"/>
                  </a:lnTo>
                  <a:lnTo>
                    <a:pt x="2539" y="3809"/>
                  </a:lnTo>
                  <a:lnTo>
                    <a:pt x="2539" y="0"/>
                  </a:lnTo>
                  <a:close/>
                </a:path>
                <a:path w="2539" h="240029">
                  <a:moveTo>
                    <a:pt x="253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2539" y="6349"/>
                  </a:lnTo>
                  <a:lnTo>
                    <a:pt x="2539" y="3809"/>
                  </a:lnTo>
                  <a:close/>
                </a:path>
                <a:path w="2539" h="240029">
                  <a:moveTo>
                    <a:pt x="253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2539" y="10159"/>
                  </a:lnTo>
                  <a:lnTo>
                    <a:pt x="2539" y="6350"/>
                  </a:lnTo>
                  <a:close/>
                </a:path>
                <a:path w="2539" h="240029">
                  <a:moveTo>
                    <a:pt x="253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2539" y="12699"/>
                  </a:lnTo>
                  <a:lnTo>
                    <a:pt x="2539" y="10159"/>
                  </a:lnTo>
                  <a:close/>
                </a:path>
                <a:path w="2539" h="240029">
                  <a:moveTo>
                    <a:pt x="253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2539" y="16509"/>
                  </a:lnTo>
                  <a:lnTo>
                    <a:pt x="2539" y="12700"/>
                  </a:lnTo>
                  <a:close/>
                </a:path>
                <a:path w="2539" h="240029">
                  <a:moveTo>
                    <a:pt x="253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2539" y="19049"/>
                  </a:lnTo>
                  <a:lnTo>
                    <a:pt x="2539" y="16509"/>
                  </a:lnTo>
                  <a:close/>
                </a:path>
                <a:path w="2539" h="240029">
                  <a:moveTo>
                    <a:pt x="2539" y="19050"/>
                  </a:moveTo>
                  <a:lnTo>
                    <a:pt x="0" y="19050"/>
                  </a:lnTo>
                  <a:lnTo>
                    <a:pt x="0" y="219709"/>
                  </a:lnTo>
                  <a:lnTo>
                    <a:pt x="2539" y="219709"/>
                  </a:lnTo>
                  <a:lnTo>
                    <a:pt x="2539" y="19050"/>
                  </a:lnTo>
                  <a:close/>
                </a:path>
                <a:path w="2539" h="240029">
                  <a:moveTo>
                    <a:pt x="2539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2539" y="222249"/>
                  </a:lnTo>
                  <a:lnTo>
                    <a:pt x="2539" y="219709"/>
                  </a:lnTo>
                  <a:close/>
                </a:path>
                <a:path w="2539" h="240029">
                  <a:moveTo>
                    <a:pt x="2539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2539" y="226059"/>
                  </a:lnTo>
                  <a:lnTo>
                    <a:pt x="2539" y="222250"/>
                  </a:lnTo>
                  <a:close/>
                </a:path>
                <a:path w="2539" h="240029">
                  <a:moveTo>
                    <a:pt x="2539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2539" y="228599"/>
                  </a:lnTo>
                  <a:lnTo>
                    <a:pt x="2539" y="226059"/>
                  </a:lnTo>
                  <a:close/>
                </a:path>
                <a:path w="2539" h="240029">
                  <a:moveTo>
                    <a:pt x="2539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2539" y="232409"/>
                  </a:lnTo>
                  <a:lnTo>
                    <a:pt x="2539" y="228600"/>
                  </a:lnTo>
                  <a:close/>
                </a:path>
                <a:path w="2539" h="240029">
                  <a:moveTo>
                    <a:pt x="2539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2539" y="234949"/>
                  </a:lnTo>
                  <a:lnTo>
                    <a:pt x="2539" y="232409"/>
                  </a:lnTo>
                  <a:close/>
                </a:path>
                <a:path w="2539" h="240029">
                  <a:moveTo>
                    <a:pt x="2539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2539" y="238759"/>
                  </a:lnTo>
                  <a:lnTo>
                    <a:pt x="2539" y="234950"/>
                  </a:lnTo>
                  <a:close/>
                </a:path>
                <a:path w="2539" h="240029">
                  <a:moveTo>
                    <a:pt x="2539" y="238759"/>
                  </a:moveTo>
                  <a:lnTo>
                    <a:pt x="0" y="238759"/>
                  </a:lnTo>
                  <a:lnTo>
                    <a:pt x="0" y="240029"/>
                  </a:lnTo>
                  <a:lnTo>
                    <a:pt x="2539" y="240029"/>
                  </a:lnTo>
                  <a:lnTo>
                    <a:pt x="2539" y="238759"/>
                  </a:lnTo>
                  <a:close/>
                </a:path>
              </a:pathLst>
            </a:custGeom>
            <a:solidFill>
              <a:srgbClr val="A6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3" name="object 1173"/>
            <p:cNvSpPr/>
            <p:nvPr/>
          </p:nvSpPr>
          <p:spPr>
            <a:xfrm>
              <a:off x="1728469" y="5311139"/>
              <a:ext cx="3810" cy="242570"/>
            </a:xfrm>
            <a:custGeom>
              <a:avLst/>
              <a:gdLst/>
              <a:ahLst/>
              <a:cxnLst/>
              <a:rect l="l" t="t" r="r" b="b"/>
              <a:pathLst>
                <a:path w="3810" h="242570">
                  <a:moveTo>
                    <a:pt x="38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  <a:path w="3810" h="242570">
                  <a:moveTo>
                    <a:pt x="381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70"/>
                  </a:lnTo>
                  <a:close/>
                </a:path>
                <a:path w="3810" h="242570">
                  <a:moveTo>
                    <a:pt x="3810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80"/>
                  </a:lnTo>
                  <a:close/>
                </a:path>
                <a:path w="3810" h="242570">
                  <a:moveTo>
                    <a:pt x="3810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20"/>
                  </a:lnTo>
                  <a:close/>
                </a:path>
                <a:path w="3810" h="242570">
                  <a:moveTo>
                    <a:pt x="3810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30"/>
                  </a:lnTo>
                  <a:close/>
                </a:path>
                <a:path w="3810" h="242570">
                  <a:moveTo>
                    <a:pt x="3810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70"/>
                  </a:lnTo>
                  <a:close/>
                </a:path>
                <a:path w="3810" h="242570">
                  <a:moveTo>
                    <a:pt x="3810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80"/>
                  </a:lnTo>
                  <a:close/>
                </a:path>
                <a:path w="3810" h="242570">
                  <a:moveTo>
                    <a:pt x="3810" y="20320"/>
                  </a:moveTo>
                  <a:lnTo>
                    <a:pt x="0" y="20320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0320"/>
                  </a:lnTo>
                  <a:close/>
                </a:path>
                <a:path w="3810" h="242570">
                  <a:moveTo>
                    <a:pt x="3810" y="220980"/>
                  </a:moveTo>
                  <a:lnTo>
                    <a:pt x="0" y="220980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80"/>
                  </a:lnTo>
                  <a:close/>
                </a:path>
                <a:path w="3810" h="242570">
                  <a:moveTo>
                    <a:pt x="3810" y="223520"/>
                  </a:moveTo>
                  <a:lnTo>
                    <a:pt x="0" y="223520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20"/>
                  </a:lnTo>
                  <a:close/>
                </a:path>
                <a:path w="3810" h="242570">
                  <a:moveTo>
                    <a:pt x="3810" y="227330"/>
                  </a:moveTo>
                  <a:lnTo>
                    <a:pt x="0" y="227330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30"/>
                  </a:lnTo>
                  <a:close/>
                </a:path>
                <a:path w="3810" h="242570">
                  <a:moveTo>
                    <a:pt x="3810" y="229870"/>
                  </a:moveTo>
                  <a:lnTo>
                    <a:pt x="0" y="229870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70"/>
                  </a:lnTo>
                  <a:close/>
                </a:path>
                <a:path w="3810" h="242570">
                  <a:moveTo>
                    <a:pt x="3810" y="233680"/>
                  </a:moveTo>
                  <a:lnTo>
                    <a:pt x="0" y="233680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80"/>
                  </a:lnTo>
                  <a:close/>
                </a:path>
                <a:path w="3810" h="242570">
                  <a:moveTo>
                    <a:pt x="3810" y="236220"/>
                  </a:moveTo>
                  <a:lnTo>
                    <a:pt x="0" y="236220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20"/>
                  </a:lnTo>
                  <a:close/>
                </a:path>
                <a:path w="3810" h="242570">
                  <a:moveTo>
                    <a:pt x="3810" y="240030"/>
                  </a:moveTo>
                  <a:lnTo>
                    <a:pt x="0" y="240030"/>
                  </a:lnTo>
                  <a:lnTo>
                    <a:pt x="0" y="241300"/>
                  </a:lnTo>
                  <a:lnTo>
                    <a:pt x="2540" y="241300"/>
                  </a:lnTo>
                  <a:lnTo>
                    <a:pt x="2540" y="242570"/>
                  </a:lnTo>
                  <a:lnTo>
                    <a:pt x="3810" y="242570"/>
                  </a:lnTo>
                  <a:lnTo>
                    <a:pt x="3810" y="240030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4" name="object 1174"/>
            <p:cNvSpPr/>
            <p:nvPr/>
          </p:nvSpPr>
          <p:spPr>
            <a:xfrm>
              <a:off x="1732280" y="5311139"/>
              <a:ext cx="3810" cy="242570"/>
            </a:xfrm>
            <a:custGeom>
              <a:avLst/>
              <a:gdLst/>
              <a:ahLst/>
              <a:cxnLst/>
              <a:rect l="l" t="t" r="r" b="b"/>
              <a:pathLst>
                <a:path w="3810" h="242570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10" h="242570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10" h="242570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10" h="242570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10" h="242570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10" h="242570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10" h="242570">
                  <a:moveTo>
                    <a:pt x="3810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92"/>
                  </a:lnTo>
                  <a:close/>
                </a:path>
                <a:path w="3810" h="242570">
                  <a:moveTo>
                    <a:pt x="3810" y="20332"/>
                  </a:moveTo>
                  <a:lnTo>
                    <a:pt x="0" y="2033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0332"/>
                  </a:lnTo>
                  <a:close/>
                </a:path>
                <a:path w="3810" h="242570">
                  <a:moveTo>
                    <a:pt x="381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92"/>
                  </a:lnTo>
                  <a:close/>
                </a:path>
                <a:path w="3810" h="242570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10" h="242570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10" h="24257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10" h="24257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10" h="24257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10" h="24257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5" name="object 1175"/>
            <p:cNvSpPr/>
            <p:nvPr/>
          </p:nvSpPr>
          <p:spPr>
            <a:xfrm>
              <a:off x="1736090" y="5311139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10" h="243839">
                  <a:moveTo>
                    <a:pt x="3810" y="242582"/>
                  </a:moveTo>
                  <a:lnTo>
                    <a:pt x="1270" y="242582"/>
                  </a:lnTo>
                  <a:lnTo>
                    <a:pt x="1270" y="243840"/>
                  </a:lnTo>
                  <a:lnTo>
                    <a:pt x="3810" y="243840"/>
                  </a:lnTo>
                  <a:lnTo>
                    <a:pt x="3810" y="242582"/>
                  </a:lnTo>
                  <a:close/>
                </a:path>
                <a:path w="3810" h="243839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10" h="243839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10" h="243839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10" h="243839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10" h="243839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10" h="243839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10" h="243839">
                  <a:moveTo>
                    <a:pt x="3810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92"/>
                  </a:lnTo>
                  <a:close/>
                </a:path>
                <a:path w="3810" h="243839">
                  <a:moveTo>
                    <a:pt x="3810" y="20332"/>
                  </a:moveTo>
                  <a:lnTo>
                    <a:pt x="0" y="2033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0332"/>
                  </a:lnTo>
                  <a:close/>
                </a:path>
                <a:path w="3810" h="243839">
                  <a:moveTo>
                    <a:pt x="381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92"/>
                  </a:lnTo>
                  <a:close/>
                </a:path>
                <a:path w="3810" h="243839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10" h="243839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10" h="243839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10" h="243839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10" h="243839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10" h="243839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EAD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6" name="object 1176"/>
            <p:cNvSpPr/>
            <p:nvPr/>
          </p:nvSpPr>
          <p:spPr>
            <a:xfrm>
              <a:off x="1739900" y="5311139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10" h="243839">
                  <a:moveTo>
                    <a:pt x="3810" y="242582"/>
                  </a:moveTo>
                  <a:lnTo>
                    <a:pt x="0" y="24258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2582"/>
                  </a:lnTo>
                  <a:close/>
                </a:path>
                <a:path w="3810" h="243839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10" h="243839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10" h="243839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10" h="243839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10" h="243839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10" h="243839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10" h="243839">
                  <a:moveTo>
                    <a:pt x="3810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92"/>
                  </a:lnTo>
                  <a:close/>
                </a:path>
                <a:path w="3810" h="243839">
                  <a:moveTo>
                    <a:pt x="3810" y="20332"/>
                  </a:moveTo>
                  <a:lnTo>
                    <a:pt x="0" y="2033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0332"/>
                  </a:lnTo>
                  <a:close/>
                </a:path>
                <a:path w="3810" h="243839">
                  <a:moveTo>
                    <a:pt x="381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92"/>
                  </a:lnTo>
                  <a:close/>
                </a:path>
                <a:path w="3810" h="243839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10" h="243839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10" h="243839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10" h="243839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10" h="243839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10" h="243839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CAB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7" name="object 1177"/>
            <p:cNvSpPr/>
            <p:nvPr/>
          </p:nvSpPr>
          <p:spPr>
            <a:xfrm>
              <a:off x="1743710" y="5311139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10" h="243839">
                  <a:moveTo>
                    <a:pt x="3810" y="242582"/>
                  </a:moveTo>
                  <a:lnTo>
                    <a:pt x="0" y="24258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2582"/>
                  </a:lnTo>
                  <a:close/>
                </a:path>
                <a:path w="3810" h="243839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10" h="243839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10" h="243839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10" h="243839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10" h="243839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10" h="243839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10" h="243839">
                  <a:moveTo>
                    <a:pt x="3810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92"/>
                  </a:lnTo>
                  <a:close/>
                </a:path>
                <a:path w="3810" h="243839">
                  <a:moveTo>
                    <a:pt x="3810" y="20332"/>
                  </a:moveTo>
                  <a:lnTo>
                    <a:pt x="0" y="2033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0332"/>
                  </a:lnTo>
                  <a:close/>
                </a:path>
                <a:path w="3810" h="243839">
                  <a:moveTo>
                    <a:pt x="381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92"/>
                  </a:lnTo>
                  <a:close/>
                </a:path>
                <a:path w="3810" h="243839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10" h="243839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10" h="243839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10" h="243839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10" h="243839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10" h="243839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9A8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8" name="object 1178"/>
            <p:cNvSpPr/>
            <p:nvPr/>
          </p:nvSpPr>
          <p:spPr>
            <a:xfrm>
              <a:off x="1747519" y="5309870"/>
              <a:ext cx="2540" cy="245110"/>
            </a:xfrm>
            <a:custGeom>
              <a:avLst/>
              <a:gdLst/>
              <a:ahLst/>
              <a:cxnLst/>
              <a:rect l="l" t="t" r="r" b="b"/>
              <a:pathLst>
                <a:path w="2539" h="245110">
                  <a:moveTo>
                    <a:pt x="2540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2540" y="2539"/>
                  </a:lnTo>
                  <a:lnTo>
                    <a:pt x="2540" y="0"/>
                  </a:lnTo>
                  <a:close/>
                </a:path>
                <a:path w="2539" h="245110">
                  <a:moveTo>
                    <a:pt x="254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2540" y="6349"/>
                  </a:lnTo>
                  <a:lnTo>
                    <a:pt x="2540" y="2539"/>
                  </a:lnTo>
                  <a:close/>
                </a:path>
                <a:path w="2539" h="245110">
                  <a:moveTo>
                    <a:pt x="254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2540" y="8889"/>
                  </a:lnTo>
                  <a:lnTo>
                    <a:pt x="2540" y="6349"/>
                  </a:lnTo>
                  <a:close/>
                </a:path>
                <a:path w="2539" h="245110">
                  <a:moveTo>
                    <a:pt x="254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2540" y="12699"/>
                  </a:lnTo>
                  <a:lnTo>
                    <a:pt x="2540" y="8889"/>
                  </a:lnTo>
                  <a:close/>
                </a:path>
                <a:path w="2539" h="245110">
                  <a:moveTo>
                    <a:pt x="254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2540" y="15239"/>
                  </a:lnTo>
                  <a:lnTo>
                    <a:pt x="2540" y="12699"/>
                  </a:lnTo>
                  <a:close/>
                </a:path>
                <a:path w="2539" h="245110">
                  <a:moveTo>
                    <a:pt x="254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2540" y="19049"/>
                  </a:lnTo>
                  <a:lnTo>
                    <a:pt x="2540" y="15239"/>
                  </a:lnTo>
                  <a:close/>
                </a:path>
                <a:path w="2539" h="245110">
                  <a:moveTo>
                    <a:pt x="2540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2540" y="21589"/>
                  </a:lnTo>
                  <a:lnTo>
                    <a:pt x="2540" y="19049"/>
                  </a:lnTo>
                  <a:close/>
                </a:path>
                <a:path w="2539" h="245110">
                  <a:moveTo>
                    <a:pt x="2540" y="21589"/>
                  </a:moveTo>
                  <a:lnTo>
                    <a:pt x="0" y="21589"/>
                  </a:lnTo>
                  <a:lnTo>
                    <a:pt x="0" y="222249"/>
                  </a:lnTo>
                  <a:lnTo>
                    <a:pt x="2540" y="222249"/>
                  </a:lnTo>
                  <a:lnTo>
                    <a:pt x="2540" y="21589"/>
                  </a:lnTo>
                  <a:close/>
                </a:path>
                <a:path w="2539" h="245110">
                  <a:moveTo>
                    <a:pt x="2540" y="222249"/>
                  </a:moveTo>
                  <a:lnTo>
                    <a:pt x="0" y="222249"/>
                  </a:lnTo>
                  <a:lnTo>
                    <a:pt x="0" y="224789"/>
                  </a:lnTo>
                  <a:lnTo>
                    <a:pt x="2540" y="224789"/>
                  </a:lnTo>
                  <a:lnTo>
                    <a:pt x="2540" y="222249"/>
                  </a:lnTo>
                  <a:close/>
                </a:path>
                <a:path w="2539" h="245110">
                  <a:moveTo>
                    <a:pt x="2540" y="224789"/>
                  </a:moveTo>
                  <a:lnTo>
                    <a:pt x="0" y="224789"/>
                  </a:lnTo>
                  <a:lnTo>
                    <a:pt x="0" y="228599"/>
                  </a:lnTo>
                  <a:lnTo>
                    <a:pt x="2540" y="228599"/>
                  </a:lnTo>
                  <a:lnTo>
                    <a:pt x="2540" y="224789"/>
                  </a:lnTo>
                  <a:close/>
                </a:path>
                <a:path w="2539" h="245110">
                  <a:moveTo>
                    <a:pt x="2540" y="228599"/>
                  </a:moveTo>
                  <a:lnTo>
                    <a:pt x="0" y="228599"/>
                  </a:lnTo>
                  <a:lnTo>
                    <a:pt x="0" y="231139"/>
                  </a:lnTo>
                  <a:lnTo>
                    <a:pt x="2540" y="231139"/>
                  </a:lnTo>
                  <a:lnTo>
                    <a:pt x="2540" y="228599"/>
                  </a:lnTo>
                  <a:close/>
                </a:path>
                <a:path w="2539" h="245110">
                  <a:moveTo>
                    <a:pt x="2540" y="231139"/>
                  </a:moveTo>
                  <a:lnTo>
                    <a:pt x="0" y="231139"/>
                  </a:lnTo>
                  <a:lnTo>
                    <a:pt x="0" y="234949"/>
                  </a:lnTo>
                  <a:lnTo>
                    <a:pt x="2540" y="234949"/>
                  </a:lnTo>
                  <a:lnTo>
                    <a:pt x="2540" y="231139"/>
                  </a:lnTo>
                  <a:close/>
                </a:path>
                <a:path w="2539" h="245110">
                  <a:moveTo>
                    <a:pt x="2540" y="234949"/>
                  </a:moveTo>
                  <a:lnTo>
                    <a:pt x="0" y="234949"/>
                  </a:lnTo>
                  <a:lnTo>
                    <a:pt x="0" y="237489"/>
                  </a:lnTo>
                  <a:lnTo>
                    <a:pt x="2540" y="237489"/>
                  </a:lnTo>
                  <a:lnTo>
                    <a:pt x="2540" y="234949"/>
                  </a:lnTo>
                  <a:close/>
                </a:path>
                <a:path w="2539" h="245110">
                  <a:moveTo>
                    <a:pt x="2540" y="237489"/>
                  </a:moveTo>
                  <a:lnTo>
                    <a:pt x="0" y="237489"/>
                  </a:lnTo>
                  <a:lnTo>
                    <a:pt x="0" y="241299"/>
                  </a:lnTo>
                  <a:lnTo>
                    <a:pt x="2540" y="241299"/>
                  </a:lnTo>
                  <a:lnTo>
                    <a:pt x="2540" y="237489"/>
                  </a:lnTo>
                  <a:close/>
                </a:path>
                <a:path w="2539" h="245110">
                  <a:moveTo>
                    <a:pt x="2540" y="241299"/>
                  </a:moveTo>
                  <a:lnTo>
                    <a:pt x="0" y="241299"/>
                  </a:lnTo>
                  <a:lnTo>
                    <a:pt x="0" y="243839"/>
                  </a:lnTo>
                  <a:lnTo>
                    <a:pt x="2540" y="243839"/>
                  </a:lnTo>
                  <a:lnTo>
                    <a:pt x="2540" y="241299"/>
                  </a:lnTo>
                  <a:close/>
                </a:path>
                <a:path w="2539" h="245110">
                  <a:moveTo>
                    <a:pt x="2540" y="243839"/>
                  </a:moveTo>
                  <a:lnTo>
                    <a:pt x="0" y="243839"/>
                  </a:lnTo>
                  <a:lnTo>
                    <a:pt x="0" y="245109"/>
                  </a:lnTo>
                  <a:lnTo>
                    <a:pt x="2540" y="245109"/>
                  </a:lnTo>
                  <a:lnTo>
                    <a:pt x="2540" y="243839"/>
                  </a:lnTo>
                  <a:close/>
                </a:path>
              </a:pathLst>
            </a:custGeom>
            <a:solidFill>
              <a:srgbClr val="96A6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9" name="object 1179"/>
            <p:cNvSpPr/>
            <p:nvPr/>
          </p:nvSpPr>
          <p:spPr>
            <a:xfrm>
              <a:off x="1750060" y="5309882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10" h="245110">
                  <a:moveTo>
                    <a:pt x="3810" y="243840"/>
                  </a:moveTo>
                  <a:lnTo>
                    <a:pt x="0" y="24384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3840"/>
                  </a:lnTo>
                  <a:close/>
                </a:path>
                <a:path w="3810" h="245110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10" h="245110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10" h="245110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10" h="245110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10" h="24511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10" h="245110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10" h="245110">
                  <a:moveTo>
                    <a:pt x="3810" y="222250"/>
                  </a:moveTo>
                  <a:lnTo>
                    <a:pt x="0" y="22225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22250"/>
                  </a:lnTo>
                  <a:close/>
                </a:path>
                <a:path w="3810" h="245110">
                  <a:moveTo>
                    <a:pt x="3810" y="21590"/>
                  </a:moveTo>
                  <a:lnTo>
                    <a:pt x="0" y="2159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1590"/>
                  </a:lnTo>
                  <a:close/>
                </a:path>
                <a:path w="3810" h="245110">
                  <a:moveTo>
                    <a:pt x="381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10" y="21577"/>
                  </a:lnTo>
                  <a:lnTo>
                    <a:pt x="3810" y="19050"/>
                  </a:lnTo>
                  <a:close/>
                </a:path>
                <a:path w="3810" h="245110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10" h="24511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10" h="24511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10" h="24511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10" h="24511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10" h="24511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0" name="object 1180"/>
            <p:cNvSpPr/>
            <p:nvPr/>
          </p:nvSpPr>
          <p:spPr>
            <a:xfrm>
              <a:off x="1753869" y="5308600"/>
              <a:ext cx="3810" cy="247650"/>
            </a:xfrm>
            <a:custGeom>
              <a:avLst/>
              <a:gdLst/>
              <a:ahLst/>
              <a:cxnLst/>
              <a:rect l="l" t="t" r="r" b="b"/>
              <a:pathLst>
                <a:path w="3810" h="247650">
                  <a:moveTo>
                    <a:pt x="3810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247650">
                  <a:moveTo>
                    <a:pt x="381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70"/>
                  </a:lnTo>
                  <a:close/>
                </a:path>
                <a:path w="3810" h="247650">
                  <a:moveTo>
                    <a:pt x="3810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3810"/>
                  </a:lnTo>
                  <a:close/>
                </a:path>
                <a:path w="3810" h="247650">
                  <a:moveTo>
                    <a:pt x="3810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7620"/>
                  </a:lnTo>
                  <a:close/>
                </a:path>
                <a:path w="3810" h="247650">
                  <a:moveTo>
                    <a:pt x="3810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10160"/>
                  </a:lnTo>
                  <a:close/>
                </a:path>
                <a:path w="3810" h="247650">
                  <a:moveTo>
                    <a:pt x="3810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3970"/>
                  </a:lnTo>
                  <a:close/>
                </a:path>
                <a:path w="3810" h="247650">
                  <a:moveTo>
                    <a:pt x="3810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6510"/>
                  </a:lnTo>
                  <a:close/>
                </a:path>
                <a:path w="3810" h="247650">
                  <a:moveTo>
                    <a:pt x="3810" y="20320"/>
                  </a:moveTo>
                  <a:lnTo>
                    <a:pt x="0" y="2032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20320"/>
                  </a:lnTo>
                  <a:close/>
                </a:path>
                <a:path w="3810" h="247650">
                  <a:moveTo>
                    <a:pt x="3810" y="22860"/>
                  </a:moveTo>
                  <a:lnTo>
                    <a:pt x="0" y="22860"/>
                  </a:lnTo>
                  <a:lnTo>
                    <a:pt x="0" y="223519"/>
                  </a:lnTo>
                  <a:lnTo>
                    <a:pt x="3810" y="223519"/>
                  </a:lnTo>
                  <a:lnTo>
                    <a:pt x="3810" y="22860"/>
                  </a:lnTo>
                  <a:close/>
                </a:path>
                <a:path w="3810" h="247650">
                  <a:moveTo>
                    <a:pt x="3810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23520"/>
                  </a:lnTo>
                  <a:close/>
                </a:path>
                <a:path w="3810" h="247650">
                  <a:moveTo>
                    <a:pt x="3810" y="226060"/>
                  </a:moveTo>
                  <a:lnTo>
                    <a:pt x="0" y="226060"/>
                  </a:lnTo>
                  <a:lnTo>
                    <a:pt x="0" y="229869"/>
                  </a:lnTo>
                  <a:lnTo>
                    <a:pt x="3810" y="229869"/>
                  </a:lnTo>
                  <a:lnTo>
                    <a:pt x="3810" y="226060"/>
                  </a:lnTo>
                  <a:close/>
                </a:path>
                <a:path w="3810" h="247650">
                  <a:moveTo>
                    <a:pt x="3810" y="229870"/>
                  </a:moveTo>
                  <a:lnTo>
                    <a:pt x="0" y="22987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9870"/>
                  </a:lnTo>
                  <a:close/>
                </a:path>
                <a:path w="3810" h="247650">
                  <a:moveTo>
                    <a:pt x="3810" y="232410"/>
                  </a:moveTo>
                  <a:lnTo>
                    <a:pt x="0" y="232410"/>
                  </a:lnTo>
                  <a:lnTo>
                    <a:pt x="0" y="236219"/>
                  </a:lnTo>
                  <a:lnTo>
                    <a:pt x="3810" y="236219"/>
                  </a:lnTo>
                  <a:lnTo>
                    <a:pt x="3810" y="232410"/>
                  </a:lnTo>
                  <a:close/>
                </a:path>
                <a:path w="3810" h="247650">
                  <a:moveTo>
                    <a:pt x="3810" y="236220"/>
                  </a:moveTo>
                  <a:lnTo>
                    <a:pt x="0" y="236220"/>
                  </a:lnTo>
                  <a:lnTo>
                    <a:pt x="0" y="238759"/>
                  </a:lnTo>
                  <a:lnTo>
                    <a:pt x="3810" y="238759"/>
                  </a:lnTo>
                  <a:lnTo>
                    <a:pt x="3810" y="236220"/>
                  </a:lnTo>
                  <a:close/>
                </a:path>
                <a:path w="3810" h="247650">
                  <a:moveTo>
                    <a:pt x="3810" y="238760"/>
                  </a:moveTo>
                  <a:lnTo>
                    <a:pt x="0" y="238760"/>
                  </a:lnTo>
                  <a:lnTo>
                    <a:pt x="0" y="242569"/>
                  </a:lnTo>
                  <a:lnTo>
                    <a:pt x="3810" y="242569"/>
                  </a:lnTo>
                  <a:lnTo>
                    <a:pt x="3810" y="238760"/>
                  </a:lnTo>
                  <a:close/>
                </a:path>
                <a:path w="3810" h="247650">
                  <a:moveTo>
                    <a:pt x="3810" y="242570"/>
                  </a:moveTo>
                  <a:lnTo>
                    <a:pt x="0" y="242570"/>
                  </a:lnTo>
                  <a:lnTo>
                    <a:pt x="0" y="245109"/>
                  </a:lnTo>
                  <a:lnTo>
                    <a:pt x="3810" y="245109"/>
                  </a:lnTo>
                  <a:lnTo>
                    <a:pt x="3810" y="242570"/>
                  </a:lnTo>
                  <a:close/>
                </a:path>
                <a:path w="3810" h="247650">
                  <a:moveTo>
                    <a:pt x="3810" y="245110"/>
                  </a:moveTo>
                  <a:lnTo>
                    <a:pt x="0" y="245110"/>
                  </a:lnTo>
                  <a:lnTo>
                    <a:pt x="0" y="246380"/>
                  </a:lnTo>
                  <a:lnTo>
                    <a:pt x="1269" y="246380"/>
                  </a:lnTo>
                  <a:lnTo>
                    <a:pt x="1269" y="247650"/>
                  </a:lnTo>
                  <a:lnTo>
                    <a:pt x="3810" y="247650"/>
                  </a:lnTo>
                  <a:lnTo>
                    <a:pt x="3810" y="245110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1" name="object 1181"/>
            <p:cNvSpPr/>
            <p:nvPr/>
          </p:nvSpPr>
          <p:spPr>
            <a:xfrm>
              <a:off x="1757680" y="5308600"/>
              <a:ext cx="3810" cy="247650"/>
            </a:xfrm>
            <a:custGeom>
              <a:avLst/>
              <a:gdLst/>
              <a:ahLst/>
              <a:cxnLst/>
              <a:rect l="l" t="t" r="r" b="b"/>
              <a:pathLst>
                <a:path w="3810" h="247650">
                  <a:moveTo>
                    <a:pt x="3810" y="245122"/>
                  </a:moveTo>
                  <a:lnTo>
                    <a:pt x="0" y="24512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5122"/>
                  </a:lnTo>
                  <a:close/>
                </a:path>
                <a:path w="3810" h="247650">
                  <a:moveTo>
                    <a:pt x="3810" y="242582"/>
                  </a:moveTo>
                  <a:lnTo>
                    <a:pt x="0" y="24258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2582"/>
                  </a:lnTo>
                  <a:close/>
                </a:path>
                <a:path w="3810" h="247650">
                  <a:moveTo>
                    <a:pt x="3810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8772"/>
                  </a:lnTo>
                  <a:close/>
                </a:path>
                <a:path w="3810" h="247650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10" h="247650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10" h="247650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10" h="247650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10" h="247650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10" h="247650">
                  <a:moveTo>
                    <a:pt x="3810" y="22872"/>
                  </a:moveTo>
                  <a:lnTo>
                    <a:pt x="0" y="2287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872"/>
                  </a:lnTo>
                  <a:close/>
                </a:path>
                <a:path w="3810" h="247650">
                  <a:moveTo>
                    <a:pt x="3810" y="20332"/>
                  </a:moveTo>
                  <a:lnTo>
                    <a:pt x="0" y="2033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20332"/>
                  </a:lnTo>
                  <a:close/>
                </a:path>
                <a:path w="3810" h="247650">
                  <a:moveTo>
                    <a:pt x="3810" y="16522"/>
                  </a:moveTo>
                  <a:lnTo>
                    <a:pt x="0" y="1652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6522"/>
                  </a:lnTo>
                  <a:close/>
                </a:path>
                <a:path w="3810" h="247650">
                  <a:moveTo>
                    <a:pt x="3810" y="13982"/>
                  </a:moveTo>
                  <a:lnTo>
                    <a:pt x="0" y="1398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82"/>
                  </a:lnTo>
                  <a:close/>
                </a:path>
                <a:path w="3810" h="247650">
                  <a:moveTo>
                    <a:pt x="381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0172"/>
                  </a:lnTo>
                  <a:close/>
                </a:path>
                <a:path w="3810" h="247650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10" h="247650">
                  <a:moveTo>
                    <a:pt x="381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3822"/>
                  </a:lnTo>
                  <a:close/>
                </a:path>
                <a:path w="3810" h="247650">
                  <a:moveTo>
                    <a:pt x="381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82"/>
                  </a:lnTo>
                  <a:close/>
                </a:path>
                <a:path w="3810" h="24765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E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2" name="object 1182"/>
            <p:cNvSpPr/>
            <p:nvPr/>
          </p:nvSpPr>
          <p:spPr>
            <a:xfrm>
              <a:off x="1761489" y="5308600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248920">
                  <a:moveTo>
                    <a:pt x="381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70"/>
                  </a:lnTo>
                  <a:close/>
                </a:path>
                <a:path w="3810" h="248920">
                  <a:moveTo>
                    <a:pt x="3810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3810"/>
                  </a:lnTo>
                  <a:close/>
                </a:path>
                <a:path w="3810" h="248920">
                  <a:moveTo>
                    <a:pt x="3810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7620"/>
                  </a:lnTo>
                  <a:close/>
                </a:path>
                <a:path w="3810" h="248920">
                  <a:moveTo>
                    <a:pt x="3810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10160"/>
                  </a:lnTo>
                  <a:close/>
                </a:path>
                <a:path w="3810" h="248920">
                  <a:moveTo>
                    <a:pt x="3810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3970"/>
                  </a:lnTo>
                  <a:close/>
                </a:path>
                <a:path w="3810" h="248920">
                  <a:moveTo>
                    <a:pt x="3810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6510"/>
                  </a:lnTo>
                  <a:close/>
                </a:path>
                <a:path w="3810" h="248920">
                  <a:moveTo>
                    <a:pt x="3810" y="20320"/>
                  </a:moveTo>
                  <a:lnTo>
                    <a:pt x="0" y="2032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20320"/>
                  </a:lnTo>
                  <a:close/>
                </a:path>
                <a:path w="3810" h="248920">
                  <a:moveTo>
                    <a:pt x="3810" y="22860"/>
                  </a:moveTo>
                  <a:lnTo>
                    <a:pt x="0" y="22860"/>
                  </a:lnTo>
                  <a:lnTo>
                    <a:pt x="0" y="223519"/>
                  </a:lnTo>
                  <a:lnTo>
                    <a:pt x="3810" y="223519"/>
                  </a:lnTo>
                  <a:lnTo>
                    <a:pt x="3810" y="22860"/>
                  </a:lnTo>
                  <a:close/>
                </a:path>
                <a:path w="3810" h="248920">
                  <a:moveTo>
                    <a:pt x="3810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23520"/>
                  </a:lnTo>
                  <a:close/>
                </a:path>
                <a:path w="3810" h="248920">
                  <a:moveTo>
                    <a:pt x="3810" y="226060"/>
                  </a:moveTo>
                  <a:lnTo>
                    <a:pt x="0" y="226060"/>
                  </a:lnTo>
                  <a:lnTo>
                    <a:pt x="0" y="229869"/>
                  </a:lnTo>
                  <a:lnTo>
                    <a:pt x="3810" y="229869"/>
                  </a:lnTo>
                  <a:lnTo>
                    <a:pt x="3810" y="226060"/>
                  </a:lnTo>
                  <a:close/>
                </a:path>
                <a:path w="3810" h="248920">
                  <a:moveTo>
                    <a:pt x="3810" y="229870"/>
                  </a:moveTo>
                  <a:lnTo>
                    <a:pt x="0" y="22987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9870"/>
                  </a:lnTo>
                  <a:close/>
                </a:path>
                <a:path w="3810" h="248920">
                  <a:moveTo>
                    <a:pt x="3810" y="232410"/>
                  </a:moveTo>
                  <a:lnTo>
                    <a:pt x="0" y="232410"/>
                  </a:lnTo>
                  <a:lnTo>
                    <a:pt x="0" y="236219"/>
                  </a:lnTo>
                  <a:lnTo>
                    <a:pt x="3810" y="236219"/>
                  </a:lnTo>
                  <a:lnTo>
                    <a:pt x="3810" y="232410"/>
                  </a:lnTo>
                  <a:close/>
                </a:path>
                <a:path w="3810" h="248920">
                  <a:moveTo>
                    <a:pt x="3810" y="236220"/>
                  </a:moveTo>
                  <a:lnTo>
                    <a:pt x="0" y="236220"/>
                  </a:lnTo>
                  <a:lnTo>
                    <a:pt x="0" y="238759"/>
                  </a:lnTo>
                  <a:lnTo>
                    <a:pt x="3810" y="238759"/>
                  </a:lnTo>
                  <a:lnTo>
                    <a:pt x="3810" y="236220"/>
                  </a:lnTo>
                  <a:close/>
                </a:path>
                <a:path w="3810" h="248920">
                  <a:moveTo>
                    <a:pt x="3810" y="238760"/>
                  </a:moveTo>
                  <a:lnTo>
                    <a:pt x="0" y="238760"/>
                  </a:lnTo>
                  <a:lnTo>
                    <a:pt x="0" y="242569"/>
                  </a:lnTo>
                  <a:lnTo>
                    <a:pt x="3810" y="242569"/>
                  </a:lnTo>
                  <a:lnTo>
                    <a:pt x="3810" y="238760"/>
                  </a:lnTo>
                  <a:close/>
                </a:path>
                <a:path w="3810" h="248920">
                  <a:moveTo>
                    <a:pt x="3810" y="242570"/>
                  </a:moveTo>
                  <a:lnTo>
                    <a:pt x="0" y="242570"/>
                  </a:lnTo>
                  <a:lnTo>
                    <a:pt x="0" y="245109"/>
                  </a:lnTo>
                  <a:lnTo>
                    <a:pt x="3810" y="245109"/>
                  </a:lnTo>
                  <a:lnTo>
                    <a:pt x="3810" y="242570"/>
                  </a:lnTo>
                  <a:close/>
                </a:path>
                <a:path w="3810" h="248920">
                  <a:moveTo>
                    <a:pt x="3810" y="245110"/>
                  </a:moveTo>
                  <a:lnTo>
                    <a:pt x="0" y="245110"/>
                  </a:lnTo>
                  <a:lnTo>
                    <a:pt x="0" y="247650"/>
                  </a:lnTo>
                  <a:lnTo>
                    <a:pt x="1270" y="247650"/>
                  </a:lnTo>
                  <a:lnTo>
                    <a:pt x="1270" y="248919"/>
                  </a:lnTo>
                  <a:lnTo>
                    <a:pt x="3810" y="248919"/>
                  </a:lnTo>
                  <a:lnTo>
                    <a:pt x="3810" y="245110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3" name="object 1183"/>
            <p:cNvSpPr/>
            <p:nvPr/>
          </p:nvSpPr>
          <p:spPr>
            <a:xfrm>
              <a:off x="1765300" y="5308600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5122"/>
                  </a:moveTo>
                  <a:lnTo>
                    <a:pt x="0" y="24512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5122"/>
                  </a:lnTo>
                  <a:close/>
                </a:path>
                <a:path w="3810" h="248920">
                  <a:moveTo>
                    <a:pt x="3810" y="242582"/>
                  </a:moveTo>
                  <a:lnTo>
                    <a:pt x="0" y="24258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2582"/>
                  </a:lnTo>
                  <a:close/>
                </a:path>
                <a:path w="3810" h="248920">
                  <a:moveTo>
                    <a:pt x="3810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8772"/>
                  </a:lnTo>
                  <a:close/>
                </a:path>
                <a:path w="3810" h="248920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10" h="248920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10" h="248920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10" h="248920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10" h="248920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10" h="248920">
                  <a:moveTo>
                    <a:pt x="3810" y="22872"/>
                  </a:moveTo>
                  <a:lnTo>
                    <a:pt x="0" y="2287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872"/>
                  </a:lnTo>
                  <a:close/>
                </a:path>
                <a:path w="3810" h="248920">
                  <a:moveTo>
                    <a:pt x="3810" y="20332"/>
                  </a:moveTo>
                  <a:lnTo>
                    <a:pt x="0" y="2033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20332"/>
                  </a:lnTo>
                  <a:close/>
                </a:path>
                <a:path w="3810" h="248920">
                  <a:moveTo>
                    <a:pt x="3810" y="16522"/>
                  </a:moveTo>
                  <a:lnTo>
                    <a:pt x="0" y="1652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6522"/>
                  </a:lnTo>
                  <a:close/>
                </a:path>
                <a:path w="3810" h="248920">
                  <a:moveTo>
                    <a:pt x="3810" y="13982"/>
                  </a:moveTo>
                  <a:lnTo>
                    <a:pt x="0" y="1398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82"/>
                  </a:lnTo>
                  <a:close/>
                </a:path>
                <a:path w="3810" h="248920">
                  <a:moveTo>
                    <a:pt x="381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0172"/>
                  </a:lnTo>
                  <a:close/>
                </a:path>
                <a:path w="3810" h="248920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10" h="248920">
                  <a:moveTo>
                    <a:pt x="381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3822"/>
                  </a:lnTo>
                  <a:close/>
                </a:path>
                <a:path w="3810" h="248920">
                  <a:moveTo>
                    <a:pt x="381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82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4" name="object 1184"/>
            <p:cNvSpPr/>
            <p:nvPr/>
          </p:nvSpPr>
          <p:spPr>
            <a:xfrm>
              <a:off x="1769110" y="5308600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5122"/>
                  </a:moveTo>
                  <a:lnTo>
                    <a:pt x="0" y="24512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5122"/>
                  </a:lnTo>
                  <a:close/>
                </a:path>
                <a:path w="3810" h="248920">
                  <a:moveTo>
                    <a:pt x="3810" y="242582"/>
                  </a:moveTo>
                  <a:lnTo>
                    <a:pt x="0" y="24258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2582"/>
                  </a:lnTo>
                  <a:close/>
                </a:path>
                <a:path w="3810" h="248920">
                  <a:moveTo>
                    <a:pt x="3810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8772"/>
                  </a:lnTo>
                  <a:close/>
                </a:path>
                <a:path w="3810" h="248920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10" h="248920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10" h="248920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10" h="248920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10" h="248920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10" h="248920">
                  <a:moveTo>
                    <a:pt x="3810" y="22872"/>
                  </a:moveTo>
                  <a:lnTo>
                    <a:pt x="0" y="2287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872"/>
                  </a:lnTo>
                  <a:close/>
                </a:path>
                <a:path w="3810" h="248920">
                  <a:moveTo>
                    <a:pt x="3810" y="20332"/>
                  </a:moveTo>
                  <a:lnTo>
                    <a:pt x="0" y="2033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20332"/>
                  </a:lnTo>
                  <a:close/>
                </a:path>
                <a:path w="3810" h="248920">
                  <a:moveTo>
                    <a:pt x="3810" y="16522"/>
                  </a:moveTo>
                  <a:lnTo>
                    <a:pt x="0" y="1652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6522"/>
                  </a:lnTo>
                  <a:close/>
                </a:path>
                <a:path w="3810" h="248920">
                  <a:moveTo>
                    <a:pt x="3810" y="13982"/>
                  </a:moveTo>
                  <a:lnTo>
                    <a:pt x="0" y="1398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82"/>
                  </a:lnTo>
                  <a:close/>
                </a:path>
                <a:path w="3810" h="248920">
                  <a:moveTo>
                    <a:pt x="381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0172"/>
                  </a:lnTo>
                  <a:close/>
                </a:path>
                <a:path w="3810" h="248920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10" h="248920">
                  <a:moveTo>
                    <a:pt x="381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3822"/>
                  </a:lnTo>
                  <a:close/>
                </a:path>
                <a:path w="3810" h="248920">
                  <a:moveTo>
                    <a:pt x="381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82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799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5" name="object 1185"/>
            <p:cNvSpPr/>
            <p:nvPr/>
          </p:nvSpPr>
          <p:spPr>
            <a:xfrm>
              <a:off x="1772919" y="5307330"/>
              <a:ext cx="3810" cy="250190"/>
            </a:xfrm>
            <a:custGeom>
              <a:avLst/>
              <a:gdLst/>
              <a:ahLst/>
              <a:cxnLst/>
              <a:rect l="l" t="t" r="r" b="b"/>
              <a:pathLst>
                <a:path w="3810" h="250189">
                  <a:moveTo>
                    <a:pt x="3810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  <a:path w="3810" h="250189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250189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10" h="250189">
                  <a:moveTo>
                    <a:pt x="381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890"/>
                  </a:lnTo>
                  <a:close/>
                </a:path>
                <a:path w="3810" h="250189">
                  <a:moveTo>
                    <a:pt x="381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30"/>
                  </a:lnTo>
                  <a:close/>
                </a:path>
                <a:path w="3810" h="250189">
                  <a:moveTo>
                    <a:pt x="381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40"/>
                  </a:lnTo>
                  <a:close/>
                </a:path>
                <a:path w="3810" h="250189">
                  <a:moveTo>
                    <a:pt x="3810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80"/>
                  </a:lnTo>
                  <a:close/>
                </a:path>
                <a:path w="3810" h="250189">
                  <a:moveTo>
                    <a:pt x="3810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1590"/>
                  </a:lnTo>
                  <a:close/>
                </a:path>
                <a:path w="3810" h="250189">
                  <a:moveTo>
                    <a:pt x="3810" y="24130"/>
                  </a:moveTo>
                  <a:lnTo>
                    <a:pt x="0" y="24130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4130"/>
                  </a:lnTo>
                  <a:close/>
                </a:path>
                <a:path w="3810" h="250189">
                  <a:moveTo>
                    <a:pt x="3810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790"/>
                  </a:lnTo>
                  <a:close/>
                </a:path>
                <a:path w="3810" h="250189">
                  <a:moveTo>
                    <a:pt x="3810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30"/>
                  </a:lnTo>
                  <a:close/>
                </a:path>
                <a:path w="3810" h="250189">
                  <a:moveTo>
                    <a:pt x="3810" y="231140"/>
                  </a:moveTo>
                  <a:lnTo>
                    <a:pt x="0" y="231140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40"/>
                  </a:lnTo>
                  <a:close/>
                </a:path>
                <a:path w="3810" h="250189">
                  <a:moveTo>
                    <a:pt x="3810" y="233680"/>
                  </a:moveTo>
                  <a:lnTo>
                    <a:pt x="0" y="233680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80"/>
                  </a:lnTo>
                  <a:close/>
                </a:path>
                <a:path w="3810" h="250189">
                  <a:moveTo>
                    <a:pt x="3810" y="237490"/>
                  </a:moveTo>
                  <a:lnTo>
                    <a:pt x="0" y="237490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490"/>
                  </a:lnTo>
                  <a:close/>
                </a:path>
                <a:path w="3810" h="250189">
                  <a:moveTo>
                    <a:pt x="3810" y="240030"/>
                  </a:moveTo>
                  <a:lnTo>
                    <a:pt x="0" y="240030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30"/>
                  </a:lnTo>
                  <a:close/>
                </a:path>
                <a:path w="3810" h="250189">
                  <a:moveTo>
                    <a:pt x="3810" y="243840"/>
                  </a:moveTo>
                  <a:lnTo>
                    <a:pt x="0" y="243840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3840"/>
                  </a:lnTo>
                  <a:close/>
                </a:path>
                <a:path w="3810" h="250189">
                  <a:moveTo>
                    <a:pt x="3810" y="246380"/>
                  </a:moveTo>
                  <a:lnTo>
                    <a:pt x="0" y="246380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6380"/>
                  </a:lnTo>
                  <a:close/>
                </a:path>
              </a:pathLst>
            </a:custGeom>
            <a:solidFill>
              <a:srgbClr val="8496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6" name="object 1186"/>
            <p:cNvSpPr/>
            <p:nvPr/>
          </p:nvSpPr>
          <p:spPr>
            <a:xfrm>
              <a:off x="1776730" y="5307330"/>
              <a:ext cx="2540" cy="250190"/>
            </a:xfrm>
            <a:custGeom>
              <a:avLst/>
              <a:gdLst/>
              <a:ahLst/>
              <a:cxnLst/>
              <a:rect l="l" t="t" r="r" b="b"/>
              <a:pathLst>
                <a:path w="2539" h="250189">
                  <a:moveTo>
                    <a:pt x="2540" y="246392"/>
                  </a:moveTo>
                  <a:lnTo>
                    <a:pt x="0" y="246392"/>
                  </a:lnTo>
                  <a:lnTo>
                    <a:pt x="0" y="250190"/>
                  </a:lnTo>
                  <a:lnTo>
                    <a:pt x="2540" y="250190"/>
                  </a:lnTo>
                  <a:lnTo>
                    <a:pt x="2540" y="246392"/>
                  </a:lnTo>
                  <a:close/>
                </a:path>
                <a:path w="2539" h="250189">
                  <a:moveTo>
                    <a:pt x="254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2540" y="246380"/>
                  </a:lnTo>
                  <a:lnTo>
                    <a:pt x="2540" y="243852"/>
                  </a:lnTo>
                  <a:close/>
                </a:path>
                <a:path w="2539" h="250189">
                  <a:moveTo>
                    <a:pt x="254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2540" y="243840"/>
                  </a:lnTo>
                  <a:lnTo>
                    <a:pt x="2540" y="240042"/>
                  </a:lnTo>
                  <a:close/>
                </a:path>
                <a:path w="2539" h="250189">
                  <a:moveTo>
                    <a:pt x="254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2540" y="240030"/>
                  </a:lnTo>
                  <a:lnTo>
                    <a:pt x="2540" y="237502"/>
                  </a:lnTo>
                  <a:close/>
                </a:path>
                <a:path w="2539" h="250189">
                  <a:moveTo>
                    <a:pt x="254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2540" y="237490"/>
                  </a:lnTo>
                  <a:lnTo>
                    <a:pt x="2540" y="233692"/>
                  </a:lnTo>
                  <a:close/>
                </a:path>
                <a:path w="2539" h="250189">
                  <a:moveTo>
                    <a:pt x="254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2540" y="233680"/>
                  </a:lnTo>
                  <a:lnTo>
                    <a:pt x="2540" y="231152"/>
                  </a:lnTo>
                  <a:close/>
                </a:path>
                <a:path w="2539" h="250189">
                  <a:moveTo>
                    <a:pt x="254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2540" y="231140"/>
                  </a:lnTo>
                  <a:lnTo>
                    <a:pt x="2540" y="227342"/>
                  </a:lnTo>
                  <a:close/>
                </a:path>
                <a:path w="2539" h="250189">
                  <a:moveTo>
                    <a:pt x="254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2540" y="227330"/>
                  </a:lnTo>
                  <a:lnTo>
                    <a:pt x="2540" y="224802"/>
                  </a:lnTo>
                  <a:close/>
                </a:path>
                <a:path w="2539" h="250189">
                  <a:moveTo>
                    <a:pt x="2540" y="24142"/>
                  </a:moveTo>
                  <a:lnTo>
                    <a:pt x="0" y="24142"/>
                  </a:lnTo>
                  <a:lnTo>
                    <a:pt x="0" y="224790"/>
                  </a:lnTo>
                  <a:lnTo>
                    <a:pt x="2540" y="224790"/>
                  </a:lnTo>
                  <a:lnTo>
                    <a:pt x="2540" y="24142"/>
                  </a:lnTo>
                  <a:close/>
                </a:path>
                <a:path w="2539" h="250189">
                  <a:moveTo>
                    <a:pt x="2540" y="21602"/>
                  </a:moveTo>
                  <a:lnTo>
                    <a:pt x="0" y="21602"/>
                  </a:lnTo>
                  <a:lnTo>
                    <a:pt x="0" y="24130"/>
                  </a:lnTo>
                  <a:lnTo>
                    <a:pt x="2540" y="24130"/>
                  </a:lnTo>
                  <a:lnTo>
                    <a:pt x="2540" y="21602"/>
                  </a:lnTo>
                  <a:close/>
                </a:path>
                <a:path w="2539" h="250189">
                  <a:moveTo>
                    <a:pt x="254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2540" y="21590"/>
                  </a:lnTo>
                  <a:lnTo>
                    <a:pt x="2540" y="17792"/>
                  </a:lnTo>
                  <a:close/>
                </a:path>
                <a:path w="2539" h="250189">
                  <a:moveTo>
                    <a:pt x="254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2540" y="17780"/>
                  </a:lnTo>
                  <a:lnTo>
                    <a:pt x="2540" y="15252"/>
                  </a:lnTo>
                  <a:close/>
                </a:path>
                <a:path w="2539" h="250189">
                  <a:moveTo>
                    <a:pt x="254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2540" y="15240"/>
                  </a:lnTo>
                  <a:lnTo>
                    <a:pt x="2540" y="11442"/>
                  </a:lnTo>
                  <a:close/>
                </a:path>
                <a:path w="2539" h="250189">
                  <a:moveTo>
                    <a:pt x="254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8902"/>
                  </a:lnTo>
                  <a:close/>
                </a:path>
                <a:path w="2539" h="250189">
                  <a:moveTo>
                    <a:pt x="254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2540" y="8890"/>
                  </a:lnTo>
                  <a:lnTo>
                    <a:pt x="2540" y="5092"/>
                  </a:lnTo>
                  <a:close/>
                </a:path>
                <a:path w="2539" h="250189">
                  <a:moveTo>
                    <a:pt x="254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2552"/>
                  </a:lnTo>
                  <a:close/>
                </a:path>
                <a:path w="2539" h="250189">
                  <a:moveTo>
                    <a:pt x="254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540" y="254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819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7" name="object 1187"/>
            <p:cNvSpPr/>
            <p:nvPr/>
          </p:nvSpPr>
          <p:spPr>
            <a:xfrm>
              <a:off x="1779269" y="53060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0" y="1269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0"/>
                  </a:lnTo>
                  <a:close/>
                </a:path>
                <a:path w="3810" h="252729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6509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22859"/>
                  </a:lnTo>
                  <a:close/>
                </a:path>
                <a:path w="3810" h="252729">
                  <a:moveTo>
                    <a:pt x="3810" y="25400"/>
                  </a:moveTo>
                  <a:lnTo>
                    <a:pt x="0" y="2540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5400"/>
                  </a:lnTo>
                  <a:close/>
                </a:path>
                <a:path w="3810" h="252729">
                  <a:moveTo>
                    <a:pt x="3810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6059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3810" y="234949"/>
                  </a:lnTo>
                  <a:lnTo>
                    <a:pt x="3810" y="232409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3810" y="238759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8759"/>
                  </a:moveTo>
                  <a:lnTo>
                    <a:pt x="0" y="238759"/>
                  </a:lnTo>
                  <a:lnTo>
                    <a:pt x="0" y="241299"/>
                  </a:lnTo>
                  <a:lnTo>
                    <a:pt x="3810" y="241299"/>
                  </a:lnTo>
                  <a:lnTo>
                    <a:pt x="3810" y="238759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109"/>
                  </a:lnTo>
                  <a:lnTo>
                    <a:pt x="3810" y="245109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45109"/>
                  </a:moveTo>
                  <a:lnTo>
                    <a:pt x="0" y="245109"/>
                  </a:lnTo>
                  <a:lnTo>
                    <a:pt x="0" y="247649"/>
                  </a:lnTo>
                  <a:lnTo>
                    <a:pt x="3810" y="247649"/>
                  </a:lnTo>
                  <a:lnTo>
                    <a:pt x="3810" y="245109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59"/>
                  </a:lnTo>
                  <a:lnTo>
                    <a:pt x="3810" y="251459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51459"/>
                  </a:moveTo>
                  <a:lnTo>
                    <a:pt x="2540" y="251459"/>
                  </a:lnTo>
                  <a:lnTo>
                    <a:pt x="2540" y="252729"/>
                  </a:lnTo>
                  <a:lnTo>
                    <a:pt x="3810" y="252729"/>
                  </a:lnTo>
                  <a:lnTo>
                    <a:pt x="3810" y="251459"/>
                  </a:lnTo>
                  <a:close/>
                </a:path>
              </a:pathLst>
            </a:custGeom>
            <a:solidFill>
              <a:srgbClr val="7F92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8" name="object 1188"/>
            <p:cNvSpPr/>
            <p:nvPr/>
          </p:nvSpPr>
          <p:spPr>
            <a:xfrm>
              <a:off x="1783080" y="53060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5400"/>
                  </a:moveTo>
                  <a:lnTo>
                    <a:pt x="0" y="2540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540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9" name="object 1189"/>
            <p:cNvSpPr/>
            <p:nvPr/>
          </p:nvSpPr>
          <p:spPr>
            <a:xfrm>
              <a:off x="1786890" y="53060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5400"/>
                  </a:moveTo>
                  <a:lnTo>
                    <a:pt x="0" y="2540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540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9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0" name="object 1190"/>
            <p:cNvSpPr/>
            <p:nvPr/>
          </p:nvSpPr>
          <p:spPr>
            <a:xfrm>
              <a:off x="1790700" y="53060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5400"/>
                  </a:moveTo>
                  <a:lnTo>
                    <a:pt x="0" y="2540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540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1" name="object 1191"/>
            <p:cNvSpPr/>
            <p:nvPr/>
          </p:nvSpPr>
          <p:spPr>
            <a:xfrm>
              <a:off x="1794510" y="53060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5400"/>
                  </a:moveTo>
                  <a:lnTo>
                    <a:pt x="0" y="2540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540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2" name="object 1192"/>
            <p:cNvSpPr/>
            <p:nvPr/>
          </p:nvSpPr>
          <p:spPr>
            <a:xfrm>
              <a:off x="1798320" y="5306072"/>
              <a:ext cx="2540" cy="252729"/>
            </a:xfrm>
            <a:custGeom>
              <a:avLst/>
              <a:gdLst/>
              <a:ahLst/>
              <a:cxnLst/>
              <a:rect l="l" t="t" r="r" b="b"/>
              <a:pathLst>
                <a:path w="2539" h="252729">
                  <a:moveTo>
                    <a:pt x="254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2540" y="252717"/>
                  </a:lnTo>
                  <a:lnTo>
                    <a:pt x="2540" y="251460"/>
                  </a:lnTo>
                  <a:close/>
                </a:path>
                <a:path w="2539" h="252729">
                  <a:moveTo>
                    <a:pt x="254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2540" y="251447"/>
                  </a:lnTo>
                  <a:lnTo>
                    <a:pt x="2540" y="247650"/>
                  </a:lnTo>
                  <a:close/>
                </a:path>
                <a:path w="2539" h="252729">
                  <a:moveTo>
                    <a:pt x="254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2540" y="247637"/>
                  </a:lnTo>
                  <a:lnTo>
                    <a:pt x="2540" y="245110"/>
                  </a:lnTo>
                  <a:close/>
                </a:path>
                <a:path w="2539" h="252729">
                  <a:moveTo>
                    <a:pt x="254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2540" y="245097"/>
                  </a:lnTo>
                  <a:lnTo>
                    <a:pt x="2540" y="241300"/>
                  </a:lnTo>
                  <a:close/>
                </a:path>
                <a:path w="2539" h="252729">
                  <a:moveTo>
                    <a:pt x="254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2540" y="241287"/>
                  </a:lnTo>
                  <a:lnTo>
                    <a:pt x="2540" y="238760"/>
                  </a:lnTo>
                  <a:close/>
                </a:path>
                <a:path w="2539" h="252729">
                  <a:moveTo>
                    <a:pt x="254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2540" y="238747"/>
                  </a:lnTo>
                  <a:lnTo>
                    <a:pt x="2540" y="234950"/>
                  </a:lnTo>
                  <a:close/>
                </a:path>
                <a:path w="2539" h="252729">
                  <a:moveTo>
                    <a:pt x="254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2540" y="234937"/>
                  </a:lnTo>
                  <a:lnTo>
                    <a:pt x="2540" y="232410"/>
                  </a:lnTo>
                  <a:close/>
                </a:path>
                <a:path w="2539" h="252729">
                  <a:moveTo>
                    <a:pt x="254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2540" y="232397"/>
                  </a:lnTo>
                  <a:lnTo>
                    <a:pt x="2540" y="228600"/>
                  </a:lnTo>
                  <a:close/>
                </a:path>
                <a:path w="2539" h="252729">
                  <a:moveTo>
                    <a:pt x="254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2540" y="228587"/>
                  </a:lnTo>
                  <a:lnTo>
                    <a:pt x="2540" y="226060"/>
                  </a:lnTo>
                  <a:close/>
                </a:path>
                <a:path w="2539" h="252729">
                  <a:moveTo>
                    <a:pt x="2540" y="25400"/>
                  </a:moveTo>
                  <a:lnTo>
                    <a:pt x="0" y="25400"/>
                  </a:lnTo>
                  <a:lnTo>
                    <a:pt x="0" y="226047"/>
                  </a:lnTo>
                  <a:lnTo>
                    <a:pt x="2540" y="226047"/>
                  </a:lnTo>
                  <a:lnTo>
                    <a:pt x="2540" y="25400"/>
                  </a:lnTo>
                  <a:close/>
                </a:path>
                <a:path w="2539" h="252729">
                  <a:moveTo>
                    <a:pt x="254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2540" y="25387"/>
                  </a:lnTo>
                  <a:lnTo>
                    <a:pt x="2540" y="22860"/>
                  </a:lnTo>
                  <a:close/>
                </a:path>
                <a:path w="2539" h="252729">
                  <a:moveTo>
                    <a:pt x="254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2540" y="22847"/>
                  </a:lnTo>
                  <a:lnTo>
                    <a:pt x="2540" y="19050"/>
                  </a:lnTo>
                  <a:close/>
                </a:path>
                <a:path w="2539" h="252729">
                  <a:moveTo>
                    <a:pt x="254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2540" y="19037"/>
                  </a:lnTo>
                  <a:lnTo>
                    <a:pt x="2540" y="16510"/>
                  </a:lnTo>
                  <a:close/>
                </a:path>
                <a:path w="2539" h="252729">
                  <a:moveTo>
                    <a:pt x="254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2540" y="16497"/>
                  </a:lnTo>
                  <a:lnTo>
                    <a:pt x="2540" y="12700"/>
                  </a:lnTo>
                  <a:close/>
                </a:path>
                <a:path w="2539" h="252729">
                  <a:moveTo>
                    <a:pt x="254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10160"/>
                  </a:lnTo>
                  <a:close/>
                </a:path>
                <a:path w="2539" h="252729">
                  <a:moveTo>
                    <a:pt x="254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2540" y="10147"/>
                  </a:lnTo>
                  <a:lnTo>
                    <a:pt x="2540" y="6350"/>
                  </a:lnTo>
                  <a:close/>
                </a:path>
                <a:path w="2539" h="252729">
                  <a:moveTo>
                    <a:pt x="254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3810"/>
                  </a:lnTo>
                  <a:close/>
                </a:path>
                <a:path w="2539" h="252729">
                  <a:moveTo>
                    <a:pt x="254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2540" y="379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71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3" name="object 1193"/>
            <p:cNvSpPr/>
            <p:nvPr/>
          </p:nvSpPr>
          <p:spPr>
            <a:xfrm>
              <a:off x="1800860" y="53060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5400"/>
                  </a:moveTo>
                  <a:lnTo>
                    <a:pt x="0" y="2540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540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F84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4" name="object 1194"/>
            <p:cNvSpPr/>
            <p:nvPr/>
          </p:nvSpPr>
          <p:spPr>
            <a:xfrm>
              <a:off x="1804670" y="53060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5400"/>
                  </a:moveTo>
                  <a:lnTo>
                    <a:pt x="0" y="2540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540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C82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5" name="object 1195"/>
            <p:cNvSpPr/>
            <p:nvPr/>
          </p:nvSpPr>
          <p:spPr>
            <a:xfrm>
              <a:off x="1808480" y="53060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5400"/>
                  </a:moveTo>
                  <a:lnTo>
                    <a:pt x="0" y="2540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540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980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6" name="object 1196"/>
            <p:cNvSpPr/>
            <p:nvPr/>
          </p:nvSpPr>
          <p:spPr>
            <a:xfrm>
              <a:off x="1812290" y="53060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5400"/>
                  </a:moveTo>
                  <a:lnTo>
                    <a:pt x="0" y="2540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540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77E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7" name="object 1197"/>
            <p:cNvSpPr/>
            <p:nvPr/>
          </p:nvSpPr>
          <p:spPr>
            <a:xfrm>
              <a:off x="1816100" y="53060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5400"/>
                  </a:moveTo>
                  <a:lnTo>
                    <a:pt x="0" y="2540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540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A80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8" name="object 1198"/>
            <p:cNvSpPr/>
            <p:nvPr/>
          </p:nvSpPr>
          <p:spPr>
            <a:xfrm>
              <a:off x="1819910" y="53060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5400"/>
                  </a:moveTo>
                  <a:lnTo>
                    <a:pt x="0" y="2540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540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C82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9" name="object 1199"/>
            <p:cNvSpPr/>
            <p:nvPr/>
          </p:nvSpPr>
          <p:spPr>
            <a:xfrm>
              <a:off x="1823720" y="53060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5400"/>
                  </a:moveTo>
                  <a:lnTo>
                    <a:pt x="0" y="2540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540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F84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0" name="object 1200"/>
            <p:cNvSpPr/>
            <p:nvPr/>
          </p:nvSpPr>
          <p:spPr>
            <a:xfrm>
              <a:off x="1827530" y="5306072"/>
              <a:ext cx="2540" cy="252729"/>
            </a:xfrm>
            <a:custGeom>
              <a:avLst/>
              <a:gdLst/>
              <a:ahLst/>
              <a:cxnLst/>
              <a:rect l="l" t="t" r="r" b="b"/>
              <a:pathLst>
                <a:path w="2539" h="252729">
                  <a:moveTo>
                    <a:pt x="254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2540" y="252717"/>
                  </a:lnTo>
                  <a:lnTo>
                    <a:pt x="2540" y="251460"/>
                  </a:lnTo>
                  <a:close/>
                </a:path>
                <a:path w="2539" h="252729">
                  <a:moveTo>
                    <a:pt x="254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2540" y="251447"/>
                  </a:lnTo>
                  <a:lnTo>
                    <a:pt x="2540" y="247650"/>
                  </a:lnTo>
                  <a:close/>
                </a:path>
                <a:path w="2539" h="252729">
                  <a:moveTo>
                    <a:pt x="254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2540" y="247637"/>
                  </a:lnTo>
                  <a:lnTo>
                    <a:pt x="2540" y="245110"/>
                  </a:lnTo>
                  <a:close/>
                </a:path>
                <a:path w="2539" h="252729">
                  <a:moveTo>
                    <a:pt x="254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2540" y="245097"/>
                  </a:lnTo>
                  <a:lnTo>
                    <a:pt x="2540" y="241300"/>
                  </a:lnTo>
                  <a:close/>
                </a:path>
                <a:path w="2539" h="252729">
                  <a:moveTo>
                    <a:pt x="254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2540" y="241287"/>
                  </a:lnTo>
                  <a:lnTo>
                    <a:pt x="2540" y="238760"/>
                  </a:lnTo>
                  <a:close/>
                </a:path>
                <a:path w="2539" h="252729">
                  <a:moveTo>
                    <a:pt x="254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2540" y="238747"/>
                  </a:lnTo>
                  <a:lnTo>
                    <a:pt x="2540" y="234950"/>
                  </a:lnTo>
                  <a:close/>
                </a:path>
                <a:path w="2539" h="252729">
                  <a:moveTo>
                    <a:pt x="254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2540" y="234937"/>
                  </a:lnTo>
                  <a:lnTo>
                    <a:pt x="2540" y="232410"/>
                  </a:lnTo>
                  <a:close/>
                </a:path>
                <a:path w="2539" h="252729">
                  <a:moveTo>
                    <a:pt x="254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2540" y="232397"/>
                  </a:lnTo>
                  <a:lnTo>
                    <a:pt x="2540" y="228600"/>
                  </a:lnTo>
                  <a:close/>
                </a:path>
                <a:path w="2539" h="252729">
                  <a:moveTo>
                    <a:pt x="254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2540" y="228587"/>
                  </a:lnTo>
                  <a:lnTo>
                    <a:pt x="2540" y="226060"/>
                  </a:lnTo>
                  <a:close/>
                </a:path>
                <a:path w="2539" h="252729">
                  <a:moveTo>
                    <a:pt x="2540" y="25400"/>
                  </a:moveTo>
                  <a:lnTo>
                    <a:pt x="0" y="25400"/>
                  </a:lnTo>
                  <a:lnTo>
                    <a:pt x="0" y="226047"/>
                  </a:lnTo>
                  <a:lnTo>
                    <a:pt x="2540" y="226047"/>
                  </a:lnTo>
                  <a:lnTo>
                    <a:pt x="2540" y="25400"/>
                  </a:lnTo>
                  <a:close/>
                </a:path>
                <a:path w="2539" h="252729">
                  <a:moveTo>
                    <a:pt x="254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2540" y="25387"/>
                  </a:lnTo>
                  <a:lnTo>
                    <a:pt x="2540" y="22860"/>
                  </a:lnTo>
                  <a:close/>
                </a:path>
                <a:path w="2539" h="252729">
                  <a:moveTo>
                    <a:pt x="254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2540" y="22847"/>
                  </a:lnTo>
                  <a:lnTo>
                    <a:pt x="2540" y="19050"/>
                  </a:lnTo>
                  <a:close/>
                </a:path>
                <a:path w="2539" h="252729">
                  <a:moveTo>
                    <a:pt x="254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2540" y="19037"/>
                  </a:lnTo>
                  <a:lnTo>
                    <a:pt x="2540" y="16510"/>
                  </a:lnTo>
                  <a:close/>
                </a:path>
                <a:path w="2539" h="252729">
                  <a:moveTo>
                    <a:pt x="254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2540" y="16497"/>
                  </a:lnTo>
                  <a:lnTo>
                    <a:pt x="2540" y="12700"/>
                  </a:lnTo>
                  <a:close/>
                </a:path>
                <a:path w="2539" h="252729">
                  <a:moveTo>
                    <a:pt x="254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10160"/>
                  </a:lnTo>
                  <a:close/>
                </a:path>
                <a:path w="2539" h="252729">
                  <a:moveTo>
                    <a:pt x="254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2540" y="10147"/>
                  </a:lnTo>
                  <a:lnTo>
                    <a:pt x="2540" y="6350"/>
                  </a:lnTo>
                  <a:close/>
                </a:path>
                <a:path w="2539" h="252729">
                  <a:moveTo>
                    <a:pt x="254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3810"/>
                  </a:lnTo>
                  <a:close/>
                </a:path>
                <a:path w="2539" h="252729">
                  <a:moveTo>
                    <a:pt x="254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2540" y="379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72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1" name="object 1201"/>
            <p:cNvSpPr/>
            <p:nvPr/>
          </p:nvSpPr>
          <p:spPr>
            <a:xfrm>
              <a:off x="1830070" y="53060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5400"/>
                  </a:moveTo>
                  <a:lnTo>
                    <a:pt x="0" y="2540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540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2" name="object 1202"/>
            <p:cNvSpPr/>
            <p:nvPr/>
          </p:nvSpPr>
          <p:spPr>
            <a:xfrm>
              <a:off x="1833880" y="53060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5400"/>
                  </a:moveTo>
                  <a:lnTo>
                    <a:pt x="0" y="2540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540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3" name="object 1203"/>
            <p:cNvSpPr/>
            <p:nvPr/>
          </p:nvSpPr>
          <p:spPr>
            <a:xfrm>
              <a:off x="1837689" y="53060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254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10" h="252729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6509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22859"/>
                  </a:lnTo>
                  <a:close/>
                </a:path>
                <a:path w="3810" h="252729">
                  <a:moveTo>
                    <a:pt x="3810" y="25400"/>
                  </a:moveTo>
                  <a:lnTo>
                    <a:pt x="0" y="2540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5400"/>
                  </a:lnTo>
                  <a:close/>
                </a:path>
                <a:path w="3810" h="252729">
                  <a:moveTo>
                    <a:pt x="3810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6059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3810" y="234949"/>
                  </a:lnTo>
                  <a:lnTo>
                    <a:pt x="3810" y="232409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3810" y="238759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8759"/>
                  </a:moveTo>
                  <a:lnTo>
                    <a:pt x="0" y="238759"/>
                  </a:lnTo>
                  <a:lnTo>
                    <a:pt x="0" y="241299"/>
                  </a:lnTo>
                  <a:lnTo>
                    <a:pt x="3810" y="241299"/>
                  </a:lnTo>
                  <a:lnTo>
                    <a:pt x="3810" y="238759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109"/>
                  </a:lnTo>
                  <a:lnTo>
                    <a:pt x="3810" y="245109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45109"/>
                  </a:moveTo>
                  <a:lnTo>
                    <a:pt x="0" y="245109"/>
                  </a:lnTo>
                  <a:lnTo>
                    <a:pt x="0" y="247649"/>
                  </a:lnTo>
                  <a:lnTo>
                    <a:pt x="3810" y="247649"/>
                  </a:lnTo>
                  <a:lnTo>
                    <a:pt x="3810" y="245109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59"/>
                  </a:lnTo>
                  <a:lnTo>
                    <a:pt x="3810" y="251459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2540" y="251459"/>
                  </a:moveTo>
                  <a:lnTo>
                    <a:pt x="0" y="251459"/>
                  </a:lnTo>
                  <a:lnTo>
                    <a:pt x="0" y="252729"/>
                  </a:lnTo>
                  <a:lnTo>
                    <a:pt x="2540" y="252729"/>
                  </a:lnTo>
                  <a:lnTo>
                    <a:pt x="2540" y="251459"/>
                  </a:lnTo>
                  <a:close/>
                </a:path>
              </a:pathLst>
            </a:custGeom>
            <a:solidFill>
              <a:srgbClr val="7A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4" name="object 1204"/>
            <p:cNvSpPr/>
            <p:nvPr/>
          </p:nvSpPr>
          <p:spPr>
            <a:xfrm>
              <a:off x="1841500" y="5307330"/>
              <a:ext cx="3810" cy="250190"/>
            </a:xfrm>
            <a:custGeom>
              <a:avLst/>
              <a:gdLst/>
              <a:ahLst/>
              <a:cxnLst/>
              <a:rect l="l" t="t" r="r" b="b"/>
              <a:pathLst>
                <a:path w="3810" h="250189">
                  <a:moveTo>
                    <a:pt x="3810" y="246392"/>
                  </a:moveTo>
                  <a:lnTo>
                    <a:pt x="0" y="24639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6392"/>
                  </a:lnTo>
                  <a:close/>
                </a:path>
                <a:path w="3810" h="250189">
                  <a:moveTo>
                    <a:pt x="381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3852"/>
                  </a:lnTo>
                  <a:close/>
                </a:path>
                <a:path w="3810" h="250189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10" h="250189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10" h="250189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10" h="250189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10" h="250189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50189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50189">
                  <a:moveTo>
                    <a:pt x="3810" y="24142"/>
                  </a:moveTo>
                  <a:lnTo>
                    <a:pt x="0" y="2414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4142"/>
                  </a:lnTo>
                  <a:close/>
                </a:path>
                <a:path w="3810" h="250189">
                  <a:moveTo>
                    <a:pt x="3810" y="21602"/>
                  </a:moveTo>
                  <a:lnTo>
                    <a:pt x="0" y="2160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1602"/>
                  </a:lnTo>
                  <a:close/>
                </a:path>
                <a:path w="3810" h="250189">
                  <a:moveTo>
                    <a:pt x="381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92"/>
                  </a:lnTo>
                  <a:close/>
                </a:path>
                <a:path w="3810" h="250189">
                  <a:moveTo>
                    <a:pt x="381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52"/>
                  </a:lnTo>
                  <a:close/>
                </a:path>
                <a:path w="3810" h="250189">
                  <a:moveTo>
                    <a:pt x="381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42"/>
                  </a:lnTo>
                  <a:close/>
                </a:path>
                <a:path w="3810" h="250189">
                  <a:moveTo>
                    <a:pt x="381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902"/>
                  </a:lnTo>
                  <a:close/>
                </a:path>
                <a:path w="3810" h="250189">
                  <a:moveTo>
                    <a:pt x="381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92"/>
                  </a:lnTo>
                  <a:close/>
                </a:path>
                <a:path w="3810" h="250189">
                  <a:moveTo>
                    <a:pt x="381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52"/>
                  </a:lnTo>
                  <a:close/>
                </a:path>
                <a:path w="3810" h="250189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5" name="object 1205"/>
            <p:cNvSpPr/>
            <p:nvPr/>
          </p:nvSpPr>
          <p:spPr>
            <a:xfrm>
              <a:off x="1845310" y="5307330"/>
              <a:ext cx="3810" cy="250190"/>
            </a:xfrm>
            <a:custGeom>
              <a:avLst/>
              <a:gdLst/>
              <a:ahLst/>
              <a:cxnLst/>
              <a:rect l="l" t="t" r="r" b="b"/>
              <a:pathLst>
                <a:path w="3810" h="250189">
                  <a:moveTo>
                    <a:pt x="380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09" y="2540"/>
                  </a:lnTo>
                  <a:lnTo>
                    <a:pt x="3809" y="0"/>
                  </a:lnTo>
                  <a:close/>
                </a:path>
                <a:path w="3810" h="250189">
                  <a:moveTo>
                    <a:pt x="380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2540"/>
                  </a:lnTo>
                  <a:close/>
                </a:path>
                <a:path w="3810" h="250189">
                  <a:moveTo>
                    <a:pt x="380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09" y="8890"/>
                  </a:lnTo>
                  <a:lnTo>
                    <a:pt x="3809" y="5080"/>
                  </a:lnTo>
                  <a:close/>
                </a:path>
                <a:path w="3810" h="250189">
                  <a:moveTo>
                    <a:pt x="380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8890"/>
                  </a:lnTo>
                  <a:close/>
                </a:path>
                <a:path w="3810" h="250189">
                  <a:moveTo>
                    <a:pt x="3809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09" y="15240"/>
                  </a:lnTo>
                  <a:lnTo>
                    <a:pt x="3809" y="11430"/>
                  </a:lnTo>
                  <a:close/>
                </a:path>
                <a:path w="3810" h="250189">
                  <a:moveTo>
                    <a:pt x="3809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5240"/>
                  </a:lnTo>
                  <a:close/>
                </a:path>
                <a:path w="3810" h="250189">
                  <a:moveTo>
                    <a:pt x="3809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09" y="21590"/>
                  </a:lnTo>
                  <a:lnTo>
                    <a:pt x="3809" y="17780"/>
                  </a:lnTo>
                  <a:close/>
                </a:path>
                <a:path w="3810" h="250189">
                  <a:moveTo>
                    <a:pt x="3809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3809" y="24130"/>
                  </a:lnTo>
                  <a:lnTo>
                    <a:pt x="3809" y="21590"/>
                  </a:lnTo>
                  <a:close/>
                </a:path>
                <a:path w="3810" h="250189">
                  <a:moveTo>
                    <a:pt x="3809" y="24130"/>
                  </a:moveTo>
                  <a:lnTo>
                    <a:pt x="0" y="24130"/>
                  </a:lnTo>
                  <a:lnTo>
                    <a:pt x="0" y="224790"/>
                  </a:lnTo>
                  <a:lnTo>
                    <a:pt x="3809" y="224790"/>
                  </a:lnTo>
                  <a:lnTo>
                    <a:pt x="3809" y="24130"/>
                  </a:lnTo>
                  <a:close/>
                </a:path>
                <a:path w="3810" h="250189">
                  <a:moveTo>
                    <a:pt x="3809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09" y="227330"/>
                  </a:lnTo>
                  <a:lnTo>
                    <a:pt x="3809" y="224790"/>
                  </a:lnTo>
                  <a:close/>
                </a:path>
                <a:path w="3810" h="250189">
                  <a:moveTo>
                    <a:pt x="3809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3809" y="231140"/>
                  </a:lnTo>
                  <a:lnTo>
                    <a:pt x="3809" y="227330"/>
                  </a:lnTo>
                  <a:close/>
                </a:path>
                <a:path w="3810" h="250189">
                  <a:moveTo>
                    <a:pt x="3809" y="231140"/>
                  </a:moveTo>
                  <a:lnTo>
                    <a:pt x="0" y="231140"/>
                  </a:lnTo>
                  <a:lnTo>
                    <a:pt x="0" y="233680"/>
                  </a:lnTo>
                  <a:lnTo>
                    <a:pt x="3809" y="233680"/>
                  </a:lnTo>
                  <a:lnTo>
                    <a:pt x="3809" y="231140"/>
                  </a:lnTo>
                  <a:close/>
                </a:path>
                <a:path w="3810" h="250189">
                  <a:moveTo>
                    <a:pt x="3809" y="233680"/>
                  </a:moveTo>
                  <a:lnTo>
                    <a:pt x="0" y="233680"/>
                  </a:lnTo>
                  <a:lnTo>
                    <a:pt x="0" y="237490"/>
                  </a:lnTo>
                  <a:lnTo>
                    <a:pt x="3809" y="237490"/>
                  </a:lnTo>
                  <a:lnTo>
                    <a:pt x="3809" y="233680"/>
                  </a:lnTo>
                  <a:close/>
                </a:path>
                <a:path w="3810" h="250189">
                  <a:moveTo>
                    <a:pt x="3809" y="237490"/>
                  </a:moveTo>
                  <a:lnTo>
                    <a:pt x="0" y="237490"/>
                  </a:lnTo>
                  <a:lnTo>
                    <a:pt x="0" y="240030"/>
                  </a:lnTo>
                  <a:lnTo>
                    <a:pt x="3809" y="240030"/>
                  </a:lnTo>
                  <a:lnTo>
                    <a:pt x="3809" y="237490"/>
                  </a:lnTo>
                  <a:close/>
                </a:path>
                <a:path w="3810" h="250189">
                  <a:moveTo>
                    <a:pt x="3809" y="240030"/>
                  </a:moveTo>
                  <a:lnTo>
                    <a:pt x="0" y="240030"/>
                  </a:lnTo>
                  <a:lnTo>
                    <a:pt x="0" y="243840"/>
                  </a:lnTo>
                  <a:lnTo>
                    <a:pt x="3809" y="243840"/>
                  </a:lnTo>
                  <a:lnTo>
                    <a:pt x="3809" y="240030"/>
                  </a:lnTo>
                  <a:close/>
                </a:path>
                <a:path w="3810" h="250189">
                  <a:moveTo>
                    <a:pt x="3809" y="243840"/>
                  </a:moveTo>
                  <a:lnTo>
                    <a:pt x="0" y="243840"/>
                  </a:lnTo>
                  <a:lnTo>
                    <a:pt x="0" y="246380"/>
                  </a:lnTo>
                  <a:lnTo>
                    <a:pt x="3809" y="246380"/>
                  </a:lnTo>
                  <a:lnTo>
                    <a:pt x="3809" y="243840"/>
                  </a:lnTo>
                  <a:close/>
                </a:path>
                <a:path w="3810" h="250189">
                  <a:moveTo>
                    <a:pt x="3809" y="246380"/>
                  </a:moveTo>
                  <a:lnTo>
                    <a:pt x="0" y="246380"/>
                  </a:lnTo>
                  <a:lnTo>
                    <a:pt x="0" y="250190"/>
                  </a:lnTo>
                  <a:lnTo>
                    <a:pt x="2539" y="250190"/>
                  </a:lnTo>
                  <a:lnTo>
                    <a:pt x="2539" y="248920"/>
                  </a:lnTo>
                  <a:lnTo>
                    <a:pt x="3809" y="248920"/>
                  </a:lnTo>
                  <a:lnTo>
                    <a:pt x="3809" y="246380"/>
                  </a:lnTo>
                  <a:close/>
                </a:path>
              </a:pathLst>
            </a:custGeom>
            <a:solidFill>
              <a:srgbClr val="7F9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6" name="object 1206"/>
            <p:cNvSpPr/>
            <p:nvPr/>
          </p:nvSpPr>
          <p:spPr>
            <a:xfrm>
              <a:off x="1849120" y="5307330"/>
              <a:ext cx="2540" cy="248920"/>
            </a:xfrm>
            <a:custGeom>
              <a:avLst/>
              <a:gdLst/>
              <a:ahLst/>
              <a:cxnLst/>
              <a:rect l="l" t="t" r="r" b="b"/>
              <a:pathLst>
                <a:path w="2539" h="248920">
                  <a:moveTo>
                    <a:pt x="254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2540" y="248920"/>
                  </a:lnTo>
                  <a:lnTo>
                    <a:pt x="2540" y="246392"/>
                  </a:lnTo>
                  <a:close/>
                </a:path>
                <a:path w="2539" h="248920">
                  <a:moveTo>
                    <a:pt x="254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2540" y="246380"/>
                  </a:lnTo>
                  <a:lnTo>
                    <a:pt x="2540" y="243852"/>
                  </a:lnTo>
                  <a:close/>
                </a:path>
                <a:path w="2539" h="248920">
                  <a:moveTo>
                    <a:pt x="254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2540" y="243840"/>
                  </a:lnTo>
                  <a:lnTo>
                    <a:pt x="2540" y="240042"/>
                  </a:lnTo>
                  <a:close/>
                </a:path>
                <a:path w="2539" h="248920">
                  <a:moveTo>
                    <a:pt x="254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2540" y="240030"/>
                  </a:lnTo>
                  <a:lnTo>
                    <a:pt x="2540" y="237502"/>
                  </a:lnTo>
                  <a:close/>
                </a:path>
                <a:path w="2539" h="248920">
                  <a:moveTo>
                    <a:pt x="254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2540" y="237490"/>
                  </a:lnTo>
                  <a:lnTo>
                    <a:pt x="2540" y="233692"/>
                  </a:lnTo>
                  <a:close/>
                </a:path>
                <a:path w="2539" h="248920">
                  <a:moveTo>
                    <a:pt x="254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2540" y="233680"/>
                  </a:lnTo>
                  <a:lnTo>
                    <a:pt x="2540" y="231152"/>
                  </a:lnTo>
                  <a:close/>
                </a:path>
                <a:path w="2539" h="248920">
                  <a:moveTo>
                    <a:pt x="254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2540" y="231140"/>
                  </a:lnTo>
                  <a:lnTo>
                    <a:pt x="2540" y="227342"/>
                  </a:lnTo>
                  <a:close/>
                </a:path>
                <a:path w="2539" h="248920">
                  <a:moveTo>
                    <a:pt x="254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2540" y="227330"/>
                  </a:lnTo>
                  <a:lnTo>
                    <a:pt x="2540" y="224802"/>
                  </a:lnTo>
                  <a:close/>
                </a:path>
                <a:path w="2539" h="248920">
                  <a:moveTo>
                    <a:pt x="2540" y="24142"/>
                  </a:moveTo>
                  <a:lnTo>
                    <a:pt x="0" y="24142"/>
                  </a:lnTo>
                  <a:lnTo>
                    <a:pt x="0" y="224790"/>
                  </a:lnTo>
                  <a:lnTo>
                    <a:pt x="2540" y="224790"/>
                  </a:lnTo>
                  <a:lnTo>
                    <a:pt x="2540" y="24142"/>
                  </a:lnTo>
                  <a:close/>
                </a:path>
                <a:path w="2539" h="248920">
                  <a:moveTo>
                    <a:pt x="2540" y="21602"/>
                  </a:moveTo>
                  <a:lnTo>
                    <a:pt x="0" y="21602"/>
                  </a:lnTo>
                  <a:lnTo>
                    <a:pt x="0" y="24130"/>
                  </a:lnTo>
                  <a:lnTo>
                    <a:pt x="2540" y="24130"/>
                  </a:lnTo>
                  <a:lnTo>
                    <a:pt x="2540" y="21602"/>
                  </a:lnTo>
                  <a:close/>
                </a:path>
                <a:path w="2539" h="248920">
                  <a:moveTo>
                    <a:pt x="254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2540" y="21590"/>
                  </a:lnTo>
                  <a:lnTo>
                    <a:pt x="2540" y="17792"/>
                  </a:lnTo>
                  <a:close/>
                </a:path>
                <a:path w="2539" h="248920">
                  <a:moveTo>
                    <a:pt x="254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2540" y="17780"/>
                  </a:lnTo>
                  <a:lnTo>
                    <a:pt x="2540" y="15252"/>
                  </a:lnTo>
                  <a:close/>
                </a:path>
                <a:path w="2539" h="248920">
                  <a:moveTo>
                    <a:pt x="254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2540" y="15240"/>
                  </a:lnTo>
                  <a:lnTo>
                    <a:pt x="2540" y="11442"/>
                  </a:lnTo>
                  <a:close/>
                </a:path>
                <a:path w="2539" h="248920">
                  <a:moveTo>
                    <a:pt x="254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8902"/>
                  </a:lnTo>
                  <a:close/>
                </a:path>
                <a:path w="2539" h="248920">
                  <a:moveTo>
                    <a:pt x="254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2540" y="8890"/>
                  </a:lnTo>
                  <a:lnTo>
                    <a:pt x="2540" y="5092"/>
                  </a:lnTo>
                  <a:close/>
                </a:path>
                <a:path w="2539" h="248920">
                  <a:moveTo>
                    <a:pt x="254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2552"/>
                  </a:lnTo>
                  <a:close/>
                </a:path>
                <a:path w="2539" h="248920">
                  <a:moveTo>
                    <a:pt x="254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540" y="254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8294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7" name="object 1207"/>
            <p:cNvSpPr/>
            <p:nvPr/>
          </p:nvSpPr>
          <p:spPr>
            <a:xfrm>
              <a:off x="1851660" y="5307330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10" h="248920">
                  <a:moveTo>
                    <a:pt x="381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3852"/>
                  </a:lnTo>
                  <a:close/>
                </a:path>
                <a:path w="3810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10" h="248920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10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10" h="248920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10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48920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48920">
                  <a:moveTo>
                    <a:pt x="3810" y="24142"/>
                  </a:moveTo>
                  <a:lnTo>
                    <a:pt x="0" y="2414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4142"/>
                  </a:lnTo>
                  <a:close/>
                </a:path>
                <a:path w="3810" h="248920">
                  <a:moveTo>
                    <a:pt x="3810" y="21602"/>
                  </a:moveTo>
                  <a:lnTo>
                    <a:pt x="0" y="2160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1602"/>
                  </a:lnTo>
                  <a:close/>
                </a:path>
                <a:path w="3810" h="248920">
                  <a:moveTo>
                    <a:pt x="381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92"/>
                  </a:lnTo>
                  <a:close/>
                </a:path>
                <a:path w="3810" h="248920">
                  <a:moveTo>
                    <a:pt x="381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52"/>
                  </a:lnTo>
                  <a:close/>
                </a:path>
                <a:path w="3810" h="248920">
                  <a:moveTo>
                    <a:pt x="381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42"/>
                  </a:lnTo>
                  <a:close/>
                </a:path>
                <a:path w="3810" h="248920">
                  <a:moveTo>
                    <a:pt x="381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902"/>
                  </a:lnTo>
                  <a:close/>
                </a:path>
                <a:path w="3810" h="248920">
                  <a:moveTo>
                    <a:pt x="381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92"/>
                  </a:lnTo>
                  <a:close/>
                </a:path>
                <a:path w="3810" h="248920">
                  <a:moveTo>
                    <a:pt x="381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52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496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8" name="object 1208"/>
            <p:cNvSpPr/>
            <p:nvPr/>
          </p:nvSpPr>
          <p:spPr>
            <a:xfrm>
              <a:off x="1855470" y="5307330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10" h="248920">
                  <a:moveTo>
                    <a:pt x="381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3852"/>
                  </a:lnTo>
                  <a:close/>
                </a:path>
                <a:path w="3810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10" h="248920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10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10" h="248920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10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48920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48920">
                  <a:moveTo>
                    <a:pt x="3810" y="24142"/>
                  </a:moveTo>
                  <a:lnTo>
                    <a:pt x="0" y="2414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4142"/>
                  </a:lnTo>
                  <a:close/>
                </a:path>
                <a:path w="3810" h="248920">
                  <a:moveTo>
                    <a:pt x="3810" y="21602"/>
                  </a:moveTo>
                  <a:lnTo>
                    <a:pt x="0" y="2160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1602"/>
                  </a:lnTo>
                  <a:close/>
                </a:path>
                <a:path w="3810" h="248920">
                  <a:moveTo>
                    <a:pt x="381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92"/>
                  </a:lnTo>
                  <a:close/>
                </a:path>
                <a:path w="3810" h="248920">
                  <a:moveTo>
                    <a:pt x="381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52"/>
                  </a:lnTo>
                  <a:close/>
                </a:path>
                <a:path w="3810" h="248920">
                  <a:moveTo>
                    <a:pt x="381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42"/>
                  </a:lnTo>
                  <a:close/>
                </a:path>
                <a:path w="3810" h="248920">
                  <a:moveTo>
                    <a:pt x="381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902"/>
                  </a:lnTo>
                  <a:close/>
                </a:path>
                <a:path w="3810" h="248920">
                  <a:moveTo>
                    <a:pt x="381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92"/>
                  </a:lnTo>
                  <a:close/>
                </a:path>
                <a:path w="3810" h="248920">
                  <a:moveTo>
                    <a:pt x="381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52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799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9" name="object 1209"/>
            <p:cNvSpPr/>
            <p:nvPr/>
          </p:nvSpPr>
          <p:spPr>
            <a:xfrm>
              <a:off x="1859280" y="5308600"/>
              <a:ext cx="3810" cy="247650"/>
            </a:xfrm>
            <a:custGeom>
              <a:avLst/>
              <a:gdLst/>
              <a:ahLst/>
              <a:cxnLst/>
              <a:rect l="l" t="t" r="r" b="b"/>
              <a:pathLst>
                <a:path w="3810" h="247650">
                  <a:moveTo>
                    <a:pt x="3810" y="245122"/>
                  </a:moveTo>
                  <a:lnTo>
                    <a:pt x="0" y="24512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5122"/>
                  </a:lnTo>
                  <a:close/>
                </a:path>
                <a:path w="3810" h="247650">
                  <a:moveTo>
                    <a:pt x="3810" y="242582"/>
                  </a:moveTo>
                  <a:lnTo>
                    <a:pt x="0" y="24258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2582"/>
                  </a:lnTo>
                  <a:close/>
                </a:path>
                <a:path w="3810" h="247650">
                  <a:moveTo>
                    <a:pt x="3810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8772"/>
                  </a:lnTo>
                  <a:close/>
                </a:path>
                <a:path w="3810" h="247650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10" h="247650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10" h="247650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10" h="247650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10" h="247650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10" h="247650">
                  <a:moveTo>
                    <a:pt x="3810" y="22872"/>
                  </a:moveTo>
                  <a:lnTo>
                    <a:pt x="0" y="2287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872"/>
                  </a:lnTo>
                  <a:close/>
                </a:path>
                <a:path w="3810" h="247650">
                  <a:moveTo>
                    <a:pt x="3810" y="20332"/>
                  </a:moveTo>
                  <a:lnTo>
                    <a:pt x="0" y="2033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20332"/>
                  </a:lnTo>
                  <a:close/>
                </a:path>
                <a:path w="3810" h="247650">
                  <a:moveTo>
                    <a:pt x="3810" y="16522"/>
                  </a:moveTo>
                  <a:lnTo>
                    <a:pt x="0" y="1652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6522"/>
                  </a:lnTo>
                  <a:close/>
                </a:path>
                <a:path w="3810" h="247650">
                  <a:moveTo>
                    <a:pt x="3810" y="13982"/>
                  </a:moveTo>
                  <a:lnTo>
                    <a:pt x="0" y="1398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82"/>
                  </a:lnTo>
                  <a:close/>
                </a:path>
                <a:path w="3810" h="247650">
                  <a:moveTo>
                    <a:pt x="381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0172"/>
                  </a:lnTo>
                  <a:close/>
                </a:path>
                <a:path w="3810" h="247650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10" h="247650">
                  <a:moveTo>
                    <a:pt x="381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3822"/>
                  </a:lnTo>
                  <a:close/>
                </a:path>
                <a:path w="3810" h="247650">
                  <a:moveTo>
                    <a:pt x="381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82"/>
                  </a:lnTo>
                  <a:close/>
                </a:path>
                <a:path w="3810" h="24765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0" name="object 1210"/>
            <p:cNvSpPr/>
            <p:nvPr/>
          </p:nvSpPr>
          <p:spPr>
            <a:xfrm>
              <a:off x="1863090" y="5308600"/>
              <a:ext cx="3810" cy="247650"/>
            </a:xfrm>
            <a:custGeom>
              <a:avLst/>
              <a:gdLst/>
              <a:ahLst/>
              <a:cxnLst/>
              <a:rect l="l" t="t" r="r" b="b"/>
              <a:pathLst>
                <a:path w="3810" h="247650">
                  <a:moveTo>
                    <a:pt x="3810" y="245122"/>
                  </a:moveTo>
                  <a:lnTo>
                    <a:pt x="0" y="24512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5122"/>
                  </a:lnTo>
                  <a:close/>
                </a:path>
                <a:path w="3810" h="247650">
                  <a:moveTo>
                    <a:pt x="3810" y="242582"/>
                  </a:moveTo>
                  <a:lnTo>
                    <a:pt x="0" y="24258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2582"/>
                  </a:lnTo>
                  <a:close/>
                </a:path>
                <a:path w="3810" h="247650">
                  <a:moveTo>
                    <a:pt x="3810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8772"/>
                  </a:lnTo>
                  <a:close/>
                </a:path>
                <a:path w="3810" h="247650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10" h="247650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10" h="247650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10" h="247650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10" h="247650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10" h="247650">
                  <a:moveTo>
                    <a:pt x="3810" y="22872"/>
                  </a:moveTo>
                  <a:lnTo>
                    <a:pt x="0" y="2287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872"/>
                  </a:lnTo>
                  <a:close/>
                </a:path>
                <a:path w="3810" h="247650">
                  <a:moveTo>
                    <a:pt x="3810" y="20332"/>
                  </a:moveTo>
                  <a:lnTo>
                    <a:pt x="0" y="2033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20332"/>
                  </a:lnTo>
                  <a:close/>
                </a:path>
                <a:path w="3810" h="247650">
                  <a:moveTo>
                    <a:pt x="3810" y="16522"/>
                  </a:moveTo>
                  <a:lnTo>
                    <a:pt x="0" y="1652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6522"/>
                  </a:lnTo>
                  <a:close/>
                </a:path>
                <a:path w="3810" h="247650">
                  <a:moveTo>
                    <a:pt x="3810" y="13982"/>
                  </a:moveTo>
                  <a:lnTo>
                    <a:pt x="0" y="1398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82"/>
                  </a:lnTo>
                  <a:close/>
                </a:path>
                <a:path w="3810" h="247650">
                  <a:moveTo>
                    <a:pt x="381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0172"/>
                  </a:lnTo>
                  <a:close/>
                </a:path>
                <a:path w="3810" h="247650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10" h="247650">
                  <a:moveTo>
                    <a:pt x="381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3822"/>
                  </a:lnTo>
                  <a:close/>
                </a:path>
                <a:path w="3810" h="247650">
                  <a:moveTo>
                    <a:pt x="381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82"/>
                  </a:lnTo>
                  <a:close/>
                </a:path>
                <a:path w="3810" h="24765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1" name="object 1211"/>
            <p:cNvSpPr/>
            <p:nvPr/>
          </p:nvSpPr>
          <p:spPr>
            <a:xfrm>
              <a:off x="1866900" y="5309882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10" h="245110">
                  <a:moveTo>
                    <a:pt x="3810" y="243840"/>
                  </a:moveTo>
                  <a:lnTo>
                    <a:pt x="0" y="24384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3840"/>
                  </a:lnTo>
                  <a:close/>
                </a:path>
                <a:path w="3810" h="245110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10" h="245110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10" h="245110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10" h="245110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10" h="24511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10" h="245110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10" h="245110">
                  <a:moveTo>
                    <a:pt x="3810" y="222250"/>
                  </a:moveTo>
                  <a:lnTo>
                    <a:pt x="0" y="22225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22250"/>
                  </a:lnTo>
                  <a:close/>
                </a:path>
                <a:path w="3810" h="245110">
                  <a:moveTo>
                    <a:pt x="3810" y="21590"/>
                  </a:moveTo>
                  <a:lnTo>
                    <a:pt x="0" y="2159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1590"/>
                  </a:lnTo>
                  <a:close/>
                </a:path>
                <a:path w="3810" h="245110">
                  <a:moveTo>
                    <a:pt x="381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10" y="21577"/>
                  </a:lnTo>
                  <a:lnTo>
                    <a:pt x="3810" y="19050"/>
                  </a:lnTo>
                  <a:close/>
                </a:path>
                <a:path w="3810" h="245110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10" h="24511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10" h="24511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10" h="24511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10" h="24511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10" h="24511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F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2" name="object 1212"/>
            <p:cNvSpPr/>
            <p:nvPr/>
          </p:nvSpPr>
          <p:spPr>
            <a:xfrm>
              <a:off x="1870710" y="5309882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10" h="245110">
                  <a:moveTo>
                    <a:pt x="2540" y="243840"/>
                  </a:moveTo>
                  <a:lnTo>
                    <a:pt x="0" y="243840"/>
                  </a:lnTo>
                  <a:lnTo>
                    <a:pt x="0" y="245097"/>
                  </a:lnTo>
                  <a:lnTo>
                    <a:pt x="2540" y="245097"/>
                  </a:lnTo>
                  <a:lnTo>
                    <a:pt x="2540" y="243840"/>
                  </a:lnTo>
                  <a:close/>
                </a:path>
                <a:path w="3810" h="245110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10" h="245110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10" h="245110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10" h="245110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10" h="24511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10" h="245110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10" h="245110">
                  <a:moveTo>
                    <a:pt x="3810" y="222250"/>
                  </a:moveTo>
                  <a:lnTo>
                    <a:pt x="0" y="22225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22250"/>
                  </a:lnTo>
                  <a:close/>
                </a:path>
                <a:path w="3810" h="245110">
                  <a:moveTo>
                    <a:pt x="3810" y="21590"/>
                  </a:moveTo>
                  <a:lnTo>
                    <a:pt x="0" y="2159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1590"/>
                  </a:lnTo>
                  <a:close/>
                </a:path>
                <a:path w="3810" h="245110">
                  <a:moveTo>
                    <a:pt x="381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10" y="21577"/>
                  </a:lnTo>
                  <a:lnTo>
                    <a:pt x="3810" y="19050"/>
                  </a:lnTo>
                  <a:close/>
                </a:path>
                <a:path w="3810" h="245110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10" h="24511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10" h="24511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10" h="24511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10" h="24511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10" h="24511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3" name="object 1213"/>
            <p:cNvSpPr/>
            <p:nvPr/>
          </p:nvSpPr>
          <p:spPr>
            <a:xfrm>
              <a:off x="1874520" y="5309882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10" h="243839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10" h="243839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10" h="243839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10" h="243839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10" h="243839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10" h="243839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10" h="243839">
                  <a:moveTo>
                    <a:pt x="3810" y="222250"/>
                  </a:moveTo>
                  <a:lnTo>
                    <a:pt x="0" y="22225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22250"/>
                  </a:lnTo>
                  <a:close/>
                </a:path>
                <a:path w="3810" h="243839">
                  <a:moveTo>
                    <a:pt x="3810" y="21590"/>
                  </a:moveTo>
                  <a:lnTo>
                    <a:pt x="0" y="2159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1590"/>
                  </a:lnTo>
                  <a:close/>
                </a:path>
                <a:path w="3810" h="243839">
                  <a:moveTo>
                    <a:pt x="381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10" y="21577"/>
                  </a:lnTo>
                  <a:lnTo>
                    <a:pt x="3810" y="19050"/>
                  </a:lnTo>
                  <a:close/>
                </a:path>
                <a:path w="3810" h="243839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10" h="243839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10" h="243839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10" h="243839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10" h="243839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10" h="243839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4" name="object 1214"/>
            <p:cNvSpPr/>
            <p:nvPr/>
          </p:nvSpPr>
          <p:spPr>
            <a:xfrm>
              <a:off x="1878330" y="5309882"/>
              <a:ext cx="2540" cy="243840"/>
            </a:xfrm>
            <a:custGeom>
              <a:avLst/>
              <a:gdLst/>
              <a:ahLst/>
              <a:cxnLst/>
              <a:rect l="l" t="t" r="r" b="b"/>
              <a:pathLst>
                <a:path w="2539" h="243839">
                  <a:moveTo>
                    <a:pt x="254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2540" y="243827"/>
                  </a:lnTo>
                  <a:lnTo>
                    <a:pt x="2540" y="241300"/>
                  </a:lnTo>
                  <a:close/>
                </a:path>
                <a:path w="2539" h="243839">
                  <a:moveTo>
                    <a:pt x="254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2540" y="241287"/>
                  </a:lnTo>
                  <a:lnTo>
                    <a:pt x="2540" y="237490"/>
                  </a:lnTo>
                  <a:close/>
                </a:path>
                <a:path w="2539" h="243839">
                  <a:moveTo>
                    <a:pt x="254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2540" y="237477"/>
                  </a:lnTo>
                  <a:lnTo>
                    <a:pt x="2540" y="234950"/>
                  </a:lnTo>
                  <a:close/>
                </a:path>
                <a:path w="2539" h="243839">
                  <a:moveTo>
                    <a:pt x="254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2540" y="234937"/>
                  </a:lnTo>
                  <a:lnTo>
                    <a:pt x="2540" y="231140"/>
                  </a:lnTo>
                  <a:close/>
                </a:path>
                <a:path w="2539" h="243839">
                  <a:moveTo>
                    <a:pt x="254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2540" y="231127"/>
                  </a:lnTo>
                  <a:lnTo>
                    <a:pt x="2540" y="228600"/>
                  </a:lnTo>
                  <a:close/>
                </a:path>
                <a:path w="2539" h="243839">
                  <a:moveTo>
                    <a:pt x="254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2540" y="228587"/>
                  </a:lnTo>
                  <a:lnTo>
                    <a:pt x="2540" y="224790"/>
                  </a:lnTo>
                  <a:close/>
                </a:path>
                <a:path w="2539" h="243839">
                  <a:moveTo>
                    <a:pt x="2540" y="222250"/>
                  </a:moveTo>
                  <a:lnTo>
                    <a:pt x="0" y="222250"/>
                  </a:lnTo>
                  <a:lnTo>
                    <a:pt x="0" y="224777"/>
                  </a:lnTo>
                  <a:lnTo>
                    <a:pt x="2540" y="224777"/>
                  </a:lnTo>
                  <a:lnTo>
                    <a:pt x="2540" y="222250"/>
                  </a:lnTo>
                  <a:close/>
                </a:path>
                <a:path w="2539" h="243839">
                  <a:moveTo>
                    <a:pt x="2540" y="21590"/>
                  </a:moveTo>
                  <a:lnTo>
                    <a:pt x="0" y="21590"/>
                  </a:lnTo>
                  <a:lnTo>
                    <a:pt x="0" y="222237"/>
                  </a:lnTo>
                  <a:lnTo>
                    <a:pt x="2540" y="222237"/>
                  </a:lnTo>
                  <a:lnTo>
                    <a:pt x="2540" y="21590"/>
                  </a:lnTo>
                  <a:close/>
                </a:path>
                <a:path w="2539" h="243839">
                  <a:moveTo>
                    <a:pt x="254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2540" y="21577"/>
                  </a:lnTo>
                  <a:lnTo>
                    <a:pt x="2540" y="19050"/>
                  </a:lnTo>
                  <a:close/>
                </a:path>
                <a:path w="2539" h="243839">
                  <a:moveTo>
                    <a:pt x="254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2540" y="19037"/>
                  </a:lnTo>
                  <a:lnTo>
                    <a:pt x="2540" y="15240"/>
                  </a:lnTo>
                  <a:close/>
                </a:path>
                <a:path w="2539" h="243839">
                  <a:moveTo>
                    <a:pt x="254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540" y="15227"/>
                  </a:lnTo>
                  <a:lnTo>
                    <a:pt x="2540" y="12700"/>
                  </a:lnTo>
                  <a:close/>
                </a:path>
                <a:path w="2539" h="243839">
                  <a:moveTo>
                    <a:pt x="254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8890"/>
                  </a:lnTo>
                  <a:close/>
                </a:path>
                <a:path w="2539" h="243839">
                  <a:moveTo>
                    <a:pt x="254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2540" y="8877"/>
                  </a:lnTo>
                  <a:lnTo>
                    <a:pt x="2540" y="6350"/>
                  </a:lnTo>
                  <a:close/>
                </a:path>
                <a:path w="2539" h="243839">
                  <a:moveTo>
                    <a:pt x="254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2540"/>
                  </a:lnTo>
                  <a:close/>
                </a:path>
                <a:path w="2539" h="243839">
                  <a:moveTo>
                    <a:pt x="254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2540" y="252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97A6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5" name="object 1215"/>
            <p:cNvSpPr/>
            <p:nvPr/>
          </p:nvSpPr>
          <p:spPr>
            <a:xfrm>
              <a:off x="1880870" y="5309882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10" h="243839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10" h="243839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10" h="243839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10" h="243839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10" h="243839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10" h="243839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10" h="243839">
                  <a:moveTo>
                    <a:pt x="3810" y="222250"/>
                  </a:moveTo>
                  <a:lnTo>
                    <a:pt x="0" y="22225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22250"/>
                  </a:lnTo>
                  <a:close/>
                </a:path>
                <a:path w="3810" h="243839">
                  <a:moveTo>
                    <a:pt x="3810" y="21590"/>
                  </a:moveTo>
                  <a:lnTo>
                    <a:pt x="0" y="2159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1590"/>
                  </a:lnTo>
                  <a:close/>
                </a:path>
                <a:path w="3810" h="243839">
                  <a:moveTo>
                    <a:pt x="381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10" y="21577"/>
                  </a:lnTo>
                  <a:lnTo>
                    <a:pt x="3810" y="19050"/>
                  </a:lnTo>
                  <a:close/>
                </a:path>
                <a:path w="3810" h="243839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10" h="243839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10" h="243839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10" h="243839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10" h="243839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10" h="243839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9A8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6" name="object 1216"/>
            <p:cNvSpPr/>
            <p:nvPr/>
          </p:nvSpPr>
          <p:spPr>
            <a:xfrm>
              <a:off x="1884680" y="5311139"/>
              <a:ext cx="3810" cy="242570"/>
            </a:xfrm>
            <a:custGeom>
              <a:avLst/>
              <a:gdLst/>
              <a:ahLst/>
              <a:cxnLst/>
              <a:rect l="l" t="t" r="r" b="b"/>
              <a:pathLst>
                <a:path w="3810" h="242570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10" h="242570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10" h="242570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10" h="242570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10" h="242570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10" h="242570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10" h="242570">
                  <a:moveTo>
                    <a:pt x="3810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92"/>
                  </a:lnTo>
                  <a:close/>
                </a:path>
                <a:path w="3810" h="242570">
                  <a:moveTo>
                    <a:pt x="3810" y="20332"/>
                  </a:moveTo>
                  <a:lnTo>
                    <a:pt x="0" y="2033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0332"/>
                  </a:lnTo>
                  <a:close/>
                </a:path>
                <a:path w="3810" h="242570">
                  <a:moveTo>
                    <a:pt x="381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92"/>
                  </a:lnTo>
                  <a:close/>
                </a:path>
                <a:path w="3810" h="242570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10" h="242570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10" h="24257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10" h="24257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10" h="24257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10" h="24257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CA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7" name="object 1217"/>
            <p:cNvSpPr/>
            <p:nvPr/>
          </p:nvSpPr>
          <p:spPr>
            <a:xfrm>
              <a:off x="1888489" y="5311139"/>
              <a:ext cx="3810" cy="242570"/>
            </a:xfrm>
            <a:custGeom>
              <a:avLst/>
              <a:gdLst/>
              <a:ahLst/>
              <a:cxnLst/>
              <a:rect l="l" t="t" r="r" b="b"/>
              <a:pathLst>
                <a:path w="3810" h="242570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  <a:path w="3810" h="242570">
                  <a:moveTo>
                    <a:pt x="381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70"/>
                  </a:lnTo>
                  <a:close/>
                </a:path>
                <a:path w="3810" h="242570">
                  <a:moveTo>
                    <a:pt x="3810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80"/>
                  </a:lnTo>
                  <a:close/>
                </a:path>
                <a:path w="3810" h="242570">
                  <a:moveTo>
                    <a:pt x="3810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20"/>
                  </a:lnTo>
                  <a:close/>
                </a:path>
                <a:path w="3810" h="242570">
                  <a:moveTo>
                    <a:pt x="3810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30"/>
                  </a:lnTo>
                  <a:close/>
                </a:path>
                <a:path w="3810" h="242570">
                  <a:moveTo>
                    <a:pt x="3810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70"/>
                  </a:lnTo>
                  <a:close/>
                </a:path>
                <a:path w="3810" h="242570">
                  <a:moveTo>
                    <a:pt x="3810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80"/>
                  </a:lnTo>
                  <a:close/>
                </a:path>
                <a:path w="3810" h="242570">
                  <a:moveTo>
                    <a:pt x="3810" y="20320"/>
                  </a:moveTo>
                  <a:lnTo>
                    <a:pt x="0" y="20320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0320"/>
                  </a:lnTo>
                  <a:close/>
                </a:path>
                <a:path w="3810" h="242570">
                  <a:moveTo>
                    <a:pt x="3810" y="220980"/>
                  </a:moveTo>
                  <a:lnTo>
                    <a:pt x="0" y="220980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80"/>
                  </a:lnTo>
                  <a:close/>
                </a:path>
                <a:path w="3810" h="242570">
                  <a:moveTo>
                    <a:pt x="3810" y="223520"/>
                  </a:moveTo>
                  <a:lnTo>
                    <a:pt x="0" y="223520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20"/>
                  </a:lnTo>
                  <a:close/>
                </a:path>
                <a:path w="3810" h="242570">
                  <a:moveTo>
                    <a:pt x="3810" y="227330"/>
                  </a:moveTo>
                  <a:lnTo>
                    <a:pt x="0" y="227330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30"/>
                  </a:lnTo>
                  <a:close/>
                </a:path>
                <a:path w="3810" h="242570">
                  <a:moveTo>
                    <a:pt x="3810" y="229870"/>
                  </a:moveTo>
                  <a:lnTo>
                    <a:pt x="0" y="229870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70"/>
                  </a:lnTo>
                  <a:close/>
                </a:path>
                <a:path w="3810" h="242570">
                  <a:moveTo>
                    <a:pt x="3810" y="233680"/>
                  </a:moveTo>
                  <a:lnTo>
                    <a:pt x="0" y="233680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80"/>
                  </a:lnTo>
                  <a:close/>
                </a:path>
                <a:path w="3810" h="242570">
                  <a:moveTo>
                    <a:pt x="3810" y="236220"/>
                  </a:moveTo>
                  <a:lnTo>
                    <a:pt x="0" y="236220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20"/>
                  </a:lnTo>
                  <a:close/>
                </a:path>
                <a:path w="3810" h="242570">
                  <a:moveTo>
                    <a:pt x="3810" y="240030"/>
                  </a:moveTo>
                  <a:lnTo>
                    <a:pt x="0" y="240030"/>
                  </a:lnTo>
                  <a:lnTo>
                    <a:pt x="0" y="242570"/>
                  </a:lnTo>
                  <a:lnTo>
                    <a:pt x="2540" y="242570"/>
                  </a:lnTo>
                  <a:lnTo>
                    <a:pt x="2540" y="241300"/>
                  </a:lnTo>
                  <a:lnTo>
                    <a:pt x="3810" y="241300"/>
                  </a:lnTo>
                  <a:lnTo>
                    <a:pt x="3810" y="240030"/>
                  </a:lnTo>
                  <a:close/>
                </a:path>
              </a:pathLst>
            </a:custGeom>
            <a:solidFill>
              <a:srgbClr val="9FA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8" name="object 1218"/>
            <p:cNvSpPr/>
            <p:nvPr/>
          </p:nvSpPr>
          <p:spPr>
            <a:xfrm>
              <a:off x="1892300" y="5312422"/>
              <a:ext cx="3810" cy="240029"/>
            </a:xfrm>
            <a:custGeom>
              <a:avLst/>
              <a:gdLst/>
              <a:ahLst/>
              <a:cxnLst/>
              <a:rect l="l" t="t" r="r" b="b"/>
              <a:pathLst>
                <a:path w="3810" h="240029">
                  <a:moveTo>
                    <a:pt x="2540" y="238760"/>
                  </a:moveTo>
                  <a:lnTo>
                    <a:pt x="0" y="238760"/>
                  </a:lnTo>
                  <a:lnTo>
                    <a:pt x="0" y="240017"/>
                  </a:lnTo>
                  <a:lnTo>
                    <a:pt x="2540" y="240017"/>
                  </a:lnTo>
                  <a:lnTo>
                    <a:pt x="2540" y="238760"/>
                  </a:lnTo>
                  <a:close/>
                </a:path>
                <a:path w="3810" h="2400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400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400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400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40029">
                  <a:moveTo>
                    <a:pt x="381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22250"/>
                  </a:lnTo>
                  <a:close/>
                </a:path>
                <a:path w="3810" h="240029">
                  <a:moveTo>
                    <a:pt x="3810" y="219710"/>
                  </a:moveTo>
                  <a:lnTo>
                    <a:pt x="0" y="21971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19710"/>
                  </a:lnTo>
                  <a:close/>
                </a:path>
                <a:path w="3810" h="240029">
                  <a:moveTo>
                    <a:pt x="3810" y="19050"/>
                  </a:moveTo>
                  <a:lnTo>
                    <a:pt x="0" y="19050"/>
                  </a:lnTo>
                  <a:lnTo>
                    <a:pt x="0" y="219697"/>
                  </a:lnTo>
                  <a:lnTo>
                    <a:pt x="3810" y="219697"/>
                  </a:lnTo>
                  <a:lnTo>
                    <a:pt x="3810" y="19050"/>
                  </a:lnTo>
                  <a:close/>
                </a:path>
                <a:path w="3810" h="2400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400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400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400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400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400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9" name="object 1219"/>
            <p:cNvSpPr/>
            <p:nvPr/>
          </p:nvSpPr>
          <p:spPr>
            <a:xfrm>
              <a:off x="1896110" y="5312422"/>
              <a:ext cx="3810" cy="238760"/>
            </a:xfrm>
            <a:custGeom>
              <a:avLst/>
              <a:gdLst/>
              <a:ahLst/>
              <a:cxnLst/>
              <a:rect l="l" t="t" r="r" b="b"/>
              <a:pathLst>
                <a:path w="3810" h="238760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38760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38760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38760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38760">
                  <a:moveTo>
                    <a:pt x="381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22250"/>
                  </a:lnTo>
                  <a:close/>
                </a:path>
                <a:path w="3810" h="238760">
                  <a:moveTo>
                    <a:pt x="3810" y="219710"/>
                  </a:moveTo>
                  <a:lnTo>
                    <a:pt x="0" y="21971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19710"/>
                  </a:lnTo>
                  <a:close/>
                </a:path>
                <a:path w="3810" h="238760">
                  <a:moveTo>
                    <a:pt x="3810" y="19050"/>
                  </a:moveTo>
                  <a:lnTo>
                    <a:pt x="0" y="19050"/>
                  </a:lnTo>
                  <a:lnTo>
                    <a:pt x="0" y="219697"/>
                  </a:lnTo>
                  <a:lnTo>
                    <a:pt x="3810" y="219697"/>
                  </a:lnTo>
                  <a:lnTo>
                    <a:pt x="3810" y="19050"/>
                  </a:lnTo>
                  <a:close/>
                </a:path>
                <a:path w="3810" h="238760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38760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38760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38760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38760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38760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0" name="object 1220"/>
            <p:cNvSpPr/>
            <p:nvPr/>
          </p:nvSpPr>
          <p:spPr>
            <a:xfrm>
              <a:off x="1899919" y="5312409"/>
              <a:ext cx="2540" cy="238760"/>
            </a:xfrm>
            <a:custGeom>
              <a:avLst/>
              <a:gdLst/>
              <a:ahLst/>
              <a:cxnLst/>
              <a:rect l="l" t="t" r="r" b="b"/>
              <a:pathLst>
                <a:path w="2539" h="238760">
                  <a:moveTo>
                    <a:pt x="126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2540" y="3809"/>
                  </a:lnTo>
                  <a:lnTo>
                    <a:pt x="2540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2539" h="238760">
                  <a:moveTo>
                    <a:pt x="254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2540" y="6349"/>
                  </a:lnTo>
                  <a:lnTo>
                    <a:pt x="2540" y="3809"/>
                  </a:lnTo>
                  <a:close/>
                </a:path>
                <a:path w="2539" h="238760">
                  <a:moveTo>
                    <a:pt x="254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2540" y="10159"/>
                  </a:lnTo>
                  <a:lnTo>
                    <a:pt x="2540" y="6350"/>
                  </a:lnTo>
                  <a:close/>
                </a:path>
                <a:path w="2539" h="238760">
                  <a:moveTo>
                    <a:pt x="254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2540" y="12699"/>
                  </a:lnTo>
                  <a:lnTo>
                    <a:pt x="2540" y="10159"/>
                  </a:lnTo>
                  <a:close/>
                </a:path>
                <a:path w="2539" h="238760">
                  <a:moveTo>
                    <a:pt x="254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2540" y="16509"/>
                  </a:lnTo>
                  <a:lnTo>
                    <a:pt x="2540" y="12700"/>
                  </a:lnTo>
                  <a:close/>
                </a:path>
                <a:path w="2539" h="238760">
                  <a:moveTo>
                    <a:pt x="254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2540" y="19049"/>
                  </a:lnTo>
                  <a:lnTo>
                    <a:pt x="2540" y="16509"/>
                  </a:lnTo>
                  <a:close/>
                </a:path>
                <a:path w="2539" h="238760">
                  <a:moveTo>
                    <a:pt x="2540" y="19050"/>
                  </a:moveTo>
                  <a:lnTo>
                    <a:pt x="0" y="19050"/>
                  </a:lnTo>
                  <a:lnTo>
                    <a:pt x="0" y="219709"/>
                  </a:lnTo>
                  <a:lnTo>
                    <a:pt x="2540" y="219709"/>
                  </a:lnTo>
                  <a:lnTo>
                    <a:pt x="2540" y="19050"/>
                  </a:lnTo>
                  <a:close/>
                </a:path>
                <a:path w="2539" h="238760">
                  <a:moveTo>
                    <a:pt x="2540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2540" y="222249"/>
                  </a:lnTo>
                  <a:lnTo>
                    <a:pt x="2540" y="219709"/>
                  </a:lnTo>
                  <a:close/>
                </a:path>
                <a:path w="2539" h="238760">
                  <a:moveTo>
                    <a:pt x="2540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2540" y="226059"/>
                  </a:lnTo>
                  <a:lnTo>
                    <a:pt x="2540" y="222250"/>
                  </a:lnTo>
                  <a:close/>
                </a:path>
                <a:path w="2539" h="238760">
                  <a:moveTo>
                    <a:pt x="2540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2540" y="228599"/>
                  </a:lnTo>
                  <a:lnTo>
                    <a:pt x="2540" y="226059"/>
                  </a:lnTo>
                  <a:close/>
                </a:path>
                <a:path w="2539" h="238760">
                  <a:moveTo>
                    <a:pt x="2540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2540" y="232409"/>
                  </a:lnTo>
                  <a:lnTo>
                    <a:pt x="2540" y="228600"/>
                  </a:lnTo>
                  <a:close/>
                </a:path>
                <a:path w="2539" h="238760">
                  <a:moveTo>
                    <a:pt x="2540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2540" y="234949"/>
                  </a:lnTo>
                  <a:lnTo>
                    <a:pt x="2540" y="232409"/>
                  </a:lnTo>
                  <a:close/>
                </a:path>
                <a:path w="2539" h="238760">
                  <a:moveTo>
                    <a:pt x="2540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1269" y="238759"/>
                  </a:lnTo>
                  <a:lnTo>
                    <a:pt x="1269" y="237489"/>
                  </a:lnTo>
                  <a:lnTo>
                    <a:pt x="2540" y="237489"/>
                  </a:lnTo>
                  <a:lnTo>
                    <a:pt x="2540" y="234950"/>
                  </a:lnTo>
                  <a:close/>
                </a:path>
              </a:pathLst>
            </a:custGeom>
            <a:solidFill>
              <a:srgbClr val="A7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1" name="object 1221"/>
            <p:cNvSpPr/>
            <p:nvPr/>
          </p:nvSpPr>
          <p:spPr>
            <a:xfrm>
              <a:off x="1902460" y="5313680"/>
              <a:ext cx="5080" cy="236220"/>
            </a:xfrm>
            <a:custGeom>
              <a:avLst/>
              <a:gdLst/>
              <a:ahLst/>
              <a:cxnLst/>
              <a:rect l="l" t="t" r="r" b="b"/>
              <a:pathLst>
                <a:path w="5080" h="236220">
                  <a:moveTo>
                    <a:pt x="508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5080" y="236220"/>
                  </a:lnTo>
                  <a:lnTo>
                    <a:pt x="5080" y="233692"/>
                  </a:lnTo>
                  <a:close/>
                </a:path>
                <a:path w="5080" h="236220">
                  <a:moveTo>
                    <a:pt x="508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5080" y="233680"/>
                  </a:lnTo>
                  <a:lnTo>
                    <a:pt x="5080" y="231152"/>
                  </a:lnTo>
                  <a:close/>
                </a:path>
                <a:path w="5080" h="236220">
                  <a:moveTo>
                    <a:pt x="508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5080" y="231140"/>
                  </a:lnTo>
                  <a:lnTo>
                    <a:pt x="5080" y="227342"/>
                  </a:lnTo>
                  <a:close/>
                </a:path>
                <a:path w="5080" h="236220">
                  <a:moveTo>
                    <a:pt x="508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5080" y="227330"/>
                  </a:lnTo>
                  <a:lnTo>
                    <a:pt x="5080" y="224802"/>
                  </a:lnTo>
                  <a:close/>
                </a:path>
                <a:path w="5080" h="236220">
                  <a:moveTo>
                    <a:pt x="508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5080" y="224790"/>
                  </a:lnTo>
                  <a:lnTo>
                    <a:pt x="5080" y="220992"/>
                  </a:lnTo>
                  <a:close/>
                </a:path>
                <a:path w="5080" h="236220">
                  <a:moveTo>
                    <a:pt x="5080" y="218452"/>
                  </a:moveTo>
                  <a:lnTo>
                    <a:pt x="0" y="218452"/>
                  </a:lnTo>
                  <a:lnTo>
                    <a:pt x="0" y="220980"/>
                  </a:lnTo>
                  <a:lnTo>
                    <a:pt x="5080" y="220980"/>
                  </a:lnTo>
                  <a:lnTo>
                    <a:pt x="5080" y="218452"/>
                  </a:lnTo>
                  <a:close/>
                </a:path>
                <a:path w="5080" h="236220">
                  <a:moveTo>
                    <a:pt x="5080" y="17792"/>
                  </a:moveTo>
                  <a:lnTo>
                    <a:pt x="0" y="17792"/>
                  </a:lnTo>
                  <a:lnTo>
                    <a:pt x="0" y="218440"/>
                  </a:lnTo>
                  <a:lnTo>
                    <a:pt x="5080" y="218440"/>
                  </a:lnTo>
                  <a:lnTo>
                    <a:pt x="5080" y="17792"/>
                  </a:lnTo>
                  <a:close/>
                </a:path>
                <a:path w="5080" h="236220">
                  <a:moveTo>
                    <a:pt x="508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5080" y="17780"/>
                  </a:lnTo>
                  <a:lnTo>
                    <a:pt x="5080" y="15252"/>
                  </a:lnTo>
                  <a:close/>
                </a:path>
                <a:path w="5080" h="236220">
                  <a:moveTo>
                    <a:pt x="508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5080" y="15240"/>
                  </a:lnTo>
                  <a:lnTo>
                    <a:pt x="5080" y="11442"/>
                  </a:lnTo>
                  <a:close/>
                </a:path>
                <a:path w="5080" h="236220">
                  <a:moveTo>
                    <a:pt x="508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5080" y="11430"/>
                  </a:lnTo>
                  <a:lnTo>
                    <a:pt x="5080" y="8902"/>
                  </a:lnTo>
                  <a:close/>
                </a:path>
                <a:path w="5080" h="236220">
                  <a:moveTo>
                    <a:pt x="508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5080" y="8890"/>
                  </a:lnTo>
                  <a:lnTo>
                    <a:pt x="5080" y="5092"/>
                  </a:lnTo>
                  <a:close/>
                </a:path>
                <a:path w="5080" h="236220">
                  <a:moveTo>
                    <a:pt x="508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5080" y="5080"/>
                  </a:lnTo>
                  <a:lnTo>
                    <a:pt x="5080" y="2552"/>
                  </a:lnTo>
                  <a:close/>
                </a:path>
                <a:path w="5080" h="236220">
                  <a:moveTo>
                    <a:pt x="508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5080" y="2540"/>
                  </a:lnTo>
                  <a:lnTo>
                    <a:pt x="5080" y="0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2" name="object 1222"/>
            <p:cNvSpPr/>
            <p:nvPr/>
          </p:nvSpPr>
          <p:spPr>
            <a:xfrm>
              <a:off x="1907540" y="5314950"/>
              <a:ext cx="2540" cy="234950"/>
            </a:xfrm>
            <a:custGeom>
              <a:avLst/>
              <a:gdLst/>
              <a:ahLst/>
              <a:cxnLst/>
              <a:rect l="l" t="t" r="r" b="b"/>
              <a:pathLst>
                <a:path w="2539" h="234950">
                  <a:moveTo>
                    <a:pt x="254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540" y="234950"/>
                  </a:lnTo>
                  <a:lnTo>
                    <a:pt x="2540" y="232422"/>
                  </a:lnTo>
                  <a:close/>
                </a:path>
                <a:path w="2539" h="234950">
                  <a:moveTo>
                    <a:pt x="254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2540" y="232410"/>
                  </a:lnTo>
                  <a:lnTo>
                    <a:pt x="2540" y="229882"/>
                  </a:lnTo>
                  <a:close/>
                </a:path>
                <a:path w="2539" h="234950">
                  <a:moveTo>
                    <a:pt x="254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2540" y="229870"/>
                  </a:lnTo>
                  <a:lnTo>
                    <a:pt x="2540" y="226072"/>
                  </a:lnTo>
                  <a:close/>
                </a:path>
                <a:path w="2539" h="234950">
                  <a:moveTo>
                    <a:pt x="254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2540" y="226060"/>
                  </a:lnTo>
                  <a:lnTo>
                    <a:pt x="2540" y="223532"/>
                  </a:lnTo>
                  <a:close/>
                </a:path>
                <a:path w="2539" h="234950">
                  <a:moveTo>
                    <a:pt x="2540" y="219722"/>
                  </a:moveTo>
                  <a:lnTo>
                    <a:pt x="0" y="219722"/>
                  </a:lnTo>
                  <a:lnTo>
                    <a:pt x="0" y="223520"/>
                  </a:lnTo>
                  <a:lnTo>
                    <a:pt x="2540" y="223520"/>
                  </a:lnTo>
                  <a:lnTo>
                    <a:pt x="2540" y="219722"/>
                  </a:lnTo>
                  <a:close/>
                </a:path>
                <a:path w="2539" h="234950">
                  <a:moveTo>
                    <a:pt x="2540" y="217182"/>
                  </a:moveTo>
                  <a:lnTo>
                    <a:pt x="0" y="217182"/>
                  </a:lnTo>
                  <a:lnTo>
                    <a:pt x="0" y="219710"/>
                  </a:lnTo>
                  <a:lnTo>
                    <a:pt x="2540" y="219710"/>
                  </a:lnTo>
                  <a:lnTo>
                    <a:pt x="2540" y="217182"/>
                  </a:lnTo>
                  <a:close/>
                </a:path>
                <a:path w="2539" h="234950">
                  <a:moveTo>
                    <a:pt x="2540" y="16522"/>
                  </a:moveTo>
                  <a:lnTo>
                    <a:pt x="0" y="16522"/>
                  </a:lnTo>
                  <a:lnTo>
                    <a:pt x="0" y="217170"/>
                  </a:lnTo>
                  <a:lnTo>
                    <a:pt x="2540" y="217170"/>
                  </a:lnTo>
                  <a:lnTo>
                    <a:pt x="2540" y="16522"/>
                  </a:lnTo>
                  <a:close/>
                </a:path>
                <a:path w="2539" h="234950">
                  <a:moveTo>
                    <a:pt x="2540" y="13982"/>
                  </a:moveTo>
                  <a:lnTo>
                    <a:pt x="0" y="13982"/>
                  </a:lnTo>
                  <a:lnTo>
                    <a:pt x="0" y="16510"/>
                  </a:lnTo>
                  <a:lnTo>
                    <a:pt x="2540" y="16510"/>
                  </a:lnTo>
                  <a:lnTo>
                    <a:pt x="2540" y="13982"/>
                  </a:lnTo>
                  <a:close/>
                </a:path>
                <a:path w="2539" h="234950">
                  <a:moveTo>
                    <a:pt x="254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2540" y="13970"/>
                  </a:lnTo>
                  <a:lnTo>
                    <a:pt x="2540" y="10172"/>
                  </a:lnTo>
                  <a:close/>
                </a:path>
                <a:path w="2539" h="234950">
                  <a:moveTo>
                    <a:pt x="254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2540" y="10160"/>
                  </a:lnTo>
                  <a:lnTo>
                    <a:pt x="2540" y="7632"/>
                  </a:lnTo>
                  <a:close/>
                </a:path>
                <a:path w="2539" h="234950">
                  <a:moveTo>
                    <a:pt x="254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3822"/>
                  </a:lnTo>
                  <a:close/>
                </a:path>
                <a:path w="2539" h="234950">
                  <a:moveTo>
                    <a:pt x="254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2540" y="3810"/>
                  </a:lnTo>
                  <a:lnTo>
                    <a:pt x="2540" y="1282"/>
                  </a:lnTo>
                  <a:close/>
                </a:path>
                <a:path w="2539" h="234950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3" name="object 1223"/>
            <p:cNvSpPr/>
            <p:nvPr/>
          </p:nvSpPr>
          <p:spPr>
            <a:xfrm>
              <a:off x="1910080" y="5314950"/>
              <a:ext cx="3810" cy="234950"/>
            </a:xfrm>
            <a:custGeom>
              <a:avLst/>
              <a:gdLst/>
              <a:ahLst/>
              <a:cxnLst/>
              <a:rect l="l" t="t" r="r" b="b"/>
              <a:pathLst>
                <a:path w="3810" h="234950">
                  <a:moveTo>
                    <a:pt x="126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3810" h="234950">
                  <a:moveTo>
                    <a:pt x="3809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1270"/>
                  </a:lnTo>
                  <a:close/>
                </a:path>
                <a:path w="3810" h="234950">
                  <a:moveTo>
                    <a:pt x="3809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3810"/>
                  </a:lnTo>
                  <a:close/>
                </a:path>
                <a:path w="3810" h="234950">
                  <a:moveTo>
                    <a:pt x="3809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7620"/>
                  </a:lnTo>
                  <a:close/>
                </a:path>
                <a:path w="3810" h="234950">
                  <a:moveTo>
                    <a:pt x="3809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10160"/>
                  </a:lnTo>
                  <a:close/>
                </a:path>
                <a:path w="3810" h="234950">
                  <a:moveTo>
                    <a:pt x="3809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3970"/>
                  </a:lnTo>
                  <a:close/>
                </a:path>
                <a:path w="3810" h="234950">
                  <a:moveTo>
                    <a:pt x="3809" y="16510"/>
                  </a:moveTo>
                  <a:lnTo>
                    <a:pt x="0" y="16510"/>
                  </a:lnTo>
                  <a:lnTo>
                    <a:pt x="0" y="217169"/>
                  </a:lnTo>
                  <a:lnTo>
                    <a:pt x="3809" y="217169"/>
                  </a:lnTo>
                  <a:lnTo>
                    <a:pt x="3809" y="16510"/>
                  </a:lnTo>
                  <a:close/>
                </a:path>
                <a:path w="3810" h="234950">
                  <a:moveTo>
                    <a:pt x="3809" y="217170"/>
                  </a:moveTo>
                  <a:lnTo>
                    <a:pt x="0" y="217170"/>
                  </a:lnTo>
                  <a:lnTo>
                    <a:pt x="0" y="219709"/>
                  </a:lnTo>
                  <a:lnTo>
                    <a:pt x="3809" y="219709"/>
                  </a:lnTo>
                  <a:lnTo>
                    <a:pt x="3809" y="217170"/>
                  </a:lnTo>
                  <a:close/>
                </a:path>
                <a:path w="3810" h="234950">
                  <a:moveTo>
                    <a:pt x="3809" y="219710"/>
                  </a:moveTo>
                  <a:lnTo>
                    <a:pt x="0" y="219710"/>
                  </a:lnTo>
                  <a:lnTo>
                    <a:pt x="0" y="223519"/>
                  </a:lnTo>
                  <a:lnTo>
                    <a:pt x="3809" y="223519"/>
                  </a:lnTo>
                  <a:lnTo>
                    <a:pt x="3809" y="219710"/>
                  </a:lnTo>
                  <a:close/>
                </a:path>
                <a:path w="3810" h="234950">
                  <a:moveTo>
                    <a:pt x="3809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3809" y="226059"/>
                  </a:lnTo>
                  <a:lnTo>
                    <a:pt x="3809" y="223520"/>
                  </a:lnTo>
                  <a:close/>
                </a:path>
                <a:path w="3810" h="234950">
                  <a:moveTo>
                    <a:pt x="3809" y="226060"/>
                  </a:moveTo>
                  <a:lnTo>
                    <a:pt x="0" y="226060"/>
                  </a:lnTo>
                  <a:lnTo>
                    <a:pt x="0" y="229869"/>
                  </a:lnTo>
                  <a:lnTo>
                    <a:pt x="3809" y="229869"/>
                  </a:lnTo>
                  <a:lnTo>
                    <a:pt x="3809" y="226060"/>
                  </a:lnTo>
                  <a:close/>
                </a:path>
                <a:path w="3810" h="234950">
                  <a:moveTo>
                    <a:pt x="3809" y="229870"/>
                  </a:moveTo>
                  <a:lnTo>
                    <a:pt x="0" y="229870"/>
                  </a:lnTo>
                  <a:lnTo>
                    <a:pt x="0" y="232409"/>
                  </a:lnTo>
                  <a:lnTo>
                    <a:pt x="3809" y="232409"/>
                  </a:lnTo>
                  <a:lnTo>
                    <a:pt x="3809" y="229870"/>
                  </a:lnTo>
                  <a:close/>
                </a:path>
                <a:path w="3810" h="234950">
                  <a:moveTo>
                    <a:pt x="3809" y="232410"/>
                  </a:moveTo>
                  <a:lnTo>
                    <a:pt x="0" y="232410"/>
                  </a:lnTo>
                  <a:lnTo>
                    <a:pt x="0" y="234950"/>
                  </a:lnTo>
                  <a:lnTo>
                    <a:pt x="1269" y="234950"/>
                  </a:lnTo>
                  <a:lnTo>
                    <a:pt x="1269" y="233680"/>
                  </a:lnTo>
                  <a:lnTo>
                    <a:pt x="3809" y="233680"/>
                  </a:lnTo>
                  <a:lnTo>
                    <a:pt x="3809" y="232410"/>
                  </a:lnTo>
                  <a:close/>
                </a:path>
              </a:pathLst>
            </a:custGeom>
            <a:solidFill>
              <a:srgbClr val="AEBA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4" name="object 1224"/>
            <p:cNvSpPr/>
            <p:nvPr/>
          </p:nvSpPr>
          <p:spPr>
            <a:xfrm>
              <a:off x="1913890" y="5316232"/>
              <a:ext cx="3810" cy="231140"/>
            </a:xfrm>
            <a:custGeom>
              <a:avLst/>
              <a:gdLst/>
              <a:ahLst/>
              <a:cxnLst/>
              <a:rect l="l" t="t" r="r" b="b"/>
              <a:pathLst>
                <a:path w="3810" h="231139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10" h="231139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10" h="231139">
                  <a:moveTo>
                    <a:pt x="3810" y="222250"/>
                  </a:moveTo>
                  <a:lnTo>
                    <a:pt x="0" y="22225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22250"/>
                  </a:lnTo>
                  <a:close/>
                </a:path>
                <a:path w="3810" h="231139">
                  <a:moveTo>
                    <a:pt x="3810" y="218440"/>
                  </a:moveTo>
                  <a:lnTo>
                    <a:pt x="0" y="21844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18440"/>
                  </a:lnTo>
                  <a:close/>
                </a:path>
                <a:path w="3810" h="231139">
                  <a:moveTo>
                    <a:pt x="3810" y="215900"/>
                  </a:moveTo>
                  <a:lnTo>
                    <a:pt x="0" y="215900"/>
                  </a:lnTo>
                  <a:lnTo>
                    <a:pt x="0" y="218427"/>
                  </a:lnTo>
                  <a:lnTo>
                    <a:pt x="3810" y="218427"/>
                  </a:lnTo>
                  <a:lnTo>
                    <a:pt x="3810" y="215900"/>
                  </a:lnTo>
                  <a:close/>
                </a:path>
                <a:path w="3810" h="231139">
                  <a:moveTo>
                    <a:pt x="3810" y="15240"/>
                  </a:moveTo>
                  <a:lnTo>
                    <a:pt x="0" y="15240"/>
                  </a:lnTo>
                  <a:lnTo>
                    <a:pt x="0" y="215887"/>
                  </a:lnTo>
                  <a:lnTo>
                    <a:pt x="3810" y="215887"/>
                  </a:lnTo>
                  <a:lnTo>
                    <a:pt x="3810" y="15240"/>
                  </a:lnTo>
                  <a:close/>
                </a:path>
                <a:path w="3810" h="231139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10" h="231139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10" h="231139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10" h="231139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10" h="231139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1BD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5" name="object 1225"/>
            <p:cNvSpPr/>
            <p:nvPr/>
          </p:nvSpPr>
          <p:spPr>
            <a:xfrm>
              <a:off x="1917700" y="5316220"/>
              <a:ext cx="3810" cy="231140"/>
            </a:xfrm>
            <a:custGeom>
              <a:avLst/>
              <a:gdLst/>
              <a:ahLst/>
              <a:cxnLst/>
              <a:rect l="l" t="t" r="r" b="b"/>
              <a:pathLst>
                <a:path w="3810" h="231139">
                  <a:moveTo>
                    <a:pt x="254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10" h="231139">
                  <a:moveTo>
                    <a:pt x="381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2539"/>
                  </a:lnTo>
                  <a:close/>
                </a:path>
                <a:path w="3810" h="231139">
                  <a:moveTo>
                    <a:pt x="381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49"/>
                  </a:lnTo>
                  <a:close/>
                </a:path>
                <a:path w="3810" h="231139">
                  <a:moveTo>
                    <a:pt x="381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8889"/>
                  </a:lnTo>
                  <a:close/>
                </a:path>
                <a:path w="3810" h="231139">
                  <a:moveTo>
                    <a:pt x="381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2699"/>
                  </a:lnTo>
                  <a:close/>
                </a:path>
                <a:path w="3810" h="231139">
                  <a:moveTo>
                    <a:pt x="3810" y="15239"/>
                  </a:moveTo>
                  <a:lnTo>
                    <a:pt x="0" y="15239"/>
                  </a:lnTo>
                  <a:lnTo>
                    <a:pt x="0" y="215899"/>
                  </a:lnTo>
                  <a:lnTo>
                    <a:pt x="3810" y="215899"/>
                  </a:lnTo>
                  <a:lnTo>
                    <a:pt x="3810" y="15239"/>
                  </a:lnTo>
                  <a:close/>
                </a:path>
                <a:path w="3810" h="231139">
                  <a:moveTo>
                    <a:pt x="3810" y="215899"/>
                  </a:moveTo>
                  <a:lnTo>
                    <a:pt x="0" y="215899"/>
                  </a:lnTo>
                  <a:lnTo>
                    <a:pt x="0" y="218439"/>
                  </a:lnTo>
                  <a:lnTo>
                    <a:pt x="3810" y="218439"/>
                  </a:lnTo>
                  <a:lnTo>
                    <a:pt x="3810" y="215899"/>
                  </a:lnTo>
                  <a:close/>
                </a:path>
                <a:path w="3810" h="231139">
                  <a:moveTo>
                    <a:pt x="3810" y="218439"/>
                  </a:moveTo>
                  <a:lnTo>
                    <a:pt x="0" y="218439"/>
                  </a:lnTo>
                  <a:lnTo>
                    <a:pt x="0" y="222249"/>
                  </a:lnTo>
                  <a:lnTo>
                    <a:pt x="3810" y="222249"/>
                  </a:lnTo>
                  <a:lnTo>
                    <a:pt x="3810" y="218439"/>
                  </a:lnTo>
                  <a:close/>
                </a:path>
                <a:path w="3810" h="231139">
                  <a:moveTo>
                    <a:pt x="3810" y="222249"/>
                  </a:moveTo>
                  <a:lnTo>
                    <a:pt x="0" y="222249"/>
                  </a:lnTo>
                  <a:lnTo>
                    <a:pt x="0" y="224789"/>
                  </a:lnTo>
                  <a:lnTo>
                    <a:pt x="3810" y="224789"/>
                  </a:lnTo>
                  <a:lnTo>
                    <a:pt x="3810" y="222249"/>
                  </a:lnTo>
                  <a:close/>
                </a:path>
                <a:path w="3810" h="231139">
                  <a:moveTo>
                    <a:pt x="3810" y="224789"/>
                  </a:moveTo>
                  <a:lnTo>
                    <a:pt x="0" y="22478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4789"/>
                  </a:lnTo>
                  <a:close/>
                </a:path>
                <a:path w="3810" h="231139">
                  <a:moveTo>
                    <a:pt x="3810" y="228599"/>
                  </a:moveTo>
                  <a:lnTo>
                    <a:pt x="0" y="228599"/>
                  </a:lnTo>
                  <a:lnTo>
                    <a:pt x="0" y="231139"/>
                  </a:lnTo>
                  <a:lnTo>
                    <a:pt x="1269" y="231139"/>
                  </a:lnTo>
                  <a:lnTo>
                    <a:pt x="1269" y="229869"/>
                  </a:lnTo>
                  <a:lnTo>
                    <a:pt x="3810" y="229869"/>
                  </a:lnTo>
                  <a:lnTo>
                    <a:pt x="3810" y="228599"/>
                  </a:lnTo>
                  <a:close/>
                </a:path>
              </a:pathLst>
            </a:custGeom>
            <a:solidFill>
              <a:srgbClr val="B4BF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6" name="object 1226"/>
            <p:cNvSpPr/>
            <p:nvPr/>
          </p:nvSpPr>
          <p:spPr>
            <a:xfrm>
              <a:off x="1921510" y="5317489"/>
              <a:ext cx="3810" cy="228600"/>
            </a:xfrm>
            <a:custGeom>
              <a:avLst/>
              <a:gdLst/>
              <a:ahLst/>
              <a:cxnLst/>
              <a:rect l="l" t="t" r="r" b="b"/>
              <a:pathLst>
                <a:path w="3810" h="228600">
                  <a:moveTo>
                    <a:pt x="1270" y="227342"/>
                  </a:moveTo>
                  <a:lnTo>
                    <a:pt x="0" y="227342"/>
                  </a:lnTo>
                  <a:lnTo>
                    <a:pt x="0" y="228600"/>
                  </a:lnTo>
                  <a:lnTo>
                    <a:pt x="1270" y="228600"/>
                  </a:lnTo>
                  <a:lnTo>
                    <a:pt x="1270" y="227342"/>
                  </a:lnTo>
                  <a:close/>
                </a:path>
                <a:path w="3810" h="228600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10" h="228600">
                  <a:moveTo>
                    <a:pt x="3810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92"/>
                  </a:lnTo>
                  <a:close/>
                </a:path>
                <a:path w="3810" h="228600">
                  <a:moveTo>
                    <a:pt x="3810" y="217182"/>
                  </a:moveTo>
                  <a:lnTo>
                    <a:pt x="0" y="21718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7182"/>
                  </a:lnTo>
                  <a:close/>
                </a:path>
                <a:path w="3810" h="228600">
                  <a:moveTo>
                    <a:pt x="3810" y="214642"/>
                  </a:moveTo>
                  <a:lnTo>
                    <a:pt x="0" y="21464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214642"/>
                  </a:lnTo>
                  <a:close/>
                </a:path>
                <a:path w="3810" h="228600">
                  <a:moveTo>
                    <a:pt x="3810" y="13982"/>
                  </a:moveTo>
                  <a:lnTo>
                    <a:pt x="0" y="13982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13982"/>
                  </a:lnTo>
                  <a:close/>
                </a:path>
                <a:path w="3810" h="228600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10" h="22860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10" h="22860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10" h="22860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10" h="22860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6C1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7" name="object 1227"/>
            <p:cNvSpPr/>
            <p:nvPr/>
          </p:nvSpPr>
          <p:spPr>
            <a:xfrm>
              <a:off x="1925320" y="5318772"/>
              <a:ext cx="3810" cy="226060"/>
            </a:xfrm>
            <a:custGeom>
              <a:avLst/>
              <a:gdLst/>
              <a:ahLst/>
              <a:cxnLst/>
              <a:rect l="l" t="t" r="r" b="b"/>
              <a:pathLst>
                <a:path w="3810" h="226060">
                  <a:moveTo>
                    <a:pt x="381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22250"/>
                  </a:lnTo>
                  <a:close/>
                </a:path>
                <a:path w="3810" h="226060">
                  <a:moveTo>
                    <a:pt x="3810" y="219710"/>
                  </a:moveTo>
                  <a:lnTo>
                    <a:pt x="0" y="21971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19710"/>
                  </a:lnTo>
                  <a:close/>
                </a:path>
                <a:path w="3810" h="226060">
                  <a:moveTo>
                    <a:pt x="3810" y="215900"/>
                  </a:moveTo>
                  <a:lnTo>
                    <a:pt x="0" y="215900"/>
                  </a:lnTo>
                  <a:lnTo>
                    <a:pt x="0" y="219697"/>
                  </a:lnTo>
                  <a:lnTo>
                    <a:pt x="3810" y="219697"/>
                  </a:lnTo>
                  <a:lnTo>
                    <a:pt x="3810" y="215900"/>
                  </a:lnTo>
                  <a:close/>
                </a:path>
                <a:path w="3810" h="226060">
                  <a:moveTo>
                    <a:pt x="3810" y="213360"/>
                  </a:moveTo>
                  <a:lnTo>
                    <a:pt x="0" y="213360"/>
                  </a:lnTo>
                  <a:lnTo>
                    <a:pt x="0" y="215887"/>
                  </a:lnTo>
                  <a:lnTo>
                    <a:pt x="3810" y="215887"/>
                  </a:lnTo>
                  <a:lnTo>
                    <a:pt x="3810" y="213360"/>
                  </a:lnTo>
                  <a:close/>
                </a:path>
                <a:path w="3810" h="226060">
                  <a:moveTo>
                    <a:pt x="3810" y="12700"/>
                  </a:moveTo>
                  <a:lnTo>
                    <a:pt x="0" y="12700"/>
                  </a:lnTo>
                  <a:lnTo>
                    <a:pt x="0" y="213347"/>
                  </a:lnTo>
                  <a:lnTo>
                    <a:pt x="3810" y="213347"/>
                  </a:lnTo>
                  <a:lnTo>
                    <a:pt x="3810" y="12700"/>
                  </a:lnTo>
                  <a:close/>
                </a:path>
                <a:path w="3810" h="226060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26060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26060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26060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8" name="object 1228"/>
            <p:cNvSpPr/>
            <p:nvPr/>
          </p:nvSpPr>
          <p:spPr>
            <a:xfrm>
              <a:off x="1929130" y="5320030"/>
              <a:ext cx="2540" cy="223520"/>
            </a:xfrm>
            <a:custGeom>
              <a:avLst/>
              <a:gdLst/>
              <a:ahLst/>
              <a:cxnLst/>
              <a:rect l="l" t="t" r="r" b="b"/>
              <a:pathLst>
                <a:path w="2539" h="223520">
                  <a:moveTo>
                    <a:pt x="2540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2540" y="223520"/>
                  </a:lnTo>
                  <a:lnTo>
                    <a:pt x="2540" y="220992"/>
                  </a:lnTo>
                  <a:close/>
                </a:path>
                <a:path w="2539" h="223520">
                  <a:moveTo>
                    <a:pt x="2540" y="218452"/>
                  </a:moveTo>
                  <a:lnTo>
                    <a:pt x="0" y="218452"/>
                  </a:lnTo>
                  <a:lnTo>
                    <a:pt x="0" y="220980"/>
                  </a:lnTo>
                  <a:lnTo>
                    <a:pt x="2540" y="220980"/>
                  </a:lnTo>
                  <a:lnTo>
                    <a:pt x="2540" y="218452"/>
                  </a:lnTo>
                  <a:close/>
                </a:path>
                <a:path w="2539" h="223520">
                  <a:moveTo>
                    <a:pt x="2540" y="214642"/>
                  </a:moveTo>
                  <a:lnTo>
                    <a:pt x="0" y="214642"/>
                  </a:lnTo>
                  <a:lnTo>
                    <a:pt x="0" y="218440"/>
                  </a:lnTo>
                  <a:lnTo>
                    <a:pt x="2540" y="218440"/>
                  </a:lnTo>
                  <a:lnTo>
                    <a:pt x="2540" y="214642"/>
                  </a:lnTo>
                  <a:close/>
                </a:path>
                <a:path w="2539" h="223520">
                  <a:moveTo>
                    <a:pt x="2540" y="212102"/>
                  </a:moveTo>
                  <a:lnTo>
                    <a:pt x="0" y="212102"/>
                  </a:lnTo>
                  <a:lnTo>
                    <a:pt x="0" y="214630"/>
                  </a:lnTo>
                  <a:lnTo>
                    <a:pt x="2540" y="214630"/>
                  </a:lnTo>
                  <a:lnTo>
                    <a:pt x="2540" y="212102"/>
                  </a:lnTo>
                  <a:close/>
                </a:path>
                <a:path w="2539" h="223520">
                  <a:moveTo>
                    <a:pt x="2540" y="11442"/>
                  </a:moveTo>
                  <a:lnTo>
                    <a:pt x="0" y="11442"/>
                  </a:lnTo>
                  <a:lnTo>
                    <a:pt x="0" y="212090"/>
                  </a:lnTo>
                  <a:lnTo>
                    <a:pt x="2540" y="212090"/>
                  </a:lnTo>
                  <a:lnTo>
                    <a:pt x="2540" y="11442"/>
                  </a:lnTo>
                  <a:close/>
                </a:path>
                <a:path w="2539" h="223520">
                  <a:moveTo>
                    <a:pt x="254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8902"/>
                  </a:lnTo>
                  <a:close/>
                </a:path>
                <a:path w="2539" h="223520">
                  <a:moveTo>
                    <a:pt x="254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2540" y="8890"/>
                  </a:lnTo>
                  <a:lnTo>
                    <a:pt x="2540" y="5092"/>
                  </a:lnTo>
                  <a:close/>
                </a:path>
                <a:path w="2539" h="223520">
                  <a:moveTo>
                    <a:pt x="254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2552"/>
                  </a:lnTo>
                  <a:close/>
                </a:path>
                <a:path w="2539" h="223520">
                  <a:moveTo>
                    <a:pt x="254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540" y="254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BC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9" name="object 1229"/>
            <p:cNvSpPr/>
            <p:nvPr/>
          </p:nvSpPr>
          <p:spPr>
            <a:xfrm>
              <a:off x="1931669" y="5320030"/>
              <a:ext cx="3810" cy="222250"/>
            </a:xfrm>
            <a:custGeom>
              <a:avLst/>
              <a:gdLst/>
              <a:ahLst/>
              <a:cxnLst/>
              <a:rect l="l" t="t" r="r" b="b"/>
              <a:pathLst>
                <a:path w="3810" h="222250">
                  <a:moveTo>
                    <a:pt x="126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3810" h="222250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222250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10" h="222250">
                  <a:moveTo>
                    <a:pt x="381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890"/>
                  </a:lnTo>
                  <a:close/>
                </a:path>
                <a:path w="3810" h="222250">
                  <a:moveTo>
                    <a:pt x="3810" y="11430"/>
                  </a:moveTo>
                  <a:lnTo>
                    <a:pt x="0" y="11430"/>
                  </a:lnTo>
                  <a:lnTo>
                    <a:pt x="0" y="212090"/>
                  </a:lnTo>
                  <a:lnTo>
                    <a:pt x="3810" y="212090"/>
                  </a:lnTo>
                  <a:lnTo>
                    <a:pt x="3810" y="11430"/>
                  </a:lnTo>
                  <a:close/>
                </a:path>
                <a:path w="3810" h="222250">
                  <a:moveTo>
                    <a:pt x="3810" y="212090"/>
                  </a:moveTo>
                  <a:lnTo>
                    <a:pt x="0" y="212090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212090"/>
                  </a:lnTo>
                  <a:close/>
                </a:path>
                <a:path w="3810" h="222250">
                  <a:moveTo>
                    <a:pt x="3810" y="214630"/>
                  </a:moveTo>
                  <a:lnTo>
                    <a:pt x="0" y="214630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4630"/>
                  </a:lnTo>
                  <a:close/>
                </a:path>
                <a:path w="3810" h="222250">
                  <a:moveTo>
                    <a:pt x="3810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8440"/>
                  </a:lnTo>
                  <a:close/>
                </a:path>
                <a:path w="3810" h="222250">
                  <a:moveTo>
                    <a:pt x="3810" y="220980"/>
                  </a:moveTo>
                  <a:lnTo>
                    <a:pt x="0" y="220980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20980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0" name="object 1230"/>
            <p:cNvSpPr/>
            <p:nvPr/>
          </p:nvSpPr>
          <p:spPr>
            <a:xfrm>
              <a:off x="1935480" y="5322570"/>
              <a:ext cx="3810" cy="219710"/>
            </a:xfrm>
            <a:custGeom>
              <a:avLst/>
              <a:gdLst/>
              <a:ahLst/>
              <a:cxnLst/>
              <a:rect l="l" t="t" r="r" b="b"/>
              <a:pathLst>
                <a:path w="3810" h="219710">
                  <a:moveTo>
                    <a:pt x="126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3810" h="219710">
                  <a:moveTo>
                    <a:pt x="380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2539"/>
                  </a:lnTo>
                  <a:close/>
                </a:path>
                <a:path w="3810" h="219710">
                  <a:moveTo>
                    <a:pt x="380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49"/>
                  </a:lnTo>
                  <a:close/>
                </a:path>
                <a:path w="3810" h="219710">
                  <a:moveTo>
                    <a:pt x="3809" y="8889"/>
                  </a:moveTo>
                  <a:lnTo>
                    <a:pt x="0" y="8889"/>
                  </a:lnTo>
                  <a:lnTo>
                    <a:pt x="0" y="209549"/>
                  </a:lnTo>
                  <a:lnTo>
                    <a:pt x="3809" y="209549"/>
                  </a:lnTo>
                  <a:lnTo>
                    <a:pt x="3809" y="8889"/>
                  </a:lnTo>
                  <a:close/>
                </a:path>
                <a:path w="3810" h="219710">
                  <a:moveTo>
                    <a:pt x="3809" y="209549"/>
                  </a:moveTo>
                  <a:lnTo>
                    <a:pt x="0" y="209549"/>
                  </a:lnTo>
                  <a:lnTo>
                    <a:pt x="0" y="212089"/>
                  </a:lnTo>
                  <a:lnTo>
                    <a:pt x="3809" y="212089"/>
                  </a:lnTo>
                  <a:lnTo>
                    <a:pt x="3809" y="209549"/>
                  </a:lnTo>
                  <a:close/>
                </a:path>
                <a:path w="3810" h="219710">
                  <a:moveTo>
                    <a:pt x="3809" y="212089"/>
                  </a:moveTo>
                  <a:lnTo>
                    <a:pt x="0" y="212089"/>
                  </a:lnTo>
                  <a:lnTo>
                    <a:pt x="0" y="215899"/>
                  </a:lnTo>
                  <a:lnTo>
                    <a:pt x="3809" y="215899"/>
                  </a:lnTo>
                  <a:lnTo>
                    <a:pt x="3809" y="212089"/>
                  </a:lnTo>
                  <a:close/>
                </a:path>
                <a:path w="3810" h="219710">
                  <a:moveTo>
                    <a:pt x="3809" y="215899"/>
                  </a:moveTo>
                  <a:lnTo>
                    <a:pt x="0" y="215899"/>
                  </a:lnTo>
                  <a:lnTo>
                    <a:pt x="0" y="218439"/>
                  </a:lnTo>
                  <a:lnTo>
                    <a:pt x="3809" y="218439"/>
                  </a:lnTo>
                  <a:lnTo>
                    <a:pt x="3809" y="215899"/>
                  </a:lnTo>
                  <a:close/>
                </a:path>
                <a:path w="3810" h="219710">
                  <a:moveTo>
                    <a:pt x="1269" y="218439"/>
                  </a:moveTo>
                  <a:lnTo>
                    <a:pt x="0" y="218439"/>
                  </a:lnTo>
                  <a:lnTo>
                    <a:pt x="0" y="219709"/>
                  </a:lnTo>
                  <a:lnTo>
                    <a:pt x="1269" y="219709"/>
                  </a:lnTo>
                  <a:lnTo>
                    <a:pt x="1269" y="218439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1" name="object 1231"/>
            <p:cNvSpPr/>
            <p:nvPr/>
          </p:nvSpPr>
          <p:spPr>
            <a:xfrm>
              <a:off x="1939290" y="5323839"/>
              <a:ext cx="3810" cy="215900"/>
            </a:xfrm>
            <a:custGeom>
              <a:avLst/>
              <a:gdLst/>
              <a:ahLst/>
              <a:cxnLst/>
              <a:rect l="l" t="t" r="r" b="b"/>
              <a:pathLst>
                <a:path w="3810" h="215900">
                  <a:moveTo>
                    <a:pt x="12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3810" h="215900">
                  <a:moveTo>
                    <a:pt x="3810" y="214642"/>
                  </a:moveTo>
                  <a:lnTo>
                    <a:pt x="0" y="214642"/>
                  </a:lnTo>
                  <a:lnTo>
                    <a:pt x="0" y="215900"/>
                  </a:lnTo>
                  <a:lnTo>
                    <a:pt x="3810" y="215900"/>
                  </a:lnTo>
                  <a:lnTo>
                    <a:pt x="3810" y="214642"/>
                  </a:lnTo>
                  <a:close/>
                </a:path>
                <a:path w="3810" h="215900">
                  <a:moveTo>
                    <a:pt x="3810" y="210832"/>
                  </a:moveTo>
                  <a:lnTo>
                    <a:pt x="0" y="210832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210832"/>
                  </a:lnTo>
                  <a:close/>
                </a:path>
                <a:path w="3810" h="215900">
                  <a:moveTo>
                    <a:pt x="3810" y="208292"/>
                  </a:moveTo>
                  <a:lnTo>
                    <a:pt x="0" y="208292"/>
                  </a:lnTo>
                  <a:lnTo>
                    <a:pt x="0" y="210820"/>
                  </a:lnTo>
                  <a:lnTo>
                    <a:pt x="3810" y="210820"/>
                  </a:lnTo>
                  <a:lnTo>
                    <a:pt x="3810" y="208292"/>
                  </a:lnTo>
                  <a:close/>
                </a:path>
                <a:path w="3810" h="215900">
                  <a:moveTo>
                    <a:pt x="3810" y="7632"/>
                  </a:moveTo>
                  <a:lnTo>
                    <a:pt x="0" y="7632"/>
                  </a:lnTo>
                  <a:lnTo>
                    <a:pt x="0" y="208280"/>
                  </a:lnTo>
                  <a:lnTo>
                    <a:pt x="3810" y="208280"/>
                  </a:lnTo>
                  <a:lnTo>
                    <a:pt x="3810" y="7632"/>
                  </a:lnTo>
                  <a:close/>
                </a:path>
                <a:path w="3810" h="21590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10" h="21590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</a:pathLst>
            </a:custGeom>
            <a:solidFill>
              <a:srgbClr val="C4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2" name="object 1232"/>
            <p:cNvSpPr/>
            <p:nvPr/>
          </p:nvSpPr>
          <p:spPr>
            <a:xfrm>
              <a:off x="1943100" y="5326380"/>
              <a:ext cx="3810" cy="212090"/>
            </a:xfrm>
            <a:custGeom>
              <a:avLst/>
              <a:gdLst/>
              <a:ahLst/>
              <a:cxnLst/>
              <a:rect l="l" t="t" r="r" b="b"/>
              <a:pathLst>
                <a:path w="3810" h="212089">
                  <a:moveTo>
                    <a:pt x="253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1270"/>
                  </a:lnTo>
                  <a:lnTo>
                    <a:pt x="2539" y="1270"/>
                  </a:lnTo>
                  <a:lnTo>
                    <a:pt x="2539" y="0"/>
                  </a:lnTo>
                  <a:close/>
                </a:path>
                <a:path w="3810" h="212089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212089">
                  <a:moveTo>
                    <a:pt x="3810" y="5080"/>
                  </a:moveTo>
                  <a:lnTo>
                    <a:pt x="0" y="5080"/>
                  </a:lnTo>
                  <a:lnTo>
                    <a:pt x="0" y="205740"/>
                  </a:lnTo>
                  <a:lnTo>
                    <a:pt x="3810" y="205740"/>
                  </a:lnTo>
                  <a:lnTo>
                    <a:pt x="3810" y="5080"/>
                  </a:lnTo>
                  <a:close/>
                </a:path>
                <a:path w="3810" h="212089">
                  <a:moveTo>
                    <a:pt x="3810" y="205740"/>
                  </a:moveTo>
                  <a:lnTo>
                    <a:pt x="0" y="205740"/>
                  </a:lnTo>
                  <a:lnTo>
                    <a:pt x="0" y="208280"/>
                  </a:lnTo>
                  <a:lnTo>
                    <a:pt x="3810" y="208280"/>
                  </a:lnTo>
                  <a:lnTo>
                    <a:pt x="3810" y="205740"/>
                  </a:lnTo>
                  <a:close/>
                </a:path>
                <a:path w="3810" h="212089">
                  <a:moveTo>
                    <a:pt x="3810" y="208280"/>
                  </a:moveTo>
                  <a:lnTo>
                    <a:pt x="0" y="208280"/>
                  </a:lnTo>
                  <a:lnTo>
                    <a:pt x="0" y="212090"/>
                  </a:lnTo>
                  <a:lnTo>
                    <a:pt x="1269" y="212090"/>
                  </a:lnTo>
                  <a:lnTo>
                    <a:pt x="1269" y="210820"/>
                  </a:lnTo>
                  <a:lnTo>
                    <a:pt x="3810" y="210820"/>
                  </a:lnTo>
                  <a:lnTo>
                    <a:pt x="3810" y="208280"/>
                  </a:lnTo>
                  <a:close/>
                </a:path>
              </a:pathLst>
            </a:custGeom>
            <a:solidFill>
              <a:srgbClr val="C6CF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3" name="object 1233"/>
            <p:cNvSpPr/>
            <p:nvPr/>
          </p:nvSpPr>
          <p:spPr>
            <a:xfrm>
              <a:off x="1946910" y="5328919"/>
              <a:ext cx="3810" cy="207010"/>
            </a:xfrm>
            <a:custGeom>
              <a:avLst/>
              <a:gdLst/>
              <a:ahLst/>
              <a:cxnLst/>
              <a:rect l="l" t="t" r="r" b="b"/>
              <a:pathLst>
                <a:path w="3810" h="207010">
                  <a:moveTo>
                    <a:pt x="2540" y="205752"/>
                  </a:moveTo>
                  <a:lnTo>
                    <a:pt x="0" y="205752"/>
                  </a:lnTo>
                  <a:lnTo>
                    <a:pt x="0" y="207010"/>
                  </a:lnTo>
                  <a:lnTo>
                    <a:pt x="2540" y="207010"/>
                  </a:lnTo>
                  <a:lnTo>
                    <a:pt x="2540" y="205752"/>
                  </a:lnTo>
                  <a:close/>
                </a:path>
                <a:path w="3810" h="207010">
                  <a:moveTo>
                    <a:pt x="3810" y="203212"/>
                  </a:moveTo>
                  <a:lnTo>
                    <a:pt x="0" y="203212"/>
                  </a:lnTo>
                  <a:lnTo>
                    <a:pt x="0" y="205740"/>
                  </a:lnTo>
                  <a:lnTo>
                    <a:pt x="3810" y="205740"/>
                  </a:lnTo>
                  <a:lnTo>
                    <a:pt x="3810" y="203212"/>
                  </a:lnTo>
                  <a:close/>
                </a:path>
                <a:path w="3810" h="207010">
                  <a:moveTo>
                    <a:pt x="3810" y="2552"/>
                  </a:moveTo>
                  <a:lnTo>
                    <a:pt x="0" y="2552"/>
                  </a:lnTo>
                  <a:lnTo>
                    <a:pt x="0" y="203200"/>
                  </a:lnTo>
                  <a:lnTo>
                    <a:pt x="3810" y="203200"/>
                  </a:lnTo>
                  <a:lnTo>
                    <a:pt x="3810" y="2552"/>
                  </a:lnTo>
                  <a:close/>
                </a:path>
                <a:path w="3810" h="207010">
                  <a:moveTo>
                    <a:pt x="3810" y="1270"/>
                  </a:moveTo>
                  <a:lnTo>
                    <a:pt x="2540" y="1270"/>
                  </a:lnTo>
                  <a:lnTo>
                    <a:pt x="2540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1270"/>
                  </a:lnTo>
                  <a:close/>
                </a:path>
              </a:pathLst>
            </a:custGeom>
            <a:solidFill>
              <a:srgbClr val="C9D1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4" name="object 1234"/>
            <p:cNvSpPr/>
            <p:nvPr/>
          </p:nvSpPr>
          <p:spPr>
            <a:xfrm>
              <a:off x="1950720" y="5332730"/>
              <a:ext cx="2540" cy="200660"/>
            </a:xfrm>
            <a:custGeom>
              <a:avLst/>
              <a:gdLst/>
              <a:ahLst/>
              <a:cxnLst/>
              <a:rect l="l" t="t" r="r" b="b"/>
              <a:pathLst>
                <a:path w="2539" h="200660">
                  <a:moveTo>
                    <a:pt x="1270" y="199402"/>
                  </a:moveTo>
                  <a:lnTo>
                    <a:pt x="0" y="199402"/>
                  </a:lnTo>
                  <a:lnTo>
                    <a:pt x="0" y="200660"/>
                  </a:lnTo>
                  <a:lnTo>
                    <a:pt x="1270" y="200660"/>
                  </a:lnTo>
                  <a:lnTo>
                    <a:pt x="1270" y="199402"/>
                  </a:lnTo>
                  <a:close/>
                </a:path>
                <a:path w="2539" h="200660">
                  <a:moveTo>
                    <a:pt x="2540" y="1270"/>
                  </a:moveTo>
                  <a:lnTo>
                    <a:pt x="1270" y="127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198120"/>
                  </a:lnTo>
                  <a:lnTo>
                    <a:pt x="0" y="199390"/>
                  </a:lnTo>
                  <a:lnTo>
                    <a:pt x="1270" y="199390"/>
                  </a:lnTo>
                  <a:lnTo>
                    <a:pt x="1270" y="198120"/>
                  </a:lnTo>
                  <a:lnTo>
                    <a:pt x="2540" y="198120"/>
                  </a:lnTo>
                  <a:lnTo>
                    <a:pt x="2540" y="1270"/>
                  </a:lnTo>
                  <a:close/>
                </a:path>
              </a:pathLst>
            </a:custGeom>
            <a:solidFill>
              <a:srgbClr val="CCD3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5" name="object 1235"/>
            <p:cNvSpPr/>
            <p:nvPr/>
          </p:nvSpPr>
          <p:spPr>
            <a:xfrm>
              <a:off x="1953260" y="5334000"/>
              <a:ext cx="0" cy="196850"/>
            </a:xfrm>
            <a:custGeom>
              <a:avLst/>
              <a:gdLst/>
              <a:ahLst/>
              <a:cxnLst/>
              <a:rect l="l" t="t" r="r" b="b"/>
              <a:pathLst>
                <a:path h="196850">
                  <a:moveTo>
                    <a:pt x="0" y="0"/>
                  </a:moveTo>
                  <a:lnTo>
                    <a:pt x="0" y="1968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6" name="object 1236"/>
            <p:cNvSpPr/>
            <p:nvPr/>
          </p:nvSpPr>
          <p:spPr>
            <a:xfrm>
              <a:off x="1668780" y="5306059"/>
              <a:ext cx="284480" cy="251460"/>
            </a:xfrm>
            <a:custGeom>
              <a:avLst/>
              <a:gdLst/>
              <a:ahLst/>
              <a:cxnLst/>
              <a:rect l="l" t="t" r="r" b="b"/>
              <a:pathLst>
                <a:path w="284480" h="251460">
                  <a:moveTo>
                    <a:pt x="142239" y="0"/>
                  </a:moveTo>
                  <a:lnTo>
                    <a:pt x="86796" y="2440"/>
                  </a:lnTo>
                  <a:lnTo>
                    <a:pt x="41592" y="9048"/>
                  </a:lnTo>
                  <a:lnTo>
                    <a:pt x="11152" y="18752"/>
                  </a:lnTo>
                  <a:lnTo>
                    <a:pt x="0" y="30479"/>
                  </a:lnTo>
                  <a:lnTo>
                    <a:pt x="0" y="33436"/>
                  </a:lnTo>
                  <a:lnTo>
                    <a:pt x="0" y="54133"/>
                  </a:lnTo>
                  <a:lnTo>
                    <a:pt x="0" y="110311"/>
                  </a:lnTo>
                  <a:lnTo>
                    <a:pt x="0" y="219709"/>
                  </a:lnTo>
                  <a:lnTo>
                    <a:pt x="11152" y="232171"/>
                  </a:lnTo>
                  <a:lnTo>
                    <a:pt x="41592" y="242252"/>
                  </a:lnTo>
                  <a:lnTo>
                    <a:pt x="86796" y="248999"/>
                  </a:lnTo>
                  <a:lnTo>
                    <a:pt x="142239" y="251459"/>
                  </a:lnTo>
                  <a:lnTo>
                    <a:pt x="196611" y="248999"/>
                  </a:lnTo>
                  <a:lnTo>
                    <a:pt x="241934" y="242252"/>
                  </a:lnTo>
                  <a:lnTo>
                    <a:pt x="272970" y="232171"/>
                  </a:lnTo>
                  <a:lnTo>
                    <a:pt x="284480" y="219709"/>
                  </a:lnTo>
                  <a:lnTo>
                    <a:pt x="284480" y="216753"/>
                  </a:lnTo>
                  <a:lnTo>
                    <a:pt x="284480" y="196056"/>
                  </a:lnTo>
                  <a:lnTo>
                    <a:pt x="284480" y="139878"/>
                  </a:lnTo>
                  <a:lnTo>
                    <a:pt x="284480" y="30479"/>
                  </a:lnTo>
                  <a:lnTo>
                    <a:pt x="272970" y="18752"/>
                  </a:lnTo>
                  <a:lnTo>
                    <a:pt x="241935" y="9048"/>
                  </a:lnTo>
                  <a:lnTo>
                    <a:pt x="196611" y="2440"/>
                  </a:lnTo>
                  <a:lnTo>
                    <a:pt x="142239" y="0"/>
                  </a:lnTo>
                  <a:close/>
                </a:path>
              </a:pathLst>
            </a:custGeom>
            <a:ln w="646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7" name="object 1237"/>
            <p:cNvSpPr/>
            <p:nvPr/>
          </p:nvSpPr>
          <p:spPr>
            <a:xfrm>
              <a:off x="1668780" y="5331459"/>
              <a:ext cx="2540" cy="11430"/>
            </a:xfrm>
            <a:custGeom>
              <a:avLst/>
              <a:gdLst/>
              <a:ahLst/>
              <a:cxnLst/>
              <a:rect l="l" t="t" r="r" b="b"/>
              <a:pathLst>
                <a:path w="2539" h="11429">
                  <a:moveTo>
                    <a:pt x="2539" y="0"/>
                  </a:moveTo>
                  <a:lnTo>
                    <a:pt x="1269" y="0"/>
                  </a:lnTo>
                  <a:lnTo>
                    <a:pt x="1269" y="2539"/>
                  </a:lnTo>
                  <a:lnTo>
                    <a:pt x="0" y="2539"/>
                  </a:lnTo>
                  <a:lnTo>
                    <a:pt x="0" y="10159"/>
                  </a:lnTo>
                  <a:lnTo>
                    <a:pt x="2539" y="10159"/>
                  </a:lnTo>
                  <a:lnTo>
                    <a:pt x="2539" y="0"/>
                  </a:lnTo>
                  <a:close/>
                </a:path>
                <a:path w="2539" h="11429">
                  <a:moveTo>
                    <a:pt x="2539" y="10159"/>
                  </a:moveTo>
                  <a:lnTo>
                    <a:pt x="1269" y="10159"/>
                  </a:lnTo>
                  <a:lnTo>
                    <a:pt x="1269" y="11429"/>
                  </a:lnTo>
                  <a:lnTo>
                    <a:pt x="2539" y="11429"/>
                  </a:lnTo>
                  <a:lnTo>
                    <a:pt x="2539" y="10159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8" name="object 1238"/>
            <p:cNvSpPr/>
            <p:nvPr/>
          </p:nvSpPr>
          <p:spPr>
            <a:xfrm>
              <a:off x="1671319" y="5328920"/>
              <a:ext cx="3810" cy="17780"/>
            </a:xfrm>
            <a:custGeom>
              <a:avLst/>
              <a:gdLst/>
              <a:ahLst/>
              <a:cxnLst/>
              <a:rect l="l" t="t" r="r" b="b"/>
              <a:pathLst>
                <a:path w="3810" h="17779">
                  <a:moveTo>
                    <a:pt x="3810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17779">
                  <a:moveTo>
                    <a:pt x="3810" y="2539"/>
                  </a:moveTo>
                  <a:lnTo>
                    <a:pt x="0" y="253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2539"/>
                  </a:lnTo>
                  <a:close/>
                </a:path>
                <a:path w="3810" h="17779">
                  <a:moveTo>
                    <a:pt x="381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2699"/>
                  </a:lnTo>
                  <a:close/>
                </a:path>
                <a:path w="3810" h="17779">
                  <a:moveTo>
                    <a:pt x="3810" y="15239"/>
                  </a:moveTo>
                  <a:lnTo>
                    <a:pt x="1269" y="15239"/>
                  </a:lnTo>
                  <a:lnTo>
                    <a:pt x="1269" y="17779"/>
                  </a:lnTo>
                  <a:lnTo>
                    <a:pt x="3810" y="17779"/>
                  </a:lnTo>
                  <a:lnTo>
                    <a:pt x="3810" y="15239"/>
                  </a:lnTo>
                  <a:close/>
                </a:path>
              </a:pathLst>
            </a:custGeom>
            <a:solidFill>
              <a:srgbClr val="CED5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9" name="object 1239"/>
            <p:cNvSpPr/>
            <p:nvPr/>
          </p:nvSpPr>
          <p:spPr>
            <a:xfrm>
              <a:off x="1675130" y="5326380"/>
              <a:ext cx="3810" cy="22860"/>
            </a:xfrm>
            <a:custGeom>
              <a:avLst/>
              <a:gdLst/>
              <a:ahLst/>
              <a:cxnLst/>
              <a:rect l="l" t="t" r="r" b="b"/>
              <a:pathLst>
                <a:path w="3810" h="22860">
                  <a:moveTo>
                    <a:pt x="3809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09" y="2540"/>
                  </a:lnTo>
                  <a:lnTo>
                    <a:pt x="3809" y="0"/>
                  </a:lnTo>
                  <a:close/>
                </a:path>
                <a:path w="3810" h="22860">
                  <a:moveTo>
                    <a:pt x="380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2540"/>
                  </a:lnTo>
                  <a:close/>
                </a:path>
                <a:path w="3810" h="22860">
                  <a:moveTo>
                    <a:pt x="3809" y="5080"/>
                  </a:moveTo>
                  <a:lnTo>
                    <a:pt x="0" y="5080"/>
                  </a:lnTo>
                  <a:lnTo>
                    <a:pt x="0" y="15240"/>
                  </a:lnTo>
                  <a:lnTo>
                    <a:pt x="3809" y="15240"/>
                  </a:lnTo>
                  <a:lnTo>
                    <a:pt x="3809" y="5080"/>
                  </a:lnTo>
                  <a:close/>
                </a:path>
                <a:path w="3810" h="22860">
                  <a:moveTo>
                    <a:pt x="3809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5240"/>
                  </a:lnTo>
                  <a:close/>
                </a:path>
                <a:path w="3810" h="22860">
                  <a:moveTo>
                    <a:pt x="3809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09" y="21590"/>
                  </a:lnTo>
                  <a:lnTo>
                    <a:pt x="3809" y="17780"/>
                  </a:lnTo>
                  <a:close/>
                </a:path>
                <a:path w="3810" h="22860">
                  <a:moveTo>
                    <a:pt x="3809" y="21590"/>
                  </a:moveTo>
                  <a:lnTo>
                    <a:pt x="1269" y="21590"/>
                  </a:lnTo>
                  <a:lnTo>
                    <a:pt x="1269" y="22860"/>
                  </a:lnTo>
                  <a:lnTo>
                    <a:pt x="3809" y="22860"/>
                  </a:lnTo>
                  <a:lnTo>
                    <a:pt x="3809" y="21590"/>
                  </a:lnTo>
                  <a:close/>
                </a:path>
              </a:pathLst>
            </a:custGeom>
            <a:solidFill>
              <a:srgbClr val="CCD3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0" name="object 1240"/>
            <p:cNvSpPr/>
            <p:nvPr/>
          </p:nvSpPr>
          <p:spPr>
            <a:xfrm>
              <a:off x="1678939" y="5325109"/>
              <a:ext cx="2540" cy="25400"/>
            </a:xfrm>
            <a:custGeom>
              <a:avLst/>
              <a:gdLst/>
              <a:ahLst/>
              <a:cxnLst/>
              <a:rect l="l" t="t" r="r" b="b"/>
              <a:pathLst>
                <a:path w="2539" h="25400">
                  <a:moveTo>
                    <a:pt x="254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2540" y="3809"/>
                  </a:lnTo>
                  <a:lnTo>
                    <a:pt x="2540" y="0"/>
                  </a:lnTo>
                  <a:close/>
                </a:path>
                <a:path w="2539" h="25400">
                  <a:moveTo>
                    <a:pt x="254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2540" y="6349"/>
                  </a:lnTo>
                  <a:lnTo>
                    <a:pt x="2540" y="3809"/>
                  </a:lnTo>
                  <a:close/>
                </a:path>
                <a:path w="2539" h="25400">
                  <a:moveTo>
                    <a:pt x="2540" y="6350"/>
                  </a:moveTo>
                  <a:lnTo>
                    <a:pt x="0" y="6350"/>
                  </a:lnTo>
                  <a:lnTo>
                    <a:pt x="0" y="16509"/>
                  </a:lnTo>
                  <a:lnTo>
                    <a:pt x="2540" y="16509"/>
                  </a:lnTo>
                  <a:lnTo>
                    <a:pt x="2540" y="6350"/>
                  </a:lnTo>
                  <a:close/>
                </a:path>
                <a:path w="2539" h="25400">
                  <a:moveTo>
                    <a:pt x="254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2540" y="19049"/>
                  </a:lnTo>
                  <a:lnTo>
                    <a:pt x="2540" y="16509"/>
                  </a:lnTo>
                  <a:close/>
                </a:path>
                <a:path w="2539" h="25400">
                  <a:moveTo>
                    <a:pt x="254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2540" y="22859"/>
                  </a:lnTo>
                  <a:lnTo>
                    <a:pt x="2540" y="19050"/>
                  </a:lnTo>
                  <a:close/>
                </a:path>
                <a:path w="2539" h="25400">
                  <a:moveTo>
                    <a:pt x="2540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2540" y="25399"/>
                  </a:lnTo>
                  <a:lnTo>
                    <a:pt x="2540" y="22859"/>
                  </a:lnTo>
                  <a:close/>
                </a:path>
              </a:pathLst>
            </a:custGeom>
            <a:solidFill>
              <a:srgbClr val="C9D1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1" name="object 1241"/>
            <p:cNvSpPr/>
            <p:nvPr/>
          </p:nvSpPr>
          <p:spPr>
            <a:xfrm>
              <a:off x="1681480" y="5323839"/>
              <a:ext cx="3810" cy="27940"/>
            </a:xfrm>
            <a:custGeom>
              <a:avLst/>
              <a:gdLst/>
              <a:ahLst/>
              <a:cxnLst/>
              <a:rect l="l" t="t" r="r" b="b"/>
              <a:pathLst>
                <a:path w="3810" h="27939">
                  <a:moveTo>
                    <a:pt x="3809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3809" y="1270"/>
                  </a:lnTo>
                  <a:lnTo>
                    <a:pt x="3809" y="0"/>
                  </a:lnTo>
                  <a:close/>
                </a:path>
                <a:path w="3810" h="27939">
                  <a:moveTo>
                    <a:pt x="380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1270"/>
                  </a:lnTo>
                  <a:close/>
                </a:path>
                <a:path w="3810" h="27939">
                  <a:moveTo>
                    <a:pt x="380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09" y="7620"/>
                  </a:lnTo>
                  <a:lnTo>
                    <a:pt x="3809" y="5080"/>
                  </a:lnTo>
                  <a:close/>
                </a:path>
                <a:path w="3810" h="27939">
                  <a:moveTo>
                    <a:pt x="3809" y="7620"/>
                  </a:moveTo>
                  <a:lnTo>
                    <a:pt x="0" y="762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7620"/>
                  </a:lnTo>
                  <a:close/>
                </a:path>
                <a:path w="3810" h="27939">
                  <a:moveTo>
                    <a:pt x="3809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09" y="20320"/>
                  </a:lnTo>
                  <a:lnTo>
                    <a:pt x="3809" y="17780"/>
                  </a:lnTo>
                  <a:close/>
                </a:path>
                <a:path w="3810" h="27939">
                  <a:moveTo>
                    <a:pt x="3809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3809" y="24130"/>
                  </a:lnTo>
                  <a:lnTo>
                    <a:pt x="3809" y="20320"/>
                  </a:lnTo>
                  <a:close/>
                </a:path>
                <a:path w="3810" h="27939">
                  <a:moveTo>
                    <a:pt x="3809" y="24130"/>
                  </a:moveTo>
                  <a:lnTo>
                    <a:pt x="0" y="24130"/>
                  </a:lnTo>
                  <a:lnTo>
                    <a:pt x="0" y="26670"/>
                  </a:lnTo>
                  <a:lnTo>
                    <a:pt x="3809" y="26670"/>
                  </a:lnTo>
                  <a:lnTo>
                    <a:pt x="3809" y="24130"/>
                  </a:lnTo>
                  <a:close/>
                </a:path>
                <a:path w="3810" h="27939">
                  <a:moveTo>
                    <a:pt x="3809" y="26670"/>
                  </a:moveTo>
                  <a:lnTo>
                    <a:pt x="0" y="26670"/>
                  </a:lnTo>
                  <a:lnTo>
                    <a:pt x="0" y="27940"/>
                  </a:lnTo>
                  <a:lnTo>
                    <a:pt x="3809" y="27940"/>
                  </a:lnTo>
                  <a:lnTo>
                    <a:pt x="3809" y="26670"/>
                  </a:lnTo>
                  <a:close/>
                </a:path>
              </a:pathLst>
            </a:custGeom>
            <a:solidFill>
              <a:srgbClr val="C6CF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2" name="object 1242"/>
            <p:cNvSpPr/>
            <p:nvPr/>
          </p:nvSpPr>
          <p:spPr>
            <a:xfrm>
              <a:off x="1685289" y="5322570"/>
              <a:ext cx="3810" cy="31750"/>
            </a:xfrm>
            <a:custGeom>
              <a:avLst/>
              <a:gdLst/>
              <a:ahLst/>
              <a:cxnLst/>
              <a:rect l="l" t="t" r="r" b="b"/>
              <a:pathLst>
                <a:path w="3810" h="31750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31750">
                  <a:moveTo>
                    <a:pt x="381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2539"/>
                  </a:lnTo>
                  <a:close/>
                </a:path>
                <a:path w="3810" h="31750">
                  <a:moveTo>
                    <a:pt x="381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49"/>
                  </a:lnTo>
                  <a:close/>
                </a:path>
                <a:path w="3810" h="31750">
                  <a:moveTo>
                    <a:pt x="3810" y="8889"/>
                  </a:moveTo>
                  <a:lnTo>
                    <a:pt x="0" y="888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8889"/>
                  </a:lnTo>
                  <a:close/>
                </a:path>
                <a:path w="3810" h="31750">
                  <a:moveTo>
                    <a:pt x="3810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9049"/>
                  </a:lnTo>
                  <a:close/>
                </a:path>
                <a:path w="3810" h="31750">
                  <a:moveTo>
                    <a:pt x="3810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21589"/>
                  </a:lnTo>
                  <a:close/>
                </a:path>
                <a:path w="3810" h="31750">
                  <a:moveTo>
                    <a:pt x="3810" y="25399"/>
                  </a:moveTo>
                  <a:lnTo>
                    <a:pt x="0" y="25399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5399"/>
                  </a:lnTo>
                  <a:close/>
                </a:path>
                <a:path w="3810" h="31750">
                  <a:moveTo>
                    <a:pt x="3810" y="27939"/>
                  </a:moveTo>
                  <a:lnTo>
                    <a:pt x="0" y="27939"/>
                  </a:lnTo>
                  <a:lnTo>
                    <a:pt x="0" y="30479"/>
                  </a:lnTo>
                  <a:lnTo>
                    <a:pt x="2540" y="30479"/>
                  </a:lnTo>
                  <a:lnTo>
                    <a:pt x="2540" y="31749"/>
                  </a:lnTo>
                  <a:lnTo>
                    <a:pt x="3810" y="31749"/>
                  </a:lnTo>
                  <a:lnTo>
                    <a:pt x="3810" y="27939"/>
                  </a:lnTo>
                  <a:close/>
                </a:path>
              </a:pathLst>
            </a:custGeom>
            <a:solidFill>
              <a:srgbClr val="C3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3" name="object 1243"/>
            <p:cNvSpPr/>
            <p:nvPr/>
          </p:nvSpPr>
          <p:spPr>
            <a:xfrm>
              <a:off x="1689100" y="5320030"/>
              <a:ext cx="3810" cy="34290"/>
            </a:xfrm>
            <a:custGeom>
              <a:avLst/>
              <a:gdLst/>
              <a:ahLst/>
              <a:cxnLst/>
              <a:rect l="l" t="t" r="r" b="b"/>
              <a:pathLst>
                <a:path w="3810" h="34289">
                  <a:moveTo>
                    <a:pt x="3810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  <a:path w="3810" h="34289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34289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10" h="34289">
                  <a:moveTo>
                    <a:pt x="381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890"/>
                  </a:lnTo>
                  <a:close/>
                </a:path>
                <a:path w="3810" h="34289">
                  <a:moveTo>
                    <a:pt x="3810" y="11430"/>
                  </a:moveTo>
                  <a:lnTo>
                    <a:pt x="0" y="1143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1430"/>
                  </a:lnTo>
                  <a:close/>
                </a:path>
                <a:path w="3810" h="34289">
                  <a:moveTo>
                    <a:pt x="3810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1590"/>
                  </a:lnTo>
                  <a:close/>
                </a:path>
                <a:path w="3810" h="34289">
                  <a:moveTo>
                    <a:pt x="3810" y="24130"/>
                  </a:moveTo>
                  <a:lnTo>
                    <a:pt x="0" y="24130"/>
                  </a:lnTo>
                  <a:lnTo>
                    <a:pt x="0" y="27940"/>
                  </a:lnTo>
                  <a:lnTo>
                    <a:pt x="3810" y="27940"/>
                  </a:lnTo>
                  <a:lnTo>
                    <a:pt x="3810" y="24130"/>
                  </a:lnTo>
                  <a:close/>
                </a:path>
                <a:path w="3810" h="34289">
                  <a:moveTo>
                    <a:pt x="3810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27940"/>
                  </a:lnTo>
                  <a:close/>
                </a:path>
                <a:path w="3810" h="34289">
                  <a:moveTo>
                    <a:pt x="3810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3810" y="34290"/>
                  </a:lnTo>
                  <a:lnTo>
                    <a:pt x="3810" y="30480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4" name="object 1244"/>
            <p:cNvSpPr/>
            <p:nvPr/>
          </p:nvSpPr>
          <p:spPr>
            <a:xfrm>
              <a:off x="1692910" y="5318759"/>
              <a:ext cx="3810" cy="38100"/>
            </a:xfrm>
            <a:custGeom>
              <a:avLst/>
              <a:gdLst/>
              <a:ahLst/>
              <a:cxnLst/>
              <a:rect l="l" t="t" r="r" b="b"/>
              <a:pathLst>
                <a:path w="3810" h="38100">
                  <a:moveTo>
                    <a:pt x="380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0"/>
                  </a:lnTo>
                  <a:close/>
                </a:path>
                <a:path w="3810" h="38100">
                  <a:moveTo>
                    <a:pt x="380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3809"/>
                  </a:lnTo>
                  <a:close/>
                </a:path>
                <a:path w="3810" h="38100">
                  <a:moveTo>
                    <a:pt x="380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6350"/>
                  </a:lnTo>
                  <a:close/>
                </a:path>
                <a:path w="3810" h="38100">
                  <a:moveTo>
                    <a:pt x="380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10159"/>
                  </a:lnTo>
                  <a:close/>
                </a:path>
                <a:path w="3810" h="38100">
                  <a:moveTo>
                    <a:pt x="3809" y="12700"/>
                  </a:moveTo>
                  <a:lnTo>
                    <a:pt x="0" y="12700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12700"/>
                  </a:lnTo>
                  <a:close/>
                </a:path>
                <a:path w="3810" h="38100">
                  <a:moveTo>
                    <a:pt x="3809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2859"/>
                  </a:lnTo>
                  <a:close/>
                </a:path>
                <a:path w="3810" h="38100">
                  <a:moveTo>
                    <a:pt x="3809" y="25400"/>
                  </a:moveTo>
                  <a:lnTo>
                    <a:pt x="0" y="25400"/>
                  </a:lnTo>
                  <a:lnTo>
                    <a:pt x="0" y="29209"/>
                  </a:lnTo>
                  <a:lnTo>
                    <a:pt x="3809" y="29209"/>
                  </a:lnTo>
                  <a:lnTo>
                    <a:pt x="3809" y="25400"/>
                  </a:lnTo>
                  <a:close/>
                </a:path>
                <a:path w="3810" h="38100">
                  <a:moveTo>
                    <a:pt x="3809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9209"/>
                  </a:lnTo>
                  <a:close/>
                </a:path>
                <a:path w="3810" h="38100">
                  <a:moveTo>
                    <a:pt x="3809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31750"/>
                  </a:lnTo>
                  <a:close/>
                </a:path>
                <a:path w="3810" h="38100">
                  <a:moveTo>
                    <a:pt x="3809" y="35559"/>
                  </a:moveTo>
                  <a:lnTo>
                    <a:pt x="0" y="35559"/>
                  </a:lnTo>
                  <a:lnTo>
                    <a:pt x="0" y="36829"/>
                  </a:lnTo>
                  <a:lnTo>
                    <a:pt x="2539" y="36829"/>
                  </a:lnTo>
                  <a:lnTo>
                    <a:pt x="2539" y="38099"/>
                  </a:lnTo>
                  <a:lnTo>
                    <a:pt x="3809" y="38099"/>
                  </a:lnTo>
                  <a:lnTo>
                    <a:pt x="3809" y="35559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5" name="object 1245"/>
            <p:cNvSpPr/>
            <p:nvPr/>
          </p:nvSpPr>
          <p:spPr>
            <a:xfrm>
              <a:off x="1696719" y="5318759"/>
              <a:ext cx="3810" cy="38100"/>
            </a:xfrm>
            <a:custGeom>
              <a:avLst/>
              <a:gdLst/>
              <a:ahLst/>
              <a:cxnLst/>
              <a:rect l="l" t="t" r="r" b="b"/>
              <a:pathLst>
                <a:path w="3810" h="38100">
                  <a:moveTo>
                    <a:pt x="38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0"/>
                  </a:lnTo>
                  <a:close/>
                </a:path>
                <a:path w="3810" h="38100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10" h="38100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10" h="38100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10" h="38100">
                  <a:moveTo>
                    <a:pt x="3810" y="12700"/>
                  </a:moveTo>
                  <a:lnTo>
                    <a:pt x="0" y="1270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2700"/>
                  </a:lnTo>
                  <a:close/>
                </a:path>
                <a:path w="3810" h="38100">
                  <a:moveTo>
                    <a:pt x="3810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22859"/>
                  </a:lnTo>
                  <a:close/>
                </a:path>
                <a:path w="3810" h="38100">
                  <a:moveTo>
                    <a:pt x="3810" y="25400"/>
                  </a:moveTo>
                  <a:lnTo>
                    <a:pt x="0" y="25400"/>
                  </a:lnTo>
                  <a:lnTo>
                    <a:pt x="0" y="29209"/>
                  </a:lnTo>
                  <a:lnTo>
                    <a:pt x="3810" y="29209"/>
                  </a:lnTo>
                  <a:lnTo>
                    <a:pt x="3810" y="25400"/>
                  </a:lnTo>
                  <a:close/>
                </a:path>
                <a:path w="3810" h="38100">
                  <a:moveTo>
                    <a:pt x="3810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9209"/>
                  </a:lnTo>
                  <a:close/>
                </a:path>
                <a:path w="3810" h="38100">
                  <a:moveTo>
                    <a:pt x="3810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31750"/>
                  </a:lnTo>
                  <a:close/>
                </a:path>
                <a:path w="3810" h="38100">
                  <a:moveTo>
                    <a:pt x="381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5559"/>
                  </a:lnTo>
                  <a:close/>
                </a:path>
              </a:pathLst>
            </a:custGeom>
            <a:solidFill>
              <a:srgbClr val="BB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6" name="object 1246"/>
            <p:cNvSpPr/>
            <p:nvPr/>
          </p:nvSpPr>
          <p:spPr>
            <a:xfrm>
              <a:off x="1700530" y="5317489"/>
              <a:ext cx="2540" cy="40640"/>
            </a:xfrm>
            <a:custGeom>
              <a:avLst/>
              <a:gdLst/>
              <a:ahLst/>
              <a:cxnLst/>
              <a:rect l="l" t="t" r="r" b="b"/>
              <a:pathLst>
                <a:path w="2539" h="40639">
                  <a:moveTo>
                    <a:pt x="2539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2539" y="1270"/>
                  </a:lnTo>
                  <a:lnTo>
                    <a:pt x="2539" y="0"/>
                  </a:lnTo>
                  <a:close/>
                </a:path>
                <a:path w="2539" h="40639">
                  <a:moveTo>
                    <a:pt x="253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2539" y="5080"/>
                  </a:lnTo>
                  <a:lnTo>
                    <a:pt x="2539" y="1270"/>
                  </a:lnTo>
                  <a:close/>
                </a:path>
                <a:path w="2539" h="40639">
                  <a:moveTo>
                    <a:pt x="253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2539" y="7620"/>
                  </a:lnTo>
                  <a:lnTo>
                    <a:pt x="2539" y="5080"/>
                  </a:lnTo>
                  <a:close/>
                </a:path>
                <a:path w="2539" h="40639">
                  <a:moveTo>
                    <a:pt x="253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2539" y="11430"/>
                  </a:lnTo>
                  <a:lnTo>
                    <a:pt x="2539" y="7620"/>
                  </a:lnTo>
                  <a:close/>
                </a:path>
                <a:path w="2539" h="40639">
                  <a:moveTo>
                    <a:pt x="2539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2539" y="13970"/>
                  </a:lnTo>
                  <a:lnTo>
                    <a:pt x="2539" y="11430"/>
                  </a:lnTo>
                  <a:close/>
                </a:path>
                <a:path w="2539" h="40639">
                  <a:moveTo>
                    <a:pt x="2539" y="13970"/>
                  </a:moveTo>
                  <a:lnTo>
                    <a:pt x="0" y="13970"/>
                  </a:lnTo>
                  <a:lnTo>
                    <a:pt x="0" y="24130"/>
                  </a:lnTo>
                  <a:lnTo>
                    <a:pt x="2539" y="24130"/>
                  </a:lnTo>
                  <a:lnTo>
                    <a:pt x="2539" y="13970"/>
                  </a:lnTo>
                  <a:close/>
                </a:path>
                <a:path w="2539" h="40639">
                  <a:moveTo>
                    <a:pt x="2539" y="24130"/>
                  </a:moveTo>
                  <a:lnTo>
                    <a:pt x="0" y="24130"/>
                  </a:lnTo>
                  <a:lnTo>
                    <a:pt x="0" y="26670"/>
                  </a:lnTo>
                  <a:lnTo>
                    <a:pt x="2539" y="26670"/>
                  </a:lnTo>
                  <a:lnTo>
                    <a:pt x="2539" y="24130"/>
                  </a:lnTo>
                  <a:close/>
                </a:path>
                <a:path w="2539" h="40639">
                  <a:moveTo>
                    <a:pt x="2539" y="26670"/>
                  </a:moveTo>
                  <a:lnTo>
                    <a:pt x="0" y="26670"/>
                  </a:lnTo>
                  <a:lnTo>
                    <a:pt x="0" y="30480"/>
                  </a:lnTo>
                  <a:lnTo>
                    <a:pt x="2539" y="30480"/>
                  </a:lnTo>
                  <a:lnTo>
                    <a:pt x="2539" y="26670"/>
                  </a:lnTo>
                  <a:close/>
                </a:path>
                <a:path w="2539" h="40639">
                  <a:moveTo>
                    <a:pt x="2539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2539" y="33020"/>
                  </a:lnTo>
                  <a:lnTo>
                    <a:pt x="2539" y="30480"/>
                  </a:lnTo>
                  <a:close/>
                </a:path>
                <a:path w="2539" h="40639">
                  <a:moveTo>
                    <a:pt x="2539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2539" y="36830"/>
                  </a:lnTo>
                  <a:lnTo>
                    <a:pt x="2539" y="33020"/>
                  </a:lnTo>
                  <a:close/>
                </a:path>
                <a:path w="2539" h="40639">
                  <a:moveTo>
                    <a:pt x="2539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2539" y="39370"/>
                  </a:lnTo>
                  <a:lnTo>
                    <a:pt x="2539" y="36830"/>
                  </a:lnTo>
                  <a:close/>
                </a:path>
                <a:path w="2539" h="40639">
                  <a:moveTo>
                    <a:pt x="2539" y="39370"/>
                  </a:moveTo>
                  <a:lnTo>
                    <a:pt x="0" y="39370"/>
                  </a:lnTo>
                  <a:lnTo>
                    <a:pt x="0" y="40640"/>
                  </a:lnTo>
                  <a:lnTo>
                    <a:pt x="2539" y="40640"/>
                  </a:lnTo>
                  <a:lnTo>
                    <a:pt x="2539" y="39370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7" name="object 1247"/>
            <p:cNvSpPr/>
            <p:nvPr/>
          </p:nvSpPr>
          <p:spPr>
            <a:xfrm>
              <a:off x="1703069" y="531748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  <a:path w="3810" h="41910">
                  <a:moveTo>
                    <a:pt x="381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70"/>
                  </a:lnTo>
                  <a:close/>
                </a:path>
                <a:path w="3810" h="41910">
                  <a:moveTo>
                    <a:pt x="3810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80"/>
                  </a:lnTo>
                  <a:close/>
                </a:path>
                <a:path w="3810" h="41910">
                  <a:moveTo>
                    <a:pt x="3810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20"/>
                  </a:lnTo>
                  <a:close/>
                </a:path>
                <a:path w="3810" h="41910">
                  <a:moveTo>
                    <a:pt x="3810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30"/>
                  </a:lnTo>
                  <a:close/>
                </a:path>
                <a:path w="3810" h="41910">
                  <a:moveTo>
                    <a:pt x="3810" y="13970"/>
                  </a:moveTo>
                  <a:lnTo>
                    <a:pt x="0" y="1397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3970"/>
                  </a:lnTo>
                  <a:close/>
                </a:path>
                <a:path w="3810" h="41910">
                  <a:moveTo>
                    <a:pt x="3810" y="24130"/>
                  </a:moveTo>
                  <a:lnTo>
                    <a:pt x="0" y="24130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4130"/>
                  </a:lnTo>
                  <a:close/>
                </a:path>
                <a:path w="3810" h="41910">
                  <a:moveTo>
                    <a:pt x="3810" y="26670"/>
                  </a:moveTo>
                  <a:lnTo>
                    <a:pt x="0" y="2667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26670"/>
                  </a:lnTo>
                  <a:close/>
                </a:path>
                <a:path w="3810" h="41910">
                  <a:moveTo>
                    <a:pt x="3810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3810" y="33020"/>
                  </a:lnTo>
                  <a:lnTo>
                    <a:pt x="3810" y="30480"/>
                  </a:lnTo>
                  <a:close/>
                </a:path>
                <a:path w="3810" h="41910">
                  <a:moveTo>
                    <a:pt x="3810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3020"/>
                  </a:lnTo>
                  <a:close/>
                </a:path>
                <a:path w="3810" h="41910">
                  <a:moveTo>
                    <a:pt x="3810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10" y="39370"/>
                  </a:lnTo>
                  <a:lnTo>
                    <a:pt x="3810" y="36830"/>
                  </a:lnTo>
                  <a:close/>
                </a:path>
                <a:path w="3810" h="41910">
                  <a:moveTo>
                    <a:pt x="3810" y="39370"/>
                  </a:moveTo>
                  <a:lnTo>
                    <a:pt x="0" y="39370"/>
                  </a:lnTo>
                  <a:lnTo>
                    <a:pt x="0" y="40640"/>
                  </a:lnTo>
                  <a:lnTo>
                    <a:pt x="1269" y="40640"/>
                  </a:lnTo>
                  <a:lnTo>
                    <a:pt x="1269" y="41910"/>
                  </a:lnTo>
                  <a:lnTo>
                    <a:pt x="3810" y="41910"/>
                  </a:lnTo>
                  <a:lnTo>
                    <a:pt x="3810" y="39370"/>
                  </a:lnTo>
                  <a:close/>
                </a:path>
              </a:pathLst>
            </a:custGeom>
            <a:solidFill>
              <a:srgbClr val="B6C1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8" name="object 1248"/>
            <p:cNvSpPr/>
            <p:nvPr/>
          </p:nvSpPr>
          <p:spPr>
            <a:xfrm>
              <a:off x="1706880" y="5316220"/>
              <a:ext cx="3810" cy="43180"/>
            </a:xfrm>
            <a:custGeom>
              <a:avLst/>
              <a:gdLst/>
              <a:ahLst/>
              <a:cxnLst/>
              <a:rect l="l" t="t" r="r" b="b"/>
              <a:pathLst>
                <a:path w="3810" h="43179">
                  <a:moveTo>
                    <a:pt x="380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10" h="43179">
                  <a:moveTo>
                    <a:pt x="380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2539"/>
                  </a:lnTo>
                  <a:close/>
                </a:path>
                <a:path w="3810" h="43179">
                  <a:moveTo>
                    <a:pt x="380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49"/>
                  </a:lnTo>
                  <a:close/>
                </a:path>
                <a:path w="3810" h="43179">
                  <a:moveTo>
                    <a:pt x="380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8889"/>
                  </a:lnTo>
                  <a:close/>
                </a:path>
                <a:path w="3810" h="43179">
                  <a:moveTo>
                    <a:pt x="380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2699"/>
                  </a:lnTo>
                  <a:close/>
                </a:path>
                <a:path w="3810" h="43179">
                  <a:moveTo>
                    <a:pt x="3809" y="15239"/>
                  </a:moveTo>
                  <a:lnTo>
                    <a:pt x="0" y="1523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15239"/>
                  </a:lnTo>
                  <a:close/>
                </a:path>
                <a:path w="3810" h="43179">
                  <a:moveTo>
                    <a:pt x="3809" y="25399"/>
                  </a:moveTo>
                  <a:lnTo>
                    <a:pt x="0" y="25399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5399"/>
                  </a:lnTo>
                  <a:close/>
                </a:path>
                <a:path w="3810" h="43179">
                  <a:moveTo>
                    <a:pt x="3809" y="27939"/>
                  </a:moveTo>
                  <a:lnTo>
                    <a:pt x="0" y="2793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7939"/>
                  </a:lnTo>
                  <a:close/>
                </a:path>
                <a:path w="3810" h="43179">
                  <a:moveTo>
                    <a:pt x="3809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31749"/>
                  </a:lnTo>
                  <a:close/>
                </a:path>
                <a:path w="3810" h="43179">
                  <a:moveTo>
                    <a:pt x="3809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4289"/>
                  </a:lnTo>
                  <a:close/>
                </a:path>
                <a:path w="3810" h="43179">
                  <a:moveTo>
                    <a:pt x="3809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8099"/>
                  </a:lnTo>
                  <a:close/>
                </a:path>
                <a:path w="3810" h="43179">
                  <a:moveTo>
                    <a:pt x="3809" y="40639"/>
                  </a:moveTo>
                  <a:lnTo>
                    <a:pt x="0" y="40639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40639"/>
                  </a:lnTo>
                  <a:close/>
                </a:path>
              </a:pathLst>
            </a:custGeom>
            <a:solidFill>
              <a:srgbClr val="B3BF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9" name="object 1249"/>
            <p:cNvSpPr/>
            <p:nvPr/>
          </p:nvSpPr>
          <p:spPr>
            <a:xfrm>
              <a:off x="1710689" y="5314950"/>
              <a:ext cx="3810" cy="45720"/>
            </a:xfrm>
            <a:custGeom>
              <a:avLst/>
              <a:gdLst/>
              <a:ahLst/>
              <a:cxnLst/>
              <a:rect l="l" t="t" r="r" b="b"/>
              <a:pathLst>
                <a:path w="3810" h="45720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45720">
                  <a:moveTo>
                    <a:pt x="381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70"/>
                  </a:lnTo>
                  <a:close/>
                </a:path>
                <a:path w="3810" h="45720">
                  <a:moveTo>
                    <a:pt x="3810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3810"/>
                  </a:lnTo>
                  <a:close/>
                </a:path>
                <a:path w="3810" h="45720">
                  <a:moveTo>
                    <a:pt x="3810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7620"/>
                  </a:lnTo>
                  <a:close/>
                </a:path>
                <a:path w="3810" h="45720">
                  <a:moveTo>
                    <a:pt x="3810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10160"/>
                  </a:lnTo>
                  <a:close/>
                </a:path>
                <a:path w="3810" h="45720">
                  <a:moveTo>
                    <a:pt x="3810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3970"/>
                  </a:lnTo>
                  <a:close/>
                </a:path>
                <a:path w="3810" h="45720">
                  <a:moveTo>
                    <a:pt x="3810" y="16510"/>
                  </a:moveTo>
                  <a:lnTo>
                    <a:pt x="0" y="16510"/>
                  </a:lnTo>
                  <a:lnTo>
                    <a:pt x="0" y="26669"/>
                  </a:lnTo>
                  <a:lnTo>
                    <a:pt x="3810" y="26669"/>
                  </a:lnTo>
                  <a:lnTo>
                    <a:pt x="3810" y="16510"/>
                  </a:lnTo>
                  <a:close/>
                </a:path>
                <a:path w="3810" h="45720">
                  <a:moveTo>
                    <a:pt x="3810" y="26670"/>
                  </a:moveTo>
                  <a:lnTo>
                    <a:pt x="0" y="26670"/>
                  </a:lnTo>
                  <a:lnTo>
                    <a:pt x="0" y="29209"/>
                  </a:lnTo>
                  <a:lnTo>
                    <a:pt x="3810" y="29209"/>
                  </a:lnTo>
                  <a:lnTo>
                    <a:pt x="3810" y="26670"/>
                  </a:lnTo>
                  <a:close/>
                </a:path>
                <a:path w="3810" h="45720">
                  <a:moveTo>
                    <a:pt x="3810" y="29210"/>
                  </a:moveTo>
                  <a:lnTo>
                    <a:pt x="0" y="29210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9210"/>
                  </a:lnTo>
                  <a:close/>
                </a:path>
                <a:path w="3810" h="45720">
                  <a:moveTo>
                    <a:pt x="3810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33020"/>
                  </a:lnTo>
                  <a:close/>
                </a:path>
                <a:path w="3810" h="45720">
                  <a:moveTo>
                    <a:pt x="3810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5560"/>
                  </a:lnTo>
                  <a:close/>
                </a:path>
                <a:path w="3810" h="45720">
                  <a:moveTo>
                    <a:pt x="3810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9370"/>
                  </a:lnTo>
                  <a:close/>
                </a:path>
                <a:path w="3810" h="45720">
                  <a:moveTo>
                    <a:pt x="3810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41910"/>
                  </a:lnTo>
                  <a:close/>
                </a:path>
              </a:pathLst>
            </a:custGeom>
            <a:solidFill>
              <a:srgbClr val="B1BD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0" name="object 1250"/>
            <p:cNvSpPr/>
            <p:nvPr/>
          </p:nvSpPr>
          <p:spPr>
            <a:xfrm>
              <a:off x="1714500" y="5314950"/>
              <a:ext cx="3810" cy="46990"/>
            </a:xfrm>
            <a:custGeom>
              <a:avLst/>
              <a:gdLst/>
              <a:ahLst/>
              <a:cxnLst/>
              <a:rect l="l" t="t" r="r" b="b"/>
              <a:pathLst>
                <a:path w="3810" h="46989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46989">
                  <a:moveTo>
                    <a:pt x="381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70"/>
                  </a:lnTo>
                  <a:close/>
                </a:path>
                <a:path w="3810" h="46989">
                  <a:moveTo>
                    <a:pt x="3810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3810"/>
                  </a:lnTo>
                  <a:close/>
                </a:path>
                <a:path w="3810" h="46989">
                  <a:moveTo>
                    <a:pt x="3810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7620"/>
                  </a:lnTo>
                  <a:close/>
                </a:path>
                <a:path w="3810" h="46989">
                  <a:moveTo>
                    <a:pt x="3810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10160"/>
                  </a:lnTo>
                  <a:close/>
                </a:path>
                <a:path w="3810" h="46989">
                  <a:moveTo>
                    <a:pt x="3810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3970"/>
                  </a:lnTo>
                  <a:close/>
                </a:path>
                <a:path w="3810" h="46989">
                  <a:moveTo>
                    <a:pt x="3810" y="16510"/>
                  </a:moveTo>
                  <a:lnTo>
                    <a:pt x="0" y="16510"/>
                  </a:lnTo>
                  <a:lnTo>
                    <a:pt x="0" y="26669"/>
                  </a:lnTo>
                  <a:lnTo>
                    <a:pt x="3810" y="26669"/>
                  </a:lnTo>
                  <a:lnTo>
                    <a:pt x="3810" y="16510"/>
                  </a:lnTo>
                  <a:close/>
                </a:path>
                <a:path w="3810" h="46989">
                  <a:moveTo>
                    <a:pt x="3810" y="26670"/>
                  </a:moveTo>
                  <a:lnTo>
                    <a:pt x="0" y="26670"/>
                  </a:lnTo>
                  <a:lnTo>
                    <a:pt x="0" y="29209"/>
                  </a:lnTo>
                  <a:lnTo>
                    <a:pt x="3810" y="29209"/>
                  </a:lnTo>
                  <a:lnTo>
                    <a:pt x="3810" y="26670"/>
                  </a:lnTo>
                  <a:close/>
                </a:path>
                <a:path w="3810" h="46989">
                  <a:moveTo>
                    <a:pt x="3810" y="29210"/>
                  </a:moveTo>
                  <a:lnTo>
                    <a:pt x="0" y="29210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9210"/>
                  </a:lnTo>
                  <a:close/>
                </a:path>
                <a:path w="3810" h="46989">
                  <a:moveTo>
                    <a:pt x="3810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33020"/>
                  </a:lnTo>
                  <a:close/>
                </a:path>
                <a:path w="3810" h="46989">
                  <a:moveTo>
                    <a:pt x="3810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5560"/>
                  </a:lnTo>
                  <a:close/>
                </a:path>
                <a:path w="3810" h="46989">
                  <a:moveTo>
                    <a:pt x="3810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9370"/>
                  </a:lnTo>
                  <a:close/>
                </a:path>
                <a:path w="3810" h="46989">
                  <a:moveTo>
                    <a:pt x="3810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41910"/>
                  </a:lnTo>
                  <a:close/>
                </a:path>
                <a:path w="3810" h="46989">
                  <a:moveTo>
                    <a:pt x="3810" y="45720"/>
                  </a:moveTo>
                  <a:lnTo>
                    <a:pt x="0" y="45720"/>
                  </a:lnTo>
                  <a:lnTo>
                    <a:pt x="0" y="46990"/>
                  </a:lnTo>
                  <a:lnTo>
                    <a:pt x="3810" y="46990"/>
                  </a:lnTo>
                  <a:lnTo>
                    <a:pt x="3810" y="45720"/>
                  </a:lnTo>
                  <a:close/>
                </a:path>
              </a:pathLst>
            </a:custGeom>
            <a:solidFill>
              <a:srgbClr val="AEBA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1" name="object 1251"/>
            <p:cNvSpPr/>
            <p:nvPr/>
          </p:nvSpPr>
          <p:spPr>
            <a:xfrm>
              <a:off x="1718310" y="5313680"/>
              <a:ext cx="3810" cy="49530"/>
            </a:xfrm>
            <a:custGeom>
              <a:avLst/>
              <a:gdLst/>
              <a:ahLst/>
              <a:cxnLst/>
              <a:rect l="l" t="t" r="r" b="b"/>
              <a:pathLst>
                <a:path w="3810" h="49529">
                  <a:moveTo>
                    <a:pt x="3809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09" y="2540"/>
                  </a:lnTo>
                  <a:lnTo>
                    <a:pt x="3809" y="0"/>
                  </a:lnTo>
                  <a:close/>
                </a:path>
                <a:path w="3810" h="49529">
                  <a:moveTo>
                    <a:pt x="380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2540"/>
                  </a:lnTo>
                  <a:close/>
                </a:path>
                <a:path w="3810" h="49529">
                  <a:moveTo>
                    <a:pt x="380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09" y="8890"/>
                  </a:lnTo>
                  <a:lnTo>
                    <a:pt x="3809" y="5080"/>
                  </a:lnTo>
                  <a:close/>
                </a:path>
                <a:path w="3810" h="49529">
                  <a:moveTo>
                    <a:pt x="380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8890"/>
                  </a:lnTo>
                  <a:close/>
                </a:path>
                <a:path w="3810" h="49529">
                  <a:moveTo>
                    <a:pt x="3809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09" y="15240"/>
                  </a:lnTo>
                  <a:lnTo>
                    <a:pt x="3809" y="11430"/>
                  </a:lnTo>
                  <a:close/>
                </a:path>
                <a:path w="3810" h="49529">
                  <a:moveTo>
                    <a:pt x="3809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5240"/>
                  </a:lnTo>
                  <a:close/>
                </a:path>
                <a:path w="3810" h="49529">
                  <a:moveTo>
                    <a:pt x="3809" y="17780"/>
                  </a:moveTo>
                  <a:lnTo>
                    <a:pt x="0" y="17780"/>
                  </a:lnTo>
                  <a:lnTo>
                    <a:pt x="0" y="27940"/>
                  </a:lnTo>
                  <a:lnTo>
                    <a:pt x="3809" y="27940"/>
                  </a:lnTo>
                  <a:lnTo>
                    <a:pt x="3809" y="17780"/>
                  </a:lnTo>
                  <a:close/>
                </a:path>
                <a:path w="3810" h="49529">
                  <a:moveTo>
                    <a:pt x="3809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3809" y="30480"/>
                  </a:lnTo>
                  <a:lnTo>
                    <a:pt x="3809" y="27940"/>
                  </a:lnTo>
                  <a:close/>
                </a:path>
                <a:path w="3810" h="49529">
                  <a:moveTo>
                    <a:pt x="3809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3809" y="34290"/>
                  </a:lnTo>
                  <a:lnTo>
                    <a:pt x="3809" y="30480"/>
                  </a:lnTo>
                  <a:close/>
                </a:path>
                <a:path w="3810" h="49529">
                  <a:moveTo>
                    <a:pt x="3809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4290"/>
                  </a:lnTo>
                  <a:close/>
                </a:path>
                <a:path w="3810" h="49529">
                  <a:moveTo>
                    <a:pt x="3809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3809" y="40640"/>
                  </a:lnTo>
                  <a:lnTo>
                    <a:pt x="3809" y="36830"/>
                  </a:lnTo>
                  <a:close/>
                </a:path>
                <a:path w="3810" h="49529">
                  <a:moveTo>
                    <a:pt x="3809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3809" y="43180"/>
                  </a:lnTo>
                  <a:lnTo>
                    <a:pt x="3809" y="40640"/>
                  </a:lnTo>
                  <a:close/>
                </a:path>
                <a:path w="3810" h="49529">
                  <a:moveTo>
                    <a:pt x="3809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3809" y="46990"/>
                  </a:lnTo>
                  <a:lnTo>
                    <a:pt x="3809" y="43180"/>
                  </a:lnTo>
                  <a:close/>
                </a:path>
                <a:path w="3810" h="49529">
                  <a:moveTo>
                    <a:pt x="3809" y="46990"/>
                  </a:moveTo>
                  <a:lnTo>
                    <a:pt x="0" y="46990"/>
                  </a:lnTo>
                  <a:lnTo>
                    <a:pt x="0" y="48260"/>
                  </a:lnTo>
                  <a:lnTo>
                    <a:pt x="2539" y="48260"/>
                  </a:lnTo>
                  <a:lnTo>
                    <a:pt x="2539" y="49530"/>
                  </a:lnTo>
                  <a:lnTo>
                    <a:pt x="3809" y="49530"/>
                  </a:lnTo>
                  <a:lnTo>
                    <a:pt x="3809" y="46990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2" name="object 1252"/>
            <p:cNvSpPr/>
            <p:nvPr/>
          </p:nvSpPr>
          <p:spPr>
            <a:xfrm>
              <a:off x="1722119" y="5313680"/>
              <a:ext cx="3810" cy="49530"/>
            </a:xfrm>
            <a:custGeom>
              <a:avLst/>
              <a:gdLst/>
              <a:ahLst/>
              <a:cxnLst/>
              <a:rect l="l" t="t" r="r" b="b"/>
              <a:pathLst>
                <a:path w="3810" h="49529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  <a:path w="3810" h="49529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49529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10" h="49529">
                  <a:moveTo>
                    <a:pt x="381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890"/>
                  </a:lnTo>
                  <a:close/>
                </a:path>
                <a:path w="3810" h="49529">
                  <a:moveTo>
                    <a:pt x="381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30"/>
                  </a:lnTo>
                  <a:close/>
                </a:path>
                <a:path w="3810" h="49529">
                  <a:moveTo>
                    <a:pt x="381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40"/>
                  </a:lnTo>
                  <a:close/>
                </a:path>
                <a:path w="3810" h="49529">
                  <a:moveTo>
                    <a:pt x="3810" y="17780"/>
                  </a:moveTo>
                  <a:lnTo>
                    <a:pt x="0" y="17780"/>
                  </a:lnTo>
                  <a:lnTo>
                    <a:pt x="0" y="27940"/>
                  </a:lnTo>
                  <a:lnTo>
                    <a:pt x="3810" y="27940"/>
                  </a:lnTo>
                  <a:lnTo>
                    <a:pt x="3810" y="17780"/>
                  </a:lnTo>
                  <a:close/>
                </a:path>
                <a:path w="3810" h="49529">
                  <a:moveTo>
                    <a:pt x="3810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27940"/>
                  </a:lnTo>
                  <a:close/>
                </a:path>
                <a:path w="3810" h="49529">
                  <a:moveTo>
                    <a:pt x="3810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3810" y="34290"/>
                  </a:lnTo>
                  <a:lnTo>
                    <a:pt x="3810" y="30480"/>
                  </a:lnTo>
                  <a:close/>
                </a:path>
                <a:path w="3810" h="49529">
                  <a:moveTo>
                    <a:pt x="3810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4290"/>
                  </a:lnTo>
                  <a:close/>
                </a:path>
                <a:path w="3810" h="49529">
                  <a:moveTo>
                    <a:pt x="3810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3810" y="40640"/>
                  </a:lnTo>
                  <a:lnTo>
                    <a:pt x="3810" y="36830"/>
                  </a:lnTo>
                  <a:close/>
                </a:path>
                <a:path w="3810" h="49529">
                  <a:moveTo>
                    <a:pt x="3810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40640"/>
                  </a:lnTo>
                  <a:close/>
                </a:path>
                <a:path w="3810" h="49529">
                  <a:moveTo>
                    <a:pt x="3810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3810" y="46990"/>
                  </a:lnTo>
                  <a:lnTo>
                    <a:pt x="3810" y="43180"/>
                  </a:lnTo>
                  <a:close/>
                </a:path>
                <a:path w="3810" h="49529">
                  <a:moveTo>
                    <a:pt x="3810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6990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3" name="object 1253"/>
            <p:cNvSpPr/>
            <p:nvPr/>
          </p:nvSpPr>
          <p:spPr>
            <a:xfrm>
              <a:off x="1725930" y="5312409"/>
              <a:ext cx="2540" cy="50800"/>
            </a:xfrm>
            <a:custGeom>
              <a:avLst/>
              <a:gdLst/>
              <a:ahLst/>
              <a:cxnLst/>
              <a:rect l="l" t="t" r="r" b="b"/>
              <a:pathLst>
                <a:path w="2539" h="50800">
                  <a:moveTo>
                    <a:pt x="2539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3809"/>
                  </a:lnTo>
                  <a:lnTo>
                    <a:pt x="2539" y="3809"/>
                  </a:lnTo>
                  <a:lnTo>
                    <a:pt x="2539" y="0"/>
                  </a:lnTo>
                  <a:close/>
                </a:path>
                <a:path w="2539" h="50800">
                  <a:moveTo>
                    <a:pt x="253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2539" y="6349"/>
                  </a:lnTo>
                  <a:lnTo>
                    <a:pt x="2539" y="3809"/>
                  </a:lnTo>
                  <a:close/>
                </a:path>
                <a:path w="2539" h="50800">
                  <a:moveTo>
                    <a:pt x="253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2539" y="10159"/>
                  </a:lnTo>
                  <a:lnTo>
                    <a:pt x="2539" y="6350"/>
                  </a:lnTo>
                  <a:close/>
                </a:path>
                <a:path w="2539" h="50800">
                  <a:moveTo>
                    <a:pt x="253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2539" y="12699"/>
                  </a:lnTo>
                  <a:lnTo>
                    <a:pt x="2539" y="10159"/>
                  </a:lnTo>
                  <a:close/>
                </a:path>
                <a:path w="2539" h="50800">
                  <a:moveTo>
                    <a:pt x="253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2539" y="16509"/>
                  </a:lnTo>
                  <a:lnTo>
                    <a:pt x="2539" y="12700"/>
                  </a:lnTo>
                  <a:close/>
                </a:path>
                <a:path w="2539" h="50800">
                  <a:moveTo>
                    <a:pt x="253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2539" y="19049"/>
                  </a:lnTo>
                  <a:lnTo>
                    <a:pt x="2539" y="16509"/>
                  </a:lnTo>
                  <a:close/>
                </a:path>
                <a:path w="2539" h="50800">
                  <a:moveTo>
                    <a:pt x="2539" y="19050"/>
                  </a:moveTo>
                  <a:lnTo>
                    <a:pt x="0" y="19050"/>
                  </a:lnTo>
                  <a:lnTo>
                    <a:pt x="0" y="29209"/>
                  </a:lnTo>
                  <a:lnTo>
                    <a:pt x="2539" y="29209"/>
                  </a:lnTo>
                  <a:lnTo>
                    <a:pt x="2539" y="19050"/>
                  </a:lnTo>
                  <a:close/>
                </a:path>
                <a:path w="2539" h="50800">
                  <a:moveTo>
                    <a:pt x="2539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2539" y="31749"/>
                  </a:lnTo>
                  <a:lnTo>
                    <a:pt x="2539" y="29209"/>
                  </a:lnTo>
                  <a:close/>
                </a:path>
                <a:path w="2539" h="50800">
                  <a:moveTo>
                    <a:pt x="2539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2539" y="35559"/>
                  </a:lnTo>
                  <a:lnTo>
                    <a:pt x="2539" y="31750"/>
                  </a:lnTo>
                  <a:close/>
                </a:path>
                <a:path w="2539" h="50800">
                  <a:moveTo>
                    <a:pt x="253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2539" y="38099"/>
                  </a:lnTo>
                  <a:lnTo>
                    <a:pt x="2539" y="35559"/>
                  </a:lnTo>
                  <a:close/>
                </a:path>
                <a:path w="2539" h="50800">
                  <a:moveTo>
                    <a:pt x="253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2539" y="41909"/>
                  </a:lnTo>
                  <a:lnTo>
                    <a:pt x="2539" y="38100"/>
                  </a:lnTo>
                  <a:close/>
                </a:path>
                <a:path w="2539" h="50800">
                  <a:moveTo>
                    <a:pt x="253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2539" y="44449"/>
                  </a:lnTo>
                  <a:lnTo>
                    <a:pt x="2539" y="41909"/>
                  </a:lnTo>
                  <a:close/>
                </a:path>
                <a:path w="2539" h="50800">
                  <a:moveTo>
                    <a:pt x="2539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2539" y="48259"/>
                  </a:lnTo>
                  <a:lnTo>
                    <a:pt x="2539" y="44450"/>
                  </a:lnTo>
                  <a:close/>
                </a:path>
                <a:path w="2539" h="50800">
                  <a:moveTo>
                    <a:pt x="253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2539" y="50799"/>
                  </a:lnTo>
                  <a:lnTo>
                    <a:pt x="2539" y="48259"/>
                  </a:lnTo>
                  <a:close/>
                </a:path>
              </a:pathLst>
            </a:custGeom>
            <a:solidFill>
              <a:srgbClr val="A6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4" name="object 1254"/>
            <p:cNvSpPr/>
            <p:nvPr/>
          </p:nvSpPr>
          <p:spPr>
            <a:xfrm>
              <a:off x="1728469" y="5311139"/>
              <a:ext cx="3810" cy="53340"/>
            </a:xfrm>
            <a:custGeom>
              <a:avLst/>
              <a:gdLst/>
              <a:ahLst/>
              <a:cxnLst/>
              <a:rect l="l" t="t" r="r" b="b"/>
              <a:pathLst>
                <a:path w="3810" h="53339">
                  <a:moveTo>
                    <a:pt x="38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  <a:path w="3810" h="53339">
                  <a:moveTo>
                    <a:pt x="381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70"/>
                  </a:lnTo>
                  <a:close/>
                </a:path>
                <a:path w="3810" h="53339">
                  <a:moveTo>
                    <a:pt x="3810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80"/>
                  </a:lnTo>
                  <a:close/>
                </a:path>
                <a:path w="3810" h="53339">
                  <a:moveTo>
                    <a:pt x="3810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20"/>
                  </a:lnTo>
                  <a:close/>
                </a:path>
                <a:path w="3810" h="53339">
                  <a:moveTo>
                    <a:pt x="3810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30"/>
                  </a:lnTo>
                  <a:close/>
                </a:path>
                <a:path w="3810" h="53339">
                  <a:moveTo>
                    <a:pt x="3810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70"/>
                  </a:lnTo>
                  <a:close/>
                </a:path>
                <a:path w="3810" h="53339">
                  <a:moveTo>
                    <a:pt x="3810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80"/>
                  </a:lnTo>
                  <a:close/>
                </a:path>
                <a:path w="3810" h="53339">
                  <a:moveTo>
                    <a:pt x="3810" y="20320"/>
                  </a:moveTo>
                  <a:lnTo>
                    <a:pt x="0" y="2032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20320"/>
                  </a:lnTo>
                  <a:close/>
                </a:path>
                <a:path w="3810" h="53339">
                  <a:moveTo>
                    <a:pt x="3810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3810" y="33020"/>
                  </a:lnTo>
                  <a:lnTo>
                    <a:pt x="3810" y="30480"/>
                  </a:lnTo>
                  <a:close/>
                </a:path>
                <a:path w="3810" h="53339">
                  <a:moveTo>
                    <a:pt x="3810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3020"/>
                  </a:lnTo>
                  <a:close/>
                </a:path>
                <a:path w="3810" h="53339">
                  <a:moveTo>
                    <a:pt x="3810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10" y="39370"/>
                  </a:lnTo>
                  <a:lnTo>
                    <a:pt x="3810" y="36830"/>
                  </a:lnTo>
                  <a:close/>
                </a:path>
                <a:path w="3810" h="53339">
                  <a:moveTo>
                    <a:pt x="3810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39370"/>
                  </a:lnTo>
                  <a:close/>
                </a:path>
                <a:path w="3810" h="53339">
                  <a:moveTo>
                    <a:pt x="3810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3810" y="45720"/>
                  </a:lnTo>
                  <a:lnTo>
                    <a:pt x="3810" y="43180"/>
                  </a:lnTo>
                  <a:close/>
                </a:path>
                <a:path w="3810" h="53339">
                  <a:moveTo>
                    <a:pt x="3810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5720"/>
                  </a:lnTo>
                  <a:close/>
                </a:path>
                <a:path w="3810" h="53339">
                  <a:moveTo>
                    <a:pt x="3810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3810" y="52070"/>
                  </a:lnTo>
                  <a:lnTo>
                    <a:pt x="3810" y="49530"/>
                  </a:lnTo>
                  <a:close/>
                </a:path>
                <a:path w="3810" h="53339">
                  <a:moveTo>
                    <a:pt x="3810" y="52070"/>
                  </a:moveTo>
                  <a:lnTo>
                    <a:pt x="2540" y="52070"/>
                  </a:lnTo>
                  <a:lnTo>
                    <a:pt x="2540" y="53340"/>
                  </a:lnTo>
                  <a:lnTo>
                    <a:pt x="3810" y="53340"/>
                  </a:lnTo>
                  <a:lnTo>
                    <a:pt x="3810" y="52070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5" name="object 1255"/>
            <p:cNvSpPr/>
            <p:nvPr/>
          </p:nvSpPr>
          <p:spPr>
            <a:xfrm>
              <a:off x="1732280" y="5311139"/>
              <a:ext cx="3810" cy="53340"/>
            </a:xfrm>
            <a:custGeom>
              <a:avLst/>
              <a:gdLst/>
              <a:ahLst/>
              <a:cxnLst/>
              <a:rect l="l" t="t" r="r" b="b"/>
              <a:pathLst>
                <a:path w="3810" h="53339">
                  <a:moveTo>
                    <a:pt x="3809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09" y="1270"/>
                  </a:lnTo>
                  <a:lnTo>
                    <a:pt x="3809" y="0"/>
                  </a:lnTo>
                  <a:close/>
                </a:path>
                <a:path w="3810" h="53339">
                  <a:moveTo>
                    <a:pt x="380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1270"/>
                  </a:lnTo>
                  <a:close/>
                </a:path>
                <a:path w="3810" h="53339">
                  <a:moveTo>
                    <a:pt x="380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09" y="7620"/>
                  </a:lnTo>
                  <a:lnTo>
                    <a:pt x="3809" y="5080"/>
                  </a:lnTo>
                  <a:close/>
                </a:path>
                <a:path w="3810" h="53339">
                  <a:moveTo>
                    <a:pt x="380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7620"/>
                  </a:lnTo>
                  <a:close/>
                </a:path>
                <a:path w="3810" h="53339">
                  <a:moveTo>
                    <a:pt x="3809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09" y="13970"/>
                  </a:lnTo>
                  <a:lnTo>
                    <a:pt x="3809" y="11430"/>
                  </a:lnTo>
                  <a:close/>
                </a:path>
                <a:path w="3810" h="53339">
                  <a:moveTo>
                    <a:pt x="3809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3970"/>
                  </a:lnTo>
                  <a:close/>
                </a:path>
                <a:path w="3810" h="53339">
                  <a:moveTo>
                    <a:pt x="3809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09" y="20320"/>
                  </a:lnTo>
                  <a:lnTo>
                    <a:pt x="3809" y="17780"/>
                  </a:lnTo>
                  <a:close/>
                </a:path>
                <a:path w="3810" h="53339">
                  <a:moveTo>
                    <a:pt x="3809" y="20320"/>
                  </a:moveTo>
                  <a:lnTo>
                    <a:pt x="0" y="20320"/>
                  </a:lnTo>
                  <a:lnTo>
                    <a:pt x="0" y="30480"/>
                  </a:lnTo>
                  <a:lnTo>
                    <a:pt x="3809" y="30480"/>
                  </a:lnTo>
                  <a:lnTo>
                    <a:pt x="3809" y="20320"/>
                  </a:lnTo>
                  <a:close/>
                </a:path>
                <a:path w="3810" h="53339">
                  <a:moveTo>
                    <a:pt x="3809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3809" y="33020"/>
                  </a:lnTo>
                  <a:lnTo>
                    <a:pt x="3809" y="30480"/>
                  </a:lnTo>
                  <a:close/>
                </a:path>
                <a:path w="3810" h="53339">
                  <a:moveTo>
                    <a:pt x="3809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3020"/>
                  </a:lnTo>
                  <a:close/>
                </a:path>
                <a:path w="3810" h="53339">
                  <a:moveTo>
                    <a:pt x="3809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09" y="39370"/>
                  </a:lnTo>
                  <a:lnTo>
                    <a:pt x="3809" y="36830"/>
                  </a:lnTo>
                  <a:close/>
                </a:path>
                <a:path w="3810" h="53339">
                  <a:moveTo>
                    <a:pt x="3809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3809" y="43180"/>
                  </a:lnTo>
                  <a:lnTo>
                    <a:pt x="3809" y="39370"/>
                  </a:lnTo>
                  <a:close/>
                </a:path>
                <a:path w="3810" h="53339">
                  <a:moveTo>
                    <a:pt x="3809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3809" y="45720"/>
                  </a:lnTo>
                  <a:lnTo>
                    <a:pt x="3809" y="43180"/>
                  </a:lnTo>
                  <a:close/>
                </a:path>
                <a:path w="3810" h="53339">
                  <a:moveTo>
                    <a:pt x="3809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3809" y="49530"/>
                  </a:lnTo>
                  <a:lnTo>
                    <a:pt x="3809" y="45720"/>
                  </a:lnTo>
                  <a:close/>
                </a:path>
                <a:path w="3810" h="53339">
                  <a:moveTo>
                    <a:pt x="3809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3809" y="52070"/>
                  </a:lnTo>
                  <a:lnTo>
                    <a:pt x="3809" y="49530"/>
                  </a:lnTo>
                  <a:close/>
                </a:path>
                <a:path w="3810" h="53339">
                  <a:moveTo>
                    <a:pt x="3809" y="52070"/>
                  </a:moveTo>
                  <a:lnTo>
                    <a:pt x="0" y="52070"/>
                  </a:lnTo>
                  <a:lnTo>
                    <a:pt x="0" y="53340"/>
                  </a:lnTo>
                  <a:lnTo>
                    <a:pt x="3809" y="53340"/>
                  </a:lnTo>
                  <a:lnTo>
                    <a:pt x="3809" y="52070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6" name="object 1256"/>
            <p:cNvSpPr/>
            <p:nvPr/>
          </p:nvSpPr>
          <p:spPr>
            <a:xfrm>
              <a:off x="1736089" y="5311139"/>
              <a:ext cx="3810" cy="54610"/>
            </a:xfrm>
            <a:custGeom>
              <a:avLst/>
              <a:gdLst/>
              <a:ahLst/>
              <a:cxnLst/>
              <a:rect l="l" t="t" r="r" b="b"/>
              <a:pathLst>
                <a:path w="3810" h="5461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  <a:path w="3810" h="54610">
                  <a:moveTo>
                    <a:pt x="381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70"/>
                  </a:lnTo>
                  <a:close/>
                </a:path>
                <a:path w="3810" h="54610">
                  <a:moveTo>
                    <a:pt x="3810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80"/>
                  </a:lnTo>
                  <a:close/>
                </a:path>
                <a:path w="3810" h="54610">
                  <a:moveTo>
                    <a:pt x="3810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20"/>
                  </a:lnTo>
                  <a:close/>
                </a:path>
                <a:path w="3810" h="54610">
                  <a:moveTo>
                    <a:pt x="3810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30"/>
                  </a:lnTo>
                  <a:close/>
                </a:path>
                <a:path w="3810" h="54610">
                  <a:moveTo>
                    <a:pt x="3810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70"/>
                  </a:lnTo>
                  <a:close/>
                </a:path>
                <a:path w="3810" h="54610">
                  <a:moveTo>
                    <a:pt x="3810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80"/>
                  </a:lnTo>
                  <a:close/>
                </a:path>
                <a:path w="3810" h="54610">
                  <a:moveTo>
                    <a:pt x="3810" y="20320"/>
                  </a:moveTo>
                  <a:lnTo>
                    <a:pt x="0" y="2032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20320"/>
                  </a:lnTo>
                  <a:close/>
                </a:path>
                <a:path w="3810" h="54610">
                  <a:moveTo>
                    <a:pt x="3810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3810" y="33020"/>
                  </a:lnTo>
                  <a:lnTo>
                    <a:pt x="3810" y="30480"/>
                  </a:lnTo>
                  <a:close/>
                </a:path>
                <a:path w="3810" h="54610">
                  <a:moveTo>
                    <a:pt x="3810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3020"/>
                  </a:lnTo>
                  <a:close/>
                </a:path>
                <a:path w="3810" h="54610">
                  <a:moveTo>
                    <a:pt x="3810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10" y="39370"/>
                  </a:lnTo>
                  <a:lnTo>
                    <a:pt x="3810" y="36830"/>
                  </a:lnTo>
                  <a:close/>
                </a:path>
                <a:path w="3810" h="54610">
                  <a:moveTo>
                    <a:pt x="3810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39370"/>
                  </a:lnTo>
                  <a:close/>
                </a:path>
                <a:path w="3810" h="54610">
                  <a:moveTo>
                    <a:pt x="3810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3810" y="45720"/>
                  </a:lnTo>
                  <a:lnTo>
                    <a:pt x="3810" y="43180"/>
                  </a:lnTo>
                  <a:close/>
                </a:path>
                <a:path w="3810" h="54610">
                  <a:moveTo>
                    <a:pt x="3810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5720"/>
                  </a:lnTo>
                  <a:close/>
                </a:path>
                <a:path w="3810" h="54610">
                  <a:moveTo>
                    <a:pt x="3810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3810" y="52070"/>
                  </a:lnTo>
                  <a:lnTo>
                    <a:pt x="3810" y="49530"/>
                  </a:lnTo>
                  <a:close/>
                </a:path>
                <a:path w="3810" h="54610">
                  <a:moveTo>
                    <a:pt x="3810" y="52070"/>
                  </a:moveTo>
                  <a:lnTo>
                    <a:pt x="0" y="52070"/>
                  </a:lnTo>
                  <a:lnTo>
                    <a:pt x="0" y="53340"/>
                  </a:lnTo>
                  <a:lnTo>
                    <a:pt x="1270" y="53340"/>
                  </a:lnTo>
                  <a:lnTo>
                    <a:pt x="1270" y="54610"/>
                  </a:lnTo>
                  <a:lnTo>
                    <a:pt x="3810" y="54610"/>
                  </a:lnTo>
                  <a:lnTo>
                    <a:pt x="3810" y="52070"/>
                  </a:lnTo>
                  <a:close/>
                </a:path>
              </a:pathLst>
            </a:custGeom>
            <a:solidFill>
              <a:srgbClr val="9EAD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7" name="object 1257"/>
            <p:cNvSpPr/>
            <p:nvPr/>
          </p:nvSpPr>
          <p:spPr>
            <a:xfrm>
              <a:off x="1739900" y="5311139"/>
              <a:ext cx="3810" cy="54610"/>
            </a:xfrm>
            <a:custGeom>
              <a:avLst/>
              <a:gdLst/>
              <a:ahLst/>
              <a:cxnLst/>
              <a:rect l="l" t="t" r="r" b="b"/>
              <a:pathLst>
                <a:path w="3810" h="5461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  <a:path w="3810" h="54610">
                  <a:moveTo>
                    <a:pt x="381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70"/>
                  </a:lnTo>
                  <a:close/>
                </a:path>
                <a:path w="3810" h="54610">
                  <a:moveTo>
                    <a:pt x="3810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80"/>
                  </a:lnTo>
                  <a:close/>
                </a:path>
                <a:path w="3810" h="54610">
                  <a:moveTo>
                    <a:pt x="3810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20"/>
                  </a:lnTo>
                  <a:close/>
                </a:path>
                <a:path w="3810" h="54610">
                  <a:moveTo>
                    <a:pt x="3810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30"/>
                  </a:lnTo>
                  <a:close/>
                </a:path>
                <a:path w="3810" h="54610">
                  <a:moveTo>
                    <a:pt x="3810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70"/>
                  </a:lnTo>
                  <a:close/>
                </a:path>
                <a:path w="3810" h="54610">
                  <a:moveTo>
                    <a:pt x="3810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80"/>
                  </a:lnTo>
                  <a:close/>
                </a:path>
                <a:path w="3810" h="54610">
                  <a:moveTo>
                    <a:pt x="3810" y="20320"/>
                  </a:moveTo>
                  <a:lnTo>
                    <a:pt x="0" y="2032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20320"/>
                  </a:lnTo>
                  <a:close/>
                </a:path>
                <a:path w="3810" h="54610">
                  <a:moveTo>
                    <a:pt x="3810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3810" y="33020"/>
                  </a:lnTo>
                  <a:lnTo>
                    <a:pt x="3810" y="30480"/>
                  </a:lnTo>
                  <a:close/>
                </a:path>
                <a:path w="3810" h="54610">
                  <a:moveTo>
                    <a:pt x="3810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3020"/>
                  </a:lnTo>
                  <a:close/>
                </a:path>
                <a:path w="3810" h="54610">
                  <a:moveTo>
                    <a:pt x="3810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10" y="39370"/>
                  </a:lnTo>
                  <a:lnTo>
                    <a:pt x="3810" y="36830"/>
                  </a:lnTo>
                  <a:close/>
                </a:path>
                <a:path w="3810" h="54610">
                  <a:moveTo>
                    <a:pt x="3810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39370"/>
                  </a:lnTo>
                  <a:close/>
                </a:path>
                <a:path w="3810" h="54610">
                  <a:moveTo>
                    <a:pt x="3810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3810" y="45720"/>
                  </a:lnTo>
                  <a:lnTo>
                    <a:pt x="3810" y="43180"/>
                  </a:lnTo>
                  <a:close/>
                </a:path>
                <a:path w="3810" h="54610">
                  <a:moveTo>
                    <a:pt x="3810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5720"/>
                  </a:lnTo>
                  <a:close/>
                </a:path>
                <a:path w="3810" h="54610">
                  <a:moveTo>
                    <a:pt x="3810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3810" y="52070"/>
                  </a:lnTo>
                  <a:lnTo>
                    <a:pt x="3810" y="49530"/>
                  </a:lnTo>
                  <a:close/>
                </a:path>
                <a:path w="3810" h="54610">
                  <a:moveTo>
                    <a:pt x="3810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3810" y="54610"/>
                  </a:lnTo>
                  <a:lnTo>
                    <a:pt x="3810" y="52070"/>
                  </a:lnTo>
                  <a:close/>
                </a:path>
              </a:pathLst>
            </a:custGeom>
            <a:solidFill>
              <a:srgbClr val="9CAB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8" name="object 1258"/>
            <p:cNvSpPr/>
            <p:nvPr/>
          </p:nvSpPr>
          <p:spPr>
            <a:xfrm>
              <a:off x="1743710" y="5311139"/>
              <a:ext cx="3810" cy="54610"/>
            </a:xfrm>
            <a:custGeom>
              <a:avLst/>
              <a:gdLst/>
              <a:ahLst/>
              <a:cxnLst/>
              <a:rect l="l" t="t" r="r" b="b"/>
              <a:pathLst>
                <a:path w="3810" h="54610">
                  <a:moveTo>
                    <a:pt x="3809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09" y="1270"/>
                  </a:lnTo>
                  <a:lnTo>
                    <a:pt x="3809" y="0"/>
                  </a:lnTo>
                  <a:close/>
                </a:path>
                <a:path w="3810" h="54610">
                  <a:moveTo>
                    <a:pt x="380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1270"/>
                  </a:lnTo>
                  <a:close/>
                </a:path>
                <a:path w="3810" h="54610">
                  <a:moveTo>
                    <a:pt x="380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09" y="7620"/>
                  </a:lnTo>
                  <a:lnTo>
                    <a:pt x="3809" y="5080"/>
                  </a:lnTo>
                  <a:close/>
                </a:path>
                <a:path w="3810" h="54610">
                  <a:moveTo>
                    <a:pt x="380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7620"/>
                  </a:lnTo>
                  <a:close/>
                </a:path>
                <a:path w="3810" h="54610">
                  <a:moveTo>
                    <a:pt x="3809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09" y="13970"/>
                  </a:lnTo>
                  <a:lnTo>
                    <a:pt x="3809" y="11430"/>
                  </a:lnTo>
                  <a:close/>
                </a:path>
                <a:path w="3810" h="54610">
                  <a:moveTo>
                    <a:pt x="3809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3970"/>
                  </a:lnTo>
                  <a:close/>
                </a:path>
                <a:path w="3810" h="54610">
                  <a:moveTo>
                    <a:pt x="3809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09" y="20320"/>
                  </a:lnTo>
                  <a:lnTo>
                    <a:pt x="3809" y="17780"/>
                  </a:lnTo>
                  <a:close/>
                </a:path>
                <a:path w="3810" h="54610">
                  <a:moveTo>
                    <a:pt x="3809" y="20320"/>
                  </a:moveTo>
                  <a:lnTo>
                    <a:pt x="0" y="20320"/>
                  </a:lnTo>
                  <a:lnTo>
                    <a:pt x="0" y="30480"/>
                  </a:lnTo>
                  <a:lnTo>
                    <a:pt x="3809" y="30480"/>
                  </a:lnTo>
                  <a:lnTo>
                    <a:pt x="3809" y="20320"/>
                  </a:lnTo>
                  <a:close/>
                </a:path>
                <a:path w="3810" h="54610">
                  <a:moveTo>
                    <a:pt x="3809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3809" y="33020"/>
                  </a:lnTo>
                  <a:lnTo>
                    <a:pt x="3809" y="30480"/>
                  </a:lnTo>
                  <a:close/>
                </a:path>
                <a:path w="3810" h="54610">
                  <a:moveTo>
                    <a:pt x="3809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3020"/>
                  </a:lnTo>
                  <a:close/>
                </a:path>
                <a:path w="3810" h="54610">
                  <a:moveTo>
                    <a:pt x="3809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09" y="39370"/>
                  </a:lnTo>
                  <a:lnTo>
                    <a:pt x="3809" y="36830"/>
                  </a:lnTo>
                  <a:close/>
                </a:path>
                <a:path w="3810" h="54610">
                  <a:moveTo>
                    <a:pt x="3809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3809" y="43180"/>
                  </a:lnTo>
                  <a:lnTo>
                    <a:pt x="3809" y="39370"/>
                  </a:lnTo>
                  <a:close/>
                </a:path>
                <a:path w="3810" h="54610">
                  <a:moveTo>
                    <a:pt x="3809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3809" y="45720"/>
                  </a:lnTo>
                  <a:lnTo>
                    <a:pt x="3809" y="43180"/>
                  </a:lnTo>
                  <a:close/>
                </a:path>
                <a:path w="3810" h="54610">
                  <a:moveTo>
                    <a:pt x="3809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3809" y="49530"/>
                  </a:lnTo>
                  <a:lnTo>
                    <a:pt x="3809" y="45720"/>
                  </a:lnTo>
                  <a:close/>
                </a:path>
                <a:path w="3810" h="54610">
                  <a:moveTo>
                    <a:pt x="3809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3809" y="52070"/>
                  </a:lnTo>
                  <a:lnTo>
                    <a:pt x="3809" y="49530"/>
                  </a:lnTo>
                  <a:close/>
                </a:path>
                <a:path w="3810" h="54610">
                  <a:moveTo>
                    <a:pt x="3809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3809" y="54610"/>
                  </a:lnTo>
                  <a:lnTo>
                    <a:pt x="3809" y="52070"/>
                  </a:lnTo>
                  <a:close/>
                </a:path>
              </a:pathLst>
            </a:custGeom>
            <a:solidFill>
              <a:srgbClr val="99A8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9" name="object 1259"/>
            <p:cNvSpPr/>
            <p:nvPr/>
          </p:nvSpPr>
          <p:spPr>
            <a:xfrm>
              <a:off x="1747519" y="5309870"/>
              <a:ext cx="2540" cy="55880"/>
            </a:xfrm>
            <a:custGeom>
              <a:avLst/>
              <a:gdLst/>
              <a:ahLst/>
              <a:cxnLst/>
              <a:rect l="l" t="t" r="r" b="b"/>
              <a:pathLst>
                <a:path w="2539" h="55879">
                  <a:moveTo>
                    <a:pt x="2540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2540" y="2539"/>
                  </a:lnTo>
                  <a:lnTo>
                    <a:pt x="2540" y="0"/>
                  </a:lnTo>
                  <a:close/>
                </a:path>
                <a:path w="2539" h="55879">
                  <a:moveTo>
                    <a:pt x="254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2540" y="6349"/>
                  </a:lnTo>
                  <a:lnTo>
                    <a:pt x="2540" y="2539"/>
                  </a:lnTo>
                  <a:close/>
                </a:path>
                <a:path w="2539" h="55879">
                  <a:moveTo>
                    <a:pt x="254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2540" y="8889"/>
                  </a:lnTo>
                  <a:lnTo>
                    <a:pt x="2540" y="6349"/>
                  </a:lnTo>
                  <a:close/>
                </a:path>
                <a:path w="2539" h="55879">
                  <a:moveTo>
                    <a:pt x="254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2540" y="12699"/>
                  </a:lnTo>
                  <a:lnTo>
                    <a:pt x="2540" y="8889"/>
                  </a:lnTo>
                  <a:close/>
                </a:path>
                <a:path w="2539" h="55879">
                  <a:moveTo>
                    <a:pt x="254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2540" y="15239"/>
                  </a:lnTo>
                  <a:lnTo>
                    <a:pt x="2540" y="12699"/>
                  </a:lnTo>
                  <a:close/>
                </a:path>
                <a:path w="2539" h="55879">
                  <a:moveTo>
                    <a:pt x="254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2540" y="19049"/>
                  </a:lnTo>
                  <a:lnTo>
                    <a:pt x="2540" y="15239"/>
                  </a:lnTo>
                  <a:close/>
                </a:path>
                <a:path w="2539" h="55879">
                  <a:moveTo>
                    <a:pt x="2540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2540" y="21589"/>
                  </a:lnTo>
                  <a:lnTo>
                    <a:pt x="2540" y="19049"/>
                  </a:lnTo>
                  <a:close/>
                </a:path>
                <a:path w="2539" h="55879">
                  <a:moveTo>
                    <a:pt x="2540" y="21589"/>
                  </a:moveTo>
                  <a:lnTo>
                    <a:pt x="0" y="21589"/>
                  </a:lnTo>
                  <a:lnTo>
                    <a:pt x="0" y="31749"/>
                  </a:lnTo>
                  <a:lnTo>
                    <a:pt x="2540" y="31749"/>
                  </a:lnTo>
                  <a:lnTo>
                    <a:pt x="2540" y="21589"/>
                  </a:lnTo>
                  <a:close/>
                </a:path>
                <a:path w="2539" h="55879">
                  <a:moveTo>
                    <a:pt x="2540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2540" y="34289"/>
                  </a:lnTo>
                  <a:lnTo>
                    <a:pt x="2540" y="31749"/>
                  </a:lnTo>
                  <a:close/>
                </a:path>
                <a:path w="2539" h="55879">
                  <a:moveTo>
                    <a:pt x="2540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2540" y="38099"/>
                  </a:lnTo>
                  <a:lnTo>
                    <a:pt x="2540" y="34289"/>
                  </a:lnTo>
                  <a:close/>
                </a:path>
                <a:path w="2539" h="55879">
                  <a:moveTo>
                    <a:pt x="254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2540" y="40639"/>
                  </a:lnTo>
                  <a:lnTo>
                    <a:pt x="2540" y="38099"/>
                  </a:lnTo>
                  <a:close/>
                </a:path>
                <a:path w="2539" h="55879">
                  <a:moveTo>
                    <a:pt x="2540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2540" y="44449"/>
                  </a:lnTo>
                  <a:lnTo>
                    <a:pt x="2540" y="40639"/>
                  </a:lnTo>
                  <a:close/>
                </a:path>
                <a:path w="2539" h="55879">
                  <a:moveTo>
                    <a:pt x="254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2540" y="46989"/>
                  </a:lnTo>
                  <a:lnTo>
                    <a:pt x="2540" y="44449"/>
                  </a:lnTo>
                  <a:close/>
                </a:path>
                <a:path w="2539" h="55879">
                  <a:moveTo>
                    <a:pt x="2540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2540" y="50799"/>
                  </a:lnTo>
                  <a:lnTo>
                    <a:pt x="2540" y="46989"/>
                  </a:lnTo>
                  <a:close/>
                </a:path>
                <a:path w="2539" h="55879">
                  <a:moveTo>
                    <a:pt x="2540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2540" y="53339"/>
                  </a:lnTo>
                  <a:lnTo>
                    <a:pt x="2540" y="50799"/>
                  </a:lnTo>
                  <a:close/>
                </a:path>
                <a:path w="2539" h="55879">
                  <a:moveTo>
                    <a:pt x="2540" y="53339"/>
                  </a:moveTo>
                  <a:lnTo>
                    <a:pt x="0" y="53339"/>
                  </a:lnTo>
                  <a:lnTo>
                    <a:pt x="0" y="55879"/>
                  </a:lnTo>
                  <a:lnTo>
                    <a:pt x="2540" y="55879"/>
                  </a:lnTo>
                  <a:lnTo>
                    <a:pt x="2540" y="53339"/>
                  </a:lnTo>
                  <a:close/>
                </a:path>
              </a:pathLst>
            </a:custGeom>
            <a:solidFill>
              <a:srgbClr val="96A6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0" name="object 1260"/>
            <p:cNvSpPr/>
            <p:nvPr/>
          </p:nvSpPr>
          <p:spPr>
            <a:xfrm>
              <a:off x="1750060" y="5309870"/>
              <a:ext cx="3810" cy="55880"/>
            </a:xfrm>
            <a:custGeom>
              <a:avLst/>
              <a:gdLst/>
              <a:ahLst/>
              <a:cxnLst/>
              <a:rect l="l" t="t" r="r" b="b"/>
              <a:pathLst>
                <a:path w="3810" h="55879">
                  <a:moveTo>
                    <a:pt x="380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10" h="55879">
                  <a:moveTo>
                    <a:pt x="380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2539"/>
                  </a:lnTo>
                  <a:close/>
                </a:path>
                <a:path w="3810" h="55879">
                  <a:moveTo>
                    <a:pt x="380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49"/>
                  </a:lnTo>
                  <a:close/>
                </a:path>
                <a:path w="3810" h="55879">
                  <a:moveTo>
                    <a:pt x="380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8889"/>
                  </a:lnTo>
                  <a:close/>
                </a:path>
                <a:path w="3810" h="55879">
                  <a:moveTo>
                    <a:pt x="380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2699"/>
                  </a:lnTo>
                  <a:close/>
                </a:path>
                <a:path w="3810" h="55879">
                  <a:moveTo>
                    <a:pt x="3809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5239"/>
                  </a:lnTo>
                  <a:close/>
                </a:path>
                <a:path w="3810" h="55879">
                  <a:moveTo>
                    <a:pt x="3809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9049"/>
                  </a:lnTo>
                  <a:close/>
                </a:path>
                <a:path w="3810" h="55879">
                  <a:moveTo>
                    <a:pt x="3809" y="21589"/>
                  </a:moveTo>
                  <a:lnTo>
                    <a:pt x="0" y="2158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1589"/>
                  </a:lnTo>
                  <a:close/>
                </a:path>
                <a:path w="3810" h="55879">
                  <a:moveTo>
                    <a:pt x="3809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31749"/>
                  </a:lnTo>
                  <a:close/>
                </a:path>
                <a:path w="3810" h="55879">
                  <a:moveTo>
                    <a:pt x="3809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4289"/>
                  </a:lnTo>
                  <a:close/>
                </a:path>
                <a:path w="3810" h="55879">
                  <a:moveTo>
                    <a:pt x="3809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8099"/>
                  </a:lnTo>
                  <a:close/>
                </a:path>
                <a:path w="3810" h="55879">
                  <a:moveTo>
                    <a:pt x="3809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0639"/>
                  </a:lnTo>
                  <a:close/>
                </a:path>
                <a:path w="3810" h="55879">
                  <a:moveTo>
                    <a:pt x="3809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4449"/>
                  </a:lnTo>
                  <a:close/>
                </a:path>
                <a:path w="3810" h="55879">
                  <a:moveTo>
                    <a:pt x="3809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6989"/>
                  </a:lnTo>
                  <a:close/>
                </a:path>
                <a:path w="3810" h="55879">
                  <a:moveTo>
                    <a:pt x="3809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0799"/>
                  </a:lnTo>
                  <a:close/>
                </a:path>
                <a:path w="3810" h="55879">
                  <a:moveTo>
                    <a:pt x="3809" y="53339"/>
                  </a:moveTo>
                  <a:lnTo>
                    <a:pt x="0" y="53339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53339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1" name="object 1261"/>
            <p:cNvSpPr/>
            <p:nvPr/>
          </p:nvSpPr>
          <p:spPr>
            <a:xfrm>
              <a:off x="1753869" y="5308600"/>
              <a:ext cx="3810" cy="58419"/>
            </a:xfrm>
            <a:custGeom>
              <a:avLst/>
              <a:gdLst/>
              <a:ahLst/>
              <a:cxnLst/>
              <a:rect l="l" t="t" r="r" b="b"/>
              <a:pathLst>
                <a:path w="3810" h="58420">
                  <a:moveTo>
                    <a:pt x="3810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58420">
                  <a:moveTo>
                    <a:pt x="381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70"/>
                  </a:lnTo>
                  <a:close/>
                </a:path>
                <a:path w="3810" h="58420">
                  <a:moveTo>
                    <a:pt x="3810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3810"/>
                  </a:lnTo>
                  <a:close/>
                </a:path>
                <a:path w="3810" h="58420">
                  <a:moveTo>
                    <a:pt x="3810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7620"/>
                  </a:lnTo>
                  <a:close/>
                </a:path>
                <a:path w="3810" h="58420">
                  <a:moveTo>
                    <a:pt x="3810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10160"/>
                  </a:lnTo>
                  <a:close/>
                </a:path>
                <a:path w="3810" h="58420">
                  <a:moveTo>
                    <a:pt x="3810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3970"/>
                  </a:lnTo>
                  <a:close/>
                </a:path>
                <a:path w="3810" h="58420">
                  <a:moveTo>
                    <a:pt x="3810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6510"/>
                  </a:lnTo>
                  <a:close/>
                </a:path>
                <a:path w="3810" h="58420">
                  <a:moveTo>
                    <a:pt x="3810" y="20320"/>
                  </a:moveTo>
                  <a:lnTo>
                    <a:pt x="0" y="2032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20320"/>
                  </a:lnTo>
                  <a:close/>
                </a:path>
                <a:path w="3810" h="58420">
                  <a:moveTo>
                    <a:pt x="3810" y="22860"/>
                  </a:moveTo>
                  <a:lnTo>
                    <a:pt x="0" y="22860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2860"/>
                  </a:lnTo>
                  <a:close/>
                </a:path>
                <a:path w="3810" h="58420">
                  <a:moveTo>
                    <a:pt x="3810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33020"/>
                  </a:lnTo>
                  <a:close/>
                </a:path>
                <a:path w="3810" h="58420">
                  <a:moveTo>
                    <a:pt x="3810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5560"/>
                  </a:lnTo>
                  <a:close/>
                </a:path>
                <a:path w="3810" h="58420">
                  <a:moveTo>
                    <a:pt x="3810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9370"/>
                  </a:lnTo>
                  <a:close/>
                </a:path>
                <a:path w="3810" h="58420">
                  <a:moveTo>
                    <a:pt x="3810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41910"/>
                  </a:lnTo>
                  <a:close/>
                </a:path>
                <a:path w="3810" h="58420">
                  <a:moveTo>
                    <a:pt x="3810" y="45720"/>
                  </a:moveTo>
                  <a:lnTo>
                    <a:pt x="0" y="4572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5720"/>
                  </a:lnTo>
                  <a:close/>
                </a:path>
                <a:path w="3810" h="58420">
                  <a:moveTo>
                    <a:pt x="3810" y="48260"/>
                  </a:moveTo>
                  <a:lnTo>
                    <a:pt x="0" y="48260"/>
                  </a:lnTo>
                  <a:lnTo>
                    <a:pt x="0" y="52069"/>
                  </a:lnTo>
                  <a:lnTo>
                    <a:pt x="3810" y="52069"/>
                  </a:lnTo>
                  <a:lnTo>
                    <a:pt x="3810" y="48260"/>
                  </a:lnTo>
                  <a:close/>
                </a:path>
                <a:path w="3810" h="58420">
                  <a:moveTo>
                    <a:pt x="3810" y="52070"/>
                  </a:moveTo>
                  <a:lnTo>
                    <a:pt x="0" y="52070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2070"/>
                  </a:lnTo>
                  <a:close/>
                </a:path>
                <a:path w="3810" h="58420">
                  <a:moveTo>
                    <a:pt x="3810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1269" y="57150"/>
                  </a:lnTo>
                  <a:lnTo>
                    <a:pt x="1269" y="58419"/>
                  </a:lnTo>
                  <a:lnTo>
                    <a:pt x="3810" y="58419"/>
                  </a:lnTo>
                  <a:lnTo>
                    <a:pt x="3810" y="54610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2" name="object 1262"/>
            <p:cNvSpPr/>
            <p:nvPr/>
          </p:nvSpPr>
          <p:spPr>
            <a:xfrm>
              <a:off x="1757680" y="5308600"/>
              <a:ext cx="3810" cy="58419"/>
            </a:xfrm>
            <a:custGeom>
              <a:avLst/>
              <a:gdLst/>
              <a:ahLst/>
              <a:cxnLst/>
              <a:rect l="l" t="t" r="r" b="b"/>
              <a:pathLst>
                <a:path w="3810" h="58420">
                  <a:moveTo>
                    <a:pt x="380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10" h="58420">
                  <a:moveTo>
                    <a:pt x="3809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1270"/>
                  </a:lnTo>
                  <a:close/>
                </a:path>
                <a:path w="3810" h="58420">
                  <a:moveTo>
                    <a:pt x="3809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3810"/>
                  </a:lnTo>
                  <a:close/>
                </a:path>
                <a:path w="3810" h="58420">
                  <a:moveTo>
                    <a:pt x="3809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7620"/>
                  </a:lnTo>
                  <a:close/>
                </a:path>
                <a:path w="3810" h="58420">
                  <a:moveTo>
                    <a:pt x="3809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10160"/>
                  </a:lnTo>
                  <a:close/>
                </a:path>
                <a:path w="3810" h="58420">
                  <a:moveTo>
                    <a:pt x="3809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3970"/>
                  </a:lnTo>
                  <a:close/>
                </a:path>
                <a:path w="3810" h="58420">
                  <a:moveTo>
                    <a:pt x="3809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6510"/>
                  </a:lnTo>
                  <a:close/>
                </a:path>
                <a:path w="3810" h="58420">
                  <a:moveTo>
                    <a:pt x="3809" y="20320"/>
                  </a:moveTo>
                  <a:lnTo>
                    <a:pt x="0" y="20320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20320"/>
                  </a:lnTo>
                  <a:close/>
                </a:path>
                <a:path w="3810" h="58420">
                  <a:moveTo>
                    <a:pt x="3809" y="22860"/>
                  </a:moveTo>
                  <a:lnTo>
                    <a:pt x="0" y="22860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2860"/>
                  </a:lnTo>
                  <a:close/>
                </a:path>
                <a:path w="3810" h="58420">
                  <a:moveTo>
                    <a:pt x="3809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33020"/>
                  </a:lnTo>
                  <a:close/>
                </a:path>
                <a:path w="3810" h="58420">
                  <a:moveTo>
                    <a:pt x="3809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5560"/>
                  </a:lnTo>
                  <a:close/>
                </a:path>
                <a:path w="3810" h="58420">
                  <a:moveTo>
                    <a:pt x="3809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9370"/>
                  </a:lnTo>
                  <a:close/>
                </a:path>
                <a:path w="3810" h="58420">
                  <a:moveTo>
                    <a:pt x="3809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41910"/>
                  </a:lnTo>
                  <a:close/>
                </a:path>
                <a:path w="3810" h="58420">
                  <a:moveTo>
                    <a:pt x="3809" y="45720"/>
                  </a:moveTo>
                  <a:lnTo>
                    <a:pt x="0" y="45720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45720"/>
                  </a:lnTo>
                  <a:close/>
                </a:path>
                <a:path w="3810" h="58420">
                  <a:moveTo>
                    <a:pt x="3809" y="48260"/>
                  </a:moveTo>
                  <a:lnTo>
                    <a:pt x="0" y="48260"/>
                  </a:lnTo>
                  <a:lnTo>
                    <a:pt x="0" y="52069"/>
                  </a:lnTo>
                  <a:lnTo>
                    <a:pt x="3809" y="52069"/>
                  </a:lnTo>
                  <a:lnTo>
                    <a:pt x="3809" y="48260"/>
                  </a:lnTo>
                  <a:close/>
                </a:path>
                <a:path w="3810" h="58420">
                  <a:moveTo>
                    <a:pt x="3809" y="52070"/>
                  </a:moveTo>
                  <a:lnTo>
                    <a:pt x="0" y="52070"/>
                  </a:lnTo>
                  <a:lnTo>
                    <a:pt x="0" y="54609"/>
                  </a:lnTo>
                  <a:lnTo>
                    <a:pt x="3809" y="54609"/>
                  </a:lnTo>
                  <a:lnTo>
                    <a:pt x="3809" y="52070"/>
                  </a:lnTo>
                  <a:close/>
                </a:path>
                <a:path w="3810" h="58420">
                  <a:moveTo>
                    <a:pt x="3809" y="54610"/>
                  </a:moveTo>
                  <a:lnTo>
                    <a:pt x="0" y="54610"/>
                  </a:lnTo>
                  <a:lnTo>
                    <a:pt x="0" y="58419"/>
                  </a:lnTo>
                  <a:lnTo>
                    <a:pt x="3809" y="58419"/>
                  </a:lnTo>
                  <a:lnTo>
                    <a:pt x="3809" y="54610"/>
                  </a:lnTo>
                  <a:close/>
                </a:path>
              </a:pathLst>
            </a:custGeom>
            <a:solidFill>
              <a:srgbClr val="8E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3" name="object 1263"/>
            <p:cNvSpPr/>
            <p:nvPr/>
          </p:nvSpPr>
          <p:spPr>
            <a:xfrm>
              <a:off x="1761489" y="5308600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10" h="59689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59689">
                  <a:moveTo>
                    <a:pt x="381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70"/>
                  </a:lnTo>
                  <a:close/>
                </a:path>
                <a:path w="3810" h="59689">
                  <a:moveTo>
                    <a:pt x="3810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3810"/>
                  </a:lnTo>
                  <a:close/>
                </a:path>
                <a:path w="3810" h="59689">
                  <a:moveTo>
                    <a:pt x="3810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7620"/>
                  </a:lnTo>
                  <a:close/>
                </a:path>
                <a:path w="3810" h="59689">
                  <a:moveTo>
                    <a:pt x="3810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10160"/>
                  </a:lnTo>
                  <a:close/>
                </a:path>
                <a:path w="3810" h="59689">
                  <a:moveTo>
                    <a:pt x="3810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3970"/>
                  </a:lnTo>
                  <a:close/>
                </a:path>
                <a:path w="3810" h="59689">
                  <a:moveTo>
                    <a:pt x="3810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6510"/>
                  </a:lnTo>
                  <a:close/>
                </a:path>
                <a:path w="3810" h="59689">
                  <a:moveTo>
                    <a:pt x="3810" y="20320"/>
                  </a:moveTo>
                  <a:lnTo>
                    <a:pt x="0" y="2032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20320"/>
                  </a:lnTo>
                  <a:close/>
                </a:path>
                <a:path w="3810" h="59689">
                  <a:moveTo>
                    <a:pt x="3810" y="22860"/>
                  </a:moveTo>
                  <a:lnTo>
                    <a:pt x="0" y="22860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2860"/>
                  </a:lnTo>
                  <a:close/>
                </a:path>
                <a:path w="3810" h="59689">
                  <a:moveTo>
                    <a:pt x="3810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33020"/>
                  </a:lnTo>
                  <a:close/>
                </a:path>
                <a:path w="3810" h="59689">
                  <a:moveTo>
                    <a:pt x="3810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5560"/>
                  </a:lnTo>
                  <a:close/>
                </a:path>
                <a:path w="3810" h="59689">
                  <a:moveTo>
                    <a:pt x="3810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9370"/>
                  </a:lnTo>
                  <a:close/>
                </a:path>
                <a:path w="3810" h="59689">
                  <a:moveTo>
                    <a:pt x="3810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41910"/>
                  </a:lnTo>
                  <a:close/>
                </a:path>
                <a:path w="3810" h="59689">
                  <a:moveTo>
                    <a:pt x="3810" y="45720"/>
                  </a:moveTo>
                  <a:lnTo>
                    <a:pt x="0" y="4572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5720"/>
                  </a:lnTo>
                  <a:close/>
                </a:path>
                <a:path w="3810" h="59689">
                  <a:moveTo>
                    <a:pt x="3810" y="48260"/>
                  </a:moveTo>
                  <a:lnTo>
                    <a:pt x="0" y="48260"/>
                  </a:lnTo>
                  <a:lnTo>
                    <a:pt x="0" y="52069"/>
                  </a:lnTo>
                  <a:lnTo>
                    <a:pt x="3810" y="52069"/>
                  </a:lnTo>
                  <a:lnTo>
                    <a:pt x="3810" y="48260"/>
                  </a:lnTo>
                  <a:close/>
                </a:path>
                <a:path w="3810" h="59689">
                  <a:moveTo>
                    <a:pt x="3810" y="52070"/>
                  </a:moveTo>
                  <a:lnTo>
                    <a:pt x="0" y="52070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2070"/>
                  </a:lnTo>
                  <a:close/>
                </a:path>
                <a:path w="3810" h="59689">
                  <a:moveTo>
                    <a:pt x="3810" y="54610"/>
                  </a:moveTo>
                  <a:lnTo>
                    <a:pt x="0" y="54610"/>
                  </a:lnTo>
                  <a:lnTo>
                    <a:pt x="0" y="58419"/>
                  </a:lnTo>
                  <a:lnTo>
                    <a:pt x="3810" y="58419"/>
                  </a:lnTo>
                  <a:lnTo>
                    <a:pt x="3810" y="54610"/>
                  </a:lnTo>
                  <a:close/>
                </a:path>
                <a:path w="3810" h="59689">
                  <a:moveTo>
                    <a:pt x="3810" y="58420"/>
                  </a:moveTo>
                  <a:lnTo>
                    <a:pt x="1270" y="58420"/>
                  </a:lnTo>
                  <a:lnTo>
                    <a:pt x="1270" y="59690"/>
                  </a:lnTo>
                  <a:lnTo>
                    <a:pt x="3810" y="59690"/>
                  </a:lnTo>
                  <a:lnTo>
                    <a:pt x="3810" y="58420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4" name="object 1264"/>
            <p:cNvSpPr/>
            <p:nvPr/>
          </p:nvSpPr>
          <p:spPr>
            <a:xfrm>
              <a:off x="1765300" y="5308600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10" h="59689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59689">
                  <a:moveTo>
                    <a:pt x="381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70"/>
                  </a:lnTo>
                  <a:close/>
                </a:path>
                <a:path w="3810" h="59689">
                  <a:moveTo>
                    <a:pt x="3810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3810"/>
                  </a:lnTo>
                  <a:close/>
                </a:path>
                <a:path w="3810" h="59689">
                  <a:moveTo>
                    <a:pt x="3810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7620"/>
                  </a:lnTo>
                  <a:close/>
                </a:path>
                <a:path w="3810" h="59689">
                  <a:moveTo>
                    <a:pt x="3810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10160"/>
                  </a:lnTo>
                  <a:close/>
                </a:path>
                <a:path w="3810" h="59689">
                  <a:moveTo>
                    <a:pt x="3810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3970"/>
                  </a:lnTo>
                  <a:close/>
                </a:path>
                <a:path w="3810" h="59689">
                  <a:moveTo>
                    <a:pt x="3810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6510"/>
                  </a:lnTo>
                  <a:close/>
                </a:path>
                <a:path w="3810" h="59689">
                  <a:moveTo>
                    <a:pt x="3810" y="20320"/>
                  </a:moveTo>
                  <a:lnTo>
                    <a:pt x="0" y="2032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20320"/>
                  </a:lnTo>
                  <a:close/>
                </a:path>
                <a:path w="3810" h="59689">
                  <a:moveTo>
                    <a:pt x="3810" y="22860"/>
                  </a:moveTo>
                  <a:lnTo>
                    <a:pt x="0" y="22860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2860"/>
                  </a:lnTo>
                  <a:close/>
                </a:path>
                <a:path w="3810" h="59689">
                  <a:moveTo>
                    <a:pt x="3810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33020"/>
                  </a:lnTo>
                  <a:close/>
                </a:path>
                <a:path w="3810" h="59689">
                  <a:moveTo>
                    <a:pt x="3810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5560"/>
                  </a:lnTo>
                  <a:close/>
                </a:path>
                <a:path w="3810" h="59689">
                  <a:moveTo>
                    <a:pt x="3810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9370"/>
                  </a:lnTo>
                  <a:close/>
                </a:path>
                <a:path w="3810" h="59689">
                  <a:moveTo>
                    <a:pt x="3810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41910"/>
                  </a:lnTo>
                  <a:close/>
                </a:path>
                <a:path w="3810" h="59689">
                  <a:moveTo>
                    <a:pt x="3810" y="45720"/>
                  </a:moveTo>
                  <a:lnTo>
                    <a:pt x="0" y="4572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5720"/>
                  </a:lnTo>
                  <a:close/>
                </a:path>
                <a:path w="3810" h="59689">
                  <a:moveTo>
                    <a:pt x="3810" y="48260"/>
                  </a:moveTo>
                  <a:lnTo>
                    <a:pt x="0" y="48260"/>
                  </a:lnTo>
                  <a:lnTo>
                    <a:pt x="0" y="52069"/>
                  </a:lnTo>
                  <a:lnTo>
                    <a:pt x="3810" y="52069"/>
                  </a:lnTo>
                  <a:lnTo>
                    <a:pt x="3810" y="48260"/>
                  </a:lnTo>
                  <a:close/>
                </a:path>
                <a:path w="3810" h="59689">
                  <a:moveTo>
                    <a:pt x="3810" y="52070"/>
                  </a:moveTo>
                  <a:lnTo>
                    <a:pt x="0" y="52070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2070"/>
                  </a:lnTo>
                  <a:close/>
                </a:path>
                <a:path w="3810" h="59689">
                  <a:moveTo>
                    <a:pt x="3810" y="54610"/>
                  </a:moveTo>
                  <a:lnTo>
                    <a:pt x="0" y="54610"/>
                  </a:lnTo>
                  <a:lnTo>
                    <a:pt x="0" y="58419"/>
                  </a:lnTo>
                  <a:lnTo>
                    <a:pt x="3810" y="58419"/>
                  </a:lnTo>
                  <a:lnTo>
                    <a:pt x="3810" y="54610"/>
                  </a:lnTo>
                  <a:close/>
                </a:path>
                <a:path w="3810" h="59689">
                  <a:moveTo>
                    <a:pt x="3810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3810" y="59690"/>
                  </a:lnTo>
                  <a:lnTo>
                    <a:pt x="3810" y="5842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5" name="object 1265"/>
            <p:cNvSpPr/>
            <p:nvPr/>
          </p:nvSpPr>
          <p:spPr>
            <a:xfrm>
              <a:off x="1769110" y="5308600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10" h="59689">
                  <a:moveTo>
                    <a:pt x="380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10" h="59689">
                  <a:moveTo>
                    <a:pt x="3809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1270"/>
                  </a:lnTo>
                  <a:close/>
                </a:path>
                <a:path w="3810" h="59689">
                  <a:moveTo>
                    <a:pt x="3809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3810"/>
                  </a:lnTo>
                  <a:close/>
                </a:path>
                <a:path w="3810" h="59689">
                  <a:moveTo>
                    <a:pt x="3809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7620"/>
                  </a:lnTo>
                  <a:close/>
                </a:path>
                <a:path w="3810" h="59689">
                  <a:moveTo>
                    <a:pt x="3809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10160"/>
                  </a:lnTo>
                  <a:close/>
                </a:path>
                <a:path w="3810" h="59689">
                  <a:moveTo>
                    <a:pt x="3809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3970"/>
                  </a:lnTo>
                  <a:close/>
                </a:path>
                <a:path w="3810" h="59689">
                  <a:moveTo>
                    <a:pt x="3809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6510"/>
                  </a:lnTo>
                  <a:close/>
                </a:path>
                <a:path w="3810" h="59689">
                  <a:moveTo>
                    <a:pt x="3809" y="20320"/>
                  </a:moveTo>
                  <a:lnTo>
                    <a:pt x="0" y="20320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20320"/>
                  </a:lnTo>
                  <a:close/>
                </a:path>
                <a:path w="3810" h="59689">
                  <a:moveTo>
                    <a:pt x="3809" y="22860"/>
                  </a:moveTo>
                  <a:lnTo>
                    <a:pt x="0" y="22860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2860"/>
                  </a:lnTo>
                  <a:close/>
                </a:path>
                <a:path w="3810" h="59689">
                  <a:moveTo>
                    <a:pt x="3809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33020"/>
                  </a:lnTo>
                  <a:close/>
                </a:path>
                <a:path w="3810" h="59689">
                  <a:moveTo>
                    <a:pt x="3809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5560"/>
                  </a:lnTo>
                  <a:close/>
                </a:path>
                <a:path w="3810" h="59689">
                  <a:moveTo>
                    <a:pt x="3809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9370"/>
                  </a:lnTo>
                  <a:close/>
                </a:path>
                <a:path w="3810" h="59689">
                  <a:moveTo>
                    <a:pt x="3809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41910"/>
                  </a:lnTo>
                  <a:close/>
                </a:path>
                <a:path w="3810" h="59689">
                  <a:moveTo>
                    <a:pt x="3809" y="45720"/>
                  </a:moveTo>
                  <a:lnTo>
                    <a:pt x="0" y="45720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45720"/>
                  </a:lnTo>
                  <a:close/>
                </a:path>
                <a:path w="3810" h="59689">
                  <a:moveTo>
                    <a:pt x="3809" y="48260"/>
                  </a:moveTo>
                  <a:lnTo>
                    <a:pt x="0" y="48260"/>
                  </a:lnTo>
                  <a:lnTo>
                    <a:pt x="0" y="52069"/>
                  </a:lnTo>
                  <a:lnTo>
                    <a:pt x="3809" y="52069"/>
                  </a:lnTo>
                  <a:lnTo>
                    <a:pt x="3809" y="48260"/>
                  </a:lnTo>
                  <a:close/>
                </a:path>
                <a:path w="3810" h="59689">
                  <a:moveTo>
                    <a:pt x="3809" y="52070"/>
                  </a:moveTo>
                  <a:lnTo>
                    <a:pt x="0" y="52070"/>
                  </a:lnTo>
                  <a:lnTo>
                    <a:pt x="0" y="54609"/>
                  </a:lnTo>
                  <a:lnTo>
                    <a:pt x="3809" y="54609"/>
                  </a:lnTo>
                  <a:lnTo>
                    <a:pt x="3809" y="52070"/>
                  </a:lnTo>
                  <a:close/>
                </a:path>
                <a:path w="3810" h="59689">
                  <a:moveTo>
                    <a:pt x="3809" y="54610"/>
                  </a:moveTo>
                  <a:lnTo>
                    <a:pt x="0" y="54610"/>
                  </a:lnTo>
                  <a:lnTo>
                    <a:pt x="0" y="58419"/>
                  </a:lnTo>
                  <a:lnTo>
                    <a:pt x="3809" y="58419"/>
                  </a:lnTo>
                  <a:lnTo>
                    <a:pt x="3809" y="54610"/>
                  </a:lnTo>
                  <a:close/>
                </a:path>
                <a:path w="3810" h="59689">
                  <a:moveTo>
                    <a:pt x="3809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3809" y="59690"/>
                  </a:lnTo>
                  <a:lnTo>
                    <a:pt x="3809" y="58420"/>
                  </a:lnTo>
                  <a:close/>
                </a:path>
              </a:pathLst>
            </a:custGeom>
            <a:solidFill>
              <a:srgbClr val="8799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6" name="object 1266"/>
            <p:cNvSpPr/>
            <p:nvPr/>
          </p:nvSpPr>
          <p:spPr>
            <a:xfrm>
              <a:off x="1772919" y="5307330"/>
              <a:ext cx="3810" cy="60960"/>
            </a:xfrm>
            <a:custGeom>
              <a:avLst/>
              <a:gdLst/>
              <a:ahLst/>
              <a:cxnLst/>
              <a:rect l="l" t="t" r="r" b="b"/>
              <a:pathLst>
                <a:path w="3810" h="60960">
                  <a:moveTo>
                    <a:pt x="3810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  <a:path w="3810" h="60960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60960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10" h="60960">
                  <a:moveTo>
                    <a:pt x="381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890"/>
                  </a:lnTo>
                  <a:close/>
                </a:path>
                <a:path w="3810" h="60960">
                  <a:moveTo>
                    <a:pt x="381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30"/>
                  </a:lnTo>
                  <a:close/>
                </a:path>
                <a:path w="3810" h="60960">
                  <a:moveTo>
                    <a:pt x="381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40"/>
                  </a:lnTo>
                  <a:close/>
                </a:path>
                <a:path w="3810" h="60960">
                  <a:moveTo>
                    <a:pt x="3810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80"/>
                  </a:lnTo>
                  <a:close/>
                </a:path>
                <a:path w="3810" h="60960">
                  <a:moveTo>
                    <a:pt x="3810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1590"/>
                  </a:lnTo>
                  <a:close/>
                </a:path>
                <a:path w="3810" h="60960">
                  <a:moveTo>
                    <a:pt x="3810" y="24130"/>
                  </a:moveTo>
                  <a:lnTo>
                    <a:pt x="0" y="24130"/>
                  </a:lnTo>
                  <a:lnTo>
                    <a:pt x="0" y="34290"/>
                  </a:lnTo>
                  <a:lnTo>
                    <a:pt x="3810" y="34290"/>
                  </a:lnTo>
                  <a:lnTo>
                    <a:pt x="3810" y="24130"/>
                  </a:lnTo>
                  <a:close/>
                </a:path>
                <a:path w="3810" h="60960">
                  <a:moveTo>
                    <a:pt x="3810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4290"/>
                  </a:lnTo>
                  <a:close/>
                </a:path>
                <a:path w="3810" h="60960">
                  <a:moveTo>
                    <a:pt x="3810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3810" y="40640"/>
                  </a:lnTo>
                  <a:lnTo>
                    <a:pt x="3810" y="36830"/>
                  </a:lnTo>
                  <a:close/>
                </a:path>
                <a:path w="3810" h="60960">
                  <a:moveTo>
                    <a:pt x="3810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40640"/>
                  </a:lnTo>
                  <a:close/>
                </a:path>
                <a:path w="3810" h="60960">
                  <a:moveTo>
                    <a:pt x="3810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3810" y="46990"/>
                  </a:lnTo>
                  <a:lnTo>
                    <a:pt x="3810" y="43180"/>
                  </a:lnTo>
                  <a:close/>
                </a:path>
                <a:path w="3810" h="60960">
                  <a:moveTo>
                    <a:pt x="3810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6990"/>
                  </a:lnTo>
                  <a:close/>
                </a:path>
                <a:path w="3810" h="60960">
                  <a:moveTo>
                    <a:pt x="3810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3810" y="53340"/>
                  </a:lnTo>
                  <a:lnTo>
                    <a:pt x="3810" y="49530"/>
                  </a:lnTo>
                  <a:close/>
                </a:path>
                <a:path w="3810" h="60960">
                  <a:moveTo>
                    <a:pt x="3810" y="53340"/>
                  </a:moveTo>
                  <a:lnTo>
                    <a:pt x="0" y="53340"/>
                  </a:lnTo>
                  <a:lnTo>
                    <a:pt x="0" y="55880"/>
                  </a:lnTo>
                  <a:lnTo>
                    <a:pt x="3810" y="55880"/>
                  </a:lnTo>
                  <a:lnTo>
                    <a:pt x="3810" y="53340"/>
                  </a:lnTo>
                  <a:close/>
                </a:path>
                <a:path w="3810" h="60960">
                  <a:moveTo>
                    <a:pt x="3810" y="55880"/>
                  </a:moveTo>
                  <a:lnTo>
                    <a:pt x="0" y="55880"/>
                  </a:lnTo>
                  <a:lnTo>
                    <a:pt x="0" y="59690"/>
                  </a:lnTo>
                  <a:lnTo>
                    <a:pt x="3810" y="59690"/>
                  </a:lnTo>
                  <a:lnTo>
                    <a:pt x="3810" y="55880"/>
                  </a:lnTo>
                  <a:close/>
                </a:path>
                <a:path w="3810" h="60960">
                  <a:moveTo>
                    <a:pt x="3810" y="59690"/>
                  </a:moveTo>
                  <a:lnTo>
                    <a:pt x="0" y="59690"/>
                  </a:lnTo>
                  <a:lnTo>
                    <a:pt x="0" y="60960"/>
                  </a:lnTo>
                  <a:lnTo>
                    <a:pt x="3810" y="60960"/>
                  </a:lnTo>
                  <a:lnTo>
                    <a:pt x="3810" y="59690"/>
                  </a:lnTo>
                  <a:close/>
                </a:path>
              </a:pathLst>
            </a:custGeom>
            <a:solidFill>
              <a:srgbClr val="8496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7" name="object 1267"/>
            <p:cNvSpPr/>
            <p:nvPr/>
          </p:nvSpPr>
          <p:spPr>
            <a:xfrm>
              <a:off x="1776730" y="5307330"/>
              <a:ext cx="2540" cy="60960"/>
            </a:xfrm>
            <a:custGeom>
              <a:avLst/>
              <a:gdLst/>
              <a:ahLst/>
              <a:cxnLst/>
              <a:rect l="l" t="t" r="r" b="b"/>
              <a:pathLst>
                <a:path w="2539" h="60960">
                  <a:moveTo>
                    <a:pt x="253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539" y="2540"/>
                  </a:lnTo>
                  <a:lnTo>
                    <a:pt x="2539" y="0"/>
                  </a:lnTo>
                  <a:close/>
                </a:path>
                <a:path w="2539" h="60960">
                  <a:moveTo>
                    <a:pt x="253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2539" y="5080"/>
                  </a:lnTo>
                  <a:lnTo>
                    <a:pt x="2539" y="2540"/>
                  </a:lnTo>
                  <a:close/>
                </a:path>
                <a:path w="2539" h="60960">
                  <a:moveTo>
                    <a:pt x="253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2539" y="8890"/>
                  </a:lnTo>
                  <a:lnTo>
                    <a:pt x="2539" y="5080"/>
                  </a:lnTo>
                  <a:close/>
                </a:path>
                <a:path w="2539" h="60960">
                  <a:moveTo>
                    <a:pt x="253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2539" y="11430"/>
                  </a:lnTo>
                  <a:lnTo>
                    <a:pt x="2539" y="8890"/>
                  </a:lnTo>
                  <a:close/>
                </a:path>
                <a:path w="2539" h="60960">
                  <a:moveTo>
                    <a:pt x="2539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2539" y="15240"/>
                  </a:lnTo>
                  <a:lnTo>
                    <a:pt x="2539" y="11430"/>
                  </a:lnTo>
                  <a:close/>
                </a:path>
                <a:path w="2539" h="60960">
                  <a:moveTo>
                    <a:pt x="2539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2539" y="17780"/>
                  </a:lnTo>
                  <a:lnTo>
                    <a:pt x="2539" y="15240"/>
                  </a:lnTo>
                  <a:close/>
                </a:path>
                <a:path w="2539" h="60960">
                  <a:moveTo>
                    <a:pt x="2539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2539" y="21590"/>
                  </a:lnTo>
                  <a:lnTo>
                    <a:pt x="2539" y="17780"/>
                  </a:lnTo>
                  <a:close/>
                </a:path>
                <a:path w="2539" h="60960">
                  <a:moveTo>
                    <a:pt x="2539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2539" y="24130"/>
                  </a:lnTo>
                  <a:lnTo>
                    <a:pt x="2539" y="21590"/>
                  </a:lnTo>
                  <a:close/>
                </a:path>
                <a:path w="2539" h="60960">
                  <a:moveTo>
                    <a:pt x="2539" y="24130"/>
                  </a:moveTo>
                  <a:lnTo>
                    <a:pt x="0" y="24130"/>
                  </a:lnTo>
                  <a:lnTo>
                    <a:pt x="0" y="34290"/>
                  </a:lnTo>
                  <a:lnTo>
                    <a:pt x="2539" y="34290"/>
                  </a:lnTo>
                  <a:lnTo>
                    <a:pt x="2539" y="24130"/>
                  </a:lnTo>
                  <a:close/>
                </a:path>
                <a:path w="2539" h="60960">
                  <a:moveTo>
                    <a:pt x="2539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2539" y="36830"/>
                  </a:lnTo>
                  <a:lnTo>
                    <a:pt x="2539" y="34290"/>
                  </a:lnTo>
                  <a:close/>
                </a:path>
                <a:path w="2539" h="60960">
                  <a:moveTo>
                    <a:pt x="2539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2539" y="40640"/>
                  </a:lnTo>
                  <a:lnTo>
                    <a:pt x="2539" y="36830"/>
                  </a:lnTo>
                  <a:close/>
                </a:path>
                <a:path w="2539" h="60960">
                  <a:moveTo>
                    <a:pt x="2539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2539" y="43180"/>
                  </a:lnTo>
                  <a:lnTo>
                    <a:pt x="2539" y="40640"/>
                  </a:lnTo>
                  <a:close/>
                </a:path>
                <a:path w="2539" h="60960">
                  <a:moveTo>
                    <a:pt x="2539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2539" y="46990"/>
                  </a:lnTo>
                  <a:lnTo>
                    <a:pt x="2539" y="43180"/>
                  </a:lnTo>
                  <a:close/>
                </a:path>
                <a:path w="2539" h="60960">
                  <a:moveTo>
                    <a:pt x="2539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2539" y="49530"/>
                  </a:lnTo>
                  <a:lnTo>
                    <a:pt x="2539" y="46990"/>
                  </a:lnTo>
                  <a:close/>
                </a:path>
                <a:path w="2539" h="60960">
                  <a:moveTo>
                    <a:pt x="2539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2539" y="53340"/>
                  </a:lnTo>
                  <a:lnTo>
                    <a:pt x="2539" y="49530"/>
                  </a:lnTo>
                  <a:close/>
                </a:path>
                <a:path w="2539" h="60960">
                  <a:moveTo>
                    <a:pt x="2539" y="53340"/>
                  </a:moveTo>
                  <a:lnTo>
                    <a:pt x="0" y="53340"/>
                  </a:lnTo>
                  <a:lnTo>
                    <a:pt x="0" y="55880"/>
                  </a:lnTo>
                  <a:lnTo>
                    <a:pt x="2539" y="55880"/>
                  </a:lnTo>
                  <a:lnTo>
                    <a:pt x="2539" y="53340"/>
                  </a:lnTo>
                  <a:close/>
                </a:path>
                <a:path w="2539" h="60960">
                  <a:moveTo>
                    <a:pt x="2539" y="55880"/>
                  </a:moveTo>
                  <a:lnTo>
                    <a:pt x="0" y="55880"/>
                  </a:lnTo>
                  <a:lnTo>
                    <a:pt x="0" y="59690"/>
                  </a:lnTo>
                  <a:lnTo>
                    <a:pt x="2539" y="59690"/>
                  </a:lnTo>
                  <a:lnTo>
                    <a:pt x="2539" y="55880"/>
                  </a:lnTo>
                  <a:close/>
                </a:path>
                <a:path w="2539" h="60960">
                  <a:moveTo>
                    <a:pt x="2539" y="59690"/>
                  </a:moveTo>
                  <a:lnTo>
                    <a:pt x="0" y="59690"/>
                  </a:lnTo>
                  <a:lnTo>
                    <a:pt x="0" y="60960"/>
                  </a:lnTo>
                  <a:lnTo>
                    <a:pt x="2539" y="60960"/>
                  </a:lnTo>
                  <a:lnTo>
                    <a:pt x="2539" y="59690"/>
                  </a:lnTo>
                  <a:close/>
                </a:path>
              </a:pathLst>
            </a:custGeom>
            <a:solidFill>
              <a:srgbClr val="819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8" name="object 1268"/>
            <p:cNvSpPr/>
            <p:nvPr/>
          </p:nvSpPr>
          <p:spPr>
            <a:xfrm>
              <a:off x="1779269" y="53060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10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0" y="1269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0"/>
                  </a:lnTo>
                  <a:close/>
                </a:path>
                <a:path w="3810" h="63500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10" h="63500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10" h="63500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10" h="63500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10" h="63500">
                  <a:moveTo>
                    <a:pt x="381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6509"/>
                  </a:lnTo>
                  <a:close/>
                </a:path>
                <a:path w="3810" h="63500">
                  <a:moveTo>
                    <a:pt x="381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9050"/>
                  </a:lnTo>
                  <a:close/>
                </a:path>
                <a:path w="3810" h="63500">
                  <a:moveTo>
                    <a:pt x="3810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22859"/>
                  </a:lnTo>
                  <a:close/>
                </a:path>
                <a:path w="3810" h="63500">
                  <a:moveTo>
                    <a:pt x="3810" y="25400"/>
                  </a:moveTo>
                  <a:lnTo>
                    <a:pt x="0" y="2540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25400"/>
                  </a:lnTo>
                  <a:close/>
                </a:path>
                <a:path w="3810" h="63500">
                  <a:moveTo>
                    <a:pt x="381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5559"/>
                  </a:lnTo>
                  <a:close/>
                </a:path>
                <a:path w="3810" h="63500">
                  <a:moveTo>
                    <a:pt x="381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8100"/>
                  </a:lnTo>
                  <a:close/>
                </a:path>
                <a:path w="3810" h="63500">
                  <a:moveTo>
                    <a:pt x="381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1909"/>
                  </a:lnTo>
                  <a:close/>
                </a:path>
                <a:path w="3810" h="63500">
                  <a:moveTo>
                    <a:pt x="381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4450"/>
                  </a:lnTo>
                  <a:close/>
                </a:path>
                <a:path w="3810" h="63500">
                  <a:moveTo>
                    <a:pt x="3810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8259"/>
                  </a:lnTo>
                  <a:close/>
                </a:path>
                <a:path w="3810" h="63500">
                  <a:moveTo>
                    <a:pt x="3810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0800"/>
                  </a:lnTo>
                  <a:close/>
                </a:path>
                <a:path w="3810" h="63500">
                  <a:moveTo>
                    <a:pt x="3810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4609"/>
                  </a:lnTo>
                  <a:close/>
                </a:path>
                <a:path w="3810" h="63500">
                  <a:moveTo>
                    <a:pt x="3810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3810" y="60959"/>
                  </a:lnTo>
                  <a:lnTo>
                    <a:pt x="3810" y="57150"/>
                  </a:lnTo>
                  <a:close/>
                </a:path>
                <a:path w="3810" h="63500">
                  <a:moveTo>
                    <a:pt x="3810" y="60959"/>
                  </a:moveTo>
                  <a:lnTo>
                    <a:pt x="0" y="60959"/>
                  </a:lnTo>
                  <a:lnTo>
                    <a:pt x="0" y="62229"/>
                  </a:lnTo>
                  <a:lnTo>
                    <a:pt x="2540" y="62229"/>
                  </a:lnTo>
                  <a:lnTo>
                    <a:pt x="2540" y="63499"/>
                  </a:lnTo>
                  <a:lnTo>
                    <a:pt x="3810" y="63499"/>
                  </a:lnTo>
                  <a:lnTo>
                    <a:pt x="3810" y="60959"/>
                  </a:lnTo>
                  <a:close/>
                </a:path>
              </a:pathLst>
            </a:custGeom>
            <a:solidFill>
              <a:srgbClr val="7F92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9" name="object 1269"/>
            <p:cNvSpPr/>
            <p:nvPr/>
          </p:nvSpPr>
          <p:spPr>
            <a:xfrm>
              <a:off x="1783080" y="53060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0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0"/>
                  </a:lnTo>
                  <a:close/>
                </a:path>
                <a:path w="3810" h="63500">
                  <a:moveTo>
                    <a:pt x="380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3809"/>
                  </a:lnTo>
                  <a:close/>
                </a:path>
                <a:path w="3810" h="63500">
                  <a:moveTo>
                    <a:pt x="380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6350"/>
                  </a:lnTo>
                  <a:close/>
                </a:path>
                <a:path w="3810" h="63500">
                  <a:moveTo>
                    <a:pt x="380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10159"/>
                  </a:lnTo>
                  <a:close/>
                </a:path>
                <a:path w="3810" h="63500">
                  <a:moveTo>
                    <a:pt x="380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2700"/>
                  </a:lnTo>
                  <a:close/>
                </a:path>
                <a:path w="3810" h="63500">
                  <a:moveTo>
                    <a:pt x="380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6509"/>
                  </a:lnTo>
                  <a:close/>
                </a:path>
                <a:path w="3810" h="63500">
                  <a:moveTo>
                    <a:pt x="380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19050"/>
                  </a:lnTo>
                  <a:close/>
                </a:path>
                <a:path w="3810" h="63500">
                  <a:moveTo>
                    <a:pt x="3809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2859"/>
                  </a:lnTo>
                  <a:close/>
                </a:path>
                <a:path w="3810" h="63500">
                  <a:moveTo>
                    <a:pt x="3809" y="25400"/>
                  </a:moveTo>
                  <a:lnTo>
                    <a:pt x="0" y="25400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25400"/>
                  </a:lnTo>
                  <a:close/>
                </a:path>
                <a:path w="3810" h="63500">
                  <a:moveTo>
                    <a:pt x="380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5559"/>
                  </a:lnTo>
                  <a:close/>
                </a:path>
                <a:path w="3810" h="63500">
                  <a:moveTo>
                    <a:pt x="380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8100"/>
                  </a:lnTo>
                  <a:close/>
                </a:path>
                <a:path w="3810" h="63500">
                  <a:moveTo>
                    <a:pt x="380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1909"/>
                  </a:lnTo>
                  <a:close/>
                </a:path>
                <a:path w="3810" h="63500">
                  <a:moveTo>
                    <a:pt x="3809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44450"/>
                  </a:lnTo>
                  <a:close/>
                </a:path>
                <a:path w="3810" h="63500">
                  <a:moveTo>
                    <a:pt x="380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8259"/>
                  </a:lnTo>
                  <a:close/>
                </a:path>
                <a:path w="3810" h="63500">
                  <a:moveTo>
                    <a:pt x="3809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09" y="54609"/>
                  </a:lnTo>
                  <a:lnTo>
                    <a:pt x="3809" y="50800"/>
                  </a:lnTo>
                  <a:close/>
                </a:path>
                <a:path w="3810" h="63500">
                  <a:moveTo>
                    <a:pt x="3809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4609"/>
                  </a:lnTo>
                  <a:close/>
                </a:path>
                <a:path w="3810" h="63500">
                  <a:moveTo>
                    <a:pt x="3809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3809" y="60959"/>
                  </a:lnTo>
                  <a:lnTo>
                    <a:pt x="3809" y="57150"/>
                  </a:lnTo>
                  <a:close/>
                </a:path>
                <a:path w="3810" h="63500">
                  <a:moveTo>
                    <a:pt x="3809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3809" y="63499"/>
                  </a:lnTo>
                  <a:lnTo>
                    <a:pt x="3809" y="60959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0" name="object 1270"/>
            <p:cNvSpPr/>
            <p:nvPr/>
          </p:nvSpPr>
          <p:spPr>
            <a:xfrm>
              <a:off x="1786889" y="53060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0"/>
                  </a:lnTo>
                  <a:close/>
                </a:path>
                <a:path w="3810" h="63500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10" h="63500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10" h="63500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10" h="63500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10" h="63500">
                  <a:moveTo>
                    <a:pt x="381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6509"/>
                  </a:lnTo>
                  <a:close/>
                </a:path>
                <a:path w="3810" h="63500">
                  <a:moveTo>
                    <a:pt x="381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9050"/>
                  </a:lnTo>
                  <a:close/>
                </a:path>
                <a:path w="3810" h="63500">
                  <a:moveTo>
                    <a:pt x="3810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22859"/>
                  </a:lnTo>
                  <a:close/>
                </a:path>
                <a:path w="3810" h="63500">
                  <a:moveTo>
                    <a:pt x="3810" y="25400"/>
                  </a:moveTo>
                  <a:lnTo>
                    <a:pt x="0" y="2540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25400"/>
                  </a:lnTo>
                  <a:close/>
                </a:path>
                <a:path w="3810" h="63500">
                  <a:moveTo>
                    <a:pt x="381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5559"/>
                  </a:lnTo>
                  <a:close/>
                </a:path>
                <a:path w="3810" h="63500">
                  <a:moveTo>
                    <a:pt x="381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8100"/>
                  </a:lnTo>
                  <a:close/>
                </a:path>
                <a:path w="3810" h="63500">
                  <a:moveTo>
                    <a:pt x="381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1909"/>
                  </a:lnTo>
                  <a:close/>
                </a:path>
                <a:path w="3810" h="63500">
                  <a:moveTo>
                    <a:pt x="381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4450"/>
                  </a:lnTo>
                  <a:close/>
                </a:path>
                <a:path w="3810" h="63500">
                  <a:moveTo>
                    <a:pt x="3810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8259"/>
                  </a:lnTo>
                  <a:close/>
                </a:path>
                <a:path w="3810" h="63500">
                  <a:moveTo>
                    <a:pt x="3810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0800"/>
                  </a:lnTo>
                  <a:close/>
                </a:path>
                <a:path w="3810" h="63500">
                  <a:moveTo>
                    <a:pt x="3810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4609"/>
                  </a:lnTo>
                  <a:close/>
                </a:path>
                <a:path w="3810" h="63500">
                  <a:moveTo>
                    <a:pt x="3810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3810" y="60959"/>
                  </a:lnTo>
                  <a:lnTo>
                    <a:pt x="3810" y="57150"/>
                  </a:lnTo>
                  <a:close/>
                </a:path>
                <a:path w="3810" h="63500">
                  <a:moveTo>
                    <a:pt x="3810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3810" y="63499"/>
                  </a:lnTo>
                  <a:lnTo>
                    <a:pt x="3810" y="60959"/>
                  </a:lnTo>
                  <a:close/>
                </a:path>
              </a:pathLst>
            </a:custGeom>
            <a:solidFill>
              <a:srgbClr val="79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1" name="object 1271"/>
            <p:cNvSpPr/>
            <p:nvPr/>
          </p:nvSpPr>
          <p:spPr>
            <a:xfrm>
              <a:off x="1790700" y="53060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0"/>
                  </a:lnTo>
                  <a:close/>
                </a:path>
                <a:path w="3810" h="63500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10" h="63500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10" h="63500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10" h="63500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10" h="63500">
                  <a:moveTo>
                    <a:pt x="381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6509"/>
                  </a:lnTo>
                  <a:close/>
                </a:path>
                <a:path w="3810" h="63500">
                  <a:moveTo>
                    <a:pt x="381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9050"/>
                  </a:lnTo>
                  <a:close/>
                </a:path>
                <a:path w="3810" h="63500">
                  <a:moveTo>
                    <a:pt x="3810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22859"/>
                  </a:lnTo>
                  <a:close/>
                </a:path>
                <a:path w="3810" h="63500">
                  <a:moveTo>
                    <a:pt x="3810" y="25400"/>
                  </a:moveTo>
                  <a:lnTo>
                    <a:pt x="0" y="2540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25400"/>
                  </a:lnTo>
                  <a:close/>
                </a:path>
                <a:path w="3810" h="63500">
                  <a:moveTo>
                    <a:pt x="381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5559"/>
                  </a:lnTo>
                  <a:close/>
                </a:path>
                <a:path w="3810" h="63500">
                  <a:moveTo>
                    <a:pt x="381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8100"/>
                  </a:lnTo>
                  <a:close/>
                </a:path>
                <a:path w="3810" h="63500">
                  <a:moveTo>
                    <a:pt x="381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1909"/>
                  </a:lnTo>
                  <a:close/>
                </a:path>
                <a:path w="3810" h="63500">
                  <a:moveTo>
                    <a:pt x="381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4450"/>
                  </a:lnTo>
                  <a:close/>
                </a:path>
                <a:path w="3810" h="63500">
                  <a:moveTo>
                    <a:pt x="3810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8259"/>
                  </a:lnTo>
                  <a:close/>
                </a:path>
                <a:path w="3810" h="63500">
                  <a:moveTo>
                    <a:pt x="3810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0800"/>
                  </a:lnTo>
                  <a:close/>
                </a:path>
                <a:path w="3810" h="63500">
                  <a:moveTo>
                    <a:pt x="3810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4609"/>
                  </a:lnTo>
                  <a:close/>
                </a:path>
                <a:path w="3810" h="63500">
                  <a:moveTo>
                    <a:pt x="3810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3810" y="60959"/>
                  </a:lnTo>
                  <a:lnTo>
                    <a:pt x="3810" y="57150"/>
                  </a:lnTo>
                  <a:close/>
                </a:path>
                <a:path w="3810" h="63500">
                  <a:moveTo>
                    <a:pt x="3810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3810" y="63499"/>
                  </a:lnTo>
                  <a:lnTo>
                    <a:pt x="3810" y="60959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2" name="object 1272"/>
            <p:cNvSpPr/>
            <p:nvPr/>
          </p:nvSpPr>
          <p:spPr>
            <a:xfrm>
              <a:off x="1794510" y="53060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0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0"/>
                  </a:lnTo>
                  <a:close/>
                </a:path>
                <a:path w="3810" h="63500">
                  <a:moveTo>
                    <a:pt x="380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3809"/>
                  </a:lnTo>
                  <a:close/>
                </a:path>
                <a:path w="3810" h="63500">
                  <a:moveTo>
                    <a:pt x="380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6350"/>
                  </a:lnTo>
                  <a:close/>
                </a:path>
                <a:path w="3810" h="63500">
                  <a:moveTo>
                    <a:pt x="380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10159"/>
                  </a:lnTo>
                  <a:close/>
                </a:path>
                <a:path w="3810" h="63500">
                  <a:moveTo>
                    <a:pt x="380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2700"/>
                  </a:lnTo>
                  <a:close/>
                </a:path>
                <a:path w="3810" h="63500">
                  <a:moveTo>
                    <a:pt x="380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6509"/>
                  </a:lnTo>
                  <a:close/>
                </a:path>
                <a:path w="3810" h="63500">
                  <a:moveTo>
                    <a:pt x="380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19050"/>
                  </a:lnTo>
                  <a:close/>
                </a:path>
                <a:path w="3810" h="63500">
                  <a:moveTo>
                    <a:pt x="3809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2859"/>
                  </a:lnTo>
                  <a:close/>
                </a:path>
                <a:path w="3810" h="63500">
                  <a:moveTo>
                    <a:pt x="3809" y="25400"/>
                  </a:moveTo>
                  <a:lnTo>
                    <a:pt x="0" y="25400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25400"/>
                  </a:lnTo>
                  <a:close/>
                </a:path>
                <a:path w="3810" h="63500">
                  <a:moveTo>
                    <a:pt x="380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5559"/>
                  </a:lnTo>
                  <a:close/>
                </a:path>
                <a:path w="3810" h="63500">
                  <a:moveTo>
                    <a:pt x="380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8100"/>
                  </a:lnTo>
                  <a:close/>
                </a:path>
                <a:path w="3810" h="63500">
                  <a:moveTo>
                    <a:pt x="380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1909"/>
                  </a:lnTo>
                  <a:close/>
                </a:path>
                <a:path w="3810" h="63500">
                  <a:moveTo>
                    <a:pt x="3809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44450"/>
                  </a:lnTo>
                  <a:close/>
                </a:path>
                <a:path w="3810" h="63500">
                  <a:moveTo>
                    <a:pt x="380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8259"/>
                  </a:lnTo>
                  <a:close/>
                </a:path>
                <a:path w="3810" h="63500">
                  <a:moveTo>
                    <a:pt x="3809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09" y="54609"/>
                  </a:lnTo>
                  <a:lnTo>
                    <a:pt x="3809" y="50800"/>
                  </a:lnTo>
                  <a:close/>
                </a:path>
                <a:path w="3810" h="63500">
                  <a:moveTo>
                    <a:pt x="3809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4609"/>
                  </a:lnTo>
                  <a:close/>
                </a:path>
                <a:path w="3810" h="63500">
                  <a:moveTo>
                    <a:pt x="3809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3809" y="60959"/>
                  </a:lnTo>
                  <a:lnTo>
                    <a:pt x="3809" y="57150"/>
                  </a:lnTo>
                  <a:close/>
                </a:path>
                <a:path w="3810" h="63500">
                  <a:moveTo>
                    <a:pt x="3809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3809" y="63499"/>
                  </a:lnTo>
                  <a:lnTo>
                    <a:pt x="3809" y="60959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3" name="object 1273"/>
            <p:cNvSpPr/>
            <p:nvPr/>
          </p:nvSpPr>
          <p:spPr>
            <a:xfrm>
              <a:off x="1798319" y="5306059"/>
              <a:ext cx="2540" cy="63500"/>
            </a:xfrm>
            <a:custGeom>
              <a:avLst/>
              <a:gdLst/>
              <a:ahLst/>
              <a:cxnLst/>
              <a:rect l="l" t="t" r="r" b="b"/>
              <a:pathLst>
                <a:path w="2539" h="63500">
                  <a:moveTo>
                    <a:pt x="254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2540" y="3809"/>
                  </a:lnTo>
                  <a:lnTo>
                    <a:pt x="2540" y="0"/>
                  </a:lnTo>
                  <a:close/>
                </a:path>
                <a:path w="2539" h="63500">
                  <a:moveTo>
                    <a:pt x="254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2540" y="6349"/>
                  </a:lnTo>
                  <a:lnTo>
                    <a:pt x="2540" y="3809"/>
                  </a:lnTo>
                  <a:close/>
                </a:path>
                <a:path w="2539" h="63500">
                  <a:moveTo>
                    <a:pt x="254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2540" y="10159"/>
                  </a:lnTo>
                  <a:lnTo>
                    <a:pt x="2540" y="6350"/>
                  </a:lnTo>
                  <a:close/>
                </a:path>
                <a:path w="2539" h="63500">
                  <a:moveTo>
                    <a:pt x="254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2540" y="12699"/>
                  </a:lnTo>
                  <a:lnTo>
                    <a:pt x="2540" y="10159"/>
                  </a:lnTo>
                  <a:close/>
                </a:path>
                <a:path w="2539" h="63500">
                  <a:moveTo>
                    <a:pt x="254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2540" y="16509"/>
                  </a:lnTo>
                  <a:lnTo>
                    <a:pt x="2540" y="12700"/>
                  </a:lnTo>
                  <a:close/>
                </a:path>
                <a:path w="2539" h="63500">
                  <a:moveTo>
                    <a:pt x="254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2540" y="19049"/>
                  </a:lnTo>
                  <a:lnTo>
                    <a:pt x="2540" y="16509"/>
                  </a:lnTo>
                  <a:close/>
                </a:path>
                <a:path w="2539" h="63500">
                  <a:moveTo>
                    <a:pt x="254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2540" y="22859"/>
                  </a:lnTo>
                  <a:lnTo>
                    <a:pt x="2540" y="19050"/>
                  </a:lnTo>
                  <a:close/>
                </a:path>
                <a:path w="2539" h="63500">
                  <a:moveTo>
                    <a:pt x="2540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2540" y="25399"/>
                  </a:lnTo>
                  <a:lnTo>
                    <a:pt x="2540" y="22859"/>
                  </a:lnTo>
                  <a:close/>
                </a:path>
                <a:path w="2539" h="63500">
                  <a:moveTo>
                    <a:pt x="2540" y="25400"/>
                  </a:moveTo>
                  <a:lnTo>
                    <a:pt x="0" y="25400"/>
                  </a:lnTo>
                  <a:lnTo>
                    <a:pt x="0" y="35559"/>
                  </a:lnTo>
                  <a:lnTo>
                    <a:pt x="2540" y="35559"/>
                  </a:lnTo>
                  <a:lnTo>
                    <a:pt x="2540" y="25400"/>
                  </a:lnTo>
                  <a:close/>
                </a:path>
                <a:path w="2539" h="63500">
                  <a:moveTo>
                    <a:pt x="254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2540" y="38099"/>
                  </a:lnTo>
                  <a:lnTo>
                    <a:pt x="2540" y="35559"/>
                  </a:lnTo>
                  <a:close/>
                </a:path>
                <a:path w="2539" h="63500">
                  <a:moveTo>
                    <a:pt x="254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2540" y="41909"/>
                  </a:lnTo>
                  <a:lnTo>
                    <a:pt x="2540" y="38100"/>
                  </a:lnTo>
                  <a:close/>
                </a:path>
                <a:path w="2539" h="63500">
                  <a:moveTo>
                    <a:pt x="254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2540" y="44449"/>
                  </a:lnTo>
                  <a:lnTo>
                    <a:pt x="2540" y="41909"/>
                  </a:lnTo>
                  <a:close/>
                </a:path>
                <a:path w="2539" h="63500">
                  <a:moveTo>
                    <a:pt x="254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2540" y="48259"/>
                  </a:lnTo>
                  <a:lnTo>
                    <a:pt x="2540" y="44450"/>
                  </a:lnTo>
                  <a:close/>
                </a:path>
                <a:path w="2539" h="63500">
                  <a:moveTo>
                    <a:pt x="2540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2540" y="50799"/>
                  </a:lnTo>
                  <a:lnTo>
                    <a:pt x="2540" y="48259"/>
                  </a:lnTo>
                  <a:close/>
                </a:path>
                <a:path w="2539" h="63500">
                  <a:moveTo>
                    <a:pt x="2540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2540" y="54609"/>
                  </a:lnTo>
                  <a:lnTo>
                    <a:pt x="2540" y="50800"/>
                  </a:lnTo>
                  <a:close/>
                </a:path>
                <a:path w="2539" h="63500">
                  <a:moveTo>
                    <a:pt x="2540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2540" y="57149"/>
                  </a:lnTo>
                  <a:lnTo>
                    <a:pt x="2540" y="54609"/>
                  </a:lnTo>
                  <a:close/>
                </a:path>
                <a:path w="2539" h="63500">
                  <a:moveTo>
                    <a:pt x="2540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2540" y="60959"/>
                  </a:lnTo>
                  <a:lnTo>
                    <a:pt x="2540" y="57150"/>
                  </a:lnTo>
                  <a:close/>
                </a:path>
                <a:path w="2539" h="63500">
                  <a:moveTo>
                    <a:pt x="2540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2540" y="63499"/>
                  </a:lnTo>
                  <a:lnTo>
                    <a:pt x="2540" y="60959"/>
                  </a:lnTo>
                  <a:close/>
                </a:path>
              </a:pathLst>
            </a:custGeom>
            <a:solidFill>
              <a:srgbClr val="71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4" name="object 1274"/>
            <p:cNvSpPr/>
            <p:nvPr/>
          </p:nvSpPr>
          <p:spPr>
            <a:xfrm>
              <a:off x="1800860" y="53060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0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0"/>
                  </a:lnTo>
                  <a:close/>
                </a:path>
                <a:path w="3810" h="63500">
                  <a:moveTo>
                    <a:pt x="380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3809"/>
                  </a:lnTo>
                  <a:close/>
                </a:path>
                <a:path w="3810" h="63500">
                  <a:moveTo>
                    <a:pt x="380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6350"/>
                  </a:lnTo>
                  <a:close/>
                </a:path>
                <a:path w="3810" h="63500">
                  <a:moveTo>
                    <a:pt x="380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10159"/>
                  </a:lnTo>
                  <a:close/>
                </a:path>
                <a:path w="3810" h="63500">
                  <a:moveTo>
                    <a:pt x="380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2700"/>
                  </a:lnTo>
                  <a:close/>
                </a:path>
                <a:path w="3810" h="63500">
                  <a:moveTo>
                    <a:pt x="380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6509"/>
                  </a:lnTo>
                  <a:close/>
                </a:path>
                <a:path w="3810" h="63500">
                  <a:moveTo>
                    <a:pt x="380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19050"/>
                  </a:lnTo>
                  <a:close/>
                </a:path>
                <a:path w="3810" h="63500">
                  <a:moveTo>
                    <a:pt x="3809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2859"/>
                  </a:lnTo>
                  <a:close/>
                </a:path>
                <a:path w="3810" h="63500">
                  <a:moveTo>
                    <a:pt x="3809" y="25400"/>
                  </a:moveTo>
                  <a:lnTo>
                    <a:pt x="0" y="25400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25400"/>
                  </a:lnTo>
                  <a:close/>
                </a:path>
                <a:path w="3810" h="63500">
                  <a:moveTo>
                    <a:pt x="380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5559"/>
                  </a:lnTo>
                  <a:close/>
                </a:path>
                <a:path w="3810" h="63500">
                  <a:moveTo>
                    <a:pt x="380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8100"/>
                  </a:lnTo>
                  <a:close/>
                </a:path>
                <a:path w="3810" h="63500">
                  <a:moveTo>
                    <a:pt x="380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1909"/>
                  </a:lnTo>
                  <a:close/>
                </a:path>
                <a:path w="3810" h="63500">
                  <a:moveTo>
                    <a:pt x="3809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44450"/>
                  </a:lnTo>
                  <a:close/>
                </a:path>
                <a:path w="3810" h="63500">
                  <a:moveTo>
                    <a:pt x="380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8259"/>
                  </a:lnTo>
                  <a:close/>
                </a:path>
                <a:path w="3810" h="63500">
                  <a:moveTo>
                    <a:pt x="3809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09" y="54609"/>
                  </a:lnTo>
                  <a:lnTo>
                    <a:pt x="3809" y="50800"/>
                  </a:lnTo>
                  <a:close/>
                </a:path>
                <a:path w="3810" h="63500">
                  <a:moveTo>
                    <a:pt x="3809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4609"/>
                  </a:lnTo>
                  <a:close/>
                </a:path>
                <a:path w="3810" h="63500">
                  <a:moveTo>
                    <a:pt x="3809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3809" y="60959"/>
                  </a:lnTo>
                  <a:lnTo>
                    <a:pt x="3809" y="57150"/>
                  </a:lnTo>
                  <a:close/>
                </a:path>
                <a:path w="3810" h="63500">
                  <a:moveTo>
                    <a:pt x="3809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3809" y="63499"/>
                  </a:lnTo>
                  <a:lnTo>
                    <a:pt x="3809" y="60959"/>
                  </a:lnTo>
                  <a:close/>
                </a:path>
              </a:pathLst>
            </a:custGeom>
            <a:solidFill>
              <a:srgbClr val="6F84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5" name="object 1275"/>
            <p:cNvSpPr/>
            <p:nvPr/>
          </p:nvSpPr>
          <p:spPr>
            <a:xfrm>
              <a:off x="1804669" y="53060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0"/>
                  </a:lnTo>
                  <a:close/>
                </a:path>
                <a:path w="3810" h="63500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10" h="63500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10" h="63500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10" h="63500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10" h="63500">
                  <a:moveTo>
                    <a:pt x="381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6509"/>
                  </a:lnTo>
                  <a:close/>
                </a:path>
                <a:path w="3810" h="63500">
                  <a:moveTo>
                    <a:pt x="381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9050"/>
                  </a:lnTo>
                  <a:close/>
                </a:path>
                <a:path w="3810" h="63500">
                  <a:moveTo>
                    <a:pt x="3810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22859"/>
                  </a:lnTo>
                  <a:close/>
                </a:path>
                <a:path w="3810" h="63500">
                  <a:moveTo>
                    <a:pt x="3810" y="25400"/>
                  </a:moveTo>
                  <a:lnTo>
                    <a:pt x="0" y="2540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25400"/>
                  </a:lnTo>
                  <a:close/>
                </a:path>
                <a:path w="3810" h="63500">
                  <a:moveTo>
                    <a:pt x="381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5559"/>
                  </a:lnTo>
                  <a:close/>
                </a:path>
                <a:path w="3810" h="63500">
                  <a:moveTo>
                    <a:pt x="381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8100"/>
                  </a:lnTo>
                  <a:close/>
                </a:path>
                <a:path w="3810" h="63500">
                  <a:moveTo>
                    <a:pt x="381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1909"/>
                  </a:lnTo>
                  <a:close/>
                </a:path>
                <a:path w="3810" h="63500">
                  <a:moveTo>
                    <a:pt x="381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4450"/>
                  </a:lnTo>
                  <a:close/>
                </a:path>
                <a:path w="3810" h="63500">
                  <a:moveTo>
                    <a:pt x="3810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8259"/>
                  </a:lnTo>
                  <a:close/>
                </a:path>
                <a:path w="3810" h="63500">
                  <a:moveTo>
                    <a:pt x="3810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0800"/>
                  </a:lnTo>
                  <a:close/>
                </a:path>
                <a:path w="3810" h="63500">
                  <a:moveTo>
                    <a:pt x="3810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4609"/>
                  </a:lnTo>
                  <a:close/>
                </a:path>
                <a:path w="3810" h="63500">
                  <a:moveTo>
                    <a:pt x="3810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3810" y="60959"/>
                  </a:lnTo>
                  <a:lnTo>
                    <a:pt x="3810" y="57150"/>
                  </a:lnTo>
                  <a:close/>
                </a:path>
                <a:path w="3810" h="63500">
                  <a:moveTo>
                    <a:pt x="3810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3810" y="63499"/>
                  </a:lnTo>
                  <a:lnTo>
                    <a:pt x="3810" y="60959"/>
                  </a:lnTo>
                  <a:close/>
                </a:path>
              </a:pathLst>
            </a:custGeom>
            <a:solidFill>
              <a:srgbClr val="6C82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6" name="object 1276"/>
            <p:cNvSpPr/>
            <p:nvPr/>
          </p:nvSpPr>
          <p:spPr>
            <a:xfrm>
              <a:off x="1808480" y="53060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0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0"/>
                  </a:lnTo>
                  <a:close/>
                </a:path>
                <a:path w="3810" h="63500">
                  <a:moveTo>
                    <a:pt x="380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3809"/>
                  </a:lnTo>
                  <a:close/>
                </a:path>
                <a:path w="3810" h="63500">
                  <a:moveTo>
                    <a:pt x="380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6350"/>
                  </a:lnTo>
                  <a:close/>
                </a:path>
                <a:path w="3810" h="63500">
                  <a:moveTo>
                    <a:pt x="380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10159"/>
                  </a:lnTo>
                  <a:close/>
                </a:path>
                <a:path w="3810" h="63500">
                  <a:moveTo>
                    <a:pt x="380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2700"/>
                  </a:lnTo>
                  <a:close/>
                </a:path>
                <a:path w="3810" h="63500">
                  <a:moveTo>
                    <a:pt x="380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6509"/>
                  </a:lnTo>
                  <a:close/>
                </a:path>
                <a:path w="3810" h="63500">
                  <a:moveTo>
                    <a:pt x="380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19050"/>
                  </a:lnTo>
                  <a:close/>
                </a:path>
                <a:path w="3810" h="63500">
                  <a:moveTo>
                    <a:pt x="3809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2859"/>
                  </a:lnTo>
                  <a:close/>
                </a:path>
                <a:path w="3810" h="63500">
                  <a:moveTo>
                    <a:pt x="3809" y="25400"/>
                  </a:moveTo>
                  <a:lnTo>
                    <a:pt x="0" y="25400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25400"/>
                  </a:lnTo>
                  <a:close/>
                </a:path>
                <a:path w="3810" h="63500">
                  <a:moveTo>
                    <a:pt x="380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5559"/>
                  </a:lnTo>
                  <a:close/>
                </a:path>
                <a:path w="3810" h="63500">
                  <a:moveTo>
                    <a:pt x="380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8100"/>
                  </a:lnTo>
                  <a:close/>
                </a:path>
                <a:path w="3810" h="63500">
                  <a:moveTo>
                    <a:pt x="380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1909"/>
                  </a:lnTo>
                  <a:close/>
                </a:path>
                <a:path w="3810" h="63500">
                  <a:moveTo>
                    <a:pt x="3809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44450"/>
                  </a:lnTo>
                  <a:close/>
                </a:path>
                <a:path w="3810" h="63500">
                  <a:moveTo>
                    <a:pt x="380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8259"/>
                  </a:lnTo>
                  <a:close/>
                </a:path>
                <a:path w="3810" h="63500">
                  <a:moveTo>
                    <a:pt x="3809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09" y="54609"/>
                  </a:lnTo>
                  <a:lnTo>
                    <a:pt x="3809" y="50800"/>
                  </a:lnTo>
                  <a:close/>
                </a:path>
                <a:path w="3810" h="63500">
                  <a:moveTo>
                    <a:pt x="3809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4609"/>
                  </a:lnTo>
                  <a:close/>
                </a:path>
                <a:path w="3810" h="63500">
                  <a:moveTo>
                    <a:pt x="3809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3809" y="60959"/>
                  </a:lnTo>
                  <a:lnTo>
                    <a:pt x="3809" y="57150"/>
                  </a:lnTo>
                  <a:close/>
                </a:path>
                <a:path w="3810" h="63500">
                  <a:moveTo>
                    <a:pt x="3809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3809" y="63499"/>
                  </a:lnTo>
                  <a:lnTo>
                    <a:pt x="3809" y="60959"/>
                  </a:lnTo>
                  <a:close/>
                </a:path>
              </a:pathLst>
            </a:custGeom>
            <a:solidFill>
              <a:srgbClr val="6980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7" name="object 1277"/>
            <p:cNvSpPr/>
            <p:nvPr/>
          </p:nvSpPr>
          <p:spPr>
            <a:xfrm>
              <a:off x="1812289" y="53060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0"/>
                  </a:lnTo>
                  <a:close/>
                </a:path>
                <a:path w="3810" h="63500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10" h="63500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10" h="63500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10" h="63500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10" h="63500">
                  <a:moveTo>
                    <a:pt x="381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6509"/>
                  </a:lnTo>
                  <a:close/>
                </a:path>
                <a:path w="3810" h="63500">
                  <a:moveTo>
                    <a:pt x="381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9050"/>
                  </a:lnTo>
                  <a:close/>
                </a:path>
                <a:path w="3810" h="63500">
                  <a:moveTo>
                    <a:pt x="3810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22859"/>
                  </a:lnTo>
                  <a:close/>
                </a:path>
                <a:path w="3810" h="63500">
                  <a:moveTo>
                    <a:pt x="3810" y="25400"/>
                  </a:moveTo>
                  <a:lnTo>
                    <a:pt x="0" y="2540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25400"/>
                  </a:lnTo>
                  <a:close/>
                </a:path>
                <a:path w="3810" h="63500">
                  <a:moveTo>
                    <a:pt x="381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5559"/>
                  </a:lnTo>
                  <a:close/>
                </a:path>
                <a:path w="3810" h="63500">
                  <a:moveTo>
                    <a:pt x="381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8100"/>
                  </a:lnTo>
                  <a:close/>
                </a:path>
                <a:path w="3810" h="63500">
                  <a:moveTo>
                    <a:pt x="381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1909"/>
                  </a:lnTo>
                  <a:close/>
                </a:path>
                <a:path w="3810" h="63500">
                  <a:moveTo>
                    <a:pt x="381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4450"/>
                  </a:lnTo>
                  <a:close/>
                </a:path>
                <a:path w="3810" h="63500">
                  <a:moveTo>
                    <a:pt x="3810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8259"/>
                  </a:lnTo>
                  <a:close/>
                </a:path>
                <a:path w="3810" h="63500">
                  <a:moveTo>
                    <a:pt x="3810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0800"/>
                  </a:lnTo>
                  <a:close/>
                </a:path>
                <a:path w="3810" h="63500">
                  <a:moveTo>
                    <a:pt x="3810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4609"/>
                  </a:lnTo>
                  <a:close/>
                </a:path>
                <a:path w="3810" h="63500">
                  <a:moveTo>
                    <a:pt x="3810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3810" y="60959"/>
                  </a:lnTo>
                  <a:lnTo>
                    <a:pt x="3810" y="57150"/>
                  </a:lnTo>
                  <a:close/>
                </a:path>
                <a:path w="3810" h="63500">
                  <a:moveTo>
                    <a:pt x="3810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3810" y="63499"/>
                  </a:lnTo>
                  <a:lnTo>
                    <a:pt x="3810" y="60959"/>
                  </a:lnTo>
                  <a:close/>
                </a:path>
              </a:pathLst>
            </a:custGeom>
            <a:solidFill>
              <a:srgbClr val="677E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8" name="object 1278"/>
            <p:cNvSpPr/>
            <p:nvPr/>
          </p:nvSpPr>
          <p:spPr>
            <a:xfrm>
              <a:off x="1816100" y="53060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0"/>
                  </a:lnTo>
                  <a:close/>
                </a:path>
                <a:path w="3810" h="63500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10" h="63500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10" h="63500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10" h="63500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10" h="63500">
                  <a:moveTo>
                    <a:pt x="381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6509"/>
                  </a:lnTo>
                  <a:close/>
                </a:path>
                <a:path w="3810" h="63500">
                  <a:moveTo>
                    <a:pt x="381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9050"/>
                  </a:lnTo>
                  <a:close/>
                </a:path>
                <a:path w="3810" h="63500">
                  <a:moveTo>
                    <a:pt x="3810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22859"/>
                  </a:lnTo>
                  <a:close/>
                </a:path>
                <a:path w="3810" h="63500">
                  <a:moveTo>
                    <a:pt x="3810" y="25400"/>
                  </a:moveTo>
                  <a:lnTo>
                    <a:pt x="0" y="2540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25400"/>
                  </a:lnTo>
                  <a:close/>
                </a:path>
                <a:path w="3810" h="63500">
                  <a:moveTo>
                    <a:pt x="381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5559"/>
                  </a:lnTo>
                  <a:close/>
                </a:path>
                <a:path w="3810" h="63500">
                  <a:moveTo>
                    <a:pt x="381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8100"/>
                  </a:lnTo>
                  <a:close/>
                </a:path>
                <a:path w="3810" h="63500">
                  <a:moveTo>
                    <a:pt x="381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1909"/>
                  </a:lnTo>
                  <a:close/>
                </a:path>
                <a:path w="3810" h="63500">
                  <a:moveTo>
                    <a:pt x="381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4450"/>
                  </a:lnTo>
                  <a:close/>
                </a:path>
                <a:path w="3810" h="63500">
                  <a:moveTo>
                    <a:pt x="3810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8259"/>
                  </a:lnTo>
                  <a:close/>
                </a:path>
                <a:path w="3810" h="63500">
                  <a:moveTo>
                    <a:pt x="3810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0800"/>
                  </a:lnTo>
                  <a:close/>
                </a:path>
                <a:path w="3810" h="63500">
                  <a:moveTo>
                    <a:pt x="3810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4609"/>
                  </a:lnTo>
                  <a:close/>
                </a:path>
                <a:path w="3810" h="63500">
                  <a:moveTo>
                    <a:pt x="3810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3810" y="60959"/>
                  </a:lnTo>
                  <a:lnTo>
                    <a:pt x="3810" y="57150"/>
                  </a:lnTo>
                  <a:close/>
                </a:path>
                <a:path w="3810" h="63500">
                  <a:moveTo>
                    <a:pt x="3810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3810" y="63499"/>
                  </a:lnTo>
                  <a:lnTo>
                    <a:pt x="3810" y="60959"/>
                  </a:lnTo>
                  <a:close/>
                </a:path>
              </a:pathLst>
            </a:custGeom>
            <a:solidFill>
              <a:srgbClr val="6A80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9" name="object 1279"/>
            <p:cNvSpPr/>
            <p:nvPr/>
          </p:nvSpPr>
          <p:spPr>
            <a:xfrm>
              <a:off x="1819910" y="53060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0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0"/>
                  </a:lnTo>
                  <a:close/>
                </a:path>
                <a:path w="3810" h="63500">
                  <a:moveTo>
                    <a:pt x="380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3809"/>
                  </a:lnTo>
                  <a:close/>
                </a:path>
                <a:path w="3810" h="63500">
                  <a:moveTo>
                    <a:pt x="380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6350"/>
                  </a:lnTo>
                  <a:close/>
                </a:path>
                <a:path w="3810" h="63500">
                  <a:moveTo>
                    <a:pt x="380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10159"/>
                  </a:lnTo>
                  <a:close/>
                </a:path>
                <a:path w="3810" h="63500">
                  <a:moveTo>
                    <a:pt x="380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2700"/>
                  </a:lnTo>
                  <a:close/>
                </a:path>
                <a:path w="3810" h="63500">
                  <a:moveTo>
                    <a:pt x="380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6509"/>
                  </a:lnTo>
                  <a:close/>
                </a:path>
                <a:path w="3810" h="63500">
                  <a:moveTo>
                    <a:pt x="380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19050"/>
                  </a:lnTo>
                  <a:close/>
                </a:path>
                <a:path w="3810" h="63500">
                  <a:moveTo>
                    <a:pt x="3809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2859"/>
                  </a:lnTo>
                  <a:close/>
                </a:path>
                <a:path w="3810" h="63500">
                  <a:moveTo>
                    <a:pt x="3809" y="25400"/>
                  </a:moveTo>
                  <a:lnTo>
                    <a:pt x="0" y="25400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25400"/>
                  </a:lnTo>
                  <a:close/>
                </a:path>
                <a:path w="3810" h="63500">
                  <a:moveTo>
                    <a:pt x="380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5559"/>
                  </a:lnTo>
                  <a:close/>
                </a:path>
                <a:path w="3810" h="63500">
                  <a:moveTo>
                    <a:pt x="380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8100"/>
                  </a:lnTo>
                  <a:close/>
                </a:path>
                <a:path w="3810" h="63500">
                  <a:moveTo>
                    <a:pt x="380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1909"/>
                  </a:lnTo>
                  <a:close/>
                </a:path>
                <a:path w="3810" h="63500">
                  <a:moveTo>
                    <a:pt x="3809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44450"/>
                  </a:lnTo>
                  <a:close/>
                </a:path>
                <a:path w="3810" h="63500">
                  <a:moveTo>
                    <a:pt x="380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8259"/>
                  </a:lnTo>
                  <a:close/>
                </a:path>
                <a:path w="3810" h="63500">
                  <a:moveTo>
                    <a:pt x="3809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09" y="54609"/>
                  </a:lnTo>
                  <a:lnTo>
                    <a:pt x="3809" y="50800"/>
                  </a:lnTo>
                  <a:close/>
                </a:path>
                <a:path w="3810" h="63500">
                  <a:moveTo>
                    <a:pt x="3809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4609"/>
                  </a:lnTo>
                  <a:close/>
                </a:path>
                <a:path w="3810" h="63500">
                  <a:moveTo>
                    <a:pt x="3809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3809" y="60959"/>
                  </a:lnTo>
                  <a:lnTo>
                    <a:pt x="3809" y="57150"/>
                  </a:lnTo>
                  <a:close/>
                </a:path>
                <a:path w="3810" h="63500">
                  <a:moveTo>
                    <a:pt x="3809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3809" y="63499"/>
                  </a:lnTo>
                  <a:lnTo>
                    <a:pt x="3809" y="60959"/>
                  </a:lnTo>
                  <a:close/>
                </a:path>
              </a:pathLst>
            </a:custGeom>
            <a:solidFill>
              <a:srgbClr val="6C82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0" name="object 1280"/>
            <p:cNvSpPr/>
            <p:nvPr/>
          </p:nvSpPr>
          <p:spPr>
            <a:xfrm>
              <a:off x="1823719" y="53060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0"/>
                  </a:lnTo>
                  <a:close/>
                </a:path>
                <a:path w="3810" h="63500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10" h="63500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10" h="63500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10" h="63500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10" h="63500">
                  <a:moveTo>
                    <a:pt x="381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6509"/>
                  </a:lnTo>
                  <a:close/>
                </a:path>
                <a:path w="3810" h="63500">
                  <a:moveTo>
                    <a:pt x="381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9050"/>
                  </a:lnTo>
                  <a:close/>
                </a:path>
                <a:path w="3810" h="63500">
                  <a:moveTo>
                    <a:pt x="3810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22859"/>
                  </a:lnTo>
                  <a:close/>
                </a:path>
                <a:path w="3810" h="63500">
                  <a:moveTo>
                    <a:pt x="3810" y="25400"/>
                  </a:moveTo>
                  <a:lnTo>
                    <a:pt x="0" y="2540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25400"/>
                  </a:lnTo>
                  <a:close/>
                </a:path>
                <a:path w="3810" h="63500">
                  <a:moveTo>
                    <a:pt x="381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5559"/>
                  </a:lnTo>
                  <a:close/>
                </a:path>
                <a:path w="3810" h="63500">
                  <a:moveTo>
                    <a:pt x="381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8100"/>
                  </a:lnTo>
                  <a:close/>
                </a:path>
                <a:path w="3810" h="63500">
                  <a:moveTo>
                    <a:pt x="381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1909"/>
                  </a:lnTo>
                  <a:close/>
                </a:path>
                <a:path w="3810" h="63500">
                  <a:moveTo>
                    <a:pt x="381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4450"/>
                  </a:lnTo>
                  <a:close/>
                </a:path>
                <a:path w="3810" h="63500">
                  <a:moveTo>
                    <a:pt x="3810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8259"/>
                  </a:lnTo>
                  <a:close/>
                </a:path>
                <a:path w="3810" h="63500">
                  <a:moveTo>
                    <a:pt x="3810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0800"/>
                  </a:lnTo>
                  <a:close/>
                </a:path>
                <a:path w="3810" h="63500">
                  <a:moveTo>
                    <a:pt x="3810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4609"/>
                  </a:lnTo>
                  <a:close/>
                </a:path>
                <a:path w="3810" h="63500">
                  <a:moveTo>
                    <a:pt x="3810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3810" y="60959"/>
                  </a:lnTo>
                  <a:lnTo>
                    <a:pt x="3810" y="57150"/>
                  </a:lnTo>
                  <a:close/>
                </a:path>
                <a:path w="3810" h="63500">
                  <a:moveTo>
                    <a:pt x="3810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3810" y="63499"/>
                  </a:lnTo>
                  <a:lnTo>
                    <a:pt x="3810" y="60959"/>
                  </a:lnTo>
                  <a:close/>
                </a:path>
              </a:pathLst>
            </a:custGeom>
            <a:solidFill>
              <a:srgbClr val="6F84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1" name="object 1281"/>
            <p:cNvSpPr/>
            <p:nvPr/>
          </p:nvSpPr>
          <p:spPr>
            <a:xfrm>
              <a:off x="1827530" y="5306059"/>
              <a:ext cx="2540" cy="63500"/>
            </a:xfrm>
            <a:custGeom>
              <a:avLst/>
              <a:gdLst/>
              <a:ahLst/>
              <a:cxnLst/>
              <a:rect l="l" t="t" r="r" b="b"/>
              <a:pathLst>
                <a:path w="2539" h="63500">
                  <a:moveTo>
                    <a:pt x="253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2539" y="3809"/>
                  </a:lnTo>
                  <a:lnTo>
                    <a:pt x="2539" y="0"/>
                  </a:lnTo>
                  <a:close/>
                </a:path>
                <a:path w="2539" h="63500">
                  <a:moveTo>
                    <a:pt x="253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2539" y="6349"/>
                  </a:lnTo>
                  <a:lnTo>
                    <a:pt x="2539" y="3809"/>
                  </a:lnTo>
                  <a:close/>
                </a:path>
                <a:path w="2539" h="63500">
                  <a:moveTo>
                    <a:pt x="253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2539" y="10159"/>
                  </a:lnTo>
                  <a:lnTo>
                    <a:pt x="2539" y="6350"/>
                  </a:lnTo>
                  <a:close/>
                </a:path>
                <a:path w="2539" h="63500">
                  <a:moveTo>
                    <a:pt x="253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2539" y="12699"/>
                  </a:lnTo>
                  <a:lnTo>
                    <a:pt x="2539" y="10159"/>
                  </a:lnTo>
                  <a:close/>
                </a:path>
                <a:path w="2539" h="63500">
                  <a:moveTo>
                    <a:pt x="253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2539" y="16509"/>
                  </a:lnTo>
                  <a:lnTo>
                    <a:pt x="2539" y="12700"/>
                  </a:lnTo>
                  <a:close/>
                </a:path>
                <a:path w="2539" h="63500">
                  <a:moveTo>
                    <a:pt x="253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2539" y="19049"/>
                  </a:lnTo>
                  <a:lnTo>
                    <a:pt x="2539" y="16509"/>
                  </a:lnTo>
                  <a:close/>
                </a:path>
                <a:path w="2539" h="63500">
                  <a:moveTo>
                    <a:pt x="253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2539" y="22859"/>
                  </a:lnTo>
                  <a:lnTo>
                    <a:pt x="2539" y="19050"/>
                  </a:lnTo>
                  <a:close/>
                </a:path>
                <a:path w="2539" h="63500">
                  <a:moveTo>
                    <a:pt x="2539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2539" y="25399"/>
                  </a:lnTo>
                  <a:lnTo>
                    <a:pt x="2539" y="22859"/>
                  </a:lnTo>
                  <a:close/>
                </a:path>
                <a:path w="2539" h="63500">
                  <a:moveTo>
                    <a:pt x="2539" y="25400"/>
                  </a:moveTo>
                  <a:lnTo>
                    <a:pt x="0" y="25400"/>
                  </a:lnTo>
                  <a:lnTo>
                    <a:pt x="0" y="35559"/>
                  </a:lnTo>
                  <a:lnTo>
                    <a:pt x="2539" y="35559"/>
                  </a:lnTo>
                  <a:lnTo>
                    <a:pt x="2539" y="25400"/>
                  </a:lnTo>
                  <a:close/>
                </a:path>
                <a:path w="2539" h="63500">
                  <a:moveTo>
                    <a:pt x="253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2539" y="38099"/>
                  </a:lnTo>
                  <a:lnTo>
                    <a:pt x="2539" y="35559"/>
                  </a:lnTo>
                  <a:close/>
                </a:path>
                <a:path w="2539" h="63500">
                  <a:moveTo>
                    <a:pt x="253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2539" y="41909"/>
                  </a:lnTo>
                  <a:lnTo>
                    <a:pt x="2539" y="38100"/>
                  </a:lnTo>
                  <a:close/>
                </a:path>
                <a:path w="2539" h="63500">
                  <a:moveTo>
                    <a:pt x="253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2539" y="44449"/>
                  </a:lnTo>
                  <a:lnTo>
                    <a:pt x="2539" y="41909"/>
                  </a:lnTo>
                  <a:close/>
                </a:path>
                <a:path w="2539" h="63500">
                  <a:moveTo>
                    <a:pt x="2539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2539" y="48259"/>
                  </a:lnTo>
                  <a:lnTo>
                    <a:pt x="2539" y="44450"/>
                  </a:lnTo>
                  <a:close/>
                </a:path>
                <a:path w="2539" h="63500">
                  <a:moveTo>
                    <a:pt x="253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2539" y="50799"/>
                  </a:lnTo>
                  <a:lnTo>
                    <a:pt x="2539" y="48259"/>
                  </a:lnTo>
                  <a:close/>
                </a:path>
                <a:path w="2539" h="63500">
                  <a:moveTo>
                    <a:pt x="2539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2539" y="54609"/>
                  </a:lnTo>
                  <a:lnTo>
                    <a:pt x="2539" y="50800"/>
                  </a:lnTo>
                  <a:close/>
                </a:path>
                <a:path w="2539" h="63500">
                  <a:moveTo>
                    <a:pt x="2539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2539" y="57149"/>
                  </a:lnTo>
                  <a:lnTo>
                    <a:pt x="2539" y="54609"/>
                  </a:lnTo>
                  <a:close/>
                </a:path>
                <a:path w="2539" h="63500">
                  <a:moveTo>
                    <a:pt x="2539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2539" y="60959"/>
                  </a:lnTo>
                  <a:lnTo>
                    <a:pt x="2539" y="57150"/>
                  </a:lnTo>
                  <a:close/>
                </a:path>
                <a:path w="2539" h="63500">
                  <a:moveTo>
                    <a:pt x="2539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2539" y="63499"/>
                  </a:lnTo>
                  <a:lnTo>
                    <a:pt x="2539" y="60959"/>
                  </a:lnTo>
                  <a:close/>
                </a:path>
              </a:pathLst>
            </a:custGeom>
            <a:solidFill>
              <a:srgbClr val="72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2" name="object 1282"/>
            <p:cNvSpPr/>
            <p:nvPr/>
          </p:nvSpPr>
          <p:spPr>
            <a:xfrm>
              <a:off x="1830069" y="53060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0"/>
                  </a:lnTo>
                  <a:close/>
                </a:path>
                <a:path w="3810" h="63500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10" h="63500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10" h="63500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10" h="63500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10" h="63500">
                  <a:moveTo>
                    <a:pt x="381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6509"/>
                  </a:lnTo>
                  <a:close/>
                </a:path>
                <a:path w="3810" h="63500">
                  <a:moveTo>
                    <a:pt x="381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9050"/>
                  </a:lnTo>
                  <a:close/>
                </a:path>
                <a:path w="3810" h="63500">
                  <a:moveTo>
                    <a:pt x="3810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22859"/>
                  </a:lnTo>
                  <a:close/>
                </a:path>
                <a:path w="3810" h="63500">
                  <a:moveTo>
                    <a:pt x="3810" y="25400"/>
                  </a:moveTo>
                  <a:lnTo>
                    <a:pt x="0" y="2540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25400"/>
                  </a:lnTo>
                  <a:close/>
                </a:path>
                <a:path w="3810" h="63500">
                  <a:moveTo>
                    <a:pt x="381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5559"/>
                  </a:lnTo>
                  <a:close/>
                </a:path>
                <a:path w="3810" h="63500">
                  <a:moveTo>
                    <a:pt x="381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8100"/>
                  </a:lnTo>
                  <a:close/>
                </a:path>
                <a:path w="3810" h="63500">
                  <a:moveTo>
                    <a:pt x="381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1909"/>
                  </a:lnTo>
                  <a:close/>
                </a:path>
                <a:path w="3810" h="63500">
                  <a:moveTo>
                    <a:pt x="381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4450"/>
                  </a:lnTo>
                  <a:close/>
                </a:path>
                <a:path w="3810" h="63500">
                  <a:moveTo>
                    <a:pt x="3810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8259"/>
                  </a:lnTo>
                  <a:close/>
                </a:path>
                <a:path w="3810" h="63500">
                  <a:moveTo>
                    <a:pt x="3810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0800"/>
                  </a:lnTo>
                  <a:close/>
                </a:path>
                <a:path w="3810" h="63500">
                  <a:moveTo>
                    <a:pt x="3810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4609"/>
                  </a:lnTo>
                  <a:close/>
                </a:path>
                <a:path w="3810" h="63500">
                  <a:moveTo>
                    <a:pt x="3810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3810" y="60959"/>
                  </a:lnTo>
                  <a:lnTo>
                    <a:pt x="3810" y="57150"/>
                  </a:lnTo>
                  <a:close/>
                </a:path>
                <a:path w="3810" h="63500">
                  <a:moveTo>
                    <a:pt x="3810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3810" y="63499"/>
                  </a:lnTo>
                  <a:lnTo>
                    <a:pt x="3810" y="60959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3" name="object 1283"/>
            <p:cNvSpPr/>
            <p:nvPr/>
          </p:nvSpPr>
          <p:spPr>
            <a:xfrm>
              <a:off x="1833880" y="53060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0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0"/>
                  </a:lnTo>
                  <a:close/>
                </a:path>
                <a:path w="3810" h="63500">
                  <a:moveTo>
                    <a:pt x="380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3809"/>
                  </a:lnTo>
                  <a:close/>
                </a:path>
                <a:path w="3810" h="63500">
                  <a:moveTo>
                    <a:pt x="380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6350"/>
                  </a:lnTo>
                  <a:close/>
                </a:path>
                <a:path w="3810" h="63500">
                  <a:moveTo>
                    <a:pt x="380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10159"/>
                  </a:lnTo>
                  <a:close/>
                </a:path>
                <a:path w="3810" h="63500">
                  <a:moveTo>
                    <a:pt x="380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2700"/>
                  </a:lnTo>
                  <a:close/>
                </a:path>
                <a:path w="3810" h="63500">
                  <a:moveTo>
                    <a:pt x="380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6509"/>
                  </a:lnTo>
                  <a:close/>
                </a:path>
                <a:path w="3810" h="63500">
                  <a:moveTo>
                    <a:pt x="380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19050"/>
                  </a:lnTo>
                  <a:close/>
                </a:path>
                <a:path w="3810" h="63500">
                  <a:moveTo>
                    <a:pt x="3809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2859"/>
                  </a:lnTo>
                  <a:close/>
                </a:path>
                <a:path w="3810" h="63500">
                  <a:moveTo>
                    <a:pt x="3809" y="25400"/>
                  </a:moveTo>
                  <a:lnTo>
                    <a:pt x="0" y="25400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25400"/>
                  </a:lnTo>
                  <a:close/>
                </a:path>
                <a:path w="3810" h="63500">
                  <a:moveTo>
                    <a:pt x="380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5559"/>
                  </a:lnTo>
                  <a:close/>
                </a:path>
                <a:path w="3810" h="63500">
                  <a:moveTo>
                    <a:pt x="380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8100"/>
                  </a:lnTo>
                  <a:close/>
                </a:path>
                <a:path w="3810" h="63500">
                  <a:moveTo>
                    <a:pt x="380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1909"/>
                  </a:lnTo>
                  <a:close/>
                </a:path>
                <a:path w="3810" h="63500">
                  <a:moveTo>
                    <a:pt x="3809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44450"/>
                  </a:lnTo>
                  <a:close/>
                </a:path>
                <a:path w="3810" h="63500">
                  <a:moveTo>
                    <a:pt x="380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8259"/>
                  </a:lnTo>
                  <a:close/>
                </a:path>
                <a:path w="3810" h="63500">
                  <a:moveTo>
                    <a:pt x="3809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09" y="54609"/>
                  </a:lnTo>
                  <a:lnTo>
                    <a:pt x="3809" y="50800"/>
                  </a:lnTo>
                  <a:close/>
                </a:path>
                <a:path w="3810" h="63500">
                  <a:moveTo>
                    <a:pt x="3809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4609"/>
                  </a:lnTo>
                  <a:close/>
                </a:path>
                <a:path w="3810" h="63500">
                  <a:moveTo>
                    <a:pt x="3809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3809" y="60959"/>
                  </a:lnTo>
                  <a:lnTo>
                    <a:pt x="3809" y="57150"/>
                  </a:lnTo>
                  <a:close/>
                </a:path>
                <a:path w="3810" h="63500">
                  <a:moveTo>
                    <a:pt x="3809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3809" y="63499"/>
                  </a:lnTo>
                  <a:lnTo>
                    <a:pt x="3809" y="60959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4" name="object 1284"/>
            <p:cNvSpPr/>
            <p:nvPr/>
          </p:nvSpPr>
          <p:spPr>
            <a:xfrm>
              <a:off x="1837689" y="53060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254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10" h="63500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10" h="63500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10" h="63500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10" h="63500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10" h="63500">
                  <a:moveTo>
                    <a:pt x="381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6509"/>
                  </a:lnTo>
                  <a:close/>
                </a:path>
                <a:path w="3810" h="63500">
                  <a:moveTo>
                    <a:pt x="381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9050"/>
                  </a:lnTo>
                  <a:close/>
                </a:path>
                <a:path w="3810" h="63500">
                  <a:moveTo>
                    <a:pt x="3810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22859"/>
                  </a:lnTo>
                  <a:close/>
                </a:path>
                <a:path w="3810" h="63500">
                  <a:moveTo>
                    <a:pt x="3810" y="25400"/>
                  </a:moveTo>
                  <a:lnTo>
                    <a:pt x="0" y="2540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25400"/>
                  </a:lnTo>
                  <a:close/>
                </a:path>
                <a:path w="3810" h="63500">
                  <a:moveTo>
                    <a:pt x="381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5559"/>
                  </a:lnTo>
                  <a:close/>
                </a:path>
                <a:path w="3810" h="63500">
                  <a:moveTo>
                    <a:pt x="381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8100"/>
                  </a:lnTo>
                  <a:close/>
                </a:path>
                <a:path w="3810" h="63500">
                  <a:moveTo>
                    <a:pt x="381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1909"/>
                  </a:lnTo>
                  <a:close/>
                </a:path>
                <a:path w="3810" h="63500">
                  <a:moveTo>
                    <a:pt x="381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4450"/>
                  </a:lnTo>
                  <a:close/>
                </a:path>
                <a:path w="3810" h="63500">
                  <a:moveTo>
                    <a:pt x="3810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8259"/>
                  </a:lnTo>
                  <a:close/>
                </a:path>
                <a:path w="3810" h="63500">
                  <a:moveTo>
                    <a:pt x="3810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0800"/>
                  </a:lnTo>
                  <a:close/>
                </a:path>
                <a:path w="3810" h="63500">
                  <a:moveTo>
                    <a:pt x="3810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4609"/>
                  </a:lnTo>
                  <a:close/>
                </a:path>
                <a:path w="3810" h="63500">
                  <a:moveTo>
                    <a:pt x="3810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3810" y="60959"/>
                  </a:lnTo>
                  <a:lnTo>
                    <a:pt x="3810" y="57150"/>
                  </a:lnTo>
                  <a:close/>
                </a:path>
                <a:path w="3810" h="63500">
                  <a:moveTo>
                    <a:pt x="3810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2540" y="63499"/>
                  </a:lnTo>
                  <a:lnTo>
                    <a:pt x="2540" y="62229"/>
                  </a:lnTo>
                  <a:lnTo>
                    <a:pt x="3810" y="62229"/>
                  </a:lnTo>
                  <a:lnTo>
                    <a:pt x="3810" y="60959"/>
                  </a:lnTo>
                  <a:close/>
                </a:path>
              </a:pathLst>
            </a:custGeom>
            <a:solidFill>
              <a:srgbClr val="7A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5" name="object 1285"/>
            <p:cNvSpPr/>
            <p:nvPr/>
          </p:nvSpPr>
          <p:spPr>
            <a:xfrm>
              <a:off x="1841500" y="5307330"/>
              <a:ext cx="3810" cy="60960"/>
            </a:xfrm>
            <a:custGeom>
              <a:avLst/>
              <a:gdLst/>
              <a:ahLst/>
              <a:cxnLst/>
              <a:rect l="l" t="t" r="r" b="b"/>
              <a:pathLst>
                <a:path w="3810" h="6096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  <a:path w="3810" h="60960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60960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10" h="60960">
                  <a:moveTo>
                    <a:pt x="381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890"/>
                  </a:lnTo>
                  <a:close/>
                </a:path>
                <a:path w="3810" h="60960">
                  <a:moveTo>
                    <a:pt x="381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30"/>
                  </a:lnTo>
                  <a:close/>
                </a:path>
                <a:path w="3810" h="60960">
                  <a:moveTo>
                    <a:pt x="381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40"/>
                  </a:lnTo>
                  <a:close/>
                </a:path>
                <a:path w="3810" h="60960">
                  <a:moveTo>
                    <a:pt x="3810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80"/>
                  </a:lnTo>
                  <a:close/>
                </a:path>
                <a:path w="3810" h="60960">
                  <a:moveTo>
                    <a:pt x="3810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1590"/>
                  </a:lnTo>
                  <a:close/>
                </a:path>
                <a:path w="3810" h="60960">
                  <a:moveTo>
                    <a:pt x="3810" y="24130"/>
                  </a:moveTo>
                  <a:lnTo>
                    <a:pt x="0" y="24130"/>
                  </a:lnTo>
                  <a:lnTo>
                    <a:pt x="0" y="34290"/>
                  </a:lnTo>
                  <a:lnTo>
                    <a:pt x="3810" y="34290"/>
                  </a:lnTo>
                  <a:lnTo>
                    <a:pt x="3810" y="24130"/>
                  </a:lnTo>
                  <a:close/>
                </a:path>
                <a:path w="3810" h="60960">
                  <a:moveTo>
                    <a:pt x="3810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4290"/>
                  </a:lnTo>
                  <a:close/>
                </a:path>
                <a:path w="3810" h="60960">
                  <a:moveTo>
                    <a:pt x="3810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3810" y="40640"/>
                  </a:lnTo>
                  <a:lnTo>
                    <a:pt x="3810" y="36830"/>
                  </a:lnTo>
                  <a:close/>
                </a:path>
                <a:path w="3810" h="60960">
                  <a:moveTo>
                    <a:pt x="3810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40640"/>
                  </a:lnTo>
                  <a:close/>
                </a:path>
                <a:path w="3810" h="60960">
                  <a:moveTo>
                    <a:pt x="3810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3810" y="46990"/>
                  </a:lnTo>
                  <a:lnTo>
                    <a:pt x="3810" y="43180"/>
                  </a:lnTo>
                  <a:close/>
                </a:path>
                <a:path w="3810" h="60960">
                  <a:moveTo>
                    <a:pt x="3810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6990"/>
                  </a:lnTo>
                  <a:close/>
                </a:path>
                <a:path w="3810" h="60960">
                  <a:moveTo>
                    <a:pt x="3810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3810" y="53340"/>
                  </a:lnTo>
                  <a:lnTo>
                    <a:pt x="3810" y="49530"/>
                  </a:lnTo>
                  <a:close/>
                </a:path>
                <a:path w="3810" h="60960">
                  <a:moveTo>
                    <a:pt x="3810" y="53340"/>
                  </a:moveTo>
                  <a:lnTo>
                    <a:pt x="0" y="53340"/>
                  </a:lnTo>
                  <a:lnTo>
                    <a:pt x="0" y="55880"/>
                  </a:lnTo>
                  <a:lnTo>
                    <a:pt x="3810" y="55880"/>
                  </a:lnTo>
                  <a:lnTo>
                    <a:pt x="3810" y="53340"/>
                  </a:lnTo>
                  <a:close/>
                </a:path>
                <a:path w="3810" h="60960">
                  <a:moveTo>
                    <a:pt x="3810" y="55880"/>
                  </a:moveTo>
                  <a:lnTo>
                    <a:pt x="0" y="55880"/>
                  </a:lnTo>
                  <a:lnTo>
                    <a:pt x="0" y="59690"/>
                  </a:lnTo>
                  <a:lnTo>
                    <a:pt x="3810" y="59690"/>
                  </a:lnTo>
                  <a:lnTo>
                    <a:pt x="3810" y="55880"/>
                  </a:lnTo>
                  <a:close/>
                </a:path>
                <a:path w="3810" h="60960">
                  <a:moveTo>
                    <a:pt x="3810" y="59690"/>
                  </a:moveTo>
                  <a:lnTo>
                    <a:pt x="0" y="59690"/>
                  </a:lnTo>
                  <a:lnTo>
                    <a:pt x="0" y="60960"/>
                  </a:lnTo>
                  <a:lnTo>
                    <a:pt x="3810" y="60960"/>
                  </a:lnTo>
                  <a:lnTo>
                    <a:pt x="3810" y="59690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6" name="object 1286"/>
            <p:cNvSpPr/>
            <p:nvPr/>
          </p:nvSpPr>
          <p:spPr>
            <a:xfrm>
              <a:off x="1845310" y="5307330"/>
              <a:ext cx="3810" cy="60960"/>
            </a:xfrm>
            <a:custGeom>
              <a:avLst/>
              <a:gdLst/>
              <a:ahLst/>
              <a:cxnLst/>
              <a:rect l="l" t="t" r="r" b="b"/>
              <a:pathLst>
                <a:path w="3810" h="60960">
                  <a:moveTo>
                    <a:pt x="380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09" y="2540"/>
                  </a:lnTo>
                  <a:lnTo>
                    <a:pt x="3809" y="0"/>
                  </a:lnTo>
                  <a:close/>
                </a:path>
                <a:path w="3810" h="60960">
                  <a:moveTo>
                    <a:pt x="380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2540"/>
                  </a:lnTo>
                  <a:close/>
                </a:path>
                <a:path w="3810" h="60960">
                  <a:moveTo>
                    <a:pt x="380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09" y="8890"/>
                  </a:lnTo>
                  <a:lnTo>
                    <a:pt x="3809" y="5080"/>
                  </a:lnTo>
                  <a:close/>
                </a:path>
                <a:path w="3810" h="60960">
                  <a:moveTo>
                    <a:pt x="380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8890"/>
                  </a:lnTo>
                  <a:close/>
                </a:path>
                <a:path w="3810" h="60960">
                  <a:moveTo>
                    <a:pt x="3809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09" y="15240"/>
                  </a:lnTo>
                  <a:lnTo>
                    <a:pt x="3809" y="11430"/>
                  </a:lnTo>
                  <a:close/>
                </a:path>
                <a:path w="3810" h="60960">
                  <a:moveTo>
                    <a:pt x="3809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5240"/>
                  </a:lnTo>
                  <a:close/>
                </a:path>
                <a:path w="3810" h="60960">
                  <a:moveTo>
                    <a:pt x="3809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09" y="21590"/>
                  </a:lnTo>
                  <a:lnTo>
                    <a:pt x="3809" y="17780"/>
                  </a:lnTo>
                  <a:close/>
                </a:path>
                <a:path w="3810" h="60960">
                  <a:moveTo>
                    <a:pt x="3809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3809" y="24130"/>
                  </a:lnTo>
                  <a:lnTo>
                    <a:pt x="3809" y="21590"/>
                  </a:lnTo>
                  <a:close/>
                </a:path>
                <a:path w="3810" h="60960">
                  <a:moveTo>
                    <a:pt x="3809" y="24130"/>
                  </a:moveTo>
                  <a:lnTo>
                    <a:pt x="0" y="24130"/>
                  </a:lnTo>
                  <a:lnTo>
                    <a:pt x="0" y="34290"/>
                  </a:lnTo>
                  <a:lnTo>
                    <a:pt x="3809" y="34290"/>
                  </a:lnTo>
                  <a:lnTo>
                    <a:pt x="3809" y="24130"/>
                  </a:lnTo>
                  <a:close/>
                </a:path>
                <a:path w="3810" h="60960">
                  <a:moveTo>
                    <a:pt x="3809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4290"/>
                  </a:lnTo>
                  <a:close/>
                </a:path>
                <a:path w="3810" h="60960">
                  <a:moveTo>
                    <a:pt x="3809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3809" y="40640"/>
                  </a:lnTo>
                  <a:lnTo>
                    <a:pt x="3809" y="36830"/>
                  </a:lnTo>
                  <a:close/>
                </a:path>
                <a:path w="3810" h="60960">
                  <a:moveTo>
                    <a:pt x="3809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3809" y="43180"/>
                  </a:lnTo>
                  <a:lnTo>
                    <a:pt x="3809" y="40640"/>
                  </a:lnTo>
                  <a:close/>
                </a:path>
                <a:path w="3810" h="60960">
                  <a:moveTo>
                    <a:pt x="3809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3809" y="46990"/>
                  </a:lnTo>
                  <a:lnTo>
                    <a:pt x="3809" y="43180"/>
                  </a:lnTo>
                  <a:close/>
                </a:path>
                <a:path w="3810" h="60960">
                  <a:moveTo>
                    <a:pt x="3809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3809" y="49530"/>
                  </a:lnTo>
                  <a:lnTo>
                    <a:pt x="3809" y="46990"/>
                  </a:lnTo>
                  <a:close/>
                </a:path>
                <a:path w="3810" h="60960">
                  <a:moveTo>
                    <a:pt x="3809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3809" y="53340"/>
                  </a:lnTo>
                  <a:lnTo>
                    <a:pt x="3809" y="49530"/>
                  </a:lnTo>
                  <a:close/>
                </a:path>
                <a:path w="3810" h="60960">
                  <a:moveTo>
                    <a:pt x="3809" y="53340"/>
                  </a:moveTo>
                  <a:lnTo>
                    <a:pt x="0" y="53340"/>
                  </a:lnTo>
                  <a:lnTo>
                    <a:pt x="0" y="55880"/>
                  </a:lnTo>
                  <a:lnTo>
                    <a:pt x="3809" y="55880"/>
                  </a:lnTo>
                  <a:lnTo>
                    <a:pt x="3809" y="53340"/>
                  </a:lnTo>
                  <a:close/>
                </a:path>
                <a:path w="3810" h="60960">
                  <a:moveTo>
                    <a:pt x="3809" y="55880"/>
                  </a:moveTo>
                  <a:lnTo>
                    <a:pt x="0" y="55880"/>
                  </a:lnTo>
                  <a:lnTo>
                    <a:pt x="0" y="59690"/>
                  </a:lnTo>
                  <a:lnTo>
                    <a:pt x="3809" y="59690"/>
                  </a:lnTo>
                  <a:lnTo>
                    <a:pt x="3809" y="55880"/>
                  </a:lnTo>
                  <a:close/>
                </a:path>
                <a:path w="3810" h="60960">
                  <a:moveTo>
                    <a:pt x="2539" y="59690"/>
                  </a:moveTo>
                  <a:lnTo>
                    <a:pt x="0" y="59690"/>
                  </a:lnTo>
                  <a:lnTo>
                    <a:pt x="0" y="60960"/>
                  </a:lnTo>
                  <a:lnTo>
                    <a:pt x="2539" y="60960"/>
                  </a:lnTo>
                  <a:lnTo>
                    <a:pt x="2539" y="59690"/>
                  </a:lnTo>
                  <a:close/>
                </a:path>
              </a:pathLst>
            </a:custGeom>
            <a:solidFill>
              <a:srgbClr val="7F9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7" name="object 1287"/>
            <p:cNvSpPr/>
            <p:nvPr/>
          </p:nvSpPr>
          <p:spPr>
            <a:xfrm>
              <a:off x="1849119" y="5307330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39" h="59689">
                  <a:moveTo>
                    <a:pt x="254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540" y="2540"/>
                  </a:lnTo>
                  <a:lnTo>
                    <a:pt x="2540" y="0"/>
                  </a:lnTo>
                  <a:close/>
                </a:path>
                <a:path w="2539" h="59689">
                  <a:moveTo>
                    <a:pt x="254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2540"/>
                  </a:lnTo>
                  <a:close/>
                </a:path>
                <a:path w="2539" h="59689">
                  <a:moveTo>
                    <a:pt x="254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2540" y="8890"/>
                  </a:lnTo>
                  <a:lnTo>
                    <a:pt x="2540" y="5080"/>
                  </a:lnTo>
                  <a:close/>
                </a:path>
                <a:path w="2539" h="59689">
                  <a:moveTo>
                    <a:pt x="254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8890"/>
                  </a:lnTo>
                  <a:close/>
                </a:path>
                <a:path w="2539" h="59689">
                  <a:moveTo>
                    <a:pt x="254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2540" y="15240"/>
                  </a:lnTo>
                  <a:lnTo>
                    <a:pt x="2540" y="11430"/>
                  </a:lnTo>
                  <a:close/>
                </a:path>
                <a:path w="2539" h="59689">
                  <a:moveTo>
                    <a:pt x="254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2540" y="17780"/>
                  </a:lnTo>
                  <a:lnTo>
                    <a:pt x="2540" y="15240"/>
                  </a:lnTo>
                  <a:close/>
                </a:path>
                <a:path w="2539" h="59689">
                  <a:moveTo>
                    <a:pt x="2540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2540" y="21590"/>
                  </a:lnTo>
                  <a:lnTo>
                    <a:pt x="2540" y="17780"/>
                  </a:lnTo>
                  <a:close/>
                </a:path>
                <a:path w="2539" h="59689">
                  <a:moveTo>
                    <a:pt x="2540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2540" y="24130"/>
                  </a:lnTo>
                  <a:lnTo>
                    <a:pt x="2540" y="21590"/>
                  </a:lnTo>
                  <a:close/>
                </a:path>
                <a:path w="2539" h="59689">
                  <a:moveTo>
                    <a:pt x="2540" y="24130"/>
                  </a:moveTo>
                  <a:lnTo>
                    <a:pt x="0" y="24130"/>
                  </a:lnTo>
                  <a:lnTo>
                    <a:pt x="0" y="34290"/>
                  </a:lnTo>
                  <a:lnTo>
                    <a:pt x="2540" y="34290"/>
                  </a:lnTo>
                  <a:lnTo>
                    <a:pt x="2540" y="24130"/>
                  </a:lnTo>
                  <a:close/>
                </a:path>
                <a:path w="2539" h="59689">
                  <a:moveTo>
                    <a:pt x="2540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2540" y="36830"/>
                  </a:lnTo>
                  <a:lnTo>
                    <a:pt x="2540" y="34290"/>
                  </a:lnTo>
                  <a:close/>
                </a:path>
                <a:path w="2539" h="59689">
                  <a:moveTo>
                    <a:pt x="2540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2540" y="40640"/>
                  </a:lnTo>
                  <a:lnTo>
                    <a:pt x="2540" y="36830"/>
                  </a:lnTo>
                  <a:close/>
                </a:path>
                <a:path w="2539" h="59689">
                  <a:moveTo>
                    <a:pt x="2540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2540" y="43180"/>
                  </a:lnTo>
                  <a:lnTo>
                    <a:pt x="2540" y="40640"/>
                  </a:lnTo>
                  <a:close/>
                </a:path>
                <a:path w="2539" h="59689">
                  <a:moveTo>
                    <a:pt x="2540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2540" y="46990"/>
                  </a:lnTo>
                  <a:lnTo>
                    <a:pt x="2540" y="43180"/>
                  </a:lnTo>
                  <a:close/>
                </a:path>
                <a:path w="2539" h="59689">
                  <a:moveTo>
                    <a:pt x="2540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2540" y="49530"/>
                  </a:lnTo>
                  <a:lnTo>
                    <a:pt x="2540" y="46990"/>
                  </a:lnTo>
                  <a:close/>
                </a:path>
                <a:path w="2539" h="59689">
                  <a:moveTo>
                    <a:pt x="2540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2540" y="53340"/>
                  </a:lnTo>
                  <a:lnTo>
                    <a:pt x="2540" y="49530"/>
                  </a:lnTo>
                  <a:close/>
                </a:path>
                <a:path w="2539" h="59689">
                  <a:moveTo>
                    <a:pt x="2540" y="53340"/>
                  </a:moveTo>
                  <a:lnTo>
                    <a:pt x="0" y="53340"/>
                  </a:lnTo>
                  <a:lnTo>
                    <a:pt x="0" y="55880"/>
                  </a:lnTo>
                  <a:lnTo>
                    <a:pt x="2540" y="55880"/>
                  </a:lnTo>
                  <a:lnTo>
                    <a:pt x="2540" y="53340"/>
                  </a:lnTo>
                  <a:close/>
                </a:path>
                <a:path w="2539" h="59689">
                  <a:moveTo>
                    <a:pt x="2540" y="55880"/>
                  </a:moveTo>
                  <a:lnTo>
                    <a:pt x="0" y="55880"/>
                  </a:lnTo>
                  <a:lnTo>
                    <a:pt x="0" y="59690"/>
                  </a:lnTo>
                  <a:lnTo>
                    <a:pt x="2540" y="59690"/>
                  </a:lnTo>
                  <a:lnTo>
                    <a:pt x="2540" y="55880"/>
                  </a:lnTo>
                  <a:close/>
                </a:path>
              </a:pathLst>
            </a:custGeom>
            <a:solidFill>
              <a:srgbClr val="8294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8" name="object 1288"/>
            <p:cNvSpPr/>
            <p:nvPr/>
          </p:nvSpPr>
          <p:spPr>
            <a:xfrm>
              <a:off x="1851660" y="5307330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10" h="59689">
                  <a:moveTo>
                    <a:pt x="380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09" y="2540"/>
                  </a:lnTo>
                  <a:lnTo>
                    <a:pt x="3809" y="0"/>
                  </a:lnTo>
                  <a:close/>
                </a:path>
                <a:path w="3810" h="59689">
                  <a:moveTo>
                    <a:pt x="380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2540"/>
                  </a:lnTo>
                  <a:close/>
                </a:path>
                <a:path w="3810" h="59689">
                  <a:moveTo>
                    <a:pt x="380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09" y="8890"/>
                  </a:lnTo>
                  <a:lnTo>
                    <a:pt x="3809" y="5080"/>
                  </a:lnTo>
                  <a:close/>
                </a:path>
                <a:path w="3810" h="59689">
                  <a:moveTo>
                    <a:pt x="380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8890"/>
                  </a:lnTo>
                  <a:close/>
                </a:path>
                <a:path w="3810" h="59689">
                  <a:moveTo>
                    <a:pt x="3809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09" y="15240"/>
                  </a:lnTo>
                  <a:lnTo>
                    <a:pt x="3809" y="11430"/>
                  </a:lnTo>
                  <a:close/>
                </a:path>
                <a:path w="3810" h="59689">
                  <a:moveTo>
                    <a:pt x="3809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5240"/>
                  </a:lnTo>
                  <a:close/>
                </a:path>
                <a:path w="3810" h="59689">
                  <a:moveTo>
                    <a:pt x="3809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09" y="21590"/>
                  </a:lnTo>
                  <a:lnTo>
                    <a:pt x="3809" y="17780"/>
                  </a:lnTo>
                  <a:close/>
                </a:path>
                <a:path w="3810" h="59689">
                  <a:moveTo>
                    <a:pt x="3809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3809" y="24130"/>
                  </a:lnTo>
                  <a:lnTo>
                    <a:pt x="3809" y="21590"/>
                  </a:lnTo>
                  <a:close/>
                </a:path>
                <a:path w="3810" h="59689">
                  <a:moveTo>
                    <a:pt x="3809" y="24130"/>
                  </a:moveTo>
                  <a:lnTo>
                    <a:pt x="0" y="24130"/>
                  </a:lnTo>
                  <a:lnTo>
                    <a:pt x="0" y="34290"/>
                  </a:lnTo>
                  <a:lnTo>
                    <a:pt x="3809" y="34290"/>
                  </a:lnTo>
                  <a:lnTo>
                    <a:pt x="3809" y="24130"/>
                  </a:lnTo>
                  <a:close/>
                </a:path>
                <a:path w="3810" h="59689">
                  <a:moveTo>
                    <a:pt x="3809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4290"/>
                  </a:lnTo>
                  <a:close/>
                </a:path>
                <a:path w="3810" h="59689">
                  <a:moveTo>
                    <a:pt x="3809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3809" y="40640"/>
                  </a:lnTo>
                  <a:lnTo>
                    <a:pt x="3809" y="36830"/>
                  </a:lnTo>
                  <a:close/>
                </a:path>
                <a:path w="3810" h="59689">
                  <a:moveTo>
                    <a:pt x="3809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3809" y="43180"/>
                  </a:lnTo>
                  <a:lnTo>
                    <a:pt x="3809" y="40640"/>
                  </a:lnTo>
                  <a:close/>
                </a:path>
                <a:path w="3810" h="59689">
                  <a:moveTo>
                    <a:pt x="3809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3809" y="46990"/>
                  </a:lnTo>
                  <a:lnTo>
                    <a:pt x="3809" y="43180"/>
                  </a:lnTo>
                  <a:close/>
                </a:path>
                <a:path w="3810" h="59689">
                  <a:moveTo>
                    <a:pt x="3809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3809" y="49530"/>
                  </a:lnTo>
                  <a:lnTo>
                    <a:pt x="3809" y="46990"/>
                  </a:lnTo>
                  <a:close/>
                </a:path>
                <a:path w="3810" h="59689">
                  <a:moveTo>
                    <a:pt x="3809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3809" y="53340"/>
                  </a:lnTo>
                  <a:lnTo>
                    <a:pt x="3809" y="49530"/>
                  </a:lnTo>
                  <a:close/>
                </a:path>
                <a:path w="3810" h="59689">
                  <a:moveTo>
                    <a:pt x="3809" y="53340"/>
                  </a:moveTo>
                  <a:lnTo>
                    <a:pt x="0" y="53340"/>
                  </a:lnTo>
                  <a:lnTo>
                    <a:pt x="0" y="55880"/>
                  </a:lnTo>
                  <a:lnTo>
                    <a:pt x="3809" y="55880"/>
                  </a:lnTo>
                  <a:lnTo>
                    <a:pt x="3809" y="53340"/>
                  </a:lnTo>
                  <a:close/>
                </a:path>
                <a:path w="3810" h="59689">
                  <a:moveTo>
                    <a:pt x="3809" y="55880"/>
                  </a:moveTo>
                  <a:lnTo>
                    <a:pt x="0" y="55880"/>
                  </a:lnTo>
                  <a:lnTo>
                    <a:pt x="0" y="59690"/>
                  </a:lnTo>
                  <a:lnTo>
                    <a:pt x="3809" y="59690"/>
                  </a:lnTo>
                  <a:lnTo>
                    <a:pt x="3809" y="55880"/>
                  </a:lnTo>
                  <a:close/>
                </a:path>
              </a:pathLst>
            </a:custGeom>
            <a:solidFill>
              <a:srgbClr val="8496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9" name="object 1289"/>
            <p:cNvSpPr/>
            <p:nvPr/>
          </p:nvSpPr>
          <p:spPr>
            <a:xfrm>
              <a:off x="1855469" y="5307330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10" h="59689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  <a:path w="3810" h="59689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59689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10" h="59689">
                  <a:moveTo>
                    <a:pt x="381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890"/>
                  </a:lnTo>
                  <a:close/>
                </a:path>
                <a:path w="3810" h="59689">
                  <a:moveTo>
                    <a:pt x="381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30"/>
                  </a:lnTo>
                  <a:close/>
                </a:path>
                <a:path w="3810" h="59689">
                  <a:moveTo>
                    <a:pt x="381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40"/>
                  </a:lnTo>
                  <a:close/>
                </a:path>
                <a:path w="3810" h="59689">
                  <a:moveTo>
                    <a:pt x="3810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80"/>
                  </a:lnTo>
                  <a:close/>
                </a:path>
                <a:path w="3810" h="59689">
                  <a:moveTo>
                    <a:pt x="3810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1590"/>
                  </a:lnTo>
                  <a:close/>
                </a:path>
                <a:path w="3810" h="59689">
                  <a:moveTo>
                    <a:pt x="3810" y="24130"/>
                  </a:moveTo>
                  <a:lnTo>
                    <a:pt x="0" y="24130"/>
                  </a:lnTo>
                  <a:lnTo>
                    <a:pt x="0" y="34290"/>
                  </a:lnTo>
                  <a:lnTo>
                    <a:pt x="3810" y="34290"/>
                  </a:lnTo>
                  <a:lnTo>
                    <a:pt x="3810" y="24130"/>
                  </a:lnTo>
                  <a:close/>
                </a:path>
                <a:path w="3810" h="59689">
                  <a:moveTo>
                    <a:pt x="3810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4290"/>
                  </a:lnTo>
                  <a:close/>
                </a:path>
                <a:path w="3810" h="59689">
                  <a:moveTo>
                    <a:pt x="3810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3810" y="40640"/>
                  </a:lnTo>
                  <a:lnTo>
                    <a:pt x="3810" y="36830"/>
                  </a:lnTo>
                  <a:close/>
                </a:path>
                <a:path w="3810" h="59689">
                  <a:moveTo>
                    <a:pt x="3810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40640"/>
                  </a:lnTo>
                  <a:close/>
                </a:path>
                <a:path w="3810" h="59689">
                  <a:moveTo>
                    <a:pt x="3810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3810" y="46990"/>
                  </a:lnTo>
                  <a:lnTo>
                    <a:pt x="3810" y="43180"/>
                  </a:lnTo>
                  <a:close/>
                </a:path>
                <a:path w="3810" h="59689">
                  <a:moveTo>
                    <a:pt x="3810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6990"/>
                  </a:lnTo>
                  <a:close/>
                </a:path>
                <a:path w="3810" h="59689">
                  <a:moveTo>
                    <a:pt x="3810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3810" y="53340"/>
                  </a:lnTo>
                  <a:lnTo>
                    <a:pt x="3810" y="49530"/>
                  </a:lnTo>
                  <a:close/>
                </a:path>
                <a:path w="3810" h="59689">
                  <a:moveTo>
                    <a:pt x="3810" y="53340"/>
                  </a:moveTo>
                  <a:lnTo>
                    <a:pt x="0" y="53340"/>
                  </a:lnTo>
                  <a:lnTo>
                    <a:pt x="0" y="55880"/>
                  </a:lnTo>
                  <a:lnTo>
                    <a:pt x="3810" y="55880"/>
                  </a:lnTo>
                  <a:lnTo>
                    <a:pt x="3810" y="53340"/>
                  </a:lnTo>
                  <a:close/>
                </a:path>
                <a:path w="3810" h="59689">
                  <a:moveTo>
                    <a:pt x="3810" y="55880"/>
                  </a:moveTo>
                  <a:lnTo>
                    <a:pt x="0" y="55880"/>
                  </a:lnTo>
                  <a:lnTo>
                    <a:pt x="0" y="59690"/>
                  </a:lnTo>
                  <a:lnTo>
                    <a:pt x="3810" y="59690"/>
                  </a:lnTo>
                  <a:lnTo>
                    <a:pt x="3810" y="55880"/>
                  </a:lnTo>
                  <a:close/>
                </a:path>
              </a:pathLst>
            </a:custGeom>
            <a:solidFill>
              <a:srgbClr val="8799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0" name="object 1290"/>
            <p:cNvSpPr/>
            <p:nvPr/>
          </p:nvSpPr>
          <p:spPr>
            <a:xfrm>
              <a:off x="1859280" y="5308600"/>
              <a:ext cx="3810" cy="58419"/>
            </a:xfrm>
            <a:custGeom>
              <a:avLst/>
              <a:gdLst/>
              <a:ahLst/>
              <a:cxnLst/>
              <a:rect l="l" t="t" r="r" b="b"/>
              <a:pathLst>
                <a:path w="3810" h="58420">
                  <a:moveTo>
                    <a:pt x="380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10" h="58420">
                  <a:moveTo>
                    <a:pt x="3809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1270"/>
                  </a:lnTo>
                  <a:close/>
                </a:path>
                <a:path w="3810" h="58420">
                  <a:moveTo>
                    <a:pt x="3809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3810"/>
                  </a:lnTo>
                  <a:close/>
                </a:path>
                <a:path w="3810" h="58420">
                  <a:moveTo>
                    <a:pt x="3809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7620"/>
                  </a:lnTo>
                  <a:close/>
                </a:path>
                <a:path w="3810" h="58420">
                  <a:moveTo>
                    <a:pt x="3809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10160"/>
                  </a:lnTo>
                  <a:close/>
                </a:path>
                <a:path w="3810" h="58420">
                  <a:moveTo>
                    <a:pt x="3809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3970"/>
                  </a:lnTo>
                  <a:close/>
                </a:path>
                <a:path w="3810" h="58420">
                  <a:moveTo>
                    <a:pt x="3809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6510"/>
                  </a:lnTo>
                  <a:close/>
                </a:path>
                <a:path w="3810" h="58420">
                  <a:moveTo>
                    <a:pt x="3809" y="20320"/>
                  </a:moveTo>
                  <a:lnTo>
                    <a:pt x="0" y="20320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20320"/>
                  </a:lnTo>
                  <a:close/>
                </a:path>
                <a:path w="3810" h="58420">
                  <a:moveTo>
                    <a:pt x="3809" y="22860"/>
                  </a:moveTo>
                  <a:lnTo>
                    <a:pt x="0" y="22860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2860"/>
                  </a:lnTo>
                  <a:close/>
                </a:path>
                <a:path w="3810" h="58420">
                  <a:moveTo>
                    <a:pt x="3809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33020"/>
                  </a:lnTo>
                  <a:close/>
                </a:path>
                <a:path w="3810" h="58420">
                  <a:moveTo>
                    <a:pt x="3809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5560"/>
                  </a:lnTo>
                  <a:close/>
                </a:path>
                <a:path w="3810" h="58420">
                  <a:moveTo>
                    <a:pt x="3809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9370"/>
                  </a:lnTo>
                  <a:close/>
                </a:path>
                <a:path w="3810" h="58420">
                  <a:moveTo>
                    <a:pt x="3809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41910"/>
                  </a:lnTo>
                  <a:close/>
                </a:path>
                <a:path w="3810" h="58420">
                  <a:moveTo>
                    <a:pt x="3809" y="45720"/>
                  </a:moveTo>
                  <a:lnTo>
                    <a:pt x="0" y="45720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45720"/>
                  </a:lnTo>
                  <a:close/>
                </a:path>
                <a:path w="3810" h="58420">
                  <a:moveTo>
                    <a:pt x="3809" y="48260"/>
                  </a:moveTo>
                  <a:lnTo>
                    <a:pt x="0" y="48260"/>
                  </a:lnTo>
                  <a:lnTo>
                    <a:pt x="0" y="52069"/>
                  </a:lnTo>
                  <a:lnTo>
                    <a:pt x="3809" y="52069"/>
                  </a:lnTo>
                  <a:lnTo>
                    <a:pt x="3809" y="48260"/>
                  </a:lnTo>
                  <a:close/>
                </a:path>
                <a:path w="3810" h="58420">
                  <a:moveTo>
                    <a:pt x="3809" y="52070"/>
                  </a:moveTo>
                  <a:lnTo>
                    <a:pt x="0" y="52070"/>
                  </a:lnTo>
                  <a:lnTo>
                    <a:pt x="0" y="54609"/>
                  </a:lnTo>
                  <a:lnTo>
                    <a:pt x="3809" y="54609"/>
                  </a:lnTo>
                  <a:lnTo>
                    <a:pt x="3809" y="52070"/>
                  </a:lnTo>
                  <a:close/>
                </a:path>
                <a:path w="3810" h="58420">
                  <a:moveTo>
                    <a:pt x="3809" y="54610"/>
                  </a:moveTo>
                  <a:lnTo>
                    <a:pt x="0" y="54610"/>
                  </a:lnTo>
                  <a:lnTo>
                    <a:pt x="0" y="58419"/>
                  </a:lnTo>
                  <a:lnTo>
                    <a:pt x="3809" y="58419"/>
                  </a:lnTo>
                  <a:lnTo>
                    <a:pt x="3809" y="5461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1" name="object 1291"/>
            <p:cNvSpPr/>
            <p:nvPr/>
          </p:nvSpPr>
          <p:spPr>
            <a:xfrm>
              <a:off x="1863089" y="5308600"/>
              <a:ext cx="3810" cy="58419"/>
            </a:xfrm>
            <a:custGeom>
              <a:avLst/>
              <a:gdLst/>
              <a:ahLst/>
              <a:cxnLst/>
              <a:rect l="l" t="t" r="r" b="b"/>
              <a:pathLst>
                <a:path w="3810" h="58420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58420">
                  <a:moveTo>
                    <a:pt x="381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70"/>
                  </a:lnTo>
                  <a:close/>
                </a:path>
                <a:path w="3810" h="58420">
                  <a:moveTo>
                    <a:pt x="3810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3810"/>
                  </a:lnTo>
                  <a:close/>
                </a:path>
                <a:path w="3810" h="58420">
                  <a:moveTo>
                    <a:pt x="3810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7620"/>
                  </a:lnTo>
                  <a:close/>
                </a:path>
                <a:path w="3810" h="58420">
                  <a:moveTo>
                    <a:pt x="3810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10160"/>
                  </a:lnTo>
                  <a:close/>
                </a:path>
                <a:path w="3810" h="58420">
                  <a:moveTo>
                    <a:pt x="3810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3970"/>
                  </a:lnTo>
                  <a:close/>
                </a:path>
                <a:path w="3810" h="58420">
                  <a:moveTo>
                    <a:pt x="3810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6510"/>
                  </a:lnTo>
                  <a:close/>
                </a:path>
                <a:path w="3810" h="58420">
                  <a:moveTo>
                    <a:pt x="3810" y="20320"/>
                  </a:moveTo>
                  <a:lnTo>
                    <a:pt x="0" y="2032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20320"/>
                  </a:lnTo>
                  <a:close/>
                </a:path>
                <a:path w="3810" h="58420">
                  <a:moveTo>
                    <a:pt x="3810" y="22860"/>
                  </a:moveTo>
                  <a:lnTo>
                    <a:pt x="0" y="22860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2860"/>
                  </a:lnTo>
                  <a:close/>
                </a:path>
                <a:path w="3810" h="58420">
                  <a:moveTo>
                    <a:pt x="3810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33020"/>
                  </a:lnTo>
                  <a:close/>
                </a:path>
                <a:path w="3810" h="58420">
                  <a:moveTo>
                    <a:pt x="3810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5560"/>
                  </a:lnTo>
                  <a:close/>
                </a:path>
                <a:path w="3810" h="58420">
                  <a:moveTo>
                    <a:pt x="3810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9370"/>
                  </a:lnTo>
                  <a:close/>
                </a:path>
                <a:path w="3810" h="58420">
                  <a:moveTo>
                    <a:pt x="3810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41910"/>
                  </a:lnTo>
                  <a:close/>
                </a:path>
                <a:path w="3810" h="58420">
                  <a:moveTo>
                    <a:pt x="3810" y="45720"/>
                  </a:moveTo>
                  <a:lnTo>
                    <a:pt x="0" y="4572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5720"/>
                  </a:lnTo>
                  <a:close/>
                </a:path>
                <a:path w="3810" h="58420">
                  <a:moveTo>
                    <a:pt x="3810" y="48260"/>
                  </a:moveTo>
                  <a:lnTo>
                    <a:pt x="0" y="48260"/>
                  </a:lnTo>
                  <a:lnTo>
                    <a:pt x="0" y="52069"/>
                  </a:lnTo>
                  <a:lnTo>
                    <a:pt x="3810" y="52069"/>
                  </a:lnTo>
                  <a:lnTo>
                    <a:pt x="3810" y="48260"/>
                  </a:lnTo>
                  <a:close/>
                </a:path>
                <a:path w="3810" h="58420">
                  <a:moveTo>
                    <a:pt x="3810" y="52070"/>
                  </a:moveTo>
                  <a:lnTo>
                    <a:pt x="0" y="52070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2070"/>
                  </a:lnTo>
                  <a:close/>
                </a:path>
                <a:path w="3810" h="58420">
                  <a:moveTo>
                    <a:pt x="3810" y="54610"/>
                  </a:moveTo>
                  <a:lnTo>
                    <a:pt x="0" y="54610"/>
                  </a:lnTo>
                  <a:lnTo>
                    <a:pt x="0" y="58419"/>
                  </a:lnTo>
                  <a:lnTo>
                    <a:pt x="3810" y="58419"/>
                  </a:lnTo>
                  <a:lnTo>
                    <a:pt x="3810" y="54610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2" name="object 1292"/>
            <p:cNvSpPr/>
            <p:nvPr/>
          </p:nvSpPr>
          <p:spPr>
            <a:xfrm>
              <a:off x="1866900" y="5309870"/>
              <a:ext cx="3810" cy="55880"/>
            </a:xfrm>
            <a:custGeom>
              <a:avLst/>
              <a:gdLst/>
              <a:ahLst/>
              <a:cxnLst/>
              <a:rect l="l" t="t" r="r" b="b"/>
              <a:pathLst>
                <a:path w="3810" h="55879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55879">
                  <a:moveTo>
                    <a:pt x="381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2539"/>
                  </a:lnTo>
                  <a:close/>
                </a:path>
                <a:path w="3810" h="55879">
                  <a:moveTo>
                    <a:pt x="381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49"/>
                  </a:lnTo>
                  <a:close/>
                </a:path>
                <a:path w="3810" h="55879">
                  <a:moveTo>
                    <a:pt x="381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8889"/>
                  </a:lnTo>
                  <a:close/>
                </a:path>
                <a:path w="3810" h="55879">
                  <a:moveTo>
                    <a:pt x="381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2699"/>
                  </a:lnTo>
                  <a:close/>
                </a:path>
                <a:path w="3810" h="55879">
                  <a:moveTo>
                    <a:pt x="381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5239"/>
                  </a:lnTo>
                  <a:close/>
                </a:path>
                <a:path w="3810" h="55879">
                  <a:moveTo>
                    <a:pt x="3810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9049"/>
                  </a:lnTo>
                  <a:close/>
                </a:path>
                <a:path w="3810" h="55879">
                  <a:moveTo>
                    <a:pt x="3810" y="21589"/>
                  </a:moveTo>
                  <a:lnTo>
                    <a:pt x="0" y="2158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1589"/>
                  </a:lnTo>
                  <a:close/>
                </a:path>
                <a:path w="3810" h="55879">
                  <a:moveTo>
                    <a:pt x="3810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31749"/>
                  </a:lnTo>
                  <a:close/>
                </a:path>
                <a:path w="3810" h="55879">
                  <a:moveTo>
                    <a:pt x="3810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4289"/>
                  </a:lnTo>
                  <a:close/>
                </a:path>
                <a:path w="3810" h="55879">
                  <a:moveTo>
                    <a:pt x="381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8099"/>
                  </a:lnTo>
                  <a:close/>
                </a:path>
                <a:path w="3810" h="55879">
                  <a:moveTo>
                    <a:pt x="3810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0639"/>
                  </a:lnTo>
                  <a:close/>
                </a:path>
                <a:path w="3810" h="55879">
                  <a:moveTo>
                    <a:pt x="381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4449"/>
                  </a:lnTo>
                  <a:close/>
                </a:path>
                <a:path w="3810" h="55879">
                  <a:moveTo>
                    <a:pt x="3810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6989"/>
                  </a:lnTo>
                  <a:close/>
                </a:path>
                <a:path w="3810" h="55879">
                  <a:moveTo>
                    <a:pt x="3810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50799"/>
                  </a:lnTo>
                  <a:close/>
                </a:path>
                <a:path w="3810" h="55879">
                  <a:moveTo>
                    <a:pt x="3810" y="53339"/>
                  </a:moveTo>
                  <a:lnTo>
                    <a:pt x="0" y="53339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53339"/>
                  </a:lnTo>
                  <a:close/>
                </a:path>
              </a:pathLst>
            </a:custGeom>
            <a:solidFill>
              <a:srgbClr val="8F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3" name="object 1293"/>
            <p:cNvSpPr/>
            <p:nvPr/>
          </p:nvSpPr>
          <p:spPr>
            <a:xfrm>
              <a:off x="1870710" y="5309870"/>
              <a:ext cx="3810" cy="55880"/>
            </a:xfrm>
            <a:custGeom>
              <a:avLst/>
              <a:gdLst/>
              <a:ahLst/>
              <a:cxnLst/>
              <a:rect l="l" t="t" r="r" b="b"/>
              <a:pathLst>
                <a:path w="3810" h="55879">
                  <a:moveTo>
                    <a:pt x="380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10" h="55879">
                  <a:moveTo>
                    <a:pt x="380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2539"/>
                  </a:lnTo>
                  <a:close/>
                </a:path>
                <a:path w="3810" h="55879">
                  <a:moveTo>
                    <a:pt x="380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49"/>
                  </a:lnTo>
                  <a:close/>
                </a:path>
                <a:path w="3810" h="55879">
                  <a:moveTo>
                    <a:pt x="380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8889"/>
                  </a:lnTo>
                  <a:close/>
                </a:path>
                <a:path w="3810" h="55879">
                  <a:moveTo>
                    <a:pt x="380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2699"/>
                  </a:lnTo>
                  <a:close/>
                </a:path>
                <a:path w="3810" h="55879">
                  <a:moveTo>
                    <a:pt x="3809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5239"/>
                  </a:lnTo>
                  <a:close/>
                </a:path>
                <a:path w="3810" h="55879">
                  <a:moveTo>
                    <a:pt x="3809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9049"/>
                  </a:lnTo>
                  <a:close/>
                </a:path>
                <a:path w="3810" h="55879">
                  <a:moveTo>
                    <a:pt x="3809" y="21589"/>
                  </a:moveTo>
                  <a:lnTo>
                    <a:pt x="0" y="2158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1589"/>
                  </a:lnTo>
                  <a:close/>
                </a:path>
                <a:path w="3810" h="55879">
                  <a:moveTo>
                    <a:pt x="3809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31749"/>
                  </a:lnTo>
                  <a:close/>
                </a:path>
                <a:path w="3810" h="55879">
                  <a:moveTo>
                    <a:pt x="3809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4289"/>
                  </a:lnTo>
                  <a:close/>
                </a:path>
                <a:path w="3810" h="55879">
                  <a:moveTo>
                    <a:pt x="3809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8099"/>
                  </a:lnTo>
                  <a:close/>
                </a:path>
                <a:path w="3810" h="55879">
                  <a:moveTo>
                    <a:pt x="3809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0639"/>
                  </a:lnTo>
                  <a:close/>
                </a:path>
                <a:path w="3810" h="55879">
                  <a:moveTo>
                    <a:pt x="3809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4449"/>
                  </a:lnTo>
                  <a:close/>
                </a:path>
                <a:path w="3810" h="55879">
                  <a:moveTo>
                    <a:pt x="3809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6989"/>
                  </a:lnTo>
                  <a:close/>
                </a:path>
                <a:path w="3810" h="55879">
                  <a:moveTo>
                    <a:pt x="3809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0799"/>
                  </a:lnTo>
                  <a:close/>
                </a:path>
                <a:path w="3810" h="55879">
                  <a:moveTo>
                    <a:pt x="3809" y="53339"/>
                  </a:moveTo>
                  <a:lnTo>
                    <a:pt x="0" y="53339"/>
                  </a:lnTo>
                  <a:lnTo>
                    <a:pt x="0" y="55879"/>
                  </a:lnTo>
                  <a:lnTo>
                    <a:pt x="2539" y="55879"/>
                  </a:lnTo>
                  <a:lnTo>
                    <a:pt x="2539" y="54609"/>
                  </a:lnTo>
                  <a:lnTo>
                    <a:pt x="3809" y="54609"/>
                  </a:lnTo>
                  <a:lnTo>
                    <a:pt x="3809" y="53339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4" name="object 1294"/>
            <p:cNvSpPr/>
            <p:nvPr/>
          </p:nvSpPr>
          <p:spPr>
            <a:xfrm>
              <a:off x="1874519" y="5309870"/>
              <a:ext cx="3810" cy="54610"/>
            </a:xfrm>
            <a:custGeom>
              <a:avLst/>
              <a:gdLst/>
              <a:ahLst/>
              <a:cxnLst/>
              <a:rect l="l" t="t" r="r" b="b"/>
              <a:pathLst>
                <a:path w="3810" h="54610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54610">
                  <a:moveTo>
                    <a:pt x="381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2539"/>
                  </a:lnTo>
                  <a:close/>
                </a:path>
                <a:path w="3810" h="54610">
                  <a:moveTo>
                    <a:pt x="381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49"/>
                  </a:lnTo>
                  <a:close/>
                </a:path>
                <a:path w="3810" h="54610">
                  <a:moveTo>
                    <a:pt x="381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8889"/>
                  </a:lnTo>
                  <a:close/>
                </a:path>
                <a:path w="3810" h="54610">
                  <a:moveTo>
                    <a:pt x="381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2699"/>
                  </a:lnTo>
                  <a:close/>
                </a:path>
                <a:path w="3810" h="54610">
                  <a:moveTo>
                    <a:pt x="381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5239"/>
                  </a:lnTo>
                  <a:close/>
                </a:path>
                <a:path w="3810" h="54610">
                  <a:moveTo>
                    <a:pt x="3810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9049"/>
                  </a:lnTo>
                  <a:close/>
                </a:path>
                <a:path w="3810" h="54610">
                  <a:moveTo>
                    <a:pt x="3810" y="21589"/>
                  </a:moveTo>
                  <a:lnTo>
                    <a:pt x="0" y="2158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1589"/>
                  </a:lnTo>
                  <a:close/>
                </a:path>
                <a:path w="3810" h="54610">
                  <a:moveTo>
                    <a:pt x="3810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31749"/>
                  </a:lnTo>
                  <a:close/>
                </a:path>
                <a:path w="3810" h="54610">
                  <a:moveTo>
                    <a:pt x="3810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4289"/>
                  </a:lnTo>
                  <a:close/>
                </a:path>
                <a:path w="3810" h="54610">
                  <a:moveTo>
                    <a:pt x="381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8099"/>
                  </a:lnTo>
                  <a:close/>
                </a:path>
                <a:path w="3810" h="54610">
                  <a:moveTo>
                    <a:pt x="3810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0639"/>
                  </a:lnTo>
                  <a:close/>
                </a:path>
                <a:path w="3810" h="54610">
                  <a:moveTo>
                    <a:pt x="381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4449"/>
                  </a:lnTo>
                  <a:close/>
                </a:path>
                <a:path w="3810" h="54610">
                  <a:moveTo>
                    <a:pt x="3810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6989"/>
                  </a:lnTo>
                  <a:close/>
                </a:path>
                <a:path w="3810" h="54610">
                  <a:moveTo>
                    <a:pt x="3810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50799"/>
                  </a:lnTo>
                  <a:close/>
                </a:path>
                <a:path w="3810" h="54610">
                  <a:moveTo>
                    <a:pt x="3810" y="53339"/>
                  </a:moveTo>
                  <a:lnTo>
                    <a:pt x="0" y="53339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3339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5" name="object 1295"/>
            <p:cNvSpPr/>
            <p:nvPr/>
          </p:nvSpPr>
          <p:spPr>
            <a:xfrm>
              <a:off x="1878330" y="5309870"/>
              <a:ext cx="2540" cy="54610"/>
            </a:xfrm>
            <a:custGeom>
              <a:avLst/>
              <a:gdLst/>
              <a:ahLst/>
              <a:cxnLst/>
              <a:rect l="l" t="t" r="r" b="b"/>
              <a:pathLst>
                <a:path w="2539" h="54610">
                  <a:moveTo>
                    <a:pt x="253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39" y="2539"/>
                  </a:lnTo>
                  <a:lnTo>
                    <a:pt x="2539" y="0"/>
                  </a:lnTo>
                  <a:close/>
                </a:path>
                <a:path w="2539" h="54610">
                  <a:moveTo>
                    <a:pt x="253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2539" y="6349"/>
                  </a:lnTo>
                  <a:lnTo>
                    <a:pt x="2539" y="2539"/>
                  </a:lnTo>
                  <a:close/>
                </a:path>
                <a:path w="2539" h="54610">
                  <a:moveTo>
                    <a:pt x="253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2539" y="8889"/>
                  </a:lnTo>
                  <a:lnTo>
                    <a:pt x="2539" y="6349"/>
                  </a:lnTo>
                  <a:close/>
                </a:path>
                <a:path w="2539" h="54610">
                  <a:moveTo>
                    <a:pt x="253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2539" y="12699"/>
                  </a:lnTo>
                  <a:lnTo>
                    <a:pt x="2539" y="8889"/>
                  </a:lnTo>
                  <a:close/>
                </a:path>
                <a:path w="2539" h="54610">
                  <a:moveTo>
                    <a:pt x="253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2539" y="15239"/>
                  </a:lnTo>
                  <a:lnTo>
                    <a:pt x="2539" y="12699"/>
                  </a:lnTo>
                  <a:close/>
                </a:path>
                <a:path w="2539" h="54610">
                  <a:moveTo>
                    <a:pt x="2539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2539" y="19049"/>
                  </a:lnTo>
                  <a:lnTo>
                    <a:pt x="2539" y="15239"/>
                  </a:lnTo>
                  <a:close/>
                </a:path>
                <a:path w="2539" h="54610">
                  <a:moveTo>
                    <a:pt x="2539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2539" y="21589"/>
                  </a:lnTo>
                  <a:lnTo>
                    <a:pt x="2539" y="19049"/>
                  </a:lnTo>
                  <a:close/>
                </a:path>
                <a:path w="2539" h="54610">
                  <a:moveTo>
                    <a:pt x="2539" y="21589"/>
                  </a:moveTo>
                  <a:lnTo>
                    <a:pt x="0" y="21589"/>
                  </a:lnTo>
                  <a:lnTo>
                    <a:pt x="0" y="31749"/>
                  </a:lnTo>
                  <a:lnTo>
                    <a:pt x="2539" y="31749"/>
                  </a:lnTo>
                  <a:lnTo>
                    <a:pt x="2539" y="21589"/>
                  </a:lnTo>
                  <a:close/>
                </a:path>
                <a:path w="2539" h="54610">
                  <a:moveTo>
                    <a:pt x="2539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2539" y="34289"/>
                  </a:lnTo>
                  <a:lnTo>
                    <a:pt x="2539" y="31749"/>
                  </a:lnTo>
                  <a:close/>
                </a:path>
                <a:path w="2539" h="54610">
                  <a:moveTo>
                    <a:pt x="2539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2539" y="38099"/>
                  </a:lnTo>
                  <a:lnTo>
                    <a:pt x="2539" y="34289"/>
                  </a:lnTo>
                  <a:close/>
                </a:path>
                <a:path w="2539" h="54610">
                  <a:moveTo>
                    <a:pt x="2539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2539" y="40639"/>
                  </a:lnTo>
                  <a:lnTo>
                    <a:pt x="2539" y="38099"/>
                  </a:lnTo>
                  <a:close/>
                </a:path>
                <a:path w="2539" h="54610">
                  <a:moveTo>
                    <a:pt x="2539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2539" y="44449"/>
                  </a:lnTo>
                  <a:lnTo>
                    <a:pt x="2539" y="40639"/>
                  </a:lnTo>
                  <a:close/>
                </a:path>
                <a:path w="2539" h="54610">
                  <a:moveTo>
                    <a:pt x="2539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2539" y="46989"/>
                  </a:lnTo>
                  <a:lnTo>
                    <a:pt x="2539" y="44449"/>
                  </a:lnTo>
                  <a:close/>
                </a:path>
                <a:path w="2539" h="54610">
                  <a:moveTo>
                    <a:pt x="2539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2539" y="50799"/>
                  </a:lnTo>
                  <a:lnTo>
                    <a:pt x="2539" y="46989"/>
                  </a:lnTo>
                  <a:close/>
                </a:path>
                <a:path w="2539" h="54610">
                  <a:moveTo>
                    <a:pt x="2539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2539" y="53339"/>
                  </a:lnTo>
                  <a:lnTo>
                    <a:pt x="2539" y="50799"/>
                  </a:lnTo>
                  <a:close/>
                </a:path>
                <a:path w="2539" h="54610">
                  <a:moveTo>
                    <a:pt x="2539" y="53339"/>
                  </a:moveTo>
                  <a:lnTo>
                    <a:pt x="0" y="53339"/>
                  </a:lnTo>
                  <a:lnTo>
                    <a:pt x="0" y="54609"/>
                  </a:lnTo>
                  <a:lnTo>
                    <a:pt x="2539" y="54609"/>
                  </a:lnTo>
                  <a:lnTo>
                    <a:pt x="2539" y="53339"/>
                  </a:lnTo>
                  <a:close/>
                </a:path>
              </a:pathLst>
            </a:custGeom>
            <a:solidFill>
              <a:srgbClr val="97A6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6" name="object 1296"/>
            <p:cNvSpPr/>
            <p:nvPr/>
          </p:nvSpPr>
          <p:spPr>
            <a:xfrm>
              <a:off x="1880869" y="5309870"/>
              <a:ext cx="3810" cy="54610"/>
            </a:xfrm>
            <a:custGeom>
              <a:avLst/>
              <a:gdLst/>
              <a:ahLst/>
              <a:cxnLst/>
              <a:rect l="l" t="t" r="r" b="b"/>
              <a:pathLst>
                <a:path w="3810" h="54610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54610">
                  <a:moveTo>
                    <a:pt x="381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2539"/>
                  </a:lnTo>
                  <a:close/>
                </a:path>
                <a:path w="3810" h="54610">
                  <a:moveTo>
                    <a:pt x="381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49"/>
                  </a:lnTo>
                  <a:close/>
                </a:path>
                <a:path w="3810" h="54610">
                  <a:moveTo>
                    <a:pt x="381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8889"/>
                  </a:lnTo>
                  <a:close/>
                </a:path>
                <a:path w="3810" h="54610">
                  <a:moveTo>
                    <a:pt x="381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2699"/>
                  </a:lnTo>
                  <a:close/>
                </a:path>
                <a:path w="3810" h="54610">
                  <a:moveTo>
                    <a:pt x="381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5239"/>
                  </a:lnTo>
                  <a:close/>
                </a:path>
                <a:path w="3810" h="54610">
                  <a:moveTo>
                    <a:pt x="3810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9049"/>
                  </a:lnTo>
                  <a:close/>
                </a:path>
                <a:path w="3810" h="54610">
                  <a:moveTo>
                    <a:pt x="3810" y="21589"/>
                  </a:moveTo>
                  <a:lnTo>
                    <a:pt x="0" y="2158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1589"/>
                  </a:lnTo>
                  <a:close/>
                </a:path>
                <a:path w="3810" h="54610">
                  <a:moveTo>
                    <a:pt x="3810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31749"/>
                  </a:lnTo>
                  <a:close/>
                </a:path>
                <a:path w="3810" h="54610">
                  <a:moveTo>
                    <a:pt x="3810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4289"/>
                  </a:lnTo>
                  <a:close/>
                </a:path>
                <a:path w="3810" h="54610">
                  <a:moveTo>
                    <a:pt x="381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8099"/>
                  </a:lnTo>
                  <a:close/>
                </a:path>
                <a:path w="3810" h="54610">
                  <a:moveTo>
                    <a:pt x="3810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0639"/>
                  </a:lnTo>
                  <a:close/>
                </a:path>
                <a:path w="3810" h="54610">
                  <a:moveTo>
                    <a:pt x="381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4449"/>
                  </a:lnTo>
                  <a:close/>
                </a:path>
                <a:path w="3810" h="54610">
                  <a:moveTo>
                    <a:pt x="3810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6989"/>
                  </a:lnTo>
                  <a:close/>
                </a:path>
                <a:path w="3810" h="54610">
                  <a:moveTo>
                    <a:pt x="3810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50799"/>
                  </a:lnTo>
                  <a:close/>
                </a:path>
                <a:path w="3810" h="54610">
                  <a:moveTo>
                    <a:pt x="3810" y="53339"/>
                  </a:moveTo>
                  <a:lnTo>
                    <a:pt x="0" y="53339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3339"/>
                  </a:lnTo>
                  <a:close/>
                </a:path>
              </a:pathLst>
            </a:custGeom>
            <a:solidFill>
              <a:srgbClr val="99A8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7" name="object 1297"/>
            <p:cNvSpPr/>
            <p:nvPr/>
          </p:nvSpPr>
          <p:spPr>
            <a:xfrm>
              <a:off x="1884680" y="5311139"/>
              <a:ext cx="3810" cy="53340"/>
            </a:xfrm>
            <a:custGeom>
              <a:avLst/>
              <a:gdLst/>
              <a:ahLst/>
              <a:cxnLst/>
              <a:rect l="l" t="t" r="r" b="b"/>
              <a:pathLst>
                <a:path w="3810" h="53339">
                  <a:moveTo>
                    <a:pt x="3809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09" y="1270"/>
                  </a:lnTo>
                  <a:lnTo>
                    <a:pt x="3809" y="0"/>
                  </a:lnTo>
                  <a:close/>
                </a:path>
                <a:path w="3810" h="53339">
                  <a:moveTo>
                    <a:pt x="380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1270"/>
                  </a:lnTo>
                  <a:close/>
                </a:path>
                <a:path w="3810" h="53339">
                  <a:moveTo>
                    <a:pt x="380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09" y="7620"/>
                  </a:lnTo>
                  <a:lnTo>
                    <a:pt x="3809" y="5080"/>
                  </a:lnTo>
                  <a:close/>
                </a:path>
                <a:path w="3810" h="53339">
                  <a:moveTo>
                    <a:pt x="380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7620"/>
                  </a:lnTo>
                  <a:close/>
                </a:path>
                <a:path w="3810" h="53339">
                  <a:moveTo>
                    <a:pt x="3809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09" y="13970"/>
                  </a:lnTo>
                  <a:lnTo>
                    <a:pt x="3809" y="11430"/>
                  </a:lnTo>
                  <a:close/>
                </a:path>
                <a:path w="3810" h="53339">
                  <a:moveTo>
                    <a:pt x="3809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3970"/>
                  </a:lnTo>
                  <a:close/>
                </a:path>
                <a:path w="3810" h="53339">
                  <a:moveTo>
                    <a:pt x="3809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09" y="20320"/>
                  </a:lnTo>
                  <a:lnTo>
                    <a:pt x="3809" y="17780"/>
                  </a:lnTo>
                  <a:close/>
                </a:path>
                <a:path w="3810" h="53339">
                  <a:moveTo>
                    <a:pt x="3809" y="20320"/>
                  </a:moveTo>
                  <a:lnTo>
                    <a:pt x="0" y="20320"/>
                  </a:lnTo>
                  <a:lnTo>
                    <a:pt x="0" y="30480"/>
                  </a:lnTo>
                  <a:lnTo>
                    <a:pt x="3809" y="30480"/>
                  </a:lnTo>
                  <a:lnTo>
                    <a:pt x="3809" y="20320"/>
                  </a:lnTo>
                  <a:close/>
                </a:path>
                <a:path w="3810" h="53339">
                  <a:moveTo>
                    <a:pt x="3809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3809" y="33020"/>
                  </a:lnTo>
                  <a:lnTo>
                    <a:pt x="3809" y="30480"/>
                  </a:lnTo>
                  <a:close/>
                </a:path>
                <a:path w="3810" h="53339">
                  <a:moveTo>
                    <a:pt x="3809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3020"/>
                  </a:lnTo>
                  <a:close/>
                </a:path>
                <a:path w="3810" h="53339">
                  <a:moveTo>
                    <a:pt x="3809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09" y="39370"/>
                  </a:lnTo>
                  <a:lnTo>
                    <a:pt x="3809" y="36830"/>
                  </a:lnTo>
                  <a:close/>
                </a:path>
                <a:path w="3810" h="53339">
                  <a:moveTo>
                    <a:pt x="3809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3809" y="43180"/>
                  </a:lnTo>
                  <a:lnTo>
                    <a:pt x="3809" y="39370"/>
                  </a:lnTo>
                  <a:close/>
                </a:path>
                <a:path w="3810" h="53339">
                  <a:moveTo>
                    <a:pt x="3809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3809" y="45720"/>
                  </a:lnTo>
                  <a:lnTo>
                    <a:pt x="3809" y="43180"/>
                  </a:lnTo>
                  <a:close/>
                </a:path>
                <a:path w="3810" h="53339">
                  <a:moveTo>
                    <a:pt x="3809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3809" y="49530"/>
                  </a:lnTo>
                  <a:lnTo>
                    <a:pt x="3809" y="45720"/>
                  </a:lnTo>
                  <a:close/>
                </a:path>
                <a:path w="3810" h="53339">
                  <a:moveTo>
                    <a:pt x="3809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3809" y="52070"/>
                  </a:lnTo>
                  <a:lnTo>
                    <a:pt x="3809" y="49530"/>
                  </a:lnTo>
                  <a:close/>
                </a:path>
                <a:path w="3810" h="53339">
                  <a:moveTo>
                    <a:pt x="3809" y="52070"/>
                  </a:moveTo>
                  <a:lnTo>
                    <a:pt x="0" y="52070"/>
                  </a:lnTo>
                  <a:lnTo>
                    <a:pt x="0" y="53340"/>
                  </a:lnTo>
                  <a:lnTo>
                    <a:pt x="3809" y="53340"/>
                  </a:lnTo>
                  <a:lnTo>
                    <a:pt x="3809" y="52070"/>
                  </a:lnTo>
                  <a:close/>
                </a:path>
              </a:pathLst>
            </a:custGeom>
            <a:solidFill>
              <a:srgbClr val="9CA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8" name="object 1298"/>
            <p:cNvSpPr/>
            <p:nvPr/>
          </p:nvSpPr>
          <p:spPr>
            <a:xfrm>
              <a:off x="1888489" y="5311139"/>
              <a:ext cx="3810" cy="53340"/>
            </a:xfrm>
            <a:custGeom>
              <a:avLst/>
              <a:gdLst/>
              <a:ahLst/>
              <a:cxnLst/>
              <a:rect l="l" t="t" r="r" b="b"/>
              <a:pathLst>
                <a:path w="3810" h="53339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  <a:path w="3810" h="53339">
                  <a:moveTo>
                    <a:pt x="381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70"/>
                  </a:lnTo>
                  <a:close/>
                </a:path>
                <a:path w="3810" h="53339">
                  <a:moveTo>
                    <a:pt x="3810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80"/>
                  </a:lnTo>
                  <a:close/>
                </a:path>
                <a:path w="3810" h="53339">
                  <a:moveTo>
                    <a:pt x="3810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20"/>
                  </a:lnTo>
                  <a:close/>
                </a:path>
                <a:path w="3810" h="53339">
                  <a:moveTo>
                    <a:pt x="3810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30"/>
                  </a:lnTo>
                  <a:close/>
                </a:path>
                <a:path w="3810" h="53339">
                  <a:moveTo>
                    <a:pt x="3810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70"/>
                  </a:lnTo>
                  <a:close/>
                </a:path>
                <a:path w="3810" h="53339">
                  <a:moveTo>
                    <a:pt x="3810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80"/>
                  </a:lnTo>
                  <a:close/>
                </a:path>
                <a:path w="3810" h="53339">
                  <a:moveTo>
                    <a:pt x="3810" y="20320"/>
                  </a:moveTo>
                  <a:lnTo>
                    <a:pt x="0" y="2032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20320"/>
                  </a:lnTo>
                  <a:close/>
                </a:path>
                <a:path w="3810" h="53339">
                  <a:moveTo>
                    <a:pt x="3810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3810" y="33020"/>
                  </a:lnTo>
                  <a:lnTo>
                    <a:pt x="3810" y="30480"/>
                  </a:lnTo>
                  <a:close/>
                </a:path>
                <a:path w="3810" h="53339">
                  <a:moveTo>
                    <a:pt x="3810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3020"/>
                  </a:lnTo>
                  <a:close/>
                </a:path>
                <a:path w="3810" h="53339">
                  <a:moveTo>
                    <a:pt x="3810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10" y="39370"/>
                  </a:lnTo>
                  <a:lnTo>
                    <a:pt x="3810" y="36830"/>
                  </a:lnTo>
                  <a:close/>
                </a:path>
                <a:path w="3810" h="53339">
                  <a:moveTo>
                    <a:pt x="3810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39370"/>
                  </a:lnTo>
                  <a:close/>
                </a:path>
                <a:path w="3810" h="53339">
                  <a:moveTo>
                    <a:pt x="3810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3810" y="45720"/>
                  </a:lnTo>
                  <a:lnTo>
                    <a:pt x="3810" y="43180"/>
                  </a:lnTo>
                  <a:close/>
                </a:path>
                <a:path w="3810" h="53339">
                  <a:moveTo>
                    <a:pt x="3810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5720"/>
                  </a:lnTo>
                  <a:close/>
                </a:path>
                <a:path w="3810" h="53339">
                  <a:moveTo>
                    <a:pt x="3810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3810" y="52070"/>
                  </a:lnTo>
                  <a:lnTo>
                    <a:pt x="3810" y="49530"/>
                  </a:lnTo>
                  <a:close/>
                </a:path>
                <a:path w="3810" h="53339">
                  <a:moveTo>
                    <a:pt x="2540" y="52070"/>
                  </a:moveTo>
                  <a:lnTo>
                    <a:pt x="0" y="52070"/>
                  </a:lnTo>
                  <a:lnTo>
                    <a:pt x="0" y="53340"/>
                  </a:lnTo>
                  <a:lnTo>
                    <a:pt x="2540" y="53340"/>
                  </a:lnTo>
                  <a:lnTo>
                    <a:pt x="2540" y="52070"/>
                  </a:lnTo>
                  <a:close/>
                </a:path>
              </a:pathLst>
            </a:custGeom>
            <a:solidFill>
              <a:srgbClr val="9FA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9" name="object 1299"/>
            <p:cNvSpPr/>
            <p:nvPr/>
          </p:nvSpPr>
          <p:spPr>
            <a:xfrm>
              <a:off x="1892300" y="5312409"/>
              <a:ext cx="3810" cy="50800"/>
            </a:xfrm>
            <a:custGeom>
              <a:avLst/>
              <a:gdLst/>
              <a:ahLst/>
              <a:cxnLst/>
              <a:rect l="l" t="t" r="r" b="b"/>
              <a:pathLst>
                <a:path w="3810" h="50800">
                  <a:moveTo>
                    <a:pt x="38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0"/>
                  </a:lnTo>
                  <a:close/>
                </a:path>
                <a:path w="3810" h="50800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10" h="50800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10" h="50800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10" h="50800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10" h="50800">
                  <a:moveTo>
                    <a:pt x="381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6509"/>
                  </a:lnTo>
                  <a:close/>
                </a:path>
                <a:path w="3810" h="50800">
                  <a:moveTo>
                    <a:pt x="3810" y="19050"/>
                  </a:moveTo>
                  <a:lnTo>
                    <a:pt x="0" y="19050"/>
                  </a:lnTo>
                  <a:lnTo>
                    <a:pt x="0" y="29209"/>
                  </a:lnTo>
                  <a:lnTo>
                    <a:pt x="3810" y="29209"/>
                  </a:lnTo>
                  <a:lnTo>
                    <a:pt x="3810" y="19050"/>
                  </a:lnTo>
                  <a:close/>
                </a:path>
                <a:path w="3810" h="50800">
                  <a:moveTo>
                    <a:pt x="3810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9209"/>
                  </a:lnTo>
                  <a:close/>
                </a:path>
                <a:path w="3810" h="50800">
                  <a:moveTo>
                    <a:pt x="3810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31750"/>
                  </a:lnTo>
                  <a:close/>
                </a:path>
                <a:path w="3810" h="50800">
                  <a:moveTo>
                    <a:pt x="381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5559"/>
                  </a:lnTo>
                  <a:close/>
                </a:path>
                <a:path w="3810" h="50800">
                  <a:moveTo>
                    <a:pt x="381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8100"/>
                  </a:lnTo>
                  <a:close/>
                </a:path>
                <a:path w="3810" h="50800">
                  <a:moveTo>
                    <a:pt x="381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1909"/>
                  </a:lnTo>
                  <a:close/>
                </a:path>
                <a:path w="3810" h="50800">
                  <a:moveTo>
                    <a:pt x="381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4450"/>
                  </a:lnTo>
                  <a:close/>
                </a:path>
                <a:path w="3810" h="50800">
                  <a:moveTo>
                    <a:pt x="3810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2539" y="50799"/>
                  </a:lnTo>
                  <a:lnTo>
                    <a:pt x="2539" y="49529"/>
                  </a:lnTo>
                  <a:lnTo>
                    <a:pt x="3810" y="49529"/>
                  </a:lnTo>
                  <a:lnTo>
                    <a:pt x="3810" y="48259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0" name="object 1300"/>
            <p:cNvSpPr/>
            <p:nvPr/>
          </p:nvSpPr>
          <p:spPr>
            <a:xfrm>
              <a:off x="1896110" y="5312409"/>
              <a:ext cx="3810" cy="49530"/>
            </a:xfrm>
            <a:custGeom>
              <a:avLst/>
              <a:gdLst/>
              <a:ahLst/>
              <a:cxnLst/>
              <a:rect l="l" t="t" r="r" b="b"/>
              <a:pathLst>
                <a:path w="3810" h="49529">
                  <a:moveTo>
                    <a:pt x="380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0"/>
                  </a:lnTo>
                  <a:close/>
                </a:path>
                <a:path w="3810" h="49529">
                  <a:moveTo>
                    <a:pt x="380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3809"/>
                  </a:lnTo>
                  <a:close/>
                </a:path>
                <a:path w="3810" h="49529">
                  <a:moveTo>
                    <a:pt x="380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6350"/>
                  </a:lnTo>
                  <a:close/>
                </a:path>
                <a:path w="3810" h="49529">
                  <a:moveTo>
                    <a:pt x="380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10159"/>
                  </a:lnTo>
                  <a:close/>
                </a:path>
                <a:path w="3810" h="49529">
                  <a:moveTo>
                    <a:pt x="380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2700"/>
                  </a:lnTo>
                  <a:close/>
                </a:path>
                <a:path w="3810" h="49529">
                  <a:moveTo>
                    <a:pt x="380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6509"/>
                  </a:lnTo>
                  <a:close/>
                </a:path>
                <a:path w="3810" h="49529">
                  <a:moveTo>
                    <a:pt x="3809" y="19050"/>
                  </a:moveTo>
                  <a:lnTo>
                    <a:pt x="0" y="19050"/>
                  </a:lnTo>
                  <a:lnTo>
                    <a:pt x="0" y="29209"/>
                  </a:lnTo>
                  <a:lnTo>
                    <a:pt x="3809" y="29209"/>
                  </a:lnTo>
                  <a:lnTo>
                    <a:pt x="3809" y="19050"/>
                  </a:lnTo>
                  <a:close/>
                </a:path>
                <a:path w="3810" h="49529">
                  <a:moveTo>
                    <a:pt x="3809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9209"/>
                  </a:lnTo>
                  <a:close/>
                </a:path>
                <a:path w="3810" h="49529">
                  <a:moveTo>
                    <a:pt x="3809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31750"/>
                  </a:lnTo>
                  <a:close/>
                </a:path>
                <a:path w="3810" h="49529">
                  <a:moveTo>
                    <a:pt x="380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5559"/>
                  </a:lnTo>
                  <a:close/>
                </a:path>
                <a:path w="3810" h="49529">
                  <a:moveTo>
                    <a:pt x="380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8100"/>
                  </a:lnTo>
                  <a:close/>
                </a:path>
                <a:path w="3810" h="49529">
                  <a:moveTo>
                    <a:pt x="380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1909"/>
                  </a:lnTo>
                  <a:close/>
                </a:path>
                <a:path w="3810" h="49529">
                  <a:moveTo>
                    <a:pt x="3809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44450"/>
                  </a:lnTo>
                  <a:close/>
                </a:path>
                <a:path w="3810" h="49529">
                  <a:moveTo>
                    <a:pt x="3809" y="48259"/>
                  </a:moveTo>
                  <a:lnTo>
                    <a:pt x="0" y="48259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8259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1" name="object 1301"/>
            <p:cNvSpPr/>
            <p:nvPr/>
          </p:nvSpPr>
          <p:spPr>
            <a:xfrm>
              <a:off x="1899919" y="5312409"/>
              <a:ext cx="2540" cy="49530"/>
            </a:xfrm>
            <a:custGeom>
              <a:avLst/>
              <a:gdLst/>
              <a:ahLst/>
              <a:cxnLst/>
              <a:rect l="l" t="t" r="r" b="b"/>
              <a:pathLst>
                <a:path w="2539" h="49529">
                  <a:moveTo>
                    <a:pt x="126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2540" y="3809"/>
                  </a:lnTo>
                  <a:lnTo>
                    <a:pt x="2540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2539" h="49529">
                  <a:moveTo>
                    <a:pt x="254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2540" y="6349"/>
                  </a:lnTo>
                  <a:lnTo>
                    <a:pt x="2540" y="3809"/>
                  </a:lnTo>
                  <a:close/>
                </a:path>
                <a:path w="2539" h="49529">
                  <a:moveTo>
                    <a:pt x="254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2540" y="10159"/>
                  </a:lnTo>
                  <a:lnTo>
                    <a:pt x="2540" y="6350"/>
                  </a:lnTo>
                  <a:close/>
                </a:path>
                <a:path w="2539" h="49529">
                  <a:moveTo>
                    <a:pt x="254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2540" y="12699"/>
                  </a:lnTo>
                  <a:lnTo>
                    <a:pt x="2540" y="10159"/>
                  </a:lnTo>
                  <a:close/>
                </a:path>
                <a:path w="2539" h="49529">
                  <a:moveTo>
                    <a:pt x="254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2540" y="16509"/>
                  </a:lnTo>
                  <a:lnTo>
                    <a:pt x="2540" y="12700"/>
                  </a:lnTo>
                  <a:close/>
                </a:path>
                <a:path w="2539" h="49529">
                  <a:moveTo>
                    <a:pt x="254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2540" y="19049"/>
                  </a:lnTo>
                  <a:lnTo>
                    <a:pt x="2540" y="16509"/>
                  </a:lnTo>
                  <a:close/>
                </a:path>
                <a:path w="2539" h="49529">
                  <a:moveTo>
                    <a:pt x="2540" y="19050"/>
                  </a:moveTo>
                  <a:lnTo>
                    <a:pt x="0" y="19050"/>
                  </a:lnTo>
                  <a:lnTo>
                    <a:pt x="0" y="29209"/>
                  </a:lnTo>
                  <a:lnTo>
                    <a:pt x="2540" y="29209"/>
                  </a:lnTo>
                  <a:lnTo>
                    <a:pt x="2540" y="19050"/>
                  </a:lnTo>
                  <a:close/>
                </a:path>
                <a:path w="2539" h="49529">
                  <a:moveTo>
                    <a:pt x="2540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2540" y="31749"/>
                  </a:lnTo>
                  <a:lnTo>
                    <a:pt x="2540" y="29209"/>
                  </a:lnTo>
                  <a:close/>
                </a:path>
                <a:path w="2539" h="49529">
                  <a:moveTo>
                    <a:pt x="2540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2540" y="35559"/>
                  </a:lnTo>
                  <a:lnTo>
                    <a:pt x="2540" y="31750"/>
                  </a:lnTo>
                  <a:close/>
                </a:path>
                <a:path w="2539" h="49529">
                  <a:moveTo>
                    <a:pt x="254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2540" y="38099"/>
                  </a:lnTo>
                  <a:lnTo>
                    <a:pt x="2540" y="35559"/>
                  </a:lnTo>
                  <a:close/>
                </a:path>
                <a:path w="2539" h="49529">
                  <a:moveTo>
                    <a:pt x="254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2540" y="41909"/>
                  </a:lnTo>
                  <a:lnTo>
                    <a:pt x="2540" y="38100"/>
                  </a:lnTo>
                  <a:close/>
                </a:path>
                <a:path w="2539" h="49529">
                  <a:moveTo>
                    <a:pt x="254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2540" y="44449"/>
                  </a:lnTo>
                  <a:lnTo>
                    <a:pt x="2540" y="41909"/>
                  </a:lnTo>
                  <a:close/>
                </a:path>
                <a:path w="2539" h="49529">
                  <a:moveTo>
                    <a:pt x="254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2540" y="48259"/>
                  </a:lnTo>
                  <a:lnTo>
                    <a:pt x="2540" y="44450"/>
                  </a:lnTo>
                  <a:close/>
                </a:path>
                <a:path w="2539" h="49529">
                  <a:moveTo>
                    <a:pt x="1269" y="48259"/>
                  </a:moveTo>
                  <a:lnTo>
                    <a:pt x="0" y="48259"/>
                  </a:lnTo>
                  <a:lnTo>
                    <a:pt x="0" y="49529"/>
                  </a:lnTo>
                  <a:lnTo>
                    <a:pt x="1269" y="49529"/>
                  </a:lnTo>
                  <a:lnTo>
                    <a:pt x="1269" y="48259"/>
                  </a:lnTo>
                  <a:close/>
                </a:path>
              </a:pathLst>
            </a:custGeom>
            <a:solidFill>
              <a:srgbClr val="A7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2" name="object 1302"/>
            <p:cNvSpPr/>
            <p:nvPr/>
          </p:nvSpPr>
          <p:spPr>
            <a:xfrm>
              <a:off x="1902460" y="5313680"/>
              <a:ext cx="5080" cy="46990"/>
            </a:xfrm>
            <a:custGeom>
              <a:avLst/>
              <a:gdLst/>
              <a:ahLst/>
              <a:cxnLst/>
              <a:rect l="l" t="t" r="r" b="b"/>
              <a:pathLst>
                <a:path w="5080" h="46989">
                  <a:moveTo>
                    <a:pt x="507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5079" y="2540"/>
                  </a:lnTo>
                  <a:lnTo>
                    <a:pt x="5079" y="0"/>
                  </a:lnTo>
                  <a:close/>
                </a:path>
                <a:path w="5080" h="46989">
                  <a:moveTo>
                    <a:pt x="507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5079" y="5080"/>
                  </a:lnTo>
                  <a:lnTo>
                    <a:pt x="5079" y="2540"/>
                  </a:lnTo>
                  <a:close/>
                </a:path>
                <a:path w="5080" h="46989">
                  <a:moveTo>
                    <a:pt x="507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5079" y="8890"/>
                  </a:lnTo>
                  <a:lnTo>
                    <a:pt x="5079" y="5080"/>
                  </a:lnTo>
                  <a:close/>
                </a:path>
                <a:path w="5080" h="46989">
                  <a:moveTo>
                    <a:pt x="507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5079" y="11430"/>
                  </a:lnTo>
                  <a:lnTo>
                    <a:pt x="5079" y="8890"/>
                  </a:lnTo>
                  <a:close/>
                </a:path>
                <a:path w="5080" h="46989">
                  <a:moveTo>
                    <a:pt x="5079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5079" y="15240"/>
                  </a:lnTo>
                  <a:lnTo>
                    <a:pt x="5079" y="11430"/>
                  </a:lnTo>
                  <a:close/>
                </a:path>
                <a:path w="5080" h="46989">
                  <a:moveTo>
                    <a:pt x="5079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5079" y="17780"/>
                  </a:lnTo>
                  <a:lnTo>
                    <a:pt x="5079" y="15240"/>
                  </a:lnTo>
                  <a:close/>
                </a:path>
                <a:path w="5080" h="46989">
                  <a:moveTo>
                    <a:pt x="5079" y="17780"/>
                  </a:moveTo>
                  <a:lnTo>
                    <a:pt x="0" y="17780"/>
                  </a:lnTo>
                  <a:lnTo>
                    <a:pt x="0" y="27940"/>
                  </a:lnTo>
                  <a:lnTo>
                    <a:pt x="5079" y="27940"/>
                  </a:lnTo>
                  <a:lnTo>
                    <a:pt x="5079" y="17780"/>
                  </a:lnTo>
                  <a:close/>
                </a:path>
                <a:path w="5080" h="46989">
                  <a:moveTo>
                    <a:pt x="5079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5079" y="30480"/>
                  </a:lnTo>
                  <a:lnTo>
                    <a:pt x="5079" y="27940"/>
                  </a:lnTo>
                  <a:close/>
                </a:path>
                <a:path w="5080" h="46989">
                  <a:moveTo>
                    <a:pt x="5079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5079" y="34290"/>
                  </a:lnTo>
                  <a:lnTo>
                    <a:pt x="5079" y="30480"/>
                  </a:lnTo>
                  <a:close/>
                </a:path>
                <a:path w="5080" h="46989">
                  <a:moveTo>
                    <a:pt x="5079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5079" y="36830"/>
                  </a:lnTo>
                  <a:lnTo>
                    <a:pt x="5079" y="34290"/>
                  </a:lnTo>
                  <a:close/>
                </a:path>
                <a:path w="5080" h="46989">
                  <a:moveTo>
                    <a:pt x="5079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5079" y="40640"/>
                  </a:lnTo>
                  <a:lnTo>
                    <a:pt x="5079" y="36830"/>
                  </a:lnTo>
                  <a:close/>
                </a:path>
                <a:path w="5080" h="46989">
                  <a:moveTo>
                    <a:pt x="5079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5079" y="43180"/>
                  </a:lnTo>
                  <a:lnTo>
                    <a:pt x="5079" y="40640"/>
                  </a:lnTo>
                  <a:close/>
                </a:path>
                <a:path w="5080" h="46989">
                  <a:moveTo>
                    <a:pt x="5079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5079" y="46990"/>
                  </a:lnTo>
                  <a:lnTo>
                    <a:pt x="5079" y="43180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3" name="object 1303"/>
            <p:cNvSpPr/>
            <p:nvPr/>
          </p:nvSpPr>
          <p:spPr>
            <a:xfrm>
              <a:off x="1907539" y="5314950"/>
              <a:ext cx="2540" cy="45720"/>
            </a:xfrm>
            <a:custGeom>
              <a:avLst/>
              <a:gdLst/>
              <a:ahLst/>
              <a:cxnLst/>
              <a:rect l="l" t="t" r="r" b="b"/>
              <a:pathLst>
                <a:path w="2539" h="45720">
                  <a:moveTo>
                    <a:pt x="254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2539" h="45720">
                  <a:moveTo>
                    <a:pt x="254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2540" y="3809"/>
                  </a:lnTo>
                  <a:lnTo>
                    <a:pt x="2540" y="1270"/>
                  </a:lnTo>
                  <a:close/>
                </a:path>
                <a:path w="2539" h="45720">
                  <a:moveTo>
                    <a:pt x="2540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2540" y="7619"/>
                  </a:lnTo>
                  <a:lnTo>
                    <a:pt x="2540" y="3810"/>
                  </a:lnTo>
                  <a:close/>
                </a:path>
                <a:path w="2539" h="45720">
                  <a:moveTo>
                    <a:pt x="2540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2540" y="10159"/>
                  </a:lnTo>
                  <a:lnTo>
                    <a:pt x="2540" y="7620"/>
                  </a:lnTo>
                  <a:close/>
                </a:path>
                <a:path w="2539" h="45720">
                  <a:moveTo>
                    <a:pt x="2540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2540" y="13969"/>
                  </a:lnTo>
                  <a:lnTo>
                    <a:pt x="2540" y="10160"/>
                  </a:lnTo>
                  <a:close/>
                </a:path>
                <a:path w="2539" h="45720">
                  <a:moveTo>
                    <a:pt x="2540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2540" y="16509"/>
                  </a:lnTo>
                  <a:lnTo>
                    <a:pt x="2540" y="13970"/>
                  </a:lnTo>
                  <a:close/>
                </a:path>
                <a:path w="2539" h="45720">
                  <a:moveTo>
                    <a:pt x="2540" y="16510"/>
                  </a:moveTo>
                  <a:lnTo>
                    <a:pt x="0" y="16510"/>
                  </a:lnTo>
                  <a:lnTo>
                    <a:pt x="0" y="26669"/>
                  </a:lnTo>
                  <a:lnTo>
                    <a:pt x="2540" y="26669"/>
                  </a:lnTo>
                  <a:lnTo>
                    <a:pt x="2540" y="16510"/>
                  </a:lnTo>
                  <a:close/>
                </a:path>
                <a:path w="2539" h="45720">
                  <a:moveTo>
                    <a:pt x="2540" y="26670"/>
                  </a:moveTo>
                  <a:lnTo>
                    <a:pt x="0" y="26670"/>
                  </a:lnTo>
                  <a:lnTo>
                    <a:pt x="0" y="29209"/>
                  </a:lnTo>
                  <a:lnTo>
                    <a:pt x="2540" y="29209"/>
                  </a:lnTo>
                  <a:lnTo>
                    <a:pt x="2540" y="26670"/>
                  </a:lnTo>
                  <a:close/>
                </a:path>
                <a:path w="2539" h="45720">
                  <a:moveTo>
                    <a:pt x="2540" y="29210"/>
                  </a:moveTo>
                  <a:lnTo>
                    <a:pt x="0" y="29210"/>
                  </a:lnTo>
                  <a:lnTo>
                    <a:pt x="0" y="33019"/>
                  </a:lnTo>
                  <a:lnTo>
                    <a:pt x="2540" y="33019"/>
                  </a:lnTo>
                  <a:lnTo>
                    <a:pt x="2540" y="29210"/>
                  </a:lnTo>
                  <a:close/>
                </a:path>
                <a:path w="2539" h="45720">
                  <a:moveTo>
                    <a:pt x="2540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2540" y="35559"/>
                  </a:lnTo>
                  <a:lnTo>
                    <a:pt x="2540" y="33020"/>
                  </a:lnTo>
                  <a:close/>
                </a:path>
                <a:path w="2539" h="45720">
                  <a:moveTo>
                    <a:pt x="2540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2540" y="39369"/>
                  </a:lnTo>
                  <a:lnTo>
                    <a:pt x="2540" y="35560"/>
                  </a:lnTo>
                  <a:close/>
                </a:path>
                <a:path w="2539" h="45720">
                  <a:moveTo>
                    <a:pt x="2540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2540" y="41909"/>
                  </a:lnTo>
                  <a:lnTo>
                    <a:pt x="2540" y="39370"/>
                  </a:lnTo>
                  <a:close/>
                </a:path>
                <a:path w="2539" h="45720">
                  <a:moveTo>
                    <a:pt x="2540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2540" y="45719"/>
                  </a:lnTo>
                  <a:lnTo>
                    <a:pt x="2540" y="41910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4" name="object 1304"/>
            <p:cNvSpPr/>
            <p:nvPr/>
          </p:nvSpPr>
          <p:spPr>
            <a:xfrm>
              <a:off x="1910080" y="5314950"/>
              <a:ext cx="3810" cy="45720"/>
            </a:xfrm>
            <a:custGeom>
              <a:avLst/>
              <a:gdLst/>
              <a:ahLst/>
              <a:cxnLst/>
              <a:rect l="l" t="t" r="r" b="b"/>
              <a:pathLst>
                <a:path w="3810" h="45720">
                  <a:moveTo>
                    <a:pt x="126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3810" h="45720">
                  <a:moveTo>
                    <a:pt x="3809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1270"/>
                  </a:lnTo>
                  <a:close/>
                </a:path>
                <a:path w="3810" h="45720">
                  <a:moveTo>
                    <a:pt x="3809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3810"/>
                  </a:lnTo>
                  <a:close/>
                </a:path>
                <a:path w="3810" h="45720">
                  <a:moveTo>
                    <a:pt x="3809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7620"/>
                  </a:lnTo>
                  <a:close/>
                </a:path>
                <a:path w="3810" h="45720">
                  <a:moveTo>
                    <a:pt x="3809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10160"/>
                  </a:lnTo>
                  <a:close/>
                </a:path>
                <a:path w="3810" h="45720">
                  <a:moveTo>
                    <a:pt x="3809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3970"/>
                  </a:lnTo>
                  <a:close/>
                </a:path>
                <a:path w="3810" h="45720">
                  <a:moveTo>
                    <a:pt x="3809" y="16510"/>
                  </a:moveTo>
                  <a:lnTo>
                    <a:pt x="0" y="16510"/>
                  </a:lnTo>
                  <a:lnTo>
                    <a:pt x="0" y="26669"/>
                  </a:lnTo>
                  <a:lnTo>
                    <a:pt x="3809" y="26669"/>
                  </a:lnTo>
                  <a:lnTo>
                    <a:pt x="3809" y="16510"/>
                  </a:lnTo>
                  <a:close/>
                </a:path>
                <a:path w="3810" h="45720">
                  <a:moveTo>
                    <a:pt x="3809" y="26670"/>
                  </a:moveTo>
                  <a:lnTo>
                    <a:pt x="0" y="26670"/>
                  </a:lnTo>
                  <a:lnTo>
                    <a:pt x="0" y="29209"/>
                  </a:lnTo>
                  <a:lnTo>
                    <a:pt x="3809" y="29209"/>
                  </a:lnTo>
                  <a:lnTo>
                    <a:pt x="3809" y="26670"/>
                  </a:lnTo>
                  <a:close/>
                </a:path>
                <a:path w="3810" h="45720">
                  <a:moveTo>
                    <a:pt x="3809" y="29210"/>
                  </a:moveTo>
                  <a:lnTo>
                    <a:pt x="0" y="29210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9210"/>
                  </a:lnTo>
                  <a:close/>
                </a:path>
                <a:path w="3810" h="45720">
                  <a:moveTo>
                    <a:pt x="3809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33020"/>
                  </a:lnTo>
                  <a:close/>
                </a:path>
                <a:path w="3810" h="45720">
                  <a:moveTo>
                    <a:pt x="3809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5560"/>
                  </a:lnTo>
                  <a:close/>
                </a:path>
                <a:path w="3810" h="45720">
                  <a:moveTo>
                    <a:pt x="3809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9370"/>
                  </a:lnTo>
                  <a:close/>
                </a:path>
                <a:path w="3810" h="45720">
                  <a:moveTo>
                    <a:pt x="3809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1269" y="45719"/>
                  </a:lnTo>
                  <a:lnTo>
                    <a:pt x="1269" y="44450"/>
                  </a:lnTo>
                  <a:lnTo>
                    <a:pt x="3809" y="44450"/>
                  </a:lnTo>
                  <a:lnTo>
                    <a:pt x="3809" y="41910"/>
                  </a:lnTo>
                  <a:close/>
                </a:path>
              </a:pathLst>
            </a:custGeom>
            <a:solidFill>
              <a:srgbClr val="AEBA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5" name="object 1305"/>
            <p:cNvSpPr/>
            <p:nvPr/>
          </p:nvSpPr>
          <p:spPr>
            <a:xfrm>
              <a:off x="1913889" y="5316220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41910">
                  <a:moveTo>
                    <a:pt x="381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2539"/>
                  </a:lnTo>
                  <a:close/>
                </a:path>
                <a:path w="3810" h="41910">
                  <a:moveTo>
                    <a:pt x="381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49"/>
                  </a:lnTo>
                  <a:close/>
                </a:path>
                <a:path w="3810" h="41910">
                  <a:moveTo>
                    <a:pt x="381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8889"/>
                  </a:lnTo>
                  <a:close/>
                </a:path>
                <a:path w="3810" h="41910">
                  <a:moveTo>
                    <a:pt x="381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2699"/>
                  </a:lnTo>
                  <a:close/>
                </a:path>
                <a:path w="3810" h="41910">
                  <a:moveTo>
                    <a:pt x="3810" y="15239"/>
                  </a:moveTo>
                  <a:lnTo>
                    <a:pt x="0" y="1523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15239"/>
                  </a:lnTo>
                  <a:close/>
                </a:path>
                <a:path w="3810" h="41910">
                  <a:moveTo>
                    <a:pt x="3810" y="25399"/>
                  </a:moveTo>
                  <a:lnTo>
                    <a:pt x="0" y="25399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5399"/>
                  </a:lnTo>
                  <a:close/>
                </a:path>
                <a:path w="3810" h="41910">
                  <a:moveTo>
                    <a:pt x="3810" y="27939"/>
                  </a:moveTo>
                  <a:lnTo>
                    <a:pt x="0" y="2793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7939"/>
                  </a:lnTo>
                  <a:close/>
                </a:path>
                <a:path w="3810" h="41910">
                  <a:moveTo>
                    <a:pt x="3810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31749"/>
                  </a:lnTo>
                  <a:close/>
                </a:path>
                <a:path w="3810" h="41910">
                  <a:moveTo>
                    <a:pt x="3810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4289"/>
                  </a:lnTo>
                  <a:close/>
                </a:path>
                <a:path w="3810" h="41910">
                  <a:moveTo>
                    <a:pt x="381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8099"/>
                  </a:lnTo>
                  <a:close/>
                </a:path>
                <a:path w="3810" h="41910">
                  <a:moveTo>
                    <a:pt x="3810" y="40639"/>
                  </a:moveTo>
                  <a:lnTo>
                    <a:pt x="0" y="40639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40639"/>
                  </a:lnTo>
                  <a:close/>
                </a:path>
              </a:pathLst>
            </a:custGeom>
            <a:solidFill>
              <a:srgbClr val="B1BD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6" name="object 1306"/>
            <p:cNvSpPr/>
            <p:nvPr/>
          </p:nvSpPr>
          <p:spPr>
            <a:xfrm>
              <a:off x="1917700" y="5316220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254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10" h="41910">
                  <a:moveTo>
                    <a:pt x="381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2539"/>
                  </a:lnTo>
                  <a:close/>
                </a:path>
                <a:path w="3810" h="41910">
                  <a:moveTo>
                    <a:pt x="381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49"/>
                  </a:lnTo>
                  <a:close/>
                </a:path>
                <a:path w="3810" h="41910">
                  <a:moveTo>
                    <a:pt x="381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8889"/>
                  </a:lnTo>
                  <a:close/>
                </a:path>
                <a:path w="3810" h="41910">
                  <a:moveTo>
                    <a:pt x="381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2699"/>
                  </a:lnTo>
                  <a:close/>
                </a:path>
                <a:path w="3810" h="41910">
                  <a:moveTo>
                    <a:pt x="3810" y="15239"/>
                  </a:moveTo>
                  <a:lnTo>
                    <a:pt x="0" y="1523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15239"/>
                  </a:lnTo>
                  <a:close/>
                </a:path>
                <a:path w="3810" h="41910">
                  <a:moveTo>
                    <a:pt x="3810" y="25399"/>
                  </a:moveTo>
                  <a:lnTo>
                    <a:pt x="0" y="25399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5399"/>
                  </a:lnTo>
                  <a:close/>
                </a:path>
                <a:path w="3810" h="41910">
                  <a:moveTo>
                    <a:pt x="3810" y="27939"/>
                  </a:moveTo>
                  <a:lnTo>
                    <a:pt x="0" y="2793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7939"/>
                  </a:lnTo>
                  <a:close/>
                </a:path>
                <a:path w="3810" h="41910">
                  <a:moveTo>
                    <a:pt x="3810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31749"/>
                  </a:lnTo>
                  <a:close/>
                </a:path>
                <a:path w="3810" h="41910">
                  <a:moveTo>
                    <a:pt x="3810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4289"/>
                  </a:lnTo>
                  <a:close/>
                </a:path>
                <a:path w="3810" h="41910">
                  <a:moveTo>
                    <a:pt x="381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8099"/>
                  </a:lnTo>
                  <a:close/>
                </a:path>
                <a:path w="3810" h="41910">
                  <a:moveTo>
                    <a:pt x="1269" y="40639"/>
                  </a:moveTo>
                  <a:lnTo>
                    <a:pt x="0" y="40639"/>
                  </a:lnTo>
                  <a:lnTo>
                    <a:pt x="0" y="41909"/>
                  </a:lnTo>
                  <a:lnTo>
                    <a:pt x="1269" y="41909"/>
                  </a:lnTo>
                  <a:lnTo>
                    <a:pt x="1269" y="40639"/>
                  </a:lnTo>
                  <a:close/>
                </a:path>
              </a:pathLst>
            </a:custGeom>
            <a:solidFill>
              <a:srgbClr val="B4BF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7" name="object 1307"/>
            <p:cNvSpPr/>
            <p:nvPr/>
          </p:nvSpPr>
          <p:spPr>
            <a:xfrm>
              <a:off x="1921510" y="5317489"/>
              <a:ext cx="3810" cy="39370"/>
            </a:xfrm>
            <a:custGeom>
              <a:avLst/>
              <a:gdLst/>
              <a:ahLst/>
              <a:cxnLst/>
              <a:rect l="l" t="t" r="r" b="b"/>
              <a:pathLst>
                <a:path w="3810" h="39370">
                  <a:moveTo>
                    <a:pt x="3809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09" y="1270"/>
                  </a:lnTo>
                  <a:lnTo>
                    <a:pt x="3809" y="0"/>
                  </a:lnTo>
                  <a:close/>
                </a:path>
                <a:path w="3810" h="39370">
                  <a:moveTo>
                    <a:pt x="380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1270"/>
                  </a:lnTo>
                  <a:close/>
                </a:path>
                <a:path w="3810" h="39370">
                  <a:moveTo>
                    <a:pt x="380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09" y="7620"/>
                  </a:lnTo>
                  <a:lnTo>
                    <a:pt x="3809" y="5080"/>
                  </a:lnTo>
                  <a:close/>
                </a:path>
                <a:path w="3810" h="39370">
                  <a:moveTo>
                    <a:pt x="380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7620"/>
                  </a:lnTo>
                  <a:close/>
                </a:path>
                <a:path w="3810" h="39370">
                  <a:moveTo>
                    <a:pt x="3809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09" y="13970"/>
                  </a:lnTo>
                  <a:lnTo>
                    <a:pt x="3809" y="11430"/>
                  </a:lnTo>
                  <a:close/>
                </a:path>
                <a:path w="3810" h="39370">
                  <a:moveTo>
                    <a:pt x="3809" y="13970"/>
                  </a:moveTo>
                  <a:lnTo>
                    <a:pt x="0" y="13970"/>
                  </a:lnTo>
                  <a:lnTo>
                    <a:pt x="0" y="24130"/>
                  </a:lnTo>
                  <a:lnTo>
                    <a:pt x="3809" y="24130"/>
                  </a:lnTo>
                  <a:lnTo>
                    <a:pt x="3809" y="13970"/>
                  </a:lnTo>
                  <a:close/>
                </a:path>
                <a:path w="3810" h="39370">
                  <a:moveTo>
                    <a:pt x="3809" y="24130"/>
                  </a:moveTo>
                  <a:lnTo>
                    <a:pt x="0" y="24130"/>
                  </a:lnTo>
                  <a:lnTo>
                    <a:pt x="0" y="26670"/>
                  </a:lnTo>
                  <a:lnTo>
                    <a:pt x="3809" y="26670"/>
                  </a:lnTo>
                  <a:lnTo>
                    <a:pt x="3809" y="24130"/>
                  </a:lnTo>
                  <a:close/>
                </a:path>
                <a:path w="3810" h="39370">
                  <a:moveTo>
                    <a:pt x="3809" y="26670"/>
                  </a:moveTo>
                  <a:lnTo>
                    <a:pt x="0" y="26670"/>
                  </a:lnTo>
                  <a:lnTo>
                    <a:pt x="0" y="30480"/>
                  </a:lnTo>
                  <a:lnTo>
                    <a:pt x="3809" y="30480"/>
                  </a:lnTo>
                  <a:lnTo>
                    <a:pt x="3809" y="26670"/>
                  </a:lnTo>
                  <a:close/>
                </a:path>
                <a:path w="3810" h="39370">
                  <a:moveTo>
                    <a:pt x="3809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3809" y="33020"/>
                  </a:lnTo>
                  <a:lnTo>
                    <a:pt x="3809" y="30480"/>
                  </a:lnTo>
                  <a:close/>
                </a:path>
                <a:path w="3810" h="39370">
                  <a:moveTo>
                    <a:pt x="3809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3020"/>
                  </a:lnTo>
                  <a:close/>
                </a:path>
                <a:path w="3810" h="39370">
                  <a:moveTo>
                    <a:pt x="3809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1269" y="39370"/>
                  </a:lnTo>
                  <a:lnTo>
                    <a:pt x="1269" y="38100"/>
                  </a:lnTo>
                  <a:lnTo>
                    <a:pt x="3809" y="38100"/>
                  </a:lnTo>
                  <a:lnTo>
                    <a:pt x="3809" y="36830"/>
                  </a:lnTo>
                  <a:close/>
                </a:path>
              </a:pathLst>
            </a:custGeom>
            <a:solidFill>
              <a:srgbClr val="B6C1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8" name="object 1308"/>
            <p:cNvSpPr/>
            <p:nvPr/>
          </p:nvSpPr>
          <p:spPr>
            <a:xfrm>
              <a:off x="1925319" y="5318759"/>
              <a:ext cx="3810" cy="36830"/>
            </a:xfrm>
            <a:custGeom>
              <a:avLst/>
              <a:gdLst/>
              <a:ahLst/>
              <a:cxnLst/>
              <a:rect l="l" t="t" r="r" b="b"/>
              <a:pathLst>
                <a:path w="3810" h="36829">
                  <a:moveTo>
                    <a:pt x="38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0"/>
                  </a:lnTo>
                  <a:close/>
                </a:path>
                <a:path w="3810" h="36829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10" h="36829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10" h="36829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10" h="36829">
                  <a:moveTo>
                    <a:pt x="3810" y="12700"/>
                  </a:moveTo>
                  <a:lnTo>
                    <a:pt x="0" y="1270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2700"/>
                  </a:lnTo>
                  <a:close/>
                </a:path>
                <a:path w="3810" h="36829">
                  <a:moveTo>
                    <a:pt x="3810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22859"/>
                  </a:lnTo>
                  <a:close/>
                </a:path>
                <a:path w="3810" h="36829">
                  <a:moveTo>
                    <a:pt x="3810" y="25400"/>
                  </a:moveTo>
                  <a:lnTo>
                    <a:pt x="0" y="25400"/>
                  </a:lnTo>
                  <a:lnTo>
                    <a:pt x="0" y="29209"/>
                  </a:lnTo>
                  <a:lnTo>
                    <a:pt x="3810" y="29209"/>
                  </a:lnTo>
                  <a:lnTo>
                    <a:pt x="3810" y="25400"/>
                  </a:lnTo>
                  <a:close/>
                </a:path>
                <a:path w="3810" h="36829">
                  <a:moveTo>
                    <a:pt x="3810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9209"/>
                  </a:lnTo>
                  <a:close/>
                </a:path>
                <a:path w="3810" h="36829">
                  <a:moveTo>
                    <a:pt x="3810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31750"/>
                  </a:lnTo>
                  <a:close/>
                </a:path>
                <a:path w="3810" h="36829">
                  <a:moveTo>
                    <a:pt x="3810" y="35559"/>
                  </a:moveTo>
                  <a:lnTo>
                    <a:pt x="0" y="35559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35559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9" name="object 1309"/>
            <p:cNvSpPr/>
            <p:nvPr/>
          </p:nvSpPr>
          <p:spPr>
            <a:xfrm>
              <a:off x="1929130" y="5320030"/>
              <a:ext cx="2540" cy="34290"/>
            </a:xfrm>
            <a:custGeom>
              <a:avLst/>
              <a:gdLst/>
              <a:ahLst/>
              <a:cxnLst/>
              <a:rect l="l" t="t" r="r" b="b"/>
              <a:pathLst>
                <a:path w="2539" h="34289">
                  <a:moveTo>
                    <a:pt x="253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539" y="2540"/>
                  </a:lnTo>
                  <a:lnTo>
                    <a:pt x="2539" y="0"/>
                  </a:lnTo>
                  <a:close/>
                </a:path>
                <a:path w="2539" h="34289">
                  <a:moveTo>
                    <a:pt x="253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2539" y="5080"/>
                  </a:lnTo>
                  <a:lnTo>
                    <a:pt x="2539" y="2540"/>
                  </a:lnTo>
                  <a:close/>
                </a:path>
                <a:path w="2539" h="34289">
                  <a:moveTo>
                    <a:pt x="253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2539" y="8890"/>
                  </a:lnTo>
                  <a:lnTo>
                    <a:pt x="2539" y="5080"/>
                  </a:lnTo>
                  <a:close/>
                </a:path>
                <a:path w="2539" h="34289">
                  <a:moveTo>
                    <a:pt x="253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2539" y="11430"/>
                  </a:lnTo>
                  <a:lnTo>
                    <a:pt x="2539" y="8890"/>
                  </a:lnTo>
                  <a:close/>
                </a:path>
                <a:path w="2539" h="34289">
                  <a:moveTo>
                    <a:pt x="2539" y="11430"/>
                  </a:moveTo>
                  <a:lnTo>
                    <a:pt x="0" y="11430"/>
                  </a:lnTo>
                  <a:lnTo>
                    <a:pt x="0" y="21590"/>
                  </a:lnTo>
                  <a:lnTo>
                    <a:pt x="2539" y="21590"/>
                  </a:lnTo>
                  <a:lnTo>
                    <a:pt x="2539" y="11430"/>
                  </a:lnTo>
                  <a:close/>
                </a:path>
                <a:path w="2539" h="34289">
                  <a:moveTo>
                    <a:pt x="2539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2539" y="24130"/>
                  </a:lnTo>
                  <a:lnTo>
                    <a:pt x="2539" y="21590"/>
                  </a:lnTo>
                  <a:close/>
                </a:path>
                <a:path w="2539" h="34289">
                  <a:moveTo>
                    <a:pt x="2539" y="24130"/>
                  </a:moveTo>
                  <a:lnTo>
                    <a:pt x="0" y="24130"/>
                  </a:lnTo>
                  <a:lnTo>
                    <a:pt x="0" y="27940"/>
                  </a:lnTo>
                  <a:lnTo>
                    <a:pt x="2539" y="27940"/>
                  </a:lnTo>
                  <a:lnTo>
                    <a:pt x="2539" y="24130"/>
                  </a:lnTo>
                  <a:close/>
                </a:path>
                <a:path w="2539" h="34289">
                  <a:moveTo>
                    <a:pt x="2539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2539" y="30480"/>
                  </a:lnTo>
                  <a:lnTo>
                    <a:pt x="2539" y="27940"/>
                  </a:lnTo>
                  <a:close/>
                </a:path>
                <a:path w="2539" h="34289">
                  <a:moveTo>
                    <a:pt x="2539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2539" y="34290"/>
                  </a:lnTo>
                  <a:lnTo>
                    <a:pt x="2539" y="30480"/>
                  </a:lnTo>
                  <a:close/>
                </a:path>
              </a:pathLst>
            </a:custGeom>
            <a:solidFill>
              <a:srgbClr val="BC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0" name="object 1310"/>
            <p:cNvSpPr/>
            <p:nvPr/>
          </p:nvSpPr>
          <p:spPr>
            <a:xfrm>
              <a:off x="1931669" y="5320030"/>
              <a:ext cx="3810" cy="33020"/>
            </a:xfrm>
            <a:custGeom>
              <a:avLst/>
              <a:gdLst/>
              <a:ahLst/>
              <a:cxnLst/>
              <a:rect l="l" t="t" r="r" b="b"/>
              <a:pathLst>
                <a:path w="3810" h="33020">
                  <a:moveTo>
                    <a:pt x="126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3810" h="33020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33020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10" h="33020">
                  <a:moveTo>
                    <a:pt x="381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890"/>
                  </a:lnTo>
                  <a:close/>
                </a:path>
                <a:path w="3810" h="33020">
                  <a:moveTo>
                    <a:pt x="3810" y="11430"/>
                  </a:moveTo>
                  <a:lnTo>
                    <a:pt x="0" y="1143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1430"/>
                  </a:lnTo>
                  <a:close/>
                </a:path>
                <a:path w="3810" h="33020">
                  <a:moveTo>
                    <a:pt x="3810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1590"/>
                  </a:lnTo>
                  <a:close/>
                </a:path>
                <a:path w="3810" h="33020">
                  <a:moveTo>
                    <a:pt x="3810" y="24130"/>
                  </a:moveTo>
                  <a:lnTo>
                    <a:pt x="0" y="24130"/>
                  </a:lnTo>
                  <a:lnTo>
                    <a:pt x="0" y="27940"/>
                  </a:lnTo>
                  <a:lnTo>
                    <a:pt x="3810" y="27940"/>
                  </a:lnTo>
                  <a:lnTo>
                    <a:pt x="3810" y="24130"/>
                  </a:lnTo>
                  <a:close/>
                </a:path>
                <a:path w="3810" h="33020">
                  <a:moveTo>
                    <a:pt x="3810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27940"/>
                  </a:lnTo>
                  <a:close/>
                </a:path>
                <a:path w="3810" h="33020">
                  <a:moveTo>
                    <a:pt x="3810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3810" y="33020"/>
                  </a:lnTo>
                  <a:lnTo>
                    <a:pt x="3810" y="30480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1" name="object 1311"/>
            <p:cNvSpPr/>
            <p:nvPr/>
          </p:nvSpPr>
          <p:spPr>
            <a:xfrm>
              <a:off x="1935480" y="5322570"/>
              <a:ext cx="3810" cy="30480"/>
            </a:xfrm>
            <a:custGeom>
              <a:avLst/>
              <a:gdLst/>
              <a:ahLst/>
              <a:cxnLst/>
              <a:rect l="l" t="t" r="r" b="b"/>
              <a:pathLst>
                <a:path w="3810" h="30479">
                  <a:moveTo>
                    <a:pt x="126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3810" h="30479">
                  <a:moveTo>
                    <a:pt x="380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2539"/>
                  </a:lnTo>
                  <a:close/>
                </a:path>
                <a:path w="3810" h="30479">
                  <a:moveTo>
                    <a:pt x="380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49"/>
                  </a:lnTo>
                  <a:close/>
                </a:path>
                <a:path w="3810" h="30479">
                  <a:moveTo>
                    <a:pt x="3809" y="8889"/>
                  </a:moveTo>
                  <a:lnTo>
                    <a:pt x="0" y="888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8889"/>
                  </a:lnTo>
                  <a:close/>
                </a:path>
                <a:path w="3810" h="30479">
                  <a:moveTo>
                    <a:pt x="3809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9049"/>
                  </a:lnTo>
                  <a:close/>
                </a:path>
                <a:path w="3810" h="30479">
                  <a:moveTo>
                    <a:pt x="3809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1589"/>
                  </a:lnTo>
                  <a:close/>
                </a:path>
                <a:path w="3810" h="30479">
                  <a:moveTo>
                    <a:pt x="3809" y="25399"/>
                  </a:moveTo>
                  <a:lnTo>
                    <a:pt x="0" y="25399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5399"/>
                  </a:lnTo>
                  <a:close/>
                </a:path>
                <a:path w="3810" h="30479">
                  <a:moveTo>
                    <a:pt x="3809" y="27939"/>
                  </a:moveTo>
                  <a:lnTo>
                    <a:pt x="0" y="27939"/>
                  </a:lnTo>
                  <a:lnTo>
                    <a:pt x="0" y="30479"/>
                  </a:lnTo>
                  <a:lnTo>
                    <a:pt x="1269" y="30479"/>
                  </a:lnTo>
                  <a:lnTo>
                    <a:pt x="1269" y="29209"/>
                  </a:lnTo>
                  <a:lnTo>
                    <a:pt x="3809" y="29209"/>
                  </a:lnTo>
                  <a:lnTo>
                    <a:pt x="3809" y="27939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2" name="object 1312"/>
            <p:cNvSpPr/>
            <p:nvPr/>
          </p:nvSpPr>
          <p:spPr>
            <a:xfrm>
              <a:off x="1939289" y="5323839"/>
              <a:ext cx="3810" cy="26670"/>
            </a:xfrm>
            <a:custGeom>
              <a:avLst/>
              <a:gdLst/>
              <a:ahLst/>
              <a:cxnLst/>
              <a:rect l="l" t="t" r="r" b="b"/>
              <a:pathLst>
                <a:path w="3810" h="26670">
                  <a:moveTo>
                    <a:pt x="12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3810" h="26670">
                  <a:moveTo>
                    <a:pt x="381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70"/>
                  </a:lnTo>
                  <a:close/>
                </a:path>
                <a:path w="3810" h="26670">
                  <a:moveTo>
                    <a:pt x="3810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80"/>
                  </a:lnTo>
                  <a:close/>
                </a:path>
                <a:path w="3810" h="26670">
                  <a:moveTo>
                    <a:pt x="3810" y="7620"/>
                  </a:moveTo>
                  <a:lnTo>
                    <a:pt x="0" y="762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7620"/>
                  </a:lnTo>
                  <a:close/>
                </a:path>
                <a:path w="3810" h="26670">
                  <a:moveTo>
                    <a:pt x="3810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80"/>
                  </a:lnTo>
                  <a:close/>
                </a:path>
                <a:path w="3810" h="26670">
                  <a:moveTo>
                    <a:pt x="3810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0320"/>
                  </a:lnTo>
                  <a:close/>
                </a:path>
                <a:path w="3810" h="26670">
                  <a:moveTo>
                    <a:pt x="3810" y="24130"/>
                  </a:moveTo>
                  <a:lnTo>
                    <a:pt x="0" y="24130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4130"/>
                  </a:lnTo>
                  <a:close/>
                </a:path>
              </a:pathLst>
            </a:custGeom>
            <a:solidFill>
              <a:srgbClr val="C4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3" name="object 1313"/>
            <p:cNvSpPr/>
            <p:nvPr/>
          </p:nvSpPr>
          <p:spPr>
            <a:xfrm>
              <a:off x="1943100" y="5326380"/>
              <a:ext cx="3810" cy="22860"/>
            </a:xfrm>
            <a:custGeom>
              <a:avLst/>
              <a:gdLst/>
              <a:ahLst/>
              <a:cxnLst/>
              <a:rect l="l" t="t" r="r" b="b"/>
              <a:pathLst>
                <a:path w="3810" h="22860">
                  <a:moveTo>
                    <a:pt x="253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1270"/>
                  </a:lnTo>
                  <a:lnTo>
                    <a:pt x="2539" y="1270"/>
                  </a:lnTo>
                  <a:lnTo>
                    <a:pt x="2539" y="0"/>
                  </a:lnTo>
                  <a:close/>
                </a:path>
                <a:path w="3810" h="22860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22860">
                  <a:moveTo>
                    <a:pt x="3810" y="5080"/>
                  </a:moveTo>
                  <a:lnTo>
                    <a:pt x="0" y="508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5080"/>
                  </a:lnTo>
                  <a:close/>
                </a:path>
                <a:path w="3810" h="22860">
                  <a:moveTo>
                    <a:pt x="381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40"/>
                  </a:lnTo>
                  <a:close/>
                </a:path>
                <a:path w="3810" h="22860">
                  <a:moveTo>
                    <a:pt x="3810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80"/>
                  </a:lnTo>
                  <a:close/>
                </a:path>
                <a:path w="3810" h="22860">
                  <a:moveTo>
                    <a:pt x="1269" y="21590"/>
                  </a:moveTo>
                  <a:lnTo>
                    <a:pt x="0" y="21590"/>
                  </a:lnTo>
                  <a:lnTo>
                    <a:pt x="0" y="22860"/>
                  </a:lnTo>
                  <a:lnTo>
                    <a:pt x="1269" y="22860"/>
                  </a:lnTo>
                  <a:lnTo>
                    <a:pt x="1269" y="21590"/>
                  </a:lnTo>
                  <a:close/>
                </a:path>
              </a:pathLst>
            </a:custGeom>
            <a:solidFill>
              <a:srgbClr val="C6CF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4" name="object 1314"/>
            <p:cNvSpPr/>
            <p:nvPr/>
          </p:nvSpPr>
          <p:spPr>
            <a:xfrm>
              <a:off x="1946910" y="5328920"/>
              <a:ext cx="3810" cy="17780"/>
            </a:xfrm>
            <a:custGeom>
              <a:avLst/>
              <a:gdLst/>
              <a:ahLst/>
              <a:cxnLst/>
              <a:rect l="l" t="t" r="r" b="b"/>
              <a:pathLst>
                <a:path w="3810" h="17779">
                  <a:moveTo>
                    <a:pt x="253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  <a:path w="3810" h="17779">
                  <a:moveTo>
                    <a:pt x="3809" y="2539"/>
                  </a:moveTo>
                  <a:lnTo>
                    <a:pt x="0" y="253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2539"/>
                  </a:lnTo>
                  <a:close/>
                </a:path>
                <a:path w="3810" h="17779">
                  <a:moveTo>
                    <a:pt x="380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2699"/>
                  </a:lnTo>
                  <a:close/>
                </a:path>
                <a:path w="3810" h="17779">
                  <a:moveTo>
                    <a:pt x="3809" y="15239"/>
                  </a:moveTo>
                  <a:lnTo>
                    <a:pt x="0" y="15239"/>
                  </a:lnTo>
                  <a:lnTo>
                    <a:pt x="0" y="17779"/>
                  </a:lnTo>
                  <a:lnTo>
                    <a:pt x="2539" y="17779"/>
                  </a:lnTo>
                  <a:lnTo>
                    <a:pt x="2539" y="16509"/>
                  </a:lnTo>
                  <a:lnTo>
                    <a:pt x="3809" y="16509"/>
                  </a:lnTo>
                  <a:lnTo>
                    <a:pt x="3809" y="15239"/>
                  </a:lnTo>
                  <a:close/>
                </a:path>
              </a:pathLst>
            </a:custGeom>
            <a:solidFill>
              <a:srgbClr val="C9D1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5" name="object 1315"/>
            <p:cNvSpPr/>
            <p:nvPr/>
          </p:nvSpPr>
          <p:spPr>
            <a:xfrm>
              <a:off x="1950719" y="5332730"/>
              <a:ext cx="2540" cy="10160"/>
            </a:xfrm>
            <a:custGeom>
              <a:avLst/>
              <a:gdLst/>
              <a:ahLst/>
              <a:cxnLst/>
              <a:rect l="l" t="t" r="r" b="b"/>
              <a:pathLst>
                <a:path w="2539" h="10160">
                  <a:moveTo>
                    <a:pt x="1269" y="0"/>
                  </a:moveTo>
                  <a:lnTo>
                    <a:pt x="0" y="0"/>
                  </a:lnTo>
                  <a:lnTo>
                    <a:pt x="0" y="8890"/>
                  </a:lnTo>
                  <a:lnTo>
                    <a:pt x="2540" y="8890"/>
                  </a:lnTo>
                  <a:lnTo>
                    <a:pt x="2540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2539" h="10160">
                  <a:moveTo>
                    <a:pt x="1269" y="8890"/>
                  </a:moveTo>
                  <a:lnTo>
                    <a:pt x="0" y="8890"/>
                  </a:lnTo>
                  <a:lnTo>
                    <a:pt x="0" y="10160"/>
                  </a:lnTo>
                  <a:lnTo>
                    <a:pt x="1269" y="10160"/>
                  </a:lnTo>
                  <a:lnTo>
                    <a:pt x="1269" y="8890"/>
                  </a:lnTo>
                  <a:close/>
                </a:path>
              </a:pathLst>
            </a:custGeom>
            <a:solidFill>
              <a:srgbClr val="CCD3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6" name="object 1316"/>
            <p:cNvSpPr/>
            <p:nvPr/>
          </p:nvSpPr>
          <p:spPr>
            <a:xfrm>
              <a:off x="1953260" y="5334000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0"/>
                  </a:moveTo>
                  <a:lnTo>
                    <a:pt x="0" y="76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7" name="object 1317"/>
            <p:cNvSpPr/>
            <p:nvPr/>
          </p:nvSpPr>
          <p:spPr>
            <a:xfrm>
              <a:off x="1668780" y="5306059"/>
              <a:ext cx="284480" cy="62230"/>
            </a:xfrm>
            <a:custGeom>
              <a:avLst/>
              <a:gdLst/>
              <a:ahLst/>
              <a:cxnLst/>
              <a:rect l="l" t="t" r="r" b="b"/>
              <a:pathLst>
                <a:path w="284480" h="62229">
                  <a:moveTo>
                    <a:pt x="142239" y="0"/>
                  </a:moveTo>
                  <a:lnTo>
                    <a:pt x="86796" y="2440"/>
                  </a:lnTo>
                  <a:lnTo>
                    <a:pt x="41592" y="9048"/>
                  </a:lnTo>
                  <a:lnTo>
                    <a:pt x="11152" y="18752"/>
                  </a:lnTo>
                  <a:lnTo>
                    <a:pt x="0" y="30479"/>
                  </a:lnTo>
                  <a:lnTo>
                    <a:pt x="11152" y="42941"/>
                  </a:lnTo>
                  <a:lnTo>
                    <a:pt x="41592" y="53022"/>
                  </a:lnTo>
                  <a:lnTo>
                    <a:pt x="86796" y="59769"/>
                  </a:lnTo>
                  <a:lnTo>
                    <a:pt x="142239" y="62229"/>
                  </a:lnTo>
                  <a:lnTo>
                    <a:pt x="196611" y="59769"/>
                  </a:lnTo>
                  <a:lnTo>
                    <a:pt x="241934" y="53022"/>
                  </a:lnTo>
                  <a:lnTo>
                    <a:pt x="272970" y="42941"/>
                  </a:lnTo>
                  <a:lnTo>
                    <a:pt x="284480" y="30479"/>
                  </a:lnTo>
                  <a:lnTo>
                    <a:pt x="272970" y="18752"/>
                  </a:lnTo>
                  <a:lnTo>
                    <a:pt x="241935" y="9048"/>
                  </a:lnTo>
                  <a:lnTo>
                    <a:pt x="196611" y="2440"/>
                  </a:lnTo>
                  <a:lnTo>
                    <a:pt x="142239" y="0"/>
                  </a:lnTo>
                  <a:close/>
                </a:path>
              </a:pathLst>
            </a:custGeom>
            <a:ln w="646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8" name="object 1318"/>
            <p:cNvSpPr/>
            <p:nvPr/>
          </p:nvSpPr>
          <p:spPr>
            <a:xfrm>
              <a:off x="1668780" y="5115559"/>
              <a:ext cx="2540" cy="200660"/>
            </a:xfrm>
            <a:custGeom>
              <a:avLst/>
              <a:gdLst/>
              <a:ahLst/>
              <a:cxnLst/>
              <a:rect l="l" t="t" r="r" b="b"/>
              <a:pathLst>
                <a:path w="2539" h="200660">
                  <a:moveTo>
                    <a:pt x="2540" y="0"/>
                  </a:moveTo>
                  <a:lnTo>
                    <a:pt x="1270" y="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199390"/>
                  </a:lnTo>
                  <a:lnTo>
                    <a:pt x="1270" y="199390"/>
                  </a:lnTo>
                  <a:lnTo>
                    <a:pt x="1270" y="200660"/>
                  </a:lnTo>
                  <a:lnTo>
                    <a:pt x="2540" y="200660"/>
                  </a:lnTo>
                  <a:lnTo>
                    <a:pt x="2540" y="199390"/>
                  </a:lnTo>
                  <a:lnTo>
                    <a:pt x="2540" y="254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9" name="object 1319"/>
            <p:cNvSpPr/>
            <p:nvPr/>
          </p:nvSpPr>
          <p:spPr>
            <a:xfrm>
              <a:off x="1671320" y="5113019"/>
              <a:ext cx="3810" cy="207010"/>
            </a:xfrm>
            <a:custGeom>
              <a:avLst/>
              <a:gdLst/>
              <a:ahLst/>
              <a:cxnLst/>
              <a:rect l="l" t="t" r="r" b="b"/>
              <a:pathLst>
                <a:path w="3810" h="207010">
                  <a:moveTo>
                    <a:pt x="3810" y="205752"/>
                  </a:moveTo>
                  <a:lnTo>
                    <a:pt x="1270" y="205752"/>
                  </a:lnTo>
                  <a:lnTo>
                    <a:pt x="1270" y="207010"/>
                  </a:lnTo>
                  <a:lnTo>
                    <a:pt x="3810" y="207010"/>
                  </a:lnTo>
                  <a:lnTo>
                    <a:pt x="3810" y="205752"/>
                  </a:lnTo>
                  <a:close/>
                </a:path>
                <a:path w="3810" h="207010">
                  <a:moveTo>
                    <a:pt x="3810" y="1282"/>
                  </a:moveTo>
                  <a:lnTo>
                    <a:pt x="0" y="1282"/>
                  </a:lnTo>
                  <a:lnTo>
                    <a:pt x="0" y="203200"/>
                  </a:lnTo>
                  <a:lnTo>
                    <a:pt x="0" y="204470"/>
                  </a:lnTo>
                  <a:lnTo>
                    <a:pt x="1270" y="204470"/>
                  </a:lnTo>
                  <a:lnTo>
                    <a:pt x="1270" y="205740"/>
                  </a:lnTo>
                  <a:lnTo>
                    <a:pt x="3810" y="205740"/>
                  </a:lnTo>
                  <a:lnTo>
                    <a:pt x="3810" y="204470"/>
                  </a:lnTo>
                  <a:lnTo>
                    <a:pt x="3810" y="203200"/>
                  </a:lnTo>
                  <a:lnTo>
                    <a:pt x="3810" y="1282"/>
                  </a:lnTo>
                  <a:close/>
                </a:path>
                <a:path w="3810" h="207010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CED5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0" name="object 1320"/>
            <p:cNvSpPr/>
            <p:nvPr/>
          </p:nvSpPr>
          <p:spPr>
            <a:xfrm>
              <a:off x="1675130" y="5110480"/>
              <a:ext cx="3810" cy="212090"/>
            </a:xfrm>
            <a:custGeom>
              <a:avLst/>
              <a:gdLst/>
              <a:ahLst/>
              <a:cxnLst/>
              <a:rect l="l" t="t" r="r" b="b"/>
              <a:pathLst>
                <a:path w="3810" h="212089">
                  <a:moveTo>
                    <a:pt x="3809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10" h="212089">
                  <a:moveTo>
                    <a:pt x="3809" y="3810"/>
                  </a:moveTo>
                  <a:lnTo>
                    <a:pt x="0" y="3810"/>
                  </a:lnTo>
                  <a:lnTo>
                    <a:pt x="0" y="205740"/>
                  </a:lnTo>
                  <a:lnTo>
                    <a:pt x="3809" y="205740"/>
                  </a:lnTo>
                  <a:lnTo>
                    <a:pt x="3809" y="3810"/>
                  </a:lnTo>
                  <a:close/>
                </a:path>
                <a:path w="3810" h="212089">
                  <a:moveTo>
                    <a:pt x="3809" y="205740"/>
                  </a:moveTo>
                  <a:lnTo>
                    <a:pt x="0" y="205740"/>
                  </a:lnTo>
                  <a:lnTo>
                    <a:pt x="0" y="208280"/>
                  </a:lnTo>
                  <a:lnTo>
                    <a:pt x="3809" y="208280"/>
                  </a:lnTo>
                  <a:lnTo>
                    <a:pt x="3809" y="205740"/>
                  </a:lnTo>
                  <a:close/>
                </a:path>
                <a:path w="3810" h="212089">
                  <a:moveTo>
                    <a:pt x="3809" y="208280"/>
                  </a:moveTo>
                  <a:lnTo>
                    <a:pt x="0" y="208280"/>
                  </a:lnTo>
                  <a:lnTo>
                    <a:pt x="0" y="210820"/>
                  </a:lnTo>
                  <a:lnTo>
                    <a:pt x="1269" y="210820"/>
                  </a:lnTo>
                  <a:lnTo>
                    <a:pt x="1269" y="212090"/>
                  </a:lnTo>
                  <a:lnTo>
                    <a:pt x="3809" y="212090"/>
                  </a:lnTo>
                  <a:lnTo>
                    <a:pt x="3809" y="208280"/>
                  </a:lnTo>
                  <a:close/>
                </a:path>
              </a:pathLst>
            </a:custGeom>
            <a:solidFill>
              <a:srgbClr val="CCD3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1" name="object 1321"/>
            <p:cNvSpPr/>
            <p:nvPr/>
          </p:nvSpPr>
          <p:spPr>
            <a:xfrm>
              <a:off x="1678940" y="5109209"/>
              <a:ext cx="2540" cy="214629"/>
            </a:xfrm>
            <a:custGeom>
              <a:avLst/>
              <a:gdLst/>
              <a:ahLst/>
              <a:cxnLst/>
              <a:rect l="l" t="t" r="r" b="b"/>
              <a:pathLst>
                <a:path w="2539" h="214629">
                  <a:moveTo>
                    <a:pt x="2540" y="213372"/>
                  </a:moveTo>
                  <a:lnTo>
                    <a:pt x="0" y="213372"/>
                  </a:lnTo>
                  <a:lnTo>
                    <a:pt x="0" y="214630"/>
                  </a:lnTo>
                  <a:lnTo>
                    <a:pt x="2540" y="214630"/>
                  </a:lnTo>
                  <a:lnTo>
                    <a:pt x="2540" y="213372"/>
                  </a:lnTo>
                  <a:close/>
                </a:path>
                <a:path w="2539" h="214629">
                  <a:moveTo>
                    <a:pt x="2540" y="209562"/>
                  </a:moveTo>
                  <a:lnTo>
                    <a:pt x="0" y="209562"/>
                  </a:lnTo>
                  <a:lnTo>
                    <a:pt x="0" y="213360"/>
                  </a:lnTo>
                  <a:lnTo>
                    <a:pt x="2540" y="213360"/>
                  </a:lnTo>
                  <a:lnTo>
                    <a:pt x="2540" y="209562"/>
                  </a:lnTo>
                  <a:close/>
                </a:path>
                <a:path w="2539" h="214629">
                  <a:moveTo>
                    <a:pt x="2540" y="207022"/>
                  </a:moveTo>
                  <a:lnTo>
                    <a:pt x="0" y="207022"/>
                  </a:lnTo>
                  <a:lnTo>
                    <a:pt x="0" y="209550"/>
                  </a:lnTo>
                  <a:lnTo>
                    <a:pt x="2540" y="209550"/>
                  </a:lnTo>
                  <a:lnTo>
                    <a:pt x="2540" y="207022"/>
                  </a:lnTo>
                  <a:close/>
                </a:path>
                <a:path w="2539" h="214629">
                  <a:moveTo>
                    <a:pt x="2540" y="5092"/>
                  </a:moveTo>
                  <a:lnTo>
                    <a:pt x="0" y="5092"/>
                  </a:lnTo>
                  <a:lnTo>
                    <a:pt x="0" y="207010"/>
                  </a:lnTo>
                  <a:lnTo>
                    <a:pt x="2540" y="207010"/>
                  </a:lnTo>
                  <a:lnTo>
                    <a:pt x="2540" y="5092"/>
                  </a:lnTo>
                  <a:close/>
                </a:path>
                <a:path w="2539" h="214629">
                  <a:moveTo>
                    <a:pt x="25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C9D1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2" name="object 1322"/>
            <p:cNvSpPr/>
            <p:nvPr/>
          </p:nvSpPr>
          <p:spPr>
            <a:xfrm>
              <a:off x="1681480" y="5107939"/>
              <a:ext cx="3810" cy="217170"/>
            </a:xfrm>
            <a:custGeom>
              <a:avLst/>
              <a:gdLst/>
              <a:ahLst/>
              <a:cxnLst/>
              <a:rect l="l" t="t" r="r" b="b"/>
              <a:pathLst>
                <a:path w="3810" h="217170">
                  <a:moveTo>
                    <a:pt x="3809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0"/>
                  </a:lnTo>
                  <a:close/>
                </a:path>
                <a:path w="3810" h="217170">
                  <a:moveTo>
                    <a:pt x="3809" y="6349"/>
                  </a:moveTo>
                  <a:lnTo>
                    <a:pt x="0" y="6349"/>
                  </a:lnTo>
                  <a:lnTo>
                    <a:pt x="0" y="208279"/>
                  </a:lnTo>
                  <a:lnTo>
                    <a:pt x="3809" y="208279"/>
                  </a:lnTo>
                  <a:lnTo>
                    <a:pt x="3809" y="6349"/>
                  </a:lnTo>
                  <a:close/>
                </a:path>
                <a:path w="3810" h="217170">
                  <a:moveTo>
                    <a:pt x="3809" y="208279"/>
                  </a:moveTo>
                  <a:lnTo>
                    <a:pt x="0" y="208279"/>
                  </a:lnTo>
                  <a:lnTo>
                    <a:pt x="0" y="210819"/>
                  </a:lnTo>
                  <a:lnTo>
                    <a:pt x="3809" y="210819"/>
                  </a:lnTo>
                  <a:lnTo>
                    <a:pt x="3809" y="208279"/>
                  </a:lnTo>
                  <a:close/>
                </a:path>
                <a:path w="3810" h="217170">
                  <a:moveTo>
                    <a:pt x="3809" y="210819"/>
                  </a:moveTo>
                  <a:lnTo>
                    <a:pt x="0" y="210819"/>
                  </a:lnTo>
                  <a:lnTo>
                    <a:pt x="0" y="214629"/>
                  </a:lnTo>
                  <a:lnTo>
                    <a:pt x="3809" y="214629"/>
                  </a:lnTo>
                  <a:lnTo>
                    <a:pt x="3809" y="210819"/>
                  </a:lnTo>
                  <a:close/>
                </a:path>
                <a:path w="3810" h="217170">
                  <a:moveTo>
                    <a:pt x="3809" y="214629"/>
                  </a:moveTo>
                  <a:lnTo>
                    <a:pt x="0" y="214629"/>
                  </a:lnTo>
                  <a:lnTo>
                    <a:pt x="0" y="217169"/>
                  </a:lnTo>
                  <a:lnTo>
                    <a:pt x="3809" y="217169"/>
                  </a:lnTo>
                  <a:lnTo>
                    <a:pt x="3809" y="214629"/>
                  </a:lnTo>
                  <a:close/>
                </a:path>
              </a:pathLst>
            </a:custGeom>
            <a:solidFill>
              <a:srgbClr val="C6CF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3" name="object 1323"/>
            <p:cNvSpPr/>
            <p:nvPr/>
          </p:nvSpPr>
          <p:spPr>
            <a:xfrm>
              <a:off x="1685289" y="5106670"/>
              <a:ext cx="3810" cy="220979"/>
            </a:xfrm>
            <a:custGeom>
              <a:avLst/>
              <a:gdLst/>
              <a:ahLst/>
              <a:cxnLst/>
              <a:rect l="l" t="t" r="r" b="b"/>
              <a:pathLst>
                <a:path w="3810" h="220979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220979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10" h="220979">
                  <a:moveTo>
                    <a:pt x="3810" y="7619"/>
                  </a:moveTo>
                  <a:lnTo>
                    <a:pt x="0" y="7619"/>
                  </a:lnTo>
                  <a:lnTo>
                    <a:pt x="0" y="209549"/>
                  </a:lnTo>
                  <a:lnTo>
                    <a:pt x="3810" y="209549"/>
                  </a:lnTo>
                  <a:lnTo>
                    <a:pt x="3810" y="7619"/>
                  </a:lnTo>
                  <a:close/>
                </a:path>
                <a:path w="3810" h="220979">
                  <a:moveTo>
                    <a:pt x="3810" y="209549"/>
                  </a:moveTo>
                  <a:lnTo>
                    <a:pt x="0" y="209549"/>
                  </a:lnTo>
                  <a:lnTo>
                    <a:pt x="0" y="212089"/>
                  </a:lnTo>
                  <a:lnTo>
                    <a:pt x="3810" y="212089"/>
                  </a:lnTo>
                  <a:lnTo>
                    <a:pt x="3810" y="209549"/>
                  </a:lnTo>
                  <a:close/>
                </a:path>
                <a:path w="3810" h="220979">
                  <a:moveTo>
                    <a:pt x="3810" y="212089"/>
                  </a:moveTo>
                  <a:lnTo>
                    <a:pt x="0" y="212089"/>
                  </a:lnTo>
                  <a:lnTo>
                    <a:pt x="0" y="215899"/>
                  </a:lnTo>
                  <a:lnTo>
                    <a:pt x="3810" y="215899"/>
                  </a:lnTo>
                  <a:lnTo>
                    <a:pt x="3810" y="212089"/>
                  </a:lnTo>
                  <a:close/>
                </a:path>
                <a:path w="3810" h="220979">
                  <a:moveTo>
                    <a:pt x="3810" y="215899"/>
                  </a:moveTo>
                  <a:lnTo>
                    <a:pt x="0" y="215899"/>
                  </a:lnTo>
                  <a:lnTo>
                    <a:pt x="0" y="218439"/>
                  </a:lnTo>
                  <a:lnTo>
                    <a:pt x="3810" y="218439"/>
                  </a:lnTo>
                  <a:lnTo>
                    <a:pt x="3810" y="215899"/>
                  </a:lnTo>
                  <a:close/>
                </a:path>
                <a:path w="3810" h="220979">
                  <a:moveTo>
                    <a:pt x="3810" y="218439"/>
                  </a:moveTo>
                  <a:lnTo>
                    <a:pt x="0" y="218439"/>
                  </a:lnTo>
                  <a:lnTo>
                    <a:pt x="0" y="219709"/>
                  </a:lnTo>
                  <a:lnTo>
                    <a:pt x="2540" y="219709"/>
                  </a:lnTo>
                  <a:lnTo>
                    <a:pt x="2540" y="220979"/>
                  </a:lnTo>
                  <a:lnTo>
                    <a:pt x="3810" y="220979"/>
                  </a:lnTo>
                  <a:lnTo>
                    <a:pt x="3810" y="218439"/>
                  </a:lnTo>
                  <a:close/>
                </a:path>
              </a:pathLst>
            </a:custGeom>
            <a:solidFill>
              <a:srgbClr val="C3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4" name="object 1324"/>
            <p:cNvSpPr/>
            <p:nvPr/>
          </p:nvSpPr>
          <p:spPr>
            <a:xfrm>
              <a:off x="1689100" y="5104130"/>
              <a:ext cx="3810" cy="223520"/>
            </a:xfrm>
            <a:custGeom>
              <a:avLst/>
              <a:gdLst/>
              <a:ahLst/>
              <a:cxnLst/>
              <a:rect l="l" t="t" r="r" b="b"/>
              <a:pathLst>
                <a:path w="3810" h="223520">
                  <a:moveTo>
                    <a:pt x="3810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10" h="223520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10" h="223520">
                  <a:moveTo>
                    <a:pt x="3810" y="10160"/>
                  </a:moveTo>
                  <a:lnTo>
                    <a:pt x="0" y="10160"/>
                  </a:lnTo>
                  <a:lnTo>
                    <a:pt x="0" y="212090"/>
                  </a:lnTo>
                  <a:lnTo>
                    <a:pt x="3810" y="212090"/>
                  </a:lnTo>
                  <a:lnTo>
                    <a:pt x="3810" y="10160"/>
                  </a:lnTo>
                  <a:close/>
                </a:path>
                <a:path w="3810" h="223520">
                  <a:moveTo>
                    <a:pt x="3810" y="212090"/>
                  </a:moveTo>
                  <a:lnTo>
                    <a:pt x="0" y="212090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212090"/>
                  </a:lnTo>
                  <a:close/>
                </a:path>
                <a:path w="3810" h="223520">
                  <a:moveTo>
                    <a:pt x="3810" y="214630"/>
                  </a:moveTo>
                  <a:lnTo>
                    <a:pt x="0" y="214630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4630"/>
                  </a:lnTo>
                  <a:close/>
                </a:path>
                <a:path w="3810" h="223520">
                  <a:moveTo>
                    <a:pt x="3810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8440"/>
                  </a:lnTo>
                  <a:close/>
                </a:path>
                <a:path w="3810" h="223520">
                  <a:moveTo>
                    <a:pt x="3810" y="220980"/>
                  </a:moveTo>
                  <a:lnTo>
                    <a:pt x="0" y="220980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80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5" name="object 1325"/>
            <p:cNvSpPr/>
            <p:nvPr/>
          </p:nvSpPr>
          <p:spPr>
            <a:xfrm>
              <a:off x="1692910" y="5102859"/>
              <a:ext cx="3810" cy="227329"/>
            </a:xfrm>
            <a:custGeom>
              <a:avLst/>
              <a:gdLst/>
              <a:ahLst/>
              <a:cxnLst/>
              <a:rect l="l" t="t" r="r" b="b"/>
              <a:pathLst>
                <a:path w="3810" h="227329">
                  <a:moveTo>
                    <a:pt x="3810" y="226072"/>
                  </a:moveTo>
                  <a:lnTo>
                    <a:pt x="2540" y="226072"/>
                  </a:lnTo>
                  <a:lnTo>
                    <a:pt x="2540" y="227330"/>
                  </a:lnTo>
                  <a:lnTo>
                    <a:pt x="3810" y="227330"/>
                  </a:lnTo>
                  <a:lnTo>
                    <a:pt x="3810" y="226072"/>
                  </a:lnTo>
                  <a:close/>
                </a:path>
                <a:path w="3810" h="227329">
                  <a:moveTo>
                    <a:pt x="381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2262"/>
                  </a:lnTo>
                  <a:close/>
                </a:path>
                <a:path w="3810" h="227329">
                  <a:moveTo>
                    <a:pt x="381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19722"/>
                  </a:lnTo>
                  <a:close/>
                </a:path>
                <a:path w="3810" h="227329">
                  <a:moveTo>
                    <a:pt x="3810" y="215912"/>
                  </a:moveTo>
                  <a:lnTo>
                    <a:pt x="0" y="21591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15912"/>
                  </a:lnTo>
                  <a:close/>
                </a:path>
                <a:path w="3810" h="227329">
                  <a:moveTo>
                    <a:pt x="3810" y="213372"/>
                  </a:moveTo>
                  <a:lnTo>
                    <a:pt x="0" y="213372"/>
                  </a:lnTo>
                  <a:lnTo>
                    <a:pt x="0" y="215900"/>
                  </a:lnTo>
                  <a:lnTo>
                    <a:pt x="3810" y="215900"/>
                  </a:lnTo>
                  <a:lnTo>
                    <a:pt x="3810" y="213372"/>
                  </a:lnTo>
                  <a:close/>
                </a:path>
                <a:path w="3810" h="227329">
                  <a:moveTo>
                    <a:pt x="3810" y="11442"/>
                  </a:moveTo>
                  <a:lnTo>
                    <a:pt x="0" y="11442"/>
                  </a:lnTo>
                  <a:lnTo>
                    <a:pt x="0" y="213360"/>
                  </a:lnTo>
                  <a:lnTo>
                    <a:pt x="3810" y="213360"/>
                  </a:lnTo>
                  <a:lnTo>
                    <a:pt x="3810" y="11442"/>
                  </a:lnTo>
                  <a:close/>
                </a:path>
                <a:path w="3810" h="22732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2732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6" name="object 1326"/>
            <p:cNvSpPr/>
            <p:nvPr/>
          </p:nvSpPr>
          <p:spPr>
            <a:xfrm>
              <a:off x="1696720" y="5102859"/>
              <a:ext cx="3810" cy="227329"/>
            </a:xfrm>
            <a:custGeom>
              <a:avLst/>
              <a:gdLst/>
              <a:ahLst/>
              <a:cxnLst/>
              <a:rect l="l" t="t" r="r" b="b"/>
              <a:pathLst>
                <a:path w="3810" h="227329">
                  <a:moveTo>
                    <a:pt x="3810" y="226072"/>
                  </a:moveTo>
                  <a:lnTo>
                    <a:pt x="0" y="22607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6072"/>
                  </a:lnTo>
                  <a:close/>
                </a:path>
                <a:path w="3810" h="227329">
                  <a:moveTo>
                    <a:pt x="381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2262"/>
                  </a:lnTo>
                  <a:close/>
                </a:path>
                <a:path w="3810" h="227329">
                  <a:moveTo>
                    <a:pt x="381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19722"/>
                  </a:lnTo>
                  <a:close/>
                </a:path>
                <a:path w="3810" h="227329">
                  <a:moveTo>
                    <a:pt x="3810" y="215912"/>
                  </a:moveTo>
                  <a:lnTo>
                    <a:pt x="0" y="21591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15912"/>
                  </a:lnTo>
                  <a:close/>
                </a:path>
                <a:path w="3810" h="227329">
                  <a:moveTo>
                    <a:pt x="3810" y="213372"/>
                  </a:moveTo>
                  <a:lnTo>
                    <a:pt x="0" y="213372"/>
                  </a:lnTo>
                  <a:lnTo>
                    <a:pt x="0" y="215900"/>
                  </a:lnTo>
                  <a:lnTo>
                    <a:pt x="3810" y="215900"/>
                  </a:lnTo>
                  <a:lnTo>
                    <a:pt x="3810" y="213372"/>
                  </a:lnTo>
                  <a:close/>
                </a:path>
                <a:path w="3810" h="227329">
                  <a:moveTo>
                    <a:pt x="3810" y="11442"/>
                  </a:moveTo>
                  <a:lnTo>
                    <a:pt x="0" y="11442"/>
                  </a:lnTo>
                  <a:lnTo>
                    <a:pt x="0" y="213360"/>
                  </a:lnTo>
                  <a:lnTo>
                    <a:pt x="3810" y="213360"/>
                  </a:lnTo>
                  <a:lnTo>
                    <a:pt x="3810" y="11442"/>
                  </a:lnTo>
                  <a:close/>
                </a:path>
                <a:path w="3810" h="22732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2732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B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7" name="object 1327"/>
            <p:cNvSpPr/>
            <p:nvPr/>
          </p:nvSpPr>
          <p:spPr>
            <a:xfrm>
              <a:off x="1700530" y="5101589"/>
              <a:ext cx="2540" cy="229870"/>
            </a:xfrm>
            <a:custGeom>
              <a:avLst/>
              <a:gdLst/>
              <a:ahLst/>
              <a:cxnLst/>
              <a:rect l="l" t="t" r="r" b="b"/>
              <a:pathLst>
                <a:path w="2539" h="229870">
                  <a:moveTo>
                    <a:pt x="2539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6349"/>
                  </a:lnTo>
                  <a:lnTo>
                    <a:pt x="2539" y="6349"/>
                  </a:lnTo>
                  <a:lnTo>
                    <a:pt x="2539" y="0"/>
                  </a:lnTo>
                  <a:close/>
                </a:path>
                <a:path w="2539" h="229870">
                  <a:moveTo>
                    <a:pt x="253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2539" y="12699"/>
                  </a:lnTo>
                  <a:lnTo>
                    <a:pt x="2539" y="6349"/>
                  </a:lnTo>
                  <a:close/>
                </a:path>
                <a:path w="2539" h="229870">
                  <a:moveTo>
                    <a:pt x="2539" y="12699"/>
                  </a:moveTo>
                  <a:lnTo>
                    <a:pt x="0" y="12699"/>
                  </a:lnTo>
                  <a:lnTo>
                    <a:pt x="0" y="214629"/>
                  </a:lnTo>
                  <a:lnTo>
                    <a:pt x="2539" y="214629"/>
                  </a:lnTo>
                  <a:lnTo>
                    <a:pt x="2539" y="12699"/>
                  </a:lnTo>
                  <a:close/>
                </a:path>
                <a:path w="2539" h="229870">
                  <a:moveTo>
                    <a:pt x="2539" y="214629"/>
                  </a:moveTo>
                  <a:lnTo>
                    <a:pt x="0" y="214629"/>
                  </a:lnTo>
                  <a:lnTo>
                    <a:pt x="0" y="217169"/>
                  </a:lnTo>
                  <a:lnTo>
                    <a:pt x="2539" y="217169"/>
                  </a:lnTo>
                  <a:lnTo>
                    <a:pt x="2539" y="214629"/>
                  </a:lnTo>
                  <a:close/>
                </a:path>
                <a:path w="2539" h="229870">
                  <a:moveTo>
                    <a:pt x="2539" y="217169"/>
                  </a:moveTo>
                  <a:lnTo>
                    <a:pt x="0" y="217169"/>
                  </a:lnTo>
                  <a:lnTo>
                    <a:pt x="0" y="220979"/>
                  </a:lnTo>
                  <a:lnTo>
                    <a:pt x="2539" y="220979"/>
                  </a:lnTo>
                  <a:lnTo>
                    <a:pt x="2539" y="217169"/>
                  </a:lnTo>
                  <a:close/>
                </a:path>
                <a:path w="2539" h="229870">
                  <a:moveTo>
                    <a:pt x="2539" y="220979"/>
                  </a:moveTo>
                  <a:lnTo>
                    <a:pt x="0" y="220979"/>
                  </a:lnTo>
                  <a:lnTo>
                    <a:pt x="0" y="223519"/>
                  </a:lnTo>
                  <a:lnTo>
                    <a:pt x="2539" y="223519"/>
                  </a:lnTo>
                  <a:lnTo>
                    <a:pt x="2539" y="220979"/>
                  </a:lnTo>
                  <a:close/>
                </a:path>
                <a:path w="2539" h="229870">
                  <a:moveTo>
                    <a:pt x="2539" y="223519"/>
                  </a:moveTo>
                  <a:lnTo>
                    <a:pt x="0" y="223519"/>
                  </a:lnTo>
                  <a:lnTo>
                    <a:pt x="0" y="227329"/>
                  </a:lnTo>
                  <a:lnTo>
                    <a:pt x="2539" y="227329"/>
                  </a:lnTo>
                  <a:lnTo>
                    <a:pt x="2539" y="223519"/>
                  </a:lnTo>
                  <a:close/>
                </a:path>
                <a:path w="2539" h="229870">
                  <a:moveTo>
                    <a:pt x="2539" y="227329"/>
                  </a:moveTo>
                  <a:lnTo>
                    <a:pt x="0" y="227329"/>
                  </a:lnTo>
                  <a:lnTo>
                    <a:pt x="0" y="229869"/>
                  </a:lnTo>
                  <a:lnTo>
                    <a:pt x="2539" y="229869"/>
                  </a:lnTo>
                  <a:lnTo>
                    <a:pt x="2539" y="227329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8" name="object 1328"/>
            <p:cNvSpPr/>
            <p:nvPr/>
          </p:nvSpPr>
          <p:spPr>
            <a:xfrm>
              <a:off x="1703070" y="5101602"/>
              <a:ext cx="3810" cy="231140"/>
            </a:xfrm>
            <a:custGeom>
              <a:avLst/>
              <a:gdLst/>
              <a:ahLst/>
              <a:cxnLst/>
              <a:rect l="l" t="t" r="r" b="b"/>
              <a:pathLst>
                <a:path w="3810" h="231139">
                  <a:moveTo>
                    <a:pt x="3810" y="229870"/>
                  </a:moveTo>
                  <a:lnTo>
                    <a:pt x="1270" y="229870"/>
                  </a:lnTo>
                  <a:lnTo>
                    <a:pt x="1270" y="231127"/>
                  </a:lnTo>
                  <a:lnTo>
                    <a:pt x="3810" y="231127"/>
                  </a:lnTo>
                  <a:lnTo>
                    <a:pt x="3810" y="229870"/>
                  </a:lnTo>
                  <a:close/>
                </a:path>
                <a:path w="3810" h="231139">
                  <a:moveTo>
                    <a:pt x="3810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3810" y="229857"/>
                  </a:lnTo>
                  <a:lnTo>
                    <a:pt x="3810" y="227330"/>
                  </a:lnTo>
                  <a:close/>
                </a:path>
                <a:path w="3810" h="231139">
                  <a:moveTo>
                    <a:pt x="3810" y="223520"/>
                  </a:moveTo>
                  <a:lnTo>
                    <a:pt x="0" y="223520"/>
                  </a:lnTo>
                  <a:lnTo>
                    <a:pt x="0" y="227317"/>
                  </a:lnTo>
                  <a:lnTo>
                    <a:pt x="3810" y="227317"/>
                  </a:lnTo>
                  <a:lnTo>
                    <a:pt x="3810" y="223520"/>
                  </a:lnTo>
                  <a:close/>
                </a:path>
                <a:path w="3810" h="231139">
                  <a:moveTo>
                    <a:pt x="3810" y="220980"/>
                  </a:moveTo>
                  <a:lnTo>
                    <a:pt x="0" y="220980"/>
                  </a:lnTo>
                  <a:lnTo>
                    <a:pt x="0" y="223507"/>
                  </a:lnTo>
                  <a:lnTo>
                    <a:pt x="3810" y="223507"/>
                  </a:lnTo>
                  <a:lnTo>
                    <a:pt x="3810" y="220980"/>
                  </a:lnTo>
                  <a:close/>
                </a:path>
                <a:path w="3810" h="231139">
                  <a:moveTo>
                    <a:pt x="3810" y="217170"/>
                  </a:moveTo>
                  <a:lnTo>
                    <a:pt x="0" y="21717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217170"/>
                  </a:lnTo>
                  <a:close/>
                </a:path>
                <a:path w="3810" h="231139">
                  <a:moveTo>
                    <a:pt x="3810" y="214630"/>
                  </a:moveTo>
                  <a:lnTo>
                    <a:pt x="0" y="214630"/>
                  </a:lnTo>
                  <a:lnTo>
                    <a:pt x="0" y="217157"/>
                  </a:lnTo>
                  <a:lnTo>
                    <a:pt x="3810" y="217157"/>
                  </a:lnTo>
                  <a:lnTo>
                    <a:pt x="3810" y="214630"/>
                  </a:lnTo>
                  <a:close/>
                </a:path>
                <a:path w="3810" h="231139">
                  <a:moveTo>
                    <a:pt x="3810" y="12700"/>
                  </a:moveTo>
                  <a:lnTo>
                    <a:pt x="0" y="12700"/>
                  </a:lnTo>
                  <a:lnTo>
                    <a:pt x="0" y="214617"/>
                  </a:lnTo>
                  <a:lnTo>
                    <a:pt x="3810" y="214617"/>
                  </a:lnTo>
                  <a:lnTo>
                    <a:pt x="3810" y="12700"/>
                  </a:lnTo>
                  <a:close/>
                </a:path>
                <a:path w="3810" h="231139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10" h="231139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6C1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9" name="object 1329"/>
            <p:cNvSpPr/>
            <p:nvPr/>
          </p:nvSpPr>
          <p:spPr>
            <a:xfrm>
              <a:off x="1706880" y="5100319"/>
              <a:ext cx="3810" cy="232410"/>
            </a:xfrm>
            <a:custGeom>
              <a:avLst/>
              <a:gdLst/>
              <a:ahLst/>
              <a:cxnLst/>
              <a:rect l="l" t="t" r="r" b="b"/>
              <a:pathLst>
                <a:path w="3810" h="232410">
                  <a:moveTo>
                    <a:pt x="3810" y="231152"/>
                  </a:moveTo>
                  <a:lnTo>
                    <a:pt x="0" y="23115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31152"/>
                  </a:lnTo>
                  <a:close/>
                </a:path>
                <a:path w="3810" h="232410">
                  <a:moveTo>
                    <a:pt x="3810" y="13982"/>
                  </a:moveTo>
                  <a:lnTo>
                    <a:pt x="0" y="13982"/>
                  </a:lnTo>
                  <a:lnTo>
                    <a:pt x="0" y="215900"/>
                  </a:lnTo>
                  <a:lnTo>
                    <a:pt x="3810" y="215900"/>
                  </a:lnTo>
                  <a:lnTo>
                    <a:pt x="3810" y="13982"/>
                  </a:lnTo>
                  <a:close/>
                </a:path>
                <a:path w="3810" h="23241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3241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3241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3BF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0" name="object 1330"/>
            <p:cNvSpPr/>
            <p:nvPr/>
          </p:nvSpPr>
          <p:spPr>
            <a:xfrm>
              <a:off x="1710690" y="5099050"/>
              <a:ext cx="3810" cy="234950"/>
            </a:xfrm>
            <a:custGeom>
              <a:avLst/>
              <a:gdLst/>
              <a:ahLst/>
              <a:cxnLst/>
              <a:rect l="l" t="t" r="r" b="b"/>
              <a:pathLst>
                <a:path w="3810" h="234950">
                  <a:moveTo>
                    <a:pt x="38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2422"/>
                  </a:lnTo>
                  <a:close/>
                </a:path>
                <a:path w="3810" h="234950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10" h="234950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10" h="234950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10" h="234950">
                  <a:moveTo>
                    <a:pt x="3810" y="219722"/>
                  </a:moveTo>
                  <a:lnTo>
                    <a:pt x="0" y="21972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9722"/>
                  </a:lnTo>
                  <a:close/>
                </a:path>
                <a:path w="3810" h="234950">
                  <a:moveTo>
                    <a:pt x="3810" y="217182"/>
                  </a:moveTo>
                  <a:lnTo>
                    <a:pt x="0" y="21718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17182"/>
                  </a:lnTo>
                  <a:close/>
                </a:path>
                <a:path w="3810" h="234950">
                  <a:moveTo>
                    <a:pt x="3810" y="15252"/>
                  </a:moveTo>
                  <a:lnTo>
                    <a:pt x="0" y="1525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15252"/>
                  </a:lnTo>
                  <a:close/>
                </a:path>
                <a:path w="3810" h="234950">
                  <a:moveTo>
                    <a:pt x="381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8902"/>
                  </a:lnTo>
                  <a:close/>
                </a:path>
                <a:path w="3810" h="234950">
                  <a:moveTo>
                    <a:pt x="381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2552"/>
                  </a:lnTo>
                  <a:close/>
                </a:path>
                <a:path w="3810" h="23495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1BD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1" name="object 1331"/>
            <p:cNvSpPr/>
            <p:nvPr/>
          </p:nvSpPr>
          <p:spPr>
            <a:xfrm>
              <a:off x="1714500" y="5099050"/>
              <a:ext cx="3810" cy="217170"/>
            </a:xfrm>
            <a:custGeom>
              <a:avLst/>
              <a:gdLst/>
              <a:ahLst/>
              <a:cxnLst/>
              <a:rect l="l" t="t" r="r" b="b"/>
              <a:pathLst>
                <a:path w="3810" h="217170">
                  <a:moveTo>
                    <a:pt x="3810" y="15252"/>
                  </a:moveTo>
                  <a:lnTo>
                    <a:pt x="0" y="1525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15252"/>
                  </a:lnTo>
                  <a:close/>
                </a:path>
                <a:path w="3810" h="217170">
                  <a:moveTo>
                    <a:pt x="381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8902"/>
                  </a:lnTo>
                  <a:close/>
                </a:path>
                <a:path w="3810" h="217170">
                  <a:moveTo>
                    <a:pt x="381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2552"/>
                  </a:lnTo>
                  <a:close/>
                </a:path>
                <a:path w="3810" h="21717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EBA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2" name="object 1332"/>
            <p:cNvSpPr/>
            <p:nvPr/>
          </p:nvSpPr>
          <p:spPr>
            <a:xfrm>
              <a:off x="1718310" y="5097780"/>
              <a:ext cx="3810" cy="238760"/>
            </a:xfrm>
            <a:custGeom>
              <a:avLst/>
              <a:gdLst/>
              <a:ahLst/>
              <a:cxnLst/>
              <a:rect l="l" t="t" r="r" b="b"/>
              <a:pathLst>
                <a:path w="3810" h="238760">
                  <a:moveTo>
                    <a:pt x="3809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10" h="238760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10" h="238760">
                  <a:moveTo>
                    <a:pt x="380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0160"/>
                  </a:lnTo>
                  <a:close/>
                </a:path>
                <a:path w="3810" h="238760">
                  <a:moveTo>
                    <a:pt x="3809" y="16510"/>
                  </a:moveTo>
                  <a:lnTo>
                    <a:pt x="0" y="16510"/>
                  </a:lnTo>
                  <a:lnTo>
                    <a:pt x="0" y="218440"/>
                  </a:lnTo>
                  <a:lnTo>
                    <a:pt x="3809" y="218440"/>
                  </a:lnTo>
                  <a:lnTo>
                    <a:pt x="3809" y="16510"/>
                  </a:lnTo>
                  <a:close/>
                </a:path>
                <a:path w="3810" h="238760">
                  <a:moveTo>
                    <a:pt x="3809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3809" y="220980"/>
                  </a:lnTo>
                  <a:lnTo>
                    <a:pt x="3809" y="218440"/>
                  </a:lnTo>
                  <a:close/>
                </a:path>
                <a:path w="3810" h="238760">
                  <a:moveTo>
                    <a:pt x="3809" y="220980"/>
                  </a:moveTo>
                  <a:lnTo>
                    <a:pt x="0" y="220980"/>
                  </a:lnTo>
                  <a:lnTo>
                    <a:pt x="0" y="224790"/>
                  </a:lnTo>
                  <a:lnTo>
                    <a:pt x="3809" y="224790"/>
                  </a:lnTo>
                  <a:lnTo>
                    <a:pt x="3809" y="220980"/>
                  </a:lnTo>
                  <a:close/>
                </a:path>
                <a:path w="3810" h="238760">
                  <a:moveTo>
                    <a:pt x="3809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09" y="227330"/>
                  </a:lnTo>
                  <a:lnTo>
                    <a:pt x="3809" y="224790"/>
                  </a:lnTo>
                  <a:close/>
                </a:path>
                <a:path w="3810" h="238760">
                  <a:moveTo>
                    <a:pt x="3809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3809" y="231140"/>
                  </a:lnTo>
                  <a:lnTo>
                    <a:pt x="3809" y="227330"/>
                  </a:lnTo>
                  <a:close/>
                </a:path>
                <a:path w="3810" h="238760">
                  <a:moveTo>
                    <a:pt x="3809" y="231140"/>
                  </a:moveTo>
                  <a:lnTo>
                    <a:pt x="0" y="231140"/>
                  </a:lnTo>
                  <a:lnTo>
                    <a:pt x="0" y="233680"/>
                  </a:lnTo>
                  <a:lnTo>
                    <a:pt x="3809" y="233680"/>
                  </a:lnTo>
                  <a:lnTo>
                    <a:pt x="3809" y="231140"/>
                  </a:lnTo>
                  <a:close/>
                </a:path>
                <a:path w="3810" h="238760">
                  <a:moveTo>
                    <a:pt x="3809" y="233680"/>
                  </a:moveTo>
                  <a:lnTo>
                    <a:pt x="0" y="233680"/>
                  </a:lnTo>
                  <a:lnTo>
                    <a:pt x="0" y="237490"/>
                  </a:lnTo>
                  <a:lnTo>
                    <a:pt x="3809" y="237490"/>
                  </a:lnTo>
                  <a:lnTo>
                    <a:pt x="3809" y="233680"/>
                  </a:lnTo>
                  <a:close/>
                </a:path>
                <a:path w="3810" h="238760">
                  <a:moveTo>
                    <a:pt x="3809" y="237490"/>
                  </a:moveTo>
                  <a:lnTo>
                    <a:pt x="2539" y="237490"/>
                  </a:lnTo>
                  <a:lnTo>
                    <a:pt x="2539" y="238760"/>
                  </a:lnTo>
                  <a:lnTo>
                    <a:pt x="3809" y="238760"/>
                  </a:lnTo>
                  <a:lnTo>
                    <a:pt x="3809" y="237490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3" name="object 1333"/>
            <p:cNvSpPr/>
            <p:nvPr/>
          </p:nvSpPr>
          <p:spPr>
            <a:xfrm>
              <a:off x="1722120" y="5097780"/>
              <a:ext cx="3810" cy="238760"/>
            </a:xfrm>
            <a:custGeom>
              <a:avLst/>
              <a:gdLst/>
              <a:ahLst/>
              <a:cxnLst/>
              <a:rect l="l" t="t" r="r" b="b"/>
              <a:pathLst>
                <a:path w="3810" h="238760">
                  <a:moveTo>
                    <a:pt x="3810" y="237502"/>
                  </a:moveTo>
                  <a:lnTo>
                    <a:pt x="0" y="23750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7502"/>
                  </a:lnTo>
                  <a:close/>
                </a:path>
                <a:path w="3810" h="238760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10" h="238760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10" h="238760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38760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38760">
                  <a:moveTo>
                    <a:pt x="381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0992"/>
                  </a:lnTo>
                  <a:close/>
                </a:path>
                <a:path w="3810" h="238760">
                  <a:moveTo>
                    <a:pt x="3810" y="218452"/>
                  </a:moveTo>
                  <a:lnTo>
                    <a:pt x="0" y="21845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8452"/>
                  </a:lnTo>
                  <a:close/>
                </a:path>
                <a:path w="3810" h="238760">
                  <a:moveTo>
                    <a:pt x="3810" y="16522"/>
                  </a:moveTo>
                  <a:lnTo>
                    <a:pt x="0" y="16522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16522"/>
                  </a:lnTo>
                  <a:close/>
                </a:path>
                <a:path w="3810" h="238760">
                  <a:moveTo>
                    <a:pt x="381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72"/>
                  </a:lnTo>
                  <a:close/>
                </a:path>
                <a:path w="3810" h="238760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10" h="238760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4" name="object 1334"/>
            <p:cNvSpPr/>
            <p:nvPr/>
          </p:nvSpPr>
          <p:spPr>
            <a:xfrm>
              <a:off x="1725930" y="5096509"/>
              <a:ext cx="2540" cy="240029"/>
            </a:xfrm>
            <a:custGeom>
              <a:avLst/>
              <a:gdLst/>
              <a:ahLst/>
              <a:cxnLst/>
              <a:rect l="l" t="t" r="r" b="b"/>
              <a:pathLst>
                <a:path w="2539" h="240029">
                  <a:moveTo>
                    <a:pt x="2539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5079"/>
                  </a:lnTo>
                  <a:lnTo>
                    <a:pt x="2539" y="5079"/>
                  </a:lnTo>
                  <a:lnTo>
                    <a:pt x="2539" y="0"/>
                  </a:lnTo>
                  <a:close/>
                </a:path>
                <a:path w="2539" h="240029">
                  <a:moveTo>
                    <a:pt x="253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2539" y="11429"/>
                  </a:lnTo>
                  <a:lnTo>
                    <a:pt x="2539" y="5080"/>
                  </a:lnTo>
                  <a:close/>
                </a:path>
                <a:path w="2539" h="240029">
                  <a:moveTo>
                    <a:pt x="253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2539" y="17779"/>
                  </a:lnTo>
                  <a:lnTo>
                    <a:pt x="2539" y="11430"/>
                  </a:lnTo>
                  <a:close/>
                </a:path>
                <a:path w="2539" h="240029">
                  <a:moveTo>
                    <a:pt x="2539" y="17780"/>
                  </a:moveTo>
                  <a:lnTo>
                    <a:pt x="0" y="17780"/>
                  </a:lnTo>
                  <a:lnTo>
                    <a:pt x="0" y="219709"/>
                  </a:lnTo>
                  <a:lnTo>
                    <a:pt x="2539" y="219709"/>
                  </a:lnTo>
                  <a:lnTo>
                    <a:pt x="2539" y="17780"/>
                  </a:lnTo>
                  <a:close/>
                </a:path>
                <a:path w="2539" h="240029">
                  <a:moveTo>
                    <a:pt x="2539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2539" y="222249"/>
                  </a:lnTo>
                  <a:lnTo>
                    <a:pt x="2539" y="219709"/>
                  </a:lnTo>
                  <a:close/>
                </a:path>
                <a:path w="2539" h="240029">
                  <a:moveTo>
                    <a:pt x="2539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2539" y="226059"/>
                  </a:lnTo>
                  <a:lnTo>
                    <a:pt x="2539" y="222250"/>
                  </a:lnTo>
                  <a:close/>
                </a:path>
                <a:path w="2539" h="240029">
                  <a:moveTo>
                    <a:pt x="2539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2539" y="228599"/>
                  </a:lnTo>
                  <a:lnTo>
                    <a:pt x="2539" y="226059"/>
                  </a:lnTo>
                  <a:close/>
                </a:path>
                <a:path w="2539" h="240029">
                  <a:moveTo>
                    <a:pt x="2539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2539" y="232409"/>
                  </a:lnTo>
                  <a:lnTo>
                    <a:pt x="2539" y="228600"/>
                  </a:lnTo>
                  <a:close/>
                </a:path>
                <a:path w="2539" h="240029">
                  <a:moveTo>
                    <a:pt x="2539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2539" y="234949"/>
                  </a:lnTo>
                  <a:lnTo>
                    <a:pt x="2539" y="232409"/>
                  </a:lnTo>
                  <a:close/>
                </a:path>
                <a:path w="2539" h="240029">
                  <a:moveTo>
                    <a:pt x="2539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2539" y="238759"/>
                  </a:lnTo>
                  <a:lnTo>
                    <a:pt x="2539" y="234950"/>
                  </a:lnTo>
                  <a:close/>
                </a:path>
                <a:path w="2539" h="240029">
                  <a:moveTo>
                    <a:pt x="2539" y="238759"/>
                  </a:moveTo>
                  <a:lnTo>
                    <a:pt x="0" y="238759"/>
                  </a:lnTo>
                  <a:lnTo>
                    <a:pt x="0" y="240029"/>
                  </a:lnTo>
                  <a:lnTo>
                    <a:pt x="2539" y="240029"/>
                  </a:lnTo>
                  <a:lnTo>
                    <a:pt x="2539" y="238759"/>
                  </a:lnTo>
                  <a:close/>
                </a:path>
              </a:pathLst>
            </a:custGeom>
            <a:solidFill>
              <a:srgbClr val="A6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5" name="object 1335"/>
            <p:cNvSpPr/>
            <p:nvPr/>
          </p:nvSpPr>
          <p:spPr>
            <a:xfrm>
              <a:off x="1728469" y="5095239"/>
              <a:ext cx="3810" cy="242570"/>
            </a:xfrm>
            <a:custGeom>
              <a:avLst/>
              <a:gdLst/>
              <a:ahLst/>
              <a:cxnLst/>
              <a:rect l="l" t="t" r="r" b="b"/>
              <a:pathLst>
                <a:path w="3810" h="242570">
                  <a:moveTo>
                    <a:pt x="3810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0" y="126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0"/>
                  </a:lnTo>
                  <a:close/>
                </a:path>
                <a:path w="3810" h="242570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10" h="242570">
                  <a:moveTo>
                    <a:pt x="381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2699"/>
                  </a:lnTo>
                  <a:close/>
                </a:path>
                <a:path w="3810" h="242570">
                  <a:moveTo>
                    <a:pt x="3810" y="19049"/>
                  </a:moveTo>
                  <a:lnTo>
                    <a:pt x="0" y="19049"/>
                  </a:lnTo>
                  <a:lnTo>
                    <a:pt x="0" y="220979"/>
                  </a:lnTo>
                  <a:lnTo>
                    <a:pt x="3810" y="220979"/>
                  </a:lnTo>
                  <a:lnTo>
                    <a:pt x="3810" y="19049"/>
                  </a:lnTo>
                  <a:close/>
                </a:path>
                <a:path w="3810" h="242570">
                  <a:moveTo>
                    <a:pt x="3810" y="220979"/>
                  </a:moveTo>
                  <a:lnTo>
                    <a:pt x="0" y="220979"/>
                  </a:lnTo>
                  <a:lnTo>
                    <a:pt x="0" y="223519"/>
                  </a:lnTo>
                  <a:lnTo>
                    <a:pt x="3810" y="223519"/>
                  </a:lnTo>
                  <a:lnTo>
                    <a:pt x="3810" y="220979"/>
                  </a:lnTo>
                  <a:close/>
                </a:path>
                <a:path w="3810" h="242570">
                  <a:moveTo>
                    <a:pt x="3810" y="223519"/>
                  </a:moveTo>
                  <a:lnTo>
                    <a:pt x="0" y="223519"/>
                  </a:lnTo>
                  <a:lnTo>
                    <a:pt x="0" y="227329"/>
                  </a:lnTo>
                  <a:lnTo>
                    <a:pt x="3810" y="227329"/>
                  </a:lnTo>
                  <a:lnTo>
                    <a:pt x="3810" y="223519"/>
                  </a:lnTo>
                  <a:close/>
                </a:path>
                <a:path w="3810" h="242570">
                  <a:moveTo>
                    <a:pt x="3810" y="227329"/>
                  </a:moveTo>
                  <a:lnTo>
                    <a:pt x="0" y="227329"/>
                  </a:lnTo>
                  <a:lnTo>
                    <a:pt x="0" y="229869"/>
                  </a:lnTo>
                  <a:lnTo>
                    <a:pt x="3810" y="229869"/>
                  </a:lnTo>
                  <a:lnTo>
                    <a:pt x="3810" y="227329"/>
                  </a:lnTo>
                  <a:close/>
                </a:path>
                <a:path w="3810" h="242570">
                  <a:moveTo>
                    <a:pt x="3810" y="229869"/>
                  </a:moveTo>
                  <a:lnTo>
                    <a:pt x="0" y="229869"/>
                  </a:lnTo>
                  <a:lnTo>
                    <a:pt x="0" y="233679"/>
                  </a:lnTo>
                  <a:lnTo>
                    <a:pt x="3810" y="233679"/>
                  </a:lnTo>
                  <a:lnTo>
                    <a:pt x="3810" y="229869"/>
                  </a:lnTo>
                  <a:close/>
                </a:path>
                <a:path w="3810" h="242570">
                  <a:moveTo>
                    <a:pt x="3810" y="233679"/>
                  </a:moveTo>
                  <a:lnTo>
                    <a:pt x="0" y="233679"/>
                  </a:lnTo>
                  <a:lnTo>
                    <a:pt x="0" y="236219"/>
                  </a:lnTo>
                  <a:lnTo>
                    <a:pt x="3810" y="236219"/>
                  </a:lnTo>
                  <a:lnTo>
                    <a:pt x="3810" y="233679"/>
                  </a:lnTo>
                  <a:close/>
                </a:path>
                <a:path w="3810" h="242570">
                  <a:moveTo>
                    <a:pt x="3810" y="236219"/>
                  </a:moveTo>
                  <a:lnTo>
                    <a:pt x="0" y="236219"/>
                  </a:lnTo>
                  <a:lnTo>
                    <a:pt x="0" y="240029"/>
                  </a:lnTo>
                  <a:lnTo>
                    <a:pt x="3810" y="240029"/>
                  </a:lnTo>
                  <a:lnTo>
                    <a:pt x="3810" y="236219"/>
                  </a:lnTo>
                  <a:close/>
                </a:path>
                <a:path w="3810" h="242570">
                  <a:moveTo>
                    <a:pt x="3810" y="240029"/>
                  </a:moveTo>
                  <a:lnTo>
                    <a:pt x="0" y="240029"/>
                  </a:lnTo>
                  <a:lnTo>
                    <a:pt x="0" y="241299"/>
                  </a:lnTo>
                  <a:lnTo>
                    <a:pt x="2540" y="241299"/>
                  </a:lnTo>
                  <a:lnTo>
                    <a:pt x="2540" y="242569"/>
                  </a:lnTo>
                  <a:lnTo>
                    <a:pt x="3810" y="242569"/>
                  </a:lnTo>
                  <a:lnTo>
                    <a:pt x="3810" y="240029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6" name="object 1336"/>
            <p:cNvSpPr/>
            <p:nvPr/>
          </p:nvSpPr>
          <p:spPr>
            <a:xfrm>
              <a:off x="1732280" y="5095252"/>
              <a:ext cx="3810" cy="242570"/>
            </a:xfrm>
            <a:custGeom>
              <a:avLst/>
              <a:gdLst/>
              <a:ahLst/>
              <a:cxnLst/>
              <a:rect l="l" t="t" r="r" b="b"/>
              <a:pathLst>
                <a:path w="3810" h="242570">
                  <a:moveTo>
                    <a:pt x="3810" y="240030"/>
                  </a:moveTo>
                  <a:lnTo>
                    <a:pt x="0" y="240030"/>
                  </a:lnTo>
                  <a:lnTo>
                    <a:pt x="0" y="242557"/>
                  </a:lnTo>
                  <a:lnTo>
                    <a:pt x="3810" y="242557"/>
                  </a:lnTo>
                  <a:lnTo>
                    <a:pt x="3810" y="240030"/>
                  </a:lnTo>
                  <a:close/>
                </a:path>
                <a:path w="3810" h="242570">
                  <a:moveTo>
                    <a:pt x="3810" y="236220"/>
                  </a:moveTo>
                  <a:lnTo>
                    <a:pt x="0" y="236220"/>
                  </a:lnTo>
                  <a:lnTo>
                    <a:pt x="0" y="240017"/>
                  </a:lnTo>
                  <a:lnTo>
                    <a:pt x="3810" y="240017"/>
                  </a:lnTo>
                  <a:lnTo>
                    <a:pt x="3810" y="236220"/>
                  </a:lnTo>
                  <a:close/>
                </a:path>
                <a:path w="3810" h="242570">
                  <a:moveTo>
                    <a:pt x="3810" y="233680"/>
                  </a:moveTo>
                  <a:lnTo>
                    <a:pt x="0" y="233680"/>
                  </a:lnTo>
                  <a:lnTo>
                    <a:pt x="0" y="236207"/>
                  </a:lnTo>
                  <a:lnTo>
                    <a:pt x="3810" y="236207"/>
                  </a:lnTo>
                  <a:lnTo>
                    <a:pt x="3810" y="233680"/>
                  </a:lnTo>
                  <a:close/>
                </a:path>
                <a:path w="3810" h="242570">
                  <a:moveTo>
                    <a:pt x="3810" y="229870"/>
                  </a:moveTo>
                  <a:lnTo>
                    <a:pt x="0" y="229870"/>
                  </a:lnTo>
                  <a:lnTo>
                    <a:pt x="0" y="233667"/>
                  </a:lnTo>
                  <a:lnTo>
                    <a:pt x="3810" y="233667"/>
                  </a:lnTo>
                  <a:lnTo>
                    <a:pt x="3810" y="229870"/>
                  </a:lnTo>
                  <a:close/>
                </a:path>
                <a:path w="3810" h="242570">
                  <a:moveTo>
                    <a:pt x="3810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3810" y="229857"/>
                  </a:lnTo>
                  <a:lnTo>
                    <a:pt x="3810" y="227330"/>
                  </a:lnTo>
                  <a:close/>
                </a:path>
                <a:path w="3810" h="242570">
                  <a:moveTo>
                    <a:pt x="3810" y="223520"/>
                  </a:moveTo>
                  <a:lnTo>
                    <a:pt x="0" y="223520"/>
                  </a:lnTo>
                  <a:lnTo>
                    <a:pt x="0" y="227317"/>
                  </a:lnTo>
                  <a:lnTo>
                    <a:pt x="3810" y="227317"/>
                  </a:lnTo>
                  <a:lnTo>
                    <a:pt x="3810" y="223520"/>
                  </a:lnTo>
                  <a:close/>
                </a:path>
                <a:path w="3810" h="242570">
                  <a:moveTo>
                    <a:pt x="3810" y="220980"/>
                  </a:moveTo>
                  <a:lnTo>
                    <a:pt x="0" y="220980"/>
                  </a:lnTo>
                  <a:lnTo>
                    <a:pt x="0" y="223507"/>
                  </a:lnTo>
                  <a:lnTo>
                    <a:pt x="3810" y="223507"/>
                  </a:lnTo>
                  <a:lnTo>
                    <a:pt x="3810" y="220980"/>
                  </a:lnTo>
                  <a:close/>
                </a:path>
                <a:path w="3810" h="242570">
                  <a:moveTo>
                    <a:pt x="3810" y="19050"/>
                  </a:moveTo>
                  <a:lnTo>
                    <a:pt x="0" y="1905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19050"/>
                  </a:lnTo>
                  <a:close/>
                </a:path>
                <a:path w="3810" h="242570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10" h="24257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10" h="24257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7" name="object 1337"/>
            <p:cNvSpPr/>
            <p:nvPr/>
          </p:nvSpPr>
          <p:spPr>
            <a:xfrm>
              <a:off x="1736090" y="5095252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10" h="243839">
                  <a:moveTo>
                    <a:pt x="3810" y="242570"/>
                  </a:moveTo>
                  <a:lnTo>
                    <a:pt x="1270" y="242570"/>
                  </a:lnTo>
                  <a:lnTo>
                    <a:pt x="1270" y="243827"/>
                  </a:lnTo>
                  <a:lnTo>
                    <a:pt x="3810" y="243827"/>
                  </a:lnTo>
                  <a:lnTo>
                    <a:pt x="3810" y="242570"/>
                  </a:lnTo>
                  <a:close/>
                </a:path>
                <a:path w="3810" h="243839">
                  <a:moveTo>
                    <a:pt x="3810" y="19050"/>
                  </a:moveTo>
                  <a:lnTo>
                    <a:pt x="0" y="1905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19050"/>
                  </a:lnTo>
                  <a:close/>
                </a:path>
                <a:path w="3810" h="243839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10" h="243839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10" h="243839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EAD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8" name="object 1338"/>
            <p:cNvSpPr/>
            <p:nvPr/>
          </p:nvSpPr>
          <p:spPr>
            <a:xfrm>
              <a:off x="1739900" y="5095252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10" h="243839">
                  <a:moveTo>
                    <a:pt x="3810" y="242570"/>
                  </a:moveTo>
                  <a:lnTo>
                    <a:pt x="0" y="24257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2570"/>
                  </a:lnTo>
                  <a:close/>
                </a:path>
                <a:path w="3810" h="243839">
                  <a:moveTo>
                    <a:pt x="3810" y="240030"/>
                  </a:moveTo>
                  <a:lnTo>
                    <a:pt x="0" y="240030"/>
                  </a:lnTo>
                  <a:lnTo>
                    <a:pt x="0" y="242557"/>
                  </a:lnTo>
                  <a:lnTo>
                    <a:pt x="3810" y="242557"/>
                  </a:lnTo>
                  <a:lnTo>
                    <a:pt x="3810" y="240030"/>
                  </a:lnTo>
                  <a:close/>
                </a:path>
                <a:path w="3810" h="243839">
                  <a:moveTo>
                    <a:pt x="3810" y="236220"/>
                  </a:moveTo>
                  <a:lnTo>
                    <a:pt x="0" y="236220"/>
                  </a:lnTo>
                  <a:lnTo>
                    <a:pt x="0" y="240017"/>
                  </a:lnTo>
                  <a:lnTo>
                    <a:pt x="3810" y="240017"/>
                  </a:lnTo>
                  <a:lnTo>
                    <a:pt x="3810" y="236220"/>
                  </a:lnTo>
                  <a:close/>
                </a:path>
                <a:path w="3810" h="243839">
                  <a:moveTo>
                    <a:pt x="3810" y="233680"/>
                  </a:moveTo>
                  <a:lnTo>
                    <a:pt x="0" y="233680"/>
                  </a:lnTo>
                  <a:lnTo>
                    <a:pt x="0" y="236207"/>
                  </a:lnTo>
                  <a:lnTo>
                    <a:pt x="3810" y="236207"/>
                  </a:lnTo>
                  <a:lnTo>
                    <a:pt x="3810" y="233680"/>
                  </a:lnTo>
                  <a:close/>
                </a:path>
                <a:path w="3810" h="243839">
                  <a:moveTo>
                    <a:pt x="3810" y="229870"/>
                  </a:moveTo>
                  <a:lnTo>
                    <a:pt x="0" y="229870"/>
                  </a:lnTo>
                  <a:lnTo>
                    <a:pt x="0" y="233667"/>
                  </a:lnTo>
                  <a:lnTo>
                    <a:pt x="3810" y="233667"/>
                  </a:lnTo>
                  <a:lnTo>
                    <a:pt x="3810" y="229870"/>
                  </a:lnTo>
                  <a:close/>
                </a:path>
                <a:path w="3810" h="243839">
                  <a:moveTo>
                    <a:pt x="3810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3810" y="229857"/>
                  </a:lnTo>
                  <a:lnTo>
                    <a:pt x="3810" y="227330"/>
                  </a:lnTo>
                  <a:close/>
                </a:path>
                <a:path w="3810" h="243839">
                  <a:moveTo>
                    <a:pt x="3810" y="223520"/>
                  </a:moveTo>
                  <a:lnTo>
                    <a:pt x="0" y="223520"/>
                  </a:lnTo>
                  <a:lnTo>
                    <a:pt x="0" y="227317"/>
                  </a:lnTo>
                  <a:lnTo>
                    <a:pt x="3810" y="227317"/>
                  </a:lnTo>
                  <a:lnTo>
                    <a:pt x="3810" y="223520"/>
                  </a:lnTo>
                  <a:close/>
                </a:path>
                <a:path w="3810" h="243839">
                  <a:moveTo>
                    <a:pt x="3810" y="220980"/>
                  </a:moveTo>
                  <a:lnTo>
                    <a:pt x="0" y="220980"/>
                  </a:lnTo>
                  <a:lnTo>
                    <a:pt x="0" y="223507"/>
                  </a:lnTo>
                  <a:lnTo>
                    <a:pt x="3810" y="223507"/>
                  </a:lnTo>
                  <a:lnTo>
                    <a:pt x="3810" y="220980"/>
                  </a:lnTo>
                  <a:close/>
                </a:path>
                <a:path w="3810" h="243839">
                  <a:moveTo>
                    <a:pt x="3810" y="19050"/>
                  </a:moveTo>
                  <a:lnTo>
                    <a:pt x="0" y="1905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19050"/>
                  </a:lnTo>
                  <a:close/>
                </a:path>
                <a:path w="3810" h="243839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10" h="243839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10" h="243839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CAB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9" name="object 1339"/>
            <p:cNvSpPr/>
            <p:nvPr/>
          </p:nvSpPr>
          <p:spPr>
            <a:xfrm>
              <a:off x="1743710" y="5095252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10" h="243839">
                  <a:moveTo>
                    <a:pt x="3810" y="242570"/>
                  </a:moveTo>
                  <a:lnTo>
                    <a:pt x="0" y="24257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2570"/>
                  </a:lnTo>
                  <a:close/>
                </a:path>
                <a:path w="3810" h="243839">
                  <a:moveTo>
                    <a:pt x="3810" y="19050"/>
                  </a:moveTo>
                  <a:lnTo>
                    <a:pt x="0" y="1905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19050"/>
                  </a:lnTo>
                  <a:close/>
                </a:path>
                <a:path w="3810" h="243839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10" h="243839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10" h="243839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9A8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0" name="object 1340"/>
            <p:cNvSpPr/>
            <p:nvPr/>
          </p:nvSpPr>
          <p:spPr>
            <a:xfrm>
              <a:off x="1747520" y="5093969"/>
              <a:ext cx="2540" cy="245110"/>
            </a:xfrm>
            <a:custGeom>
              <a:avLst/>
              <a:gdLst/>
              <a:ahLst/>
              <a:cxnLst/>
              <a:rect l="l" t="t" r="r" b="b"/>
              <a:pathLst>
                <a:path w="2539" h="245110">
                  <a:moveTo>
                    <a:pt x="2540" y="243852"/>
                  </a:moveTo>
                  <a:lnTo>
                    <a:pt x="0" y="243852"/>
                  </a:lnTo>
                  <a:lnTo>
                    <a:pt x="0" y="245110"/>
                  </a:lnTo>
                  <a:lnTo>
                    <a:pt x="2540" y="245110"/>
                  </a:lnTo>
                  <a:lnTo>
                    <a:pt x="2540" y="243852"/>
                  </a:lnTo>
                  <a:close/>
                </a:path>
                <a:path w="2539" h="245110">
                  <a:moveTo>
                    <a:pt x="254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2540" y="243840"/>
                  </a:lnTo>
                  <a:lnTo>
                    <a:pt x="2540" y="241312"/>
                  </a:lnTo>
                  <a:close/>
                </a:path>
                <a:path w="2539" h="245110">
                  <a:moveTo>
                    <a:pt x="254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2540" y="241300"/>
                  </a:lnTo>
                  <a:lnTo>
                    <a:pt x="2540" y="237502"/>
                  </a:lnTo>
                  <a:close/>
                </a:path>
                <a:path w="2539" h="245110">
                  <a:moveTo>
                    <a:pt x="254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2540" y="237490"/>
                  </a:lnTo>
                  <a:lnTo>
                    <a:pt x="2540" y="234962"/>
                  </a:lnTo>
                  <a:close/>
                </a:path>
                <a:path w="2539" h="245110">
                  <a:moveTo>
                    <a:pt x="254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2540" y="234950"/>
                  </a:lnTo>
                  <a:lnTo>
                    <a:pt x="2540" y="231152"/>
                  </a:lnTo>
                  <a:close/>
                </a:path>
                <a:path w="2539" h="245110">
                  <a:moveTo>
                    <a:pt x="254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2540" y="231140"/>
                  </a:lnTo>
                  <a:lnTo>
                    <a:pt x="2540" y="228612"/>
                  </a:lnTo>
                  <a:close/>
                </a:path>
                <a:path w="2539" h="245110">
                  <a:moveTo>
                    <a:pt x="254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2540" y="228600"/>
                  </a:lnTo>
                  <a:lnTo>
                    <a:pt x="2540" y="224802"/>
                  </a:lnTo>
                  <a:close/>
                </a:path>
                <a:path w="2539" h="245110">
                  <a:moveTo>
                    <a:pt x="254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2540" y="224790"/>
                  </a:lnTo>
                  <a:lnTo>
                    <a:pt x="2540" y="222262"/>
                  </a:lnTo>
                  <a:close/>
                </a:path>
                <a:path w="2539" h="245110">
                  <a:moveTo>
                    <a:pt x="2540" y="20332"/>
                  </a:moveTo>
                  <a:lnTo>
                    <a:pt x="0" y="20332"/>
                  </a:lnTo>
                  <a:lnTo>
                    <a:pt x="0" y="222250"/>
                  </a:lnTo>
                  <a:lnTo>
                    <a:pt x="2540" y="222250"/>
                  </a:lnTo>
                  <a:lnTo>
                    <a:pt x="2540" y="20332"/>
                  </a:lnTo>
                  <a:close/>
                </a:path>
                <a:path w="2539" h="245110">
                  <a:moveTo>
                    <a:pt x="254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2540" y="20320"/>
                  </a:lnTo>
                  <a:lnTo>
                    <a:pt x="2540" y="13982"/>
                  </a:lnTo>
                  <a:close/>
                </a:path>
                <a:path w="2539" h="245110">
                  <a:moveTo>
                    <a:pt x="254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2540" y="13970"/>
                  </a:lnTo>
                  <a:lnTo>
                    <a:pt x="2540" y="7632"/>
                  </a:lnTo>
                  <a:close/>
                </a:path>
                <a:path w="2539" h="245110">
                  <a:moveTo>
                    <a:pt x="254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1282"/>
                  </a:lnTo>
                  <a:close/>
                </a:path>
                <a:path w="2539" h="245110">
                  <a:moveTo>
                    <a:pt x="254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96A6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1" name="object 1341"/>
            <p:cNvSpPr/>
            <p:nvPr/>
          </p:nvSpPr>
          <p:spPr>
            <a:xfrm>
              <a:off x="1750060" y="5093969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10" h="245110">
                  <a:moveTo>
                    <a:pt x="3810" y="243852"/>
                  </a:moveTo>
                  <a:lnTo>
                    <a:pt x="0" y="24385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3852"/>
                  </a:lnTo>
                  <a:close/>
                </a:path>
                <a:path w="3810" h="245110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10" h="245110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10" h="245110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10" h="24511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10" h="24511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10" h="245110">
                  <a:moveTo>
                    <a:pt x="381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4802"/>
                  </a:lnTo>
                  <a:close/>
                </a:path>
                <a:path w="3810" h="245110">
                  <a:moveTo>
                    <a:pt x="381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2262"/>
                  </a:lnTo>
                  <a:close/>
                </a:path>
                <a:path w="3810" h="245110">
                  <a:moveTo>
                    <a:pt x="3810" y="20332"/>
                  </a:moveTo>
                  <a:lnTo>
                    <a:pt x="0" y="2033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0332"/>
                  </a:lnTo>
                  <a:close/>
                </a:path>
                <a:path w="3810" h="24511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4511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4511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4511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2" name="object 1342"/>
            <p:cNvSpPr/>
            <p:nvPr/>
          </p:nvSpPr>
          <p:spPr>
            <a:xfrm>
              <a:off x="1753869" y="5092700"/>
              <a:ext cx="3810" cy="247650"/>
            </a:xfrm>
            <a:custGeom>
              <a:avLst/>
              <a:gdLst/>
              <a:ahLst/>
              <a:cxnLst/>
              <a:rect l="l" t="t" r="r" b="b"/>
              <a:pathLst>
                <a:path w="3810" h="247650">
                  <a:moveTo>
                    <a:pt x="3810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247650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10" h="247650">
                  <a:moveTo>
                    <a:pt x="381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8890"/>
                  </a:lnTo>
                  <a:close/>
                </a:path>
                <a:path w="3810" h="247650">
                  <a:moveTo>
                    <a:pt x="3810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5240"/>
                  </a:lnTo>
                  <a:close/>
                </a:path>
                <a:path w="3810" h="247650">
                  <a:moveTo>
                    <a:pt x="3810" y="21590"/>
                  </a:moveTo>
                  <a:lnTo>
                    <a:pt x="0" y="21590"/>
                  </a:lnTo>
                  <a:lnTo>
                    <a:pt x="0" y="223519"/>
                  </a:lnTo>
                  <a:lnTo>
                    <a:pt x="3810" y="223519"/>
                  </a:lnTo>
                  <a:lnTo>
                    <a:pt x="3810" y="21590"/>
                  </a:lnTo>
                  <a:close/>
                </a:path>
                <a:path w="3810" h="247650">
                  <a:moveTo>
                    <a:pt x="3810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23520"/>
                  </a:lnTo>
                  <a:close/>
                </a:path>
                <a:path w="3810" h="247650">
                  <a:moveTo>
                    <a:pt x="3810" y="226060"/>
                  </a:moveTo>
                  <a:lnTo>
                    <a:pt x="0" y="226060"/>
                  </a:lnTo>
                  <a:lnTo>
                    <a:pt x="0" y="229869"/>
                  </a:lnTo>
                  <a:lnTo>
                    <a:pt x="3810" y="229869"/>
                  </a:lnTo>
                  <a:lnTo>
                    <a:pt x="3810" y="226060"/>
                  </a:lnTo>
                  <a:close/>
                </a:path>
                <a:path w="3810" h="247650">
                  <a:moveTo>
                    <a:pt x="3810" y="229870"/>
                  </a:moveTo>
                  <a:lnTo>
                    <a:pt x="0" y="22987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9870"/>
                  </a:lnTo>
                  <a:close/>
                </a:path>
                <a:path w="3810" h="247650">
                  <a:moveTo>
                    <a:pt x="3810" y="232410"/>
                  </a:moveTo>
                  <a:lnTo>
                    <a:pt x="0" y="232410"/>
                  </a:lnTo>
                  <a:lnTo>
                    <a:pt x="0" y="236219"/>
                  </a:lnTo>
                  <a:lnTo>
                    <a:pt x="3810" y="236219"/>
                  </a:lnTo>
                  <a:lnTo>
                    <a:pt x="3810" y="232410"/>
                  </a:lnTo>
                  <a:close/>
                </a:path>
                <a:path w="3810" h="247650">
                  <a:moveTo>
                    <a:pt x="3810" y="236220"/>
                  </a:moveTo>
                  <a:lnTo>
                    <a:pt x="0" y="236220"/>
                  </a:lnTo>
                  <a:lnTo>
                    <a:pt x="0" y="238759"/>
                  </a:lnTo>
                  <a:lnTo>
                    <a:pt x="3810" y="238759"/>
                  </a:lnTo>
                  <a:lnTo>
                    <a:pt x="3810" y="236220"/>
                  </a:lnTo>
                  <a:close/>
                </a:path>
                <a:path w="3810" h="247650">
                  <a:moveTo>
                    <a:pt x="3810" y="238760"/>
                  </a:moveTo>
                  <a:lnTo>
                    <a:pt x="0" y="238760"/>
                  </a:lnTo>
                  <a:lnTo>
                    <a:pt x="0" y="242569"/>
                  </a:lnTo>
                  <a:lnTo>
                    <a:pt x="3810" y="242569"/>
                  </a:lnTo>
                  <a:lnTo>
                    <a:pt x="3810" y="238760"/>
                  </a:lnTo>
                  <a:close/>
                </a:path>
                <a:path w="3810" h="247650">
                  <a:moveTo>
                    <a:pt x="3810" y="242570"/>
                  </a:moveTo>
                  <a:lnTo>
                    <a:pt x="0" y="242570"/>
                  </a:lnTo>
                  <a:lnTo>
                    <a:pt x="0" y="245109"/>
                  </a:lnTo>
                  <a:lnTo>
                    <a:pt x="3810" y="245109"/>
                  </a:lnTo>
                  <a:lnTo>
                    <a:pt x="3810" y="242570"/>
                  </a:lnTo>
                  <a:close/>
                </a:path>
                <a:path w="3810" h="247650">
                  <a:moveTo>
                    <a:pt x="3810" y="245110"/>
                  </a:moveTo>
                  <a:lnTo>
                    <a:pt x="0" y="245110"/>
                  </a:lnTo>
                  <a:lnTo>
                    <a:pt x="0" y="246380"/>
                  </a:lnTo>
                  <a:lnTo>
                    <a:pt x="1269" y="246380"/>
                  </a:lnTo>
                  <a:lnTo>
                    <a:pt x="1269" y="247650"/>
                  </a:lnTo>
                  <a:lnTo>
                    <a:pt x="3810" y="247650"/>
                  </a:lnTo>
                  <a:lnTo>
                    <a:pt x="3810" y="245110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3" name="object 1343"/>
            <p:cNvSpPr/>
            <p:nvPr/>
          </p:nvSpPr>
          <p:spPr>
            <a:xfrm>
              <a:off x="1757680" y="5092700"/>
              <a:ext cx="3810" cy="247650"/>
            </a:xfrm>
            <a:custGeom>
              <a:avLst/>
              <a:gdLst/>
              <a:ahLst/>
              <a:cxnLst/>
              <a:rect l="l" t="t" r="r" b="b"/>
              <a:pathLst>
                <a:path w="3810" h="247650">
                  <a:moveTo>
                    <a:pt x="3810" y="245122"/>
                  </a:moveTo>
                  <a:lnTo>
                    <a:pt x="0" y="24512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5122"/>
                  </a:lnTo>
                  <a:close/>
                </a:path>
                <a:path w="3810" h="247650">
                  <a:moveTo>
                    <a:pt x="3810" y="242582"/>
                  </a:moveTo>
                  <a:lnTo>
                    <a:pt x="0" y="24258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2582"/>
                  </a:lnTo>
                  <a:close/>
                </a:path>
                <a:path w="3810" h="247650">
                  <a:moveTo>
                    <a:pt x="3810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8772"/>
                  </a:lnTo>
                  <a:close/>
                </a:path>
                <a:path w="3810" h="247650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10" h="247650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10" h="247650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10" h="247650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10" h="247650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10" h="247650">
                  <a:moveTo>
                    <a:pt x="3810" y="21602"/>
                  </a:moveTo>
                  <a:lnTo>
                    <a:pt x="0" y="2160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602"/>
                  </a:lnTo>
                  <a:close/>
                </a:path>
                <a:path w="3810" h="247650">
                  <a:moveTo>
                    <a:pt x="3810" y="15252"/>
                  </a:moveTo>
                  <a:lnTo>
                    <a:pt x="0" y="1525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5252"/>
                  </a:lnTo>
                  <a:close/>
                </a:path>
                <a:path w="3810" h="247650">
                  <a:moveTo>
                    <a:pt x="381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8902"/>
                  </a:lnTo>
                  <a:close/>
                </a:path>
                <a:path w="3810" h="247650">
                  <a:moveTo>
                    <a:pt x="381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2552"/>
                  </a:lnTo>
                  <a:close/>
                </a:path>
                <a:path w="3810" h="24765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E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4" name="object 1344"/>
            <p:cNvSpPr/>
            <p:nvPr/>
          </p:nvSpPr>
          <p:spPr>
            <a:xfrm>
              <a:off x="1761489" y="5092700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248920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10" h="248920">
                  <a:moveTo>
                    <a:pt x="381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8890"/>
                  </a:lnTo>
                  <a:close/>
                </a:path>
                <a:path w="3810" h="248920">
                  <a:moveTo>
                    <a:pt x="3810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5240"/>
                  </a:lnTo>
                  <a:close/>
                </a:path>
                <a:path w="3810" h="248920">
                  <a:moveTo>
                    <a:pt x="3810" y="21590"/>
                  </a:moveTo>
                  <a:lnTo>
                    <a:pt x="0" y="21590"/>
                  </a:lnTo>
                  <a:lnTo>
                    <a:pt x="0" y="223519"/>
                  </a:lnTo>
                  <a:lnTo>
                    <a:pt x="3810" y="223519"/>
                  </a:lnTo>
                  <a:lnTo>
                    <a:pt x="3810" y="21590"/>
                  </a:lnTo>
                  <a:close/>
                </a:path>
                <a:path w="3810" h="248920">
                  <a:moveTo>
                    <a:pt x="3810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23520"/>
                  </a:lnTo>
                  <a:close/>
                </a:path>
                <a:path w="3810" h="248920">
                  <a:moveTo>
                    <a:pt x="3810" y="226060"/>
                  </a:moveTo>
                  <a:lnTo>
                    <a:pt x="0" y="226060"/>
                  </a:lnTo>
                  <a:lnTo>
                    <a:pt x="0" y="229869"/>
                  </a:lnTo>
                  <a:lnTo>
                    <a:pt x="3810" y="229869"/>
                  </a:lnTo>
                  <a:lnTo>
                    <a:pt x="3810" y="226060"/>
                  </a:lnTo>
                  <a:close/>
                </a:path>
                <a:path w="3810" h="248920">
                  <a:moveTo>
                    <a:pt x="3810" y="229870"/>
                  </a:moveTo>
                  <a:lnTo>
                    <a:pt x="0" y="22987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9870"/>
                  </a:lnTo>
                  <a:close/>
                </a:path>
                <a:path w="3810" h="248920">
                  <a:moveTo>
                    <a:pt x="3810" y="232410"/>
                  </a:moveTo>
                  <a:lnTo>
                    <a:pt x="0" y="232410"/>
                  </a:lnTo>
                  <a:lnTo>
                    <a:pt x="0" y="236219"/>
                  </a:lnTo>
                  <a:lnTo>
                    <a:pt x="3810" y="236219"/>
                  </a:lnTo>
                  <a:lnTo>
                    <a:pt x="3810" y="232410"/>
                  </a:lnTo>
                  <a:close/>
                </a:path>
                <a:path w="3810" h="248920">
                  <a:moveTo>
                    <a:pt x="3810" y="236220"/>
                  </a:moveTo>
                  <a:lnTo>
                    <a:pt x="0" y="236220"/>
                  </a:lnTo>
                  <a:lnTo>
                    <a:pt x="0" y="238759"/>
                  </a:lnTo>
                  <a:lnTo>
                    <a:pt x="3810" y="238759"/>
                  </a:lnTo>
                  <a:lnTo>
                    <a:pt x="3810" y="236220"/>
                  </a:lnTo>
                  <a:close/>
                </a:path>
                <a:path w="3810" h="248920">
                  <a:moveTo>
                    <a:pt x="3810" y="238760"/>
                  </a:moveTo>
                  <a:lnTo>
                    <a:pt x="0" y="238760"/>
                  </a:lnTo>
                  <a:lnTo>
                    <a:pt x="0" y="242569"/>
                  </a:lnTo>
                  <a:lnTo>
                    <a:pt x="3810" y="242569"/>
                  </a:lnTo>
                  <a:lnTo>
                    <a:pt x="3810" y="238760"/>
                  </a:lnTo>
                  <a:close/>
                </a:path>
                <a:path w="3810" h="248920">
                  <a:moveTo>
                    <a:pt x="3810" y="242570"/>
                  </a:moveTo>
                  <a:lnTo>
                    <a:pt x="0" y="242570"/>
                  </a:lnTo>
                  <a:lnTo>
                    <a:pt x="0" y="245109"/>
                  </a:lnTo>
                  <a:lnTo>
                    <a:pt x="3810" y="245109"/>
                  </a:lnTo>
                  <a:lnTo>
                    <a:pt x="3810" y="242570"/>
                  </a:lnTo>
                  <a:close/>
                </a:path>
                <a:path w="3810" h="248920">
                  <a:moveTo>
                    <a:pt x="3810" y="245110"/>
                  </a:moveTo>
                  <a:lnTo>
                    <a:pt x="0" y="245110"/>
                  </a:lnTo>
                  <a:lnTo>
                    <a:pt x="0" y="247650"/>
                  </a:lnTo>
                  <a:lnTo>
                    <a:pt x="1270" y="247650"/>
                  </a:lnTo>
                  <a:lnTo>
                    <a:pt x="1270" y="248919"/>
                  </a:lnTo>
                  <a:lnTo>
                    <a:pt x="3810" y="248919"/>
                  </a:lnTo>
                  <a:lnTo>
                    <a:pt x="3810" y="245110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5" name="object 1345"/>
            <p:cNvSpPr/>
            <p:nvPr/>
          </p:nvSpPr>
          <p:spPr>
            <a:xfrm>
              <a:off x="1765300" y="5092700"/>
              <a:ext cx="3810" cy="223520"/>
            </a:xfrm>
            <a:custGeom>
              <a:avLst/>
              <a:gdLst/>
              <a:ahLst/>
              <a:cxnLst/>
              <a:rect l="l" t="t" r="r" b="b"/>
              <a:pathLst>
                <a:path w="3810" h="223520">
                  <a:moveTo>
                    <a:pt x="3810" y="21602"/>
                  </a:moveTo>
                  <a:lnTo>
                    <a:pt x="0" y="2160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602"/>
                  </a:lnTo>
                  <a:close/>
                </a:path>
                <a:path w="3810" h="223520">
                  <a:moveTo>
                    <a:pt x="3810" y="15252"/>
                  </a:moveTo>
                  <a:lnTo>
                    <a:pt x="0" y="1525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5252"/>
                  </a:lnTo>
                  <a:close/>
                </a:path>
                <a:path w="3810" h="223520">
                  <a:moveTo>
                    <a:pt x="381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8902"/>
                  </a:lnTo>
                  <a:close/>
                </a:path>
                <a:path w="3810" h="223520">
                  <a:moveTo>
                    <a:pt x="381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2552"/>
                  </a:lnTo>
                  <a:close/>
                </a:path>
                <a:path w="3810" h="22352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6" name="object 1346"/>
            <p:cNvSpPr/>
            <p:nvPr/>
          </p:nvSpPr>
          <p:spPr>
            <a:xfrm>
              <a:off x="1769110" y="5092700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5122"/>
                  </a:moveTo>
                  <a:lnTo>
                    <a:pt x="0" y="24512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5122"/>
                  </a:lnTo>
                  <a:close/>
                </a:path>
                <a:path w="3810" h="248920">
                  <a:moveTo>
                    <a:pt x="3810" y="242582"/>
                  </a:moveTo>
                  <a:lnTo>
                    <a:pt x="0" y="24258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2582"/>
                  </a:lnTo>
                  <a:close/>
                </a:path>
                <a:path w="3810" h="248920">
                  <a:moveTo>
                    <a:pt x="3810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8772"/>
                  </a:lnTo>
                  <a:close/>
                </a:path>
                <a:path w="3810" h="248920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10" h="248920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10" h="248920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10" h="248920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10" h="248920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10" h="248920">
                  <a:moveTo>
                    <a:pt x="3810" y="21602"/>
                  </a:moveTo>
                  <a:lnTo>
                    <a:pt x="0" y="2160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602"/>
                  </a:lnTo>
                  <a:close/>
                </a:path>
                <a:path w="3810" h="248920">
                  <a:moveTo>
                    <a:pt x="3810" y="15252"/>
                  </a:moveTo>
                  <a:lnTo>
                    <a:pt x="0" y="1525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5252"/>
                  </a:lnTo>
                  <a:close/>
                </a:path>
                <a:path w="3810" h="248920">
                  <a:moveTo>
                    <a:pt x="381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8902"/>
                  </a:lnTo>
                  <a:close/>
                </a:path>
                <a:path w="3810" h="248920">
                  <a:moveTo>
                    <a:pt x="381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2552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799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7" name="object 1347"/>
            <p:cNvSpPr/>
            <p:nvPr/>
          </p:nvSpPr>
          <p:spPr>
            <a:xfrm>
              <a:off x="1772919" y="5091430"/>
              <a:ext cx="3810" cy="250190"/>
            </a:xfrm>
            <a:custGeom>
              <a:avLst/>
              <a:gdLst/>
              <a:ahLst/>
              <a:cxnLst/>
              <a:rect l="l" t="t" r="r" b="b"/>
              <a:pathLst>
                <a:path w="3810" h="250189">
                  <a:moveTo>
                    <a:pt x="3810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10" h="250189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10" h="250189">
                  <a:moveTo>
                    <a:pt x="381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60"/>
                  </a:lnTo>
                  <a:close/>
                </a:path>
                <a:path w="3810" h="250189">
                  <a:moveTo>
                    <a:pt x="3810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10"/>
                  </a:lnTo>
                  <a:close/>
                </a:path>
                <a:path w="3810" h="250189">
                  <a:moveTo>
                    <a:pt x="3810" y="22860"/>
                  </a:moveTo>
                  <a:lnTo>
                    <a:pt x="0" y="22860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860"/>
                  </a:lnTo>
                  <a:close/>
                </a:path>
                <a:path w="3810" h="250189">
                  <a:moveTo>
                    <a:pt x="3810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790"/>
                  </a:lnTo>
                  <a:close/>
                </a:path>
                <a:path w="3810" h="250189">
                  <a:moveTo>
                    <a:pt x="3810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30"/>
                  </a:lnTo>
                  <a:close/>
                </a:path>
                <a:path w="3810" h="250189">
                  <a:moveTo>
                    <a:pt x="3810" y="231140"/>
                  </a:moveTo>
                  <a:lnTo>
                    <a:pt x="0" y="231140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40"/>
                  </a:lnTo>
                  <a:close/>
                </a:path>
                <a:path w="3810" h="250189">
                  <a:moveTo>
                    <a:pt x="3810" y="233680"/>
                  </a:moveTo>
                  <a:lnTo>
                    <a:pt x="0" y="233680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80"/>
                  </a:lnTo>
                  <a:close/>
                </a:path>
                <a:path w="3810" h="250189">
                  <a:moveTo>
                    <a:pt x="3810" y="237490"/>
                  </a:moveTo>
                  <a:lnTo>
                    <a:pt x="0" y="237490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490"/>
                  </a:lnTo>
                  <a:close/>
                </a:path>
                <a:path w="3810" h="250189">
                  <a:moveTo>
                    <a:pt x="3810" y="240030"/>
                  </a:moveTo>
                  <a:lnTo>
                    <a:pt x="0" y="240030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30"/>
                  </a:lnTo>
                  <a:close/>
                </a:path>
                <a:path w="3810" h="250189">
                  <a:moveTo>
                    <a:pt x="3810" y="243840"/>
                  </a:moveTo>
                  <a:lnTo>
                    <a:pt x="0" y="243840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3840"/>
                  </a:lnTo>
                  <a:close/>
                </a:path>
                <a:path w="3810" h="250189">
                  <a:moveTo>
                    <a:pt x="3810" y="246380"/>
                  </a:moveTo>
                  <a:lnTo>
                    <a:pt x="0" y="246380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6380"/>
                  </a:lnTo>
                  <a:close/>
                </a:path>
              </a:pathLst>
            </a:custGeom>
            <a:solidFill>
              <a:srgbClr val="8496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8" name="object 1348"/>
            <p:cNvSpPr/>
            <p:nvPr/>
          </p:nvSpPr>
          <p:spPr>
            <a:xfrm>
              <a:off x="1776730" y="5091430"/>
              <a:ext cx="2540" cy="224790"/>
            </a:xfrm>
            <a:custGeom>
              <a:avLst/>
              <a:gdLst/>
              <a:ahLst/>
              <a:cxnLst/>
              <a:rect l="l" t="t" r="r" b="b"/>
              <a:pathLst>
                <a:path w="2539" h="224789">
                  <a:moveTo>
                    <a:pt x="2540" y="22872"/>
                  </a:moveTo>
                  <a:lnTo>
                    <a:pt x="0" y="22872"/>
                  </a:lnTo>
                  <a:lnTo>
                    <a:pt x="0" y="224790"/>
                  </a:lnTo>
                  <a:lnTo>
                    <a:pt x="2540" y="224790"/>
                  </a:lnTo>
                  <a:lnTo>
                    <a:pt x="2540" y="22872"/>
                  </a:lnTo>
                  <a:close/>
                </a:path>
                <a:path w="2539" h="224789">
                  <a:moveTo>
                    <a:pt x="2540" y="16522"/>
                  </a:moveTo>
                  <a:lnTo>
                    <a:pt x="0" y="16522"/>
                  </a:lnTo>
                  <a:lnTo>
                    <a:pt x="0" y="22860"/>
                  </a:lnTo>
                  <a:lnTo>
                    <a:pt x="2540" y="22860"/>
                  </a:lnTo>
                  <a:lnTo>
                    <a:pt x="2540" y="16522"/>
                  </a:lnTo>
                  <a:close/>
                </a:path>
                <a:path w="2539" h="224789">
                  <a:moveTo>
                    <a:pt x="254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2540" y="16510"/>
                  </a:lnTo>
                  <a:lnTo>
                    <a:pt x="2540" y="10172"/>
                  </a:lnTo>
                  <a:close/>
                </a:path>
                <a:path w="2539" h="224789">
                  <a:moveTo>
                    <a:pt x="254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2540" y="10160"/>
                  </a:lnTo>
                  <a:lnTo>
                    <a:pt x="2540" y="3822"/>
                  </a:lnTo>
                  <a:close/>
                </a:path>
                <a:path w="2539" h="224789">
                  <a:moveTo>
                    <a:pt x="254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40" y="381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819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9" name="object 1349"/>
            <p:cNvSpPr/>
            <p:nvPr/>
          </p:nvSpPr>
          <p:spPr>
            <a:xfrm>
              <a:off x="1779269" y="50901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0" y="1269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10" h="252729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252729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252729">
                  <a:moveTo>
                    <a:pt x="381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7780"/>
                  </a:lnTo>
                  <a:close/>
                </a:path>
                <a:path w="3810" h="252729">
                  <a:moveTo>
                    <a:pt x="3810" y="24130"/>
                  </a:moveTo>
                  <a:lnTo>
                    <a:pt x="0" y="2413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4130"/>
                  </a:lnTo>
                  <a:close/>
                </a:path>
                <a:path w="3810" h="252729">
                  <a:moveTo>
                    <a:pt x="3810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6059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3810" y="234949"/>
                  </a:lnTo>
                  <a:lnTo>
                    <a:pt x="3810" y="232409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3810" y="238759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8759"/>
                  </a:moveTo>
                  <a:lnTo>
                    <a:pt x="0" y="238759"/>
                  </a:lnTo>
                  <a:lnTo>
                    <a:pt x="0" y="241299"/>
                  </a:lnTo>
                  <a:lnTo>
                    <a:pt x="3810" y="241299"/>
                  </a:lnTo>
                  <a:lnTo>
                    <a:pt x="3810" y="238759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109"/>
                  </a:lnTo>
                  <a:lnTo>
                    <a:pt x="3810" y="245109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45109"/>
                  </a:moveTo>
                  <a:lnTo>
                    <a:pt x="0" y="245109"/>
                  </a:lnTo>
                  <a:lnTo>
                    <a:pt x="0" y="247649"/>
                  </a:lnTo>
                  <a:lnTo>
                    <a:pt x="3810" y="247649"/>
                  </a:lnTo>
                  <a:lnTo>
                    <a:pt x="3810" y="245109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59"/>
                  </a:lnTo>
                  <a:lnTo>
                    <a:pt x="3810" y="251459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51459"/>
                  </a:moveTo>
                  <a:lnTo>
                    <a:pt x="2540" y="251459"/>
                  </a:lnTo>
                  <a:lnTo>
                    <a:pt x="2540" y="252729"/>
                  </a:lnTo>
                  <a:lnTo>
                    <a:pt x="3810" y="252729"/>
                  </a:lnTo>
                  <a:lnTo>
                    <a:pt x="3810" y="251459"/>
                  </a:lnTo>
                  <a:close/>
                </a:path>
              </a:pathLst>
            </a:custGeom>
            <a:solidFill>
              <a:srgbClr val="7F92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0" name="object 1350"/>
            <p:cNvSpPr/>
            <p:nvPr/>
          </p:nvSpPr>
          <p:spPr>
            <a:xfrm>
              <a:off x="1783080" y="50901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3810" y="252730"/>
                  </a:lnTo>
                  <a:lnTo>
                    <a:pt x="3810" y="251472"/>
                  </a:lnTo>
                  <a:close/>
                </a:path>
                <a:path w="3810" h="252729">
                  <a:moveTo>
                    <a:pt x="3810" y="247662"/>
                  </a:moveTo>
                  <a:lnTo>
                    <a:pt x="0" y="24766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47662"/>
                  </a:lnTo>
                  <a:close/>
                </a:path>
                <a:path w="3810" h="252729">
                  <a:moveTo>
                    <a:pt x="3810" y="245122"/>
                  </a:moveTo>
                  <a:lnTo>
                    <a:pt x="0" y="24512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5122"/>
                  </a:lnTo>
                  <a:close/>
                </a:path>
                <a:path w="3810" h="252729">
                  <a:moveTo>
                    <a:pt x="3810" y="241312"/>
                  </a:moveTo>
                  <a:lnTo>
                    <a:pt x="0" y="24131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1312"/>
                  </a:lnTo>
                  <a:close/>
                </a:path>
                <a:path w="3810" h="252729">
                  <a:moveTo>
                    <a:pt x="3810" y="238772"/>
                  </a:moveTo>
                  <a:lnTo>
                    <a:pt x="0" y="23877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8772"/>
                  </a:lnTo>
                  <a:close/>
                </a:path>
                <a:path w="3810" h="252729">
                  <a:moveTo>
                    <a:pt x="3810" y="234962"/>
                  </a:moveTo>
                  <a:lnTo>
                    <a:pt x="0" y="23496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4962"/>
                  </a:lnTo>
                  <a:close/>
                </a:path>
                <a:path w="3810" h="252729">
                  <a:moveTo>
                    <a:pt x="38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2422"/>
                  </a:lnTo>
                  <a:close/>
                </a:path>
                <a:path w="3810" h="252729">
                  <a:moveTo>
                    <a:pt x="3810" y="228612"/>
                  </a:moveTo>
                  <a:lnTo>
                    <a:pt x="0" y="22861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8612"/>
                  </a:lnTo>
                  <a:close/>
                </a:path>
                <a:path w="3810" h="252729">
                  <a:moveTo>
                    <a:pt x="3810" y="226072"/>
                  </a:moveTo>
                  <a:lnTo>
                    <a:pt x="0" y="22607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6072"/>
                  </a:lnTo>
                  <a:close/>
                </a:path>
                <a:path w="3810" h="252729">
                  <a:moveTo>
                    <a:pt x="3810" y="24142"/>
                  </a:moveTo>
                  <a:lnTo>
                    <a:pt x="0" y="2414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4142"/>
                  </a:lnTo>
                  <a:close/>
                </a:path>
                <a:path w="3810" h="252729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5272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5272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1" name="object 1351"/>
            <p:cNvSpPr/>
            <p:nvPr/>
          </p:nvSpPr>
          <p:spPr>
            <a:xfrm>
              <a:off x="1786890" y="50901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3810" y="252730"/>
                  </a:lnTo>
                  <a:lnTo>
                    <a:pt x="3810" y="251472"/>
                  </a:lnTo>
                  <a:close/>
                </a:path>
                <a:path w="3810" h="252729">
                  <a:moveTo>
                    <a:pt x="3810" y="24142"/>
                  </a:moveTo>
                  <a:lnTo>
                    <a:pt x="0" y="2414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4142"/>
                  </a:lnTo>
                  <a:close/>
                </a:path>
                <a:path w="3810" h="252729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5272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5272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9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2" name="object 1352"/>
            <p:cNvSpPr/>
            <p:nvPr/>
          </p:nvSpPr>
          <p:spPr>
            <a:xfrm>
              <a:off x="1790700" y="50901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3810" y="252730"/>
                  </a:lnTo>
                  <a:lnTo>
                    <a:pt x="3810" y="251472"/>
                  </a:lnTo>
                  <a:close/>
                </a:path>
                <a:path w="3810" h="252729">
                  <a:moveTo>
                    <a:pt x="3810" y="247662"/>
                  </a:moveTo>
                  <a:lnTo>
                    <a:pt x="0" y="24766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47662"/>
                  </a:lnTo>
                  <a:close/>
                </a:path>
                <a:path w="3810" h="252729">
                  <a:moveTo>
                    <a:pt x="3810" y="245122"/>
                  </a:moveTo>
                  <a:lnTo>
                    <a:pt x="0" y="24512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5122"/>
                  </a:lnTo>
                  <a:close/>
                </a:path>
                <a:path w="3810" h="252729">
                  <a:moveTo>
                    <a:pt x="3810" y="241312"/>
                  </a:moveTo>
                  <a:lnTo>
                    <a:pt x="0" y="24131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1312"/>
                  </a:lnTo>
                  <a:close/>
                </a:path>
                <a:path w="3810" h="252729">
                  <a:moveTo>
                    <a:pt x="3810" y="238772"/>
                  </a:moveTo>
                  <a:lnTo>
                    <a:pt x="0" y="23877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8772"/>
                  </a:lnTo>
                  <a:close/>
                </a:path>
                <a:path w="3810" h="252729">
                  <a:moveTo>
                    <a:pt x="3810" y="234962"/>
                  </a:moveTo>
                  <a:lnTo>
                    <a:pt x="0" y="23496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4962"/>
                  </a:lnTo>
                  <a:close/>
                </a:path>
                <a:path w="3810" h="252729">
                  <a:moveTo>
                    <a:pt x="38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2422"/>
                  </a:lnTo>
                  <a:close/>
                </a:path>
                <a:path w="3810" h="252729">
                  <a:moveTo>
                    <a:pt x="3810" y="228612"/>
                  </a:moveTo>
                  <a:lnTo>
                    <a:pt x="0" y="22861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8612"/>
                  </a:lnTo>
                  <a:close/>
                </a:path>
                <a:path w="3810" h="252729">
                  <a:moveTo>
                    <a:pt x="3810" y="226072"/>
                  </a:moveTo>
                  <a:lnTo>
                    <a:pt x="0" y="22607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6072"/>
                  </a:lnTo>
                  <a:close/>
                </a:path>
                <a:path w="3810" h="252729">
                  <a:moveTo>
                    <a:pt x="3810" y="24142"/>
                  </a:moveTo>
                  <a:lnTo>
                    <a:pt x="0" y="2414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4142"/>
                  </a:lnTo>
                  <a:close/>
                </a:path>
                <a:path w="3810" h="252729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5272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5272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3" name="object 1353"/>
            <p:cNvSpPr/>
            <p:nvPr/>
          </p:nvSpPr>
          <p:spPr>
            <a:xfrm>
              <a:off x="1794510" y="50901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3810" y="252730"/>
                  </a:lnTo>
                  <a:lnTo>
                    <a:pt x="3810" y="251472"/>
                  </a:lnTo>
                  <a:close/>
                </a:path>
                <a:path w="3810" h="252729">
                  <a:moveTo>
                    <a:pt x="3810" y="24142"/>
                  </a:moveTo>
                  <a:lnTo>
                    <a:pt x="0" y="2414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4142"/>
                  </a:lnTo>
                  <a:close/>
                </a:path>
                <a:path w="3810" h="252729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5272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5272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4" name="object 1354"/>
            <p:cNvSpPr/>
            <p:nvPr/>
          </p:nvSpPr>
          <p:spPr>
            <a:xfrm>
              <a:off x="1798320" y="5090159"/>
              <a:ext cx="2540" cy="252729"/>
            </a:xfrm>
            <a:custGeom>
              <a:avLst/>
              <a:gdLst/>
              <a:ahLst/>
              <a:cxnLst/>
              <a:rect l="l" t="t" r="r" b="b"/>
              <a:pathLst>
                <a:path w="2539" h="252729">
                  <a:moveTo>
                    <a:pt x="254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2540" y="252730"/>
                  </a:lnTo>
                  <a:lnTo>
                    <a:pt x="2540" y="251472"/>
                  </a:lnTo>
                  <a:close/>
                </a:path>
                <a:path w="2539" h="252729">
                  <a:moveTo>
                    <a:pt x="2540" y="247662"/>
                  </a:moveTo>
                  <a:lnTo>
                    <a:pt x="0" y="247662"/>
                  </a:lnTo>
                  <a:lnTo>
                    <a:pt x="0" y="251460"/>
                  </a:lnTo>
                  <a:lnTo>
                    <a:pt x="2540" y="251460"/>
                  </a:lnTo>
                  <a:lnTo>
                    <a:pt x="2540" y="247662"/>
                  </a:lnTo>
                  <a:close/>
                </a:path>
                <a:path w="2539" h="252729">
                  <a:moveTo>
                    <a:pt x="2540" y="245122"/>
                  </a:moveTo>
                  <a:lnTo>
                    <a:pt x="0" y="245122"/>
                  </a:lnTo>
                  <a:lnTo>
                    <a:pt x="0" y="247650"/>
                  </a:lnTo>
                  <a:lnTo>
                    <a:pt x="2540" y="247650"/>
                  </a:lnTo>
                  <a:lnTo>
                    <a:pt x="2540" y="245122"/>
                  </a:lnTo>
                  <a:close/>
                </a:path>
                <a:path w="2539" h="252729">
                  <a:moveTo>
                    <a:pt x="2540" y="241312"/>
                  </a:moveTo>
                  <a:lnTo>
                    <a:pt x="0" y="241312"/>
                  </a:lnTo>
                  <a:lnTo>
                    <a:pt x="0" y="245110"/>
                  </a:lnTo>
                  <a:lnTo>
                    <a:pt x="2540" y="245110"/>
                  </a:lnTo>
                  <a:lnTo>
                    <a:pt x="2540" y="241312"/>
                  </a:lnTo>
                  <a:close/>
                </a:path>
                <a:path w="2539" h="252729">
                  <a:moveTo>
                    <a:pt x="2540" y="238772"/>
                  </a:moveTo>
                  <a:lnTo>
                    <a:pt x="0" y="238772"/>
                  </a:lnTo>
                  <a:lnTo>
                    <a:pt x="0" y="241300"/>
                  </a:lnTo>
                  <a:lnTo>
                    <a:pt x="2540" y="241300"/>
                  </a:lnTo>
                  <a:lnTo>
                    <a:pt x="2540" y="238772"/>
                  </a:lnTo>
                  <a:close/>
                </a:path>
                <a:path w="2539" h="252729">
                  <a:moveTo>
                    <a:pt x="2540" y="234962"/>
                  </a:moveTo>
                  <a:lnTo>
                    <a:pt x="0" y="234962"/>
                  </a:lnTo>
                  <a:lnTo>
                    <a:pt x="0" y="238760"/>
                  </a:lnTo>
                  <a:lnTo>
                    <a:pt x="2540" y="238760"/>
                  </a:lnTo>
                  <a:lnTo>
                    <a:pt x="2540" y="234962"/>
                  </a:lnTo>
                  <a:close/>
                </a:path>
                <a:path w="2539" h="252729">
                  <a:moveTo>
                    <a:pt x="254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540" y="234950"/>
                  </a:lnTo>
                  <a:lnTo>
                    <a:pt x="2540" y="232422"/>
                  </a:lnTo>
                  <a:close/>
                </a:path>
                <a:path w="2539" h="252729">
                  <a:moveTo>
                    <a:pt x="2540" y="228612"/>
                  </a:moveTo>
                  <a:lnTo>
                    <a:pt x="0" y="228612"/>
                  </a:lnTo>
                  <a:lnTo>
                    <a:pt x="0" y="232410"/>
                  </a:lnTo>
                  <a:lnTo>
                    <a:pt x="2540" y="232410"/>
                  </a:lnTo>
                  <a:lnTo>
                    <a:pt x="2540" y="228612"/>
                  </a:lnTo>
                  <a:close/>
                </a:path>
                <a:path w="2539" h="252729">
                  <a:moveTo>
                    <a:pt x="2540" y="226072"/>
                  </a:moveTo>
                  <a:lnTo>
                    <a:pt x="0" y="226072"/>
                  </a:lnTo>
                  <a:lnTo>
                    <a:pt x="0" y="228600"/>
                  </a:lnTo>
                  <a:lnTo>
                    <a:pt x="2540" y="228600"/>
                  </a:lnTo>
                  <a:lnTo>
                    <a:pt x="2540" y="226072"/>
                  </a:lnTo>
                  <a:close/>
                </a:path>
                <a:path w="2539" h="252729">
                  <a:moveTo>
                    <a:pt x="2540" y="24142"/>
                  </a:moveTo>
                  <a:lnTo>
                    <a:pt x="0" y="24142"/>
                  </a:lnTo>
                  <a:lnTo>
                    <a:pt x="0" y="226060"/>
                  </a:lnTo>
                  <a:lnTo>
                    <a:pt x="2540" y="226060"/>
                  </a:lnTo>
                  <a:lnTo>
                    <a:pt x="2540" y="24142"/>
                  </a:lnTo>
                  <a:close/>
                </a:path>
                <a:path w="2539" h="252729">
                  <a:moveTo>
                    <a:pt x="254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540" y="24130"/>
                  </a:lnTo>
                  <a:lnTo>
                    <a:pt x="2540" y="17792"/>
                  </a:lnTo>
                  <a:close/>
                </a:path>
                <a:path w="2539" h="252729">
                  <a:moveTo>
                    <a:pt x="254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2540" y="17780"/>
                  </a:lnTo>
                  <a:lnTo>
                    <a:pt x="2540" y="11442"/>
                  </a:lnTo>
                  <a:close/>
                </a:path>
                <a:path w="2539" h="252729">
                  <a:moveTo>
                    <a:pt x="254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5092"/>
                  </a:lnTo>
                  <a:close/>
                </a:path>
                <a:path w="2539" h="252729">
                  <a:moveTo>
                    <a:pt x="25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71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5" name="object 1355"/>
            <p:cNvSpPr/>
            <p:nvPr/>
          </p:nvSpPr>
          <p:spPr>
            <a:xfrm>
              <a:off x="1800860" y="50901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3810" y="252730"/>
                  </a:lnTo>
                  <a:lnTo>
                    <a:pt x="3810" y="251472"/>
                  </a:lnTo>
                  <a:close/>
                </a:path>
                <a:path w="3810" h="252729">
                  <a:moveTo>
                    <a:pt x="3810" y="247662"/>
                  </a:moveTo>
                  <a:lnTo>
                    <a:pt x="0" y="24766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47662"/>
                  </a:lnTo>
                  <a:close/>
                </a:path>
                <a:path w="3810" h="252729">
                  <a:moveTo>
                    <a:pt x="3810" y="245122"/>
                  </a:moveTo>
                  <a:lnTo>
                    <a:pt x="0" y="24512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5122"/>
                  </a:lnTo>
                  <a:close/>
                </a:path>
                <a:path w="3810" h="252729">
                  <a:moveTo>
                    <a:pt x="3810" y="241312"/>
                  </a:moveTo>
                  <a:lnTo>
                    <a:pt x="0" y="24131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1312"/>
                  </a:lnTo>
                  <a:close/>
                </a:path>
                <a:path w="3810" h="252729">
                  <a:moveTo>
                    <a:pt x="3810" y="238772"/>
                  </a:moveTo>
                  <a:lnTo>
                    <a:pt x="0" y="23877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8772"/>
                  </a:lnTo>
                  <a:close/>
                </a:path>
                <a:path w="3810" h="252729">
                  <a:moveTo>
                    <a:pt x="3810" y="234962"/>
                  </a:moveTo>
                  <a:lnTo>
                    <a:pt x="0" y="23496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4962"/>
                  </a:lnTo>
                  <a:close/>
                </a:path>
                <a:path w="3810" h="252729">
                  <a:moveTo>
                    <a:pt x="38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2422"/>
                  </a:lnTo>
                  <a:close/>
                </a:path>
                <a:path w="3810" h="252729">
                  <a:moveTo>
                    <a:pt x="3810" y="228612"/>
                  </a:moveTo>
                  <a:lnTo>
                    <a:pt x="0" y="22861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8612"/>
                  </a:lnTo>
                  <a:close/>
                </a:path>
                <a:path w="3810" h="252729">
                  <a:moveTo>
                    <a:pt x="3810" y="226072"/>
                  </a:moveTo>
                  <a:lnTo>
                    <a:pt x="0" y="22607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6072"/>
                  </a:lnTo>
                  <a:close/>
                </a:path>
                <a:path w="3810" h="252729">
                  <a:moveTo>
                    <a:pt x="3810" y="24142"/>
                  </a:moveTo>
                  <a:lnTo>
                    <a:pt x="0" y="2414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4142"/>
                  </a:lnTo>
                  <a:close/>
                </a:path>
                <a:path w="3810" h="252729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5272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5272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F84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6" name="object 1356"/>
            <p:cNvSpPr/>
            <p:nvPr/>
          </p:nvSpPr>
          <p:spPr>
            <a:xfrm>
              <a:off x="1804670" y="50901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3810" y="252730"/>
                  </a:lnTo>
                  <a:lnTo>
                    <a:pt x="3810" y="251472"/>
                  </a:lnTo>
                  <a:close/>
                </a:path>
                <a:path w="3810" h="252729">
                  <a:moveTo>
                    <a:pt x="3810" y="24142"/>
                  </a:moveTo>
                  <a:lnTo>
                    <a:pt x="0" y="2414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4142"/>
                  </a:lnTo>
                  <a:close/>
                </a:path>
                <a:path w="3810" h="252729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5272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5272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C82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7" name="object 1357"/>
            <p:cNvSpPr/>
            <p:nvPr/>
          </p:nvSpPr>
          <p:spPr>
            <a:xfrm>
              <a:off x="1808480" y="50901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3810" y="252730"/>
                  </a:lnTo>
                  <a:lnTo>
                    <a:pt x="3810" y="251472"/>
                  </a:lnTo>
                  <a:close/>
                </a:path>
                <a:path w="3810" h="252729">
                  <a:moveTo>
                    <a:pt x="3810" y="247662"/>
                  </a:moveTo>
                  <a:lnTo>
                    <a:pt x="0" y="24766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47662"/>
                  </a:lnTo>
                  <a:close/>
                </a:path>
                <a:path w="3810" h="252729">
                  <a:moveTo>
                    <a:pt x="3810" y="245122"/>
                  </a:moveTo>
                  <a:lnTo>
                    <a:pt x="0" y="24512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5122"/>
                  </a:lnTo>
                  <a:close/>
                </a:path>
                <a:path w="3810" h="252729">
                  <a:moveTo>
                    <a:pt x="3810" y="241312"/>
                  </a:moveTo>
                  <a:lnTo>
                    <a:pt x="0" y="24131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1312"/>
                  </a:lnTo>
                  <a:close/>
                </a:path>
                <a:path w="3810" h="252729">
                  <a:moveTo>
                    <a:pt x="3810" y="238772"/>
                  </a:moveTo>
                  <a:lnTo>
                    <a:pt x="0" y="23877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8772"/>
                  </a:lnTo>
                  <a:close/>
                </a:path>
                <a:path w="3810" h="252729">
                  <a:moveTo>
                    <a:pt x="3810" y="234962"/>
                  </a:moveTo>
                  <a:lnTo>
                    <a:pt x="0" y="23496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4962"/>
                  </a:lnTo>
                  <a:close/>
                </a:path>
                <a:path w="3810" h="252729">
                  <a:moveTo>
                    <a:pt x="38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2422"/>
                  </a:lnTo>
                  <a:close/>
                </a:path>
                <a:path w="3810" h="252729">
                  <a:moveTo>
                    <a:pt x="3810" y="228612"/>
                  </a:moveTo>
                  <a:lnTo>
                    <a:pt x="0" y="22861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8612"/>
                  </a:lnTo>
                  <a:close/>
                </a:path>
                <a:path w="3810" h="252729">
                  <a:moveTo>
                    <a:pt x="3810" y="226072"/>
                  </a:moveTo>
                  <a:lnTo>
                    <a:pt x="0" y="22607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6072"/>
                  </a:lnTo>
                  <a:close/>
                </a:path>
                <a:path w="3810" h="252729">
                  <a:moveTo>
                    <a:pt x="3810" y="24142"/>
                  </a:moveTo>
                  <a:lnTo>
                    <a:pt x="0" y="2414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4142"/>
                  </a:lnTo>
                  <a:close/>
                </a:path>
                <a:path w="3810" h="252729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5272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5272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980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8" name="object 1358"/>
            <p:cNvSpPr/>
            <p:nvPr/>
          </p:nvSpPr>
          <p:spPr>
            <a:xfrm>
              <a:off x="1812290" y="50901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3810" y="252730"/>
                  </a:lnTo>
                  <a:lnTo>
                    <a:pt x="3810" y="251472"/>
                  </a:lnTo>
                  <a:close/>
                </a:path>
                <a:path w="3810" h="252729">
                  <a:moveTo>
                    <a:pt x="3810" y="24142"/>
                  </a:moveTo>
                  <a:lnTo>
                    <a:pt x="0" y="2414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4142"/>
                  </a:lnTo>
                  <a:close/>
                </a:path>
                <a:path w="3810" h="252729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5272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5272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77E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9" name="object 1359"/>
            <p:cNvSpPr/>
            <p:nvPr/>
          </p:nvSpPr>
          <p:spPr>
            <a:xfrm>
              <a:off x="1816100" y="50901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3810" y="252730"/>
                  </a:lnTo>
                  <a:lnTo>
                    <a:pt x="3810" y="251472"/>
                  </a:lnTo>
                  <a:close/>
                </a:path>
                <a:path w="3810" h="252729">
                  <a:moveTo>
                    <a:pt x="3810" y="247662"/>
                  </a:moveTo>
                  <a:lnTo>
                    <a:pt x="0" y="24766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47662"/>
                  </a:lnTo>
                  <a:close/>
                </a:path>
                <a:path w="3810" h="252729">
                  <a:moveTo>
                    <a:pt x="3810" y="245122"/>
                  </a:moveTo>
                  <a:lnTo>
                    <a:pt x="0" y="24512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5122"/>
                  </a:lnTo>
                  <a:close/>
                </a:path>
                <a:path w="3810" h="252729">
                  <a:moveTo>
                    <a:pt x="3810" y="241312"/>
                  </a:moveTo>
                  <a:lnTo>
                    <a:pt x="0" y="24131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1312"/>
                  </a:lnTo>
                  <a:close/>
                </a:path>
                <a:path w="3810" h="252729">
                  <a:moveTo>
                    <a:pt x="3810" y="238772"/>
                  </a:moveTo>
                  <a:lnTo>
                    <a:pt x="0" y="23877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8772"/>
                  </a:lnTo>
                  <a:close/>
                </a:path>
                <a:path w="3810" h="252729">
                  <a:moveTo>
                    <a:pt x="3810" y="234962"/>
                  </a:moveTo>
                  <a:lnTo>
                    <a:pt x="0" y="23496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4962"/>
                  </a:lnTo>
                  <a:close/>
                </a:path>
                <a:path w="3810" h="252729">
                  <a:moveTo>
                    <a:pt x="38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2422"/>
                  </a:lnTo>
                  <a:close/>
                </a:path>
                <a:path w="3810" h="252729">
                  <a:moveTo>
                    <a:pt x="3810" y="228612"/>
                  </a:moveTo>
                  <a:lnTo>
                    <a:pt x="0" y="22861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8612"/>
                  </a:lnTo>
                  <a:close/>
                </a:path>
                <a:path w="3810" h="252729">
                  <a:moveTo>
                    <a:pt x="3810" y="226072"/>
                  </a:moveTo>
                  <a:lnTo>
                    <a:pt x="0" y="22607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6072"/>
                  </a:lnTo>
                  <a:close/>
                </a:path>
                <a:path w="3810" h="252729">
                  <a:moveTo>
                    <a:pt x="3810" y="24142"/>
                  </a:moveTo>
                  <a:lnTo>
                    <a:pt x="0" y="2414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4142"/>
                  </a:lnTo>
                  <a:close/>
                </a:path>
                <a:path w="3810" h="252729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5272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5272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A80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0" name="object 1360"/>
            <p:cNvSpPr/>
            <p:nvPr/>
          </p:nvSpPr>
          <p:spPr>
            <a:xfrm>
              <a:off x="1819910" y="50901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3810" y="252730"/>
                  </a:lnTo>
                  <a:lnTo>
                    <a:pt x="3810" y="251472"/>
                  </a:lnTo>
                  <a:close/>
                </a:path>
                <a:path w="3810" h="252729">
                  <a:moveTo>
                    <a:pt x="3810" y="24142"/>
                  </a:moveTo>
                  <a:lnTo>
                    <a:pt x="0" y="2414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4142"/>
                  </a:lnTo>
                  <a:close/>
                </a:path>
                <a:path w="3810" h="252729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5272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5272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C82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1" name="object 1361"/>
            <p:cNvSpPr/>
            <p:nvPr/>
          </p:nvSpPr>
          <p:spPr>
            <a:xfrm>
              <a:off x="1823720" y="50901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3810" y="252730"/>
                  </a:lnTo>
                  <a:lnTo>
                    <a:pt x="3810" y="251472"/>
                  </a:lnTo>
                  <a:close/>
                </a:path>
                <a:path w="3810" h="252729">
                  <a:moveTo>
                    <a:pt x="3810" y="247662"/>
                  </a:moveTo>
                  <a:lnTo>
                    <a:pt x="0" y="24766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47662"/>
                  </a:lnTo>
                  <a:close/>
                </a:path>
                <a:path w="3810" h="252729">
                  <a:moveTo>
                    <a:pt x="3810" y="245122"/>
                  </a:moveTo>
                  <a:lnTo>
                    <a:pt x="0" y="24512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5122"/>
                  </a:lnTo>
                  <a:close/>
                </a:path>
                <a:path w="3810" h="252729">
                  <a:moveTo>
                    <a:pt x="3810" y="241312"/>
                  </a:moveTo>
                  <a:lnTo>
                    <a:pt x="0" y="24131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1312"/>
                  </a:lnTo>
                  <a:close/>
                </a:path>
                <a:path w="3810" h="252729">
                  <a:moveTo>
                    <a:pt x="3810" y="238772"/>
                  </a:moveTo>
                  <a:lnTo>
                    <a:pt x="0" y="23877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8772"/>
                  </a:lnTo>
                  <a:close/>
                </a:path>
                <a:path w="3810" h="252729">
                  <a:moveTo>
                    <a:pt x="3810" y="234962"/>
                  </a:moveTo>
                  <a:lnTo>
                    <a:pt x="0" y="23496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4962"/>
                  </a:lnTo>
                  <a:close/>
                </a:path>
                <a:path w="3810" h="252729">
                  <a:moveTo>
                    <a:pt x="38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2422"/>
                  </a:lnTo>
                  <a:close/>
                </a:path>
                <a:path w="3810" h="252729">
                  <a:moveTo>
                    <a:pt x="3810" y="228612"/>
                  </a:moveTo>
                  <a:lnTo>
                    <a:pt x="0" y="22861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8612"/>
                  </a:lnTo>
                  <a:close/>
                </a:path>
                <a:path w="3810" h="252729">
                  <a:moveTo>
                    <a:pt x="3810" y="226072"/>
                  </a:moveTo>
                  <a:lnTo>
                    <a:pt x="0" y="22607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6072"/>
                  </a:lnTo>
                  <a:close/>
                </a:path>
                <a:path w="3810" h="252729">
                  <a:moveTo>
                    <a:pt x="3810" y="24142"/>
                  </a:moveTo>
                  <a:lnTo>
                    <a:pt x="0" y="2414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4142"/>
                  </a:lnTo>
                  <a:close/>
                </a:path>
                <a:path w="3810" h="252729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5272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5272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F84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2" name="object 1362"/>
            <p:cNvSpPr/>
            <p:nvPr/>
          </p:nvSpPr>
          <p:spPr>
            <a:xfrm>
              <a:off x="1827530" y="5090159"/>
              <a:ext cx="2540" cy="252729"/>
            </a:xfrm>
            <a:custGeom>
              <a:avLst/>
              <a:gdLst/>
              <a:ahLst/>
              <a:cxnLst/>
              <a:rect l="l" t="t" r="r" b="b"/>
              <a:pathLst>
                <a:path w="2539" h="252729">
                  <a:moveTo>
                    <a:pt x="254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2540" y="252730"/>
                  </a:lnTo>
                  <a:lnTo>
                    <a:pt x="2540" y="251472"/>
                  </a:lnTo>
                  <a:close/>
                </a:path>
                <a:path w="2539" h="252729">
                  <a:moveTo>
                    <a:pt x="2540" y="247662"/>
                  </a:moveTo>
                  <a:lnTo>
                    <a:pt x="0" y="247662"/>
                  </a:lnTo>
                  <a:lnTo>
                    <a:pt x="0" y="251460"/>
                  </a:lnTo>
                  <a:lnTo>
                    <a:pt x="2540" y="251460"/>
                  </a:lnTo>
                  <a:lnTo>
                    <a:pt x="2540" y="247662"/>
                  </a:lnTo>
                  <a:close/>
                </a:path>
                <a:path w="2539" h="252729">
                  <a:moveTo>
                    <a:pt x="2540" y="245122"/>
                  </a:moveTo>
                  <a:lnTo>
                    <a:pt x="0" y="245122"/>
                  </a:lnTo>
                  <a:lnTo>
                    <a:pt x="0" y="247650"/>
                  </a:lnTo>
                  <a:lnTo>
                    <a:pt x="2540" y="247650"/>
                  </a:lnTo>
                  <a:lnTo>
                    <a:pt x="2540" y="245122"/>
                  </a:lnTo>
                  <a:close/>
                </a:path>
                <a:path w="2539" h="252729">
                  <a:moveTo>
                    <a:pt x="2540" y="241312"/>
                  </a:moveTo>
                  <a:lnTo>
                    <a:pt x="0" y="241312"/>
                  </a:lnTo>
                  <a:lnTo>
                    <a:pt x="0" y="245110"/>
                  </a:lnTo>
                  <a:lnTo>
                    <a:pt x="2540" y="245110"/>
                  </a:lnTo>
                  <a:lnTo>
                    <a:pt x="2540" y="241312"/>
                  </a:lnTo>
                  <a:close/>
                </a:path>
                <a:path w="2539" h="252729">
                  <a:moveTo>
                    <a:pt x="2540" y="238772"/>
                  </a:moveTo>
                  <a:lnTo>
                    <a:pt x="0" y="238772"/>
                  </a:lnTo>
                  <a:lnTo>
                    <a:pt x="0" y="241300"/>
                  </a:lnTo>
                  <a:lnTo>
                    <a:pt x="2540" y="241300"/>
                  </a:lnTo>
                  <a:lnTo>
                    <a:pt x="2540" y="238772"/>
                  </a:lnTo>
                  <a:close/>
                </a:path>
                <a:path w="2539" h="252729">
                  <a:moveTo>
                    <a:pt x="2540" y="234962"/>
                  </a:moveTo>
                  <a:lnTo>
                    <a:pt x="0" y="234962"/>
                  </a:lnTo>
                  <a:lnTo>
                    <a:pt x="0" y="238760"/>
                  </a:lnTo>
                  <a:lnTo>
                    <a:pt x="2540" y="238760"/>
                  </a:lnTo>
                  <a:lnTo>
                    <a:pt x="2540" y="234962"/>
                  </a:lnTo>
                  <a:close/>
                </a:path>
                <a:path w="2539" h="252729">
                  <a:moveTo>
                    <a:pt x="254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540" y="234950"/>
                  </a:lnTo>
                  <a:lnTo>
                    <a:pt x="2540" y="232422"/>
                  </a:lnTo>
                  <a:close/>
                </a:path>
                <a:path w="2539" h="252729">
                  <a:moveTo>
                    <a:pt x="2540" y="228612"/>
                  </a:moveTo>
                  <a:lnTo>
                    <a:pt x="0" y="228612"/>
                  </a:lnTo>
                  <a:lnTo>
                    <a:pt x="0" y="232410"/>
                  </a:lnTo>
                  <a:lnTo>
                    <a:pt x="2540" y="232410"/>
                  </a:lnTo>
                  <a:lnTo>
                    <a:pt x="2540" y="228612"/>
                  </a:lnTo>
                  <a:close/>
                </a:path>
                <a:path w="2539" h="252729">
                  <a:moveTo>
                    <a:pt x="2540" y="226072"/>
                  </a:moveTo>
                  <a:lnTo>
                    <a:pt x="0" y="226072"/>
                  </a:lnTo>
                  <a:lnTo>
                    <a:pt x="0" y="228600"/>
                  </a:lnTo>
                  <a:lnTo>
                    <a:pt x="2540" y="228600"/>
                  </a:lnTo>
                  <a:lnTo>
                    <a:pt x="2540" y="226072"/>
                  </a:lnTo>
                  <a:close/>
                </a:path>
                <a:path w="2539" h="252729">
                  <a:moveTo>
                    <a:pt x="2540" y="24142"/>
                  </a:moveTo>
                  <a:lnTo>
                    <a:pt x="0" y="24142"/>
                  </a:lnTo>
                  <a:lnTo>
                    <a:pt x="0" y="226060"/>
                  </a:lnTo>
                  <a:lnTo>
                    <a:pt x="2540" y="226060"/>
                  </a:lnTo>
                  <a:lnTo>
                    <a:pt x="2540" y="24142"/>
                  </a:lnTo>
                  <a:close/>
                </a:path>
                <a:path w="2539" h="252729">
                  <a:moveTo>
                    <a:pt x="254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540" y="24130"/>
                  </a:lnTo>
                  <a:lnTo>
                    <a:pt x="2540" y="17792"/>
                  </a:lnTo>
                  <a:close/>
                </a:path>
                <a:path w="2539" h="252729">
                  <a:moveTo>
                    <a:pt x="254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2540" y="17780"/>
                  </a:lnTo>
                  <a:lnTo>
                    <a:pt x="2540" y="11442"/>
                  </a:lnTo>
                  <a:close/>
                </a:path>
                <a:path w="2539" h="252729">
                  <a:moveTo>
                    <a:pt x="254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5092"/>
                  </a:lnTo>
                  <a:close/>
                </a:path>
                <a:path w="2539" h="252729">
                  <a:moveTo>
                    <a:pt x="25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72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3" name="object 1363"/>
            <p:cNvSpPr/>
            <p:nvPr/>
          </p:nvSpPr>
          <p:spPr>
            <a:xfrm>
              <a:off x="1830070" y="50901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3810" y="252730"/>
                  </a:lnTo>
                  <a:lnTo>
                    <a:pt x="3810" y="251472"/>
                  </a:lnTo>
                  <a:close/>
                </a:path>
                <a:path w="3810" h="252729">
                  <a:moveTo>
                    <a:pt x="3810" y="247662"/>
                  </a:moveTo>
                  <a:lnTo>
                    <a:pt x="0" y="24766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47662"/>
                  </a:lnTo>
                  <a:close/>
                </a:path>
                <a:path w="3810" h="252729">
                  <a:moveTo>
                    <a:pt x="3810" y="245122"/>
                  </a:moveTo>
                  <a:lnTo>
                    <a:pt x="0" y="24512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5122"/>
                  </a:lnTo>
                  <a:close/>
                </a:path>
                <a:path w="3810" h="252729">
                  <a:moveTo>
                    <a:pt x="3810" y="241312"/>
                  </a:moveTo>
                  <a:lnTo>
                    <a:pt x="0" y="24131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1312"/>
                  </a:lnTo>
                  <a:close/>
                </a:path>
                <a:path w="3810" h="252729">
                  <a:moveTo>
                    <a:pt x="3810" y="238772"/>
                  </a:moveTo>
                  <a:lnTo>
                    <a:pt x="0" y="23877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8772"/>
                  </a:lnTo>
                  <a:close/>
                </a:path>
                <a:path w="3810" h="252729">
                  <a:moveTo>
                    <a:pt x="3810" y="234962"/>
                  </a:moveTo>
                  <a:lnTo>
                    <a:pt x="0" y="23496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4962"/>
                  </a:lnTo>
                  <a:close/>
                </a:path>
                <a:path w="3810" h="252729">
                  <a:moveTo>
                    <a:pt x="38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2422"/>
                  </a:lnTo>
                  <a:close/>
                </a:path>
                <a:path w="3810" h="252729">
                  <a:moveTo>
                    <a:pt x="3810" y="228612"/>
                  </a:moveTo>
                  <a:lnTo>
                    <a:pt x="0" y="22861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8612"/>
                  </a:lnTo>
                  <a:close/>
                </a:path>
                <a:path w="3810" h="252729">
                  <a:moveTo>
                    <a:pt x="3810" y="226072"/>
                  </a:moveTo>
                  <a:lnTo>
                    <a:pt x="0" y="22607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6072"/>
                  </a:lnTo>
                  <a:close/>
                </a:path>
                <a:path w="3810" h="252729">
                  <a:moveTo>
                    <a:pt x="3810" y="24142"/>
                  </a:moveTo>
                  <a:lnTo>
                    <a:pt x="0" y="2414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4142"/>
                  </a:lnTo>
                  <a:close/>
                </a:path>
                <a:path w="3810" h="252729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5272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5272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4" name="object 1364"/>
            <p:cNvSpPr/>
            <p:nvPr/>
          </p:nvSpPr>
          <p:spPr>
            <a:xfrm>
              <a:off x="1833880" y="50901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3810" y="252730"/>
                  </a:lnTo>
                  <a:lnTo>
                    <a:pt x="3810" y="251472"/>
                  </a:lnTo>
                  <a:close/>
                </a:path>
                <a:path w="3810" h="252729">
                  <a:moveTo>
                    <a:pt x="3810" y="24142"/>
                  </a:moveTo>
                  <a:lnTo>
                    <a:pt x="0" y="2414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4142"/>
                  </a:lnTo>
                  <a:close/>
                </a:path>
                <a:path w="3810" h="252729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5272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5272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5" name="object 1365"/>
            <p:cNvSpPr/>
            <p:nvPr/>
          </p:nvSpPr>
          <p:spPr>
            <a:xfrm>
              <a:off x="1837689" y="50901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254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10" h="252729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252729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252729">
                  <a:moveTo>
                    <a:pt x="381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7780"/>
                  </a:lnTo>
                  <a:close/>
                </a:path>
                <a:path w="3810" h="252729">
                  <a:moveTo>
                    <a:pt x="3810" y="24130"/>
                  </a:moveTo>
                  <a:lnTo>
                    <a:pt x="0" y="2413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4130"/>
                  </a:lnTo>
                  <a:close/>
                </a:path>
                <a:path w="3810" h="252729">
                  <a:moveTo>
                    <a:pt x="3810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6059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3810" y="234949"/>
                  </a:lnTo>
                  <a:lnTo>
                    <a:pt x="3810" y="232409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3810" y="238759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8759"/>
                  </a:moveTo>
                  <a:lnTo>
                    <a:pt x="0" y="238759"/>
                  </a:lnTo>
                  <a:lnTo>
                    <a:pt x="0" y="241299"/>
                  </a:lnTo>
                  <a:lnTo>
                    <a:pt x="3810" y="241299"/>
                  </a:lnTo>
                  <a:lnTo>
                    <a:pt x="3810" y="238759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109"/>
                  </a:lnTo>
                  <a:lnTo>
                    <a:pt x="3810" y="245109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45109"/>
                  </a:moveTo>
                  <a:lnTo>
                    <a:pt x="0" y="245109"/>
                  </a:lnTo>
                  <a:lnTo>
                    <a:pt x="0" y="247649"/>
                  </a:lnTo>
                  <a:lnTo>
                    <a:pt x="3810" y="247649"/>
                  </a:lnTo>
                  <a:lnTo>
                    <a:pt x="3810" y="245109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59"/>
                  </a:lnTo>
                  <a:lnTo>
                    <a:pt x="3810" y="251459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2540" y="251459"/>
                  </a:moveTo>
                  <a:lnTo>
                    <a:pt x="0" y="251459"/>
                  </a:lnTo>
                  <a:lnTo>
                    <a:pt x="0" y="252729"/>
                  </a:lnTo>
                  <a:lnTo>
                    <a:pt x="2540" y="252729"/>
                  </a:lnTo>
                  <a:lnTo>
                    <a:pt x="2540" y="251459"/>
                  </a:lnTo>
                  <a:close/>
                </a:path>
              </a:pathLst>
            </a:custGeom>
            <a:solidFill>
              <a:srgbClr val="7A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6" name="object 1366"/>
            <p:cNvSpPr/>
            <p:nvPr/>
          </p:nvSpPr>
          <p:spPr>
            <a:xfrm>
              <a:off x="1841500" y="5091430"/>
              <a:ext cx="3810" cy="250190"/>
            </a:xfrm>
            <a:custGeom>
              <a:avLst/>
              <a:gdLst/>
              <a:ahLst/>
              <a:cxnLst/>
              <a:rect l="l" t="t" r="r" b="b"/>
              <a:pathLst>
                <a:path w="3810" h="250189">
                  <a:moveTo>
                    <a:pt x="3810" y="246392"/>
                  </a:moveTo>
                  <a:lnTo>
                    <a:pt x="0" y="24639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6392"/>
                  </a:lnTo>
                  <a:close/>
                </a:path>
                <a:path w="3810" h="250189">
                  <a:moveTo>
                    <a:pt x="381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3852"/>
                  </a:lnTo>
                  <a:close/>
                </a:path>
                <a:path w="3810" h="250189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10" h="250189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10" h="250189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10" h="250189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10" h="250189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50189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50189">
                  <a:moveTo>
                    <a:pt x="3810" y="22872"/>
                  </a:moveTo>
                  <a:lnTo>
                    <a:pt x="0" y="2287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872"/>
                  </a:lnTo>
                  <a:close/>
                </a:path>
                <a:path w="3810" h="250189">
                  <a:moveTo>
                    <a:pt x="3810" y="16522"/>
                  </a:moveTo>
                  <a:lnTo>
                    <a:pt x="0" y="1652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22"/>
                  </a:lnTo>
                  <a:close/>
                </a:path>
                <a:path w="3810" h="250189">
                  <a:moveTo>
                    <a:pt x="381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72"/>
                  </a:lnTo>
                  <a:close/>
                </a:path>
                <a:path w="3810" h="250189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10" h="250189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7" name="object 1367"/>
            <p:cNvSpPr/>
            <p:nvPr/>
          </p:nvSpPr>
          <p:spPr>
            <a:xfrm>
              <a:off x="1845310" y="5091430"/>
              <a:ext cx="3810" cy="250190"/>
            </a:xfrm>
            <a:custGeom>
              <a:avLst/>
              <a:gdLst/>
              <a:ahLst/>
              <a:cxnLst/>
              <a:rect l="l" t="t" r="r" b="b"/>
              <a:pathLst>
                <a:path w="3810" h="250189">
                  <a:moveTo>
                    <a:pt x="380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10" h="250189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10" h="250189">
                  <a:moveTo>
                    <a:pt x="380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0160"/>
                  </a:lnTo>
                  <a:close/>
                </a:path>
                <a:path w="3810" h="250189">
                  <a:moveTo>
                    <a:pt x="3809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16510"/>
                  </a:lnTo>
                  <a:close/>
                </a:path>
                <a:path w="3810" h="250189">
                  <a:moveTo>
                    <a:pt x="3809" y="22860"/>
                  </a:moveTo>
                  <a:lnTo>
                    <a:pt x="0" y="22860"/>
                  </a:lnTo>
                  <a:lnTo>
                    <a:pt x="0" y="224790"/>
                  </a:lnTo>
                  <a:lnTo>
                    <a:pt x="3809" y="224790"/>
                  </a:lnTo>
                  <a:lnTo>
                    <a:pt x="3809" y="22860"/>
                  </a:lnTo>
                  <a:close/>
                </a:path>
                <a:path w="3810" h="250189">
                  <a:moveTo>
                    <a:pt x="3809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09" y="227330"/>
                  </a:lnTo>
                  <a:lnTo>
                    <a:pt x="3809" y="224790"/>
                  </a:lnTo>
                  <a:close/>
                </a:path>
                <a:path w="3810" h="250189">
                  <a:moveTo>
                    <a:pt x="3809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3809" y="231140"/>
                  </a:lnTo>
                  <a:lnTo>
                    <a:pt x="3809" y="227330"/>
                  </a:lnTo>
                  <a:close/>
                </a:path>
                <a:path w="3810" h="250189">
                  <a:moveTo>
                    <a:pt x="3809" y="231140"/>
                  </a:moveTo>
                  <a:lnTo>
                    <a:pt x="0" y="231140"/>
                  </a:lnTo>
                  <a:lnTo>
                    <a:pt x="0" y="233680"/>
                  </a:lnTo>
                  <a:lnTo>
                    <a:pt x="3809" y="233680"/>
                  </a:lnTo>
                  <a:lnTo>
                    <a:pt x="3809" y="231140"/>
                  </a:lnTo>
                  <a:close/>
                </a:path>
                <a:path w="3810" h="250189">
                  <a:moveTo>
                    <a:pt x="3809" y="233680"/>
                  </a:moveTo>
                  <a:lnTo>
                    <a:pt x="0" y="233680"/>
                  </a:lnTo>
                  <a:lnTo>
                    <a:pt x="0" y="237490"/>
                  </a:lnTo>
                  <a:lnTo>
                    <a:pt x="3809" y="237490"/>
                  </a:lnTo>
                  <a:lnTo>
                    <a:pt x="3809" y="233680"/>
                  </a:lnTo>
                  <a:close/>
                </a:path>
                <a:path w="3810" h="250189">
                  <a:moveTo>
                    <a:pt x="3809" y="237490"/>
                  </a:moveTo>
                  <a:lnTo>
                    <a:pt x="0" y="237490"/>
                  </a:lnTo>
                  <a:lnTo>
                    <a:pt x="0" y="240030"/>
                  </a:lnTo>
                  <a:lnTo>
                    <a:pt x="3809" y="240030"/>
                  </a:lnTo>
                  <a:lnTo>
                    <a:pt x="3809" y="237490"/>
                  </a:lnTo>
                  <a:close/>
                </a:path>
                <a:path w="3810" h="250189">
                  <a:moveTo>
                    <a:pt x="3809" y="240030"/>
                  </a:moveTo>
                  <a:lnTo>
                    <a:pt x="0" y="240030"/>
                  </a:lnTo>
                  <a:lnTo>
                    <a:pt x="0" y="243840"/>
                  </a:lnTo>
                  <a:lnTo>
                    <a:pt x="3809" y="243840"/>
                  </a:lnTo>
                  <a:lnTo>
                    <a:pt x="3809" y="240030"/>
                  </a:lnTo>
                  <a:close/>
                </a:path>
                <a:path w="3810" h="250189">
                  <a:moveTo>
                    <a:pt x="3809" y="243840"/>
                  </a:moveTo>
                  <a:lnTo>
                    <a:pt x="0" y="243840"/>
                  </a:lnTo>
                  <a:lnTo>
                    <a:pt x="0" y="246380"/>
                  </a:lnTo>
                  <a:lnTo>
                    <a:pt x="3809" y="246380"/>
                  </a:lnTo>
                  <a:lnTo>
                    <a:pt x="3809" y="243840"/>
                  </a:lnTo>
                  <a:close/>
                </a:path>
                <a:path w="3810" h="250189">
                  <a:moveTo>
                    <a:pt x="3809" y="246380"/>
                  </a:moveTo>
                  <a:lnTo>
                    <a:pt x="0" y="246380"/>
                  </a:lnTo>
                  <a:lnTo>
                    <a:pt x="0" y="250190"/>
                  </a:lnTo>
                  <a:lnTo>
                    <a:pt x="2539" y="250190"/>
                  </a:lnTo>
                  <a:lnTo>
                    <a:pt x="2539" y="248920"/>
                  </a:lnTo>
                  <a:lnTo>
                    <a:pt x="3809" y="248920"/>
                  </a:lnTo>
                  <a:lnTo>
                    <a:pt x="3809" y="246380"/>
                  </a:lnTo>
                  <a:close/>
                </a:path>
              </a:pathLst>
            </a:custGeom>
            <a:solidFill>
              <a:srgbClr val="7F9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8" name="object 1368"/>
            <p:cNvSpPr/>
            <p:nvPr/>
          </p:nvSpPr>
          <p:spPr>
            <a:xfrm>
              <a:off x="1849120" y="5091430"/>
              <a:ext cx="2540" cy="224790"/>
            </a:xfrm>
            <a:custGeom>
              <a:avLst/>
              <a:gdLst/>
              <a:ahLst/>
              <a:cxnLst/>
              <a:rect l="l" t="t" r="r" b="b"/>
              <a:pathLst>
                <a:path w="2539" h="224789">
                  <a:moveTo>
                    <a:pt x="2540" y="22872"/>
                  </a:moveTo>
                  <a:lnTo>
                    <a:pt x="0" y="22872"/>
                  </a:lnTo>
                  <a:lnTo>
                    <a:pt x="0" y="224790"/>
                  </a:lnTo>
                  <a:lnTo>
                    <a:pt x="2540" y="224790"/>
                  </a:lnTo>
                  <a:lnTo>
                    <a:pt x="2540" y="22872"/>
                  </a:lnTo>
                  <a:close/>
                </a:path>
                <a:path w="2539" h="224789">
                  <a:moveTo>
                    <a:pt x="2540" y="16522"/>
                  </a:moveTo>
                  <a:lnTo>
                    <a:pt x="0" y="16522"/>
                  </a:lnTo>
                  <a:lnTo>
                    <a:pt x="0" y="22860"/>
                  </a:lnTo>
                  <a:lnTo>
                    <a:pt x="2540" y="22860"/>
                  </a:lnTo>
                  <a:lnTo>
                    <a:pt x="2540" y="16522"/>
                  </a:lnTo>
                  <a:close/>
                </a:path>
                <a:path w="2539" h="224789">
                  <a:moveTo>
                    <a:pt x="254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2540" y="16510"/>
                  </a:lnTo>
                  <a:lnTo>
                    <a:pt x="2540" y="10172"/>
                  </a:lnTo>
                  <a:close/>
                </a:path>
                <a:path w="2539" h="224789">
                  <a:moveTo>
                    <a:pt x="254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2540" y="10160"/>
                  </a:lnTo>
                  <a:lnTo>
                    <a:pt x="2540" y="3822"/>
                  </a:lnTo>
                  <a:close/>
                </a:path>
                <a:path w="2539" h="224789">
                  <a:moveTo>
                    <a:pt x="254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40" y="381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8294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9" name="object 1369"/>
            <p:cNvSpPr/>
            <p:nvPr/>
          </p:nvSpPr>
          <p:spPr>
            <a:xfrm>
              <a:off x="1851660" y="5091430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10" h="248920">
                  <a:moveTo>
                    <a:pt x="381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3852"/>
                  </a:lnTo>
                  <a:close/>
                </a:path>
                <a:path w="3810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10" h="248920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10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10" h="248920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10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48920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48920">
                  <a:moveTo>
                    <a:pt x="3810" y="22872"/>
                  </a:moveTo>
                  <a:lnTo>
                    <a:pt x="0" y="2287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872"/>
                  </a:lnTo>
                  <a:close/>
                </a:path>
                <a:path w="3810" h="248920">
                  <a:moveTo>
                    <a:pt x="3810" y="16522"/>
                  </a:moveTo>
                  <a:lnTo>
                    <a:pt x="0" y="1652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22"/>
                  </a:lnTo>
                  <a:close/>
                </a:path>
                <a:path w="3810" h="248920">
                  <a:moveTo>
                    <a:pt x="381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72"/>
                  </a:lnTo>
                  <a:close/>
                </a:path>
                <a:path w="3810" h="248920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496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0" name="object 1370"/>
            <p:cNvSpPr/>
            <p:nvPr/>
          </p:nvSpPr>
          <p:spPr>
            <a:xfrm>
              <a:off x="1855470" y="5091430"/>
              <a:ext cx="3810" cy="224790"/>
            </a:xfrm>
            <a:custGeom>
              <a:avLst/>
              <a:gdLst/>
              <a:ahLst/>
              <a:cxnLst/>
              <a:rect l="l" t="t" r="r" b="b"/>
              <a:pathLst>
                <a:path w="3810" h="224789">
                  <a:moveTo>
                    <a:pt x="3810" y="22872"/>
                  </a:moveTo>
                  <a:lnTo>
                    <a:pt x="0" y="2287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872"/>
                  </a:lnTo>
                  <a:close/>
                </a:path>
                <a:path w="3810" h="224789">
                  <a:moveTo>
                    <a:pt x="3810" y="16522"/>
                  </a:moveTo>
                  <a:lnTo>
                    <a:pt x="0" y="1652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22"/>
                  </a:lnTo>
                  <a:close/>
                </a:path>
                <a:path w="3810" h="224789">
                  <a:moveTo>
                    <a:pt x="381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72"/>
                  </a:lnTo>
                  <a:close/>
                </a:path>
                <a:path w="3810" h="224789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10" h="224789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799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1" name="object 1371"/>
            <p:cNvSpPr/>
            <p:nvPr/>
          </p:nvSpPr>
          <p:spPr>
            <a:xfrm>
              <a:off x="1859280" y="5092700"/>
              <a:ext cx="3810" cy="247650"/>
            </a:xfrm>
            <a:custGeom>
              <a:avLst/>
              <a:gdLst/>
              <a:ahLst/>
              <a:cxnLst/>
              <a:rect l="l" t="t" r="r" b="b"/>
              <a:pathLst>
                <a:path w="3810" h="247650">
                  <a:moveTo>
                    <a:pt x="3810" y="245122"/>
                  </a:moveTo>
                  <a:lnTo>
                    <a:pt x="0" y="24512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5122"/>
                  </a:lnTo>
                  <a:close/>
                </a:path>
                <a:path w="3810" h="247650">
                  <a:moveTo>
                    <a:pt x="3810" y="242582"/>
                  </a:moveTo>
                  <a:lnTo>
                    <a:pt x="0" y="24258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2582"/>
                  </a:lnTo>
                  <a:close/>
                </a:path>
                <a:path w="3810" h="247650">
                  <a:moveTo>
                    <a:pt x="3810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8772"/>
                  </a:lnTo>
                  <a:close/>
                </a:path>
                <a:path w="3810" h="247650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10" h="247650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10" h="247650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10" h="247650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10" h="247650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10" h="247650">
                  <a:moveTo>
                    <a:pt x="3810" y="21602"/>
                  </a:moveTo>
                  <a:lnTo>
                    <a:pt x="0" y="2160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602"/>
                  </a:lnTo>
                  <a:close/>
                </a:path>
                <a:path w="3810" h="247650">
                  <a:moveTo>
                    <a:pt x="3810" y="15252"/>
                  </a:moveTo>
                  <a:lnTo>
                    <a:pt x="0" y="1525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5252"/>
                  </a:lnTo>
                  <a:close/>
                </a:path>
                <a:path w="3810" h="247650">
                  <a:moveTo>
                    <a:pt x="381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8902"/>
                  </a:lnTo>
                  <a:close/>
                </a:path>
                <a:path w="3810" h="247650">
                  <a:moveTo>
                    <a:pt x="381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2552"/>
                  </a:lnTo>
                  <a:close/>
                </a:path>
                <a:path w="3810" h="24765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2" name="object 1372"/>
            <p:cNvSpPr/>
            <p:nvPr/>
          </p:nvSpPr>
          <p:spPr>
            <a:xfrm>
              <a:off x="1863090" y="5092700"/>
              <a:ext cx="3810" cy="223520"/>
            </a:xfrm>
            <a:custGeom>
              <a:avLst/>
              <a:gdLst/>
              <a:ahLst/>
              <a:cxnLst/>
              <a:rect l="l" t="t" r="r" b="b"/>
              <a:pathLst>
                <a:path w="3810" h="223520">
                  <a:moveTo>
                    <a:pt x="3810" y="21602"/>
                  </a:moveTo>
                  <a:lnTo>
                    <a:pt x="0" y="2160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602"/>
                  </a:lnTo>
                  <a:close/>
                </a:path>
                <a:path w="3810" h="223520">
                  <a:moveTo>
                    <a:pt x="3810" y="15252"/>
                  </a:moveTo>
                  <a:lnTo>
                    <a:pt x="0" y="1525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5252"/>
                  </a:lnTo>
                  <a:close/>
                </a:path>
                <a:path w="3810" h="223520">
                  <a:moveTo>
                    <a:pt x="381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8902"/>
                  </a:lnTo>
                  <a:close/>
                </a:path>
                <a:path w="3810" h="223520">
                  <a:moveTo>
                    <a:pt x="381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2552"/>
                  </a:lnTo>
                  <a:close/>
                </a:path>
                <a:path w="3810" h="22352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3" name="object 1373"/>
            <p:cNvSpPr/>
            <p:nvPr/>
          </p:nvSpPr>
          <p:spPr>
            <a:xfrm>
              <a:off x="1866900" y="5093969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10" h="245110">
                  <a:moveTo>
                    <a:pt x="3810" y="243852"/>
                  </a:moveTo>
                  <a:lnTo>
                    <a:pt x="0" y="24385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3852"/>
                  </a:lnTo>
                  <a:close/>
                </a:path>
                <a:path w="3810" h="245110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10" h="245110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10" h="245110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10" h="24511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10" h="24511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10" h="245110">
                  <a:moveTo>
                    <a:pt x="381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4802"/>
                  </a:lnTo>
                  <a:close/>
                </a:path>
                <a:path w="3810" h="245110">
                  <a:moveTo>
                    <a:pt x="381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2262"/>
                  </a:lnTo>
                  <a:close/>
                </a:path>
                <a:path w="3810" h="245110">
                  <a:moveTo>
                    <a:pt x="3810" y="20332"/>
                  </a:moveTo>
                  <a:lnTo>
                    <a:pt x="0" y="2033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0332"/>
                  </a:lnTo>
                  <a:close/>
                </a:path>
                <a:path w="3810" h="24511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4511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4511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4511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F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4" name="object 1374"/>
            <p:cNvSpPr/>
            <p:nvPr/>
          </p:nvSpPr>
          <p:spPr>
            <a:xfrm>
              <a:off x="1870710" y="5093969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10" h="245110">
                  <a:moveTo>
                    <a:pt x="2540" y="243852"/>
                  </a:moveTo>
                  <a:lnTo>
                    <a:pt x="0" y="243852"/>
                  </a:lnTo>
                  <a:lnTo>
                    <a:pt x="0" y="245110"/>
                  </a:lnTo>
                  <a:lnTo>
                    <a:pt x="2540" y="245110"/>
                  </a:lnTo>
                  <a:lnTo>
                    <a:pt x="2540" y="243852"/>
                  </a:lnTo>
                  <a:close/>
                </a:path>
                <a:path w="3810" h="245110">
                  <a:moveTo>
                    <a:pt x="3810" y="20332"/>
                  </a:moveTo>
                  <a:lnTo>
                    <a:pt x="0" y="2033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0332"/>
                  </a:lnTo>
                  <a:close/>
                </a:path>
                <a:path w="3810" h="24511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4511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4511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4511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5" name="object 1375"/>
            <p:cNvSpPr/>
            <p:nvPr/>
          </p:nvSpPr>
          <p:spPr>
            <a:xfrm>
              <a:off x="1874520" y="5093969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10" h="243839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10" h="243839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10" h="243839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10" h="243839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10" h="243839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10" h="243839">
                  <a:moveTo>
                    <a:pt x="381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4802"/>
                  </a:lnTo>
                  <a:close/>
                </a:path>
                <a:path w="3810" h="243839">
                  <a:moveTo>
                    <a:pt x="381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2262"/>
                  </a:lnTo>
                  <a:close/>
                </a:path>
                <a:path w="3810" h="243839">
                  <a:moveTo>
                    <a:pt x="3810" y="20332"/>
                  </a:moveTo>
                  <a:lnTo>
                    <a:pt x="0" y="2033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0332"/>
                  </a:lnTo>
                  <a:close/>
                </a:path>
                <a:path w="3810" h="243839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43839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43839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43839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6" name="object 1376"/>
            <p:cNvSpPr/>
            <p:nvPr/>
          </p:nvSpPr>
          <p:spPr>
            <a:xfrm>
              <a:off x="1878330" y="5093969"/>
              <a:ext cx="2540" cy="222250"/>
            </a:xfrm>
            <a:custGeom>
              <a:avLst/>
              <a:gdLst/>
              <a:ahLst/>
              <a:cxnLst/>
              <a:rect l="l" t="t" r="r" b="b"/>
              <a:pathLst>
                <a:path w="2539" h="222250">
                  <a:moveTo>
                    <a:pt x="2540" y="20332"/>
                  </a:moveTo>
                  <a:lnTo>
                    <a:pt x="0" y="20332"/>
                  </a:lnTo>
                  <a:lnTo>
                    <a:pt x="0" y="222250"/>
                  </a:lnTo>
                  <a:lnTo>
                    <a:pt x="2540" y="222250"/>
                  </a:lnTo>
                  <a:lnTo>
                    <a:pt x="2540" y="20332"/>
                  </a:lnTo>
                  <a:close/>
                </a:path>
                <a:path w="2539" h="222250">
                  <a:moveTo>
                    <a:pt x="254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2540" y="20320"/>
                  </a:lnTo>
                  <a:lnTo>
                    <a:pt x="2540" y="13982"/>
                  </a:lnTo>
                  <a:close/>
                </a:path>
                <a:path w="2539" h="222250">
                  <a:moveTo>
                    <a:pt x="254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2540" y="13970"/>
                  </a:lnTo>
                  <a:lnTo>
                    <a:pt x="2540" y="7632"/>
                  </a:lnTo>
                  <a:close/>
                </a:path>
                <a:path w="2539" h="222250">
                  <a:moveTo>
                    <a:pt x="254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1282"/>
                  </a:lnTo>
                  <a:close/>
                </a:path>
                <a:path w="2539" h="222250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97A6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7" name="object 1377"/>
            <p:cNvSpPr/>
            <p:nvPr/>
          </p:nvSpPr>
          <p:spPr>
            <a:xfrm>
              <a:off x="1880870" y="5093969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10" h="243839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10" h="243839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10" h="243839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10" h="243839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10" h="243839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10" h="243839">
                  <a:moveTo>
                    <a:pt x="381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4802"/>
                  </a:lnTo>
                  <a:close/>
                </a:path>
                <a:path w="3810" h="243839">
                  <a:moveTo>
                    <a:pt x="381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2262"/>
                  </a:lnTo>
                  <a:close/>
                </a:path>
                <a:path w="3810" h="243839">
                  <a:moveTo>
                    <a:pt x="3810" y="20332"/>
                  </a:moveTo>
                  <a:lnTo>
                    <a:pt x="0" y="2033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0332"/>
                  </a:lnTo>
                  <a:close/>
                </a:path>
                <a:path w="3810" h="243839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43839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43839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43839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9A8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8" name="object 1378"/>
            <p:cNvSpPr/>
            <p:nvPr/>
          </p:nvSpPr>
          <p:spPr>
            <a:xfrm>
              <a:off x="1884680" y="5095252"/>
              <a:ext cx="3810" cy="220979"/>
            </a:xfrm>
            <a:custGeom>
              <a:avLst/>
              <a:gdLst/>
              <a:ahLst/>
              <a:cxnLst/>
              <a:rect l="l" t="t" r="r" b="b"/>
              <a:pathLst>
                <a:path w="3810" h="220979">
                  <a:moveTo>
                    <a:pt x="3810" y="19050"/>
                  </a:moveTo>
                  <a:lnTo>
                    <a:pt x="0" y="1905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19050"/>
                  </a:lnTo>
                  <a:close/>
                </a:path>
                <a:path w="3810" h="220979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10" h="220979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10" h="220979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CA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9" name="object 1379"/>
            <p:cNvSpPr/>
            <p:nvPr/>
          </p:nvSpPr>
          <p:spPr>
            <a:xfrm>
              <a:off x="1888489" y="5095239"/>
              <a:ext cx="3810" cy="242570"/>
            </a:xfrm>
            <a:custGeom>
              <a:avLst/>
              <a:gdLst/>
              <a:ahLst/>
              <a:cxnLst/>
              <a:rect l="l" t="t" r="r" b="b"/>
              <a:pathLst>
                <a:path w="3810" h="242570">
                  <a:moveTo>
                    <a:pt x="254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10" h="242570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10" h="242570">
                  <a:moveTo>
                    <a:pt x="381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2699"/>
                  </a:lnTo>
                  <a:close/>
                </a:path>
                <a:path w="3810" h="242570">
                  <a:moveTo>
                    <a:pt x="3810" y="19049"/>
                  </a:moveTo>
                  <a:lnTo>
                    <a:pt x="0" y="19049"/>
                  </a:lnTo>
                  <a:lnTo>
                    <a:pt x="0" y="220979"/>
                  </a:lnTo>
                  <a:lnTo>
                    <a:pt x="3810" y="220979"/>
                  </a:lnTo>
                  <a:lnTo>
                    <a:pt x="3810" y="19049"/>
                  </a:lnTo>
                  <a:close/>
                </a:path>
                <a:path w="3810" h="242570">
                  <a:moveTo>
                    <a:pt x="3810" y="220979"/>
                  </a:moveTo>
                  <a:lnTo>
                    <a:pt x="0" y="220979"/>
                  </a:lnTo>
                  <a:lnTo>
                    <a:pt x="0" y="223519"/>
                  </a:lnTo>
                  <a:lnTo>
                    <a:pt x="3810" y="223519"/>
                  </a:lnTo>
                  <a:lnTo>
                    <a:pt x="3810" y="220979"/>
                  </a:lnTo>
                  <a:close/>
                </a:path>
                <a:path w="3810" h="242570">
                  <a:moveTo>
                    <a:pt x="3810" y="223519"/>
                  </a:moveTo>
                  <a:lnTo>
                    <a:pt x="0" y="223519"/>
                  </a:lnTo>
                  <a:lnTo>
                    <a:pt x="0" y="227329"/>
                  </a:lnTo>
                  <a:lnTo>
                    <a:pt x="3810" y="227329"/>
                  </a:lnTo>
                  <a:lnTo>
                    <a:pt x="3810" y="223519"/>
                  </a:lnTo>
                  <a:close/>
                </a:path>
                <a:path w="3810" h="242570">
                  <a:moveTo>
                    <a:pt x="3810" y="227329"/>
                  </a:moveTo>
                  <a:lnTo>
                    <a:pt x="0" y="227329"/>
                  </a:lnTo>
                  <a:lnTo>
                    <a:pt x="0" y="229869"/>
                  </a:lnTo>
                  <a:lnTo>
                    <a:pt x="3810" y="229869"/>
                  </a:lnTo>
                  <a:lnTo>
                    <a:pt x="3810" y="227329"/>
                  </a:lnTo>
                  <a:close/>
                </a:path>
                <a:path w="3810" h="242570">
                  <a:moveTo>
                    <a:pt x="3810" y="229869"/>
                  </a:moveTo>
                  <a:lnTo>
                    <a:pt x="0" y="229869"/>
                  </a:lnTo>
                  <a:lnTo>
                    <a:pt x="0" y="233679"/>
                  </a:lnTo>
                  <a:lnTo>
                    <a:pt x="3810" y="233679"/>
                  </a:lnTo>
                  <a:lnTo>
                    <a:pt x="3810" y="229869"/>
                  </a:lnTo>
                  <a:close/>
                </a:path>
                <a:path w="3810" h="242570">
                  <a:moveTo>
                    <a:pt x="3810" y="233679"/>
                  </a:moveTo>
                  <a:lnTo>
                    <a:pt x="0" y="233679"/>
                  </a:lnTo>
                  <a:lnTo>
                    <a:pt x="0" y="236219"/>
                  </a:lnTo>
                  <a:lnTo>
                    <a:pt x="3810" y="236219"/>
                  </a:lnTo>
                  <a:lnTo>
                    <a:pt x="3810" y="233679"/>
                  </a:lnTo>
                  <a:close/>
                </a:path>
                <a:path w="3810" h="242570">
                  <a:moveTo>
                    <a:pt x="3810" y="236219"/>
                  </a:moveTo>
                  <a:lnTo>
                    <a:pt x="0" y="236219"/>
                  </a:lnTo>
                  <a:lnTo>
                    <a:pt x="0" y="240029"/>
                  </a:lnTo>
                  <a:lnTo>
                    <a:pt x="3810" y="240029"/>
                  </a:lnTo>
                  <a:lnTo>
                    <a:pt x="3810" y="236219"/>
                  </a:lnTo>
                  <a:close/>
                </a:path>
                <a:path w="3810" h="242570">
                  <a:moveTo>
                    <a:pt x="3810" y="240029"/>
                  </a:moveTo>
                  <a:lnTo>
                    <a:pt x="0" y="240029"/>
                  </a:lnTo>
                  <a:lnTo>
                    <a:pt x="0" y="242569"/>
                  </a:lnTo>
                  <a:lnTo>
                    <a:pt x="2540" y="242569"/>
                  </a:lnTo>
                  <a:lnTo>
                    <a:pt x="2540" y="241299"/>
                  </a:lnTo>
                  <a:lnTo>
                    <a:pt x="3810" y="241299"/>
                  </a:lnTo>
                  <a:lnTo>
                    <a:pt x="3810" y="240029"/>
                  </a:lnTo>
                  <a:close/>
                </a:path>
              </a:pathLst>
            </a:custGeom>
            <a:solidFill>
              <a:srgbClr val="9FA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0" name="object 1380"/>
            <p:cNvSpPr/>
            <p:nvPr/>
          </p:nvSpPr>
          <p:spPr>
            <a:xfrm>
              <a:off x="1892300" y="5096509"/>
              <a:ext cx="3810" cy="240029"/>
            </a:xfrm>
            <a:custGeom>
              <a:avLst/>
              <a:gdLst/>
              <a:ahLst/>
              <a:cxnLst/>
              <a:rect l="l" t="t" r="r" b="b"/>
              <a:pathLst>
                <a:path w="3810" h="240029">
                  <a:moveTo>
                    <a:pt x="2540" y="238772"/>
                  </a:moveTo>
                  <a:lnTo>
                    <a:pt x="0" y="238772"/>
                  </a:lnTo>
                  <a:lnTo>
                    <a:pt x="0" y="240030"/>
                  </a:lnTo>
                  <a:lnTo>
                    <a:pt x="2540" y="240030"/>
                  </a:lnTo>
                  <a:lnTo>
                    <a:pt x="2540" y="238772"/>
                  </a:lnTo>
                  <a:close/>
                </a:path>
                <a:path w="3810" h="240029">
                  <a:moveTo>
                    <a:pt x="3810" y="234962"/>
                  </a:moveTo>
                  <a:lnTo>
                    <a:pt x="0" y="23496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4962"/>
                  </a:lnTo>
                  <a:close/>
                </a:path>
                <a:path w="3810" h="240029">
                  <a:moveTo>
                    <a:pt x="38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2422"/>
                  </a:lnTo>
                  <a:close/>
                </a:path>
                <a:path w="3810" h="240029">
                  <a:moveTo>
                    <a:pt x="3810" y="228612"/>
                  </a:moveTo>
                  <a:lnTo>
                    <a:pt x="0" y="22861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8612"/>
                  </a:lnTo>
                  <a:close/>
                </a:path>
                <a:path w="3810" h="240029">
                  <a:moveTo>
                    <a:pt x="3810" y="226072"/>
                  </a:moveTo>
                  <a:lnTo>
                    <a:pt x="0" y="22607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6072"/>
                  </a:lnTo>
                  <a:close/>
                </a:path>
                <a:path w="3810" h="240029">
                  <a:moveTo>
                    <a:pt x="381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2262"/>
                  </a:lnTo>
                  <a:close/>
                </a:path>
                <a:path w="3810" h="240029">
                  <a:moveTo>
                    <a:pt x="381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19722"/>
                  </a:lnTo>
                  <a:close/>
                </a:path>
                <a:path w="3810" h="240029">
                  <a:moveTo>
                    <a:pt x="3810" y="17792"/>
                  </a:moveTo>
                  <a:lnTo>
                    <a:pt x="0" y="1779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17792"/>
                  </a:lnTo>
                  <a:close/>
                </a:path>
                <a:path w="3810" h="24002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4002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4002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1" name="object 1381"/>
            <p:cNvSpPr/>
            <p:nvPr/>
          </p:nvSpPr>
          <p:spPr>
            <a:xfrm>
              <a:off x="1896110" y="5096509"/>
              <a:ext cx="3810" cy="219710"/>
            </a:xfrm>
            <a:custGeom>
              <a:avLst/>
              <a:gdLst/>
              <a:ahLst/>
              <a:cxnLst/>
              <a:rect l="l" t="t" r="r" b="b"/>
              <a:pathLst>
                <a:path w="3810" h="219710">
                  <a:moveTo>
                    <a:pt x="3810" y="17792"/>
                  </a:moveTo>
                  <a:lnTo>
                    <a:pt x="0" y="1779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17792"/>
                  </a:lnTo>
                  <a:close/>
                </a:path>
                <a:path w="3810" h="219710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19710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19710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2" name="object 1382"/>
            <p:cNvSpPr/>
            <p:nvPr/>
          </p:nvSpPr>
          <p:spPr>
            <a:xfrm>
              <a:off x="1899919" y="5096509"/>
              <a:ext cx="2540" cy="238760"/>
            </a:xfrm>
            <a:custGeom>
              <a:avLst/>
              <a:gdLst/>
              <a:ahLst/>
              <a:cxnLst/>
              <a:rect l="l" t="t" r="r" b="b"/>
              <a:pathLst>
                <a:path w="2539" h="238760">
                  <a:moveTo>
                    <a:pt x="126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2540" y="5079"/>
                  </a:lnTo>
                  <a:lnTo>
                    <a:pt x="2540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2539" h="238760">
                  <a:moveTo>
                    <a:pt x="254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2540" y="11429"/>
                  </a:lnTo>
                  <a:lnTo>
                    <a:pt x="2540" y="5080"/>
                  </a:lnTo>
                  <a:close/>
                </a:path>
                <a:path w="2539" h="238760">
                  <a:moveTo>
                    <a:pt x="254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2540" y="17779"/>
                  </a:lnTo>
                  <a:lnTo>
                    <a:pt x="2540" y="11430"/>
                  </a:lnTo>
                  <a:close/>
                </a:path>
                <a:path w="2539" h="238760">
                  <a:moveTo>
                    <a:pt x="2540" y="17780"/>
                  </a:moveTo>
                  <a:lnTo>
                    <a:pt x="0" y="17780"/>
                  </a:lnTo>
                  <a:lnTo>
                    <a:pt x="0" y="219709"/>
                  </a:lnTo>
                  <a:lnTo>
                    <a:pt x="2540" y="219709"/>
                  </a:lnTo>
                  <a:lnTo>
                    <a:pt x="2540" y="17780"/>
                  </a:lnTo>
                  <a:close/>
                </a:path>
                <a:path w="2539" h="238760">
                  <a:moveTo>
                    <a:pt x="2540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2540" y="222249"/>
                  </a:lnTo>
                  <a:lnTo>
                    <a:pt x="2540" y="219709"/>
                  </a:lnTo>
                  <a:close/>
                </a:path>
                <a:path w="2539" h="238760">
                  <a:moveTo>
                    <a:pt x="2540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2540" y="226059"/>
                  </a:lnTo>
                  <a:lnTo>
                    <a:pt x="2540" y="222250"/>
                  </a:lnTo>
                  <a:close/>
                </a:path>
                <a:path w="2539" h="238760">
                  <a:moveTo>
                    <a:pt x="2540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2540" y="228599"/>
                  </a:lnTo>
                  <a:lnTo>
                    <a:pt x="2540" y="226059"/>
                  </a:lnTo>
                  <a:close/>
                </a:path>
                <a:path w="2539" h="238760">
                  <a:moveTo>
                    <a:pt x="2540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2540" y="232409"/>
                  </a:lnTo>
                  <a:lnTo>
                    <a:pt x="2540" y="228600"/>
                  </a:lnTo>
                  <a:close/>
                </a:path>
                <a:path w="2539" h="238760">
                  <a:moveTo>
                    <a:pt x="2540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2540" y="234949"/>
                  </a:lnTo>
                  <a:lnTo>
                    <a:pt x="2540" y="232409"/>
                  </a:lnTo>
                  <a:close/>
                </a:path>
                <a:path w="2539" h="238760">
                  <a:moveTo>
                    <a:pt x="2540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1269" y="238759"/>
                  </a:lnTo>
                  <a:lnTo>
                    <a:pt x="1269" y="237489"/>
                  </a:lnTo>
                  <a:lnTo>
                    <a:pt x="2540" y="237489"/>
                  </a:lnTo>
                  <a:lnTo>
                    <a:pt x="2540" y="234950"/>
                  </a:lnTo>
                  <a:close/>
                </a:path>
              </a:pathLst>
            </a:custGeom>
            <a:solidFill>
              <a:srgbClr val="A7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3" name="object 1383"/>
            <p:cNvSpPr/>
            <p:nvPr/>
          </p:nvSpPr>
          <p:spPr>
            <a:xfrm>
              <a:off x="1902460" y="5097780"/>
              <a:ext cx="5080" cy="236220"/>
            </a:xfrm>
            <a:custGeom>
              <a:avLst/>
              <a:gdLst/>
              <a:ahLst/>
              <a:cxnLst/>
              <a:rect l="l" t="t" r="r" b="b"/>
              <a:pathLst>
                <a:path w="5080" h="236220">
                  <a:moveTo>
                    <a:pt x="508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5080" y="236220"/>
                  </a:lnTo>
                  <a:lnTo>
                    <a:pt x="5080" y="233692"/>
                  </a:lnTo>
                  <a:close/>
                </a:path>
                <a:path w="5080" h="236220">
                  <a:moveTo>
                    <a:pt x="508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5080" y="233680"/>
                  </a:lnTo>
                  <a:lnTo>
                    <a:pt x="5080" y="231152"/>
                  </a:lnTo>
                  <a:close/>
                </a:path>
                <a:path w="5080" h="236220">
                  <a:moveTo>
                    <a:pt x="508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5080" y="231140"/>
                  </a:lnTo>
                  <a:lnTo>
                    <a:pt x="5080" y="227342"/>
                  </a:lnTo>
                  <a:close/>
                </a:path>
                <a:path w="5080" h="236220">
                  <a:moveTo>
                    <a:pt x="508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5080" y="227330"/>
                  </a:lnTo>
                  <a:lnTo>
                    <a:pt x="5080" y="224802"/>
                  </a:lnTo>
                  <a:close/>
                </a:path>
                <a:path w="5080" h="236220">
                  <a:moveTo>
                    <a:pt x="508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5080" y="224790"/>
                  </a:lnTo>
                  <a:lnTo>
                    <a:pt x="5080" y="220992"/>
                  </a:lnTo>
                  <a:close/>
                </a:path>
                <a:path w="5080" h="236220">
                  <a:moveTo>
                    <a:pt x="5080" y="218452"/>
                  </a:moveTo>
                  <a:lnTo>
                    <a:pt x="0" y="218452"/>
                  </a:lnTo>
                  <a:lnTo>
                    <a:pt x="0" y="220980"/>
                  </a:lnTo>
                  <a:lnTo>
                    <a:pt x="5080" y="220980"/>
                  </a:lnTo>
                  <a:lnTo>
                    <a:pt x="5080" y="218452"/>
                  </a:lnTo>
                  <a:close/>
                </a:path>
                <a:path w="5080" h="236220">
                  <a:moveTo>
                    <a:pt x="5080" y="16522"/>
                  </a:moveTo>
                  <a:lnTo>
                    <a:pt x="0" y="16522"/>
                  </a:lnTo>
                  <a:lnTo>
                    <a:pt x="0" y="218440"/>
                  </a:lnTo>
                  <a:lnTo>
                    <a:pt x="5080" y="218440"/>
                  </a:lnTo>
                  <a:lnTo>
                    <a:pt x="5080" y="16522"/>
                  </a:lnTo>
                  <a:close/>
                </a:path>
                <a:path w="5080" h="236220">
                  <a:moveTo>
                    <a:pt x="508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5080" y="16510"/>
                  </a:lnTo>
                  <a:lnTo>
                    <a:pt x="5080" y="10172"/>
                  </a:lnTo>
                  <a:close/>
                </a:path>
                <a:path w="5080" h="236220">
                  <a:moveTo>
                    <a:pt x="508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5080" y="10160"/>
                  </a:lnTo>
                  <a:lnTo>
                    <a:pt x="5080" y="3822"/>
                  </a:lnTo>
                  <a:close/>
                </a:path>
                <a:path w="5080" h="236220">
                  <a:moveTo>
                    <a:pt x="50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5080" y="3810"/>
                  </a:lnTo>
                  <a:lnTo>
                    <a:pt x="5080" y="0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4" name="object 1384"/>
            <p:cNvSpPr/>
            <p:nvPr/>
          </p:nvSpPr>
          <p:spPr>
            <a:xfrm>
              <a:off x="1907540" y="5099050"/>
              <a:ext cx="2540" cy="217170"/>
            </a:xfrm>
            <a:custGeom>
              <a:avLst/>
              <a:gdLst/>
              <a:ahLst/>
              <a:cxnLst/>
              <a:rect l="l" t="t" r="r" b="b"/>
              <a:pathLst>
                <a:path w="2539" h="217170">
                  <a:moveTo>
                    <a:pt x="2540" y="15252"/>
                  </a:moveTo>
                  <a:lnTo>
                    <a:pt x="0" y="15252"/>
                  </a:lnTo>
                  <a:lnTo>
                    <a:pt x="0" y="217170"/>
                  </a:lnTo>
                  <a:lnTo>
                    <a:pt x="2540" y="217170"/>
                  </a:lnTo>
                  <a:lnTo>
                    <a:pt x="2540" y="15252"/>
                  </a:lnTo>
                  <a:close/>
                </a:path>
                <a:path w="2539" h="217170">
                  <a:moveTo>
                    <a:pt x="254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2540" y="15240"/>
                  </a:lnTo>
                  <a:lnTo>
                    <a:pt x="2540" y="8902"/>
                  </a:lnTo>
                  <a:close/>
                </a:path>
                <a:path w="2539" h="217170">
                  <a:moveTo>
                    <a:pt x="254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2540" y="8890"/>
                  </a:lnTo>
                  <a:lnTo>
                    <a:pt x="2540" y="2552"/>
                  </a:lnTo>
                  <a:close/>
                </a:path>
                <a:path w="2539" h="217170">
                  <a:moveTo>
                    <a:pt x="254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540" y="254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5" name="object 1385"/>
            <p:cNvSpPr/>
            <p:nvPr/>
          </p:nvSpPr>
          <p:spPr>
            <a:xfrm>
              <a:off x="1910080" y="5099050"/>
              <a:ext cx="3810" cy="234950"/>
            </a:xfrm>
            <a:custGeom>
              <a:avLst/>
              <a:gdLst/>
              <a:ahLst/>
              <a:cxnLst/>
              <a:rect l="l" t="t" r="r" b="b"/>
              <a:pathLst>
                <a:path w="3810" h="234950">
                  <a:moveTo>
                    <a:pt x="126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3810" h="234950">
                  <a:moveTo>
                    <a:pt x="3809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2540"/>
                  </a:lnTo>
                  <a:close/>
                </a:path>
                <a:path w="3810" h="234950">
                  <a:moveTo>
                    <a:pt x="3809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8890"/>
                  </a:lnTo>
                  <a:close/>
                </a:path>
                <a:path w="3810" h="234950">
                  <a:moveTo>
                    <a:pt x="3809" y="15240"/>
                  </a:moveTo>
                  <a:lnTo>
                    <a:pt x="0" y="15240"/>
                  </a:lnTo>
                  <a:lnTo>
                    <a:pt x="0" y="217169"/>
                  </a:lnTo>
                  <a:lnTo>
                    <a:pt x="3809" y="217169"/>
                  </a:lnTo>
                  <a:lnTo>
                    <a:pt x="3809" y="15240"/>
                  </a:lnTo>
                  <a:close/>
                </a:path>
                <a:path w="3810" h="234950">
                  <a:moveTo>
                    <a:pt x="3809" y="217170"/>
                  </a:moveTo>
                  <a:lnTo>
                    <a:pt x="0" y="217170"/>
                  </a:lnTo>
                  <a:lnTo>
                    <a:pt x="0" y="219709"/>
                  </a:lnTo>
                  <a:lnTo>
                    <a:pt x="3809" y="219709"/>
                  </a:lnTo>
                  <a:lnTo>
                    <a:pt x="3809" y="217170"/>
                  </a:lnTo>
                  <a:close/>
                </a:path>
                <a:path w="3810" h="234950">
                  <a:moveTo>
                    <a:pt x="3809" y="219710"/>
                  </a:moveTo>
                  <a:lnTo>
                    <a:pt x="0" y="219710"/>
                  </a:lnTo>
                  <a:lnTo>
                    <a:pt x="0" y="223519"/>
                  </a:lnTo>
                  <a:lnTo>
                    <a:pt x="3809" y="223519"/>
                  </a:lnTo>
                  <a:lnTo>
                    <a:pt x="3809" y="219710"/>
                  </a:lnTo>
                  <a:close/>
                </a:path>
                <a:path w="3810" h="234950">
                  <a:moveTo>
                    <a:pt x="3809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3809" y="226059"/>
                  </a:lnTo>
                  <a:lnTo>
                    <a:pt x="3809" y="223520"/>
                  </a:lnTo>
                  <a:close/>
                </a:path>
                <a:path w="3810" h="234950">
                  <a:moveTo>
                    <a:pt x="3809" y="226060"/>
                  </a:moveTo>
                  <a:lnTo>
                    <a:pt x="0" y="226060"/>
                  </a:lnTo>
                  <a:lnTo>
                    <a:pt x="0" y="229869"/>
                  </a:lnTo>
                  <a:lnTo>
                    <a:pt x="3809" y="229869"/>
                  </a:lnTo>
                  <a:lnTo>
                    <a:pt x="3809" y="226060"/>
                  </a:lnTo>
                  <a:close/>
                </a:path>
                <a:path w="3810" h="234950">
                  <a:moveTo>
                    <a:pt x="3809" y="229870"/>
                  </a:moveTo>
                  <a:lnTo>
                    <a:pt x="0" y="229870"/>
                  </a:lnTo>
                  <a:lnTo>
                    <a:pt x="0" y="232409"/>
                  </a:lnTo>
                  <a:lnTo>
                    <a:pt x="3809" y="232409"/>
                  </a:lnTo>
                  <a:lnTo>
                    <a:pt x="3809" y="229870"/>
                  </a:lnTo>
                  <a:close/>
                </a:path>
                <a:path w="3810" h="234950">
                  <a:moveTo>
                    <a:pt x="3809" y="232410"/>
                  </a:moveTo>
                  <a:lnTo>
                    <a:pt x="0" y="232410"/>
                  </a:lnTo>
                  <a:lnTo>
                    <a:pt x="0" y="234950"/>
                  </a:lnTo>
                  <a:lnTo>
                    <a:pt x="1269" y="234950"/>
                  </a:lnTo>
                  <a:lnTo>
                    <a:pt x="1269" y="233680"/>
                  </a:lnTo>
                  <a:lnTo>
                    <a:pt x="3809" y="233680"/>
                  </a:lnTo>
                  <a:lnTo>
                    <a:pt x="3809" y="232410"/>
                  </a:lnTo>
                  <a:close/>
                </a:path>
              </a:pathLst>
            </a:custGeom>
            <a:solidFill>
              <a:srgbClr val="AEBA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6" name="object 1386"/>
            <p:cNvSpPr/>
            <p:nvPr/>
          </p:nvSpPr>
          <p:spPr>
            <a:xfrm>
              <a:off x="1913890" y="5100319"/>
              <a:ext cx="3810" cy="231140"/>
            </a:xfrm>
            <a:custGeom>
              <a:avLst/>
              <a:gdLst/>
              <a:ahLst/>
              <a:cxnLst/>
              <a:rect l="l" t="t" r="r" b="b"/>
              <a:pathLst>
                <a:path w="3810" h="231139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10" h="231139">
                  <a:moveTo>
                    <a:pt x="381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4802"/>
                  </a:lnTo>
                  <a:close/>
                </a:path>
                <a:path w="3810" h="231139">
                  <a:moveTo>
                    <a:pt x="381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2262"/>
                  </a:lnTo>
                  <a:close/>
                </a:path>
                <a:path w="3810" h="231139">
                  <a:moveTo>
                    <a:pt x="3810" y="218452"/>
                  </a:moveTo>
                  <a:lnTo>
                    <a:pt x="0" y="21845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18452"/>
                  </a:lnTo>
                  <a:close/>
                </a:path>
                <a:path w="3810" h="231139">
                  <a:moveTo>
                    <a:pt x="3810" y="215912"/>
                  </a:moveTo>
                  <a:lnTo>
                    <a:pt x="0" y="215912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5912"/>
                  </a:lnTo>
                  <a:close/>
                </a:path>
                <a:path w="3810" h="231139">
                  <a:moveTo>
                    <a:pt x="3810" y="13982"/>
                  </a:moveTo>
                  <a:lnTo>
                    <a:pt x="0" y="13982"/>
                  </a:lnTo>
                  <a:lnTo>
                    <a:pt x="0" y="215900"/>
                  </a:lnTo>
                  <a:lnTo>
                    <a:pt x="3810" y="215900"/>
                  </a:lnTo>
                  <a:lnTo>
                    <a:pt x="3810" y="13982"/>
                  </a:lnTo>
                  <a:close/>
                </a:path>
                <a:path w="3810" h="231139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31139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31139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1BD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7" name="object 1387"/>
            <p:cNvSpPr/>
            <p:nvPr/>
          </p:nvSpPr>
          <p:spPr>
            <a:xfrm>
              <a:off x="1917700" y="5100320"/>
              <a:ext cx="3810" cy="231140"/>
            </a:xfrm>
            <a:custGeom>
              <a:avLst/>
              <a:gdLst/>
              <a:ahLst/>
              <a:cxnLst/>
              <a:rect l="l" t="t" r="r" b="b"/>
              <a:pathLst>
                <a:path w="3810" h="231139">
                  <a:moveTo>
                    <a:pt x="254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10" h="231139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10" h="231139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10" h="231139">
                  <a:moveTo>
                    <a:pt x="3810" y="13969"/>
                  </a:moveTo>
                  <a:lnTo>
                    <a:pt x="0" y="13969"/>
                  </a:lnTo>
                  <a:lnTo>
                    <a:pt x="0" y="215899"/>
                  </a:lnTo>
                  <a:lnTo>
                    <a:pt x="3810" y="215899"/>
                  </a:lnTo>
                  <a:lnTo>
                    <a:pt x="3810" y="13969"/>
                  </a:lnTo>
                  <a:close/>
                </a:path>
                <a:path w="3810" h="231139">
                  <a:moveTo>
                    <a:pt x="3810" y="215899"/>
                  </a:moveTo>
                  <a:lnTo>
                    <a:pt x="0" y="215899"/>
                  </a:lnTo>
                  <a:lnTo>
                    <a:pt x="0" y="218439"/>
                  </a:lnTo>
                  <a:lnTo>
                    <a:pt x="3810" y="218439"/>
                  </a:lnTo>
                  <a:lnTo>
                    <a:pt x="3810" y="215899"/>
                  </a:lnTo>
                  <a:close/>
                </a:path>
                <a:path w="3810" h="231139">
                  <a:moveTo>
                    <a:pt x="3810" y="218439"/>
                  </a:moveTo>
                  <a:lnTo>
                    <a:pt x="0" y="218439"/>
                  </a:lnTo>
                  <a:lnTo>
                    <a:pt x="0" y="222249"/>
                  </a:lnTo>
                  <a:lnTo>
                    <a:pt x="3810" y="222249"/>
                  </a:lnTo>
                  <a:lnTo>
                    <a:pt x="3810" y="218439"/>
                  </a:lnTo>
                  <a:close/>
                </a:path>
                <a:path w="3810" h="231139">
                  <a:moveTo>
                    <a:pt x="3810" y="222249"/>
                  </a:moveTo>
                  <a:lnTo>
                    <a:pt x="0" y="222249"/>
                  </a:lnTo>
                  <a:lnTo>
                    <a:pt x="0" y="224789"/>
                  </a:lnTo>
                  <a:lnTo>
                    <a:pt x="3810" y="224789"/>
                  </a:lnTo>
                  <a:lnTo>
                    <a:pt x="3810" y="222249"/>
                  </a:lnTo>
                  <a:close/>
                </a:path>
                <a:path w="3810" h="231139">
                  <a:moveTo>
                    <a:pt x="3810" y="224789"/>
                  </a:moveTo>
                  <a:lnTo>
                    <a:pt x="0" y="22478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4789"/>
                  </a:lnTo>
                  <a:close/>
                </a:path>
                <a:path w="3810" h="231139">
                  <a:moveTo>
                    <a:pt x="3810" y="228599"/>
                  </a:moveTo>
                  <a:lnTo>
                    <a:pt x="0" y="228599"/>
                  </a:lnTo>
                  <a:lnTo>
                    <a:pt x="0" y="231139"/>
                  </a:lnTo>
                  <a:lnTo>
                    <a:pt x="1269" y="231139"/>
                  </a:lnTo>
                  <a:lnTo>
                    <a:pt x="1269" y="229869"/>
                  </a:lnTo>
                  <a:lnTo>
                    <a:pt x="3810" y="229869"/>
                  </a:lnTo>
                  <a:lnTo>
                    <a:pt x="3810" y="228599"/>
                  </a:lnTo>
                  <a:close/>
                </a:path>
              </a:pathLst>
            </a:custGeom>
            <a:solidFill>
              <a:srgbClr val="B4BF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8" name="object 1388"/>
            <p:cNvSpPr/>
            <p:nvPr/>
          </p:nvSpPr>
          <p:spPr>
            <a:xfrm>
              <a:off x="1921510" y="5101602"/>
              <a:ext cx="3810" cy="228600"/>
            </a:xfrm>
            <a:custGeom>
              <a:avLst/>
              <a:gdLst/>
              <a:ahLst/>
              <a:cxnLst/>
              <a:rect l="l" t="t" r="r" b="b"/>
              <a:pathLst>
                <a:path w="3810" h="228600">
                  <a:moveTo>
                    <a:pt x="1270" y="227330"/>
                  </a:moveTo>
                  <a:lnTo>
                    <a:pt x="0" y="227330"/>
                  </a:lnTo>
                  <a:lnTo>
                    <a:pt x="0" y="228587"/>
                  </a:lnTo>
                  <a:lnTo>
                    <a:pt x="1270" y="228587"/>
                  </a:lnTo>
                  <a:lnTo>
                    <a:pt x="1270" y="227330"/>
                  </a:lnTo>
                  <a:close/>
                </a:path>
                <a:path w="3810" h="228600">
                  <a:moveTo>
                    <a:pt x="3810" y="223520"/>
                  </a:moveTo>
                  <a:lnTo>
                    <a:pt x="0" y="223520"/>
                  </a:lnTo>
                  <a:lnTo>
                    <a:pt x="0" y="227317"/>
                  </a:lnTo>
                  <a:lnTo>
                    <a:pt x="3810" y="227317"/>
                  </a:lnTo>
                  <a:lnTo>
                    <a:pt x="3810" y="223520"/>
                  </a:lnTo>
                  <a:close/>
                </a:path>
                <a:path w="3810" h="228600">
                  <a:moveTo>
                    <a:pt x="3810" y="220980"/>
                  </a:moveTo>
                  <a:lnTo>
                    <a:pt x="0" y="220980"/>
                  </a:lnTo>
                  <a:lnTo>
                    <a:pt x="0" y="223507"/>
                  </a:lnTo>
                  <a:lnTo>
                    <a:pt x="3810" y="223507"/>
                  </a:lnTo>
                  <a:lnTo>
                    <a:pt x="3810" y="220980"/>
                  </a:lnTo>
                  <a:close/>
                </a:path>
                <a:path w="3810" h="228600">
                  <a:moveTo>
                    <a:pt x="3810" y="217170"/>
                  </a:moveTo>
                  <a:lnTo>
                    <a:pt x="0" y="21717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217170"/>
                  </a:lnTo>
                  <a:close/>
                </a:path>
                <a:path w="3810" h="228600">
                  <a:moveTo>
                    <a:pt x="3810" y="214630"/>
                  </a:moveTo>
                  <a:lnTo>
                    <a:pt x="0" y="214630"/>
                  </a:lnTo>
                  <a:lnTo>
                    <a:pt x="0" y="217157"/>
                  </a:lnTo>
                  <a:lnTo>
                    <a:pt x="3810" y="217157"/>
                  </a:lnTo>
                  <a:lnTo>
                    <a:pt x="3810" y="214630"/>
                  </a:lnTo>
                  <a:close/>
                </a:path>
                <a:path w="3810" h="228600">
                  <a:moveTo>
                    <a:pt x="3810" y="12700"/>
                  </a:moveTo>
                  <a:lnTo>
                    <a:pt x="0" y="12700"/>
                  </a:lnTo>
                  <a:lnTo>
                    <a:pt x="0" y="214617"/>
                  </a:lnTo>
                  <a:lnTo>
                    <a:pt x="3810" y="214617"/>
                  </a:lnTo>
                  <a:lnTo>
                    <a:pt x="3810" y="12700"/>
                  </a:lnTo>
                  <a:close/>
                </a:path>
                <a:path w="3810" h="22860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10" h="22860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6C1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9" name="object 1389"/>
            <p:cNvSpPr/>
            <p:nvPr/>
          </p:nvSpPr>
          <p:spPr>
            <a:xfrm>
              <a:off x="1925320" y="5102859"/>
              <a:ext cx="3810" cy="226060"/>
            </a:xfrm>
            <a:custGeom>
              <a:avLst/>
              <a:gdLst/>
              <a:ahLst/>
              <a:cxnLst/>
              <a:rect l="l" t="t" r="r" b="b"/>
              <a:pathLst>
                <a:path w="3810" h="226060">
                  <a:moveTo>
                    <a:pt x="381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2262"/>
                  </a:lnTo>
                  <a:close/>
                </a:path>
                <a:path w="3810" h="226060">
                  <a:moveTo>
                    <a:pt x="381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19722"/>
                  </a:lnTo>
                  <a:close/>
                </a:path>
                <a:path w="3810" h="226060">
                  <a:moveTo>
                    <a:pt x="3810" y="215912"/>
                  </a:moveTo>
                  <a:lnTo>
                    <a:pt x="0" y="21591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15912"/>
                  </a:lnTo>
                  <a:close/>
                </a:path>
                <a:path w="3810" h="226060">
                  <a:moveTo>
                    <a:pt x="3810" y="213372"/>
                  </a:moveTo>
                  <a:lnTo>
                    <a:pt x="0" y="213372"/>
                  </a:lnTo>
                  <a:lnTo>
                    <a:pt x="0" y="215900"/>
                  </a:lnTo>
                  <a:lnTo>
                    <a:pt x="3810" y="215900"/>
                  </a:lnTo>
                  <a:lnTo>
                    <a:pt x="3810" y="213372"/>
                  </a:lnTo>
                  <a:close/>
                </a:path>
                <a:path w="3810" h="226060">
                  <a:moveTo>
                    <a:pt x="3810" y="11442"/>
                  </a:moveTo>
                  <a:lnTo>
                    <a:pt x="0" y="11442"/>
                  </a:lnTo>
                  <a:lnTo>
                    <a:pt x="0" y="213360"/>
                  </a:lnTo>
                  <a:lnTo>
                    <a:pt x="3810" y="213360"/>
                  </a:lnTo>
                  <a:lnTo>
                    <a:pt x="3810" y="11442"/>
                  </a:lnTo>
                  <a:close/>
                </a:path>
                <a:path w="3810" h="226060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26060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0" name="object 1390"/>
            <p:cNvSpPr/>
            <p:nvPr/>
          </p:nvSpPr>
          <p:spPr>
            <a:xfrm>
              <a:off x="1929130" y="5104130"/>
              <a:ext cx="2540" cy="223520"/>
            </a:xfrm>
            <a:custGeom>
              <a:avLst/>
              <a:gdLst/>
              <a:ahLst/>
              <a:cxnLst/>
              <a:rect l="l" t="t" r="r" b="b"/>
              <a:pathLst>
                <a:path w="2539" h="223520">
                  <a:moveTo>
                    <a:pt x="2540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2540" y="223520"/>
                  </a:lnTo>
                  <a:lnTo>
                    <a:pt x="2540" y="220992"/>
                  </a:lnTo>
                  <a:close/>
                </a:path>
                <a:path w="2539" h="223520">
                  <a:moveTo>
                    <a:pt x="2540" y="218452"/>
                  </a:moveTo>
                  <a:lnTo>
                    <a:pt x="0" y="218452"/>
                  </a:lnTo>
                  <a:lnTo>
                    <a:pt x="0" y="220980"/>
                  </a:lnTo>
                  <a:lnTo>
                    <a:pt x="2540" y="220980"/>
                  </a:lnTo>
                  <a:lnTo>
                    <a:pt x="2540" y="218452"/>
                  </a:lnTo>
                  <a:close/>
                </a:path>
                <a:path w="2539" h="223520">
                  <a:moveTo>
                    <a:pt x="2540" y="214642"/>
                  </a:moveTo>
                  <a:lnTo>
                    <a:pt x="0" y="214642"/>
                  </a:lnTo>
                  <a:lnTo>
                    <a:pt x="0" y="218440"/>
                  </a:lnTo>
                  <a:lnTo>
                    <a:pt x="2540" y="218440"/>
                  </a:lnTo>
                  <a:lnTo>
                    <a:pt x="2540" y="214642"/>
                  </a:lnTo>
                  <a:close/>
                </a:path>
                <a:path w="2539" h="223520">
                  <a:moveTo>
                    <a:pt x="2540" y="212102"/>
                  </a:moveTo>
                  <a:lnTo>
                    <a:pt x="0" y="212102"/>
                  </a:lnTo>
                  <a:lnTo>
                    <a:pt x="0" y="214630"/>
                  </a:lnTo>
                  <a:lnTo>
                    <a:pt x="2540" y="214630"/>
                  </a:lnTo>
                  <a:lnTo>
                    <a:pt x="2540" y="212102"/>
                  </a:lnTo>
                  <a:close/>
                </a:path>
                <a:path w="2539" h="223520">
                  <a:moveTo>
                    <a:pt x="2540" y="10172"/>
                  </a:moveTo>
                  <a:lnTo>
                    <a:pt x="0" y="10172"/>
                  </a:lnTo>
                  <a:lnTo>
                    <a:pt x="0" y="212090"/>
                  </a:lnTo>
                  <a:lnTo>
                    <a:pt x="2540" y="212090"/>
                  </a:lnTo>
                  <a:lnTo>
                    <a:pt x="2540" y="10172"/>
                  </a:lnTo>
                  <a:close/>
                </a:path>
                <a:path w="2539" h="223520">
                  <a:moveTo>
                    <a:pt x="254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2540" y="10160"/>
                  </a:lnTo>
                  <a:lnTo>
                    <a:pt x="2540" y="3822"/>
                  </a:lnTo>
                  <a:close/>
                </a:path>
                <a:path w="2539" h="223520">
                  <a:moveTo>
                    <a:pt x="254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40" y="381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BC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1" name="object 1391"/>
            <p:cNvSpPr/>
            <p:nvPr/>
          </p:nvSpPr>
          <p:spPr>
            <a:xfrm>
              <a:off x="1931669" y="5104130"/>
              <a:ext cx="3810" cy="222250"/>
            </a:xfrm>
            <a:custGeom>
              <a:avLst/>
              <a:gdLst/>
              <a:ahLst/>
              <a:cxnLst/>
              <a:rect l="l" t="t" r="r" b="b"/>
              <a:pathLst>
                <a:path w="3810" h="222250">
                  <a:moveTo>
                    <a:pt x="126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3810" h="222250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10" h="222250">
                  <a:moveTo>
                    <a:pt x="3810" y="10160"/>
                  </a:moveTo>
                  <a:lnTo>
                    <a:pt x="0" y="10160"/>
                  </a:lnTo>
                  <a:lnTo>
                    <a:pt x="0" y="212090"/>
                  </a:lnTo>
                  <a:lnTo>
                    <a:pt x="3810" y="212090"/>
                  </a:lnTo>
                  <a:lnTo>
                    <a:pt x="3810" y="10160"/>
                  </a:lnTo>
                  <a:close/>
                </a:path>
                <a:path w="3810" h="222250">
                  <a:moveTo>
                    <a:pt x="3810" y="212090"/>
                  </a:moveTo>
                  <a:lnTo>
                    <a:pt x="0" y="212090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212090"/>
                  </a:lnTo>
                  <a:close/>
                </a:path>
                <a:path w="3810" h="222250">
                  <a:moveTo>
                    <a:pt x="3810" y="214630"/>
                  </a:moveTo>
                  <a:lnTo>
                    <a:pt x="0" y="214630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4630"/>
                  </a:lnTo>
                  <a:close/>
                </a:path>
                <a:path w="3810" h="222250">
                  <a:moveTo>
                    <a:pt x="3810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8440"/>
                  </a:lnTo>
                  <a:close/>
                </a:path>
                <a:path w="3810" h="222250">
                  <a:moveTo>
                    <a:pt x="3810" y="220980"/>
                  </a:moveTo>
                  <a:lnTo>
                    <a:pt x="0" y="220980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20980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2" name="object 1392"/>
            <p:cNvSpPr/>
            <p:nvPr/>
          </p:nvSpPr>
          <p:spPr>
            <a:xfrm>
              <a:off x="1935480" y="5106669"/>
              <a:ext cx="3810" cy="219710"/>
            </a:xfrm>
            <a:custGeom>
              <a:avLst/>
              <a:gdLst/>
              <a:ahLst/>
              <a:cxnLst/>
              <a:rect l="l" t="t" r="r" b="b"/>
              <a:pathLst>
                <a:path w="3810" h="219710">
                  <a:moveTo>
                    <a:pt x="1270" y="218452"/>
                  </a:moveTo>
                  <a:lnTo>
                    <a:pt x="0" y="218452"/>
                  </a:lnTo>
                  <a:lnTo>
                    <a:pt x="0" y="219710"/>
                  </a:lnTo>
                  <a:lnTo>
                    <a:pt x="1270" y="219710"/>
                  </a:lnTo>
                  <a:lnTo>
                    <a:pt x="1270" y="218452"/>
                  </a:lnTo>
                  <a:close/>
                </a:path>
                <a:path w="3810" h="219710">
                  <a:moveTo>
                    <a:pt x="12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3810" h="219710">
                  <a:moveTo>
                    <a:pt x="3810" y="215912"/>
                  </a:moveTo>
                  <a:lnTo>
                    <a:pt x="0" y="215912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5912"/>
                  </a:lnTo>
                  <a:close/>
                </a:path>
                <a:path w="3810" h="219710">
                  <a:moveTo>
                    <a:pt x="3810" y="212102"/>
                  </a:moveTo>
                  <a:lnTo>
                    <a:pt x="0" y="212102"/>
                  </a:lnTo>
                  <a:lnTo>
                    <a:pt x="0" y="215900"/>
                  </a:lnTo>
                  <a:lnTo>
                    <a:pt x="3810" y="215900"/>
                  </a:lnTo>
                  <a:lnTo>
                    <a:pt x="3810" y="212102"/>
                  </a:lnTo>
                  <a:close/>
                </a:path>
                <a:path w="3810" h="219710">
                  <a:moveTo>
                    <a:pt x="3810" y="209562"/>
                  </a:moveTo>
                  <a:lnTo>
                    <a:pt x="0" y="209562"/>
                  </a:lnTo>
                  <a:lnTo>
                    <a:pt x="0" y="212090"/>
                  </a:lnTo>
                  <a:lnTo>
                    <a:pt x="3810" y="212090"/>
                  </a:lnTo>
                  <a:lnTo>
                    <a:pt x="3810" y="209562"/>
                  </a:lnTo>
                  <a:close/>
                </a:path>
                <a:path w="3810" h="219710">
                  <a:moveTo>
                    <a:pt x="3810" y="7632"/>
                  </a:moveTo>
                  <a:lnTo>
                    <a:pt x="0" y="7632"/>
                  </a:lnTo>
                  <a:lnTo>
                    <a:pt x="0" y="209550"/>
                  </a:lnTo>
                  <a:lnTo>
                    <a:pt x="3810" y="209550"/>
                  </a:lnTo>
                  <a:lnTo>
                    <a:pt x="3810" y="7632"/>
                  </a:lnTo>
                  <a:close/>
                </a:path>
                <a:path w="3810" h="21971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3" name="object 1393"/>
            <p:cNvSpPr/>
            <p:nvPr/>
          </p:nvSpPr>
          <p:spPr>
            <a:xfrm>
              <a:off x="1939289" y="5107939"/>
              <a:ext cx="3810" cy="215900"/>
            </a:xfrm>
            <a:custGeom>
              <a:avLst/>
              <a:gdLst/>
              <a:ahLst/>
              <a:cxnLst/>
              <a:rect l="l" t="t" r="r" b="b"/>
              <a:pathLst>
                <a:path w="3810" h="215900">
                  <a:moveTo>
                    <a:pt x="127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10" h="215900">
                  <a:moveTo>
                    <a:pt x="3810" y="6349"/>
                  </a:moveTo>
                  <a:lnTo>
                    <a:pt x="0" y="6349"/>
                  </a:lnTo>
                  <a:lnTo>
                    <a:pt x="0" y="208279"/>
                  </a:lnTo>
                  <a:lnTo>
                    <a:pt x="3810" y="208279"/>
                  </a:lnTo>
                  <a:lnTo>
                    <a:pt x="3810" y="6349"/>
                  </a:lnTo>
                  <a:close/>
                </a:path>
                <a:path w="3810" h="215900">
                  <a:moveTo>
                    <a:pt x="3810" y="208279"/>
                  </a:moveTo>
                  <a:lnTo>
                    <a:pt x="0" y="208279"/>
                  </a:lnTo>
                  <a:lnTo>
                    <a:pt x="0" y="210819"/>
                  </a:lnTo>
                  <a:lnTo>
                    <a:pt x="3810" y="210819"/>
                  </a:lnTo>
                  <a:lnTo>
                    <a:pt x="3810" y="208279"/>
                  </a:lnTo>
                  <a:close/>
                </a:path>
                <a:path w="3810" h="215900">
                  <a:moveTo>
                    <a:pt x="3810" y="210819"/>
                  </a:moveTo>
                  <a:lnTo>
                    <a:pt x="0" y="210819"/>
                  </a:lnTo>
                  <a:lnTo>
                    <a:pt x="0" y="214629"/>
                  </a:lnTo>
                  <a:lnTo>
                    <a:pt x="3810" y="214629"/>
                  </a:lnTo>
                  <a:lnTo>
                    <a:pt x="3810" y="210819"/>
                  </a:lnTo>
                  <a:close/>
                </a:path>
                <a:path w="3810" h="215900">
                  <a:moveTo>
                    <a:pt x="3810" y="214629"/>
                  </a:moveTo>
                  <a:lnTo>
                    <a:pt x="0" y="214629"/>
                  </a:lnTo>
                  <a:lnTo>
                    <a:pt x="0" y="215899"/>
                  </a:lnTo>
                  <a:lnTo>
                    <a:pt x="3810" y="215899"/>
                  </a:lnTo>
                  <a:lnTo>
                    <a:pt x="3810" y="214629"/>
                  </a:lnTo>
                  <a:close/>
                </a:path>
              </a:pathLst>
            </a:custGeom>
            <a:solidFill>
              <a:srgbClr val="C4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4" name="object 1394"/>
            <p:cNvSpPr/>
            <p:nvPr/>
          </p:nvSpPr>
          <p:spPr>
            <a:xfrm>
              <a:off x="1943100" y="5110480"/>
              <a:ext cx="3810" cy="212090"/>
            </a:xfrm>
            <a:custGeom>
              <a:avLst/>
              <a:gdLst/>
              <a:ahLst/>
              <a:cxnLst/>
              <a:rect l="l" t="t" r="r" b="b"/>
              <a:pathLst>
                <a:path w="3810" h="212089">
                  <a:moveTo>
                    <a:pt x="253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70"/>
                  </a:lnTo>
                  <a:lnTo>
                    <a:pt x="2539" y="1270"/>
                  </a:lnTo>
                  <a:lnTo>
                    <a:pt x="2539" y="0"/>
                  </a:lnTo>
                  <a:close/>
                </a:path>
                <a:path w="3810" h="212089">
                  <a:moveTo>
                    <a:pt x="3810" y="3810"/>
                  </a:moveTo>
                  <a:lnTo>
                    <a:pt x="0" y="3810"/>
                  </a:lnTo>
                  <a:lnTo>
                    <a:pt x="0" y="205740"/>
                  </a:lnTo>
                  <a:lnTo>
                    <a:pt x="3810" y="205740"/>
                  </a:lnTo>
                  <a:lnTo>
                    <a:pt x="3810" y="3810"/>
                  </a:lnTo>
                  <a:close/>
                </a:path>
                <a:path w="3810" h="212089">
                  <a:moveTo>
                    <a:pt x="3810" y="205740"/>
                  </a:moveTo>
                  <a:lnTo>
                    <a:pt x="0" y="205740"/>
                  </a:lnTo>
                  <a:lnTo>
                    <a:pt x="0" y="208280"/>
                  </a:lnTo>
                  <a:lnTo>
                    <a:pt x="3810" y="208280"/>
                  </a:lnTo>
                  <a:lnTo>
                    <a:pt x="3810" y="205740"/>
                  </a:lnTo>
                  <a:close/>
                </a:path>
                <a:path w="3810" h="212089">
                  <a:moveTo>
                    <a:pt x="3810" y="208280"/>
                  </a:moveTo>
                  <a:lnTo>
                    <a:pt x="0" y="208280"/>
                  </a:lnTo>
                  <a:lnTo>
                    <a:pt x="0" y="212090"/>
                  </a:lnTo>
                  <a:lnTo>
                    <a:pt x="1269" y="212090"/>
                  </a:lnTo>
                  <a:lnTo>
                    <a:pt x="1269" y="210820"/>
                  </a:lnTo>
                  <a:lnTo>
                    <a:pt x="3810" y="210820"/>
                  </a:lnTo>
                  <a:lnTo>
                    <a:pt x="3810" y="208280"/>
                  </a:lnTo>
                  <a:close/>
                </a:path>
              </a:pathLst>
            </a:custGeom>
            <a:solidFill>
              <a:srgbClr val="C6CF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5" name="object 1395"/>
            <p:cNvSpPr/>
            <p:nvPr/>
          </p:nvSpPr>
          <p:spPr>
            <a:xfrm>
              <a:off x="1946910" y="5113019"/>
              <a:ext cx="3810" cy="207010"/>
            </a:xfrm>
            <a:custGeom>
              <a:avLst/>
              <a:gdLst/>
              <a:ahLst/>
              <a:cxnLst/>
              <a:rect l="l" t="t" r="r" b="b"/>
              <a:pathLst>
                <a:path w="3810" h="207010">
                  <a:moveTo>
                    <a:pt x="2540" y="205752"/>
                  </a:moveTo>
                  <a:lnTo>
                    <a:pt x="0" y="205752"/>
                  </a:lnTo>
                  <a:lnTo>
                    <a:pt x="0" y="207010"/>
                  </a:lnTo>
                  <a:lnTo>
                    <a:pt x="2540" y="207010"/>
                  </a:lnTo>
                  <a:lnTo>
                    <a:pt x="2540" y="205752"/>
                  </a:lnTo>
                  <a:close/>
                </a:path>
                <a:path w="3810" h="207010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  <a:path w="3810" h="207010">
                  <a:moveTo>
                    <a:pt x="3810" y="203212"/>
                  </a:moveTo>
                  <a:lnTo>
                    <a:pt x="0" y="203212"/>
                  </a:lnTo>
                  <a:lnTo>
                    <a:pt x="0" y="205740"/>
                  </a:lnTo>
                  <a:lnTo>
                    <a:pt x="3810" y="205740"/>
                  </a:lnTo>
                  <a:lnTo>
                    <a:pt x="3810" y="203212"/>
                  </a:lnTo>
                  <a:close/>
                </a:path>
                <a:path w="3810" h="207010">
                  <a:moveTo>
                    <a:pt x="3810" y="1282"/>
                  </a:moveTo>
                  <a:lnTo>
                    <a:pt x="0" y="1282"/>
                  </a:lnTo>
                  <a:lnTo>
                    <a:pt x="0" y="203200"/>
                  </a:lnTo>
                  <a:lnTo>
                    <a:pt x="3810" y="203200"/>
                  </a:lnTo>
                  <a:lnTo>
                    <a:pt x="3810" y="1282"/>
                  </a:lnTo>
                  <a:close/>
                </a:path>
              </a:pathLst>
            </a:custGeom>
            <a:solidFill>
              <a:srgbClr val="C9D1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6" name="object 1396"/>
            <p:cNvSpPr/>
            <p:nvPr/>
          </p:nvSpPr>
          <p:spPr>
            <a:xfrm>
              <a:off x="1950720" y="5116830"/>
              <a:ext cx="2540" cy="199390"/>
            </a:xfrm>
            <a:custGeom>
              <a:avLst/>
              <a:gdLst/>
              <a:ahLst/>
              <a:cxnLst/>
              <a:rect l="l" t="t" r="r" b="b"/>
              <a:pathLst>
                <a:path w="2539" h="199389">
                  <a:moveTo>
                    <a:pt x="2540" y="1270"/>
                  </a:moveTo>
                  <a:lnTo>
                    <a:pt x="1270" y="127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198120"/>
                  </a:lnTo>
                  <a:lnTo>
                    <a:pt x="0" y="199390"/>
                  </a:lnTo>
                  <a:lnTo>
                    <a:pt x="1270" y="199390"/>
                  </a:lnTo>
                  <a:lnTo>
                    <a:pt x="1270" y="198120"/>
                  </a:lnTo>
                  <a:lnTo>
                    <a:pt x="2540" y="198120"/>
                  </a:lnTo>
                  <a:lnTo>
                    <a:pt x="2540" y="1270"/>
                  </a:lnTo>
                  <a:close/>
                </a:path>
              </a:pathLst>
            </a:custGeom>
            <a:solidFill>
              <a:srgbClr val="CCD3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7" name="object 1397"/>
            <p:cNvSpPr/>
            <p:nvPr/>
          </p:nvSpPr>
          <p:spPr>
            <a:xfrm>
              <a:off x="1953260" y="5118100"/>
              <a:ext cx="0" cy="196850"/>
            </a:xfrm>
            <a:custGeom>
              <a:avLst/>
              <a:gdLst/>
              <a:ahLst/>
              <a:cxnLst/>
              <a:rect l="l" t="t" r="r" b="b"/>
              <a:pathLst>
                <a:path h="196850">
                  <a:moveTo>
                    <a:pt x="0" y="0"/>
                  </a:moveTo>
                  <a:lnTo>
                    <a:pt x="0" y="1968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8" name="object 1398"/>
            <p:cNvSpPr/>
            <p:nvPr/>
          </p:nvSpPr>
          <p:spPr>
            <a:xfrm>
              <a:off x="1668780" y="5090159"/>
              <a:ext cx="284480" cy="251460"/>
            </a:xfrm>
            <a:custGeom>
              <a:avLst/>
              <a:gdLst/>
              <a:ahLst/>
              <a:cxnLst/>
              <a:rect l="l" t="t" r="r" b="b"/>
              <a:pathLst>
                <a:path w="284480" h="251460">
                  <a:moveTo>
                    <a:pt x="142239" y="0"/>
                  </a:moveTo>
                  <a:lnTo>
                    <a:pt x="86796" y="2440"/>
                  </a:lnTo>
                  <a:lnTo>
                    <a:pt x="41592" y="9048"/>
                  </a:lnTo>
                  <a:lnTo>
                    <a:pt x="11152" y="18752"/>
                  </a:lnTo>
                  <a:lnTo>
                    <a:pt x="0" y="30479"/>
                  </a:lnTo>
                  <a:lnTo>
                    <a:pt x="0" y="33436"/>
                  </a:lnTo>
                  <a:lnTo>
                    <a:pt x="0" y="54133"/>
                  </a:lnTo>
                  <a:lnTo>
                    <a:pt x="0" y="110311"/>
                  </a:lnTo>
                  <a:lnTo>
                    <a:pt x="0" y="219709"/>
                  </a:lnTo>
                  <a:lnTo>
                    <a:pt x="11152" y="232171"/>
                  </a:lnTo>
                  <a:lnTo>
                    <a:pt x="41592" y="242252"/>
                  </a:lnTo>
                  <a:lnTo>
                    <a:pt x="86796" y="248999"/>
                  </a:lnTo>
                  <a:lnTo>
                    <a:pt x="142239" y="251459"/>
                  </a:lnTo>
                  <a:lnTo>
                    <a:pt x="196611" y="248999"/>
                  </a:lnTo>
                  <a:lnTo>
                    <a:pt x="241934" y="242252"/>
                  </a:lnTo>
                  <a:lnTo>
                    <a:pt x="272970" y="232171"/>
                  </a:lnTo>
                  <a:lnTo>
                    <a:pt x="284480" y="219709"/>
                  </a:lnTo>
                  <a:lnTo>
                    <a:pt x="284480" y="216753"/>
                  </a:lnTo>
                  <a:lnTo>
                    <a:pt x="284480" y="196056"/>
                  </a:lnTo>
                  <a:lnTo>
                    <a:pt x="284480" y="139878"/>
                  </a:lnTo>
                  <a:lnTo>
                    <a:pt x="284480" y="30479"/>
                  </a:lnTo>
                  <a:lnTo>
                    <a:pt x="272970" y="18752"/>
                  </a:lnTo>
                  <a:lnTo>
                    <a:pt x="241935" y="9048"/>
                  </a:lnTo>
                  <a:lnTo>
                    <a:pt x="196611" y="2440"/>
                  </a:lnTo>
                  <a:lnTo>
                    <a:pt x="142239" y="0"/>
                  </a:lnTo>
                  <a:close/>
                </a:path>
              </a:pathLst>
            </a:custGeom>
            <a:ln w="646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9" name="object 1399"/>
            <p:cNvSpPr/>
            <p:nvPr/>
          </p:nvSpPr>
          <p:spPr>
            <a:xfrm>
              <a:off x="1668780" y="5115559"/>
              <a:ext cx="2540" cy="11430"/>
            </a:xfrm>
            <a:custGeom>
              <a:avLst/>
              <a:gdLst/>
              <a:ahLst/>
              <a:cxnLst/>
              <a:rect l="l" t="t" r="r" b="b"/>
              <a:pathLst>
                <a:path w="2539" h="11429">
                  <a:moveTo>
                    <a:pt x="2539" y="0"/>
                  </a:moveTo>
                  <a:lnTo>
                    <a:pt x="1269" y="0"/>
                  </a:lnTo>
                  <a:lnTo>
                    <a:pt x="1269" y="2539"/>
                  </a:lnTo>
                  <a:lnTo>
                    <a:pt x="0" y="2539"/>
                  </a:lnTo>
                  <a:lnTo>
                    <a:pt x="0" y="5079"/>
                  </a:lnTo>
                  <a:lnTo>
                    <a:pt x="2539" y="5079"/>
                  </a:lnTo>
                  <a:lnTo>
                    <a:pt x="2539" y="0"/>
                  </a:lnTo>
                  <a:close/>
                </a:path>
                <a:path w="2539" h="11429">
                  <a:moveTo>
                    <a:pt x="2539" y="5080"/>
                  </a:moveTo>
                  <a:lnTo>
                    <a:pt x="0" y="5080"/>
                  </a:lnTo>
                  <a:lnTo>
                    <a:pt x="0" y="10159"/>
                  </a:lnTo>
                  <a:lnTo>
                    <a:pt x="1269" y="10159"/>
                  </a:lnTo>
                  <a:lnTo>
                    <a:pt x="1269" y="11429"/>
                  </a:lnTo>
                  <a:lnTo>
                    <a:pt x="2539" y="11429"/>
                  </a:lnTo>
                  <a:lnTo>
                    <a:pt x="2539" y="5080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0" name="object 1400"/>
            <p:cNvSpPr/>
            <p:nvPr/>
          </p:nvSpPr>
          <p:spPr>
            <a:xfrm>
              <a:off x="1671319" y="5113020"/>
              <a:ext cx="3810" cy="17780"/>
            </a:xfrm>
            <a:custGeom>
              <a:avLst/>
              <a:gdLst/>
              <a:ahLst/>
              <a:cxnLst/>
              <a:rect l="l" t="t" r="r" b="b"/>
              <a:pathLst>
                <a:path w="3810" h="17779">
                  <a:moveTo>
                    <a:pt x="3810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17779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10" h="17779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10" h="17779">
                  <a:moveTo>
                    <a:pt x="3810" y="13969"/>
                  </a:moveTo>
                  <a:lnTo>
                    <a:pt x="0" y="13969"/>
                  </a:lnTo>
                  <a:lnTo>
                    <a:pt x="0" y="15239"/>
                  </a:lnTo>
                  <a:lnTo>
                    <a:pt x="1269" y="15239"/>
                  </a:lnTo>
                  <a:lnTo>
                    <a:pt x="1269" y="17779"/>
                  </a:lnTo>
                  <a:lnTo>
                    <a:pt x="3810" y="17779"/>
                  </a:lnTo>
                  <a:lnTo>
                    <a:pt x="3810" y="13969"/>
                  </a:lnTo>
                  <a:close/>
                </a:path>
              </a:pathLst>
            </a:custGeom>
            <a:solidFill>
              <a:srgbClr val="CED5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1" name="object 1401"/>
            <p:cNvSpPr/>
            <p:nvPr/>
          </p:nvSpPr>
          <p:spPr>
            <a:xfrm>
              <a:off x="1675130" y="5110480"/>
              <a:ext cx="3810" cy="22860"/>
            </a:xfrm>
            <a:custGeom>
              <a:avLst/>
              <a:gdLst/>
              <a:ahLst/>
              <a:cxnLst/>
              <a:rect l="l" t="t" r="r" b="b"/>
              <a:pathLst>
                <a:path w="3810" h="22860">
                  <a:moveTo>
                    <a:pt x="3809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10" h="22860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10" h="22860">
                  <a:moveTo>
                    <a:pt x="380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0160"/>
                  </a:lnTo>
                  <a:close/>
                </a:path>
                <a:path w="3810" h="22860">
                  <a:moveTo>
                    <a:pt x="3809" y="16510"/>
                  </a:moveTo>
                  <a:lnTo>
                    <a:pt x="0" y="16510"/>
                  </a:lnTo>
                  <a:lnTo>
                    <a:pt x="0" y="21590"/>
                  </a:lnTo>
                  <a:lnTo>
                    <a:pt x="1269" y="21590"/>
                  </a:lnTo>
                  <a:lnTo>
                    <a:pt x="1269" y="22860"/>
                  </a:lnTo>
                  <a:lnTo>
                    <a:pt x="3809" y="22860"/>
                  </a:lnTo>
                  <a:lnTo>
                    <a:pt x="3809" y="16510"/>
                  </a:lnTo>
                  <a:close/>
                </a:path>
              </a:pathLst>
            </a:custGeom>
            <a:solidFill>
              <a:srgbClr val="CCD3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2" name="object 1402"/>
            <p:cNvSpPr/>
            <p:nvPr/>
          </p:nvSpPr>
          <p:spPr>
            <a:xfrm>
              <a:off x="1678939" y="5109209"/>
              <a:ext cx="2540" cy="25400"/>
            </a:xfrm>
            <a:custGeom>
              <a:avLst/>
              <a:gdLst/>
              <a:ahLst/>
              <a:cxnLst/>
              <a:rect l="l" t="t" r="r" b="b"/>
              <a:pathLst>
                <a:path w="2539" h="25400">
                  <a:moveTo>
                    <a:pt x="254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2540" y="5079"/>
                  </a:lnTo>
                  <a:lnTo>
                    <a:pt x="2540" y="0"/>
                  </a:lnTo>
                  <a:close/>
                </a:path>
                <a:path w="2539" h="25400">
                  <a:moveTo>
                    <a:pt x="254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2540" y="11429"/>
                  </a:lnTo>
                  <a:lnTo>
                    <a:pt x="2540" y="5080"/>
                  </a:lnTo>
                  <a:close/>
                </a:path>
                <a:path w="2539" h="25400">
                  <a:moveTo>
                    <a:pt x="254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2540" y="17779"/>
                  </a:lnTo>
                  <a:lnTo>
                    <a:pt x="2540" y="11430"/>
                  </a:lnTo>
                  <a:close/>
                </a:path>
                <a:path w="2539" h="25400">
                  <a:moveTo>
                    <a:pt x="254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2540" y="24129"/>
                  </a:lnTo>
                  <a:lnTo>
                    <a:pt x="2540" y="17780"/>
                  </a:lnTo>
                  <a:close/>
                </a:path>
                <a:path w="2539" h="25400">
                  <a:moveTo>
                    <a:pt x="2540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2540" y="25400"/>
                  </a:lnTo>
                  <a:lnTo>
                    <a:pt x="2540" y="24130"/>
                  </a:lnTo>
                  <a:close/>
                </a:path>
              </a:pathLst>
            </a:custGeom>
            <a:solidFill>
              <a:srgbClr val="C9D1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3" name="object 1403"/>
            <p:cNvSpPr/>
            <p:nvPr/>
          </p:nvSpPr>
          <p:spPr>
            <a:xfrm>
              <a:off x="1681480" y="5107939"/>
              <a:ext cx="3810" cy="27940"/>
            </a:xfrm>
            <a:custGeom>
              <a:avLst/>
              <a:gdLst/>
              <a:ahLst/>
              <a:cxnLst/>
              <a:rect l="l" t="t" r="r" b="b"/>
              <a:pathLst>
                <a:path w="3810" h="27939">
                  <a:moveTo>
                    <a:pt x="3809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0"/>
                  </a:lnTo>
                  <a:close/>
                </a:path>
                <a:path w="3810" h="27939">
                  <a:moveTo>
                    <a:pt x="380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6349"/>
                  </a:lnTo>
                  <a:close/>
                </a:path>
                <a:path w="3810" h="27939">
                  <a:moveTo>
                    <a:pt x="380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2699"/>
                  </a:lnTo>
                  <a:close/>
                </a:path>
                <a:path w="3810" h="27939">
                  <a:moveTo>
                    <a:pt x="3809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19049"/>
                  </a:lnTo>
                  <a:close/>
                </a:path>
                <a:path w="3810" h="27939">
                  <a:moveTo>
                    <a:pt x="3809" y="25399"/>
                  </a:moveTo>
                  <a:lnTo>
                    <a:pt x="0" y="25399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5399"/>
                  </a:lnTo>
                  <a:close/>
                </a:path>
              </a:pathLst>
            </a:custGeom>
            <a:solidFill>
              <a:srgbClr val="C6CF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4" name="object 1404"/>
            <p:cNvSpPr/>
            <p:nvPr/>
          </p:nvSpPr>
          <p:spPr>
            <a:xfrm>
              <a:off x="1685289" y="5106670"/>
              <a:ext cx="3810" cy="31750"/>
            </a:xfrm>
            <a:custGeom>
              <a:avLst/>
              <a:gdLst/>
              <a:ahLst/>
              <a:cxnLst/>
              <a:rect l="l" t="t" r="r" b="b"/>
              <a:pathLst>
                <a:path w="3810" h="31750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31750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10" h="31750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10" h="31750">
                  <a:moveTo>
                    <a:pt x="3810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3969"/>
                  </a:lnTo>
                  <a:close/>
                </a:path>
                <a:path w="3810" h="31750">
                  <a:moveTo>
                    <a:pt x="3810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3810" y="26669"/>
                  </a:lnTo>
                  <a:lnTo>
                    <a:pt x="3810" y="20319"/>
                  </a:lnTo>
                  <a:close/>
                </a:path>
                <a:path w="3810" h="31750">
                  <a:moveTo>
                    <a:pt x="3810" y="26669"/>
                  </a:moveTo>
                  <a:lnTo>
                    <a:pt x="0" y="26669"/>
                  </a:lnTo>
                  <a:lnTo>
                    <a:pt x="0" y="30479"/>
                  </a:lnTo>
                  <a:lnTo>
                    <a:pt x="2540" y="30479"/>
                  </a:lnTo>
                  <a:lnTo>
                    <a:pt x="2540" y="31749"/>
                  </a:lnTo>
                  <a:lnTo>
                    <a:pt x="3810" y="31749"/>
                  </a:lnTo>
                  <a:lnTo>
                    <a:pt x="3810" y="26669"/>
                  </a:lnTo>
                  <a:close/>
                </a:path>
              </a:pathLst>
            </a:custGeom>
            <a:solidFill>
              <a:srgbClr val="C3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5" name="object 1405"/>
            <p:cNvSpPr/>
            <p:nvPr/>
          </p:nvSpPr>
          <p:spPr>
            <a:xfrm>
              <a:off x="1689100" y="5104130"/>
              <a:ext cx="3810" cy="34290"/>
            </a:xfrm>
            <a:custGeom>
              <a:avLst/>
              <a:gdLst/>
              <a:ahLst/>
              <a:cxnLst/>
              <a:rect l="l" t="t" r="r" b="b"/>
              <a:pathLst>
                <a:path w="3810" h="34289">
                  <a:moveTo>
                    <a:pt x="3810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10" h="34289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10" h="34289">
                  <a:moveTo>
                    <a:pt x="381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60"/>
                  </a:lnTo>
                  <a:close/>
                </a:path>
                <a:path w="3810" h="34289">
                  <a:moveTo>
                    <a:pt x="3810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10"/>
                  </a:lnTo>
                  <a:close/>
                </a:path>
                <a:path w="3810" h="34289">
                  <a:moveTo>
                    <a:pt x="3810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2860"/>
                  </a:lnTo>
                  <a:close/>
                </a:path>
                <a:path w="3810" h="34289">
                  <a:moveTo>
                    <a:pt x="3810" y="29210"/>
                  </a:moveTo>
                  <a:lnTo>
                    <a:pt x="0" y="29210"/>
                  </a:lnTo>
                  <a:lnTo>
                    <a:pt x="0" y="34290"/>
                  </a:lnTo>
                  <a:lnTo>
                    <a:pt x="3810" y="34290"/>
                  </a:lnTo>
                  <a:lnTo>
                    <a:pt x="3810" y="29210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6" name="object 1406"/>
            <p:cNvSpPr/>
            <p:nvPr/>
          </p:nvSpPr>
          <p:spPr>
            <a:xfrm>
              <a:off x="1692910" y="5102859"/>
              <a:ext cx="3810" cy="38100"/>
            </a:xfrm>
            <a:custGeom>
              <a:avLst/>
              <a:gdLst/>
              <a:ahLst/>
              <a:cxnLst/>
              <a:rect l="l" t="t" r="r" b="b"/>
              <a:pathLst>
                <a:path w="3810" h="38100">
                  <a:moveTo>
                    <a:pt x="380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0"/>
                  </a:lnTo>
                  <a:close/>
                </a:path>
                <a:path w="3810" h="38100">
                  <a:moveTo>
                    <a:pt x="380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5080"/>
                  </a:lnTo>
                  <a:close/>
                </a:path>
                <a:path w="3810" h="38100">
                  <a:moveTo>
                    <a:pt x="380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1430"/>
                  </a:lnTo>
                  <a:close/>
                </a:path>
                <a:path w="3810" h="38100">
                  <a:moveTo>
                    <a:pt x="3809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17780"/>
                  </a:lnTo>
                  <a:close/>
                </a:path>
                <a:path w="3810" h="38100">
                  <a:moveTo>
                    <a:pt x="3809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24130"/>
                  </a:lnTo>
                  <a:close/>
                </a:path>
                <a:path w="3810" h="38100">
                  <a:moveTo>
                    <a:pt x="3809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0480"/>
                  </a:lnTo>
                  <a:close/>
                </a:path>
                <a:path w="3810" h="38100">
                  <a:moveTo>
                    <a:pt x="3809" y="36830"/>
                  </a:moveTo>
                  <a:lnTo>
                    <a:pt x="2539" y="36830"/>
                  </a:lnTo>
                  <a:lnTo>
                    <a:pt x="2539" y="38100"/>
                  </a:lnTo>
                  <a:lnTo>
                    <a:pt x="3809" y="38100"/>
                  </a:lnTo>
                  <a:lnTo>
                    <a:pt x="3809" y="36830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7" name="object 1407"/>
            <p:cNvSpPr/>
            <p:nvPr/>
          </p:nvSpPr>
          <p:spPr>
            <a:xfrm>
              <a:off x="1696719" y="5102859"/>
              <a:ext cx="3810" cy="38100"/>
            </a:xfrm>
            <a:custGeom>
              <a:avLst/>
              <a:gdLst/>
              <a:ahLst/>
              <a:cxnLst/>
              <a:rect l="l" t="t" r="r" b="b"/>
              <a:pathLst>
                <a:path w="3810" h="38100">
                  <a:moveTo>
                    <a:pt x="381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10" h="38100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38100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38100">
                  <a:moveTo>
                    <a:pt x="381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7780"/>
                  </a:lnTo>
                  <a:close/>
                </a:path>
                <a:path w="3810" h="38100">
                  <a:moveTo>
                    <a:pt x="3810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10" y="30479"/>
                  </a:lnTo>
                  <a:lnTo>
                    <a:pt x="3810" y="24130"/>
                  </a:lnTo>
                  <a:close/>
                </a:path>
                <a:path w="3810" h="38100">
                  <a:moveTo>
                    <a:pt x="3810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30480"/>
                  </a:lnTo>
                  <a:close/>
                </a:path>
                <a:path w="3810" h="38100">
                  <a:moveTo>
                    <a:pt x="3810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6830"/>
                  </a:lnTo>
                  <a:close/>
                </a:path>
              </a:pathLst>
            </a:custGeom>
            <a:solidFill>
              <a:srgbClr val="BB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8" name="object 1408"/>
            <p:cNvSpPr/>
            <p:nvPr/>
          </p:nvSpPr>
          <p:spPr>
            <a:xfrm>
              <a:off x="1700530" y="5101589"/>
              <a:ext cx="2540" cy="40640"/>
            </a:xfrm>
            <a:custGeom>
              <a:avLst/>
              <a:gdLst/>
              <a:ahLst/>
              <a:cxnLst/>
              <a:rect l="l" t="t" r="r" b="b"/>
              <a:pathLst>
                <a:path w="2539" h="40639">
                  <a:moveTo>
                    <a:pt x="2539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6349"/>
                  </a:lnTo>
                  <a:lnTo>
                    <a:pt x="2539" y="6349"/>
                  </a:lnTo>
                  <a:lnTo>
                    <a:pt x="2539" y="0"/>
                  </a:lnTo>
                  <a:close/>
                </a:path>
                <a:path w="2539" h="40639">
                  <a:moveTo>
                    <a:pt x="253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2539" y="12699"/>
                  </a:lnTo>
                  <a:lnTo>
                    <a:pt x="2539" y="6349"/>
                  </a:lnTo>
                  <a:close/>
                </a:path>
                <a:path w="2539" h="40639">
                  <a:moveTo>
                    <a:pt x="253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2539" y="19049"/>
                  </a:lnTo>
                  <a:lnTo>
                    <a:pt x="2539" y="12699"/>
                  </a:lnTo>
                  <a:close/>
                </a:path>
                <a:path w="2539" h="40639">
                  <a:moveTo>
                    <a:pt x="2539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2539" y="25399"/>
                  </a:lnTo>
                  <a:lnTo>
                    <a:pt x="2539" y="19049"/>
                  </a:lnTo>
                  <a:close/>
                </a:path>
                <a:path w="2539" h="40639">
                  <a:moveTo>
                    <a:pt x="2539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2539" y="31749"/>
                  </a:lnTo>
                  <a:lnTo>
                    <a:pt x="2539" y="25399"/>
                  </a:lnTo>
                  <a:close/>
                </a:path>
                <a:path w="2539" h="40639">
                  <a:moveTo>
                    <a:pt x="2539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2539" y="38099"/>
                  </a:lnTo>
                  <a:lnTo>
                    <a:pt x="2539" y="31749"/>
                  </a:lnTo>
                  <a:close/>
                </a:path>
                <a:path w="2539" h="40639">
                  <a:moveTo>
                    <a:pt x="2539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2539" y="40639"/>
                  </a:lnTo>
                  <a:lnTo>
                    <a:pt x="2539" y="38099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9" name="object 1409"/>
            <p:cNvSpPr/>
            <p:nvPr/>
          </p:nvSpPr>
          <p:spPr>
            <a:xfrm>
              <a:off x="1703069" y="510158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81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0"/>
                  </a:lnTo>
                  <a:close/>
                </a:path>
                <a:path w="3810" h="41910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10" h="41910">
                  <a:moveTo>
                    <a:pt x="381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2699"/>
                  </a:lnTo>
                  <a:close/>
                </a:path>
                <a:path w="3810" h="41910">
                  <a:moveTo>
                    <a:pt x="3810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19049"/>
                  </a:lnTo>
                  <a:close/>
                </a:path>
                <a:path w="3810" h="41910">
                  <a:moveTo>
                    <a:pt x="3810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5399"/>
                  </a:lnTo>
                  <a:close/>
                </a:path>
                <a:path w="3810" h="41910">
                  <a:moveTo>
                    <a:pt x="3810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1749"/>
                  </a:lnTo>
                  <a:close/>
                </a:path>
                <a:path w="3810" h="41910">
                  <a:moveTo>
                    <a:pt x="381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1269" y="40639"/>
                  </a:lnTo>
                  <a:lnTo>
                    <a:pt x="1269" y="41909"/>
                  </a:lnTo>
                  <a:lnTo>
                    <a:pt x="3810" y="41909"/>
                  </a:lnTo>
                  <a:lnTo>
                    <a:pt x="3810" y="38099"/>
                  </a:lnTo>
                  <a:close/>
                </a:path>
              </a:pathLst>
            </a:custGeom>
            <a:solidFill>
              <a:srgbClr val="B6C1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0" name="object 1410"/>
            <p:cNvSpPr/>
            <p:nvPr/>
          </p:nvSpPr>
          <p:spPr>
            <a:xfrm>
              <a:off x="1706880" y="5100320"/>
              <a:ext cx="3810" cy="43180"/>
            </a:xfrm>
            <a:custGeom>
              <a:avLst/>
              <a:gdLst/>
              <a:ahLst/>
              <a:cxnLst/>
              <a:rect l="l" t="t" r="r" b="b"/>
              <a:pathLst>
                <a:path w="3810" h="43179">
                  <a:moveTo>
                    <a:pt x="380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10" h="43179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10" h="43179">
                  <a:moveTo>
                    <a:pt x="380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7619"/>
                  </a:lnTo>
                  <a:close/>
                </a:path>
                <a:path w="3810" h="43179">
                  <a:moveTo>
                    <a:pt x="3809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3969"/>
                  </a:lnTo>
                  <a:close/>
                </a:path>
                <a:path w="3810" h="43179">
                  <a:moveTo>
                    <a:pt x="3809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3809" y="26669"/>
                  </a:lnTo>
                  <a:lnTo>
                    <a:pt x="3809" y="20319"/>
                  </a:lnTo>
                  <a:close/>
                </a:path>
                <a:path w="3810" h="43179">
                  <a:moveTo>
                    <a:pt x="3809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6669"/>
                  </a:lnTo>
                  <a:close/>
                </a:path>
                <a:path w="3810" h="43179">
                  <a:moveTo>
                    <a:pt x="3809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3019"/>
                  </a:lnTo>
                  <a:close/>
                </a:path>
                <a:path w="3810" h="43179">
                  <a:moveTo>
                    <a:pt x="3809" y="39369"/>
                  </a:moveTo>
                  <a:lnTo>
                    <a:pt x="0" y="39369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39369"/>
                  </a:lnTo>
                  <a:close/>
                </a:path>
              </a:pathLst>
            </a:custGeom>
            <a:solidFill>
              <a:srgbClr val="B3BF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1" name="object 1411"/>
            <p:cNvSpPr/>
            <p:nvPr/>
          </p:nvSpPr>
          <p:spPr>
            <a:xfrm>
              <a:off x="1710689" y="5099050"/>
              <a:ext cx="3810" cy="45720"/>
            </a:xfrm>
            <a:custGeom>
              <a:avLst/>
              <a:gdLst/>
              <a:ahLst/>
              <a:cxnLst/>
              <a:rect l="l" t="t" r="r" b="b"/>
              <a:pathLst>
                <a:path w="3810" h="45720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45720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10" h="45720">
                  <a:moveTo>
                    <a:pt x="381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8890"/>
                  </a:lnTo>
                  <a:close/>
                </a:path>
                <a:path w="3810" h="45720">
                  <a:moveTo>
                    <a:pt x="3810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5240"/>
                  </a:lnTo>
                  <a:close/>
                </a:path>
                <a:path w="3810" h="45720">
                  <a:moveTo>
                    <a:pt x="3810" y="21590"/>
                  </a:moveTo>
                  <a:lnTo>
                    <a:pt x="0" y="21590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1590"/>
                  </a:lnTo>
                  <a:close/>
                </a:path>
                <a:path w="3810" h="45720">
                  <a:moveTo>
                    <a:pt x="3810" y="27940"/>
                  </a:moveTo>
                  <a:lnTo>
                    <a:pt x="0" y="27940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27940"/>
                  </a:lnTo>
                  <a:close/>
                </a:path>
                <a:path w="3810" h="45720">
                  <a:moveTo>
                    <a:pt x="3810" y="34290"/>
                  </a:moveTo>
                  <a:lnTo>
                    <a:pt x="0" y="34290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4290"/>
                  </a:lnTo>
                  <a:close/>
                </a:path>
                <a:path w="3810" h="45720">
                  <a:moveTo>
                    <a:pt x="3810" y="40640"/>
                  </a:moveTo>
                  <a:lnTo>
                    <a:pt x="0" y="40640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40640"/>
                  </a:lnTo>
                  <a:close/>
                </a:path>
              </a:pathLst>
            </a:custGeom>
            <a:solidFill>
              <a:srgbClr val="B1BD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2" name="object 1412"/>
            <p:cNvSpPr/>
            <p:nvPr/>
          </p:nvSpPr>
          <p:spPr>
            <a:xfrm>
              <a:off x="1714500" y="5099050"/>
              <a:ext cx="3810" cy="46990"/>
            </a:xfrm>
            <a:custGeom>
              <a:avLst/>
              <a:gdLst/>
              <a:ahLst/>
              <a:cxnLst/>
              <a:rect l="l" t="t" r="r" b="b"/>
              <a:pathLst>
                <a:path w="3810" h="46989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46989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10" h="46989">
                  <a:moveTo>
                    <a:pt x="381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8890"/>
                  </a:lnTo>
                  <a:close/>
                </a:path>
                <a:path w="3810" h="46989">
                  <a:moveTo>
                    <a:pt x="3810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5240"/>
                  </a:lnTo>
                  <a:close/>
                </a:path>
                <a:path w="3810" h="46989">
                  <a:moveTo>
                    <a:pt x="3810" y="21590"/>
                  </a:moveTo>
                  <a:lnTo>
                    <a:pt x="0" y="21590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1590"/>
                  </a:lnTo>
                  <a:close/>
                </a:path>
                <a:path w="3810" h="46989">
                  <a:moveTo>
                    <a:pt x="3810" y="27940"/>
                  </a:moveTo>
                  <a:lnTo>
                    <a:pt x="0" y="27940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27940"/>
                  </a:lnTo>
                  <a:close/>
                </a:path>
                <a:path w="3810" h="46989">
                  <a:moveTo>
                    <a:pt x="3810" y="34290"/>
                  </a:moveTo>
                  <a:lnTo>
                    <a:pt x="0" y="34290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4290"/>
                  </a:lnTo>
                  <a:close/>
                </a:path>
                <a:path w="3810" h="46989">
                  <a:moveTo>
                    <a:pt x="3810" y="40640"/>
                  </a:moveTo>
                  <a:lnTo>
                    <a:pt x="0" y="40640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0640"/>
                  </a:lnTo>
                  <a:close/>
                </a:path>
              </a:pathLst>
            </a:custGeom>
            <a:solidFill>
              <a:srgbClr val="AEBA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3" name="object 1413"/>
            <p:cNvSpPr/>
            <p:nvPr/>
          </p:nvSpPr>
          <p:spPr>
            <a:xfrm>
              <a:off x="1718310" y="5097780"/>
              <a:ext cx="3810" cy="49530"/>
            </a:xfrm>
            <a:custGeom>
              <a:avLst/>
              <a:gdLst/>
              <a:ahLst/>
              <a:cxnLst/>
              <a:rect l="l" t="t" r="r" b="b"/>
              <a:pathLst>
                <a:path w="3810" h="49529">
                  <a:moveTo>
                    <a:pt x="3809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10" h="49529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10" h="49529">
                  <a:moveTo>
                    <a:pt x="380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0160"/>
                  </a:lnTo>
                  <a:close/>
                </a:path>
                <a:path w="3810" h="49529">
                  <a:moveTo>
                    <a:pt x="3809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16510"/>
                  </a:lnTo>
                  <a:close/>
                </a:path>
                <a:path w="3810" h="49529">
                  <a:moveTo>
                    <a:pt x="3809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3809" y="29210"/>
                  </a:lnTo>
                  <a:lnTo>
                    <a:pt x="3809" y="22860"/>
                  </a:lnTo>
                  <a:close/>
                </a:path>
                <a:path w="3810" h="49529">
                  <a:moveTo>
                    <a:pt x="3809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29210"/>
                  </a:lnTo>
                  <a:close/>
                </a:path>
                <a:path w="3810" h="49529">
                  <a:moveTo>
                    <a:pt x="3809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35560"/>
                  </a:lnTo>
                  <a:close/>
                </a:path>
                <a:path w="3810" h="49529">
                  <a:moveTo>
                    <a:pt x="3809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3809" y="48260"/>
                  </a:lnTo>
                  <a:lnTo>
                    <a:pt x="3809" y="41910"/>
                  </a:lnTo>
                  <a:close/>
                </a:path>
                <a:path w="3810" h="49529">
                  <a:moveTo>
                    <a:pt x="3809" y="48260"/>
                  </a:moveTo>
                  <a:lnTo>
                    <a:pt x="2539" y="48260"/>
                  </a:lnTo>
                  <a:lnTo>
                    <a:pt x="2539" y="49530"/>
                  </a:lnTo>
                  <a:lnTo>
                    <a:pt x="3809" y="49530"/>
                  </a:lnTo>
                  <a:lnTo>
                    <a:pt x="3809" y="48260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4" name="object 1414"/>
            <p:cNvSpPr/>
            <p:nvPr/>
          </p:nvSpPr>
          <p:spPr>
            <a:xfrm>
              <a:off x="1722119" y="5097780"/>
              <a:ext cx="3810" cy="49530"/>
            </a:xfrm>
            <a:custGeom>
              <a:avLst/>
              <a:gdLst/>
              <a:ahLst/>
              <a:cxnLst/>
              <a:rect l="l" t="t" r="r" b="b"/>
              <a:pathLst>
                <a:path w="3810" h="49529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10" h="49529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10" h="49529">
                  <a:moveTo>
                    <a:pt x="381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60"/>
                  </a:lnTo>
                  <a:close/>
                </a:path>
                <a:path w="3810" h="49529">
                  <a:moveTo>
                    <a:pt x="3810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10"/>
                  </a:lnTo>
                  <a:close/>
                </a:path>
                <a:path w="3810" h="49529">
                  <a:moveTo>
                    <a:pt x="3810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2860"/>
                  </a:lnTo>
                  <a:close/>
                </a:path>
                <a:path w="3810" h="49529">
                  <a:moveTo>
                    <a:pt x="3810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29210"/>
                  </a:lnTo>
                  <a:close/>
                </a:path>
                <a:path w="3810" h="49529">
                  <a:moveTo>
                    <a:pt x="3810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5560"/>
                  </a:lnTo>
                  <a:close/>
                </a:path>
                <a:path w="3810" h="49529">
                  <a:moveTo>
                    <a:pt x="3810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1910"/>
                  </a:lnTo>
                  <a:close/>
                </a:path>
                <a:path w="3810" h="49529">
                  <a:moveTo>
                    <a:pt x="3810" y="48260"/>
                  </a:moveTo>
                  <a:lnTo>
                    <a:pt x="0" y="4826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8260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5" name="object 1415"/>
            <p:cNvSpPr/>
            <p:nvPr/>
          </p:nvSpPr>
          <p:spPr>
            <a:xfrm>
              <a:off x="1725930" y="5096509"/>
              <a:ext cx="2540" cy="50800"/>
            </a:xfrm>
            <a:custGeom>
              <a:avLst/>
              <a:gdLst/>
              <a:ahLst/>
              <a:cxnLst/>
              <a:rect l="l" t="t" r="r" b="b"/>
              <a:pathLst>
                <a:path w="2539" h="50800">
                  <a:moveTo>
                    <a:pt x="2539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5079"/>
                  </a:lnTo>
                  <a:lnTo>
                    <a:pt x="2539" y="5079"/>
                  </a:lnTo>
                  <a:lnTo>
                    <a:pt x="2539" y="0"/>
                  </a:lnTo>
                  <a:close/>
                </a:path>
                <a:path w="2539" h="50800">
                  <a:moveTo>
                    <a:pt x="253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2539" y="11429"/>
                  </a:lnTo>
                  <a:lnTo>
                    <a:pt x="2539" y="5080"/>
                  </a:lnTo>
                  <a:close/>
                </a:path>
                <a:path w="2539" h="50800">
                  <a:moveTo>
                    <a:pt x="253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2539" y="17779"/>
                  </a:lnTo>
                  <a:lnTo>
                    <a:pt x="2539" y="11430"/>
                  </a:lnTo>
                  <a:close/>
                </a:path>
                <a:path w="2539" h="50800">
                  <a:moveTo>
                    <a:pt x="2539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2539" y="24129"/>
                  </a:lnTo>
                  <a:lnTo>
                    <a:pt x="2539" y="17780"/>
                  </a:lnTo>
                  <a:close/>
                </a:path>
                <a:path w="2539" h="50800">
                  <a:moveTo>
                    <a:pt x="2539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2539" y="30479"/>
                  </a:lnTo>
                  <a:lnTo>
                    <a:pt x="2539" y="24130"/>
                  </a:lnTo>
                  <a:close/>
                </a:path>
                <a:path w="2539" h="50800">
                  <a:moveTo>
                    <a:pt x="2539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2539" y="36829"/>
                  </a:lnTo>
                  <a:lnTo>
                    <a:pt x="2539" y="30480"/>
                  </a:lnTo>
                  <a:close/>
                </a:path>
                <a:path w="2539" h="50800">
                  <a:moveTo>
                    <a:pt x="2539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2539" y="43179"/>
                  </a:lnTo>
                  <a:lnTo>
                    <a:pt x="2539" y="36830"/>
                  </a:lnTo>
                  <a:close/>
                </a:path>
                <a:path w="2539" h="50800">
                  <a:moveTo>
                    <a:pt x="2539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2539" y="49529"/>
                  </a:lnTo>
                  <a:lnTo>
                    <a:pt x="2539" y="43180"/>
                  </a:lnTo>
                  <a:close/>
                </a:path>
                <a:path w="2539" h="50800">
                  <a:moveTo>
                    <a:pt x="2539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2539" y="50800"/>
                  </a:lnTo>
                  <a:lnTo>
                    <a:pt x="2539" y="49530"/>
                  </a:lnTo>
                  <a:close/>
                </a:path>
              </a:pathLst>
            </a:custGeom>
            <a:solidFill>
              <a:srgbClr val="A6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6" name="object 1416"/>
            <p:cNvSpPr/>
            <p:nvPr/>
          </p:nvSpPr>
          <p:spPr>
            <a:xfrm>
              <a:off x="1728469" y="5095239"/>
              <a:ext cx="3810" cy="53340"/>
            </a:xfrm>
            <a:custGeom>
              <a:avLst/>
              <a:gdLst/>
              <a:ahLst/>
              <a:cxnLst/>
              <a:rect l="l" t="t" r="r" b="b"/>
              <a:pathLst>
                <a:path w="3810" h="53339">
                  <a:moveTo>
                    <a:pt x="3810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0" y="126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0"/>
                  </a:lnTo>
                  <a:close/>
                </a:path>
                <a:path w="3810" h="53339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10" h="53339">
                  <a:moveTo>
                    <a:pt x="381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2699"/>
                  </a:lnTo>
                  <a:close/>
                </a:path>
                <a:path w="3810" h="53339">
                  <a:moveTo>
                    <a:pt x="3810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19049"/>
                  </a:lnTo>
                  <a:close/>
                </a:path>
                <a:path w="3810" h="53339">
                  <a:moveTo>
                    <a:pt x="3810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5399"/>
                  </a:lnTo>
                  <a:close/>
                </a:path>
                <a:path w="3810" h="53339">
                  <a:moveTo>
                    <a:pt x="3810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1749"/>
                  </a:lnTo>
                  <a:close/>
                </a:path>
                <a:path w="3810" h="53339">
                  <a:moveTo>
                    <a:pt x="3810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38099"/>
                  </a:lnTo>
                  <a:close/>
                </a:path>
                <a:path w="3810" h="53339">
                  <a:moveTo>
                    <a:pt x="3810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4449"/>
                  </a:lnTo>
                  <a:close/>
                </a:path>
                <a:path w="3810" h="53339">
                  <a:moveTo>
                    <a:pt x="3810" y="50799"/>
                  </a:moveTo>
                  <a:lnTo>
                    <a:pt x="0" y="50799"/>
                  </a:lnTo>
                  <a:lnTo>
                    <a:pt x="0" y="52069"/>
                  </a:lnTo>
                  <a:lnTo>
                    <a:pt x="2540" y="52069"/>
                  </a:lnTo>
                  <a:lnTo>
                    <a:pt x="2540" y="53339"/>
                  </a:lnTo>
                  <a:lnTo>
                    <a:pt x="3810" y="53339"/>
                  </a:lnTo>
                  <a:lnTo>
                    <a:pt x="3810" y="50799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7" name="object 1417"/>
            <p:cNvSpPr/>
            <p:nvPr/>
          </p:nvSpPr>
          <p:spPr>
            <a:xfrm>
              <a:off x="1732280" y="5095239"/>
              <a:ext cx="3810" cy="53340"/>
            </a:xfrm>
            <a:custGeom>
              <a:avLst/>
              <a:gdLst/>
              <a:ahLst/>
              <a:cxnLst/>
              <a:rect l="l" t="t" r="r" b="b"/>
              <a:pathLst>
                <a:path w="3810" h="53339">
                  <a:moveTo>
                    <a:pt x="380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0"/>
                  </a:lnTo>
                  <a:close/>
                </a:path>
                <a:path w="3810" h="53339">
                  <a:moveTo>
                    <a:pt x="380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6349"/>
                  </a:lnTo>
                  <a:close/>
                </a:path>
                <a:path w="3810" h="53339">
                  <a:moveTo>
                    <a:pt x="380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2699"/>
                  </a:lnTo>
                  <a:close/>
                </a:path>
                <a:path w="3810" h="53339">
                  <a:moveTo>
                    <a:pt x="3809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19049"/>
                  </a:lnTo>
                  <a:close/>
                </a:path>
                <a:path w="3810" h="53339">
                  <a:moveTo>
                    <a:pt x="3809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5399"/>
                  </a:lnTo>
                  <a:close/>
                </a:path>
                <a:path w="3810" h="53339">
                  <a:moveTo>
                    <a:pt x="3809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1749"/>
                  </a:lnTo>
                  <a:close/>
                </a:path>
                <a:path w="3810" h="53339">
                  <a:moveTo>
                    <a:pt x="3809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38099"/>
                  </a:lnTo>
                  <a:close/>
                </a:path>
                <a:path w="3810" h="53339">
                  <a:moveTo>
                    <a:pt x="3809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4449"/>
                  </a:lnTo>
                  <a:close/>
                </a:path>
                <a:path w="3810" h="53339">
                  <a:moveTo>
                    <a:pt x="3809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0799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8" name="object 1418"/>
            <p:cNvSpPr/>
            <p:nvPr/>
          </p:nvSpPr>
          <p:spPr>
            <a:xfrm>
              <a:off x="1736089" y="5095239"/>
              <a:ext cx="3810" cy="54610"/>
            </a:xfrm>
            <a:custGeom>
              <a:avLst/>
              <a:gdLst/>
              <a:ahLst/>
              <a:cxnLst/>
              <a:rect l="l" t="t" r="r" b="b"/>
              <a:pathLst>
                <a:path w="3810" h="54610">
                  <a:moveTo>
                    <a:pt x="381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0"/>
                  </a:lnTo>
                  <a:close/>
                </a:path>
                <a:path w="3810" h="54610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10" h="54610">
                  <a:moveTo>
                    <a:pt x="381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2699"/>
                  </a:lnTo>
                  <a:close/>
                </a:path>
                <a:path w="3810" h="54610">
                  <a:moveTo>
                    <a:pt x="3810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19049"/>
                  </a:lnTo>
                  <a:close/>
                </a:path>
                <a:path w="3810" h="54610">
                  <a:moveTo>
                    <a:pt x="3810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5399"/>
                  </a:lnTo>
                  <a:close/>
                </a:path>
                <a:path w="3810" h="54610">
                  <a:moveTo>
                    <a:pt x="3810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1749"/>
                  </a:lnTo>
                  <a:close/>
                </a:path>
                <a:path w="3810" h="54610">
                  <a:moveTo>
                    <a:pt x="3810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38099"/>
                  </a:lnTo>
                  <a:close/>
                </a:path>
                <a:path w="3810" h="54610">
                  <a:moveTo>
                    <a:pt x="3810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4449"/>
                  </a:lnTo>
                  <a:close/>
                </a:path>
                <a:path w="3810" h="54610">
                  <a:moveTo>
                    <a:pt x="3810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1270" y="53339"/>
                  </a:lnTo>
                  <a:lnTo>
                    <a:pt x="1270" y="54609"/>
                  </a:lnTo>
                  <a:lnTo>
                    <a:pt x="3810" y="54609"/>
                  </a:lnTo>
                  <a:lnTo>
                    <a:pt x="3810" y="50799"/>
                  </a:lnTo>
                  <a:close/>
                </a:path>
              </a:pathLst>
            </a:custGeom>
            <a:solidFill>
              <a:srgbClr val="9EAD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9" name="object 1419"/>
            <p:cNvSpPr/>
            <p:nvPr/>
          </p:nvSpPr>
          <p:spPr>
            <a:xfrm>
              <a:off x="1739900" y="5095239"/>
              <a:ext cx="3810" cy="54610"/>
            </a:xfrm>
            <a:custGeom>
              <a:avLst/>
              <a:gdLst/>
              <a:ahLst/>
              <a:cxnLst/>
              <a:rect l="l" t="t" r="r" b="b"/>
              <a:pathLst>
                <a:path w="3810" h="54610">
                  <a:moveTo>
                    <a:pt x="381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0"/>
                  </a:lnTo>
                  <a:close/>
                </a:path>
                <a:path w="3810" h="54610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10" h="54610">
                  <a:moveTo>
                    <a:pt x="381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2699"/>
                  </a:lnTo>
                  <a:close/>
                </a:path>
                <a:path w="3810" h="54610">
                  <a:moveTo>
                    <a:pt x="3810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19049"/>
                  </a:lnTo>
                  <a:close/>
                </a:path>
                <a:path w="3810" h="54610">
                  <a:moveTo>
                    <a:pt x="3810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5399"/>
                  </a:lnTo>
                  <a:close/>
                </a:path>
                <a:path w="3810" h="54610">
                  <a:moveTo>
                    <a:pt x="3810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1749"/>
                  </a:lnTo>
                  <a:close/>
                </a:path>
                <a:path w="3810" h="54610">
                  <a:moveTo>
                    <a:pt x="3810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38099"/>
                  </a:lnTo>
                  <a:close/>
                </a:path>
                <a:path w="3810" h="54610">
                  <a:moveTo>
                    <a:pt x="3810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4449"/>
                  </a:lnTo>
                  <a:close/>
                </a:path>
                <a:path w="3810" h="54610">
                  <a:moveTo>
                    <a:pt x="3810" y="50799"/>
                  </a:moveTo>
                  <a:lnTo>
                    <a:pt x="0" y="50799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0799"/>
                  </a:lnTo>
                  <a:close/>
                </a:path>
              </a:pathLst>
            </a:custGeom>
            <a:solidFill>
              <a:srgbClr val="9CAB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0" name="object 1420"/>
            <p:cNvSpPr/>
            <p:nvPr/>
          </p:nvSpPr>
          <p:spPr>
            <a:xfrm>
              <a:off x="1743710" y="5095239"/>
              <a:ext cx="3810" cy="54610"/>
            </a:xfrm>
            <a:custGeom>
              <a:avLst/>
              <a:gdLst/>
              <a:ahLst/>
              <a:cxnLst/>
              <a:rect l="l" t="t" r="r" b="b"/>
              <a:pathLst>
                <a:path w="3810" h="54610">
                  <a:moveTo>
                    <a:pt x="380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0"/>
                  </a:lnTo>
                  <a:close/>
                </a:path>
                <a:path w="3810" h="54610">
                  <a:moveTo>
                    <a:pt x="380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6349"/>
                  </a:lnTo>
                  <a:close/>
                </a:path>
                <a:path w="3810" h="54610">
                  <a:moveTo>
                    <a:pt x="380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2699"/>
                  </a:lnTo>
                  <a:close/>
                </a:path>
                <a:path w="3810" h="54610">
                  <a:moveTo>
                    <a:pt x="3809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19049"/>
                  </a:lnTo>
                  <a:close/>
                </a:path>
                <a:path w="3810" h="54610">
                  <a:moveTo>
                    <a:pt x="3809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5399"/>
                  </a:lnTo>
                  <a:close/>
                </a:path>
                <a:path w="3810" h="54610">
                  <a:moveTo>
                    <a:pt x="3809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1749"/>
                  </a:lnTo>
                  <a:close/>
                </a:path>
                <a:path w="3810" h="54610">
                  <a:moveTo>
                    <a:pt x="3809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38099"/>
                  </a:lnTo>
                  <a:close/>
                </a:path>
                <a:path w="3810" h="54610">
                  <a:moveTo>
                    <a:pt x="3809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4449"/>
                  </a:lnTo>
                  <a:close/>
                </a:path>
                <a:path w="3810" h="54610">
                  <a:moveTo>
                    <a:pt x="3809" y="50799"/>
                  </a:moveTo>
                  <a:lnTo>
                    <a:pt x="0" y="50799"/>
                  </a:lnTo>
                  <a:lnTo>
                    <a:pt x="0" y="54609"/>
                  </a:lnTo>
                  <a:lnTo>
                    <a:pt x="3809" y="54609"/>
                  </a:lnTo>
                  <a:lnTo>
                    <a:pt x="3809" y="50799"/>
                  </a:lnTo>
                  <a:close/>
                </a:path>
              </a:pathLst>
            </a:custGeom>
            <a:solidFill>
              <a:srgbClr val="99A8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1" name="object 1421"/>
            <p:cNvSpPr/>
            <p:nvPr/>
          </p:nvSpPr>
          <p:spPr>
            <a:xfrm>
              <a:off x="1747519" y="5093970"/>
              <a:ext cx="2540" cy="55880"/>
            </a:xfrm>
            <a:custGeom>
              <a:avLst/>
              <a:gdLst/>
              <a:ahLst/>
              <a:cxnLst/>
              <a:rect l="l" t="t" r="r" b="b"/>
              <a:pathLst>
                <a:path w="2539" h="55879">
                  <a:moveTo>
                    <a:pt x="2540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2539" h="55879">
                  <a:moveTo>
                    <a:pt x="254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2540" y="7619"/>
                  </a:lnTo>
                  <a:lnTo>
                    <a:pt x="2540" y="1269"/>
                  </a:lnTo>
                  <a:close/>
                </a:path>
                <a:path w="2539" h="55879">
                  <a:moveTo>
                    <a:pt x="254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2540" y="13969"/>
                  </a:lnTo>
                  <a:lnTo>
                    <a:pt x="2540" y="7619"/>
                  </a:lnTo>
                  <a:close/>
                </a:path>
                <a:path w="2539" h="55879">
                  <a:moveTo>
                    <a:pt x="2540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2540" y="20319"/>
                  </a:lnTo>
                  <a:lnTo>
                    <a:pt x="2540" y="13969"/>
                  </a:lnTo>
                  <a:close/>
                </a:path>
                <a:path w="2539" h="55879">
                  <a:moveTo>
                    <a:pt x="2540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2540" y="26669"/>
                  </a:lnTo>
                  <a:lnTo>
                    <a:pt x="2540" y="20319"/>
                  </a:lnTo>
                  <a:close/>
                </a:path>
                <a:path w="2539" h="55879">
                  <a:moveTo>
                    <a:pt x="2540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2540" y="33019"/>
                  </a:lnTo>
                  <a:lnTo>
                    <a:pt x="2540" y="26669"/>
                  </a:lnTo>
                  <a:close/>
                </a:path>
                <a:path w="2539" h="55879">
                  <a:moveTo>
                    <a:pt x="2540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2540" y="39369"/>
                  </a:lnTo>
                  <a:lnTo>
                    <a:pt x="2540" y="33019"/>
                  </a:lnTo>
                  <a:close/>
                </a:path>
                <a:path w="2539" h="55879">
                  <a:moveTo>
                    <a:pt x="2540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2540" y="45719"/>
                  </a:lnTo>
                  <a:lnTo>
                    <a:pt x="2540" y="39369"/>
                  </a:lnTo>
                  <a:close/>
                </a:path>
                <a:path w="2539" h="55879">
                  <a:moveTo>
                    <a:pt x="2540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2540" y="52069"/>
                  </a:lnTo>
                  <a:lnTo>
                    <a:pt x="2540" y="45719"/>
                  </a:lnTo>
                  <a:close/>
                </a:path>
                <a:path w="2539" h="55879">
                  <a:moveTo>
                    <a:pt x="2540" y="52069"/>
                  </a:moveTo>
                  <a:lnTo>
                    <a:pt x="0" y="52069"/>
                  </a:lnTo>
                  <a:lnTo>
                    <a:pt x="0" y="55879"/>
                  </a:lnTo>
                  <a:lnTo>
                    <a:pt x="2540" y="55879"/>
                  </a:lnTo>
                  <a:lnTo>
                    <a:pt x="2540" y="52069"/>
                  </a:lnTo>
                  <a:close/>
                </a:path>
              </a:pathLst>
            </a:custGeom>
            <a:solidFill>
              <a:srgbClr val="96A6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2" name="object 1422"/>
            <p:cNvSpPr/>
            <p:nvPr/>
          </p:nvSpPr>
          <p:spPr>
            <a:xfrm>
              <a:off x="1750060" y="5093970"/>
              <a:ext cx="3810" cy="55880"/>
            </a:xfrm>
            <a:custGeom>
              <a:avLst/>
              <a:gdLst/>
              <a:ahLst/>
              <a:cxnLst/>
              <a:rect l="l" t="t" r="r" b="b"/>
              <a:pathLst>
                <a:path w="3810" h="55879">
                  <a:moveTo>
                    <a:pt x="380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10" h="55879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10" h="55879">
                  <a:moveTo>
                    <a:pt x="380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7619"/>
                  </a:lnTo>
                  <a:close/>
                </a:path>
                <a:path w="3810" h="55879">
                  <a:moveTo>
                    <a:pt x="3809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3969"/>
                  </a:lnTo>
                  <a:close/>
                </a:path>
                <a:path w="3810" h="55879">
                  <a:moveTo>
                    <a:pt x="3809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3809" y="26669"/>
                  </a:lnTo>
                  <a:lnTo>
                    <a:pt x="3809" y="20319"/>
                  </a:lnTo>
                  <a:close/>
                </a:path>
                <a:path w="3810" h="55879">
                  <a:moveTo>
                    <a:pt x="3809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6669"/>
                  </a:lnTo>
                  <a:close/>
                </a:path>
                <a:path w="3810" h="55879">
                  <a:moveTo>
                    <a:pt x="3809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3019"/>
                  </a:lnTo>
                  <a:close/>
                </a:path>
                <a:path w="3810" h="55879">
                  <a:moveTo>
                    <a:pt x="3809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39369"/>
                  </a:lnTo>
                  <a:close/>
                </a:path>
                <a:path w="3810" h="55879">
                  <a:moveTo>
                    <a:pt x="3809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3809" y="52069"/>
                  </a:lnTo>
                  <a:lnTo>
                    <a:pt x="3809" y="45719"/>
                  </a:lnTo>
                  <a:close/>
                </a:path>
                <a:path w="3810" h="55879">
                  <a:moveTo>
                    <a:pt x="3809" y="52069"/>
                  </a:moveTo>
                  <a:lnTo>
                    <a:pt x="0" y="52069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52069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3" name="object 1423"/>
            <p:cNvSpPr/>
            <p:nvPr/>
          </p:nvSpPr>
          <p:spPr>
            <a:xfrm>
              <a:off x="1753869" y="5092700"/>
              <a:ext cx="3810" cy="58419"/>
            </a:xfrm>
            <a:custGeom>
              <a:avLst/>
              <a:gdLst/>
              <a:ahLst/>
              <a:cxnLst/>
              <a:rect l="l" t="t" r="r" b="b"/>
              <a:pathLst>
                <a:path w="3810" h="58420">
                  <a:moveTo>
                    <a:pt x="3810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58420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10" h="58420">
                  <a:moveTo>
                    <a:pt x="381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8890"/>
                  </a:lnTo>
                  <a:close/>
                </a:path>
                <a:path w="3810" h="58420">
                  <a:moveTo>
                    <a:pt x="3810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5240"/>
                  </a:lnTo>
                  <a:close/>
                </a:path>
                <a:path w="3810" h="58420">
                  <a:moveTo>
                    <a:pt x="3810" y="21590"/>
                  </a:moveTo>
                  <a:lnTo>
                    <a:pt x="0" y="21590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1590"/>
                  </a:lnTo>
                  <a:close/>
                </a:path>
                <a:path w="3810" h="58420">
                  <a:moveTo>
                    <a:pt x="3810" y="27940"/>
                  </a:moveTo>
                  <a:lnTo>
                    <a:pt x="0" y="27940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27940"/>
                  </a:lnTo>
                  <a:close/>
                </a:path>
                <a:path w="3810" h="58420">
                  <a:moveTo>
                    <a:pt x="3810" y="34290"/>
                  </a:moveTo>
                  <a:lnTo>
                    <a:pt x="0" y="34290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4290"/>
                  </a:lnTo>
                  <a:close/>
                </a:path>
                <a:path w="3810" h="58420">
                  <a:moveTo>
                    <a:pt x="3810" y="40640"/>
                  </a:moveTo>
                  <a:lnTo>
                    <a:pt x="0" y="40640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0640"/>
                  </a:lnTo>
                  <a:close/>
                </a:path>
                <a:path w="3810" h="58420">
                  <a:moveTo>
                    <a:pt x="3810" y="46990"/>
                  </a:moveTo>
                  <a:lnTo>
                    <a:pt x="0" y="46990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46990"/>
                  </a:lnTo>
                  <a:close/>
                </a:path>
                <a:path w="3810" h="58420">
                  <a:moveTo>
                    <a:pt x="3810" y="53340"/>
                  </a:moveTo>
                  <a:lnTo>
                    <a:pt x="0" y="53340"/>
                  </a:lnTo>
                  <a:lnTo>
                    <a:pt x="0" y="57150"/>
                  </a:lnTo>
                  <a:lnTo>
                    <a:pt x="1269" y="57150"/>
                  </a:lnTo>
                  <a:lnTo>
                    <a:pt x="1269" y="58419"/>
                  </a:lnTo>
                  <a:lnTo>
                    <a:pt x="3810" y="58419"/>
                  </a:lnTo>
                  <a:lnTo>
                    <a:pt x="3810" y="53340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4" name="object 1424"/>
            <p:cNvSpPr/>
            <p:nvPr/>
          </p:nvSpPr>
          <p:spPr>
            <a:xfrm>
              <a:off x="1757680" y="5092700"/>
              <a:ext cx="3810" cy="58419"/>
            </a:xfrm>
            <a:custGeom>
              <a:avLst/>
              <a:gdLst/>
              <a:ahLst/>
              <a:cxnLst/>
              <a:rect l="l" t="t" r="r" b="b"/>
              <a:pathLst>
                <a:path w="3810" h="58420">
                  <a:moveTo>
                    <a:pt x="380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10" h="58420">
                  <a:moveTo>
                    <a:pt x="3809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2540"/>
                  </a:lnTo>
                  <a:close/>
                </a:path>
                <a:path w="3810" h="58420">
                  <a:moveTo>
                    <a:pt x="3809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8890"/>
                  </a:lnTo>
                  <a:close/>
                </a:path>
                <a:path w="3810" h="58420">
                  <a:moveTo>
                    <a:pt x="3809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5240"/>
                  </a:lnTo>
                  <a:close/>
                </a:path>
                <a:path w="3810" h="58420">
                  <a:moveTo>
                    <a:pt x="3809" y="21590"/>
                  </a:moveTo>
                  <a:lnTo>
                    <a:pt x="0" y="21590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1590"/>
                  </a:lnTo>
                  <a:close/>
                </a:path>
                <a:path w="3810" h="58420">
                  <a:moveTo>
                    <a:pt x="3809" y="27940"/>
                  </a:moveTo>
                  <a:lnTo>
                    <a:pt x="0" y="27940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27940"/>
                  </a:lnTo>
                  <a:close/>
                </a:path>
                <a:path w="3810" h="58420">
                  <a:moveTo>
                    <a:pt x="3809" y="34290"/>
                  </a:moveTo>
                  <a:lnTo>
                    <a:pt x="0" y="34290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4290"/>
                  </a:lnTo>
                  <a:close/>
                </a:path>
                <a:path w="3810" h="58420">
                  <a:moveTo>
                    <a:pt x="3809" y="40640"/>
                  </a:moveTo>
                  <a:lnTo>
                    <a:pt x="0" y="40640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0640"/>
                  </a:lnTo>
                  <a:close/>
                </a:path>
                <a:path w="3810" h="58420">
                  <a:moveTo>
                    <a:pt x="3809" y="46990"/>
                  </a:moveTo>
                  <a:lnTo>
                    <a:pt x="0" y="46990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46990"/>
                  </a:lnTo>
                  <a:close/>
                </a:path>
                <a:path w="3810" h="58420">
                  <a:moveTo>
                    <a:pt x="3809" y="53340"/>
                  </a:moveTo>
                  <a:lnTo>
                    <a:pt x="0" y="53340"/>
                  </a:lnTo>
                  <a:lnTo>
                    <a:pt x="0" y="58419"/>
                  </a:lnTo>
                  <a:lnTo>
                    <a:pt x="3809" y="58419"/>
                  </a:lnTo>
                  <a:lnTo>
                    <a:pt x="3809" y="53340"/>
                  </a:lnTo>
                  <a:close/>
                </a:path>
              </a:pathLst>
            </a:custGeom>
            <a:solidFill>
              <a:srgbClr val="8E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5" name="object 1425"/>
            <p:cNvSpPr/>
            <p:nvPr/>
          </p:nvSpPr>
          <p:spPr>
            <a:xfrm>
              <a:off x="1761489" y="5092700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10" h="59689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59689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10" h="59689">
                  <a:moveTo>
                    <a:pt x="381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8890"/>
                  </a:lnTo>
                  <a:close/>
                </a:path>
                <a:path w="3810" h="59689">
                  <a:moveTo>
                    <a:pt x="3810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5240"/>
                  </a:lnTo>
                  <a:close/>
                </a:path>
                <a:path w="3810" h="59689">
                  <a:moveTo>
                    <a:pt x="3810" y="21590"/>
                  </a:moveTo>
                  <a:lnTo>
                    <a:pt x="0" y="21590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1590"/>
                  </a:lnTo>
                  <a:close/>
                </a:path>
                <a:path w="3810" h="59689">
                  <a:moveTo>
                    <a:pt x="3810" y="27940"/>
                  </a:moveTo>
                  <a:lnTo>
                    <a:pt x="0" y="27940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27940"/>
                  </a:lnTo>
                  <a:close/>
                </a:path>
                <a:path w="3810" h="59689">
                  <a:moveTo>
                    <a:pt x="3810" y="34290"/>
                  </a:moveTo>
                  <a:lnTo>
                    <a:pt x="0" y="34290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4290"/>
                  </a:lnTo>
                  <a:close/>
                </a:path>
                <a:path w="3810" h="59689">
                  <a:moveTo>
                    <a:pt x="3810" y="40640"/>
                  </a:moveTo>
                  <a:lnTo>
                    <a:pt x="0" y="40640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0640"/>
                  </a:lnTo>
                  <a:close/>
                </a:path>
                <a:path w="3810" h="59689">
                  <a:moveTo>
                    <a:pt x="3810" y="46990"/>
                  </a:moveTo>
                  <a:lnTo>
                    <a:pt x="0" y="46990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46990"/>
                  </a:lnTo>
                  <a:close/>
                </a:path>
                <a:path w="3810" h="59689">
                  <a:moveTo>
                    <a:pt x="3810" y="53340"/>
                  </a:moveTo>
                  <a:lnTo>
                    <a:pt x="0" y="53340"/>
                  </a:lnTo>
                  <a:lnTo>
                    <a:pt x="0" y="58419"/>
                  </a:lnTo>
                  <a:lnTo>
                    <a:pt x="1270" y="58419"/>
                  </a:lnTo>
                  <a:lnTo>
                    <a:pt x="1270" y="59689"/>
                  </a:lnTo>
                  <a:lnTo>
                    <a:pt x="3810" y="59689"/>
                  </a:lnTo>
                  <a:lnTo>
                    <a:pt x="3810" y="53340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6" name="object 1426"/>
            <p:cNvSpPr/>
            <p:nvPr/>
          </p:nvSpPr>
          <p:spPr>
            <a:xfrm>
              <a:off x="1765300" y="5092700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10" h="59689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59689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10" h="59689">
                  <a:moveTo>
                    <a:pt x="381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8890"/>
                  </a:lnTo>
                  <a:close/>
                </a:path>
                <a:path w="3810" h="59689">
                  <a:moveTo>
                    <a:pt x="3810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5240"/>
                  </a:lnTo>
                  <a:close/>
                </a:path>
                <a:path w="3810" h="59689">
                  <a:moveTo>
                    <a:pt x="3810" y="21590"/>
                  </a:moveTo>
                  <a:lnTo>
                    <a:pt x="0" y="21590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1590"/>
                  </a:lnTo>
                  <a:close/>
                </a:path>
                <a:path w="3810" h="59689">
                  <a:moveTo>
                    <a:pt x="3810" y="27940"/>
                  </a:moveTo>
                  <a:lnTo>
                    <a:pt x="0" y="27940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27940"/>
                  </a:lnTo>
                  <a:close/>
                </a:path>
                <a:path w="3810" h="59689">
                  <a:moveTo>
                    <a:pt x="3810" y="34290"/>
                  </a:moveTo>
                  <a:lnTo>
                    <a:pt x="0" y="34290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4290"/>
                  </a:lnTo>
                  <a:close/>
                </a:path>
                <a:path w="3810" h="59689">
                  <a:moveTo>
                    <a:pt x="3810" y="40640"/>
                  </a:moveTo>
                  <a:lnTo>
                    <a:pt x="0" y="40640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0640"/>
                  </a:lnTo>
                  <a:close/>
                </a:path>
                <a:path w="3810" h="59689">
                  <a:moveTo>
                    <a:pt x="3810" y="46990"/>
                  </a:moveTo>
                  <a:lnTo>
                    <a:pt x="0" y="46990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46990"/>
                  </a:lnTo>
                  <a:close/>
                </a:path>
                <a:path w="3810" h="59689">
                  <a:moveTo>
                    <a:pt x="3810" y="53340"/>
                  </a:moveTo>
                  <a:lnTo>
                    <a:pt x="0" y="53340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334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7" name="object 1427"/>
            <p:cNvSpPr/>
            <p:nvPr/>
          </p:nvSpPr>
          <p:spPr>
            <a:xfrm>
              <a:off x="1769110" y="5092700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10" h="59689">
                  <a:moveTo>
                    <a:pt x="380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10" h="59689">
                  <a:moveTo>
                    <a:pt x="3809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2540"/>
                  </a:lnTo>
                  <a:close/>
                </a:path>
                <a:path w="3810" h="59689">
                  <a:moveTo>
                    <a:pt x="3809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8890"/>
                  </a:lnTo>
                  <a:close/>
                </a:path>
                <a:path w="3810" h="59689">
                  <a:moveTo>
                    <a:pt x="3809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5240"/>
                  </a:lnTo>
                  <a:close/>
                </a:path>
                <a:path w="3810" h="59689">
                  <a:moveTo>
                    <a:pt x="3809" y="21590"/>
                  </a:moveTo>
                  <a:lnTo>
                    <a:pt x="0" y="21590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1590"/>
                  </a:lnTo>
                  <a:close/>
                </a:path>
                <a:path w="3810" h="59689">
                  <a:moveTo>
                    <a:pt x="3809" y="27940"/>
                  </a:moveTo>
                  <a:lnTo>
                    <a:pt x="0" y="27940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27940"/>
                  </a:lnTo>
                  <a:close/>
                </a:path>
                <a:path w="3810" h="59689">
                  <a:moveTo>
                    <a:pt x="3809" y="34290"/>
                  </a:moveTo>
                  <a:lnTo>
                    <a:pt x="0" y="34290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4290"/>
                  </a:lnTo>
                  <a:close/>
                </a:path>
                <a:path w="3810" h="59689">
                  <a:moveTo>
                    <a:pt x="3809" y="40640"/>
                  </a:moveTo>
                  <a:lnTo>
                    <a:pt x="0" y="40640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0640"/>
                  </a:lnTo>
                  <a:close/>
                </a:path>
                <a:path w="3810" h="59689">
                  <a:moveTo>
                    <a:pt x="3809" y="46990"/>
                  </a:moveTo>
                  <a:lnTo>
                    <a:pt x="0" y="46990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46990"/>
                  </a:lnTo>
                  <a:close/>
                </a:path>
                <a:path w="3810" h="59689">
                  <a:moveTo>
                    <a:pt x="3809" y="53340"/>
                  </a:moveTo>
                  <a:lnTo>
                    <a:pt x="0" y="53340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3340"/>
                  </a:lnTo>
                  <a:close/>
                </a:path>
              </a:pathLst>
            </a:custGeom>
            <a:solidFill>
              <a:srgbClr val="8799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8" name="object 1428"/>
            <p:cNvSpPr/>
            <p:nvPr/>
          </p:nvSpPr>
          <p:spPr>
            <a:xfrm>
              <a:off x="1772919" y="5091430"/>
              <a:ext cx="3810" cy="60960"/>
            </a:xfrm>
            <a:custGeom>
              <a:avLst/>
              <a:gdLst/>
              <a:ahLst/>
              <a:cxnLst/>
              <a:rect l="l" t="t" r="r" b="b"/>
              <a:pathLst>
                <a:path w="3810" h="60960">
                  <a:moveTo>
                    <a:pt x="3810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10" h="60960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10" h="60960">
                  <a:moveTo>
                    <a:pt x="381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60"/>
                  </a:lnTo>
                  <a:close/>
                </a:path>
                <a:path w="3810" h="60960">
                  <a:moveTo>
                    <a:pt x="3810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10"/>
                  </a:lnTo>
                  <a:close/>
                </a:path>
                <a:path w="3810" h="60960">
                  <a:moveTo>
                    <a:pt x="3810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2860"/>
                  </a:lnTo>
                  <a:close/>
                </a:path>
                <a:path w="3810" h="60960">
                  <a:moveTo>
                    <a:pt x="3810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29210"/>
                  </a:lnTo>
                  <a:close/>
                </a:path>
                <a:path w="3810" h="60960">
                  <a:moveTo>
                    <a:pt x="3810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5560"/>
                  </a:lnTo>
                  <a:close/>
                </a:path>
                <a:path w="3810" h="60960">
                  <a:moveTo>
                    <a:pt x="3810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1910"/>
                  </a:lnTo>
                  <a:close/>
                </a:path>
                <a:path w="3810" h="60960">
                  <a:moveTo>
                    <a:pt x="3810" y="48260"/>
                  </a:moveTo>
                  <a:lnTo>
                    <a:pt x="0" y="48260"/>
                  </a:lnTo>
                  <a:lnTo>
                    <a:pt x="0" y="54610"/>
                  </a:lnTo>
                  <a:lnTo>
                    <a:pt x="3810" y="54610"/>
                  </a:lnTo>
                  <a:lnTo>
                    <a:pt x="3810" y="48260"/>
                  </a:lnTo>
                  <a:close/>
                </a:path>
                <a:path w="3810" h="60960">
                  <a:moveTo>
                    <a:pt x="3810" y="54610"/>
                  </a:moveTo>
                  <a:lnTo>
                    <a:pt x="0" y="54610"/>
                  </a:lnTo>
                  <a:lnTo>
                    <a:pt x="0" y="60960"/>
                  </a:lnTo>
                  <a:lnTo>
                    <a:pt x="3810" y="60960"/>
                  </a:lnTo>
                  <a:lnTo>
                    <a:pt x="3810" y="54610"/>
                  </a:lnTo>
                  <a:close/>
                </a:path>
              </a:pathLst>
            </a:custGeom>
            <a:solidFill>
              <a:srgbClr val="8496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9" name="object 1429"/>
            <p:cNvSpPr/>
            <p:nvPr/>
          </p:nvSpPr>
          <p:spPr>
            <a:xfrm>
              <a:off x="1776730" y="5091430"/>
              <a:ext cx="2540" cy="60960"/>
            </a:xfrm>
            <a:custGeom>
              <a:avLst/>
              <a:gdLst/>
              <a:ahLst/>
              <a:cxnLst/>
              <a:rect l="l" t="t" r="r" b="b"/>
              <a:pathLst>
                <a:path w="2539" h="60960">
                  <a:moveTo>
                    <a:pt x="253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39" y="3810"/>
                  </a:lnTo>
                  <a:lnTo>
                    <a:pt x="2539" y="0"/>
                  </a:lnTo>
                  <a:close/>
                </a:path>
                <a:path w="2539" h="60960">
                  <a:moveTo>
                    <a:pt x="253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2539" y="10160"/>
                  </a:lnTo>
                  <a:lnTo>
                    <a:pt x="2539" y="3810"/>
                  </a:lnTo>
                  <a:close/>
                </a:path>
                <a:path w="2539" h="60960">
                  <a:moveTo>
                    <a:pt x="253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2539" y="16510"/>
                  </a:lnTo>
                  <a:lnTo>
                    <a:pt x="2539" y="10160"/>
                  </a:lnTo>
                  <a:close/>
                </a:path>
                <a:path w="2539" h="60960">
                  <a:moveTo>
                    <a:pt x="2539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2539" y="22860"/>
                  </a:lnTo>
                  <a:lnTo>
                    <a:pt x="2539" y="16510"/>
                  </a:lnTo>
                  <a:close/>
                </a:path>
                <a:path w="2539" h="60960">
                  <a:moveTo>
                    <a:pt x="2539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2539" y="29210"/>
                  </a:lnTo>
                  <a:lnTo>
                    <a:pt x="2539" y="22860"/>
                  </a:lnTo>
                  <a:close/>
                </a:path>
                <a:path w="2539" h="60960">
                  <a:moveTo>
                    <a:pt x="2539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2539" y="35560"/>
                  </a:lnTo>
                  <a:lnTo>
                    <a:pt x="2539" y="29210"/>
                  </a:lnTo>
                  <a:close/>
                </a:path>
                <a:path w="2539" h="60960">
                  <a:moveTo>
                    <a:pt x="2539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2539" y="41910"/>
                  </a:lnTo>
                  <a:lnTo>
                    <a:pt x="2539" y="35560"/>
                  </a:lnTo>
                  <a:close/>
                </a:path>
                <a:path w="2539" h="60960">
                  <a:moveTo>
                    <a:pt x="2539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2539" y="48260"/>
                  </a:lnTo>
                  <a:lnTo>
                    <a:pt x="2539" y="41910"/>
                  </a:lnTo>
                  <a:close/>
                </a:path>
                <a:path w="2539" h="60960">
                  <a:moveTo>
                    <a:pt x="2539" y="48260"/>
                  </a:moveTo>
                  <a:lnTo>
                    <a:pt x="0" y="48260"/>
                  </a:lnTo>
                  <a:lnTo>
                    <a:pt x="0" y="54610"/>
                  </a:lnTo>
                  <a:lnTo>
                    <a:pt x="2539" y="54610"/>
                  </a:lnTo>
                  <a:lnTo>
                    <a:pt x="2539" y="48260"/>
                  </a:lnTo>
                  <a:close/>
                </a:path>
                <a:path w="2539" h="60960">
                  <a:moveTo>
                    <a:pt x="2539" y="54610"/>
                  </a:moveTo>
                  <a:lnTo>
                    <a:pt x="0" y="54610"/>
                  </a:lnTo>
                  <a:lnTo>
                    <a:pt x="0" y="60960"/>
                  </a:lnTo>
                  <a:lnTo>
                    <a:pt x="2539" y="60960"/>
                  </a:lnTo>
                  <a:lnTo>
                    <a:pt x="2539" y="54610"/>
                  </a:lnTo>
                  <a:close/>
                </a:path>
              </a:pathLst>
            </a:custGeom>
            <a:solidFill>
              <a:srgbClr val="819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0" name="object 1430"/>
            <p:cNvSpPr/>
            <p:nvPr/>
          </p:nvSpPr>
          <p:spPr>
            <a:xfrm>
              <a:off x="1779269" y="50901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10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0" y="1269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10" h="63500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63500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63500">
                  <a:moveTo>
                    <a:pt x="381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7780"/>
                  </a:lnTo>
                  <a:close/>
                </a:path>
                <a:path w="3810" h="63500">
                  <a:moveTo>
                    <a:pt x="3810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10" y="30479"/>
                  </a:lnTo>
                  <a:lnTo>
                    <a:pt x="3810" y="24130"/>
                  </a:lnTo>
                  <a:close/>
                </a:path>
                <a:path w="3810" h="63500">
                  <a:moveTo>
                    <a:pt x="3810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30480"/>
                  </a:lnTo>
                  <a:close/>
                </a:path>
                <a:path w="3810" h="63500">
                  <a:moveTo>
                    <a:pt x="381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36830"/>
                  </a:lnTo>
                  <a:close/>
                </a:path>
                <a:path w="3810" h="63500">
                  <a:moveTo>
                    <a:pt x="3810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3180"/>
                  </a:lnTo>
                  <a:close/>
                </a:path>
                <a:path w="3810" h="63500">
                  <a:moveTo>
                    <a:pt x="3810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49530"/>
                  </a:lnTo>
                  <a:close/>
                </a:path>
                <a:path w="3810" h="63500">
                  <a:moveTo>
                    <a:pt x="3810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5880"/>
                  </a:lnTo>
                  <a:close/>
                </a:path>
                <a:path w="3810" h="63500">
                  <a:moveTo>
                    <a:pt x="3810" y="62230"/>
                  </a:moveTo>
                  <a:lnTo>
                    <a:pt x="2540" y="62230"/>
                  </a:lnTo>
                  <a:lnTo>
                    <a:pt x="2540" y="63500"/>
                  </a:lnTo>
                  <a:lnTo>
                    <a:pt x="3810" y="63500"/>
                  </a:lnTo>
                  <a:lnTo>
                    <a:pt x="3810" y="62230"/>
                  </a:lnTo>
                  <a:close/>
                </a:path>
              </a:pathLst>
            </a:custGeom>
            <a:solidFill>
              <a:srgbClr val="7F92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1" name="object 1431"/>
            <p:cNvSpPr/>
            <p:nvPr/>
          </p:nvSpPr>
          <p:spPr>
            <a:xfrm>
              <a:off x="1783080" y="50901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0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0"/>
                  </a:lnTo>
                  <a:close/>
                </a:path>
                <a:path w="3810" h="63500">
                  <a:moveTo>
                    <a:pt x="380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5080"/>
                  </a:lnTo>
                  <a:close/>
                </a:path>
                <a:path w="3810" h="63500">
                  <a:moveTo>
                    <a:pt x="380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1430"/>
                  </a:lnTo>
                  <a:close/>
                </a:path>
                <a:path w="3810" h="63500">
                  <a:moveTo>
                    <a:pt x="3809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17780"/>
                  </a:lnTo>
                  <a:close/>
                </a:path>
                <a:path w="3810" h="63500">
                  <a:moveTo>
                    <a:pt x="3809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24130"/>
                  </a:lnTo>
                  <a:close/>
                </a:path>
                <a:path w="3810" h="63500">
                  <a:moveTo>
                    <a:pt x="3809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0480"/>
                  </a:lnTo>
                  <a:close/>
                </a:path>
                <a:path w="3810" h="63500">
                  <a:moveTo>
                    <a:pt x="3809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36830"/>
                  </a:lnTo>
                  <a:close/>
                </a:path>
                <a:path w="3810" h="63500">
                  <a:moveTo>
                    <a:pt x="3809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3180"/>
                  </a:lnTo>
                  <a:close/>
                </a:path>
                <a:path w="3810" h="63500">
                  <a:moveTo>
                    <a:pt x="3809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49530"/>
                  </a:lnTo>
                  <a:close/>
                </a:path>
                <a:path w="3810" h="63500">
                  <a:moveTo>
                    <a:pt x="3809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5880"/>
                  </a:lnTo>
                  <a:close/>
                </a:path>
                <a:path w="3810" h="63500">
                  <a:moveTo>
                    <a:pt x="380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09" y="63500"/>
                  </a:lnTo>
                  <a:lnTo>
                    <a:pt x="3809" y="62230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2" name="object 1432"/>
            <p:cNvSpPr/>
            <p:nvPr/>
          </p:nvSpPr>
          <p:spPr>
            <a:xfrm>
              <a:off x="1786889" y="50901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1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10" h="63500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63500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63500">
                  <a:moveTo>
                    <a:pt x="381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7780"/>
                  </a:lnTo>
                  <a:close/>
                </a:path>
                <a:path w="3810" h="63500">
                  <a:moveTo>
                    <a:pt x="3810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10" y="30479"/>
                  </a:lnTo>
                  <a:lnTo>
                    <a:pt x="3810" y="24130"/>
                  </a:lnTo>
                  <a:close/>
                </a:path>
                <a:path w="3810" h="63500">
                  <a:moveTo>
                    <a:pt x="3810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30480"/>
                  </a:lnTo>
                  <a:close/>
                </a:path>
                <a:path w="3810" h="63500">
                  <a:moveTo>
                    <a:pt x="381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36830"/>
                  </a:lnTo>
                  <a:close/>
                </a:path>
                <a:path w="3810" h="63500">
                  <a:moveTo>
                    <a:pt x="3810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3180"/>
                  </a:lnTo>
                  <a:close/>
                </a:path>
                <a:path w="3810" h="63500">
                  <a:moveTo>
                    <a:pt x="3810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49530"/>
                  </a:lnTo>
                  <a:close/>
                </a:path>
                <a:path w="3810" h="63500">
                  <a:moveTo>
                    <a:pt x="3810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5880"/>
                  </a:lnTo>
                  <a:close/>
                </a:path>
                <a:path w="3810" h="63500">
                  <a:moveTo>
                    <a:pt x="381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62230"/>
                  </a:lnTo>
                  <a:close/>
                </a:path>
              </a:pathLst>
            </a:custGeom>
            <a:solidFill>
              <a:srgbClr val="79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3" name="object 1433"/>
            <p:cNvSpPr/>
            <p:nvPr/>
          </p:nvSpPr>
          <p:spPr>
            <a:xfrm>
              <a:off x="1790700" y="50901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1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10" h="63500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63500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63500">
                  <a:moveTo>
                    <a:pt x="381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7780"/>
                  </a:lnTo>
                  <a:close/>
                </a:path>
                <a:path w="3810" h="63500">
                  <a:moveTo>
                    <a:pt x="3810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10" y="30479"/>
                  </a:lnTo>
                  <a:lnTo>
                    <a:pt x="3810" y="24130"/>
                  </a:lnTo>
                  <a:close/>
                </a:path>
                <a:path w="3810" h="63500">
                  <a:moveTo>
                    <a:pt x="3810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30480"/>
                  </a:lnTo>
                  <a:close/>
                </a:path>
                <a:path w="3810" h="63500">
                  <a:moveTo>
                    <a:pt x="381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36830"/>
                  </a:lnTo>
                  <a:close/>
                </a:path>
                <a:path w="3810" h="63500">
                  <a:moveTo>
                    <a:pt x="3810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3180"/>
                  </a:lnTo>
                  <a:close/>
                </a:path>
                <a:path w="3810" h="63500">
                  <a:moveTo>
                    <a:pt x="3810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49530"/>
                  </a:lnTo>
                  <a:close/>
                </a:path>
                <a:path w="3810" h="63500">
                  <a:moveTo>
                    <a:pt x="3810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5880"/>
                  </a:lnTo>
                  <a:close/>
                </a:path>
                <a:path w="3810" h="63500">
                  <a:moveTo>
                    <a:pt x="381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62230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4" name="object 1434"/>
            <p:cNvSpPr/>
            <p:nvPr/>
          </p:nvSpPr>
          <p:spPr>
            <a:xfrm>
              <a:off x="1794510" y="50901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0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0"/>
                  </a:lnTo>
                  <a:close/>
                </a:path>
                <a:path w="3810" h="63500">
                  <a:moveTo>
                    <a:pt x="380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5080"/>
                  </a:lnTo>
                  <a:close/>
                </a:path>
                <a:path w="3810" h="63500">
                  <a:moveTo>
                    <a:pt x="380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1430"/>
                  </a:lnTo>
                  <a:close/>
                </a:path>
                <a:path w="3810" h="63500">
                  <a:moveTo>
                    <a:pt x="3809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17780"/>
                  </a:lnTo>
                  <a:close/>
                </a:path>
                <a:path w="3810" h="63500">
                  <a:moveTo>
                    <a:pt x="3809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24130"/>
                  </a:lnTo>
                  <a:close/>
                </a:path>
                <a:path w="3810" h="63500">
                  <a:moveTo>
                    <a:pt x="3809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0480"/>
                  </a:lnTo>
                  <a:close/>
                </a:path>
                <a:path w="3810" h="63500">
                  <a:moveTo>
                    <a:pt x="3809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36830"/>
                  </a:lnTo>
                  <a:close/>
                </a:path>
                <a:path w="3810" h="63500">
                  <a:moveTo>
                    <a:pt x="3809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3180"/>
                  </a:lnTo>
                  <a:close/>
                </a:path>
                <a:path w="3810" h="63500">
                  <a:moveTo>
                    <a:pt x="3809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49530"/>
                  </a:lnTo>
                  <a:close/>
                </a:path>
                <a:path w="3810" h="63500">
                  <a:moveTo>
                    <a:pt x="3809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5880"/>
                  </a:lnTo>
                  <a:close/>
                </a:path>
                <a:path w="3810" h="63500">
                  <a:moveTo>
                    <a:pt x="380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09" y="63500"/>
                  </a:lnTo>
                  <a:lnTo>
                    <a:pt x="3809" y="62230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5" name="object 1435"/>
            <p:cNvSpPr/>
            <p:nvPr/>
          </p:nvSpPr>
          <p:spPr>
            <a:xfrm>
              <a:off x="1798319" y="5090159"/>
              <a:ext cx="2540" cy="63500"/>
            </a:xfrm>
            <a:custGeom>
              <a:avLst/>
              <a:gdLst/>
              <a:ahLst/>
              <a:cxnLst/>
              <a:rect l="l" t="t" r="r" b="b"/>
              <a:pathLst>
                <a:path w="2539" h="63500">
                  <a:moveTo>
                    <a:pt x="254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2540" y="5079"/>
                  </a:lnTo>
                  <a:lnTo>
                    <a:pt x="2540" y="0"/>
                  </a:lnTo>
                  <a:close/>
                </a:path>
                <a:path w="2539" h="63500">
                  <a:moveTo>
                    <a:pt x="254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2540" y="11429"/>
                  </a:lnTo>
                  <a:lnTo>
                    <a:pt x="2540" y="5080"/>
                  </a:lnTo>
                  <a:close/>
                </a:path>
                <a:path w="2539" h="63500">
                  <a:moveTo>
                    <a:pt x="254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2540" y="17779"/>
                  </a:lnTo>
                  <a:lnTo>
                    <a:pt x="2540" y="11430"/>
                  </a:lnTo>
                  <a:close/>
                </a:path>
                <a:path w="2539" h="63500">
                  <a:moveTo>
                    <a:pt x="254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2540" y="24129"/>
                  </a:lnTo>
                  <a:lnTo>
                    <a:pt x="2540" y="17780"/>
                  </a:lnTo>
                  <a:close/>
                </a:path>
                <a:path w="2539" h="63500">
                  <a:moveTo>
                    <a:pt x="2540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2540" y="30479"/>
                  </a:lnTo>
                  <a:lnTo>
                    <a:pt x="2540" y="24130"/>
                  </a:lnTo>
                  <a:close/>
                </a:path>
                <a:path w="2539" h="63500">
                  <a:moveTo>
                    <a:pt x="2540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2540" y="36829"/>
                  </a:lnTo>
                  <a:lnTo>
                    <a:pt x="2540" y="30480"/>
                  </a:lnTo>
                  <a:close/>
                </a:path>
                <a:path w="2539" h="63500">
                  <a:moveTo>
                    <a:pt x="254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2540" y="43179"/>
                  </a:lnTo>
                  <a:lnTo>
                    <a:pt x="2540" y="36830"/>
                  </a:lnTo>
                  <a:close/>
                </a:path>
                <a:path w="2539" h="63500">
                  <a:moveTo>
                    <a:pt x="2540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2540" y="49529"/>
                  </a:lnTo>
                  <a:lnTo>
                    <a:pt x="2540" y="43180"/>
                  </a:lnTo>
                  <a:close/>
                </a:path>
                <a:path w="2539" h="63500">
                  <a:moveTo>
                    <a:pt x="2540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2540" y="55879"/>
                  </a:lnTo>
                  <a:lnTo>
                    <a:pt x="2540" y="49530"/>
                  </a:lnTo>
                  <a:close/>
                </a:path>
                <a:path w="2539" h="63500">
                  <a:moveTo>
                    <a:pt x="2540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2540" y="62229"/>
                  </a:lnTo>
                  <a:lnTo>
                    <a:pt x="2540" y="55880"/>
                  </a:lnTo>
                  <a:close/>
                </a:path>
                <a:path w="2539" h="63500">
                  <a:moveTo>
                    <a:pt x="254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2540" y="63500"/>
                  </a:lnTo>
                  <a:lnTo>
                    <a:pt x="2540" y="62230"/>
                  </a:lnTo>
                  <a:close/>
                </a:path>
              </a:pathLst>
            </a:custGeom>
            <a:solidFill>
              <a:srgbClr val="71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6" name="object 1436"/>
            <p:cNvSpPr/>
            <p:nvPr/>
          </p:nvSpPr>
          <p:spPr>
            <a:xfrm>
              <a:off x="1800860" y="50901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0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0"/>
                  </a:lnTo>
                  <a:close/>
                </a:path>
                <a:path w="3810" h="63500">
                  <a:moveTo>
                    <a:pt x="380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5080"/>
                  </a:lnTo>
                  <a:close/>
                </a:path>
                <a:path w="3810" h="63500">
                  <a:moveTo>
                    <a:pt x="380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1430"/>
                  </a:lnTo>
                  <a:close/>
                </a:path>
                <a:path w="3810" h="63500">
                  <a:moveTo>
                    <a:pt x="3809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17780"/>
                  </a:lnTo>
                  <a:close/>
                </a:path>
                <a:path w="3810" h="63500">
                  <a:moveTo>
                    <a:pt x="3809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24130"/>
                  </a:lnTo>
                  <a:close/>
                </a:path>
                <a:path w="3810" h="63500">
                  <a:moveTo>
                    <a:pt x="3809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0480"/>
                  </a:lnTo>
                  <a:close/>
                </a:path>
                <a:path w="3810" h="63500">
                  <a:moveTo>
                    <a:pt x="3809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36830"/>
                  </a:lnTo>
                  <a:close/>
                </a:path>
                <a:path w="3810" h="63500">
                  <a:moveTo>
                    <a:pt x="3809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3180"/>
                  </a:lnTo>
                  <a:close/>
                </a:path>
                <a:path w="3810" h="63500">
                  <a:moveTo>
                    <a:pt x="3809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49530"/>
                  </a:lnTo>
                  <a:close/>
                </a:path>
                <a:path w="3810" h="63500">
                  <a:moveTo>
                    <a:pt x="3809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5880"/>
                  </a:lnTo>
                  <a:close/>
                </a:path>
                <a:path w="3810" h="63500">
                  <a:moveTo>
                    <a:pt x="380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09" y="63500"/>
                  </a:lnTo>
                  <a:lnTo>
                    <a:pt x="3809" y="62230"/>
                  </a:lnTo>
                  <a:close/>
                </a:path>
              </a:pathLst>
            </a:custGeom>
            <a:solidFill>
              <a:srgbClr val="6F84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7" name="object 1437"/>
            <p:cNvSpPr/>
            <p:nvPr/>
          </p:nvSpPr>
          <p:spPr>
            <a:xfrm>
              <a:off x="1804669" y="50901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1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10" h="63500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63500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63500">
                  <a:moveTo>
                    <a:pt x="381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7780"/>
                  </a:lnTo>
                  <a:close/>
                </a:path>
                <a:path w="3810" h="63500">
                  <a:moveTo>
                    <a:pt x="3810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10" y="30479"/>
                  </a:lnTo>
                  <a:lnTo>
                    <a:pt x="3810" y="24130"/>
                  </a:lnTo>
                  <a:close/>
                </a:path>
                <a:path w="3810" h="63500">
                  <a:moveTo>
                    <a:pt x="3810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30480"/>
                  </a:lnTo>
                  <a:close/>
                </a:path>
                <a:path w="3810" h="63500">
                  <a:moveTo>
                    <a:pt x="381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36830"/>
                  </a:lnTo>
                  <a:close/>
                </a:path>
                <a:path w="3810" h="63500">
                  <a:moveTo>
                    <a:pt x="3810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3180"/>
                  </a:lnTo>
                  <a:close/>
                </a:path>
                <a:path w="3810" h="63500">
                  <a:moveTo>
                    <a:pt x="3810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49530"/>
                  </a:lnTo>
                  <a:close/>
                </a:path>
                <a:path w="3810" h="63500">
                  <a:moveTo>
                    <a:pt x="3810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5880"/>
                  </a:lnTo>
                  <a:close/>
                </a:path>
                <a:path w="3810" h="63500">
                  <a:moveTo>
                    <a:pt x="381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62230"/>
                  </a:lnTo>
                  <a:close/>
                </a:path>
              </a:pathLst>
            </a:custGeom>
            <a:solidFill>
              <a:srgbClr val="6C82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8" name="object 1438"/>
            <p:cNvSpPr/>
            <p:nvPr/>
          </p:nvSpPr>
          <p:spPr>
            <a:xfrm>
              <a:off x="1808480" y="50901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0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0"/>
                  </a:lnTo>
                  <a:close/>
                </a:path>
                <a:path w="3810" h="63500">
                  <a:moveTo>
                    <a:pt x="380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5080"/>
                  </a:lnTo>
                  <a:close/>
                </a:path>
                <a:path w="3810" h="63500">
                  <a:moveTo>
                    <a:pt x="380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1430"/>
                  </a:lnTo>
                  <a:close/>
                </a:path>
                <a:path w="3810" h="63500">
                  <a:moveTo>
                    <a:pt x="3809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17780"/>
                  </a:lnTo>
                  <a:close/>
                </a:path>
                <a:path w="3810" h="63500">
                  <a:moveTo>
                    <a:pt x="3809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24130"/>
                  </a:lnTo>
                  <a:close/>
                </a:path>
                <a:path w="3810" h="63500">
                  <a:moveTo>
                    <a:pt x="3809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0480"/>
                  </a:lnTo>
                  <a:close/>
                </a:path>
                <a:path w="3810" h="63500">
                  <a:moveTo>
                    <a:pt x="3809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36830"/>
                  </a:lnTo>
                  <a:close/>
                </a:path>
                <a:path w="3810" h="63500">
                  <a:moveTo>
                    <a:pt x="3809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3180"/>
                  </a:lnTo>
                  <a:close/>
                </a:path>
                <a:path w="3810" h="63500">
                  <a:moveTo>
                    <a:pt x="3809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49530"/>
                  </a:lnTo>
                  <a:close/>
                </a:path>
                <a:path w="3810" h="63500">
                  <a:moveTo>
                    <a:pt x="3809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5880"/>
                  </a:lnTo>
                  <a:close/>
                </a:path>
                <a:path w="3810" h="63500">
                  <a:moveTo>
                    <a:pt x="380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09" y="63500"/>
                  </a:lnTo>
                  <a:lnTo>
                    <a:pt x="3809" y="62230"/>
                  </a:lnTo>
                  <a:close/>
                </a:path>
              </a:pathLst>
            </a:custGeom>
            <a:solidFill>
              <a:srgbClr val="6980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9" name="object 1439"/>
            <p:cNvSpPr/>
            <p:nvPr/>
          </p:nvSpPr>
          <p:spPr>
            <a:xfrm>
              <a:off x="1812289" y="50901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1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10" h="63500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63500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63500">
                  <a:moveTo>
                    <a:pt x="381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7780"/>
                  </a:lnTo>
                  <a:close/>
                </a:path>
                <a:path w="3810" h="63500">
                  <a:moveTo>
                    <a:pt x="3810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10" y="30479"/>
                  </a:lnTo>
                  <a:lnTo>
                    <a:pt x="3810" y="24130"/>
                  </a:lnTo>
                  <a:close/>
                </a:path>
                <a:path w="3810" h="63500">
                  <a:moveTo>
                    <a:pt x="3810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30480"/>
                  </a:lnTo>
                  <a:close/>
                </a:path>
                <a:path w="3810" h="63500">
                  <a:moveTo>
                    <a:pt x="381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36830"/>
                  </a:lnTo>
                  <a:close/>
                </a:path>
                <a:path w="3810" h="63500">
                  <a:moveTo>
                    <a:pt x="3810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3180"/>
                  </a:lnTo>
                  <a:close/>
                </a:path>
                <a:path w="3810" h="63500">
                  <a:moveTo>
                    <a:pt x="3810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49530"/>
                  </a:lnTo>
                  <a:close/>
                </a:path>
                <a:path w="3810" h="63500">
                  <a:moveTo>
                    <a:pt x="3810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5880"/>
                  </a:lnTo>
                  <a:close/>
                </a:path>
                <a:path w="3810" h="63500">
                  <a:moveTo>
                    <a:pt x="381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62230"/>
                  </a:lnTo>
                  <a:close/>
                </a:path>
              </a:pathLst>
            </a:custGeom>
            <a:solidFill>
              <a:srgbClr val="677E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0" name="object 1440"/>
            <p:cNvSpPr/>
            <p:nvPr/>
          </p:nvSpPr>
          <p:spPr>
            <a:xfrm>
              <a:off x="1816100" y="50901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1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10" h="63500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63500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63500">
                  <a:moveTo>
                    <a:pt x="381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7780"/>
                  </a:lnTo>
                  <a:close/>
                </a:path>
                <a:path w="3810" h="63500">
                  <a:moveTo>
                    <a:pt x="3810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10" y="30479"/>
                  </a:lnTo>
                  <a:lnTo>
                    <a:pt x="3810" y="24130"/>
                  </a:lnTo>
                  <a:close/>
                </a:path>
                <a:path w="3810" h="63500">
                  <a:moveTo>
                    <a:pt x="3810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30480"/>
                  </a:lnTo>
                  <a:close/>
                </a:path>
                <a:path w="3810" h="63500">
                  <a:moveTo>
                    <a:pt x="381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36830"/>
                  </a:lnTo>
                  <a:close/>
                </a:path>
                <a:path w="3810" h="63500">
                  <a:moveTo>
                    <a:pt x="3810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3180"/>
                  </a:lnTo>
                  <a:close/>
                </a:path>
                <a:path w="3810" h="63500">
                  <a:moveTo>
                    <a:pt x="3810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49530"/>
                  </a:lnTo>
                  <a:close/>
                </a:path>
                <a:path w="3810" h="63500">
                  <a:moveTo>
                    <a:pt x="3810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5880"/>
                  </a:lnTo>
                  <a:close/>
                </a:path>
                <a:path w="3810" h="63500">
                  <a:moveTo>
                    <a:pt x="381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62230"/>
                  </a:lnTo>
                  <a:close/>
                </a:path>
              </a:pathLst>
            </a:custGeom>
            <a:solidFill>
              <a:srgbClr val="6A80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1" name="object 1441"/>
            <p:cNvSpPr/>
            <p:nvPr/>
          </p:nvSpPr>
          <p:spPr>
            <a:xfrm>
              <a:off x="1819910" y="50901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0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0"/>
                  </a:lnTo>
                  <a:close/>
                </a:path>
                <a:path w="3810" h="63500">
                  <a:moveTo>
                    <a:pt x="380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5080"/>
                  </a:lnTo>
                  <a:close/>
                </a:path>
                <a:path w="3810" h="63500">
                  <a:moveTo>
                    <a:pt x="380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1430"/>
                  </a:lnTo>
                  <a:close/>
                </a:path>
                <a:path w="3810" h="63500">
                  <a:moveTo>
                    <a:pt x="3809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17780"/>
                  </a:lnTo>
                  <a:close/>
                </a:path>
                <a:path w="3810" h="63500">
                  <a:moveTo>
                    <a:pt x="3809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24130"/>
                  </a:lnTo>
                  <a:close/>
                </a:path>
                <a:path w="3810" h="63500">
                  <a:moveTo>
                    <a:pt x="3809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0480"/>
                  </a:lnTo>
                  <a:close/>
                </a:path>
                <a:path w="3810" h="63500">
                  <a:moveTo>
                    <a:pt x="3809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36830"/>
                  </a:lnTo>
                  <a:close/>
                </a:path>
                <a:path w="3810" h="63500">
                  <a:moveTo>
                    <a:pt x="3809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3180"/>
                  </a:lnTo>
                  <a:close/>
                </a:path>
                <a:path w="3810" h="63500">
                  <a:moveTo>
                    <a:pt x="3809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49530"/>
                  </a:lnTo>
                  <a:close/>
                </a:path>
                <a:path w="3810" h="63500">
                  <a:moveTo>
                    <a:pt x="3809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5880"/>
                  </a:lnTo>
                  <a:close/>
                </a:path>
                <a:path w="3810" h="63500">
                  <a:moveTo>
                    <a:pt x="380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09" y="63500"/>
                  </a:lnTo>
                  <a:lnTo>
                    <a:pt x="3809" y="62230"/>
                  </a:lnTo>
                  <a:close/>
                </a:path>
              </a:pathLst>
            </a:custGeom>
            <a:solidFill>
              <a:srgbClr val="6C82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2" name="object 1442"/>
            <p:cNvSpPr/>
            <p:nvPr/>
          </p:nvSpPr>
          <p:spPr>
            <a:xfrm>
              <a:off x="1823719" y="50901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1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10" h="63500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63500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63500">
                  <a:moveTo>
                    <a:pt x="381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7780"/>
                  </a:lnTo>
                  <a:close/>
                </a:path>
                <a:path w="3810" h="63500">
                  <a:moveTo>
                    <a:pt x="3810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10" y="30479"/>
                  </a:lnTo>
                  <a:lnTo>
                    <a:pt x="3810" y="24130"/>
                  </a:lnTo>
                  <a:close/>
                </a:path>
                <a:path w="3810" h="63500">
                  <a:moveTo>
                    <a:pt x="3810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30480"/>
                  </a:lnTo>
                  <a:close/>
                </a:path>
                <a:path w="3810" h="63500">
                  <a:moveTo>
                    <a:pt x="381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36830"/>
                  </a:lnTo>
                  <a:close/>
                </a:path>
                <a:path w="3810" h="63500">
                  <a:moveTo>
                    <a:pt x="3810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3180"/>
                  </a:lnTo>
                  <a:close/>
                </a:path>
                <a:path w="3810" h="63500">
                  <a:moveTo>
                    <a:pt x="3810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49530"/>
                  </a:lnTo>
                  <a:close/>
                </a:path>
                <a:path w="3810" h="63500">
                  <a:moveTo>
                    <a:pt x="3810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5880"/>
                  </a:lnTo>
                  <a:close/>
                </a:path>
                <a:path w="3810" h="63500">
                  <a:moveTo>
                    <a:pt x="381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62230"/>
                  </a:lnTo>
                  <a:close/>
                </a:path>
              </a:pathLst>
            </a:custGeom>
            <a:solidFill>
              <a:srgbClr val="6F84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3" name="object 1443"/>
            <p:cNvSpPr/>
            <p:nvPr/>
          </p:nvSpPr>
          <p:spPr>
            <a:xfrm>
              <a:off x="1827530" y="5090159"/>
              <a:ext cx="2540" cy="63500"/>
            </a:xfrm>
            <a:custGeom>
              <a:avLst/>
              <a:gdLst/>
              <a:ahLst/>
              <a:cxnLst/>
              <a:rect l="l" t="t" r="r" b="b"/>
              <a:pathLst>
                <a:path w="2539" h="63500">
                  <a:moveTo>
                    <a:pt x="253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2539" y="5079"/>
                  </a:lnTo>
                  <a:lnTo>
                    <a:pt x="2539" y="0"/>
                  </a:lnTo>
                  <a:close/>
                </a:path>
                <a:path w="2539" h="63500">
                  <a:moveTo>
                    <a:pt x="253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2539" y="11429"/>
                  </a:lnTo>
                  <a:lnTo>
                    <a:pt x="2539" y="5080"/>
                  </a:lnTo>
                  <a:close/>
                </a:path>
                <a:path w="2539" h="63500">
                  <a:moveTo>
                    <a:pt x="253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2539" y="17779"/>
                  </a:lnTo>
                  <a:lnTo>
                    <a:pt x="2539" y="11430"/>
                  </a:lnTo>
                  <a:close/>
                </a:path>
                <a:path w="2539" h="63500">
                  <a:moveTo>
                    <a:pt x="2539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2539" y="24129"/>
                  </a:lnTo>
                  <a:lnTo>
                    <a:pt x="2539" y="17780"/>
                  </a:lnTo>
                  <a:close/>
                </a:path>
                <a:path w="2539" h="63500">
                  <a:moveTo>
                    <a:pt x="2539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2539" y="30479"/>
                  </a:lnTo>
                  <a:lnTo>
                    <a:pt x="2539" y="24130"/>
                  </a:lnTo>
                  <a:close/>
                </a:path>
                <a:path w="2539" h="63500">
                  <a:moveTo>
                    <a:pt x="2539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2539" y="36829"/>
                  </a:lnTo>
                  <a:lnTo>
                    <a:pt x="2539" y="30480"/>
                  </a:lnTo>
                  <a:close/>
                </a:path>
                <a:path w="2539" h="63500">
                  <a:moveTo>
                    <a:pt x="2539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2539" y="43179"/>
                  </a:lnTo>
                  <a:lnTo>
                    <a:pt x="2539" y="36830"/>
                  </a:lnTo>
                  <a:close/>
                </a:path>
                <a:path w="2539" h="63500">
                  <a:moveTo>
                    <a:pt x="2539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2539" y="49529"/>
                  </a:lnTo>
                  <a:lnTo>
                    <a:pt x="2539" y="43180"/>
                  </a:lnTo>
                  <a:close/>
                </a:path>
                <a:path w="2539" h="63500">
                  <a:moveTo>
                    <a:pt x="2539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2539" y="55879"/>
                  </a:lnTo>
                  <a:lnTo>
                    <a:pt x="2539" y="49530"/>
                  </a:lnTo>
                  <a:close/>
                </a:path>
                <a:path w="2539" h="63500">
                  <a:moveTo>
                    <a:pt x="2539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2539" y="62229"/>
                  </a:lnTo>
                  <a:lnTo>
                    <a:pt x="2539" y="55880"/>
                  </a:lnTo>
                  <a:close/>
                </a:path>
                <a:path w="2539" h="63500">
                  <a:moveTo>
                    <a:pt x="253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2539" y="63500"/>
                  </a:lnTo>
                  <a:lnTo>
                    <a:pt x="2539" y="62230"/>
                  </a:lnTo>
                  <a:close/>
                </a:path>
              </a:pathLst>
            </a:custGeom>
            <a:solidFill>
              <a:srgbClr val="72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4" name="object 1444"/>
            <p:cNvSpPr/>
            <p:nvPr/>
          </p:nvSpPr>
          <p:spPr>
            <a:xfrm>
              <a:off x="1830069" y="50901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1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10" h="63500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63500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63500">
                  <a:moveTo>
                    <a:pt x="381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7780"/>
                  </a:lnTo>
                  <a:close/>
                </a:path>
                <a:path w="3810" h="63500">
                  <a:moveTo>
                    <a:pt x="3810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10" y="30479"/>
                  </a:lnTo>
                  <a:lnTo>
                    <a:pt x="3810" y="24130"/>
                  </a:lnTo>
                  <a:close/>
                </a:path>
                <a:path w="3810" h="63500">
                  <a:moveTo>
                    <a:pt x="3810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30480"/>
                  </a:lnTo>
                  <a:close/>
                </a:path>
                <a:path w="3810" h="63500">
                  <a:moveTo>
                    <a:pt x="381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36830"/>
                  </a:lnTo>
                  <a:close/>
                </a:path>
                <a:path w="3810" h="63500">
                  <a:moveTo>
                    <a:pt x="3810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3180"/>
                  </a:lnTo>
                  <a:close/>
                </a:path>
                <a:path w="3810" h="63500">
                  <a:moveTo>
                    <a:pt x="3810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49530"/>
                  </a:lnTo>
                  <a:close/>
                </a:path>
                <a:path w="3810" h="63500">
                  <a:moveTo>
                    <a:pt x="3810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5880"/>
                  </a:lnTo>
                  <a:close/>
                </a:path>
                <a:path w="3810" h="63500">
                  <a:moveTo>
                    <a:pt x="381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62230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5" name="object 1445"/>
            <p:cNvSpPr/>
            <p:nvPr/>
          </p:nvSpPr>
          <p:spPr>
            <a:xfrm>
              <a:off x="1833880" y="50901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0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0"/>
                  </a:lnTo>
                  <a:close/>
                </a:path>
                <a:path w="3810" h="63500">
                  <a:moveTo>
                    <a:pt x="380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5080"/>
                  </a:lnTo>
                  <a:close/>
                </a:path>
                <a:path w="3810" h="63500">
                  <a:moveTo>
                    <a:pt x="380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1430"/>
                  </a:lnTo>
                  <a:close/>
                </a:path>
                <a:path w="3810" h="63500">
                  <a:moveTo>
                    <a:pt x="3809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17780"/>
                  </a:lnTo>
                  <a:close/>
                </a:path>
                <a:path w="3810" h="63500">
                  <a:moveTo>
                    <a:pt x="3809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24130"/>
                  </a:lnTo>
                  <a:close/>
                </a:path>
                <a:path w="3810" h="63500">
                  <a:moveTo>
                    <a:pt x="3809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0480"/>
                  </a:lnTo>
                  <a:close/>
                </a:path>
                <a:path w="3810" h="63500">
                  <a:moveTo>
                    <a:pt x="3809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36830"/>
                  </a:lnTo>
                  <a:close/>
                </a:path>
                <a:path w="3810" h="63500">
                  <a:moveTo>
                    <a:pt x="3809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3180"/>
                  </a:lnTo>
                  <a:close/>
                </a:path>
                <a:path w="3810" h="63500">
                  <a:moveTo>
                    <a:pt x="3809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49530"/>
                  </a:lnTo>
                  <a:close/>
                </a:path>
                <a:path w="3810" h="63500">
                  <a:moveTo>
                    <a:pt x="3809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5880"/>
                  </a:lnTo>
                  <a:close/>
                </a:path>
                <a:path w="3810" h="63500">
                  <a:moveTo>
                    <a:pt x="380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09" y="63500"/>
                  </a:lnTo>
                  <a:lnTo>
                    <a:pt x="3809" y="62230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6" name="object 1446"/>
            <p:cNvSpPr/>
            <p:nvPr/>
          </p:nvSpPr>
          <p:spPr>
            <a:xfrm>
              <a:off x="1837689" y="5090159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254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10" h="63500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63500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63500">
                  <a:moveTo>
                    <a:pt x="381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7780"/>
                  </a:lnTo>
                  <a:close/>
                </a:path>
                <a:path w="3810" h="63500">
                  <a:moveTo>
                    <a:pt x="3810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10" y="30479"/>
                  </a:lnTo>
                  <a:lnTo>
                    <a:pt x="3810" y="24130"/>
                  </a:lnTo>
                  <a:close/>
                </a:path>
                <a:path w="3810" h="63500">
                  <a:moveTo>
                    <a:pt x="3810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30480"/>
                  </a:lnTo>
                  <a:close/>
                </a:path>
                <a:path w="3810" h="63500">
                  <a:moveTo>
                    <a:pt x="381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36830"/>
                  </a:lnTo>
                  <a:close/>
                </a:path>
                <a:path w="3810" h="63500">
                  <a:moveTo>
                    <a:pt x="3810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3180"/>
                  </a:lnTo>
                  <a:close/>
                </a:path>
                <a:path w="3810" h="63500">
                  <a:moveTo>
                    <a:pt x="3810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49530"/>
                  </a:lnTo>
                  <a:close/>
                </a:path>
                <a:path w="3810" h="63500">
                  <a:moveTo>
                    <a:pt x="3810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5880"/>
                  </a:lnTo>
                  <a:close/>
                </a:path>
                <a:path w="3810" h="63500">
                  <a:moveTo>
                    <a:pt x="254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2540" y="63500"/>
                  </a:lnTo>
                  <a:lnTo>
                    <a:pt x="2540" y="62230"/>
                  </a:lnTo>
                  <a:close/>
                </a:path>
              </a:pathLst>
            </a:custGeom>
            <a:solidFill>
              <a:srgbClr val="7A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7" name="object 1447"/>
            <p:cNvSpPr/>
            <p:nvPr/>
          </p:nvSpPr>
          <p:spPr>
            <a:xfrm>
              <a:off x="1841500" y="5091430"/>
              <a:ext cx="3810" cy="60960"/>
            </a:xfrm>
            <a:custGeom>
              <a:avLst/>
              <a:gdLst/>
              <a:ahLst/>
              <a:cxnLst/>
              <a:rect l="l" t="t" r="r" b="b"/>
              <a:pathLst>
                <a:path w="3810" h="60960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10" h="60960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10" h="60960">
                  <a:moveTo>
                    <a:pt x="381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60"/>
                  </a:lnTo>
                  <a:close/>
                </a:path>
                <a:path w="3810" h="60960">
                  <a:moveTo>
                    <a:pt x="3810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10"/>
                  </a:lnTo>
                  <a:close/>
                </a:path>
                <a:path w="3810" h="60960">
                  <a:moveTo>
                    <a:pt x="3810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2860"/>
                  </a:lnTo>
                  <a:close/>
                </a:path>
                <a:path w="3810" h="60960">
                  <a:moveTo>
                    <a:pt x="3810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29210"/>
                  </a:lnTo>
                  <a:close/>
                </a:path>
                <a:path w="3810" h="60960">
                  <a:moveTo>
                    <a:pt x="3810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5560"/>
                  </a:lnTo>
                  <a:close/>
                </a:path>
                <a:path w="3810" h="60960">
                  <a:moveTo>
                    <a:pt x="3810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1910"/>
                  </a:lnTo>
                  <a:close/>
                </a:path>
                <a:path w="3810" h="60960">
                  <a:moveTo>
                    <a:pt x="3810" y="48260"/>
                  </a:moveTo>
                  <a:lnTo>
                    <a:pt x="0" y="48260"/>
                  </a:lnTo>
                  <a:lnTo>
                    <a:pt x="0" y="54610"/>
                  </a:lnTo>
                  <a:lnTo>
                    <a:pt x="3810" y="54610"/>
                  </a:lnTo>
                  <a:lnTo>
                    <a:pt x="3810" y="48260"/>
                  </a:lnTo>
                  <a:close/>
                </a:path>
                <a:path w="3810" h="60960">
                  <a:moveTo>
                    <a:pt x="3810" y="54610"/>
                  </a:moveTo>
                  <a:lnTo>
                    <a:pt x="0" y="54610"/>
                  </a:lnTo>
                  <a:lnTo>
                    <a:pt x="0" y="60960"/>
                  </a:lnTo>
                  <a:lnTo>
                    <a:pt x="3810" y="60960"/>
                  </a:lnTo>
                  <a:lnTo>
                    <a:pt x="3810" y="54610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8" name="object 1448"/>
            <p:cNvSpPr/>
            <p:nvPr/>
          </p:nvSpPr>
          <p:spPr>
            <a:xfrm>
              <a:off x="1845310" y="5091430"/>
              <a:ext cx="3810" cy="60960"/>
            </a:xfrm>
            <a:custGeom>
              <a:avLst/>
              <a:gdLst/>
              <a:ahLst/>
              <a:cxnLst/>
              <a:rect l="l" t="t" r="r" b="b"/>
              <a:pathLst>
                <a:path w="3810" h="60960">
                  <a:moveTo>
                    <a:pt x="380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10" h="60960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10" h="60960">
                  <a:moveTo>
                    <a:pt x="380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0160"/>
                  </a:lnTo>
                  <a:close/>
                </a:path>
                <a:path w="3810" h="60960">
                  <a:moveTo>
                    <a:pt x="3809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16510"/>
                  </a:lnTo>
                  <a:close/>
                </a:path>
                <a:path w="3810" h="60960">
                  <a:moveTo>
                    <a:pt x="3809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3809" y="29210"/>
                  </a:lnTo>
                  <a:lnTo>
                    <a:pt x="3809" y="22860"/>
                  </a:lnTo>
                  <a:close/>
                </a:path>
                <a:path w="3810" h="60960">
                  <a:moveTo>
                    <a:pt x="3809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29210"/>
                  </a:lnTo>
                  <a:close/>
                </a:path>
                <a:path w="3810" h="60960">
                  <a:moveTo>
                    <a:pt x="3809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35560"/>
                  </a:lnTo>
                  <a:close/>
                </a:path>
                <a:path w="3810" h="60960">
                  <a:moveTo>
                    <a:pt x="3809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3809" y="48260"/>
                  </a:lnTo>
                  <a:lnTo>
                    <a:pt x="3809" y="41910"/>
                  </a:lnTo>
                  <a:close/>
                </a:path>
                <a:path w="3810" h="60960">
                  <a:moveTo>
                    <a:pt x="3809" y="48260"/>
                  </a:moveTo>
                  <a:lnTo>
                    <a:pt x="0" y="48260"/>
                  </a:lnTo>
                  <a:lnTo>
                    <a:pt x="0" y="54610"/>
                  </a:lnTo>
                  <a:lnTo>
                    <a:pt x="3809" y="54610"/>
                  </a:lnTo>
                  <a:lnTo>
                    <a:pt x="3809" y="48260"/>
                  </a:lnTo>
                  <a:close/>
                </a:path>
                <a:path w="3810" h="60960">
                  <a:moveTo>
                    <a:pt x="3809" y="54610"/>
                  </a:moveTo>
                  <a:lnTo>
                    <a:pt x="0" y="54610"/>
                  </a:lnTo>
                  <a:lnTo>
                    <a:pt x="0" y="60960"/>
                  </a:lnTo>
                  <a:lnTo>
                    <a:pt x="2539" y="60960"/>
                  </a:lnTo>
                  <a:lnTo>
                    <a:pt x="2539" y="59690"/>
                  </a:lnTo>
                  <a:lnTo>
                    <a:pt x="3809" y="59690"/>
                  </a:lnTo>
                  <a:lnTo>
                    <a:pt x="3809" y="54610"/>
                  </a:lnTo>
                  <a:close/>
                </a:path>
              </a:pathLst>
            </a:custGeom>
            <a:solidFill>
              <a:srgbClr val="7F9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9" name="object 1449"/>
            <p:cNvSpPr/>
            <p:nvPr/>
          </p:nvSpPr>
          <p:spPr>
            <a:xfrm>
              <a:off x="1849119" y="5091430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39" h="59689">
                  <a:moveTo>
                    <a:pt x="254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40" y="3810"/>
                  </a:lnTo>
                  <a:lnTo>
                    <a:pt x="2540" y="0"/>
                  </a:lnTo>
                  <a:close/>
                </a:path>
                <a:path w="2539" h="59689">
                  <a:moveTo>
                    <a:pt x="254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2540" y="10160"/>
                  </a:lnTo>
                  <a:lnTo>
                    <a:pt x="2540" y="3810"/>
                  </a:lnTo>
                  <a:close/>
                </a:path>
                <a:path w="2539" h="59689">
                  <a:moveTo>
                    <a:pt x="254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2540" y="16510"/>
                  </a:lnTo>
                  <a:lnTo>
                    <a:pt x="2540" y="10160"/>
                  </a:lnTo>
                  <a:close/>
                </a:path>
                <a:path w="2539" h="59689">
                  <a:moveTo>
                    <a:pt x="2540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2540" y="22860"/>
                  </a:lnTo>
                  <a:lnTo>
                    <a:pt x="2540" y="16510"/>
                  </a:lnTo>
                  <a:close/>
                </a:path>
                <a:path w="2539" h="59689">
                  <a:moveTo>
                    <a:pt x="2540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2540" y="29210"/>
                  </a:lnTo>
                  <a:lnTo>
                    <a:pt x="2540" y="22860"/>
                  </a:lnTo>
                  <a:close/>
                </a:path>
                <a:path w="2539" h="59689">
                  <a:moveTo>
                    <a:pt x="2540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2540" y="35560"/>
                  </a:lnTo>
                  <a:lnTo>
                    <a:pt x="2540" y="29210"/>
                  </a:lnTo>
                  <a:close/>
                </a:path>
                <a:path w="2539" h="59689">
                  <a:moveTo>
                    <a:pt x="2540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2540" y="41910"/>
                  </a:lnTo>
                  <a:lnTo>
                    <a:pt x="2540" y="35560"/>
                  </a:lnTo>
                  <a:close/>
                </a:path>
                <a:path w="2539" h="59689">
                  <a:moveTo>
                    <a:pt x="2540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2540" y="48260"/>
                  </a:lnTo>
                  <a:lnTo>
                    <a:pt x="2540" y="41910"/>
                  </a:lnTo>
                  <a:close/>
                </a:path>
                <a:path w="2539" h="59689">
                  <a:moveTo>
                    <a:pt x="2540" y="48260"/>
                  </a:moveTo>
                  <a:lnTo>
                    <a:pt x="0" y="48260"/>
                  </a:lnTo>
                  <a:lnTo>
                    <a:pt x="0" y="54610"/>
                  </a:lnTo>
                  <a:lnTo>
                    <a:pt x="2540" y="54610"/>
                  </a:lnTo>
                  <a:lnTo>
                    <a:pt x="2540" y="48260"/>
                  </a:lnTo>
                  <a:close/>
                </a:path>
                <a:path w="2539" h="59689">
                  <a:moveTo>
                    <a:pt x="2540" y="54610"/>
                  </a:moveTo>
                  <a:lnTo>
                    <a:pt x="0" y="54610"/>
                  </a:lnTo>
                  <a:lnTo>
                    <a:pt x="0" y="59690"/>
                  </a:lnTo>
                  <a:lnTo>
                    <a:pt x="2540" y="59690"/>
                  </a:lnTo>
                  <a:lnTo>
                    <a:pt x="2540" y="54610"/>
                  </a:lnTo>
                  <a:close/>
                </a:path>
              </a:pathLst>
            </a:custGeom>
            <a:solidFill>
              <a:srgbClr val="8294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0" name="object 1450"/>
            <p:cNvSpPr/>
            <p:nvPr/>
          </p:nvSpPr>
          <p:spPr>
            <a:xfrm>
              <a:off x="1851660" y="5091430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10" h="59689">
                  <a:moveTo>
                    <a:pt x="380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10" h="59689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10" h="59689">
                  <a:moveTo>
                    <a:pt x="380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0160"/>
                  </a:lnTo>
                  <a:close/>
                </a:path>
                <a:path w="3810" h="59689">
                  <a:moveTo>
                    <a:pt x="3809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16510"/>
                  </a:lnTo>
                  <a:close/>
                </a:path>
                <a:path w="3810" h="59689">
                  <a:moveTo>
                    <a:pt x="3809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3809" y="29210"/>
                  </a:lnTo>
                  <a:lnTo>
                    <a:pt x="3809" y="22860"/>
                  </a:lnTo>
                  <a:close/>
                </a:path>
                <a:path w="3810" h="59689">
                  <a:moveTo>
                    <a:pt x="3809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29210"/>
                  </a:lnTo>
                  <a:close/>
                </a:path>
                <a:path w="3810" h="59689">
                  <a:moveTo>
                    <a:pt x="3809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35560"/>
                  </a:lnTo>
                  <a:close/>
                </a:path>
                <a:path w="3810" h="59689">
                  <a:moveTo>
                    <a:pt x="3809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3809" y="48260"/>
                  </a:lnTo>
                  <a:lnTo>
                    <a:pt x="3809" y="41910"/>
                  </a:lnTo>
                  <a:close/>
                </a:path>
                <a:path w="3810" h="59689">
                  <a:moveTo>
                    <a:pt x="3809" y="48260"/>
                  </a:moveTo>
                  <a:lnTo>
                    <a:pt x="0" y="48260"/>
                  </a:lnTo>
                  <a:lnTo>
                    <a:pt x="0" y="54610"/>
                  </a:lnTo>
                  <a:lnTo>
                    <a:pt x="3809" y="54610"/>
                  </a:lnTo>
                  <a:lnTo>
                    <a:pt x="3809" y="48260"/>
                  </a:lnTo>
                  <a:close/>
                </a:path>
                <a:path w="3810" h="59689">
                  <a:moveTo>
                    <a:pt x="3809" y="54610"/>
                  </a:moveTo>
                  <a:lnTo>
                    <a:pt x="0" y="54610"/>
                  </a:lnTo>
                  <a:lnTo>
                    <a:pt x="0" y="59690"/>
                  </a:lnTo>
                  <a:lnTo>
                    <a:pt x="3809" y="59690"/>
                  </a:lnTo>
                  <a:lnTo>
                    <a:pt x="3809" y="54610"/>
                  </a:lnTo>
                  <a:close/>
                </a:path>
              </a:pathLst>
            </a:custGeom>
            <a:solidFill>
              <a:srgbClr val="8496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1" name="object 1451"/>
            <p:cNvSpPr/>
            <p:nvPr/>
          </p:nvSpPr>
          <p:spPr>
            <a:xfrm>
              <a:off x="1855469" y="5091430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10" h="59689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10" h="59689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10" h="59689">
                  <a:moveTo>
                    <a:pt x="381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60"/>
                  </a:lnTo>
                  <a:close/>
                </a:path>
                <a:path w="3810" h="59689">
                  <a:moveTo>
                    <a:pt x="3810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10"/>
                  </a:lnTo>
                  <a:close/>
                </a:path>
                <a:path w="3810" h="59689">
                  <a:moveTo>
                    <a:pt x="3810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2860"/>
                  </a:lnTo>
                  <a:close/>
                </a:path>
                <a:path w="3810" h="59689">
                  <a:moveTo>
                    <a:pt x="3810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29210"/>
                  </a:lnTo>
                  <a:close/>
                </a:path>
                <a:path w="3810" h="59689">
                  <a:moveTo>
                    <a:pt x="3810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5560"/>
                  </a:lnTo>
                  <a:close/>
                </a:path>
                <a:path w="3810" h="59689">
                  <a:moveTo>
                    <a:pt x="3810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1910"/>
                  </a:lnTo>
                  <a:close/>
                </a:path>
                <a:path w="3810" h="59689">
                  <a:moveTo>
                    <a:pt x="3810" y="48260"/>
                  </a:moveTo>
                  <a:lnTo>
                    <a:pt x="0" y="48260"/>
                  </a:lnTo>
                  <a:lnTo>
                    <a:pt x="0" y="54610"/>
                  </a:lnTo>
                  <a:lnTo>
                    <a:pt x="3810" y="54610"/>
                  </a:lnTo>
                  <a:lnTo>
                    <a:pt x="3810" y="48260"/>
                  </a:lnTo>
                  <a:close/>
                </a:path>
                <a:path w="3810" h="59689">
                  <a:moveTo>
                    <a:pt x="3810" y="54610"/>
                  </a:moveTo>
                  <a:lnTo>
                    <a:pt x="0" y="54610"/>
                  </a:lnTo>
                  <a:lnTo>
                    <a:pt x="0" y="59690"/>
                  </a:lnTo>
                  <a:lnTo>
                    <a:pt x="3810" y="59690"/>
                  </a:lnTo>
                  <a:lnTo>
                    <a:pt x="3810" y="54610"/>
                  </a:lnTo>
                  <a:close/>
                </a:path>
              </a:pathLst>
            </a:custGeom>
            <a:solidFill>
              <a:srgbClr val="8799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2" name="object 1452"/>
            <p:cNvSpPr/>
            <p:nvPr/>
          </p:nvSpPr>
          <p:spPr>
            <a:xfrm>
              <a:off x="1859280" y="5092700"/>
              <a:ext cx="3810" cy="58419"/>
            </a:xfrm>
            <a:custGeom>
              <a:avLst/>
              <a:gdLst/>
              <a:ahLst/>
              <a:cxnLst/>
              <a:rect l="l" t="t" r="r" b="b"/>
              <a:pathLst>
                <a:path w="3810" h="58420">
                  <a:moveTo>
                    <a:pt x="380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10" h="58420">
                  <a:moveTo>
                    <a:pt x="3809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2540"/>
                  </a:lnTo>
                  <a:close/>
                </a:path>
                <a:path w="3810" h="58420">
                  <a:moveTo>
                    <a:pt x="3809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8890"/>
                  </a:lnTo>
                  <a:close/>
                </a:path>
                <a:path w="3810" h="58420">
                  <a:moveTo>
                    <a:pt x="3809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5240"/>
                  </a:lnTo>
                  <a:close/>
                </a:path>
                <a:path w="3810" h="58420">
                  <a:moveTo>
                    <a:pt x="3809" y="21590"/>
                  </a:moveTo>
                  <a:lnTo>
                    <a:pt x="0" y="21590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1590"/>
                  </a:lnTo>
                  <a:close/>
                </a:path>
                <a:path w="3810" h="58420">
                  <a:moveTo>
                    <a:pt x="3809" y="27940"/>
                  </a:moveTo>
                  <a:lnTo>
                    <a:pt x="0" y="27940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27940"/>
                  </a:lnTo>
                  <a:close/>
                </a:path>
                <a:path w="3810" h="58420">
                  <a:moveTo>
                    <a:pt x="3809" y="34290"/>
                  </a:moveTo>
                  <a:lnTo>
                    <a:pt x="0" y="34290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4290"/>
                  </a:lnTo>
                  <a:close/>
                </a:path>
                <a:path w="3810" h="58420">
                  <a:moveTo>
                    <a:pt x="3809" y="40640"/>
                  </a:moveTo>
                  <a:lnTo>
                    <a:pt x="0" y="40640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0640"/>
                  </a:lnTo>
                  <a:close/>
                </a:path>
                <a:path w="3810" h="58420">
                  <a:moveTo>
                    <a:pt x="3809" y="46990"/>
                  </a:moveTo>
                  <a:lnTo>
                    <a:pt x="0" y="46990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46990"/>
                  </a:lnTo>
                  <a:close/>
                </a:path>
                <a:path w="3810" h="58420">
                  <a:moveTo>
                    <a:pt x="3809" y="53340"/>
                  </a:moveTo>
                  <a:lnTo>
                    <a:pt x="0" y="53340"/>
                  </a:lnTo>
                  <a:lnTo>
                    <a:pt x="0" y="58419"/>
                  </a:lnTo>
                  <a:lnTo>
                    <a:pt x="3809" y="58419"/>
                  </a:lnTo>
                  <a:lnTo>
                    <a:pt x="3809" y="5334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3" name="object 1453"/>
            <p:cNvSpPr/>
            <p:nvPr/>
          </p:nvSpPr>
          <p:spPr>
            <a:xfrm>
              <a:off x="1863089" y="5092700"/>
              <a:ext cx="3810" cy="58419"/>
            </a:xfrm>
            <a:custGeom>
              <a:avLst/>
              <a:gdLst/>
              <a:ahLst/>
              <a:cxnLst/>
              <a:rect l="l" t="t" r="r" b="b"/>
              <a:pathLst>
                <a:path w="3810" h="58420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58420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10" h="58420">
                  <a:moveTo>
                    <a:pt x="381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8890"/>
                  </a:lnTo>
                  <a:close/>
                </a:path>
                <a:path w="3810" h="58420">
                  <a:moveTo>
                    <a:pt x="3810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5240"/>
                  </a:lnTo>
                  <a:close/>
                </a:path>
                <a:path w="3810" h="58420">
                  <a:moveTo>
                    <a:pt x="3810" y="21590"/>
                  </a:moveTo>
                  <a:lnTo>
                    <a:pt x="0" y="21590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1590"/>
                  </a:lnTo>
                  <a:close/>
                </a:path>
                <a:path w="3810" h="58420">
                  <a:moveTo>
                    <a:pt x="3810" y="27940"/>
                  </a:moveTo>
                  <a:lnTo>
                    <a:pt x="0" y="27940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27940"/>
                  </a:lnTo>
                  <a:close/>
                </a:path>
                <a:path w="3810" h="58420">
                  <a:moveTo>
                    <a:pt x="3810" y="34290"/>
                  </a:moveTo>
                  <a:lnTo>
                    <a:pt x="0" y="34290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4290"/>
                  </a:lnTo>
                  <a:close/>
                </a:path>
                <a:path w="3810" h="58420">
                  <a:moveTo>
                    <a:pt x="3810" y="40640"/>
                  </a:moveTo>
                  <a:lnTo>
                    <a:pt x="0" y="40640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0640"/>
                  </a:lnTo>
                  <a:close/>
                </a:path>
                <a:path w="3810" h="58420">
                  <a:moveTo>
                    <a:pt x="3810" y="46990"/>
                  </a:moveTo>
                  <a:lnTo>
                    <a:pt x="0" y="46990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46990"/>
                  </a:lnTo>
                  <a:close/>
                </a:path>
                <a:path w="3810" h="58420">
                  <a:moveTo>
                    <a:pt x="3810" y="53340"/>
                  </a:moveTo>
                  <a:lnTo>
                    <a:pt x="0" y="53340"/>
                  </a:lnTo>
                  <a:lnTo>
                    <a:pt x="0" y="58419"/>
                  </a:lnTo>
                  <a:lnTo>
                    <a:pt x="3810" y="58419"/>
                  </a:lnTo>
                  <a:lnTo>
                    <a:pt x="3810" y="53340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4" name="object 1454"/>
            <p:cNvSpPr/>
            <p:nvPr/>
          </p:nvSpPr>
          <p:spPr>
            <a:xfrm>
              <a:off x="1866900" y="5093970"/>
              <a:ext cx="3810" cy="55880"/>
            </a:xfrm>
            <a:custGeom>
              <a:avLst/>
              <a:gdLst/>
              <a:ahLst/>
              <a:cxnLst/>
              <a:rect l="l" t="t" r="r" b="b"/>
              <a:pathLst>
                <a:path w="3810" h="55879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55879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10" h="55879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10" h="55879">
                  <a:moveTo>
                    <a:pt x="3810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3969"/>
                  </a:lnTo>
                  <a:close/>
                </a:path>
                <a:path w="3810" h="55879">
                  <a:moveTo>
                    <a:pt x="3810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3810" y="26669"/>
                  </a:lnTo>
                  <a:lnTo>
                    <a:pt x="3810" y="20319"/>
                  </a:lnTo>
                  <a:close/>
                </a:path>
                <a:path w="3810" h="55879">
                  <a:moveTo>
                    <a:pt x="3810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6669"/>
                  </a:lnTo>
                  <a:close/>
                </a:path>
                <a:path w="3810" h="55879">
                  <a:moveTo>
                    <a:pt x="3810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3019"/>
                  </a:lnTo>
                  <a:close/>
                </a:path>
                <a:path w="3810" h="55879">
                  <a:moveTo>
                    <a:pt x="3810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39369"/>
                  </a:lnTo>
                  <a:close/>
                </a:path>
                <a:path w="3810" h="55879">
                  <a:moveTo>
                    <a:pt x="3810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3810" y="52069"/>
                  </a:lnTo>
                  <a:lnTo>
                    <a:pt x="3810" y="45719"/>
                  </a:lnTo>
                  <a:close/>
                </a:path>
                <a:path w="3810" h="55879">
                  <a:moveTo>
                    <a:pt x="3810" y="52069"/>
                  </a:moveTo>
                  <a:lnTo>
                    <a:pt x="0" y="52069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52069"/>
                  </a:lnTo>
                  <a:close/>
                </a:path>
              </a:pathLst>
            </a:custGeom>
            <a:solidFill>
              <a:srgbClr val="8F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5" name="object 1455"/>
            <p:cNvSpPr/>
            <p:nvPr/>
          </p:nvSpPr>
          <p:spPr>
            <a:xfrm>
              <a:off x="1870710" y="5093970"/>
              <a:ext cx="3810" cy="55880"/>
            </a:xfrm>
            <a:custGeom>
              <a:avLst/>
              <a:gdLst/>
              <a:ahLst/>
              <a:cxnLst/>
              <a:rect l="l" t="t" r="r" b="b"/>
              <a:pathLst>
                <a:path w="3810" h="55879">
                  <a:moveTo>
                    <a:pt x="380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10" h="55879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10" h="55879">
                  <a:moveTo>
                    <a:pt x="380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7619"/>
                  </a:lnTo>
                  <a:close/>
                </a:path>
                <a:path w="3810" h="55879">
                  <a:moveTo>
                    <a:pt x="3809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3969"/>
                  </a:lnTo>
                  <a:close/>
                </a:path>
                <a:path w="3810" h="55879">
                  <a:moveTo>
                    <a:pt x="3809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3809" y="26669"/>
                  </a:lnTo>
                  <a:lnTo>
                    <a:pt x="3809" y="20319"/>
                  </a:lnTo>
                  <a:close/>
                </a:path>
                <a:path w="3810" h="55879">
                  <a:moveTo>
                    <a:pt x="3809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6669"/>
                  </a:lnTo>
                  <a:close/>
                </a:path>
                <a:path w="3810" h="55879">
                  <a:moveTo>
                    <a:pt x="3809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3019"/>
                  </a:lnTo>
                  <a:close/>
                </a:path>
                <a:path w="3810" h="55879">
                  <a:moveTo>
                    <a:pt x="3809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39369"/>
                  </a:lnTo>
                  <a:close/>
                </a:path>
                <a:path w="3810" h="55879">
                  <a:moveTo>
                    <a:pt x="3809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3809" y="52069"/>
                  </a:lnTo>
                  <a:lnTo>
                    <a:pt x="3809" y="45719"/>
                  </a:lnTo>
                  <a:close/>
                </a:path>
                <a:path w="3810" h="55879">
                  <a:moveTo>
                    <a:pt x="3809" y="52069"/>
                  </a:moveTo>
                  <a:lnTo>
                    <a:pt x="0" y="52069"/>
                  </a:lnTo>
                  <a:lnTo>
                    <a:pt x="0" y="55879"/>
                  </a:lnTo>
                  <a:lnTo>
                    <a:pt x="2539" y="55879"/>
                  </a:lnTo>
                  <a:lnTo>
                    <a:pt x="2539" y="54609"/>
                  </a:lnTo>
                  <a:lnTo>
                    <a:pt x="3809" y="54609"/>
                  </a:lnTo>
                  <a:lnTo>
                    <a:pt x="3809" y="52069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6" name="object 1456"/>
            <p:cNvSpPr/>
            <p:nvPr/>
          </p:nvSpPr>
          <p:spPr>
            <a:xfrm>
              <a:off x="1874519" y="5093970"/>
              <a:ext cx="3810" cy="54610"/>
            </a:xfrm>
            <a:custGeom>
              <a:avLst/>
              <a:gdLst/>
              <a:ahLst/>
              <a:cxnLst/>
              <a:rect l="l" t="t" r="r" b="b"/>
              <a:pathLst>
                <a:path w="3810" h="54610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54610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10" h="54610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10" h="54610">
                  <a:moveTo>
                    <a:pt x="3810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3969"/>
                  </a:lnTo>
                  <a:close/>
                </a:path>
                <a:path w="3810" h="54610">
                  <a:moveTo>
                    <a:pt x="3810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3810" y="26669"/>
                  </a:lnTo>
                  <a:lnTo>
                    <a:pt x="3810" y="20319"/>
                  </a:lnTo>
                  <a:close/>
                </a:path>
                <a:path w="3810" h="54610">
                  <a:moveTo>
                    <a:pt x="3810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6669"/>
                  </a:lnTo>
                  <a:close/>
                </a:path>
                <a:path w="3810" h="54610">
                  <a:moveTo>
                    <a:pt x="3810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3019"/>
                  </a:lnTo>
                  <a:close/>
                </a:path>
                <a:path w="3810" h="54610">
                  <a:moveTo>
                    <a:pt x="3810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39369"/>
                  </a:lnTo>
                  <a:close/>
                </a:path>
                <a:path w="3810" h="54610">
                  <a:moveTo>
                    <a:pt x="3810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3810" y="52069"/>
                  </a:lnTo>
                  <a:lnTo>
                    <a:pt x="3810" y="45719"/>
                  </a:lnTo>
                  <a:close/>
                </a:path>
                <a:path w="3810" h="54610">
                  <a:moveTo>
                    <a:pt x="3810" y="52069"/>
                  </a:moveTo>
                  <a:lnTo>
                    <a:pt x="0" y="52069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2069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7" name="object 1457"/>
            <p:cNvSpPr/>
            <p:nvPr/>
          </p:nvSpPr>
          <p:spPr>
            <a:xfrm>
              <a:off x="1878330" y="5093970"/>
              <a:ext cx="2540" cy="54610"/>
            </a:xfrm>
            <a:custGeom>
              <a:avLst/>
              <a:gdLst/>
              <a:ahLst/>
              <a:cxnLst/>
              <a:rect l="l" t="t" r="r" b="b"/>
              <a:pathLst>
                <a:path w="2539" h="54610">
                  <a:moveTo>
                    <a:pt x="253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  <a:path w="2539" h="54610">
                  <a:moveTo>
                    <a:pt x="253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2539" y="7619"/>
                  </a:lnTo>
                  <a:lnTo>
                    <a:pt x="2539" y="1269"/>
                  </a:lnTo>
                  <a:close/>
                </a:path>
                <a:path w="2539" h="54610">
                  <a:moveTo>
                    <a:pt x="253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2539" y="13969"/>
                  </a:lnTo>
                  <a:lnTo>
                    <a:pt x="2539" y="7619"/>
                  </a:lnTo>
                  <a:close/>
                </a:path>
                <a:path w="2539" h="54610">
                  <a:moveTo>
                    <a:pt x="2539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2539" y="20319"/>
                  </a:lnTo>
                  <a:lnTo>
                    <a:pt x="2539" y="13969"/>
                  </a:lnTo>
                  <a:close/>
                </a:path>
                <a:path w="2539" h="54610">
                  <a:moveTo>
                    <a:pt x="2539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2539" y="26669"/>
                  </a:lnTo>
                  <a:lnTo>
                    <a:pt x="2539" y="20319"/>
                  </a:lnTo>
                  <a:close/>
                </a:path>
                <a:path w="2539" h="54610">
                  <a:moveTo>
                    <a:pt x="2539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2539" y="33019"/>
                  </a:lnTo>
                  <a:lnTo>
                    <a:pt x="2539" y="26669"/>
                  </a:lnTo>
                  <a:close/>
                </a:path>
                <a:path w="2539" h="54610">
                  <a:moveTo>
                    <a:pt x="2539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2539" y="39369"/>
                  </a:lnTo>
                  <a:lnTo>
                    <a:pt x="2539" y="33019"/>
                  </a:lnTo>
                  <a:close/>
                </a:path>
                <a:path w="2539" h="54610">
                  <a:moveTo>
                    <a:pt x="2539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2539" y="45719"/>
                  </a:lnTo>
                  <a:lnTo>
                    <a:pt x="2539" y="39369"/>
                  </a:lnTo>
                  <a:close/>
                </a:path>
                <a:path w="2539" h="54610">
                  <a:moveTo>
                    <a:pt x="2539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2539" y="52069"/>
                  </a:lnTo>
                  <a:lnTo>
                    <a:pt x="2539" y="45719"/>
                  </a:lnTo>
                  <a:close/>
                </a:path>
                <a:path w="2539" h="54610">
                  <a:moveTo>
                    <a:pt x="2539" y="52069"/>
                  </a:moveTo>
                  <a:lnTo>
                    <a:pt x="0" y="52069"/>
                  </a:lnTo>
                  <a:lnTo>
                    <a:pt x="0" y="54609"/>
                  </a:lnTo>
                  <a:lnTo>
                    <a:pt x="2539" y="54609"/>
                  </a:lnTo>
                  <a:lnTo>
                    <a:pt x="2539" y="52069"/>
                  </a:lnTo>
                  <a:close/>
                </a:path>
              </a:pathLst>
            </a:custGeom>
            <a:solidFill>
              <a:srgbClr val="97A6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8" name="object 1458"/>
            <p:cNvSpPr/>
            <p:nvPr/>
          </p:nvSpPr>
          <p:spPr>
            <a:xfrm>
              <a:off x="1880869" y="5093970"/>
              <a:ext cx="3810" cy="54610"/>
            </a:xfrm>
            <a:custGeom>
              <a:avLst/>
              <a:gdLst/>
              <a:ahLst/>
              <a:cxnLst/>
              <a:rect l="l" t="t" r="r" b="b"/>
              <a:pathLst>
                <a:path w="3810" h="54610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54610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10" h="54610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10" h="54610">
                  <a:moveTo>
                    <a:pt x="3810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3969"/>
                  </a:lnTo>
                  <a:close/>
                </a:path>
                <a:path w="3810" h="54610">
                  <a:moveTo>
                    <a:pt x="3810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3810" y="26669"/>
                  </a:lnTo>
                  <a:lnTo>
                    <a:pt x="3810" y="20319"/>
                  </a:lnTo>
                  <a:close/>
                </a:path>
                <a:path w="3810" h="54610">
                  <a:moveTo>
                    <a:pt x="3810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6669"/>
                  </a:lnTo>
                  <a:close/>
                </a:path>
                <a:path w="3810" h="54610">
                  <a:moveTo>
                    <a:pt x="3810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3019"/>
                  </a:lnTo>
                  <a:close/>
                </a:path>
                <a:path w="3810" h="54610">
                  <a:moveTo>
                    <a:pt x="3810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39369"/>
                  </a:lnTo>
                  <a:close/>
                </a:path>
                <a:path w="3810" h="54610">
                  <a:moveTo>
                    <a:pt x="3810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3810" y="52069"/>
                  </a:lnTo>
                  <a:lnTo>
                    <a:pt x="3810" y="45719"/>
                  </a:lnTo>
                  <a:close/>
                </a:path>
                <a:path w="3810" h="54610">
                  <a:moveTo>
                    <a:pt x="3810" y="52069"/>
                  </a:moveTo>
                  <a:lnTo>
                    <a:pt x="0" y="52069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2069"/>
                  </a:lnTo>
                  <a:close/>
                </a:path>
              </a:pathLst>
            </a:custGeom>
            <a:solidFill>
              <a:srgbClr val="99A8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9" name="object 1459"/>
            <p:cNvSpPr/>
            <p:nvPr/>
          </p:nvSpPr>
          <p:spPr>
            <a:xfrm>
              <a:off x="1884680" y="5095239"/>
              <a:ext cx="3810" cy="53340"/>
            </a:xfrm>
            <a:custGeom>
              <a:avLst/>
              <a:gdLst/>
              <a:ahLst/>
              <a:cxnLst/>
              <a:rect l="l" t="t" r="r" b="b"/>
              <a:pathLst>
                <a:path w="3810" h="53339">
                  <a:moveTo>
                    <a:pt x="380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0"/>
                  </a:lnTo>
                  <a:close/>
                </a:path>
                <a:path w="3810" h="53339">
                  <a:moveTo>
                    <a:pt x="380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6349"/>
                  </a:lnTo>
                  <a:close/>
                </a:path>
                <a:path w="3810" h="53339">
                  <a:moveTo>
                    <a:pt x="380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2699"/>
                  </a:lnTo>
                  <a:close/>
                </a:path>
                <a:path w="3810" h="53339">
                  <a:moveTo>
                    <a:pt x="3809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19049"/>
                  </a:lnTo>
                  <a:close/>
                </a:path>
                <a:path w="3810" h="53339">
                  <a:moveTo>
                    <a:pt x="3809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5399"/>
                  </a:lnTo>
                  <a:close/>
                </a:path>
                <a:path w="3810" h="53339">
                  <a:moveTo>
                    <a:pt x="3809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1749"/>
                  </a:lnTo>
                  <a:close/>
                </a:path>
                <a:path w="3810" h="53339">
                  <a:moveTo>
                    <a:pt x="3809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38099"/>
                  </a:lnTo>
                  <a:close/>
                </a:path>
                <a:path w="3810" h="53339">
                  <a:moveTo>
                    <a:pt x="3809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4449"/>
                  </a:lnTo>
                  <a:close/>
                </a:path>
                <a:path w="3810" h="53339">
                  <a:moveTo>
                    <a:pt x="3809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0799"/>
                  </a:lnTo>
                  <a:close/>
                </a:path>
              </a:pathLst>
            </a:custGeom>
            <a:solidFill>
              <a:srgbClr val="9CA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0" name="object 1460"/>
            <p:cNvSpPr/>
            <p:nvPr/>
          </p:nvSpPr>
          <p:spPr>
            <a:xfrm>
              <a:off x="1888489" y="5095239"/>
              <a:ext cx="3810" cy="53340"/>
            </a:xfrm>
            <a:custGeom>
              <a:avLst/>
              <a:gdLst/>
              <a:ahLst/>
              <a:cxnLst/>
              <a:rect l="l" t="t" r="r" b="b"/>
              <a:pathLst>
                <a:path w="3810" h="53339">
                  <a:moveTo>
                    <a:pt x="254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10" h="53339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10" h="53339">
                  <a:moveTo>
                    <a:pt x="381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2699"/>
                  </a:lnTo>
                  <a:close/>
                </a:path>
                <a:path w="3810" h="53339">
                  <a:moveTo>
                    <a:pt x="3810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19049"/>
                  </a:lnTo>
                  <a:close/>
                </a:path>
                <a:path w="3810" h="53339">
                  <a:moveTo>
                    <a:pt x="3810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5399"/>
                  </a:lnTo>
                  <a:close/>
                </a:path>
                <a:path w="3810" h="53339">
                  <a:moveTo>
                    <a:pt x="3810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1749"/>
                  </a:lnTo>
                  <a:close/>
                </a:path>
                <a:path w="3810" h="53339">
                  <a:moveTo>
                    <a:pt x="3810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38099"/>
                  </a:lnTo>
                  <a:close/>
                </a:path>
                <a:path w="3810" h="53339">
                  <a:moveTo>
                    <a:pt x="3810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4449"/>
                  </a:lnTo>
                  <a:close/>
                </a:path>
                <a:path w="3810" h="53339">
                  <a:moveTo>
                    <a:pt x="3810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2540" y="53339"/>
                  </a:lnTo>
                  <a:lnTo>
                    <a:pt x="2540" y="52069"/>
                  </a:lnTo>
                  <a:lnTo>
                    <a:pt x="3810" y="52069"/>
                  </a:lnTo>
                  <a:lnTo>
                    <a:pt x="3810" y="50799"/>
                  </a:lnTo>
                  <a:close/>
                </a:path>
              </a:pathLst>
            </a:custGeom>
            <a:solidFill>
              <a:srgbClr val="9FA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1" name="object 1461"/>
            <p:cNvSpPr/>
            <p:nvPr/>
          </p:nvSpPr>
          <p:spPr>
            <a:xfrm>
              <a:off x="1892300" y="5096509"/>
              <a:ext cx="3810" cy="50800"/>
            </a:xfrm>
            <a:custGeom>
              <a:avLst/>
              <a:gdLst/>
              <a:ahLst/>
              <a:cxnLst/>
              <a:rect l="l" t="t" r="r" b="b"/>
              <a:pathLst>
                <a:path w="3810" h="50800">
                  <a:moveTo>
                    <a:pt x="381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10" h="50800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50800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50800">
                  <a:moveTo>
                    <a:pt x="381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7780"/>
                  </a:lnTo>
                  <a:close/>
                </a:path>
                <a:path w="3810" h="50800">
                  <a:moveTo>
                    <a:pt x="3810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10" y="30479"/>
                  </a:lnTo>
                  <a:lnTo>
                    <a:pt x="3810" y="24130"/>
                  </a:lnTo>
                  <a:close/>
                </a:path>
                <a:path w="3810" h="50800">
                  <a:moveTo>
                    <a:pt x="3810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30480"/>
                  </a:lnTo>
                  <a:close/>
                </a:path>
                <a:path w="3810" h="50800">
                  <a:moveTo>
                    <a:pt x="381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36830"/>
                  </a:lnTo>
                  <a:close/>
                </a:path>
                <a:path w="3810" h="50800">
                  <a:moveTo>
                    <a:pt x="3810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3180"/>
                  </a:lnTo>
                  <a:close/>
                </a:path>
                <a:path w="3810" h="50800">
                  <a:moveTo>
                    <a:pt x="2539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2539" y="50800"/>
                  </a:lnTo>
                  <a:lnTo>
                    <a:pt x="2539" y="49530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2" name="object 1462"/>
            <p:cNvSpPr/>
            <p:nvPr/>
          </p:nvSpPr>
          <p:spPr>
            <a:xfrm>
              <a:off x="1896110" y="5096509"/>
              <a:ext cx="3810" cy="49530"/>
            </a:xfrm>
            <a:custGeom>
              <a:avLst/>
              <a:gdLst/>
              <a:ahLst/>
              <a:cxnLst/>
              <a:rect l="l" t="t" r="r" b="b"/>
              <a:pathLst>
                <a:path w="3810" h="49529">
                  <a:moveTo>
                    <a:pt x="380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0"/>
                  </a:lnTo>
                  <a:close/>
                </a:path>
                <a:path w="3810" h="49529">
                  <a:moveTo>
                    <a:pt x="380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5080"/>
                  </a:lnTo>
                  <a:close/>
                </a:path>
                <a:path w="3810" h="49529">
                  <a:moveTo>
                    <a:pt x="380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1430"/>
                  </a:lnTo>
                  <a:close/>
                </a:path>
                <a:path w="3810" h="49529">
                  <a:moveTo>
                    <a:pt x="3809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17780"/>
                  </a:lnTo>
                  <a:close/>
                </a:path>
                <a:path w="3810" h="49529">
                  <a:moveTo>
                    <a:pt x="3809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24130"/>
                  </a:lnTo>
                  <a:close/>
                </a:path>
                <a:path w="3810" h="49529">
                  <a:moveTo>
                    <a:pt x="3809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0480"/>
                  </a:lnTo>
                  <a:close/>
                </a:path>
                <a:path w="3810" h="49529">
                  <a:moveTo>
                    <a:pt x="3809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36830"/>
                  </a:lnTo>
                  <a:close/>
                </a:path>
                <a:path w="3810" h="49529">
                  <a:moveTo>
                    <a:pt x="3809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3180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3" name="object 1463"/>
            <p:cNvSpPr/>
            <p:nvPr/>
          </p:nvSpPr>
          <p:spPr>
            <a:xfrm>
              <a:off x="1899919" y="5096509"/>
              <a:ext cx="2540" cy="49530"/>
            </a:xfrm>
            <a:custGeom>
              <a:avLst/>
              <a:gdLst/>
              <a:ahLst/>
              <a:cxnLst/>
              <a:rect l="l" t="t" r="r" b="b"/>
              <a:pathLst>
                <a:path w="2539" h="49529">
                  <a:moveTo>
                    <a:pt x="126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2540" y="5079"/>
                  </a:lnTo>
                  <a:lnTo>
                    <a:pt x="2540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2539" h="49529">
                  <a:moveTo>
                    <a:pt x="254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2540" y="11429"/>
                  </a:lnTo>
                  <a:lnTo>
                    <a:pt x="2540" y="5080"/>
                  </a:lnTo>
                  <a:close/>
                </a:path>
                <a:path w="2539" h="49529">
                  <a:moveTo>
                    <a:pt x="254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2540" y="17779"/>
                  </a:lnTo>
                  <a:lnTo>
                    <a:pt x="2540" y="11430"/>
                  </a:lnTo>
                  <a:close/>
                </a:path>
                <a:path w="2539" h="49529">
                  <a:moveTo>
                    <a:pt x="254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2540" y="24129"/>
                  </a:lnTo>
                  <a:lnTo>
                    <a:pt x="2540" y="17780"/>
                  </a:lnTo>
                  <a:close/>
                </a:path>
                <a:path w="2539" h="49529">
                  <a:moveTo>
                    <a:pt x="2540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2540" y="30479"/>
                  </a:lnTo>
                  <a:lnTo>
                    <a:pt x="2540" y="24130"/>
                  </a:lnTo>
                  <a:close/>
                </a:path>
                <a:path w="2539" h="49529">
                  <a:moveTo>
                    <a:pt x="2540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2540" y="36829"/>
                  </a:lnTo>
                  <a:lnTo>
                    <a:pt x="2540" y="30480"/>
                  </a:lnTo>
                  <a:close/>
                </a:path>
                <a:path w="2539" h="49529">
                  <a:moveTo>
                    <a:pt x="254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2540" y="43179"/>
                  </a:lnTo>
                  <a:lnTo>
                    <a:pt x="2540" y="36830"/>
                  </a:lnTo>
                  <a:close/>
                </a:path>
                <a:path w="2539" h="49529">
                  <a:moveTo>
                    <a:pt x="2540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1269" y="49529"/>
                  </a:lnTo>
                  <a:lnTo>
                    <a:pt x="1269" y="48259"/>
                  </a:lnTo>
                  <a:lnTo>
                    <a:pt x="2540" y="48259"/>
                  </a:lnTo>
                  <a:lnTo>
                    <a:pt x="2540" y="43180"/>
                  </a:lnTo>
                  <a:close/>
                </a:path>
              </a:pathLst>
            </a:custGeom>
            <a:solidFill>
              <a:srgbClr val="A7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4" name="object 1464"/>
            <p:cNvSpPr/>
            <p:nvPr/>
          </p:nvSpPr>
          <p:spPr>
            <a:xfrm>
              <a:off x="1902460" y="5097780"/>
              <a:ext cx="5080" cy="46990"/>
            </a:xfrm>
            <a:custGeom>
              <a:avLst/>
              <a:gdLst/>
              <a:ahLst/>
              <a:cxnLst/>
              <a:rect l="l" t="t" r="r" b="b"/>
              <a:pathLst>
                <a:path w="5080" h="46989">
                  <a:moveTo>
                    <a:pt x="50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5079" y="3810"/>
                  </a:lnTo>
                  <a:lnTo>
                    <a:pt x="5079" y="0"/>
                  </a:lnTo>
                  <a:close/>
                </a:path>
                <a:path w="5080" h="46989">
                  <a:moveTo>
                    <a:pt x="507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5079" y="10160"/>
                  </a:lnTo>
                  <a:lnTo>
                    <a:pt x="5079" y="3810"/>
                  </a:lnTo>
                  <a:close/>
                </a:path>
                <a:path w="5080" h="46989">
                  <a:moveTo>
                    <a:pt x="507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5079" y="16510"/>
                  </a:lnTo>
                  <a:lnTo>
                    <a:pt x="5079" y="10160"/>
                  </a:lnTo>
                  <a:close/>
                </a:path>
                <a:path w="5080" h="46989">
                  <a:moveTo>
                    <a:pt x="5079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5079" y="22860"/>
                  </a:lnTo>
                  <a:lnTo>
                    <a:pt x="5079" y="16510"/>
                  </a:lnTo>
                  <a:close/>
                </a:path>
                <a:path w="5080" h="46989">
                  <a:moveTo>
                    <a:pt x="5079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5079" y="29210"/>
                  </a:lnTo>
                  <a:lnTo>
                    <a:pt x="5079" y="22860"/>
                  </a:lnTo>
                  <a:close/>
                </a:path>
                <a:path w="5080" h="46989">
                  <a:moveTo>
                    <a:pt x="5079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5079" y="35560"/>
                  </a:lnTo>
                  <a:lnTo>
                    <a:pt x="5079" y="29210"/>
                  </a:lnTo>
                  <a:close/>
                </a:path>
                <a:path w="5080" h="46989">
                  <a:moveTo>
                    <a:pt x="5079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5079" y="41910"/>
                  </a:lnTo>
                  <a:lnTo>
                    <a:pt x="5079" y="35560"/>
                  </a:lnTo>
                  <a:close/>
                </a:path>
                <a:path w="5080" h="46989">
                  <a:moveTo>
                    <a:pt x="5079" y="41910"/>
                  </a:moveTo>
                  <a:lnTo>
                    <a:pt x="0" y="41910"/>
                  </a:lnTo>
                  <a:lnTo>
                    <a:pt x="0" y="46990"/>
                  </a:lnTo>
                  <a:lnTo>
                    <a:pt x="5079" y="46990"/>
                  </a:lnTo>
                  <a:lnTo>
                    <a:pt x="5079" y="41910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5" name="object 1465"/>
            <p:cNvSpPr/>
            <p:nvPr/>
          </p:nvSpPr>
          <p:spPr>
            <a:xfrm>
              <a:off x="1907539" y="5099050"/>
              <a:ext cx="2540" cy="45720"/>
            </a:xfrm>
            <a:custGeom>
              <a:avLst/>
              <a:gdLst/>
              <a:ahLst/>
              <a:cxnLst/>
              <a:rect l="l" t="t" r="r" b="b"/>
              <a:pathLst>
                <a:path w="2539" h="45720">
                  <a:moveTo>
                    <a:pt x="254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40" y="2539"/>
                  </a:lnTo>
                  <a:lnTo>
                    <a:pt x="2540" y="0"/>
                  </a:lnTo>
                  <a:close/>
                </a:path>
                <a:path w="2539" h="45720">
                  <a:moveTo>
                    <a:pt x="254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2540" y="8889"/>
                  </a:lnTo>
                  <a:lnTo>
                    <a:pt x="2540" y="2540"/>
                  </a:lnTo>
                  <a:close/>
                </a:path>
                <a:path w="2539" h="45720">
                  <a:moveTo>
                    <a:pt x="254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2540" y="15239"/>
                  </a:lnTo>
                  <a:lnTo>
                    <a:pt x="2540" y="8890"/>
                  </a:lnTo>
                  <a:close/>
                </a:path>
                <a:path w="2539" h="45720">
                  <a:moveTo>
                    <a:pt x="2540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2540" y="21589"/>
                  </a:lnTo>
                  <a:lnTo>
                    <a:pt x="2540" y="15240"/>
                  </a:lnTo>
                  <a:close/>
                </a:path>
                <a:path w="2539" h="45720">
                  <a:moveTo>
                    <a:pt x="2540" y="21590"/>
                  </a:moveTo>
                  <a:lnTo>
                    <a:pt x="0" y="21590"/>
                  </a:lnTo>
                  <a:lnTo>
                    <a:pt x="0" y="27939"/>
                  </a:lnTo>
                  <a:lnTo>
                    <a:pt x="2540" y="27939"/>
                  </a:lnTo>
                  <a:lnTo>
                    <a:pt x="2540" y="21590"/>
                  </a:lnTo>
                  <a:close/>
                </a:path>
                <a:path w="2539" h="45720">
                  <a:moveTo>
                    <a:pt x="2540" y="27940"/>
                  </a:moveTo>
                  <a:lnTo>
                    <a:pt x="0" y="27940"/>
                  </a:lnTo>
                  <a:lnTo>
                    <a:pt x="0" y="34289"/>
                  </a:lnTo>
                  <a:lnTo>
                    <a:pt x="2540" y="34289"/>
                  </a:lnTo>
                  <a:lnTo>
                    <a:pt x="2540" y="27940"/>
                  </a:lnTo>
                  <a:close/>
                </a:path>
                <a:path w="2539" h="45720">
                  <a:moveTo>
                    <a:pt x="2540" y="34290"/>
                  </a:moveTo>
                  <a:lnTo>
                    <a:pt x="0" y="34290"/>
                  </a:lnTo>
                  <a:lnTo>
                    <a:pt x="0" y="40639"/>
                  </a:lnTo>
                  <a:lnTo>
                    <a:pt x="2540" y="40639"/>
                  </a:lnTo>
                  <a:lnTo>
                    <a:pt x="2540" y="34290"/>
                  </a:lnTo>
                  <a:close/>
                </a:path>
                <a:path w="2539" h="45720">
                  <a:moveTo>
                    <a:pt x="2540" y="40640"/>
                  </a:moveTo>
                  <a:lnTo>
                    <a:pt x="0" y="40640"/>
                  </a:lnTo>
                  <a:lnTo>
                    <a:pt x="0" y="45719"/>
                  </a:lnTo>
                  <a:lnTo>
                    <a:pt x="2540" y="45719"/>
                  </a:lnTo>
                  <a:lnTo>
                    <a:pt x="2540" y="40640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6" name="object 1466"/>
            <p:cNvSpPr/>
            <p:nvPr/>
          </p:nvSpPr>
          <p:spPr>
            <a:xfrm>
              <a:off x="1910080" y="5099050"/>
              <a:ext cx="3810" cy="45720"/>
            </a:xfrm>
            <a:custGeom>
              <a:avLst/>
              <a:gdLst/>
              <a:ahLst/>
              <a:cxnLst/>
              <a:rect l="l" t="t" r="r" b="b"/>
              <a:pathLst>
                <a:path w="3810" h="45720">
                  <a:moveTo>
                    <a:pt x="126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3810" h="45720">
                  <a:moveTo>
                    <a:pt x="3809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2540"/>
                  </a:lnTo>
                  <a:close/>
                </a:path>
                <a:path w="3810" h="45720">
                  <a:moveTo>
                    <a:pt x="3809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8890"/>
                  </a:lnTo>
                  <a:close/>
                </a:path>
                <a:path w="3810" h="45720">
                  <a:moveTo>
                    <a:pt x="3809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5240"/>
                  </a:lnTo>
                  <a:close/>
                </a:path>
                <a:path w="3810" h="45720">
                  <a:moveTo>
                    <a:pt x="3809" y="21590"/>
                  </a:moveTo>
                  <a:lnTo>
                    <a:pt x="0" y="21590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1590"/>
                  </a:lnTo>
                  <a:close/>
                </a:path>
                <a:path w="3810" h="45720">
                  <a:moveTo>
                    <a:pt x="3809" y="27940"/>
                  </a:moveTo>
                  <a:lnTo>
                    <a:pt x="0" y="27940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27940"/>
                  </a:lnTo>
                  <a:close/>
                </a:path>
                <a:path w="3810" h="45720">
                  <a:moveTo>
                    <a:pt x="3809" y="34290"/>
                  </a:moveTo>
                  <a:lnTo>
                    <a:pt x="0" y="34290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4290"/>
                  </a:lnTo>
                  <a:close/>
                </a:path>
                <a:path w="3810" h="45720">
                  <a:moveTo>
                    <a:pt x="3809" y="40640"/>
                  </a:moveTo>
                  <a:lnTo>
                    <a:pt x="0" y="40640"/>
                  </a:lnTo>
                  <a:lnTo>
                    <a:pt x="0" y="45719"/>
                  </a:lnTo>
                  <a:lnTo>
                    <a:pt x="1269" y="45719"/>
                  </a:lnTo>
                  <a:lnTo>
                    <a:pt x="1269" y="44450"/>
                  </a:lnTo>
                  <a:lnTo>
                    <a:pt x="3809" y="44450"/>
                  </a:lnTo>
                  <a:lnTo>
                    <a:pt x="3809" y="40640"/>
                  </a:lnTo>
                  <a:close/>
                </a:path>
              </a:pathLst>
            </a:custGeom>
            <a:solidFill>
              <a:srgbClr val="AEBA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7" name="object 1467"/>
            <p:cNvSpPr/>
            <p:nvPr/>
          </p:nvSpPr>
          <p:spPr>
            <a:xfrm>
              <a:off x="1913889" y="5100320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41910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10" h="41910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10" h="41910">
                  <a:moveTo>
                    <a:pt x="3810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3969"/>
                  </a:lnTo>
                  <a:close/>
                </a:path>
                <a:path w="3810" h="41910">
                  <a:moveTo>
                    <a:pt x="3810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3810" y="26669"/>
                  </a:lnTo>
                  <a:lnTo>
                    <a:pt x="3810" y="20319"/>
                  </a:lnTo>
                  <a:close/>
                </a:path>
                <a:path w="3810" h="41910">
                  <a:moveTo>
                    <a:pt x="3810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6669"/>
                  </a:lnTo>
                  <a:close/>
                </a:path>
                <a:path w="3810" h="41910">
                  <a:moveTo>
                    <a:pt x="3810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3019"/>
                  </a:lnTo>
                  <a:close/>
                </a:path>
                <a:path w="3810" h="41910">
                  <a:moveTo>
                    <a:pt x="3810" y="39369"/>
                  </a:moveTo>
                  <a:lnTo>
                    <a:pt x="0" y="39369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9369"/>
                  </a:lnTo>
                  <a:close/>
                </a:path>
              </a:pathLst>
            </a:custGeom>
            <a:solidFill>
              <a:srgbClr val="B1BD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8" name="object 1468"/>
            <p:cNvSpPr/>
            <p:nvPr/>
          </p:nvSpPr>
          <p:spPr>
            <a:xfrm>
              <a:off x="1917700" y="5100320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254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10" h="41910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10" h="41910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10" h="41910">
                  <a:moveTo>
                    <a:pt x="3810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3969"/>
                  </a:lnTo>
                  <a:close/>
                </a:path>
                <a:path w="3810" h="41910">
                  <a:moveTo>
                    <a:pt x="3810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3810" y="26669"/>
                  </a:lnTo>
                  <a:lnTo>
                    <a:pt x="3810" y="20319"/>
                  </a:lnTo>
                  <a:close/>
                </a:path>
                <a:path w="3810" h="41910">
                  <a:moveTo>
                    <a:pt x="3810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6669"/>
                  </a:lnTo>
                  <a:close/>
                </a:path>
                <a:path w="3810" h="41910">
                  <a:moveTo>
                    <a:pt x="3810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3019"/>
                  </a:lnTo>
                  <a:close/>
                </a:path>
                <a:path w="3810" h="41910">
                  <a:moveTo>
                    <a:pt x="3810" y="39369"/>
                  </a:moveTo>
                  <a:lnTo>
                    <a:pt x="0" y="39369"/>
                  </a:lnTo>
                  <a:lnTo>
                    <a:pt x="0" y="41909"/>
                  </a:lnTo>
                  <a:lnTo>
                    <a:pt x="1269" y="41909"/>
                  </a:lnTo>
                  <a:lnTo>
                    <a:pt x="1269" y="40639"/>
                  </a:lnTo>
                  <a:lnTo>
                    <a:pt x="3810" y="40639"/>
                  </a:lnTo>
                  <a:lnTo>
                    <a:pt x="3810" y="39369"/>
                  </a:lnTo>
                  <a:close/>
                </a:path>
              </a:pathLst>
            </a:custGeom>
            <a:solidFill>
              <a:srgbClr val="B4BF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9" name="object 1469"/>
            <p:cNvSpPr/>
            <p:nvPr/>
          </p:nvSpPr>
          <p:spPr>
            <a:xfrm>
              <a:off x="1921510" y="5101589"/>
              <a:ext cx="3810" cy="39370"/>
            </a:xfrm>
            <a:custGeom>
              <a:avLst/>
              <a:gdLst/>
              <a:ahLst/>
              <a:cxnLst/>
              <a:rect l="l" t="t" r="r" b="b"/>
              <a:pathLst>
                <a:path w="3810" h="39370">
                  <a:moveTo>
                    <a:pt x="380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0"/>
                  </a:lnTo>
                  <a:close/>
                </a:path>
                <a:path w="3810" h="39370">
                  <a:moveTo>
                    <a:pt x="380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6349"/>
                  </a:lnTo>
                  <a:close/>
                </a:path>
                <a:path w="3810" h="39370">
                  <a:moveTo>
                    <a:pt x="380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2699"/>
                  </a:lnTo>
                  <a:close/>
                </a:path>
                <a:path w="3810" h="39370">
                  <a:moveTo>
                    <a:pt x="3809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19049"/>
                  </a:lnTo>
                  <a:close/>
                </a:path>
                <a:path w="3810" h="39370">
                  <a:moveTo>
                    <a:pt x="3809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5399"/>
                  </a:lnTo>
                  <a:close/>
                </a:path>
                <a:path w="3810" h="39370">
                  <a:moveTo>
                    <a:pt x="3809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1749"/>
                  </a:lnTo>
                  <a:close/>
                </a:path>
                <a:path w="3810" h="39370">
                  <a:moveTo>
                    <a:pt x="1269" y="38099"/>
                  </a:moveTo>
                  <a:lnTo>
                    <a:pt x="0" y="38099"/>
                  </a:lnTo>
                  <a:lnTo>
                    <a:pt x="0" y="39369"/>
                  </a:lnTo>
                  <a:lnTo>
                    <a:pt x="1269" y="39369"/>
                  </a:lnTo>
                  <a:lnTo>
                    <a:pt x="1269" y="38099"/>
                  </a:lnTo>
                  <a:close/>
                </a:path>
              </a:pathLst>
            </a:custGeom>
            <a:solidFill>
              <a:srgbClr val="B6C1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0" name="object 1470"/>
            <p:cNvSpPr/>
            <p:nvPr/>
          </p:nvSpPr>
          <p:spPr>
            <a:xfrm>
              <a:off x="1925319" y="5102859"/>
              <a:ext cx="3810" cy="36830"/>
            </a:xfrm>
            <a:custGeom>
              <a:avLst/>
              <a:gdLst/>
              <a:ahLst/>
              <a:cxnLst/>
              <a:rect l="l" t="t" r="r" b="b"/>
              <a:pathLst>
                <a:path w="3810" h="36829">
                  <a:moveTo>
                    <a:pt x="381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10" h="36829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36829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36829">
                  <a:moveTo>
                    <a:pt x="381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7780"/>
                  </a:lnTo>
                  <a:close/>
                </a:path>
                <a:path w="3810" h="36829">
                  <a:moveTo>
                    <a:pt x="3810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10" y="30479"/>
                  </a:lnTo>
                  <a:lnTo>
                    <a:pt x="3810" y="24130"/>
                  </a:lnTo>
                  <a:close/>
                </a:path>
                <a:path w="3810" h="36829">
                  <a:moveTo>
                    <a:pt x="3810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30480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1" name="object 1471"/>
            <p:cNvSpPr/>
            <p:nvPr/>
          </p:nvSpPr>
          <p:spPr>
            <a:xfrm>
              <a:off x="1929130" y="5104130"/>
              <a:ext cx="2540" cy="34290"/>
            </a:xfrm>
            <a:custGeom>
              <a:avLst/>
              <a:gdLst/>
              <a:ahLst/>
              <a:cxnLst/>
              <a:rect l="l" t="t" r="r" b="b"/>
              <a:pathLst>
                <a:path w="2539" h="34289">
                  <a:moveTo>
                    <a:pt x="253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39" y="3810"/>
                  </a:lnTo>
                  <a:lnTo>
                    <a:pt x="2539" y="0"/>
                  </a:lnTo>
                  <a:close/>
                </a:path>
                <a:path w="2539" h="34289">
                  <a:moveTo>
                    <a:pt x="253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2539" y="10160"/>
                  </a:lnTo>
                  <a:lnTo>
                    <a:pt x="2539" y="3810"/>
                  </a:lnTo>
                  <a:close/>
                </a:path>
                <a:path w="2539" h="34289">
                  <a:moveTo>
                    <a:pt x="253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2539" y="16510"/>
                  </a:lnTo>
                  <a:lnTo>
                    <a:pt x="2539" y="10160"/>
                  </a:lnTo>
                  <a:close/>
                </a:path>
                <a:path w="2539" h="34289">
                  <a:moveTo>
                    <a:pt x="2539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2539" y="22860"/>
                  </a:lnTo>
                  <a:lnTo>
                    <a:pt x="2539" y="16510"/>
                  </a:lnTo>
                  <a:close/>
                </a:path>
                <a:path w="2539" h="34289">
                  <a:moveTo>
                    <a:pt x="2539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2539" y="29210"/>
                  </a:lnTo>
                  <a:lnTo>
                    <a:pt x="2539" y="22860"/>
                  </a:lnTo>
                  <a:close/>
                </a:path>
                <a:path w="2539" h="34289">
                  <a:moveTo>
                    <a:pt x="2539" y="29210"/>
                  </a:moveTo>
                  <a:lnTo>
                    <a:pt x="0" y="29210"/>
                  </a:lnTo>
                  <a:lnTo>
                    <a:pt x="0" y="34290"/>
                  </a:lnTo>
                  <a:lnTo>
                    <a:pt x="2539" y="34290"/>
                  </a:lnTo>
                  <a:lnTo>
                    <a:pt x="2539" y="29210"/>
                  </a:lnTo>
                  <a:close/>
                </a:path>
              </a:pathLst>
            </a:custGeom>
            <a:solidFill>
              <a:srgbClr val="BC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2" name="object 1472"/>
            <p:cNvSpPr/>
            <p:nvPr/>
          </p:nvSpPr>
          <p:spPr>
            <a:xfrm>
              <a:off x="1931669" y="5104130"/>
              <a:ext cx="3810" cy="33020"/>
            </a:xfrm>
            <a:custGeom>
              <a:avLst/>
              <a:gdLst/>
              <a:ahLst/>
              <a:cxnLst/>
              <a:rect l="l" t="t" r="r" b="b"/>
              <a:pathLst>
                <a:path w="3810" h="33020">
                  <a:moveTo>
                    <a:pt x="126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3810" h="33020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10" h="33020">
                  <a:moveTo>
                    <a:pt x="381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60"/>
                  </a:lnTo>
                  <a:close/>
                </a:path>
                <a:path w="3810" h="33020">
                  <a:moveTo>
                    <a:pt x="3810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10"/>
                  </a:lnTo>
                  <a:close/>
                </a:path>
                <a:path w="3810" h="33020">
                  <a:moveTo>
                    <a:pt x="3810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2860"/>
                  </a:lnTo>
                  <a:close/>
                </a:path>
                <a:path w="3810" h="33020">
                  <a:moveTo>
                    <a:pt x="3810" y="29210"/>
                  </a:moveTo>
                  <a:lnTo>
                    <a:pt x="0" y="29210"/>
                  </a:lnTo>
                  <a:lnTo>
                    <a:pt x="0" y="33020"/>
                  </a:lnTo>
                  <a:lnTo>
                    <a:pt x="3810" y="33020"/>
                  </a:lnTo>
                  <a:lnTo>
                    <a:pt x="3810" y="29210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3" name="object 1473"/>
            <p:cNvSpPr/>
            <p:nvPr/>
          </p:nvSpPr>
          <p:spPr>
            <a:xfrm>
              <a:off x="1935480" y="5106670"/>
              <a:ext cx="3810" cy="30480"/>
            </a:xfrm>
            <a:custGeom>
              <a:avLst/>
              <a:gdLst/>
              <a:ahLst/>
              <a:cxnLst/>
              <a:rect l="l" t="t" r="r" b="b"/>
              <a:pathLst>
                <a:path w="3810" h="30479">
                  <a:moveTo>
                    <a:pt x="126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3810" h="30479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10" h="30479">
                  <a:moveTo>
                    <a:pt x="380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7619"/>
                  </a:lnTo>
                  <a:close/>
                </a:path>
                <a:path w="3810" h="30479">
                  <a:moveTo>
                    <a:pt x="3809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3969"/>
                  </a:lnTo>
                  <a:close/>
                </a:path>
                <a:path w="3810" h="30479">
                  <a:moveTo>
                    <a:pt x="3809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3809" y="26669"/>
                  </a:lnTo>
                  <a:lnTo>
                    <a:pt x="3809" y="20319"/>
                  </a:lnTo>
                  <a:close/>
                </a:path>
                <a:path w="3810" h="30479">
                  <a:moveTo>
                    <a:pt x="3809" y="26669"/>
                  </a:moveTo>
                  <a:lnTo>
                    <a:pt x="0" y="26669"/>
                  </a:lnTo>
                  <a:lnTo>
                    <a:pt x="0" y="30479"/>
                  </a:lnTo>
                  <a:lnTo>
                    <a:pt x="1269" y="30479"/>
                  </a:lnTo>
                  <a:lnTo>
                    <a:pt x="1269" y="29209"/>
                  </a:lnTo>
                  <a:lnTo>
                    <a:pt x="3809" y="29209"/>
                  </a:lnTo>
                  <a:lnTo>
                    <a:pt x="3809" y="26669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4" name="object 1474"/>
            <p:cNvSpPr/>
            <p:nvPr/>
          </p:nvSpPr>
          <p:spPr>
            <a:xfrm>
              <a:off x="1939289" y="5107939"/>
              <a:ext cx="3810" cy="26670"/>
            </a:xfrm>
            <a:custGeom>
              <a:avLst/>
              <a:gdLst/>
              <a:ahLst/>
              <a:cxnLst/>
              <a:rect l="l" t="t" r="r" b="b"/>
              <a:pathLst>
                <a:path w="3810" h="26670">
                  <a:moveTo>
                    <a:pt x="127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10" h="26670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10" h="26670">
                  <a:moveTo>
                    <a:pt x="381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2699"/>
                  </a:lnTo>
                  <a:close/>
                </a:path>
                <a:path w="3810" h="26670">
                  <a:moveTo>
                    <a:pt x="3810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19049"/>
                  </a:lnTo>
                  <a:close/>
                </a:path>
                <a:path w="3810" h="26670">
                  <a:moveTo>
                    <a:pt x="3810" y="25399"/>
                  </a:moveTo>
                  <a:lnTo>
                    <a:pt x="0" y="25399"/>
                  </a:lnTo>
                  <a:lnTo>
                    <a:pt x="0" y="26669"/>
                  </a:lnTo>
                  <a:lnTo>
                    <a:pt x="3810" y="26669"/>
                  </a:lnTo>
                  <a:lnTo>
                    <a:pt x="3810" y="25399"/>
                  </a:lnTo>
                  <a:close/>
                </a:path>
              </a:pathLst>
            </a:custGeom>
            <a:solidFill>
              <a:srgbClr val="C4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5" name="object 1475"/>
            <p:cNvSpPr/>
            <p:nvPr/>
          </p:nvSpPr>
          <p:spPr>
            <a:xfrm>
              <a:off x="1943100" y="5110480"/>
              <a:ext cx="3810" cy="22860"/>
            </a:xfrm>
            <a:custGeom>
              <a:avLst/>
              <a:gdLst/>
              <a:ahLst/>
              <a:cxnLst/>
              <a:rect l="l" t="t" r="r" b="b"/>
              <a:pathLst>
                <a:path w="3810" h="22860">
                  <a:moveTo>
                    <a:pt x="253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70"/>
                  </a:lnTo>
                  <a:lnTo>
                    <a:pt x="2539" y="1270"/>
                  </a:lnTo>
                  <a:lnTo>
                    <a:pt x="2539" y="0"/>
                  </a:lnTo>
                  <a:close/>
                </a:path>
                <a:path w="3810" h="22860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10" h="22860">
                  <a:moveTo>
                    <a:pt x="381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60"/>
                  </a:lnTo>
                  <a:close/>
                </a:path>
                <a:path w="3810" h="22860">
                  <a:moveTo>
                    <a:pt x="3810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1269" y="22860"/>
                  </a:lnTo>
                  <a:lnTo>
                    <a:pt x="1269" y="21590"/>
                  </a:lnTo>
                  <a:lnTo>
                    <a:pt x="3810" y="21590"/>
                  </a:lnTo>
                  <a:lnTo>
                    <a:pt x="3810" y="16510"/>
                  </a:lnTo>
                  <a:close/>
                </a:path>
              </a:pathLst>
            </a:custGeom>
            <a:solidFill>
              <a:srgbClr val="C6CF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6" name="object 1476"/>
            <p:cNvSpPr/>
            <p:nvPr/>
          </p:nvSpPr>
          <p:spPr>
            <a:xfrm>
              <a:off x="1946910" y="5113020"/>
              <a:ext cx="3810" cy="17780"/>
            </a:xfrm>
            <a:custGeom>
              <a:avLst/>
              <a:gdLst/>
              <a:ahLst/>
              <a:cxnLst/>
              <a:rect l="l" t="t" r="r" b="b"/>
              <a:pathLst>
                <a:path w="3810" h="17779">
                  <a:moveTo>
                    <a:pt x="253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  <a:path w="3810" h="17779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10" h="17779">
                  <a:moveTo>
                    <a:pt x="380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7619"/>
                  </a:lnTo>
                  <a:close/>
                </a:path>
                <a:path w="3810" h="17779">
                  <a:moveTo>
                    <a:pt x="3809" y="13969"/>
                  </a:moveTo>
                  <a:lnTo>
                    <a:pt x="0" y="13969"/>
                  </a:lnTo>
                  <a:lnTo>
                    <a:pt x="0" y="17779"/>
                  </a:lnTo>
                  <a:lnTo>
                    <a:pt x="2539" y="17779"/>
                  </a:lnTo>
                  <a:lnTo>
                    <a:pt x="2539" y="16509"/>
                  </a:lnTo>
                  <a:lnTo>
                    <a:pt x="3809" y="16509"/>
                  </a:lnTo>
                  <a:lnTo>
                    <a:pt x="3809" y="13969"/>
                  </a:lnTo>
                  <a:close/>
                </a:path>
              </a:pathLst>
            </a:custGeom>
            <a:solidFill>
              <a:srgbClr val="C9D1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7" name="object 1477"/>
            <p:cNvSpPr/>
            <p:nvPr/>
          </p:nvSpPr>
          <p:spPr>
            <a:xfrm>
              <a:off x="1950719" y="5116830"/>
              <a:ext cx="2540" cy="10160"/>
            </a:xfrm>
            <a:custGeom>
              <a:avLst/>
              <a:gdLst/>
              <a:ahLst/>
              <a:cxnLst/>
              <a:rect l="l" t="t" r="r" b="b"/>
              <a:pathLst>
                <a:path w="2539" h="10160">
                  <a:moveTo>
                    <a:pt x="126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40" y="3810"/>
                  </a:lnTo>
                  <a:lnTo>
                    <a:pt x="2540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2539" h="10160">
                  <a:moveTo>
                    <a:pt x="254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1269" y="10160"/>
                  </a:lnTo>
                  <a:lnTo>
                    <a:pt x="1269" y="8890"/>
                  </a:lnTo>
                  <a:lnTo>
                    <a:pt x="2540" y="8890"/>
                  </a:lnTo>
                  <a:lnTo>
                    <a:pt x="2540" y="3810"/>
                  </a:lnTo>
                  <a:close/>
                </a:path>
              </a:pathLst>
            </a:custGeom>
            <a:solidFill>
              <a:srgbClr val="CCD3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8" name="object 1478"/>
            <p:cNvSpPr/>
            <p:nvPr/>
          </p:nvSpPr>
          <p:spPr>
            <a:xfrm>
              <a:off x="1953260" y="5118100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2539"/>
                  </a:moveTo>
                  <a:lnTo>
                    <a:pt x="0" y="0"/>
                  </a:lnTo>
                  <a:lnTo>
                    <a:pt x="0" y="2539"/>
                  </a:lnTo>
                  <a:close/>
                </a:path>
                <a:path h="7620">
                  <a:moveTo>
                    <a:pt x="0" y="7619"/>
                  </a:moveTo>
                  <a:lnTo>
                    <a:pt x="0" y="381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0" y="7619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9" name="object 1479"/>
            <p:cNvSpPr/>
            <p:nvPr/>
          </p:nvSpPr>
          <p:spPr>
            <a:xfrm>
              <a:off x="1668780" y="5090159"/>
              <a:ext cx="284480" cy="62230"/>
            </a:xfrm>
            <a:custGeom>
              <a:avLst/>
              <a:gdLst/>
              <a:ahLst/>
              <a:cxnLst/>
              <a:rect l="l" t="t" r="r" b="b"/>
              <a:pathLst>
                <a:path w="284480" h="62229">
                  <a:moveTo>
                    <a:pt x="142239" y="0"/>
                  </a:moveTo>
                  <a:lnTo>
                    <a:pt x="86796" y="2440"/>
                  </a:lnTo>
                  <a:lnTo>
                    <a:pt x="41592" y="9048"/>
                  </a:lnTo>
                  <a:lnTo>
                    <a:pt x="11152" y="18752"/>
                  </a:lnTo>
                  <a:lnTo>
                    <a:pt x="0" y="30479"/>
                  </a:lnTo>
                  <a:lnTo>
                    <a:pt x="11152" y="42941"/>
                  </a:lnTo>
                  <a:lnTo>
                    <a:pt x="41592" y="53022"/>
                  </a:lnTo>
                  <a:lnTo>
                    <a:pt x="86796" y="59769"/>
                  </a:lnTo>
                  <a:lnTo>
                    <a:pt x="142239" y="62229"/>
                  </a:lnTo>
                  <a:lnTo>
                    <a:pt x="196611" y="59769"/>
                  </a:lnTo>
                  <a:lnTo>
                    <a:pt x="241934" y="53022"/>
                  </a:lnTo>
                  <a:lnTo>
                    <a:pt x="272970" y="42941"/>
                  </a:lnTo>
                  <a:lnTo>
                    <a:pt x="284480" y="30479"/>
                  </a:lnTo>
                  <a:lnTo>
                    <a:pt x="272970" y="18752"/>
                  </a:lnTo>
                  <a:lnTo>
                    <a:pt x="241935" y="9048"/>
                  </a:lnTo>
                  <a:lnTo>
                    <a:pt x="196611" y="2440"/>
                  </a:lnTo>
                  <a:lnTo>
                    <a:pt x="142239" y="0"/>
                  </a:lnTo>
                  <a:close/>
                </a:path>
              </a:pathLst>
            </a:custGeom>
            <a:ln w="646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0" name="object 1480"/>
            <p:cNvSpPr/>
            <p:nvPr/>
          </p:nvSpPr>
          <p:spPr>
            <a:xfrm>
              <a:off x="1819910" y="5483859"/>
              <a:ext cx="3810" cy="200660"/>
            </a:xfrm>
            <a:custGeom>
              <a:avLst/>
              <a:gdLst/>
              <a:ahLst/>
              <a:cxnLst/>
              <a:rect l="l" t="t" r="r" b="b"/>
              <a:pathLst>
                <a:path w="3810" h="200660">
                  <a:moveTo>
                    <a:pt x="38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5080"/>
                  </a:lnTo>
                  <a:lnTo>
                    <a:pt x="0" y="5080"/>
                  </a:lnTo>
                  <a:lnTo>
                    <a:pt x="0" y="195580"/>
                  </a:lnTo>
                  <a:lnTo>
                    <a:pt x="1270" y="195580"/>
                  </a:lnTo>
                  <a:lnTo>
                    <a:pt x="1270" y="199390"/>
                  </a:lnTo>
                  <a:lnTo>
                    <a:pt x="2540" y="199390"/>
                  </a:lnTo>
                  <a:lnTo>
                    <a:pt x="2540" y="200660"/>
                  </a:lnTo>
                  <a:lnTo>
                    <a:pt x="3810" y="200660"/>
                  </a:lnTo>
                  <a:lnTo>
                    <a:pt x="3810" y="199390"/>
                  </a:lnTo>
                  <a:lnTo>
                    <a:pt x="3810" y="195580"/>
                  </a:lnTo>
                  <a:lnTo>
                    <a:pt x="3810" y="508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1" name="object 1481"/>
            <p:cNvSpPr/>
            <p:nvPr/>
          </p:nvSpPr>
          <p:spPr>
            <a:xfrm>
              <a:off x="1823719" y="5481320"/>
              <a:ext cx="3810" cy="207010"/>
            </a:xfrm>
            <a:custGeom>
              <a:avLst/>
              <a:gdLst/>
              <a:ahLst/>
              <a:cxnLst/>
              <a:rect l="l" t="t" r="r" b="b"/>
              <a:pathLst>
                <a:path w="3810" h="207010">
                  <a:moveTo>
                    <a:pt x="3810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207010">
                  <a:moveTo>
                    <a:pt x="3810" y="2539"/>
                  </a:moveTo>
                  <a:lnTo>
                    <a:pt x="0" y="2539"/>
                  </a:lnTo>
                  <a:lnTo>
                    <a:pt x="0" y="203199"/>
                  </a:lnTo>
                  <a:lnTo>
                    <a:pt x="3810" y="203199"/>
                  </a:lnTo>
                  <a:lnTo>
                    <a:pt x="3810" y="2539"/>
                  </a:lnTo>
                  <a:close/>
                </a:path>
                <a:path w="3810" h="207010">
                  <a:moveTo>
                    <a:pt x="3810" y="203199"/>
                  </a:moveTo>
                  <a:lnTo>
                    <a:pt x="0" y="203199"/>
                  </a:lnTo>
                  <a:lnTo>
                    <a:pt x="0" y="204469"/>
                  </a:lnTo>
                  <a:lnTo>
                    <a:pt x="1269" y="204469"/>
                  </a:lnTo>
                  <a:lnTo>
                    <a:pt x="1269" y="205739"/>
                  </a:lnTo>
                  <a:lnTo>
                    <a:pt x="3810" y="205739"/>
                  </a:lnTo>
                  <a:lnTo>
                    <a:pt x="3810" y="203199"/>
                  </a:lnTo>
                  <a:close/>
                </a:path>
                <a:path w="3810" h="207010">
                  <a:moveTo>
                    <a:pt x="3810" y="205739"/>
                  </a:moveTo>
                  <a:lnTo>
                    <a:pt x="1269" y="205739"/>
                  </a:lnTo>
                  <a:lnTo>
                    <a:pt x="1269" y="207009"/>
                  </a:lnTo>
                  <a:lnTo>
                    <a:pt x="3810" y="207009"/>
                  </a:lnTo>
                  <a:lnTo>
                    <a:pt x="3810" y="205739"/>
                  </a:lnTo>
                  <a:close/>
                </a:path>
              </a:pathLst>
            </a:custGeom>
            <a:solidFill>
              <a:srgbClr val="CED5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2" name="object 1482"/>
            <p:cNvSpPr/>
            <p:nvPr/>
          </p:nvSpPr>
          <p:spPr>
            <a:xfrm>
              <a:off x="1827530" y="5478780"/>
              <a:ext cx="2540" cy="212090"/>
            </a:xfrm>
            <a:custGeom>
              <a:avLst/>
              <a:gdLst/>
              <a:ahLst/>
              <a:cxnLst/>
              <a:rect l="l" t="t" r="r" b="b"/>
              <a:pathLst>
                <a:path w="2539" h="212089">
                  <a:moveTo>
                    <a:pt x="2539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2539" y="2540"/>
                  </a:lnTo>
                  <a:lnTo>
                    <a:pt x="2539" y="0"/>
                  </a:lnTo>
                  <a:close/>
                </a:path>
                <a:path w="2539" h="212089">
                  <a:moveTo>
                    <a:pt x="253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2539" y="5080"/>
                  </a:lnTo>
                  <a:lnTo>
                    <a:pt x="2539" y="2540"/>
                  </a:lnTo>
                  <a:close/>
                </a:path>
                <a:path w="2539" h="212089">
                  <a:moveTo>
                    <a:pt x="2539" y="5080"/>
                  </a:moveTo>
                  <a:lnTo>
                    <a:pt x="0" y="5080"/>
                  </a:lnTo>
                  <a:lnTo>
                    <a:pt x="0" y="205740"/>
                  </a:lnTo>
                  <a:lnTo>
                    <a:pt x="2539" y="205740"/>
                  </a:lnTo>
                  <a:lnTo>
                    <a:pt x="2539" y="5080"/>
                  </a:lnTo>
                  <a:close/>
                </a:path>
                <a:path w="2539" h="212089">
                  <a:moveTo>
                    <a:pt x="2539" y="205740"/>
                  </a:moveTo>
                  <a:lnTo>
                    <a:pt x="0" y="205740"/>
                  </a:lnTo>
                  <a:lnTo>
                    <a:pt x="0" y="208280"/>
                  </a:lnTo>
                  <a:lnTo>
                    <a:pt x="2539" y="208280"/>
                  </a:lnTo>
                  <a:lnTo>
                    <a:pt x="2539" y="205740"/>
                  </a:lnTo>
                  <a:close/>
                </a:path>
                <a:path w="2539" h="212089">
                  <a:moveTo>
                    <a:pt x="2539" y="208280"/>
                  </a:moveTo>
                  <a:lnTo>
                    <a:pt x="0" y="208280"/>
                  </a:lnTo>
                  <a:lnTo>
                    <a:pt x="0" y="210820"/>
                  </a:lnTo>
                  <a:lnTo>
                    <a:pt x="1269" y="210820"/>
                  </a:lnTo>
                  <a:lnTo>
                    <a:pt x="1269" y="212090"/>
                  </a:lnTo>
                  <a:lnTo>
                    <a:pt x="2539" y="212090"/>
                  </a:lnTo>
                  <a:lnTo>
                    <a:pt x="2539" y="208280"/>
                  </a:lnTo>
                  <a:close/>
                </a:path>
              </a:pathLst>
            </a:custGeom>
            <a:solidFill>
              <a:srgbClr val="CCD3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3" name="object 1483"/>
            <p:cNvSpPr/>
            <p:nvPr/>
          </p:nvSpPr>
          <p:spPr>
            <a:xfrm>
              <a:off x="1830070" y="5476239"/>
              <a:ext cx="3810" cy="215900"/>
            </a:xfrm>
            <a:custGeom>
              <a:avLst/>
              <a:gdLst/>
              <a:ahLst/>
              <a:cxnLst/>
              <a:rect l="l" t="t" r="r" b="b"/>
              <a:pathLst>
                <a:path w="3810" h="215900">
                  <a:moveTo>
                    <a:pt x="3810" y="214642"/>
                  </a:moveTo>
                  <a:lnTo>
                    <a:pt x="1270" y="214642"/>
                  </a:lnTo>
                  <a:lnTo>
                    <a:pt x="1270" y="215900"/>
                  </a:lnTo>
                  <a:lnTo>
                    <a:pt x="3810" y="215900"/>
                  </a:lnTo>
                  <a:lnTo>
                    <a:pt x="3810" y="214642"/>
                  </a:lnTo>
                  <a:close/>
                </a:path>
                <a:path w="3810" h="215900">
                  <a:moveTo>
                    <a:pt x="3810" y="210832"/>
                  </a:moveTo>
                  <a:lnTo>
                    <a:pt x="0" y="210832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210832"/>
                  </a:lnTo>
                  <a:close/>
                </a:path>
                <a:path w="3810" h="215900">
                  <a:moveTo>
                    <a:pt x="3810" y="208292"/>
                  </a:moveTo>
                  <a:lnTo>
                    <a:pt x="0" y="208292"/>
                  </a:lnTo>
                  <a:lnTo>
                    <a:pt x="0" y="210820"/>
                  </a:lnTo>
                  <a:lnTo>
                    <a:pt x="3810" y="210820"/>
                  </a:lnTo>
                  <a:lnTo>
                    <a:pt x="3810" y="208292"/>
                  </a:lnTo>
                  <a:close/>
                </a:path>
                <a:path w="3810" h="215900">
                  <a:moveTo>
                    <a:pt x="3810" y="7632"/>
                  </a:moveTo>
                  <a:lnTo>
                    <a:pt x="0" y="7632"/>
                  </a:lnTo>
                  <a:lnTo>
                    <a:pt x="0" y="208280"/>
                  </a:lnTo>
                  <a:lnTo>
                    <a:pt x="3810" y="208280"/>
                  </a:lnTo>
                  <a:lnTo>
                    <a:pt x="3810" y="7632"/>
                  </a:lnTo>
                  <a:close/>
                </a:path>
                <a:path w="3810" h="21590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10" h="21590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10" h="215900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C9D1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4" name="object 1484"/>
            <p:cNvSpPr/>
            <p:nvPr/>
          </p:nvSpPr>
          <p:spPr>
            <a:xfrm>
              <a:off x="1833880" y="5474970"/>
              <a:ext cx="3810" cy="218440"/>
            </a:xfrm>
            <a:custGeom>
              <a:avLst/>
              <a:gdLst/>
              <a:ahLst/>
              <a:cxnLst/>
              <a:rect l="l" t="t" r="r" b="b"/>
              <a:pathLst>
                <a:path w="3810" h="218439">
                  <a:moveTo>
                    <a:pt x="3809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10" h="218439">
                  <a:moveTo>
                    <a:pt x="380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2539"/>
                  </a:lnTo>
                  <a:close/>
                </a:path>
                <a:path w="3810" h="218439">
                  <a:moveTo>
                    <a:pt x="380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49"/>
                  </a:lnTo>
                  <a:close/>
                </a:path>
                <a:path w="3810" h="218439">
                  <a:moveTo>
                    <a:pt x="3809" y="8889"/>
                  </a:moveTo>
                  <a:lnTo>
                    <a:pt x="0" y="8889"/>
                  </a:lnTo>
                  <a:lnTo>
                    <a:pt x="0" y="209549"/>
                  </a:lnTo>
                  <a:lnTo>
                    <a:pt x="3809" y="209549"/>
                  </a:lnTo>
                  <a:lnTo>
                    <a:pt x="3809" y="8889"/>
                  </a:lnTo>
                  <a:close/>
                </a:path>
                <a:path w="3810" h="218439">
                  <a:moveTo>
                    <a:pt x="3809" y="209549"/>
                  </a:moveTo>
                  <a:lnTo>
                    <a:pt x="0" y="209549"/>
                  </a:lnTo>
                  <a:lnTo>
                    <a:pt x="0" y="212089"/>
                  </a:lnTo>
                  <a:lnTo>
                    <a:pt x="3809" y="212089"/>
                  </a:lnTo>
                  <a:lnTo>
                    <a:pt x="3809" y="209549"/>
                  </a:lnTo>
                  <a:close/>
                </a:path>
                <a:path w="3810" h="218439">
                  <a:moveTo>
                    <a:pt x="3809" y="212089"/>
                  </a:moveTo>
                  <a:lnTo>
                    <a:pt x="0" y="212089"/>
                  </a:lnTo>
                  <a:lnTo>
                    <a:pt x="0" y="215899"/>
                  </a:lnTo>
                  <a:lnTo>
                    <a:pt x="3809" y="215899"/>
                  </a:lnTo>
                  <a:lnTo>
                    <a:pt x="3809" y="212089"/>
                  </a:lnTo>
                  <a:close/>
                </a:path>
                <a:path w="3810" h="218439">
                  <a:moveTo>
                    <a:pt x="3809" y="215899"/>
                  </a:moveTo>
                  <a:lnTo>
                    <a:pt x="0" y="215899"/>
                  </a:lnTo>
                  <a:lnTo>
                    <a:pt x="0" y="218439"/>
                  </a:lnTo>
                  <a:lnTo>
                    <a:pt x="3809" y="218439"/>
                  </a:lnTo>
                  <a:lnTo>
                    <a:pt x="3809" y="215899"/>
                  </a:lnTo>
                  <a:close/>
                </a:path>
              </a:pathLst>
            </a:custGeom>
            <a:solidFill>
              <a:srgbClr val="C6CF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5" name="object 1485"/>
            <p:cNvSpPr/>
            <p:nvPr/>
          </p:nvSpPr>
          <p:spPr>
            <a:xfrm>
              <a:off x="1837689" y="5473700"/>
              <a:ext cx="3810" cy="222250"/>
            </a:xfrm>
            <a:custGeom>
              <a:avLst/>
              <a:gdLst/>
              <a:ahLst/>
              <a:cxnLst/>
              <a:rect l="l" t="t" r="r" b="b"/>
              <a:pathLst>
                <a:path w="3810" h="222250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222250">
                  <a:moveTo>
                    <a:pt x="381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70"/>
                  </a:lnTo>
                  <a:close/>
                </a:path>
                <a:path w="3810" h="222250">
                  <a:moveTo>
                    <a:pt x="3810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3810"/>
                  </a:lnTo>
                  <a:close/>
                </a:path>
                <a:path w="3810" h="222250">
                  <a:moveTo>
                    <a:pt x="3810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7620"/>
                  </a:lnTo>
                  <a:close/>
                </a:path>
                <a:path w="3810" h="222250">
                  <a:moveTo>
                    <a:pt x="3810" y="10160"/>
                  </a:moveTo>
                  <a:lnTo>
                    <a:pt x="0" y="10160"/>
                  </a:lnTo>
                  <a:lnTo>
                    <a:pt x="0" y="210819"/>
                  </a:lnTo>
                  <a:lnTo>
                    <a:pt x="3810" y="210819"/>
                  </a:lnTo>
                  <a:lnTo>
                    <a:pt x="3810" y="10160"/>
                  </a:lnTo>
                  <a:close/>
                </a:path>
                <a:path w="3810" h="222250">
                  <a:moveTo>
                    <a:pt x="3810" y="210820"/>
                  </a:moveTo>
                  <a:lnTo>
                    <a:pt x="0" y="210820"/>
                  </a:lnTo>
                  <a:lnTo>
                    <a:pt x="0" y="213359"/>
                  </a:lnTo>
                  <a:lnTo>
                    <a:pt x="3810" y="213359"/>
                  </a:lnTo>
                  <a:lnTo>
                    <a:pt x="3810" y="210820"/>
                  </a:lnTo>
                  <a:close/>
                </a:path>
                <a:path w="3810" h="222250">
                  <a:moveTo>
                    <a:pt x="3810" y="213360"/>
                  </a:moveTo>
                  <a:lnTo>
                    <a:pt x="0" y="213360"/>
                  </a:lnTo>
                  <a:lnTo>
                    <a:pt x="0" y="217169"/>
                  </a:lnTo>
                  <a:lnTo>
                    <a:pt x="3810" y="217169"/>
                  </a:lnTo>
                  <a:lnTo>
                    <a:pt x="3810" y="213360"/>
                  </a:lnTo>
                  <a:close/>
                </a:path>
                <a:path w="3810" h="222250">
                  <a:moveTo>
                    <a:pt x="3810" y="217170"/>
                  </a:moveTo>
                  <a:lnTo>
                    <a:pt x="0" y="217170"/>
                  </a:lnTo>
                  <a:lnTo>
                    <a:pt x="0" y="219709"/>
                  </a:lnTo>
                  <a:lnTo>
                    <a:pt x="3810" y="219709"/>
                  </a:lnTo>
                  <a:lnTo>
                    <a:pt x="3810" y="217170"/>
                  </a:lnTo>
                  <a:close/>
                </a:path>
                <a:path w="3810" h="222250">
                  <a:moveTo>
                    <a:pt x="3810" y="219710"/>
                  </a:moveTo>
                  <a:lnTo>
                    <a:pt x="0" y="219710"/>
                  </a:lnTo>
                  <a:lnTo>
                    <a:pt x="0" y="220980"/>
                  </a:lnTo>
                  <a:lnTo>
                    <a:pt x="2540" y="220980"/>
                  </a:lnTo>
                  <a:lnTo>
                    <a:pt x="2540" y="222250"/>
                  </a:lnTo>
                  <a:lnTo>
                    <a:pt x="3810" y="222250"/>
                  </a:lnTo>
                  <a:lnTo>
                    <a:pt x="3810" y="219710"/>
                  </a:lnTo>
                  <a:close/>
                </a:path>
              </a:pathLst>
            </a:custGeom>
            <a:solidFill>
              <a:srgbClr val="C3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6" name="object 1486"/>
            <p:cNvSpPr/>
            <p:nvPr/>
          </p:nvSpPr>
          <p:spPr>
            <a:xfrm>
              <a:off x="1841500" y="5472430"/>
              <a:ext cx="3810" cy="223520"/>
            </a:xfrm>
            <a:custGeom>
              <a:avLst/>
              <a:gdLst/>
              <a:ahLst/>
              <a:cxnLst/>
              <a:rect l="l" t="t" r="r" b="b"/>
              <a:pathLst>
                <a:path w="3810" h="223520">
                  <a:moveTo>
                    <a:pt x="3810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  <a:path w="3810" h="223520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223520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10" h="223520">
                  <a:moveTo>
                    <a:pt x="381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890"/>
                  </a:lnTo>
                  <a:close/>
                </a:path>
                <a:path w="3810" h="223520">
                  <a:moveTo>
                    <a:pt x="3810" y="11430"/>
                  </a:moveTo>
                  <a:lnTo>
                    <a:pt x="0" y="11430"/>
                  </a:lnTo>
                  <a:lnTo>
                    <a:pt x="0" y="212090"/>
                  </a:lnTo>
                  <a:lnTo>
                    <a:pt x="3810" y="212090"/>
                  </a:lnTo>
                  <a:lnTo>
                    <a:pt x="3810" y="11430"/>
                  </a:lnTo>
                  <a:close/>
                </a:path>
                <a:path w="3810" h="223520">
                  <a:moveTo>
                    <a:pt x="3810" y="212090"/>
                  </a:moveTo>
                  <a:lnTo>
                    <a:pt x="0" y="212090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212090"/>
                  </a:lnTo>
                  <a:close/>
                </a:path>
                <a:path w="3810" h="223520">
                  <a:moveTo>
                    <a:pt x="3810" y="214630"/>
                  </a:moveTo>
                  <a:lnTo>
                    <a:pt x="0" y="214630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4630"/>
                  </a:lnTo>
                  <a:close/>
                </a:path>
                <a:path w="3810" h="223520">
                  <a:moveTo>
                    <a:pt x="3810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8440"/>
                  </a:lnTo>
                  <a:close/>
                </a:path>
                <a:path w="3810" h="223520">
                  <a:moveTo>
                    <a:pt x="3810" y="220980"/>
                  </a:moveTo>
                  <a:lnTo>
                    <a:pt x="0" y="220980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80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7" name="object 1487"/>
            <p:cNvSpPr/>
            <p:nvPr/>
          </p:nvSpPr>
          <p:spPr>
            <a:xfrm>
              <a:off x="1845310" y="5471172"/>
              <a:ext cx="3810" cy="227329"/>
            </a:xfrm>
            <a:custGeom>
              <a:avLst/>
              <a:gdLst/>
              <a:ahLst/>
              <a:cxnLst/>
              <a:rect l="l" t="t" r="r" b="b"/>
              <a:pathLst>
                <a:path w="3810" h="227329">
                  <a:moveTo>
                    <a:pt x="3810" y="226060"/>
                  </a:moveTo>
                  <a:lnTo>
                    <a:pt x="2540" y="226060"/>
                  </a:lnTo>
                  <a:lnTo>
                    <a:pt x="2540" y="227317"/>
                  </a:lnTo>
                  <a:lnTo>
                    <a:pt x="3810" y="227317"/>
                  </a:lnTo>
                  <a:lnTo>
                    <a:pt x="3810" y="226060"/>
                  </a:lnTo>
                  <a:close/>
                </a:path>
                <a:path w="3810" h="227329">
                  <a:moveTo>
                    <a:pt x="381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22250"/>
                  </a:lnTo>
                  <a:close/>
                </a:path>
                <a:path w="3810" h="227329">
                  <a:moveTo>
                    <a:pt x="3810" y="219710"/>
                  </a:moveTo>
                  <a:lnTo>
                    <a:pt x="0" y="21971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19710"/>
                  </a:lnTo>
                  <a:close/>
                </a:path>
                <a:path w="3810" h="227329">
                  <a:moveTo>
                    <a:pt x="3810" y="215900"/>
                  </a:moveTo>
                  <a:lnTo>
                    <a:pt x="0" y="215900"/>
                  </a:lnTo>
                  <a:lnTo>
                    <a:pt x="0" y="219697"/>
                  </a:lnTo>
                  <a:lnTo>
                    <a:pt x="3810" y="219697"/>
                  </a:lnTo>
                  <a:lnTo>
                    <a:pt x="3810" y="215900"/>
                  </a:lnTo>
                  <a:close/>
                </a:path>
                <a:path w="3810" h="227329">
                  <a:moveTo>
                    <a:pt x="3810" y="213360"/>
                  </a:moveTo>
                  <a:lnTo>
                    <a:pt x="0" y="213360"/>
                  </a:lnTo>
                  <a:lnTo>
                    <a:pt x="0" y="215887"/>
                  </a:lnTo>
                  <a:lnTo>
                    <a:pt x="3810" y="215887"/>
                  </a:lnTo>
                  <a:lnTo>
                    <a:pt x="3810" y="213360"/>
                  </a:lnTo>
                  <a:close/>
                </a:path>
                <a:path w="3810" h="227329">
                  <a:moveTo>
                    <a:pt x="3810" y="12700"/>
                  </a:moveTo>
                  <a:lnTo>
                    <a:pt x="0" y="12700"/>
                  </a:lnTo>
                  <a:lnTo>
                    <a:pt x="0" y="213347"/>
                  </a:lnTo>
                  <a:lnTo>
                    <a:pt x="3810" y="213347"/>
                  </a:lnTo>
                  <a:lnTo>
                    <a:pt x="3810" y="12700"/>
                  </a:lnTo>
                  <a:close/>
                </a:path>
                <a:path w="3810" h="2273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273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273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273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8" name="object 1488"/>
            <p:cNvSpPr/>
            <p:nvPr/>
          </p:nvSpPr>
          <p:spPr>
            <a:xfrm>
              <a:off x="1849120" y="5471172"/>
              <a:ext cx="2540" cy="227329"/>
            </a:xfrm>
            <a:custGeom>
              <a:avLst/>
              <a:gdLst/>
              <a:ahLst/>
              <a:cxnLst/>
              <a:rect l="l" t="t" r="r" b="b"/>
              <a:pathLst>
                <a:path w="2539" h="227329">
                  <a:moveTo>
                    <a:pt x="2540" y="226060"/>
                  </a:moveTo>
                  <a:lnTo>
                    <a:pt x="0" y="226060"/>
                  </a:lnTo>
                  <a:lnTo>
                    <a:pt x="0" y="227317"/>
                  </a:lnTo>
                  <a:lnTo>
                    <a:pt x="2540" y="227317"/>
                  </a:lnTo>
                  <a:lnTo>
                    <a:pt x="2540" y="226060"/>
                  </a:lnTo>
                  <a:close/>
                </a:path>
                <a:path w="2539" h="227329">
                  <a:moveTo>
                    <a:pt x="254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2540" y="226047"/>
                  </a:lnTo>
                  <a:lnTo>
                    <a:pt x="2540" y="222250"/>
                  </a:lnTo>
                  <a:close/>
                </a:path>
                <a:path w="2539" h="227329">
                  <a:moveTo>
                    <a:pt x="2540" y="219710"/>
                  </a:moveTo>
                  <a:lnTo>
                    <a:pt x="0" y="219710"/>
                  </a:lnTo>
                  <a:lnTo>
                    <a:pt x="0" y="222237"/>
                  </a:lnTo>
                  <a:lnTo>
                    <a:pt x="2540" y="222237"/>
                  </a:lnTo>
                  <a:lnTo>
                    <a:pt x="2540" y="219710"/>
                  </a:lnTo>
                  <a:close/>
                </a:path>
                <a:path w="2539" h="227329">
                  <a:moveTo>
                    <a:pt x="2540" y="215900"/>
                  </a:moveTo>
                  <a:lnTo>
                    <a:pt x="0" y="215900"/>
                  </a:lnTo>
                  <a:lnTo>
                    <a:pt x="0" y="219697"/>
                  </a:lnTo>
                  <a:lnTo>
                    <a:pt x="2540" y="219697"/>
                  </a:lnTo>
                  <a:lnTo>
                    <a:pt x="2540" y="215900"/>
                  </a:lnTo>
                  <a:close/>
                </a:path>
                <a:path w="2539" h="227329">
                  <a:moveTo>
                    <a:pt x="2540" y="213360"/>
                  </a:moveTo>
                  <a:lnTo>
                    <a:pt x="0" y="213360"/>
                  </a:lnTo>
                  <a:lnTo>
                    <a:pt x="0" y="215887"/>
                  </a:lnTo>
                  <a:lnTo>
                    <a:pt x="2540" y="215887"/>
                  </a:lnTo>
                  <a:lnTo>
                    <a:pt x="2540" y="213360"/>
                  </a:lnTo>
                  <a:close/>
                </a:path>
                <a:path w="2539" h="227329">
                  <a:moveTo>
                    <a:pt x="2540" y="12700"/>
                  </a:moveTo>
                  <a:lnTo>
                    <a:pt x="0" y="12700"/>
                  </a:lnTo>
                  <a:lnTo>
                    <a:pt x="0" y="213347"/>
                  </a:lnTo>
                  <a:lnTo>
                    <a:pt x="2540" y="213347"/>
                  </a:lnTo>
                  <a:lnTo>
                    <a:pt x="2540" y="12700"/>
                  </a:lnTo>
                  <a:close/>
                </a:path>
                <a:path w="2539" h="227329">
                  <a:moveTo>
                    <a:pt x="254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10160"/>
                  </a:lnTo>
                  <a:close/>
                </a:path>
                <a:path w="2539" h="227329">
                  <a:moveTo>
                    <a:pt x="254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2540" y="10147"/>
                  </a:lnTo>
                  <a:lnTo>
                    <a:pt x="2540" y="6350"/>
                  </a:lnTo>
                  <a:close/>
                </a:path>
                <a:path w="2539" h="227329">
                  <a:moveTo>
                    <a:pt x="254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3810"/>
                  </a:lnTo>
                  <a:close/>
                </a:path>
                <a:path w="2539" h="227329">
                  <a:moveTo>
                    <a:pt x="254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2540" y="379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BB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9" name="object 1489"/>
            <p:cNvSpPr/>
            <p:nvPr/>
          </p:nvSpPr>
          <p:spPr>
            <a:xfrm>
              <a:off x="1851660" y="5469889"/>
              <a:ext cx="3810" cy="229870"/>
            </a:xfrm>
            <a:custGeom>
              <a:avLst/>
              <a:gdLst/>
              <a:ahLst/>
              <a:cxnLst/>
              <a:rect l="l" t="t" r="r" b="b"/>
              <a:pathLst>
                <a:path w="3810" h="229870">
                  <a:moveTo>
                    <a:pt x="3809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3809" y="1270"/>
                  </a:lnTo>
                  <a:lnTo>
                    <a:pt x="3809" y="0"/>
                  </a:lnTo>
                  <a:close/>
                </a:path>
                <a:path w="3810" h="229870">
                  <a:moveTo>
                    <a:pt x="380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1270"/>
                  </a:lnTo>
                  <a:close/>
                </a:path>
                <a:path w="3810" h="229870">
                  <a:moveTo>
                    <a:pt x="380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09" y="7620"/>
                  </a:lnTo>
                  <a:lnTo>
                    <a:pt x="3809" y="5080"/>
                  </a:lnTo>
                  <a:close/>
                </a:path>
                <a:path w="3810" h="229870">
                  <a:moveTo>
                    <a:pt x="380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7620"/>
                  </a:lnTo>
                  <a:close/>
                </a:path>
                <a:path w="3810" h="229870">
                  <a:moveTo>
                    <a:pt x="3809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09" y="13970"/>
                  </a:lnTo>
                  <a:lnTo>
                    <a:pt x="3809" y="11430"/>
                  </a:lnTo>
                  <a:close/>
                </a:path>
                <a:path w="3810" h="229870">
                  <a:moveTo>
                    <a:pt x="3809" y="13970"/>
                  </a:moveTo>
                  <a:lnTo>
                    <a:pt x="0" y="13970"/>
                  </a:lnTo>
                  <a:lnTo>
                    <a:pt x="0" y="214630"/>
                  </a:lnTo>
                  <a:lnTo>
                    <a:pt x="3809" y="214630"/>
                  </a:lnTo>
                  <a:lnTo>
                    <a:pt x="3809" y="13970"/>
                  </a:lnTo>
                  <a:close/>
                </a:path>
                <a:path w="3810" h="229870">
                  <a:moveTo>
                    <a:pt x="3809" y="214630"/>
                  </a:moveTo>
                  <a:lnTo>
                    <a:pt x="0" y="214630"/>
                  </a:lnTo>
                  <a:lnTo>
                    <a:pt x="0" y="217170"/>
                  </a:lnTo>
                  <a:lnTo>
                    <a:pt x="3809" y="217170"/>
                  </a:lnTo>
                  <a:lnTo>
                    <a:pt x="3809" y="214630"/>
                  </a:lnTo>
                  <a:close/>
                </a:path>
                <a:path w="3810" h="229870">
                  <a:moveTo>
                    <a:pt x="3809" y="217170"/>
                  </a:moveTo>
                  <a:lnTo>
                    <a:pt x="0" y="217170"/>
                  </a:lnTo>
                  <a:lnTo>
                    <a:pt x="0" y="220980"/>
                  </a:lnTo>
                  <a:lnTo>
                    <a:pt x="3809" y="220980"/>
                  </a:lnTo>
                  <a:lnTo>
                    <a:pt x="3809" y="217170"/>
                  </a:lnTo>
                  <a:close/>
                </a:path>
                <a:path w="3810" h="229870">
                  <a:moveTo>
                    <a:pt x="3809" y="220980"/>
                  </a:moveTo>
                  <a:lnTo>
                    <a:pt x="0" y="220980"/>
                  </a:lnTo>
                  <a:lnTo>
                    <a:pt x="0" y="223520"/>
                  </a:lnTo>
                  <a:lnTo>
                    <a:pt x="3809" y="223520"/>
                  </a:lnTo>
                  <a:lnTo>
                    <a:pt x="3809" y="220980"/>
                  </a:lnTo>
                  <a:close/>
                </a:path>
                <a:path w="3810" h="229870">
                  <a:moveTo>
                    <a:pt x="3809" y="223520"/>
                  </a:moveTo>
                  <a:lnTo>
                    <a:pt x="0" y="223520"/>
                  </a:lnTo>
                  <a:lnTo>
                    <a:pt x="0" y="227330"/>
                  </a:lnTo>
                  <a:lnTo>
                    <a:pt x="3809" y="227330"/>
                  </a:lnTo>
                  <a:lnTo>
                    <a:pt x="3809" y="223520"/>
                  </a:lnTo>
                  <a:close/>
                </a:path>
                <a:path w="3810" h="229870">
                  <a:moveTo>
                    <a:pt x="3809" y="227330"/>
                  </a:moveTo>
                  <a:lnTo>
                    <a:pt x="0" y="227330"/>
                  </a:lnTo>
                  <a:lnTo>
                    <a:pt x="0" y="228600"/>
                  </a:lnTo>
                  <a:lnTo>
                    <a:pt x="1269" y="228600"/>
                  </a:lnTo>
                  <a:lnTo>
                    <a:pt x="1269" y="229870"/>
                  </a:lnTo>
                  <a:lnTo>
                    <a:pt x="3809" y="229870"/>
                  </a:lnTo>
                  <a:lnTo>
                    <a:pt x="3809" y="227330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0" name="object 1490"/>
            <p:cNvSpPr/>
            <p:nvPr/>
          </p:nvSpPr>
          <p:spPr>
            <a:xfrm>
              <a:off x="1855470" y="5469889"/>
              <a:ext cx="3810" cy="231140"/>
            </a:xfrm>
            <a:custGeom>
              <a:avLst/>
              <a:gdLst/>
              <a:ahLst/>
              <a:cxnLst/>
              <a:rect l="l" t="t" r="r" b="b"/>
              <a:pathLst>
                <a:path w="3810" h="231139">
                  <a:moveTo>
                    <a:pt x="3810" y="229882"/>
                  </a:moveTo>
                  <a:lnTo>
                    <a:pt x="1270" y="229882"/>
                  </a:lnTo>
                  <a:lnTo>
                    <a:pt x="1270" y="231140"/>
                  </a:lnTo>
                  <a:lnTo>
                    <a:pt x="3810" y="231140"/>
                  </a:lnTo>
                  <a:lnTo>
                    <a:pt x="3810" y="229882"/>
                  </a:lnTo>
                  <a:close/>
                </a:path>
                <a:path w="3810" h="231139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10" h="231139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10" h="231139">
                  <a:moveTo>
                    <a:pt x="3810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92"/>
                  </a:lnTo>
                  <a:close/>
                </a:path>
                <a:path w="3810" h="231139">
                  <a:moveTo>
                    <a:pt x="3810" y="217182"/>
                  </a:moveTo>
                  <a:lnTo>
                    <a:pt x="0" y="21718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7182"/>
                  </a:lnTo>
                  <a:close/>
                </a:path>
                <a:path w="3810" h="231139">
                  <a:moveTo>
                    <a:pt x="3810" y="214642"/>
                  </a:moveTo>
                  <a:lnTo>
                    <a:pt x="0" y="21464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214642"/>
                  </a:lnTo>
                  <a:close/>
                </a:path>
                <a:path w="3810" h="231139">
                  <a:moveTo>
                    <a:pt x="3810" y="13982"/>
                  </a:moveTo>
                  <a:lnTo>
                    <a:pt x="0" y="13982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13982"/>
                  </a:lnTo>
                  <a:close/>
                </a:path>
                <a:path w="3810" h="231139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10" h="231139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10" h="231139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10" h="231139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10" h="231139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6C1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1" name="object 1491"/>
            <p:cNvSpPr/>
            <p:nvPr/>
          </p:nvSpPr>
          <p:spPr>
            <a:xfrm>
              <a:off x="1859280" y="5468632"/>
              <a:ext cx="3810" cy="232410"/>
            </a:xfrm>
            <a:custGeom>
              <a:avLst/>
              <a:gdLst/>
              <a:ahLst/>
              <a:cxnLst/>
              <a:rect l="l" t="t" r="r" b="b"/>
              <a:pathLst>
                <a:path w="3810" h="232410">
                  <a:moveTo>
                    <a:pt x="3810" y="231140"/>
                  </a:moveTo>
                  <a:lnTo>
                    <a:pt x="0" y="23114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31140"/>
                  </a:lnTo>
                  <a:close/>
                </a:path>
                <a:path w="3810" h="232410">
                  <a:moveTo>
                    <a:pt x="3810" y="15240"/>
                  </a:moveTo>
                  <a:lnTo>
                    <a:pt x="0" y="15240"/>
                  </a:lnTo>
                  <a:lnTo>
                    <a:pt x="0" y="215887"/>
                  </a:lnTo>
                  <a:lnTo>
                    <a:pt x="3810" y="215887"/>
                  </a:lnTo>
                  <a:lnTo>
                    <a:pt x="3810" y="15240"/>
                  </a:lnTo>
                  <a:close/>
                </a:path>
                <a:path w="3810" h="23241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10" h="23241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10" h="23241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10" h="23241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10" h="23241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3BF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2" name="object 1492"/>
            <p:cNvSpPr/>
            <p:nvPr/>
          </p:nvSpPr>
          <p:spPr>
            <a:xfrm>
              <a:off x="1863090" y="5467350"/>
              <a:ext cx="3810" cy="234950"/>
            </a:xfrm>
            <a:custGeom>
              <a:avLst/>
              <a:gdLst/>
              <a:ahLst/>
              <a:cxnLst/>
              <a:rect l="l" t="t" r="r" b="b"/>
              <a:pathLst>
                <a:path w="3810" h="234950">
                  <a:moveTo>
                    <a:pt x="38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2422"/>
                  </a:lnTo>
                  <a:close/>
                </a:path>
                <a:path w="3810" h="234950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10" h="234950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10" h="234950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10" h="234950">
                  <a:moveTo>
                    <a:pt x="3810" y="219722"/>
                  </a:moveTo>
                  <a:lnTo>
                    <a:pt x="0" y="21972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9722"/>
                  </a:lnTo>
                  <a:close/>
                </a:path>
                <a:path w="3810" h="234950">
                  <a:moveTo>
                    <a:pt x="3810" y="217182"/>
                  </a:moveTo>
                  <a:lnTo>
                    <a:pt x="0" y="21718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17182"/>
                  </a:lnTo>
                  <a:close/>
                </a:path>
                <a:path w="3810" h="234950">
                  <a:moveTo>
                    <a:pt x="3810" y="16522"/>
                  </a:moveTo>
                  <a:lnTo>
                    <a:pt x="0" y="1652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16522"/>
                  </a:lnTo>
                  <a:close/>
                </a:path>
                <a:path w="3810" h="234950">
                  <a:moveTo>
                    <a:pt x="3810" y="13982"/>
                  </a:moveTo>
                  <a:lnTo>
                    <a:pt x="0" y="1398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82"/>
                  </a:lnTo>
                  <a:close/>
                </a:path>
                <a:path w="3810" h="234950">
                  <a:moveTo>
                    <a:pt x="381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0172"/>
                  </a:lnTo>
                  <a:close/>
                </a:path>
                <a:path w="3810" h="234950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10" h="234950">
                  <a:moveTo>
                    <a:pt x="381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3822"/>
                  </a:lnTo>
                  <a:close/>
                </a:path>
                <a:path w="3810" h="234950">
                  <a:moveTo>
                    <a:pt x="381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82"/>
                  </a:lnTo>
                  <a:close/>
                </a:path>
                <a:path w="3810" h="23495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1BD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3" name="object 1493"/>
            <p:cNvSpPr/>
            <p:nvPr/>
          </p:nvSpPr>
          <p:spPr>
            <a:xfrm>
              <a:off x="1866900" y="5467350"/>
              <a:ext cx="3810" cy="236220"/>
            </a:xfrm>
            <a:custGeom>
              <a:avLst/>
              <a:gdLst/>
              <a:ahLst/>
              <a:cxnLst/>
              <a:rect l="l" t="t" r="r" b="b"/>
              <a:pathLst>
                <a:path w="3810" h="236220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10" h="236220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10" h="236220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10" h="236220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10" h="236220">
                  <a:moveTo>
                    <a:pt x="3810" y="219722"/>
                  </a:moveTo>
                  <a:lnTo>
                    <a:pt x="0" y="21972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9722"/>
                  </a:lnTo>
                  <a:close/>
                </a:path>
                <a:path w="3810" h="236220">
                  <a:moveTo>
                    <a:pt x="3810" y="217182"/>
                  </a:moveTo>
                  <a:lnTo>
                    <a:pt x="0" y="21718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17182"/>
                  </a:lnTo>
                  <a:close/>
                </a:path>
                <a:path w="3810" h="236220">
                  <a:moveTo>
                    <a:pt x="3810" y="16522"/>
                  </a:moveTo>
                  <a:lnTo>
                    <a:pt x="0" y="1652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16522"/>
                  </a:lnTo>
                  <a:close/>
                </a:path>
                <a:path w="3810" h="236220">
                  <a:moveTo>
                    <a:pt x="3810" y="13982"/>
                  </a:moveTo>
                  <a:lnTo>
                    <a:pt x="0" y="1398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82"/>
                  </a:lnTo>
                  <a:close/>
                </a:path>
                <a:path w="3810" h="236220">
                  <a:moveTo>
                    <a:pt x="381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0172"/>
                  </a:lnTo>
                  <a:close/>
                </a:path>
                <a:path w="3810" h="236220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10" h="236220">
                  <a:moveTo>
                    <a:pt x="381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3822"/>
                  </a:lnTo>
                  <a:close/>
                </a:path>
                <a:path w="3810" h="236220">
                  <a:moveTo>
                    <a:pt x="381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82"/>
                  </a:lnTo>
                  <a:close/>
                </a:path>
                <a:path w="3810" h="23622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EBA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4" name="object 1494"/>
            <p:cNvSpPr/>
            <p:nvPr/>
          </p:nvSpPr>
          <p:spPr>
            <a:xfrm>
              <a:off x="1870710" y="5467350"/>
              <a:ext cx="2540" cy="236220"/>
            </a:xfrm>
            <a:custGeom>
              <a:avLst/>
              <a:gdLst/>
              <a:ahLst/>
              <a:cxnLst/>
              <a:rect l="l" t="t" r="r" b="b"/>
              <a:pathLst>
                <a:path w="2539" h="236220">
                  <a:moveTo>
                    <a:pt x="254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2540" y="236220"/>
                  </a:lnTo>
                  <a:lnTo>
                    <a:pt x="2540" y="232422"/>
                  </a:lnTo>
                  <a:close/>
                </a:path>
                <a:path w="2539" h="236220">
                  <a:moveTo>
                    <a:pt x="254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2540" y="232410"/>
                  </a:lnTo>
                  <a:lnTo>
                    <a:pt x="2540" y="229882"/>
                  </a:lnTo>
                  <a:close/>
                </a:path>
                <a:path w="2539" h="236220">
                  <a:moveTo>
                    <a:pt x="254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2540" y="229870"/>
                  </a:lnTo>
                  <a:lnTo>
                    <a:pt x="2540" y="226072"/>
                  </a:lnTo>
                  <a:close/>
                </a:path>
                <a:path w="2539" h="236220">
                  <a:moveTo>
                    <a:pt x="254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2540" y="226060"/>
                  </a:lnTo>
                  <a:lnTo>
                    <a:pt x="2540" y="223532"/>
                  </a:lnTo>
                  <a:close/>
                </a:path>
                <a:path w="2539" h="236220">
                  <a:moveTo>
                    <a:pt x="2540" y="219722"/>
                  </a:moveTo>
                  <a:lnTo>
                    <a:pt x="0" y="219722"/>
                  </a:lnTo>
                  <a:lnTo>
                    <a:pt x="0" y="223520"/>
                  </a:lnTo>
                  <a:lnTo>
                    <a:pt x="2540" y="223520"/>
                  </a:lnTo>
                  <a:lnTo>
                    <a:pt x="2540" y="219722"/>
                  </a:lnTo>
                  <a:close/>
                </a:path>
                <a:path w="2539" h="236220">
                  <a:moveTo>
                    <a:pt x="2540" y="217182"/>
                  </a:moveTo>
                  <a:lnTo>
                    <a:pt x="0" y="217182"/>
                  </a:lnTo>
                  <a:lnTo>
                    <a:pt x="0" y="219710"/>
                  </a:lnTo>
                  <a:lnTo>
                    <a:pt x="2540" y="219710"/>
                  </a:lnTo>
                  <a:lnTo>
                    <a:pt x="2540" y="217182"/>
                  </a:lnTo>
                  <a:close/>
                </a:path>
                <a:path w="2539" h="236220">
                  <a:moveTo>
                    <a:pt x="2540" y="16522"/>
                  </a:moveTo>
                  <a:lnTo>
                    <a:pt x="0" y="16522"/>
                  </a:lnTo>
                  <a:lnTo>
                    <a:pt x="0" y="217170"/>
                  </a:lnTo>
                  <a:lnTo>
                    <a:pt x="2540" y="217170"/>
                  </a:lnTo>
                  <a:lnTo>
                    <a:pt x="2540" y="16522"/>
                  </a:lnTo>
                  <a:close/>
                </a:path>
                <a:path w="2539" h="236220">
                  <a:moveTo>
                    <a:pt x="2540" y="13982"/>
                  </a:moveTo>
                  <a:lnTo>
                    <a:pt x="0" y="13982"/>
                  </a:lnTo>
                  <a:lnTo>
                    <a:pt x="0" y="16510"/>
                  </a:lnTo>
                  <a:lnTo>
                    <a:pt x="2540" y="16510"/>
                  </a:lnTo>
                  <a:lnTo>
                    <a:pt x="2540" y="13982"/>
                  </a:lnTo>
                  <a:close/>
                </a:path>
                <a:path w="2539" h="236220">
                  <a:moveTo>
                    <a:pt x="254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2540" y="13970"/>
                  </a:lnTo>
                  <a:lnTo>
                    <a:pt x="2540" y="10172"/>
                  </a:lnTo>
                  <a:close/>
                </a:path>
                <a:path w="2539" h="236220">
                  <a:moveTo>
                    <a:pt x="254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2540" y="10160"/>
                  </a:lnTo>
                  <a:lnTo>
                    <a:pt x="2540" y="7632"/>
                  </a:lnTo>
                  <a:close/>
                </a:path>
                <a:path w="2539" h="236220">
                  <a:moveTo>
                    <a:pt x="254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3822"/>
                  </a:lnTo>
                  <a:close/>
                </a:path>
                <a:path w="2539" h="236220">
                  <a:moveTo>
                    <a:pt x="254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2540" y="3810"/>
                  </a:lnTo>
                  <a:lnTo>
                    <a:pt x="2540" y="1282"/>
                  </a:lnTo>
                  <a:close/>
                </a:path>
                <a:path w="2539" h="236220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5" name="object 1495"/>
            <p:cNvSpPr/>
            <p:nvPr/>
          </p:nvSpPr>
          <p:spPr>
            <a:xfrm>
              <a:off x="1873250" y="5466080"/>
              <a:ext cx="5080" cy="238760"/>
            </a:xfrm>
            <a:custGeom>
              <a:avLst/>
              <a:gdLst/>
              <a:ahLst/>
              <a:cxnLst/>
              <a:rect l="l" t="t" r="r" b="b"/>
              <a:pathLst>
                <a:path w="5080" h="238760">
                  <a:moveTo>
                    <a:pt x="5080" y="237502"/>
                  </a:moveTo>
                  <a:lnTo>
                    <a:pt x="0" y="237502"/>
                  </a:lnTo>
                  <a:lnTo>
                    <a:pt x="0" y="238760"/>
                  </a:lnTo>
                  <a:lnTo>
                    <a:pt x="5080" y="238760"/>
                  </a:lnTo>
                  <a:lnTo>
                    <a:pt x="5080" y="237502"/>
                  </a:lnTo>
                  <a:close/>
                </a:path>
                <a:path w="5080" h="238760">
                  <a:moveTo>
                    <a:pt x="508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5080" y="237490"/>
                  </a:lnTo>
                  <a:lnTo>
                    <a:pt x="5080" y="233692"/>
                  </a:lnTo>
                  <a:close/>
                </a:path>
                <a:path w="5080" h="238760">
                  <a:moveTo>
                    <a:pt x="508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5080" y="233680"/>
                  </a:lnTo>
                  <a:lnTo>
                    <a:pt x="5080" y="231152"/>
                  </a:lnTo>
                  <a:close/>
                </a:path>
                <a:path w="5080" h="238760">
                  <a:moveTo>
                    <a:pt x="508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5080" y="231140"/>
                  </a:lnTo>
                  <a:lnTo>
                    <a:pt x="5080" y="227342"/>
                  </a:lnTo>
                  <a:close/>
                </a:path>
                <a:path w="5080" h="238760">
                  <a:moveTo>
                    <a:pt x="508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5080" y="227330"/>
                  </a:lnTo>
                  <a:lnTo>
                    <a:pt x="5080" y="224802"/>
                  </a:lnTo>
                  <a:close/>
                </a:path>
                <a:path w="5080" h="238760">
                  <a:moveTo>
                    <a:pt x="508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5080" y="224790"/>
                  </a:lnTo>
                  <a:lnTo>
                    <a:pt x="5080" y="220992"/>
                  </a:lnTo>
                  <a:close/>
                </a:path>
                <a:path w="5080" h="238760">
                  <a:moveTo>
                    <a:pt x="5080" y="218452"/>
                  </a:moveTo>
                  <a:lnTo>
                    <a:pt x="0" y="218452"/>
                  </a:lnTo>
                  <a:lnTo>
                    <a:pt x="0" y="220980"/>
                  </a:lnTo>
                  <a:lnTo>
                    <a:pt x="5080" y="220980"/>
                  </a:lnTo>
                  <a:lnTo>
                    <a:pt x="5080" y="218452"/>
                  </a:lnTo>
                  <a:close/>
                </a:path>
                <a:path w="5080" h="238760">
                  <a:moveTo>
                    <a:pt x="5080" y="17792"/>
                  </a:moveTo>
                  <a:lnTo>
                    <a:pt x="0" y="17792"/>
                  </a:lnTo>
                  <a:lnTo>
                    <a:pt x="0" y="218440"/>
                  </a:lnTo>
                  <a:lnTo>
                    <a:pt x="5080" y="218440"/>
                  </a:lnTo>
                  <a:lnTo>
                    <a:pt x="5080" y="17792"/>
                  </a:lnTo>
                  <a:close/>
                </a:path>
                <a:path w="5080" h="238760">
                  <a:moveTo>
                    <a:pt x="508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5080" y="17780"/>
                  </a:lnTo>
                  <a:lnTo>
                    <a:pt x="5080" y="15252"/>
                  </a:lnTo>
                  <a:close/>
                </a:path>
                <a:path w="5080" h="238760">
                  <a:moveTo>
                    <a:pt x="508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5080" y="15240"/>
                  </a:lnTo>
                  <a:lnTo>
                    <a:pt x="5080" y="11442"/>
                  </a:lnTo>
                  <a:close/>
                </a:path>
                <a:path w="5080" h="238760">
                  <a:moveTo>
                    <a:pt x="508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5080" y="11430"/>
                  </a:lnTo>
                  <a:lnTo>
                    <a:pt x="5080" y="8902"/>
                  </a:lnTo>
                  <a:close/>
                </a:path>
                <a:path w="5080" h="238760">
                  <a:moveTo>
                    <a:pt x="508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5080" y="8890"/>
                  </a:lnTo>
                  <a:lnTo>
                    <a:pt x="5080" y="5092"/>
                  </a:lnTo>
                  <a:close/>
                </a:path>
                <a:path w="5080" h="238760">
                  <a:moveTo>
                    <a:pt x="508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5080" y="5080"/>
                  </a:lnTo>
                  <a:lnTo>
                    <a:pt x="5080" y="2552"/>
                  </a:lnTo>
                  <a:close/>
                </a:path>
                <a:path w="5080" h="238760">
                  <a:moveTo>
                    <a:pt x="508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5080" y="2540"/>
                  </a:lnTo>
                  <a:lnTo>
                    <a:pt x="5080" y="0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6" name="object 1496"/>
            <p:cNvSpPr/>
            <p:nvPr/>
          </p:nvSpPr>
          <p:spPr>
            <a:xfrm>
              <a:off x="1878330" y="5464809"/>
              <a:ext cx="2540" cy="240029"/>
            </a:xfrm>
            <a:custGeom>
              <a:avLst/>
              <a:gdLst/>
              <a:ahLst/>
              <a:cxnLst/>
              <a:rect l="l" t="t" r="r" b="b"/>
              <a:pathLst>
                <a:path w="2539" h="240029">
                  <a:moveTo>
                    <a:pt x="2539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3809"/>
                  </a:lnTo>
                  <a:lnTo>
                    <a:pt x="2539" y="3809"/>
                  </a:lnTo>
                  <a:lnTo>
                    <a:pt x="2539" y="0"/>
                  </a:lnTo>
                  <a:close/>
                </a:path>
                <a:path w="2539" h="240029">
                  <a:moveTo>
                    <a:pt x="253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2539" y="6349"/>
                  </a:lnTo>
                  <a:lnTo>
                    <a:pt x="2539" y="3809"/>
                  </a:lnTo>
                  <a:close/>
                </a:path>
                <a:path w="2539" h="240029">
                  <a:moveTo>
                    <a:pt x="253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2539" y="10159"/>
                  </a:lnTo>
                  <a:lnTo>
                    <a:pt x="2539" y="6350"/>
                  </a:lnTo>
                  <a:close/>
                </a:path>
                <a:path w="2539" h="240029">
                  <a:moveTo>
                    <a:pt x="253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2539" y="12699"/>
                  </a:lnTo>
                  <a:lnTo>
                    <a:pt x="2539" y="10159"/>
                  </a:lnTo>
                  <a:close/>
                </a:path>
                <a:path w="2539" h="240029">
                  <a:moveTo>
                    <a:pt x="253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2539" y="16509"/>
                  </a:lnTo>
                  <a:lnTo>
                    <a:pt x="2539" y="12700"/>
                  </a:lnTo>
                  <a:close/>
                </a:path>
                <a:path w="2539" h="240029">
                  <a:moveTo>
                    <a:pt x="253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2539" y="19049"/>
                  </a:lnTo>
                  <a:lnTo>
                    <a:pt x="2539" y="16509"/>
                  </a:lnTo>
                  <a:close/>
                </a:path>
                <a:path w="2539" h="240029">
                  <a:moveTo>
                    <a:pt x="2539" y="19050"/>
                  </a:moveTo>
                  <a:lnTo>
                    <a:pt x="0" y="19050"/>
                  </a:lnTo>
                  <a:lnTo>
                    <a:pt x="0" y="219709"/>
                  </a:lnTo>
                  <a:lnTo>
                    <a:pt x="2539" y="219709"/>
                  </a:lnTo>
                  <a:lnTo>
                    <a:pt x="2539" y="19050"/>
                  </a:lnTo>
                  <a:close/>
                </a:path>
                <a:path w="2539" h="240029">
                  <a:moveTo>
                    <a:pt x="2539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2539" y="222249"/>
                  </a:lnTo>
                  <a:lnTo>
                    <a:pt x="2539" y="219709"/>
                  </a:lnTo>
                  <a:close/>
                </a:path>
                <a:path w="2539" h="240029">
                  <a:moveTo>
                    <a:pt x="2539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2539" y="226059"/>
                  </a:lnTo>
                  <a:lnTo>
                    <a:pt x="2539" y="222250"/>
                  </a:lnTo>
                  <a:close/>
                </a:path>
                <a:path w="2539" h="240029">
                  <a:moveTo>
                    <a:pt x="2539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2539" y="228599"/>
                  </a:lnTo>
                  <a:lnTo>
                    <a:pt x="2539" y="226059"/>
                  </a:lnTo>
                  <a:close/>
                </a:path>
                <a:path w="2539" h="240029">
                  <a:moveTo>
                    <a:pt x="2539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2539" y="232409"/>
                  </a:lnTo>
                  <a:lnTo>
                    <a:pt x="2539" y="228600"/>
                  </a:lnTo>
                  <a:close/>
                </a:path>
                <a:path w="2539" h="240029">
                  <a:moveTo>
                    <a:pt x="2539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2539" y="234949"/>
                  </a:lnTo>
                  <a:lnTo>
                    <a:pt x="2539" y="232409"/>
                  </a:lnTo>
                  <a:close/>
                </a:path>
                <a:path w="2539" h="240029">
                  <a:moveTo>
                    <a:pt x="2539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2539" y="238759"/>
                  </a:lnTo>
                  <a:lnTo>
                    <a:pt x="2539" y="234950"/>
                  </a:lnTo>
                  <a:close/>
                </a:path>
                <a:path w="2539" h="240029">
                  <a:moveTo>
                    <a:pt x="2539" y="238759"/>
                  </a:moveTo>
                  <a:lnTo>
                    <a:pt x="0" y="238759"/>
                  </a:lnTo>
                  <a:lnTo>
                    <a:pt x="0" y="240029"/>
                  </a:lnTo>
                  <a:lnTo>
                    <a:pt x="2539" y="240029"/>
                  </a:lnTo>
                  <a:lnTo>
                    <a:pt x="2539" y="238759"/>
                  </a:lnTo>
                  <a:close/>
                </a:path>
              </a:pathLst>
            </a:custGeom>
            <a:solidFill>
              <a:srgbClr val="A6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7" name="object 1497"/>
            <p:cNvSpPr/>
            <p:nvPr/>
          </p:nvSpPr>
          <p:spPr>
            <a:xfrm>
              <a:off x="1880869" y="5463539"/>
              <a:ext cx="3810" cy="242570"/>
            </a:xfrm>
            <a:custGeom>
              <a:avLst/>
              <a:gdLst/>
              <a:ahLst/>
              <a:cxnLst/>
              <a:rect l="l" t="t" r="r" b="b"/>
              <a:pathLst>
                <a:path w="3810" h="242570">
                  <a:moveTo>
                    <a:pt x="38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  <a:path w="3810" h="242570">
                  <a:moveTo>
                    <a:pt x="381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70"/>
                  </a:lnTo>
                  <a:close/>
                </a:path>
                <a:path w="3810" h="242570">
                  <a:moveTo>
                    <a:pt x="3810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80"/>
                  </a:lnTo>
                  <a:close/>
                </a:path>
                <a:path w="3810" h="242570">
                  <a:moveTo>
                    <a:pt x="3810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20"/>
                  </a:lnTo>
                  <a:close/>
                </a:path>
                <a:path w="3810" h="242570">
                  <a:moveTo>
                    <a:pt x="3810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30"/>
                  </a:lnTo>
                  <a:close/>
                </a:path>
                <a:path w="3810" h="242570">
                  <a:moveTo>
                    <a:pt x="3810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70"/>
                  </a:lnTo>
                  <a:close/>
                </a:path>
                <a:path w="3810" h="242570">
                  <a:moveTo>
                    <a:pt x="3810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80"/>
                  </a:lnTo>
                  <a:close/>
                </a:path>
                <a:path w="3810" h="242570">
                  <a:moveTo>
                    <a:pt x="3810" y="20320"/>
                  </a:moveTo>
                  <a:lnTo>
                    <a:pt x="0" y="20320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0320"/>
                  </a:lnTo>
                  <a:close/>
                </a:path>
                <a:path w="3810" h="242570">
                  <a:moveTo>
                    <a:pt x="3810" y="220980"/>
                  </a:moveTo>
                  <a:lnTo>
                    <a:pt x="0" y="220980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80"/>
                  </a:lnTo>
                  <a:close/>
                </a:path>
                <a:path w="3810" h="242570">
                  <a:moveTo>
                    <a:pt x="3810" y="223520"/>
                  </a:moveTo>
                  <a:lnTo>
                    <a:pt x="0" y="223520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20"/>
                  </a:lnTo>
                  <a:close/>
                </a:path>
                <a:path w="3810" h="242570">
                  <a:moveTo>
                    <a:pt x="3810" y="227330"/>
                  </a:moveTo>
                  <a:lnTo>
                    <a:pt x="0" y="227330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30"/>
                  </a:lnTo>
                  <a:close/>
                </a:path>
                <a:path w="3810" h="242570">
                  <a:moveTo>
                    <a:pt x="3810" y="229870"/>
                  </a:moveTo>
                  <a:lnTo>
                    <a:pt x="0" y="229870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70"/>
                  </a:lnTo>
                  <a:close/>
                </a:path>
                <a:path w="3810" h="242570">
                  <a:moveTo>
                    <a:pt x="3810" y="233680"/>
                  </a:moveTo>
                  <a:lnTo>
                    <a:pt x="0" y="233680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80"/>
                  </a:lnTo>
                  <a:close/>
                </a:path>
                <a:path w="3810" h="242570">
                  <a:moveTo>
                    <a:pt x="3810" y="236220"/>
                  </a:moveTo>
                  <a:lnTo>
                    <a:pt x="0" y="236220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20"/>
                  </a:lnTo>
                  <a:close/>
                </a:path>
                <a:path w="3810" h="242570">
                  <a:moveTo>
                    <a:pt x="3810" y="240030"/>
                  </a:moveTo>
                  <a:lnTo>
                    <a:pt x="0" y="240030"/>
                  </a:lnTo>
                  <a:lnTo>
                    <a:pt x="0" y="241300"/>
                  </a:lnTo>
                  <a:lnTo>
                    <a:pt x="2540" y="241300"/>
                  </a:lnTo>
                  <a:lnTo>
                    <a:pt x="2540" y="242570"/>
                  </a:lnTo>
                  <a:lnTo>
                    <a:pt x="3810" y="242570"/>
                  </a:lnTo>
                  <a:lnTo>
                    <a:pt x="3810" y="240030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8" name="object 1498"/>
            <p:cNvSpPr/>
            <p:nvPr/>
          </p:nvSpPr>
          <p:spPr>
            <a:xfrm>
              <a:off x="1884680" y="5463539"/>
              <a:ext cx="3810" cy="242570"/>
            </a:xfrm>
            <a:custGeom>
              <a:avLst/>
              <a:gdLst/>
              <a:ahLst/>
              <a:cxnLst/>
              <a:rect l="l" t="t" r="r" b="b"/>
              <a:pathLst>
                <a:path w="3810" h="242570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10" h="242570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10" h="242570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10" h="242570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10" h="242570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10" h="242570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10" h="242570">
                  <a:moveTo>
                    <a:pt x="3810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92"/>
                  </a:lnTo>
                  <a:close/>
                </a:path>
                <a:path w="3810" h="242570">
                  <a:moveTo>
                    <a:pt x="3810" y="20332"/>
                  </a:moveTo>
                  <a:lnTo>
                    <a:pt x="0" y="2033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0332"/>
                  </a:lnTo>
                  <a:close/>
                </a:path>
                <a:path w="3810" h="242570">
                  <a:moveTo>
                    <a:pt x="381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92"/>
                  </a:lnTo>
                  <a:close/>
                </a:path>
                <a:path w="3810" h="242570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10" h="242570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10" h="24257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10" h="24257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10" h="24257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10" h="24257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9" name="object 1499"/>
            <p:cNvSpPr/>
            <p:nvPr/>
          </p:nvSpPr>
          <p:spPr>
            <a:xfrm>
              <a:off x="1888490" y="5463539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10" h="243839">
                  <a:moveTo>
                    <a:pt x="3810" y="242582"/>
                  </a:moveTo>
                  <a:lnTo>
                    <a:pt x="1270" y="242582"/>
                  </a:lnTo>
                  <a:lnTo>
                    <a:pt x="1270" y="243840"/>
                  </a:lnTo>
                  <a:lnTo>
                    <a:pt x="3810" y="243840"/>
                  </a:lnTo>
                  <a:lnTo>
                    <a:pt x="3810" y="242582"/>
                  </a:lnTo>
                  <a:close/>
                </a:path>
                <a:path w="3810" h="243839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10" h="243839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10" h="243839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10" h="243839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10" h="243839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10" h="243839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10" h="243839">
                  <a:moveTo>
                    <a:pt x="3810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92"/>
                  </a:lnTo>
                  <a:close/>
                </a:path>
                <a:path w="3810" h="243839">
                  <a:moveTo>
                    <a:pt x="3810" y="20332"/>
                  </a:moveTo>
                  <a:lnTo>
                    <a:pt x="0" y="2033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0332"/>
                  </a:lnTo>
                  <a:close/>
                </a:path>
                <a:path w="3810" h="243839">
                  <a:moveTo>
                    <a:pt x="381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92"/>
                  </a:lnTo>
                  <a:close/>
                </a:path>
                <a:path w="3810" h="243839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10" h="243839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10" h="243839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10" h="243839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10" h="243839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10" h="243839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EAD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0" name="object 1500"/>
            <p:cNvSpPr/>
            <p:nvPr/>
          </p:nvSpPr>
          <p:spPr>
            <a:xfrm>
              <a:off x="1892300" y="5462270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10" h="245110">
                  <a:moveTo>
                    <a:pt x="3810" y="0"/>
                  </a:moveTo>
                  <a:lnTo>
                    <a:pt x="2539" y="0"/>
                  </a:lnTo>
                  <a:lnTo>
                    <a:pt x="2539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245110">
                  <a:moveTo>
                    <a:pt x="381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2539"/>
                  </a:lnTo>
                  <a:close/>
                </a:path>
                <a:path w="3810" h="245110">
                  <a:moveTo>
                    <a:pt x="381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49"/>
                  </a:lnTo>
                  <a:close/>
                </a:path>
                <a:path w="3810" h="245110">
                  <a:moveTo>
                    <a:pt x="381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8889"/>
                  </a:lnTo>
                  <a:close/>
                </a:path>
                <a:path w="3810" h="245110">
                  <a:moveTo>
                    <a:pt x="381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2699"/>
                  </a:lnTo>
                  <a:close/>
                </a:path>
                <a:path w="3810" h="245110">
                  <a:moveTo>
                    <a:pt x="381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5239"/>
                  </a:lnTo>
                  <a:close/>
                </a:path>
                <a:path w="3810" h="245110">
                  <a:moveTo>
                    <a:pt x="3810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9049"/>
                  </a:lnTo>
                  <a:close/>
                </a:path>
                <a:path w="3810" h="245110">
                  <a:moveTo>
                    <a:pt x="3810" y="21589"/>
                  </a:moveTo>
                  <a:lnTo>
                    <a:pt x="0" y="21589"/>
                  </a:lnTo>
                  <a:lnTo>
                    <a:pt x="0" y="222249"/>
                  </a:lnTo>
                  <a:lnTo>
                    <a:pt x="3810" y="222249"/>
                  </a:lnTo>
                  <a:lnTo>
                    <a:pt x="3810" y="21589"/>
                  </a:lnTo>
                  <a:close/>
                </a:path>
                <a:path w="3810" h="245110">
                  <a:moveTo>
                    <a:pt x="3810" y="222249"/>
                  </a:moveTo>
                  <a:lnTo>
                    <a:pt x="0" y="222249"/>
                  </a:lnTo>
                  <a:lnTo>
                    <a:pt x="0" y="224789"/>
                  </a:lnTo>
                  <a:lnTo>
                    <a:pt x="3810" y="224789"/>
                  </a:lnTo>
                  <a:lnTo>
                    <a:pt x="3810" y="222249"/>
                  </a:lnTo>
                  <a:close/>
                </a:path>
                <a:path w="3810" h="245110">
                  <a:moveTo>
                    <a:pt x="3810" y="224789"/>
                  </a:moveTo>
                  <a:lnTo>
                    <a:pt x="0" y="22478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4789"/>
                  </a:lnTo>
                  <a:close/>
                </a:path>
                <a:path w="3810" h="245110">
                  <a:moveTo>
                    <a:pt x="3810" y="228599"/>
                  </a:moveTo>
                  <a:lnTo>
                    <a:pt x="0" y="228599"/>
                  </a:lnTo>
                  <a:lnTo>
                    <a:pt x="0" y="231139"/>
                  </a:lnTo>
                  <a:lnTo>
                    <a:pt x="3810" y="231139"/>
                  </a:lnTo>
                  <a:lnTo>
                    <a:pt x="3810" y="228599"/>
                  </a:lnTo>
                  <a:close/>
                </a:path>
                <a:path w="3810" h="245110">
                  <a:moveTo>
                    <a:pt x="3810" y="231139"/>
                  </a:moveTo>
                  <a:lnTo>
                    <a:pt x="0" y="231139"/>
                  </a:lnTo>
                  <a:lnTo>
                    <a:pt x="0" y="234949"/>
                  </a:lnTo>
                  <a:lnTo>
                    <a:pt x="3810" y="234949"/>
                  </a:lnTo>
                  <a:lnTo>
                    <a:pt x="3810" y="231139"/>
                  </a:lnTo>
                  <a:close/>
                </a:path>
                <a:path w="3810" h="245110">
                  <a:moveTo>
                    <a:pt x="3810" y="234949"/>
                  </a:moveTo>
                  <a:lnTo>
                    <a:pt x="0" y="234949"/>
                  </a:lnTo>
                  <a:lnTo>
                    <a:pt x="0" y="237489"/>
                  </a:lnTo>
                  <a:lnTo>
                    <a:pt x="3810" y="237489"/>
                  </a:lnTo>
                  <a:lnTo>
                    <a:pt x="3810" y="234949"/>
                  </a:lnTo>
                  <a:close/>
                </a:path>
                <a:path w="3810" h="245110">
                  <a:moveTo>
                    <a:pt x="3810" y="237489"/>
                  </a:moveTo>
                  <a:lnTo>
                    <a:pt x="0" y="237489"/>
                  </a:lnTo>
                  <a:lnTo>
                    <a:pt x="0" y="241299"/>
                  </a:lnTo>
                  <a:lnTo>
                    <a:pt x="3810" y="241299"/>
                  </a:lnTo>
                  <a:lnTo>
                    <a:pt x="3810" y="237489"/>
                  </a:lnTo>
                  <a:close/>
                </a:path>
                <a:path w="3810" h="245110">
                  <a:moveTo>
                    <a:pt x="3810" y="241299"/>
                  </a:moveTo>
                  <a:lnTo>
                    <a:pt x="0" y="241299"/>
                  </a:lnTo>
                  <a:lnTo>
                    <a:pt x="0" y="243839"/>
                  </a:lnTo>
                  <a:lnTo>
                    <a:pt x="3810" y="243839"/>
                  </a:lnTo>
                  <a:lnTo>
                    <a:pt x="3810" y="241299"/>
                  </a:lnTo>
                  <a:close/>
                </a:path>
                <a:path w="3810" h="245110">
                  <a:moveTo>
                    <a:pt x="3810" y="243839"/>
                  </a:moveTo>
                  <a:lnTo>
                    <a:pt x="0" y="243839"/>
                  </a:lnTo>
                  <a:lnTo>
                    <a:pt x="0" y="245109"/>
                  </a:lnTo>
                  <a:lnTo>
                    <a:pt x="3810" y="245109"/>
                  </a:lnTo>
                  <a:lnTo>
                    <a:pt x="3810" y="243839"/>
                  </a:lnTo>
                  <a:close/>
                </a:path>
              </a:pathLst>
            </a:custGeom>
            <a:solidFill>
              <a:srgbClr val="9CAB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1" name="object 1501"/>
            <p:cNvSpPr/>
            <p:nvPr/>
          </p:nvSpPr>
          <p:spPr>
            <a:xfrm>
              <a:off x="1896110" y="5462282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10" h="245110">
                  <a:moveTo>
                    <a:pt x="3810" y="243840"/>
                  </a:moveTo>
                  <a:lnTo>
                    <a:pt x="0" y="24384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3840"/>
                  </a:lnTo>
                  <a:close/>
                </a:path>
                <a:path w="3810" h="245110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10" h="245110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10" h="245110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10" h="245110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10" h="24511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10" h="245110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10" h="245110">
                  <a:moveTo>
                    <a:pt x="3810" y="222250"/>
                  </a:moveTo>
                  <a:lnTo>
                    <a:pt x="0" y="22225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22250"/>
                  </a:lnTo>
                  <a:close/>
                </a:path>
                <a:path w="3810" h="245110">
                  <a:moveTo>
                    <a:pt x="3810" y="21590"/>
                  </a:moveTo>
                  <a:lnTo>
                    <a:pt x="0" y="2159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1590"/>
                  </a:lnTo>
                  <a:close/>
                </a:path>
                <a:path w="3810" h="245110">
                  <a:moveTo>
                    <a:pt x="381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10" y="21577"/>
                  </a:lnTo>
                  <a:lnTo>
                    <a:pt x="3810" y="19050"/>
                  </a:lnTo>
                  <a:close/>
                </a:path>
                <a:path w="3810" h="245110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10" h="24511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10" h="24511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10" h="24511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10" h="24511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10" h="24511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9A8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2" name="object 1502"/>
            <p:cNvSpPr/>
            <p:nvPr/>
          </p:nvSpPr>
          <p:spPr>
            <a:xfrm>
              <a:off x="1899920" y="5462282"/>
              <a:ext cx="2540" cy="245110"/>
            </a:xfrm>
            <a:custGeom>
              <a:avLst/>
              <a:gdLst/>
              <a:ahLst/>
              <a:cxnLst/>
              <a:rect l="l" t="t" r="r" b="b"/>
              <a:pathLst>
                <a:path w="2539" h="245110">
                  <a:moveTo>
                    <a:pt x="2540" y="243840"/>
                  </a:moveTo>
                  <a:lnTo>
                    <a:pt x="0" y="243840"/>
                  </a:lnTo>
                  <a:lnTo>
                    <a:pt x="0" y="245097"/>
                  </a:lnTo>
                  <a:lnTo>
                    <a:pt x="2540" y="245097"/>
                  </a:lnTo>
                  <a:lnTo>
                    <a:pt x="2540" y="243840"/>
                  </a:lnTo>
                  <a:close/>
                </a:path>
                <a:path w="2539" h="245110">
                  <a:moveTo>
                    <a:pt x="254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2540" y="243827"/>
                  </a:lnTo>
                  <a:lnTo>
                    <a:pt x="2540" y="241300"/>
                  </a:lnTo>
                  <a:close/>
                </a:path>
                <a:path w="2539" h="245110">
                  <a:moveTo>
                    <a:pt x="254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2540" y="241287"/>
                  </a:lnTo>
                  <a:lnTo>
                    <a:pt x="2540" y="237490"/>
                  </a:lnTo>
                  <a:close/>
                </a:path>
                <a:path w="2539" h="245110">
                  <a:moveTo>
                    <a:pt x="254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2540" y="237477"/>
                  </a:lnTo>
                  <a:lnTo>
                    <a:pt x="2540" y="234950"/>
                  </a:lnTo>
                  <a:close/>
                </a:path>
                <a:path w="2539" h="245110">
                  <a:moveTo>
                    <a:pt x="254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2540" y="234937"/>
                  </a:lnTo>
                  <a:lnTo>
                    <a:pt x="2540" y="231140"/>
                  </a:lnTo>
                  <a:close/>
                </a:path>
                <a:path w="2539" h="245110">
                  <a:moveTo>
                    <a:pt x="254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2540" y="231127"/>
                  </a:lnTo>
                  <a:lnTo>
                    <a:pt x="2540" y="228600"/>
                  </a:lnTo>
                  <a:close/>
                </a:path>
                <a:path w="2539" h="245110">
                  <a:moveTo>
                    <a:pt x="254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2540" y="228587"/>
                  </a:lnTo>
                  <a:lnTo>
                    <a:pt x="2540" y="224790"/>
                  </a:lnTo>
                  <a:close/>
                </a:path>
                <a:path w="2539" h="245110">
                  <a:moveTo>
                    <a:pt x="2540" y="222250"/>
                  </a:moveTo>
                  <a:lnTo>
                    <a:pt x="0" y="222250"/>
                  </a:lnTo>
                  <a:lnTo>
                    <a:pt x="0" y="224777"/>
                  </a:lnTo>
                  <a:lnTo>
                    <a:pt x="2540" y="224777"/>
                  </a:lnTo>
                  <a:lnTo>
                    <a:pt x="2540" y="222250"/>
                  </a:lnTo>
                  <a:close/>
                </a:path>
                <a:path w="2539" h="245110">
                  <a:moveTo>
                    <a:pt x="2540" y="21590"/>
                  </a:moveTo>
                  <a:lnTo>
                    <a:pt x="0" y="21590"/>
                  </a:lnTo>
                  <a:lnTo>
                    <a:pt x="0" y="222237"/>
                  </a:lnTo>
                  <a:lnTo>
                    <a:pt x="2540" y="222237"/>
                  </a:lnTo>
                  <a:lnTo>
                    <a:pt x="2540" y="21590"/>
                  </a:lnTo>
                  <a:close/>
                </a:path>
                <a:path w="2539" h="245110">
                  <a:moveTo>
                    <a:pt x="254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2540" y="21577"/>
                  </a:lnTo>
                  <a:lnTo>
                    <a:pt x="2540" y="19050"/>
                  </a:lnTo>
                  <a:close/>
                </a:path>
                <a:path w="2539" h="245110">
                  <a:moveTo>
                    <a:pt x="254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2540" y="19037"/>
                  </a:lnTo>
                  <a:lnTo>
                    <a:pt x="2540" y="15240"/>
                  </a:lnTo>
                  <a:close/>
                </a:path>
                <a:path w="2539" h="245110">
                  <a:moveTo>
                    <a:pt x="254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540" y="15227"/>
                  </a:lnTo>
                  <a:lnTo>
                    <a:pt x="2540" y="12700"/>
                  </a:lnTo>
                  <a:close/>
                </a:path>
                <a:path w="2539" h="245110">
                  <a:moveTo>
                    <a:pt x="254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8890"/>
                  </a:lnTo>
                  <a:close/>
                </a:path>
                <a:path w="2539" h="245110">
                  <a:moveTo>
                    <a:pt x="254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2540" y="8877"/>
                  </a:lnTo>
                  <a:lnTo>
                    <a:pt x="2540" y="6350"/>
                  </a:lnTo>
                  <a:close/>
                </a:path>
                <a:path w="2539" h="245110">
                  <a:moveTo>
                    <a:pt x="254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2540"/>
                  </a:lnTo>
                  <a:close/>
                </a:path>
                <a:path w="2539" h="245110">
                  <a:moveTo>
                    <a:pt x="254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2540" y="252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96A6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3" name="object 1503"/>
            <p:cNvSpPr/>
            <p:nvPr/>
          </p:nvSpPr>
          <p:spPr>
            <a:xfrm>
              <a:off x="1902460" y="5461000"/>
              <a:ext cx="3810" cy="246379"/>
            </a:xfrm>
            <a:custGeom>
              <a:avLst/>
              <a:gdLst/>
              <a:ahLst/>
              <a:cxnLst/>
              <a:rect l="l" t="t" r="r" b="b"/>
              <a:pathLst>
                <a:path w="3810" h="246379">
                  <a:moveTo>
                    <a:pt x="3810" y="245122"/>
                  </a:moveTo>
                  <a:lnTo>
                    <a:pt x="0" y="24512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5122"/>
                  </a:lnTo>
                  <a:close/>
                </a:path>
                <a:path w="3810" h="246379">
                  <a:moveTo>
                    <a:pt x="3810" y="242582"/>
                  </a:moveTo>
                  <a:lnTo>
                    <a:pt x="0" y="24258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2582"/>
                  </a:lnTo>
                  <a:close/>
                </a:path>
                <a:path w="3810" h="246379">
                  <a:moveTo>
                    <a:pt x="3810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8772"/>
                  </a:lnTo>
                  <a:close/>
                </a:path>
                <a:path w="3810" h="246379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10" h="246379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10" h="246379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10" h="246379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10" h="246379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10" h="246379">
                  <a:moveTo>
                    <a:pt x="3810" y="22872"/>
                  </a:moveTo>
                  <a:lnTo>
                    <a:pt x="0" y="2287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872"/>
                  </a:lnTo>
                  <a:close/>
                </a:path>
                <a:path w="3810" h="246379">
                  <a:moveTo>
                    <a:pt x="3810" y="20332"/>
                  </a:moveTo>
                  <a:lnTo>
                    <a:pt x="0" y="2033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20332"/>
                  </a:lnTo>
                  <a:close/>
                </a:path>
                <a:path w="3810" h="246379">
                  <a:moveTo>
                    <a:pt x="3810" y="16522"/>
                  </a:moveTo>
                  <a:lnTo>
                    <a:pt x="0" y="1652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6522"/>
                  </a:lnTo>
                  <a:close/>
                </a:path>
                <a:path w="3810" h="246379">
                  <a:moveTo>
                    <a:pt x="3810" y="13982"/>
                  </a:moveTo>
                  <a:lnTo>
                    <a:pt x="0" y="1398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82"/>
                  </a:lnTo>
                  <a:close/>
                </a:path>
                <a:path w="3810" h="246379">
                  <a:moveTo>
                    <a:pt x="381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0172"/>
                  </a:lnTo>
                  <a:close/>
                </a:path>
                <a:path w="3810" h="246379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10" h="246379">
                  <a:moveTo>
                    <a:pt x="381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3822"/>
                  </a:lnTo>
                  <a:close/>
                </a:path>
                <a:path w="3810" h="246379">
                  <a:moveTo>
                    <a:pt x="381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82"/>
                  </a:lnTo>
                  <a:close/>
                </a:path>
                <a:path w="3810" h="246379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4" name="object 1504"/>
            <p:cNvSpPr/>
            <p:nvPr/>
          </p:nvSpPr>
          <p:spPr>
            <a:xfrm>
              <a:off x="1906269" y="5459730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  <a:path w="3810" h="248920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248920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10" h="248920">
                  <a:moveTo>
                    <a:pt x="381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890"/>
                  </a:lnTo>
                  <a:close/>
                </a:path>
                <a:path w="3810" h="248920">
                  <a:moveTo>
                    <a:pt x="381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30"/>
                  </a:lnTo>
                  <a:close/>
                </a:path>
                <a:path w="3810" h="248920">
                  <a:moveTo>
                    <a:pt x="381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40"/>
                  </a:lnTo>
                  <a:close/>
                </a:path>
                <a:path w="3810" h="248920">
                  <a:moveTo>
                    <a:pt x="3810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80"/>
                  </a:lnTo>
                  <a:close/>
                </a:path>
                <a:path w="3810" h="248920">
                  <a:moveTo>
                    <a:pt x="3810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1590"/>
                  </a:lnTo>
                  <a:close/>
                </a:path>
                <a:path w="3810" h="248920">
                  <a:moveTo>
                    <a:pt x="3810" y="24130"/>
                  </a:moveTo>
                  <a:lnTo>
                    <a:pt x="0" y="24130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4130"/>
                  </a:lnTo>
                  <a:close/>
                </a:path>
                <a:path w="3810" h="248920">
                  <a:moveTo>
                    <a:pt x="3810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790"/>
                  </a:lnTo>
                  <a:close/>
                </a:path>
                <a:path w="3810" h="248920">
                  <a:moveTo>
                    <a:pt x="3810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30"/>
                  </a:lnTo>
                  <a:close/>
                </a:path>
                <a:path w="3810" h="248920">
                  <a:moveTo>
                    <a:pt x="3810" y="231140"/>
                  </a:moveTo>
                  <a:lnTo>
                    <a:pt x="0" y="231140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40"/>
                  </a:lnTo>
                  <a:close/>
                </a:path>
                <a:path w="3810" h="248920">
                  <a:moveTo>
                    <a:pt x="3810" y="233680"/>
                  </a:moveTo>
                  <a:lnTo>
                    <a:pt x="0" y="233680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80"/>
                  </a:lnTo>
                  <a:close/>
                </a:path>
                <a:path w="3810" h="248920">
                  <a:moveTo>
                    <a:pt x="3810" y="237490"/>
                  </a:moveTo>
                  <a:lnTo>
                    <a:pt x="0" y="237490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490"/>
                  </a:lnTo>
                  <a:close/>
                </a:path>
                <a:path w="3810" h="248920">
                  <a:moveTo>
                    <a:pt x="3810" y="240030"/>
                  </a:moveTo>
                  <a:lnTo>
                    <a:pt x="0" y="240030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30"/>
                  </a:lnTo>
                  <a:close/>
                </a:path>
                <a:path w="3810" h="248920">
                  <a:moveTo>
                    <a:pt x="3810" y="243840"/>
                  </a:moveTo>
                  <a:lnTo>
                    <a:pt x="0" y="243840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3840"/>
                  </a:lnTo>
                  <a:close/>
                </a:path>
                <a:path w="3810" h="248920">
                  <a:moveTo>
                    <a:pt x="3810" y="246380"/>
                  </a:moveTo>
                  <a:lnTo>
                    <a:pt x="0" y="246380"/>
                  </a:lnTo>
                  <a:lnTo>
                    <a:pt x="0" y="247650"/>
                  </a:lnTo>
                  <a:lnTo>
                    <a:pt x="1269" y="247650"/>
                  </a:lnTo>
                  <a:lnTo>
                    <a:pt x="1269" y="248920"/>
                  </a:lnTo>
                  <a:lnTo>
                    <a:pt x="3810" y="248920"/>
                  </a:lnTo>
                  <a:lnTo>
                    <a:pt x="3810" y="246380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5" name="object 1505"/>
            <p:cNvSpPr/>
            <p:nvPr/>
          </p:nvSpPr>
          <p:spPr>
            <a:xfrm>
              <a:off x="1910080" y="5459730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10" h="248920">
                  <a:moveTo>
                    <a:pt x="381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3852"/>
                  </a:lnTo>
                  <a:close/>
                </a:path>
                <a:path w="3810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10" h="248920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10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10" h="248920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10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48920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48920">
                  <a:moveTo>
                    <a:pt x="3810" y="24142"/>
                  </a:moveTo>
                  <a:lnTo>
                    <a:pt x="0" y="2414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4142"/>
                  </a:lnTo>
                  <a:close/>
                </a:path>
                <a:path w="3810" h="248920">
                  <a:moveTo>
                    <a:pt x="3810" y="21602"/>
                  </a:moveTo>
                  <a:lnTo>
                    <a:pt x="0" y="2160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1602"/>
                  </a:lnTo>
                  <a:close/>
                </a:path>
                <a:path w="3810" h="248920">
                  <a:moveTo>
                    <a:pt x="381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92"/>
                  </a:lnTo>
                  <a:close/>
                </a:path>
                <a:path w="3810" h="248920">
                  <a:moveTo>
                    <a:pt x="381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52"/>
                  </a:lnTo>
                  <a:close/>
                </a:path>
                <a:path w="3810" h="248920">
                  <a:moveTo>
                    <a:pt x="381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42"/>
                  </a:lnTo>
                  <a:close/>
                </a:path>
                <a:path w="3810" h="248920">
                  <a:moveTo>
                    <a:pt x="381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902"/>
                  </a:lnTo>
                  <a:close/>
                </a:path>
                <a:path w="3810" h="248920">
                  <a:moveTo>
                    <a:pt x="381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92"/>
                  </a:lnTo>
                  <a:close/>
                </a:path>
                <a:path w="3810" h="248920">
                  <a:moveTo>
                    <a:pt x="381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52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E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6" name="object 1506"/>
            <p:cNvSpPr/>
            <p:nvPr/>
          </p:nvSpPr>
          <p:spPr>
            <a:xfrm>
              <a:off x="1913889" y="5459730"/>
              <a:ext cx="3810" cy="250190"/>
            </a:xfrm>
            <a:custGeom>
              <a:avLst/>
              <a:gdLst/>
              <a:ahLst/>
              <a:cxnLst/>
              <a:rect l="l" t="t" r="r" b="b"/>
              <a:pathLst>
                <a:path w="3810" h="250189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  <a:path w="3810" h="250189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250189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10" h="250189">
                  <a:moveTo>
                    <a:pt x="381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890"/>
                  </a:lnTo>
                  <a:close/>
                </a:path>
                <a:path w="3810" h="250189">
                  <a:moveTo>
                    <a:pt x="381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30"/>
                  </a:lnTo>
                  <a:close/>
                </a:path>
                <a:path w="3810" h="250189">
                  <a:moveTo>
                    <a:pt x="381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40"/>
                  </a:lnTo>
                  <a:close/>
                </a:path>
                <a:path w="3810" h="250189">
                  <a:moveTo>
                    <a:pt x="3810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80"/>
                  </a:lnTo>
                  <a:close/>
                </a:path>
                <a:path w="3810" h="250189">
                  <a:moveTo>
                    <a:pt x="3810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1590"/>
                  </a:lnTo>
                  <a:close/>
                </a:path>
                <a:path w="3810" h="250189">
                  <a:moveTo>
                    <a:pt x="3810" y="24130"/>
                  </a:moveTo>
                  <a:lnTo>
                    <a:pt x="0" y="24130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4130"/>
                  </a:lnTo>
                  <a:close/>
                </a:path>
                <a:path w="3810" h="250189">
                  <a:moveTo>
                    <a:pt x="3810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790"/>
                  </a:lnTo>
                  <a:close/>
                </a:path>
                <a:path w="3810" h="250189">
                  <a:moveTo>
                    <a:pt x="3810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30"/>
                  </a:lnTo>
                  <a:close/>
                </a:path>
                <a:path w="3810" h="250189">
                  <a:moveTo>
                    <a:pt x="3810" y="231140"/>
                  </a:moveTo>
                  <a:lnTo>
                    <a:pt x="0" y="231140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40"/>
                  </a:lnTo>
                  <a:close/>
                </a:path>
                <a:path w="3810" h="250189">
                  <a:moveTo>
                    <a:pt x="3810" y="233680"/>
                  </a:moveTo>
                  <a:lnTo>
                    <a:pt x="0" y="233680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80"/>
                  </a:lnTo>
                  <a:close/>
                </a:path>
                <a:path w="3810" h="250189">
                  <a:moveTo>
                    <a:pt x="3810" y="237490"/>
                  </a:moveTo>
                  <a:lnTo>
                    <a:pt x="0" y="237490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490"/>
                  </a:lnTo>
                  <a:close/>
                </a:path>
                <a:path w="3810" h="250189">
                  <a:moveTo>
                    <a:pt x="3810" y="240030"/>
                  </a:moveTo>
                  <a:lnTo>
                    <a:pt x="0" y="240030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30"/>
                  </a:lnTo>
                  <a:close/>
                </a:path>
                <a:path w="3810" h="250189">
                  <a:moveTo>
                    <a:pt x="3810" y="243840"/>
                  </a:moveTo>
                  <a:lnTo>
                    <a:pt x="0" y="243840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3840"/>
                  </a:lnTo>
                  <a:close/>
                </a:path>
                <a:path w="3810" h="250189">
                  <a:moveTo>
                    <a:pt x="3810" y="246380"/>
                  </a:moveTo>
                  <a:lnTo>
                    <a:pt x="0" y="246380"/>
                  </a:lnTo>
                  <a:lnTo>
                    <a:pt x="0" y="248920"/>
                  </a:lnTo>
                  <a:lnTo>
                    <a:pt x="1270" y="248920"/>
                  </a:lnTo>
                  <a:lnTo>
                    <a:pt x="1270" y="250190"/>
                  </a:lnTo>
                  <a:lnTo>
                    <a:pt x="3810" y="250190"/>
                  </a:lnTo>
                  <a:lnTo>
                    <a:pt x="3810" y="246380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7" name="object 1507"/>
            <p:cNvSpPr/>
            <p:nvPr/>
          </p:nvSpPr>
          <p:spPr>
            <a:xfrm>
              <a:off x="1917700" y="5459730"/>
              <a:ext cx="3810" cy="250190"/>
            </a:xfrm>
            <a:custGeom>
              <a:avLst/>
              <a:gdLst/>
              <a:ahLst/>
              <a:cxnLst/>
              <a:rect l="l" t="t" r="r" b="b"/>
              <a:pathLst>
                <a:path w="3810" h="250189">
                  <a:moveTo>
                    <a:pt x="3810" y="246392"/>
                  </a:moveTo>
                  <a:lnTo>
                    <a:pt x="0" y="24639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6392"/>
                  </a:lnTo>
                  <a:close/>
                </a:path>
                <a:path w="3810" h="250189">
                  <a:moveTo>
                    <a:pt x="381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3852"/>
                  </a:lnTo>
                  <a:close/>
                </a:path>
                <a:path w="3810" h="250189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10" h="250189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10" h="250189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10" h="250189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10" h="250189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50189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50189">
                  <a:moveTo>
                    <a:pt x="3810" y="24142"/>
                  </a:moveTo>
                  <a:lnTo>
                    <a:pt x="0" y="2414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4142"/>
                  </a:lnTo>
                  <a:close/>
                </a:path>
                <a:path w="3810" h="250189">
                  <a:moveTo>
                    <a:pt x="3810" y="21602"/>
                  </a:moveTo>
                  <a:lnTo>
                    <a:pt x="0" y="2160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1602"/>
                  </a:lnTo>
                  <a:close/>
                </a:path>
                <a:path w="3810" h="250189">
                  <a:moveTo>
                    <a:pt x="381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92"/>
                  </a:lnTo>
                  <a:close/>
                </a:path>
                <a:path w="3810" h="250189">
                  <a:moveTo>
                    <a:pt x="381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52"/>
                  </a:lnTo>
                  <a:close/>
                </a:path>
                <a:path w="3810" h="250189">
                  <a:moveTo>
                    <a:pt x="381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42"/>
                  </a:lnTo>
                  <a:close/>
                </a:path>
                <a:path w="3810" h="250189">
                  <a:moveTo>
                    <a:pt x="381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902"/>
                  </a:lnTo>
                  <a:close/>
                </a:path>
                <a:path w="3810" h="250189">
                  <a:moveTo>
                    <a:pt x="381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92"/>
                  </a:lnTo>
                  <a:close/>
                </a:path>
                <a:path w="3810" h="250189">
                  <a:moveTo>
                    <a:pt x="381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52"/>
                  </a:lnTo>
                  <a:close/>
                </a:path>
                <a:path w="3810" h="250189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8" name="object 1508"/>
            <p:cNvSpPr/>
            <p:nvPr/>
          </p:nvSpPr>
          <p:spPr>
            <a:xfrm>
              <a:off x="1921510" y="5459730"/>
              <a:ext cx="2540" cy="250190"/>
            </a:xfrm>
            <a:custGeom>
              <a:avLst/>
              <a:gdLst/>
              <a:ahLst/>
              <a:cxnLst/>
              <a:rect l="l" t="t" r="r" b="b"/>
              <a:pathLst>
                <a:path w="2539" h="250189">
                  <a:moveTo>
                    <a:pt x="2540" y="246392"/>
                  </a:moveTo>
                  <a:lnTo>
                    <a:pt x="0" y="246392"/>
                  </a:lnTo>
                  <a:lnTo>
                    <a:pt x="0" y="250190"/>
                  </a:lnTo>
                  <a:lnTo>
                    <a:pt x="2540" y="250190"/>
                  </a:lnTo>
                  <a:lnTo>
                    <a:pt x="2540" y="246392"/>
                  </a:lnTo>
                  <a:close/>
                </a:path>
                <a:path w="2539" h="250189">
                  <a:moveTo>
                    <a:pt x="254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2540" y="246380"/>
                  </a:lnTo>
                  <a:lnTo>
                    <a:pt x="2540" y="243852"/>
                  </a:lnTo>
                  <a:close/>
                </a:path>
                <a:path w="2539" h="250189">
                  <a:moveTo>
                    <a:pt x="254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2540" y="243840"/>
                  </a:lnTo>
                  <a:lnTo>
                    <a:pt x="2540" y="240042"/>
                  </a:lnTo>
                  <a:close/>
                </a:path>
                <a:path w="2539" h="250189">
                  <a:moveTo>
                    <a:pt x="254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2540" y="240030"/>
                  </a:lnTo>
                  <a:lnTo>
                    <a:pt x="2540" y="237502"/>
                  </a:lnTo>
                  <a:close/>
                </a:path>
                <a:path w="2539" h="250189">
                  <a:moveTo>
                    <a:pt x="254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2540" y="237490"/>
                  </a:lnTo>
                  <a:lnTo>
                    <a:pt x="2540" y="233692"/>
                  </a:lnTo>
                  <a:close/>
                </a:path>
                <a:path w="2539" h="250189">
                  <a:moveTo>
                    <a:pt x="254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2540" y="233680"/>
                  </a:lnTo>
                  <a:lnTo>
                    <a:pt x="2540" y="231152"/>
                  </a:lnTo>
                  <a:close/>
                </a:path>
                <a:path w="2539" h="250189">
                  <a:moveTo>
                    <a:pt x="254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2540" y="231140"/>
                  </a:lnTo>
                  <a:lnTo>
                    <a:pt x="2540" y="227342"/>
                  </a:lnTo>
                  <a:close/>
                </a:path>
                <a:path w="2539" h="250189">
                  <a:moveTo>
                    <a:pt x="254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2540" y="227330"/>
                  </a:lnTo>
                  <a:lnTo>
                    <a:pt x="2540" y="224802"/>
                  </a:lnTo>
                  <a:close/>
                </a:path>
                <a:path w="2539" h="250189">
                  <a:moveTo>
                    <a:pt x="2540" y="24142"/>
                  </a:moveTo>
                  <a:lnTo>
                    <a:pt x="0" y="24142"/>
                  </a:lnTo>
                  <a:lnTo>
                    <a:pt x="0" y="224790"/>
                  </a:lnTo>
                  <a:lnTo>
                    <a:pt x="2540" y="224790"/>
                  </a:lnTo>
                  <a:lnTo>
                    <a:pt x="2540" y="24142"/>
                  </a:lnTo>
                  <a:close/>
                </a:path>
                <a:path w="2539" h="250189">
                  <a:moveTo>
                    <a:pt x="2540" y="21602"/>
                  </a:moveTo>
                  <a:lnTo>
                    <a:pt x="0" y="21602"/>
                  </a:lnTo>
                  <a:lnTo>
                    <a:pt x="0" y="24130"/>
                  </a:lnTo>
                  <a:lnTo>
                    <a:pt x="2540" y="24130"/>
                  </a:lnTo>
                  <a:lnTo>
                    <a:pt x="2540" y="21602"/>
                  </a:lnTo>
                  <a:close/>
                </a:path>
                <a:path w="2539" h="250189">
                  <a:moveTo>
                    <a:pt x="254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2540" y="21590"/>
                  </a:lnTo>
                  <a:lnTo>
                    <a:pt x="2540" y="17792"/>
                  </a:lnTo>
                  <a:close/>
                </a:path>
                <a:path w="2539" h="250189">
                  <a:moveTo>
                    <a:pt x="254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2540" y="17780"/>
                  </a:lnTo>
                  <a:lnTo>
                    <a:pt x="2540" y="15252"/>
                  </a:lnTo>
                  <a:close/>
                </a:path>
                <a:path w="2539" h="250189">
                  <a:moveTo>
                    <a:pt x="254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2540" y="15240"/>
                  </a:lnTo>
                  <a:lnTo>
                    <a:pt x="2540" y="11442"/>
                  </a:lnTo>
                  <a:close/>
                </a:path>
                <a:path w="2539" h="250189">
                  <a:moveTo>
                    <a:pt x="254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8902"/>
                  </a:lnTo>
                  <a:close/>
                </a:path>
                <a:path w="2539" h="250189">
                  <a:moveTo>
                    <a:pt x="254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2540" y="8890"/>
                  </a:lnTo>
                  <a:lnTo>
                    <a:pt x="2540" y="5092"/>
                  </a:lnTo>
                  <a:close/>
                </a:path>
                <a:path w="2539" h="250189">
                  <a:moveTo>
                    <a:pt x="254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2552"/>
                  </a:lnTo>
                  <a:close/>
                </a:path>
                <a:path w="2539" h="250189">
                  <a:moveTo>
                    <a:pt x="254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540" y="254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8799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9" name="object 1509"/>
            <p:cNvSpPr/>
            <p:nvPr/>
          </p:nvSpPr>
          <p:spPr>
            <a:xfrm>
              <a:off x="1924050" y="5459730"/>
              <a:ext cx="3810" cy="250190"/>
            </a:xfrm>
            <a:custGeom>
              <a:avLst/>
              <a:gdLst/>
              <a:ahLst/>
              <a:cxnLst/>
              <a:rect l="l" t="t" r="r" b="b"/>
              <a:pathLst>
                <a:path w="3810" h="250189">
                  <a:moveTo>
                    <a:pt x="3810" y="246392"/>
                  </a:moveTo>
                  <a:lnTo>
                    <a:pt x="0" y="24639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6392"/>
                  </a:lnTo>
                  <a:close/>
                </a:path>
                <a:path w="3810" h="250189">
                  <a:moveTo>
                    <a:pt x="381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3852"/>
                  </a:lnTo>
                  <a:close/>
                </a:path>
                <a:path w="3810" h="250189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10" h="250189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10" h="250189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10" h="250189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10" h="250189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50189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50189">
                  <a:moveTo>
                    <a:pt x="3810" y="24142"/>
                  </a:moveTo>
                  <a:lnTo>
                    <a:pt x="0" y="2414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4142"/>
                  </a:lnTo>
                  <a:close/>
                </a:path>
                <a:path w="3810" h="250189">
                  <a:moveTo>
                    <a:pt x="3810" y="21602"/>
                  </a:moveTo>
                  <a:lnTo>
                    <a:pt x="0" y="2160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1602"/>
                  </a:lnTo>
                  <a:close/>
                </a:path>
                <a:path w="3810" h="250189">
                  <a:moveTo>
                    <a:pt x="381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92"/>
                  </a:lnTo>
                  <a:close/>
                </a:path>
                <a:path w="3810" h="250189">
                  <a:moveTo>
                    <a:pt x="381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52"/>
                  </a:lnTo>
                  <a:close/>
                </a:path>
                <a:path w="3810" h="250189">
                  <a:moveTo>
                    <a:pt x="381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42"/>
                  </a:lnTo>
                  <a:close/>
                </a:path>
                <a:path w="3810" h="250189">
                  <a:moveTo>
                    <a:pt x="381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902"/>
                  </a:lnTo>
                  <a:close/>
                </a:path>
                <a:path w="3810" h="250189">
                  <a:moveTo>
                    <a:pt x="381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92"/>
                  </a:lnTo>
                  <a:close/>
                </a:path>
                <a:path w="3810" h="250189">
                  <a:moveTo>
                    <a:pt x="381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52"/>
                  </a:lnTo>
                  <a:close/>
                </a:path>
                <a:path w="3810" h="250189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496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0" name="object 1510"/>
            <p:cNvSpPr/>
            <p:nvPr/>
          </p:nvSpPr>
          <p:spPr>
            <a:xfrm>
              <a:off x="1927860" y="5459730"/>
              <a:ext cx="3810" cy="250190"/>
            </a:xfrm>
            <a:custGeom>
              <a:avLst/>
              <a:gdLst/>
              <a:ahLst/>
              <a:cxnLst/>
              <a:rect l="l" t="t" r="r" b="b"/>
              <a:pathLst>
                <a:path w="3810" h="250189">
                  <a:moveTo>
                    <a:pt x="3810" y="246392"/>
                  </a:moveTo>
                  <a:lnTo>
                    <a:pt x="0" y="24639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6392"/>
                  </a:lnTo>
                  <a:close/>
                </a:path>
                <a:path w="3810" h="250189">
                  <a:moveTo>
                    <a:pt x="381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3852"/>
                  </a:lnTo>
                  <a:close/>
                </a:path>
                <a:path w="3810" h="250189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10" h="250189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10" h="250189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10" h="250189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10" h="250189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50189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50189">
                  <a:moveTo>
                    <a:pt x="3810" y="24142"/>
                  </a:moveTo>
                  <a:lnTo>
                    <a:pt x="0" y="2414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4142"/>
                  </a:lnTo>
                  <a:close/>
                </a:path>
                <a:path w="3810" h="250189">
                  <a:moveTo>
                    <a:pt x="3810" y="21602"/>
                  </a:moveTo>
                  <a:lnTo>
                    <a:pt x="0" y="2160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1602"/>
                  </a:lnTo>
                  <a:close/>
                </a:path>
                <a:path w="3810" h="250189">
                  <a:moveTo>
                    <a:pt x="381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92"/>
                  </a:lnTo>
                  <a:close/>
                </a:path>
                <a:path w="3810" h="250189">
                  <a:moveTo>
                    <a:pt x="381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52"/>
                  </a:lnTo>
                  <a:close/>
                </a:path>
                <a:path w="3810" h="250189">
                  <a:moveTo>
                    <a:pt x="381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42"/>
                  </a:lnTo>
                  <a:close/>
                </a:path>
                <a:path w="3810" h="250189">
                  <a:moveTo>
                    <a:pt x="381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902"/>
                  </a:lnTo>
                  <a:close/>
                </a:path>
                <a:path w="3810" h="250189">
                  <a:moveTo>
                    <a:pt x="381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92"/>
                  </a:lnTo>
                  <a:close/>
                </a:path>
                <a:path w="3810" h="250189">
                  <a:moveTo>
                    <a:pt x="381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52"/>
                  </a:lnTo>
                  <a:close/>
                </a:path>
                <a:path w="3810" h="250189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19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1" name="object 1511"/>
            <p:cNvSpPr/>
            <p:nvPr/>
          </p:nvSpPr>
          <p:spPr>
            <a:xfrm>
              <a:off x="1931669" y="54584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0" y="1269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0"/>
                  </a:lnTo>
                  <a:close/>
                </a:path>
                <a:path w="3810" h="252729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6509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22859"/>
                  </a:lnTo>
                  <a:close/>
                </a:path>
                <a:path w="3810" h="252729">
                  <a:moveTo>
                    <a:pt x="3810" y="25400"/>
                  </a:moveTo>
                  <a:lnTo>
                    <a:pt x="0" y="2540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5400"/>
                  </a:lnTo>
                  <a:close/>
                </a:path>
                <a:path w="3810" h="252729">
                  <a:moveTo>
                    <a:pt x="3810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6059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3810" y="234949"/>
                  </a:lnTo>
                  <a:lnTo>
                    <a:pt x="3810" y="232409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3810" y="238759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8759"/>
                  </a:moveTo>
                  <a:lnTo>
                    <a:pt x="0" y="238759"/>
                  </a:lnTo>
                  <a:lnTo>
                    <a:pt x="0" y="241299"/>
                  </a:lnTo>
                  <a:lnTo>
                    <a:pt x="3810" y="241299"/>
                  </a:lnTo>
                  <a:lnTo>
                    <a:pt x="3810" y="238759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109"/>
                  </a:lnTo>
                  <a:lnTo>
                    <a:pt x="3810" y="245109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45109"/>
                  </a:moveTo>
                  <a:lnTo>
                    <a:pt x="0" y="245109"/>
                  </a:lnTo>
                  <a:lnTo>
                    <a:pt x="0" y="247649"/>
                  </a:lnTo>
                  <a:lnTo>
                    <a:pt x="3810" y="247649"/>
                  </a:lnTo>
                  <a:lnTo>
                    <a:pt x="3810" y="245109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59"/>
                  </a:lnTo>
                  <a:lnTo>
                    <a:pt x="3810" y="251459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51459"/>
                  </a:moveTo>
                  <a:lnTo>
                    <a:pt x="2540" y="251459"/>
                  </a:lnTo>
                  <a:lnTo>
                    <a:pt x="2540" y="252729"/>
                  </a:lnTo>
                  <a:lnTo>
                    <a:pt x="3810" y="252729"/>
                  </a:lnTo>
                  <a:lnTo>
                    <a:pt x="3810" y="251459"/>
                  </a:lnTo>
                  <a:close/>
                </a:path>
              </a:pathLst>
            </a:custGeom>
            <a:solidFill>
              <a:srgbClr val="7F92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2" name="object 1512"/>
            <p:cNvSpPr/>
            <p:nvPr/>
          </p:nvSpPr>
          <p:spPr>
            <a:xfrm>
              <a:off x="1935480" y="54584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5400"/>
                  </a:moveTo>
                  <a:lnTo>
                    <a:pt x="0" y="2540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540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3" name="object 1513"/>
            <p:cNvSpPr/>
            <p:nvPr/>
          </p:nvSpPr>
          <p:spPr>
            <a:xfrm>
              <a:off x="1939290" y="54584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5400"/>
                  </a:moveTo>
                  <a:lnTo>
                    <a:pt x="0" y="2540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540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9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4" name="object 1514"/>
            <p:cNvSpPr/>
            <p:nvPr/>
          </p:nvSpPr>
          <p:spPr>
            <a:xfrm>
              <a:off x="1943100" y="54584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5400"/>
                  </a:moveTo>
                  <a:lnTo>
                    <a:pt x="0" y="2540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540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5" name="object 1515"/>
            <p:cNvSpPr/>
            <p:nvPr/>
          </p:nvSpPr>
          <p:spPr>
            <a:xfrm>
              <a:off x="1946910" y="54584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5400"/>
                  </a:moveTo>
                  <a:lnTo>
                    <a:pt x="0" y="2540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540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6" name="object 1516"/>
            <p:cNvSpPr/>
            <p:nvPr/>
          </p:nvSpPr>
          <p:spPr>
            <a:xfrm>
              <a:off x="1950720" y="5458472"/>
              <a:ext cx="2540" cy="252729"/>
            </a:xfrm>
            <a:custGeom>
              <a:avLst/>
              <a:gdLst/>
              <a:ahLst/>
              <a:cxnLst/>
              <a:rect l="l" t="t" r="r" b="b"/>
              <a:pathLst>
                <a:path w="2539" h="252729">
                  <a:moveTo>
                    <a:pt x="254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2540" y="252717"/>
                  </a:lnTo>
                  <a:lnTo>
                    <a:pt x="2540" y="251460"/>
                  </a:lnTo>
                  <a:close/>
                </a:path>
                <a:path w="2539" h="252729">
                  <a:moveTo>
                    <a:pt x="254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2540" y="251447"/>
                  </a:lnTo>
                  <a:lnTo>
                    <a:pt x="2540" y="247650"/>
                  </a:lnTo>
                  <a:close/>
                </a:path>
                <a:path w="2539" h="252729">
                  <a:moveTo>
                    <a:pt x="254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2540" y="247637"/>
                  </a:lnTo>
                  <a:lnTo>
                    <a:pt x="2540" y="245110"/>
                  </a:lnTo>
                  <a:close/>
                </a:path>
                <a:path w="2539" h="252729">
                  <a:moveTo>
                    <a:pt x="254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2540" y="245097"/>
                  </a:lnTo>
                  <a:lnTo>
                    <a:pt x="2540" y="241300"/>
                  </a:lnTo>
                  <a:close/>
                </a:path>
                <a:path w="2539" h="252729">
                  <a:moveTo>
                    <a:pt x="254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2540" y="241287"/>
                  </a:lnTo>
                  <a:lnTo>
                    <a:pt x="2540" y="238760"/>
                  </a:lnTo>
                  <a:close/>
                </a:path>
                <a:path w="2539" h="252729">
                  <a:moveTo>
                    <a:pt x="254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2540" y="238747"/>
                  </a:lnTo>
                  <a:lnTo>
                    <a:pt x="2540" y="234950"/>
                  </a:lnTo>
                  <a:close/>
                </a:path>
                <a:path w="2539" h="252729">
                  <a:moveTo>
                    <a:pt x="254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2540" y="234937"/>
                  </a:lnTo>
                  <a:lnTo>
                    <a:pt x="2540" y="232410"/>
                  </a:lnTo>
                  <a:close/>
                </a:path>
                <a:path w="2539" h="252729">
                  <a:moveTo>
                    <a:pt x="254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2540" y="232397"/>
                  </a:lnTo>
                  <a:lnTo>
                    <a:pt x="2540" y="228600"/>
                  </a:lnTo>
                  <a:close/>
                </a:path>
                <a:path w="2539" h="252729">
                  <a:moveTo>
                    <a:pt x="254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2540" y="228587"/>
                  </a:lnTo>
                  <a:lnTo>
                    <a:pt x="2540" y="226060"/>
                  </a:lnTo>
                  <a:close/>
                </a:path>
                <a:path w="2539" h="252729">
                  <a:moveTo>
                    <a:pt x="2540" y="25400"/>
                  </a:moveTo>
                  <a:lnTo>
                    <a:pt x="0" y="25400"/>
                  </a:lnTo>
                  <a:lnTo>
                    <a:pt x="0" y="226047"/>
                  </a:lnTo>
                  <a:lnTo>
                    <a:pt x="2540" y="226047"/>
                  </a:lnTo>
                  <a:lnTo>
                    <a:pt x="2540" y="25400"/>
                  </a:lnTo>
                  <a:close/>
                </a:path>
                <a:path w="2539" h="252729">
                  <a:moveTo>
                    <a:pt x="254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2540" y="25387"/>
                  </a:lnTo>
                  <a:lnTo>
                    <a:pt x="2540" y="22860"/>
                  </a:lnTo>
                  <a:close/>
                </a:path>
                <a:path w="2539" h="252729">
                  <a:moveTo>
                    <a:pt x="254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2540" y="22847"/>
                  </a:lnTo>
                  <a:lnTo>
                    <a:pt x="2540" y="19050"/>
                  </a:lnTo>
                  <a:close/>
                </a:path>
                <a:path w="2539" h="252729">
                  <a:moveTo>
                    <a:pt x="254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2540" y="19037"/>
                  </a:lnTo>
                  <a:lnTo>
                    <a:pt x="2540" y="16510"/>
                  </a:lnTo>
                  <a:close/>
                </a:path>
                <a:path w="2539" h="252729">
                  <a:moveTo>
                    <a:pt x="254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2540" y="16497"/>
                  </a:lnTo>
                  <a:lnTo>
                    <a:pt x="2540" y="12700"/>
                  </a:lnTo>
                  <a:close/>
                </a:path>
                <a:path w="2539" h="252729">
                  <a:moveTo>
                    <a:pt x="254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10160"/>
                  </a:lnTo>
                  <a:close/>
                </a:path>
                <a:path w="2539" h="252729">
                  <a:moveTo>
                    <a:pt x="254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2540" y="10147"/>
                  </a:lnTo>
                  <a:lnTo>
                    <a:pt x="2540" y="6350"/>
                  </a:lnTo>
                  <a:close/>
                </a:path>
                <a:path w="2539" h="252729">
                  <a:moveTo>
                    <a:pt x="254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3810"/>
                  </a:lnTo>
                  <a:close/>
                </a:path>
                <a:path w="2539" h="252729">
                  <a:moveTo>
                    <a:pt x="254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2540" y="379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71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7" name="object 1517"/>
            <p:cNvSpPr/>
            <p:nvPr/>
          </p:nvSpPr>
          <p:spPr>
            <a:xfrm>
              <a:off x="1953260" y="54584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5400"/>
                  </a:moveTo>
                  <a:lnTo>
                    <a:pt x="0" y="2540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540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F84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8" name="object 1518"/>
            <p:cNvSpPr/>
            <p:nvPr/>
          </p:nvSpPr>
          <p:spPr>
            <a:xfrm>
              <a:off x="1957070" y="54584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5400"/>
                  </a:moveTo>
                  <a:lnTo>
                    <a:pt x="0" y="2540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540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C82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9" name="object 1519"/>
            <p:cNvSpPr/>
            <p:nvPr/>
          </p:nvSpPr>
          <p:spPr>
            <a:xfrm>
              <a:off x="1960880" y="5457189"/>
              <a:ext cx="3810" cy="254000"/>
            </a:xfrm>
            <a:custGeom>
              <a:avLst/>
              <a:gdLst/>
              <a:ahLst/>
              <a:cxnLst/>
              <a:rect l="l" t="t" r="r" b="b"/>
              <a:pathLst>
                <a:path w="3810" h="254000">
                  <a:moveTo>
                    <a:pt x="254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  <a:path w="3810" h="254000">
                  <a:moveTo>
                    <a:pt x="3810" y="252742"/>
                  </a:moveTo>
                  <a:lnTo>
                    <a:pt x="0" y="252742"/>
                  </a:lnTo>
                  <a:lnTo>
                    <a:pt x="0" y="254000"/>
                  </a:lnTo>
                  <a:lnTo>
                    <a:pt x="3810" y="254000"/>
                  </a:lnTo>
                  <a:lnTo>
                    <a:pt x="3810" y="252742"/>
                  </a:lnTo>
                  <a:close/>
                </a:path>
                <a:path w="3810" h="254000">
                  <a:moveTo>
                    <a:pt x="3810" y="248932"/>
                  </a:moveTo>
                  <a:lnTo>
                    <a:pt x="0" y="248932"/>
                  </a:lnTo>
                  <a:lnTo>
                    <a:pt x="0" y="252730"/>
                  </a:lnTo>
                  <a:lnTo>
                    <a:pt x="3810" y="252730"/>
                  </a:lnTo>
                  <a:lnTo>
                    <a:pt x="3810" y="248932"/>
                  </a:lnTo>
                  <a:close/>
                </a:path>
                <a:path w="3810" h="25400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10" h="254000">
                  <a:moveTo>
                    <a:pt x="3810" y="242582"/>
                  </a:moveTo>
                  <a:lnTo>
                    <a:pt x="0" y="24258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2582"/>
                  </a:lnTo>
                  <a:close/>
                </a:path>
                <a:path w="3810" h="254000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10" h="254000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10" h="254000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10" h="254000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10" h="254000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10" h="254000">
                  <a:moveTo>
                    <a:pt x="3810" y="26682"/>
                  </a:moveTo>
                  <a:lnTo>
                    <a:pt x="0" y="2668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6682"/>
                  </a:lnTo>
                  <a:close/>
                </a:path>
                <a:path w="3810" h="254000">
                  <a:moveTo>
                    <a:pt x="3810" y="24142"/>
                  </a:moveTo>
                  <a:lnTo>
                    <a:pt x="0" y="24142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4142"/>
                  </a:lnTo>
                  <a:close/>
                </a:path>
                <a:path w="3810" h="254000">
                  <a:moveTo>
                    <a:pt x="3810" y="20332"/>
                  </a:moveTo>
                  <a:lnTo>
                    <a:pt x="0" y="2033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0332"/>
                  </a:lnTo>
                  <a:close/>
                </a:path>
                <a:path w="3810" h="254000">
                  <a:moveTo>
                    <a:pt x="381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92"/>
                  </a:lnTo>
                  <a:close/>
                </a:path>
                <a:path w="3810" h="254000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10" h="254000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10" h="25400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10" h="25400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10" h="25400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</a:pathLst>
            </a:custGeom>
            <a:solidFill>
              <a:srgbClr val="6980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0" name="object 1520"/>
            <p:cNvSpPr/>
            <p:nvPr/>
          </p:nvSpPr>
          <p:spPr>
            <a:xfrm>
              <a:off x="1964690" y="54584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5400"/>
                  </a:moveTo>
                  <a:lnTo>
                    <a:pt x="0" y="2540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540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77E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1" name="object 1521"/>
            <p:cNvSpPr/>
            <p:nvPr/>
          </p:nvSpPr>
          <p:spPr>
            <a:xfrm>
              <a:off x="1968500" y="54584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5400"/>
                  </a:moveTo>
                  <a:lnTo>
                    <a:pt x="0" y="2540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540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A80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2" name="object 1522"/>
            <p:cNvSpPr/>
            <p:nvPr/>
          </p:nvSpPr>
          <p:spPr>
            <a:xfrm>
              <a:off x="1972310" y="5458472"/>
              <a:ext cx="2540" cy="252729"/>
            </a:xfrm>
            <a:custGeom>
              <a:avLst/>
              <a:gdLst/>
              <a:ahLst/>
              <a:cxnLst/>
              <a:rect l="l" t="t" r="r" b="b"/>
              <a:pathLst>
                <a:path w="2539" h="252729">
                  <a:moveTo>
                    <a:pt x="254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2540" y="252717"/>
                  </a:lnTo>
                  <a:lnTo>
                    <a:pt x="2540" y="251460"/>
                  </a:lnTo>
                  <a:close/>
                </a:path>
                <a:path w="2539" h="252729">
                  <a:moveTo>
                    <a:pt x="254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2540" y="251447"/>
                  </a:lnTo>
                  <a:lnTo>
                    <a:pt x="2540" y="247650"/>
                  </a:lnTo>
                  <a:close/>
                </a:path>
                <a:path w="2539" h="252729">
                  <a:moveTo>
                    <a:pt x="254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2540" y="247637"/>
                  </a:lnTo>
                  <a:lnTo>
                    <a:pt x="2540" y="245110"/>
                  </a:lnTo>
                  <a:close/>
                </a:path>
                <a:path w="2539" h="252729">
                  <a:moveTo>
                    <a:pt x="254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2540" y="245097"/>
                  </a:lnTo>
                  <a:lnTo>
                    <a:pt x="2540" y="241300"/>
                  </a:lnTo>
                  <a:close/>
                </a:path>
                <a:path w="2539" h="252729">
                  <a:moveTo>
                    <a:pt x="254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2540" y="241287"/>
                  </a:lnTo>
                  <a:lnTo>
                    <a:pt x="2540" y="238760"/>
                  </a:lnTo>
                  <a:close/>
                </a:path>
                <a:path w="2539" h="252729">
                  <a:moveTo>
                    <a:pt x="254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2540" y="238747"/>
                  </a:lnTo>
                  <a:lnTo>
                    <a:pt x="2540" y="234950"/>
                  </a:lnTo>
                  <a:close/>
                </a:path>
                <a:path w="2539" h="252729">
                  <a:moveTo>
                    <a:pt x="254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2540" y="234937"/>
                  </a:lnTo>
                  <a:lnTo>
                    <a:pt x="2540" y="232410"/>
                  </a:lnTo>
                  <a:close/>
                </a:path>
                <a:path w="2539" h="252729">
                  <a:moveTo>
                    <a:pt x="254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2540" y="232397"/>
                  </a:lnTo>
                  <a:lnTo>
                    <a:pt x="2540" y="228600"/>
                  </a:lnTo>
                  <a:close/>
                </a:path>
                <a:path w="2539" h="252729">
                  <a:moveTo>
                    <a:pt x="254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2540" y="228587"/>
                  </a:lnTo>
                  <a:lnTo>
                    <a:pt x="2540" y="226060"/>
                  </a:lnTo>
                  <a:close/>
                </a:path>
                <a:path w="2539" h="252729">
                  <a:moveTo>
                    <a:pt x="2540" y="25400"/>
                  </a:moveTo>
                  <a:lnTo>
                    <a:pt x="0" y="25400"/>
                  </a:lnTo>
                  <a:lnTo>
                    <a:pt x="0" y="226047"/>
                  </a:lnTo>
                  <a:lnTo>
                    <a:pt x="2540" y="226047"/>
                  </a:lnTo>
                  <a:lnTo>
                    <a:pt x="2540" y="25400"/>
                  </a:lnTo>
                  <a:close/>
                </a:path>
                <a:path w="2539" h="252729">
                  <a:moveTo>
                    <a:pt x="254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2540" y="25387"/>
                  </a:lnTo>
                  <a:lnTo>
                    <a:pt x="2540" y="22860"/>
                  </a:lnTo>
                  <a:close/>
                </a:path>
                <a:path w="2539" h="252729">
                  <a:moveTo>
                    <a:pt x="254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2540" y="22847"/>
                  </a:lnTo>
                  <a:lnTo>
                    <a:pt x="2540" y="19050"/>
                  </a:lnTo>
                  <a:close/>
                </a:path>
                <a:path w="2539" h="252729">
                  <a:moveTo>
                    <a:pt x="254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2540" y="19037"/>
                  </a:lnTo>
                  <a:lnTo>
                    <a:pt x="2540" y="16510"/>
                  </a:lnTo>
                  <a:close/>
                </a:path>
                <a:path w="2539" h="252729">
                  <a:moveTo>
                    <a:pt x="254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2540" y="16497"/>
                  </a:lnTo>
                  <a:lnTo>
                    <a:pt x="2540" y="12700"/>
                  </a:lnTo>
                  <a:close/>
                </a:path>
                <a:path w="2539" h="252729">
                  <a:moveTo>
                    <a:pt x="254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10160"/>
                  </a:lnTo>
                  <a:close/>
                </a:path>
                <a:path w="2539" h="252729">
                  <a:moveTo>
                    <a:pt x="254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2540" y="10147"/>
                  </a:lnTo>
                  <a:lnTo>
                    <a:pt x="2540" y="6350"/>
                  </a:lnTo>
                  <a:close/>
                </a:path>
                <a:path w="2539" h="252729">
                  <a:moveTo>
                    <a:pt x="254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3810"/>
                  </a:lnTo>
                  <a:close/>
                </a:path>
                <a:path w="2539" h="252729">
                  <a:moveTo>
                    <a:pt x="254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2540" y="379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6C82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3" name="object 1523"/>
            <p:cNvSpPr/>
            <p:nvPr/>
          </p:nvSpPr>
          <p:spPr>
            <a:xfrm>
              <a:off x="1974850" y="54584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5400"/>
                  </a:moveTo>
                  <a:lnTo>
                    <a:pt x="0" y="2540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540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F84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4" name="object 1524"/>
            <p:cNvSpPr/>
            <p:nvPr/>
          </p:nvSpPr>
          <p:spPr>
            <a:xfrm>
              <a:off x="1978660" y="54584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5400"/>
                  </a:moveTo>
                  <a:lnTo>
                    <a:pt x="0" y="2540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540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2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5" name="object 1525"/>
            <p:cNvSpPr/>
            <p:nvPr/>
          </p:nvSpPr>
          <p:spPr>
            <a:xfrm>
              <a:off x="1982470" y="54584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5400"/>
                  </a:moveTo>
                  <a:lnTo>
                    <a:pt x="0" y="2540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540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6" name="object 1526"/>
            <p:cNvSpPr/>
            <p:nvPr/>
          </p:nvSpPr>
          <p:spPr>
            <a:xfrm>
              <a:off x="1986280" y="54584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5400"/>
                  </a:moveTo>
                  <a:lnTo>
                    <a:pt x="0" y="2540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540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7" name="object 1527"/>
            <p:cNvSpPr/>
            <p:nvPr/>
          </p:nvSpPr>
          <p:spPr>
            <a:xfrm>
              <a:off x="1990089" y="54584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254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10" h="252729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6509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22859"/>
                  </a:lnTo>
                  <a:close/>
                </a:path>
                <a:path w="3810" h="252729">
                  <a:moveTo>
                    <a:pt x="3810" y="25400"/>
                  </a:moveTo>
                  <a:lnTo>
                    <a:pt x="0" y="2540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5400"/>
                  </a:lnTo>
                  <a:close/>
                </a:path>
                <a:path w="3810" h="252729">
                  <a:moveTo>
                    <a:pt x="3810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6059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3810" y="234949"/>
                  </a:lnTo>
                  <a:lnTo>
                    <a:pt x="3810" y="232409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3810" y="238759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8759"/>
                  </a:moveTo>
                  <a:lnTo>
                    <a:pt x="0" y="238759"/>
                  </a:lnTo>
                  <a:lnTo>
                    <a:pt x="0" y="241299"/>
                  </a:lnTo>
                  <a:lnTo>
                    <a:pt x="3810" y="241299"/>
                  </a:lnTo>
                  <a:lnTo>
                    <a:pt x="3810" y="238759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109"/>
                  </a:lnTo>
                  <a:lnTo>
                    <a:pt x="3810" y="245109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45109"/>
                  </a:moveTo>
                  <a:lnTo>
                    <a:pt x="0" y="245109"/>
                  </a:lnTo>
                  <a:lnTo>
                    <a:pt x="0" y="247649"/>
                  </a:lnTo>
                  <a:lnTo>
                    <a:pt x="3810" y="247649"/>
                  </a:lnTo>
                  <a:lnTo>
                    <a:pt x="3810" y="245109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59"/>
                  </a:lnTo>
                  <a:lnTo>
                    <a:pt x="3810" y="251459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2540" y="251459"/>
                  </a:moveTo>
                  <a:lnTo>
                    <a:pt x="0" y="251459"/>
                  </a:lnTo>
                  <a:lnTo>
                    <a:pt x="0" y="252729"/>
                  </a:lnTo>
                  <a:lnTo>
                    <a:pt x="2540" y="252729"/>
                  </a:lnTo>
                  <a:lnTo>
                    <a:pt x="2540" y="251459"/>
                  </a:lnTo>
                  <a:close/>
                </a:path>
              </a:pathLst>
            </a:custGeom>
            <a:solidFill>
              <a:srgbClr val="7A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8" name="object 1528"/>
            <p:cNvSpPr/>
            <p:nvPr/>
          </p:nvSpPr>
          <p:spPr>
            <a:xfrm>
              <a:off x="1993900" y="5459730"/>
              <a:ext cx="3810" cy="250190"/>
            </a:xfrm>
            <a:custGeom>
              <a:avLst/>
              <a:gdLst/>
              <a:ahLst/>
              <a:cxnLst/>
              <a:rect l="l" t="t" r="r" b="b"/>
              <a:pathLst>
                <a:path w="3810" h="250189">
                  <a:moveTo>
                    <a:pt x="3810" y="246392"/>
                  </a:moveTo>
                  <a:lnTo>
                    <a:pt x="0" y="24639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6392"/>
                  </a:lnTo>
                  <a:close/>
                </a:path>
                <a:path w="3810" h="250189">
                  <a:moveTo>
                    <a:pt x="381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3852"/>
                  </a:lnTo>
                  <a:close/>
                </a:path>
                <a:path w="3810" h="250189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10" h="250189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10" h="250189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10" h="250189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10" h="250189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50189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50189">
                  <a:moveTo>
                    <a:pt x="3810" y="24142"/>
                  </a:moveTo>
                  <a:lnTo>
                    <a:pt x="0" y="2414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4142"/>
                  </a:lnTo>
                  <a:close/>
                </a:path>
                <a:path w="3810" h="250189">
                  <a:moveTo>
                    <a:pt x="3810" y="21602"/>
                  </a:moveTo>
                  <a:lnTo>
                    <a:pt x="0" y="2160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1602"/>
                  </a:lnTo>
                  <a:close/>
                </a:path>
                <a:path w="3810" h="250189">
                  <a:moveTo>
                    <a:pt x="381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92"/>
                  </a:lnTo>
                  <a:close/>
                </a:path>
                <a:path w="3810" h="250189">
                  <a:moveTo>
                    <a:pt x="381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52"/>
                  </a:lnTo>
                  <a:close/>
                </a:path>
                <a:path w="3810" h="250189">
                  <a:moveTo>
                    <a:pt x="381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42"/>
                  </a:lnTo>
                  <a:close/>
                </a:path>
                <a:path w="3810" h="250189">
                  <a:moveTo>
                    <a:pt x="381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902"/>
                  </a:lnTo>
                  <a:close/>
                </a:path>
                <a:path w="3810" h="250189">
                  <a:moveTo>
                    <a:pt x="381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92"/>
                  </a:lnTo>
                  <a:close/>
                </a:path>
                <a:path w="3810" h="250189">
                  <a:moveTo>
                    <a:pt x="381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52"/>
                  </a:lnTo>
                  <a:close/>
                </a:path>
                <a:path w="3810" h="250189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9" name="object 1529"/>
            <p:cNvSpPr/>
            <p:nvPr/>
          </p:nvSpPr>
          <p:spPr>
            <a:xfrm>
              <a:off x="1997710" y="5459730"/>
              <a:ext cx="2540" cy="250190"/>
            </a:xfrm>
            <a:custGeom>
              <a:avLst/>
              <a:gdLst/>
              <a:ahLst/>
              <a:cxnLst/>
              <a:rect l="l" t="t" r="r" b="b"/>
              <a:pathLst>
                <a:path w="2539" h="250189">
                  <a:moveTo>
                    <a:pt x="2540" y="246392"/>
                  </a:moveTo>
                  <a:lnTo>
                    <a:pt x="0" y="246392"/>
                  </a:lnTo>
                  <a:lnTo>
                    <a:pt x="0" y="250190"/>
                  </a:lnTo>
                  <a:lnTo>
                    <a:pt x="2540" y="250190"/>
                  </a:lnTo>
                  <a:lnTo>
                    <a:pt x="2540" y="246392"/>
                  </a:lnTo>
                  <a:close/>
                </a:path>
                <a:path w="2539" h="250189">
                  <a:moveTo>
                    <a:pt x="254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2540" y="246380"/>
                  </a:lnTo>
                  <a:lnTo>
                    <a:pt x="2540" y="243852"/>
                  </a:lnTo>
                  <a:close/>
                </a:path>
                <a:path w="2539" h="250189">
                  <a:moveTo>
                    <a:pt x="254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2540" y="243840"/>
                  </a:lnTo>
                  <a:lnTo>
                    <a:pt x="2540" y="240042"/>
                  </a:lnTo>
                  <a:close/>
                </a:path>
                <a:path w="2539" h="250189">
                  <a:moveTo>
                    <a:pt x="254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2540" y="240030"/>
                  </a:lnTo>
                  <a:lnTo>
                    <a:pt x="2540" y="237502"/>
                  </a:lnTo>
                  <a:close/>
                </a:path>
                <a:path w="2539" h="250189">
                  <a:moveTo>
                    <a:pt x="254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2540" y="237490"/>
                  </a:lnTo>
                  <a:lnTo>
                    <a:pt x="2540" y="233692"/>
                  </a:lnTo>
                  <a:close/>
                </a:path>
                <a:path w="2539" h="250189">
                  <a:moveTo>
                    <a:pt x="254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2540" y="233680"/>
                  </a:lnTo>
                  <a:lnTo>
                    <a:pt x="2540" y="231152"/>
                  </a:lnTo>
                  <a:close/>
                </a:path>
                <a:path w="2539" h="250189">
                  <a:moveTo>
                    <a:pt x="254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2540" y="231140"/>
                  </a:lnTo>
                  <a:lnTo>
                    <a:pt x="2540" y="227342"/>
                  </a:lnTo>
                  <a:close/>
                </a:path>
                <a:path w="2539" h="250189">
                  <a:moveTo>
                    <a:pt x="254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2540" y="227330"/>
                  </a:lnTo>
                  <a:lnTo>
                    <a:pt x="2540" y="224802"/>
                  </a:lnTo>
                  <a:close/>
                </a:path>
                <a:path w="2539" h="250189">
                  <a:moveTo>
                    <a:pt x="2540" y="24142"/>
                  </a:moveTo>
                  <a:lnTo>
                    <a:pt x="0" y="24142"/>
                  </a:lnTo>
                  <a:lnTo>
                    <a:pt x="0" y="224790"/>
                  </a:lnTo>
                  <a:lnTo>
                    <a:pt x="2540" y="224790"/>
                  </a:lnTo>
                  <a:lnTo>
                    <a:pt x="2540" y="24142"/>
                  </a:lnTo>
                  <a:close/>
                </a:path>
                <a:path w="2539" h="250189">
                  <a:moveTo>
                    <a:pt x="2540" y="21602"/>
                  </a:moveTo>
                  <a:lnTo>
                    <a:pt x="0" y="21602"/>
                  </a:lnTo>
                  <a:lnTo>
                    <a:pt x="0" y="24130"/>
                  </a:lnTo>
                  <a:lnTo>
                    <a:pt x="2540" y="24130"/>
                  </a:lnTo>
                  <a:lnTo>
                    <a:pt x="2540" y="21602"/>
                  </a:lnTo>
                  <a:close/>
                </a:path>
                <a:path w="2539" h="250189">
                  <a:moveTo>
                    <a:pt x="254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2540" y="21590"/>
                  </a:lnTo>
                  <a:lnTo>
                    <a:pt x="2540" y="17792"/>
                  </a:lnTo>
                  <a:close/>
                </a:path>
                <a:path w="2539" h="250189">
                  <a:moveTo>
                    <a:pt x="254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2540" y="17780"/>
                  </a:lnTo>
                  <a:lnTo>
                    <a:pt x="2540" y="15252"/>
                  </a:lnTo>
                  <a:close/>
                </a:path>
                <a:path w="2539" h="250189">
                  <a:moveTo>
                    <a:pt x="254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2540" y="15240"/>
                  </a:lnTo>
                  <a:lnTo>
                    <a:pt x="2540" y="11442"/>
                  </a:lnTo>
                  <a:close/>
                </a:path>
                <a:path w="2539" h="250189">
                  <a:moveTo>
                    <a:pt x="254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8902"/>
                  </a:lnTo>
                  <a:close/>
                </a:path>
                <a:path w="2539" h="250189">
                  <a:moveTo>
                    <a:pt x="254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2540" y="8890"/>
                  </a:lnTo>
                  <a:lnTo>
                    <a:pt x="2540" y="5092"/>
                  </a:lnTo>
                  <a:close/>
                </a:path>
                <a:path w="2539" h="250189">
                  <a:moveTo>
                    <a:pt x="254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2552"/>
                  </a:lnTo>
                  <a:close/>
                </a:path>
                <a:path w="2539" h="250189">
                  <a:moveTo>
                    <a:pt x="254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540" y="254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7F9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0" name="object 1530"/>
            <p:cNvSpPr/>
            <p:nvPr/>
          </p:nvSpPr>
          <p:spPr>
            <a:xfrm>
              <a:off x="2000250" y="5459730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10" h="248920">
                  <a:moveTo>
                    <a:pt x="381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3852"/>
                  </a:lnTo>
                  <a:close/>
                </a:path>
                <a:path w="3810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10" h="248920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10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10" h="248920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10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48920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48920">
                  <a:moveTo>
                    <a:pt x="3810" y="24142"/>
                  </a:moveTo>
                  <a:lnTo>
                    <a:pt x="0" y="2414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4142"/>
                  </a:lnTo>
                  <a:close/>
                </a:path>
                <a:path w="3810" h="248920">
                  <a:moveTo>
                    <a:pt x="3810" y="21602"/>
                  </a:moveTo>
                  <a:lnTo>
                    <a:pt x="0" y="2160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1602"/>
                  </a:lnTo>
                  <a:close/>
                </a:path>
                <a:path w="3810" h="248920">
                  <a:moveTo>
                    <a:pt x="381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92"/>
                  </a:lnTo>
                  <a:close/>
                </a:path>
                <a:path w="3810" h="248920">
                  <a:moveTo>
                    <a:pt x="381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52"/>
                  </a:lnTo>
                  <a:close/>
                </a:path>
                <a:path w="3810" h="248920">
                  <a:moveTo>
                    <a:pt x="381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42"/>
                  </a:lnTo>
                  <a:close/>
                </a:path>
                <a:path w="3810" h="248920">
                  <a:moveTo>
                    <a:pt x="381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902"/>
                  </a:lnTo>
                  <a:close/>
                </a:path>
                <a:path w="3810" h="248920">
                  <a:moveTo>
                    <a:pt x="381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92"/>
                  </a:lnTo>
                  <a:close/>
                </a:path>
                <a:path w="3810" h="248920">
                  <a:moveTo>
                    <a:pt x="381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52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294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1" name="object 1531"/>
            <p:cNvSpPr/>
            <p:nvPr/>
          </p:nvSpPr>
          <p:spPr>
            <a:xfrm>
              <a:off x="2004060" y="5459730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10" h="248920">
                  <a:moveTo>
                    <a:pt x="381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3852"/>
                  </a:lnTo>
                  <a:close/>
                </a:path>
                <a:path w="3810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10" h="248920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10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10" h="248920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10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48920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48920">
                  <a:moveTo>
                    <a:pt x="3810" y="24142"/>
                  </a:moveTo>
                  <a:lnTo>
                    <a:pt x="0" y="2414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4142"/>
                  </a:lnTo>
                  <a:close/>
                </a:path>
                <a:path w="3810" h="248920">
                  <a:moveTo>
                    <a:pt x="3810" y="21602"/>
                  </a:moveTo>
                  <a:lnTo>
                    <a:pt x="0" y="2160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1602"/>
                  </a:lnTo>
                  <a:close/>
                </a:path>
                <a:path w="3810" h="248920">
                  <a:moveTo>
                    <a:pt x="381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92"/>
                  </a:lnTo>
                  <a:close/>
                </a:path>
                <a:path w="3810" h="248920">
                  <a:moveTo>
                    <a:pt x="381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52"/>
                  </a:lnTo>
                  <a:close/>
                </a:path>
                <a:path w="3810" h="248920">
                  <a:moveTo>
                    <a:pt x="381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42"/>
                  </a:lnTo>
                  <a:close/>
                </a:path>
                <a:path w="3810" h="248920">
                  <a:moveTo>
                    <a:pt x="381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902"/>
                  </a:lnTo>
                  <a:close/>
                </a:path>
                <a:path w="3810" h="248920">
                  <a:moveTo>
                    <a:pt x="381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92"/>
                  </a:lnTo>
                  <a:close/>
                </a:path>
                <a:path w="3810" h="248920">
                  <a:moveTo>
                    <a:pt x="381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52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496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2" name="object 1532"/>
            <p:cNvSpPr/>
            <p:nvPr/>
          </p:nvSpPr>
          <p:spPr>
            <a:xfrm>
              <a:off x="2007870" y="5459730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10" h="248920">
                  <a:moveTo>
                    <a:pt x="381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3852"/>
                  </a:lnTo>
                  <a:close/>
                </a:path>
                <a:path w="3810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10" h="248920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10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10" h="248920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10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48920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48920">
                  <a:moveTo>
                    <a:pt x="3810" y="24142"/>
                  </a:moveTo>
                  <a:lnTo>
                    <a:pt x="0" y="2414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4142"/>
                  </a:lnTo>
                  <a:close/>
                </a:path>
                <a:path w="3810" h="248920">
                  <a:moveTo>
                    <a:pt x="3810" y="21602"/>
                  </a:moveTo>
                  <a:lnTo>
                    <a:pt x="0" y="2160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1602"/>
                  </a:lnTo>
                  <a:close/>
                </a:path>
                <a:path w="3810" h="248920">
                  <a:moveTo>
                    <a:pt x="381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92"/>
                  </a:lnTo>
                  <a:close/>
                </a:path>
                <a:path w="3810" h="248920">
                  <a:moveTo>
                    <a:pt x="381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52"/>
                  </a:lnTo>
                  <a:close/>
                </a:path>
                <a:path w="3810" h="248920">
                  <a:moveTo>
                    <a:pt x="381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42"/>
                  </a:lnTo>
                  <a:close/>
                </a:path>
                <a:path w="3810" h="248920">
                  <a:moveTo>
                    <a:pt x="381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902"/>
                  </a:lnTo>
                  <a:close/>
                </a:path>
                <a:path w="3810" h="248920">
                  <a:moveTo>
                    <a:pt x="381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92"/>
                  </a:lnTo>
                  <a:close/>
                </a:path>
                <a:path w="3810" h="248920">
                  <a:moveTo>
                    <a:pt x="381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52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799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3" name="object 1533"/>
            <p:cNvSpPr/>
            <p:nvPr/>
          </p:nvSpPr>
          <p:spPr>
            <a:xfrm>
              <a:off x="2011680" y="5459730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10" h="248920">
                  <a:moveTo>
                    <a:pt x="381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3852"/>
                  </a:lnTo>
                  <a:close/>
                </a:path>
                <a:path w="3810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10" h="248920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10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10" h="248920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10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48920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48920">
                  <a:moveTo>
                    <a:pt x="3810" y="24142"/>
                  </a:moveTo>
                  <a:lnTo>
                    <a:pt x="0" y="2414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4142"/>
                  </a:lnTo>
                  <a:close/>
                </a:path>
                <a:path w="3810" h="248920">
                  <a:moveTo>
                    <a:pt x="3810" y="21602"/>
                  </a:moveTo>
                  <a:lnTo>
                    <a:pt x="0" y="2160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1602"/>
                  </a:lnTo>
                  <a:close/>
                </a:path>
                <a:path w="3810" h="248920">
                  <a:moveTo>
                    <a:pt x="381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92"/>
                  </a:lnTo>
                  <a:close/>
                </a:path>
                <a:path w="3810" h="248920">
                  <a:moveTo>
                    <a:pt x="381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52"/>
                  </a:lnTo>
                  <a:close/>
                </a:path>
                <a:path w="3810" h="248920">
                  <a:moveTo>
                    <a:pt x="381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42"/>
                  </a:lnTo>
                  <a:close/>
                </a:path>
                <a:path w="3810" h="248920">
                  <a:moveTo>
                    <a:pt x="381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902"/>
                  </a:lnTo>
                  <a:close/>
                </a:path>
                <a:path w="3810" h="248920">
                  <a:moveTo>
                    <a:pt x="381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92"/>
                  </a:lnTo>
                  <a:close/>
                </a:path>
                <a:path w="3810" h="248920">
                  <a:moveTo>
                    <a:pt x="381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52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4" name="object 1534"/>
            <p:cNvSpPr/>
            <p:nvPr/>
          </p:nvSpPr>
          <p:spPr>
            <a:xfrm>
              <a:off x="2015490" y="5459730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10" h="248920">
                  <a:moveTo>
                    <a:pt x="381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3852"/>
                  </a:lnTo>
                  <a:close/>
                </a:path>
                <a:path w="3810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10" h="248920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10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10" h="248920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10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48920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48920">
                  <a:moveTo>
                    <a:pt x="3810" y="24142"/>
                  </a:moveTo>
                  <a:lnTo>
                    <a:pt x="0" y="2414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4142"/>
                  </a:lnTo>
                  <a:close/>
                </a:path>
                <a:path w="3810" h="248920">
                  <a:moveTo>
                    <a:pt x="3810" y="21602"/>
                  </a:moveTo>
                  <a:lnTo>
                    <a:pt x="0" y="2160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1602"/>
                  </a:lnTo>
                  <a:close/>
                </a:path>
                <a:path w="3810" h="248920">
                  <a:moveTo>
                    <a:pt x="381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92"/>
                  </a:lnTo>
                  <a:close/>
                </a:path>
                <a:path w="3810" h="248920">
                  <a:moveTo>
                    <a:pt x="381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52"/>
                  </a:lnTo>
                  <a:close/>
                </a:path>
                <a:path w="3810" h="248920">
                  <a:moveTo>
                    <a:pt x="381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42"/>
                  </a:lnTo>
                  <a:close/>
                </a:path>
                <a:path w="3810" h="248920">
                  <a:moveTo>
                    <a:pt x="381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902"/>
                  </a:lnTo>
                  <a:close/>
                </a:path>
                <a:path w="3810" h="248920">
                  <a:moveTo>
                    <a:pt x="381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92"/>
                  </a:lnTo>
                  <a:close/>
                </a:path>
                <a:path w="3810" h="248920">
                  <a:moveTo>
                    <a:pt x="381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52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5" name="object 1535"/>
            <p:cNvSpPr/>
            <p:nvPr/>
          </p:nvSpPr>
          <p:spPr>
            <a:xfrm>
              <a:off x="2019300" y="5461000"/>
              <a:ext cx="3810" cy="246379"/>
            </a:xfrm>
            <a:custGeom>
              <a:avLst/>
              <a:gdLst/>
              <a:ahLst/>
              <a:cxnLst/>
              <a:rect l="l" t="t" r="r" b="b"/>
              <a:pathLst>
                <a:path w="3810" h="246379">
                  <a:moveTo>
                    <a:pt x="3810" y="245122"/>
                  </a:moveTo>
                  <a:lnTo>
                    <a:pt x="0" y="24512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5122"/>
                  </a:lnTo>
                  <a:close/>
                </a:path>
                <a:path w="3810" h="246379">
                  <a:moveTo>
                    <a:pt x="3810" y="242582"/>
                  </a:moveTo>
                  <a:lnTo>
                    <a:pt x="0" y="24258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2582"/>
                  </a:lnTo>
                  <a:close/>
                </a:path>
                <a:path w="3810" h="246379">
                  <a:moveTo>
                    <a:pt x="3810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8772"/>
                  </a:lnTo>
                  <a:close/>
                </a:path>
                <a:path w="3810" h="246379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10" h="246379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10" h="246379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10" h="246379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10" h="246379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10" h="246379">
                  <a:moveTo>
                    <a:pt x="3810" y="22872"/>
                  </a:moveTo>
                  <a:lnTo>
                    <a:pt x="0" y="2287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872"/>
                  </a:lnTo>
                  <a:close/>
                </a:path>
                <a:path w="3810" h="246379">
                  <a:moveTo>
                    <a:pt x="3810" y="20332"/>
                  </a:moveTo>
                  <a:lnTo>
                    <a:pt x="0" y="2033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20332"/>
                  </a:lnTo>
                  <a:close/>
                </a:path>
                <a:path w="3810" h="246379">
                  <a:moveTo>
                    <a:pt x="3810" y="16522"/>
                  </a:moveTo>
                  <a:lnTo>
                    <a:pt x="0" y="1652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6522"/>
                  </a:lnTo>
                  <a:close/>
                </a:path>
                <a:path w="3810" h="246379">
                  <a:moveTo>
                    <a:pt x="3810" y="13982"/>
                  </a:moveTo>
                  <a:lnTo>
                    <a:pt x="0" y="1398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82"/>
                  </a:lnTo>
                  <a:close/>
                </a:path>
                <a:path w="3810" h="246379">
                  <a:moveTo>
                    <a:pt x="381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0172"/>
                  </a:lnTo>
                  <a:close/>
                </a:path>
                <a:path w="3810" h="246379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10" h="246379">
                  <a:moveTo>
                    <a:pt x="381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3822"/>
                  </a:lnTo>
                  <a:close/>
                </a:path>
                <a:path w="3810" h="246379">
                  <a:moveTo>
                    <a:pt x="381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82"/>
                  </a:lnTo>
                  <a:close/>
                </a:path>
                <a:path w="3810" h="246379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F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6" name="object 1536"/>
            <p:cNvSpPr/>
            <p:nvPr/>
          </p:nvSpPr>
          <p:spPr>
            <a:xfrm>
              <a:off x="2023110" y="5461000"/>
              <a:ext cx="2540" cy="246379"/>
            </a:xfrm>
            <a:custGeom>
              <a:avLst/>
              <a:gdLst/>
              <a:ahLst/>
              <a:cxnLst/>
              <a:rect l="l" t="t" r="r" b="b"/>
              <a:pathLst>
                <a:path w="2539" h="246379">
                  <a:moveTo>
                    <a:pt x="2540" y="245122"/>
                  </a:moveTo>
                  <a:lnTo>
                    <a:pt x="0" y="245122"/>
                  </a:lnTo>
                  <a:lnTo>
                    <a:pt x="0" y="246380"/>
                  </a:lnTo>
                  <a:lnTo>
                    <a:pt x="2540" y="246380"/>
                  </a:lnTo>
                  <a:lnTo>
                    <a:pt x="2540" y="245122"/>
                  </a:lnTo>
                  <a:close/>
                </a:path>
                <a:path w="2539" h="246379">
                  <a:moveTo>
                    <a:pt x="2540" y="242582"/>
                  </a:moveTo>
                  <a:lnTo>
                    <a:pt x="0" y="242582"/>
                  </a:lnTo>
                  <a:lnTo>
                    <a:pt x="0" y="245110"/>
                  </a:lnTo>
                  <a:lnTo>
                    <a:pt x="2540" y="245110"/>
                  </a:lnTo>
                  <a:lnTo>
                    <a:pt x="2540" y="242582"/>
                  </a:lnTo>
                  <a:close/>
                </a:path>
                <a:path w="2539" h="246379">
                  <a:moveTo>
                    <a:pt x="2540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2540" y="242570"/>
                  </a:lnTo>
                  <a:lnTo>
                    <a:pt x="2540" y="238772"/>
                  </a:lnTo>
                  <a:close/>
                </a:path>
                <a:path w="2539" h="246379">
                  <a:moveTo>
                    <a:pt x="254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2540" y="238760"/>
                  </a:lnTo>
                  <a:lnTo>
                    <a:pt x="2540" y="236232"/>
                  </a:lnTo>
                  <a:close/>
                </a:path>
                <a:path w="2539" h="246379">
                  <a:moveTo>
                    <a:pt x="254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2540" y="236220"/>
                  </a:lnTo>
                  <a:lnTo>
                    <a:pt x="2540" y="232422"/>
                  </a:lnTo>
                  <a:close/>
                </a:path>
                <a:path w="2539" h="246379">
                  <a:moveTo>
                    <a:pt x="254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2540" y="232410"/>
                  </a:lnTo>
                  <a:lnTo>
                    <a:pt x="2540" y="229882"/>
                  </a:lnTo>
                  <a:close/>
                </a:path>
                <a:path w="2539" h="246379">
                  <a:moveTo>
                    <a:pt x="254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2540" y="229870"/>
                  </a:lnTo>
                  <a:lnTo>
                    <a:pt x="2540" y="226072"/>
                  </a:lnTo>
                  <a:close/>
                </a:path>
                <a:path w="2539" h="246379">
                  <a:moveTo>
                    <a:pt x="254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2540" y="226060"/>
                  </a:lnTo>
                  <a:lnTo>
                    <a:pt x="2540" y="223532"/>
                  </a:lnTo>
                  <a:close/>
                </a:path>
                <a:path w="2539" h="246379">
                  <a:moveTo>
                    <a:pt x="2540" y="22872"/>
                  </a:moveTo>
                  <a:lnTo>
                    <a:pt x="0" y="22872"/>
                  </a:lnTo>
                  <a:lnTo>
                    <a:pt x="0" y="223520"/>
                  </a:lnTo>
                  <a:lnTo>
                    <a:pt x="2540" y="223520"/>
                  </a:lnTo>
                  <a:lnTo>
                    <a:pt x="2540" y="22872"/>
                  </a:lnTo>
                  <a:close/>
                </a:path>
                <a:path w="2539" h="246379">
                  <a:moveTo>
                    <a:pt x="2540" y="20332"/>
                  </a:moveTo>
                  <a:lnTo>
                    <a:pt x="0" y="20332"/>
                  </a:lnTo>
                  <a:lnTo>
                    <a:pt x="0" y="22860"/>
                  </a:lnTo>
                  <a:lnTo>
                    <a:pt x="2540" y="22860"/>
                  </a:lnTo>
                  <a:lnTo>
                    <a:pt x="2540" y="20332"/>
                  </a:lnTo>
                  <a:close/>
                </a:path>
                <a:path w="2539" h="246379">
                  <a:moveTo>
                    <a:pt x="2540" y="16522"/>
                  </a:moveTo>
                  <a:lnTo>
                    <a:pt x="0" y="16522"/>
                  </a:lnTo>
                  <a:lnTo>
                    <a:pt x="0" y="20320"/>
                  </a:lnTo>
                  <a:lnTo>
                    <a:pt x="2540" y="20320"/>
                  </a:lnTo>
                  <a:lnTo>
                    <a:pt x="2540" y="16522"/>
                  </a:lnTo>
                  <a:close/>
                </a:path>
                <a:path w="2539" h="246379">
                  <a:moveTo>
                    <a:pt x="2540" y="13982"/>
                  </a:moveTo>
                  <a:lnTo>
                    <a:pt x="0" y="13982"/>
                  </a:lnTo>
                  <a:lnTo>
                    <a:pt x="0" y="16510"/>
                  </a:lnTo>
                  <a:lnTo>
                    <a:pt x="2540" y="16510"/>
                  </a:lnTo>
                  <a:lnTo>
                    <a:pt x="2540" y="13982"/>
                  </a:lnTo>
                  <a:close/>
                </a:path>
                <a:path w="2539" h="246379">
                  <a:moveTo>
                    <a:pt x="254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2540" y="13970"/>
                  </a:lnTo>
                  <a:lnTo>
                    <a:pt x="2540" y="10172"/>
                  </a:lnTo>
                  <a:close/>
                </a:path>
                <a:path w="2539" h="246379">
                  <a:moveTo>
                    <a:pt x="254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2540" y="10160"/>
                  </a:lnTo>
                  <a:lnTo>
                    <a:pt x="2540" y="7632"/>
                  </a:lnTo>
                  <a:close/>
                </a:path>
                <a:path w="2539" h="246379">
                  <a:moveTo>
                    <a:pt x="254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3822"/>
                  </a:lnTo>
                  <a:close/>
                </a:path>
                <a:path w="2539" h="246379">
                  <a:moveTo>
                    <a:pt x="254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2540" y="3810"/>
                  </a:lnTo>
                  <a:lnTo>
                    <a:pt x="2540" y="1282"/>
                  </a:lnTo>
                  <a:close/>
                </a:path>
                <a:path w="2539" h="246379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7" name="object 1537"/>
            <p:cNvSpPr/>
            <p:nvPr/>
          </p:nvSpPr>
          <p:spPr>
            <a:xfrm>
              <a:off x="2025650" y="5461000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10" h="245110">
                  <a:moveTo>
                    <a:pt x="3810" y="242582"/>
                  </a:moveTo>
                  <a:lnTo>
                    <a:pt x="0" y="24258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2582"/>
                  </a:lnTo>
                  <a:close/>
                </a:path>
                <a:path w="3810" h="245110">
                  <a:moveTo>
                    <a:pt x="3810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8772"/>
                  </a:lnTo>
                  <a:close/>
                </a:path>
                <a:path w="3810" h="245110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10" h="245110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10" h="245110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10" h="245110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10" h="245110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10" h="245110">
                  <a:moveTo>
                    <a:pt x="3810" y="22872"/>
                  </a:moveTo>
                  <a:lnTo>
                    <a:pt x="0" y="2287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872"/>
                  </a:lnTo>
                  <a:close/>
                </a:path>
                <a:path w="3810" h="245110">
                  <a:moveTo>
                    <a:pt x="3810" y="20332"/>
                  </a:moveTo>
                  <a:lnTo>
                    <a:pt x="0" y="2033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20332"/>
                  </a:lnTo>
                  <a:close/>
                </a:path>
                <a:path w="3810" h="245110">
                  <a:moveTo>
                    <a:pt x="3810" y="16522"/>
                  </a:moveTo>
                  <a:lnTo>
                    <a:pt x="0" y="1652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6522"/>
                  </a:lnTo>
                  <a:close/>
                </a:path>
                <a:path w="3810" h="245110">
                  <a:moveTo>
                    <a:pt x="3810" y="13982"/>
                  </a:moveTo>
                  <a:lnTo>
                    <a:pt x="0" y="1398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82"/>
                  </a:lnTo>
                  <a:close/>
                </a:path>
                <a:path w="3810" h="245110">
                  <a:moveTo>
                    <a:pt x="381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0172"/>
                  </a:lnTo>
                  <a:close/>
                </a:path>
                <a:path w="3810" h="245110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10" h="245110">
                  <a:moveTo>
                    <a:pt x="381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3822"/>
                  </a:lnTo>
                  <a:close/>
                </a:path>
                <a:path w="3810" h="245110">
                  <a:moveTo>
                    <a:pt x="381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82"/>
                  </a:lnTo>
                  <a:close/>
                </a:path>
                <a:path w="3810" h="24511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8" name="object 1538"/>
            <p:cNvSpPr/>
            <p:nvPr/>
          </p:nvSpPr>
          <p:spPr>
            <a:xfrm>
              <a:off x="2029460" y="5461000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10" h="245110">
                  <a:moveTo>
                    <a:pt x="12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3810" h="245110">
                  <a:moveTo>
                    <a:pt x="3810" y="242582"/>
                  </a:moveTo>
                  <a:lnTo>
                    <a:pt x="0" y="24258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2582"/>
                  </a:lnTo>
                  <a:close/>
                </a:path>
                <a:path w="3810" h="245110">
                  <a:moveTo>
                    <a:pt x="3810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8772"/>
                  </a:lnTo>
                  <a:close/>
                </a:path>
                <a:path w="3810" h="245110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10" h="245110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10" h="245110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10" h="245110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10" h="245110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10" h="245110">
                  <a:moveTo>
                    <a:pt x="3810" y="22872"/>
                  </a:moveTo>
                  <a:lnTo>
                    <a:pt x="0" y="2287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872"/>
                  </a:lnTo>
                  <a:close/>
                </a:path>
                <a:path w="3810" h="245110">
                  <a:moveTo>
                    <a:pt x="3810" y="20332"/>
                  </a:moveTo>
                  <a:lnTo>
                    <a:pt x="0" y="2033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20332"/>
                  </a:lnTo>
                  <a:close/>
                </a:path>
                <a:path w="3810" h="245110">
                  <a:moveTo>
                    <a:pt x="3810" y="16522"/>
                  </a:moveTo>
                  <a:lnTo>
                    <a:pt x="0" y="1652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6522"/>
                  </a:lnTo>
                  <a:close/>
                </a:path>
                <a:path w="3810" h="245110">
                  <a:moveTo>
                    <a:pt x="3810" y="13982"/>
                  </a:moveTo>
                  <a:lnTo>
                    <a:pt x="0" y="1398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82"/>
                  </a:lnTo>
                  <a:close/>
                </a:path>
                <a:path w="3810" h="245110">
                  <a:moveTo>
                    <a:pt x="381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0172"/>
                  </a:lnTo>
                  <a:close/>
                </a:path>
                <a:path w="3810" h="245110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10" h="245110">
                  <a:moveTo>
                    <a:pt x="381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3822"/>
                  </a:lnTo>
                  <a:close/>
                </a:path>
                <a:path w="3810" h="245110">
                  <a:moveTo>
                    <a:pt x="381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82"/>
                  </a:lnTo>
                  <a:close/>
                </a:path>
              </a:pathLst>
            </a:custGeom>
            <a:solidFill>
              <a:srgbClr val="97A6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9" name="object 1539"/>
            <p:cNvSpPr/>
            <p:nvPr/>
          </p:nvSpPr>
          <p:spPr>
            <a:xfrm>
              <a:off x="2033270" y="5462282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10" h="243839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10" h="243839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10" h="243839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10" h="243839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10" h="243839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10" h="243839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10" h="243839">
                  <a:moveTo>
                    <a:pt x="3810" y="222250"/>
                  </a:moveTo>
                  <a:lnTo>
                    <a:pt x="0" y="22225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22250"/>
                  </a:lnTo>
                  <a:close/>
                </a:path>
                <a:path w="3810" h="243839">
                  <a:moveTo>
                    <a:pt x="3810" y="21590"/>
                  </a:moveTo>
                  <a:lnTo>
                    <a:pt x="0" y="2159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1590"/>
                  </a:lnTo>
                  <a:close/>
                </a:path>
                <a:path w="3810" h="243839">
                  <a:moveTo>
                    <a:pt x="381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10" y="21577"/>
                  </a:lnTo>
                  <a:lnTo>
                    <a:pt x="3810" y="19050"/>
                  </a:lnTo>
                  <a:close/>
                </a:path>
                <a:path w="3810" h="243839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10" h="243839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10" h="243839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10" h="243839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10" h="243839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10" h="243839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9A8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0" name="object 1540"/>
            <p:cNvSpPr/>
            <p:nvPr/>
          </p:nvSpPr>
          <p:spPr>
            <a:xfrm>
              <a:off x="2037080" y="5462270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10" h="243839">
                  <a:moveTo>
                    <a:pt x="126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3810" h="243839">
                  <a:moveTo>
                    <a:pt x="380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2539"/>
                  </a:lnTo>
                  <a:close/>
                </a:path>
                <a:path w="3810" h="243839">
                  <a:moveTo>
                    <a:pt x="380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49"/>
                  </a:lnTo>
                  <a:close/>
                </a:path>
                <a:path w="3810" h="243839">
                  <a:moveTo>
                    <a:pt x="380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8889"/>
                  </a:lnTo>
                  <a:close/>
                </a:path>
                <a:path w="3810" h="243839">
                  <a:moveTo>
                    <a:pt x="380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2699"/>
                  </a:lnTo>
                  <a:close/>
                </a:path>
                <a:path w="3810" h="243839">
                  <a:moveTo>
                    <a:pt x="3809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5239"/>
                  </a:lnTo>
                  <a:close/>
                </a:path>
                <a:path w="3810" h="243839">
                  <a:moveTo>
                    <a:pt x="3809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9049"/>
                  </a:lnTo>
                  <a:close/>
                </a:path>
                <a:path w="3810" h="243839">
                  <a:moveTo>
                    <a:pt x="3809" y="21589"/>
                  </a:moveTo>
                  <a:lnTo>
                    <a:pt x="0" y="21589"/>
                  </a:lnTo>
                  <a:lnTo>
                    <a:pt x="0" y="222249"/>
                  </a:lnTo>
                  <a:lnTo>
                    <a:pt x="3809" y="222249"/>
                  </a:lnTo>
                  <a:lnTo>
                    <a:pt x="3809" y="21589"/>
                  </a:lnTo>
                  <a:close/>
                </a:path>
                <a:path w="3810" h="243839">
                  <a:moveTo>
                    <a:pt x="3809" y="222249"/>
                  </a:moveTo>
                  <a:lnTo>
                    <a:pt x="0" y="222249"/>
                  </a:lnTo>
                  <a:lnTo>
                    <a:pt x="0" y="224789"/>
                  </a:lnTo>
                  <a:lnTo>
                    <a:pt x="3809" y="224789"/>
                  </a:lnTo>
                  <a:lnTo>
                    <a:pt x="3809" y="222249"/>
                  </a:lnTo>
                  <a:close/>
                </a:path>
                <a:path w="3810" h="243839">
                  <a:moveTo>
                    <a:pt x="3809" y="224789"/>
                  </a:moveTo>
                  <a:lnTo>
                    <a:pt x="0" y="224789"/>
                  </a:lnTo>
                  <a:lnTo>
                    <a:pt x="0" y="228599"/>
                  </a:lnTo>
                  <a:lnTo>
                    <a:pt x="3809" y="228599"/>
                  </a:lnTo>
                  <a:lnTo>
                    <a:pt x="3809" y="224789"/>
                  </a:lnTo>
                  <a:close/>
                </a:path>
                <a:path w="3810" h="243839">
                  <a:moveTo>
                    <a:pt x="3809" y="228599"/>
                  </a:moveTo>
                  <a:lnTo>
                    <a:pt x="0" y="228599"/>
                  </a:lnTo>
                  <a:lnTo>
                    <a:pt x="0" y="231139"/>
                  </a:lnTo>
                  <a:lnTo>
                    <a:pt x="3809" y="231139"/>
                  </a:lnTo>
                  <a:lnTo>
                    <a:pt x="3809" y="228599"/>
                  </a:lnTo>
                  <a:close/>
                </a:path>
                <a:path w="3810" h="243839">
                  <a:moveTo>
                    <a:pt x="3809" y="231139"/>
                  </a:moveTo>
                  <a:lnTo>
                    <a:pt x="0" y="231139"/>
                  </a:lnTo>
                  <a:lnTo>
                    <a:pt x="0" y="234949"/>
                  </a:lnTo>
                  <a:lnTo>
                    <a:pt x="3809" y="234949"/>
                  </a:lnTo>
                  <a:lnTo>
                    <a:pt x="3809" y="231139"/>
                  </a:lnTo>
                  <a:close/>
                </a:path>
                <a:path w="3810" h="243839">
                  <a:moveTo>
                    <a:pt x="3809" y="234949"/>
                  </a:moveTo>
                  <a:lnTo>
                    <a:pt x="0" y="234949"/>
                  </a:lnTo>
                  <a:lnTo>
                    <a:pt x="0" y="237489"/>
                  </a:lnTo>
                  <a:lnTo>
                    <a:pt x="3809" y="237489"/>
                  </a:lnTo>
                  <a:lnTo>
                    <a:pt x="3809" y="234949"/>
                  </a:lnTo>
                  <a:close/>
                </a:path>
                <a:path w="3810" h="243839">
                  <a:moveTo>
                    <a:pt x="3809" y="237489"/>
                  </a:moveTo>
                  <a:lnTo>
                    <a:pt x="0" y="237489"/>
                  </a:lnTo>
                  <a:lnTo>
                    <a:pt x="0" y="241299"/>
                  </a:lnTo>
                  <a:lnTo>
                    <a:pt x="3809" y="241299"/>
                  </a:lnTo>
                  <a:lnTo>
                    <a:pt x="3809" y="237489"/>
                  </a:lnTo>
                  <a:close/>
                </a:path>
                <a:path w="3810" h="243839">
                  <a:moveTo>
                    <a:pt x="3809" y="241299"/>
                  </a:moveTo>
                  <a:lnTo>
                    <a:pt x="0" y="241299"/>
                  </a:lnTo>
                  <a:lnTo>
                    <a:pt x="0" y="243839"/>
                  </a:lnTo>
                  <a:lnTo>
                    <a:pt x="3809" y="243839"/>
                  </a:lnTo>
                  <a:lnTo>
                    <a:pt x="3809" y="241299"/>
                  </a:lnTo>
                  <a:close/>
                </a:path>
              </a:pathLst>
            </a:custGeom>
            <a:solidFill>
              <a:srgbClr val="9CA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1" name="object 1541"/>
            <p:cNvSpPr/>
            <p:nvPr/>
          </p:nvSpPr>
          <p:spPr>
            <a:xfrm>
              <a:off x="2040889" y="5463539"/>
              <a:ext cx="3810" cy="242570"/>
            </a:xfrm>
            <a:custGeom>
              <a:avLst/>
              <a:gdLst/>
              <a:ahLst/>
              <a:cxnLst/>
              <a:rect l="l" t="t" r="r" b="b"/>
              <a:pathLst>
                <a:path w="3810" h="242570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  <a:path w="3810" h="242570">
                  <a:moveTo>
                    <a:pt x="381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70"/>
                  </a:lnTo>
                  <a:close/>
                </a:path>
                <a:path w="3810" h="242570">
                  <a:moveTo>
                    <a:pt x="3810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80"/>
                  </a:lnTo>
                  <a:close/>
                </a:path>
                <a:path w="3810" h="242570">
                  <a:moveTo>
                    <a:pt x="3810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20"/>
                  </a:lnTo>
                  <a:close/>
                </a:path>
                <a:path w="3810" h="242570">
                  <a:moveTo>
                    <a:pt x="3810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30"/>
                  </a:lnTo>
                  <a:close/>
                </a:path>
                <a:path w="3810" h="242570">
                  <a:moveTo>
                    <a:pt x="3810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70"/>
                  </a:lnTo>
                  <a:close/>
                </a:path>
                <a:path w="3810" h="242570">
                  <a:moveTo>
                    <a:pt x="3810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80"/>
                  </a:lnTo>
                  <a:close/>
                </a:path>
                <a:path w="3810" h="242570">
                  <a:moveTo>
                    <a:pt x="3810" y="20320"/>
                  </a:moveTo>
                  <a:lnTo>
                    <a:pt x="0" y="20320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0320"/>
                  </a:lnTo>
                  <a:close/>
                </a:path>
                <a:path w="3810" h="242570">
                  <a:moveTo>
                    <a:pt x="3810" y="220980"/>
                  </a:moveTo>
                  <a:lnTo>
                    <a:pt x="0" y="220980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80"/>
                  </a:lnTo>
                  <a:close/>
                </a:path>
                <a:path w="3810" h="242570">
                  <a:moveTo>
                    <a:pt x="3810" y="223520"/>
                  </a:moveTo>
                  <a:lnTo>
                    <a:pt x="0" y="223520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20"/>
                  </a:lnTo>
                  <a:close/>
                </a:path>
                <a:path w="3810" h="242570">
                  <a:moveTo>
                    <a:pt x="3810" y="227330"/>
                  </a:moveTo>
                  <a:lnTo>
                    <a:pt x="0" y="227330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30"/>
                  </a:lnTo>
                  <a:close/>
                </a:path>
                <a:path w="3810" h="242570">
                  <a:moveTo>
                    <a:pt x="3810" y="229870"/>
                  </a:moveTo>
                  <a:lnTo>
                    <a:pt x="0" y="229870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70"/>
                  </a:lnTo>
                  <a:close/>
                </a:path>
                <a:path w="3810" h="242570">
                  <a:moveTo>
                    <a:pt x="3810" y="233680"/>
                  </a:moveTo>
                  <a:lnTo>
                    <a:pt x="0" y="233680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80"/>
                  </a:lnTo>
                  <a:close/>
                </a:path>
                <a:path w="3810" h="242570">
                  <a:moveTo>
                    <a:pt x="3810" y="236220"/>
                  </a:moveTo>
                  <a:lnTo>
                    <a:pt x="0" y="236220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20"/>
                  </a:lnTo>
                  <a:close/>
                </a:path>
                <a:path w="3810" h="242570">
                  <a:moveTo>
                    <a:pt x="3810" y="240030"/>
                  </a:moveTo>
                  <a:lnTo>
                    <a:pt x="0" y="240030"/>
                  </a:lnTo>
                  <a:lnTo>
                    <a:pt x="0" y="242570"/>
                  </a:lnTo>
                  <a:lnTo>
                    <a:pt x="2540" y="242570"/>
                  </a:lnTo>
                  <a:lnTo>
                    <a:pt x="2540" y="241300"/>
                  </a:lnTo>
                  <a:lnTo>
                    <a:pt x="3810" y="241300"/>
                  </a:lnTo>
                  <a:lnTo>
                    <a:pt x="3810" y="240030"/>
                  </a:lnTo>
                  <a:close/>
                </a:path>
              </a:pathLst>
            </a:custGeom>
            <a:solidFill>
              <a:srgbClr val="9FA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2" name="object 1542"/>
            <p:cNvSpPr/>
            <p:nvPr/>
          </p:nvSpPr>
          <p:spPr>
            <a:xfrm>
              <a:off x="2044700" y="5464822"/>
              <a:ext cx="2540" cy="240029"/>
            </a:xfrm>
            <a:custGeom>
              <a:avLst/>
              <a:gdLst/>
              <a:ahLst/>
              <a:cxnLst/>
              <a:rect l="l" t="t" r="r" b="b"/>
              <a:pathLst>
                <a:path w="2539" h="240029">
                  <a:moveTo>
                    <a:pt x="2540" y="238760"/>
                  </a:moveTo>
                  <a:lnTo>
                    <a:pt x="0" y="238760"/>
                  </a:lnTo>
                  <a:lnTo>
                    <a:pt x="0" y="240017"/>
                  </a:lnTo>
                  <a:lnTo>
                    <a:pt x="2540" y="240017"/>
                  </a:lnTo>
                  <a:lnTo>
                    <a:pt x="2540" y="238760"/>
                  </a:lnTo>
                  <a:close/>
                </a:path>
                <a:path w="2539" h="240029">
                  <a:moveTo>
                    <a:pt x="254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2540" y="238747"/>
                  </a:lnTo>
                  <a:lnTo>
                    <a:pt x="2540" y="234950"/>
                  </a:lnTo>
                  <a:close/>
                </a:path>
                <a:path w="2539" h="240029">
                  <a:moveTo>
                    <a:pt x="254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2540" y="234937"/>
                  </a:lnTo>
                  <a:lnTo>
                    <a:pt x="2540" y="232410"/>
                  </a:lnTo>
                  <a:close/>
                </a:path>
                <a:path w="2539" h="240029">
                  <a:moveTo>
                    <a:pt x="254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2540" y="232397"/>
                  </a:lnTo>
                  <a:lnTo>
                    <a:pt x="2540" y="228600"/>
                  </a:lnTo>
                  <a:close/>
                </a:path>
                <a:path w="2539" h="240029">
                  <a:moveTo>
                    <a:pt x="254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2540" y="228587"/>
                  </a:lnTo>
                  <a:lnTo>
                    <a:pt x="2540" y="226060"/>
                  </a:lnTo>
                  <a:close/>
                </a:path>
                <a:path w="2539" h="240029">
                  <a:moveTo>
                    <a:pt x="254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2540" y="226047"/>
                  </a:lnTo>
                  <a:lnTo>
                    <a:pt x="2540" y="222250"/>
                  </a:lnTo>
                  <a:close/>
                </a:path>
                <a:path w="2539" h="240029">
                  <a:moveTo>
                    <a:pt x="2540" y="219710"/>
                  </a:moveTo>
                  <a:lnTo>
                    <a:pt x="0" y="219710"/>
                  </a:lnTo>
                  <a:lnTo>
                    <a:pt x="0" y="222237"/>
                  </a:lnTo>
                  <a:lnTo>
                    <a:pt x="2540" y="222237"/>
                  </a:lnTo>
                  <a:lnTo>
                    <a:pt x="2540" y="219710"/>
                  </a:lnTo>
                  <a:close/>
                </a:path>
                <a:path w="2539" h="240029">
                  <a:moveTo>
                    <a:pt x="2540" y="19050"/>
                  </a:moveTo>
                  <a:lnTo>
                    <a:pt x="0" y="19050"/>
                  </a:lnTo>
                  <a:lnTo>
                    <a:pt x="0" y="219697"/>
                  </a:lnTo>
                  <a:lnTo>
                    <a:pt x="2540" y="219697"/>
                  </a:lnTo>
                  <a:lnTo>
                    <a:pt x="2540" y="19050"/>
                  </a:lnTo>
                  <a:close/>
                </a:path>
                <a:path w="2539" h="240029">
                  <a:moveTo>
                    <a:pt x="254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2540" y="19037"/>
                  </a:lnTo>
                  <a:lnTo>
                    <a:pt x="2540" y="16510"/>
                  </a:lnTo>
                  <a:close/>
                </a:path>
                <a:path w="2539" h="240029">
                  <a:moveTo>
                    <a:pt x="254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2540" y="16497"/>
                  </a:lnTo>
                  <a:lnTo>
                    <a:pt x="2540" y="12700"/>
                  </a:lnTo>
                  <a:close/>
                </a:path>
                <a:path w="2539" h="240029">
                  <a:moveTo>
                    <a:pt x="254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10160"/>
                  </a:lnTo>
                  <a:close/>
                </a:path>
                <a:path w="2539" h="240029">
                  <a:moveTo>
                    <a:pt x="254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2540" y="10147"/>
                  </a:lnTo>
                  <a:lnTo>
                    <a:pt x="2540" y="6350"/>
                  </a:lnTo>
                  <a:close/>
                </a:path>
                <a:path w="2539" h="240029">
                  <a:moveTo>
                    <a:pt x="254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3810"/>
                  </a:lnTo>
                  <a:close/>
                </a:path>
                <a:path w="2539" h="240029">
                  <a:moveTo>
                    <a:pt x="254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2540" y="379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3" name="object 1543"/>
            <p:cNvSpPr/>
            <p:nvPr/>
          </p:nvSpPr>
          <p:spPr>
            <a:xfrm>
              <a:off x="2047240" y="5464822"/>
              <a:ext cx="3810" cy="238760"/>
            </a:xfrm>
            <a:custGeom>
              <a:avLst/>
              <a:gdLst/>
              <a:ahLst/>
              <a:cxnLst/>
              <a:rect l="l" t="t" r="r" b="b"/>
              <a:pathLst>
                <a:path w="3810" h="238760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38760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38760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38760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38760">
                  <a:moveTo>
                    <a:pt x="381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22250"/>
                  </a:lnTo>
                  <a:close/>
                </a:path>
                <a:path w="3810" h="238760">
                  <a:moveTo>
                    <a:pt x="3810" y="219710"/>
                  </a:moveTo>
                  <a:lnTo>
                    <a:pt x="0" y="21971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19710"/>
                  </a:lnTo>
                  <a:close/>
                </a:path>
                <a:path w="3810" h="238760">
                  <a:moveTo>
                    <a:pt x="3810" y="19050"/>
                  </a:moveTo>
                  <a:lnTo>
                    <a:pt x="0" y="19050"/>
                  </a:lnTo>
                  <a:lnTo>
                    <a:pt x="0" y="219697"/>
                  </a:lnTo>
                  <a:lnTo>
                    <a:pt x="3810" y="219697"/>
                  </a:lnTo>
                  <a:lnTo>
                    <a:pt x="3810" y="19050"/>
                  </a:lnTo>
                  <a:close/>
                </a:path>
                <a:path w="3810" h="238760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38760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38760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38760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38760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38760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4" name="object 1544"/>
            <p:cNvSpPr/>
            <p:nvPr/>
          </p:nvSpPr>
          <p:spPr>
            <a:xfrm>
              <a:off x="2051050" y="5464809"/>
              <a:ext cx="3810" cy="238760"/>
            </a:xfrm>
            <a:custGeom>
              <a:avLst/>
              <a:gdLst/>
              <a:ahLst/>
              <a:cxnLst/>
              <a:rect l="l" t="t" r="r" b="b"/>
              <a:pathLst>
                <a:path w="3810" h="238760">
                  <a:moveTo>
                    <a:pt x="253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  <a:path w="3810" h="238760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10" h="238760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10" h="238760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10" h="238760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10" h="238760">
                  <a:moveTo>
                    <a:pt x="381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6509"/>
                  </a:lnTo>
                  <a:close/>
                </a:path>
                <a:path w="3810" h="238760">
                  <a:moveTo>
                    <a:pt x="3810" y="19050"/>
                  </a:moveTo>
                  <a:lnTo>
                    <a:pt x="0" y="19050"/>
                  </a:lnTo>
                  <a:lnTo>
                    <a:pt x="0" y="219709"/>
                  </a:lnTo>
                  <a:lnTo>
                    <a:pt x="3810" y="219709"/>
                  </a:lnTo>
                  <a:lnTo>
                    <a:pt x="3810" y="19050"/>
                  </a:lnTo>
                  <a:close/>
                </a:path>
                <a:path w="3810" h="238760">
                  <a:moveTo>
                    <a:pt x="3810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3810" y="222249"/>
                  </a:lnTo>
                  <a:lnTo>
                    <a:pt x="3810" y="219709"/>
                  </a:lnTo>
                  <a:close/>
                </a:path>
                <a:path w="3810" h="238760">
                  <a:moveTo>
                    <a:pt x="3810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22250"/>
                  </a:lnTo>
                  <a:close/>
                </a:path>
                <a:path w="3810" h="238760">
                  <a:moveTo>
                    <a:pt x="3810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6059"/>
                  </a:lnTo>
                  <a:close/>
                </a:path>
                <a:path w="3810" h="238760">
                  <a:moveTo>
                    <a:pt x="3810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8600"/>
                  </a:lnTo>
                  <a:close/>
                </a:path>
                <a:path w="3810" h="238760">
                  <a:moveTo>
                    <a:pt x="3810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3810" y="234949"/>
                  </a:lnTo>
                  <a:lnTo>
                    <a:pt x="3810" y="232409"/>
                  </a:lnTo>
                  <a:close/>
                </a:path>
                <a:path w="3810" h="238760">
                  <a:moveTo>
                    <a:pt x="3810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2539" y="238759"/>
                  </a:lnTo>
                  <a:lnTo>
                    <a:pt x="2539" y="237489"/>
                  </a:lnTo>
                  <a:lnTo>
                    <a:pt x="3810" y="237489"/>
                  </a:lnTo>
                  <a:lnTo>
                    <a:pt x="3810" y="234950"/>
                  </a:lnTo>
                  <a:close/>
                </a:path>
              </a:pathLst>
            </a:custGeom>
            <a:solidFill>
              <a:srgbClr val="A7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5" name="object 1545"/>
            <p:cNvSpPr/>
            <p:nvPr/>
          </p:nvSpPr>
          <p:spPr>
            <a:xfrm>
              <a:off x="2054860" y="5466080"/>
              <a:ext cx="3810" cy="236220"/>
            </a:xfrm>
            <a:custGeom>
              <a:avLst/>
              <a:gdLst/>
              <a:ahLst/>
              <a:cxnLst/>
              <a:rect l="l" t="t" r="r" b="b"/>
              <a:pathLst>
                <a:path w="3810" h="236220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10" h="236220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10" h="236220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36220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36220">
                  <a:moveTo>
                    <a:pt x="381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0992"/>
                  </a:lnTo>
                  <a:close/>
                </a:path>
                <a:path w="3810" h="236220">
                  <a:moveTo>
                    <a:pt x="3810" y="218452"/>
                  </a:moveTo>
                  <a:lnTo>
                    <a:pt x="0" y="21845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8452"/>
                  </a:lnTo>
                  <a:close/>
                </a:path>
                <a:path w="3810" h="236220">
                  <a:moveTo>
                    <a:pt x="3810" y="17792"/>
                  </a:moveTo>
                  <a:lnTo>
                    <a:pt x="0" y="17792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17792"/>
                  </a:lnTo>
                  <a:close/>
                </a:path>
                <a:path w="3810" h="236220">
                  <a:moveTo>
                    <a:pt x="381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52"/>
                  </a:lnTo>
                  <a:close/>
                </a:path>
                <a:path w="3810" h="236220">
                  <a:moveTo>
                    <a:pt x="381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42"/>
                  </a:lnTo>
                  <a:close/>
                </a:path>
                <a:path w="3810" h="236220">
                  <a:moveTo>
                    <a:pt x="381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902"/>
                  </a:lnTo>
                  <a:close/>
                </a:path>
                <a:path w="3810" h="236220">
                  <a:moveTo>
                    <a:pt x="381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92"/>
                  </a:lnTo>
                  <a:close/>
                </a:path>
                <a:path w="3810" h="236220">
                  <a:moveTo>
                    <a:pt x="381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52"/>
                  </a:lnTo>
                  <a:close/>
                </a:path>
                <a:path w="3810" h="23622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6" name="object 1546"/>
            <p:cNvSpPr/>
            <p:nvPr/>
          </p:nvSpPr>
          <p:spPr>
            <a:xfrm>
              <a:off x="2058669" y="5466080"/>
              <a:ext cx="3810" cy="236220"/>
            </a:xfrm>
            <a:custGeom>
              <a:avLst/>
              <a:gdLst/>
              <a:ahLst/>
              <a:cxnLst/>
              <a:rect l="l" t="t" r="r" b="b"/>
              <a:pathLst>
                <a:path w="3810" h="236220">
                  <a:moveTo>
                    <a:pt x="126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3810" h="236220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236220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10" h="236220">
                  <a:moveTo>
                    <a:pt x="381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890"/>
                  </a:lnTo>
                  <a:close/>
                </a:path>
                <a:path w="3810" h="236220">
                  <a:moveTo>
                    <a:pt x="381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30"/>
                  </a:lnTo>
                  <a:close/>
                </a:path>
                <a:path w="3810" h="236220">
                  <a:moveTo>
                    <a:pt x="381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40"/>
                  </a:lnTo>
                  <a:close/>
                </a:path>
                <a:path w="3810" h="236220">
                  <a:moveTo>
                    <a:pt x="3810" y="17780"/>
                  </a:moveTo>
                  <a:lnTo>
                    <a:pt x="0" y="17780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17780"/>
                  </a:lnTo>
                  <a:close/>
                </a:path>
                <a:path w="3810" h="236220">
                  <a:moveTo>
                    <a:pt x="3810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8440"/>
                  </a:lnTo>
                  <a:close/>
                </a:path>
                <a:path w="3810" h="236220">
                  <a:moveTo>
                    <a:pt x="3810" y="220980"/>
                  </a:moveTo>
                  <a:lnTo>
                    <a:pt x="0" y="220980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0980"/>
                  </a:lnTo>
                  <a:close/>
                </a:path>
                <a:path w="3810" h="236220">
                  <a:moveTo>
                    <a:pt x="3810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790"/>
                  </a:lnTo>
                  <a:close/>
                </a:path>
                <a:path w="3810" h="236220">
                  <a:moveTo>
                    <a:pt x="3810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30"/>
                  </a:lnTo>
                  <a:close/>
                </a:path>
                <a:path w="3810" h="236220">
                  <a:moveTo>
                    <a:pt x="3810" y="231140"/>
                  </a:moveTo>
                  <a:lnTo>
                    <a:pt x="0" y="231140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40"/>
                  </a:lnTo>
                  <a:close/>
                </a:path>
                <a:path w="3810" h="236220">
                  <a:moveTo>
                    <a:pt x="3810" y="233680"/>
                  </a:moveTo>
                  <a:lnTo>
                    <a:pt x="0" y="233680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80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7" name="object 1547"/>
            <p:cNvSpPr/>
            <p:nvPr/>
          </p:nvSpPr>
          <p:spPr>
            <a:xfrm>
              <a:off x="2062480" y="5467350"/>
              <a:ext cx="3810" cy="234950"/>
            </a:xfrm>
            <a:custGeom>
              <a:avLst/>
              <a:gdLst/>
              <a:ahLst/>
              <a:cxnLst/>
              <a:rect l="l" t="t" r="r" b="b"/>
              <a:pathLst>
                <a:path w="3810" h="234950">
                  <a:moveTo>
                    <a:pt x="126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3810" h="234950">
                  <a:moveTo>
                    <a:pt x="3809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1270"/>
                  </a:lnTo>
                  <a:close/>
                </a:path>
                <a:path w="3810" h="234950">
                  <a:moveTo>
                    <a:pt x="3809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3810"/>
                  </a:lnTo>
                  <a:close/>
                </a:path>
                <a:path w="3810" h="234950">
                  <a:moveTo>
                    <a:pt x="3809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7620"/>
                  </a:lnTo>
                  <a:close/>
                </a:path>
                <a:path w="3810" h="234950">
                  <a:moveTo>
                    <a:pt x="3809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10160"/>
                  </a:lnTo>
                  <a:close/>
                </a:path>
                <a:path w="3810" h="234950">
                  <a:moveTo>
                    <a:pt x="3809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3970"/>
                  </a:lnTo>
                  <a:close/>
                </a:path>
                <a:path w="3810" h="234950">
                  <a:moveTo>
                    <a:pt x="3809" y="16510"/>
                  </a:moveTo>
                  <a:lnTo>
                    <a:pt x="0" y="16510"/>
                  </a:lnTo>
                  <a:lnTo>
                    <a:pt x="0" y="217169"/>
                  </a:lnTo>
                  <a:lnTo>
                    <a:pt x="3809" y="217169"/>
                  </a:lnTo>
                  <a:lnTo>
                    <a:pt x="3809" y="16510"/>
                  </a:lnTo>
                  <a:close/>
                </a:path>
                <a:path w="3810" h="234950">
                  <a:moveTo>
                    <a:pt x="3809" y="217170"/>
                  </a:moveTo>
                  <a:lnTo>
                    <a:pt x="0" y="217170"/>
                  </a:lnTo>
                  <a:lnTo>
                    <a:pt x="0" y="219709"/>
                  </a:lnTo>
                  <a:lnTo>
                    <a:pt x="3809" y="219709"/>
                  </a:lnTo>
                  <a:lnTo>
                    <a:pt x="3809" y="217170"/>
                  </a:lnTo>
                  <a:close/>
                </a:path>
                <a:path w="3810" h="234950">
                  <a:moveTo>
                    <a:pt x="3809" y="219710"/>
                  </a:moveTo>
                  <a:lnTo>
                    <a:pt x="0" y="219710"/>
                  </a:lnTo>
                  <a:lnTo>
                    <a:pt x="0" y="223519"/>
                  </a:lnTo>
                  <a:lnTo>
                    <a:pt x="3809" y="223519"/>
                  </a:lnTo>
                  <a:lnTo>
                    <a:pt x="3809" y="219710"/>
                  </a:lnTo>
                  <a:close/>
                </a:path>
                <a:path w="3810" h="234950">
                  <a:moveTo>
                    <a:pt x="3809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3809" y="226059"/>
                  </a:lnTo>
                  <a:lnTo>
                    <a:pt x="3809" y="223520"/>
                  </a:lnTo>
                  <a:close/>
                </a:path>
                <a:path w="3810" h="234950">
                  <a:moveTo>
                    <a:pt x="3809" y="226060"/>
                  </a:moveTo>
                  <a:lnTo>
                    <a:pt x="0" y="226060"/>
                  </a:lnTo>
                  <a:lnTo>
                    <a:pt x="0" y="229869"/>
                  </a:lnTo>
                  <a:lnTo>
                    <a:pt x="3809" y="229869"/>
                  </a:lnTo>
                  <a:lnTo>
                    <a:pt x="3809" y="226060"/>
                  </a:lnTo>
                  <a:close/>
                </a:path>
                <a:path w="3810" h="234950">
                  <a:moveTo>
                    <a:pt x="3809" y="229870"/>
                  </a:moveTo>
                  <a:lnTo>
                    <a:pt x="0" y="229870"/>
                  </a:lnTo>
                  <a:lnTo>
                    <a:pt x="0" y="232409"/>
                  </a:lnTo>
                  <a:lnTo>
                    <a:pt x="3809" y="232409"/>
                  </a:lnTo>
                  <a:lnTo>
                    <a:pt x="3809" y="229870"/>
                  </a:lnTo>
                  <a:close/>
                </a:path>
                <a:path w="3810" h="234950">
                  <a:moveTo>
                    <a:pt x="3809" y="232410"/>
                  </a:moveTo>
                  <a:lnTo>
                    <a:pt x="0" y="232410"/>
                  </a:lnTo>
                  <a:lnTo>
                    <a:pt x="0" y="234950"/>
                  </a:lnTo>
                  <a:lnTo>
                    <a:pt x="1269" y="234950"/>
                  </a:lnTo>
                  <a:lnTo>
                    <a:pt x="1269" y="233680"/>
                  </a:lnTo>
                  <a:lnTo>
                    <a:pt x="3809" y="233680"/>
                  </a:lnTo>
                  <a:lnTo>
                    <a:pt x="3809" y="232410"/>
                  </a:lnTo>
                  <a:close/>
                </a:path>
              </a:pathLst>
            </a:custGeom>
            <a:solidFill>
              <a:srgbClr val="AEBA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8" name="object 1548"/>
            <p:cNvSpPr/>
            <p:nvPr/>
          </p:nvSpPr>
          <p:spPr>
            <a:xfrm>
              <a:off x="2066290" y="5468632"/>
              <a:ext cx="3810" cy="231140"/>
            </a:xfrm>
            <a:custGeom>
              <a:avLst/>
              <a:gdLst/>
              <a:ahLst/>
              <a:cxnLst/>
              <a:rect l="l" t="t" r="r" b="b"/>
              <a:pathLst>
                <a:path w="3810" h="231139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10" h="231139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10" h="231139">
                  <a:moveTo>
                    <a:pt x="3810" y="222250"/>
                  </a:moveTo>
                  <a:lnTo>
                    <a:pt x="0" y="22225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22250"/>
                  </a:lnTo>
                  <a:close/>
                </a:path>
                <a:path w="3810" h="231139">
                  <a:moveTo>
                    <a:pt x="3810" y="218440"/>
                  </a:moveTo>
                  <a:lnTo>
                    <a:pt x="0" y="21844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18440"/>
                  </a:lnTo>
                  <a:close/>
                </a:path>
                <a:path w="3810" h="231139">
                  <a:moveTo>
                    <a:pt x="3810" y="215900"/>
                  </a:moveTo>
                  <a:lnTo>
                    <a:pt x="0" y="215900"/>
                  </a:lnTo>
                  <a:lnTo>
                    <a:pt x="0" y="218427"/>
                  </a:lnTo>
                  <a:lnTo>
                    <a:pt x="3810" y="218427"/>
                  </a:lnTo>
                  <a:lnTo>
                    <a:pt x="3810" y="215900"/>
                  </a:lnTo>
                  <a:close/>
                </a:path>
                <a:path w="3810" h="231139">
                  <a:moveTo>
                    <a:pt x="3810" y="15240"/>
                  </a:moveTo>
                  <a:lnTo>
                    <a:pt x="0" y="15240"/>
                  </a:lnTo>
                  <a:lnTo>
                    <a:pt x="0" y="215887"/>
                  </a:lnTo>
                  <a:lnTo>
                    <a:pt x="3810" y="215887"/>
                  </a:lnTo>
                  <a:lnTo>
                    <a:pt x="3810" y="15240"/>
                  </a:lnTo>
                  <a:close/>
                </a:path>
                <a:path w="3810" h="231139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10" h="231139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10" h="231139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10" h="231139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10" h="231139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1BD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9" name="object 1549"/>
            <p:cNvSpPr/>
            <p:nvPr/>
          </p:nvSpPr>
          <p:spPr>
            <a:xfrm>
              <a:off x="2070100" y="5468620"/>
              <a:ext cx="2540" cy="231140"/>
            </a:xfrm>
            <a:custGeom>
              <a:avLst/>
              <a:gdLst/>
              <a:ahLst/>
              <a:cxnLst/>
              <a:rect l="l" t="t" r="r" b="b"/>
              <a:pathLst>
                <a:path w="2539" h="231139">
                  <a:moveTo>
                    <a:pt x="253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39" y="2539"/>
                  </a:lnTo>
                  <a:lnTo>
                    <a:pt x="2539" y="0"/>
                  </a:lnTo>
                  <a:close/>
                </a:path>
                <a:path w="2539" h="231139">
                  <a:moveTo>
                    <a:pt x="253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2539" y="6349"/>
                  </a:lnTo>
                  <a:lnTo>
                    <a:pt x="2539" y="2539"/>
                  </a:lnTo>
                  <a:close/>
                </a:path>
                <a:path w="2539" h="231139">
                  <a:moveTo>
                    <a:pt x="253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2539" y="8889"/>
                  </a:lnTo>
                  <a:lnTo>
                    <a:pt x="2539" y="6349"/>
                  </a:lnTo>
                  <a:close/>
                </a:path>
                <a:path w="2539" h="231139">
                  <a:moveTo>
                    <a:pt x="253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2539" y="12699"/>
                  </a:lnTo>
                  <a:lnTo>
                    <a:pt x="2539" y="8889"/>
                  </a:lnTo>
                  <a:close/>
                </a:path>
                <a:path w="2539" h="231139">
                  <a:moveTo>
                    <a:pt x="253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2539" y="15239"/>
                  </a:lnTo>
                  <a:lnTo>
                    <a:pt x="2539" y="12699"/>
                  </a:lnTo>
                  <a:close/>
                </a:path>
                <a:path w="2539" h="231139">
                  <a:moveTo>
                    <a:pt x="2539" y="15239"/>
                  </a:moveTo>
                  <a:lnTo>
                    <a:pt x="0" y="15239"/>
                  </a:lnTo>
                  <a:lnTo>
                    <a:pt x="0" y="215899"/>
                  </a:lnTo>
                  <a:lnTo>
                    <a:pt x="2539" y="215899"/>
                  </a:lnTo>
                  <a:lnTo>
                    <a:pt x="2539" y="15239"/>
                  </a:lnTo>
                  <a:close/>
                </a:path>
                <a:path w="2539" h="231139">
                  <a:moveTo>
                    <a:pt x="2539" y="215899"/>
                  </a:moveTo>
                  <a:lnTo>
                    <a:pt x="0" y="215899"/>
                  </a:lnTo>
                  <a:lnTo>
                    <a:pt x="0" y="218439"/>
                  </a:lnTo>
                  <a:lnTo>
                    <a:pt x="2539" y="218439"/>
                  </a:lnTo>
                  <a:lnTo>
                    <a:pt x="2539" y="215899"/>
                  </a:lnTo>
                  <a:close/>
                </a:path>
                <a:path w="2539" h="231139">
                  <a:moveTo>
                    <a:pt x="2539" y="218439"/>
                  </a:moveTo>
                  <a:lnTo>
                    <a:pt x="0" y="218439"/>
                  </a:lnTo>
                  <a:lnTo>
                    <a:pt x="0" y="222249"/>
                  </a:lnTo>
                  <a:lnTo>
                    <a:pt x="2539" y="222249"/>
                  </a:lnTo>
                  <a:lnTo>
                    <a:pt x="2539" y="218439"/>
                  </a:lnTo>
                  <a:close/>
                </a:path>
                <a:path w="2539" h="231139">
                  <a:moveTo>
                    <a:pt x="2539" y="222249"/>
                  </a:moveTo>
                  <a:lnTo>
                    <a:pt x="0" y="222249"/>
                  </a:lnTo>
                  <a:lnTo>
                    <a:pt x="0" y="224789"/>
                  </a:lnTo>
                  <a:lnTo>
                    <a:pt x="2539" y="224789"/>
                  </a:lnTo>
                  <a:lnTo>
                    <a:pt x="2539" y="222249"/>
                  </a:lnTo>
                  <a:close/>
                </a:path>
                <a:path w="2539" h="231139">
                  <a:moveTo>
                    <a:pt x="2539" y="224789"/>
                  </a:moveTo>
                  <a:lnTo>
                    <a:pt x="0" y="224789"/>
                  </a:lnTo>
                  <a:lnTo>
                    <a:pt x="0" y="228599"/>
                  </a:lnTo>
                  <a:lnTo>
                    <a:pt x="2539" y="228599"/>
                  </a:lnTo>
                  <a:lnTo>
                    <a:pt x="2539" y="224789"/>
                  </a:lnTo>
                  <a:close/>
                </a:path>
                <a:path w="2539" h="231139">
                  <a:moveTo>
                    <a:pt x="2539" y="228599"/>
                  </a:moveTo>
                  <a:lnTo>
                    <a:pt x="0" y="228599"/>
                  </a:lnTo>
                  <a:lnTo>
                    <a:pt x="0" y="231139"/>
                  </a:lnTo>
                  <a:lnTo>
                    <a:pt x="1269" y="231139"/>
                  </a:lnTo>
                  <a:lnTo>
                    <a:pt x="1269" y="229869"/>
                  </a:lnTo>
                  <a:lnTo>
                    <a:pt x="2539" y="229869"/>
                  </a:lnTo>
                  <a:lnTo>
                    <a:pt x="2539" y="228599"/>
                  </a:lnTo>
                  <a:close/>
                </a:path>
              </a:pathLst>
            </a:custGeom>
            <a:solidFill>
              <a:srgbClr val="B4BF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0" name="object 1550"/>
            <p:cNvSpPr/>
            <p:nvPr/>
          </p:nvSpPr>
          <p:spPr>
            <a:xfrm>
              <a:off x="2072640" y="5469889"/>
              <a:ext cx="3810" cy="228600"/>
            </a:xfrm>
            <a:custGeom>
              <a:avLst/>
              <a:gdLst/>
              <a:ahLst/>
              <a:cxnLst/>
              <a:rect l="l" t="t" r="r" b="b"/>
              <a:pathLst>
                <a:path w="3810" h="228600">
                  <a:moveTo>
                    <a:pt x="2540" y="227342"/>
                  </a:moveTo>
                  <a:lnTo>
                    <a:pt x="0" y="227342"/>
                  </a:lnTo>
                  <a:lnTo>
                    <a:pt x="0" y="228600"/>
                  </a:lnTo>
                  <a:lnTo>
                    <a:pt x="2540" y="228600"/>
                  </a:lnTo>
                  <a:lnTo>
                    <a:pt x="2540" y="227342"/>
                  </a:lnTo>
                  <a:close/>
                </a:path>
                <a:path w="3810" h="228600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10" h="228600">
                  <a:moveTo>
                    <a:pt x="3810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92"/>
                  </a:lnTo>
                  <a:close/>
                </a:path>
                <a:path w="3810" h="228600">
                  <a:moveTo>
                    <a:pt x="3810" y="217182"/>
                  </a:moveTo>
                  <a:lnTo>
                    <a:pt x="0" y="21718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7182"/>
                  </a:lnTo>
                  <a:close/>
                </a:path>
                <a:path w="3810" h="228600">
                  <a:moveTo>
                    <a:pt x="3810" y="214642"/>
                  </a:moveTo>
                  <a:lnTo>
                    <a:pt x="0" y="21464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214642"/>
                  </a:lnTo>
                  <a:close/>
                </a:path>
                <a:path w="3810" h="228600">
                  <a:moveTo>
                    <a:pt x="3810" y="13982"/>
                  </a:moveTo>
                  <a:lnTo>
                    <a:pt x="0" y="13982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13982"/>
                  </a:lnTo>
                  <a:close/>
                </a:path>
                <a:path w="3810" h="228600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10" h="22860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10" h="22860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10" h="22860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10" h="22860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6C1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1" name="object 1551"/>
            <p:cNvSpPr/>
            <p:nvPr/>
          </p:nvSpPr>
          <p:spPr>
            <a:xfrm>
              <a:off x="2076450" y="5483872"/>
              <a:ext cx="3810" cy="213360"/>
            </a:xfrm>
            <a:custGeom>
              <a:avLst/>
              <a:gdLst/>
              <a:ahLst/>
              <a:cxnLst/>
              <a:rect l="l" t="t" r="r" b="b"/>
              <a:pathLst>
                <a:path w="3810" h="213360">
                  <a:moveTo>
                    <a:pt x="3810" y="209550"/>
                  </a:moveTo>
                  <a:lnTo>
                    <a:pt x="0" y="209550"/>
                  </a:lnTo>
                  <a:lnTo>
                    <a:pt x="0" y="213347"/>
                  </a:lnTo>
                  <a:lnTo>
                    <a:pt x="3810" y="213347"/>
                  </a:lnTo>
                  <a:lnTo>
                    <a:pt x="3810" y="209550"/>
                  </a:lnTo>
                  <a:close/>
                </a:path>
                <a:path w="3810" h="213360">
                  <a:moveTo>
                    <a:pt x="381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3810" y="209537"/>
                  </a:lnTo>
                  <a:lnTo>
                    <a:pt x="3810" y="207010"/>
                  </a:lnTo>
                  <a:close/>
                </a:path>
                <a:path w="3810" h="213360">
                  <a:moveTo>
                    <a:pt x="3810" y="203200"/>
                  </a:moveTo>
                  <a:lnTo>
                    <a:pt x="0" y="203200"/>
                  </a:lnTo>
                  <a:lnTo>
                    <a:pt x="0" y="206997"/>
                  </a:lnTo>
                  <a:lnTo>
                    <a:pt x="3810" y="206997"/>
                  </a:lnTo>
                  <a:lnTo>
                    <a:pt x="3810" y="203200"/>
                  </a:lnTo>
                  <a:close/>
                </a:path>
                <a:path w="3810" h="213360">
                  <a:moveTo>
                    <a:pt x="3810" y="200660"/>
                  </a:moveTo>
                  <a:lnTo>
                    <a:pt x="0" y="200660"/>
                  </a:lnTo>
                  <a:lnTo>
                    <a:pt x="0" y="203187"/>
                  </a:lnTo>
                  <a:lnTo>
                    <a:pt x="3810" y="203187"/>
                  </a:lnTo>
                  <a:lnTo>
                    <a:pt x="3810" y="200660"/>
                  </a:lnTo>
                  <a:close/>
                </a:path>
                <a:path w="3810" h="213360">
                  <a:moveTo>
                    <a:pt x="3810" y="0"/>
                  </a:moveTo>
                  <a:lnTo>
                    <a:pt x="0" y="0"/>
                  </a:lnTo>
                  <a:lnTo>
                    <a:pt x="0" y="200647"/>
                  </a:lnTo>
                  <a:lnTo>
                    <a:pt x="3810" y="20064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2" name="object 1552"/>
            <p:cNvSpPr/>
            <p:nvPr/>
          </p:nvSpPr>
          <p:spPr>
            <a:xfrm>
              <a:off x="2080260" y="5471159"/>
              <a:ext cx="3810" cy="226060"/>
            </a:xfrm>
            <a:custGeom>
              <a:avLst/>
              <a:gdLst/>
              <a:ahLst/>
              <a:cxnLst/>
              <a:rect l="l" t="t" r="r" b="b"/>
              <a:pathLst>
                <a:path w="3810" h="226060">
                  <a:moveTo>
                    <a:pt x="126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3810" h="226060">
                  <a:moveTo>
                    <a:pt x="380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3809"/>
                  </a:lnTo>
                  <a:close/>
                </a:path>
                <a:path w="3810" h="226060">
                  <a:moveTo>
                    <a:pt x="380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6350"/>
                  </a:lnTo>
                  <a:close/>
                </a:path>
                <a:path w="3810" h="226060">
                  <a:moveTo>
                    <a:pt x="380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10159"/>
                  </a:lnTo>
                  <a:close/>
                </a:path>
                <a:path w="3810" h="226060">
                  <a:moveTo>
                    <a:pt x="3809" y="12700"/>
                  </a:moveTo>
                  <a:lnTo>
                    <a:pt x="0" y="12700"/>
                  </a:lnTo>
                  <a:lnTo>
                    <a:pt x="0" y="213359"/>
                  </a:lnTo>
                  <a:lnTo>
                    <a:pt x="3809" y="213359"/>
                  </a:lnTo>
                  <a:lnTo>
                    <a:pt x="3809" y="12700"/>
                  </a:lnTo>
                  <a:close/>
                </a:path>
                <a:path w="3810" h="226060">
                  <a:moveTo>
                    <a:pt x="3809" y="213359"/>
                  </a:moveTo>
                  <a:lnTo>
                    <a:pt x="0" y="213359"/>
                  </a:lnTo>
                  <a:lnTo>
                    <a:pt x="0" y="215899"/>
                  </a:lnTo>
                  <a:lnTo>
                    <a:pt x="3809" y="215899"/>
                  </a:lnTo>
                  <a:lnTo>
                    <a:pt x="3809" y="213359"/>
                  </a:lnTo>
                  <a:close/>
                </a:path>
                <a:path w="3810" h="226060">
                  <a:moveTo>
                    <a:pt x="3809" y="215900"/>
                  </a:moveTo>
                  <a:lnTo>
                    <a:pt x="0" y="215900"/>
                  </a:lnTo>
                  <a:lnTo>
                    <a:pt x="0" y="219709"/>
                  </a:lnTo>
                  <a:lnTo>
                    <a:pt x="3809" y="219709"/>
                  </a:lnTo>
                  <a:lnTo>
                    <a:pt x="3809" y="215900"/>
                  </a:lnTo>
                  <a:close/>
                </a:path>
                <a:path w="3810" h="226060">
                  <a:moveTo>
                    <a:pt x="3809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3809" y="222249"/>
                  </a:lnTo>
                  <a:lnTo>
                    <a:pt x="3809" y="219709"/>
                  </a:lnTo>
                  <a:close/>
                </a:path>
                <a:path w="3810" h="226060">
                  <a:moveTo>
                    <a:pt x="3809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1269" y="226059"/>
                  </a:lnTo>
                  <a:lnTo>
                    <a:pt x="1269" y="224789"/>
                  </a:lnTo>
                  <a:lnTo>
                    <a:pt x="3809" y="224789"/>
                  </a:lnTo>
                  <a:lnTo>
                    <a:pt x="3809" y="222250"/>
                  </a:lnTo>
                  <a:close/>
                </a:path>
              </a:pathLst>
            </a:custGeom>
            <a:solidFill>
              <a:srgbClr val="BC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3" name="object 1553"/>
            <p:cNvSpPr/>
            <p:nvPr/>
          </p:nvSpPr>
          <p:spPr>
            <a:xfrm>
              <a:off x="2084069" y="5472430"/>
              <a:ext cx="3810" cy="222250"/>
            </a:xfrm>
            <a:custGeom>
              <a:avLst/>
              <a:gdLst/>
              <a:ahLst/>
              <a:cxnLst/>
              <a:rect l="l" t="t" r="r" b="b"/>
              <a:pathLst>
                <a:path w="3810" h="222250">
                  <a:moveTo>
                    <a:pt x="253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1270"/>
                  </a:lnTo>
                  <a:lnTo>
                    <a:pt x="2539" y="1270"/>
                  </a:lnTo>
                  <a:lnTo>
                    <a:pt x="2539" y="0"/>
                  </a:lnTo>
                  <a:close/>
                </a:path>
                <a:path w="3810" h="222250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222250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10" h="222250">
                  <a:moveTo>
                    <a:pt x="381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890"/>
                  </a:lnTo>
                  <a:close/>
                </a:path>
                <a:path w="3810" h="222250">
                  <a:moveTo>
                    <a:pt x="3810" y="11430"/>
                  </a:moveTo>
                  <a:lnTo>
                    <a:pt x="0" y="11430"/>
                  </a:lnTo>
                  <a:lnTo>
                    <a:pt x="0" y="212090"/>
                  </a:lnTo>
                  <a:lnTo>
                    <a:pt x="3810" y="212090"/>
                  </a:lnTo>
                  <a:lnTo>
                    <a:pt x="3810" y="11430"/>
                  </a:lnTo>
                  <a:close/>
                </a:path>
                <a:path w="3810" h="222250">
                  <a:moveTo>
                    <a:pt x="3810" y="212090"/>
                  </a:moveTo>
                  <a:lnTo>
                    <a:pt x="0" y="212090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212090"/>
                  </a:lnTo>
                  <a:close/>
                </a:path>
                <a:path w="3810" h="222250">
                  <a:moveTo>
                    <a:pt x="3810" y="214630"/>
                  </a:moveTo>
                  <a:lnTo>
                    <a:pt x="0" y="214630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4630"/>
                  </a:lnTo>
                  <a:close/>
                </a:path>
                <a:path w="3810" h="222250">
                  <a:moveTo>
                    <a:pt x="3810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8440"/>
                  </a:lnTo>
                  <a:close/>
                </a:path>
                <a:path w="3810" h="222250">
                  <a:moveTo>
                    <a:pt x="3810" y="220980"/>
                  </a:moveTo>
                  <a:lnTo>
                    <a:pt x="0" y="220980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20980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4" name="object 1554"/>
            <p:cNvSpPr/>
            <p:nvPr/>
          </p:nvSpPr>
          <p:spPr>
            <a:xfrm>
              <a:off x="2087880" y="5473700"/>
              <a:ext cx="3810" cy="220979"/>
            </a:xfrm>
            <a:custGeom>
              <a:avLst/>
              <a:gdLst/>
              <a:ahLst/>
              <a:cxnLst/>
              <a:rect l="l" t="t" r="r" b="b"/>
              <a:pathLst>
                <a:path w="3810" h="220979">
                  <a:moveTo>
                    <a:pt x="1270" y="219722"/>
                  </a:moveTo>
                  <a:lnTo>
                    <a:pt x="0" y="219722"/>
                  </a:lnTo>
                  <a:lnTo>
                    <a:pt x="0" y="220980"/>
                  </a:lnTo>
                  <a:lnTo>
                    <a:pt x="1270" y="220980"/>
                  </a:lnTo>
                  <a:lnTo>
                    <a:pt x="1270" y="219722"/>
                  </a:lnTo>
                  <a:close/>
                </a:path>
                <a:path w="3810" h="220979">
                  <a:moveTo>
                    <a:pt x="12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3810" h="220979">
                  <a:moveTo>
                    <a:pt x="3810" y="217182"/>
                  </a:moveTo>
                  <a:lnTo>
                    <a:pt x="0" y="21718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17182"/>
                  </a:lnTo>
                  <a:close/>
                </a:path>
                <a:path w="3810" h="220979">
                  <a:moveTo>
                    <a:pt x="3810" y="213372"/>
                  </a:moveTo>
                  <a:lnTo>
                    <a:pt x="0" y="21337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213372"/>
                  </a:lnTo>
                  <a:close/>
                </a:path>
                <a:path w="3810" h="220979">
                  <a:moveTo>
                    <a:pt x="3810" y="210832"/>
                  </a:moveTo>
                  <a:lnTo>
                    <a:pt x="0" y="210832"/>
                  </a:lnTo>
                  <a:lnTo>
                    <a:pt x="0" y="213360"/>
                  </a:lnTo>
                  <a:lnTo>
                    <a:pt x="3810" y="213360"/>
                  </a:lnTo>
                  <a:lnTo>
                    <a:pt x="3810" y="210832"/>
                  </a:lnTo>
                  <a:close/>
                </a:path>
                <a:path w="3810" h="220979">
                  <a:moveTo>
                    <a:pt x="3810" y="10172"/>
                  </a:moveTo>
                  <a:lnTo>
                    <a:pt x="0" y="10172"/>
                  </a:lnTo>
                  <a:lnTo>
                    <a:pt x="0" y="210820"/>
                  </a:lnTo>
                  <a:lnTo>
                    <a:pt x="3810" y="210820"/>
                  </a:lnTo>
                  <a:lnTo>
                    <a:pt x="3810" y="10172"/>
                  </a:lnTo>
                  <a:close/>
                </a:path>
                <a:path w="3810" h="220979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10" h="220979">
                  <a:moveTo>
                    <a:pt x="381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3822"/>
                  </a:lnTo>
                  <a:close/>
                </a:path>
                <a:path w="3810" h="220979">
                  <a:moveTo>
                    <a:pt x="381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82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5" name="object 1555"/>
            <p:cNvSpPr/>
            <p:nvPr/>
          </p:nvSpPr>
          <p:spPr>
            <a:xfrm>
              <a:off x="2091689" y="5474970"/>
              <a:ext cx="2540" cy="217170"/>
            </a:xfrm>
            <a:custGeom>
              <a:avLst/>
              <a:gdLst/>
              <a:ahLst/>
              <a:cxnLst/>
              <a:rect l="l" t="t" r="r" b="b"/>
              <a:pathLst>
                <a:path w="2539" h="217170">
                  <a:moveTo>
                    <a:pt x="127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40" y="2539"/>
                  </a:lnTo>
                  <a:lnTo>
                    <a:pt x="254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2539" h="217170">
                  <a:moveTo>
                    <a:pt x="254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2540" y="6349"/>
                  </a:lnTo>
                  <a:lnTo>
                    <a:pt x="2540" y="2539"/>
                  </a:lnTo>
                  <a:close/>
                </a:path>
                <a:path w="2539" h="217170">
                  <a:moveTo>
                    <a:pt x="254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2540" y="8889"/>
                  </a:lnTo>
                  <a:lnTo>
                    <a:pt x="2540" y="6349"/>
                  </a:lnTo>
                  <a:close/>
                </a:path>
                <a:path w="2539" h="217170">
                  <a:moveTo>
                    <a:pt x="2540" y="8889"/>
                  </a:moveTo>
                  <a:lnTo>
                    <a:pt x="0" y="8889"/>
                  </a:lnTo>
                  <a:lnTo>
                    <a:pt x="0" y="209549"/>
                  </a:lnTo>
                  <a:lnTo>
                    <a:pt x="2540" y="209549"/>
                  </a:lnTo>
                  <a:lnTo>
                    <a:pt x="2540" y="8889"/>
                  </a:lnTo>
                  <a:close/>
                </a:path>
                <a:path w="2539" h="217170">
                  <a:moveTo>
                    <a:pt x="2540" y="209549"/>
                  </a:moveTo>
                  <a:lnTo>
                    <a:pt x="0" y="209549"/>
                  </a:lnTo>
                  <a:lnTo>
                    <a:pt x="0" y="212089"/>
                  </a:lnTo>
                  <a:lnTo>
                    <a:pt x="2540" y="212089"/>
                  </a:lnTo>
                  <a:lnTo>
                    <a:pt x="2540" y="209549"/>
                  </a:lnTo>
                  <a:close/>
                </a:path>
                <a:path w="2539" h="217170">
                  <a:moveTo>
                    <a:pt x="2540" y="212089"/>
                  </a:moveTo>
                  <a:lnTo>
                    <a:pt x="0" y="212089"/>
                  </a:lnTo>
                  <a:lnTo>
                    <a:pt x="0" y="215899"/>
                  </a:lnTo>
                  <a:lnTo>
                    <a:pt x="2540" y="215899"/>
                  </a:lnTo>
                  <a:lnTo>
                    <a:pt x="2540" y="212089"/>
                  </a:lnTo>
                  <a:close/>
                </a:path>
                <a:path w="2539" h="217170">
                  <a:moveTo>
                    <a:pt x="2540" y="215899"/>
                  </a:moveTo>
                  <a:lnTo>
                    <a:pt x="0" y="215899"/>
                  </a:lnTo>
                  <a:lnTo>
                    <a:pt x="0" y="217169"/>
                  </a:lnTo>
                  <a:lnTo>
                    <a:pt x="2540" y="217169"/>
                  </a:lnTo>
                  <a:lnTo>
                    <a:pt x="2540" y="215899"/>
                  </a:lnTo>
                  <a:close/>
                </a:path>
              </a:pathLst>
            </a:custGeom>
            <a:solidFill>
              <a:srgbClr val="C4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6" name="object 1556"/>
            <p:cNvSpPr/>
            <p:nvPr/>
          </p:nvSpPr>
          <p:spPr>
            <a:xfrm>
              <a:off x="2094230" y="5476239"/>
              <a:ext cx="3810" cy="215900"/>
            </a:xfrm>
            <a:custGeom>
              <a:avLst/>
              <a:gdLst/>
              <a:ahLst/>
              <a:cxnLst/>
              <a:rect l="l" t="t" r="r" b="b"/>
              <a:pathLst>
                <a:path w="3810" h="215900">
                  <a:moveTo>
                    <a:pt x="1269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3810" h="215900">
                  <a:moveTo>
                    <a:pt x="253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2540"/>
                  </a:lnTo>
                  <a:lnTo>
                    <a:pt x="2539" y="2540"/>
                  </a:lnTo>
                  <a:lnTo>
                    <a:pt x="2539" y="1270"/>
                  </a:lnTo>
                  <a:close/>
                </a:path>
                <a:path w="3810" h="215900">
                  <a:moveTo>
                    <a:pt x="380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09" y="7620"/>
                  </a:lnTo>
                  <a:lnTo>
                    <a:pt x="3809" y="5080"/>
                  </a:lnTo>
                  <a:close/>
                </a:path>
                <a:path w="3810" h="215900">
                  <a:moveTo>
                    <a:pt x="3809" y="7620"/>
                  </a:moveTo>
                  <a:lnTo>
                    <a:pt x="0" y="7620"/>
                  </a:lnTo>
                  <a:lnTo>
                    <a:pt x="0" y="208280"/>
                  </a:lnTo>
                  <a:lnTo>
                    <a:pt x="3809" y="208280"/>
                  </a:lnTo>
                  <a:lnTo>
                    <a:pt x="3809" y="7620"/>
                  </a:lnTo>
                  <a:close/>
                </a:path>
                <a:path w="3810" h="215900">
                  <a:moveTo>
                    <a:pt x="3809" y="208280"/>
                  </a:moveTo>
                  <a:lnTo>
                    <a:pt x="0" y="208280"/>
                  </a:lnTo>
                  <a:lnTo>
                    <a:pt x="0" y="210820"/>
                  </a:lnTo>
                  <a:lnTo>
                    <a:pt x="3809" y="210820"/>
                  </a:lnTo>
                  <a:lnTo>
                    <a:pt x="3809" y="208280"/>
                  </a:lnTo>
                  <a:close/>
                </a:path>
                <a:path w="3810" h="215900">
                  <a:moveTo>
                    <a:pt x="3809" y="210820"/>
                  </a:moveTo>
                  <a:lnTo>
                    <a:pt x="0" y="210820"/>
                  </a:lnTo>
                  <a:lnTo>
                    <a:pt x="0" y="214630"/>
                  </a:lnTo>
                  <a:lnTo>
                    <a:pt x="2539" y="214630"/>
                  </a:lnTo>
                  <a:lnTo>
                    <a:pt x="2539" y="213360"/>
                  </a:lnTo>
                  <a:lnTo>
                    <a:pt x="3809" y="213360"/>
                  </a:lnTo>
                  <a:lnTo>
                    <a:pt x="3809" y="210820"/>
                  </a:lnTo>
                  <a:close/>
                </a:path>
                <a:path w="3810" h="215900">
                  <a:moveTo>
                    <a:pt x="1269" y="214630"/>
                  </a:moveTo>
                  <a:lnTo>
                    <a:pt x="0" y="214630"/>
                  </a:lnTo>
                  <a:lnTo>
                    <a:pt x="0" y="215900"/>
                  </a:lnTo>
                  <a:lnTo>
                    <a:pt x="1269" y="215900"/>
                  </a:lnTo>
                  <a:lnTo>
                    <a:pt x="1269" y="214630"/>
                  </a:lnTo>
                  <a:close/>
                </a:path>
              </a:pathLst>
            </a:custGeom>
            <a:solidFill>
              <a:srgbClr val="C6CF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7" name="object 1557"/>
            <p:cNvSpPr/>
            <p:nvPr/>
          </p:nvSpPr>
          <p:spPr>
            <a:xfrm>
              <a:off x="2098039" y="5480050"/>
              <a:ext cx="3810" cy="209550"/>
            </a:xfrm>
            <a:custGeom>
              <a:avLst/>
              <a:gdLst/>
              <a:ahLst/>
              <a:cxnLst/>
              <a:rect l="l" t="t" r="r" b="b"/>
              <a:pathLst>
                <a:path w="3810" h="209550">
                  <a:moveTo>
                    <a:pt x="127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10" h="209550">
                  <a:moveTo>
                    <a:pt x="381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70"/>
                  </a:lnTo>
                  <a:close/>
                </a:path>
                <a:path w="3810" h="209550">
                  <a:moveTo>
                    <a:pt x="3810" y="3810"/>
                  </a:moveTo>
                  <a:lnTo>
                    <a:pt x="0" y="3810"/>
                  </a:lnTo>
                  <a:lnTo>
                    <a:pt x="0" y="204469"/>
                  </a:lnTo>
                  <a:lnTo>
                    <a:pt x="3810" y="204469"/>
                  </a:lnTo>
                  <a:lnTo>
                    <a:pt x="3810" y="3810"/>
                  </a:lnTo>
                  <a:close/>
                </a:path>
                <a:path w="3810" h="209550">
                  <a:moveTo>
                    <a:pt x="3810" y="204470"/>
                  </a:moveTo>
                  <a:lnTo>
                    <a:pt x="0" y="204470"/>
                  </a:lnTo>
                  <a:lnTo>
                    <a:pt x="0" y="207009"/>
                  </a:lnTo>
                  <a:lnTo>
                    <a:pt x="3810" y="207009"/>
                  </a:lnTo>
                  <a:lnTo>
                    <a:pt x="3810" y="204470"/>
                  </a:lnTo>
                  <a:close/>
                </a:path>
                <a:path w="3810" h="209550">
                  <a:moveTo>
                    <a:pt x="3810" y="207010"/>
                  </a:moveTo>
                  <a:lnTo>
                    <a:pt x="0" y="207010"/>
                  </a:lnTo>
                  <a:lnTo>
                    <a:pt x="0" y="209550"/>
                  </a:lnTo>
                  <a:lnTo>
                    <a:pt x="1270" y="209550"/>
                  </a:lnTo>
                  <a:lnTo>
                    <a:pt x="1270" y="208280"/>
                  </a:lnTo>
                  <a:lnTo>
                    <a:pt x="3810" y="208280"/>
                  </a:lnTo>
                  <a:lnTo>
                    <a:pt x="3810" y="207010"/>
                  </a:lnTo>
                  <a:close/>
                </a:path>
              </a:pathLst>
            </a:custGeom>
            <a:solidFill>
              <a:srgbClr val="C9D1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8" name="object 1558"/>
            <p:cNvSpPr/>
            <p:nvPr/>
          </p:nvSpPr>
          <p:spPr>
            <a:xfrm>
              <a:off x="2101850" y="5482589"/>
              <a:ext cx="3810" cy="204470"/>
            </a:xfrm>
            <a:custGeom>
              <a:avLst/>
              <a:gdLst/>
              <a:ahLst/>
              <a:cxnLst/>
              <a:rect l="l" t="t" r="r" b="b"/>
              <a:pathLst>
                <a:path w="3810" h="204470">
                  <a:moveTo>
                    <a:pt x="1270" y="201942"/>
                  </a:moveTo>
                  <a:lnTo>
                    <a:pt x="0" y="201942"/>
                  </a:lnTo>
                  <a:lnTo>
                    <a:pt x="0" y="204470"/>
                  </a:lnTo>
                  <a:lnTo>
                    <a:pt x="1270" y="204470"/>
                  </a:lnTo>
                  <a:lnTo>
                    <a:pt x="1270" y="201942"/>
                  </a:lnTo>
                  <a:close/>
                </a:path>
                <a:path w="3810" h="204470">
                  <a:moveTo>
                    <a:pt x="3810" y="2540"/>
                  </a:moveTo>
                  <a:lnTo>
                    <a:pt x="2540" y="254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0" y="200660"/>
                  </a:lnTo>
                  <a:lnTo>
                    <a:pt x="0" y="201930"/>
                  </a:lnTo>
                  <a:lnTo>
                    <a:pt x="2540" y="201930"/>
                  </a:lnTo>
                  <a:lnTo>
                    <a:pt x="2540" y="200660"/>
                  </a:lnTo>
                  <a:lnTo>
                    <a:pt x="3810" y="200660"/>
                  </a:lnTo>
                  <a:lnTo>
                    <a:pt x="3810" y="2540"/>
                  </a:lnTo>
                  <a:close/>
                </a:path>
              </a:pathLst>
            </a:custGeom>
            <a:solidFill>
              <a:srgbClr val="CCD3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9" name="object 1559"/>
            <p:cNvSpPr/>
            <p:nvPr/>
          </p:nvSpPr>
          <p:spPr>
            <a:xfrm>
              <a:off x="2105660" y="5485130"/>
              <a:ext cx="0" cy="198120"/>
            </a:xfrm>
            <a:custGeom>
              <a:avLst/>
              <a:gdLst/>
              <a:ahLst/>
              <a:cxnLst/>
              <a:rect l="l" t="t" r="r" b="b"/>
              <a:pathLst>
                <a:path h="198120">
                  <a:moveTo>
                    <a:pt x="0" y="0"/>
                  </a:moveTo>
                  <a:lnTo>
                    <a:pt x="0" y="1981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0" name="object 1560"/>
            <p:cNvSpPr/>
            <p:nvPr/>
          </p:nvSpPr>
          <p:spPr>
            <a:xfrm>
              <a:off x="1819910" y="5457189"/>
              <a:ext cx="284480" cy="252729"/>
            </a:xfrm>
            <a:custGeom>
              <a:avLst/>
              <a:gdLst/>
              <a:ahLst/>
              <a:cxnLst/>
              <a:rect l="l" t="t" r="r" b="b"/>
              <a:pathLst>
                <a:path w="284480" h="252729">
                  <a:moveTo>
                    <a:pt x="142239" y="0"/>
                  </a:moveTo>
                  <a:lnTo>
                    <a:pt x="87332" y="2460"/>
                  </a:lnTo>
                  <a:lnTo>
                    <a:pt x="42068" y="9207"/>
                  </a:lnTo>
                  <a:lnTo>
                    <a:pt x="11330" y="19288"/>
                  </a:lnTo>
                  <a:lnTo>
                    <a:pt x="0" y="31750"/>
                  </a:lnTo>
                  <a:lnTo>
                    <a:pt x="0" y="34706"/>
                  </a:lnTo>
                  <a:lnTo>
                    <a:pt x="0" y="55403"/>
                  </a:lnTo>
                  <a:lnTo>
                    <a:pt x="0" y="111581"/>
                  </a:lnTo>
                  <a:lnTo>
                    <a:pt x="0" y="220980"/>
                  </a:lnTo>
                  <a:lnTo>
                    <a:pt x="11330" y="233441"/>
                  </a:lnTo>
                  <a:lnTo>
                    <a:pt x="42068" y="243522"/>
                  </a:lnTo>
                  <a:lnTo>
                    <a:pt x="87332" y="250269"/>
                  </a:lnTo>
                  <a:lnTo>
                    <a:pt x="142239" y="252730"/>
                  </a:lnTo>
                  <a:lnTo>
                    <a:pt x="197147" y="250269"/>
                  </a:lnTo>
                  <a:lnTo>
                    <a:pt x="242411" y="243522"/>
                  </a:lnTo>
                  <a:lnTo>
                    <a:pt x="273149" y="233441"/>
                  </a:lnTo>
                  <a:lnTo>
                    <a:pt x="284479" y="220980"/>
                  </a:lnTo>
                  <a:lnTo>
                    <a:pt x="284479" y="218023"/>
                  </a:lnTo>
                  <a:lnTo>
                    <a:pt x="284479" y="197326"/>
                  </a:lnTo>
                  <a:lnTo>
                    <a:pt x="284479" y="141148"/>
                  </a:lnTo>
                  <a:lnTo>
                    <a:pt x="284479" y="31750"/>
                  </a:lnTo>
                  <a:lnTo>
                    <a:pt x="273149" y="19288"/>
                  </a:lnTo>
                  <a:lnTo>
                    <a:pt x="242411" y="9207"/>
                  </a:lnTo>
                  <a:lnTo>
                    <a:pt x="197147" y="2460"/>
                  </a:lnTo>
                  <a:lnTo>
                    <a:pt x="142239" y="0"/>
                  </a:lnTo>
                  <a:close/>
                </a:path>
              </a:pathLst>
            </a:custGeom>
            <a:ln w="646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61" name="object 156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819910" y="5457189"/>
              <a:ext cx="285750" cy="64769"/>
            </a:xfrm>
            <a:prstGeom prst="rect">
              <a:avLst/>
            </a:prstGeom>
          </p:spPr>
        </p:pic>
        <p:sp>
          <p:nvSpPr>
            <p:cNvPr id="1562" name="object 1562"/>
            <p:cNvSpPr/>
            <p:nvPr/>
          </p:nvSpPr>
          <p:spPr>
            <a:xfrm>
              <a:off x="1819910" y="5457189"/>
              <a:ext cx="284480" cy="63500"/>
            </a:xfrm>
            <a:custGeom>
              <a:avLst/>
              <a:gdLst/>
              <a:ahLst/>
              <a:cxnLst/>
              <a:rect l="l" t="t" r="r" b="b"/>
              <a:pathLst>
                <a:path w="284480" h="63500">
                  <a:moveTo>
                    <a:pt x="142239" y="0"/>
                  </a:moveTo>
                  <a:lnTo>
                    <a:pt x="87332" y="2460"/>
                  </a:lnTo>
                  <a:lnTo>
                    <a:pt x="42068" y="9207"/>
                  </a:lnTo>
                  <a:lnTo>
                    <a:pt x="11330" y="19288"/>
                  </a:lnTo>
                  <a:lnTo>
                    <a:pt x="0" y="31750"/>
                  </a:lnTo>
                  <a:lnTo>
                    <a:pt x="11330" y="44211"/>
                  </a:lnTo>
                  <a:lnTo>
                    <a:pt x="42068" y="54292"/>
                  </a:lnTo>
                  <a:lnTo>
                    <a:pt x="87332" y="61039"/>
                  </a:lnTo>
                  <a:lnTo>
                    <a:pt x="142239" y="63500"/>
                  </a:lnTo>
                  <a:lnTo>
                    <a:pt x="197147" y="61039"/>
                  </a:lnTo>
                  <a:lnTo>
                    <a:pt x="242411" y="54292"/>
                  </a:lnTo>
                  <a:lnTo>
                    <a:pt x="273149" y="44211"/>
                  </a:lnTo>
                  <a:lnTo>
                    <a:pt x="284479" y="31750"/>
                  </a:lnTo>
                  <a:lnTo>
                    <a:pt x="273149" y="19288"/>
                  </a:lnTo>
                  <a:lnTo>
                    <a:pt x="242411" y="9207"/>
                  </a:lnTo>
                  <a:lnTo>
                    <a:pt x="197147" y="2460"/>
                  </a:lnTo>
                  <a:lnTo>
                    <a:pt x="142239" y="0"/>
                  </a:lnTo>
                  <a:close/>
                </a:path>
              </a:pathLst>
            </a:custGeom>
            <a:ln w="646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3" name="object 1563"/>
            <p:cNvSpPr/>
            <p:nvPr/>
          </p:nvSpPr>
          <p:spPr>
            <a:xfrm>
              <a:off x="1819910" y="5267959"/>
              <a:ext cx="3810" cy="200660"/>
            </a:xfrm>
            <a:custGeom>
              <a:avLst/>
              <a:gdLst/>
              <a:ahLst/>
              <a:cxnLst/>
              <a:rect l="l" t="t" r="r" b="b"/>
              <a:pathLst>
                <a:path w="3810" h="200660">
                  <a:moveTo>
                    <a:pt x="38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5080"/>
                  </a:lnTo>
                  <a:lnTo>
                    <a:pt x="0" y="5080"/>
                  </a:lnTo>
                  <a:lnTo>
                    <a:pt x="0" y="195580"/>
                  </a:lnTo>
                  <a:lnTo>
                    <a:pt x="1270" y="195580"/>
                  </a:lnTo>
                  <a:lnTo>
                    <a:pt x="1270" y="199390"/>
                  </a:lnTo>
                  <a:lnTo>
                    <a:pt x="2540" y="199390"/>
                  </a:lnTo>
                  <a:lnTo>
                    <a:pt x="2540" y="200660"/>
                  </a:lnTo>
                  <a:lnTo>
                    <a:pt x="3810" y="200660"/>
                  </a:lnTo>
                  <a:lnTo>
                    <a:pt x="3810" y="199390"/>
                  </a:lnTo>
                  <a:lnTo>
                    <a:pt x="3810" y="195580"/>
                  </a:lnTo>
                  <a:lnTo>
                    <a:pt x="3810" y="508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4" name="object 1564"/>
            <p:cNvSpPr/>
            <p:nvPr/>
          </p:nvSpPr>
          <p:spPr>
            <a:xfrm>
              <a:off x="1823719" y="5265420"/>
              <a:ext cx="3810" cy="207010"/>
            </a:xfrm>
            <a:custGeom>
              <a:avLst/>
              <a:gdLst/>
              <a:ahLst/>
              <a:cxnLst/>
              <a:rect l="l" t="t" r="r" b="b"/>
              <a:pathLst>
                <a:path w="3810" h="207010">
                  <a:moveTo>
                    <a:pt x="3810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207010">
                  <a:moveTo>
                    <a:pt x="3810" y="2539"/>
                  </a:moveTo>
                  <a:lnTo>
                    <a:pt x="0" y="2539"/>
                  </a:lnTo>
                  <a:lnTo>
                    <a:pt x="0" y="203199"/>
                  </a:lnTo>
                  <a:lnTo>
                    <a:pt x="3810" y="203199"/>
                  </a:lnTo>
                  <a:lnTo>
                    <a:pt x="3810" y="2539"/>
                  </a:lnTo>
                  <a:close/>
                </a:path>
                <a:path w="3810" h="207010">
                  <a:moveTo>
                    <a:pt x="3810" y="203199"/>
                  </a:moveTo>
                  <a:lnTo>
                    <a:pt x="0" y="203199"/>
                  </a:lnTo>
                  <a:lnTo>
                    <a:pt x="0" y="204469"/>
                  </a:lnTo>
                  <a:lnTo>
                    <a:pt x="1269" y="204469"/>
                  </a:lnTo>
                  <a:lnTo>
                    <a:pt x="1269" y="205739"/>
                  </a:lnTo>
                  <a:lnTo>
                    <a:pt x="3810" y="205739"/>
                  </a:lnTo>
                  <a:lnTo>
                    <a:pt x="3810" y="203199"/>
                  </a:lnTo>
                  <a:close/>
                </a:path>
                <a:path w="3810" h="207010">
                  <a:moveTo>
                    <a:pt x="3810" y="205739"/>
                  </a:moveTo>
                  <a:lnTo>
                    <a:pt x="1269" y="205739"/>
                  </a:lnTo>
                  <a:lnTo>
                    <a:pt x="1269" y="207009"/>
                  </a:lnTo>
                  <a:lnTo>
                    <a:pt x="3810" y="207009"/>
                  </a:lnTo>
                  <a:lnTo>
                    <a:pt x="3810" y="205739"/>
                  </a:lnTo>
                  <a:close/>
                </a:path>
              </a:pathLst>
            </a:custGeom>
            <a:solidFill>
              <a:srgbClr val="CED5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5" name="object 1565"/>
            <p:cNvSpPr/>
            <p:nvPr/>
          </p:nvSpPr>
          <p:spPr>
            <a:xfrm>
              <a:off x="1827530" y="5262880"/>
              <a:ext cx="2540" cy="212090"/>
            </a:xfrm>
            <a:custGeom>
              <a:avLst/>
              <a:gdLst/>
              <a:ahLst/>
              <a:cxnLst/>
              <a:rect l="l" t="t" r="r" b="b"/>
              <a:pathLst>
                <a:path w="2539" h="212089">
                  <a:moveTo>
                    <a:pt x="2539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2539" y="2540"/>
                  </a:lnTo>
                  <a:lnTo>
                    <a:pt x="2539" y="0"/>
                  </a:lnTo>
                  <a:close/>
                </a:path>
                <a:path w="2539" h="212089">
                  <a:moveTo>
                    <a:pt x="253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2539" y="5080"/>
                  </a:lnTo>
                  <a:lnTo>
                    <a:pt x="2539" y="2540"/>
                  </a:lnTo>
                  <a:close/>
                </a:path>
                <a:path w="2539" h="212089">
                  <a:moveTo>
                    <a:pt x="2539" y="5080"/>
                  </a:moveTo>
                  <a:lnTo>
                    <a:pt x="0" y="5080"/>
                  </a:lnTo>
                  <a:lnTo>
                    <a:pt x="0" y="205740"/>
                  </a:lnTo>
                  <a:lnTo>
                    <a:pt x="2539" y="205740"/>
                  </a:lnTo>
                  <a:lnTo>
                    <a:pt x="2539" y="5080"/>
                  </a:lnTo>
                  <a:close/>
                </a:path>
                <a:path w="2539" h="212089">
                  <a:moveTo>
                    <a:pt x="2539" y="205740"/>
                  </a:moveTo>
                  <a:lnTo>
                    <a:pt x="0" y="205740"/>
                  </a:lnTo>
                  <a:lnTo>
                    <a:pt x="0" y="208280"/>
                  </a:lnTo>
                  <a:lnTo>
                    <a:pt x="2539" y="208280"/>
                  </a:lnTo>
                  <a:lnTo>
                    <a:pt x="2539" y="205740"/>
                  </a:lnTo>
                  <a:close/>
                </a:path>
                <a:path w="2539" h="212089">
                  <a:moveTo>
                    <a:pt x="2539" y="208280"/>
                  </a:moveTo>
                  <a:lnTo>
                    <a:pt x="0" y="208280"/>
                  </a:lnTo>
                  <a:lnTo>
                    <a:pt x="0" y="210820"/>
                  </a:lnTo>
                  <a:lnTo>
                    <a:pt x="1269" y="210820"/>
                  </a:lnTo>
                  <a:lnTo>
                    <a:pt x="1269" y="212090"/>
                  </a:lnTo>
                  <a:lnTo>
                    <a:pt x="2539" y="212090"/>
                  </a:lnTo>
                  <a:lnTo>
                    <a:pt x="2539" y="208280"/>
                  </a:lnTo>
                  <a:close/>
                </a:path>
              </a:pathLst>
            </a:custGeom>
            <a:solidFill>
              <a:srgbClr val="CCD3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6" name="object 1566"/>
            <p:cNvSpPr/>
            <p:nvPr/>
          </p:nvSpPr>
          <p:spPr>
            <a:xfrm>
              <a:off x="1830070" y="5260339"/>
              <a:ext cx="3810" cy="215900"/>
            </a:xfrm>
            <a:custGeom>
              <a:avLst/>
              <a:gdLst/>
              <a:ahLst/>
              <a:cxnLst/>
              <a:rect l="l" t="t" r="r" b="b"/>
              <a:pathLst>
                <a:path w="3810" h="215900">
                  <a:moveTo>
                    <a:pt x="3810" y="214642"/>
                  </a:moveTo>
                  <a:lnTo>
                    <a:pt x="1270" y="214642"/>
                  </a:lnTo>
                  <a:lnTo>
                    <a:pt x="1270" y="215900"/>
                  </a:lnTo>
                  <a:lnTo>
                    <a:pt x="3810" y="215900"/>
                  </a:lnTo>
                  <a:lnTo>
                    <a:pt x="3810" y="214642"/>
                  </a:lnTo>
                  <a:close/>
                </a:path>
                <a:path w="3810" h="215900">
                  <a:moveTo>
                    <a:pt x="3810" y="210832"/>
                  </a:moveTo>
                  <a:lnTo>
                    <a:pt x="0" y="210832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210832"/>
                  </a:lnTo>
                  <a:close/>
                </a:path>
                <a:path w="3810" h="215900">
                  <a:moveTo>
                    <a:pt x="3810" y="208292"/>
                  </a:moveTo>
                  <a:lnTo>
                    <a:pt x="0" y="208292"/>
                  </a:lnTo>
                  <a:lnTo>
                    <a:pt x="0" y="210820"/>
                  </a:lnTo>
                  <a:lnTo>
                    <a:pt x="3810" y="210820"/>
                  </a:lnTo>
                  <a:lnTo>
                    <a:pt x="3810" y="208292"/>
                  </a:lnTo>
                  <a:close/>
                </a:path>
                <a:path w="3810" h="215900">
                  <a:moveTo>
                    <a:pt x="3810" y="7632"/>
                  </a:moveTo>
                  <a:lnTo>
                    <a:pt x="0" y="7632"/>
                  </a:lnTo>
                  <a:lnTo>
                    <a:pt x="0" y="208280"/>
                  </a:lnTo>
                  <a:lnTo>
                    <a:pt x="3810" y="208280"/>
                  </a:lnTo>
                  <a:lnTo>
                    <a:pt x="3810" y="7632"/>
                  </a:lnTo>
                  <a:close/>
                </a:path>
                <a:path w="3810" h="21590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10" h="21590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10" h="215900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C9D1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7" name="object 1567"/>
            <p:cNvSpPr/>
            <p:nvPr/>
          </p:nvSpPr>
          <p:spPr>
            <a:xfrm>
              <a:off x="1833880" y="5259070"/>
              <a:ext cx="3810" cy="218440"/>
            </a:xfrm>
            <a:custGeom>
              <a:avLst/>
              <a:gdLst/>
              <a:ahLst/>
              <a:cxnLst/>
              <a:rect l="l" t="t" r="r" b="b"/>
              <a:pathLst>
                <a:path w="3810" h="218439">
                  <a:moveTo>
                    <a:pt x="3809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10" h="218439">
                  <a:moveTo>
                    <a:pt x="380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2539"/>
                  </a:lnTo>
                  <a:close/>
                </a:path>
                <a:path w="3810" h="218439">
                  <a:moveTo>
                    <a:pt x="380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49"/>
                  </a:lnTo>
                  <a:close/>
                </a:path>
                <a:path w="3810" h="218439">
                  <a:moveTo>
                    <a:pt x="3809" y="8889"/>
                  </a:moveTo>
                  <a:lnTo>
                    <a:pt x="0" y="8889"/>
                  </a:lnTo>
                  <a:lnTo>
                    <a:pt x="0" y="209549"/>
                  </a:lnTo>
                  <a:lnTo>
                    <a:pt x="3809" y="209549"/>
                  </a:lnTo>
                  <a:lnTo>
                    <a:pt x="3809" y="8889"/>
                  </a:lnTo>
                  <a:close/>
                </a:path>
                <a:path w="3810" h="218439">
                  <a:moveTo>
                    <a:pt x="3809" y="209549"/>
                  </a:moveTo>
                  <a:lnTo>
                    <a:pt x="0" y="209549"/>
                  </a:lnTo>
                  <a:lnTo>
                    <a:pt x="0" y="212089"/>
                  </a:lnTo>
                  <a:lnTo>
                    <a:pt x="3809" y="212089"/>
                  </a:lnTo>
                  <a:lnTo>
                    <a:pt x="3809" y="209549"/>
                  </a:lnTo>
                  <a:close/>
                </a:path>
                <a:path w="3810" h="218439">
                  <a:moveTo>
                    <a:pt x="3809" y="212089"/>
                  </a:moveTo>
                  <a:lnTo>
                    <a:pt x="0" y="212089"/>
                  </a:lnTo>
                  <a:lnTo>
                    <a:pt x="0" y="215899"/>
                  </a:lnTo>
                  <a:lnTo>
                    <a:pt x="3809" y="215899"/>
                  </a:lnTo>
                  <a:lnTo>
                    <a:pt x="3809" y="212089"/>
                  </a:lnTo>
                  <a:close/>
                </a:path>
                <a:path w="3810" h="218439">
                  <a:moveTo>
                    <a:pt x="3809" y="215899"/>
                  </a:moveTo>
                  <a:lnTo>
                    <a:pt x="0" y="215899"/>
                  </a:lnTo>
                  <a:lnTo>
                    <a:pt x="0" y="218439"/>
                  </a:lnTo>
                  <a:lnTo>
                    <a:pt x="3809" y="218439"/>
                  </a:lnTo>
                  <a:lnTo>
                    <a:pt x="3809" y="215899"/>
                  </a:lnTo>
                  <a:close/>
                </a:path>
              </a:pathLst>
            </a:custGeom>
            <a:solidFill>
              <a:srgbClr val="C6CF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8" name="object 1568"/>
            <p:cNvSpPr/>
            <p:nvPr/>
          </p:nvSpPr>
          <p:spPr>
            <a:xfrm>
              <a:off x="1837689" y="5257800"/>
              <a:ext cx="3810" cy="222250"/>
            </a:xfrm>
            <a:custGeom>
              <a:avLst/>
              <a:gdLst/>
              <a:ahLst/>
              <a:cxnLst/>
              <a:rect l="l" t="t" r="r" b="b"/>
              <a:pathLst>
                <a:path w="3810" h="222250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222250">
                  <a:moveTo>
                    <a:pt x="381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70"/>
                  </a:lnTo>
                  <a:close/>
                </a:path>
                <a:path w="3810" h="222250">
                  <a:moveTo>
                    <a:pt x="3810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3810"/>
                  </a:lnTo>
                  <a:close/>
                </a:path>
                <a:path w="3810" h="222250">
                  <a:moveTo>
                    <a:pt x="3810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7620"/>
                  </a:lnTo>
                  <a:close/>
                </a:path>
                <a:path w="3810" h="222250">
                  <a:moveTo>
                    <a:pt x="3810" y="10160"/>
                  </a:moveTo>
                  <a:lnTo>
                    <a:pt x="0" y="10160"/>
                  </a:lnTo>
                  <a:lnTo>
                    <a:pt x="0" y="210819"/>
                  </a:lnTo>
                  <a:lnTo>
                    <a:pt x="3810" y="210819"/>
                  </a:lnTo>
                  <a:lnTo>
                    <a:pt x="3810" y="10160"/>
                  </a:lnTo>
                  <a:close/>
                </a:path>
                <a:path w="3810" h="222250">
                  <a:moveTo>
                    <a:pt x="3810" y="210820"/>
                  </a:moveTo>
                  <a:lnTo>
                    <a:pt x="0" y="210820"/>
                  </a:lnTo>
                  <a:lnTo>
                    <a:pt x="0" y="213359"/>
                  </a:lnTo>
                  <a:lnTo>
                    <a:pt x="3810" y="213359"/>
                  </a:lnTo>
                  <a:lnTo>
                    <a:pt x="3810" y="210820"/>
                  </a:lnTo>
                  <a:close/>
                </a:path>
                <a:path w="3810" h="222250">
                  <a:moveTo>
                    <a:pt x="3810" y="213360"/>
                  </a:moveTo>
                  <a:lnTo>
                    <a:pt x="0" y="213360"/>
                  </a:lnTo>
                  <a:lnTo>
                    <a:pt x="0" y="217169"/>
                  </a:lnTo>
                  <a:lnTo>
                    <a:pt x="3810" y="217169"/>
                  </a:lnTo>
                  <a:lnTo>
                    <a:pt x="3810" y="213360"/>
                  </a:lnTo>
                  <a:close/>
                </a:path>
                <a:path w="3810" h="222250">
                  <a:moveTo>
                    <a:pt x="3810" y="217170"/>
                  </a:moveTo>
                  <a:lnTo>
                    <a:pt x="0" y="217170"/>
                  </a:lnTo>
                  <a:lnTo>
                    <a:pt x="0" y="219709"/>
                  </a:lnTo>
                  <a:lnTo>
                    <a:pt x="3810" y="219709"/>
                  </a:lnTo>
                  <a:lnTo>
                    <a:pt x="3810" y="217170"/>
                  </a:lnTo>
                  <a:close/>
                </a:path>
                <a:path w="3810" h="222250">
                  <a:moveTo>
                    <a:pt x="3810" y="219710"/>
                  </a:moveTo>
                  <a:lnTo>
                    <a:pt x="0" y="219710"/>
                  </a:lnTo>
                  <a:lnTo>
                    <a:pt x="0" y="220980"/>
                  </a:lnTo>
                  <a:lnTo>
                    <a:pt x="2540" y="220980"/>
                  </a:lnTo>
                  <a:lnTo>
                    <a:pt x="2540" y="222250"/>
                  </a:lnTo>
                  <a:lnTo>
                    <a:pt x="3810" y="222250"/>
                  </a:lnTo>
                  <a:lnTo>
                    <a:pt x="3810" y="219710"/>
                  </a:lnTo>
                  <a:close/>
                </a:path>
              </a:pathLst>
            </a:custGeom>
            <a:solidFill>
              <a:srgbClr val="C3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9" name="object 1569"/>
            <p:cNvSpPr/>
            <p:nvPr/>
          </p:nvSpPr>
          <p:spPr>
            <a:xfrm>
              <a:off x="1841500" y="5256530"/>
              <a:ext cx="3810" cy="223520"/>
            </a:xfrm>
            <a:custGeom>
              <a:avLst/>
              <a:gdLst/>
              <a:ahLst/>
              <a:cxnLst/>
              <a:rect l="l" t="t" r="r" b="b"/>
              <a:pathLst>
                <a:path w="3810" h="223520">
                  <a:moveTo>
                    <a:pt x="3810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  <a:path w="3810" h="223520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223520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10" h="223520">
                  <a:moveTo>
                    <a:pt x="381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890"/>
                  </a:lnTo>
                  <a:close/>
                </a:path>
                <a:path w="3810" h="223520">
                  <a:moveTo>
                    <a:pt x="3810" y="11430"/>
                  </a:moveTo>
                  <a:lnTo>
                    <a:pt x="0" y="11430"/>
                  </a:lnTo>
                  <a:lnTo>
                    <a:pt x="0" y="212090"/>
                  </a:lnTo>
                  <a:lnTo>
                    <a:pt x="3810" y="212090"/>
                  </a:lnTo>
                  <a:lnTo>
                    <a:pt x="3810" y="11430"/>
                  </a:lnTo>
                  <a:close/>
                </a:path>
                <a:path w="3810" h="223520">
                  <a:moveTo>
                    <a:pt x="3810" y="212090"/>
                  </a:moveTo>
                  <a:lnTo>
                    <a:pt x="0" y="212090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212090"/>
                  </a:lnTo>
                  <a:close/>
                </a:path>
                <a:path w="3810" h="223520">
                  <a:moveTo>
                    <a:pt x="3810" y="214630"/>
                  </a:moveTo>
                  <a:lnTo>
                    <a:pt x="0" y="214630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4630"/>
                  </a:lnTo>
                  <a:close/>
                </a:path>
                <a:path w="3810" h="223520">
                  <a:moveTo>
                    <a:pt x="3810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8440"/>
                  </a:lnTo>
                  <a:close/>
                </a:path>
                <a:path w="3810" h="223520">
                  <a:moveTo>
                    <a:pt x="3810" y="220980"/>
                  </a:moveTo>
                  <a:lnTo>
                    <a:pt x="0" y="220980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80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0" name="object 1570"/>
            <p:cNvSpPr/>
            <p:nvPr/>
          </p:nvSpPr>
          <p:spPr>
            <a:xfrm>
              <a:off x="1845310" y="5255272"/>
              <a:ext cx="3810" cy="227329"/>
            </a:xfrm>
            <a:custGeom>
              <a:avLst/>
              <a:gdLst/>
              <a:ahLst/>
              <a:cxnLst/>
              <a:rect l="l" t="t" r="r" b="b"/>
              <a:pathLst>
                <a:path w="3810" h="227329">
                  <a:moveTo>
                    <a:pt x="3810" y="226060"/>
                  </a:moveTo>
                  <a:lnTo>
                    <a:pt x="2540" y="226060"/>
                  </a:lnTo>
                  <a:lnTo>
                    <a:pt x="2540" y="227317"/>
                  </a:lnTo>
                  <a:lnTo>
                    <a:pt x="3810" y="227317"/>
                  </a:lnTo>
                  <a:lnTo>
                    <a:pt x="3810" y="226060"/>
                  </a:lnTo>
                  <a:close/>
                </a:path>
                <a:path w="3810" h="227329">
                  <a:moveTo>
                    <a:pt x="381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22250"/>
                  </a:lnTo>
                  <a:close/>
                </a:path>
                <a:path w="3810" h="227329">
                  <a:moveTo>
                    <a:pt x="3810" y="219710"/>
                  </a:moveTo>
                  <a:lnTo>
                    <a:pt x="0" y="21971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19710"/>
                  </a:lnTo>
                  <a:close/>
                </a:path>
                <a:path w="3810" h="227329">
                  <a:moveTo>
                    <a:pt x="3810" y="215900"/>
                  </a:moveTo>
                  <a:lnTo>
                    <a:pt x="0" y="215900"/>
                  </a:lnTo>
                  <a:lnTo>
                    <a:pt x="0" y="219697"/>
                  </a:lnTo>
                  <a:lnTo>
                    <a:pt x="3810" y="219697"/>
                  </a:lnTo>
                  <a:lnTo>
                    <a:pt x="3810" y="215900"/>
                  </a:lnTo>
                  <a:close/>
                </a:path>
                <a:path w="3810" h="227329">
                  <a:moveTo>
                    <a:pt x="3810" y="213360"/>
                  </a:moveTo>
                  <a:lnTo>
                    <a:pt x="0" y="213360"/>
                  </a:lnTo>
                  <a:lnTo>
                    <a:pt x="0" y="215887"/>
                  </a:lnTo>
                  <a:lnTo>
                    <a:pt x="3810" y="215887"/>
                  </a:lnTo>
                  <a:lnTo>
                    <a:pt x="3810" y="213360"/>
                  </a:lnTo>
                  <a:close/>
                </a:path>
                <a:path w="3810" h="227329">
                  <a:moveTo>
                    <a:pt x="3810" y="12700"/>
                  </a:moveTo>
                  <a:lnTo>
                    <a:pt x="0" y="12700"/>
                  </a:lnTo>
                  <a:lnTo>
                    <a:pt x="0" y="213347"/>
                  </a:lnTo>
                  <a:lnTo>
                    <a:pt x="3810" y="213347"/>
                  </a:lnTo>
                  <a:lnTo>
                    <a:pt x="3810" y="12700"/>
                  </a:lnTo>
                  <a:close/>
                </a:path>
                <a:path w="3810" h="2273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273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273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273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1" name="object 1571"/>
            <p:cNvSpPr/>
            <p:nvPr/>
          </p:nvSpPr>
          <p:spPr>
            <a:xfrm>
              <a:off x="1849120" y="5255272"/>
              <a:ext cx="2540" cy="227329"/>
            </a:xfrm>
            <a:custGeom>
              <a:avLst/>
              <a:gdLst/>
              <a:ahLst/>
              <a:cxnLst/>
              <a:rect l="l" t="t" r="r" b="b"/>
              <a:pathLst>
                <a:path w="2539" h="227329">
                  <a:moveTo>
                    <a:pt x="2540" y="226060"/>
                  </a:moveTo>
                  <a:lnTo>
                    <a:pt x="0" y="226060"/>
                  </a:lnTo>
                  <a:lnTo>
                    <a:pt x="0" y="227317"/>
                  </a:lnTo>
                  <a:lnTo>
                    <a:pt x="2540" y="227317"/>
                  </a:lnTo>
                  <a:lnTo>
                    <a:pt x="2540" y="226060"/>
                  </a:lnTo>
                  <a:close/>
                </a:path>
                <a:path w="2539" h="227329">
                  <a:moveTo>
                    <a:pt x="254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2540" y="226047"/>
                  </a:lnTo>
                  <a:lnTo>
                    <a:pt x="2540" y="222250"/>
                  </a:lnTo>
                  <a:close/>
                </a:path>
                <a:path w="2539" h="227329">
                  <a:moveTo>
                    <a:pt x="2540" y="219710"/>
                  </a:moveTo>
                  <a:lnTo>
                    <a:pt x="0" y="219710"/>
                  </a:lnTo>
                  <a:lnTo>
                    <a:pt x="0" y="222237"/>
                  </a:lnTo>
                  <a:lnTo>
                    <a:pt x="2540" y="222237"/>
                  </a:lnTo>
                  <a:lnTo>
                    <a:pt x="2540" y="219710"/>
                  </a:lnTo>
                  <a:close/>
                </a:path>
                <a:path w="2539" h="227329">
                  <a:moveTo>
                    <a:pt x="2540" y="215900"/>
                  </a:moveTo>
                  <a:lnTo>
                    <a:pt x="0" y="215900"/>
                  </a:lnTo>
                  <a:lnTo>
                    <a:pt x="0" y="219697"/>
                  </a:lnTo>
                  <a:lnTo>
                    <a:pt x="2540" y="219697"/>
                  </a:lnTo>
                  <a:lnTo>
                    <a:pt x="2540" y="215900"/>
                  </a:lnTo>
                  <a:close/>
                </a:path>
                <a:path w="2539" h="227329">
                  <a:moveTo>
                    <a:pt x="2540" y="213360"/>
                  </a:moveTo>
                  <a:lnTo>
                    <a:pt x="0" y="213360"/>
                  </a:lnTo>
                  <a:lnTo>
                    <a:pt x="0" y="215887"/>
                  </a:lnTo>
                  <a:lnTo>
                    <a:pt x="2540" y="215887"/>
                  </a:lnTo>
                  <a:lnTo>
                    <a:pt x="2540" y="213360"/>
                  </a:lnTo>
                  <a:close/>
                </a:path>
                <a:path w="2539" h="227329">
                  <a:moveTo>
                    <a:pt x="2540" y="12700"/>
                  </a:moveTo>
                  <a:lnTo>
                    <a:pt x="0" y="12700"/>
                  </a:lnTo>
                  <a:lnTo>
                    <a:pt x="0" y="213347"/>
                  </a:lnTo>
                  <a:lnTo>
                    <a:pt x="2540" y="213347"/>
                  </a:lnTo>
                  <a:lnTo>
                    <a:pt x="2540" y="12700"/>
                  </a:lnTo>
                  <a:close/>
                </a:path>
                <a:path w="2539" h="227329">
                  <a:moveTo>
                    <a:pt x="254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10160"/>
                  </a:lnTo>
                  <a:close/>
                </a:path>
                <a:path w="2539" h="227329">
                  <a:moveTo>
                    <a:pt x="254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2540" y="10147"/>
                  </a:lnTo>
                  <a:lnTo>
                    <a:pt x="2540" y="6350"/>
                  </a:lnTo>
                  <a:close/>
                </a:path>
                <a:path w="2539" h="227329">
                  <a:moveTo>
                    <a:pt x="254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3810"/>
                  </a:lnTo>
                  <a:close/>
                </a:path>
                <a:path w="2539" h="227329">
                  <a:moveTo>
                    <a:pt x="254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2540" y="379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BB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2" name="object 1572"/>
            <p:cNvSpPr/>
            <p:nvPr/>
          </p:nvSpPr>
          <p:spPr>
            <a:xfrm>
              <a:off x="1851660" y="5253989"/>
              <a:ext cx="3810" cy="229870"/>
            </a:xfrm>
            <a:custGeom>
              <a:avLst/>
              <a:gdLst/>
              <a:ahLst/>
              <a:cxnLst/>
              <a:rect l="l" t="t" r="r" b="b"/>
              <a:pathLst>
                <a:path w="3810" h="229870">
                  <a:moveTo>
                    <a:pt x="3809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3809" y="1270"/>
                  </a:lnTo>
                  <a:lnTo>
                    <a:pt x="3809" y="0"/>
                  </a:lnTo>
                  <a:close/>
                </a:path>
                <a:path w="3810" h="229870">
                  <a:moveTo>
                    <a:pt x="380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1270"/>
                  </a:lnTo>
                  <a:close/>
                </a:path>
                <a:path w="3810" h="229870">
                  <a:moveTo>
                    <a:pt x="380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09" y="7620"/>
                  </a:lnTo>
                  <a:lnTo>
                    <a:pt x="3809" y="5080"/>
                  </a:lnTo>
                  <a:close/>
                </a:path>
                <a:path w="3810" h="229870">
                  <a:moveTo>
                    <a:pt x="380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7620"/>
                  </a:lnTo>
                  <a:close/>
                </a:path>
                <a:path w="3810" h="229870">
                  <a:moveTo>
                    <a:pt x="3809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09" y="13970"/>
                  </a:lnTo>
                  <a:lnTo>
                    <a:pt x="3809" y="11430"/>
                  </a:lnTo>
                  <a:close/>
                </a:path>
                <a:path w="3810" h="229870">
                  <a:moveTo>
                    <a:pt x="3809" y="13970"/>
                  </a:moveTo>
                  <a:lnTo>
                    <a:pt x="0" y="13970"/>
                  </a:lnTo>
                  <a:lnTo>
                    <a:pt x="0" y="214630"/>
                  </a:lnTo>
                  <a:lnTo>
                    <a:pt x="3809" y="214630"/>
                  </a:lnTo>
                  <a:lnTo>
                    <a:pt x="3809" y="13970"/>
                  </a:lnTo>
                  <a:close/>
                </a:path>
                <a:path w="3810" h="229870">
                  <a:moveTo>
                    <a:pt x="3809" y="214630"/>
                  </a:moveTo>
                  <a:lnTo>
                    <a:pt x="0" y="214630"/>
                  </a:lnTo>
                  <a:lnTo>
                    <a:pt x="0" y="217170"/>
                  </a:lnTo>
                  <a:lnTo>
                    <a:pt x="3809" y="217170"/>
                  </a:lnTo>
                  <a:lnTo>
                    <a:pt x="3809" y="214630"/>
                  </a:lnTo>
                  <a:close/>
                </a:path>
                <a:path w="3810" h="229870">
                  <a:moveTo>
                    <a:pt x="3809" y="217170"/>
                  </a:moveTo>
                  <a:lnTo>
                    <a:pt x="0" y="217170"/>
                  </a:lnTo>
                  <a:lnTo>
                    <a:pt x="0" y="220980"/>
                  </a:lnTo>
                  <a:lnTo>
                    <a:pt x="3809" y="220980"/>
                  </a:lnTo>
                  <a:lnTo>
                    <a:pt x="3809" y="217170"/>
                  </a:lnTo>
                  <a:close/>
                </a:path>
                <a:path w="3810" h="229870">
                  <a:moveTo>
                    <a:pt x="3809" y="220980"/>
                  </a:moveTo>
                  <a:lnTo>
                    <a:pt x="0" y="220980"/>
                  </a:lnTo>
                  <a:lnTo>
                    <a:pt x="0" y="223520"/>
                  </a:lnTo>
                  <a:lnTo>
                    <a:pt x="3809" y="223520"/>
                  </a:lnTo>
                  <a:lnTo>
                    <a:pt x="3809" y="220980"/>
                  </a:lnTo>
                  <a:close/>
                </a:path>
                <a:path w="3810" h="229870">
                  <a:moveTo>
                    <a:pt x="3809" y="223520"/>
                  </a:moveTo>
                  <a:lnTo>
                    <a:pt x="0" y="223520"/>
                  </a:lnTo>
                  <a:lnTo>
                    <a:pt x="0" y="227330"/>
                  </a:lnTo>
                  <a:lnTo>
                    <a:pt x="3809" y="227330"/>
                  </a:lnTo>
                  <a:lnTo>
                    <a:pt x="3809" y="223520"/>
                  </a:lnTo>
                  <a:close/>
                </a:path>
                <a:path w="3810" h="229870">
                  <a:moveTo>
                    <a:pt x="3809" y="227330"/>
                  </a:moveTo>
                  <a:lnTo>
                    <a:pt x="0" y="227330"/>
                  </a:lnTo>
                  <a:lnTo>
                    <a:pt x="0" y="228600"/>
                  </a:lnTo>
                  <a:lnTo>
                    <a:pt x="1269" y="228600"/>
                  </a:lnTo>
                  <a:lnTo>
                    <a:pt x="1269" y="229870"/>
                  </a:lnTo>
                  <a:lnTo>
                    <a:pt x="3809" y="229870"/>
                  </a:lnTo>
                  <a:lnTo>
                    <a:pt x="3809" y="227330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3" name="object 1573"/>
            <p:cNvSpPr/>
            <p:nvPr/>
          </p:nvSpPr>
          <p:spPr>
            <a:xfrm>
              <a:off x="1855470" y="5253989"/>
              <a:ext cx="3810" cy="231140"/>
            </a:xfrm>
            <a:custGeom>
              <a:avLst/>
              <a:gdLst/>
              <a:ahLst/>
              <a:cxnLst/>
              <a:rect l="l" t="t" r="r" b="b"/>
              <a:pathLst>
                <a:path w="3810" h="231139">
                  <a:moveTo>
                    <a:pt x="3810" y="229882"/>
                  </a:moveTo>
                  <a:lnTo>
                    <a:pt x="1270" y="229882"/>
                  </a:lnTo>
                  <a:lnTo>
                    <a:pt x="1270" y="231140"/>
                  </a:lnTo>
                  <a:lnTo>
                    <a:pt x="3810" y="231140"/>
                  </a:lnTo>
                  <a:lnTo>
                    <a:pt x="3810" y="229882"/>
                  </a:lnTo>
                  <a:close/>
                </a:path>
                <a:path w="3810" h="231139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10" h="231139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10" h="231139">
                  <a:moveTo>
                    <a:pt x="3810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92"/>
                  </a:lnTo>
                  <a:close/>
                </a:path>
                <a:path w="3810" h="231139">
                  <a:moveTo>
                    <a:pt x="3810" y="217182"/>
                  </a:moveTo>
                  <a:lnTo>
                    <a:pt x="0" y="21718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7182"/>
                  </a:lnTo>
                  <a:close/>
                </a:path>
                <a:path w="3810" h="231139">
                  <a:moveTo>
                    <a:pt x="3810" y="214642"/>
                  </a:moveTo>
                  <a:lnTo>
                    <a:pt x="0" y="21464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214642"/>
                  </a:lnTo>
                  <a:close/>
                </a:path>
                <a:path w="3810" h="231139">
                  <a:moveTo>
                    <a:pt x="3810" y="13982"/>
                  </a:moveTo>
                  <a:lnTo>
                    <a:pt x="0" y="13982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13982"/>
                  </a:lnTo>
                  <a:close/>
                </a:path>
                <a:path w="3810" h="231139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10" h="231139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10" h="231139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10" h="231139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10" h="231139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6C1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4" name="object 1574"/>
            <p:cNvSpPr/>
            <p:nvPr/>
          </p:nvSpPr>
          <p:spPr>
            <a:xfrm>
              <a:off x="1859280" y="5252732"/>
              <a:ext cx="3810" cy="232410"/>
            </a:xfrm>
            <a:custGeom>
              <a:avLst/>
              <a:gdLst/>
              <a:ahLst/>
              <a:cxnLst/>
              <a:rect l="l" t="t" r="r" b="b"/>
              <a:pathLst>
                <a:path w="3810" h="232410">
                  <a:moveTo>
                    <a:pt x="3810" y="231140"/>
                  </a:moveTo>
                  <a:lnTo>
                    <a:pt x="0" y="23114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31140"/>
                  </a:lnTo>
                  <a:close/>
                </a:path>
                <a:path w="3810" h="232410">
                  <a:moveTo>
                    <a:pt x="3810" y="15240"/>
                  </a:moveTo>
                  <a:lnTo>
                    <a:pt x="0" y="15240"/>
                  </a:lnTo>
                  <a:lnTo>
                    <a:pt x="0" y="215887"/>
                  </a:lnTo>
                  <a:lnTo>
                    <a:pt x="3810" y="215887"/>
                  </a:lnTo>
                  <a:lnTo>
                    <a:pt x="3810" y="15240"/>
                  </a:lnTo>
                  <a:close/>
                </a:path>
                <a:path w="3810" h="23241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10" h="23241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10" h="23241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10" h="23241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10" h="23241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3BF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5" name="object 1575"/>
            <p:cNvSpPr/>
            <p:nvPr/>
          </p:nvSpPr>
          <p:spPr>
            <a:xfrm>
              <a:off x="1863090" y="5251450"/>
              <a:ext cx="3810" cy="234950"/>
            </a:xfrm>
            <a:custGeom>
              <a:avLst/>
              <a:gdLst/>
              <a:ahLst/>
              <a:cxnLst/>
              <a:rect l="l" t="t" r="r" b="b"/>
              <a:pathLst>
                <a:path w="3810" h="234950">
                  <a:moveTo>
                    <a:pt x="38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2422"/>
                  </a:lnTo>
                  <a:close/>
                </a:path>
                <a:path w="3810" h="234950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10" h="234950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10" h="234950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10" h="234950">
                  <a:moveTo>
                    <a:pt x="3810" y="219722"/>
                  </a:moveTo>
                  <a:lnTo>
                    <a:pt x="0" y="21972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9722"/>
                  </a:lnTo>
                  <a:close/>
                </a:path>
                <a:path w="3810" h="234950">
                  <a:moveTo>
                    <a:pt x="3810" y="217182"/>
                  </a:moveTo>
                  <a:lnTo>
                    <a:pt x="0" y="21718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17182"/>
                  </a:lnTo>
                  <a:close/>
                </a:path>
                <a:path w="3810" h="234950">
                  <a:moveTo>
                    <a:pt x="3810" y="16522"/>
                  </a:moveTo>
                  <a:lnTo>
                    <a:pt x="0" y="1652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16522"/>
                  </a:lnTo>
                  <a:close/>
                </a:path>
                <a:path w="3810" h="234950">
                  <a:moveTo>
                    <a:pt x="3810" y="13982"/>
                  </a:moveTo>
                  <a:lnTo>
                    <a:pt x="0" y="1398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82"/>
                  </a:lnTo>
                  <a:close/>
                </a:path>
                <a:path w="3810" h="234950">
                  <a:moveTo>
                    <a:pt x="381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0172"/>
                  </a:lnTo>
                  <a:close/>
                </a:path>
                <a:path w="3810" h="234950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10" h="234950">
                  <a:moveTo>
                    <a:pt x="381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3822"/>
                  </a:lnTo>
                  <a:close/>
                </a:path>
                <a:path w="3810" h="234950">
                  <a:moveTo>
                    <a:pt x="381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82"/>
                  </a:lnTo>
                  <a:close/>
                </a:path>
                <a:path w="3810" h="23495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1BD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6" name="object 1576"/>
            <p:cNvSpPr/>
            <p:nvPr/>
          </p:nvSpPr>
          <p:spPr>
            <a:xfrm>
              <a:off x="1866900" y="5251450"/>
              <a:ext cx="3810" cy="236220"/>
            </a:xfrm>
            <a:custGeom>
              <a:avLst/>
              <a:gdLst/>
              <a:ahLst/>
              <a:cxnLst/>
              <a:rect l="l" t="t" r="r" b="b"/>
              <a:pathLst>
                <a:path w="3810" h="236220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10" h="236220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10" h="236220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10" h="236220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10" h="236220">
                  <a:moveTo>
                    <a:pt x="3810" y="219722"/>
                  </a:moveTo>
                  <a:lnTo>
                    <a:pt x="0" y="21972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9722"/>
                  </a:lnTo>
                  <a:close/>
                </a:path>
                <a:path w="3810" h="236220">
                  <a:moveTo>
                    <a:pt x="3810" y="217182"/>
                  </a:moveTo>
                  <a:lnTo>
                    <a:pt x="0" y="21718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17182"/>
                  </a:lnTo>
                  <a:close/>
                </a:path>
                <a:path w="3810" h="236220">
                  <a:moveTo>
                    <a:pt x="3810" y="16522"/>
                  </a:moveTo>
                  <a:lnTo>
                    <a:pt x="0" y="1652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16522"/>
                  </a:lnTo>
                  <a:close/>
                </a:path>
                <a:path w="3810" h="236220">
                  <a:moveTo>
                    <a:pt x="3810" y="13982"/>
                  </a:moveTo>
                  <a:lnTo>
                    <a:pt x="0" y="1398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82"/>
                  </a:lnTo>
                  <a:close/>
                </a:path>
                <a:path w="3810" h="236220">
                  <a:moveTo>
                    <a:pt x="381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0172"/>
                  </a:lnTo>
                  <a:close/>
                </a:path>
                <a:path w="3810" h="236220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10" h="236220">
                  <a:moveTo>
                    <a:pt x="381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3822"/>
                  </a:lnTo>
                  <a:close/>
                </a:path>
                <a:path w="3810" h="236220">
                  <a:moveTo>
                    <a:pt x="381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82"/>
                  </a:lnTo>
                  <a:close/>
                </a:path>
                <a:path w="3810" h="23622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EBA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7" name="object 1577"/>
            <p:cNvSpPr/>
            <p:nvPr/>
          </p:nvSpPr>
          <p:spPr>
            <a:xfrm>
              <a:off x="1870710" y="5250180"/>
              <a:ext cx="2540" cy="237490"/>
            </a:xfrm>
            <a:custGeom>
              <a:avLst/>
              <a:gdLst/>
              <a:ahLst/>
              <a:cxnLst/>
              <a:rect l="l" t="t" r="r" b="b"/>
              <a:pathLst>
                <a:path w="2539" h="237489">
                  <a:moveTo>
                    <a:pt x="254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2540" y="237490"/>
                  </a:lnTo>
                  <a:lnTo>
                    <a:pt x="2540" y="233692"/>
                  </a:lnTo>
                  <a:close/>
                </a:path>
                <a:path w="2539" h="237489">
                  <a:moveTo>
                    <a:pt x="254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2540" y="233680"/>
                  </a:lnTo>
                  <a:lnTo>
                    <a:pt x="2540" y="231152"/>
                  </a:lnTo>
                  <a:close/>
                </a:path>
                <a:path w="2539" h="237489">
                  <a:moveTo>
                    <a:pt x="254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2540" y="231140"/>
                  </a:lnTo>
                  <a:lnTo>
                    <a:pt x="2540" y="227342"/>
                  </a:lnTo>
                  <a:close/>
                </a:path>
                <a:path w="2539" h="237489">
                  <a:moveTo>
                    <a:pt x="254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2540" y="227330"/>
                  </a:lnTo>
                  <a:lnTo>
                    <a:pt x="2540" y="224802"/>
                  </a:lnTo>
                  <a:close/>
                </a:path>
                <a:path w="2539" h="237489">
                  <a:moveTo>
                    <a:pt x="254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2540" y="224790"/>
                  </a:lnTo>
                  <a:lnTo>
                    <a:pt x="2540" y="220992"/>
                  </a:lnTo>
                  <a:close/>
                </a:path>
                <a:path w="2539" h="237489">
                  <a:moveTo>
                    <a:pt x="2540" y="218452"/>
                  </a:moveTo>
                  <a:lnTo>
                    <a:pt x="0" y="218452"/>
                  </a:lnTo>
                  <a:lnTo>
                    <a:pt x="0" y="220980"/>
                  </a:lnTo>
                  <a:lnTo>
                    <a:pt x="2540" y="220980"/>
                  </a:lnTo>
                  <a:lnTo>
                    <a:pt x="2540" y="218452"/>
                  </a:lnTo>
                  <a:close/>
                </a:path>
                <a:path w="2539" h="237489">
                  <a:moveTo>
                    <a:pt x="2540" y="17792"/>
                  </a:moveTo>
                  <a:lnTo>
                    <a:pt x="0" y="17792"/>
                  </a:lnTo>
                  <a:lnTo>
                    <a:pt x="0" y="218440"/>
                  </a:lnTo>
                  <a:lnTo>
                    <a:pt x="2540" y="218440"/>
                  </a:lnTo>
                  <a:lnTo>
                    <a:pt x="2540" y="17792"/>
                  </a:lnTo>
                  <a:close/>
                </a:path>
                <a:path w="2539" h="237489">
                  <a:moveTo>
                    <a:pt x="254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2540" y="17780"/>
                  </a:lnTo>
                  <a:lnTo>
                    <a:pt x="2540" y="15252"/>
                  </a:lnTo>
                  <a:close/>
                </a:path>
                <a:path w="2539" h="237489">
                  <a:moveTo>
                    <a:pt x="254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2540" y="15240"/>
                  </a:lnTo>
                  <a:lnTo>
                    <a:pt x="2540" y="11442"/>
                  </a:lnTo>
                  <a:close/>
                </a:path>
                <a:path w="2539" h="237489">
                  <a:moveTo>
                    <a:pt x="254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8902"/>
                  </a:lnTo>
                  <a:close/>
                </a:path>
                <a:path w="2539" h="237489">
                  <a:moveTo>
                    <a:pt x="254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2540" y="8890"/>
                  </a:lnTo>
                  <a:lnTo>
                    <a:pt x="2540" y="5092"/>
                  </a:lnTo>
                  <a:close/>
                </a:path>
                <a:path w="2539" h="237489">
                  <a:moveTo>
                    <a:pt x="254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2552"/>
                  </a:lnTo>
                  <a:close/>
                </a:path>
                <a:path w="2539" h="237489">
                  <a:moveTo>
                    <a:pt x="254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540" y="254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8" name="object 1578"/>
            <p:cNvSpPr/>
            <p:nvPr/>
          </p:nvSpPr>
          <p:spPr>
            <a:xfrm>
              <a:off x="1873250" y="5248909"/>
              <a:ext cx="5080" cy="240029"/>
            </a:xfrm>
            <a:custGeom>
              <a:avLst/>
              <a:gdLst/>
              <a:ahLst/>
              <a:cxnLst/>
              <a:rect l="l" t="t" r="r" b="b"/>
              <a:pathLst>
                <a:path w="5080" h="240029">
                  <a:moveTo>
                    <a:pt x="5080" y="0"/>
                  </a:moveTo>
                  <a:lnTo>
                    <a:pt x="2539" y="0"/>
                  </a:lnTo>
                  <a:lnTo>
                    <a:pt x="2539" y="1269"/>
                  </a:lnTo>
                  <a:lnTo>
                    <a:pt x="0" y="1269"/>
                  </a:lnTo>
                  <a:lnTo>
                    <a:pt x="0" y="3809"/>
                  </a:lnTo>
                  <a:lnTo>
                    <a:pt x="5080" y="3809"/>
                  </a:lnTo>
                  <a:lnTo>
                    <a:pt x="5080" y="0"/>
                  </a:lnTo>
                  <a:close/>
                </a:path>
                <a:path w="5080" h="240029">
                  <a:moveTo>
                    <a:pt x="508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5080" y="6349"/>
                  </a:lnTo>
                  <a:lnTo>
                    <a:pt x="5080" y="3809"/>
                  </a:lnTo>
                  <a:close/>
                </a:path>
                <a:path w="5080" h="240029">
                  <a:moveTo>
                    <a:pt x="508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5080" y="10159"/>
                  </a:lnTo>
                  <a:lnTo>
                    <a:pt x="5080" y="6350"/>
                  </a:lnTo>
                  <a:close/>
                </a:path>
                <a:path w="5080" h="240029">
                  <a:moveTo>
                    <a:pt x="508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5080" y="12699"/>
                  </a:lnTo>
                  <a:lnTo>
                    <a:pt x="5080" y="10159"/>
                  </a:lnTo>
                  <a:close/>
                </a:path>
                <a:path w="5080" h="240029">
                  <a:moveTo>
                    <a:pt x="508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5080" y="16509"/>
                  </a:lnTo>
                  <a:lnTo>
                    <a:pt x="5080" y="12700"/>
                  </a:lnTo>
                  <a:close/>
                </a:path>
                <a:path w="5080" h="240029">
                  <a:moveTo>
                    <a:pt x="508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5080" y="19049"/>
                  </a:lnTo>
                  <a:lnTo>
                    <a:pt x="5080" y="16509"/>
                  </a:lnTo>
                  <a:close/>
                </a:path>
                <a:path w="5080" h="240029">
                  <a:moveTo>
                    <a:pt x="5080" y="19050"/>
                  </a:moveTo>
                  <a:lnTo>
                    <a:pt x="0" y="19050"/>
                  </a:lnTo>
                  <a:lnTo>
                    <a:pt x="0" y="219709"/>
                  </a:lnTo>
                  <a:lnTo>
                    <a:pt x="5080" y="219709"/>
                  </a:lnTo>
                  <a:lnTo>
                    <a:pt x="5080" y="19050"/>
                  </a:lnTo>
                  <a:close/>
                </a:path>
                <a:path w="5080" h="240029">
                  <a:moveTo>
                    <a:pt x="5080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5080" y="222249"/>
                  </a:lnTo>
                  <a:lnTo>
                    <a:pt x="5080" y="219709"/>
                  </a:lnTo>
                  <a:close/>
                </a:path>
                <a:path w="5080" h="240029">
                  <a:moveTo>
                    <a:pt x="5080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5080" y="226059"/>
                  </a:lnTo>
                  <a:lnTo>
                    <a:pt x="5080" y="222250"/>
                  </a:lnTo>
                  <a:close/>
                </a:path>
                <a:path w="5080" h="240029">
                  <a:moveTo>
                    <a:pt x="5080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5080" y="228599"/>
                  </a:lnTo>
                  <a:lnTo>
                    <a:pt x="5080" y="226059"/>
                  </a:lnTo>
                  <a:close/>
                </a:path>
                <a:path w="5080" h="240029">
                  <a:moveTo>
                    <a:pt x="5080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5080" y="232409"/>
                  </a:lnTo>
                  <a:lnTo>
                    <a:pt x="5080" y="228600"/>
                  </a:lnTo>
                  <a:close/>
                </a:path>
                <a:path w="5080" h="240029">
                  <a:moveTo>
                    <a:pt x="5080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5080" y="234949"/>
                  </a:lnTo>
                  <a:lnTo>
                    <a:pt x="5080" y="232409"/>
                  </a:lnTo>
                  <a:close/>
                </a:path>
                <a:path w="5080" h="240029">
                  <a:moveTo>
                    <a:pt x="5080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5080" y="238759"/>
                  </a:lnTo>
                  <a:lnTo>
                    <a:pt x="5080" y="234950"/>
                  </a:lnTo>
                  <a:close/>
                </a:path>
                <a:path w="5080" h="240029">
                  <a:moveTo>
                    <a:pt x="5080" y="238759"/>
                  </a:moveTo>
                  <a:lnTo>
                    <a:pt x="0" y="238759"/>
                  </a:lnTo>
                  <a:lnTo>
                    <a:pt x="0" y="240029"/>
                  </a:lnTo>
                  <a:lnTo>
                    <a:pt x="5080" y="240029"/>
                  </a:lnTo>
                  <a:lnTo>
                    <a:pt x="5080" y="238759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9" name="object 1579"/>
            <p:cNvSpPr/>
            <p:nvPr/>
          </p:nvSpPr>
          <p:spPr>
            <a:xfrm>
              <a:off x="1878330" y="5248922"/>
              <a:ext cx="2540" cy="240029"/>
            </a:xfrm>
            <a:custGeom>
              <a:avLst/>
              <a:gdLst/>
              <a:ahLst/>
              <a:cxnLst/>
              <a:rect l="l" t="t" r="r" b="b"/>
              <a:pathLst>
                <a:path w="2539" h="240029">
                  <a:moveTo>
                    <a:pt x="2540" y="238760"/>
                  </a:moveTo>
                  <a:lnTo>
                    <a:pt x="0" y="238760"/>
                  </a:lnTo>
                  <a:lnTo>
                    <a:pt x="0" y="240017"/>
                  </a:lnTo>
                  <a:lnTo>
                    <a:pt x="2540" y="240017"/>
                  </a:lnTo>
                  <a:lnTo>
                    <a:pt x="2540" y="238760"/>
                  </a:lnTo>
                  <a:close/>
                </a:path>
                <a:path w="2539" h="240029">
                  <a:moveTo>
                    <a:pt x="254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2540" y="238747"/>
                  </a:lnTo>
                  <a:lnTo>
                    <a:pt x="2540" y="234950"/>
                  </a:lnTo>
                  <a:close/>
                </a:path>
                <a:path w="2539" h="240029">
                  <a:moveTo>
                    <a:pt x="254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2540" y="234937"/>
                  </a:lnTo>
                  <a:lnTo>
                    <a:pt x="2540" y="232410"/>
                  </a:lnTo>
                  <a:close/>
                </a:path>
                <a:path w="2539" h="240029">
                  <a:moveTo>
                    <a:pt x="254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2540" y="232397"/>
                  </a:lnTo>
                  <a:lnTo>
                    <a:pt x="2540" y="228600"/>
                  </a:lnTo>
                  <a:close/>
                </a:path>
                <a:path w="2539" h="240029">
                  <a:moveTo>
                    <a:pt x="254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2540" y="228587"/>
                  </a:lnTo>
                  <a:lnTo>
                    <a:pt x="2540" y="226060"/>
                  </a:lnTo>
                  <a:close/>
                </a:path>
                <a:path w="2539" h="240029">
                  <a:moveTo>
                    <a:pt x="254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2540" y="226047"/>
                  </a:lnTo>
                  <a:lnTo>
                    <a:pt x="2540" y="222250"/>
                  </a:lnTo>
                  <a:close/>
                </a:path>
                <a:path w="2539" h="240029">
                  <a:moveTo>
                    <a:pt x="2540" y="219710"/>
                  </a:moveTo>
                  <a:lnTo>
                    <a:pt x="0" y="219710"/>
                  </a:lnTo>
                  <a:lnTo>
                    <a:pt x="0" y="222237"/>
                  </a:lnTo>
                  <a:lnTo>
                    <a:pt x="2540" y="222237"/>
                  </a:lnTo>
                  <a:lnTo>
                    <a:pt x="2540" y="219710"/>
                  </a:lnTo>
                  <a:close/>
                </a:path>
                <a:path w="2539" h="240029">
                  <a:moveTo>
                    <a:pt x="2540" y="19050"/>
                  </a:moveTo>
                  <a:lnTo>
                    <a:pt x="0" y="19050"/>
                  </a:lnTo>
                  <a:lnTo>
                    <a:pt x="0" y="219697"/>
                  </a:lnTo>
                  <a:lnTo>
                    <a:pt x="2540" y="219697"/>
                  </a:lnTo>
                  <a:lnTo>
                    <a:pt x="2540" y="19050"/>
                  </a:lnTo>
                  <a:close/>
                </a:path>
                <a:path w="2539" h="240029">
                  <a:moveTo>
                    <a:pt x="254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2540" y="19037"/>
                  </a:lnTo>
                  <a:lnTo>
                    <a:pt x="2540" y="16510"/>
                  </a:lnTo>
                  <a:close/>
                </a:path>
                <a:path w="2539" h="240029">
                  <a:moveTo>
                    <a:pt x="254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2540" y="16497"/>
                  </a:lnTo>
                  <a:lnTo>
                    <a:pt x="2540" y="12700"/>
                  </a:lnTo>
                  <a:close/>
                </a:path>
                <a:path w="2539" h="240029">
                  <a:moveTo>
                    <a:pt x="254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10160"/>
                  </a:lnTo>
                  <a:close/>
                </a:path>
                <a:path w="2539" h="240029">
                  <a:moveTo>
                    <a:pt x="254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2540" y="10147"/>
                  </a:lnTo>
                  <a:lnTo>
                    <a:pt x="2540" y="6350"/>
                  </a:lnTo>
                  <a:close/>
                </a:path>
                <a:path w="2539" h="240029">
                  <a:moveTo>
                    <a:pt x="254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3810"/>
                  </a:lnTo>
                  <a:close/>
                </a:path>
                <a:path w="2539" h="240029">
                  <a:moveTo>
                    <a:pt x="254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2540" y="379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A6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0" name="object 1580"/>
            <p:cNvSpPr/>
            <p:nvPr/>
          </p:nvSpPr>
          <p:spPr>
            <a:xfrm>
              <a:off x="1880869" y="5246370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10" h="243839">
                  <a:moveTo>
                    <a:pt x="3810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243839">
                  <a:moveTo>
                    <a:pt x="381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2539"/>
                  </a:lnTo>
                  <a:close/>
                </a:path>
                <a:path w="3810" h="243839">
                  <a:moveTo>
                    <a:pt x="381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49"/>
                  </a:lnTo>
                  <a:close/>
                </a:path>
                <a:path w="3810" h="243839">
                  <a:moveTo>
                    <a:pt x="381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8889"/>
                  </a:lnTo>
                  <a:close/>
                </a:path>
                <a:path w="3810" h="243839">
                  <a:moveTo>
                    <a:pt x="381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2699"/>
                  </a:lnTo>
                  <a:close/>
                </a:path>
                <a:path w="3810" h="243839">
                  <a:moveTo>
                    <a:pt x="381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5239"/>
                  </a:lnTo>
                  <a:close/>
                </a:path>
                <a:path w="3810" h="243839">
                  <a:moveTo>
                    <a:pt x="3810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9049"/>
                  </a:lnTo>
                  <a:close/>
                </a:path>
                <a:path w="3810" h="243839">
                  <a:moveTo>
                    <a:pt x="3810" y="21589"/>
                  </a:moveTo>
                  <a:lnTo>
                    <a:pt x="0" y="21589"/>
                  </a:lnTo>
                  <a:lnTo>
                    <a:pt x="0" y="222249"/>
                  </a:lnTo>
                  <a:lnTo>
                    <a:pt x="3810" y="222249"/>
                  </a:lnTo>
                  <a:lnTo>
                    <a:pt x="3810" y="21589"/>
                  </a:lnTo>
                  <a:close/>
                </a:path>
                <a:path w="3810" h="243839">
                  <a:moveTo>
                    <a:pt x="3810" y="222249"/>
                  </a:moveTo>
                  <a:lnTo>
                    <a:pt x="0" y="222249"/>
                  </a:lnTo>
                  <a:lnTo>
                    <a:pt x="0" y="224789"/>
                  </a:lnTo>
                  <a:lnTo>
                    <a:pt x="3810" y="224789"/>
                  </a:lnTo>
                  <a:lnTo>
                    <a:pt x="3810" y="222249"/>
                  </a:lnTo>
                  <a:close/>
                </a:path>
                <a:path w="3810" h="243839">
                  <a:moveTo>
                    <a:pt x="3810" y="224789"/>
                  </a:moveTo>
                  <a:lnTo>
                    <a:pt x="0" y="22478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4789"/>
                  </a:lnTo>
                  <a:close/>
                </a:path>
                <a:path w="3810" h="243839">
                  <a:moveTo>
                    <a:pt x="3810" y="228599"/>
                  </a:moveTo>
                  <a:lnTo>
                    <a:pt x="0" y="228599"/>
                  </a:lnTo>
                  <a:lnTo>
                    <a:pt x="0" y="231139"/>
                  </a:lnTo>
                  <a:lnTo>
                    <a:pt x="3810" y="231139"/>
                  </a:lnTo>
                  <a:lnTo>
                    <a:pt x="3810" y="228599"/>
                  </a:lnTo>
                  <a:close/>
                </a:path>
                <a:path w="3810" h="243839">
                  <a:moveTo>
                    <a:pt x="3810" y="231139"/>
                  </a:moveTo>
                  <a:lnTo>
                    <a:pt x="0" y="231139"/>
                  </a:lnTo>
                  <a:lnTo>
                    <a:pt x="0" y="234949"/>
                  </a:lnTo>
                  <a:lnTo>
                    <a:pt x="3810" y="234949"/>
                  </a:lnTo>
                  <a:lnTo>
                    <a:pt x="3810" y="231139"/>
                  </a:lnTo>
                  <a:close/>
                </a:path>
                <a:path w="3810" h="243839">
                  <a:moveTo>
                    <a:pt x="3810" y="234949"/>
                  </a:moveTo>
                  <a:lnTo>
                    <a:pt x="0" y="234949"/>
                  </a:lnTo>
                  <a:lnTo>
                    <a:pt x="0" y="237489"/>
                  </a:lnTo>
                  <a:lnTo>
                    <a:pt x="3810" y="237489"/>
                  </a:lnTo>
                  <a:lnTo>
                    <a:pt x="3810" y="234949"/>
                  </a:lnTo>
                  <a:close/>
                </a:path>
                <a:path w="3810" h="243839">
                  <a:moveTo>
                    <a:pt x="3810" y="237489"/>
                  </a:moveTo>
                  <a:lnTo>
                    <a:pt x="0" y="237489"/>
                  </a:lnTo>
                  <a:lnTo>
                    <a:pt x="0" y="241299"/>
                  </a:lnTo>
                  <a:lnTo>
                    <a:pt x="3810" y="241299"/>
                  </a:lnTo>
                  <a:lnTo>
                    <a:pt x="3810" y="237489"/>
                  </a:lnTo>
                  <a:close/>
                </a:path>
                <a:path w="3810" h="243839">
                  <a:moveTo>
                    <a:pt x="3810" y="241299"/>
                  </a:moveTo>
                  <a:lnTo>
                    <a:pt x="0" y="241299"/>
                  </a:lnTo>
                  <a:lnTo>
                    <a:pt x="0" y="242569"/>
                  </a:lnTo>
                  <a:lnTo>
                    <a:pt x="2540" y="242569"/>
                  </a:lnTo>
                  <a:lnTo>
                    <a:pt x="2540" y="243839"/>
                  </a:lnTo>
                  <a:lnTo>
                    <a:pt x="3810" y="243839"/>
                  </a:lnTo>
                  <a:lnTo>
                    <a:pt x="3810" y="241299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1" name="object 1581"/>
            <p:cNvSpPr/>
            <p:nvPr/>
          </p:nvSpPr>
          <p:spPr>
            <a:xfrm>
              <a:off x="1884680" y="5246382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10" h="243839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10" h="243839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10" h="243839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10" h="243839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10" h="243839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10" h="243839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10" h="243839">
                  <a:moveTo>
                    <a:pt x="3810" y="222250"/>
                  </a:moveTo>
                  <a:lnTo>
                    <a:pt x="0" y="22225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22250"/>
                  </a:lnTo>
                  <a:close/>
                </a:path>
                <a:path w="3810" h="243839">
                  <a:moveTo>
                    <a:pt x="3810" y="21590"/>
                  </a:moveTo>
                  <a:lnTo>
                    <a:pt x="0" y="2159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1590"/>
                  </a:lnTo>
                  <a:close/>
                </a:path>
                <a:path w="3810" h="243839">
                  <a:moveTo>
                    <a:pt x="381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10" y="21577"/>
                  </a:lnTo>
                  <a:lnTo>
                    <a:pt x="3810" y="19050"/>
                  </a:lnTo>
                  <a:close/>
                </a:path>
                <a:path w="3810" h="243839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10" h="243839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10" h="243839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10" h="243839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10" h="243839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10" h="243839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2" name="object 1582"/>
            <p:cNvSpPr/>
            <p:nvPr/>
          </p:nvSpPr>
          <p:spPr>
            <a:xfrm>
              <a:off x="1888490" y="5246382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10" h="245110">
                  <a:moveTo>
                    <a:pt x="3810" y="243840"/>
                  </a:moveTo>
                  <a:lnTo>
                    <a:pt x="1270" y="243840"/>
                  </a:lnTo>
                  <a:lnTo>
                    <a:pt x="1270" y="245097"/>
                  </a:lnTo>
                  <a:lnTo>
                    <a:pt x="3810" y="245097"/>
                  </a:lnTo>
                  <a:lnTo>
                    <a:pt x="3810" y="243840"/>
                  </a:lnTo>
                  <a:close/>
                </a:path>
                <a:path w="3810" h="245110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10" h="245110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10" h="245110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10" h="245110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10" h="24511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10" h="245110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10" h="245110">
                  <a:moveTo>
                    <a:pt x="3810" y="222250"/>
                  </a:moveTo>
                  <a:lnTo>
                    <a:pt x="0" y="22225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22250"/>
                  </a:lnTo>
                  <a:close/>
                </a:path>
                <a:path w="3810" h="245110">
                  <a:moveTo>
                    <a:pt x="3810" y="21590"/>
                  </a:moveTo>
                  <a:lnTo>
                    <a:pt x="0" y="2159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1590"/>
                  </a:lnTo>
                  <a:close/>
                </a:path>
                <a:path w="3810" h="245110">
                  <a:moveTo>
                    <a:pt x="381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10" y="21577"/>
                  </a:lnTo>
                  <a:lnTo>
                    <a:pt x="3810" y="19050"/>
                  </a:lnTo>
                  <a:close/>
                </a:path>
                <a:path w="3810" h="245110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10" h="24511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10" h="24511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10" h="24511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10" h="24511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10" h="24511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EAD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3" name="object 1583"/>
            <p:cNvSpPr/>
            <p:nvPr/>
          </p:nvSpPr>
          <p:spPr>
            <a:xfrm>
              <a:off x="1892300" y="5246382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10" h="245110">
                  <a:moveTo>
                    <a:pt x="3810" y="243840"/>
                  </a:moveTo>
                  <a:lnTo>
                    <a:pt x="0" y="24384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3840"/>
                  </a:lnTo>
                  <a:close/>
                </a:path>
                <a:path w="3810" h="245110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10" h="245110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10" h="245110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10" h="245110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10" h="24511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10" h="245110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10" h="245110">
                  <a:moveTo>
                    <a:pt x="3810" y="222250"/>
                  </a:moveTo>
                  <a:lnTo>
                    <a:pt x="0" y="22225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22250"/>
                  </a:lnTo>
                  <a:close/>
                </a:path>
                <a:path w="3810" h="245110">
                  <a:moveTo>
                    <a:pt x="3810" y="21590"/>
                  </a:moveTo>
                  <a:lnTo>
                    <a:pt x="0" y="2159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1590"/>
                  </a:lnTo>
                  <a:close/>
                </a:path>
                <a:path w="3810" h="245110">
                  <a:moveTo>
                    <a:pt x="381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10" y="21577"/>
                  </a:lnTo>
                  <a:lnTo>
                    <a:pt x="3810" y="19050"/>
                  </a:lnTo>
                  <a:close/>
                </a:path>
                <a:path w="3810" h="245110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10" h="24511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10" h="24511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10" h="24511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10" h="24511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10" h="24511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CAB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4" name="object 1584"/>
            <p:cNvSpPr/>
            <p:nvPr/>
          </p:nvSpPr>
          <p:spPr>
            <a:xfrm>
              <a:off x="1896110" y="5246382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10" h="245110">
                  <a:moveTo>
                    <a:pt x="3810" y="243840"/>
                  </a:moveTo>
                  <a:lnTo>
                    <a:pt x="0" y="24384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3840"/>
                  </a:lnTo>
                  <a:close/>
                </a:path>
                <a:path w="3810" h="245110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10" h="245110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10" h="245110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10" h="245110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10" h="24511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10" h="245110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10" h="245110">
                  <a:moveTo>
                    <a:pt x="3810" y="222250"/>
                  </a:moveTo>
                  <a:lnTo>
                    <a:pt x="0" y="22225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22250"/>
                  </a:lnTo>
                  <a:close/>
                </a:path>
                <a:path w="3810" h="245110">
                  <a:moveTo>
                    <a:pt x="3810" y="21590"/>
                  </a:moveTo>
                  <a:lnTo>
                    <a:pt x="0" y="2159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1590"/>
                  </a:lnTo>
                  <a:close/>
                </a:path>
                <a:path w="3810" h="245110">
                  <a:moveTo>
                    <a:pt x="381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10" y="21577"/>
                  </a:lnTo>
                  <a:lnTo>
                    <a:pt x="3810" y="19050"/>
                  </a:lnTo>
                  <a:close/>
                </a:path>
                <a:path w="3810" h="245110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10" h="24511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10" h="24511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10" h="24511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10" h="24511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10" h="24511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9A8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5" name="object 1585"/>
            <p:cNvSpPr/>
            <p:nvPr/>
          </p:nvSpPr>
          <p:spPr>
            <a:xfrm>
              <a:off x="1899920" y="5245100"/>
              <a:ext cx="2540" cy="246379"/>
            </a:xfrm>
            <a:custGeom>
              <a:avLst/>
              <a:gdLst/>
              <a:ahLst/>
              <a:cxnLst/>
              <a:rect l="l" t="t" r="r" b="b"/>
              <a:pathLst>
                <a:path w="2539" h="246379">
                  <a:moveTo>
                    <a:pt x="2540" y="245122"/>
                  </a:moveTo>
                  <a:lnTo>
                    <a:pt x="0" y="245122"/>
                  </a:lnTo>
                  <a:lnTo>
                    <a:pt x="0" y="246380"/>
                  </a:lnTo>
                  <a:lnTo>
                    <a:pt x="2540" y="246380"/>
                  </a:lnTo>
                  <a:lnTo>
                    <a:pt x="2540" y="245122"/>
                  </a:lnTo>
                  <a:close/>
                </a:path>
                <a:path w="2539" h="246379">
                  <a:moveTo>
                    <a:pt x="2540" y="242582"/>
                  </a:moveTo>
                  <a:lnTo>
                    <a:pt x="0" y="242582"/>
                  </a:lnTo>
                  <a:lnTo>
                    <a:pt x="0" y="245110"/>
                  </a:lnTo>
                  <a:lnTo>
                    <a:pt x="2540" y="245110"/>
                  </a:lnTo>
                  <a:lnTo>
                    <a:pt x="2540" y="242582"/>
                  </a:lnTo>
                  <a:close/>
                </a:path>
                <a:path w="2539" h="246379">
                  <a:moveTo>
                    <a:pt x="2540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2540" y="242570"/>
                  </a:lnTo>
                  <a:lnTo>
                    <a:pt x="2540" y="238772"/>
                  </a:lnTo>
                  <a:close/>
                </a:path>
                <a:path w="2539" h="246379">
                  <a:moveTo>
                    <a:pt x="254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2540" y="238760"/>
                  </a:lnTo>
                  <a:lnTo>
                    <a:pt x="2540" y="236232"/>
                  </a:lnTo>
                  <a:close/>
                </a:path>
                <a:path w="2539" h="246379">
                  <a:moveTo>
                    <a:pt x="254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2540" y="236220"/>
                  </a:lnTo>
                  <a:lnTo>
                    <a:pt x="2540" y="232422"/>
                  </a:lnTo>
                  <a:close/>
                </a:path>
                <a:path w="2539" h="246379">
                  <a:moveTo>
                    <a:pt x="254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2540" y="232410"/>
                  </a:lnTo>
                  <a:lnTo>
                    <a:pt x="2540" y="229882"/>
                  </a:lnTo>
                  <a:close/>
                </a:path>
                <a:path w="2539" h="246379">
                  <a:moveTo>
                    <a:pt x="254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2540" y="229870"/>
                  </a:lnTo>
                  <a:lnTo>
                    <a:pt x="2540" y="226072"/>
                  </a:lnTo>
                  <a:close/>
                </a:path>
                <a:path w="2539" h="246379">
                  <a:moveTo>
                    <a:pt x="254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2540" y="226060"/>
                  </a:lnTo>
                  <a:lnTo>
                    <a:pt x="2540" y="223532"/>
                  </a:lnTo>
                  <a:close/>
                </a:path>
                <a:path w="2539" h="246379">
                  <a:moveTo>
                    <a:pt x="2540" y="22872"/>
                  </a:moveTo>
                  <a:lnTo>
                    <a:pt x="0" y="22872"/>
                  </a:lnTo>
                  <a:lnTo>
                    <a:pt x="0" y="223520"/>
                  </a:lnTo>
                  <a:lnTo>
                    <a:pt x="2540" y="223520"/>
                  </a:lnTo>
                  <a:lnTo>
                    <a:pt x="2540" y="22872"/>
                  </a:lnTo>
                  <a:close/>
                </a:path>
                <a:path w="2539" h="246379">
                  <a:moveTo>
                    <a:pt x="2540" y="20332"/>
                  </a:moveTo>
                  <a:lnTo>
                    <a:pt x="0" y="20332"/>
                  </a:lnTo>
                  <a:lnTo>
                    <a:pt x="0" y="22860"/>
                  </a:lnTo>
                  <a:lnTo>
                    <a:pt x="2540" y="22860"/>
                  </a:lnTo>
                  <a:lnTo>
                    <a:pt x="2540" y="20332"/>
                  </a:lnTo>
                  <a:close/>
                </a:path>
                <a:path w="2539" h="246379">
                  <a:moveTo>
                    <a:pt x="2540" y="16522"/>
                  </a:moveTo>
                  <a:lnTo>
                    <a:pt x="0" y="16522"/>
                  </a:lnTo>
                  <a:lnTo>
                    <a:pt x="0" y="20320"/>
                  </a:lnTo>
                  <a:lnTo>
                    <a:pt x="2540" y="20320"/>
                  </a:lnTo>
                  <a:lnTo>
                    <a:pt x="2540" y="16522"/>
                  </a:lnTo>
                  <a:close/>
                </a:path>
                <a:path w="2539" h="246379">
                  <a:moveTo>
                    <a:pt x="2540" y="13982"/>
                  </a:moveTo>
                  <a:lnTo>
                    <a:pt x="0" y="13982"/>
                  </a:lnTo>
                  <a:lnTo>
                    <a:pt x="0" y="16510"/>
                  </a:lnTo>
                  <a:lnTo>
                    <a:pt x="2540" y="16510"/>
                  </a:lnTo>
                  <a:lnTo>
                    <a:pt x="2540" y="13982"/>
                  </a:lnTo>
                  <a:close/>
                </a:path>
                <a:path w="2539" h="246379">
                  <a:moveTo>
                    <a:pt x="254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2540" y="13970"/>
                  </a:lnTo>
                  <a:lnTo>
                    <a:pt x="2540" y="10172"/>
                  </a:lnTo>
                  <a:close/>
                </a:path>
                <a:path w="2539" h="246379">
                  <a:moveTo>
                    <a:pt x="254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2540" y="10160"/>
                  </a:lnTo>
                  <a:lnTo>
                    <a:pt x="2540" y="7632"/>
                  </a:lnTo>
                  <a:close/>
                </a:path>
                <a:path w="2539" h="246379">
                  <a:moveTo>
                    <a:pt x="254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3822"/>
                  </a:lnTo>
                  <a:close/>
                </a:path>
                <a:path w="2539" h="246379">
                  <a:moveTo>
                    <a:pt x="254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2540" y="3810"/>
                  </a:lnTo>
                  <a:lnTo>
                    <a:pt x="2540" y="1282"/>
                  </a:lnTo>
                  <a:close/>
                </a:path>
                <a:path w="2539" h="246379">
                  <a:moveTo>
                    <a:pt x="254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96A6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6" name="object 1586"/>
            <p:cNvSpPr/>
            <p:nvPr/>
          </p:nvSpPr>
          <p:spPr>
            <a:xfrm>
              <a:off x="1902460" y="5245100"/>
              <a:ext cx="3810" cy="246379"/>
            </a:xfrm>
            <a:custGeom>
              <a:avLst/>
              <a:gdLst/>
              <a:ahLst/>
              <a:cxnLst/>
              <a:rect l="l" t="t" r="r" b="b"/>
              <a:pathLst>
                <a:path w="3810" h="246379">
                  <a:moveTo>
                    <a:pt x="3810" y="245122"/>
                  </a:moveTo>
                  <a:lnTo>
                    <a:pt x="0" y="24512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5122"/>
                  </a:lnTo>
                  <a:close/>
                </a:path>
                <a:path w="3810" h="246379">
                  <a:moveTo>
                    <a:pt x="3810" y="242582"/>
                  </a:moveTo>
                  <a:lnTo>
                    <a:pt x="0" y="24258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2582"/>
                  </a:lnTo>
                  <a:close/>
                </a:path>
                <a:path w="3810" h="246379">
                  <a:moveTo>
                    <a:pt x="3810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8772"/>
                  </a:lnTo>
                  <a:close/>
                </a:path>
                <a:path w="3810" h="246379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10" h="246379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10" h="246379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10" h="246379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10" h="246379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10" h="246379">
                  <a:moveTo>
                    <a:pt x="3810" y="22872"/>
                  </a:moveTo>
                  <a:lnTo>
                    <a:pt x="0" y="2287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872"/>
                  </a:lnTo>
                  <a:close/>
                </a:path>
                <a:path w="3810" h="246379">
                  <a:moveTo>
                    <a:pt x="3810" y="20332"/>
                  </a:moveTo>
                  <a:lnTo>
                    <a:pt x="0" y="2033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20332"/>
                  </a:lnTo>
                  <a:close/>
                </a:path>
                <a:path w="3810" h="246379">
                  <a:moveTo>
                    <a:pt x="3810" y="16522"/>
                  </a:moveTo>
                  <a:lnTo>
                    <a:pt x="0" y="1652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6522"/>
                  </a:lnTo>
                  <a:close/>
                </a:path>
                <a:path w="3810" h="246379">
                  <a:moveTo>
                    <a:pt x="3810" y="13982"/>
                  </a:moveTo>
                  <a:lnTo>
                    <a:pt x="0" y="1398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82"/>
                  </a:lnTo>
                  <a:close/>
                </a:path>
                <a:path w="3810" h="246379">
                  <a:moveTo>
                    <a:pt x="381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0172"/>
                  </a:lnTo>
                  <a:close/>
                </a:path>
                <a:path w="3810" h="246379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10" h="246379">
                  <a:moveTo>
                    <a:pt x="381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3822"/>
                  </a:lnTo>
                  <a:close/>
                </a:path>
                <a:path w="3810" h="246379">
                  <a:moveTo>
                    <a:pt x="381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82"/>
                  </a:lnTo>
                  <a:close/>
                </a:path>
                <a:path w="3810" h="246379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7" name="object 1587"/>
            <p:cNvSpPr/>
            <p:nvPr/>
          </p:nvSpPr>
          <p:spPr>
            <a:xfrm>
              <a:off x="1906269" y="5243830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  <a:path w="3810" h="248920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248920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10" h="248920">
                  <a:moveTo>
                    <a:pt x="381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890"/>
                  </a:lnTo>
                  <a:close/>
                </a:path>
                <a:path w="3810" h="248920">
                  <a:moveTo>
                    <a:pt x="381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30"/>
                  </a:lnTo>
                  <a:close/>
                </a:path>
                <a:path w="3810" h="248920">
                  <a:moveTo>
                    <a:pt x="381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40"/>
                  </a:lnTo>
                  <a:close/>
                </a:path>
                <a:path w="3810" h="248920">
                  <a:moveTo>
                    <a:pt x="3810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80"/>
                  </a:lnTo>
                  <a:close/>
                </a:path>
                <a:path w="3810" h="248920">
                  <a:moveTo>
                    <a:pt x="3810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1590"/>
                  </a:lnTo>
                  <a:close/>
                </a:path>
                <a:path w="3810" h="248920">
                  <a:moveTo>
                    <a:pt x="3810" y="24130"/>
                  </a:moveTo>
                  <a:lnTo>
                    <a:pt x="0" y="24130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4130"/>
                  </a:lnTo>
                  <a:close/>
                </a:path>
                <a:path w="3810" h="248920">
                  <a:moveTo>
                    <a:pt x="3810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790"/>
                  </a:lnTo>
                  <a:close/>
                </a:path>
                <a:path w="3810" h="248920">
                  <a:moveTo>
                    <a:pt x="3810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30"/>
                  </a:lnTo>
                  <a:close/>
                </a:path>
                <a:path w="3810" h="248920">
                  <a:moveTo>
                    <a:pt x="3810" y="231140"/>
                  </a:moveTo>
                  <a:lnTo>
                    <a:pt x="0" y="231140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40"/>
                  </a:lnTo>
                  <a:close/>
                </a:path>
                <a:path w="3810" h="248920">
                  <a:moveTo>
                    <a:pt x="3810" y="233680"/>
                  </a:moveTo>
                  <a:lnTo>
                    <a:pt x="0" y="233680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80"/>
                  </a:lnTo>
                  <a:close/>
                </a:path>
                <a:path w="3810" h="248920">
                  <a:moveTo>
                    <a:pt x="3810" y="237490"/>
                  </a:moveTo>
                  <a:lnTo>
                    <a:pt x="0" y="237490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490"/>
                  </a:lnTo>
                  <a:close/>
                </a:path>
                <a:path w="3810" h="248920">
                  <a:moveTo>
                    <a:pt x="3810" y="240030"/>
                  </a:moveTo>
                  <a:lnTo>
                    <a:pt x="0" y="240030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30"/>
                  </a:lnTo>
                  <a:close/>
                </a:path>
                <a:path w="3810" h="248920">
                  <a:moveTo>
                    <a:pt x="3810" y="243840"/>
                  </a:moveTo>
                  <a:lnTo>
                    <a:pt x="0" y="243840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3840"/>
                  </a:lnTo>
                  <a:close/>
                </a:path>
                <a:path w="3810" h="248920">
                  <a:moveTo>
                    <a:pt x="3810" y="246380"/>
                  </a:moveTo>
                  <a:lnTo>
                    <a:pt x="0" y="246380"/>
                  </a:lnTo>
                  <a:lnTo>
                    <a:pt x="0" y="247650"/>
                  </a:lnTo>
                  <a:lnTo>
                    <a:pt x="1269" y="247650"/>
                  </a:lnTo>
                  <a:lnTo>
                    <a:pt x="1269" y="248920"/>
                  </a:lnTo>
                  <a:lnTo>
                    <a:pt x="3810" y="248920"/>
                  </a:lnTo>
                  <a:lnTo>
                    <a:pt x="3810" y="246380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8" name="object 1588"/>
            <p:cNvSpPr/>
            <p:nvPr/>
          </p:nvSpPr>
          <p:spPr>
            <a:xfrm>
              <a:off x="1910080" y="5243830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10" h="248920">
                  <a:moveTo>
                    <a:pt x="381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3852"/>
                  </a:lnTo>
                  <a:close/>
                </a:path>
                <a:path w="3810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10" h="248920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10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10" h="248920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10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48920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48920">
                  <a:moveTo>
                    <a:pt x="3810" y="24142"/>
                  </a:moveTo>
                  <a:lnTo>
                    <a:pt x="0" y="2414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4142"/>
                  </a:lnTo>
                  <a:close/>
                </a:path>
                <a:path w="3810" h="248920">
                  <a:moveTo>
                    <a:pt x="3810" y="21602"/>
                  </a:moveTo>
                  <a:lnTo>
                    <a:pt x="0" y="2160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1602"/>
                  </a:lnTo>
                  <a:close/>
                </a:path>
                <a:path w="3810" h="248920">
                  <a:moveTo>
                    <a:pt x="381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92"/>
                  </a:lnTo>
                  <a:close/>
                </a:path>
                <a:path w="3810" h="248920">
                  <a:moveTo>
                    <a:pt x="381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52"/>
                  </a:lnTo>
                  <a:close/>
                </a:path>
                <a:path w="3810" h="248920">
                  <a:moveTo>
                    <a:pt x="381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42"/>
                  </a:lnTo>
                  <a:close/>
                </a:path>
                <a:path w="3810" h="248920">
                  <a:moveTo>
                    <a:pt x="381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902"/>
                  </a:lnTo>
                  <a:close/>
                </a:path>
                <a:path w="3810" h="248920">
                  <a:moveTo>
                    <a:pt x="381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92"/>
                  </a:lnTo>
                  <a:close/>
                </a:path>
                <a:path w="3810" h="248920">
                  <a:moveTo>
                    <a:pt x="381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52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E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9" name="object 1589"/>
            <p:cNvSpPr/>
            <p:nvPr/>
          </p:nvSpPr>
          <p:spPr>
            <a:xfrm>
              <a:off x="1913889" y="5243830"/>
              <a:ext cx="3810" cy="250190"/>
            </a:xfrm>
            <a:custGeom>
              <a:avLst/>
              <a:gdLst/>
              <a:ahLst/>
              <a:cxnLst/>
              <a:rect l="l" t="t" r="r" b="b"/>
              <a:pathLst>
                <a:path w="3810" h="250189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  <a:path w="3810" h="250189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250189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10" h="250189">
                  <a:moveTo>
                    <a:pt x="381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890"/>
                  </a:lnTo>
                  <a:close/>
                </a:path>
                <a:path w="3810" h="250189">
                  <a:moveTo>
                    <a:pt x="381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30"/>
                  </a:lnTo>
                  <a:close/>
                </a:path>
                <a:path w="3810" h="250189">
                  <a:moveTo>
                    <a:pt x="381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40"/>
                  </a:lnTo>
                  <a:close/>
                </a:path>
                <a:path w="3810" h="250189">
                  <a:moveTo>
                    <a:pt x="3810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80"/>
                  </a:lnTo>
                  <a:close/>
                </a:path>
                <a:path w="3810" h="250189">
                  <a:moveTo>
                    <a:pt x="3810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1590"/>
                  </a:lnTo>
                  <a:close/>
                </a:path>
                <a:path w="3810" h="250189">
                  <a:moveTo>
                    <a:pt x="3810" y="24130"/>
                  </a:moveTo>
                  <a:lnTo>
                    <a:pt x="0" y="24130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4130"/>
                  </a:lnTo>
                  <a:close/>
                </a:path>
                <a:path w="3810" h="250189">
                  <a:moveTo>
                    <a:pt x="3810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790"/>
                  </a:lnTo>
                  <a:close/>
                </a:path>
                <a:path w="3810" h="250189">
                  <a:moveTo>
                    <a:pt x="3810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30"/>
                  </a:lnTo>
                  <a:close/>
                </a:path>
                <a:path w="3810" h="250189">
                  <a:moveTo>
                    <a:pt x="3810" y="231140"/>
                  </a:moveTo>
                  <a:lnTo>
                    <a:pt x="0" y="231140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40"/>
                  </a:lnTo>
                  <a:close/>
                </a:path>
                <a:path w="3810" h="250189">
                  <a:moveTo>
                    <a:pt x="3810" y="233680"/>
                  </a:moveTo>
                  <a:lnTo>
                    <a:pt x="0" y="233680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80"/>
                  </a:lnTo>
                  <a:close/>
                </a:path>
                <a:path w="3810" h="250189">
                  <a:moveTo>
                    <a:pt x="3810" y="237490"/>
                  </a:moveTo>
                  <a:lnTo>
                    <a:pt x="0" y="237490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490"/>
                  </a:lnTo>
                  <a:close/>
                </a:path>
                <a:path w="3810" h="250189">
                  <a:moveTo>
                    <a:pt x="3810" y="240030"/>
                  </a:moveTo>
                  <a:lnTo>
                    <a:pt x="0" y="240030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30"/>
                  </a:lnTo>
                  <a:close/>
                </a:path>
                <a:path w="3810" h="250189">
                  <a:moveTo>
                    <a:pt x="3810" y="243840"/>
                  </a:moveTo>
                  <a:lnTo>
                    <a:pt x="0" y="243840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3840"/>
                  </a:lnTo>
                  <a:close/>
                </a:path>
                <a:path w="3810" h="250189">
                  <a:moveTo>
                    <a:pt x="3810" y="246380"/>
                  </a:moveTo>
                  <a:lnTo>
                    <a:pt x="0" y="246380"/>
                  </a:lnTo>
                  <a:lnTo>
                    <a:pt x="0" y="248920"/>
                  </a:lnTo>
                  <a:lnTo>
                    <a:pt x="1270" y="248920"/>
                  </a:lnTo>
                  <a:lnTo>
                    <a:pt x="1270" y="250190"/>
                  </a:lnTo>
                  <a:lnTo>
                    <a:pt x="3810" y="250190"/>
                  </a:lnTo>
                  <a:lnTo>
                    <a:pt x="3810" y="246380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0" name="object 1590"/>
            <p:cNvSpPr/>
            <p:nvPr/>
          </p:nvSpPr>
          <p:spPr>
            <a:xfrm>
              <a:off x="1917700" y="5243830"/>
              <a:ext cx="3810" cy="250190"/>
            </a:xfrm>
            <a:custGeom>
              <a:avLst/>
              <a:gdLst/>
              <a:ahLst/>
              <a:cxnLst/>
              <a:rect l="l" t="t" r="r" b="b"/>
              <a:pathLst>
                <a:path w="3810" h="250189">
                  <a:moveTo>
                    <a:pt x="3810" y="246392"/>
                  </a:moveTo>
                  <a:lnTo>
                    <a:pt x="0" y="24639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6392"/>
                  </a:lnTo>
                  <a:close/>
                </a:path>
                <a:path w="3810" h="250189">
                  <a:moveTo>
                    <a:pt x="381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3852"/>
                  </a:lnTo>
                  <a:close/>
                </a:path>
                <a:path w="3810" h="250189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10" h="250189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10" h="250189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10" h="250189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10" h="250189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50189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50189">
                  <a:moveTo>
                    <a:pt x="3810" y="24142"/>
                  </a:moveTo>
                  <a:lnTo>
                    <a:pt x="0" y="2414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4142"/>
                  </a:lnTo>
                  <a:close/>
                </a:path>
                <a:path w="3810" h="250189">
                  <a:moveTo>
                    <a:pt x="3810" y="21602"/>
                  </a:moveTo>
                  <a:lnTo>
                    <a:pt x="0" y="2160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1602"/>
                  </a:lnTo>
                  <a:close/>
                </a:path>
                <a:path w="3810" h="250189">
                  <a:moveTo>
                    <a:pt x="381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92"/>
                  </a:lnTo>
                  <a:close/>
                </a:path>
                <a:path w="3810" h="250189">
                  <a:moveTo>
                    <a:pt x="381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52"/>
                  </a:lnTo>
                  <a:close/>
                </a:path>
                <a:path w="3810" h="250189">
                  <a:moveTo>
                    <a:pt x="381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42"/>
                  </a:lnTo>
                  <a:close/>
                </a:path>
                <a:path w="3810" h="250189">
                  <a:moveTo>
                    <a:pt x="381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902"/>
                  </a:lnTo>
                  <a:close/>
                </a:path>
                <a:path w="3810" h="250189">
                  <a:moveTo>
                    <a:pt x="381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92"/>
                  </a:lnTo>
                  <a:close/>
                </a:path>
                <a:path w="3810" h="250189">
                  <a:moveTo>
                    <a:pt x="381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52"/>
                  </a:lnTo>
                  <a:close/>
                </a:path>
                <a:path w="3810" h="250189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1" name="object 1591"/>
            <p:cNvSpPr/>
            <p:nvPr/>
          </p:nvSpPr>
          <p:spPr>
            <a:xfrm>
              <a:off x="1921510" y="5243830"/>
              <a:ext cx="2540" cy="250190"/>
            </a:xfrm>
            <a:custGeom>
              <a:avLst/>
              <a:gdLst/>
              <a:ahLst/>
              <a:cxnLst/>
              <a:rect l="l" t="t" r="r" b="b"/>
              <a:pathLst>
                <a:path w="2539" h="250189">
                  <a:moveTo>
                    <a:pt x="2540" y="246392"/>
                  </a:moveTo>
                  <a:lnTo>
                    <a:pt x="0" y="246392"/>
                  </a:lnTo>
                  <a:lnTo>
                    <a:pt x="0" y="250190"/>
                  </a:lnTo>
                  <a:lnTo>
                    <a:pt x="2540" y="250190"/>
                  </a:lnTo>
                  <a:lnTo>
                    <a:pt x="2540" y="246392"/>
                  </a:lnTo>
                  <a:close/>
                </a:path>
                <a:path w="2539" h="250189">
                  <a:moveTo>
                    <a:pt x="254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2540" y="246380"/>
                  </a:lnTo>
                  <a:lnTo>
                    <a:pt x="2540" y="243852"/>
                  </a:lnTo>
                  <a:close/>
                </a:path>
                <a:path w="2539" h="250189">
                  <a:moveTo>
                    <a:pt x="254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2540" y="243840"/>
                  </a:lnTo>
                  <a:lnTo>
                    <a:pt x="2540" y="240042"/>
                  </a:lnTo>
                  <a:close/>
                </a:path>
                <a:path w="2539" h="250189">
                  <a:moveTo>
                    <a:pt x="254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2540" y="240030"/>
                  </a:lnTo>
                  <a:lnTo>
                    <a:pt x="2540" y="237502"/>
                  </a:lnTo>
                  <a:close/>
                </a:path>
                <a:path w="2539" h="250189">
                  <a:moveTo>
                    <a:pt x="254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2540" y="237490"/>
                  </a:lnTo>
                  <a:lnTo>
                    <a:pt x="2540" y="233692"/>
                  </a:lnTo>
                  <a:close/>
                </a:path>
                <a:path w="2539" h="250189">
                  <a:moveTo>
                    <a:pt x="254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2540" y="233680"/>
                  </a:lnTo>
                  <a:lnTo>
                    <a:pt x="2540" y="231152"/>
                  </a:lnTo>
                  <a:close/>
                </a:path>
                <a:path w="2539" h="250189">
                  <a:moveTo>
                    <a:pt x="254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2540" y="231140"/>
                  </a:lnTo>
                  <a:lnTo>
                    <a:pt x="2540" y="227342"/>
                  </a:lnTo>
                  <a:close/>
                </a:path>
                <a:path w="2539" h="250189">
                  <a:moveTo>
                    <a:pt x="254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2540" y="227330"/>
                  </a:lnTo>
                  <a:lnTo>
                    <a:pt x="2540" y="224802"/>
                  </a:lnTo>
                  <a:close/>
                </a:path>
                <a:path w="2539" h="250189">
                  <a:moveTo>
                    <a:pt x="2540" y="24142"/>
                  </a:moveTo>
                  <a:lnTo>
                    <a:pt x="0" y="24142"/>
                  </a:lnTo>
                  <a:lnTo>
                    <a:pt x="0" y="224790"/>
                  </a:lnTo>
                  <a:lnTo>
                    <a:pt x="2540" y="224790"/>
                  </a:lnTo>
                  <a:lnTo>
                    <a:pt x="2540" y="24142"/>
                  </a:lnTo>
                  <a:close/>
                </a:path>
                <a:path w="2539" h="250189">
                  <a:moveTo>
                    <a:pt x="2540" y="21602"/>
                  </a:moveTo>
                  <a:lnTo>
                    <a:pt x="0" y="21602"/>
                  </a:lnTo>
                  <a:lnTo>
                    <a:pt x="0" y="24130"/>
                  </a:lnTo>
                  <a:lnTo>
                    <a:pt x="2540" y="24130"/>
                  </a:lnTo>
                  <a:lnTo>
                    <a:pt x="2540" y="21602"/>
                  </a:lnTo>
                  <a:close/>
                </a:path>
                <a:path w="2539" h="250189">
                  <a:moveTo>
                    <a:pt x="254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2540" y="21590"/>
                  </a:lnTo>
                  <a:lnTo>
                    <a:pt x="2540" y="17792"/>
                  </a:lnTo>
                  <a:close/>
                </a:path>
                <a:path w="2539" h="250189">
                  <a:moveTo>
                    <a:pt x="254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2540" y="17780"/>
                  </a:lnTo>
                  <a:lnTo>
                    <a:pt x="2540" y="15252"/>
                  </a:lnTo>
                  <a:close/>
                </a:path>
                <a:path w="2539" h="250189">
                  <a:moveTo>
                    <a:pt x="254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2540" y="15240"/>
                  </a:lnTo>
                  <a:lnTo>
                    <a:pt x="2540" y="11442"/>
                  </a:lnTo>
                  <a:close/>
                </a:path>
                <a:path w="2539" h="250189">
                  <a:moveTo>
                    <a:pt x="254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8902"/>
                  </a:lnTo>
                  <a:close/>
                </a:path>
                <a:path w="2539" h="250189">
                  <a:moveTo>
                    <a:pt x="254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2540" y="8890"/>
                  </a:lnTo>
                  <a:lnTo>
                    <a:pt x="2540" y="5092"/>
                  </a:lnTo>
                  <a:close/>
                </a:path>
                <a:path w="2539" h="250189">
                  <a:moveTo>
                    <a:pt x="254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2552"/>
                  </a:lnTo>
                  <a:close/>
                </a:path>
                <a:path w="2539" h="250189">
                  <a:moveTo>
                    <a:pt x="254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540" y="254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8799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2" name="object 1592"/>
            <p:cNvSpPr/>
            <p:nvPr/>
          </p:nvSpPr>
          <p:spPr>
            <a:xfrm>
              <a:off x="1924050" y="5243830"/>
              <a:ext cx="3810" cy="250190"/>
            </a:xfrm>
            <a:custGeom>
              <a:avLst/>
              <a:gdLst/>
              <a:ahLst/>
              <a:cxnLst/>
              <a:rect l="l" t="t" r="r" b="b"/>
              <a:pathLst>
                <a:path w="3810" h="250189">
                  <a:moveTo>
                    <a:pt x="3810" y="246392"/>
                  </a:moveTo>
                  <a:lnTo>
                    <a:pt x="0" y="24639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6392"/>
                  </a:lnTo>
                  <a:close/>
                </a:path>
                <a:path w="3810" h="250189">
                  <a:moveTo>
                    <a:pt x="381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3852"/>
                  </a:lnTo>
                  <a:close/>
                </a:path>
                <a:path w="3810" h="250189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10" h="250189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10" h="250189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10" h="250189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10" h="250189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50189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50189">
                  <a:moveTo>
                    <a:pt x="3810" y="24142"/>
                  </a:moveTo>
                  <a:lnTo>
                    <a:pt x="0" y="2414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4142"/>
                  </a:lnTo>
                  <a:close/>
                </a:path>
                <a:path w="3810" h="250189">
                  <a:moveTo>
                    <a:pt x="3810" y="21602"/>
                  </a:moveTo>
                  <a:lnTo>
                    <a:pt x="0" y="2160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1602"/>
                  </a:lnTo>
                  <a:close/>
                </a:path>
                <a:path w="3810" h="250189">
                  <a:moveTo>
                    <a:pt x="381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92"/>
                  </a:lnTo>
                  <a:close/>
                </a:path>
                <a:path w="3810" h="250189">
                  <a:moveTo>
                    <a:pt x="381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52"/>
                  </a:lnTo>
                  <a:close/>
                </a:path>
                <a:path w="3810" h="250189">
                  <a:moveTo>
                    <a:pt x="381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42"/>
                  </a:lnTo>
                  <a:close/>
                </a:path>
                <a:path w="3810" h="250189">
                  <a:moveTo>
                    <a:pt x="381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902"/>
                  </a:lnTo>
                  <a:close/>
                </a:path>
                <a:path w="3810" h="250189">
                  <a:moveTo>
                    <a:pt x="381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92"/>
                  </a:lnTo>
                  <a:close/>
                </a:path>
                <a:path w="3810" h="250189">
                  <a:moveTo>
                    <a:pt x="381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52"/>
                  </a:lnTo>
                  <a:close/>
                </a:path>
                <a:path w="3810" h="250189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496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3" name="object 1593"/>
            <p:cNvSpPr/>
            <p:nvPr/>
          </p:nvSpPr>
          <p:spPr>
            <a:xfrm>
              <a:off x="1927860" y="5243830"/>
              <a:ext cx="3810" cy="250190"/>
            </a:xfrm>
            <a:custGeom>
              <a:avLst/>
              <a:gdLst/>
              <a:ahLst/>
              <a:cxnLst/>
              <a:rect l="l" t="t" r="r" b="b"/>
              <a:pathLst>
                <a:path w="3810" h="250189">
                  <a:moveTo>
                    <a:pt x="3810" y="246392"/>
                  </a:moveTo>
                  <a:lnTo>
                    <a:pt x="0" y="24639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6392"/>
                  </a:lnTo>
                  <a:close/>
                </a:path>
                <a:path w="3810" h="250189">
                  <a:moveTo>
                    <a:pt x="381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3852"/>
                  </a:lnTo>
                  <a:close/>
                </a:path>
                <a:path w="3810" h="250189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10" h="250189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10" h="250189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10" h="250189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10" h="250189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50189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50189">
                  <a:moveTo>
                    <a:pt x="3810" y="24142"/>
                  </a:moveTo>
                  <a:lnTo>
                    <a:pt x="0" y="2414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4142"/>
                  </a:lnTo>
                  <a:close/>
                </a:path>
                <a:path w="3810" h="250189">
                  <a:moveTo>
                    <a:pt x="3810" y="21602"/>
                  </a:moveTo>
                  <a:lnTo>
                    <a:pt x="0" y="2160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1602"/>
                  </a:lnTo>
                  <a:close/>
                </a:path>
                <a:path w="3810" h="250189">
                  <a:moveTo>
                    <a:pt x="381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92"/>
                  </a:lnTo>
                  <a:close/>
                </a:path>
                <a:path w="3810" h="250189">
                  <a:moveTo>
                    <a:pt x="381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52"/>
                  </a:lnTo>
                  <a:close/>
                </a:path>
                <a:path w="3810" h="250189">
                  <a:moveTo>
                    <a:pt x="381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42"/>
                  </a:lnTo>
                  <a:close/>
                </a:path>
                <a:path w="3810" h="250189">
                  <a:moveTo>
                    <a:pt x="381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902"/>
                  </a:lnTo>
                  <a:close/>
                </a:path>
                <a:path w="3810" h="250189">
                  <a:moveTo>
                    <a:pt x="381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92"/>
                  </a:lnTo>
                  <a:close/>
                </a:path>
                <a:path w="3810" h="250189">
                  <a:moveTo>
                    <a:pt x="381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52"/>
                  </a:lnTo>
                  <a:close/>
                </a:path>
                <a:path w="3810" h="250189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19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4" name="object 1594"/>
            <p:cNvSpPr/>
            <p:nvPr/>
          </p:nvSpPr>
          <p:spPr>
            <a:xfrm>
              <a:off x="1931669" y="52425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0" y="1269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0"/>
                  </a:lnTo>
                  <a:close/>
                </a:path>
                <a:path w="3810" h="252729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6509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22859"/>
                  </a:lnTo>
                  <a:close/>
                </a:path>
                <a:path w="3810" h="252729">
                  <a:moveTo>
                    <a:pt x="3810" y="25400"/>
                  </a:moveTo>
                  <a:lnTo>
                    <a:pt x="0" y="2540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5400"/>
                  </a:lnTo>
                  <a:close/>
                </a:path>
                <a:path w="3810" h="252729">
                  <a:moveTo>
                    <a:pt x="3810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6059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3810" y="234949"/>
                  </a:lnTo>
                  <a:lnTo>
                    <a:pt x="3810" y="232409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3810" y="238759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8759"/>
                  </a:moveTo>
                  <a:lnTo>
                    <a:pt x="0" y="238759"/>
                  </a:lnTo>
                  <a:lnTo>
                    <a:pt x="0" y="241299"/>
                  </a:lnTo>
                  <a:lnTo>
                    <a:pt x="3810" y="241299"/>
                  </a:lnTo>
                  <a:lnTo>
                    <a:pt x="3810" y="238759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109"/>
                  </a:lnTo>
                  <a:lnTo>
                    <a:pt x="3810" y="245109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45109"/>
                  </a:moveTo>
                  <a:lnTo>
                    <a:pt x="0" y="245109"/>
                  </a:lnTo>
                  <a:lnTo>
                    <a:pt x="0" y="247649"/>
                  </a:lnTo>
                  <a:lnTo>
                    <a:pt x="3810" y="247649"/>
                  </a:lnTo>
                  <a:lnTo>
                    <a:pt x="3810" y="245109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59"/>
                  </a:lnTo>
                  <a:lnTo>
                    <a:pt x="3810" y="251459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51459"/>
                  </a:moveTo>
                  <a:lnTo>
                    <a:pt x="2540" y="251459"/>
                  </a:lnTo>
                  <a:lnTo>
                    <a:pt x="2540" y="252729"/>
                  </a:lnTo>
                  <a:lnTo>
                    <a:pt x="3810" y="252729"/>
                  </a:lnTo>
                  <a:lnTo>
                    <a:pt x="3810" y="251459"/>
                  </a:lnTo>
                  <a:close/>
                </a:path>
              </a:pathLst>
            </a:custGeom>
            <a:solidFill>
              <a:srgbClr val="7F92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5" name="object 1595"/>
            <p:cNvSpPr/>
            <p:nvPr/>
          </p:nvSpPr>
          <p:spPr>
            <a:xfrm>
              <a:off x="1935480" y="52425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5400"/>
                  </a:moveTo>
                  <a:lnTo>
                    <a:pt x="0" y="2540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540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6" name="object 1596"/>
            <p:cNvSpPr/>
            <p:nvPr/>
          </p:nvSpPr>
          <p:spPr>
            <a:xfrm>
              <a:off x="1939290" y="52425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5400"/>
                  </a:moveTo>
                  <a:lnTo>
                    <a:pt x="0" y="2540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540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9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7" name="object 1597"/>
            <p:cNvSpPr/>
            <p:nvPr/>
          </p:nvSpPr>
          <p:spPr>
            <a:xfrm>
              <a:off x="1943100" y="52425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5400"/>
                  </a:moveTo>
                  <a:lnTo>
                    <a:pt x="0" y="2540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540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8" name="object 1598"/>
            <p:cNvSpPr/>
            <p:nvPr/>
          </p:nvSpPr>
          <p:spPr>
            <a:xfrm>
              <a:off x="1946910" y="52425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5400"/>
                  </a:moveTo>
                  <a:lnTo>
                    <a:pt x="0" y="2540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540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9" name="object 1599"/>
            <p:cNvSpPr/>
            <p:nvPr/>
          </p:nvSpPr>
          <p:spPr>
            <a:xfrm>
              <a:off x="1950720" y="5242572"/>
              <a:ext cx="2540" cy="252729"/>
            </a:xfrm>
            <a:custGeom>
              <a:avLst/>
              <a:gdLst/>
              <a:ahLst/>
              <a:cxnLst/>
              <a:rect l="l" t="t" r="r" b="b"/>
              <a:pathLst>
                <a:path w="2539" h="252729">
                  <a:moveTo>
                    <a:pt x="254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2540" y="252717"/>
                  </a:lnTo>
                  <a:lnTo>
                    <a:pt x="2540" y="251460"/>
                  </a:lnTo>
                  <a:close/>
                </a:path>
                <a:path w="2539" h="252729">
                  <a:moveTo>
                    <a:pt x="254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2540" y="251447"/>
                  </a:lnTo>
                  <a:lnTo>
                    <a:pt x="2540" y="247650"/>
                  </a:lnTo>
                  <a:close/>
                </a:path>
                <a:path w="2539" h="252729">
                  <a:moveTo>
                    <a:pt x="254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2540" y="247637"/>
                  </a:lnTo>
                  <a:lnTo>
                    <a:pt x="2540" y="245110"/>
                  </a:lnTo>
                  <a:close/>
                </a:path>
                <a:path w="2539" h="252729">
                  <a:moveTo>
                    <a:pt x="254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2540" y="245097"/>
                  </a:lnTo>
                  <a:lnTo>
                    <a:pt x="2540" y="241300"/>
                  </a:lnTo>
                  <a:close/>
                </a:path>
                <a:path w="2539" h="252729">
                  <a:moveTo>
                    <a:pt x="254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2540" y="241287"/>
                  </a:lnTo>
                  <a:lnTo>
                    <a:pt x="2540" y="238760"/>
                  </a:lnTo>
                  <a:close/>
                </a:path>
                <a:path w="2539" h="252729">
                  <a:moveTo>
                    <a:pt x="254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2540" y="238747"/>
                  </a:lnTo>
                  <a:lnTo>
                    <a:pt x="2540" y="234950"/>
                  </a:lnTo>
                  <a:close/>
                </a:path>
                <a:path w="2539" h="252729">
                  <a:moveTo>
                    <a:pt x="254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2540" y="234937"/>
                  </a:lnTo>
                  <a:lnTo>
                    <a:pt x="2540" y="232410"/>
                  </a:lnTo>
                  <a:close/>
                </a:path>
                <a:path w="2539" h="252729">
                  <a:moveTo>
                    <a:pt x="254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2540" y="232397"/>
                  </a:lnTo>
                  <a:lnTo>
                    <a:pt x="2540" y="228600"/>
                  </a:lnTo>
                  <a:close/>
                </a:path>
                <a:path w="2539" h="252729">
                  <a:moveTo>
                    <a:pt x="254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2540" y="228587"/>
                  </a:lnTo>
                  <a:lnTo>
                    <a:pt x="2540" y="226060"/>
                  </a:lnTo>
                  <a:close/>
                </a:path>
                <a:path w="2539" h="252729">
                  <a:moveTo>
                    <a:pt x="2540" y="25400"/>
                  </a:moveTo>
                  <a:lnTo>
                    <a:pt x="0" y="25400"/>
                  </a:lnTo>
                  <a:lnTo>
                    <a:pt x="0" y="226047"/>
                  </a:lnTo>
                  <a:lnTo>
                    <a:pt x="2540" y="226047"/>
                  </a:lnTo>
                  <a:lnTo>
                    <a:pt x="2540" y="25400"/>
                  </a:lnTo>
                  <a:close/>
                </a:path>
                <a:path w="2539" h="252729">
                  <a:moveTo>
                    <a:pt x="254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2540" y="25387"/>
                  </a:lnTo>
                  <a:lnTo>
                    <a:pt x="2540" y="22860"/>
                  </a:lnTo>
                  <a:close/>
                </a:path>
                <a:path w="2539" h="252729">
                  <a:moveTo>
                    <a:pt x="254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2540" y="22847"/>
                  </a:lnTo>
                  <a:lnTo>
                    <a:pt x="2540" y="19050"/>
                  </a:lnTo>
                  <a:close/>
                </a:path>
                <a:path w="2539" h="252729">
                  <a:moveTo>
                    <a:pt x="254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2540" y="19037"/>
                  </a:lnTo>
                  <a:lnTo>
                    <a:pt x="2540" y="16510"/>
                  </a:lnTo>
                  <a:close/>
                </a:path>
                <a:path w="2539" h="252729">
                  <a:moveTo>
                    <a:pt x="254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2540" y="16497"/>
                  </a:lnTo>
                  <a:lnTo>
                    <a:pt x="2540" y="12700"/>
                  </a:lnTo>
                  <a:close/>
                </a:path>
                <a:path w="2539" h="252729">
                  <a:moveTo>
                    <a:pt x="254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10160"/>
                  </a:lnTo>
                  <a:close/>
                </a:path>
                <a:path w="2539" h="252729">
                  <a:moveTo>
                    <a:pt x="254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2540" y="10147"/>
                  </a:lnTo>
                  <a:lnTo>
                    <a:pt x="2540" y="6350"/>
                  </a:lnTo>
                  <a:close/>
                </a:path>
                <a:path w="2539" h="252729">
                  <a:moveTo>
                    <a:pt x="254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3810"/>
                  </a:lnTo>
                  <a:close/>
                </a:path>
                <a:path w="2539" h="252729">
                  <a:moveTo>
                    <a:pt x="254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2540" y="379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71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0" name="object 1600"/>
            <p:cNvSpPr/>
            <p:nvPr/>
          </p:nvSpPr>
          <p:spPr>
            <a:xfrm>
              <a:off x="1953260" y="52425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5400"/>
                  </a:moveTo>
                  <a:lnTo>
                    <a:pt x="0" y="2540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540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F84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1" name="object 1601"/>
            <p:cNvSpPr/>
            <p:nvPr/>
          </p:nvSpPr>
          <p:spPr>
            <a:xfrm>
              <a:off x="1957070" y="52425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5400"/>
                  </a:moveTo>
                  <a:lnTo>
                    <a:pt x="0" y="2540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540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C82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2" name="object 1602"/>
            <p:cNvSpPr/>
            <p:nvPr/>
          </p:nvSpPr>
          <p:spPr>
            <a:xfrm>
              <a:off x="1960880" y="5241289"/>
              <a:ext cx="3810" cy="254000"/>
            </a:xfrm>
            <a:custGeom>
              <a:avLst/>
              <a:gdLst/>
              <a:ahLst/>
              <a:cxnLst/>
              <a:rect l="l" t="t" r="r" b="b"/>
              <a:pathLst>
                <a:path w="3810" h="254000">
                  <a:moveTo>
                    <a:pt x="254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  <a:path w="3810" h="254000">
                  <a:moveTo>
                    <a:pt x="3810" y="252742"/>
                  </a:moveTo>
                  <a:lnTo>
                    <a:pt x="0" y="252742"/>
                  </a:lnTo>
                  <a:lnTo>
                    <a:pt x="0" y="254000"/>
                  </a:lnTo>
                  <a:lnTo>
                    <a:pt x="3810" y="254000"/>
                  </a:lnTo>
                  <a:lnTo>
                    <a:pt x="3810" y="252742"/>
                  </a:lnTo>
                  <a:close/>
                </a:path>
                <a:path w="3810" h="254000">
                  <a:moveTo>
                    <a:pt x="3810" y="248932"/>
                  </a:moveTo>
                  <a:lnTo>
                    <a:pt x="0" y="248932"/>
                  </a:lnTo>
                  <a:lnTo>
                    <a:pt x="0" y="252730"/>
                  </a:lnTo>
                  <a:lnTo>
                    <a:pt x="3810" y="252730"/>
                  </a:lnTo>
                  <a:lnTo>
                    <a:pt x="3810" y="248932"/>
                  </a:lnTo>
                  <a:close/>
                </a:path>
                <a:path w="3810" h="25400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10" h="254000">
                  <a:moveTo>
                    <a:pt x="3810" y="242582"/>
                  </a:moveTo>
                  <a:lnTo>
                    <a:pt x="0" y="24258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2582"/>
                  </a:lnTo>
                  <a:close/>
                </a:path>
                <a:path w="3810" h="254000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10" h="254000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10" h="254000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10" h="254000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10" h="254000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10" h="254000">
                  <a:moveTo>
                    <a:pt x="3810" y="26682"/>
                  </a:moveTo>
                  <a:lnTo>
                    <a:pt x="0" y="2668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6682"/>
                  </a:lnTo>
                  <a:close/>
                </a:path>
                <a:path w="3810" h="254000">
                  <a:moveTo>
                    <a:pt x="3810" y="24142"/>
                  </a:moveTo>
                  <a:lnTo>
                    <a:pt x="0" y="24142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4142"/>
                  </a:lnTo>
                  <a:close/>
                </a:path>
                <a:path w="3810" h="254000">
                  <a:moveTo>
                    <a:pt x="3810" y="20332"/>
                  </a:moveTo>
                  <a:lnTo>
                    <a:pt x="0" y="2033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0332"/>
                  </a:lnTo>
                  <a:close/>
                </a:path>
                <a:path w="3810" h="254000">
                  <a:moveTo>
                    <a:pt x="381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92"/>
                  </a:lnTo>
                  <a:close/>
                </a:path>
                <a:path w="3810" h="254000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10" h="254000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10" h="25400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10" h="25400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10" h="25400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</a:pathLst>
            </a:custGeom>
            <a:solidFill>
              <a:srgbClr val="6980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3" name="object 1603"/>
            <p:cNvSpPr/>
            <p:nvPr/>
          </p:nvSpPr>
          <p:spPr>
            <a:xfrm>
              <a:off x="1964690" y="52425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5400"/>
                  </a:moveTo>
                  <a:lnTo>
                    <a:pt x="0" y="2540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540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77E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4" name="object 1604"/>
            <p:cNvSpPr/>
            <p:nvPr/>
          </p:nvSpPr>
          <p:spPr>
            <a:xfrm>
              <a:off x="1968500" y="52425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5400"/>
                  </a:moveTo>
                  <a:lnTo>
                    <a:pt x="0" y="2540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540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A80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5" name="object 1605"/>
            <p:cNvSpPr/>
            <p:nvPr/>
          </p:nvSpPr>
          <p:spPr>
            <a:xfrm>
              <a:off x="1972310" y="5242572"/>
              <a:ext cx="2540" cy="252729"/>
            </a:xfrm>
            <a:custGeom>
              <a:avLst/>
              <a:gdLst/>
              <a:ahLst/>
              <a:cxnLst/>
              <a:rect l="l" t="t" r="r" b="b"/>
              <a:pathLst>
                <a:path w="2539" h="252729">
                  <a:moveTo>
                    <a:pt x="254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2540" y="252717"/>
                  </a:lnTo>
                  <a:lnTo>
                    <a:pt x="2540" y="251460"/>
                  </a:lnTo>
                  <a:close/>
                </a:path>
                <a:path w="2539" h="252729">
                  <a:moveTo>
                    <a:pt x="254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2540" y="251447"/>
                  </a:lnTo>
                  <a:lnTo>
                    <a:pt x="2540" y="247650"/>
                  </a:lnTo>
                  <a:close/>
                </a:path>
                <a:path w="2539" h="252729">
                  <a:moveTo>
                    <a:pt x="254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2540" y="247637"/>
                  </a:lnTo>
                  <a:lnTo>
                    <a:pt x="2540" y="245110"/>
                  </a:lnTo>
                  <a:close/>
                </a:path>
                <a:path w="2539" h="252729">
                  <a:moveTo>
                    <a:pt x="254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2540" y="245097"/>
                  </a:lnTo>
                  <a:lnTo>
                    <a:pt x="2540" y="241300"/>
                  </a:lnTo>
                  <a:close/>
                </a:path>
                <a:path w="2539" h="252729">
                  <a:moveTo>
                    <a:pt x="254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2540" y="241287"/>
                  </a:lnTo>
                  <a:lnTo>
                    <a:pt x="2540" y="238760"/>
                  </a:lnTo>
                  <a:close/>
                </a:path>
                <a:path w="2539" h="252729">
                  <a:moveTo>
                    <a:pt x="254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2540" y="238747"/>
                  </a:lnTo>
                  <a:lnTo>
                    <a:pt x="2540" y="234950"/>
                  </a:lnTo>
                  <a:close/>
                </a:path>
                <a:path w="2539" h="252729">
                  <a:moveTo>
                    <a:pt x="254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2540" y="234937"/>
                  </a:lnTo>
                  <a:lnTo>
                    <a:pt x="2540" y="232410"/>
                  </a:lnTo>
                  <a:close/>
                </a:path>
                <a:path w="2539" h="252729">
                  <a:moveTo>
                    <a:pt x="254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2540" y="232397"/>
                  </a:lnTo>
                  <a:lnTo>
                    <a:pt x="2540" y="228600"/>
                  </a:lnTo>
                  <a:close/>
                </a:path>
                <a:path w="2539" h="252729">
                  <a:moveTo>
                    <a:pt x="254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2540" y="228587"/>
                  </a:lnTo>
                  <a:lnTo>
                    <a:pt x="2540" y="226060"/>
                  </a:lnTo>
                  <a:close/>
                </a:path>
                <a:path w="2539" h="252729">
                  <a:moveTo>
                    <a:pt x="2540" y="25400"/>
                  </a:moveTo>
                  <a:lnTo>
                    <a:pt x="0" y="25400"/>
                  </a:lnTo>
                  <a:lnTo>
                    <a:pt x="0" y="226047"/>
                  </a:lnTo>
                  <a:lnTo>
                    <a:pt x="2540" y="226047"/>
                  </a:lnTo>
                  <a:lnTo>
                    <a:pt x="2540" y="25400"/>
                  </a:lnTo>
                  <a:close/>
                </a:path>
                <a:path w="2539" h="252729">
                  <a:moveTo>
                    <a:pt x="254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2540" y="25387"/>
                  </a:lnTo>
                  <a:lnTo>
                    <a:pt x="2540" y="22860"/>
                  </a:lnTo>
                  <a:close/>
                </a:path>
                <a:path w="2539" h="252729">
                  <a:moveTo>
                    <a:pt x="254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2540" y="22847"/>
                  </a:lnTo>
                  <a:lnTo>
                    <a:pt x="2540" y="19050"/>
                  </a:lnTo>
                  <a:close/>
                </a:path>
                <a:path w="2539" h="252729">
                  <a:moveTo>
                    <a:pt x="254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2540" y="19037"/>
                  </a:lnTo>
                  <a:lnTo>
                    <a:pt x="2540" y="16510"/>
                  </a:lnTo>
                  <a:close/>
                </a:path>
                <a:path w="2539" h="252729">
                  <a:moveTo>
                    <a:pt x="254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2540" y="16497"/>
                  </a:lnTo>
                  <a:lnTo>
                    <a:pt x="2540" y="12700"/>
                  </a:lnTo>
                  <a:close/>
                </a:path>
                <a:path w="2539" h="252729">
                  <a:moveTo>
                    <a:pt x="254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10160"/>
                  </a:lnTo>
                  <a:close/>
                </a:path>
                <a:path w="2539" h="252729">
                  <a:moveTo>
                    <a:pt x="254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2540" y="10147"/>
                  </a:lnTo>
                  <a:lnTo>
                    <a:pt x="2540" y="6350"/>
                  </a:lnTo>
                  <a:close/>
                </a:path>
                <a:path w="2539" h="252729">
                  <a:moveTo>
                    <a:pt x="254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3810"/>
                  </a:lnTo>
                  <a:close/>
                </a:path>
                <a:path w="2539" h="252729">
                  <a:moveTo>
                    <a:pt x="254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2540" y="379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6C82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6" name="object 1606"/>
            <p:cNvSpPr/>
            <p:nvPr/>
          </p:nvSpPr>
          <p:spPr>
            <a:xfrm>
              <a:off x="1974850" y="52425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5400"/>
                  </a:moveTo>
                  <a:lnTo>
                    <a:pt x="0" y="2540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540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F84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7" name="object 1607"/>
            <p:cNvSpPr/>
            <p:nvPr/>
          </p:nvSpPr>
          <p:spPr>
            <a:xfrm>
              <a:off x="1978660" y="52425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5400"/>
                  </a:moveTo>
                  <a:lnTo>
                    <a:pt x="0" y="2540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540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2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8" name="object 1608"/>
            <p:cNvSpPr/>
            <p:nvPr/>
          </p:nvSpPr>
          <p:spPr>
            <a:xfrm>
              <a:off x="1982470" y="52425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5400"/>
                  </a:moveTo>
                  <a:lnTo>
                    <a:pt x="0" y="2540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540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9" name="object 1609"/>
            <p:cNvSpPr/>
            <p:nvPr/>
          </p:nvSpPr>
          <p:spPr>
            <a:xfrm>
              <a:off x="1986280" y="5242572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3810" y="251460"/>
                  </a:moveTo>
                  <a:lnTo>
                    <a:pt x="0" y="251460"/>
                  </a:lnTo>
                  <a:lnTo>
                    <a:pt x="0" y="252717"/>
                  </a:lnTo>
                  <a:lnTo>
                    <a:pt x="3810" y="252717"/>
                  </a:lnTo>
                  <a:lnTo>
                    <a:pt x="3810" y="251460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381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5110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52729">
                  <a:moveTo>
                    <a:pt x="3810" y="25400"/>
                  </a:moveTo>
                  <a:lnTo>
                    <a:pt x="0" y="2540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5400"/>
                  </a:lnTo>
                  <a:close/>
                </a:path>
                <a:path w="3810" h="252729">
                  <a:moveTo>
                    <a:pt x="381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2860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5272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0" name="object 1610"/>
            <p:cNvSpPr/>
            <p:nvPr/>
          </p:nvSpPr>
          <p:spPr>
            <a:xfrm>
              <a:off x="1990089" y="5242559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29">
                  <a:moveTo>
                    <a:pt x="254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10" h="252729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10" h="252729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10" h="252729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10" h="252729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10" h="252729">
                  <a:moveTo>
                    <a:pt x="381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6509"/>
                  </a:lnTo>
                  <a:close/>
                </a:path>
                <a:path w="3810" h="252729">
                  <a:moveTo>
                    <a:pt x="381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9050"/>
                  </a:lnTo>
                  <a:close/>
                </a:path>
                <a:path w="3810" h="252729">
                  <a:moveTo>
                    <a:pt x="3810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22859"/>
                  </a:lnTo>
                  <a:close/>
                </a:path>
                <a:path w="3810" h="252729">
                  <a:moveTo>
                    <a:pt x="3810" y="25400"/>
                  </a:moveTo>
                  <a:lnTo>
                    <a:pt x="0" y="2540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5400"/>
                  </a:lnTo>
                  <a:close/>
                </a:path>
                <a:path w="3810" h="252729">
                  <a:moveTo>
                    <a:pt x="3810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6059"/>
                  </a:lnTo>
                  <a:close/>
                </a:path>
                <a:path w="3810" h="252729">
                  <a:moveTo>
                    <a:pt x="3810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8600"/>
                  </a:lnTo>
                  <a:close/>
                </a:path>
                <a:path w="3810" h="252729">
                  <a:moveTo>
                    <a:pt x="3810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3810" y="234949"/>
                  </a:lnTo>
                  <a:lnTo>
                    <a:pt x="3810" y="232409"/>
                  </a:lnTo>
                  <a:close/>
                </a:path>
                <a:path w="3810" h="252729">
                  <a:moveTo>
                    <a:pt x="3810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3810" y="238759"/>
                  </a:lnTo>
                  <a:lnTo>
                    <a:pt x="3810" y="234950"/>
                  </a:lnTo>
                  <a:close/>
                </a:path>
                <a:path w="3810" h="252729">
                  <a:moveTo>
                    <a:pt x="3810" y="238759"/>
                  </a:moveTo>
                  <a:lnTo>
                    <a:pt x="0" y="238759"/>
                  </a:lnTo>
                  <a:lnTo>
                    <a:pt x="0" y="241299"/>
                  </a:lnTo>
                  <a:lnTo>
                    <a:pt x="3810" y="241299"/>
                  </a:lnTo>
                  <a:lnTo>
                    <a:pt x="3810" y="238759"/>
                  </a:lnTo>
                  <a:close/>
                </a:path>
                <a:path w="3810" h="252729">
                  <a:moveTo>
                    <a:pt x="3810" y="241300"/>
                  </a:moveTo>
                  <a:lnTo>
                    <a:pt x="0" y="241300"/>
                  </a:lnTo>
                  <a:lnTo>
                    <a:pt x="0" y="245109"/>
                  </a:lnTo>
                  <a:lnTo>
                    <a:pt x="3810" y="245109"/>
                  </a:lnTo>
                  <a:lnTo>
                    <a:pt x="3810" y="241300"/>
                  </a:lnTo>
                  <a:close/>
                </a:path>
                <a:path w="3810" h="252729">
                  <a:moveTo>
                    <a:pt x="3810" y="245109"/>
                  </a:moveTo>
                  <a:lnTo>
                    <a:pt x="0" y="245109"/>
                  </a:lnTo>
                  <a:lnTo>
                    <a:pt x="0" y="247649"/>
                  </a:lnTo>
                  <a:lnTo>
                    <a:pt x="3810" y="247649"/>
                  </a:lnTo>
                  <a:lnTo>
                    <a:pt x="3810" y="245109"/>
                  </a:lnTo>
                  <a:close/>
                </a:path>
                <a:path w="3810" h="252729">
                  <a:moveTo>
                    <a:pt x="3810" y="247650"/>
                  </a:moveTo>
                  <a:lnTo>
                    <a:pt x="0" y="247650"/>
                  </a:lnTo>
                  <a:lnTo>
                    <a:pt x="0" y="251459"/>
                  </a:lnTo>
                  <a:lnTo>
                    <a:pt x="3810" y="251459"/>
                  </a:lnTo>
                  <a:lnTo>
                    <a:pt x="3810" y="247650"/>
                  </a:lnTo>
                  <a:close/>
                </a:path>
                <a:path w="3810" h="252729">
                  <a:moveTo>
                    <a:pt x="2540" y="251459"/>
                  </a:moveTo>
                  <a:lnTo>
                    <a:pt x="0" y="251459"/>
                  </a:lnTo>
                  <a:lnTo>
                    <a:pt x="0" y="252729"/>
                  </a:lnTo>
                  <a:lnTo>
                    <a:pt x="2540" y="252729"/>
                  </a:lnTo>
                  <a:lnTo>
                    <a:pt x="2540" y="251459"/>
                  </a:lnTo>
                  <a:close/>
                </a:path>
              </a:pathLst>
            </a:custGeom>
            <a:solidFill>
              <a:srgbClr val="7A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1" name="object 1611"/>
            <p:cNvSpPr/>
            <p:nvPr/>
          </p:nvSpPr>
          <p:spPr>
            <a:xfrm>
              <a:off x="1993900" y="5243830"/>
              <a:ext cx="3810" cy="250190"/>
            </a:xfrm>
            <a:custGeom>
              <a:avLst/>
              <a:gdLst/>
              <a:ahLst/>
              <a:cxnLst/>
              <a:rect l="l" t="t" r="r" b="b"/>
              <a:pathLst>
                <a:path w="3810" h="250189">
                  <a:moveTo>
                    <a:pt x="3810" y="246392"/>
                  </a:moveTo>
                  <a:lnTo>
                    <a:pt x="0" y="24639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6392"/>
                  </a:lnTo>
                  <a:close/>
                </a:path>
                <a:path w="3810" h="250189">
                  <a:moveTo>
                    <a:pt x="381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3852"/>
                  </a:lnTo>
                  <a:close/>
                </a:path>
                <a:path w="3810" h="250189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10" h="250189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10" h="250189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10" h="250189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10" h="250189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50189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50189">
                  <a:moveTo>
                    <a:pt x="3810" y="24142"/>
                  </a:moveTo>
                  <a:lnTo>
                    <a:pt x="0" y="2414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4142"/>
                  </a:lnTo>
                  <a:close/>
                </a:path>
                <a:path w="3810" h="250189">
                  <a:moveTo>
                    <a:pt x="3810" y="21602"/>
                  </a:moveTo>
                  <a:lnTo>
                    <a:pt x="0" y="2160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1602"/>
                  </a:lnTo>
                  <a:close/>
                </a:path>
                <a:path w="3810" h="250189">
                  <a:moveTo>
                    <a:pt x="381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92"/>
                  </a:lnTo>
                  <a:close/>
                </a:path>
                <a:path w="3810" h="250189">
                  <a:moveTo>
                    <a:pt x="381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52"/>
                  </a:lnTo>
                  <a:close/>
                </a:path>
                <a:path w="3810" h="250189">
                  <a:moveTo>
                    <a:pt x="381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42"/>
                  </a:lnTo>
                  <a:close/>
                </a:path>
                <a:path w="3810" h="250189">
                  <a:moveTo>
                    <a:pt x="381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902"/>
                  </a:lnTo>
                  <a:close/>
                </a:path>
                <a:path w="3810" h="250189">
                  <a:moveTo>
                    <a:pt x="381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92"/>
                  </a:lnTo>
                  <a:close/>
                </a:path>
                <a:path w="3810" h="250189">
                  <a:moveTo>
                    <a:pt x="381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52"/>
                  </a:lnTo>
                  <a:close/>
                </a:path>
                <a:path w="3810" h="250189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2" name="object 1612"/>
            <p:cNvSpPr/>
            <p:nvPr/>
          </p:nvSpPr>
          <p:spPr>
            <a:xfrm>
              <a:off x="1997710" y="5243830"/>
              <a:ext cx="2540" cy="250190"/>
            </a:xfrm>
            <a:custGeom>
              <a:avLst/>
              <a:gdLst/>
              <a:ahLst/>
              <a:cxnLst/>
              <a:rect l="l" t="t" r="r" b="b"/>
              <a:pathLst>
                <a:path w="2539" h="250189">
                  <a:moveTo>
                    <a:pt x="2540" y="246392"/>
                  </a:moveTo>
                  <a:lnTo>
                    <a:pt x="0" y="246392"/>
                  </a:lnTo>
                  <a:lnTo>
                    <a:pt x="0" y="250190"/>
                  </a:lnTo>
                  <a:lnTo>
                    <a:pt x="2540" y="250190"/>
                  </a:lnTo>
                  <a:lnTo>
                    <a:pt x="2540" y="246392"/>
                  </a:lnTo>
                  <a:close/>
                </a:path>
                <a:path w="2539" h="250189">
                  <a:moveTo>
                    <a:pt x="254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2540" y="246380"/>
                  </a:lnTo>
                  <a:lnTo>
                    <a:pt x="2540" y="243852"/>
                  </a:lnTo>
                  <a:close/>
                </a:path>
                <a:path w="2539" h="250189">
                  <a:moveTo>
                    <a:pt x="254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2540" y="243840"/>
                  </a:lnTo>
                  <a:lnTo>
                    <a:pt x="2540" y="240042"/>
                  </a:lnTo>
                  <a:close/>
                </a:path>
                <a:path w="2539" h="250189">
                  <a:moveTo>
                    <a:pt x="254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2540" y="240030"/>
                  </a:lnTo>
                  <a:lnTo>
                    <a:pt x="2540" y="237502"/>
                  </a:lnTo>
                  <a:close/>
                </a:path>
                <a:path w="2539" h="250189">
                  <a:moveTo>
                    <a:pt x="254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2540" y="237490"/>
                  </a:lnTo>
                  <a:lnTo>
                    <a:pt x="2540" y="233692"/>
                  </a:lnTo>
                  <a:close/>
                </a:path>
                <a:path w="2539" h="250189">
                  <a:moveTo>
                    <a:pt x="254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2540" y="233680"/>
                  </a:lnTo>
                  <a:lnTo>
                    <a:pt x="2540" y="231152"/>
                  </a:lnTo>
                  <a:close/>
                </a:path>
                <a:path w="2539" h="250189">
                  <a:moveTo>
                    <a:pt x="254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2540" y="231140"/>
                  </a:lnTo>
                  <a:lnTo>
                    <a:pt x="2540" y="227342"/>
                  </a:lnTo>
                  <a:close/>
                </a:path>
                <a:path w="2539" h="250189">
                  <a:moveTo>
                    <a:pt x="254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2540" y="227330"/>
                  </a:lnTo>
                  <a:lnTo>
                    <a:pt x="2540" y="224802"/>
                  </a:lnTo>
                  <a:close/>
                </a:path>
                <a:path w="2539" h="250189">
                  <a:moveTo>
                    <a:pt x="2540" y="24142"/>
                  </a:moveTo>
                  <a:lnTo>
                    <a:pt x="0" y="24142"/>
                  </a:lnTo>
                  <a:lnTo>
                    <a:pt x="0" y="224790"/>
                  </a:lnTo>
                  <a:lnTo>
                    <a:pt x="2540" y="224790"/>
                  </a:lnTo>
                  <a:lnTo>
                    <a:pt x="2540" y="24142"/>
                  </a:lnTo>
                  <a:close/>
                </a:path>
                <a:path w="2539" h="250189">
                  <a:moveTo>
                    <a:pt x="2540" y="21602"/>
                  </a:moveTo>
                  <a:lnTo>
                    <a:pt x="0" y="21602"/>
                  </a:lnTo>
                  <a:lnTo>
                    <a:pt x="0" y="24130"/>
                  </a:lnTo>
                  <a:lnTo>
                    <a:pt x="2540" y="24130"/>
                  </a:lnTo>
                  <a:lnTo>
                    <a:pt x="2540" y="21602"/>
                  </a:lnTo>
                  <a:close/>
                </a:path>
                <a:path w="2539" h="250189">
                  <a:moveTo>
                    <a:pt x="254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2540" y="21590"/>
                  </a:lnTo>
                  <a:lnTo>
                    <a:pt x="2540" y="17792"/>
                  </a:lnTo>
                  <a:close/>
                </a:path>
                <a:path w="2539" h="250189">
                  <a:moveTo>
                    <a:pt x="254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2540" y="17780"/>
                  </a:lnTo>
                  <a:lnTo>
                    <a:pt x="2540" y="15252"/>
                  </a:lnTo>
                  <a:close/>
                </a:path>
                <a:path w="2539" h="250189">
                  <a:moveTo>
                    <a:pt x="254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2540" y="15240"/>
                  </a:lnTo>
                  <a:lnTo>
                    <a:pt x="2540" y="11442"/>
                  </a:lnTo>
                  <a:close/>
                </a:path>
                <a:path w="2539" h="250189">
                  <a:moveTo>
                    <a:pt x="254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8902"/>
                  </a:lnTo>
                  <a:close/>
                </a:path>
                <a:path w="2539" h="250189">
                  <a:moveTo>
                    <a:pt x="254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2540" y="8890"/>
                  </a:lnTo>
                  <a:lnTo>
                    <a:pt x="2540" y="5092"/>
                  </a:lnTo>
                  <a:close/>
                </a:path>
                <a:path w="2539" h="250189">
                  <a:moveTo>
                    <a:pt x="254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2552"/>
                  </a:lnTo>
                  <a:close/>
                </a:path>
                <a:path w="2539" h="250189">
                  <a:moveTo>
                    <a:pt x="254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540" y="254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7F9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3" name="object 1613"/>
            <p:cNvSpPr/>
            <p:nvPr/>
          </p:nvSpPr>
          <p:spPr>
            <a:xfrm>
              <a:off x="2000250" y="5243830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10" h="248920">
                  <a:moveTo>
                    <a:pt x="381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3852"/>
                  </a:lnTo>
                  <a:close/>
                </a:path>
                <a:path w="3810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10" h="248920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10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10" h="248920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10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48920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48920">
                  <a:moveTo>
                    <a:pt x="3810" y="24142"/>
                  </a:moveTo>
                  <a:lnTo>
                    <a:pt x="0" y="2414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4142"/>
                  </a:lnTo>
                  <a:close/>
                </a:path>
                <a:path w="3810" h="248920">
                  <a:moveTo>
                    <a:pt x="3810" y="21602"/>
                  </a:moveTo>
                  <a:lnTo>
                    <a:pt x="0" y="2160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1602"/>
                  </a:lnTo>
                  <a:close/>
                </a:path>
                <a:path w="3810" h="248920">
                  <a:moveTo>
                    <a:pt x="381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92"/>
                  </a:lnTo>
                  <a:close/>
                </a:path>
                <a:path w="3810" h="248920">
                  <a:moveTo>
                    <a:pt x="381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52"/>
                  </a:lnTo>
                  <a:close/>
                </a:path>
                <a:path w="3810" h="248920">
                  <a:moveTo>
                    <a:pt x="381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42"/>
                  </a:lnTo>
                  <a:close/>
                </a:path>
                <a:path w="3810" h="248920">
                  <a:moveTo>
                    <a:pt x="381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902"/>
                  </a:lnTo>
                  <a:close/>
                </a:path>
                <a:path w="3810" h="248920">
                  <a:moveTo>
                    <a:pt x="381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92"/>
                  </a:lnTo>
                  <a:close/>
                </a:path>
                <a:path w="3810" h="248920">
                  <a:moveTo>
                    <a:pt x="381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52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294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4" name="object 1614"/>
            <p:cNvSpPr/>
            <p:nvPr/>
          </p:nvSpPr>
          <p:spPr>
            <a:xfrm>
              <a:off x="2004060" y="5243830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10" h="248920">
                  <a:moveTo>
                    <a:pt x="381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3852"/>
                  </a:lnTo>
                  <a:close/>
                </a:path>
                <a:path w="3810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10" h="248920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10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10" h="248920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10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48920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48920">
                  <a:moveTo>
                    <a:pt x="3810" y="24142"/>
                  </a:moveTo>
                  <a:lnTo>
                    <a:pt x="0" y="2414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4142"/>
                  </a:lnTo>
                  <a:close/>
                </a:path>
                <a:path w="3810" h="248920">
                  <a:moveTo>
                    <a:pt x="3810" y="21602"/>
                  </a:moveTo>
                  <a:lnTo>
                    <a:pt x="0" y="2160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1602"/>
                  </a:lnTo>
                  <a:close/>
                </a:path>
                <a:path w="3810" h="248920">
                  <a:moveTo>
                    <a:pt x="381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92"/>
                  </a:lnTo>
                  <a:close/>
                </a:path>
                <a:path w="3810" h="248920">
                  <a:moveTo>
                    <a:pt x="381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52"/>
                  </a:lnTo>
                  <a:close/>
                </a:path>
                <a:path w="3810" h="248920">
                  <a:moveTo>
                    <a:pt x="381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42"/>
                  </a:lnTo>
                  <a:close/>
                </a:path>
                <a:path w="3810" h="248920">
                  <a:moveTo>
                    <a:pt x="381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902"/>
                  </a:lnTo>
                  <a:close/>
                </a:path>
                <a:path w="3810" h="248920">
                  <a:moveTo>
                    <a:pt x="381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92"/>
                  </a:lnTo>
                  <a:close/>
                </a:path>
                <a:path w="3810" h="248920">
                  <a:moveTo>
                    <a:pt x="381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52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496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5" name="object 1615"/>
            <p:cNvSpPr/>
            <p:nvPr/>
          </p:nvSpPr>
          <p:spPr>
            <a:xfrm>
              <a:off x="2007870" y="5243830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10" h="248920">
                  <a:moveTo>
                    <a:pt x="381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3852"/>
                  </a:lnTo>
                  <a:close/>
                </a:path>
                <a:path w="3810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10" h="248920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10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10" h="248920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10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48920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48920">
                  <a:moveTo>
                    <a:pt x="3810" y="24142"/>
                  </a:moveTo>
                  <a:lnTo>
                    <a:pt x="0" y="2414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4142"/>
                  </a:lnTo>
                  <a:close/>
                </a:path>
                <a:path w="3810" h="248920">
                  <a:moveTo>
                    <a:pt x="3810" y="21602"/>
                  </a:moveTo>
                  <a:lnTo>
                    <a:pt x="0" y="2160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1602"/>
                  </a:lnTo>
                  <a:close/>
                </a:path>
                <a:path w="3810" h="248920">
                  <a:moveTo>
                    <a:pt x="381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92"/>
                  </a:lnTo>
                  <a:close/>
                </a:path>
                <a:path w="3810" h="248920">
                  <a:moveTo>
                    <a:pt x="381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52"/>
                  </a:lnTo>
                  <a:close/>
                </a:path>
                <a:path w="3810" h="248920">
                  <a:moveTo>
                    <a:pt x="381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42"/>
                  </a:lnTo>
                  <a:close/>
                </a:path>
                <a:path w="3810" h="248920">
                  <a:moveTo>
                    <a:pt x="381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902"/>
                  </a:lnTo>
                  <a:close/>
                </a:path>
                <a:path w="3810" h="248920">
                  <a:moveTo>
                    <a:pt x="381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92"/>
                  </a:lnTo>
                  <a:close/>
                </a:path>
                <a:path w="3810" h="248920">
                  <a:moveTo>
                    <a:pt x="381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52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799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6" name="object 1616"/>
            <p:cNvSpPr/>
            <p:nvPr/>
          </p:nvSpPr>
          <p:spPr>
            <a:xfrm>
              <a:off x="2011680" y="5243830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10" h="248920">
                  <a:moveTo>
                    <a:pt x="381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3852"/>
                  </a:lnTo>
                  <a:close/>
                </a:path>
                <a:path w="3810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10" h="248920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10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10" h="248920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10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48920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48920">
                  <a:moveTo>
                    <a:pt x="3810" y="24142"/>
                  </a:moveTo>
                  <a:lnTo>
                    <a:pt x="0" y="2414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4142"/>
                  </a:lnTo>
                  <a:close/>
                </a:path>
                <a:path w="3810" h="248920">
                  <a:moveTo>
                    <a:pt x="3810" y="21602"/>
                  </a:moveTo>
                  <a:lnTo>
                    <a:pt x="0" y="2160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1602"/>
                  </a:lnTo>
                  <a:close/>
                </a:path>
                <a:path w="3810" h="248920">
                  <a:moveTo>
                    <a:pt x="381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92"/>
                  </a:lnTo>
                  <a:close/>
                </a:path>
                <a:path w="3810" h="248920">
                  <a:moveTo>
                    <a:pt x="381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52"/>
                  </a:lnTo>
                  <a:close/>
                </a:path>
                <a:path w="3810" h="248920">
                  <a:moveTo>
                    <a:pt x="381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42"/>
                  </a:lnTo>
                  <a:close/>
                </a:path>
                <a:path w="3810" h="248920">
                  <a:moveTo>
                    <a:pt x="381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902"/>
                  </a:lnTo>
                  <a:close/>
                </a:path>
                <a:path w="3810" h="248920">
                  <a:moveTo>
                    <a:pt x="381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92"/>
                  </a:lnTo>
                  <a:close/>
                </a:path>
                <a:path w="3810" h="248920">
                  <a:moveTo>
                    <a:pt x="381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52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7" name="object 1617"/>
            <p:cNvSpPr/>
            <p:nvPr/>
          </p:nvSpPr>
          <p:spPr>
            <a:xfrm>
              <a:off x="2015490" y="5243830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10" h="248920">
                  <a:moveTo>
                    <a:pt x="381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3852"/>
                  </a:lnTo>
                  <a:close/>
                </a:path>
                <a:path w="3810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10" h="248920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10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10" h="248920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10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48920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48920">
                  <a:moveTo>
                    <a:pt x="3810" y="24142"/>
                  </a:moveTo>
                  <a:lnTo>
                    <a:pt x="0" y="2414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4142"/>
                  </a:lnTo>
                  <a:close/>
                </a:path>
                <a:path w="3810" h="248920">
                  <a:moveTo>
                    <a:pt x="3810" y="21602"/>
                  </a:moveTo>
                  <a:lnTo>
                    <a:pt x="0" y="2160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1602"/>
                  </a:lnTo>
                  <a:close/>
                </a:path>
                <a:path w="3810" h="248920">
                  <a:moveTo>
                    <a:pt x="381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92"/>
                  </a:lnTo>
                  <a:close/>
                </a:path>
                <a:path w="3810" h="248920">
                  <a:moveTo>
                    <a:pt x="381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52"/>
                  </a:lnTo>
                  <a:close/>
                </a:path>
                <a:path w="3810" h="248920">
                  <a:moveTo>
                    <a:pt x="381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42"/>
                  </a:lnTo>
                  <a:close/>
                </a:path>
                <a:path w="3810" h="248920">
                  <a:moveTo>
                    <a:pt x="381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902"/>
                  </a:lnTo>
                  <a:close/>
                </a:path>
                <a:path w="3810" h="248920">
                  <a:moveTo>
                    <a:pt x="381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92"/>
                  </a:lnTo>
                  <a:close/>
                </a:path>
                <a:path w="3810" h="248920">
                  <a:moveTo>
                    <a:pt x="381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52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8" name="object 1618"/>
            <p:cNvSpPr/>
            <p:nvPr/>
          </p:nvSpPr>
          <p:spPr>
            <a:xfrm>
              <a:off x="2019300" y="5245100"/>
              <a:ext cx="3810" cy="246379"/>
            </a:xfrm>
            <a:custGeom>
              <a:avLst/>
              <a:gdLst/>
              <a:ahLst/>
              <a:cxnLst/>
              <a:rect l="l" t="t" r="r" b="b"/>
              <a:pathLst>
                <a:path w="3810" h="246379">
                  <a:moveTo>
                    <a:pt x="3810" y="245122"/>
                  </a:moveTo>
                  <a:lnTo>
                    <a:pt x="0" y="24512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5122"/>
                  </a:lnTo>
                  <a:close/>
                </a:path>
                <a:path w="3810" h="246379">
                  <a:moveTo>
                    <a:pt x="3810" y="242582"/>
                  </a:moveTo>
                  <a:lnTo>
                    <a:pt x="0" y="24258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2582"/>
                  </a:lnTo>
                  <a:close/>
                </a:path>
                <a:path w="3810" h="246379">
                  <a:moveTo>
                    <a:pt x="3810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8772"/>
                  </a:lnTo>
                  <a:close/>
                </a:path>
                <a:path w="3810" h="246379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10" h="246379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10" h="246379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10" h="246379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10" h="246379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10" h="246379">
                  <a:moveTo>
                    <a:pt x="3810" y="22872"/>
                  </a:moveTo>
                  <a:lnTo>
                    <a:pt x="0" y="2287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872"/>
                  </a:lnTo>
                  <a:close/>
                </a:path>
                <a:path w="3810" h="246379">
                  <a:moveTo>
                    <a:pt x="3810" y="20332"/>
                  </a:moveTo>
                  <a:lnTo>
                    <a:pt x="0" y="2033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20332"/>
                  </a:lnTo>
                  <a:close/>
                </a:path>
                <a:path w="3810" h="246379">
                  <a:moveTo>
                    <a:pt x="3810" y="16522"/>
                  </a:moveTo>
                  <a:lnTo>
                    <a:pt x="0" y="1652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6522"/>
                  </a:lnTo>
                  <a:close/>
                </a:path>
                <a:path w="3810" h="246379">
                  <a:moveTo>
                    <a:pt x="3810" y="13982"/>
                  </a:moveTo>
                  <a:lnTo>
                    <a:pt x="0" y="1398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82"/>
                  </a:lnTo>
                  <a:close/>
                </a:path>
                <a:path w="3810" h="246379">
                  <a:moveTo>
                    <a:pt x="381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0172"/>
                  </a:lnTo>
                  <a:close/>
                </a:path>
                <a:path w="3810" h="246379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10" h="246379">
                  <a:moveTo>
                    <a:pt x="381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3822"/>
                  </a:lnTo>
                  <a:close/>
                </a:path>
                <a:path w="3810" h="246379">
                  <a:moveTo>
                    <a:pt x="381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82"/>
                  </a:lnTo>
                  <a:close/>
                </a:path>
                <a:path w="3810" h="246379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F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9" name="object 1619"/>
            <p:cNvSpPr/>
            <p:nvPr/>
          </p:nvSpPr>
          <p:spPr>
            <a:xfrm>
              <a:off x="2023110" y="5245100"/>
              <a:ext cx="2540" cy="246379"/>
            </a:xfrm>
            <a:custGeom>
              <a:avLst/>
              <a:gdLst/>
              <a:ahLst/>
              <a:cxnLst/>
              <a:rect l="l" t="t" r="r" b="b"/>
              <a:pathLst>
                <a:path w="2539" h="246379">
                  <a:moveTo>
                    <a:pt x="2540" y="245122"/>
                  </a:moveTo>
                  <a:lnTo>
                    <a:pt x="0" y="245122"/>
                  </a:lnTo>
                  <a:lnTo>
                    <a:pt x="0" y="246380"/>
                  </a:lnTo>
                  <a:lnTo>
                    <a:pt x="2540" y="246380"/>
                  </a:lnTo>
                  <a:lnTo>
                    <a:pt x="2540" y="245122"/>
                  </a:lnTo>
                  <a:close/>
                </a:path>
                <a:path w="2539" h="246379">
                  <a:moveTo>
                    <a:pt x="2540" y="242582"/>
                  </a:moveTo>
                  <a:lnTo>
                    <a:pt x="0" y="242582"/>
                  </a:lnTo>
                  <a:lnTo>
                    <a:pt x="0" y="245110"/>
                  </a:lnTo>
                  <a:lnTo>
                    <a:pt x="2540" y="245110"/>
                  </a:lnTo>
                  <a:lnTo>
                    <a:pt x="2540" y="242582"/>
                  </a:lnTo>
                  <a:close/>
                </a:path>
                <a:path w="2539" h="246379">
                  <a:moveTo>
                    <a:pt x="2540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2540" y="242570"/>
                  </a:lnTo>
                  <a:lnTo>
                    <a:pt x="2540" y="238772"/>
                  </a:lnTo>
                  <a:close/>
                </a:path>
                <a:path w="2539" h="246379">
                  <a:moveTo>
                    <a:pt x="254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2540" y="238760"/>
                  </a:lnTo>
                  <a:lnTo>
                    <a:pt x="2540" y="236232"/>
                  </a:lnTo>
                  <a:close/>
                </a:path>
                <a:path w="2539" h="246379">
                  <a:moveTo>
                    <a:pt x="254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2540" y="236220"/>
                  </a:lnTo>
                  <a:lnTo>
                    <a:pt x="2540" y="232422"/>
                  </a:lnTo>
                  <a:close/>
                </a:path>
                <a:path w="2539" h="246379">
                  <a:moveTo>
                    <a:pt x="254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2540" y="232410"/>
                  </a:lnTo>
                  <a:lnTo>
                    <a:pt x="2540" y="229882"/>
                  </a:lnTo>
                  <a:close/>
                </a:path>
                <a:path w="2539" h="246379">
                  <a:moveTo>
                    <a:pt x="254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2540" y="229870"/>
                  </a:lnTo>
                  <a:lnTo>
                    <a:pt x="2540" y="226072"/>
                  </a:lnTo>
                  <a:close/>
                </a:path>
                <a:path w="2539" h="246379">
                  <a:moveTo>
                    <a:pt x="254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2540" y="226060"/>
                  </a:lnTo>
                  <a:lnTo>
                    <a:pt x="2540" y="223532"/>
                  </a:lnTo>
                  <a:close/>
                </a:path>
                <a:path w="2539" h="246379">
                  <a:moveTo>
                    <a:pt x="2540" y="22872"/>
                  </a:moveTo>
                  <a:lnTo>
                    <a:pt x="0" y="22872"/>
                  </a:lnTo>
                  <a:lnTo>
                    <a:pt x="0" y="223520"/>
                  </a:lnTo>
                  <a:lnTo>
                    <a:pt x="2540" y="223520"/>
                  </a:lnTo>
                  <a:lnTo>
                    <a:pt x="2540" y="22872"/>
                  </a:lnTo>
                  <a:close/>
                </a:path>
                <a:path w="2539" h="246379">
                  <a:moveTo>
                    <a:pt x="2540" y="20332"/>
                  </a:moveTo>
                  <a:lnTo>
                    <a:pt x="0" y="20332"/>
                  </a:lnTo>
                  <a:lnTo>
                    <a:pt x="0" y="22860"/>
                  </a:lnTo>
                  <a:lnTo>
                    <a:pt x="2540" y="22860"/>
                  </a:lnTo>
                  <a:lnTo>
                    <a:pt x="2540" y="20332"/>
                  </a:lnTo>
                  <a:close/>
                </a:path>
                <a:path w="2539" h="246379">
                  <a:moveTo>
                    <a:pt x="2540" y="16522"/>
                  </a:moveTo>
                  <a:lnTo>
                    <a:pt x="0" y="16522"/>
                  </a:lnTo>
                  <a:lnTo>
                    <a:pt x="0" y="20320"/>
                  </a:lnTo>
                  <a:lnTo>
                    <a:pt x="2540" y="20320"/>
                  </a:lnTo>
                  <a:lnTo>
                    <a:pt x="2540" y="16522"/>
                  </a:lnTo>
                  <a:close/>
                </a:path>
                <a:path w="2539" h="246379">
                  <a:moveTo>
                    <a:pt x="2540" y="13982"/>
                  </a:moveTo>
                  <a:lnTo>
                    <a:pt x="0" y="13982"/>
                  </a:lnTo>
                  <a:lnTo>
                    <a:pt x="0" y="16510"/>
                  </a:lnTo>
                  <a:lnTo>
                    <a:pt x="2540" y="16510"/>
                  </a:lnTo>
                  <a:lnTo>
                    <a:pt x="2540" y="13982"/>
                  </a:lnTo>
                  <a:close/>
                </a:path>
                <a:path w="2539" h="246379">
                  <a:moveTo>
                    <a:pt x="254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2540" y="13970"/>
                  </a:lnTo>
                  <a:lnTo>
                    <a:pt x="2540" y="10172"/>
                  </a:lnTo>
                  <a:close/>
                </a:path>
                <a:path w="2539" h="246379">
                  <a:moveTo>
                    <a:pt x="254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2540" y="10160"/>
                  </a:lnTo>
                  <a:lnTo>
                    <a:pt x="2540" y="7632"/>
                  </a:lnTo>
                  <a:close/>
                </a:path>
                <a:path w="2539" h="246379">
                  <a:moveTo>
                    <a:pt x="254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3822"/>
                  </a:lnTo>
                  <a:close/>
                </a:path>
                <a:path w="2539" h="246379">
                  <a:moveTo>
                    <a:pt x="254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2540" y="3810"/>
                  </a:lnTo>
                  <a:lnTo>
                    <a:pt x="2540" y="1282"/>
                  </a:lnTo>
                  <a:close/>
                </a:path>
                <a:path w="2539" h="246379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0" name="object 1620"/>
            <p:cNvSpPr/>
            <p:nvPr/>
          </p:nvSpPr>
          <p:spPr>
            <a:xfrm>
              <a:off x="2025650" y="5245100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10" h="245110">
                  <a:moveTo>
                    <a:pt x="3810" y="242582"/>
                  </a:moveTo>
                  <a:lnTo>
                    <a:pt x="0" y="24258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2582"/>
                  </a:lnTo>
                  <a:close/>
                </a:path>
                <a:path w="3810" h="245110">
                  <a:moveTo>
                    <a:pt x="3810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8772"/>
                  </a:lnTo>
                  <a:close/>
                </a:path>
                <a:path w="3810" h="245110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10" h="245110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10" h="245110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10" h="245110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10" h="245110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10" h="245110">
                  <a:moveTo>
                    <a:pt x="3810" y="22872"/>
                  </a:moveTo>
                  <a:lnTo>
                    <a:pt x="0" y="2287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872"/>
                  </a:lnTo>
                  <a:close/>
                </a:path>
                <a:path w="3810" h="245110">
                  <a:moveTo>
                    <a:pt x="3810" y="20332"/>
                  </a:moveTo>
                  <a:lnTo>
                    <a:pt x="0" y="2033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20332"/>
                  </a:lnTo>
                  <a:close/>
                </a:path>
                <a:path w="3810" h="245110">
                  <a:moveTo>
                    <a:pt x="3810" y="16522"/>
                  </a:moveTo>
                  <a:lnTo>
                    <a:pt x="0" y="1652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6522"/>
                  </a:lnTo>
                  <a:close/>
                </a:path>
                <a:path w="3810" h="245110">
                  <a:moveTo>
                    <a:pt x="3810" y="13982"/>
                  </a:moveTo>
                  <a:lnTo>
                    <a:pt x="0" y="1398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82"/>
                  </a:lnTo>
                  <a:close/>
                </a:path>
                <a:path w="3810" h="245110">
                  <a:moveTo>
                    <a:pt x="381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0172"/>
                  </a:lnTo>
                  <a:close/>
                </a:path>
                <a:path w="3810" h="245110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10" h="245110">
                  <a:moveTo>
                    <a:pt x="381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3822"/>
                  </a:lnTo>
                  <a:close/>
                </a:path>
                <a:path w="3810" h="245110">
                  <a:moveTo>
                    <a:pt x="381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82"/>
                  </a:lnTo>
                  <a:close/>
                </a:path>
                <a:path w="3810" h="24511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1" name="object 1621"/>
            <p:cNvSpPr/>
            <p:nvPr/>
          </p:nvSpPr>
          <p:spPr>
            <a:xfrm>
              <a:off x="2029460" y="5245100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10" h="245110">
                  <a:moveTo>
                    <a:pt x="3810" y="242582"/>
                  </a:moveTo>
                  <a:lnTo>
                    <a:pt x="0" y="24258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2582"/>
                  </a:lnTo>
                  <a:close/>
                </a:path>
                <a:path w="3810" h="245110">
                  <a:moveTo>
                    <a:pt x="3810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8772"/>
                  </a:lnTo>
                  <a:close/>
                </a:path>
                <a:path w="3810" h="245110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10" h="245110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10" h="245110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10" h="245110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10" h="245110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10" h="245110">
                  <a:moveTo>
                    <a:pt x="3810" y="22872"/>
                  </a:moveTo>
                  <a:lnTo>
                    <a:pt x="0" y="2287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872"/>
                  </a:lnTo>
                  <a:close/>
                </a:path>
                <a:path w="3810" h="245110">
                  <a:moveTo>
                    <a:pt x="3810" y="20332"/>
                  </a:moveTo>
                  <a:lnTo>
                    <a:pt x="0" y="2033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20332"/>
                  </a:lnTo>
                  <a:close/>
                </a:path>
                <a:path w="3810" h="245110">
                  <a:moveTo>
                    <a:pt x="3810" y="16522"/>
                  </a:moveTo>
                  <a:lnTo>
                    <a:pt x="0" y="1652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6522"/>
                  </a:lnTo>
                  <a:close/>
                </a:path>
                <a:path w="3810" h="245110">
                  <a:moveTo>
                    <a:pt x="3810" y="13982"/>
                  </a:moveTo>
                  <a:lnTo>
                    <a:pt x="0" y="1398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82"/>
                  </a:lnTo>
                  <a:close/>
                </a:path>
                <a:path w="3810" h="245110">
                  <a:moveTo>
                    <a:pt x="381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0172"/>
                  </a:lnTo>
                  <a:close/>
                </a:path>
                <a:path w="3810" h="245110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10" h="245110">
                  <a:moveTo>
                    <a:pt x="381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3822"/>
                  </a:lnTo>
                  <a:close/>
                </a:path>
                <a:path w="3810" h="245110">
                  <a:moveTo>
                    <a:pt x="381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82"/>
                  </a:lnTo>
                  <a:close/>
                </a:path>
                <a:path w="3810" h="24511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7A6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2" name="object 1622"/>
            <p:cNvSpPr/>
            <p:nvPr/>
          </p:nvSpPr>
          <p:spPr>
            <a:xfrm>
              <a:off x="2033270" y="5245100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10" h="245110">
                  <a:moveTo>
                    <a:pt x="3810" y="242582"/>
                  </a:moveTo>
                  <a:lnTo>
                    <a:pt x="0" y="24258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2582"/>
                  </a:lnTo>
                  <a:close/>
                </a:path>
                <a:path w="3810" h="245110">
                  <a:moveTo>
                    <a:pt x="3810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8772"/>
                  </a:lnTo>
                  <a:close/>
                </a:path>
                <a:path w="3810" h="245110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10" h="245110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10" h="245110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10" h="245110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10" h="245110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10" h="245110">
                  <a:moveTo>
                    <a:pt x="3810" y="22872"/>
                  </a:moveTo>
                  <a:lnTo>
                    <a:pt x="0" y="2287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872"/>
                  </a:lnTo>
                  <a:close/>
                </a:path>
                <a:path w="3810" h="245110">
                  <a:moveTo>
                    <a:pt x="3810" y="20332"/>
                  </a:moveTo>
                  <a:lnTo>
                    <a:pt x="0" y="2033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20332"/>
                  </a:lnTo>
                  <a:close/>
                </a:path>
                <a:path w="3810" h="245110">
                  <a:moveTo>
                    <a:pt x="3810" y="16522"/>
                  </a:moveTo>
                  <a:lnTo>
                    <a:pt x="0" y="1652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6522"/>
                  </a:lnTo>
                  <a:close/>
                </a:path>
                <a:path w="3810" h="245110">
                  <a:moveTo>
                    <a:pt x="3810" y="13982"/>
                  </a:moveTo>
                  <a:lnTo>
                    <a:pt x="0" y="1398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82"/>
                  </a:lnTo>
                  <a:close/>
                </a:path>
                <a:path w="3810" h="245110">
                  <a:moveTo>
                    <a:pt x="381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0172"/>
                  </a:lnTo>
                  <a:close/>
                </a:path>
                <a:path w="3810" h="245110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10" h="245110">
                  <a:moveTo>
                    <a:pt x="381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3822"/>
                  </a:lnTo>
                  <a:close/>
                </a:path>
                <a:path w="3810" h="245110">
                  <a:moveTo>
                    <a:pt x="381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82"/>
                  </a:lnTo>
                  <a:close/>
                </a:path>
                <a:path w="3810" h="24511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9A8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3" name="object 1623"/>
            <p:cNvSpPr/>
            <p:nvPr/>
          </p:nvSpPr>
          <p:spPr>
            <a:xfrm>
              <a:off x="2037080" y="5246382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10" h="243839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10" h="243839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10" h="243839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10" h="243839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10" h="243839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10" h="243839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10" h="243839">
                  <a:moveTo>
                    <a:pt x="3810" y="222250"/>
                  </a:moveTo>
                  <a:lnTo>
                    <a:pt x="0" y="22225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22250"/>
                  </a:lnTo>
                  <a:close/>
                </a:path>
                <a:path w="3810" h="243839">
                  <a:moveTo>
                    <a:pt x="3810" y="21590"/>
                  </a:moveTo>
                  <a:lnTo>
                    <a:pt x="0" y="2159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1590"/>
                  </a:lnTo>
                  <a:close/>
                </a:path>
                <a:path w="3810" h="243839">
                  <a:moveTo>
                    <a:pt x="381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10" y="21577"/>
                  </a:lnTo>
                  <a:lnTo>
                    <a:pt x="3810" y="19050"/>
                  </a:lnTo>
                  <a:close/>
                </a:path>
                <a:path w="3810" h="243839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10" h="243839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10" h="243839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10" h="243839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10" h="243839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10" h="243839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CA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4" name="object 1624"/>
            <p:cNvSpPr/>
            <p:nvPr/>
          </p:nvSpPr>
          <p:spPr>
            <a:xfrm>
              <a:off x="2040889" y="5246370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10" h="243839">
                  <a:moveTo>
                    <a:pt x="254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10" h="243839">
                  <a:moveTo>
                    <a:pt x="381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2539"/>
                  </a:lnTo>
                  <a:close/>
                </a:path>
                <a:path w="3810" h="243839">
                  <a:moveTo>
                    <a:pt x="381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49"/>
                  </a:lnTo>
                  <a:close/>
                </a:path>
                <a:path w="3810" h="243839">
                  <a:moveTo>
                    <a:pt x="381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8889"/>
                  </a:lnTo>
                  <a:close/>
                </a:path>
                <a:path w="3810" h="243839">
                  <a:moveTo>
                    <a:pt x="381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2699"/>
                  </a:lnTo>
                  <a:close/>
                </a:path>
                <a:path w="3810" h="243839">
                  <a:moveTo>
                    <a:pt x="381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5239"/>
                  </a:lnTo>
                  <a:close/>
                </a:path>
                <a:path w="3810" h="243839">
                  <a:moveTo>
                    <a:pt x="3810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9049"/>
                  </a:lnTo>
                  <a:close/>
                </a:path>
                <a:path w="3810" h="243839">
                  <a:moveTo>
                    <a:pt x="3810" y="21589"/>
                  </a:moveTo>
                  <a:lnTo>
                    <a:pt x="0" y="21589"/>
                  </a:lnTo>
                  <a:lnTo>
                    <a:pt x="0" y="222249"/>
                  </a:lnTo>
                  <a:lnTo>
                    <a:pt x="3810" y="222249"/>
                  </a:lnTo>
                  <a:lnTo>
                    <a:pt x="3810" y="21589"/>
                  </a:lnTo>
                  <a:close/>
                </a:path>
                <a:path w="3810" h="243839">
                  <a:moveTo>
                    <a:pt x="3810" y="222249"/>
                  </a:moveTo>
                  <a:lnTo>
                    <a:pt x="0" y="222249"/>
                  </a:lnTo>
                  <a:lnTo>
                    <a:pt x="0" y="224789"/>
                  </a:lnTo>
                  <a:lnTo>
                    <a:pt x="3810" y="224789"/>
                  </a:lnTo>
                  <a:lnTo>
                    <a:pt x="3810" y="222249"/>
                  </a:lnTo>
                  <a:close/>
                </a:path>
                <a:path w="3810" h="243839">
                  <a:moveTo>
                    <a:pt x="3810" y="224789"/>
                  </a:moveTo>
                  <a:lnTo>
                    <a:pt x="0" y="22478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4789"/>
                  </a:lnTo>
                  <a:close/>
                </a:path>
                <a:path w="3810" h="243839">
                  <a:moveTo>
                    <a:pt x="3810" y="228599"/>
                  </a:moveTo>
                  <a:lnTo>
                    <a:pt x="0" y="228599"/>
                  </a:lnTo>
                  <a:lnTo>
                    <a:pt x="0" y="231139"/>
                  </a:lnTo>
                  <a:lnTo>
                    <a:pt x="3810" y="231139"/>
                  </a:lnTo>
                  <a:lnTo>
                    <a:pt x="3810" y="228599"/>
                  </a:lnTo>
                  <a:close/>
                </a:path>
                <a:path w="3810" h="243839">
                  <a:moveTo>
                    <a:pt x="3810" y="231139"/>
                  </a:moveTo>
                  <a:lnTo>
                    <a:pt x="0" y="231139"/>
                  </a:lnTo>
                  <a:lnTo>
                    <a:pt x="0" y="234949"/>
                  </a:lnTo>
                  <a:lnTo>
                    <a:pt x="3810" y="234949"/>
                  </a:lnTo>
                  <a:lnTo>
                    <a:pt x="3810" y="231139"/>
                  </a:lnTo>
                  <a:close/>
                </a:path>
                <a:path w="3810" h="243839">
                  <a:moveTo>
                    <a:pt x="3810" y="234949"/>
                  </a:moveTo>
                  <a:lnTo>
                    <a:pt x="0" y="234949"/>
                  </a:lnTo>
                  <a:lnTo>
                    <a:pt x="0" y="237489"/>
                  </a:lnTo>
                  <a:lnTo>
                    <a:pt x="3810" y="237489"/>
                  </a:lnTo>
                  <a:lnTo>
                    <a:pt x="3810" y="234949"/>
                  </a:lnTo>
                  <a:close/>
                </a:path>
                <a:path w="3810" h="243839">
                  <a:moveTo>
                    <a:pt x="3810" y="237489"/>
                  </a:moveTo>
                  <a:lnTo>
                    <a:pt x="0" y="237489"/>
                  </a:lnTo>
                  <a:lnTo>
                    <a:pt x="0" y="241299"/>
                  </a:lnTo>
                  <a:lnTo>
                    <a:pt x="3810" y="241299"/>
                  </a:lnTo>
                  <a:lnTo>
                    <a:pt x="3810" y="237489"/>
                  </a:lnTo>
                  <a:close/>
                </a:path>
                <a:path w="3810" h="243839">
                  <a:moveTo>
                    <a:pt x="3810" y="241299"/>
                  </a:moveTo>
                  <a:lnTo>
                    <a:pt x="0" y="241299"/>
                  </a:lnTo>
                  <a:lnTo>
                    <a:pt x="0" y="243839"/>
                  </a:lnTo>
                  <a:lnTo>
                    <a:pt x="2540" y="243839"/>
                  </a:lnTo>
                  <a:lnTo>
                    <a:pt x="2540" y="242569"/>
                  </a:lnTo>
                  <a:lnTo>
                    <a:pt x="3810" y="242569"/>
                  </a:lnTo>
                  <a:lnTo>
                    <a:pt x="3810" y="241299"/>
                  </a:lnTo>
                  <a:close/>
                </a:path>
              </a:pathLst>
            </a:custGeom>
            <a:solidFill>
              <a:srgbClr val="9FA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5" name="object 1625"/>
            <p:cNvSpPr/>
            <p:nvPr/>
          </p:nvSpPr>
          <p:spPr>
            <a:xfrm>
              <a:off x="2044700" y="5247639"/>
              <a:ext cx="2540" cy="241300"/>
            </a:xfrm>
            <a:custGeom>
              <a:avLst/>
              <a:gdLst/>
              <a:ahLst/>
              <a:cxnLst/>
              <a:rect l="l" t="t" r="r" b="b"/>
              <a:pathLst>
                <a:path w="2539" h="241300">
                  <a:moveTo>
                    <a:pt x="2540" y="240042"/>
                  </a:moveTo>
                  <a:lnTo>
                    <a:pt x="0" y="240042"/>
                  </a:lnTo>
                  <a:lnTo>
                    <a:pt x="0" y="241300"/>
                  </a:lnTo>
                  <a:lnTo>
                    <a:pt x="2540" y="241300"/>
                  </a:lnTo>
                  <a:lnTo>
                    <a:pt x="2540" y="240042"/>
                  </a:lnTo>
                  <a:close/>
                </a:path>
                <a:path w="2539" h="241300">
                  <a:moveTo>
                    <a:pt x="254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2540" y="240030"/>
                  </a:lnTo>
                  <a:lnTo>
                    <a:pt x="2540" y="236232"/>
                  </a:lnTo>
                  <a:close/>
                </a:path>
                <a:path w="2539" h="241300">
                  <a:moveTo>
                    <a:pt x="254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2540" y="236220"/>
                  </a:lnTo>
                  <a:lnTo>
                    <a:pt x="2540" y="233692"/>
                  </a:lnTo>
                  <a:close/>
                </a:path>
                <a:path w="2539" h="241300">
                  <a:moveTo>
                    <a:pt x="254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2540" y="233680"/>
                  </a:lnTo>
                  <a:lnTo>
                    <a:pt x="2540" y="229882"/>
                  </a:lnTo>
                  <a:close/>
                </a:path>
                <a:path w="2539" h="241300">
                  <a:moveTo>
                    <a:pt x="254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2540" y="229870"/>
                  </a:lnTo>
                  <a:lnTo>
                    <a:pt x="2540" y="227342"/>
                  </a:lnTo>
                  <a:close/>
                </a:path>
                <a:path w="2539" h="241300">
                  <a:moveTo>
                    <a:pt x="254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2540" y="227330"/>
                  </a:lnTo>
                  <a:lnTo>
                    <a:pt x="2540" y="223532"/>
                  </a:lnTo>
                  <a:close/>
                </a:path>
                <a:path w="2539" h="241300">
                  <a:moveTo>
                    <a:pt x="2540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2540" y="223520"/>
                  </a:lnTo>
                  <a:lnTo>
                    <a:pt x="2540" y="220992"/>
                  </a:lnTo>
                  <a:close/>
                </a:path>
                <a:path w="2539" h="241300">
                  <a:moveTo>
                    <a:pt x="2540" y="20332"/>
                  </a:moveTo>
                  <a:lnTo>
                    <a:pt x="0" y="20332"/>
                  </a:lnTo>
                  <a:lnTo>
                    <a:pt x="0" y="220980"/>
                  </a:lnTo>
                  <a:lnTo>
                    <a:pt x="2540" y="220980"/>
                  </a:lnTo>
                  <a:lnTo>
                    <a:pt x="2540" y="20332"/>
                  </a:lnTo>
                  <a:close/>
                </a:path>
                <a:path w="2539" h="241300">
                  <a:moveTo>
                    <a:pt x="254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2540" y="20320"/>
                  </a:lnTo>
                  <a:lnTo>
                    <a:pt x="2540" y="17792"/>
                  </a:lnTo>
                  <a:close/>
                </a:path>
                <a:path w="2539" h="241300">
                  <a:moveTo>
                    <a:pt x="254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2540" y="17780"/>
                  </a:lnTo>
                  <a:lnTo>
                    <a:pt x="2540" y="13982"/>
                  </a:lnTo>
                  <a:close/>
                </a:path>
                <a:path w="2539" h="241300">
                  <a:moveTo>
                    <a:pt x="254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2540" y="13970"/>
                  </a:lnTo>
                  <a:lnTo>
                    <a:pt x="2540" y="11442"/>
                  </a:lnTo>
                  <a:close/>
                </a:path>
                <a:path w="2539" h="241300">
                  <a:moveTo>
                    <a:pt x="254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7632"/>
                  </a:lnTo>
                  <a:close/>
                </a:path>
                <a:path w="2539" h="241300">
                  <a:moveTo>
                    <a:pt x="254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5092"/>
                  </a:lnTo>
                  <a:close/>
                </a:path>
                <a:path w="2539" h="241300">
                  <a:moveTo>
                    <a:pt x="254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1282"/>
                  </a:lnTo>
                  <a:close/>
                </a:path>
                <a:path w="2539" h="241300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6" name="object 1626"/>
            <p:cNvSpPr/>
            <p:nvPr/>
          </p:nvSpPr>
          <p:spPr>
            <a:xfrm>
              <a:off x="2047240" y="5247639"/>
              <a:ext cx="3810" cy="240029"/>
            </a:xfrm>
            <a:custGeom>
              <a:avLst/>
              <a:gdLst/>
              <a:ahLst/>
              <a:cxnLst/>
              <a:rect l="l" t="t" r="r" b="b"/>
              <a:pathLst>
                <a:path w="3810" h="240029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10" h="240029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10" h="240029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10" h="240029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10" h="240029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10" h="240029">
                  <a:moveTo>
                    <a:pt x="3810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92"/>
                  </a:lnTo>
                  <a:close/>
                </a:path>
                <a:path w="3810" h="240029">
                  <a:moveTo>
                    <a:pt x="3810" y="20332"/>
                  </a:moveTo>
                  <a:lnTo>
                    <a:pt x="0" y="2033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0332"/>
                  </a:lnTo>
                  <a:close/>
                </a:path>
                <a:path w="3810" h="240029">
                  <a:moveTo>
                    <a:pt x="381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92"/>
                  </a:lnTo>
                  <a:close/>
                </a:path>
                <a:path w="3810" h="240029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10" h="240029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10" h="240029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10" h="240029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10" h="240029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10" h="240029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7" name="object 1627"/>
            <p:cNvSpPr/>
            <p:nvPr/>
          </p:nvSpPr>
          <p:spPr>
            <a:xfrm>
              <a:off x="2051050" y="5248909"/>
              <a:ext cx="3810" cy="238760"/>
            </a:xfrm>
            <a:custGeom>
              <a:avLst/>
              <a:gdLst/>
              <a:ahLst/>
              <a:cxnLst/>
              <a:rect l="l" t="t" r="r" b="b"/>
              <a:pathLst>
                <a:path w="3810" h="238760">
                  <a:moveTo>
                    <a:pt x="38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0"/>
                  </a:lnTo>
                  <a:close/>
                </a:path>
                <a:path w="3810" h="238760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10" h="238760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10" h="238760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10" h="238760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10" h="238760">
                  <a:moveTo>
                    <a:pt x="381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6509"/>
                  </a:lnTo>
                  <a:close/>
                </a:path>
                <a:path w="3810" h="238760">
                  <a:moveTo>
                    <a:pt x="3810" y="19050"/>
                  </a:moveTo>
                  <a:lnTo>
                    <a:pt x="0" y="19050"/>
                  </a:lnTo>
                  <a:lnTo>
                    <a:pt x="0" y="219709"/>
                  </a:lnTo>
                  <a:lnTo>
                    <a:pt x="3810" y="219709"/>
                  </a:lnTo>
                  <a:lnTo>
                    <a:pt x="3810" y="19050"/>
                  </a:lnTo>
                  <a:close/>
                </a:path>
                <a:path w="3810" h="238760">
                  <a:moveTo>
                    <a:pt x="3810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3810" y="222249"/>
                  </a:lnTo>
                  <a:lnTo>
                    <a:pt x="3810" y="219709"/>
                  </a:lnTo>
                  <a:close/>
                </a:path>
                <a:path w="3810" h="238760">
                  <a:moveTo>
                    <a:pt x="3810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22250"/>
                  </a:lnTo>
                  <a:close/>
                </a:path>
                <a:path w="3810" h="238760">
                  <a:moveTo>
                    <a:pt x="3810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6059"/>
                  </a:lnTo>
                  <a:close/>
                </a:path>
                <a:path w="3810" h="238760">
                  <a:moveTo>
                    <a:pt x="3810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8600"/>
                  </a:lnTo>
                  <a:close/>
                </a:path>
                <a:path w="3810" h="238760">
                  <a:moveTo>
                    <a:pt x="3810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3810" y="234949"/>
                  </a:lnTo>
                  <a:lnTo>
                    <a:pt x="3810" y="232409"/>
                  </a:lnTo>
                  <a:close/>
                </a:path>
                <a:path w="3810" h="238760">
                  <a:moveTo>
                    <a:pt x="3810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2539" y="238759"/>
                  </a:lnTo>
                  <a:lnTo>
                    <a:pt x="2539" y="237489"/>
                  </a:lnTo>
                  <a:lnTo>
                    <a:pt x="3810" y="237489"/>
                  </a:lnTo>
                  <a:lnTo>
                    <a:pt x="3810" y="234950"/>
                  </a:lnTo>
                  <a:close/>
                </a:path>
              </a:pathLst>
            </a:custGeom>
            <a:solidFill>
              <a:srgbClr val="A7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8" name="object 1628"/>
            <p:cNvSpPr/>
            <p:nvPr/>
          </p:nvSpPr>
          <p:spPr>
            <a:xfrm>
              <a:off x="2054860" y="524890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126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3810" h="237489">
                  <a:moveTo>
                    <a:pt x="380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3809"/>
                  </a:lnTo>
                  <a:close/>
                </a:path>
                <a:path w="3810" h="237489">
                  <a:moveTo>
                    <a:pt x="380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6350"/>
                  </a:lnTo>
                  <a:close/>
                </a:path>
                <a:path w="3810" h="237489">
                  <a:moveTo>
                    <a:pt x="380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10159"/>
                  </a:lnTo>
                  <a:close/>
                </a:path>
                <a:path w="3810" h="237489">
                  <a:moveTo>
                    <a:pt x="380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2700"/>
                  </a:lnTo>
                  <a:close/>
                </a:path>
                <a:path w="3810" h="237489">
                  <a:moveTo>
                    <a:pt x="380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6509"/>
                  </a:lnTo>
                  <a:close/>
                </a:path>
                <a:path w="3810" h="237489">
                  <a:moveTo>
                    <a:pt x="3809" y="19050"/>
                  </a:moveTo>
                  <a:lnTo>
                    <a:pt x="0" y="19050"/>
                  </a:lnTo>
                  <a:lnTo>
                    <a:pt x="0" y="219709"/>
                  </a:lnTo>
                  <a:lnTo>
                    <a:pt x="3809" y="219709"/>
                  </a:lnTo>
                  <a:lnTo>
                    <a:pt x="3809" y="19050"/>
                  </a:lnTo>
                  <a:close/>
                </a:path>
                <a:path w="3810" h="237489">
                  <a:moveTo>
                    <a:pt x="3809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3809" y="222249"/>
                  </a:lnTo>
                  <a:lnTo>
                    <a:pt x="3809" y="219709"/>
                  </a:lnTo>
                  <a:close/>
                </a:path>
                <a:path w="3810" h="237489">
                  <a:moveTo>
                    <a:pt x="3809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3809" y="226059"/>
                  </a:lnTo>
                  <a:lnTo>
                    <a:pt x="3809" y="222250"/>
                  </a:lnTo>
                  <a:close/>
                </a:path>
                <a:path w="3810" h="237489">
                  <a:moveTo>
                    <a:pt x="3809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3809" y="228599"/>
                  </a:lnTo>
                  <a:lnTo>
                    <a:pt x="3809" y="226059"/>
                  </a:lnTo>
                  <a:close/>
                </a:path>
                <a:path w="3810" h="237489">
                  <a:moveTo>
                    <a:pt x="3809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3809" y="232409"/>
                  </a:lnTo>
                  <a:lnTo>
                    <a:pt x="3809" y="228600"/>
                  </a:lnTo>
                  <a:close/>
                </a:path>
                <a:path w="3810" h="237489">
                  <a:moveTo>
                    <a:pt x="3809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3809" y="234949"/>
                  </a:lnTo>
                  <a:lnTo>
                    <a:pt x="3809" y="232409"/>
                  </a:lnTo>
                  <a:close/>
                </a:path>
                <a:path w="3810" h="237489">
                  <a:moveTo>
                    <a:pt x="3809" y="234950"/>
                  </a:moveTo>
                  <a:lnTo>
                    <a:pt x="0" y="234950"/>
                  </a:lnTo>
                  <a:lnTo>
                    <a:pt x="0" y="237489"/>
                  </a:lnTo>
                  <a:lnTo>
                    <a:pt x="3809" y="237489"/>
                  </a:lnTo>
                  <a:lnTo>
                    <a:pt x="3809" y="234950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9" name="object 1629"/>
            <p:cNvSpPr/>
            <p:nvPr/>
          </p:nvSpPr>
          <p:spPr>
            <a:xfrm>
              <a:off x="2058669" y="5250180"/>
              <a:ext cx="3810" cy="236220"/>
            </a:xfrm>
            <a:custGeom>
              <a:avLst/>
              <a:gdLst/>
              <a:ahLst/>
              <a:cxnLst/>
              <a:rect l="l" t="t" r="r" b="b"/>
              <a:pathLst>
                <a:path w="3810" h="236220">
                  <a:moveTo>
                    <a:pt x="254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  <a:path w="3810" h="236220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236220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10" h="236220">
                  <a:moveTo>
                    <a:pt x="381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890"/>
                  </a:lnTo>
                  <a:close/>
                </a:path>
                <a:path w="3810" h="236220">
                  <a:moveTo>
                    <a:pt x="381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30"/>
                  </a:lnTo>
                  <a:close/>
                </a:path>
                <a:path w="3810" h="236220">
                  <a:moveTo>
                    <a:pt x="381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40"/>
                  </a:lnTo>
                  <a:close/>
                </a:path>
                <a:path w="3810" h="236220">
                  <a:moveTo>
                    <a:pt x="3810" y="17780"/>
                  </a:moveTo>
                  <a:lnTo>
                    <a:pt x="0" y="17780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17780"/>
                  </a:lnTo>
                  <a:close/>
                </a:path>
                <a:path w="3810" h="236220">
                  <a:moveTo>
                    <a:pt x="3810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8440"/>
                  </a:lnTo>
                  <a:close/>
                </a:path>
                <a:path w="3810" h="236220">
                  <a:moveTo>
                    <a:pt x="3810" y="220980"/>
                  </a:moveTo>
                  <a:lnTo>
                    <a:pt x="0" y="220980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0980"/>
                  </a:lnTo>
                  <a:close/>
                </a:path>
                <a:path w="3810" h="236220">
                  <a:moveTo>
                    <a:pt x="3810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790"/>
                  </a:lnTo>
                  <a:close/>
                </a:path>
                <a:path w="3810" h="236220">
                  <a:moveTo>
                    <a:pt x="3810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30"/>
                  </a:lnTo>
                  <a:close/>
                </a:path>
                <a:path w="3810" h="236220">
                  <a:moveTo>
                    <a:pt x="3810" y="231140"/>
                  </a:moveTo>
                  <a:lnTo>
                    <a:pt x="0" y="231140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40"/>
                  </a:lnTo>
                  <a:close/>
                </a:path>
                <a:path w="3810" h="236220">
                  <a:moveTo>
                    <a:pt x="3810" y="233680"/>
                  </a:moveTo>
                  <a:lnTo>
                    <a:pt x="0" y="233680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80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0" name="object 1630"/>
            <p:cNvSpPr/>
            <p:nvPr/>
          </p:nvSpPr>
          <p:spPr>
            <a:xfrm>
              <a:off x="2062480" y="5251450"/>
              <a:ext cx="3810" cy="234950"/>
            </a:xfrm>
            <a:custGeom>
              <a:avLst/>
              <a:gdLst/>
              <a:ahLst/>
              <a:cxnLst/>
              <a:rect l="l" t="t" r="r" b="b"/>
              <a:pathLst>
                <a:path w="3810" h="234950">
                  <a:moveTo>
                    <a:pt x="126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3810" h="234950">
                  <a:moveTo>
                    <a:pt x="3809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1270"/>
                  </a:lnTo>
                  <a:close/>
                </a:path>
                <a:path w="3810" h="234950">
                  <a:moveTo>
                    <a:pt x="3809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3810"/>
                  </a:lnTo>
                  <a:close/>
                </a:path>
                <a:path w="3810" h="234950">
                  <a:moveTo>
                    <a:pt x="3809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7620"/>
                  </a:lnTo>
                  <a:close/>
                </a:path>
                <a:path w="3810" h="234950">
                  <a:moveTo>
                    <a:pt x="3809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10160"/>
                  </a:lnTo>
                  <a:close/>
                </a:path>
                <a:path w="3810" h="234950">
                  <a:moveTo>
                    <a:pt x="3809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3970"/>
                  </a:lnTo>
                  <a:close/>
                </a:path>
                <a:path w="3810" h="234950">
                  <a:moveTo>
                    <a:pt x="3809" y="16510"/>
                  </a:moveTo>
                  <a:lnTo>
                    <a:pt x="0" y="16510"/>
                  </a:lnTo>
                  <a:lnTo>
                    <a:pt x="0" y="217169"/>
                  </a:lnTo>
                  <a:lnTo>
                    <a:pt x="3809" y="217169"/>
                  </a:lnTo>
                  <a:lnTo>
                    <a:pt x="3809" y="16510"/>
                  </a:lnTo>
                  <a:close/>
                </a:path>
                <a:path w="3810" h="234950">
                  <a:moveTo>
                    <a:pt x="3809" y="217170"/>
                  </a:moveTo>
                  <a:lnTo>
                    <a:pt x="0" y="217170"/>
                  </a:lnTo>
                  <a:lnTo>
                    <a:pt x="0" y="219709"/>
                  </a:lnTo>
                  <a:lnTo>
                    <a:pt x="3809" y="219709"/>
                  </a:lnTo>
                  <a:lnTo>
                    <a:pt x="3809" y="217170"/>
                  </a:lnTo>
                  <a:close/>
                </a:path>
                <a:path w="3810" h="234950">
                  <a:moveTo>
                    <a:pt x="3809" y="219710"/>
                  </a:moveTo>
                  <a:lnTo>
                    <a:pt x="0" y="219710"/>
                  </a:lnTo>
                  <a:lnTo>
                    <a:pt x="0" y="223519"/>
                  </a:lnTo>
                  <a:lnTo>
                    <a:pt x="3809" y="223519"/>
                  </a:lnTo>
                  <a:lnTo>
                    <a:pt x="3809" y="219710"/>
                  </a:lnTo>
                  <a:close/>
                </a:path>
                <a:path w="3810" h="234950">
                  <a:moveTo>
                    <a:pt x="3809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3809" y="226059"/>
                  </a:lnTo>
                  <a:lnTo>
                    <a:pt x="3809" y="223520"/>
                  </a:lnTo>
                  <a:close/>
                </a:path>
                <a:path w="3810" h="234950">
                  <a:moveTo>
                    <a:pt x="3809" y="226060"/>
                  </a:moveTo>
                  <a:lnTo>
                    <a:pt x="0" y="226060"/>
                  </a:lnTo>
                  <a:lnTo>
                    <a:pt x="0" y="229869"/>
                  </a:lnTo>
                  <a:lnTo>
                    <a:pt x="3809" y="229869"/>
                  </a:lnTo>
                  <a:lnTo>
                    <a:pt x="3809" y="226060"/>
                  </a:lnTo>
                  <a:close/>
                </a:path>
                <a:path w="3810" h="234950">
                  <a:moveTo>
                    <a:pt x="3809" y="229870"/>
                  </a:moveTo>
                  <a:lnTo>
                    <a:pt x="0" y="229870"/>
                  </a:lnTo>
                  <a:lnTo>
                    <a:pt x="0" y="232409"/>
                  </a:lnTo>
                  <a:lnTo>
                    <a:pt x="3809" y="232409"/>
                  </a:lnTo>
                  <a:lnTo>
                    <a:pt x="3809" y="229870"/>
                  </a:lnTo>
                  <a:close/>
                </a:path>
                <a:path w="3810" h="234950">
                  <a:moveTo>
                    <a:pt x="3809" y="232410"/>
                  </a:moveTo>
                  <a:lnTo>
                    <a:pt x="0" y="232410"/>
                  </a:lnTo>
                  <a:lnTo>
                    <a:pt x="0" y="234950"/>
                  </a:lnTo>
                  <a:lnTo>
                    <a:pt x="1269" y="234950"/>
                  </a:lnTo>
                  <a:lnTo>
                    <a:pt x="1269" y="233680"/>
                  </a:lnTo>
                  <a:lnTo>
                    <a:pt x="3809" y="233680"/>
                  </a:lnTo>
                  <a:lnTo>
                    <a:pt x="3809" y="232410"/>
                  </a:lnTo>
                  <a:close/>
                </a:path>
              </a:pathLst>
            </a:custGeom>
            <a:solidFill>
              <a:srgbClr val="AEBA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1" name="object 1631"/>
            <p:cNvSpPr/>
            <p:nvPr/>
          </p:nvSpPr>
          <p:spPr>
            <a:xfrm>
              <a:off x="2066290" y="5252732"/>
              <a:ext cx="3810" cy="231140"/>
            </a:xfrm>
            <a:custGeom>
              <a:avLst/>
              <a:gdLst/>
              <a:ahLst/>
              <a:cxnLst/>
              <a:rect l="l" t="t" r="r" b="b"/>
              <a:pathLst>
                <a:path w="3810" h="231139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10" h="231139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10" h="231139">
                  <a:moveTo>
                    <a:pt x="3810" y="222250"/>
                  </a:moveTo>
                  <a:lnTo>
                    <a:pt x="0" y="22225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22250"/>
                  </a:lnTo>
                  <a:close/>
                </a:path>
                <a:path w="3810" h="231139">
                  <a:moveTo>
                    <a:pt x="3810" y="218440"/>
                  </a:moveTo>
                  <a:lnTo>
                    <a:pt x="0" y="21844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18440"/>
                  </a:lnTo>
                  <a:close/>
                </a:path>
                <a:path w="3810" h="231139">
                  <a:moveTo>
                    <a:pt x="3810" y="215900"/>
                  </a:moveTo>
                  <a:lnTo>
                    <a:pt x="0" y="215900"/>
                  </a:lnTo>
                  <a:lnTo>
                    <a:pt x="0" y="218427"/>
                  </a:lnTo>
                  <a:lnTo>
                    <a:pt x="3810" y="218427"/>
                  </a:lnTo>
                  <a:lnTo>
                    <a:pt x="3810" y="215900"/>
                  </a:lnTo>
                  <a:close/>
                </a:path>
                <a:path w="3810" h="231139">
                  <a:moveTo>
                    <a:pt x="3810" y="15240"/>
                  </a:moveTo>
                  <a:lnTo>
                    <a:pt x="0" y="15240"/>
                  </a:lnTo>
                  <a:lnTo>
                    <a:pt x="0" y="215887"/>
                  </a:lnTo>
                  <a:lnTo>
                    <a:pt x="3810" y="215887"/>
                  </a:lnTo>
                  <a:lnTo>
                    <a:pt x="3810" y="15240"/>
                  </a:lnTo>
                  <a:close/>
                </a:path>
                <a:path w="3810" h="231139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10" h="231139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10" h="231139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10" h="231139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10" h="231139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1BD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2" name="object 1632"/>
            <p:cNvSpPr/>
            <p:nvPr/>
          </p:nvSpPr>
          <p:spPr>
            <a:xfrm>
              <a:off x="2070100" y="5252720"/>
              <a:ext cx="2540" cy="231140"/>
            </a:xfrm>
            <a:custGeom>
              <a:avLst/>
              <a:gdLst/>
              <a:ahLst/>
              <a:cxnLst/>
              <a:rect l="l" t="t" r="r" b="b"/>
              <a:pathLst>
                <a:path w="2539" h="231139">
                  <a:moveTo>
                    <a:pt x="253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39" y="2539"/>
                  </a:lnTo>
                  <a:lnTo>
                    <a:pt x="2539" y="0"/>
                  </a:lnTo>
                  <a:close/>
                </a:path>
                <a:path w="2539" h="231139">
                  <a:moveTo>
                    <a:pt x="253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2539" y="6349"/>
                  </a:lnTo>
                  <a:lnTo>
                    <a:pt x="2539" y="2539"/>
                  </a:lnTo>
                  <a:close/>
                </a:path>
                <a:path w="2539" h="231139">
                  <a:moveTo>
                    <a:pt x="253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2539" y="8889"/>
                  </a:lnTo>
                  <a:lnTo>
                    <a:pt x="2539" y="6349"/>
                  </a:lnTo>
                  <a:close/>
                </a:path>
                <a:path w="2539" h="231139">
                  <a:moveTo>
                    <a:pt x="253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2539" y="12699"/>
                  </a:lnTo>
                  <a:lnTo>
                    <a:pt x="2539" y="8889"/>
                  </a:lnTo>
                  <a:close/>
                </a:path>
                <a:path w="2539" h="231139">
                  <a:moveTo>
                    <a:pt x="253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2539" y="15239"/>
                  </a:lnTo>
                  <a:lnTo>
                    <a:pt x="2539" y="12699"/>
                  </a:lnTo>
                  <a:close/>
                </a:path>
                <a:path w="2539" h="231139">
                  <a:moveTo>
                    <a:pt x="2539" y="15239"/>
                  </a:moveTo>
                  <a:lnTo>
                    <a:pt x="0" y="15239"/>
                  </a:lnTo>
                  <a:lnTo>
                    <a:pt x="0" y="215899"/>
                  </a:lnTo>
                  <a:lnTo>
                    <a:pt x="2539" y="215899"/>
                  </a:lnTo>
                  <a:lnTo>
                    <a:pt x="2539" y="15239"/>
                  </a:lnTo>
                  <a:close/>
                </a:path>
                <a:path w="2539" h="231139">
                  <a:moveTo>
                    <a:pt x="2539" y="215899"/>
                  </a:moveTo>
                  <a:lnTo>
                    <a:pt x="0" y="215899"/>
                  </a:lnTo>
                  <a:lnTo>
                    <a:pt x="0" y="218439"/>
                  </a:lnTo>
                  <a:lnTo>
                    <a:pt x="2539" y="218439"/>
                  </a:lnTo>
                  <a:lnTo>
                    <a:pt x="2539" y="215899"/>
                  </a:lnTo>
                  <a:close/>
                </a:path>
                <a:path w="2539" h="231139">
                  <a:moveTo>
                    <a:pt x="2539" y="218439"/>
                  </a:moveTo>
                  <a:lnTo>
                    <a:pt x="0" y="218439"/>
                  </a:lnTo>
                  <a:lnTo>
                    <a:pt x="0" y="222249"/>
                  </a:lnTo>
                  <a:lnTo>
                    <a:pt x="2539" y="222249"/>
                  </a:lnTo>
                  <a:lnTo>
                    <a:pt x="2539" y="218439"/>
                  </a:lnTo>
                  <a:close/>
                </a:path>
                <a:path w="2539" h="231139">
                  <a:moveTo>
                    <a:pt x="2539" y="222249"/>
                  </a:moveTo>
                  <a:lnTo>
                    <a:pt x="0" y="222249"/>
                  </a:lnTo>
                  <a:lnTo>
                    <a:pt x="0" y="224789"/>
                  </a:lnTo>
                  <a:lnTo>
                    <a:pt x="2539" y="224789"/>
                  </a:lnTo>
                  <a:lnTo>
                    <a:pt x="2539" y="222249"/>
                  </a:lnTo>
                  <a:close/>
                </a:path>
                <a:path w="2539" h="231139">
                  <a:moveTo>
                    <a:pt x="2539" y="224789"/>
                  </a:moveTo>
                  <a:lnTo>
                    <a:pt x="0" y="224789"/>
                  </a:lnTo>
                  <a:lnTo>
                    <a:pt x="0" y="228599"/>
                  </a:lnTo>
                  <a:lnTo>
                    <a:pt x="2539" y="228599"/>
                  </a:lnTo>
                  <a:lnTo>
                    <a:pt x="2539" y="224789"/>
                  </a:lnTo>
                  <a:close/>
                </a:path>
                <a:path w="2539" h="231139">
                  <a:moveTo>
                    <a:pt x="2539" y="228599"/>
                  </a:moveTo>
                  <a:lnTo>
                    <a:pt x="0" y="228599"/>
                  </a:lnTo>
                  <a:lnTo>
                    <a:pt x="0" y="231139"/>
                  </a:lnTo>
                  <a:lnTo>
                    <a:pt x="1269" y="231139"/>
                  </a:lnTo>
                  <a:lnTo>
                    <a:pt x="1269" y="229869"/>
                  </a:lnTo>
                  <a:lnTo>
                    <a:pt x="2539" y="229869"/>
                  </a:lnTo>
                  <a:lnTo>
                    <a:pt x="2539" y="228599"/>
                  </a:lnTo>
                  <a:close/>
                </a:path>
              </a:pathLst>
            </a:custGeom>
            <a:solidFill>
              <a:srgbClr val="B4BF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3" name="object 1633"/>
            <p:cNvSpPr/>
            <p:nvPr/>
          </p:nvSpPr>
          <p:spPr>
            <a:xfrm>
              <a:off x="2072640" y="5253989"/>
              <a:ext cx="3810" cy="228600"/>
            </a:xfrm>
            <a:custGeom>
              <a:avLst/>
              <a:gdLst/>
              <a:ahLst/>
              <a:cxnLst/>
              <a:rect l="l" t="t" r="r" b="b"/>
              <a:pathLst>
                <a:path w="3810" h="228600">
                  <a:moveTo>
                    <a:pt x="2540" y="227342"/>
                  </a:moveTo>
                  <a:lnTo>
                    <a:pt x="0" y="227342"/>
                  </a:lnTo>
                  <a:lnTo>
                    <a:pt x="0" y="228600"/>
                  </a:lnTo>
                  <a:lnTo>
                    <a:pt x="2540" y="228600"/>
                  </a:lnTo>
                  <a:lnTo>
                    <a:pt x="2540" y="227342"/>
                  </a:lnTo>
                  <a:close/>
                </a:path>
                <a:path w="3810" h="228600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10" h="228600">
                  <a:moveTo>
                    <a:pt x="3810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92"/>
                  </a:lnTo>
                  <a:close/>
                </a:path>
                <a:path w="3810" h="228600">
                  <a:moveTo>
                    <a:pt x="3810" y="217182"/>
                  </a:moveTo>
                  <a:lnTo>
                    <a:pt x="0" y="21718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7182"/>
                  </a:lnTo>
                  <a:close/>
                </a:path>
                <a:path w="3810" h="228600">
                  <a:moveTo>
                    <a:pt x="3810" y="214642"/>
                  </a:moveTo>
                  <a:lnTo>
                    <a:pt x="0" y="21464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214642"/>
                  </a:lnTo>
                  <a:close/>
                </a:path>
                <a:path w="3810" h="228600">
                  <a:moveTo>
                    <a:pt x="3810" y="13982"/>
                  </a:moveTo>
                  <a:lnTo>
                    <a:pt x="0" y="13982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13982"/>
                  </a:lnTo>
                  <a:close/>
                </a:path>
                <a:path w="3810" h="228600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10" h="22860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10" h="22860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10" h="22860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10" h="22860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6C1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4" name="object 1634"/>
            <p:cNvSpPr/>
            <p:nvPr/>
          </p:nvSpPr>
          <p:spPr>
            <a:xfrm>
              <a:off x="2076450" y="5267972"/>
              <a:ext cx="3810" cy="213360"/>
            </a:xfrm>
            <a:custGeom>
              <a:avLst/>
              <a:gdLst/>
              <a:ahLst/>
              <a:cxnLst/>
              <a:rect l="l" t="t" r="r" b="b"/>
              <a:pathLst>
                <a:path w="3810" h="213360">
                  <a:moveTo>
                    <a:pt x="3810" y="209550"/>
                  </a:moveTo>
                  <a:lnTo>
                    <a:pt x="0" y="209550"/>
                  </a:lnTo>
                  <a:lnTo>
                    <a:pt x="0" y="213347"/>
                  </a:lnTo>
                  <a:lnTo>
                    <a:pt x="3810" y="213347"/>
                  </a:lnTo>
                  <a:lnTo>
                    <a:pt x="3810" y="209550"/>
                  </a:lnTo>
                  <a:close/>
                </a:path>
                <a:path w="3810" h="213360">
                  <a:moveTo>
                    <a:pt x="381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3810" y="209537"/>
                  </a:lnTo>
                  <a:lnTo>
                    <a:pt x="3810" y="207010"/>
                  </a:lnTo>
                  <a:close/>
                </a:path>
                <a:path w="3810" h="213360">
                  <a:moveTo>
                    <a:pt x="3810" y="203200"/>
                  </a:moveTo>
                  <a:lnTo>
                    <a:pt x="0" y="203200"/>
                  </a:lnTo>
                  <a:lnTo>
                    <a:pt x="0" y="206997"/>
                  </a:lnTo>
                  <a:lnTo>
                    <a:pt x="3810" y="206997"/>
                  </a:lnTo>
                  <a:lnTo>
                    <a:pt x="3810" y="203200"/>
                  </a:lnTo>
                  <a:close/>
                </a:path>
                <a:path w="3810" h="213360">
                  <a:moveTo>
                    <a:pt x="3810" y="200660"/>
                  </a:moveTo>
                  <a:lnTo>
                    <a:pt x="0" y="200660"/>
                  </a:lnTo>
                  <a:lnTo>
                    <a:pt x="0" y="203187"/>
                  </a:lnTo>
                  <a:lnTo>
                    <a:pt x="3810" y="203187"/>
                  </a:lnTo>
                  <a:lnTo>
                    <a:pt x="3810" y="200660"/>
                  </a:lnTo>
                  <a:close/>
                </a:path>
                <a:path w="3810" h="213360">
                  <a:moveTo>
                    <a:pt x="3810" y="0"/>
                  </a:moveTo>
                  <a:lnTo>
                    <a:pt x="0" y="0"/>
                  </a:lnTo>
                  <a:lnTo>
                    <a:pt x="0" y="200647"/>
                  </a:lnTo>
                  <a:lnTo>
                    <a:pt x="3810" y="20064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5" name="object 1635"/>
            <p:cNvSpPr/>
            <p:nvPr/>
          </p:nvSpPr>
          <p:spPr>
            <a:xfrm>
              <a:off x="2080260" y="5255259"/>
              <a:ext cx="3810" cy="226060"/>
            </a:xfrm>
            <a:custGeom>
              <a:avLst/>
              <a:gdLst/>
              <a:ahLst/>
              <a:cxnLst/>
              <a:rect l="l" t="t" r="r" b="b"/>
              <a:pathLst>
                <a:path w="3810" h="226060">
                  <a:moveTo>
                    <a:pt x="126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3810" h="226060">
                  <a:moveTo>
                    <a:pt x="380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3809"/>
                  </a:lnTo>
                  <a:close/>
                </a:path>
                <a:path w="3810" h="226060">
                  <a:moveTo>
                    <a:pt x="380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6350"/>
                  </a:lnTo>
                  <a:close/>
                </a:path>
                <a:path w="3810" h="226060">
                  <a:moveTo>
                    <a:pt x="380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10159"/>
                  </a:lnTo>
                  <a:close/>
                </a:path>
                <a:path w="3810" h="226060">
                  <a:moveTo>
                    <a:pt x="3809" y="12700"/>
                  </a:moveTo>
                  <a:lnTo>
                    <a:pt x="0" y="12700"/>
                  </a:lnTo>
                  <a:lnTo>
                    <a:pt x="0" y="213359"/>
                  </a:lnTo>
                  <a:lnTo>
                    <a:pt x="3809" y="213359"/>
                  </a:lnTo>
                  <a:lnTo>
                    <a:pt x="3809" y="12700"/>
                  </a:lnTo>
                  <a:close/>
                </a:path>
                <a:path w="3810" h="226060">
                  <a:moveTo>
                    <a:pt x="3809" y="213359"/>
                  </a:moveTo>
                  <a:lnTo>
                    <a:pt x="0" y="213359"/>
                  </a:lnTo>
                  <a:lnTo>
                    <a:pt x="0" y="215899"/>
                  </a:lnTo>
                  <a:lnTo>
                    <a:pt x="3809" y="215899"/>
                  </a:lnTo>
                  <a:lnTo>
                    <a:pt x="3809" y="213359"/>
                  </a:lnTo>
                  <a:close/>
                </a:path>
                <a:path w="3810" h="226060">
                  <a:moveTo>
                    <a:pt x="3809" y="215900"/>
                  </a:moveTo>
                  <a:lnTo>
                    <a:pt x="0" y="215900"/>
                  </a:lnTo>
                  <a:lnTo>
                    <a:pt x="0" y="219709"/>
                  </a:lnTo>
                  <a:lnTo>
                    <a:pt x="3809" y="219709"/>
                  </a:lnTo>
                  <a:lnTo>
                    <a:pt x="3809" y="215900"/>
                  </a:lnTo>
                  <a:close/>
                </a:path>
                <a:path w="3810" h="226060">
                  <a:moveTo>
                    <a:pt x="3809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3809" y="222249"/>
                  </a:lnTo>
                  <a:lnTo>
                    <a:pt x="3809" y="219709"/>
                  </a:lnTo>
                  <a:close/>
                </a:path>
                <a:path w="3810" h="226060">
                  <a:moveTo>
                    <a:pt x="3809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1269" y="226059"/>
                  </a:lnTo>
                  <a:lnTo>
                    <a:pt x="1269" y="224789"/>
                  </a:lnTo>
                  <a:lnTo>
                    <a:pt x="3809" y="224789"/>
                  </a:lnTo>
                  <a:lnTo>
                    <a:pt x="3809" y="222250"/>
                  </a:lnTo>
                  <a:close/>
                </a:path>
              </a:pathLst>
            </a:custGeom>
            <a:solidFill>
              <a:srgbClr val="BC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6" name="object 1636"/>
            <p:cNvSpPr/>
            <p:nvPr/>
          </p:nvSpPr>
          <p:spPr>
            <a:xfrm>
              <a:off x="2084069" y="5256530"/>
              <a:ext cx="3810" cy="222250"/>
            </a:xfrm>
            <a:custGeom>
              <a:avLst/>
              <a:gdLst/>
              <a:ahLst/>
              <a:cxnLst/>
              <a:rect l="l" t="t" r="r" b="b"/>
              <a:pathLst>
                <a:path w="3810" h="222250">
                  <a:moveTo>
                    <a:pt x="253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1270"/>
                  </a:lnTo>
                  <a:lnTo>
                    <a:pt x="2539" y="1270"/>
                  </a:lnTo>
                  <a:lnTo>
                    <a:pt x="2539" y="0"/>
                  </a:lnTo>
                  <a:close/>
                </a:path>
                <a:path w="3810" h="222250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222250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10" h="222250">
                  <a:moveTo>
                    <a:pt x="381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890"/>
                  </a:lnTo>
                  <a:close/>
                </a:path>
                <a:path w="3810" h="222250">
                  <a:moveTo>
                    <a:pt x="3810" y="11430"/>
                  </a:moveTo>
                  <a:lnTo>
                    <a:pt x="0" y="11430"/>
                  </a:lnTo>
                  <a:lnTo>
                    <a:pt x="0" y="212090"/>
                  </a:lnTo>
                  <a:lnTo>
                    <a:pt x="3810" y="212090"/>
                  </a:lnTo>
                  <a:lnTo>
                    <a:pt x="3810" y="11430"/>
                  </a:lnTo>
                  <a:close/>
                </a:path>
                <a:path w="3810" h="222250">
                  <a:moveTo>
                    <a:pt x="3810" y="212090"/>
                  </a:moveTo>
                  <a:lnTo>
                    <a:pt x="0" y="212090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212090"/>
                  </a:lnTo>
                  <a:close/>
                </a:path>
                <a:path w="3810" h="222250">
                  <a:moveTo>
                    <a:pt x="3810" y="214630"/>
                  </a:moveTo>
                  <a:lnTo>
                    <a:pt x="0" y="214630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4630"/>
                  </a:lnTo>
                  <a:close/>
                </a:path>
                <a:path w="3810" h="222250">
                  <a:moveTo>
                    <a:pt x="3810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8440"/>
                  </a:lnTo>
                  <a:close/>
                </a:path>
                <a:path w="3810" h="222250">
                  <a:moveTo>
                    <a:pt x="3810" y="220980"/>
                  </a:moveTo>
                  <a:lnTo>
                    <a:pt x="0" y="220980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20980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7" name="object 1637"/>
            <p:cNvSpPr/>
            <p:nvPr/>
          </p:nvSpPr>
          <p:spPr>
            <a:xfrm>
              <a:off x="2087880" y="5257800"/>
              <a:ext cx="3810" cy="220979"/>
            </a:xfrm>
            <a:custGeom>
              <a:avLst/>
              <a:gdLst/>
              <a:ahLst/>
              <a:cxnLst/>
              <a:rect l="l" t="t" r="r" b="b"/>
              <a:pathLst>
                <a:path w="3810" h="220979">
                  <a:moveTo>
                    <a:pt x="1270" y="219722"/>
                  </a:moveTo>
                  <a:lnTo>
                    <a:pt x="0" y="219722"/>
                  </a:lnTo>
                  <a:lnTo>
                    <a:pt x="0" y="220980"/>
                  </a:lnTo>
                  <a:lnTo>
                    <a:pt x="1270" y="220980"/>
                  </a:lnTo>
                  <a:lnTo>
                    <a:pt x="1270" y="219722"/>
                  </a:lnTo>
                  <a:close/>
                </a:path>
                <a:path w="3810" h="220979">
                  <a:moveTo>
                    <a:pt x="12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3810" h="220979">
                  <a:moveTo>
                    <a:pt x="3810" y="217182"/>
                  </a:moveTo>
                  <a:lnTo>
                    <a:pt x="0" y="21718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17182"/>
                  </a:lnTo>
                  <a:close/>
                </a:path>
                <a:path w="3810" h="220979">
                  <a:moveTo>
                    <a:pt x="3810" y="213372"/>
                  </a:moveTo>
                  <a:lnTo>
                    <a:pt x="0" y="21337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213372"/>
                  </a:lnTo>
                  <a:close/>
                </a:path>
                <a:path w="3810" h="220979">
                  <a:moveTo>
                    <a:pt x="3810" y="210832"/>
                  </a:moveTo>
                  <a:lnTo>
                    <a:pt x="0" y="210832"/>
                  </a:lnTo>
                  <a:lnTo>
                    <a:pt x="0" y="213360"/>
                  </a:lnTo>
                  <a:lnTo>
                    <a:pt x="3810" y="213360"/>
                  </a:lnTo>
                  <a:lnTo>
                    <a:pt x="3810" y="210832"/>
                  </a:lnTo>
                  <a:close/>
                </a:path>
                <a:path w="3810" h="220979">
                  <a:moveTo>
                    <a:pt x="3810" y="10172"/>
                  </a:moveTo>
                  <a:lnTo>
                    <a:pt x="0" y="10172"/>
                  </a:lnTo>
                  <a:lnTo>
                    <a:pt x="0" y="210820"/>
                  </a:lnTo>
                  <a:lnTo>
                    <a:pt x="3810" y="210820"/>
                  </a:lnTo>
                  <a:lnTo>
                    <a:pt x="3810" y="10172"/>
                  </a:lnTo>
                  <a:close/>
                </a:path>
                <a:path w="3810" h="220979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10" h="220979">
                  <a:moveTo>
                    <a:pt x="381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3822"/>
                  </a:lnTo>
                  <a:close/>
                </a:path>
                <a:path w="3810" h="220979">
                  <a:moveTo>
                    <a:pt x="381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82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8" name="object 1638"/>
            <p:cNvSpPr/>
            <p:nvPr/>
          </p:nvSpPr>
          <p:spPr>
            <a:xfrm>
              <a:off x="2091689" y="5259070"/>
              <a:ext cx="2540" cy="217170"/>
            </a:xfrm>
            <a:custGeom>
              <a:avLst/>
              <a:gdLst/>
              <a:ahLst/>
              <a:cxnLst/>
              <a:rect l="l" t="t" r="r" b="b"/>
              <a:pathLst>
                <a:path w="2539" h="217170">
                  <a:moveTo>
                    <a:pt x="127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40" y="2539"/>
                  </a:lnTo>
                  <a:lnTo>
                    <a:pt x="254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2539" h="217170">
                  <a:moveTo>
                    <a:pt x="254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2540" y="6349"/>
                  </a:lnTo>
                  <a:lnTo>
                    <a:pt x="2540" y="2539"/>
                  </a:lnTo>
                  <a:close/>
                </a:path>
                <a:path w="2539" h="217170">
                  <a:moveTo>
                    <a:pt x="254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2540" y="8889"/>
                  </a:lnTo>
                  <a:lnTo>
                    <a:pt x="2540" y="6349"/>
                  </a:lnTo>
                  <a:close/>
                </a:path>
                <a:path w="2539" h="217170">
                  <a:moveTo>
                    <a:pt x="2540" y="8889"/>
                  </a:moveTo>
                  <a:lnTo>
                    <a:pt x="0" y="8889"/>
                  </a:lnTo>
                  <a:lnTo>
                    <a:pt x="0" y="209549"/>
                  </a:lnTo>
                  <a:lnTo>
                    <a:pt x="2540" y="209549"/>
                  </a:lnTo>
                  <a:lnTo>
                    <a:pt x="2540" y="8889"/>
                  </a:lnTo>
                  <a:close/>
                </a:path>
                <a:path w="2539" h="217170">
                  <a:moveTo>
                    <a:pt x="2540" y="209549"/>
                  </a:moveTo>
                  <a:lnTo>
                    <a:pt x="0" y="209549"/>
                  </a:lnTo>
                  <a:lnTo>
                    <a:pt x="0" y="212089"/>
                  </a:lnTo>
                  <a:lnTo>
                    <a:pt x="2540" y="212089"/>
                  </a:lnTo>
                  <a:lnTo>
                    <a:pt x="2540" y="209549"/>
                  </a:lnTo>
                  <a:close/>
                </a:path>
                <a:path w="2539" h="217170">
                  <a:moveTo>
                    <a:pt x="2540" y="212089"/>
                  </a:moveTo>
                  <a:lnTo>
                    <a:pt x="0" y="212089"/>
                  </a:lnTo>
                  <a:lnTo>
                    <a:pt x="0" y="215899"/>
                  </a:lnTo>
                  <a:lnTo>
                    <a:pt x="2540" y="215899"/>
                  </a:lnTo>
                  <a:lnTo>
                    <a:pt x="2540" y="212089"/>
                  </a:lnTo>
                  <a:close/>
                </a:path>
                <a:path w="2539" h="217170">
                  <a:moveTo>
                    <a:pt x="2540" y="215899"/>
                  </a:moveTo>
                  <a:lnTo>
                    <a:pt x="0" y="215899"/>
                  </a:lnTo>
                  <a:lnTo>
                    <a:pt x="0" y="217169"/>
                  </a:lnTo>
                  <a:lnTo>
                    <a:pt x="2540" y="217169"/>
                  </a:lnTo>
                  <a:lnTo>
                    <a:pt x="2540" y="215899"/>
                  </a:lnTo>
                  <a:close/>
                </a:path>
              </a:pathLst>
            </a:custGeom>
            <a:solidFill>
              <a:srgbClr val="C4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9" name="object 1639"/>
            <p:cNvSpPr/>
            <p:nvPr/>
          </p:nvSpPr>
          <p:spPr>
            <a:xfrm>
              <a:off x="2094230" y="5260339"/>
              <a:ext cx="3810" cy="215900"/>
            </a:xfrm>
            <a:custGeom>
              <a:avLst/>
              <a:gdLst/>
              <a:ahLst/>
              <a:cxnLst/>
              <a:rect l="l" t="t" r="r" b="b"/>
              <a:pathLst>
                <a:path w="3810" h="215900">
                  <a:moveTo>
                    <a:pt x="1269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3810" h="215900">
                  <a:moveTo>
                    <a:pt x="253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2540"/>
                  </a:lnTo>
                  <a:lnTo>
                    <a:pt x="2539" y="2540"/>
                  </a:lnTo>
                  <a:lnTo>
                    <a:pt x="2539" y="1270"/>
                  </a:lnTo>
                  <a:close/>
                </a:path>
                <a:path w="3810" h="215900">
                  <a:moveTo>
                    <a:pt x="380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09" y="7620"/>
                  </a:lnTo>
                  <a:lnTo>
                    <a:pt x="3809" y="5080"/>
                  </a:lnTo>
                  <a:close/>
                </a:path>
                <a:path w="3810" h="215900">
                  <a:moveTo>
                    <a:pt x="3809" y="7620"/>
                  </a:moveTo>
                  <a:lnTo>
                    <a:pt x="0" y="7620"/>
                  </a:lnTo>
                  <a:lnTo>
                    <a:pt x="0" y="208280"/>
                  </a:lnTo>
                  <a:lnTo>
                    <a:pt x="3809" y="208280"/>
                  </a:lnTo>
                  <a:lnTo>
                    <a:pt x="3809" y="7620"/>
                  </a:lnTo>
                  <a:close/>
                </a:path>
                <a:path w="3810" h="215900">
                  <a:moveTo>
                    <a:pt x="3809" y="208280"/>
                  </a:moveTo>
                  <a:lnTo>
                    <a:pt x="0" y="208280"/>
                  </a:lnTo>
                  <a:lnTo>
                    <a:pt x="0" y="210820"/>
                  </a:lnTo>
                  <a:lnTo>
                    <a:pt x="3809" y="210820"/>
                  </a:lnTo>
                  <a:lnTo>
                    <a:pt x="3809" y="208280"/>
                  </a:lnTo>
                  <a:close/>
                </a:path>
                <a:path w="3810" h="215900">
                  <a:moveTo>
                    <a:pt x="3809" y="210820"/>
                  </a:moveTo>
                  <a:lnTo>
                    <a:pt x="0" y="210820"/>
                  </a:lnTo>
                  <a:lnTo>
                    <a:pt x="0" y="214630"/>
                  </a:lnTo>
                  <a:lnTo>
                    <a:pt x="2539" y="214630"/>
                  </a:lnTo>
                  <a:lnTo>
                    <a:pt x="2539" y="213360"/>
                  </a:lnTo>
                  <a:lnTo>
                    <a:pt x="3809" y="213360"/>
                  </a:lnTo>
                  <a:lnTo>
                    <a:pt x="3809" y="210820"/>
                  </a:lnTo>
                  <a:close/>
                </a:path>
                <a:path w="3810" h="215900">
                  <a:moveTo>
                    <a:pt x="1269" y="214630"/>
                  </a:moveTo>
                  <a:lnTo>
                    <a:pt x="0" y="214630"/>
                  </a:lnTo>
                  <a:lnTo>
                    <a:pt x="0" y="215900"/>
                  </a:lnTo>
                  <a:lnTo>
                    <a:pt x="1269" y="215900"/>
                  </a:lnTo>
                  <a:lnTo>
                    <a:pt x="1269" y="214630"/>
                  </a:lnTo>
                  <a:close/>
                </a:path>
              </a:pathLst>
            </a:custGeom>
            <a:solidFill>
              <a:srgbClr val="C6CF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0" name="object 1640"/>
            <p:cNvSpPr/>
            <p:nvPr/>
          </p:nvSpPr>
          <p:spPr>
            <a:xfrm>
              <a:off x="2098039" y="5264150"/>
              <a:ext cx="3810" cy="209550"/>
            </a:xfrm>
            <a:custGeom>
              <a:avLst/>
              <a:gdLst/>
              <a:ahLst/>
              <a:cxnLst/>
              <a:rect l="l" t="t" r="r" b="b"/>
              <a:pathLst>
                <a:path w="3810" h="209550">
                  <a:moveTo>
                    <a:pt x="127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10" h="209550">
                  <a:moveTo>
                    <a:pt x="381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70"/>
                  </a:lnTo>
                  <a:close/>
                </a:path>
                <a:path w="3810" h="209550">
                  <a:moveTo>
                    <a:pt x="3810" y="3810"/>
                  </a:moveTo>
                  <a:lnTo>
                    <a:pt x="0" y="3810"/>
                  </a:lnTo>
                  <a:lnTo>
                    <a:pt x="0" y="204469"/>
                  </a:lnTo>
                  <a:lnTo>
                    <a:pt x="3810" y="204469"/>
                  </a:lnTo>
                  <a:lnTo>
                    <a:pt x="3810" y="3810"/>
                  </a:lnTo>
                  <a:close/>
                </a:path>
                <a:path w="3810" h="209550">
                  <a:moveTo>
                    <a:pt x="3810" y="204470"/>
                  </a:moveTo>
                  <a:lnTo>
                    <a:pt x="0" y="204470"/>
                  </a:lnTo>
                  <a:lnTo>
                    <a:pt x="0" y="207009"/>
                  </a:lnTo>
                  <a:lnTo>
                    <a:pt x="3810" y="207009"/>
                  </a:lnTo>
                  <a:lnTo>
                    <a:pt x="3810" y="204470"/>
                  </a:lnTo>
                  <a:close/>
                </a:path>
                <a:path w="3810" h="209550">
                  <a:moveTo>
                    <a:pt x="3810" y="207010"/>
                  </a:moveTo>
                  <a:lnTo>
                    <a:pt x="0" y="207010"/>
                  </a:lnTo>
                  <a:lnTo>
                    <a:pt x="0" y="209550"/>
                  </a:lnTo>
                  <a:lnTo>
                    <a:pt x="1270" y="209550"/>
                  </a:lnTo>
                  <a:lnTo>
                    <a:pt x="1270" y="208280"/>
                  </a:lnTo>
                  <a:lnTo>
                    <a:pt x="3810" y="208280"/>
                  </a:lnTo>
                  <a:lnTo>
                    <a:pt x="3810" y="207010"/>
                  </a:lnTo>
                  <a:close/>
                </a:path>
              </a:pathLst>
            </a:custGeom>
            <a:solidFill>
              <a:srgbClr val="C9D1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1" name="object 1641"/>
            <p:cNvSpPr/>
            <p:nvPr/>
          </p:nvSpPr>
          <p:spPr>
            <a:xfrm>
              <a:off x="2101850" y="5266689"/>
              <a:ext cx="3810" cy="204470"/>
            </a:xfrm>
            <a:custGeom>
              <a:avLst/>
              <a:gdLst/>
              <a:ahLst/>
              <a:cxnLst/>
              <a:rect l="l" t="t" r="r" b="b"/>
              <a:pathLst>
                <a:path w="3810" h="204470">
                  <a:moveTo>
                    <a:pt x="1270" y="201942"/>
                  </a:moveTo>
                  <a:lnTo>
                    <a:pt x="0" y="201942"/>
                  </a:lnTo>
                  <a:lnTo>
                    <a:pt x="0" y="204470"/>
                  </a:lnTo>
                  <a:lnTo>
                    <a:pt x="1270" y="204470"/>
                  </a:lnTo>
                  <a:lnTo>
                    <a:pt x="1270" y="201942"/>
                  </a:lnTo>
                  <a:close/>
                </a:path>
                <a:path w="3810" h="204470">
                  <a:moveTo>
                    <a:pt x="3810" y="2540"/>
                  </a:moveTo>
                  <a:lnTo>
                    <a:pt x="2540" y="254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0" y="200660"/>
                  </a:lnTo>
                  <a:lnTo>
                    <a:pt x="0" y="201930"/>
                  </a:lnTo>
                  <a:lnTo>
                    <a:pt x="2540" y="201930"/>
                  </a:lnTo>
                  <a:lnTo>
                    <a:pt x="2540" y="200660"/>
                  </a:lnTo>
                  <a:lnTo>
                    <a:pt x="3810" y="200660"/>
                  </a:lnTo>
                  <a:lnTo>
                    <a:pt x="3810" y="2540"/>
                  </a:lnTo>
                  <a:close/>
                </a:path>
              </a:pathLst>
            </a:custGeom>
            <a:solidFill>
              <a:srgbClr val="CCD3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2" name="object 1642"/>
            <p:cNvSpPr/>
            <p:nvPr/>
          </p:nvSpPr>
          <p:spPr>
            <a:xfrm>
              <a:off x="2105660" y="5269230"/>
              <a:ext cx="0" cy="198120"/>
            </a:xfrm>
            <a:custGeom>
              <a:avLst/>
              <a:gdLst/>
              <a:ahLst/>
              <a:cxnLst/>
              <a:rect l="l" t="t" r="r" b="b"/>
              <a:pathLst>
                <a:path h="198120">
                  <a:moveTo>
                    <a:pt x="0" y="0"/>
                  </a:moveTo>
                  <a:lnTo>
                    <a:pt x="0" y="1981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3" name="object 1643"/>
            <p:cNvSpPr/>
            <p:nvPr/>
          </p:nvSpPr>
          <p:spPr>
            <a:xfrm>
              <a:off x="1819910" y="5241289"/>
              <a:ext cx="284480" cy="252729"/>
            </a:xfrm>
            <a:custGeom>
              <a:avLst/>
              <a:gdLst/>
              <a:ahLst/>
              <a:cxnLst/>
              <a:rect l="l" t="t" r="r" b="b"/>
              <a:pathLst>
                <a:path w="284480" h="252729">
                  <a:moveTo>
                    <a:pt x="142239" y="0"/>
                  </a:moveTo>
                  <a:lnTo>
                    <a:pt x="87332" y="2460"/>
                  </a:lnTo>
                  <a:lnTo>
                    <a:pt x="42068" y="9207"/>
                  </a:lnTo>
                  <a:lnTo>
                    <a:pt x="11330" y="19288"/>
                  </a:lnTo>
                  <a:lnTo>
                    <a:pt x="0" y="31750"/>
                  </a:lnTo>
                  <a:lnTo>
                    <a:pt x="0" y="34706"/>
                  </a:lnTo>
                  <a:lnTo>
                    <a:pt x="0" y="55403"/>
                  </a:lnTo>
                  <a:lnTo>
                    <a:pt x="0" y="111581"/>
                  </a:lnTo>
                  <a:lnTo>
                    <a:pt x="0" y="220980"/>
                  </a:lnTo>
                  <a:lnTo>
                    <a:pt x="11330" y="233441"/>
                  </a:lnTo>
                  <a:lnTo>
                    <a:pt x="42068" y="243522"/>
                  </a:lnTo>
                  <a:lnTo>
                    <a:pt x="87332" y="250269"/>
                  </a:lnTo>
                  <a:lnTo>
                    <a:pt x="142239" y="252730"/>
                  </a:lnTo>
                  <a:lnTo>
                    <a:pt x="197147" y="250269"/>
                  </a:lnTo>
                  <a:lnTo>
                    <a:pt x="242411" y="243522"/>
                  </a:lnTo>
                  <a:lnTo>
                    <a:pt x="273149" y="233441"/>
                  </a:lnTo>
                  <a:lnTo>
                    <a:pt x="284479" y="220980"/>
                  </a:lnTo>
                  <a:lnTo>
                    <a:pt x="284479" y="218023"/>
                  </a:lnTo>
                  <a:lnTo>
                    <a:pt x="284479" y="197326"/>
                  </a:lnTo>
                  <a:lnTo>
                    <a:pt x="284479" y="141148"/>
                  </a:lnTo>
                  <a:lnTo>
                    <a:pt x="284479" y="31750"/>
                  </a:lnTo>
                  <a:lnTo>
                    <a:pt x="273149" y="19288"/>
                  </a:lnTo>
                  <a:lnTo>
                    <a:pt x="242411" y="9207"/>
                  </a:lnTo>
                  <a:lnTo>
                    <a:pt x="197147" y="2460"/>
                  </a:lnTo>
                  <a:lnTo>
                    <a:pt x="142239" y="0"/>
                  </a:lnTo>
                  <a:close/>
                </a:path>
              </a:pathLst>
            </a:custGeom>
            <a:ln w="646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44" name="object 164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819910" y="5241289"/>
              <a:ext cx="285750" cy="64769"/>
            </a:xfrm>
            <a:prstGeom prst="rect">
              <a:avLst/>
            </a:prstGeom>
          </p:spPr>
        </p:pic>
        <p:sp>
          <p:nvSpPr>
            <p:cNvPr id="1645" name="object 1645"/>
            <p:cNvSpPr/>
            <p:nvPr/>
          </p:nvSpPr>
          <p:spPr>
            <a:xfrm>
              <a:off x="1819910" y="5241289"/>
              <a:ext cx="284480" cy="63500"/>
            </a:xfrm>
            <a:custGeom>
              <a:avLst/>
              <a:gdLst/>
              <a:ahLst/>
              <a:cxnLst/>
              <a:rect l="l" t="t" r="r" b="b"/>
              <a:pathLst>
                <a:path w="284480" h="63500">
                  <a:moveTo>
                    <a:pt x="142239" y="0"/>
                  </a:moveTo>
                  <a:lnTo>
                    <a:pt x="87332" y="2460"/>
                  </a:lnTo>
                  <a:lnTo>
                    <a:pt x="42068" y="9207"/>
                  </a:lnTo>
                  <a:lnTo>
                    <a:pt x="11330" y="19288"/>
                  </a:lnTo>
                  <a:lnTo>
                    <a:pt x="0" y="31750"/>
                  </a:lnTo>
                  <a:lnTo>
                    <a:pt x="11330" y="44211"/>
                  </a:lnTo>
                  <a:lnTo>
                    <a:pt x="42068" y="54292"/>
                  </a:lnTo>
                  <a:lnTo>
                    <a:pt x="87332" y="61039"/>
                  </a:lnTo>
                  <a:lnTo>
                    <a:pt x="142239" y="63500"/>
                  </a:lnTo>
                  <a:lnTo>
                    <a:pt x="197147" y="61039"/>
                  </a:lnTo>
                  <a:lnTo>
                    <a:pt x="242411" y="54292"/>
                  </a:lnTo>
                  <a:lnTo>
                    <a:pt x="273149" y="44211"/>
                  </a:lnTo>
                  <a:lnTo>
                    <a:pt x="284479" y="31750"/>
                  </a:lnTo>
                  <a:lnTo>
                    <a:pt x="273149" y="19288"/>
                  </a:lnTo>
                  <a:lnTo>
                    <a:pt x="242411" y="9207"/>
                  </a:lnTo>
                  <a:lnTo>
                    <a:pt x="197147" y="2460"/>
                  </a:lnTo>
                  <a:lnTo>
                    <a:pt x="142239" y="0"/>
                  </a:lnTo>
                  <a:close/>
                </a:path>
              </a:pathLst>
            </a:custGeom>
            <a:ln w="646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6" name="object 1646"/>
            <p:cNvSpPr/>
            <p:nvPr/>
          </p:nvSpPr>
          <p:spPr>
            <a:xfrm>
              <a:off x="2095500" y="4525009"/>
              <a:ext cx="8890" cy="260350"/>
            </a:xfrm>
            <a:custGeom>
              <a:avLst/>
              <a:gdLst/>
              <a:ahLst/>
              <a:cxnLst/>
              <a:rect l="l" t="t" r="r" b="b"/>
              <a:pathLst>
                <a:path w="8889" h="260350">
                  <a:moveTo>
                    <a:pt x="8889" y="260350"/>
                  </a:moveTo>
                  <a:lnTo>
                    <a:pt x="0" y="0"/>
                  </a:lnTo>
                </a:path>
              </a:pathLst>
            </a:custGeom>
            <a:ln w="2839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47" name="object 1647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914400" y="3870959"/>
              <a:ext cx="2438400" cy="685800"/>
            </a:xfrm>
            <a:prstGeom prst="rect">
              <a:avLst/>
            </a:prstGeom>
          </p:spPr>
        </p:pic>
      </p:grpSp>
      <p:sp>
        <p:nvSpPr>
          <p:cNvPr id="1648" name="object 1648"/>
          <p:cNvSpPr txBox="1"/>
          <p:nvPr/>
        </p:nvSpPr>
        <p:spPr>
          <a:xfrm>
            <a:off x="1478280" y="3962400"/>
            <a:ext cx="123317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b="1" spc="-10" dirty="0">
                <a:solidFill>
                  <a:srgbClr val="FFFFFF"/>
                </a:solidFill>
                <a:latin typeface="Arial"/>
                <a:cs typeface="Arial"/>
              </a:rPr>
              <a:t>Production</a:t>
            </a:r>
            <a:endParaRPr sz="1800">
              <a:latin typeface="Arial"/>
              <a:cs typeface="Arial"/>
            </a:endParaRPr>
          </a:p>
        </p:txBody>
      </p:sp>
      <p:sp>
        <p:nvSpPr>
          <p:cNvPr id="1649" name="object 1649"/>
          <p:cNvSpPr txBox="1"/>
          <p:nvPr/>
        </p:nvSpPr>
        <p:spPr>
          <a:xfrm>
            <a:off x="1847850" y="4236720"/>
            <a:ext cx="4953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b="1" spc="-25" dirty="0">
                <a:solidFill>
                  <a:srgbClr val="FFFFFF"/>
                </a:solidFill>
                <a:latin typeface="Arial"/>
                <a:cs typeface="Arial"/>
              </a:rPr>
              <a:t>LAN</a:t>
            </a:r>
            <a:endParaRPr sz="1800">
              <a:latin typeface="Arial"/>
              <a:cs typeface="Arial"/>
            </a:endParaRPr>
          </a:p>
        </p:txBody>
      </p:sp>
      <p:grpSp>
        <p:nvGrpSpPr>
          <p:cNvPr id="1650" name="object 1650"/>
          <p:cNvGrpSpPr/>
          <p:nvPr/>
        </p:nvGrpSpPr>
        <p:grpSpPr>
          <a:xfrm>
            <a:off x="1520507" y="1581467"/>
            <a:ext cx="464184" cy="540385"/>
            <a:chOff x="1520507" y="1581467"/>
            <a:chExt cx="464184" cy="540385"/>
          </a:xfrm>
        </p:grpSpPr>
        <p:sp>
          <p:nvSpPr>
            <p:cNvPr id="1651" name="object 1651"/>
            <p:cNvSpPr/>
            <p:nvPr/>
          </p:nvSpPr>
          <p:spPr>
            <a:xfrm>
              <a:off x="1523999" y="1584960"/>
              <a:ext cx="457200" cy="533400"/>
            </a:xfrm>
            <a:custGeom>
              <a:avLst/>
              <a:gdLst/>
              <a:ahLst/>
              <a:cxnLst/>
              <a:rect l="l" t="t" r="r" b="b"/>
              <a:pathLst>
                <a:path w="457200" h="533400">
                  <a:moveTo>
                    <a:pt x="412750" y="0"/>
                  </a:moveTo>
                  <a:lnTo>
                    <a:pt x="43180" y="0"/>
                  </a:lnTo>
                  <a:lnTo>
                    <a:pt x="27324" y="3710"/>
                  </a:lnTo>
                  <a:lnTo>
                    <a:pt x="13493" y="13493"/>
                  </a:lnTo>
                  <a:lnTo>
                    <a:pt x="3710" y="27324"/>
                  </a:lnTo>
                  <a:lnTo>
                    <a:pt x="0" y="43179"/>
                  </a:lnTo>
                  <a:lnTo>
                    <a:pt x="0" y="488950"/>
                  </a:lnTo>
                  <a:lnTo>
                    <a:pt x="3710" y="505003"/>
                  </a:lnTo>
                  <a:lnTo>
                    <a:pt x="13493" y="519271"/>
                  </a:lnTo>
                  <a:lnTo>
                    <a:pt x="27324" y="529490"/>
                  </a:lnTo>
                  <a:lnTo>
                    <a:pt x="43180" y="533400"/>
                  </a:lnTo>
                  <a:lnTo>
                    <a:pt x="412750" y="533400"/>
                  </a:lnTo>
                  <a:lnTo>
                    <a:pt x="429339" y="529490"/>
                  </a:lnTo>
                  <a:lnTo>
                    <a:pt x="443547" y="519271"/>
                  </a:lnTo>
                  <a:lnTo>
                    <a:pt x="453469" y="505003"/>
                  </a:lnTo>
                  <a:lnTo>
                    <a:pt x="457200" y="488950"/>
                  </a:lnTo>
                  <a:lnTo>
                    <a:pt x="457200" y="43179"/>
                  </a:lnTo>
                  <a:lnTo>
                    <a:pt x="453469" y="27324"/>
                  </a:lnTo>
                  <a:lnTo>
                    <a:pt x="443547" y="13493"/>
                  </a:lnTo>
                  <a:lnTo>
                    <a:pt x="429339" y="3710"/>
                  </a:lnTo>
                  <a:lnTo>
                    <a:pt x="412750" y="0"/>
                  </a:lnTo>
                  <a:close/>
                </a:path>
              </a:pathLst>
            </a:custGeom>
            <a:solidFill>
              <a:srgbClr val="BBA7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2" name="object 1652"/>
            <p:cNvSpPr/>
            <p:nvPr/>
          </p:nvSpPr>
          <p:spPr>
            <a:xfrm>
              <a:off x="1523999" y="1584960"/>
              <a:ext cx="457200" cy="533400"/>
            </a:xfrm>
            <a:custGeom>
              <a:avLst/>
              <a:gdLst/>
              <a:ahLst/>
              <a:cxnLst/>
              <a:rect l="l" t="t" r="r" b="b"/>
              <a:pathLst>
                <a:path w="457200" h="533400">
                  <a:moveTo>
                    <a:pt x="43180" y="0"/>
                  </a:moveTo>
                  <a:lnTo>
                    <a:pt x="27324" y="3710"/>
                  </a:lnTo>
                  <a:lnTo>
                    <a:pt x="13493" y="13493"/>
                  </a:lnTo>
                  <a:lnTo>
                    <a:pt x="3710" y="27324"/>
                  </a:lnTo>
                  <a:lnTo>
                    <a:pt x="0" y="43179"/>
                  </a:lnTo>
                  <a:lnTo>
                    <a:pt x="0" y="50145"/>
                  </a:lnTo>
                  <a:lnTo>
                    <a:pt x="0" y="98901"/>
                  </a:lnTo>
                  <a:lnTo>
                    <a:pt x="0" y="231239"/>
                  </a:lnTo>
                  <a:lnTo>
                    <a:pt x="0" y="488950"/>
                  </a:lnTo>
                  <a:lnTo>
                    <a:pt x="3710" y="505003"/>
                  </a:lnTo>
                  <a:lnTo>
                    <a:pt x="13493" y="519271"/>
                  </a:lnTo>
                  <a:lnTo>
                    <a:pt x="27324" y="529490"/>
                  </a:lnTo>
                  <a:lnTo>
                    <a:pt x="43180" y="533400"/>
                  </a:lnTo>
                  <a:lnTo>
                    <a:pt x="48954" y="533400"/>
                  </a:lnTo>
                  <a:lnTo>
                    <a:pt x="89376" y="533400"/>
                  </a:lnTo>
                  <a:lnTo>
                    <a:pt x="199092" y="533400"/>
                  </a:lnTo>
                  <a:lnTo>
                    <a:pt x="412750" y="533400"/>
                  </a:lnTo>
                  <a:lnTo>
                    <a:pt x="429339" y="529490"/>
                  </a:lnTo>
                  <a:lnTo>
                    <a:pt x="443547" y="519271"/>
                  </a:lnTo>
                  <a:lnTo>
                    <a:pt x="453469" y="505003"/>
                  </a:lnTo>
                  <a:lnTo>
                    <a:pt x="457200" y="488950"/>
                  </a:lnTo>
                  <a:lnTo>
                    <a:pt x="457200" y="481984"/>
                  </a:lnTo>
                  <a:lnTo>
                    <a:pt x="457200" y="433228"/>
                  </a:lnTo>
                  <a:lnTo>
                    <a:pt x="457200" y="300890"/>
                  </a:lnTo>
                  <a:lnTo>
                    <a:pt x="457200" y="43179"/>
                  </a:lnTo>
                  <a:lnTo>
                    <a:pt x="453469" y="27324"/>
                  </a:lnTo>
                  <a:lnTo>
                    <a:pt x="443547" y="13493"/>
                  </a:lnTo>
                  <a:lnTo>
                    <a:pt x="429339" y="3710"/>
                  </a:lnTo>
                  <a:lnTo>
                    <a:pt x="412750" y="0"/>
                  </a:lnTo>
                  <a:lnTo>
                    <a:pt x="406975" y="0"/>
                  </a:lnTo>
                  <a:lnTo>
                    <a:pt x="366553" y="0"/>
                  </a:lnTo>
                  <a:lnTo>
                    <a:pt x="256837" y="0"/>
                  </a:lnTo>
                  <a:lnTo>
                    <a:pt x="43180" y="0"/>
                  </a:lnTo>
                  <a:close/>
                </a:path>
              </a:pathLst>
            </a:custGeom>
            <a:ln w="646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3" name="object 1653"/>
            <p:cNvSpPr/>
            <p:nvPr/>
          </p:nvSpPr>
          <p:spPr>
            <a:xfrm>
              <a:off x="1581149" y="1631950"/>
              <a:ext cx="342900" cy="194310"/>
            </a:xfrm>
            <a:custGeom>
              <a:avLst/>
              <a:gdLst/>
              <a:ahLst/>
              <a:cxnLst/>
              <a:rect l="l" t="t" r="r" b="b"/>
              <a:pathLst>
                <a:path w="342900" h="194310">
                  <a:moveTo>
                    <a:pt x="342900" y="0"/>
                  </a:moveTo>
                  <a:lnTo>
                    <a:pt x="0" y="0"/>
                  </a:lnTo>
                  <a:lnTo>
                    <a:pt x="0" y="194310"/>
                  </a:lnTo>
                  <a:lnTo>
                    <a:pt x="171450" y="194310"/>
                  </a:lnTo>
                  <a:lnTo>
                    <a:pt x="342900" y="194310"/>
                  </a:lnTo>
                  <a:lnTo>
                    <a:pt x="342900" y="0"/>
                  </a:lnTo>
                  <a:close/>
                </a:path>
              </a:pathLst>
            </a:custGeom>
            <a:solidFill>
              <a:srgbClr val="FF9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4" name="object 1654"/>
            <p:cNvSpPr/>
            <p:nvPr/>
          </p:nvSpPr>
          <p:spPr>
            <a:xfrm>
              <a:off x="1581149" y="1631950"/>
              <a:ext cx="342900" cy="194310"/>
            </a:xfrm>
            <a:custGeom>
              <a:avLst/>
              <a:gdLst/>
              <a:ahLst/>
              <a:cxnLst/>
              <a:rect l="l" t="t" r="r" b="b"/>
              <a:pathLst>
                <a:path w="342900" h="194310">
                  <a:moveTo>
                    <a:pt x="171450" y="194310"/>
                  </a:moveTo>
                  <a:lnTo>
                    <a:pt x="0" y="194310"/>
                  </a:lnTo>
                  <a:lnTo>
                    <a:pt x="0" y="0"/>
                  </a:lnTo>
                  <a:lnTo>
                    <a:pt x="342900" y="0"/>
                  </a:lnTo>
                  <a:lnTo>
                    <a:pt x="342900" y="194310"/>
                  </a:lnTo>
                  <a:lnTo>
                    <a:pt x="171450" y="194310"/>
                  </a:lnTo>
                  <a:close/>
                </a:path>
              </a:pathLst>
            </a:custGeom>
            <a:ln w="93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55" name="object 1655"/>
          <p:cNvSpPr txBox="1"/>
          <p:nvPr/>
        </p:nvSpPr>
        <p:spPr>
          <a:xfrm>
            <a:off x="1129030" y="1625600"/>
            <a:ext cx="79184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69265" algn="l"/>
              </a:tabLst>
            </a:pPr>
            <a:r>
              <a:rPr sz="1200" b="1" spc="-25" dirty="0">
                <a:solidFill>
                  <a:srgbClr val="FFFFFF"/>
                </a:solidFill>
                <a:latin typeface="Arial"/>
                <a:cs typeface="Arial"/>
              </a:rPr>
              <a:t>APP</a:t>
            </a:r>
            <a:r>
              <a:rPr sz="1200" b="1" dirty="0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sz="1200" b="1" spc="-25" dirty="0">
                <a:solidFill>
                  <a:srgbClr val="FFFFFF"/>
                </a:solidFill>
                <a:latin typeface="Arial"/>
                <a:cs typeface="Arial"/>
              </a:rPr>
              <a:t>APP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1656" name="object 1656"/>
          <p:cNvGrpSpPr/>
          <p:nvPr/>
        </p:nvGrpSpPr>
        <p:grpSpPr>
          <a:xfrm>
            <a:off x="1576387" y="1581467"/>
            <a:ext cx="2008505" cy="540385"/>
            <a:chOff x="1576387" y="1581467"/>
            <a:chExt cx="2008505" cy="540385"/>
          </a:xfrm>
        </p:grpSpPr>
        <p:sp>
          <p:nvSpPr>
            <p:cNvPr id="1657" name="object 1657"/>
            <p:cNvSpPr/>
            <p:nvPr/>
          </p:nvSpPr>
          <p:spPr>
            <a:xfrm>
              <a:off x="1581150" y="1875790"/>
              <a:ext cx="342900" cy="193040"/>
            </a:xfrm>
            <a:custGeom>
              <a:avLst/>
              <a:gdLst/>
              <a:ahLst/>
              <a:cxnLst/>
              <a:rect l="l" t="t" r="r" b="b"/>
              <a:pathLst>
                <a:path w="342900" h="193039">
                  <a:moveTo>
                    <a:pt x="342900" y="0"/>
                  </a:moveTo>
                  <a:lnTo>
                    <a:pt x="0" y="0"/>
                  </a:lnTo>
                  <a:lnTo>
                    <a:pt x="0" y="193039"/>
                  </a:lnTo>
                  <a:lnTo>
                    <a:pt x="171450" y="193039"/>
                  </a:lnTo>
                  <a:lnTo>
                    <a:pt x="342900" y="193039"/>
                  </a:lnTo>
                  <a:lnTo>
                    <a:pt x="342900" y="0"/>
                  </a:lnTo>
                  <a:close/>
                </a:path>
              </a:pathLst>
            </a:custGeom>
            <a:solidFill>
              <a:srgbClr val="5890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8" name="object 1658"/>
            <p:cNvSpPr/>
            <p:nvPr/>
          </p:nvSpPr>
          <p:spPr>
            <a:xfrm>
              <a:off x="1581150" y="1875790"/>
              <a:ext cx="342900" cy="193040"/>
            </a:xfrm>
            <a:custGeom>
              <a:avLst/>
              <a:gdLst/>
              <a:ahLst/>
              <a:cxnLst/>
              <a:rect l="l" t="t" r="r" b="b"/>
              <a:pathLst>
                <a:path w="342900" h="193039">
                  <a:moveTo>
                    <a:pt x="171450" y="193039"/>
                  </a:moveTo>
                  <a:lnTo>
                    <a:pt x="0" y="193039"/>
                  </a:lnTo>
                  <a:lnTo>
                    <a:pt x="0" y="0"/>
                  </a:lnTo>
                  <a:lnTo>
                    <a:pt x="342900" y="0"/>
                  </a:lnTo>
                  <a:lnTo>
                    <a:pt x="342900" y="193039"/>
                  </a:lnTo>
                  <a:lnTo>
                    <a:pt x="171450" y="193039"/>
                  </a:lnTo>
                  <a:close/>
                </a:path>
              </a:pathLst>
            </a:custGeom>
            <a:ln w="93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9" name="object 1659"/>
            <p:cNvSpPr/>
            <p:nvPr/>
          </p:nvSpPr>
          <p:spPr>
            <a:xfrm>
              <a:off x="2209800" y="1584960"/>
              <a:ext cx="457200" cy="533400"/>
            </a:xfrm>
            <a:custGeom>
              <a:avLst/>
              <a:gdLst/>
              <a:ahLst/>
              <a:cxnLst/>
              <a:rect l="l" t="t" r="r" b="b"/>
              <a:pathLst>
                <a:path w="457200" h="533400">
                  <a:moveTo>
                    <a:pt x="412750" y="0"/>
                  </a:moveTo>
                  <a:lnTo>
                    <a:pt x="43180" y="0"/>
                  </a:lnTo>
                  <a:lnTo>
                    <a:pt x="27324" y="3710"/>
                  </a:lnTo>
                  <a:lnTo>
                    <a:pt x="13493" y="13493"/>
                  </a:lnTo>
                  <a:lnTo>
                    <a:pt x="3710" y="27324"/>
                  </a:lnTo>
                  <a:lnTo>
                    <a:pt x="0" y="43179"/>
                  </a:lnTo>
                  <a:lnTo>
                    <a:pt x="0" y="488950"/>
                  </a:lnTo>
                  <a:lnTo>
                    <a:pt x="3710" y="505003"/>
                  </a:lnTo>
                  <a:lnTo>
                    <a:pt x="13493" y="519271"/>
                  </a:lnTo>
                  <a:lnTo>
                    <a:pt x="27324" y="529490"/>
                  </a:lnTo>
                  <a:lnTo>
                    <a:pt x="43180" y="533400"/>
                  </a:lnTo>
                  <a:lnTo>
                    <a:pt x="412750" y="533400"/>
                  </a:lnTo>
                  <a:lnTo>
                    <a:pt x="429339" y="529490"/>
                  </a:lnTo>
                  <a:lnTo>
                    <a:pt x="443547" y="519271"/>
                  </a:lnTo>
                  <a:lnTo>
                    <a:pt x="453469" y="505003"/>
                  </a:lnTo>
                  <a:lnTo>
                    <a:pt x="457200" y="488950"/>
                  </a:lnTo>
                  <a:lnTo>
                    <a:pt x="457200" y="43179"/>
                  </a:lnTo>
                  <a:lnTo>
                    <a:pt x="453469" y="27324"/>
                  </a:lnTo>
                  <a:lnTo>
                    <a:pt x="443547" y="13493"/>
                  </a:lnTo>
                  <a:lnTo>
                    <a:pt x="429339" y="3710"/>
                  </a:lnTo>
                  <a:lnTo>
                    <a:pt x="412750" y="0"/>
                  </a:lnTo>
                  <a:close/>
                </a:path>
              </a:pathLst>
            </a:custGeom>
            <a:solidFill>
              <a:srgbClr val="BBA7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0" name="object 1660"/>
            <p:cNvSpPr/>
            <p:nvPr/>
          </p:nvSpPr>
          <p:spPr>
            <a:xfrm>
              <a:off x="2209800" y="1584960"/>
              <a:ext cx="457200" cy="533400"/>
            </a:xfrm>
            <a:custGeom>
              <a:avLst/>
              <a:gdLst/>
              <a:ahLst/>
              <a:cxnLst/>
              <a:rect l="l" t="t" r="r" b="b"/>
              <a:pathLst>
                <a:path w="457200" h="533400">
                  <a:moveTo>
                    <a:pt x="43180" y="0"/>
                  </a:moveTo>
                  <a:lnTo>
                    <a:pt x="27324" y="3710"/>
                  </a:lnTo>
                  <a:lnTo>
                    <a:pt x="13493" y="13493"/>
                  </a:lnTo>
                  <a:lnTo>
                    <a:pt x="3710" y="27324"/>
                  </a:lnTo>
                  <a:lnTo>
                    <a:pt x="0" y="43179"/>
                  </a:lnTo>
                  <a:lnTo>
                    <a:pt x="0" y="50145"/>
                  </a:lnTo>
                  <a:lnTo>
                    <a:pt x="0" y="98901"/>
                  </a:lnTo>
                  <a:lnTo>
                    <a:pt x="0" y="231239"/>
                  </a:lnTo>
                  <a:lnTo>
                    <a:pt x="0" y="488950"/>
                  </a:lnTo>
                  <a:lnTo>
                    <a:pt x="3710" y="505003"/>
                  </a:lnTo>
                  <a:lnTo>
                    <a:pt x="13493" y="519271"/>
                  </a:lnTo>
                  <a:lnTo>
                    <a:pt x="27324" y="529490"/>
                  </a:lnTo>
                  <a:lnTo>
                    <a:pt x="43180" y="533400"/>
                  </a:lnTo>
                  <a:lnTo>
                    <a:pt x="48954" y="533400"/>
                  </a:lnTo>
                  <a:lnTo>
                    <a:pt x="89376" y="533400"/>
                  </a:lnTo>
                  <a:lnTo>
                    <a:pt x="199092" y="533400"/>
                  </a:lnTo>
                  <a:lnTo>
                    <a:pt x="412750" y="533400"/>
                  </a:lnTo>
                  <a:lnTo>
                    <a:pt x="429339" y="529490"/>
                  </a:lnTo>
                  <a:lnTo>
                    <a:pt x="443547" y="519271"/>
                  </a:lnTo>
                  <a:lnTo>
                    <a:pt x="453469" y="505003"/>
                  </a:lnTo>
                  <a:lnTo>
                    <a:pt x="457200" y="488950"/>
                  </a:lnTo>
                  <a:lnTo>
                    <a:pt x="457200" y="481984"/>
                  </a:lnTo>
                  <a:lnTo>
                    <a:pt x="457200" y="433228"/>
                  </a:lnTo>
                  <a:lnTo>
                    <a:pt x="457200" y="300890"/>
                  </a:lnTo>
                  <a:lnTo>
                    <a:pt x="457200" y="43179"/>
                  </a:lnTo>
                  <a:lnTo>
                    <a:pt x="453469" y="27324"/>
                  </a:lnTo>
                  <a:lnTo>
                    <a:pt x="443547" y="13493"/>
                  </a:lnTo>
                  <a:lnTo>
                    <a:pt x="429339" y="3710"/>
                  </a:lnTo>
                  <a:lnTo>
                    <a:pt x="412750" y="0"/>
                  </a:lnTo>
                  <a:lnTo>
                    <a:pt x="406975" y="0"/>
                  </a:lnTo>
                  <a:lnTo>
                    <a:pt x="366553" y="0"/>
                  </a:lnTo>
                  <a:lnTo>
                    <a:pt x="256837" y="0"/>
                  </a:lnTo>
                  <a:lnTo>
                    <a:pt x="43180" y="0"/>
                  </a:lnTo>
                  <a:close/>
                </a:path>
              </a:pathLst>
            </a:custGeom>
            <a:ln w="646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1" name="object 1661"/>
            <p:cNvSpPr/>
            <p:nvPr/>
          </p:nvSpPr>
          <p:spPr>
            <a:xfrm>
              <a:off x="2266950" y="1631950"/>
              <a:ext cx="342900" cy="194310"/>
            </a:xfrm>
            <a:custGeom>
              <a:avLst/>
              <a:gdLst/>
              <a:ahLst/>
              <a:cxnLst/>
              <a:rect l="l" t="t" r="r" b="b"/>
              <a:pathLst>
                <a:path w="342900" h="194310">
                  <a:moveTo>
                    <a:pt x="342900" y="0"/>
                  </a:moveTo>
                  <a:lnTo>
                    <a:pt x="0" y="0"/>
                  </a:lnTo>
                  <a:lnTo>
                    <a:pt x="0" y="194310"/>
                  </a:lnTo>
                  <a:lnTo>
                    <a:pt x="171450" y="194310"/>
                  </a:lnTo>
                  <a:lnTo>
                    <a:pt x="342900" y="194310"/>
                  </a:lnTo>
                  <a:lnTo>
                    <a:pt x="342900" y="0"/>
                  </a:lnTo>
                  <a:close/>
                </a:path>
              </a:pathLst>
            </a:custGeom>
            <a:solidFill>
              <a:srgbClr val="FF9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2" name="object 1662"/>
            <p:cNvSpPr/>
            <p:nvPr/>
          </p:nvSpPr>
          <p:spPr>
            <a:xfrm>
              <a:off x="2266950" y="1631950"/>
              <a:ext cx="342900" cy="194310"/>
            </a:xfrm>
            <a:custGeom>
              <a:avLst/>
              <a:gdLst/>
              <a:ahLst/>
              <a:cxnLst/>
              <a:rect l="l" t="t" r="r" b="b"/>
              <a:pathLst>
                <a:path w="342900" h="194310">
                  <a:moveTo>
                    <a:pt x="171450" y="194310"/>
                  </a:moveTo>
                  <a:lnTo>
                    <a:pt x="0" y="194310"/>
                  </a:lnTo>
                  <a:lnTo>
                    <a:pt x="0" y="0"/>
                  </a:lnTo>
                  <a:lnTo>
                    <a:pt x="342900" y="0"/>
                  </a:lnTo>
                  <a:lnTo>
                    <a:pt x="342900" y="194310"/>
                  </a:lnTo>
                  <a:lnTo>
                    <a:pt x="171450" y="194310"/>
                  </a:lnTo>
                  <a:close/>
                </a:path>
              </a:pathLst>
            </a:custGeom>
            <a:ln w="93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3" name="object 1663"/>
            <p:cNvSpPr/>
            <p:nvPr/>
          </p:nvSpPr>
          <p:spPr>
            <a:xfrm>
              <a:off x="2266950" y="1875790"/>
              <a:ext cx="342900" cy="193040"/>
            </a:xfrm>
            <a:custGeom>
              <a:avLst/>
              <a:gdLst/>
              <a:ahLst/>
              <a:cxnLst/>
              <a:rect l="l" t="t" r="r" b="b"/>
              <a:pathLst>
                <a:path w="342900" h="193039">
                  <a:moveTo>
                    <a:pt x="342900" y="0"/>
                  </a:moveTo>
                  <a:lnTo>
                    <a:pt x="0" y="0"/>
                  </a:lnTo>
                  <a:lnTo>
                    <a:pt x="0" y="193039"/>
                  </a:lnTo>
                  <a:lnTo>
                    <a:pt x="171450" y="193039"/>
                  </a:lnTo>
                  <a:lnTo>
                    <a:pt x="342900" y="193039"/>
                  </a:lnTo>
                  <a:lnTo>
                    <a:pt x="342900" y="0"/>
                  </a:lnTo>
                  <a:close/>
                </a:path>
              </a:pathLst>
            </a:custGeom>
            <a:solidFill>
              <a:srgbClr val="5890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4" name="object 1664"/>
            <p:cNvSpPr/>
            <p:nvPr/>
          </p:nvSpPr>
          <p:spPr>
            <a:xfrm>
              <a:off x="2266950" y="1875790"/>
              <a:ext cx="342900" cy="193040"/>
            </a:xfrm>
            <a:custGeom>
              <a:avLst/>
              <a:gdLst/>
              <a:ahLst/>
              <a:cxnLst/>
              <a:rect l="l" t="t" r="r" b="b"/>
              <a:pathLst>
                <a:path w="342900" h="193039">
                  <a:moveTo>
                    <a:pt x="171450" y="193039"/>
                  </a:moveTo>
                  <a:lnTo>
                    <a:pt x="0" y="193039"/>
                  </a:lnTo>
                  <a:lnTo>
                    <a:pt x="0" y="0"/>
                  </a:lnTo>
                  <a:lnTo>
                    <a:pt x="342900" y="0"/>
                  </a:lnTo>
                  <a:lnTo>
                    <a:pt x="342900" y="193039"/>
                  </a:lnTo>
                  <a:lnTo>
                    <a:pt x="171450" y="193039"/>
                  </a:lnTo>
                  <a:close/>
                </a:path>
              </a:pathLst>
            </a:custGeom>
            <a:ln w="93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5" name="object 1665"/>
            <p:cNvSpPr/>
            <p:nvPr/>
          </p:nvSpPr>
          <p:spPr>
            <a:xfrm>
              <a:off x="2667000" y="1584960"/>
              <a:ext cx="457200" cy="533400"/>
            </a:xfrm>
            <a:custGeom>
              <a:avLst/>
              <a:gdLst/>
              <a:ahLst/>
              <a:cxnLst/>
              <a:rect l="l" t="t" r="r" b="b"/>
              <a:pathLst>
                <a:path w="457200" h="533400">
                  <a:moveTo>
                    <a:pt x="412750" y="0"/>
                  </a:moveTo>
                  <a:lnTo>
                    <a:pt x="43180" y="0"/>
                  </a:lnTo>
                  <a:lnTo>
                    <a:pt x="27324" y="3710"/>
                  </a:lnTo>
                  <a:lnTo>
                    <a:pt x="13493" y="13493"/>
                  </a:lnTo>
                  <a:lnTo>
                    <a:pt x="3710" y="27324"/>
                  </a:lnTo>
                  <a:lnTo>
                    <a:pt x="0" y="43179"/>
                  </a:lnTo>
                  <a:lnTo>
                    <a:pt x="0" y="488950"/>
                  </a:lnTo>
                  <a:lnTo>
                    <a:pt x="3710" y="505003"/>
                  </a:lnTo>
                  <a:lnTo>
                    <a:pt x="13493" y="519271"/>
                  </a:lnTo>
                  <a:lnTo>
                    <a:pt x="27324" y="529490"/>
                  </a:lnTo>
                  <a:lnTo>
                    <a:pt x="43180" y="533400"/>
                  </a:lnTo>
                  <a:lnTo>
                    <a:pt x="412750" y="533400"/>
                  </a:lnTo>
                  <a:lnTo>
                    <a:pt x="429339" y="529490"/>
                  </a:lnTo>
                  <a:lnTo>
                    <a:pt x="443547" y="519271"/>
                  </a:lnTo>
                  <a:lnTo>
                    <a:pt x="453469" y="505003"/>
                  </a:lnTo>
                  <a:lnTo>
                    <a:pt x="457200" y="488950"/>
                  </a:lnTo>
                  <a:lnTo>
                    <a:pt x="457200" y="43179"/>
                  </a:lnTo>
                  <a:lnTo>
                    <a:pt x="453469" y="27324"/>
                  </a:lnTo>
                  <a:lnTo>
                    <a:pt x="443547" y="13493"/>
                  </a:lnTo>
                  <a:lnTo>
                    <a:pt x="429339" y="3710"/>
                  </a:lnTo>
                  <a:lnTo>
                    <a:pt x="412750" y="0"/>
                  </a:lnTo>
                  <a:close/>
                </a:path>
              </a:pathLst>
            </a:custGeom>
            <a:solidFill>
              <a:srgbClr val="BBA7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6" name="object 1666"/>
            <p:cNvSpPr/>
            <p:nvPr/>
          </p:nvSpPr>
          <p:spPr>
            <a:xfrm>
              <a:off x="2667000" y="1584960"/>
              <a:ext cx="457200" cy="533400"/>
            </a:xfrm>
            <a:custGeom>
              <a:avLst/>
              <a:gdLst/>
              <a:ahLst/>
              <a:cxnLst/>
              <a:rect l="l" t="t" r="r" b="b"/>
              <a:pathLst>
                <a:path w="457200" h="533400">
                  <a:moveTo>
                    <a:pt x="43180" y="0"/>
                  </a:moveTo>
                  <a:lnTo>
                    <a:pt x="27324" y="3710"/>
                  </a:lnTo>
                  <a:lnTo>
                    <a:pt x="13493" y="13493"/>
                  </a:lnTo>
                  <a:lnTo>
                    <a:pt x="3710" y="27324"/>
                  </a:lnTo>
                  <a:lnTo>
                    <a:pt x="0" y="43179"/>
                  </a:lnTo>
                  <a:lnTo>
                    <a:pt x="0" y="50145"/>
                  </a:lnTo>
                  <a:lnTo>
                    <a:pt x="0" y="98901"/>
                  </a:lnTo>
                  <a:lnTo>
                    <a:pt x="0" y="231239"/>
                  </a:lnTo>
                  <a:lnTo>
                    <a:pt x="0" y="488950"/>
                  </a:lnTo>
                  <a:lnTo>
                    <a:pt x="3710" y="505003"/>
                  </a:lnTo>
                  <a:lnTo>
                    <a:pt x="13493" y="519271"/>
                  </a:lnTo>
                  <a:lnTo>
                    <a:pt x="27324" y="529490"/>
                  </a:lnTo>
                  <a:lnTo>
                    <a:pt x="43180" y="533400"/>
                  </a:lnTo>
                  <a:lnTo>
                    <a:pt x="48954" y="533400"/>
                  </a:lnTo>
                  <a:lnTo>
                    <a:pt x="89376" y="533400"/>
                  </a:lnTo>
                  <a:lnTo>
                    <a:pt x="199092" y="533400"/>
                  </a:lnTo>
                  <a:lnTo>
                    <a:pt x="412750" y="533400"/>
                  </a:lnTo>
                  <a:lnTo>
                    <a:pt x="429339" y="529490"/>
                  </a:lnTo>
                  <a:lnTo>
                    <a:pt x="443547" y="519271"/>
                  </a:lnTo>
                  <a:lnTo>
                    <a:pt x="453469" y="505003"/>
                  </a:lnTo>
                  <a:lnTo>
                    <a:pt x="457200" y="488950"/>
                  </a:lnTo>
                  <a:lnTo>
                    <a:pt x="457200" y="481984"/>
                  </a:lnTo>
                  <a:lnTo>
                    <a:pt x="457200" y="433228"/>
                  </a:lnTo>
                  <a:lnTo>
                    <a:pt x="457200" y="300890"/>
                  </a:lnTo>
                  <a:lnTo>
                    <a:pt x="457200" y="43179"/>
                  </a:lnTo>
                  <a:lnTo>
                    <a:pt x="453469" y="27324"/>
                  </a:lnTo>
                  <a:lnTo>
                    <a:pt x="443547" y="13493"/>
                  </a:lnTo>
                  <a:lnTo>
                    <a:pt x="429339" y="3710"/>
                  </a:lnTo>
                  <a:lnTo>
                    <a:pt x="412750" y="0"/>
                  </a:lnTo>
                  <a:lnTo>
                    <a:pt x="406975" y="0"/>
                  </a:lnTo>
                  <a:lnTo>
                    <a:pt x="366553" y="0"/>
                  </a:lnTo>
                  <a:lnTo>
                    <a:pt x="256837" y="0"/>
                  </a:lnTo>
                  <a:lnTo>
                    <a:pt x="43180" y="0"/>
                  </a:lnTo>
                  <a:close/>
                </a:path>
              </a:pathLst>
            </a:custGeom>
            <a:ln w="646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7" name="object 1667"/>
            <p:cNvSpPr/>
            <p:nvPr/>
          </p:nvSpPr>
          <p:spPr>
            <a:xfrm>
              <a:off x="2724150" y="1631950"/>
              <a:ext cx="342900" cy="194310"/>
            </a:xfrm>
            <a:custGeom>
              <a:avLst/>
              <a:gdLst/>
              <a:ahLst/>
              <a:cxnLst/>
              <a:rect l="l" t="t" r="r" b="b"/>
              <a:pathLst>
                <a:path w="342900" h="194310">
                  <a:moveTo>
                    <a:pt x="342900" y="0"/>
                  </a:moveTo>
                  <a:lnTo>
                    <a:pt x="0" y="0"/>
                  </a:lnTo>
                  <a:lnTo>
                    <a:pt x="0" y="194310"/>
                  </a:lnTo>
                  <a:lnTo>
                    <a:pt x="171450" y="194310"/>
                  </a:lnTo>
                  <a:lnTo>
                    <a:pt x="342900" y="194310"/>
                  </a:lnTo>
                  <a:lnTo>
                    <a:pt x="342900" y="0"/>
                  </a:lnTo>
                  <a:close/>
                </a:path>
              </a:pathLst>
            </a:custGeom>
            <a:solidFill>
              <a:srgbClr val="FF9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8" name="object 1668"/>
            <p:cNvSpPr/>
            <p:nvPr/>
          </p:nvSpPr>
          <p:spPr>
            <a:xfrm>
              <a:off x="2724150" y="1631950"/>
              <a:ext cx="342900" cy="194310"/>
            </a:xfrm>
            <a:custGeom>
              <a:avLst/>
              <a:gdLst/>
              <a:ahLst/>
              <a:cxnLst/>
              <a:rect l="l" t="t" r="r" b="b"/>
              <a:pathLst>
                <a:path w="342900" h="194310">
                  <a:moveTo>
                    <a:pt x="171450" y="194310"/>
                  </a:moveTo>
                  <a:lnTo>
                    <a:pt x="0" y="194310"/>
                  </a:lnTo>
                  <a:lnTo>
                    <a:pt x="0" y="0"/>
                  </a:lnTo>
                  <a:lnTo>
                    <a:pt x="342900" y="0"/>
                  </a:lnTo>
                  <a:lnTo>
                    <a:pt x="342900" y="194310"/>
                  </a:lnTo>
                  <a:lnTo>
                    <a:pt x="171450" y="194310"/>
                  </a:lnTo>
                  <a:close/>
                </a:path>
              </a:pathLst>
            </a:custGeom>
            <a:ln w="93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9" name="object 1669"/>
            <p:cNvSpPr/>
            <p:nvPr/>
          </p:nvSpPr>
          <p:spPr>
            <a:xfrm>
              <a:off x="2724150" y="1875790"/>
              <a:ext cx="342900" cy="193040"/>
            </a:xfrm>
            <a:custGeom>
              <a:avLst/>
              <a:gdLst/>
              <a:ahLst/>
              <a:cxnLst/>
              <a:rect l="l" t="t" r="r" b="b"/>
              <a:pathLst>
                <a:path w="342900" h="193039">
                  <a:moveTo>
                    <a:pt x="342900" y="0"/>
                  </a:moveTo>
                  <a:lnTo>
                    <a:pt x="0" y="0"/>
                  </a:lnTo>
                  <a:lnTo>
                    <a:pt x="0" y="193039"/>
                  </a:lnTo>
                  <a:lnTo>
                    <a:pt x="171450" y="193039"/>
                  </a:lnTo>
                  <a:lnTo>
                    <a:pt x="342900" y="193039"/>
                  </a:lnTo>
                  <a:lnTo>
                    <a:pt x="342900" y="0"/>
                  </a:lnTo>
                  <a:close/>
                </a:path>
              </a:pathLst>
            </a:custGeom>
            <a:solidFill>
              <a:srgbClr val="5890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0" name="object 1670"/>
            <p:cNvSpPr/>
            <p:nvPr/>
          </p:nvSpPr>
          <p:spPr>
            <a:xfrm>
              <a:off x="2724150" y="1875790"/>
              <a:ext cx="342900" cy="193040"/>
            </a:xfrm>
            <a:custGeom>
              <a:avLst/>
              <a:gdLst/>
              <a:ahLst/>
              <a:cxnLst/>
              <a:rect l="l" t="t" r="r" b="b"/>
              <a:pathLst>
                <a:path w="342900" h="193039">
                  <a:moveTo>
                    <a:pt x="171450" y="193039"/>
                  </a:moveTo>
                  <a:lnTo>
                    <a:pt x="0" y="193039"/>
                  </a:lnTo>
                  <a:lnTo>
                    <a:pt x="0" y="0"/>
                  </a:lnTo>
                  <a:lnTo>
                    <a:pt x="342900" y="0"/>
                  </a:lnTo>
                  <a:lnTo>
                    <a:pt x="342900" y="193039"/>
                  </a:lnTo>
                  <a:lnTo>
                    <a:pt x="171450" y="193039"/>
                  </a:lnTo>
                  <a:close/>
                </a:path>
              </a:pathLst>
            </a:custGeom>
            <a:ln w="93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1" name="object 1671"/>
            <p:cNvSpPr/>
            <p:nvPr/>
          </p:nvSpPr>
          <p:spPr>
            <a:xfrm>
              <a:off x="3124200" y="1584960"/>
              <a:ext cx="457200" cy="533400"/>
            </a:xfrm>
            <a:custGeom>
              <a:avLst/>
              <a:gdLst/>
              <a:ahLst/>
              <a:cxnLst/>
              <a:rect l="l" t="t" r="r" b="b"/>
              <a:pathLst>
                <a:path w="457200" h="533400">
                  <a:moveTo>
                    <a:pt x="412750" y="0"/>
                  </a:moveTo>
                  <a:lnTo>
                    <a:pt x="43180" y="0"/>
                  </a:lnTo>
                  <a:lnTo>
                    <a:pt x="27324" y="3710"/>
                  </a:lnTo>
                  <a:lnTo>
                    <a:pt x="13493" y="13493"/>
                  </a:lnTo>
                  <a:lnTo>
                    <a:pt x="3710" y="27324"/>
                  </a:lnTo>
                  <a:lnTo>
                    <a:pt x="0" y="43179"/>
                  </a:lnTo>
                  <a:lnTo>
                    <a:pt x="0" y="488950"/>
                  </a:lnTo>
                  <a:lnTo>
                    <a:pt x="3710" y="505003"/>
                  </a:lnTo>
                  <a:lnTo>
                    <a:pt x="13493" y="519271"/>
                  </a:lnTo>
                  <a:lnTo>
                    <a:pt x="27324" y="529490"/>
                  </a:lnTo>
                  <a:lnTo>
                    <a:pt x="43180" y="533400"/>
                  </a:lnTo>
                  <a:lnTo>
                    <a:pt x="412750" y="533400"/>
                  </a:lnTo>
                  <a:lnTo>
                    <a:pt x="429339" y="529490"/>
                  </a:lnTo>
                  <a:lnTo>
                    <a:pt x="443547" y="519271"/>
                  </a:lnTo>
                  <a:lnTo>
                    <a:pt x="453469" y="505003"/>
                  </a:lnTo>
                  <a:lnTo>
                    <a:pt x="457200" y="488950"/>
                  </a:lnTo>
                  <a:lnTo>
                    <a:pt x="457200" y="43179"/>
                  </a:lnTo>
                  <a:lnTo>
                    <a:pt x="453469" y="27324"/>
                  </a:lnTo>
                  <a:lnTo>
                    <a:pt x="443547" y="13493"/>
                  </a:lnTo>
                  <a:lnTo>
                    <a:pt x="429339" y="3710"/>
                  </a:lnTo>
                  <a:lnTo>
                    <a:pt x="412750" y="0"/>
                  </a:lnTo>
                  <a:close/>
                </a:path>
              </a:pathLst>
            </a:custGeom>
            <a:solidFill>
              <a:srgbClr val="BBA7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2" name="object 1672"/>
            <p:cNvSpPr/>
            <p:nvPr/>
          </p:nvSpPr>
          <p:spPr>
            <a:xfrm>
              <a:off x="3124200" y="1584960"/>
              <a:ext cx="457200" cy="533400"/>
            </a:xfrm>
            <a:custGeom>
              <a:avLst/>
              <a:gdLst/>
              <a:ahLst/>
              <a:cxnLst/>
              <a:rect l="l" t="t" r="r" b="b"/>
              <a:pathLst>
                <a:path w="457200" h="533400">
                  <a:moveTo>
                    <a:pt x="43180" y="0"/>
                  </a:moveTo>
                  <a:lnTo>
                    <a:pt x="27324" y="3710"/>
                  </a:lnTo>
                  <a:lnTo>
                    <a:pt x="13493" y="13493"/>
                  </a:lnTo>
                  <a:lnTo>
                    <a:pt x="3710" y="27324"/>
                  </a:lnTo>
                  <a:lnTo>
                    <a:pt x="0" y="43179"/>
                  </a:lnTo>
                  <a:lnTo>
                    <a:pt x="0" y="50145"/>
                  </a:lnTo>
                  <a:lnTo>
                    <a:pt x="0" y="98901"/>
                  </a:lnTo>
                  <a:lnTo>
                    <a:pt x="0" y="231239"/>
                  </a:lnTo>
                  <a:lnTo>
                    <a:pt x="0" y="488950"/>
                  </a:lnTo>
                  <a:lnTo>
                    <a:pt x="3710" y="505003"/>
                  </a:lnTo>
                  <a:lnTo>
                    <a:pt x="13493" y="519271"/>
                  </a:lnTo>
                  <a:lnTo>
                    <a:pt x="27324" y="529490"/>
                  </a:lnTo>
                  <a:lnTo>
                    <a:pt x="43180" y="533400"/>
                  </a:lnTo>
                  <a:lnTo>
                    <a:pt x="48954" y="533400"/>
                  </a:lnTo>
                  <a:lnTo>
                    <a:pt x="89376" y="533400"/>
                  </a:lnTo>
                  <a:lnTo>
                    <a:pt x="199092" y="533400"/>
                  </a:lnTo>
                  <a:lnTo>
                    <a:pt x="412750" y="533400"/>
                  </a:lnTo>
                  <a:lnTo>
                    <a:pt x="429339" y="529490"/>
                  </a:lnTo>
                  <a:lnTo>
                    <a:pt x="443547" y="519271"/>
                  </a:lnTo>
                  <a:lnTo>
                    <a:pt x="453469" y="505003"/>
                  </a:lnTo>
                  <a:lnTo>
                    <a:pt x="457200" y="488950"/>
                  </a:lnTo>
                  <a:lnTo>
                    <a:pt x="457200" y="481984"/>
                  </a:lnTo>
                  <a:lnTo>
                    <a:pt x="457200" y="433228"/>
                  </a:lnTo>
                  <a:lnTo>
                    <a:pt x="457200" y="300890"/>
                  </a:lnTo>
                  <a:lnTo>
                    <a:pt x="457200" y="43179"/>
                  </a:lnTo>
                  <a:lnTo>
                    <a:pt x="453469" y="27324"/>
                  </a:lnTo>
                  <a:lnTo>
                    <a:pt x="443547" y="13493"/>
                  </a:lnTo>
                  <a:lnTo>
                    <a:pt x="429339" y="3710"/>
                  </a:lnTo>
                  <a:lnTo>
                    <a:pt x="412750" y="0"/>
                  </a:lnTo>
                  <a:lnTo>
                    <a:pt x="406975" y="0"/>
                  </a:lnTo>
                  <a:lnTo>
                    <a:pt x="366553" y="0"/>
                  </a:lnTo>
                  <a:lnTo>
                    <a:pt x="256837" y="0"/>
                  </a:lnTo>
                  <a:lnTo>
                    <a:pt x="43180" y="0"/>
                  </a:lnTo>
                  <a:close/>
                </a:path>
              </a:pathLst>
            </a:custGeom>
            <a:ln w="646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3" name="object 1673"/>
            <p:cNvSpPr/>
            <p:nvPr/>
          </p:nvSpPr>
          <p:spPr>
            <a:xfrm>
              <a:off x="3181350" y="1631950"/>
              <a:ext cx="342900" cy="194310"/>
            </a:xfrm>
            <a:custGeom>
              <a:avLst/>
              <a:gdLst/>
              <a:ahLst/>
              <a:cxnLst/>
              <a:rect l="l" t="t" r="r" b="b"/>
              <a:pathLst>
                <a:path w="342900" h="194310">
                  <a:moveTo>
                    <a:pt x="342900" y="0"/>
                  </a:moveTo>
                  <a:lnTo>
                    <a:pt x="0" y="0"/>
                  </a:lnTo>
                  <a:lnTo>
                    <a:pt x="0" y="194310"/>
                  </a:lnTo>
                  <a:lnTo>
                    <a:pt x="171450" y="194310"/>
                  </a:lnTo>
                  <a:lnTo>
                    <a:pt x="342900" y="194310"/>
                  </a:lnTo>
                  <a:lnTo>
                    <a:pt x="342900" y="0"/>
                  </a:lnTo>
                  <a:close/>
                </a:path>
              </a:pathLst>
            </a:custGeom>
            <a:solidFill>
              <a:srgbClr val="FF9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4" name="object 1674"/>
            <p:cNvSpPr/>
            <p:nvPr/>
          </p:nvSpPr>
          <p:spPr>
            <a:xfrm>
              <a:off x="3181350" y="1631950"/>
              <a:ext cx="342900" cy="194310"/>
            </a:xfrm>
            <a:custGeom>
              <a:avLst/>
              <a:gdLst/>
              <a:ahLst/>
              <a:cxnLst/>
              <a:rect l="l" t="t" r="r" b="b"/>
              <a:pathLst>
                <a:path w="342900" h="194310">
                  <a:moveTo>
                    <a:pt x="171450" y="194310"/>
                  </a:moveTo>
                  <a:lnTo>
                    <a:pt x="0" y="194310"/>
                  </a:lnTo>
                  <a:lnTo>
                    <a:pt x="0" y="0"/>
                  </a:lnTo>
                  <a:lnTo>
                    <a:pt x="342900" y="0"/>
                  </a:lnTo>
                  <a:lnTo>
                    <a:pt x="342900" y="194310"/>
                  </a:lnTo>
                  <a:lnTo>
                    <a:pt x="171450" y="194310"/>
                  </a:lnTo>
                  <a:close/>
                </a:path>
              </a:pathLst>
            </a:custGeom>
            <a:ln w="93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75" name="object 1675"/>
          <p:cNvSpPr txBox="1"/>
          <p:nvPr/>
        </p:nvSpPr>
        <p:spPr>
          <a:xfrm>
            <a:off x="2272029" y="1625600"/>
            <a:ext cx="124904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69265" algn="l"/>
                <a:tab pos="926465" algn="l"/>
              </a:tabLst>
            </a:pPr>
            <a:r>
              <a:rPr sz="1200" b="1" spc="-25" dirty="0">
                <a:solidFill>
                  <a:srgbClr val="FFFFFF"/>
                </a:solidFill>
                <a:latin typeface="Arial"/>
                <a:cs typeface="Arial"/>
              </a:rPr>
              <a:t>APP</a:t>
            </a:r>
            <a:r>
              <a:rPr sz="1200" b="1" dirty="0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sz="1200" b="1" spc="-25" dirty="0">
                <a:solidFill>
                  <a:srgbClr val="FFFFFF"/>
                </a:solidFill>
                <a:latin typeface="Arial"/>
                <a:cs typeface="Arial"/>
              </a:rPr>
              <a:t>APP</a:t>
            </a:r>
            <a:r>
              <a:rPr sz="1200" b="1" dirty="0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sz="1200" b="1" spc="-25" dirty="0">
                <a:solidFill>
                  <a:srgbClr val="FFFFFF"/>
                </a:solidFill>
                <a:latin typeface="Arial"/>
                <a:cs typeface="Arial"/>
              </a:rPr>
              <a:t>APP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1676" name="object 1676"/>
          <p:cNvGrpSpPr/>
          <p:nvPr/>
        </p:nvGrpSpPr>
        <p:grpSpPr>
          <a:xfrm>
            <a:off x="3176587" y="1871027"/>
            <a:ext cx="352425" cy="202565"/>
            <a:chOff x="3176587" y="1871027"/>
            <a:chExt cx="352425" cy="202565"/>
          </a:xfrm>
        </p:grpSpPr>
        <p:sp>
          <p:nvSpPr>
            <p:cNvPr id="1677" name="object 1677"/>
            <p:cNvSpPr/>
            <p:nvPr/>
          </p:nvSpPr>
          <p:spPr>
            <a:xfrm>
              <a:off x="3181350" y="1875789"/>
              <a:ext cx="342900" cy="193040"/>
            </a:xfrm>
            <a:custGeom>
              <a:avLst/>
              <a:gdLst/>
              <a:ahLst/>
              <a:cxnLst/>
              <a:rect l="l" t="t" r="r" b="b"/>
              <a:pathLst>
                <a:path w="342900" h="193039">
                  <a:moveTo>
                    <a:pt x="342900" y="0"/>
                  </a:moveTo>
                  <a:lnTo>
                    <a:pt x="0" y="0"/>
                  </a:lnTo>
                  <a:lnTo>
                    <a:pt x="0" y="193039"/>
                  </a:lnTo>
                  <a:lnTo>
                    <a:pt x="171450" y="193039"/>
                  </a:lnTo>
                  <a:lnTo>
                    <a:pt x="342900" y="193039"/>
                  </a:lnTo>
                  <a:lnTo>
                    <a:pt x="342900" y="0"/>
                  </a:lnTo>
                  <a:close/>
                </a:path>
              </a:pathLst>
            </a:custGeom>
            <a:solidFill>
              <a:srgbClr val="5890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8" name="object 1678"/>
            <p:cNvSpPr/>
            <p:nvPr/>
          </p:nvSpPr>
          <p:spPr>
            <a:xfrm>
              <a:off x="3181350" y="1875789"/>
              <a:ext cx="342900" cy="193040"/>
            </a:xfrm>
            <a:custGeom>
              <a:avLst/>
              <a:gdLst/>
              <a:ahLst/>
              <a:cxnLst/>
              <a:rect l="l" t="t" r="r" b="b"/>
              <a:pathLst>
                <a:path w="342900" h="193039">
                  <a:moveTo>
                    <a:pt x="171450" y="193039"/>
                  </a:moveTo>
                  <a:lnTo>
                    <a:pt x="0" y="193039"/>
                  </a:lnTo>
                  <a:lnTo>
                    <a:pt x="0" y="0"/>
                  </a:lnTo>
                  <a:lnTo>
                    <a:pt x="342900" y="0"/>
                  </a:lnTo>
                  <a:lnTo>
                    <a:pt x="342900" y="193039"/>
                  </a:lnTo>
                  <a:lnTo>
                    <a:pt x="171450" y="193039"/>
                  </a:lnTo>
                  <a:close/>
                </a:path>
              </a:pathLst>
            </a:custGeom>
            <a:ln w="93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79" name="object 1679"/>
          <p:cNvSpPr txBox="1"/>
          <p:nvPr/>
        </p:nvSpPr>
        <p:spPr>
          <a:xfrm>
            <a:off x="1174750" y="1868170"/>
            <a:ext cx="230060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69265" algn="l"/>
                <a:tab pos="1155065" algn="l"/>
                <a:tab pos="1612265" algn="l"/>
                <a:tab pos="2069464" algn="l"/>
              </a:tabLst>
            </a:pPr>
            <a:r>
              <a:rPr sz="1200" b="1" spc="-25" dirty="0">
                <a:solidFill>
                  <a:srgbClr val="FFFFFF"/>
                </a:solidFill>
                <a:latin typeface="Arial"/>
                <a:cs typeface="Arial"/>
              </a:rPr>
              <a:t>OS</a:t>
            </a:r>
            <a:r>
              <a:rPr sz="1200" b="1" dirty="0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sz="1200" b="1" spc="-25" dirty="0">
                <a:solidFill>
                  <a:srgbClr val="FFFFFF"/>
                </a:solidFill>
                <a:latin typeface="Arial"/>
                <a:cs typeface="Arial"/>
              </a:rPr>
              <a:t>OS</a:t>
            </a:r>
            <a:r>
              <a:rPr sz="1200" b="1" dirty="0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sz="1200" b="1" spc="-25" dirty="0">
                <a:solidFill>
                  <a:srgbClr val="FFFFFF"/>
                </a:solidFill>
                <a:latin typeface="Arial"/>
                <a:cs typeface="Arial"/>
              </a:rPr>
              <a:t>OS</a:t>
            </a:r>
            <a:r>
              <a:rPr sz="1200" b="1" dirty="0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sz="1200" b="1" spc="-25" dirty="0">
                <a:solidFill>
                  <a:srgbClr val="FFFFFF"/>
                </a:solidFill>
                <a:latin typeface="Arial"/>
                <a:cs typeface="Arial"/>
              </a:rPr>
              <a:t>OS</a:t>
            </a:r>
            <a:r>
              <a:rPr sz="1200" b="1" dirty="0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sz="1200" b="1" spc="-25" dirty="0">
                <a:solidFill>
                  <a:srgbClr val="FFFFFF"/>
                </a:solidFill>
                <a:latin typeface="Arial"/>
                <a:cs typeface="Arial"/>
              </a:rPr>
              <a:t>OS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1680" name="object 1680"/>
          <p:cNvGrpSpPr/>
          <p:nvPr/>
        </p:nvGrpSpPr>
        <p:grpSpPr>
          <a:xfrm>
            <a:off x="1671637" y="1112202"/>
            <a:ext cx="7258050" cy="4830445"/>
            <a:chOff x="1671637" y="1112202"/>
            <a:chExt cx="7258050" cy="4830445"/>
          </a:xfrm>
        </p:grpSpPr>
        <p:sp>
          <p:nvSpPr>
            <p:cNvPr id="1681" name="object 1681"/>
            <p:cNvSpPr/>
            <p:nvPr/>
          </p:nvSpPr>
          <p:spPr>
            <a:xfrm>
              <a:off x="1676400" y="3032760"/>
              <a:ext cx="990600" cy="0"/>
            </a:xfrm>
            <a:custGeom>
              <a:avLst/>
              <a:gdLst/>
              <a:ahLst/>
              <a:cxnLst/>
              <a:rect l="l" t="t" r="r" b="b"/>
              <a:pathLst>
                <a:path w="990600">
                  <a:moveTo>
                    <a:pt x="0" y="0"/>
                  </a:moveTo>
                  <a:lnTo>
                    <a:pt x="990600" y="0"/>
                  </a:lnTo>
                </a:path>
              </a:pathLst>
            </a:custGeom>
            <a:ln w="93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2" name="object 1682"/>
            <p:cNvSpPr/>
            <p:nvPr/>
          </p:nvSpPr>
          <p:spPr>
            <a:xfrm>
              <a:off x="2641600" y="2778760"/>
              <a:ext cx="2540" cy="509270"/>
            </a:xfrm>
            <a:custGeom>
              <a:avLst/>
              <a:gdLst/>
              <a:ahLst/>
              <a:cxnLst/>
              <a:rect l="l" t="t" r="r" b="b"/>
              <a:pathLst>
                <a:path w="2539" h="509270">
                  <a:moveTo>
                    <a:pt x="2539" y="128270"/>
                  </a:moveTo>
                  <a:lnTo>
                    <a:pt x="0" y="128270"/>
                  </a:lnTo>
                  <a:lnTo>
                    <a:pt x="0" y="248920"/>
                  </a:lnTo>
                  <a:lnTo>
                    <a:pt x="2539" y="248920"/>
                  </a:lnTo>
                  <a:lnTo>
                    <a:pt x="2539" y="128270"/>
                  </a:lnTo>
                  <a:close/>
                </a:path>
                <a:path w="2539" h="509270">
                  <a:moveTo>
                    <a:pt x="2539" y="125730"/>
                  </a:moveTo>
                  <a:lnTo>
                    <a:pt x="0" y="125730"/>
                  </a:lnTo>
                  <a:lnTo>
                    <a:pt x="0" y="127000"/>
                  </a:lnTo>
                  <a:lnTo>
                    <a:pt x="2539" y="127000"/>
                  </a:lnTo>
                  <a:lnTo>
                    <a:pt x="2539" y="125730"/>
                  </a:lnTo>
                  <a:close/>
                </a:path>
                <a:path w="2539" h="509270">
                  <a:moveTo>
                    <a:pt x="2539" y="121920"/>
                  </a:moveTo>
                  <a:lnTo>
                    <a:pt x="0" y="121920"/>
                  </a:lnTo>
                  <a:lnTo>
                    <a:pt x="0" y="124460"/>
                  </a:lnTo>
                  <a:lnTo>
                    <a:pt x="2539" y="124460"/>
                  </a:lnTo>
                  <a:lnTo>
                    <a:pt x="2539" y="121920"/>
                  </a:lnTo>
                  <a:close/>
                </a:path>
                <a:path w="2539" h="509270">
                  <a:moveTo>
                    <a:pt x="2539" y="119380"/>
                  </a:moveTo>
                  <a:lnTo>
                    <a:pt x="0" y="119380"/>
                  </a:lnTo>
                  <a:lnTo>
                    <a:pt x="0" y="120650"/>
                  </a:lnTo>
                  <a:lnTo>
                    <a:pt x="2539" y="120650"/>
                  </a:lnTo>
                  <a:lnTo>
                    <a:pt x="2539" y="119380"/>
                  </a:lnTo>
                  <a:close/>
                </a:path>
                <a:path w="2539" h="509270">
                  <a:moveTo>
                    <a:pt x="2539" y="115570"/>
                  </a:moveTo>
                  <a:lnTo>
                    <a:pt x="0" y="115570"/>
                  </a:lnTo>
                  <a:lnTo>
                    <a:pt x="0" y="118110"/>
                  </a:lnTo>
                  <a:lnTo>
                    <a:pt x="2539" y="118110"/>
                  </a:lnTo>
                  <a:lnTo>
                    <a:pt x="2539" y="115570"/>
                  </a:lnTo>
                  <a:close/>
                </a:path>
                <a:path w="2539" h="509270">
                  <a:moveTo>
                    <a:pt x="2539" y="113030"/>
                  </a:moveTo>
                  <a:lnTo>
                    <a:pt x="0" y="113030"/>
                  </a:lnTo>
                  <a:lnTo>
                    <a:pt x="0" y="114300"/>
                  </a:lnTo>
                  <a:lnTo>
                    <a:pt x="2539" y="114300"/>
                  </a:lnTo>
                  <a:lnTo>
                    <a:pt x="2539" y="113030"/>
                  </a:lnTo>
                  <a:close/>
                </a:path>
                <a:path w="2539" h="509270">
                  <a:moveTo>
                    <a:pt x="2539" y="109220"/>
                  </a:moveTo>
                  <a:lnTo>
                    <a:pt x="0" y="109220"/>
                  </a:lnTo>
                  <a:lnTo>
                    <a:pt x="0" y="111760"/>
                  </a:lnTo>
                  <a:lnTo>
                    <a:pt x="2539" y="111760"/>
                  </a:lnTo>
                  <a:lnTo>
                    <a:pt x="2539" y="109220"/>
                  </a:lnTo>
                  <a:close/>
                </a:path>
                <a:path w="2539" h="509270">
                  <a:moveTo>
                    <a:pt x="2539" y="106680"/>
                  </a:moveTo>
                  <a:lnTo>
                    <a:pt x="0" y="106680"/>
                  </a:lnTo>
                  <a:lnTo>
                    <a:pt x="0" y="107950"/>
                  </a:lnTo>
                  <a:lnTo>
                    <a:pt x="2539" y="107950"/>
                  </a:lnTo>
                  <a:lnTo>
                    <a:pt x="2539" y="106680"/>
                  </a:lnTo>
                  <a:close/>
                </a:path>
                <a:path w="2539" h="509270">
                  <a:moveTo>
                    <a:pt x="2539" y="102870"/>
                  </a:moveTo>
                  <a:lnTo>
                    <a:pt x="0" y="102870"/>
                  </a:lnTo>
                  <a:lnTo>
                    <a:pt x="0" y="105410"/>
                  </a:lnTo>
                  <a:lnTo>
                    <a:pt x="2539" y="105410"/>
                  </a:lnTo>
                  <a:lnTo>
                    <a:pt x="2539" y="102870"/>
                  </a:lnTo>
                  <a:close/>
                </a:path>
                <a:path w="2539" h="509270">
                  <a:moveTo>
                    <a:pt x="2539" y="100330"/>
                  </a:moveTo>
                  <a:lnTo>
                    <a:pt x="0" y="100330"/>
                  </a:lnTo>
                  <a:lnTo>
                    <a:pt x="0" y="101600"/>
                  </a:lnTo>
                  <a:lnTo>
                    <a:pt x="2539" y="101600"/>
                  </a:lnTo>
                  <a:lnTo>
                    <a:pt x="2539" y="100330"/>
                  </a:lnTo>
                  <a:close/>
                </a:path>
                <a:path w="2539" h="509270">
                  <a:moveTo>
                    <a:pt x="2539" y="96520"/>
                  </a:moveTo>
                  <a:lnTo>
                    <a:pt x="0" y="96520"/>
                  </a:lnTo>
                  <a:lnTo>
                    <a:pt x="0" y="99060"/>
                  </a:lnTo>
                  <a:lnTo>
                    <a:pt x="2539" y="99060"/>
                  </a:lnTo>
                  <a:lnTo>
                    <a:pt x="2539" y="96520"/>
                  </a:lnTo>
                  <a:close/>
                </a:path>
                <a:path w="2539" h="509270">
                  <a:moveTo>
                    <a:pt x="2539" y="93980"/>
                  </a:moveTo>
                  <a:lnTo>
                    <a:pt x="0" y="93980"/>
                  </a:lnTo>
                  <a:lnTo>
                    <a:pt x="0" y="95250"/>
                  </a:lnTo>
                  <a:lnTo>
                    <a:pt x="2539" y="95250"/>
                  </a:lnTo>
                  <a:lnTo>
                    <a:pt x="2539" y="93980"/>
                  </a:lnTo>
                  <a:close/>
                </a:path>
                <a:path w="2539" h="509270">
                  <a:moveTo>
                    <a:pt x="2539" y="90170"/>
                  </a:moveTo>
                  <a:lnTo>
                    <a:pt x="0" y="90170"/>
                  </a:lnTo>
                  <a:lnTo>
                    <a:pt x="0" y="92710"/>
                  </a:lnTo>
                  <a:lnTo>
                    <a:pt x="2539" y="92710"/>
                  </a:lnTo>
                  <a:lnTo>
                    <a:pt x="2539" y="90170"/>
                  </a:lnTo>
                  <a:close/>
                </a:path>
                <a:path w="2539" h="509270">
                  <a:moveTo>
                    <a:pt x="2539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2539" y="88900"/>
                  </a:lnTo>
                  <a:lnTo>
                    <a:pt x="2539" y="87630"/>
                  </a:lnTo>
                  <a:close/>
                </a:path>
                <a:path w="2539" h="509270">
                  <a:moveTo>
                    <a:pt x="2539" y="83820"/>
                  </a:moveTo>
                  <a:lnTo>
                    <a:pt x="0" y="83820"/>
                  </a:lnTo>
                  <a:lnTo>
                    <a:pt x="0" y="86360"/>
                  </a:lnTo>
                  <a:lnTo>
                    <a:pt x="2539" y="86360"/>
                  </a:lnTo>
                  <a:lnTo>
                    <a:pt x="2539" y="83820"/>
                  </a:lnTo>
                  <a:close/>
                </a:path>
                <a:path w="2539" h="509270">
                  <a:moveTo>
                    <a:pt x="2539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2539" y="82550"/>
                  </a:lnTo>
                  <a:lnTo>
                    <a:pt x="2539" y="81280"/>
                  </a:lnTo>
                  <a:close/>
                </a:path>
                <a:path w="2539" h="509270">
                  <a:moveTo>
                    <a:pt x="2539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2539" y="80010"/>
                  </a:lnTo>
                  <a:lnTo>
                    <a:pt x="2539" y="77470"/>
                  </a:lnTo>
                  <a:close/>
                </a:path>
                <a:path w="2539" h="509270">
                  <a:moveTo>
                    <a:pt x="2539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2539" y="76200"/>
                  </a:lnTo>
                  <a:lnTo>
                    <a:pt x="2539" y="74930"/>
                  </a:lnTo>
                  <a:close/>
                </a:path>
                <a:path w="2539" h="509270">
                  <a:moveTo>
                    <a:pt x="2539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2539" y="73660"/>
                  </a:lnTo>
                  <a:lnTo>
                    <a:pt x="2539" y="71120"/>
                  </a:lnTo>
                  <a:close/>
                </a:path>
                <a:path w="2539" h="509270">
                  <a:moveTo>
                    <a:pt x="2539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2539" y="69850"/>
                  </a:lnTo>
                  <a:lnTo>
                    <a:pt x="2539" y="68580"/>
                  </a:lnTo>
                  <a:close/>
                </a:path>
                <a:path w="2539" h="509270">
                  <a:moveTo>
                    <a:pt x="2539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2539" y="67310"/>
                  </a:lnTo>
                  <a:lnTo>
                    <a:pt x="2539" y="64770"/>
                  </a:lnTo>
                  <a:close/>
                </a:path>
                <a:path w="2539" h="509270">
                  <a:moveTo>
                    <a:pt x="253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2539" y="63500"/>
                  </a:lnTo>
                  <a:lnTo>
                    <a:pt x="2539" y="62230"/>
                  </a:lnTo>
                  <a:close/>
                </a:path>
                <a:path w="2539" h="509270">
                  <a:moveTo>
                    <a:pt x="2539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2539" y="60960"/>
                  </a:lnTo>
                  <a:lnTo>
                    <a:pt x="2539" y="58420"/>
                  </a:lnTo>
                  <a:close/>
                </a:path>
                <a:path w="2539" h="509270">
                  <a:moveTo>
                    <a:pt x="2539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2539" y="57150"/>
                  </a:lnTo>
                  <a:lnTo>
                    <a:pt x="2539" y="55880"/>
                  </a:lnTo>
                  <a:close/>
                </a:path>
                <a:path w="2539" h="509270">
                  <a:moveTo>
                    <a:pt x="2539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2539" y="54610"/>
                  </a:lnTo>
                  <a:lnTo>
                    <a:pt x="2539" y="52070"/>
                  </a:lnTo>
                  <a:close/>
                </a:path>
                <a:path w="2539" h="509270">
                  <a:moveTo>
                    <a:pt x="2539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2539" y="50800"/>
                  </a:lnTo>
                  <a:lnTo>
                    <a:pt x="2539" y="49530"/>
                  </a:lnTo>
                  <a:close/>
                </a:path>
                <a:path w="2539" h="509270">
                  <a:moveTo>
                    <a:pt x="2539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2539" y="48260"/>
                  </a:lnTo>
                  <a:lnTo>
                    <a:pt x="2539" y="45720"/>
                  </a:lnTo>
                  <a:close/>
                </a:path>
                <a:path w="2539" h="509270">
                  <a:moveTo>
                    <a:pt x="2539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2539" y="44450"/>
                  </a:lnTo>
                  <a:lnTo>
                    <a:pt x="2539" y="43180"/>
                  </a:lnTo>
                  <a:close/>
                </a:path>
                <a:path w="2539" h="509270">
                  <a:moveTo>
                    <a:pt x="2539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2539" y="41910"/>
                  </a:lnTo>
                  <a:lnTo>
                    <a:pt x="2539" y="39370"/>
                  </a:lnTo>
                  <a:close/>
                </a:path>
                <a:path w="2539" h="509270">
                  <a:moveTo>
                    <a:pt x="2539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2539" y="38100"/>
                  </a:lnTo>
                  <a:lnTo>
                    <a:pt x="2539" y="36830"/>
                  </a:lnTo>
                  <a:close/>
                </a:path>
                <a:path w="2539" h="509270">
                  <a:moveTo>
                    <a:pt x="2539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2539" y="35560"/>
                  </a:lnTo>
                  <a:lnTo>
                    <a:pt x="2539" y="33020"/>
                  </a:lnTo>
                  <a:close/>
                </a:path>
                <a:path w="2539" h="509270">
                  <a:moveTo>
                    <a:pt x="2539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2539" y="31750"/>
                  </a:lnTo>
                  <a:lnTo>
                    <a:pt x="2539" y="30480"/>
                  </a:lnTo>
                  <a:close/>
                </a:path>
                <a:path w="2539" h="509270">
                  <a:moveTo>
                    <a:pt x="2539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2539" y="29210"/>
                  </a:lnTo>
                  <a:lnTo>
                    <a:pt x="2539" y="26670"/>
                  </a:lnTo>
                  <a:close/>
                </a:path>
                <a:path w="2539" h="509270">
                  <a:moveTo>
                    <a:pt x="2539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2539" y="25400"/>
                  </a:lnTo>
                  <a:lnTo>
                    <a:pt x="2539" y="24130"/>
                  </a:lnTo>
                  <a:close/>
                </a:path>
                <a:path w="2539" h="509270">
                  <a:moveTo>
                    <a:pt x="2539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2539" y="22860"/>
                  </a:lnTo>
                  <a:lnTo>
                    <a:pt x="2539" y="20320"/>
                  </a:lnTo>
                  <a:close/>
                </a:path>
                <a:path w="2539" h="509270">
                  <a:moveTo>
                    <a:pt x="2539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2539" y="19050"/>
                  </a:lnTo>
                  <a:lnTo>
                    <a:pt x="2539" y="17780"/>
                  </a:lnTo>
                  <a:close/>
                </a:path>
                <a:path w="2539" h="509270">
                  <a:moveTo>
                    <a:pt x="2539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2539" y="16510"/>
                  </a:lnTo>
                  <a:lnTo>
                    <a:pt x="2539" y="13970"/>
                  </a:lnTo>
                  <a:close/>
                </a:path>
                <a:path w="2539" h="509270">
                  <a:moveTo>
                    <a:pt x="2539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2539" y="12700"/>
                  </a:lnTo>
                  <a:lnTo>
                    <a:pt x="2539" y="11430"/>
                  </a:lnTo>
                  <a:close/>
                </a:path>
                <a:path w="2539" h="509270">
                  <a:moveTo>
                    <a:pt x="2539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2539" y="10160"/>
                  </a:lnTo>
                  <a:lnTo>
                    <a:pt x="2539" y="7620"/>
                  </a:lnTo>
                  <a:close/>
                </a:path>
                <a:path w="2539" h="509270">
                  <a:moveTo>
                    <a:pt x="2539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2539" y="6350"/>
                  </a:lnTo>
                  <a:lnTo>
                    <a:pt x="2539" y="5080"/>
                  </a:lnTo>
                  <a:close/>
                </a:path>
                <a:path w="2539" h="509270">
                  <a:moveTo>
                    <a:pt x="2539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2539" y="3810"/>
                  </a:lnTo>
                  <a:lnTo>
                    <a:pt x="2539" y="0"/>
                  </a:lnTo>
                  <a:close/>
                </a:path>
                <a:path w="2539" h="509270">
                  <a:moveTo>
                    <a:pt x="2539" y="250190"/>
                  </a:moveTo>
                  <a:lnTo>
                    <a:pt x="0" y="250190"/>
                  </a:lnTo>
                  <a:lnTo>
                    <a:pt x="0" y="508000"/>
                  </a:lnTo>
                  <a:lnTo>
                    <a:pt x="1269" y="508000"/>
                  </a:lnTo>
                  <a:lnTo>
                    <a:pt x="1269" y="509270"/>
                  </a:lnTo>
                  <a:lnTo>
                    <a:pt x="2539" y="509270"/>
                  </a:lnTo>
                  <a:lnTo>
                    <a:pt x="2539" y="250190"/>
                  </a:lnTo>
                  <a:close/>
                </a:path>
              </a:pathLst>
            </a:custGeom>
            <a:solidFill>
              <a:srgbClr val="EAE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3" name="object 1683"/>
            <p:cNvSpPr/>
            <p:nvPr/>
          </p:nvSpPr>
          <p:spPr>
            <a:xfrm>
              <a:off x="2644139" y="2780029"/>
              <a:ext cx="3810" cy="511809"/>
            </a:xfrm>
            <a:custGeom>
              <a:avLst/>
              <a:gdLst/>
              <a:ahLst/>
              <a:cxnLst/>
              <a:rect l="l" t="t" r="r" b="b"/>
              <a:pathLst>
                <a:path w="3810" h="511810">
                  <a:moveTo>
                    <a:pt x="3810" y="127000"/>
                  </a:moveTo>
                  <a:lnTo>
                    <a:pt x="0" y="127000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127000"/>
                  </a:lnTo>
                  <a:close/>
                </a:path>
                <a:path w="3810" h="511810">
                  <a:moveTo>
                    <a:pt x="3810" y="124460"/>
                  </a:moveTo>
                  <a:lnTo>
                    <a:pt x="0" y="124460"/>
                  </a:lnTo>
                  <a:lnTo>
                    <a:pt x="0" y="125729"/>
                  </a:lnTo>
                  <a:lnTo>
                    <a:pt x="3810" y="125729"/>
                  </a:lnTo>
                  <a:lnTo>
                    <a:pt x="3810" y="124460"/>
                  </a:lnTo>
                  <a:close/>
                </a:path>
                <a:path w="3810" h="511810">
                  <a:moveTo>
                    <a:pt x="3810" y="120650"/>
                  </a:moveTo>
                  <a:lnTo>
                    <a:pt x="0" y="120650"/>
                  </a:lnTo>
                  <a:lnTo>
                    <a:pt x="0" y="123189"/>
                  </a:lnTo>
                  <a:lnTo>
                    <a:pt x="3810" y="123189"/>
                  </a:lnTo>
                  <a:lnTo>
                    <a:pt x="3810" y="120650"/>
                  </a:lnTo>
                  <a:close/>
                </a:path>
                <a:path w="3810" h="511810">
                  <a:moveTo>
                    <a:pt x="3810" y="118110"/>
                  </a:moveTo>
                  <a:lnTo>
                    <a:pt x="0" y="118110"/>
                  </a:lnTo>
                  <a:lnTo>
                    <a:pt x="0" y="119379"/>
                  </a:lnTo>
                  <a:lnTo>
                    <a:pt x="3810" y="119379"/>
                  </a:lnTo>
                  <a:lnTo>
                    <a:pt x="3810" y="118110"/>
                  </a:lnTo>
                  <a:close/>
                </a:path>
                <a:path w="3810" h="511810">
                  <a:moveTo>
                    <a:pt x="3810" y="114300"/>
                  </a:moveTo>
                  <a:lnTo>
                    <a:pt x="0" y="114300"/>
                  </a:lnTo>
                  <a:lnTo>
                    <a:pt x="0" y="116839"/>
                  </a:lnTo>
                  <a:lnTo>
                    <a:pt x="3810" y="116839"/>
                  </a:lnTo>
                  <a:lnTo>
                    <a:pt x="3810" y="114300"/>
                  </a:lnTo>
                  <a:close/>
                </a:path>
                <a:path w="3810" h="511810">
                  <a:moveTo>
                    <a:pt x="3810" y="111760"/>
                  </a:moveTo>
                  <a:lnTo>
                    <a:pt x="0" y="111760"/>
                  </a:lnTo>
                  <a:lnTo>
                    <a:pt x="0" y="113029"/>
                  </a:lnTo>
                  <a:lnTo>
                    <a:pt x="3810" y="113029"/>
                  </a:lnTo>
                  <a:lnTo>
                    <a:pt x="3810" y="111760"/>
                  </a:lnTo>
                  <a:close/>
                </a:path>
                <a:path w="3810" h="511810">
                  <a:moveTo>
                    <a:pt x="3810" y="107950"/>
                  </a:moveTo>
                  <a:lnTo>
                    <a:pt x="0" y="107950"/>
                  </a:lnTo>
                  <a:lnTo>
                    <a:pt x="0" y="110489"/>
                  </a:lnTo>
                  <a:lnTo>
                    <a:pt x="3810" y="110489"/>
                  </a:lnTo>
                  <a:lnTo>
                    <a:pt x="3810" y="107950"/>
                  </a:lnTo>
                  <a:close/>
                </a:path>
                <a:path w="3810" h="511810">
                  <a:moveTo>
                    <a:pt x="3810" y="105410"/>
                  </a:moveTo>
                  <a:lnTo>
                    <a:pt x="0" y="105410"/>
                  </a:lnTo>
                  <a:lnTo>
                    <a:pt x="0" y="106679"/>
                  </a:lnTo>
                  <a:lnTo>
                    <a:pt x="3810" y="106679"/>
                  </a:lnTo>
                  <a:lnTo>
                    <a:pt x="3810" y="105410"/>
                  </a:lnTo>
                  <a:close/>
                </a:path>
                <a:path w="3810" h="511810">
                  <a:moveTo>
                    <a:pt x="3810" y="101600"/>
                  </a:moveTo>
                  <a:lnTo>
                    <a:pt x="0" y="101600"/>
                  </a:lnTo>
                  <a:lnTo>
                    <a:pt x="0" y="104139"/>
                  </a:lnTo>
                  <a:lnTo>
                    <a:pt x="3810" y="104139"/>
                  </a:lnTo>
                  <a:lnTo>
                    <a:pt x="3810" y="101600"/>
                  </a:lnTo>
                  <a:close/>
                </a:path>
                <a:path w="3810" h="511810">
                  <a:moveTo>
                    <a:pt x="3810" y="99060"/>
                  </a:moveTo>
                  <a:lnTo>
                    <a:pt x="0" y="99060"/>
                  </a:lnTo>
                  <a:lnTo>
                    <a:pt x="0" y="100329"/>
                  </a:lnTo>
                  <a:lnTo>
                    <a:pt x="3810" y="100329"/>
                  </a:lnTo>
                  <a:lnTo>
                    <a:pt x="3810" y="99060"/>
                  </a:lnTo>
                  <a:close/>
                </a:path>
                <a:path w="3810" h="511810">
                  <a:moveTo>
                    <a:pt x="3810" y="95250"/>
                  </a:moveTo>
                  <a:lnTo>
                    <a:pt x="0" y="95250"/>
                  </a:lnTo>
                  <a:lnTo>
                    <a:pt x="0" y="97789"/>
                  </a:lnTo>
                  <a:lnTo>
                    <a:pt x="3810" y="97789"/>
                  </a:lnTo>
                  <a:lnTo>
                    <a:pt x="3810" y="95250"/>
                  </a:lnTo>
                  <a:close/>
                </a:path>
                <a:path w="3810" h="511810">
                  <a:moveTo>
                    <a:pt x="3810" y="92710"/>
                  </a:moveTo>
                  <a:lnTo>
                    <a:pt x="0" y="92710"/>
                  </a:lnTo>
                  <a:lnTo>
                    <a:pt x="0" y="93979"/>
                  </a:lnTo>
                  <a:lnTo>
                    <a:pt x="3810" y="93979"/>
                  </a:lnTo>
                  <a:lnTo>
                    <a:pt x="3810" y="92710"/>
                  </a:lnTo>
                  <a:close/>
                </a:path>
                <a:path w="3810" h="511810">
                  <a:moveTo>
                    <a:pt x="3810" y="88900"/>
                  </a:moveTo>
                  <a:lnTo>
                    <a:pt x="0" y="88900"/>
                  </a:lnTo>
                  <a:lnTo>
                    <a:pt x="0" y="91439"/>
                  </a:lnTo>
                  <a:lnTo>
                    <a:pt x="3810" y="91439"/>
                  </a:lnTo>
                  <a:lnTo>
                    <a:pt x="3810" y="88900"/>
                  </a:lnTo>
                  <a:close/>
                </a:path>
                <a:path w="3810" h="511810">
                  <a:moveTo>
                    <a:pt x="3810" y="86360"/>
                  </a:moveTo>
                  <a:lnTo>
                    <a:pt x="0" y="86360"/>
                  </a:lnTo>
                  <a:lnTo>
                    <a:pt x="0" y="87629"/>
                  </a:lnTo>
                  <a:lnTo>
                    <a:pt x="3810" y="87629"/>
                  </a:lnTo>
                  <a:lnTo>
                    <a:pt x="3810" y="86360"/>
                  </a:lnTo>
                  <a:close/>
                </a:path>
                <a:path w="3810" h="511810">
                  <a:moveTo>
                    <a:pt x="3810" y="82550"/>
                  </a:moveTo>
                  <a:lnTo>
                    <a:pt x="0" y="82550"/>
                  </a:lnTo>
                  <a:lnTo>
                    <a:pt x="0" y="85089"/>
                  </a:lnTo>
                  <a:lnTo>
                    <a:pt x="3810" y="85089"/>
                  </a:lnTo>
                  <a:lnTo>
                    <a:pt x="3810" y="82550"/>
                  </a:lnTo>
                  <a:close/>
                </a:path>
                <a:path w="3810" h="511810">
                  <a:moveTo>
                    <a:pt x="3810" y="80010"/>
                  </a:moveTo>
                  <a:lnTo>
                    <a:pt x="0" y="80010"/>
                  </a:lnTo>
                  <a:lnTo>
                    <a:pt x="0" y="81279"/>
                  </a:lnTo>
                  <a:lnTo>
                    <a:pt x="3810" y="81279"/>
                  </a:lnTo>
                  <a:lnTo>
                    <a:pt x="3810" y="80010"/>
                  </a:lnTo>
                  <a:close/>
                </a:path>
                <a:path w="3810" h="511810">
                  <a:moveTo>
                    <a:pt x="3810" y="76200"/>
                  </a:moveTo>
                  <a:lnTo>
                    <a:pt x="0" y="76200"/>
                  </a:lnTo>
                  <a:lnTo>
                    <a:pt x="0" y="78739"/>
                  </a:lnTo>
                  <a:lnTo>
                    <a:pt x="3810" y="78739"/>
                  </a:lnTo>
                  <a:lnTo>
                    <a:pt x="3810" y="76200"/>
                  </a:lnTo>
                  <a:close/>
                </a:path>
                <a:path w="3810" h="511810">
                  <a:moveTo>
                    <a:pt x="3810" y="73660"/>
                  </a:moveTo>
                  <a:lnTo>
                    <a:pt x="0" y="73660"/>
                  </a:lnTo>
                  <a:lnTo>
                    <a:pt x="0" y="74929"/>
                  </a:lnTo>
                  <a:lnTo>
                    <a:pt x="3810" y="74929"/>
                  </a:lnTo>
                  <a:lnTo>
                    <a:pt x="3810" y="73660"/>
                  </a:lnTo>
                  <a:close/>
                </a:path>
                <a:path w="3810" h="511810">
                  <a:moveTo>
                    <a:pt x="3810" y="69850"/>
                  </a:moveTo>
                  <a:lnTo>
                    <a:pt x="0" y="69850"/>
                  </a:lnTo>
                  <a:lnTo>
                    <a:pt x="0" y="72389"/>
                  </a:lnTo>
                  <a:lnTo>
                    <a:pt x="3810" y="72389"/>
                  </a:lnTo>
                  <a:lnTo>
                    <a:pt x="3810" y="69850"/>
                  </a:lnTo>
                  <a:close/>
                </a:path>
                <a:path w="3810" h="511810">
                  <a:moveTo>
                    <a:pt x="3810" y="67310"/>
                  </a:moveTo>
                  <a:lnTo>
                    <a:pt x="0" y="67310"/>
                  </a:lnTo>
                  <a:lnTo>
                    <a:pt x="0" y="68579"/>
                  </a:lnTo>
                  <a:lnTo>
                    <a:pt x="3810" y="68579"/>
                  </a:lnTo>
                  <a:lnTo>
                    <a:pt x="3810" y="67310"/>
                  </a:lnTo>
                  <a:close/>
                </a:path>
                <a:path w="3810" h="511810">
                  <a:moveTo>
                    <a:pt x="3810" y="63500"/>
                  </a:moveTo>
                  <a:lnTo>
                    <a:pt x="0" y="63500"/>
                  </a:lnTo>
                  <a:lnTo>
                    <a:pt x="0" y="66039"/>
                  </a:lnTo>
                  <a:lnTo>
                    <a:pt x="3810" y="66039"/>
                  </a:lnTo>
                  <a:lnTo>
                    <a:pt x="3810" y="63500"/>
                  </a:lnTo>
                  <a:close/>
                </a:path>
                <a:path w="3810" h="511810">
                  <a:moveTo>
                    <a:pt x="3810" y="60960"/>
                  </a:moveTo>
                  <a:lnTo>
                    <a:pt x="0" y="60960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60960"/>
                  </a:lnTo>
                  <a:close/>
                </a:path>
                <a:path w="3810" h="511810">
                  <a:moveTo>
                    <a:pt x="3810" y="57150"/>
                  </a:moveTo>
                  <a:lnTo>
                    <a:pt x="0" y="57150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7150"/>
                  </a:lnTo>
                  <a:close/>
                </a:path>
                <a:path w="3810" h="511810">
                  <a:moveTo>
                    <a:pt x="3810" y="54610"/>
                  </a:moveTo>
                  <a:lnTo>
                    <a:pt x="0" y="54610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54610"/>
                  </a:lnTo>
                  <a:close/>
                </a:path>
                <a:path w="3810" h="511810">
                  <a:moveTo>
                    <a:pt x="3810" y="50800"/>
                  </a:moveTo>
                  <a:lnTo>
                    <a:pt x="0" y="50800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50800"/>
                  </a:lnTo>
                  <a:close/>
                </a:path>
                <a:path w="3810" h="511810">
                  <a:moveTo>
                    <a:pt x="3810" y="48260"/>
                  </a:moveTo>
                  <a:lnTo>
                    <a:pt x="0" y="48260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8260"/>
                  </a:lnTo>
                  <a:close/>
                </a:path>
                <a:path w="3810" h="511810">
                  <a:moveTo>
                    <a:pt x="3810" y="44450"/>
                  </a:moveTo>
                  <a:lnTo>
                    <a:pt x="0" y="44450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4450"/>
                  </a:lnTo>
                  <a:close/>
                </a:path>
                <a:path w="3810" h="511810">
                  <a:moveTo>
                    <a:pt x="3810" y="41910"/>
                  </a:moveTo>
                  <a:lnTo>
                    <a:pt x="0" y="41910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41910"/>
                  </a:lnTo>
                  <a:close/>
                </a:path>
                <a:path w="3810" h="511810">
                  <a:moveTo>
                    <a:pt x="3810" y="38100"/>
                  </a:moveTo>
                  <a:lnTo>
                    <a:pt x="0" y="38100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8100"/>
                  </a:lnTo>
                  <a:close/>
                </a:path>
                <a:path w="3810" h="511810">
                  <a:moveTo>
                    <a:pt x="3810" y="35560"/>
                  </a:moveTo>
                  <a:lnTo>
                    <a:pt x="0" y="3556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35560"/>
                  </a:lnTo>
                  <a:close/>
                </a:path>
                <a:path w="3810" h="511810">
                  <a:moveTo>
                    <a:pt x="3810" y="31750"/>
                  </a:moveTo>
                  <a:lnTo>
                    <a:pt x="0" y="31750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31750"/>
                  </a:lnTo>
                  <a:close/>
                </a:path>
                <a:path w="3810" h="511810">
                  <a:moveTo>
                    <a:pt x="3810" y="29210"/>
                  </a:moveTo>
                  <a:lnTo>
                    <a:pt x="0" y="29210"/>
                  </a:lnTo>
                  <a:lnTo>
                    <a:pt x="0" y="30479"/>
                  </a:lnTo>
                  <a:lnTo>
                    <a:pt x="3810" y="30479"/>
                  </a:lnTo>
                  <a:lnTo>
                    <a:pt x="3810" y="29210"/>
                  </a:lnTo>
                  <a:close/>
                </a:path>
                <a:path w="3810" h="511810">
                  <a:moveTo>
                    <a:pt x="3810" y="25400"/>
                  </a:moveTo>
                  <a:lnTo>
                    <a:pt x="0" y="25400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5400"/>
                  </a:lnTo>
                  <a:close/>
                </a:path>
                <a:path w="3810" h="511810">
                  <a:moveTo>
                    <a:pt x="3810" y="22860"/>
                  </a:moveTo>
                  <a:lnTo>
                    <a:pt x="0" y="2286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22860"/>
                  </a:lnTo>
                  <a:close/>
                </a:path>
                <a:path w="3810" h="511810">
                  <a:moveTo>
                    <a:pt x="3810" y="19050"/>
                  </a:moveTo>
                  <a:lnTo>
                    <a:pt x="0" y="1905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9050"/>
                  </a:lnTo>
                  <a:close/>
                </a:path>
                <a:path w="3810" h="511810">
                  <a:moveTo>
                    <a:pt x="3810" y="16510"/>
                  </a:moveTo>
                  <a:lnTo>
                    <a:pt x="0" y="1651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6510"/>
                  </a:lnTo>
                  <a:close/>
                </a:path>
                <a:path w="3810" h="511810">
                  <a:moveTo>
                    <a:pt x="3810" y="12700"/>
                  </a:moveTo>
                  <a:lnTo>
                    <a:pt x="0" y="1270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2700"/>
                  </a:lnTo>
                  <a:close/>
                </a:path>
                <a:path w="3810" h="511810">
                  <a:moveTo>
                    <a:pt x="3810" y="10160"/>
                  </a:moveTo>
                  <a:lnTo>
                    <a:pt x="0" y="1016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10160"/>
                  </a:lnTo>
                  <a:close/>
                </a:path>
                <a:path w="3810" h="511810">
                  <a:moveTo>
                    <a:pt x="3810" y="6350"/>
                  </a:moveTo>
                  <a:lnTo>
                    <a:pt x="0" y="635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50"/>
                  </a:lnTo>
                  <a:close/>
                </a:path>
                <a:path w="3810" h="511810">
                  <a:moveTo>
                    <a:pt x="3810" y="3810"/>
                  </a:moveTo>
                  <a:lnTo>
                    <a:pt x="0" y="381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3810"/>
                  </a:lnTo>
                  <a:close/>
                </a:path>
                <a:path w="3810" h="511810">
                  <a:moveTo>
                    <a:pt x="254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40" y="2539"/>
                  </a:lnTo>
                  <a:lnTo>
                    <a:pt x="2540" y="0"/>
                  </a:lnTo>
                  <a:close/>
                </a:path>
                <a:path w="3810" h="511810">
                  <a:moveTo>
                    <a:pt x="3810" y="248920"/>
                  </a:moveTo>
                  <a:lnTo>
                    <a:pt x="0" y="248920"/>
                  </a:lnTo>
                  <a:lnTo>
                    <a:pt x="0" y="508000"/>
                  </a:lnTo>
                  <a:lnTo>
                    <a:pt x="1270" y="508000"/>
                  </a:lnTo>
                  <a:lnTo>
                    <a:pt x="1270" y="509270"/>
                  </a:lnTo>
                  <a:lnTo>
                    <a:pt x="2540" y="509270"/>
                  </a:lnTo>
                  <a:lnTo>
                    <a:pt x="2540" y="511810"/>
                  </a:lnTo>
                  <a:lnTo>
                    <a:pt x="3810" y="511810"/>
                  </a:lnTo>
                  <a:lnTo>
                    <a:pt x="3810" y="248920"/>
                  </a:lnTo>
                  <a:close/>
                </a:path>
              </a:pathLst>
            </a:custGeom>
            <a:solidFill>
              <a:srgbClr val="EAE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4" name="object 1684"/>
            <p:cNvSpPr/>
            <p:nvPr/>
          </p:nvSpPr>
          <p:spPr>
            <a:xfrm>
              <a:off x="2647950" y="2782569"/>
              <a:ext cx="2540" cy="510540"/>
            </a:xfrm>
            <a:custGeom>
              <a:avLst/>
              <a:gdLst/>
              <a:ahLst/>
              <a:cxnLst/>
              <a:rect l="l" t="t" r="r" b="b"/>
              <a:pathLst>
                <a:path w="2539" h="510539">
                  <a:moveTo>
                    <a:pt x="2539" y="124460"/>
                  </a:moveTo>
                  <a:lnTo>
                    <a:pt x="0" y="124460"/>
                  </a:lnTo>
                  <a:lnTo>
                    <a:pt x="0" y="245110"/>
                  </a:lnTo>
                  <a:lnTo>
                    <a:pt x="2539" y="245110"/>
                  </a:lnTo>
                  <a:lnTo>
                    <a:pt x="2539" y="124460"/>
                  </a:lnTo>
                  <a:close/>
                </a:path>
                <a:path w="2539" h="510539">
                  <a:moveTo>
                    <a:pt x="2539" y="121920"/>
                  </a:moveTo>
                  <a:lnTo>
                    <a:pt x="0" y="121920"/>
                  </a:lnTo>
                  <a:lnTo>
                    <a:pt x="0" y="123189"/>
                  </a:lnTo>
                  <a:lnTo>
                    <a:pt x="2539" y="123189"/>
                  </a:lnTo>
                  <a:lnTo>
                    <a:pt x="2539" y="121920"/>
                  </a:lnTo>
                  <a:close/>
                </a:path>
                <a:path w="2539" h="510539">
                  <a:moveTo>
                    <a:pt x="2539" y="118110"/>
                  </a:moveTo>
                  <a:lnTo>
                    <a:pt x="0" y="118110"/>
                  </a:lnTo>
                  <a:lnTo>
                    <a:pt x="0" y="120650"/>
                  </a:lnTo>
                  <a:lnTo>
                    <a:pt x="2539" y="120650"/>
                  </a:lnTo>
                  <a:lnTo>
                    <a:pt x="2539" y="118110"/>
                  </a:lnTo>
                  <a:close/>
                </a:path>
                <a:path w="2539" h="510539">
                  <a:moveTo>
                    <a:pt x="2539" y="115570"/>
                  </a:moveTo>
                  <a:lnTo>
                    <a:pt x="0" y="115570"/>
                  </a:lnTo>
                  <a:lnTo>
                    <a:pt x="0" y="116839"/>
                  </a:lnTo>
                  <a:lnTo>
                    <a:pt x="2539" y="116839"/>
                  </a:lnTo>
                  <a:lnTo>
                    <a:pt x="2539" y="115570"/>
                  </a:lnTo>
                  <a:close/>
                </a:path>
                <a:path w="2539" h="510539">
                  <a:moveTo>
                    <a:pt x="2539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2539" y="114300"/>
                  </a:lnTo>
                  <a:lnTo>
                    <a:pt x="2539" y="111760"/>
                  </a:lnTo>
                  <a:close/>
                </a:path>
                <a:path w="2539" h="510539">
                  <a:moveTo>
                    <a:pt x="2539" y="109220"/>
                  </a:moveTo>
                  <a:lnTo>
                    <a:pt x="0" y="109220"/>
                  </a:lnTo>
                  <a:lnTo>
                    <a:pt x="0" y="110489"/>
                  </a:lnTo>
                  <a:lnTo>
                    <a:pt x="2539" y="110489"/>
                  </a:lnTo>
                  <a:lnTo>
                    <a:pt x="2539" y="109220"/>
                  </a:lnTo>
                  <a:close/>
                </a:path>
                <a:path w="2539" h="510539">
                  <a:moveTo>
                    <a:pt x="2539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2539" y="107950"/>
                  </a:lnTo>
                  <a:lnTo>
                    <a:pt x="2539" y="105410"/>
                  </a:lnTo>
                  <a:close/>
                </a:path>
                <a:path w="2539" h="510539">
                  <a:moveTo>
                    <a:pt x="2539" y="102870"/>
                  </a:moveTo>
                  <a:lnTo>
                    <a:pt x="0" y="102870"/>
                  </a:lnTo>
                  <a:lnTo>
                    <a:pt x="0" y="104139"/>
                  </a:lnTo>
                  <a:lnTo>
                    <a:pt x="2539" y="104139"/>
                  </a:lnTo>
                  <a:lnTo>
                    <a:pt x="2539" y="102870"/>
                  </a:lnTo>
                  <a:close/>
                </a:path>
                <a:path w="2539" h="510539">
                  <a:moveTo>
                    <a:pt x="2539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2539" y="101600"/>
                  </a:lnTo>
                  <a:lnTo>
                    <a:pt x="2539" y="99060"/>
                  </a:lnTo>
                  <a:close/>
                </a:path>
                <a:path w="2539" h="510539">
                  <a:moveTo>
                    <a:pt x="2539" y="96520"/>
                  </a:moveTo>
                  <a:lnTo>
                    <a:pt x="0" y="96520"/>
                  </a:lnTo>
                  <a:lnTo>
                    <a:pt x="0" y="97789"/>
                  </a:lnTo>
                  <a:lnTo>
                    <a:pt x="2539" y="97789"/>
                  </a:lnTo>
                  <a:lnTo>
                    <a:pt x="2539" y="96520"/>
                  </a:lnTo>
                  <a:close/>
                </a:path>
                <a:path w="2539" h="510539">
                  <a:moveTo>
                    <a:pt x="2539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2539" y="95250"/>
                  </a:lnTo>
                  <a:lnTo>
                    <a:pt x="2539" y="92710"/>
                  </a:lnTo>
                  <a:close/>
                </a:path>
                <a:path w="2539" h="510539">
                  <a:moveTo>
                    <a:pt x="2539" y="90170"/>
                  </a:moveTo>
                  <a:lnTo>
                    <a:pt x="0" y="90170"/>
                  </a:lnTo>
                  <a:lnTo>
                    <a:pt x="0" y="91439"/>
                  </a:lnTo>
                  <a:lnTo>
                    <a:pt x="2539" y="91439"/>
                  </a:lnTo>
                  <a:lnTo>
                    <a:pt x="2539" y="90170"/>
                  </a:lnTo>
                  <a:close/>
                </a:path>
                <a:path w="2539" h="510539">
                  <a:moveTo>
                    <a:pt x="2539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2539" y="88900"/>
                  </a:lnTo>
                  <a:lnTo>
                    <a:pt x="2539" y="86360"/>
                  </a:lnTo>
                  <a:close/>
                </a:path>
                <a:path w="2539" h="510539">
                  <a:moveTo>
                    <a:pt x="2539" y="83820"/>
                  </a:moveTo>
                  <a:lnTo>
                    <a:pt x="0" y="83820"/>
                  </a:lnTo>
                  <a:lnTo>
                    <a:pt x="0" y="85089"/>
                  </a:lnTo>
                  <a:lnTo>
                    <a:pt x="2539" y="85089"/>
                  </a:lnTo>
                  <a:lnTo>
                    <a:pt x="2539" y="83820"/>
                  </a:lnTo>
                  <a:close/>
                </a:path>
                <a:path w="2539" h="510539">
                  <a:moveTo>
                    <a:pt x="2539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2539" y="82550"/>
                  </a:lnTo>
                  <a:lnTo>
                    <a:pt x="2539" y="80010"/>
                  </a:lnTo>
                  <a:close/>
                </a:path>
                <a:path w="2539" h="510539">
                  <a:moveTo>
                    <a:pt x="2539" y="77470"/>
                  </a:moveTo>
                  <a:lnTo>
                    <a:pt x="0" y="77470"/>
                  </a:lnTo>
                  <a:lnTo>
                    <a:pt x="0" y="78739"/>
                  </a:lnTo>
                  <a:lnTo>
                    <a:pt x="2539" y="78739"/>
                  </a:lnTo>
                  <a:lnTo>
                    <a:pt x="2539" y="77470"/>
                  </a:lnTo>
                  <a:close/>
                </a:path>
                <a:path w="2539" h="510539">
                  <a:moveTo>
                    <a:pt x="2539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2539" y="76200"/>
                  </a:lnTo>
                  <a:lnTo>
                    <a:pt x="2539" y="73660"/>
                  </a:lnTo>
                  <a:close/>
                </a:path>
                <a:path w="2539" h="510539">
                  <a:moveTo>
                    <a:pt x="2539" y="71120"/>
                  </a:moveTo>
                  <a:lnTo>
                    <a:pt x="0" y="71120"/>
                  </a:lnTo>
                  <a:lnTo>
                    <a:pt x="0" y="72389"/>
                  </a:lnTo>
                  <a:lnTo>
                    <a:pt x="2539" y="72389"/>
                  </a:lnTo>
                  <a:lnTo>
                    <a:pt x="2539" y="71120"/>
                  </a:lnTo>
                  <a:close/>
                </a:path>
                <a:path w="2539" h="510539">
                  <a:moveTo>
                    <a:pt x="2539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2539" y="69850"/>
                  </a:lnTo>
                  <a:lnTo>
                    <a:pt x="2539" y="67310"/>
                  </a:lnTo>
                  <a:close/>
                </a:path>
                <a:path w="2539" h="510539">
                  <a:moveTo>
                    <a:pt x="2539" y="64770"/>
                  </a:moveTo>
                  <a:lnTo>
                    <a:pt x="0" y="64770"/>
                  </a:lnTo>
                  <a:lnTo>
                    <a:pt x="0" y="66039"/>
                  </a:lnTo>
                  <a:lnTo>
                    <a:pt x="2539" y="66039"/>
                  </a:lnTo>
                  <a:lnTo>
                    <a:pt x="2539" y="64770"/>
                  </a:lnTo>
                  <a:close/>
                </a:path>
                <a:path w="2539" h="510539">
                  <a:moveTo>
                    <a:pt x="2539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2539" y="63500"/>
                  </a:lnTo>
                  <a:lnTo>
                    <a:pt x="2539" y="60960"/>
                  </a:lnTo>
                  <a:close/>
                </a:path>
                <a:path w="2539" h="510539">
                  <a:moveTo>
                    <a:pt x="2539" y="58420"/>
                  </a:moveTo>
                  <a:lnTo>
                    <a:pt x="0" y="58420"/>
                  </a:lnTo>
                  <a:lnTo>
                    <a:pt x="0" y="59689"/>
                  </a:lnTo>
                  <a:lnTo>
                    <a:pt x="2539" y="59689"/>
                  </a:lnTo>
                  <a:lnTo>
                    <a:pt x="2539" y="58420"/>
                  </a:lnTo>
                  <a:close/>
                </a:path>
                <a:path w="2539" h="510539">
                  <a:moveTo>
                    <a:pt x="2539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2539" y="57150"/>
                  </a:lnTo>
                  <a:lnTo>
                    <a:pt x="2539" y="54610"/>
                  </a:lnTo>
                  <a:close/>
                </a:path>
                <a:path w="2539" h="510539">
                  <a:moveTo>
                    <a:pt x="2539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2539" y="53339"/>
                  </a:lnTo>
                  <a:lnTo>
                    <a:pt x="2539" y="52070"/>
                  </a:lnTo>
                  <a:close/>
                </a:path>
                <a:path w="2539" h="510539">
                  <a:moveTo>
                    <a:pt x="2539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2539" y="50800"/>
                  </a:lnTo>
                  <a:lnTo>
                    <a:pt x="2539" y="48260"/>
                  </a:lnTo>
                  <a:close/>
                </a:path>
                <a:path w="2539" h="510539">
                  <a:moveTo>
                    <a:pt x="2539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2539" y="46989"/>
                  </a:lnTo>
                  <a:lnTo>
                    <a:pt x="2539" y="45720"/>
                  </a:lnTo>
                  <a:close/>
                </a:path>
                <a:path w="2539" h="510539">
                  <a:moveTo>
                    <a:pt x="2539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2539" y="44450"/>
                  </a:lnTo>
                  <a:lnTo>
                    <a:pt x="2539" y="41910"/>
                  </a:lnTo>
                  <a:close/>
                </a:path>
                <a:path w="2539" h="510539">
                  <a:moveTo>
                    <a:pt x="2539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2539" y="40639"/>
                  </a:lnTo>
                  <a:lnTo>
                    <a:pt x="2539" y="39370"/>
                  </a:lnTo>
                  <a:close/>
                </a:path>
                <a:path w="2539" h="510539">
                  <a:moveTo>
                    <a:pt x="2539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2539" y="38100"/>
                  </a:lnTo>
                  <a:lnTo>
                    <a:pt x="2539" y="35560"/>
                  </a:lnTo>
                  <a:close/>
                </a:path>
                <a:path w="2539" h="510539">
                  <a:moveTo>
                    <a:pt x="2539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2539" y="34289"/>
                  </a:lnTo>
                  <a:lnTo>
                    <a:pt x="2539" y="33020"/>
                  </a:lnTo>
                  <a:close/>
                </a:path>
                <a:path w="2539" h="510539">
                  <a:moveTo>
                    <a:pt x="2539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2539" y="31750"/>
                  </a:lnTo>
                  <a:lnTo>
                    <a:pt x="2539" y="29210"/>
                  </a:lnTo>
                  <a:close/>
                </a:path>
                <a:path w="2539" h="510539">
                  <a:moveTo>
                    <a:pt x="2539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2539" y="27939"/>
                  </a:lnTo>
                  <a:lnTo>
                    <a:pt x="2539" y="26670"/>
                  </a:lnTo>
                  <a:close/>
                </a:path>
                <a:path w="2539" h="510539">
                  <a:moveTo>
                    <a:pt x="2539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2539" y="25400"/>
                  </a:lnTo>
                  <a:lnTo>
                    <a:pt x="2539" y="22860"/>
                  </a:lnTo>
                  <a:close/>
                </a:path>
                <a:path w="2539" h="510539">
                  <a:moveTo>
                    <a:pt x="2539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2539" y="21589"/>
                  </a:lnTo>
                  <a:lnTo>
                    <a:pt x="2539" y="20320"/>
                  </a:lnTo>
                  <a:close/>
                </a:path>
                <a:path w="2539" h="510539">
                  <a:moveTo>
                    <a:pt x="2539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2539" y="19050"/>
                  </a:lnTo>
                  <a:lnTo>
                    <a:pt x="2539" y="16510"/>
                  </a:lnTo>
                  <a:close/>
                </a:path>
                <a:path w="2539" h="510539">
                  <a:moveTo>
                    <a:pt x="2539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2539" y="15239"/>
                  </a:lnTo>
                  <a:lnTo>
                    <a:pt x="2539" y="13970"/>
                  </a:lnTo>
                  <a:close/>
                </a:path>
                <a:path w="2539" h="510539">
                  <a:moveTo>
                    <a:pt x="2539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2539" y="12700"/>
                  </a:lnTo>
                  <a:lnTo>
                    <a:pt x="2539" y="10160"/>
                  </a:lnTo>
                  <a:close/>
                </a:path>
                <a:path w="2539" h="510539">
                  <a:moveTo>
                    <a:pt x="2539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2539" y="8889"/>
                  </a:lnTo>
                  <a:lnTo>
                    <a:pt x="2539" y="7620"/>
                  </a:lnTo>
                  <a:close/>
                </a:path>
                <a:path w="2539" h="510539">
                  <a:moveTo>
                    <a:pt x="2539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2539" y="6350"/>
                  </a:lnTo>
                  <a:lnTo>
                    <a:pt x="2539" y="3810"/>
                  </a:lnTo>
                  <a:close/>
                </a:path>
                <a:path w="2539" h="510539">
                  <a:moveTo>
                    <a:pt x="2539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0" y="1270"/>
                  </a:lnTo>
                  <a:lnTo>
                    <a:pt x="0" y="2539"/>
                  </a:lnTo>
                  <a:lnTo>
                    <a:pt x="2539" y="2539"/>
                  </a:lnTo>
                  <a:lnTo>
                    <a:pt x="2539" y="0"/>
                  </a:lnTo>
                  <a:close/>
                </a:path>
                <a:path w="2539" h="510539">
                  <a:moveTo>
                    <a:pt x="2539" y="509270"/>
                  </a:moveTo>
                  <a:lnTo>
                    <a:pt x="1269" y="509270"/>
                  </a:lnTo>
                  <a:lnTo>
                    <a:pt x="1269" y="510540"/>
                  </a:lnTo>
                  <a:lnTo>
                    <a:pt x="2539" y="510540"/>
                  </a:lnTo>
                  <a:lnTo>
                    <a:pt x="2539" y="509270"/>
                  </a:lnTo>
                  <a:close/>
                </a:path>
                <a:path w="2539" h="510539">
                  <a:moveTo>
                    <a:pt x="2539" y="246380"/>
                  </a:moveTo>
                  <a:lnTo>
                    <a:pt x="0" y="246380"/>
                  </a:lnTo>
                  <a:lnTo>
                    <a:pt x="0" y="508000"/>
                  </a:lnTo>
                  <a:lnTo>
                    <a:pt x="2539" y="508000"/>
                  </a:lnTo>
                  <a:lnTo>
                    <a:pt x="2539" y="246380"/>
                  </a:lnTo>
                  <a:close/>
                </a:path>
              </a:pathLst>
            </a:custGeom>
            <a:solidFill>
              <a:srgbClr val="E9E3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5" name="object 1685"/>
            <p:cNvSpPr/>
            <p:nvPr/>
          </p:nvSpPr>
          <p:spPr>
            <a:xfrm>
              <a:off x="2650489" y="2785110"/>
              <a:ext cx="3810" cy="510540"/>
            </a:xfrm>
            <a:custGeom>
              <a:avLst/>
              <a:gdLst/>
              <a:ahLst/>
              <a:cxnLst/>
              <a:rect l="l" t="t" r="r" b="b"/>
              <a:pathLst>
                <a:path w="3810" h="510539">
                  <a:moveTo>
                    <a:pt x="3810" y="121920"/>
                  </a:moveTo>
                  <a:lnTo>
                    <a:pt x="0" y="121920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121920"/>
                  </a:lnTo>
                  <a:close/>
                </a:path>
                <a:path w="3810" h="510539">
                  <a:moveTo>
                    <a:pt x="3810" y="119380"/>
                  </a:moveTo>
                  <a:lnTo>
                    <a:pt x="0" y="119380"/>
                  </a:lnTo>
                  <a:lnTo>
                    <a:pt x="0" y="120650"/>
                  </a:lnTo>
                  <a:lnTo>
                    <a:pt x="3810" y="120650"/>
                  </a:lnTo>
                  <a:lnTo>
                    <a:pt x="3810" y="119380"/>
                  </a:lnTo>
                  <a:close/>
                </a:path>
                <a:path w="3810" h="510539">
                  <a:moveTo>
                    <a:pt x="3810" y="115570"/>
                  </a:moveTo>
                  <a:lnTo>
                    <a:pt x="0" y="115570"/>
                  </a:lnTo>
                  <a:lnTo>
                    <a:pt x="0" y="118110"/>
                  </a:lnTo>
                  <a:lnTo>
                    <a:pt x="3810" y="118110"/>
                  </a:lnTo>
                  <a:lnTo>
                    <a:pt x="3810" y="115570"/>
                  </a:lnTo>
                  <a:close/>
                </a:path>
                <a:path w="3810" h="510539">
                  <a:moveTo>
                    <a:pt x="3810" y="113030"/>
                  </a:moveTo>
                  <a:lnTo>
                    <a:pt x="0" y="113030"/>
                  </a:lnTo>
                  <a:lnTo>
                    <a:pt x="0" y="114300"/>
                  </a:lnTo>
                  <a:lnTo>
                    <a:pt x="3810" y="114300"/>
                  </a:lnTo>
                  <a:lnTo>
                    <a:pt x="3810" y="113030"/>
                  </a:lnTo>
                  <a:close/>
                </a:path>
                <a:path w="3810" h="510539">
                  <a:moveTo>
                    <a:pt x="3810" y="109220"/>
                  </a:moveTo>
                  <a:lnTo>
                    <a:pt x="0" y="109220"/>
                  </a:lnTo>
                  <a:lnTo>
                    <a:pt x="0" y="111760"/>
                  </a:lnTo>
                  <a:lnTo>
                    <a:pt x="3810" y="111760"/>
                  </a:lnTo>
                  <a:lnTo>
                    <a:pt x="3810" y="109220"/>
                  </a:lnTo>
                  <a:close/>
                </a:path>
                <a:path w="3810" h="510539">
                  <a:moveTo>
                    <a:pt x="3810" y="106680"/>
                  </a:moveTo>
                  <a:lnTo>
                    <a:pt x="0" y="106680"/>
                  </a:lnTo>
                  <a:lnTo>
                    <a:pt x="0" y="107950"/>
                  </a:lnTo>
                  <a:lnTo>
                    <a:pt x="3810" y="107950"/>
                  </a:lnTo>
                  <a:lnTo>
                    <a:pt x="3810" y="106680"/>
                  </a:lnTo>
                  <a:close/>
                </a:path>
                <a:path w="3810" h="510539">
                  <a:moveTo>
                    <a:pt x="3810" y="102870"/>
                  </a:moveTo>
                  <a:lnTo>
                    <a:pt x="0" y="102870"/>
                  </a:lnTo>
                  <a:lnTo>
                    <a:pt x="0" y="105410"/>
                  </a:lnTo>
                  <a:lnTo>
                    <a:pt x="3810" y="105410"/>
                  </a:lnTo>
                  <a:lnTo>
                    <a:pt x="3810" y="102870"/>
                  </a:lnTo>
                  <a:close/>
                </a:path>
                <a:path w="3810" h="510539">
                  <a:moveTo>
                    <a:pt x="3810" y="100330"/>
                  </a:moveTo>
                  <a:lnTo>
                    <a:pt x="0" y="100330"/>
                  </a:lnTo>
                  <a:lnTo>
                    <a:pt x="0" y="101600"/>
                  </a:lnTo>
                  <a:lnTo>
                    <a:pt x="3810" y="101600"/>
                  </a:lnTo>
                  <a:lnTo>
                    <a:pt x="3810" y="100330"/>
                  </a:lnTo>
                  <a:close/>
                </a:path>
                <a:path w="3810" h="510539">
                  <a:moveTo>
                    <a:pt x="3810" y="96520"/>
                  </a:moveTo>
                  <a:lnTo>
                    <a:pt x="0" y="96520"/>
                  </a:lnTo>
                  <a:lnTo>
                    <a:pt x="0" y="99060"/>
                  </a:lnTo>
                  <a:lnTo>
                    <a:pt x="3810" y="99060"/>
                  </a:lnTo>
                  <a:lnTo>
                    <a:pt x="3810" y="96520"/>
                  </a:lnTo>
                  <a:close/>
                </a:path>
                <a:path w="3810" h="510539">
                  <a:moveTo>
                    <a:pt x="3810" y="93980"/>
                  </a:moveTo>
                  <a:lnTo>
                    <a:pt x="0" y="93980"/>
                  </a:lnTo>
                  <a:lnTo>
                    <a:pt x="0" y="95250"/>
                  </a:lnTo>
                  <a:lnTo>
                    <a:pt x="3810" y="95250"/>
                  </a:lnTo>
                  <a:lnTo>
                    <a:pt x="3810" y="93980"/>
                  </a:lnTo>
                  <a:close/>
                </a:path>
                <a:path w="3810" h="510539">
                  <a:moveTo>
                    <a:pt x="3810" y="90170"/>
                  </a:moveTo>
                  <a:lnTo>
                    <a:pt x="0" y="90170"/>
                  </a:lnTo>
                  <a:lnTo>
                    <a:pt x="0" y="92710"/>
                  </a:lnTo>
                  <a:lnTo>
                    <a:pt x="3810" y="92710"/>
                  </a:lnTo>
                  <a:lnTo>
                    <a:pt x="3810" y="90170"/>
                  </a:lnTo>
                  <a:close/>
                </a:path>
                <a:path w="3810" h="510539">
                  <a:moveTo>
                    <a:pt x="3810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3810" y="88900"/>
                  </a:lnTo>
                  <a:lnTo>
                    <a:pt x="3810" y="87630"/>
                  </a:lnTo>
                  <a:close/>
                </a:path>
                <a:path w="3810" h="510539">
                  <a:moveTo>
                    <a:pt x="3810" y="83820"/>
                  </a:moveTo>
                  <a:lnTo>
                    <a:pt x="0" y="83820"/>
                  </a:lnTo>
                  <a:lnTo>
                    <a:pt x="0" y="86360"/>
                  </a:lnTo>
                  <a:lnTo>
                    <a:pt x="3810" y="86360"/>
                  </a:lnTo>
                  <a:lnTo>
                    <a:pt x="3810" y="83820"/>
                  </a:lnTo>
                  <a:close/>
                </a:path>
                <a:path w="3810" h="510539">
                  <a:moveTo>
                    <a:pt x="3810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3810" y="82550"/>
                  </a:lnTo>
                  <a:lnTo>
                    <a:pt x="3810" y="81280"/>
                  </a:lnTo>
                  <a:close/>
                </a:path>
                <a:path w="3810" h="510539">
                  <a:moveTo>
                    <a:pt x="3810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3810" y="80010"/>
                  </a:lnTo>
                  <a:lnTo>
                    <a:pt x="3810" y="77470"/>
                  </a:lnTo>
                  <a:close/>
                </a:path>
                <a:path w="3810" h="510539">
                  <a:moveTo>
                    <a:pt x="3810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3810" y="76200"/>
                  </a:lnTo>
                  <a:lnTo>
                    <a:pt x="3810" y="74930"/>
                  </a:lnTo>
                  <a:close/>
                </a:path>
                <a:path w="3810" h="510539">
                  <a:moveTo>
                    <a:pt x="3810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3810" y="73660"/>
                  </a:lnTo>
                  <a:lnTo>
                    <a:pt x="3810" y="71120"/>
                  </a:lnTo>
                  <a:close/>
                </a:path>
                <a:path w="3810" h="510539">
                  <a:moveTo>
                    <a:pt x="3810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3810" y="69850"/>
                  </a:lnTo>
                  <a:lnTo>
                    <a:pt x="3810" y="68580"/>
                  </a:lnTo>
                  <a:close/>
                </a:path>
                <a:path w="3810" h="510539">
                  <a:moveTo>
                    <a:pt x="3810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3810" y="67310"/>
                  </a:lnTo>
                  <a:lnTo>
                    <a:pt x="3810" y="64770"/>
                  </a:lnTo>
                  <a:close/>
                </a:path>
                <a:path w="3810" h="510539">
                  <a:moveTo>
                    <a:pt x="381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62230"/>
                  </a:lnTo>
                  <a:close/>
                </a:path>
                <a:path w="3810" h="510539">
                  <a:moveTo>
                    <a:pt x="3810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3810" y="60960"/>
                  </a:lnTo>
                  <a:lnTo>
                    <a:pt x="3810" y="58420"/>
                  </a:lnTo>
                  <a:close/>
                </a:path>
                <a:path w="3810" h="510539">
                  <a:moveTo>
                    <a:pt x="3810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3810" y="57150"/>
                  </a:lnTo>
                  <a:lnTo>
                    <a:pt x="3810" y="55880"/>
                  </a:lnTo>
                  <a:close/>
                </a:path>
                <a:path w="3810" h="510539">
                  <a:moveTo>
                    <a:pt x="3810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3810" y="54610"/>
                  </a:lnTo>
                  <a:lnTo>
                    <a:pt x="3810" y="52070"/>
                  </a:lnTo>
                  <a:close/>
                </a:path>
                <a:path w="3810" h="510539">
                  <a:moveTo>
                    <a:pt x="3810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3810" y="50800"/>
                  </a:lnTo>
                  <a:lnTo>
                    <a:pt x="3810" y="49530"/>
                  </a:lnTo>
                  <a:close/>
                </a:path>
                <a:path w="3810" h="510539">
                  <a:moveTo>
                    <a:pt x="3810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5720"/>
                  </a:lnTo>
                  <a:close/>
                </a:path>
                <a:path w="3810" h="510539">
                  <a:moveTo>
                    <a:pt x="3810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3810" y="44450"/>
                  </a:lnTo>
                  <a:lnTo>
                    <a:pt x="3810" y="43180"/>
                  </a:lnTo>
                  <a:close/>
                </a:path>
                <a:path w="3810" h="510539">
                  <a:moveTo>
                    <a:pt x="3810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9370"/>
                  </a:lnTo>
                  <a:close/>
                </a:path>
                <a:path w="3810" h="510539">
                  <a:moveTo>
                    <a:pt x="3810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6830"/>
                  </a:lnTo>
                  <a:close/>
                </a:path>
                <a:path w="3810" h="510539">
                  <a:moveTo>
                    <a:pt x="3810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33020"/>
                  </a:lnTo>
                  <a:close/>
                </a:path>
                <a:path w="3810" h="510539">
                  <a:moveTo>
                    <a:pt x="3810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3810" y="31750"/>
                  </a:lnTo>
                  <a:lnTo>
                    <a:pt x="3810" y="30480"/>
                  </a:lnTo>
                  <a:close/>
                </a:path>
                <a:path w="3810" h="510539">
                  <a:moveTo>
                    <a:pt x="3810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6670"/>
                  </a:lnTo>
                  <a:close/>
                </a:path>
                <a:path w="3810" h="510539">
                  <a:moveTo>
                    <a:pt x="3810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4130"/>
                  </a:lnTo>
                  <a:close/>
                </a:path>
                <a:path w="3810" h="510539">
                  <a:moveTo>
                    <a:pt x="3810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20320"/>
                  </a:lnTo>
                  <a:close/>
                </a:path>
                <a:path w="3810" h="510539">
                  <a:moveTo>
                    <a:pt x="3810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7780"/>
                  </a:lnTo>
                  <a:close/>
                </a:path>
                <a:path w="3810" h="510539">
                  <a:moveTo>
                    <a:pt x="3810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70"/>
                  </a:lnTo>
                  <a:close/>
                </a:path>
                <a:path w="3810" h="510539">
                  <a:moveTo>
                    <a:pt x="3810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11430"/>
                  </a:lnTo>
                  <a:close/>
                </a:path>
                <a:path w="3810" h="510539">
                  <a:moveTo>
                    <a:pt x="3810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20"/>
                  </a:lnTo>
                  <a:close/>
                </a:path>
                <a:path w="3810" h="510539">
                  <a:moveTo>
                    <a:pt x="3810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5080"/>
                  </a:lnTo>
                  <a:close/>
                </a:path>
                <a:path w="3810" h="510539">
                  <a:moveTo>
                    <a:pt x="38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10" h="510539">
                  <a:moveTo>
                    <a:pt x="3810" y="506730"/>
                  </a:moveTo>
                  <a:lnTo>
                    <a:pt x="0" y="506730"/>
                  </a:lnTo>
                  <a:lnTo>
                    <a:pt x="0" y="509270"/>
                  </a:lnTo>
                  <a:lnTo>
                    <a:pt x="2540" y="509270"/>
                  </a:lnTo>
                  <a:lnTo>
                    <a:pt x="2540" y="510540"/>
                  </a:lnTo>
                  <a:lnTo>
                    <a:pt x="3810" y="510540"/>
                  </a:lnTo>
                  <a:lnTo>
                    <a:pt x="3810" y="506730"/>
                  </a:lnTo>
                  <a:close/>
                </a:path>
                <a:path w="3810" h="510539">
                  <a:moveTo>
                    <a:pt x="3810" y="243840"/>
                  </a:moveTo>
                  <a:lnTo>
                    <a:pt x="0" y="243840"/>
                  </a:lnTo>
                  <a:lnTo>
                    <a:pt x="0" y="505460"/>
                  </a:lnTo>
                  <a:lnTo>
                    <a:pt x="3810" y="505460"/>
                  </a:lnTo>
                  <a:lnTo>
                    <a:pt x="3810" y="243840"/>
                  </a:lnTo>
                  <a:close/>
                </a:path>
              </a:pathLst>
            </a:custGeom>
            <a:solidFill>
              <a:srgbClr val="E8E2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6" name="object 1686"/>
            <p:cNvSpPr/>
            <p:nvPr/>
          </p:nvSpPr>
          <p:spPr>
            <a:xfrm>
              <a:off x="2654300" y="2785110"/>
              <a:ext cx="3810" cy="514350"/>
            </a:xfrm>
            <a:custGeom>
              <a:avLst/>
              <a:gdLst/>
              <a:ahLst/>
              <a:cxnLst/>
              <a:rect l="l" t="t" r="r" b="b"/>
              <a:pathLst>
                <a:path w="3810" h="514350">
                  <a:moveTo>
                    <a:pt x="3810" y="121920"/>
                  </a:moveTo>
                  <a:lnTo>
                    <a:pt x="0" y="121920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121920"/>
                  </a:lnTo>
                  <a:close/>
                </a:path>
                <a:path w="3810" h="514350">
                  <a:moveTo>
                    <a:pt x="3810" y="119380"/>
                  </a:moveTo>
                  <a:lnTo>
                    <a:pt x="0" y="119380"/>
                  </a:lnTo>
                  <a:lnTo>
                    <a:pt x="0" y="120650"/>
                  </a:lnTo>
                  <a:lnTo>
                    <a:pt x="3810" y="120650"/>
                  </a:lnTo>
                  <a:lnTo>
                    <a:pt x="3810" y="119380"/>
                  </a:lnTo>
                  <a:close/>
                </a:path>
                <a:path w="3810" h="514350">
                  <a:moveTo>
                    <a:pt x="3810" y="115570"/>
                  </a:moveTo>
                  <a:lnTo>
                    <a:pt x="0" y="115570"/>
                  </a:lnTo>
                  <a:lnTo>
                    <a:pt x="0" y="118110"/>
                  </a:lnTo>
                  <a:lnTo>
                    <a:pt x="3810" y="118110"/>
                  </a:lnTo>
                  <a:lnTo>
                    <a:pt x="3810" y="115570"/>
                  </a:lnTo>
                  <a:close/>
                </a:path>
                <a:path w="3810" h="514350">
                  <a:moveTo>
                    <a:pt x="3810" y="113030"/>
                  </a:moveTo>
                  <a:lnTo>
                    <a:pt x="0" y="113030"/>
                  </a:lnTo>
                  <a:lnTo>
                    <a:pt x="0" y="114300"/>
                  </a:lnTo>
                  <a:lnTo>
                    <a:pt x="3810" y="114300"/>
                  </a:lnTo>
                  <a:lnTo>
                    <a:pt x="3810" y="113030"/>
                  </a:lnTo>
                  <a:close/>
                </a:path>
                <a:path w="3810" h="514350">
                  <a:moveTo>
                    <a:pt x="3810" y="109220"/>
                  </a:moveTo>
                  <a:lnTo>
                    <a:pt x="0" y="109220"/>
                  </a:lnTo>
                  <a:lnTo>
                    <a:pt x="0" y="111760"/>
                  </a:lnTo>
                  <a:lnTo>
                    <a:pt x="3810" y="111760"/>
                  </a:lnTo>
                  <a:lnTo>
                    <a:pt x="3810" y="109220"/>
                  </a:lnTo>
                  <a:close/>
                </a:path>
                <a:path w="3810" h="514350">
                  <a:moveTo>
                    <a:pt x="3810" y="106680"/>
                  </a:moveTo>
                  <a:lnTo>
                    <a:pt x="0" y="106680"/>
                  </a:lnTo>
                  <a:lnTo>
                    <a:pt x="0" y="107950"/>
                  </a:lnTo>
                  <a:lnTo>
                    <a:pt x="3810" y="107950"/>
                  </a:lnTo>
                  <a:lnTo>
                    <a:pt x="3810" y="106680"/>
                  </a:lnTo>
                  <a:close/>
                </a:path>
                <a:path w="3810" h="514350">
                  <a:moveTo>
                    <a:pt x="3810" y="102870"/>
                  </a:moveTo>
                  <a:lnTo>
                    <a:pt x="0" y="102870"/>
                  </a:lnTo>
                  <a:lnTo>
                    <a:pt x="0" y="105410"/>
                  </a:lnTo>
                  <a:lnTo>
                    <a:pt x="3810" y="105410"/>
                  </a:lnTo>
                  <a:lnTo>
                    <a:pt x="3810" y="102870"/>
                  </a:lnTo>
                  <a:close/>
                </a:path>
                <a:path w="3810" h="514350">
                  <a:moveTo>
                    <a:pt x="3810" y="100330"/>
                  </a:moveTo>
                  <a:lnTo>
                    <a:pt x="0" y="100330"/>
                  </a:lnTo>
                  <a:lnTo>
                    <a:pt x="0" y="101600"/>
                  </a:lnTo>
                  <a:lnTo>
                    <a:pt x="3810" y="101600"/>
                  </a:lnTo>
                  <a:lnTo>
                    <a:pt x="3810" y="100330"/>
                  </a:lnTo>
                  <a:close/>
                </a:path>
                <a:path w="3810" h="514350">
                  <a:moveTo>
                    <a:pt x="3810" y="96520"/>
                  </a:moveTo>
                  <a:lnTo>
                    <a:pt x="0" y="96520"/>
                  </a:lnTo>
                  <a:lnTo>
                    <a:pt x="0" y="99060"/>
                  </a:lnTo>
                  <a:lnTo>
                    <a:pt x="3810" y="99060"/>
                  </a:lnTo>
                  <a:lnTo>
                    <a:pt x="3810" y="96520"/>
                  </a:lnTo>
                  <a:close/>
                </a:path>
                <a:path w="3810" h="514350">
                  <a:moveTo>
                    <a:pt x="3810" y="93980"/>
                  </a:moveTo>
                  <a:lnTo>
                    <a:pt x="0" y="93980"/>
                  </a:lnTo>
                  <a:lnTo>
                    <a:pt x="0" y="95250"/>
                  </a:lnTo>
                  <a:lnTo>
                    <a:pt x="3810" y="95250"/>
                  </a:lnTo>
                  <a:lnTo>
                    <a:pt x="3810" y="93980"/>
                  </a:lnTo>
                  <a:close/>
                </a:path>
                <a:path w="3810" h="514350">
                  <a:moveTo>
                    <a:pt x="3810" y="90170"/>
                  </a:moveTo>
                  <a:lnTo>
                    <a:pt x="0" y="90170"/>
                  </a:lnTo>
                  <a:lnTo>
                    <a:pt x="0" y="92710"/>
                  </a:lnTo>
                  <a:lnTo>
                    <a:pt x="3810" y="92710"/>
                  </a:lnTo>
                  <a:lnTo>
                    <a:pt x="3810" y="90170"/>
                  </a:lnTo>
                  <a:close/>
                </a:path>
                <a:path w="3810" h="514350">
                  <a:moveTo>
                    <a:pt x="3810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3810" y="88900"/>
                  </a:lnTo>
                  <a:lnTo>
                    <a:pt x="3810" y="87630"/>
                  </a:lnTo>
                  <a:close/>
                </a:path>
                <a:path w="3810" h="514350">
                  <a:moveTo>
                    <a:pt x="3810" y="83820"/>
                  </a:moveTo>
                  <a:lnTo>
                    <a:pt x="0" y="83820"/>
                  </a:lnTo>
                  <a:lnTo>
                    <a:pt x="0" y="86360"/>
                  </a:lnTo>
                  <a:lnTo>
                    <a:pt x="3810" y="86360"/>
                  </a:lnTo>
                  <a:lnTo>
                    <a:pt x="3810" y="83820"/>
                  </a:lnTo>
                  <a:close/>
                </a:path>
                <a:path w="3810" h="514350">
                  <a:moveTo>
                    <a:pt x="3810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3810" y="82550"/>
                  </a:lnTo>
                  <a:lnTo>
                    <a:pt x="3810" y="81280"/>
                  </a:lnTo>
                  <a:close/>
                </a:path>
                <a:path w="3810" h="514350">
                  <a:moveTo>
                    <a:pt x="3810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3810" y="80010"/>
                  </a:lnTo>
                  <a:lnTo>
                    <a:pt x="3810" y="77470"/>
                  </a:lnTo>
                  <a:close/>
                </a:path>
                <a:path w="3810" h="514350">
                  <a:moveTo>
                    <a:pt x="3810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3810" y="76200"/>
                  </a:lnTo>
                  <a:lnTo>
                    <a:pt x="3810" y="74930"/>
                  </a:lnTo>
                  <a:close/>
                </a:path>
                <a:path w="3810" h="514350">
                  <a:moveTo>
                    <a:pt x="3810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3810" y="73660"/>
                  </a:lnTo>
                  <a:lnTo>
                    <a:pt x="3810" y="71120"/>
                  </a:lnTo>
                  <a:close/>
                </a:path>
                <a:path w="3810" h="514350">
                  <a:moveTo>
                    <a:pt x="3810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3810" y="69850"/>
                  </a:lnTo>
                  <a:lnTo>
                    <a:pt x="3810" y="68580"/>
                  </a:lnTo>
                  <a:close/>
                </a:path>
                <a:path w="3810" h="514350">
                  <a:moveTo>
                    <a:pt x="3810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3810" y="67310"/>
                  </a:lnTo>
                  <a:lnTo>
                    <a:pt x="3810" y="64770"/>
                  </a:lnTo>
                  <a:close/>
                </a:path>
                <a:path w="3810" h="514350">
                  <a:moveTo>
                    <a:pt x="381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62230"/>
                  </a:lnTo>
                  <a:close/>
                </a:path>
                <a:path w="3810" h="514350">
                  <a:moveTo>
                    <a:pt x="3810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3810" y="60960"/>
                  </a:lnTo>
                  <a:lnTo>
                    <a:pt x="3810" y="58420"/>
                  </a:lnTo>
                  <a:close/>
                </a:path>
                <a:path w="3810" h="514350">
                  <a:moveTo>
                    <a:pt x="3810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3810" y="57150"/>
                  </a:lnTo>
                  <a:lnTo>
                    <a:pt x="3810" y="55880"/>
                  </a:lnTo>
                  <a:close/>
                </a:path>
                <a:path w="3810" h="514350">
                  <a:moveTo>
                    <a:pt x="3810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3810" y="54610"/>
                  </a:lnTo>
                  <a:lnTo>
                    <a:pt x="3810" y="52070"/>
                  </a:lnTo>
                  <a:close/>
                </a:path>
                <a:path w="3810" h="514350">
                  <a:moveTo>
                    <a:pt x="3810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3810" y="50800"/>
                  </a:lnTo>
                  <a:lnTo>
                    <a:pt x="3810" y="49530"/>
                  </a:lnTo>
                  <a:close/>
                </a:path>
                <a:path w="3810" h="514350">
                  <a:moveTo>
                    <a:pt x="3810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5720"/>
                  </a:lnTo>
                  <a:close/>
                </a:path>
                <a:path w="3810" h="514350">
                  <a:moveTo>
                    <a:pt x="3810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3810" y="44450"/>
                  </a:lnTo>
                  <a:lnTo>
                    <a:pt x="3810" y="43180"/>
                  </a:lnTo>
                  <a:close/>
                </a:path>
                <a:path w="3810" h="514350">
                  <a:moveTo>
                    <a:pt x="3810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9370"/>
                  </a:lnTo>
                  <a:close/>
                </a:path>
                <a:path w="3810" h="514350">
                  <a:moveTo>
                    <a:pt x="3810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6830"/>
                  </a:lnTo>
                  <a:close/>
                </a:path>
                <a:path w="3810" h="514350">
                  <a:moveTo>
                    <a:pt x="3810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33020"/>
                  </a:lnTo>
                  <a:close/>
                </a:path>
                <a:path w="3810" h="514350">
                  <a:moveTo>
                    <a:pt x="3810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3810" y="31750"/>
                  </a:lnTo>
                  <a:lnTo>
                    <a:pt x="3810" y="30480"/>
                  </a:lnTo>
                  <a:close/>
                </a:path>
                <a:path w="3810" h="514350">
                  <a:moveTo>
                    <a:pt x="3810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6670"/>
                  </a:lnTo>
                  <a:close/>
                </a:path>
                <a:path w="3810" h="514350">
                  <a:moveTo>
                    <a:pt x="3810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4130"/>
                  </a:lnTo>
                  <a:close/>
                </a:path>
                <a:path w="3810" h="514350">
                  <a:moveTo>
                    <a:pt x="3810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20320"/>
                  </a:lnTo>
                  <a:close/>
                </a:path>
                <a:path w="3810" h="514350">
                  <a:moveTo>
                    <a:pt x="3810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7780"/>
                  </a:lnTo>
                  <a:close/>
                </a:path>
                <a:path w="3810" h="514350">
                  <a:moveTo>
                    <a:pt x="3810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70"/>
                  </a:lnTo>
                  <a:close/>
                </a:path>
                <a:path w="3810" h="514350">
                  <a:moveTo>
                    <a:pt x="3810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11430"/>
                  </a:lnTo>
                  <a:close/>
                </a:path>
                <a:path w="3810" h="514350">
                  <a:moveTo>
                    <a:pt x="3810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20"/>
                  </a:lnTo>
                  <a:close/>
                </a:path>
                <a:path w="3810" h="514350">
                  <a:moveTo>
                    <a:pt x="3810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5080"/>
                  </a:lnTo>
                  <a:close/>
                </a:path>
                <a:path w="3810" h="514350">
                  <a:moveTo>
                    <a:pt x="126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3810" h="514350">
                  <a:moveTo>
                    <a:pt x="3810" y="513080"/>
                  </a:moveTo>
                  <a:lnTo>
                    <a:pt x="2539" y="513080"/>
                  </a:lnTo>
                  <a:lnTo>
                    <a:pt x="2539" y="514350"/>
                  </a:lnTo>
                  <a:lnTo>
                    <a:pt x="3810" y="514350"/>
                  </a:lnTo>
                  <a:lnTo>
                    <a:pt x="3810" y="513080"/>
                  </a:lnTo>
                  <a:close/>
                </a:path>
                <a:path w="3810" h="514350">
                  <a:moveTo>
                    <a:pt x="3810" y="506730"/>
                  </a:moveTo>
                  <a:lnTo>
                    <a:pt x="0" y="506730"/>
                  </a:lnTo>
                  <a:lnTo>
                    <a:pt x="0" y="513080"/>
                  </a:lnTo>
                  <a:lnTo>
                    <a:pt x="1269" y="513080"/>
                  </a:lnTo>
                  <a:lnTo>
                    <a:pt x="1269" y="511810"/>
                  </a:lnTo>
                  <a:lnTo>
                    <a:pt x="3810" y="511810"/>
                  </a:lnTo>
                  <a:lnTo>
                    <a:pt x="3810" y="506730"/>
                  </a:lnTo>
                  <a:close/>
                </a:path>
                <a:path w="3810" h="514350">
                  <a:moveTo>
                    <a:pt x="3810" y="243840"/>
                  </a:moveTo>
                  <a:lnTo>
                    <a:pt x="0" y="243840"/>
                  </a:lnTo>
                  <a:lnTo>
                    <a:pt x="0" y="505460"/>
                  </a:lnTo>
                  <a:lnTo>
                    <a:pt x="3810" y="505460"/>
                  </a:lnTo>
                  <a:lnTo>
                    <a:pt x="3810" y="243840"/>
                  </a:lnTo>
                  <a:close/>
                </a:path>
              </a:pathLst>
            </a:custGeom>
            <a:solidFill>
              <a:srgbClr val="E7E1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7" name="object 1687"/>
            <p:cNvSpPr/>
            <p:nvPr/>
          </p:nvSpPr>
          <p:spPr>
            <a:xfrm>
              <a:off x="2658110" y="2788919"/>
              <a:ext cx="3810" cy="513080"/>
            </a:xfrm>
            <a:custGeom>
              <a:avLst/>
              <a:gdLst/>
              <a:ahLst/>
              <a:cxnLst/>
              <a:rect l="l" t="t" r="r" b="b"/>
              <a:pathLst>
                <a:path w="3810" h="513079">
                  <a:moveTo>
                    <a:pt x="3809" y="118110"/>
                  </a:moveTo>
                  <a:lnTo>
                    <a:pt x="0" y="118110"/>
                  </a:lnTo>
                  <a:lnTo>
                    <a:pt x="0" y="238760"/>
                  </a:lnTo>
                  <a:lnTo>
                    <a:pt x="3809" y="238760"/>
                  </a:lnTo>
                  <a:lnTo>
                    <a:pt x="3809" y="118110"/>
                  </a:lnTo>
                  <a:close/>
                </a:path>
                <a:path w="3810" h="513079">
                  <a:moveTo>
                    <a:pt x="3809" y="115570"/>
                  </a:moveTo>
                  <a:lnTo>
                    <a:pt x="0" y="115570"/>
                  </a:lnTo>
                  <a:lnTo>
                    <a:pt x="0" y="116839"/>
                  </a:lnTo>
                  <a:lnTo>
                    <a:pt x="3809" y="116839"/>
                  </a:lnTo>
                  <a:lnTo>
                    <a:pt x="3809" y="115570"/>
                  </a:lnTo>
                  <a:close/>
                </a:path>
                <a:path w="3810" h="513079">
                  <a:moveTo>
                    <a:pt x="3809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3809" y="114300"/>
                  </a:lnTo>
                  <a:lnTo>
                    <a:pt x="3809" y="111760"/>
                  </a:lnTo>
                  <a:close/>
                </a:path>
                <a:path w="3810" h="513079">
                  <a:moveTo>
                    <a:pt x="3809" y="109220"/>
                  </a:moveTo>
                  <a:lnTo>
                    <a:pt x="0" y="109220"/>
                  </a:lnTo>
                  <a:lnTo>
                    <a:pt x="0" y="110489"/>
                  </a:lnTo>
                  <a:lnTo>
                    <a:pt x="3809" y="110489"/>
                  </a:lnTo>
                  <a:lnTo>
                    <a:pt x="3809" y="109220"/>
                  </a:lnTo>
                  <a:close/>
                </a:path>
                <a:path w="3810" h="513079">
                  <a:moveTo>
                    <a:pt x="3809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3809" y="107950"/>
                  </a:lnTo>
                  <a:lnTo>
                    <a:pt x="3809" y="105410"/>
                  </a:lnTo>
                  <a:close/>
                </a:path>
                <a:path w="3810" h="513079">
                  <a:moveTo>
                    <a:pt x="3809" y="102870"/>
                  </a:moveTo>
                  <a:lnTo>
                    <a:pt x="0" y="102870"/>
                  </a:lnTo>
                  <a:lnTo>
                    <a:pt x="0" y="104139"/>
                  </a:lnTo>
                  <a:lnTo>
                    <a:pt x="3809" y="104139"/>
                  </a:lnTo>
                  <a:lnTo>
                    <a:pt x="3809" y="102870"/>
                  </a:lnTo>
                  <a:close/>
                </a:path>
                <a:path w="3810" h="513079">
                  <a:moveTo>
                    <a:pt x="3809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3809" y="101600"/>
                  </a:lnTo>
                  <a:lnTo>
                    <a:pt x="3809" y="99060"/>
                  </a:lnTo>
                  <a:close/>
                </a:path>
                <a:path w="3810" h="513079">
                  <a:moveTo>
                    <a:pt x="3809" y="96520"/>
                  </a:moveTo>
                  <a:lnTo>
                    <a:pt x="0" y="96520"/>
                  </a:lnTo>
                  <a:lnTo>
                    <a:pt x="0" y="97789"/>
                  </a:lnTo>
                  <a:lnTo>
                    <a:pt x="3809" y="97789"/>
                  </a:lnTo>
                  <a:lnTo>
                    <a:pt x="3809" y="96520"/>
                  </a:lnTo>
                  <a:close/>
                </a:path>
                <a:path w="3810" h="513079">
                  <a:moveTo>
                    <a:pt x="3809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3809" y="95250"/>
                  </a:lnTo>
                  <a:lnTo>
                    <a:pt x="3809" y="92710"/>
                  </a:lnTo>
                  <a:close/>
                </a:path>
                <a:path w="3810" h="513079">
                  <a:moveTo>
                    <a:pt x="3809" y="90170"/>
                  </a:moveTo>
                  <a:lnTo>
                    <a:pt x="0" y="90170"/>
                  </a:lnTo>
                  <a:lnTo>
                    <a:pt x="0" y="91439"/>
                  </a:lnTo>
                  <a:lnTo>
                    <a:pt x="3809" y="91439"/>
                  </a:lnTo>
                  <a:lnTo>
                    <a:pt x="3809" y="90170"/>
                  </a:lnTo>
                  <a:close/>
                </a:path>
                <a:path w="3810" h="513079">
                  <a:moveTo>
                    <a:pt x="3809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3809" y="88900"/>
                  </a:lnTo>
                  <a:lnTo>
                    <a:pt x="3809" y="86360"/>
                  </a:lnTo>
                  <a:close/>
                </a:path>
                <a:path w="3810" h="513079">
                  <a:moveTo>
                    <a:pt x="3809" y="83820"/>
                  </a:moveTo>
                  <a:lnTo>
                    <a:pt x="0" y="83820"/>
                  </a:lnTo>
                  <a:lnTo>
                    <a:pt x="0" y="85089"/>
                  </a:lnTo>
                  <a:lnTo>
                    <a:pt x="3809" y="85089"/>
                  </a:lnTo>
                  <a:lnTo>
                    <a:pt x="3809" y="83820"/>
                  </a:lnTo>
                  <a:close/>
                </a:path>
                <a:path w="3810" h="513079">
                  <a:moveTo>
                    <a:pt x="3809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3809" y="82550"/>
                  </a:lnTo>
                  <a:lnTo>
                    <a:pt x="3809" y="80010"/>
                  </a:lnTo>
                  <a:close/>
                </a:path>
                <a:path w="3810" h="513079">
                  <a:moveTo>
                    <a:pt x="3809" y="77470"/>
                  </a:moveTo>
                  <a:lnTo>
                    <a:pt x="0" y="77470"/>
                  </a:lnTo>
                  <a:lnTo>
                    <a:pt x="0" y="78739"/>
                  </a:lnTo>
                  <a:lnTo>
                    <a:pt x="3809" y="78739"/>
                  </a:lnTo>
                  <a:lnTo>
                    <a:pt x="3809" y="77470"/>
                  </a:lnTo>
                  <a:close/>
                </a:path>
                <a:path w="3810" h="513079">
                  <a:moveTo>
                    <a:pt x="3809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3809" y="76200"/>
                  </a:lnTo>
                  <a:lnTo>
                    <a:pt x="3809" y="73660"/>
                  </a:lnTo>
                  <a:close/>
                </a:path>
                <a:path w="3810" h="513079">
                  <a:moveTo>
                    <a:pt x="3809" y="71120"/>
                  </a:moveTo>
                  <a:lnTo>
                    <a:pt x="0" y="71120"/>
                  </a:lnTo>
                  <a:lnTo>
                    <a:pt x="0" y="72389"/>
                  </a:lnTo>
                  <a:lnTo>
                    <a:pt x="3809" y="72389"/>
                  </a:lnTo>
                  <a:lnTo>
                    <a:pt x="3809" y="71120"/>
                  </a:lnTo>
                  <a:close/>
                </a:path>
                <a:path w="3810" h="513079">
                  <a:moveTo>
                    <a:pt x="3809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3809" y="69850"/>
                  </a:lnTo>
                  <a:lnTo>
                    <a:pt x="3809" y="67310"/>
                  </a:lnTo>
                  <a:close/>
                </a:path>
                <a:path w="3810" h="513079">
                  <a:moveTo>
                    <a:pt x="3809" y="64770"/>
                  </a:moveTo>
                  <a:lnTo>
                    <a:pt x="0" y="64770"/>
                  </a:lnTo>
                  <a:lnTo>
                    <a:pt x="0" y="66039"/>
                  </a:lnTo>
                  <a:lnTo>
                    <a:pt x="3809" y="66039"/>
                  </a:lnTo>
                  <a:lnTo>
                    <a:pt x="3809" y="64770"/>
                  </a:lnTo>
                  <a:close/>
                </a:path>
                <a:path w="3810" h="513079">
                  <a:moveTo>
                    <a:pt x="3809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3809" y="63500"/>
                  </a:lnTo>
                  <a:lnTo>
                    <a:pt x="3809" y="60960"/>
                  </a:lnTo>
                  <a:close/>
                </a:path>
                <a:path w="3810" h="513079">
                  <a:moveTo>
                    <a:pt x="3809" y="58420"/>
                  </a:moveTo>
                  <a:lnTo>
                    <a:pt x="0" y="58420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8420"/>
                  </a:lnTo>
                  <a:close/>
                </a:path>
                <a:path w="3810" h="513079">
                  <a:moveTo>
                    <a:pt x="3809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3809" y="57150"/>
                  </a:lnTo>
                  <a:lnTo>
                    <a:pt x="3809" y="54610"/>
                  </a:lnTo>
                  <a:close/>
                </a:path>
                <a:path w="3810" h="513079">
                  <a:moveTo>
                    <a:pt x="3809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2070"/>
                  </a:lnTo>
                  <a:close/>
                </a:path>
                <a:path w="3810" h="513079">
                  <a:moveTo>
                    <a:pt x="3809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48260"/>
                  </a:lnTo>
                  <a:close/>
                </a:path>
                <a:path w="3810" h="513079">
                  <a:moveTo>
                    <a:pt x="3809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5720"/>
                  </a:lnTo>
                  <a:close/>
                </a:path>
                <a:path w="3810" h="513079">
                  <a:moveTo>
                    <a:pt x="3809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3809" y="44450"/>
                  </a:lnTo>
                  <a:lnTo>
                    <a:pt x="3809" y="41910"/>
                  </a:lnTo>
                  <a:close/>
                </a:path>
                <a:path w="3810" h="513079">
                  <a:moveTo>
                    <a:pt x="3809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9370"/>
                  </a:lnTo>
                  <a:close/>
                </a:path>
                <a:path w="3810" h="513079">
                  <a:moveTo>
                    <a:pt x="3809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3809" y="38100"/>
                  </a:lnTo>
                  <a:lnTo>
                    <a:pt x="3809" y="35560"/>
                  </a:lnTo>
                  <a:close/>
                </a:path>
                <a:path w="3810" h="513079">
                  <a:moveTo>
                    <a:pt x="3809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33020"/>
                  </a:lnTo>
                  <a:close/>
                </a:path>
                <a:path w="3810" h="513079">
                  <a:moveTo>
                    <a:pt x="3809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3809" y="31750"/>
                  </a:lnTo>
                  <a:lnTo>
                    <a:pt x="3809" y="29210"/>
                  </a:lnTo>
                  <a:close/>
                </a:path>
                <a:path w="3810" h="513079">
                  <a:moveTo>
                    <a:pt x="3809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6670"/>
                  </a:lnTo>
                  <a:close/>
                </a:path>
                <a:path w="3810" h="513079">
                  <a:moveTo>
                    <a:pt x="3809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3809" y="25400"/>
                  </a:lnTo>
                  <a:lnTo>
                    <a:pt x="3809" y="22860"/>
                  </a:lnTo>
                  <a:close/>
                </a:path>
                <a:path w="3810" h="513079">
                  <a:moveTo>
                    <a:pt x="3809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20320"/>
                  </a:lnTo>
                  <a:close/>
                </a:path>
                <a:path w="3810" h="513079">
                  <a:moveTo>
                    <a:pt x="3809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3809" y="19050"/>
                  </a:lnTo>
                  <a:lnTo>
                    <a:pt x="3809" y="16510"/>
                  </a:lnTo>
                  <a:close/>
                </a:path>
                <a:path w="3810" h="513079">
                  <a:moveTo>
                    <a:pt x="3809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3970"/>
                  </a:lnTo>
                  <a:close/>
                </a:path>
                <a:path w="3810" h="513079">
                  <a:moveTo>
                    <a:pt x="3809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3809" y="12700"/>
                  </a:lnTo>
                  <a:lnTo>
                    <a:pt x="3809" y="10160"/>
                  </a:lnTo>
                  <a:close/>
                </a:path>
                <a:path w="3810" h="513079">
                  <a:moveTo>
                    <a:pt x="3809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7620"/>
                  </a:lnTo>
                  <a:close/>
                </a:path>
                <a:path w="3810" h="513079">
                  <a:moveTo>
                    <a:pt x="3809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3810"/>
                  </a:lnTo>
                  <a:close/>
                </a:path>
                <a:path w="3810" h="513079">
                  <a:moveTo>
                    <a:pt x="3809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0" y="127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10" h="513079">
                  <a:moveTo>
                    <a:pt x="3809" y="509270"/>
                  </a:moveTo>
                  <a:lnTo>
                    <a:pt x="0" y="509270"/>
                  </a:lnTo>
                  <a:lnTo>
                    <a:pt x="0" y="510540"/>
                  </a:lnTo>
                  <a:lnTo>
                    <a:pt x="1269" y="510540"/>
                  </a:lnTo>
                  <a:lnTo>
                    <a:pt x="1269" y="511810"/>
                  </a:lnTo>
                  <a:lnTo>
                    <a:pt x="2539" y="511810"/>
                  </a:lnTo>
                  <a:lnTo>
                    <a:pt x="2539" y="513080"/>
                  </a:lnTo>
                  <a:lnTo>
                    <a:pt x="3809" y="513080"/>
                  </a:lnTo>
                  <a:lnTo>
                    <a:pt x="3809" y="509270"/>
                  </a:lnTo>
                  <a:close/>
                </a:path>
                <a:path w="3810" h="513079">
                  <a:moveTo>
                    <a:pt x="3809" y="502920"/>
                  </a:moveTo>
                  <a:lnTo>
                    <a:pt x="0" y="502920"/>
                  </a:lnTo>
                  <a:lnTo>
                    <a:pt x="0" y="508000"/>
                  </a:lnTo>
                  <a:lnTo>
                    <a:pt x="3809" y="508000"/>
                  </a:lnTo>
                  <a:lnTo>
                    <a:pt x="3809" y="502920"/>
                  </a:lnTo>
                  <a:close/>
                </a:path>
                <a:path w="3810" h="513079">
                  <a:moveTo>
                    <a:pt x="3809" y="240030"/>
                  </a:moveTo>
                  <a:lnTo>
                    <a:pt x="0" y="240030"/>
                  </a:lnTo>
                  <a:lnTo>
                    <a:pt x="0" y="501650"/>
                  </a:lnTo>
                  <a:lnTo>
                    <a:pt x="3809" y="501650"/>
                  </a:lnTo>
                  <a:lnTo>
                    <a:pt x="3809" y="240030"/>
                  </a:lnTo>
                  <a:close/>
                </a:path>
              </a:pathLst>
            </a:custGeom>
            <a:solidFill>
              <a:srgbClr val="E7E0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8" name="object 1688"/>
            <p:cNvSpPr/>
            <p:nvPr/>
          </p:nvSpPr>
          <p:spPr>
            <a:xfrm>
              <a:off x="2661919" y="2791460"/>
              <a:ext cx="3810" cy="514350"/>
            </a:xfrm>
            <a:custGeom>
              <a:avLst/>
              <a:gdLst/>
              <a:ahLst/>
              <a:cxnLst/>
              <a:rect l="l" t="t" r="r" b="b"/>
              <a:pathLst>
                <a:path w="3810" h="514350">
                  <a:moveTo>
                    <a:pt x="3810" y="115570"/>
                  </a:moveTo>
                  <a:lnTo>
                    <a:pt x="0" y="115570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115570"/>
                  </a:lnTo>
                  <a:close/>
                </a:path>
                <a:path w="3810" h="514350">
                  <a:moveTo>
                    <a:pt x="3810" y="113030"/>
                  </a:moveTo>
                  <a:lnTo>
                    <a:pt x="0" y="113030"/>
                  </a:lnTo>
                  <a:lnTo>
                    <a:pt x="0" y="114300"/>
                  </a:lnTo>
                  <a:lnTo>
                    <a:pt x="3810" y="114300"/>
                  </a:lnTo>
                  <a:lnTo>
                    <a:pt x="3810" y="113030"/>
                  </a:lnTo>
                  <a:close/>
                </a:path>
                <a:path w="3810" h="514350">
                  <a:moveTo>
                    <a:pt x="3810" y="109220"/>
                  </a:moveTo>
                  <a:lnTo>
                    <a:pt x="0" y="109220"/>
                  </a:lnTo>
                  <a:lnTo>
                    <a:pt x="0" y="111760"/>
                  </a:lnTo>
                  <a:lnTo>
                    <a:pt x="3810" y="111760"/>
                  </a:lnTo>
                  <a:lnTo>
                    <a:pt x="3810" y="109220"/>
                  </a:lnTo>
                  <a:close/>
                </a:path>
                <a:path w="3810" h="514350">
                  <a:moveTo>
                    <a:pt x="3810" y="106680"/>
                  </a:moveTo>
                  <a:lnTo>
                    <a:pt x="0" y="106680"/>
                  </a:lnTo>
                  <a:lnTo>
                    <a:pt x="0" y="107950"/>
                  </a:lnTo>
                  <a:lnTo>
                    <a:pt x="3810" y="107950"/>
                  </a:lnTo>
                  <a:lnTo>
                    <a:pt x="3810" y="106680"/>
                  </a:lnTo>
                  <a:close/>
                </a:path>
                <a:path w="3810" h="514350">
                  <a:moveTo>
                    <a:pt x="3810" y="102870"/>
                  </a:moveTo>
                  <a:lnTo>
                    <a:pt x="0" y="102870"/>
                  </a:lnTo>
                  <a:lnTo>
                    <a:pt x="0" y="105410"/>
                  </a:lnTo>
                  <a:lnTo>
                    <a:pt x="3810" y="105410"/>
                  </a:lnTo>
                  <a:lnTo>
                    <a:pt x="3810" y="102870"/>
                  </a:lnTo>
                  <a:close/>
                </a:path>
                <a:path w="3810" h="514350">
                  <a:moveTo>
                    <a:pt x="3810" y="100330"/>
                  </a:moveTo>
                  <a:lnTo>
                    <a:pt x="0" y="100330"/>
                  </a:lnTo>
                  <a:lnTo>
                    <a:pt x="0" y="101600"/>
                  </a:lnTo>
                  <a:lnTo>
                    <a:pt x="3810" y="101600"/>
                  </a:lnTo>
                  <a:lnTo>
                    <a:pt x="3810" y="100330"/>
                  </a:lnTo>
                  <a:close/>
                </a:path>
                <a:path w="3810" h="514350">
                  <a:moveTo>
                    <a:pt x="3810" y="96520"/>
                  </a:moveTo>
                  <a:lnTo>
                    <a:pt x="0" y="96520"/>
                  </a:lnTo>
                  <a:lnTo>
                    <a:pt x="0" y="99060"/>
                  </a:lnTo>
                  <a:lnTo>
                    <a:pt x="3810" y="99060"/>
                  </a:lnTo>
                  <a:lnTo>
                    <a:pt x="3810" y="96520"/>
                  </a:lnTo>
                  <a:close/>
                </a:path>
                <a:path w="3810" h="514350">
                  <a:moveTo>
                    <a:pt x="3810" y="93980"/>
                  </a:moveTo>
                  <a:lnTo>
                    <a:pt x="0" y="93980"/>
                  </a:lnTo>
                  <a:lnTo>
                    <a:pt x="0" y="95250"/>
                  </a:lnTo>
                  <a:lnTo>
                    <a:pt x="3810" y="95250"/>
                  </a:lnTo>
                  <a:lnTo>
                    <a:pt x="3810" y="93980"/>
                  </a:lnTo>
                  <a:close/>
                </a:path>
                <a:path w="3810" h="514350">
                  <a:moveTo>
                    <a:pt x="3810" y="90170"/>
                  </a:moveTo>
                  <a:lnTo>
                    <a:pt x="0" y="90170"/>
                  </a:lnTo>
                  <a:lnTo>
                    <a:pt x="0" y="92710"/>
                  </a:lnTo>
                  <a:lnTo>
                    <a:pt x="3810" y="92710"/>
                  </a:lnTo>
                  <a:lnTo>
                    <a:pt x="3810" y="90170"/>
                  </a:lnTo>
                  <a:close/>
                </a:path>
                <a:path w="3810" h="514350">
                  <a:moveTo>
                    <a:pt x="3810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3810" y="88900"/>
                  </a:lnTo>
                  <a:lnTo>
                    <a:pt x="3810" y="87630"/>
                  </a:lnTo>
                  <a:close/>
                </a:path>
                <a:path w="3810" h="514350">
                  <a:moveTo>
                    <a:pt x="3810" y="83820"/>
                  </a:moveTo>
                  <a:lnTo>
                    <a:pt x="0" y="83820"/>
                  </a:lnTo>
                  <a:lnTo>
                    <a:pt x="0" y="86360"/>
                  </a:lnTo>
                  <a:lnTo>
                    <a:pt x="3810" y="86360"/>
                  </a:lnTo>
                  <a:lnTo>
                    <a:pt x="3810" y="83820"/>
                  </a:lnTo>
                  <a:close/>
                </a:path>
                <a:path w="3810" h="514350">
                  <a:moveTo>
                    <a:pt x="3810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3810" y="82550"/>
                  </a:lnTo>
                  <a:lnTo>
                    <a:pt x="3810" y="81280"/>
                  </a:lnTo>
                  <a:close/>
                </a:path>
                <a:path w="3810" h="514350">
                  <a:moveTo>
                    <a:pt x="3810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3810" y="80010"/>
                  </a:lnTo>
                  <a:lnTo>
                    <a:pt x="3810" y="77470"/>
                  </a:lnTo>
                  <a:close/>
                </a:path>
                <a:path w="3810" h="514350">
                  <a:moveTo>
                    <a:pt x="3810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3810" y="76200"/>
                  </a:lnTo>
                  <a:lnTo>
                    <a:pt x="3810" y="74930"/>
                  </a:lnTo>
                  <a:close/>
                </a:path>
                <a:path w="3810" h="514350">
                  <a:moveTo>
                    <a:pt x="3810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3810" y="73660"/>
                  </a:lnTo>
                  <a:lnTo>
                    <a:pt x="3810" y="71120"/>
                  </a:lnTo>
                  <a:close/>
                </a:path>
                <a:path w="3810" h="514350">
                  <a:moveTo>
                    <a:pt x="3810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3810" y="69850"/>
                  </a:lnTo>
                  <a:lnTo>
                    <a:pt x="3810" y="68580"/>
                  </a:lnTo>
                  <a:close/>
                </a:path>
                <a:path w="3810" h="514350">
                  <a:moveTo>
                    <a:pt x="3810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3810" y="67310"/>
                  </a:lnTo>
                  <a:lnTo>
                    <a:pt x="3810" y="64770"/>
                  </a:lnTo>
                  <a:close/>
                </a:path>
                <a:path w="3810" h="514350">
                  <a:moveTo>
                    <a:pt x="381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62230"/>
                  </a:lnTo>
                  <a:close/>
                </a:path>
                <a:path w="3810" h="514350">
                  <a:moveTo>
                    <a:pt x="3810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3810" y="60960"/>
                  </a:lnTo>
                  <a:lnTo>
                    <a:pt x="3810" y="58420"/>
                  </a:lnTo>
                  <a:close/>
                </a:path>
                <a:path w="3810" h="514350">
                  <a:moveTo>
                    <a:pt x="3810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3810" y="57150"/>
                  </a:lnTo>
                  <a:lnTo>
                    <a:pt x="3810" y="55880"/>
                  </a:lnTo>
                  <a:close/>
                </a:path>
                <a:path w="3810" h="514350">
                  <a:moveTo>
                    <a:pt x="3810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3810" y="54610"/>
                  </a:lnTo>
                  <a:lnTo>
                    <a:pt x="3810" y="52070"/>
                  </a:lnTo>
                  <a:close/>
                </a:path>
                <a:path w="3810" h="514350">
                  <a:moveTo>
                    <a:pt x="3810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3810" y="50800"/>
                  </a:lnTo>
                  <a:lnTo>
                    <a:pt x="3810" y="49530"/>
                  </a:lnTo>
                  <a:close/>
                </a:path>
                <a:path w="3810" h="514350">
                  <a:moveTo>
                    <a:pt x="3810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5720"/>
                  </a:lnTo>
                  <a:close/>
                </a:path>
                <a:path w="3810" h="514350">
                  <a:moveTo>
                    <a:pt x="3810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3810" y="44450"/>
                  </a:lnTo>
                  <a:lnTo>
                    <a:pt x="3810" y="43180"/>
                  </a:lnTo>
                  <a:close/>
                </a:path>
                <a:path w="3810" h="514350">
                  <a:moveTo>
                    <a:pt x="3810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9370"/>
                  </a:lnTo>
                  <a:close/>
                </a:path>
                <a:path w="3810" h="514350">
                  <a:moveTo>
                    <a:pt x="3810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6830"/>
                  </a:lnTo>
                  <a:close/>
                </a:path>
                <a:path w="3810" h="514350">
                  <a:moveTo>
                    <a:pt x="3810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33020"/>
                  </a:lnTo>
                  <a:close/>
                </a:path>
                <a:path w="3810" h="514350">
                  <a:moveTo>
                    <a:pt x="3810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3810" y="31750"/>
                  </a:lnTo>
                  <a:lnTo>
                    <a:pt x="3810" y="30480"/>
                  </a:lnTo>
                  <a:close/>
                </a:path>
                <a:path w="3810" h="514350">
                  <a:moveTo>
                    <a:pt x="3810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6670"/>
                  </a:lnTo>
                  <a:close/>
                </a:path>
                <a:path w="3810" h="514350">
                  <a:moveTo>
                    <a:pt x="3810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4130"/>
                  </a:lnTo>
                  <a:close/>
                </a:path>
                <a:path w="3810" h="514350">
                  <a:moveTo>
                    <a:pt x="3810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20320"/>
                  </a:lnTo>
                  <a:close/>
                </a:path>
                <a:path w="3810" h="514350">
                  <a:moveTo>
                    <a:pt x="3810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7780"/>
                  </a:lnTo>
                  <a:close/>
                </a:path>
                <a:path w="3810" h="514350">
                  <a:moveTo>
                    <a:pt x="3810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70"/>
                  </a:lnTo>
                  <a:close/>
                </a:path>
                <a:path w="3810" h="514350">
                  <a:moveTo>
                    <a:pt x="3810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11430"/>
                  </a:lnTo>
                  <a:close/>
                </a:path>
                <a:path w="3810" h="514350">
                  <a:moveTo>
                    <a:pt x="3810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20"/>
                  </a:lnTo>
                  <a:close/>
                </a:path>
                <a:path w="3810" h="514350">
                  <a:moveTo>
                    <a:pt x="3810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5080"/>
                  </a:lnTo>
                  <a:close/>
                </a:path>
                <a:path w="3810" h="514350">
                  <a:moveTo>
                    <a:pt x="38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10" h="514350">
                  <a:moveTo>
                    <a:pt x="3810" y="513080"/>
                  </a:moveTo>
                  <a:lnTo>
                    <a:pt x="2540" y="513080"/>
                  </a:lnTo>
                  <a:lnTo>
                    <a:pt x="2540" y="514350"/>
                  </a:lnTo>
                  <a:lnTo>
                    <a:pt x="3810" y="514350"/>
                  </a:lnTo>
                  <a:lnTo>
                    <a:pt x="3810" y="513080"/>
                  </a:lnTo>
                  <a:close/>
                </a:path>
                <a:path w="3810" h="514350">
                  <a:moveTo>
                    <a:pt x="3810" y="506730"/>
                  </a:moveTo>
                  <a:lnTo>
                    <a:pt x="0" y="506730"/>
                  </a:lnTo>
                  <a:lnTo>
                    <a:pt x="0" y="513080"/>
                  </a:lnTo>
                  <a:lnTo>
                    <a:pt x="1269" y="513080"/>
                  </a:lnTo>
                  <a:lnTo>
                    <a:pt x="1269" y="511810"/>
                  </a:lnTo>
                  <a:lnTo>
                    <a:pt x="3810" y="511810"/>
                  </a:lnTo>
                  <a:lnTo>
                    <a:pt x="3810" y="506730"/>
                  </a:lnTo>
                  <a:close/>
                </a:path>
                <a:path w="3810" h="514350">
                  <a:moveTo>
                    <a:pt x="3810" y="500380"/>
                  </a:moveTo>
                  <a:lnTo>
                    <a:pt x="0" y="500380"/>
                  </a:lnTo>
                  <a:lnTo>
                    <a:pt x="0" y="505460"/>
                  </a:lnTo>
                  <a:lnTo>
                    <a:pt x="3810" y="505460"/>
                  </a:lnTo>
                  <a:lnTo>
                    <a:pt x="3810" y="500380"/>
                  </a:lnTo>
                  <a:close/>
                </a:path>
                <a:path w="3810" h="514350">
                  <a:moveTo>
                    <a:pt x="3810" y="237490"/>
                  </a:moveTo>
                  <a:lnTo>
                    <a:pt x="0" y="237490"/>
                  </a:lnTo>
                  <a:lnTo>
                    <a:pt x="0" y="499110"/>
                  </a:lnTo>
                  <a:lnTo>
                    <a:pt x="3810" y="499110"/>
                  </a:lnTo>
                  <a:lnTo>
                    <a:pt x="3810" y="237490"/>
                  </a:lnTo>
                  <a:close/>
                </a:path>
              </a:pathLst>
            </a:custGeom>
            <a:solidFill>
              <a:srgbClr val="E6DF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9" name="object 1689"/>
            <p:cNvSpPr/>
            <p:nvPr/>
          </p:nvSpPr>
          <p:spPr>
            <a:xfrm>
              <a:off x="2665730" y="2792729"/>
              <a:ext cx="3810" cy="515620"/>
            </a:xfrm>
            <a:custGeom>
              <a:avLst/>
              <a:gdLst/>
              <a:ahLst/>
              <a:cxnLst/>
              <a:rect l="l" t="t" r="r" b="b"/>
              <a:pathLst>
                <a:path w="3810" h="515620">
                  <a:moveTo>
                    <a:pt x="3809" y="114300"/>
                  </a:moveTo>
                  <a:lnTo>
                    <a:pt x="0" y="114300"/>
                  </a:lnTo>
                  <a:lnTo>
                    <a:pt x="0" y="234950"/>
                  </a:lnTo>
                  <a:lnTo>
                    <a:pt x="3809" y="234950"/>
                  </a:lnTo>
                  <a:lnTo>
                    <a:pt x="3809" y="114300"/>
                  </a:lnTo>
                  <a:close/>
                </a:path>
                <a:path w="3810" h="515620">
                  <a:moveTo>
                    <a:pt x="3809" y="111760"/>
                  </a:moveTo>
                  <a:lnTo>
                    <a:pt x="0" y="111760"/>
                  </a:lnTo>
                  <a:lnTo>
                    <a:pt x="0" y="113029"/>
                  </a:lnTo>
                  <a:lnTo>
                    <a:pt x="3809" y="113029"/>
                  </a:lnTo>
                  <a:lnTo>
                    <a:pt x="3809" y="111760"/>
                  </a:lnTo>
                  <a:close/>
                </a:path>
                <a:path w="3810" h="515620">
                  <a:moveTo>
                    <a:pt x="3809" y="107950"/>
                  </a:moveTo>
                  <a:lnTo>
                    <a:pt x="0" y="107950"/>
                  </a:lnTo>
                  <a:lnTo>
                    <a:pt x="0" y="110489"/>
                  </a:lnTo>
                  <a:lnTo>
                    <a:pt x="3809" y="110489"/>
                  </a:lnTo>
                  <a:lnTo>
                    <a:pt x="3809" y="107950"/>
                  </a:lnTo>
                  <a:close/>
                </a:path>
                <a:path w="3810" h="515620">
                  <a:moveTo>
                    <a:pt x="3809" y="105410"/>
                  </a:moveTo>
                  <a:lnTo>
                    <a:pt x="0" y="105410"/>
                  </a:lnTo>
                  <a:lnTo>
                    <a:pt x="0" y="106679"/>
                  </a:lnTo>
                  <a:lnTo>
                    <a:pt x="3809" y="106679"/>
                  </a:lnTo>
                  <a:lnTo>
                    <a:pt x="3809" y="105410"/>
                  </a:lnTo>
                  <a:close/>
                </a:path>
                <a:path w="3810" h="515620">
                  <a:moveTo>
                    <a:pt x="3809" y="101600"/>
                  </a:moveTo>
                  <a:lnTo>
                    <a:pt x="0" y="101600"/>
                  </a:lnTo>
                  <a:lnTo>
                    <a:pt x="0" y="104139"/>
                  </a:lnTo>
                  <a:lnTo>
                    <a:pt x="3809" y="104139"/>
                  </a:lnTo>
                  <a:lnTo>
                    <a:pt x="3809" y="101600"/>
                  </a:lnTo>
                  <a:close/>
                </a:path>
                <a:path w="3810" h="515620">
                  <a:moveTo>
                    <a:pt x="3809" y="99060"/>
                  </a:moveTo>
                  <a:lnTo>
                    <a:pt x="0" y="99060"/>
                  </a:lnTo>
                  <a:lnTo>
                    <a:pt x="0" y="100329"/>
                  </a:lnTo>
                  <a:lnTo>
                    <a:pt x="3809" y="100329"/>
                  </a:lnTo>
                  <a:lnTo>
                    <a:pt x="3809" y="99060"/>
                  </a:lnTo>
                  <a:close/>
                </a:path>
                <a:path w="3810" h="515620">
                  <a:moveTo>
                    <a:pt x="3809" y="95250"/>
                  </a:moveTo>
                  <a:lnTo>
                    <a:pt x="0" y="95250"/>
                  </a:lnTo>
                  <a:lnTo>
                    <a:pt x="0" y="97789"/>
                  </a:lnTo>
                  <a:lnTo>
                    <a:pt x="3809" y="97789"/>
                  </a:lnTo>
                  <a:lnTo>
                    <a:pt x="3809" y="95250"/>
                  </a:lnTo>
                  <a:close/>
                </a:path>
                <a:path w="3810" h="515620">
                  <a:moveTo>
                    <a:pt x="3809" y="92710"/>
                  </a:moveTo>
                  <a:lnTo>
                    <a:pt x="0" y="92710"/>
                  </a:lnTo>
                  <a:lnTo>
                    <a:pt x="0" y="93979"/>
                  </a:lnTo>
                  <a:lnTo>
                    <a:pt x="3809" y="93979"/>
                  </a:lnTo>
                  <a:lnTo>
                    <a:pt x="3809" y="92710"/>
                  </a:lnTo>
                  <a:close/>
                </a:path>
                <a:path w="3810" h="515620">
                  <a:moveTo>
                    <a:pt x="3809" y="88900"/>
                  </a:moveTo>
                  <a:lnTo>
                    <a:pt x="0" y="88900"/>
                  </a:lnTo>
                  <a:lnTo>
                    <a:pt x="0" y="91439"/>
                  </a:lnTo>
                  <a:lnTo>
                    <a:pt x="3809" y="91439"/>
                  </a:lnTo>
                  <a:lnTo>
                    <a:pt x="3809" y="88900"/>
                  </a:lnTo>
                  <a:close/>
                </a:path>
                <a:path w="3810" h="515620">
                  <a:moveTo>
                    <a:pt x="3809" y="86360"/>
                  </a:moveTo>
                  <a:lnTo>
                    <a:pt x="0" y="86360"/>
                  </a:lnTo>
                  <a:lnTo>
                    <a:pt x="0" y="87629"/>
                  </a:lnTo>
                  <a:lnTo>
                    <a:pt x="3809" y="87629"/>
                  </a:lnTo>
                  <a:lnTo>
                    <a:pt x="3809" y="86360"/>
                  </a:lnTo>
                  <a:close/>
                </a:path>
                <a:path w="3810" h="515620">
                  <a:moveTo>
                    <a:pt x="3809" y="82550"/>
                  </a:moveTo>
                  <a:lnTo>
                    <a:pt x="0" y="82550"/>
                  </a:lnTo>
                  <a:lnTo>
                    <a:pt x="0" y="85089"/>
                  </a:lnTo>
                  <a:lnTo>
                    <a:pt x="3809" y="85089"/>
                  </a:lnTo>
                  <a:lnTo>
                    <a:pt x="3809" y="82550"/>
                  </a:lnTo>
                  <a:close/>
                </a:path>
                <a:path w="3810" h="515620">
                  <a:moveTo>
                    <a:pt x="3809" y="80010"/>
                  </a:moveTo>
                  <a:lnTo>
                    <a:pt x="0" y="80010"/>
                  </a:lnTo>
                  <a:lnTo>
                    <a:pt x="0" y="81279"/>
                  </a:lnTo>
                  <a:lnTo>
                    <a:pt x="3809" y="81279"/>
                  </a:lnTo>
                  <a:lnTo>
                    <a:pt x="3809" y="80010"/>
                  </a:lnTo>
                  <a:close/>
                </a:path>
                <a:path w="3810" h="515620">
                  <a:moveTo>
                    <a:pt x="3809" y="76200"/>
                  </a:moveTo>
                  <a:lnTo>
                    <a:pt x="0" y="76200"/>
                  </a:lnTo>
                  <a:lnTo>
                    <a:pt x="0" y="78739"/>
                  </a:lnTo>
                  <a:lnTo>
                    <a:pt x="3809" y="78739"/>
                  </a:lnTo>
                  <a:lnTo>
                    <a:pt x="3809" y="76200"/>
                  </a:lnTo>
                  <a:close/>
                </a:path>
                <a:path w="3810" h="515620">
                  <a:moveTo>
                    <a:pt x="3809" y="73660"/>
                  </a:moveTo>
                  <a:lnTo>
                    <a:pt x="0" y="73660"/>
                  </a:lnTo>
                  <a:lnTo>
                    <a:pt x="0" y="74929"/>
                  </a:lnTo>
                  <a:lnTo>
                    <a:pt x="3809" y="74929"/>
                  </a:lnTo>
                  <a:lnTo>
                    <a:pt x="3809" y="73660"/>
                  </a:lnTo>
                  <a:close/>
                </a:path>
                <a:path w="3810" h="515620">
                  <a:moveTo>
                    <a:pt x="3809" y="69850"/>
                  </a:moveTo>
                  <a:lnTo>
                    <a:pt x="0" y="69850"/>
                  </a:lnTo>
                  <a:lnTo>
                    <a:pt x="0" y="72389"/>
                  </a:lnTo>
                  <a:lnTo>
                    <a:pt x="3809" y="72389"/>
                  </a:lnTo>
                  <a:lnTo>
                    <a:pt x="3809" y="69850"/>
                  </a:lnTo>
                  <a:close/>
                </a:path>
                <a:path w="3810" h="515620">
                  <a:moveTo>
                    <a:pt x="3809" y="67310"/>
                  </a:moveTo>
                  <a:lnTo>
                    <a:pt x="0" y="67310"/>
                  </a:lnTo>
                  <a:lnTo>
                    <a:pt x="0" y="68579"/>
                  </a:lnTo>
                  <a:lnTo>
                    <a:pt x="3809" y="68579"/>
                  </a:lnTo>
                  <a:lnTo>
                    <a:pt x="3809" y="67310"/>
                  </a:lnTo>
                  <a:close/>
                </a:path>
                <a:path w="3810" h="515620">
                  <a:moveTo>
                    <a:pt x="3809" y="63500"/>
                  </a:moveTo>
                  <a:lnTo>
                    <a:pt x="0" y="63500"/>
                  </a:lnTo>
                  <a:lnTo>
                    <a:pt x="0" y="66039"/>
                  </a:lnTo>
                  <a:lnTo>
                    <a:pt x="3809" y="66039"/>
                  </a:lnTo>
                  <a:lnTo>
                    <a:pt x="3809" y="63500"/>
                  </a:lnTo>
                  <a:close/>
                </a:path>
                <a:path w="3810" h="515620">
                  <a:moveTo>
                    <a:pt x="3809" y="60960"/>
                  </a:moveTo>
                  <a:lnTo>
                    <a:pt x="0" y="60960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60960"/>
                  </a:lnTo>
                  <a:close/>
                </a:path>
                <a:path w="3810" h="515620">
                  <a:moveTo>
                    <a:pt x="3809" y="57150"/>
                  </a:moveTo>
                  <a:lnTo>
                    <a:pt x="0" y="57150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7150"/>
                  </a:lnTo>
                  <a:close/>
                </a:path>
                <a:path w="3810" h="515620">
                  <a:moveTo>
                    <a:pt x="3809" y="54610"/>
                  </a:moveTo>
                  <a:lnTo>
                    <a:pt x="0" y="54610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54610"/>
                  </a:lnTo>
                  <a:close/>
                </a:path>
                <a:path w="3810" h="515620">
                  <a:moveTo>
                    <a:pt x="3809" y="50800"/>
                  </a:moveTo>
                  <a:lnTo>
                    <a:pt x="0" y="50800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0800"/>
                  </a:lnTo>
                  <a:close/>
                </a:path>
                <a:path w="3810" h="515620">
                  <a:moveTo>
                    <a:pt x="3809" y="48260"/>
                  </a:moveTo>
                  <a:lnTo>
                    <a:pt x="0" y="48260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8260"/>
                  </a:lnTo>
                  <a:close/>
                </a:path>
                <a:path w="3810" h="515620">
                  <a:moveTo>
                    <a:pt x="3809" y="44450"/>
                  </a:moveTo>
                  <a:lnTo>
                    <a:pt x="0" y="44450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4450"/>
                  </a:lnTo>
                  <a:close/>
                </a:path>
                <a:path w="3810" h="515620">
                  <a:moveTo>
                    <a:pt x="3809" y="41910"/>
                  </a:moveTo>
                  <a:lnTo>
                    <a:pt x="0" y="41910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41910"/>
                  </a:lnTo>
                  <a:close/>
                </a:path>
                <a:path w="3810" h="515620">
                  <a:moveTo>
                    <a:pt x="3809" y="38100"/>
                  </a:moveTo>
                  <a:lnTo>
                    <a:pt x="0" y="38100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8100"/>
                  </a:lnTo>
                  <a:close/>
                </a:path>
                <a:path w="3810" h="515620">
                  <a:moveTo>
                    <a:pt x="3809" y="35560"/>
                  </a:moveTo>
                  <a:lnTo>
                    <a:pt x="0" y="35560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5560"/>
                  </a:lnTo>
                  <a:close/>
                </a:path>
                <a:path w="3810" h="515620">
                  <a:moveTo>
                    <a:pt x="3809" y="31750"/>
                  </a:moveTo>
                  <a:lnTo>
                    <a:pt x="0" y="31750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31750"/>
                  </a:lnTo>
                  <a:close/>
                </a:path>
                <a:path w="3810" h="515620">
                  <a:moveTo>
                    <a:pt x="3809" y="29210"/>
                  </a:moveTo>
                  <a:lnTo>
                    <a:pt x="0" y="29210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29210"/>
                  </a:lnTo>
                  <a:close/>
                </a:path>
                <a:path w="3810" h="515620">
                  <a:moveTo>
                    <a:pt x="3809" y="25400"/>
                  </a:moveTo>
                  <a:lnTo>
                    <a:pt x="0" y="25400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5400"/>
                  </a:lnTo>
                  <a:close/>
                </a:path>
                <a:path w="3810" h="515620">
                  <a:moveTo>
                    <a:pt x="3809" y="22860"/>
                  </a:moveTo>
                  <a:lnTo>
                    <a:pt x="0" y="22860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22860"/>
                  </a:lnTo>
                  <a:close/>
                </a:path>
                <a:path w="3810" h="515620">
                  <a:moveTo>
                    <a:pt x="3809" y="19050"/>
                  </a:moveTo>
                  <a:lnTo>
                    <a:pt x="0" y="19050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9050"/>
                  </a:lnTo>
                  <a:close/>
                </a:path>
                <a:path w="3810" h="515620">
                  <a:moveTo>
                    <a:pt x="3809" y="16510"/>
                  </a:moveTo>
                  <a:lnTo>
                    <a:pt x="0" y="1651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6510"/>
                  </a:lnTo>
                  <a:close/>
                </a:path>
                <a:path w="3810" h="515620">
                  <a:moveTo>
                    <a:pt x="3809" y="12700"/>
                  </a:moveTo>
                  <a:lnTo>
                    <a:pt x="0" y="1270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2700"/>
                  </a:lnTo>
                  <a:close/>
                </a:path>
                <a:path w="3810" h="515620">
                  <a:moveTo>
                    <a:pt x="3809" y="10160"/>
                  </a:moveTo>
                  <a:lnTo>
                    <a:pt x="0" y="1016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10160"/>
                  </a:lnTo>
                  <a:close/>
                </a:path>
                <a:path w="3810" h="515620">
                  <a:moveTo>
                    <a:pt x="3809" y="6350"/>
                  </a:moveTo>
                  <a:lnTo>
                    <a:pt x="0" y="635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50"/>
                  </a:lnTo>
                  <a:close/>
                </a:path>
                <a:path w="3810" h="515620">
                  <a:moveTo>
                    <a:pt x="3809" y="3810"/>
                  </a:moveTo>
                  <a:lnTo>
                    <a:pt x="0" y="381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3810"/>
                  </a:lnTo>
                  <a:close/>
                </a:path>
                <a:path w="3810" h="515620">
                  <a:moveTo>
                    <a:pt x="253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39" y="2539"/>
                  </a:lnTo>
                  <a:lnTo>
                    <a:pt x="2539" y="0"/>
                  </a:lnTo>
                  <a:close/>
                </a:path>
                <a:path w="3810" h="515620">
                  <a:moveTo>
                    <a:pt x="3809" y="511810"/>
                  </a:moveTo>
                  <a:lnTo>
                    <a:pt x="0" y="511810"/>
                  </a:lnTo>
                  <a:lnTo>
                    <a:pt x="0" y="513080"/>
                  </a:lnTo>
                  <a:lnTo>
                    <a:pt x="1269" y="513080"/>
                  </a:lnTo>
                  <a:lnTo>
                    <a:pt x="1269" y="514350"/>
                  </a:lnTo>
                  <a:lnTo>
                    <a:pt x="2539" y="514350"/>
                  </a:lnTo>
                  <a:lnTo>
                    <a:pt x="2539" y="515620"/>
                  </a:lnTo>
                  <a:lnTo>
                    <a:pt x="3809" y="515620"/>
                  </a:lnTo>
                  <a:lnTo>
                    <a:pt x="3809" y="511810"/>
                  </a:lnTo>
                  <a:close/>
                </a:path>
                <a:path w="3810" h="515620">
                  <a:moveTo>
                    <a:pt x="3809" y="505460"/>
                  </a:moveTo>
                  <a:lnTo>
                    <a:pt x="0" y="505460"/>
                  </a:lnTo>
                  <a:lnTo>
                    <a:pt x="0" y="510540"/>
                  </a:lnTo>
                  <a:lnTo>
                    <a:pt x="3809" y="510540"/>
                  </a:lnTo>
                  <a:lnTo>
                    <a:pt x="3809" y="505460"/>
                  </a:lnTo>
                  <a:close/>
                </a:path>
                <a:path w="3810" h="515620">
                  <a:moveTo>
                    <a:pt x="3809" y="499110"/>
                  </a:moveTo>
                  <a:lnTo>
                    <a:pt x="0" y="499110"/>
                  </a:lnTo>
                  <a:lnTo>
                    <a:pt x="0" y="504190"/>
                  </a:lnTo>
                  <a:lnTo>
                    <a:pt x="3809" y="504190"/>
                  </a:lnTo>
                  <a:lnTo>
                    <a:pt x="3809" y="499110"/>
                  </a:lnTo>
                  <a:close/>
                </a:path>
                <a:path w="3810" h="515620">
                  <a:moveTo>
                    <a:pt x="3809" y="236220"/>
                  </a:moveTo>
                  <a:lnTo>
                    <a:pt x="0" y="236220"/>
                  </a:lnTo>
                  <a:lnTo>
                    <a:pt x="0" y="497840"/>
                  </a:lnTo>
                  <a:lnTo>
                    <a:pt x="3809" y="497840"/>
                  </a:lnTo>
                  <a:lnTo>
                    <a:pt x="3809" y="236220"/>
                  </a:lnTo>
                  <a:close/>
                </a:path>
              </a:pathLst>
            </a:custGeom>
            <a:solidFill>
              <a:srgbClr val="E5DE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0" name="object 1690"/>
            <p:cNvSpPr/>
            <p:nvPr/>
          </p:nvSpPr>
          <p:spPr>
            <a:xfrm>
              <a:off x="2669539" y="2795269"/>
              <a:ext cx="3810" cy="516890"/>
            </a:xfrm>
            <a:custGeom>
              <a:avLst/>
              <a:gdLst/>
              <a:ahLst/>
              <a:cxnLst/>
              <a:rect l="l" t="t" r="r" b="b"/>
              <a:pathLst>
                <a:path w="3810" h="516889">
                  <a:moveTo>
                    <a:pt x="3810" y="111760"/>
                  </a:moveTo>
                  <a:lnTo>
                    <a:pt x="0" y="111760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111760"/>
                  </a:lnTo>
                  <a:close/>
                </a:path>
                <a:path w="3810" h="516889">
                  <a:moveTo>
                    <a:pt x="3810" y="109220"/>
                  </a:moveTo>
                  <a:lnTo>
                    <a:pt x="0" y="109220"/>
                  </a:lnTo>
                  <a:lnTo>
                    <a:pt x="0" y="110489"/>
                  </a:lnTo>
                  <a:lnTo>
                    <a:pt x="3810" y="110489"/>
                  </a:lnTo>
                  <a:lnTo>
                    <a:pt x="3810" y="109220"/>
                  </a:lnTo>
                  <a:close/>
                </a:path>
                <a:path w="3810" h="516889">
                  <a:moveTo>
                    <a:pt x="3810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3810" y="107950"/>
                  </a:lnTo>
                  <a:lnTo>
                    <a:pt x="3810" y="105410"/>
                  </a:lnTo>
                  <a:close/>
                </a:path>
                <a:path w="3810" h="516889">
                  <a:moveTo>
                    <a:pt x="3810" y="102870"/>
                  </a:moveTo>
                  <a:lnTo>
                    <a:pt x="0" y="102870"/>
                  </a:lnTo>
                  <a:lnTo>
                    <a:pt x="0" y="104139"/>
                  </a:lnTo>
                  <a:lnTo>
                    <a:pt x="3810" y="104139"/>
                  </a:lnTo>
                  <a:lnTo>
                    <a:pt x="3810" y="102870"/>
                  </a:lnTo>
                  <a:close/>
                </a:path>
                <a:path w="3810" h="516889">
                  <a:moveTo>
                    <a:pt x="3810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3810" y="101600"/>
                  </a:lnTo>
                  <a:lnTo>
                    <a:pt x="3810" y="99060"/>
                  </a:lnTo>
                  <a:close/>
                </a:path>
                <a:path w="3810" h="516889">
                  <a:moveTo>
                    <a:pt x="3810" y="96520"/>
                  </a:moveTo>
                  <a:lnTo>
                    <a:pt x="0" y="96520"/>
                  </a:lnTo>
                  <a:lnTo>
                    <a:pt x="0" y="97789"/>
                  </a:lnTo>
                  <a:lnTo>
                    <a:pt x="3810" y="97789"/>
                  </a:lnTo>
                  <a:lnTo>
                    <a:pt x="3810" y="96520"/>
                  </a:lnTo>
                  <a:close/>
                </a:path>
                <a:path w="3810" h="516889">
                  <a:moveTo>
                    <a:pt x="3810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3810" y="95250"/>
                  </a:lnTo>
                  <a:lnTo>
                    <a:pt x="3810" y="92710"/>
                  </a:lnTo>
                  <a:close/>
                </a:path>
                <a:path w="3810" h="516889">
                  <a:moveTo>
                    <a:pt x="3810" y="90170"/>
                  </a:moveTo>
                  <a:lnTo>
                    <a:pt x="0" y="90170"/>
                  </a:lnTo>
                  <a:lnTo>
                    <a:pt x="0" y="91439"/>
                  </a:lnTo>
                  <a:lnTo>
                    <a:pt x="3810" y="91439"/>
                  </a:lnTo>
                  <a:lnTo>
                    <a:pt x="3810" y="90170"/>
                  </a:lnTo>
                  <a:close/>
                </a:path>
                <a:path w="3810" h="516889">
                  <a:moveTo>
                    <a:pt x="3810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3810" y="88900"/>
                  </a:lnTo>
                  <a:lnTo>
                    <a:pt x="3810" y="86360"/>
                  </a:lnTo>
                  <a:close/>
                </a:path>
                <a:path w="3810" h="516889">
                  <a:moveTo>
                    <a:pt x="3810" y="83820"/>
                  </a:moveTo>
                  <a:lnTo>
                    <a:pt x="0" y="83820"/>
                  </a:lnTo>
                  <a:lnTo>
                    <a:pt x="0" y="85089"/>
                  </a:lnTo>
                  <a:lnTo>
                    <a:pt x="3810" y="85089"/>
                  </a:lnTo>
                  <a:lnTo>
                    <a:pt x="3810" y="83820"/>
                  </a:lnTo>
                  <a:close/>
                </a:path>
                <a:path w="3810" h="516889">
                  <a:moveTo>
                    <a:pt x="3810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3810" y="82550"/>
                  </a:lnTo>
                  <a:lnTo>
                    <a:pt x="3810" y="80010"/>
                  </a:lnTo>
                  <a:close/>
                </a:path>
                <a:path w="3810" h="516889">
                  <a:moveTo>
                    <a:pt x="3810" y="77470"/>
                  </a:moveTo>
                  <a:lnTo>
                    <a:pt x="0" y="77470"/>
                  </a:lnTo>
                  <a:lnTo>
                    <a:pt x="0" y="78739"/>
                  </a:lnTo>
                  <a:lnTo>
                    <a:pt x="3810" y="78739"/>
                  </a:lnTo>
                  <a:lnTo>
                    <a:pt x="3810" y="77470"/>
                  </a:lnTo>
                  <a:close/>
                </a:path>
                <a:path w="3810" h="516889">
                  <a:moveTo>
                    <a:pt x="3810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3810" y="76200"/>
                  </a:lnTo>
                  <a:lnTo>
                    <a:pt x="3810" y="73660"/>
                  </a:lnTo>
                  <a:close/>
                </a:path>
                <a:path w="3810" h="516889">
                  <a:moveTo>
                    <a:pt x="3810" y="71120"/>
                  </a:moveTo>
                  <a:lnTo>
                    <a:pt x="0" y="71120"/>
                  </a:lnTo>
                  <a:lnTo>
                    <a:pt x="0" y="72389"/>
                  </a:lnTo>
                  <a:lnTo>
                    <a:pt x="3810" y="72389"/>
                  </a:lnTo>
                  <a:lnTo>
                    <a:pt x="3810" y="71120"/>
                  </a:lnTo>
                  <a:close/>
                </a:path>
                <a:path w="3810" h="516889">
                  <a:moveTo>
                    <a:pt x="3810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3810" y="69850"/>
                  </a:lnTo>
                  <a:lnTo>
                    <a:pt x="3810" y="67310"/>
                  </a:lnTo>
                  <a:close/>
                </a:path>
                <a:path w="3810" h="516889">
                  <a:moveTo>
                    <a:pt x="3810" y="64770"/>
                  </a:moveTo>
                  <a:lnTo>
                    <a:pt x="0" y="64770"/>
                  </a:lnTo>
                  <a:lnTo>
                    <a:pt x="0" y="66039"/>
                  </a:lnTo>
                  <a:lnTo>
                    <a:pt x="3810" y="66039"/>
                  </a:lnTo>
                  <a:lnTo>
                    <a:pt x="3810" y="64770"/>
                  </a:lnTo>
                  <a:close/>
                </a:path>
                <a:path w="3810" h="516889">
                  <a:moveTo>
                    <a:pt x="3810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60960"/>
                  </a:lnTo>
                  <a:close/>
                </a:path>
                <a:path w="3810" h="516889">
                  <a:moveTo>
                    <a:pt x="3810" y="58420"/>
                  </a:moveTo>
                  <a:lnTo>
                    <a:pt x="0" y="58420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8420"/>
                  </a:lnTo>
                  <a:close/>
                </a:path>
                <a:path w="3810" h="516889">
                  <a:moveTo>
                    <a:pt x="3810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3810" y="57150"/>
                  </a:lnTo>
                  <a:lnTo>
                    <a:pt x="3810" y="54610"/>
                  </a:lnTo>
                  <a:close/>
                </a:path>
                <a:path w="3810" h="516889">
                  <a:moveTo>
                    <a:pt x="3810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52070"/>
                  </a:lnTo>
                  <a:close/>
                </a:path>
                <a:path w="3810" h="516889">
                  <a:moveTo>
                    <a:pt x="3810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3810" y="50800"/>
                  </a:lnTo>
                  <a:lnTo>
                    <a:pt x="3810" y="48260"/>
                  </a:lnTo>
                  <a:close/>
                </a:path>
                <a:path w="3810" h="516889">
                  <a:moveTo>
                    <a:pt x="3810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5720"/>
                  </a:lnTo>
                  <a:close/>
                </a:path>
                <a:path w="3810" h="516889">
                  <a:moveTo>
                    <a:pt x="3810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3810" y="44450"/>
                  </a:lnTo>
                  <a:lnTo>
                    <a:pt x="3810" y="41910"/>
                  </a:lnTo>
                  <a:close/>
                </a:path>
                <a:path w="3810" h="516889">
                  <a:moveTo>
                    <a:pt x="3810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9370"/>
                  </a:lnTo>
                  <a:close/>
                </a:path>
                <a:path w="3810" h="516889">
                  <a:moveTo>
                    <a:pt x="381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5560"/>
                  </a:lnTo>
                  <a:close/>
                </a:path>
                <a:path w="3810" h="516889">
                  <a:moveTo>
                    <a:pt x="3810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33020"/>
                  </a:lnTo>
                  <a:close/>
                </a:path>
                <a:path w="3810" h="516889">
                  <a:moveTo>
                    <a:pt x="381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3810" y="31750"/>
                  </a:lnTo>
                  <a:lnTo>
                    <a:pt x="3810" y="29210"/>
                  </a:lnTo>
                  <a:close/>
                </a:path>
                <a:path w="3810" h="516889">
                  <a:moveTo>
                    <a:pt x="3810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6670"/>
                  </a:lnTo>
                  <a:close/>
                </a:path>
                <a:path w="3810" h="516889">
                  <a:moveTo>
                    <a:pt x="381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2860"/>
                  </a:lnTo>
                  <a:close/>
                </a:path>
                <a:path w="3810" h="516889">
                  <a:moveTo>
                    <a:pt x="3810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20320"/>
                  </a:lnTo>
                  <a:close/>
                </a:path>
                <a:path w="3810" h="516889">
                  <a:moveTo>
                    <a:pt x="381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6510"/>
                  </a:lnTo>
                  <a:close/>
                </a:path>
                <a:path w="3810" h="516889">
                  <a:moveTo>
                    <a:pt x="3810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3970"/>
                  </a:lnTo>
                  <a:close/>
                </a:path>
                <a:path w="3810" h="516889">
                  <a:moveTo>
                    <a:pt x="381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10160"/>
                  </a:lnTo>
                  <a:close/>
                </a:path>
                <a:path w="3810" h="516889">
                  <a:moveTo>
                    <a:pt x="3810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7620"/>
                  </a:lnTo>
                  <a:close/>
                </a:path>
                <a:path w="3810" h="516889">
                  <a:moveTo>
                    <a:pt x="3810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3810"/>
                  </a:lnTo>
                  <a:close/>
                </a:path>
                <a:path w="3810" h="516889">
                  <a:moveTo>
                    <a:pt x="254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39"/>
                  </a:lnTo>
                  <a:lnTo>
                    <a:pt x="2540" y="2539"/>
                  </a:lnTo>
                  <a:lnTo>
                    <a:pt x="2540" y="0"/>
                  </a:lnTo>
                  <a:close/>
                </a:path>
                <a:path w="3810" h="516889">
                  <a:moveTo>
                    <a:pt x="3810" y="515620"/>
                  </a:moveTo>
                  <a:lnTo>
                    <a:pt x="2540" y="515620"/>
                  </a:lnTo>
                  <a:lnTo>
                    <a:pt x="2540" y="516890"/>
                  </a:lnTo>
                  <a:lnTo>
                    <a:pt x="3810" y="516890"/>
                  </a:lnTo>
                  <a:lnTo>
                    <a:pt x="3810" y="515620"/>
                  </a:lnTo>
                  <a:close/>
                </a:path>
                <a:path w="3810" h="516889">
                  <a:moveTo>
                    <a:pt x="3810" y="509270"/>
                  </a:moveTo>
                  <a:lnTo>
                    <a:pt x="0" y="509270"/>
                  </a:lnTo>
                  <a:lnTo>
                    <a:pt x="0" y="515620"/>
                  </a:lnTo>
                  <a:lnTo>
                    <a:pt x="1270" y="515620"/>
                  </a:lnTo>
                  <a:lnTo>
                    <a:pt x="1270" y="514350"/>
                  </a:lnTo>
                  <a:lnTo>
                    <a:pt x="3810" y="514350"/>
                  </a:lnTo>
                  <a:lnTo>
                    <a:pt x="3810" y="509270"/>
                  </a:lnTo>
                  <a:close/>
                </a:path>
                <a:path w="3810" h="516889">
                  <a:moveTo>
                    <a:pt x="3810" y="502920"/>
                  </a:moveTo>
                  <a:lnTo>
                    <a:pt x="0" y="502920"/>
                  </a:lnTo>
                  <a:lnTo>
                    <a:pt x="0" y="508000"/>
                  </a:lnTo>
                  <a:lnTo>
                    <a:pt x="3810" y="508000"/>
                  </a:lnTo>
                  <a:lnTo>
                    <a:pt x="3810" y="502920"/>
                  </a:lnTo>
                  <a:close/>
                </a:path>
                <a:path w="3810" h="516889">
                  <a:moveTo>
                    <a:pt x="3810" y="496570"/>
                  </a:moveTo>
                  <a:lnTo>
                    <a:pt x="0" y="496570"/>
                  </a:lnTo>
                  <a:lnTo>
                    <a:pt x="0" y="501650"/>
                  </a:lnTo>
                  <a:lnTo>
                    <a:pt x="3810" y="501650"/>
                  </a:lnTo>
                  <a:lnTo>
                    <a:pt x="3810" y="496570"/>
                  </a:lnTo>
                  <a:close/>
                </a:path>
                <a:path w="3810" h="516889">
                  <a:moveTo>
                    <a:pt x="3810" y="233680"/>
                  </a:moveTo>
                  <a:lnTo>
                    <a:pt x="0" y="233680"/>
                  </a:lnTo>
                  <a:lnTo>
                    <a:pt x="0" y="495300"/>
                  </a:lnTo>
                  <a:lnTo>
                    <a:pt x="3810" y="495300"/>
                  </a:lnTo>
                  <a:lnTo>
                    <a:pt x="3810" y="233680"/>
                  </a:lnTo>
                  <a:close/>
                </a:path>
              </a:pathLst>
            </a:custGeom>
            <a:solidFill>
              <a:srgbClr val="E4DD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1" name="object 1691"/>
            <p:cNvSpPr/>
            <p:nvPr/>
          </p:nvSpPr>
          <p:spPr>
            <a:xfrm>
              <a:off x="2673350" y="2797810"/>
              <a:ext cx="3810" cy="516890"/>
            </a:xfrm>
            <a:custGeom>
              <a:avLst/>
              <a:gdLst/>
              <a:ahLst/>
              <a:cxnLst/>
              <a:rect l="l" t="t" r="r" b="b"/>
              <a:pathLst>
                <a:path w="3810" h="516889">
                  <a:moveTo>
                    <a:pt x="3810" y="109220"/>
                  </a:moveTo>
                  <a:lnTo>
                    <a:pt x="0" y="109220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109220"/>
                  </a:lnTo>
                  <a:close/>
                </a:path>
                <a:path w="3810" h="516889">
                  <a:moveTo>
                    <a:pt x="3810" y="106680"/>
                  </a:moveTo>
                  <a:lnTo>
                    <a:pt x="0" y="106680"/>
                  </a:lnTo>
                  <a:lnTo>
                    <a:pt x="0" y="107950"/>
                  </a:lnTo>
                  <a:lnTo>
                    <a:pt x="3810" y="107950"/>
                  </a:lnTo>
                  <a:lnTo>
                    <a:pt x="3810" y="106680"/>
                  </a:lnTo>
                  <a:close/>
                </a:path>
                <a:path w="3810" h="516889">
                  <a:moveTo>
                    <a:pt x="3810" y="102870"/>
                  </a:moveTo>
                  <a:lnTo>
                    <a:pt x="0" y="102870"/>
                  </a:lnTo>
                  <a:lnTo>
                    <a:pt x="0" y="105410"/>
                  </a:lnTo>
                  <a:lnTo>
                    <a:pt x="3810" y="105410"/>
                  </a:lnTo>
                  <a:lnTo>
                    <a:pt x="3810" y="102870"/>
                  </a:lnTo>
                  <a:close/>
                </a:path>
                <a:path w="3810" h="516889">
                  <a:moveTo>
                    <a:pt x="3810" y="100330"/>
                  </a:moveTo>
                  <a:lnTo>
                    <a:pt x="0" y="100330"/>
                  </a:lnTo>
                  <a:lnTo>
                    <a:pt x="0" y="101600"/>
                  </a:lnTo>
                  <a:lnTo>
                    <a:pt x="3810" y="101600"/>
                  </a:lnTo>
                  <a:lnTo>
                    <a:pt x="3810" y="100330"/>
                  </a:lnTo>
                  <a:close/>
                </a:path>
                <a:path w="3810" h="516889">
                  <a:moveTo>
                    <a:pt x="3810" y="96520"/>
                  </a:moveTo>
                  <a:lnTo>
                    <a:pt x="0" y="96520"/>
                  </a:lnTo>
                  <a:lnTo>
                    <a:pt x="0" y="99060"/>
                  </a:lnTo>
                  <a:lnTo>
                    <a:pt x="3810" y="99060"/>
                  </a:lnTo>
                  <a:lnTo>
                    <a:pt x="3810" y="96520"/>
                  </a:lnTo>
                  <a:close/>
                </a:path>
                <a:path w="3810" h="516889">
                  <a:moveTo>
                    <a:pt x="3810" y="93980"/>
                  </a:moveTo>
                  <a:lnTo>
                    <a:pt x="0" y="93980"/>
                  </a:lnTo>
                  <a:lnTo>
                    <a:pt x="0" y="95250"/>
                  </a:lnTo>
                  <a:lnTo>
                    <a:pt x="3810" y="95250"/>
                  </a:lnTo>
                  <a:lnTo>
                    <a:pt x="3810" y="93980"/>
                  </a:lnTo>
                  <a:close/>
                </a:path>
                <a:path w="3810" h="516889">
                  <a:moveTo>
                    <a:pt x="3810" y="90170"/>
                  </a:moveTo>
                  <a:lnTo>
                    <a:pt x="0" y="90170"/>
                  </a:lnTo>
                  <a:lnTo>
                    <a:pt x="0" y="92710"/>
                  </a:lnTo>
                  <a:lnTo>
                    <a:pt x="3810" y="92710"/>
                  </a:lnTo>
                  <a:lnTo>
                    <a:pt x="3810" y="90170"/>
                  </a:lnTo>
                  <a:close/>
                </a:path>
                <a:path w="3810" h="516889">
                  <a:moveTo>
                    <a:pt x="3810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3810" y="88900"/>
                  </a:lnTo>
                  <a:lnTo>
                    <a:pt x="3810" y="87630"/>
                  </a:lnTo>
                  <a:close/>
                </a:path>
                <a:path w="3810" h="516889">
                  <a:moveTo>
                    <a:pt x="3810" y="83820"/>
                  </a:moveTo>
                  <a:lnTo>
                    <a:pt x="0" y="83820"/>
                  </a:lnTo>
                  <a:lnTo>
                    <a:pt x="0" y="86360"/>
                  </a:lnTo>
                  <a:lnTo>
                    <a:pt x="3810" y="86360"/>
                  </a:lnTo>
                  <a:lnTo>
                    <a:pt x="3810" y="83820"/>
                  </a:lnTo>
                  <a:close/>
                </a:path>
                <a:path w="3810" h="516889">
                  <a:moveTo>
                    <a:pt x="3810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3810" y="82550"/>
                  </a:lnTo>
                  <a:lnTo>
                    <a:pt x="3810" y="81280"/>
                  </a:lnTo>
                  <a:close/>
                </a:path>
                <a:path w="3810" h="516889">
                  <a:moveTo>
                    <a:pt x="3810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3810" y="80010"/>
                  </a:lnTo>
                  <a:lnTo>
                    <a:pt x="3810" y="77470"/>
                  </a:lnTo>
                  <a:close/>
                </a:path>
                <a:path w="3810" h="516889">
                  <a:moveTo>
                    <a:pt x="3810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3810" y="76200"/>
                  </a:lnTo>
                  <a:lnTo>
                    <a:pt x="3810" y="74930"/>
                  </a:lnTo>
                  <a:close/>
                </a:path>
                <a:path w="3810" h="516889">
                  <a:moveTo>
                    <a:pt x="3810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3810" y="73660"/>
                  </a:lnTo>
                  <a:lnTo>
                    <a:pt x="3810" y="71120"/>
                  </a:lnTo>
                  <a:close/>
                </a:path>
                <a:path w="3810" h="516889">
                  <a:moveTo>
                    <a:pt x="3810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3810" y="69850"/>
                  </a:lnTo>
                  <a:lnTo>
                    <a:pt x="3810" y="68580"/>
                  </a:lnTo>
                  <a:close/>
                </a:path>
                <a:path w="3810" h="516889">
                  <a:moveTo>
                    <a:pt x="3810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3810" y="67310"/>
                  </a:lnTo>
                  <a:lnTo>
                    <a:pt x="3810" y="64770"/>
                  </a:lnTo>
                  <a:close/>
                </a:path>
                <a:path w="3810" h="516889">
                  <a:moveTo>
                    <a:pt x="381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62230"/>
                  </a:lnTo>
                  <a:close/>
                </a:path>
                <a:path w="3810" h="516889">
                  <a:moveTo>
                    <a:pt x="3810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3810" y="60960"/>
                  </a:lnTo>
                  <a:lnTo>
                    <a:pt x="3810" y="58420"/>
                  </a:lnTo>
                  <a:close/>
                </a:path>
                <a:path w="3810" h="516889">
                  <a:moveTo>
                    <a:pt x="3810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3810" y="57150"/>
                  </a:lnTo>
                  <a:lnTo>
                    <a:pt x="3810" y="55880"/>
                  </a:lnTo>
                  <a:close/>
                </a:path>
                <a:path w="3810" h="516889">
                  <a:moveTo>
                    <a:pt x="3810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3810" y="54610"/>
                  </a:lnTo>
                  <a:lnTo>
                    <a:pt x="3810" y="52070"/>
                  </a:lnTo>
                  <a:close/>
                </a:path>
                <a:path w="3810" h="516889">
                  <a:moveTo>
                    <a:pt x="3810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3810" y="50800"/>
                  </a:lnTo>
                  <a:lnTo>
                    <a:pt x="3810" y="49530"/>
                  </a:lnTo>
                  <a:close/>
                </a:path>
                <a:path w="3810" h="516889">
                  <a:moveTo>
                    <a:pt x="3810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5720"/>
                  </a:lnTo>
                  <a:close/>
                </a:path>
                <a:path w="3810" h="516889">
                  <a:moveTo>
                    <a:pt x="3810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3810" y="44450"/>
                  </a:lnTo>
                  <a:lnTo>
                    <a:pt x="3810" y="43180"/>
                  </a:lnTo>
                  <a:close/>
                </a:path>
                <a:path w="3810" h="516889">
                  <a:moveTo>
                    <a:pt x="3810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9370"/>
                  </a:lnTo>
                  <a:close/>
                </a:path>
                <a:path w="3810" h="516889">
                  <a:moveTo>
                    <a:pt x="3810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6830"/>
                  </a:lnTo>
                  <a:close/>
                </a:path>
                <a:path w="3810" h="516889">
                  <a:moveTo>
                    <a:pt x="3810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33020"/>
                  </a:lnTo>
                  <a:close/>
                </a:path>
                <a:path w="3810" h="516889">
                  <a:moveTo>
                    <a:pt x="3810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3810" y="31750"/>
                  </a:lnTo>
                  <a:lnTo>
                    <a:pt x="3810" y="30480"/>
                  </a:lnTo>
                  <a:close/>
                </a:path>
                <a:path w="3810" h="516889">
                  <a:moveTo>
                    <a:pt x="3810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6670"/>
                  </a:lnTo>
                  <a:close/>
                </a:path>
                <a:path w="3810" h="516889">
                  <a:moveTo>
                    <a:pt x="3810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4130"/>
                  </a:lnTo>
                  <a:close/>
                </a:path>
                <a:path w="3810" h="516889">
                  <a:moveTo>
                    <a:pt x="3810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20320"/>
                  </a:lnTo>
                  <a:close/>
                </a:path>
                <a:path w="3810" h="516889">
                  <a:moveTo>
                    <a:pt x="3810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7780"/>
                  </a:lnTo>
                  <a:close/>
                </a:path>
                <a:path w="3810" h="516889">
                  <a:moveTo>
                    <a:pt x="3810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70"/>
                  </a:lnTo>
                  <a:close/>
                </a:path>
                <a:path w="3810" h="516889">
                  <a:moveTo>
                    <a:pt x="3810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11430"/>
                  </a:lnTo>
                  <a:close/>
                </a:path>
                <a:path w="3810" h="516889">
                  <a:moveTo>
                    <a:pt x="3810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20"/>
                  </a:lnTo>
                  <a:close/>
                </a:path>
                <a:path w="3810" h="516889">
                  <a:moveTo>
                    <a:pt x="3810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5080"/>
                  </a:lnTo>
                  <a:close/>
                </a:path>
                <a:path w="3810" h="516889">
                  <a:moveTo>
                    <a:pt x="3810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10" h="516889">
                  <a:moveTo>
                    <a:pt x="3810" y="513080"/>
                  </a:moveTo>
                  <a:lnTo>
                    <a:pt x="0" y="513080"/>
                  </a:lnTo>
                  <a:lnTo>
                    <a:pt x="0" y="514350"/>
                  </a:lnTo>
                  <a:lnTo>
                    <a:pt x="1269" y="514350"/>
                  </a:lnTo>
                  <a:lnTo>
                    <a:pt x="1269" y="515620"/>
                  </a:lnTo>
                  <a:lnTo>
                    <a:pt x="2539" y="515620"/>
                  </a:lnTo>
                  <a:lnTo>
                    <a:pt x="2539" y="516890"/>
                  </a:lnTo>
                  <a:lnTo>
                    <a:pt x="3810" y="516890"/>
                  </a:lnTo>
                  <a:lnTo>
                    <a:pt x="3810" y="513080"/>
                  </a:lnTo>
                  <a:close/>
                </a:path>
                <a:path w="3810" h="516889">
                  <a:moveTo>
                    <a:pt x="3810" y="506730"/>
                  </a:moveTo>
                  <a:lnTo>
                    <a:pt x="0" y="506730"/>
                  </a:lnTo>
                  <a:lnTo>
                    <a:pt x="0" y="511810"/>
                  </a:lnTo>
                  <a:lnTo>
                    <a:pt x="3810" y="511810"/>
                  </a:lnTo>
                  <a:lnTo>
                    <a:pt x="3810" y="506730"/>
                  </a:lnTo>
                  <a:close/>
                </a:path>
                <a:path w="3810" h="516889">
                  <a:moveTo>
                    <a:pt x="3810" y="500380"/>
                  </a:moveTo>
                  <a:lnTo>
                    <a:pt x="0" y="500380"/>
                  </a:lnTo>
                  <a:lnTo>
                    <a:pt x="0" y="505460"/>
                  </a:lnTo>
                  <a:lnTo>
                    <a:pt x="3810" y="505460"/>
                  </a:lnTo>
                  <a:lnTo>
                    <a:pt x="3810" y="500380"/>
                  </a:lnTo>
                  <a:close/>
                </a:path>
                <a:path w="3810" h="516889">
                  <a:moveTo>
                    <a:pt x="3810" y="494030"/>
                  </a:moveTo>
                  <a:lnTo>
                    <a:pt x="0" y="494030"/>
                  </a:lnTo>
                  <a:lnTo>
                    <a:pt x="0" y="499110"/>
                  </a:lnTo>
                  <a:lnTo>
                    <a:pt x="3810" y="499110"/>
                  </a:lnTo>
                  <a:lnTo>
                    <a:pt x="3810" y="494030"/>
                  </a:lnTo>
                  <a:close/>
                </a:path>
                <a:path w="3810" h="516889">
                  <a:moveTo>
                    <a:pt x="3810" y="231140"/>
                  </a:moveTo>
                  <a:lnTo>
                    <a:pt x="0" y="231140"/>
                  </a:lnTo>
                  <a:lnTo>
                    <a:pt x="0" y="492760"/>
                  </a:lnTo>
                  <a:lnTo>
                    <a:pt x="3810" y="492760"/>
                  </a:lnTo>
                  <a:lnTo>
                    <a:pt x="3810" y="231140"/>
                  </a:lnTo>
                  <a:close/>
                </a:path>
              </a:pathLst>
            </a:custGeom>
            <a:solidFill>
              <a:srgbClr val="E4DC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2" name="object 1692"/>
            <p:cNvSpPr/>
            <p:nvPr/>
          </p:nvSpPr>
          <p:spPr>
            <a:xfrm>
              <a:off x="2677160" y="2799079"/>
              <a:ext cx="2540" cy="518159"/>
            </a:xfrm>
            <a:custGeom>
              <a:avLst/>
              <a:gdLst/>
              <a:ahLst/>
              <a:cxnLst/>
              <a:rect l="l" t="t" r="r" b="b"/>
              <a:pathLst>
                <a:path w="2539" h="518160">
                  <a:moveTo>
                    <a:pt x="127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70" y="2540"/>
                  </a:lnTo>
                  <a:lnTo>
                    <a:pt x="1270" y="0"/>
                  </a:lnTo>
                  <a:close/>
                </a:path>
                <a:path w="2539" h="518160">
                  <a:moveTo>
                    <a:pt x="2540" y="511810"/>
                  </a:moveTo>
                  <a:lnTo>
                    <a:pt x="0" y="511810"/>
                  </a:lnTo>
                  <a:lnTo>
                    <a:pt x="0" y="518160"/>
                  </a:lnTo>
                  <a:lnTo>
                    <a:pt x="2540" y="518160"/>
                  </a:lnTo>
                  <a:lnTo>
                    <a:pt x="2540" y="511810"/>
                  </a:lnTo>
                  <a:close/>
                </a:path>
                <a:path w="2539" h="518160">
                  <a:moveTo>
                    <a:pt x="2540" y="505460"/>
                  </a:moveTo>
                  <a:lnTo>
                    <a:pt x="0" y="505460"/>
                  </a:lnTo>
                  <a:lnTo>
                    <a:pt x="0" y="510540"/>
                  </a:lnTo>
                  <a:lnTo>
                    <a:pt x="2540" y="510540"/>
                  </a:lnTo>
                  <a:lnTo>
                    <a:pt x="2540" y="505460"/>
                  </a:lnTo>
                  <a:close/>
                </a:path>
                <a:path w="2539" h="518160">
                  <a:moveTo>
                    <a:pt x="2540" y="499110"/>
                  </a:moveTo>
                  <a:lnTo>
                    <a:pt x="0" y="499110"/>
                  </a:lnTo>
                  <a:lnTo>
                    <a:pt x="0" y="504190"/>
                  </a:lnTo>
                  <a:lnTo>
                    <a:pt x="2540" y="504190"/>
                  </a:lnTo>
                  <a:lnTo>
                    <a:pt x="2540" y="499110"/>
                  </a:lnTo>
                  <a:close/>
                </a:path>
                <a:path w="2539" h="518160">
                  <a:moveTo>
                    <a:pt x="2540" y="492760"/>
                  </a:moveTo>
                  <a:lnTo>
                    <a:pt x="0" y="492760"/>
                  </a:lnTo>
                  <a:lnTo>
                    <a:pt x="0" y="497840"/>
                  </a:lnTo>
                  <a:lnTo>
                    <a:pt x="2540" y="497840"/>
                  </a:lnTo>
                  <a:lnTo>
                    <a:pt x="2540" y="492760"/>
                  </a:lnTo>
                  <a:close/>
                </a:path>
                <a:path w="2539" h="518160">
                  <a:moveTo>
                    <a:pt x="2540" y="229870"/>
                  </a:moveTo>
                  <a:lnTo>
                    <a:pt x="0" y="229870"/>
                  </a:lnTo>
                  <a:lnTo>
                    <a:pt x="0" y="491490"/>
                  </a:lnTo>
                  <a:lnTo>
                    <a:pt x="2540" y="491490"/>
                  </a:lnTo>
                  <a:lnTo>
                    <a:pt x="2540" y="229870"/>
                  </a:lnTo>
                  <a:close/>
                </a:path>
                <a:path w="2539" h="518160">
                  <a:moveTo>
                    <a:pt x="2540" y="107950"/>
                  </a:moveTo>
                  <a:lnTo>
                    <a:pt x="0" y="107950"/>
                  </a:lnTo>
                  <a:lnTo>
                    <a:pt x="0" y="228600"/>
                  </a:lnTo>
                  <a:lnTo>
                    <a:pt x="2540" y="228600"/>
                  </a:lnTo>
                  <a:lnTo>
                    <a:pt x="2540" y="107950"/>
                  </a:lnTo>
                  <a:close/>
                </a:path>
                <a:path w="2539" h="518160">
                  <a:moveTo>
                    <a:pt x="2540" y="105410"/>
                  </a:moveTo>
                  <a:lnTo>
                    <a:pt x="0" y="105410"/>
                  </a:lnTo>
                  <a:lnTo>
                    <a:pt x="0" y="106680"/>
                  </a:lnTo>
                  <a:lnTo>
                    <a:pt x="2540" y="106680"/>
                  </a:lnTo>
                  <a:lnTo>
                    <a:pt x="2540" y="105410"/>
                  </a:lnTo>
                  <a:close/>
                </a:path>
                <a:path w="2539" h="518160">
                  <a:moveTo>
                    <a:pt x="2540" y="101600"/>
                  </a:moveTo>
                  <a:lnTo>
                    <a:pt x="0" y="101600"/>
                  </a:lnTo>
                  <a:lnTo>
                    <a:pt x="0" y="104140"/>
                  </a:lnTo>
                  <a:lnTo>
                    <a:pt x="2540" y="104140"/>
                  </a:lnTo>
                  <a:lnTo>
                    <a:pt x="2540" y="101600"/>
                  </a:lnTo>
                  <a:close/>
                </a:path>
                <a:path w="2539" h="518160">
                  <a:moveTo>
                    <a:pt x="2540" y="99060"/>
                  </a:moveTo>
                  <a:lnTo>
                    <a:pt x="0" y="99060"/>
                  </a:lnTo>
                  <a:lnTo>
                    <a:pt x="0" y="100330"/>
                  </a:lnTo>
                  <a:lnTo>
                    <a:pt x="2540" y="100330"/>
                  </a:lnTo>
                  <a:lnTo>
                    <a:pt x="2540" y="99060"/>
                  </a:lnTo>
                  <a:close/>
                </a:path>
                <a:path w="2539" h="518160">
                  <a:moveTo>
                    <a:pt x="2540" y="95250"/>
                  </a:moveTo>
                  <a:lnTo>
                    <a:pt x="0" y="95250"/>
                  </a:lnTo>
                  <a:lnTo>
                    <a:pt x="0" y="97790"/>
                  </a:lnTo>
                  <a:lnTo>
                    <a:pt x="2540" y="97790"/>
                  </a:lnTo>
                  <a:lnTo>
                    <a:pt x="2540" y="95250"/>
                  </a:lnTo>
                  <a:close/>
                </a:path>
                <a:path w="2539" h="518160">
                  <a:moveTo>
                    <a:pt x="2540" y="92710"/>
                  </a:moveTo>
                  <a:lnTo>
                    <a:pt x="0" y="92710"/>
                  </a:lnTo>
                  <a:lnTo>
                    <a:pt x="0" y="93980"/>
                  </a:lnTo>
                  <a:lnTo>
                    <a:pt x="2540" y="93980"/>
                  </a:lnTo>
                  <a:lnTo>
                    <a:pt x="2540" y="92710"/>
                  </a:lnTo>
                  <a:close/>
                </a:path>
                <a:path w="2539" h="518160">
                  <a:moveTo>
                    <a:pt x="2540" y="88900"/>
                  </a:moveTo>
                  <a:lnTo>
                    <a:pt x="0" y="88900"/>
                  </a:lnTo>
                  <a:lnTo>
                    <a:pt x="0" y="91440"/>
                  </a:lnTo>
                  <a:lnTo>
                    <a:pt x="2540" y="91440"/>
                  </a:lnTo>
                  <a:lnTo>
                    <a:pt x="2540" y="88900"/>
                  </a:lnTo>
                  <a:close/>
                </a:path>
                <a:path w="2539" h="518160">
                  <a:moveTo>
                    <a:pt x="2540" y="86360"/>
                  </a:moveTo>
                  <a:lnTo>
                    <a:pt x="0" y="86360"/>
                  </a:lnTo>
                  <a:lnTo>
                    <a:pt x="0" y="87630"/>
                  </a:lnTo>
                  <a:lnTo>
                    <a:pt x="2540" y="87630"/>
                  </a:lnTo>
                  <a:lnTo>
                    <a:pt x="2540" y="86360"/>
                  </a:lnTo>
                  <a:close/>
                </a:path>
                <a:path w="2539" h="518160">
                  <a:moveTo>
                    <a:pt x="2540" y="82550"/>
                  </a:moveTo>
                  <a:lnTo>
                    <a:pt x="0" y="82550"/>
                  </a:lnTo>
                  <a:lnTo>
                    <a:pt x="0" y="85090"/>
                  </a:lnTo>
                  <a:lnTo>
                    <a:pt x="2540" y="85090"/>
                  </a:lnTo>
                  <a:lnTo>
                    <a:pt x="2540" y="82550"/>
                  </a:lnTo>
                  <a:close/>
                </a:path>
                <a:path w="2539" h="518160">
                  <a:moveTo>
                    <a:pt x="2540" y="80010"/>
                  </a:moveTo>
                  <a:lnTo>
                    <a:pt x="0" y="80010"/>
                  </a:lnTo>
                  <a:lnTo>
                    <a:pt x="0" y="81280"/>
                  </a:lnTo>
                  <a:lnTo>
                    <a:pt x="2540" y="81280"/>
                  </a:lnTo>
                  <a:lnTo>
                    <a:pt x="2540" y="80010"/>
                  </a:lnTo>
                  <a:close/>
                </a:path>
                <a:path w="2539" h="518160">
                  <a:moveTo>
                    <a:pt x="2540" y="76200"/>
                  </a:moveTo>
                  <a:lnTo>
                    <a:pt x="0" y="76200"/>
                  </a:lnTo>
                  <a:lnTo>
                    <a:pt x="0" y="78740"/>
                  </a:lnTo>
                  <a:lnTo>
                    <a:pt x="2540" y="78740"/>
                  </a:lnTo>
                  <a:lnTo>
                    <a:pt x="2540" y="76200"/>
                  </a:lnTo>
                  <a:close/>
                </a:path>
                <a:path w="2539" h="518160">
                  <a:moveTo>
                    <a:pt x="2540" y="73660"/>
                  </a:moveTo>
                  <a:lnTo>
                    <a:pt x="0" y="73660"/>
                  </a:lnTo>
                  <a:lnTo>
                    <a:pt x="0" y="74930"/>
                  </a:lnTo>
                  <a:lnTo>
                    <a:pt x="2540" y="74930"/>
                  </a:lnTo>
                  <a:lnTo>
                    <a:pt x="2540" y="73660"/>
                  </a:lnTo>
                  <a:close/>
                </a:path>
                <a:path w="2539" h="518160">
                  <a:moveTo>
                    <a:pt x="2540" y="69850"/>
                  </a:moveTo>
                  <a:lnTo>
                    <a:pt x="0" y="69850"/>
                  </a:lnTo>
                  <a:lnTo>
                    <a:pt x="0" y="72390"/>
                  </a:lnTo>
                  <a:lnTo>
                    <a:pt x="2540" y="72390"/>
                  </a:lnTo>
                  <a:lnTo>
                    <a:pt x="2540" y="69850"/>
                  </a:lnTo>
                  <a:close/>
                </a:path>
                <a:path w="2539" h="518160">
                  <a:moveTo>
                    <a:pt x="2540" y="67310"/>
                  </a:moveTo>
                  <a:lnTo>
                    <a:pt x="0" y="67310"/>
                  </a:lnTo>
                  <a:lnTo>
                    <a:pt x="0" y="68580"/>
                  </a:lnTo>
                  <a:lnTo>
                    <a:pt x="2540" y="68580"/>
                  </a:lnTo>
                  <a:lnTo>
                    <a:pt x="2540" y="67310"/>
                  </a:lnTo>
                  <a:close/>
                </a:path>
                <a:path w="2539" h="518160">
                  <a:moveTo>
                    <a:pt x="2540" y="63500"/>
                  </a:moveTo>
                  <a:lnTo>
                    <a:pt x="0" y="63500"/>
                  </a:lnTo>
                  <a:lnTo>
                    <a:pt x="0" y="66040"/>
                  </a:lnTo>
                  <a:lnTo>
                    <a:pt x="2540" y="66040"/>
                  </a:lnTo>
                  <a:lnTo>
                    <a:pt x="2540" y="63500"/>
                  </a:lnTo>
                  <a:close/>
                </a:path>
                <a:path w="2539" h="518160">
                  <a:moveTo>
                    <a:pt x="2540" y="60960"/>
                  </a:moveTo>
                  <a:lnTo>
                    <a:pt x="0" y="60960"/>
                  </a:lnTo>
                  <a:lnTo>
                    <a:pt x="0" y="62230"/>
                  </a:lnTo>
                  <a:lnTo>
                    <a:pt x="2540" y="62230"/>
                  </a:lnTo>
                  <a:lnTo>
                    <a:pt x="2540" y="60960"/>
                  </a:lnTo>
                  <a:close/>
                </a:path>
                <a:path w="2539" h="518160">
                  <a:moveTo>
                    <a:pt x="2540" y="57150"/>
                  </a:moveTo>
                  <a:lnTo>
                    <a:pt x="0" y="57150"/>
                  </a:lnTo>
                  <a:lnTo>
                    <a:pt x="0" y="59690"/>
                  </a:lnTo>
                  <a:lnTo>
                    <a:pt x="2540" y="59690"/>
                  </a:lnTo>
                  <a:lnTo>
                    <a:pt x="2540" y="57150"/>
                  </a:lnTo>
                  <a:close/>
                </a:path>
                <a:path w="2539" h="518160">
                  <a:moveTo>
                    <a:pt x="2540" y="54610"/>
                  </a:moveTo>
                  <a:lnTo>
                    <a:pt x="0" y="54610"/>
                  </a:lnTo>
                  <a:lnTo>
                    <a:pt x="0" y="55880"/>
                  </a:lnTo>
                  <a:lnTo>
                    <a:pt x="2540" y="55880"/>
                  </a:lnTo>
                  <a:lnTo>
                    <a:pt x="2540" y="54610"/>
                  </a:lnTo>
                  <a:close/>
                </a:path>
                <a:path w="2539" h="518160">
                  <a:moveTo>
                    <a:pt x="2540" y="50800"/>
                  </a:moveTo>
                  <a:lnTo>
                    <a:pt x="0" y="50800"/>
                  </a:lnTo>
                  <a:lnTo>
                    <a:pt x="0" y="53340"/>
                  </a:lnTo>
                  <a:lnTo>
                    <a:pt x="2540" y="53340"/>
                  </a:lnTo>
                  <a:lnTo>
                    <a:pt x="2540" y="50800"/>
                  </a:lnTo>
                  <a:close/>
                </a:path>
                <a:path w="2539" h="518160">
                  <a:moveTo>
                    <a:pt x="2540" y="48260"/>
                  </a:moveTo>
                  <a:lnTo>
                    <a:pt x="0" y="48260"/>
                  </a:lnTo>
                  <a:lnTo>
                    <a:pt x="0" y="49530"/>
                  </a:lnTo>
                  <a:lnTo>
                    <a:pt x="2540" y="49530"/>
                  </a:lnTo>
                  <a:lnTo>
                    <a:pt x="2540" y="48260"/>
                  </a:lnTo>
                  <a:close/>
                </a:path>
                <a:path w="2539" h="518160">
                  <a:moveTo>
                    <a:pt x="2540" y="44450"/>
                  </a:moveTo>
                  <a:lnTo>
                    <a:pt x="0" y="44450"/>
                  </a:lnTo>
                  <a:lnTo>
                    <a:pt x="0" y="46990"/>
                  </a:lnTo>
                  <a:lnTo>
                    <a:pt x="2540" y="46990"/>
                  </a:lnTo>
                  <a:lnTo>
                    <a:pt x="2540" y="44450"/>
                  </a:lnTo>
                  <a:close/>
                </a:path>
                <a:path w="2539" h="518160">
                  <a:moveTo>
                    <a:pt x="2540" y="41910"/>
                  </a:moveTo>
                  <a:lnTo>
                    <a:pt x="0" y="41910"/>
                  </a:lnTo>
                  <a:lnTo>
                    <a:pt x="0" y="43180"/>
                  </a:lnTo>
                  <a:lnTo>
                    <a:pt x="2540" y="43180"/>
                  </a:lnTo>
                  <a:lnTo>
                    <a:pt x="2540" y="41910"/>
                  </a:lnTo>
                  <a:close/>
                </a:path>
                <a:path w="2539" h="518160">
                  <a:moveTo>
                    <a:pt x="2540" y="38100"/>
                  </a:moveTo>
                  <a:lnTo>
                    <a:pt x="0" y="38100"/>
                  </a:lnTo>
                  <a:lnTo>
                    <a:pt x="0" y="40640"/>
                  </a:lnTo>
                  <a:lnTo>
                    <a:pt x="2540" y="40640"/>
                  </a:lnTo>
                  <a:lnTo>
                    <a:pt x="2540" y="38100"/>
                  </a:lnTo>
                  <a:close/>
                </a:path>
                <a:path w="2539" h="518160">
                  <a:moveTo>
                    <a:pt x="2540" y="35560"/>
                  </a:moveTo>
                  <a:lnTo>
                    <a:pt x="0" y="35560"/>
                  </a:lnTo>
                  <a:lnTo>
                    <a:pt x="0" y="36830"/>
                  </a:lnTo>
                  <a:lnTo>
                    <a:pt x="2540" y="36830"/>
                  </a:lnTo>
                  <a:lnTo>
                    <a:pt x="2540" y="35560"/>
                  </a:lnTo>
                  <a:close/>
                </a:path>
                <a:path w="2539" h="518160">
                  <a:moveTo>
                    <a:pt x="2540" y="31750"/>
                  </a:moveTo>
                  <a:lnTo>
                    <a:pt x="0" y="31750"/>
                  </a:lnTo>
                  <a:lnTo>
                    <a:pt x="0" y="34290"/>
                  </a:lnTo>
                  <a:lnTo>
                    <a:pt x="2540" y="34290"/>
                  </a:lnTo>
                  <a:lnTo>
                    <a:pt x="2540" y="31750"/>
                  </a:lnTo>
                  <a:close/>
                </a:path>
                <a:path w="2539" h="518160">
                  <a:moveTo>
                    <a:pt x="2540" y="29210"/>
                  </a:moveTo>
                  <a:lnTo>
                    <a:pt x="0" y="29210"/>
                  </a:lnTo>
                  <a:lnTo>
                    <a:pt x="0" y="30480"/>
                  </a:lnTo>
                  <a:lnTo>
                    <a:pt x="2540" y="30480"/>
                  </a:lnTo>
                  <a:lnTo>
                    <a:pt x="2540" y="29210"/>
                  </a:lnTo>
                  <a:close/>
                </a:path>
                <a:path w="2539" h="518160">
                  <a:moveTo>
                    <a:pt x="2540" y="25400"/>
                  </a:moveTo>
                  <a:lnTo>
                    <a:pt x="0" y="25400"/>
                  </a:lnTo>
                  <a:lnTo>
                    <a:pt x="0" y="27940"/>
                  </a:lnTo>
                  <a:lnTo>
                    <a:pt x="2540" y="27940"/>
                  </a:lnTo>
                  <a:lnTo>
                    <a:pt x="2540" y="25400"/>
                  </a:lnTo>
                  <a:close/>
                </a:path>
                <a:path w="2539" h="518160">
                  <a:moveTo>
                    <a:pt x="2540" y="22860"/>
                  </a:moveTo>
                  <a:lnTo>
                    <a:pt x="0" y="22860"/>
                  </a:lnTo>
                  <a:lnTo>
                    <a:pt x="0" y="24130"/>
                  </a:lnTo>
                  <a:lnTo>
                    <a:pt x="2540" y="24130"/>
                  </a:lnTo>
                  <a:lnTo>
                    <a:pt x="2540" y="22860"/>
                  </a:lnTo>
                  <a:close/>
                </a:path>
                <a:path w="2539" h="518160">
                  <a:moveTo>
                    <a:pt x="2540" y="19050"/>
                  </a:moveTo>
                  <a:lnTo>
                    <a:pt x="0" y="19050"/>
                  </a:lnTo>
                  <a:lnTo>
                    <a:pt x="0" y="21590"/>
                  </a:lnTo>
                  <a:lnTo>
                    <a:pt x="2540" y="21590"/>
                  </a:lnTo>
                  <a:lnTo>
                    <a:pt x="2540" y="19050"/>
                  </a:lnTo>
                  <a:close/>
                </a:path>
                <a:path w="2539" h="518160">
                  <a:moveTo>
                    <a:pt x="2540" y="16510"/>
                  </a:moveTo>
                  <a:lnTo>
                    <a:pt x="0" y="16510"/>
                  </a:lnTo>
                  <a:lnTo>
                    <a:pt x="0" y="17780"/>
                  </a:lnTo>
                  <a:lnTo>
                    <a:pt x="2540" y="17780"/>
                  </a:lnTo>
                  <a:lnTo>
                    <a:pt x="2540" y="16510"/>
                  </a:lnTo>
                  <a:close/>
                </a:path>
                <a:path w="2539" h="518160">
                  <a:moveTo>
                    <a:pt x="2540" y="12700"/>
                  </a:moveTo>
                  <a:lnTo>
                    <a:pt x="0" y="12700"/>
                  </a:lnTo>
                  <a:lnTo>
                    <a:pt x="0" y="15240"/>
                  </a:lnTo>
                  <a:lnTo>
                    <a:pt x="2540" y="15240"/>
                  </a:lnTo>
                  <a:lnTo>
                    <a:pt x="2540" y="12700"/>
                  </a:lnTo>
                  <a:close/>
                </a:path>
                <a:path w="2539" h="518160">
                  <a:moveTo>
                    <a:pt x="2540" y="10160"/>
                  </a:moveTo>
                  <a:lnTo>
                    <a:pt x="0" y="10160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10160"/>
                  </a:lnTo>
                  <a:close/>
                </a:path>
                <a:path w="2539" h="518160">
                  <a:moveTo>
                    <a:pt x="2540" y="6350"/>
                  </a:moveTo>
                  <a:lnTo>
                    <a:pt x="0" y="6350"/>
                  </a:lnTo>
                  <a:lnTo>
                    <a:pt x="0" y="8890"/>
                  </a:lnTo>
                  <a:lnTo>
                    <a:pt x="2540" y="8890"/>
                  </a:lnTo>
                  <a:lnTo>
                    <a:pt x="2540" y="6350"/>
                  </a:lnTo>
                  <a:close/>
                </a:path>
                <a:path w="2539" h="518160">
                  <a:moveTo>
                    <a:pt x="2540" y="3810"/>
                  </a:moveTo>
                  <a:lnTo>
                    <a:pt x="0" y="3810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3810"/>
                  </a:lnTo>
                  <a:close/>
                </a:path>
              </a:pathLst>
            </a:custGeom>
            <a:solidFill>
              <a:srgbClr val="E3DB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3" name="object 1693"/>
            <p:cNvSpPr/>
            <p:nvPr/>
          </p:nvSpPr>
          <p:spPr>
            <a:xfrm>
              <a:off x="2679700" y="2801619"/>
              <a:ext cx="3810" cy="518159"/>
            </a:xfrm>
            <a:custGeom>
              <a:avLst/>
              <a:gdLst/>
              <a:ahLst/>
              <a:cxnLst/>
              <a:rect l="l" t="t" r="r" b="b"/>
              <a:pathLst>
                <a:path w="3810" h="518160">
                  <a:moveTo>
                    <a:pt x="3810" y="105410"/>
                  </a:moveTo>
                  <a:lnTo>
                    <a:pt x="0" y="105410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105410"/>
                  </a:lnTo>
                  <a:close/>
                </a:path>
                <a:path w="3810" h="518160">
                  <a:moveTo>
                    <a:pt x="3810" y="102870"/>
                  </a:moveTo>
                  <a:lnTo>
                    <a:pt x="0" y="102870"/>
                  </a:lnTo>
                  <a:lnTo>
                    <a:pt x="0" y="104139"/>
                  </a:lnTo>
                  <a:lnTo>
                    <a:pt x="3810" y="104139"/>
                  </a:lnTo>
                  <a:lnTo>
                    <a:pt x="3810" y="102870"/>
                  </a:lnTo>
                  <a:close/>
                </a:path>
                <a:path w="3810" h="518160">
                  <a:moveTo>
                    <a:pt x="3810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3810" y="101600"/>
                  </a:lnTo>
                  <a:lnTo>
                    <a:pt x="3810" y="99060"/>
                  </a:lnTo>
                  <a:close/>
                </a:path>
                <a:path w="3810" h="518160">
                  <a:moveTo>
                    <a:pt x="3810" y="96520"/>
                  </a:moveTo>
                  <a:lnTo>
                    <a:pt x="0" y="96520"/>
                  </a:lnTo>
                  <a:lnTo>
                    <a:pt x="0" y="97789"/>
                  </a:lnTo>
                  <a:lnTo>
                    <a:pt x="3810" y="97789"/>
                  </a:lnTo>
                  <a:lnTo>
                    <a:pt x="3810" y="96520"/>
                  </a:lnTo>
                  <a:close/>
                </a:path>
                <a:path w="3810" h="518160">
                  <a:moveTo>
                    <a:pt x="3810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3810" y="95250"/>
                  </a:lnTo>
                  <a:lnTo>
                    <a:pt x="3810" y="92710"/>
                  </a:lnTo>
                  <a:close/>
                </a:path>
                <a:path w="3810" h="518160">
                  <a:moveTo>
                    <a:pt x="3810" y="90170"/>
                  </a:moveTo>
                  <a:lnTo>
                    <a:pt x="0" y="90170"/>
                  </a:lnTo>
                  <a:lnTo>
                    <a:pt x="0" y="91439"/>
                  </a:lnTo>
                  <a:lnTo>
                    <a:pt x="3810" y="91439"/>
                  </a:lnTo>
                  <a:lnTo>
                    <a:pt x="3810" y="90170"/>
                  </a:lnTo>
                  <a:close/>
                </a:path>
                <a:path w="3810" h="518160">
                  <a:moveTo>
                    <a:pt x="3810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3810" y="88900"/>
                  </a:lnTo>
                  <a:lnTo>
                    <a:pt x="3810" y="86360"/>
                  </a:lnTo>
                  <a:close/>
                </a:path>
                <a:path w="3810" h="518160">
                  <a:moveTo>
                    <a:pt x="3810" y="83820"/>
                  </a:moveTo>
                  <a:lnTo>
                    <a:pt x="0" y="83820"/>
                  </a:lnTo>
                  <a:lnTo>
                    <a:pt x="0" y="85089"/>
                  </a:lnTo>
                  <a:lnTo>
                    <a:pt x="3810" y="85089"/>
                  </a:lnTo>
                  <a:lnTo>
                    <a:pt x="3810" y="83820"/>
                  </a:lnTo>
                  <a:close/>
                </a:path>
                <a:path w="3810" h="518160">
                  <a:moveTo>
                    <a:pt x="3810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3810" y="82550"/>
                  </a:lnTo>
                  <a:lnTo>
                    <a:pt x="3810" y="80010"/>
                  </a:lnTo>
                  <a:close/>
                </a:path>
                <a:path w="3810" h="518160">
                  <a:moveTo>
                    <a:pt x="3810" y="77470"/>
                  </a:moveTo>
                  <a:lnTo>
                    <a:pt x="0" y="77470"/>
                  </a:lnTo>
                  <a:lnTo>
                    <a:pt x="0" y="78739"/>
                  </a:lnTo>
                  <a:lnTo>
                    <a:pt x="3810" y="78739"/>
                  </a:lnTo>
                  <a:lnTo>
                    <a:pt x="3810" y="77470"/>
                  </a:lnTo>
                  <a:close/>
                </a:path>
                <a:path w="3810" h="518160">
                  <a:moveTo>
                    <a:pt x="3810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3810" y="76200"/>
                  </a:lnTo>
                  <a:lnTo>
                    <a:pt x="3810" y="73660"/>
                  </a:lnTo>
                  <a:close/>
                </a:path>
                <a:path w="3810" h="518160">
                  <a:moveTo>
                    <a:pt x="3810" y="71120"/>
                  </a:moveTo>
                  <a:lnTo>
                    <a:pt x="0" y="71120"/>
                  </a:lnTo>
                  <a:lnTo>
                    <a:pt x="0" y="72389"/>
                  </a:lnTo>
                  <a:lnTo>
                    <a:pt x="3810" y="72389"/>
                  </a:lnTo>
                  <a:lnTo>
                    <a:pt x="3810" y="71120"/>
                  </a:lnTo>
                  <a:close/>
                </a:path>
                <a:path w="3810" h="518160">
                  <a:moveTo>
                    <a:pt x="3810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3810" y="69850"/>
                  </a:lnTo>
                  <a:lnTo>
                    <a:pt x="3810" y="67310"/>
                  </a:lnTo>
                  <a:close/>
                </a:path>
                <a:path w="3810" h="518160">
                  <a:moveTo>
                    <a:pt x="3810" y="64770"/>
                  </a:moveTo>
                  <a:lnTo>
                    <a:pt x="0" y="64770"/>
                  </a:lnTo>
                  <a:lnTo>
                    <a:pt x="0" y="66039"/>
                  </a:lnTo>
                  <a:lnTo>
                    <a:pt x="3810" y="66039"/>
                  </a:lnTo>
                  <a:lnTo>
                    <a:pt x="3810" y="64770"/>
                  </a:lnTo>
                  <a:close/>
                </a:path>
                <a:path w="3810" h="518160">
                  <a:moveTo>
                    <a:pt x="3810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60960"/>
                  </a:lnTo>
                  <a:close/>
                </a:path>
                <a:path w="3810" h="518160">
                  <a:moveTo>
                    <a:pt x="3810" y="58420"/>
                  </a:moveTo>
                  <a:lnTo>
                    <a:pt x="0" y="58420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8420"/>
                  </a:lnTo>
                  <a:close/>
                </a:path>
                <a:path w="3810" h="518160">
                  <a:moveTo>
                    <a:pt x="3810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3810" y="57150"/>
                  </a:lnTo>
                  <a:lnTo>
                    <a:pt x="3810" y="54610"/>
                  </a:lnTo>
                  <a:close/>
                </a:path>
                <a:path w="3810" h="518160">
                  <a:moveTo>
                    <a:pt x="3810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52070"/>
                  </a:lnTo>
                  <a:close/>
                </a:path>
                <a:path w="3810" h="518160">
                  <a:moveTo>
                    <a:pt x="3810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3810" y="50800"/>
                  </a:lnTo>
                  <a:lnTo>
                    <a:pt x="3810" y="48260"/>
                  </a:lnTo>
                  <a:close/>
                </a:path>
                <a:path w="3810" h="518160">
                  <a:moveTo>
                    <a:pt x="3810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5720"/>
                  </a:lnTo>
                  <a:close/>
                </a:path>
                <a:path w="3810" h="518160">
                  <a:moveTo>
                    <a:pt x="3810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3810" y="44450"/>
                  </a:lnTo>
                  <a:lnTo>
                    <a:pt x="3810" y="41910"/>
                  </a:lnTo>
                  <a:close/>
                </a:path>
                <a:path w="3810" h="518160">
                  <a:moveTo>
                    <a:pt x="3810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9370"/>
                  </a:lnTo>
                  <a:close/>
                </a:path>
                <a:path w="3810" h="518160">
                  <a:moveTo>
                    <a:pt x="381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5560"/>
                  </a:lnTo>
                  <a:close/>
                </a:path>
                <a:path w="3810" h="518160">
                  <a:moveTo>
                    <a:pt x="3810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33020"/>
                  </a:lnTo>
                  <a:close/>
                </a:path>
                <a:path w="3810" h="518160">
                  <a:moveTo>
                    <a:pt x="381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3810" y="31750"/>
                  </a:lnTo>
                  <a:lnTo>
                    <a:pt x="3810" y="29210"/>
                  </a:lnTo>
                  <a:close/>
                </a:path>
                <a:path w="3810" h="518160">
                  <a:moveTo>
                    <a:pt x="3810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6670"/>
                  </a:lnTo>
                  <a:close/>
                </a:path>
                <a:path w="3810" h="518160">
                  <a:moveTo>
                    <a:pt x="381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2860"/>
                  </a:lnTo>
                  <a:close/>
                </a:path>
                <a:path w="3810" h="518160">
                  <a:moveTo>
                    <a:pt x="3810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20320"/>
                  </a:lnTo>
                  <a:close/>
                </a:path>
                <a:path w="3810" h="518160">
                  <a:moveTo>
                    <a:pt x="381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6510"/>
                  </a:lnTo>
                  <a:close/>
                </a:path>
                <a:path w="3810" h="518160">
                  <a:moveTo>
                    <a:pt x="3810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3970"/>
                  </a:lnTo>
                  <a:close/>
                </a:path>
                <a:path w="3810" h="518160">
                  <a:moveTo>
                    <a:pt x="381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10160"/>
                  </a:lnTo>
                  <a:close/>
                </a:path>
                <a:path w="3810" h="518160">
                  <a:moveTo>
                    <a:pt x="3810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7620"/>
                  </a:lnTo>
                  <a:close/>
                </a:path>
                <a:path w="3810" h="518160">
                  <a:moveTo>
                    <a:pt x="3810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3810"/>
                  </a:lnTo>
                  <a:close/>
                </a:path>
                <a:path w="3810" h="518160">
                  <a:moveTo>
                    <a:pt x="3810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0" y="127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518160">
                  <a:moveTo>
                    <a:pt x="3810" y="515620"/>
                  </a:moveTo>
                  <a:lnTo>
                    <a:pt x="1269" y="515620"/>
                  </a:lnTo>
                  <a:lnTo>
                    <a:pt x="1269" y="516890"/>
                  </a:lnTo>
                  <a:lnTo>
                    <a:pt x="2539" y="516890"/>
                  </a:lnTo>
                  <a:lnTo>
                    <a:pt x="2539" y="518160"/>
                  </a:lnTo>
                  <a:lnTo>
                    <a:pt x="3810" y="518160"/>
                  </a:lnTo>
                  <a:lnTo>
                    <a:pt x="3810" y="515620"/>
                  </a:lnTo>
                  <a:close/>
                </a:path>
                <a:path w="3810" h="518160">
                  <a:moveTo>
                    <a:pt x="3810" y="509270"/>
                  </a:moveTo>
                  <a:lnTo>
                    <a:pt x="0" y="509270"/>
                  </a:lnTo>
                  <a:lnTo>
                    <a:pt x="0" y="514350"/>
                  </a:lnTo>
                  <a:lnTo>
                    <a:pt x="3810" y="514350"/>
                  </a:lnTo>
                  <a:lnTo>
                    <a:pt x="3810" y="509270"/>
                  </a:lnTo>
                  <a:close/>
                </a:path>
                <a:path w="3810" h="518160">
                  <a:moveTo>
                    <a:pt x="3810" y="502920"/>
                  </a:moveTo>
                  <a:lnTo>
                    <a:pt x="0" y="502920"/>
                  </a:lnTo>
                  <a:lnTo>
                    <a:pt x="0" y="508000"/>
                  </a:lnTo>
                  <a:lnTo>
                    <a:pt x="3810" y="508000"/>
                  </a:lnTo>
                  <a:lnTo>
                    <a:pt x="3810" y="502920"/>
                  </a:lnTo>
                  <a:close/>
                </a:path>
                <a:path w="3810" h="518160">
                  <a:moveTo>
                    <a:pt x="3810" y="496570"/>
                  </a:moveTo>
                  <a:lnTo>
                    <a:pt x="0" y="496570"/>
                  </a:lnTo>
                  <a:lnTo>
                    <a:pt x="0" y="501650"/>
                  </a:lnTo>
                  <a:lnTo>
                    <a:pt x="3810" y="501650"/>
                  </a:lnTo>
                  <a:lnTo>
                    <a:pt x="3810" y="496570"/>
                  </a:lnTo>
                  <a:close/>
                </a:path>
                <a:path w="3810" h="518160">
                  <a:moveTo>
                    <a:pt x="3810" y="490220"/>
                  </a:moveTo>
                  <a:lnTo>
                    <a:pt x="0" y="490220"/>
                  </a:lnTo>
                  <a:lnTo>
                    <a:pt x="0" y="495300"/>
                  </a:lnTo>
                  <a:lnTo>
                    <a:pt x="3810" y="495300"/>
                  </a:lnTo>
                  <a:lnTo>
                    <a:pt x="3810" y="490220"/>
                  </a:lnTo>
                  <a:close/>
                </a:path>
                <a:path w="3810" h="518160">
                  <a:moveTo>
                    <a:pt x="3810" y="227330"/>
                  </a:moveTo>
                  <a:lnTo>
                    <a:pt x="0" y="227330"/>
                  </a:lnTo>
                  <a:lnTo>
                    <a:pt x="0" y="488950"/>
                  </a:lnTo>
                  <a:lnTo>
                    <a:pt x="3810" y="488950"/>
                  </a:lnTo>
                  <a:lnTo>
                    <a:pt x="3810" y="227330"/>
                  </a:lnTo>
                  <a:close/>
                </a:path>
              </a:pathLst>
            </a:custGeom>
            <a:solidFill>
              <a:srgbClr val="E2DA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4" name="object 1694"/>
            <p:cNvSpPr/>
            <p:nvPr/>
          </p:nvSpPr>
          <p:spPr>
            <a:xfrm>
              <a:off x="2683510" y="2804160"/>
              <a:ext cx="3810" cy="519430"/>
            </a:xfrm>
            <a:custGeom>
              <a:avLst/>
              <a:gdLst/>
              <a:ahLst/>
              <a:cxnLst/>
              <a:rect l="l" t="t" r="r" b="b"/>
              <a:pathLst>
                <a:path w="3810" h="519429">
                  <a:moveTo>
                    <a:pt x="3809" y="102870"/>
                  </a:moveTo>
                  <a:lnTo>
                    <a:pt x="0" y="102870"/>
                  </a:lnTo>
                  <a:lnTo>
                    <a:pt x="0" y="223520"/>
                  </a:lnTo>
                  <a:lnTo>
                    <a:pt x="3809" y="223520"/>
                  </a:lnTo>
                  <a:lnTo>
                    <a:pt x="3809" y="102870"/>
                  </a:lnTo>
                  <a:close/>
                </a:path>
                <a:path w="3810" h="519429">
                  <a:moveTo>
                    <a:pt x="3809" y="100330"/>
                  </a:moveTo>
                  <a:lnTo>
                    <a:pt x="0" y="100330"/>
                  </a:lnTo>
                  <a:lnTo>
                    <a:pt x="0" y="101600"/>
                  </a:lnTo>
                  <a:lnTo>
                    <a:pt x="3809" y="101600"/>
                  </a:lnTo>
                  <a:lnTo>
                    <a:pt x="3809" y="100330"/>
                  </a:lnTo>
                  <a:close/>
                </a:path>
                <a:path w="3810" h="519429">
                  <a:moveTo>
                    <a:pt x="3809" y="96520"/>
                  </a:moveTo>
                  <a:lnTo>
                    <a:pt x="0" y="96520"/>
                  </a:lnTo>
                  <a:lnTo>
                    <a:pt x="0" y="99060"/>
                  </a:lnTo>
                  <a:lnTo>
                    <a:pt x="3809" y="99060"/>
                  </a:lnTo>
                  <a:lnTo>
                    <a:pt x="3809" y="96520"/>
                  </a:lnTo>
                  <a:close/>
                </a:path>
                <a:path w="3810" h="519429">
                  <a:moveTo>
                    <a:pt x="3809" y="93980"/>
                  </a:moveTo>
                  <a:lnTo>
                    <a:pt x="0" y="93980"/>
                  </a:lnTo>
                  <a:lnTo>
                    <a:pt x="0" y="95250"/>
                  </a:lnTo>
                  <a:lnTo>
                    <a:pt x="3809" y="95250"/>
                  </a:lnTo>
                  <a:lnTo>
                    <a:pt x="3809" y="93980"/>
                  </a:lnTo>
                  <a:close/>
                </a:path>
                <a:path w="3810" h="519429">
                  <a:moveTo>
                    <a:pt x="3809" y="90170"/>
                  </a:moveTo>
                  <a:lnTo>
                    <a:pt x="0" y="90170"/>
                  </a:lnTo>
                  <a:lnTo>
                    <a:pt x="0" y="92710"/>
                  </a:lnTo>
                  <a:lnTo>
                    <a:pt x="3809" y="92710"/>
                  </a:lnTo>
                  <a:lnTo>
                    <a:pt x="3809" y="90170"/>
                  </a:lnTo>
                  <a:close/>
                </a:path>
                <a:path w="3810" h="519429">
                  <a:moveTo>
                    <a:pt x="3809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3809" y="88900"/>
                  </a:lnTo>
                  <a:lnTo>
                    <a:pt x="3809" y="87630"/>
                  </a:lnTo>
                  <a:close/>
                </a:path>
                <a:path w="3810" h="519429">
                  <a:moveTo>
                    <a:pt x="3809" y="83820"/>
                  </a:moveTo>
                  <a:lnTo>
                    <a:pt x="0" y="83820"/>
                  </a:lnTo>
                  <a:lnTo>
                    <a:pt x="0" y="86360"/>
                  </a:lnTo>
                  <a:lnTo>
                    <a:pt x="3809" y="86360"/>
                  </a:lnTo>
                  <a:lnTo>
                    <a:pt x="3809" y="83820"/>
                  </a:lnTo>
                  <a:close/>
                </a:path>
                <a:path w="3810" h="519429">
                  <a:moveTo>
                    <a:pt x="3809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3809" y="82550"/>
                  </a:lnTo>
                  <a:lnTo>
                    <a:pt x="3809" y="81280"/>
                  </a:lnTo>
                  <a:close/>
                </a:path>
                <a:path w="3810" h="519429">
                  <a:moveTo>
                    <a:pt x="3809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3809" y="80010"/>
                  </a:lnTo>
                  <a:lnTo>
                    <a:pt x="3809" y="77470"/>
                  </a:lnTo>
                  <a:close/>
                </a:path>
                <a:path w="3810" h="519429">
                  <a:moveTo>
                    <a:pt x="3809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3809" y="76200"/>
                  </a:lnTo>
                  <a:lnTo>
                    <a:pt x="3809" y="74930"/>
                  </a:lnTo>
                  <a:close/>
                </a:path>
                <a:path w="3810" h="519429">
                  <a:moveTo>
                    <a:pt x="3809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3809" y="73660"/>
                  </a:lnTo>
                  <a:lnTo>
                    <a:pt x="3809" y="71120"/>
                  </a:lnTo>
                  <a:close/>
                </a:path>
                <a:path w="3810" h="519429">
                  <a:moveTo>
                    <a:pt x="3809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3809" y="69850"/>
                  </a:lnTo>
                  <a:lnTo>
                    <a:pt x="3809" y="68580"/>
                  </a:lnTo>
                  <a:close/>
                </a:path>
                <a:path w="3810" h="519429">
                  <a:moveTo>
                    <a:pt x="3809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3809" y="67310"/>
                  </a:lnTo>
                  <a:lnTo>
                    <a:pt x="3809" y="64770"/>
                  </a:lnTo>
                  <a:close/>
                </a:path>
                <a:path w="3810" h="519429">
                  <a:moveTo>
                    <a:pt x="380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09" y="63500"/>
                  </a:lnTo>
                  <a:lnTo>
                    <a:pt x="3809" y="62230"/>
                  </a:lnTo>
                  <a:close/>
                </a:path>
                <a:path w="3810" h="519429">
                  <a:moveTo>
                    <a:pt x="3809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3809" y="60960"/>
                  </a:lnTo>
                  <a:lnTo>
                    <a:pt x="3809" y="58420"/>
                  </a:lnTo>
                  <a:close/>
                </a:path>
                <a:path w="3810" h="519429">
                  <a:moveTo>
                    <a:pt x="3809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3809" y="57150"/>
                  </a:lnTo>
                  <a:lnTo>
                    <a:pt x="3809" y="55880"/>
                  </a:lnTo>
                  <a:close/>
                </a:path>
                <a:path w="3810" h="519429">
                  <a:moveTo>
                    <a:pt x="3809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3809" y="54610"/>
                  </a:lnTo>
                  <a:lnTo>
                    <a:pt x="3809" y="52070"/>
                  </a:lnTo>
                  <a:close/>
                </a:path>
                <a:path w="3810" h="519429">
                  <a:moveTo>
                    <a:pt x="3809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49530"/>
                  </a:lnTo>
                  <a:close/>
                </a:path>
                <a:path w="3810" h="519429">
                  <a:moveTo>
                    <a:pt x="3809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3809" y="48260"/>
                  </a:lnTo>
                  <a:lnTo>
                    <a:pt x="3809" y="45720"/>
                  </a:lnTo>
                  <a:close/>
                </a:path>
                <a:path w="3810" h="519429">
                  <a:moveTo>
                    <a:pt x="3809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3809" y="44450"/>
                  </a:lnTo>
                  <a:lnTo>
                    <a:pt x="3809" y="43180"/>
                  </a:lnTo>
                  <a:close/>
                </a:path>
                <a:path w="3810" h="519429">
                  <a:moveTo>
                    <a:pt x="3809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39370"/>
                  </a:lnTo>
                  <a:close/>
                </a:path>
                <a:path w="3810" h="519429">
                  <a:moveTo>
                    <a:pt x="3809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3809" y="38100"/>
                  </a:lnTo>
                  <a:lnTo>
                    <a:pt x="3809" y="36830"/>
                  </a:lnTo>
                  <a:close/>
                </a:path>
                <a:path w="3810" h="519429">
                  <a:moveTo>
                    <a:pt x="3809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33020"/>
                  </a:lnTo>
                  <a:close/>
                </a:path>
                <a:path w="3810" h="519429">
                  <a:moveTo>
                    <a:pt x="3809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3809" y="31750"/>
                  </a:lnTo>
                  <a:lnTo>
                    <a:pt x="3809" y="30480"/>
                  </a:lnTo>
                  <a:close/>
                </a:path>
                <a:path w="3810" h="519429">
                  <a:moveTo>
                    <a:pt x="3809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3809" y="29210"/>
                  </a:lnTo>
                  <a:lnTo>
                    <a:pt x="3809" y="26670"/>
                  </a:lnTo>
                  <a:close/>
                </a:path>
                <a:path w="3810" h="519429">
                  <a:moveTo>
                    <a:pt x="3809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3809" y="25400"/>
                  </a:lnTo>
                  <a:lnTo>
                    <a:pt x="3809" y="24130"/>
                  </a:lnTo>
                  <a:close/>
                </a:path>
                <a:path w="3810" h="519429">
                  <a:moveTo>
                    <a:pt x="3809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20320"/>
                  </a:lnTo>
                  <a:close/>
                </a:path>
                <a:path w="3810" h="519429">
                  <a:moveTo>
                    <a:pt x="3809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3809" y="19050"/>
                  </a:lnTo>
                  <a:lnTo>
                    <a:pt x="3809" y="17780"/>
                  </a:lnTo>
                  <a:close/>
                </a:path>
                <a:path w="3810" h="519429">
                  <a:moveTo>
                    <a:pt x="3809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3970"/>
                  </a:lnTo>
                  <a:close/>
                </a:path>
                <a:path w="3810" h="519429">
                  <a:moveTo>
                    <a:pt x="3809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3809" y="12700"/>
                  </a:lnTo>
                  <a:lnTo>
                    <a:pt x="3809" y="11430"/>
                  </a:lnTo>
                  <a:close/>
                </a:path>
                <a:path w="3810" h="519429">
                  <a:moveTo>
                    <a:pt x="3809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7620"/>
                  </a:lnTo>
                  <a:close/>
                </a:path>
                <a:path w="3810" h="519429">
                  <a:moveTo>
                    <a:pt x="3809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5080"/>
                  </a:lnTo>
                  <a:close/>
                </a:path>
                <a:path w="3810" h="519429">
                  <a:moveTo>
                    <a:pt x="3809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10" h="519429">
                  <a:moveTo>
                    <a:pt x="3809" y="513080"/>
                  </a:moveTo>
                  <a:lnTo>
                    <a:pt x="0" y="513080"/>
                  </a:lnTo>
                  <a:lnTo>
                    <a:pt x="0" y="515620"/>
                  </a:lnTo>
                  <a:lnTo>
                    <a:pt x="1269" y="515620"/>
                  </a:lnTo>
                  <a:lnTo>
                    <a:pt x="1269" y="516890"/>
                  </a:lnTo>
                  <a:lnTo>
                    <a:pt x="2539" y="516890"/>
                  </a:lnTo>
                  <a:lnTo>
                    <a:pt x="2539" y="519430"/>
                  </a:lnTo>
                  <a:lnTo>
                    <a:pt x="3809" y="519430"/>
                  </a:lnTo>
                  <a:lnTo>
                    <a:pt x="3809" y="513080"/>
                  </a:lnTo>
                  <a:close/>
                </a:path>
                <a:path w="3810" h="519429">
                  <a:moveTo>
                    <a:pt x="3809" y="506730"/>
                  </a:moveTo>
                  <a:lnTo>
                    <a:pt x="0" y="506730"/>
                  </a:lnTo>
                  <a:lnTo>
                    <a:pt x="0" y="511810"/>
                  </a:lnTo>
                  <a:lnTo>
                    <a:pt x="3809" y="511810"/>
                  </a:lnTo>
                  <a:lnTo>
                    <a:pt x="3809" y="506730"/>
                  </a:lnTo>
                  <a:close/>
                </a:path>
                <a:path w="3810" h="519429">
                  <a:moveTo>
                    <a:pt x="3809" y="500380"/>
                  </a:moveTo>
                  <a:lnTo>
                    <a:pt x="0" y="500380"/>
                  </a:lnTo>
                  <a:lnTo>
                    <a:pt x="0" y="505460"/>
                  </a:lnTo>
                  <a:lnTo>
                    <a:pt x="3809" y="505460"/>
                  </a:lnTo>
                  <a:lnTo>
                    <a:pt x="3809" y="500380"/>
                  </a:lnTo>
                  <a:close/>
                </a:path>
                <a:path w="3810" h="519429">
                  <a:moveTo>
                    <a:pt x="3809" y="494030"/>
                  </a:moveTo>
                  <a:lnTo>
                    <a:pt x="0" y="494030"/>
                  </a:lnTo>
                  <a:lnTo>
                    <a:pt x="0" y="499110"/>
                  </a:lnTo>
                  <a:lnTo>
                    <a:pt x="3809" y="499110"/>
                  </a:lnTo>
                  <a:lnTo>
                    <a:pt x="3809" y="494030"/>
                  </a:lnTo>
                  <a:close/>
                </a:path>
                <a:path w="3810" h="519429">
                  <a:moveTo>
                    <a:pt x="3809" y="487680"/>
                  </a:moveTo>
                  <a:lnTo>
                    <a:pt x="0" y="487680"/>
                  </a:lnTo>
                  <a:lnTo>
                    <a:pt x="0" y="492760"/>
                  </a:lnTo>
                  <a:lnTo>
                    <a:pt x="3809" y="492760"/>
                  </a:lnTo>
                  <a:lnTo>
                    <a:pt x="3809" y="487680"/>
                  </a:lnTo>
                  <a:close/>
                </a:path>
                <a:path w="3810" h="519429">
                  <a:moveTo>
                    <a:pt x="3809" y="224790"/>
                  </a:moveTo>
                  <a:lnTo>
                    <a:pt x="0" y="224790"/>
                  </a:lnTo>
                  <a:lnTo>
                    <a:pt x="0" y="486410"/>
                  </a:lnTo>
                  <a:lnTo>
                    <a:pt x="3809" y="486410"/>
                  </a:lnTo>
                  <a:lnTo>
                    <a:pt x="3809" y="224790"/>
                  </a:lnTo>
                  <a:close/>
                </a:path>
              </a:pathLst>
            </a:custGeom>
            <a:solidFill>
              <a:srgbClr val="E1D9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5" name="object 1695"/>
            <p:cNvSpPr/>
            <p:nvPr/>
          </p:nvSpPr>
          <p:spPr>
            <a:xfrm>
              <a:off x="2687320" y="2805429"/>
              <a:ext cx="3810" cy="519430"/>
            </a:xfrm>
            <a:custGeom>
              <a:avLst/>
              <a:gdLst/>
              <a:ahLst/>
              <a:cxnLst/>
              <a:rect l="l" t="t" r="r" b="b"/>
              <a:pathLst>
                <a:path w="3810" h="519429">
                  <a:moveTo>
                    <a:pt x="254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540" y="2540"/>
                  </a:lnTo>
                  <a:lnTo>
                    <a:pt x="2540" y="0"/>
                  </a:lnTo>
                  <a:close/>
                </a:path>
                <a:path w="3810" h="519429">
                  <a:moveTo>
                    <a:pt x="3810" y="518160"/>
                  </a:moveTo>
                  <a:lnTo>
                    <a:pt x="2540" y="518160"/>
                  </a:lnTo>
                  <a:lnTo>
                    <a:pt x="2540" y="519430"/>
                  </a:lnTo>
                  <a:lnTo>
                    <a:pt x="3810" y="519430"/>
                  </a:lnTo>
                  <a:lnTo>
                    <a:pt x="3810" y="518160"/>
                  </a:lnTo>
                  <a:close/>
                </a:path>
                <a:path w="3810" h="519429">
                  <a:moveTo>
                    <a:pt x="3810" y="511810"/>
                  </a:moveTo>
                  <a:lnTo>
                    <a:pt x="0" y="511810"/>
                  </a:lnTo>
                  <a:lnTo>
                    <a:pt x="0" y="516890"/>
                  </a:lnTo>
                  <a:lnTo>
                    <a:pt x="3810" y="516890"/>
                  </a:lnTo>
                  <a:lnTo>
                    <a:pt x="3810" y="511810"/>
                  </a:lnTo>
                  <a:close/>
                </a:path>
                <a:path w="3810" h="519429">
                  <a:moveTo>
                    <a:pt x="3810" y="505460"/>
                  </a:moveTo>
                  <a:lnTo>
                    <a:pt x="0" y="505460"/>
                  </a:lnTo>
                  <a:lnTo>
                    <a:pt x="0" y="510540"/>
                  </a:lnTo>
                  <a:lnTo>
                    <a:pt x="3810" y="510540"/>
                  </a:lnTo>
                  <a:lnTo>
                    <a:pt x="3810" y="505460"/>
                  </a:lnTo>
                  <a:close/>
                </a:path>
                <a:path w="3810" h="519429">
                  <a:moveTo>
                    <a:pt x="3810" y="499110"/>
                  </a:moveTo>
                  <a:lnTo>
                    <a:pt x="0" y="499110"/>
                  </a:lnTo>
                  <a:lnTo>
                    <a:pt x="0" y="504190"/>
                  </a:lnTo>
                  <a:lnTo>
                    <a:pt x="3810" y="504190"/>
                  </a:lnTo>
                  <a:lnTo>
                    <a:pt x="3810" y="499110"/>
                  </a:lnTo>
                  <a:close/>
                </a:path>
                <a:path w="3810" h="519429">
                  <a:moveTo>
                    <a:pt x="3810" y="492760"/>
                  </a:moveTo>
                  <a:lnTo>
                    <a:pt x="0" y="492760"/>
                  </a:lnTo>
                  <a:lnTo>
                    <a:pt x="0" y="497840"/>
                  </a:lnTo>
                  <a:lnTo>
                    <a:pt x="3810" y="497840"/>
                  </a:lnTo>
                  <a:lnTo>
                    <a:pt x="3810" y="492760"/>
                  </a:lnTo>
                  <a:close/>
                </a:path>
                <a:path w="3810" h="519429">
                  <a:moveTo>
                    <a:pt x="3810" y="486410"/>
                  </a:moveTo>
                  <a:lnTo>
                    <a:pt x="0" y="486410"/>
                  </a:lnTo>
                  <a:lnTo>
                    <a:pt x="0" y="491490"/>
                  </a:lnTo>
                  <a:lnTo>
                    <a:pt x="3810" y="491490"/>
                  </a:lnTo>
                  <a:lnTo>
                    <a:pt x="3810" y="486410"/>
                  </a:lnTo>
                  <a:close/>
                </a:path>
                <a:path w="3810" h="519429">
                  <a:moveTo>
                    <a:pt x="3810" y="223520"/>
                  </a:moveTo>
                  <a:lnTo>
                    <a:pt x="0" y="223520"/>
                  </a:lnTo>
                  <a:lnTo>
                    <a:pt x="0" y="485140"/>
                  </a:lnTo>
                  <a:lnTo>
                    <a:pt x="3810" y="485140"/>
                  </a:lnTo>
                  <a:lnTo>
                    <a:pt x="3810" y="223520"/>
                  </a:lnTo>
                  <a:close/>
                </a:path>
                <a:path w="3810" h="519429">
                  <a:moveTo>
                    <a:pt x="3810" y="101600"/>
                  </a:moveTo>
                  <a:lnTo>
                    <a:pt x="0" y="101600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101600"/>
                  </a:lnTo>
                  <a:close/>
                </a:path>
                <a:path w="3810" h="519429">
                  <a:moveTo>
                    <a:pt x="3810" y="99060"/>
                  </a:moveTo>
                  <a:lnTo>
                    <a:pt x="0" y="99060"/>
                  </a:lnTo>
                  <a:lnTo>
                    <a:pt x="0" y="100330"/>
                  </a:lnTo>
                  <a:lnTo>
                    <a:pt x="3810" y="100330"/>
                  </a:lnTo>
                  <a:lnTo>
                    <a:pt x="3810" y="99060"/>
                  </a:lnTo>
                  <a:close/>
                </a:path>
                <a:path w="3810" h="519429">
                  <a:moveTo>
                    <a:pt x="3810" y="95250"/>
                  </a:moveTo>
                  <a:lnTo>
                    <a:pt x="0" y="95250"/>
                  </a:lnTo>
                  <a:lnTo>
                    <a:pt x="0" y="97790"/>
                  </a:lnTo>
                  <a:lnTo>
                    <a:pt x="3810" y="97790"/>
                  </a:lnTo>
                  <a:lnTo>
                    <a:pt x="3810" y="95250"/>
                  </a:lnTo>
                  <a:close/>
                </a:path>
                <a:path w="3810" h="519429">
                  <a:moveTo>
                    <a:pt x="3810" y="92710"/>
                  </a:moveTo>
                  <a:lnTo>
                    <a:pt x="0" y="92710"/>
                  </a:lnTo>
                  <a:lnTo>
                    <a:pt x="0" y="93980"/>
                  </a:lnTo>
                  <a:lnTo>
                    <a:pt x="3810" y="93980"/>
                  </a:lnTo>
                  <a:lnTo>
                    <a:pt x="3810" y="92710"/>
                  </a:lnTo>
                  <a:close/>
                </a:path>
                <a:path w="3810" h="519429">
                  <a:moveTo>
                    <a:pt x="3810" y="88900"/>
                  </a:moveTo>
                  <a:lnTo>
                    <a:pt x="0" y="88900"/>
                  </a:lnTo>
                  <a:lnTo>
                    <a:pt x="0" y="91440"/>
                  </a:lnTo>
                  <a:lnTo>
                    <a:pt x="3810" y="91440"/>
                  </a:lnTo>
                  <a:lnTo>
                    <a:pt x="3810" y="88900"/>
                  </a:lnTo>
                  <a:close/>
                </a:path>
                <a:path w="3810" h="519429">
                  <a:moveTo>
                    <a:pt x="3810" y="86360"/>
                  </a:moveTo>
                  <a:lnTo>
                    <a:pt x="0" y="86360"/>
                  </a:lnTo>
                  <a:lnTo>
                    <a:pt x="0" y="87630"/>
                  </a:lnTo>
                  <a:lnTo>
                    <a:pt x="3810" y="87630"/>
                  </a:lnTo>
                  <a:lnTo>
                    <a:pt x="3810" y="86360"/>
                  </a:lnTo>
                  <a:close/>
                </a:path>
                <a:path w="3810" h="519429">
                  <a:moveTo>
                    <a:pt x="3810" y="82550"/>
                  </a:moveTo>
                  <a:lnTo>
                    <a:pt x="0" y="82550"/>
                  </a:lnTo>
                  <a:lnTo>
                    <a:pt x="0" y="85090"/>
                  </a:lnTo>
                  <a:lnTo>
                    <a:pt x="3810" y="85090"/>
                  </a:lnTo>
                  <a:lnTo>
                    <a:pt x="3810" y="82550"/>
                  </a:lnTo>
                  <a:close/>
                </a:path>
                <a:path w="3810" h="519429">
                  <a:moveTo>
                    <a:pt x="3810" y="80010"/>
                  </a:moveTo>
                  <a:lnTo>
                    <a:pt x="0" y="80010"/>
                  </a:lnTo>
                  <a:lnTo>
                    <a:pt x="0" y="81280"/>
                  </a:lnTo>
                  <a:lnTo>
                    <a:pt x="3810" y="81280"/>
                  </a:lnTo>
                  <a:lnTo>
                    <a:pt x="3810" y="80010"/>
                  </a:lnTo>
                  <a:close/>
                </a:path>
                <a:path w="3810" h="519429">
                  <a:moveTo>
                    <a:pt x="3810" y="76200"/>
                  </a:moveTo>
                  <a:lnTo>
                    <a:pt x="0" y="76200"/>
                  </a:lnTo>
                  <a:lnTo>
                    <a:pt x="0" y="78740"/>
                  </a:lnTo>
                  <a:lnTo>
                    <a:pt x="3810" y="78740"/>
                  </a:lnTo>
                  <a:lnTo>
                    <a:pt x="3810" y="76200"/>
                  </a:lnTo>
                  <a:close/>
                </a:path>
                <a:path w="3810" h="519429">
                  <a:moveTo>
                    <a:pt x="3810" y="73660"/>
                  </a:moveTo>
                  <a:lnTo>
                    <a:pt x="0" y="73660"/>
                  </a:lnTo>
                  <a:lnTo>
                    <a:pt x="0" y="74930"/>
                  </a:lnTo>
                  <a:lnTo>
                    <a:pt x="3810" y="74930"/>
                  </a:lnTo>
                  <a:lnTo>
                    <a:pt x="3810" y="73660"/>
                  </a:lnTo>
                  <a:close/>
                </a:path>
                <a:path w="3810" h="519429">
                  <a:moveTo>
                    <a:pt x="3810" y="69850"/>
                  </a:moveTo>
                  <a:lnTo>
                    <a:pt x="0" y="69850"/>
                  </a:lnTo>
                  <a:lnTo>
                    <a:pt x="0" y="72390"/>
                  </a:lnTo>
                  <a:lnTo>
                    <a:pt x="3810" y="72390"/>
                  </a:lnTo>
                  <a:lnTo>
                    <a:pt x="3810" y="69850"/>
                  </a:lnTo>
                  <a:close/>
                </a:path>
                <a:path w="3810" h="519429">
                  <a:moveTo>
                    <a:pt x="3810" y="67310"/>
                  </a:moveTo>
                  <a:lnTo>
                    <a:pt x="0" y="67310"/>
                  </a:lnTo>
                  <a:lnTo>
                    <a:pt x="0" y="68580"/>
                  </a:lnTo>
                  <a:lnTo>
                    <a:pt x="3810" y="68580"/>
                  </a:lnTo>
                  <a:lnTo>
                    <a:pt x="3810" y="67310"/>
                  </a:lnTo>
                  <a:close/>
                </a:path>
                <a:path w="3810" h="519429">
                  <a:moveTo>
                    <a:pt x="3810" y="63500"/>
                  </a:moveTo>
                  <a:lnTo>
                    <a:pt x="0" y="63500"/>
                  </a:lnTo>
                  <a:lnTo>
                    <a:pt x="0" y="66040"/>
                  </a:lnTo>
                  <a:lnTo>
                    <a:pt x="3810" y="66040"/>
                  </a:lnTo>
                  <a:lnTo>
                    <a:pt x="3810" y="63500"/>
                  </a:lnTo>
                  <a:close/>
                </a:path>
                <a:path w="3810" h="519429">
                  <a:moveTo>
                    <a:pt x="3810" y="60960"/>
                  </a:moveTo>
                  <a:lnTo>
                    <a:pt x="0" y="60960"/>
                  </a:lnTo>
                  <a:lnTo>
                    <a:pt x="0" y="62230"/>
                  </a:lnTo>
                  <a:lnTo>
                    <a:pt x="3810" y="62230"/>
                  </a:lnTo>
                  <a:lnTo>
                    <a:pt x="3810" y="60960"/>
                  </a:lnTo>
                  <a:close/>
                </a:path>
                <a:path w="3810" h="519429">
                  <a:moveTo>
                    <a:pt x="3810" y="57150"/>
                  </a:moveTo>
                  <a:lnTo>
                    <a:pt x="0" y="57150"/>
                  </a:lnTo>
                  <a:lnTo>
                    <a:pt x="0" y="59690"/>
                  </a:lnTo>
                  <a:lnTo>
                    <a:pt x="3810" y="59690"/>
                  </a:lnTo>
                  <a:lnTo>
                    <a:pt x="3810" y="57150"/>
                  </a:lnTo>
                  <a:close/>
                </a:path>
                <a:path w="3810" h="519429">
                  <a:moveTo>
                    <a:pt x="3810" y="54610"/>
                  </a:moveTo>
                  <a:lnTo>
                    <a:pt x="0" y="54610"/>
                  </a:lnTo>
                  <a:lnTo>
                    <a:pt x="0" y="55880"/>
                  </a:lnTo>
                  <a:lnTo>
                    <a:pt x="3810" y="55880"/>
                  </a:lnTo>
                  <a:lnTo>
                    <a:pt x="3810" y="54610"/>
                  </a:lnTo>
                  <a:close/>
                </a:path>
                <a:path w="3810" h="519429">
                  <a:moveTo>
                    <a:pt x="3810" y="50800"/>
                  </a:moveTo>
                  <a:lnTo>
                    <a:pt x="0" y="50800"/>
                  </a:lnTo>
                  <a:lnTo>
                    <a:pt x="0" y="53340"/>
                  </a:lnTo>
                  <a:lnTo>
                    <a:pt x="3810" y="53340"/>
                  </a:lnTo>
                  <a:lnTo>
                    <a:pt x="3810" y="50800"/>
                  </a:lnTo>
                  <a:close/>
                </a:path>
                <a:path w="3810" h="519429">
                  <a:moveTo>
                    <a:pt x="3810" y="48260"/>
                  </a:moveTo>
                  <a:lnTo>
                    <a:pt x="0" y="4826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8260"/>
                  </a:lnTo>
                  <a:close/>
                </a:path>
                <a:path w="3810" h="519429">
                  <a:moveTo>
                    <a:pt x="3810" y="44450"/>
                  </a:moveTo>
                  <a:lnTo>
                    <a:pt x="0" y="44450"/>
                  </a:lnTo>
                  <a:lnTo>
                    <a:pt x="0" y="46990"/>
                  </a:lnTo>
                  <a:lnTo>
                    <a:pt x="3810" y="46990"/>
                  </a:lnTo>
                  <a:lnTo>
                    <a:pt x="3810" y="44450"/>
                  </a:lnTo>
                  <a:close/>
                </a:path>
                <a:path w="3810" h="519429">
                  <a:moveTo>
                    <a:pt x="3810" y="41910"/>
                  </a:moveTo>
                  <a:lnTo>
                    <a:pt x="0" y="4191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41910"/>
                  </a:lnTo>
                  <a:close/>
                </a:path>
                <a:path w="3810" h="519429">
                  <a:moveTo>
                    <a:pt x="3810" y="38100"/>
                  </a:moveTo>
                  <a:lnTo>
                    <a:pt x="0" y="38100"/>
                  </a:lnTo>
                  <a:lnTo>
                    <a:pt x="0" y="40640"/>
                  </a:lnTo>
                  <a:lnTo>
                    <a:pt x="3810" y="40640"/>
                  </a:lnTo>
                  <a:lnTo>
                    <a:pt x="3810" y="38100"/>
                  </a:lnTo>
                  <a:close/>
                </a:path>
                <a:path w="3810" h="519429">
                  <a:moveTo>
                    <a:pt x="3810" y="35560"/>
                  </a:moveTo>
                  <a:lnTo>
                    <a:pt x="0" y="3556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5560"/>
                  </a:lnTo>
                  <a:close/>
                </a:path>
                <a:path w="3810" h="519429">
                  <a:moveTo>
                    <a:pt x="3810" y="31750"/>
                  </a:moveTo>
                  <a:lnTo>
                    <a:pt x="0" y="31750"/>
                  </a:lnTo>
                  <a:lnTo>
                    <a:pt x="0" y="34290"/>
                  </a:lnTo>
                  <a:lnTo>
                    <a:pt x="3810" y="34290"/>
                  </a:lnTo>
                  <a:lnTo>
                    <a:pt x="3810" y="31750"/>
                  </a:lnTo>
                  <a:close/>
                </a:path>
                <a:path w="3810" h="519429">
                  <a:moveTo>
                    <a:pt x="3810" y="29210"/>
                  </a:moveTo>
                  <a:lnTo>
                    <a:pt x="0" y="2921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29210"/>
                  </a:lnTo>
                  <a:close/>
                </a:path>
                <a:path w="3810" h="519429">
                  <a:moveTo>
                    <a:pt x="3810" y="25400"/>
                  </a:moveTo>
                  <a:lnTo>
                    <a:pt x="0" y="25400"/>
                  </a:lnTo>
                  <a:lnTo>
                    <a:pt x="0" y="27940"/>
                  </a:lnTo>
                  <a:lnTo>
                    <a:pt x="3810" y="27940"/>
                  </a:lnTo>
                  <a:lnTo>
                    <a:pt x="3810" y="25400"/>
                  </a:lnTo>
                  <a:close/>
                </a:path>
                <a:path w="3810" h="519429">
                  <a:moveTo>
                    <a:pt x="3810" y="22860"/>
                  </a:moveTo>
                  <a:lnTo>
                    <a:pt x="0" y="2286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2860"/>
                  </a:lnTo>
                  <a:close/>
                </a:path>
                <a:path w="3810" h="519429">
                  <a:moveTo>
                    <a:pt x="3810" y="19050"/>
                  </a:moveTo>
                  <a:lnTo>
                    <a:pt x="0" y="1905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9050"/>
                  </a:lnTo>
                  <a:close/>
                </a:path>
                <a:path w="3810" h="519429">
                  <a:moveTo>
                    <a:pt x="3810" y="16510"/>
                  </a:moveTo>
                  <a:lnTo>
                    <a:pt x="0" y="1651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6510"/>
                  </a:lnTo>
                  <a:close/>
                </a:path>
                <a:path w="3810" h="519429">
                  <a:moveTo>
                    <a:pt x="3810" y="12700"/>
                  </a:moveTo>
                  <a:lnTo>
                    <a:pt x="0" y="1270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2700"/>
                  </a:lnTo>
                  <a:close/>
                </a:path>
                <a:path w="3810" h="519429">
                  <a:moveTo>
                    <a:pt x="3810" y="10160"/>
                  </a:moveTo>
                  <a:lnTo>
                    <a:pt x="0" y="1016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10160"/>
                  </a:lnTo>
                  <a:close/>
                </a:path>
                <a:path w="3810" h="519429">
                  <a:moveTo>
                    <a:pt x="3810" y="6350"/>
                  </a:moveTo>
                  <a:lnTo>
                    <a:pt x="0" y="635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6350"/>
                  </a:lnTo>
                  <a:close/>
                </a:path>
                <a:path w="3810" h="519429">
                  <a:moveTo>
                    <a:pt x="3810" y="3810"/>
                  </a:moveTo>
                  <a:lnTo>
                    <a:pt x="0" y="381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3810"/>
                  </a:lnTo>
                  <a:close/>
                </a:path>
              </a:pathLst>
            </a:custGeom>
            <a:solidFill>
              <a:srgbClr val="E1D8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6" name="object 1696"/>
            <p:cNvSpPr/>
            <p:nvPr/>
          </p:nvSpPr>
          <p:spPr>
            <a:xfrm>
              <a:off x="2691130" y="2807969"/>
              <a:ext cx="3810" cy="519430"/>
            </a:xfrm>
            <a:custGeom>
              <a:avLst/>
              <a:gdLst/>
              <a:ahLst/>
              <a:cxnLst/>
              <a:rect l="l" t="t" r="r" b="b"/>
              <a:pathLst>
                <a:path w="3810" h="519429">
                  <a:moveTo>
                    <a:pt x="3809" y="99060"/>
                  </a:moveTo>
                  <a:lnTo>
                    <a:pt x="0" y="99060"/>
                  </a:lnTo>
                  <a:lnTo>
                    <a:pt x="0" y="219710"/>
                  </a:lnTo>
                  <a:lnTo>
                    <a:pt x="3809" y="219710"/>
                  </a:lnTo>
                  <a:lnTo>
                    <a:pt x="3809" y="99060"/>
                  </a:lnTo>
                  <a:close/>
                </a:path>
                <a:path w="3810" h="519429">
                  <a:moveTo>
                    <a:pt x="3809" y="96520"/>
                  </a:moveTo>
                  <a:lnTo>
                    <a:pt x="0" y="96520"/>
                  </a:lnTo>
                  <a:lnTo>
                    <a:pt x="0" y="97789"/>
                  </a:lnTo>
                  <a:lnTo>
                    <a:pt x="3809" y="97789"/>
                  </a:lnTo>
                  <a:lnTo>
                    <a:pt x="3809" y="96520"/>
                  </a:lnTo>
                  <a:close/>
                </a:path>
                <a:path w="3810" h="519429">
                  <a:moveTo>
                    <a:pt x="3809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3809" y="95250"/>
                  </a:lnTo>
                  <a:lnTo>
                    <a:pt x="3809" y="92710"/>
                  </a:lnTo>
                  <a:close/>
                </a:path>
                <a:path w="3810" h="519429">
                  <a:moveTo>
                    <a:pt x="3809" y="90170"/>
                  </a:moveTo>
                  <a:lnTo>
                    <a:pt x="0" y="90170"/>
                  </a:lnTo>
                  <a:lnTo>
                    <a:pt x="0" y="91439"/>
                  </a:lnTo>
                  <a:lnTo>
                    <a:pt x="3809" y="91439"/>
                  </a:lnTo>
                  <a:lnTo>
                    <a:pt x="3809" y="90170"/>
                  </a:lnTo>
                  <a:close/>
                </a:path>
                <a:path w="3810" h="519429">
                  <a:moveTo>
                    <a:pt x="3809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3809" y="88900"/>
                  </a:lnTo>
                  <a:lnTo>
                    <a:pt x="3809" y="86360"/>
                  </a:lnTo>
                  <a:close/>
                </a:path>
                <a:path w="3810" h="519429">
                  <a:moveTo>
                    <a:pt x="3809" y="83820"/>
                  </a:moveTo>
                  <a:lnTo>
                    <a:pt x="0" y="83820"/>
                  </a:lnTo>
                  <a:lnTo>
                    <a:pt x="0" y="85089"/>
                  </a:lnTo>
                  <a:lnTo>
                    <a:pt x="3809" y="85089"/>
                  </a:lnTo>
                  <a:lnTo>
                    <a:pt x="3809" y="83820"/>
                  </a:lnTo>
                  <a:close/>
                </a:path>
                <a:path w="3810" h="519429">
                  <a:moveTo>
                    <a:pt x="3809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3809" y="82550"/>
                  </a:lnTo>
                  <a:lnTo>
                    <a:pt x="3809" y="80010"/>
                  </a:lnTo>
                  <a:close/>
                </a:path>
                <a:path w="3810" h="519429">
                  <a:moveTo>
                    <a:pt x="3809" y="77470"/>
                  </a:moveTo>
                  <a:lnTo>
                    <a:pt x="0" y="77470"/>
                  </a:lnTo>
                  <a:lnTo>
                    <a:pt x="0" y="78739"/>
                  </a:lnTo>
                  <a:lnTo>
                    <a:pt x="3809" y="78739"/>
                  </a:lnTo>
                  <a:lnTo>
                    <a:pt x="3809" y="77470"/>
                  </a:lnTo>
                  <a:close/>
                </a:path>
                <a:path w="3810" h="519429">
                  <a:moveTo>
                    <a:pt x="3809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3809" y="76200"/>
                  </a:lnTo>
                  <a:lnTo>
                    <a:pt x="3809" y="73660"/>
                  </a:lnTo>
                  <a:close/>
                </a:path>
                <a:path w="3810" h="519429">
                  <a:moveTo>
                    <a:pt x="3809" y="71120"/>
                  </a:moveTo>
                  <a:lnTo>
                    <a:pt x="0" y="71120"/>
                  </a:lnTo>
                  <a:lnTo>
                    <a:pt x="0" y="72389"/>
                  </a:lnTo>
                  <a:lnTo>
                    <a:pt x="3809" y="72389"/>
                  </a:lnTo>
                  <a:lnTo>
                    <a:pt x="3809" y="71120"/>
                  </a:lnTo>
                  <a:close/>
                </a:path>
                <a:path w="3810" h="519429">
                  <a:moveTo>
                    <a:pt x="3809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3809" y="69850"/>
                  </a:lnTo>
                  <a:lnTo>
                    <a:pt x="3809" y="67310"/>
                  </a:lnTo>
                  <a:close/>
                </a:path>
                <a:path w="3810" h="519429">
                  <a:moveTo>
                    <a:pt x="3809" y="64770"/>
                  </a:moveTo>
                  <a:lnTo>
                    <a:pt x="0" y="64770"/>
                  </a:lnTo>
                  <a:lnTo>
                    <a:pt x="0" y="66039"/>
                  </a:lnTo>
                  <a:lnTo>
                    <a:pt x="3809" y="66039"/>
                  </a:lnTo>
                  <a:lnTo>
                    <a:pt x="3809" y="64770"/>
                  </a:lnTo>
                  <a:close/>
                </a:path>
                <a:path w="3810" h="519429">
                  <a:moveTo>
                    <a:pt x="3809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3809" y="63500"/>
                  </a:lnTo>
                  <a:lnTo>
                    <a:pt x="3809" y="60960"/>
                  </a:lnTo>
                  <a:close/>
                </a:path>
                <a:path w="3810" h="519429">
                  <a:moveTo>
                    <a:pt x="3809" y="58420"/>
                  </a:moveTo>
                  <a:lnTo>
                    <a:pt x="0" y="58420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8420"/>
                  </a:lnTo>
                  <a:close/>
                </a:path>
                <a:path w="3810" h="519429">
                  <a:moveTo>
                    <a:pt x="3809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3809" y="57150"/>
                  </a:lnTo>
                  <a:lnTo>
                    <a:pt x="3809" y="54610"/>
                  </a:lnTo>
                  <a:close/>
                </a:path>
                <a:path w="3810" h="519429">
                  <a:moveTo>
                    <a:pt x="3809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2070"/>
                  </a:lnTo>
                  <a:close/>
                </a:path>
                <a:path w="3810" h="519429">
                  <a:moveTo>
                    <a:pt x="3809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48260"/>
                  </a:lnTo>
                  <a:close/>
                </a:path>
                <a:path w="3810" h="519429">
                  <a:moveTo>
                    <a:pt x="3809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5720"/>
                  </a:lnTo>
                  <a:close/>
                </a:path>
                <a:path w="3810" h="519429">
                  <a:moveTo>
                    <a:pt x="3809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3809" y="44450"/>
                  </a:lnTo>
                  <a:lnTo>
                    <a:pt x="3809" y="41910"/>
                  </a:lnTo>
                  <a:close/>
                </a:path>
                <a:path w="3810" h="519429">
                  <a:moveTo>
                    <a:pt x="3809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9370"/>
                  </a:lnTo>
                  <a:close/>
                </a:path>
                <a:path w="3810" h="519429">
                  <a:moveTo>
                    <a:pt x="3809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3809" y="38100"/>
                  </a:lnTo>
                  <a:lnTo>
                    <a:pt x="3809" y="35560"/>
                  </a:lnTo>
                  <a:close/>
                </a:path>
                <a:path w="3810" h="519429">
                  <a:moveTo>
                    <a:pt x="3809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33020"/>
                  </a:lnTo>
                  <a:close/>
                </a:path>
                <a:path w="3810" h="519429">
                  <a:moveTo>
                    <a:pt x="3809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3809" y="31750"/>
                  </a:lnTo>
                  <a:lnTo>
                    <a:pt x="3809" y="29210"/>
                  </a:lnTo>
                  <a:close/>
                </a:path>
                <a:path w="3810" h="519429">
                  <a:moveTo>
                    <a:pt x="3809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6670"/>
                  </a:lnTo>
                  <a:close/>
                </a:path>
                <a:path w="3810" h="519429">
                  <a:moveTo>
                    <a:pt x="3809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3809" y="25400"/>
                  </a:lnTo>
                  <a:lnTo>
                    <a:pt x="3809" y="22860"/>
                  </a:lnTo>
                  <a:close/>
                </a:path>
                <a:path w="3810" h="519429">
                  <a:moveTo>
                    <a:pt x="3809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20320"/>
                  </a:lnTo>
                  <a:close/>
                </a:path>
                <a:path w="3810" h="519429">
                  <a:moveTo>
                    <a:pt x="3809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3809" y="19050"/>
                  </a:lnTo>
                  <a:lnTo>
                    <a:pt x="3809" y="16510"/>
                  </a:lnTo>
                  <a:close/>
                </a:path>
                <a:path w="3810" h="519429">
                  <a:moveTo>
                    <a:pt x="3809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3970"/>
                  </a:lnTo>
                  <a:close/>
                </a:path>
                <a:path w="3810" h="519429">
                  <a:moveTo>
                    <a:pt x="3809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3809" y="12700"/>
                  </a:lnTo>
                  <a:lnTo>
                    <a:pt x="3809" y="10160"/>
                  </a:lnTo>
                  <a:close/>
                </a:path>
                <a:path w="3810" h="519429">
                  <a:moveTo>
                    <a:pt x="3809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7620"/>
                  </a:lnTo>
                  <a:close/>
                </a:path>
                <a:path w="3810" h="519429">
                  <a:moveTo>
                    <a:pt x="3809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3810"/>
                  </a:lnTo>
                  <a:close/>
                </a:path>
                <a:path w="3810" h="519429">
                  <a:moveTo>
                    <a:pt x="2539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0" y="1270"/>
                  </a:lnTo>
                  <a:lnTo>
                    <a:pt x="0" y="2539"/>
                  </a:lnTo>
                  <a:lnTo>
                    <a:pt x="2539" y="2539"/>
                  </a:lnTo>
                  <a:lnTo>
                    <a:pt x="2539" y="0"/>
                  </a:lnTo>
                  <a:close/>
                </a:path>
                <a:path w="3810" h="519429">
                  <a:moveTo>
                    <a:pt x="3809" y="515620"/>
                  </a:moveTo>
                  <a:lnTo>
                    <a:pt x="0" y="515620"/>
                  </a:lnTo>
                  <a:lnTo>
                    <a:pt x="0" y="518160"/>
                  </a:lnTo>
                  <a:lnTo>
                    <a:pt x="1269" y="518160"/>
                  </a:lnTo>
                  <a:lnTo>
                    <a:pt x="1269" y="519430"/>
                  </a:lnTo>
                  <a:lnTo>
                    <a:pt x="3809" y="519430"/>
                  </a:lnTo>
                  <a:lnTo>
                    <a:pt x="3809" y="515620"/>
                  </a:lnTo>
                  <a:close/>
                </a:path>
                <a:path w="3810" h="519429">
                  <a:moveTo>
                    <a:pt x="3809" y="509270"/>
                  </a:moveTo>
                  <a:lnTo>
                    <a:pt x="0" y="509270"/>
                  </a:lnTo>
                  <a:lnTo>
                    <a:pt x="0" y="514350"/>
                  </a:lnTo>
                  <a:lnTo>
                    <a:pt x="3809" y="514350"/>
                  </a:lnTo>
                  <a:lnTo>
                    <a:pt x="3809" y="509270"/>
                  </a:lnTo>
                  <a:close/>
                </a:path>
                <a:path w="3810" h="519429">
                  <a:moveTo>
                    <a:pt x="3809" y="502920"/>
                  </a:moveTo>
                  <a:lnTo>
                    <a:pt x="0" y="502920"/>
                  </a:lnTo>
                  <a:lnTo>
                    <a:pt x="0" y="508000"/>
                  </a:lnTo>
                  <a:lnTo>
                    <a:pt x="3809" y="508000"/>
                  </a:lnTo>
                  <a:lnTo>
                    <a:pt x="3809" y="502920"/>
                  </a:lnTo>
                  <a:close/>
                </a:path>
                <a:path w="3810" h="519429">
                  <a:moveTo>
                    <a:pt x="3809" y="496570"/>
                  </a:moveTo>
                  <a:lnTo>
                    <a:pt x="0" y="496570"/>
                  </a:lnTo>
                  <a:lnTo>
                    <a:pt x="0" y="501650"/>
                  </a:lnTo>
                  <a:lnTo>
                    <a:pt x="3809" y="501650"/>
                  </a:lnTo>
                  <a:lnTo>
                    <a:pt x="3809" y="496570"/>
                  </a:lnTo>
                  <a:close/>
                </a:path>
                <a:path w="3810" h="519429">
                  <a:moveTo>
                    <a:pt x="3809" y="490220"/>
                  </a:moveTo>
                  <a:lnTo>
                    <a:pt x="0" y="490220"/>
                  </a:lnTo>
                  <a:lnTo>
                    <a:pt x="0" y="495300"/>
                  </a:lnTo>
                  <a:lnTo>
                    <a:pt x="3809" y="495300"/>
                  </a:lnTo>
                  <a:lnTo>
                    <a:pt x="3809" y="490220"/>
                  </a:lnTo>
                  <a:close/>
                </a:path>
                <a:path w="3810" h="519429">
                  <a:moveTo>
                    <a:pt x="3809" y="483870"/>
                  </a:moveTo>
                  <a:lnTo>
                    <a:pt x="0" y="483870"/>
                  </a:lnTo>
                  <a:lnTo>
                    <a:pt x="0" y="488950"/>
                  </a:lnTo>
                  <a:lnTo>
                    <a:pt x="3809" y="488950"/>
                  </a:lnTo>
                  <a:lnTo>
                    <a:pt x="3809" y="483870"/>
                  </a:lnTo>
                  <a:close/>
                </a:path>
                <a:path w="3810" h="519429">
                  <a:moveTo>
                    <a:pt x="3809" y="220980"/>
                  </a:moveTo>
                  <a:lnTo>
                    <a:pt x="0" y="220980"/>
                  </a:lnTo>
                  <a:lnTo>
                    <a:pt x="0" y="482600"/>
                  </a:lnTo>
                  <a:lnTo>
                    <a:pt x="3809" y="482600"/>
                  </a:lnTo>
                  <a:lnTo>
                    <a:pt x="3809" y="220980"/>
                  </a:lnTo>
                  <a:close/>
                </a:path>
              </a:pathLst>
            </a:custGeom>
            <a:solidFill>
              <a:srgbClr val="E0D7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7" name="object 1697"/>
            <p:cNvSpPr/>
            <p:nvPr/>
          </p:nvSpPr>
          <p:spPr>
            <a:xfrm>
              <a:off x="2694939" y="2810510"/>
              <a:ext cx="3810" cy="520700"/>
            </a:xfrm>
            <a:custGeom>
              <a:avLst/>
              <a:gdLst/>
              <a:ahLst/>
              <a:cxnLst/>
              <a:rect l="l" t="t" r="r" b="b"/>
              <a:pathLst>
                <a:path w="3810" h="520700">
                  <a:moveTo>
                    <a:pt x="3810" y="96520"/>
                  </a:moveTo>
                  <a:lnTo>
                    <a:pt x="0" y="96520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96520"/>
                  </a:lnTo>
                  <a:close/>
                </a:path>
                <a:path w="3810" h="520700">
                  <a:moveTo>
                    <a:pt x="3810" y="93980"/>
                  </a:moveTo>
                  <a:lnTo>
                    <a:pt x="0" y="93980"/>
                  </a:lnTo>
                  <a:lnTo>
                    <a:pt x="0" y="95250"/>
                  </a:lnTo>
                  <a:lnTo>
                    <a:pt x="3810" y="95250"/>
                  </a:lnTo>
                  <a:lnTo>
                    <a:pt x="3810" y="93980"/>
                  </a:lnTo>
                  <a:close/>
                </a:path>
                <a:path w="3810" h="520700">
                  <a:moveTo>
                    <a:pt x="3810" y="90170"/>
                  </a:moveTo>
                  <a:lnTo>
                    <a:pt x="0" y="90170"/>
                  </a:lnTo>
                  <a:lnTo>
                    <a:pt x="0" y="92710"/>
                  </a:lnTo>
                  <a:lnTo>
                    <a:pt x="3810" y="92710"/>
                  </a:lnTo>
                  <a:lnTo>
                    <a:pt x="3810" y="90170"/>
                  </a:lnTo>
                  <a:close/>
                </a:path>
                <a:path w="3810" h="520700">
                  <a:moveTo>
                    <a:pt x="3810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3810" y="88900"/>
                  </a:lnTo>
                  <a:lnTo>
                    <a:pt x="3810" y="87630"/>
                  </a:lnTo>
                  <a:close/>
                </a:path>
                <a:path w="3810" h="520700">
                  <a:moveTo>
                    <a:pt x="3810" y="83820"/>
                  </a:moveTo>
                  <a:lnTo>
                    <a:pt x="0" y="83820"/>
                  </a:lnTo>
                  <a:lnTo>
                    <a:pt x="0" y="86360"/>
                  </a:lnTo>
                  <a:lnTo>
                    <a:pt x="3810" y="86360"/>
                  </a:lnTo>
                  <a:lnTo>
                    <a:pt x="3810" y="83820"/>
                  </a:lnTo>
                  <a:close/>
                </a:path>
                <a:path w="3810" h="520700">
                  <a:moveTo>
                    <a:pt x="3810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3810" y="82550"/>
                  </a:lnTo>
                  <a:lnTo>
                    <a:pt x="3810" y="81280"/>
                  </a:lnTo>
                  <a:close/>
                </a:path>
                <a:path w="3810" h="520700">
                  <a:moveTo>
                    <a:pt x="3810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3810" y="80010"/>
                  </a:lnTo>
                  <a:lnTo>
                    <a:pt x="3810" y="77470"/>
                  </a:lnTo>
                  <a:close/>
                </a:path>
                <a:path w="3810" h="520700">
                  <a:moveTo>
                    <a:pt x="3810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3810" y="76200"/>
                  </a:lnTo>
                  <a:lnTo>
                    <a:pt x="3810" y="74930"/>
                  </a:lnTo>
                  <a:close/>
                </a:path>
                <a:path w="3810" h="520700">
                  <a:moveTo>
                    <a:pt x="3810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3810" y="73660"/>
                  </a:lnTo>
                  <a:lnTo>
                    <a:pt x="3810" y="71120"/>
                  </a:lnTo>
                  <a:close/>
                </a:path>
                <a:path w="3810" h="520700">
                  <a:moveTo>
                    <a:pt x="3810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3810" y="69850"/>
                  </a:lnTo>
                  <a:lnTo>
                    <a:pt x="3810" y="68580"/>
                  </a:lnTo>
                  <a:close/>
                </a:path>
                <a:path w="3810" h="520700">
                  <a:moveTo>
                    <a:pt x="3810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3810" y="67310"/>
                  </a:lnTo>
                  <a:lnTo>
                    <a:pt x="3810" y="64770"/>
                  </a:lnTo>
                  <a:close/>
                </a:path>
                <a:path w="3810" h="520700">
                  <a:moveTo>
                    <a:pt x="381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62230"/>
                  </a:lnTo>
                  <a:close/>
                </a:path>
                <a:path w="3810" h="520700">
                  <a:moveTo>
                    <a:pt x="3810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3810" y="60960"/>
                  </a:lnTo>
                  <a:lnTo>
                    <a:pt x="3810" y="58420"/>
                  </a:lnTo>
                  <a:close/>
                </a:path>
                <a:path w="3810" h="520700">
                  <a:moveTo>
                    <a:pt x="3810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3810" y="57150"/>
                  </a:lnTo>
                  <a:lnTo>
                    <a:pt x="3810" y="55880"/>
                  </a:lnTo>
                  <a:close/>
                </a:path>
                <a:path w="3810" h="520700">
                  <a:moveTo>
                    <a:pt x="3810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3810" y="54610"/>
                  </a:lnTo>
                  <a:lnTo>
                    <a:pt x="3810" y="52070"/>
                  </a:lnTo>
                  <a:close/>
                </a:path>
                <a:path w="3810" h="520700">
                  <a:moveTo>
                    <a:pt x="3810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3810" y="50800"/>
                  </a:lnTo>
                  <a:lnTo>
                    <a:pt x="3810" y="49530"/>
                  </a:lnTo>
                  <a:close/>
                </a:path>
                <a:path w="3810" h="520700">
                  <a:moveTo>
                    <a:pt x="3810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5720"/>
                  </a:lnTo>
                  <a:close/>
                </a:path>
                <a:path w="3810" h="520700">
                  <a:moveTo>
                    <a:pt x="3810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3810" y="44450"/>
                  </a:lnTo>
                  <a:lnTo>
                    <a:pt x="3810" y="43180"/>
                  </a:lnTo>
                  <a:close/>
                </a:path>
                <a:path w="3810" h="520700">
                  <a:moveTo>
                    <a:pt x="3810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9370"/>
                  </a:lnTo>
                  <a:close/>
                </a:path>
                <a:path w="3810" h="520700">
                  <a:moveTo>
                    <a:pt x="3810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6830"/>
                  </a:lnTo>
                  <a:close/>
                </a:path>
                <a:path w="3810" h="520700">
                  <a:moveTo>
                    <a:pt x="3810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33020"/>
                  </a:lnTo>
                  <a:close/>
                </a:path>
                <a:path w="3810" h="520700">
                  <a:moveTo>
                    <a:pt x="3810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3810" y="31750"/>
                  </a:lnTo>
                  <a:lnTo>
                    <a:pt x="3810" y="30480"/>
                  </a:lnTo>
                  <a:close/>
                </a:path>
                <a:path w="3810" h="520700">
                  <a:moveTo>
                    <a:pt x="3810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6670"/>
                  </a:lnTo>
                  <a:close/>
                </a:path>
                <a:path w="3810" h="520700">
                  <a:moveTo>
                    <a:pt x="3810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4130"/>
                  </a:lnTo>
                  <a:close/>
                </a:path>
                <a:path w="3810" h="520700">
                  <a:moveTo>
                    <a:pt x="3810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20320"/>
                  </a:lnTo>
                  <a:close/>
                </a:path>
                <a:path w="3810" h="520700">
                  <a:moveTo>
                    <a:pt x="3810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7780"/>
                  </a:lnTo>
                  <a:close/>
                </a:path>
                <a:path w="3810" h="520700">
                  <a:moveTo>
                    <a:pt x="3810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70"/>
                  </a:lnTo>
                  <a:close/>
                </a:path>
                <a:path w="3810" h="520700">
                  <a:moveTo>
                    <a:pt x="3810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11430"/>
                  </a:lnTo>
                  <a:close/>
                </a:path>
                <a:path w="3810" h="520700">
                  <a:moveTo>
                    <a:pt x="3810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20"/>
                  </a:lnTo>
                  <a:close/>
                </a:path>
                <a:path w="3810" h="520700">
                  <a:moveTo>
                    <a:pt x="3810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5080"/>
                  </a:lnTo>
                  <a:close/>
                </a:path>
                <a:path w="3810" h="520700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10" h="520700">
                  <a:moveTo>
                    <a:pt x="3810" y="519430"/>
                  </a:moveTo>
                  <a:lnTo>
                    <a:pt x="2540" y="519430"/>
                  </a:lnTo>
                  <a:lnTo>
                    <a:pt x="2540" y="520700"/>
                  </a:lnTo>
                  <a:lnTo>
                    <a:pt x="3810" y="520700"/>
                  </a:lnTo>
                  <a:lnTo>
                    <a:pt x="3810" y="519430"/>
                  </a:lnTo>
                  <a:close/>
                </a:path>
                <a:path w="3810" h="520700">
                  <a:moveTo>
                    <a:pt x="3810" y="513080"/>
                  </a:moveTo>
                  <a:lnTo>
                    <a:pt x="0" y="513080"/>
                  </a:lnTo>
                  <a:lnTo>
                    <a:pt x="0" y="519430"/>
                  </a:lnTo>
                  <a:lnTo>
                    <a:pt x="1270" y="519430"/>
                  </a:lnTo>
                  <a:lnTo>
                    <a:pt x="1270" y="518160"/>
                  </a:lnTo>
                  <a:lnTo>
                    <a:pt x="3810" y="518160"/>
                  </a:lnTo>
                  <a:lnTo>
                    <a:pt x="3810" y="513080"/>
                  </a:lnTo>
                  <a:close/>
                </a:path>
                <a:path w="3810" h="520700">
                  <a:moveTo>
                    <a:pt x="3810" y="506730"/>
                  </a:moveTo>
                  <a:lnTo>
                    <a:pt x="0" y="506730"/>
                  </a:lnTo>
                  <a:lnTo>
                    <a:pt x="0" y="511810"/>
                  </a:lnTo>
                  <a:lnTo>
                    <a:pt x="3810" y="511810"/>
                  </a:lnTo>
                  <a:lnTo>
                    <a:pt x="3810" y="506730"/>
                  </a:lnTo>
                  <a:close/>
                </a:path>
                <a:path w="3810" h="520700">
                  <a:moveTo>
                    <a:pt x="3810" y="500380"/>
                  </a:moveTo>
                  <a:lnTo>
                    <a:pt x="0" y="500380"/>
                  </a:lnTo>
                  <a:lnTo>
                    <a:pt x="0" y="505460"/>
                  </a:lnTo>
                  <a:lnTo>
                    <a:pt x="3810" y="505460"/>
                  </a:lnTo>
                  <a:lnTo>
                    <a:pt x="3810" y="500380"/>
                  </a:lnTo>
                  <a:close/>
                </a:path>
                <a:path w="3810" h="520700">
                  <a:moveTo>
                    <a:pt x="3810" y="494030"/>
                  </a:moveTo>
                  <a:lnTo>
                    <a:pt x="0" y="494030"/>
                  </a:lnTo>
                  <a:lnTo>
                    <a:pt x="0" y="499110"/>
                  </a:lnTo>
                  <a:lnTo>
                    <a:pt x="3810" y="499110"/>
                  </a:lnTo>
                  <a:lnTo>
                    <a:pt x="3810" y="494030"/>
                  </a:lnTo>
                  <a:close/>
                </a:path>
                <a:path w="3810" h="520700">
                  <a:moveTo>
                    <a:pt x="3810" y="487680"/>
                  </a:moveTo>
                  <a:lnTo>
                    <a:pt x="0" y="487680"/>
                  </a:lnTo>
                  <a:lnTo>
                    <a:pt x="0" y="492760"/>
                  </a:lnTo>
                  <a:lnTo>
                    <a:pt x="3810" y="492760"/>
                  </a:lnTo>
                  <a:lnTo>
                    <a:pt x="3810" y="487680"/>
                  </a:lnTo>
                  <a:close/>
                </a:path>
                <a:path w="3810" h="520700">
                  <a:moveTo>
                    <a:pt x="3810" y="481330"/>
                  </a:moveTo>
                  <a:lnTo>
                    <a:pt x="0" y="481330"/>
                  </a:lnTo>
                  <a:lnTo>
                    <a:pt x="0" y="486410"/>
                  </a:lnTo>
                  <a:lnTo>
                    <a:pt x="3810" y="486410"/>
                  </a:lnTo>
                  <a:lnTo>
                    <a:pt x="3810" y="481330"/>
                  </a:lnTo>
                  <a:close/>
                </a:path>
                <a:path w="3810" h="520700">
                  <a:moveTo>
                    <a:pt x="3810" y="218440"/>
                  </a:moveTo>
                  <a:lnTo>
                    <a:pt x="0" y="218440"/>
                  </a:lnTo>
                  <a:lnTo>
                    <a:pt x="0" y="480060"/>
                  </a:lnTo>
                  <a:lnTo>
                    <a:pt x="3810" y="480060"/>
                  </a:lnTo>
                  <a:lnTo>
                    <a:pt x="3810" y="218440"/>
                  </a:lnTo>
                  <a:close/>
                </a:path>
              </a:pathLst>
            </a:custGeom>
            <a:solidFill>
              <a:srgbClr val="DFD6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8" name="object 1698"/>
            <p:cNvSpPr/>
            <p:nvPr/>
          </p:nvSpPr>
          <p:spPr>
            <a:xfrm>
              <a:off x="2698750" y="2811779"/>
              <a:ext cx="2540" cy="520700"/>
            </a:xfrm>
            <a:custGeom>
              <a:avLst/>
              <a:gdLst/>
              <a:ahLst/>
              <a:cxnLst/>
              <a:rect l="l" t="t" r="r" b="b"/>
              <a:pathLst>
                <a:path w="2539" h="520700">
                  <a:moveTo>
                    <a:pt x="2539" y="95250"/>
                  </a:moveTo>
                  <a:lnTo>
                    <a:pt x="0" y="95250"/>
                  </a:lnTo>
                  <a:lnTo>
                    <a:pt x="0" y="215900"/>
                  </a:lnTo>
                  <a:lnTo>
                    <a:pt x="2539" y="215900"/>
                  </a:lnTo>
                  <a:lnTo>
                    <a:pt x="2539" y="95250"/>
                  </a:lnTo>
                  <a:close/>
                </a:path>
                <a:path w="2539" h="520700">
                  <a:moveTo>
                    <a:pt x="2539" y="92710"/>
                  </a:moveTo>
                  <a:lnTo>
                    <a:pt x="0" y="92710"/>
                  </a:lnTo>
                  <a:lnTo>
                    <a:pt x="0" y="93979"/>
                  </a:lnTo>
                  <a:lnTo>
                    <a:pt x="2539" y="93979"/>
                  </a:lnTo>
                  <a:lnTo>
                    <a:pt x="2539" y="92710"/>
                  </a:lnTo>
                  <a:close/>
                </a:path>
                <a:path w="2539" h="520700">
                  <a:moveTo>
                    <a:pt x="2539" y="88900"/>
                  </a:moveTo>
                  <a:lnTo>
                    <a:pt x="0" y="88900"/>
                  </a:lnTo>
                  <a:lnTo>
                    <a:pt x="0" y="91439"/>
                  </a:lnTo>
                  <a:lnTo>
                    <a:pt x="2539" y="91439"/>
                  </a:lnTo>
                  <a:lnTo>
                    <a:pt x="2539" y="88900"/>
                  </a:lnTo>
                  <a:close/>
                </a:path>
                <a:path w="2539" h="520700">
                  <a:moveTo>
                    <a:pt x="2539" y="86360"/>
                  </a:moveTo>
                  <a:lnTo>
                    <a:pt x="0" y="86360"/>
                  </a:lnTo>
                  <a:lnTo>
                    <a:pt x="0" y="87629"/>
                  </a:lnTo>
                  <a:lnTo>
                    <a:pt x="2539" y="87629"/>
                  </a:lnTo>
                  <a:lnTo>
                    <a:pt x="2539" y="86360"/>
                  </a:lnTo>
                  <a:close/>
                </a:path>
                <a:path w="2539" h="520700">
                  <a:moveTo>
                    <a:pt x="2539" y="82550"/>
                  </a:moveTo>
                  <a:lnTo>
                    <a:pt x="0" y="82550"/>
                  </a:lnTo>
                  <a:lnTo>
                    <a:pt x="0" y="85089"/>
                  </a:lnTo>
                  <a:lnTo>
                    <a:pt x="2539" y="85089"/>
                  </a:lnTo>
                  <a:lnTo>
                    <a:pt x="2539" y="82550"/>
                  </a:lnTo>
                  <a:close/>
                </a:path>
                <a:path w="2539" h="520700">
                  <a:moveTo>
                    <a:pt x="2539" y="80010"/>
                  </a:moveTo>
                  <a:lnTo>
                    <a:pt x="0" y="80010"/>
                  </a:lnTo>
                  <a:lnTo>
                    <a:pt x="0" y="81279"/>
                  </a:lnTo>
                  <a:lnTo>
                    <a:pt x="2539" y="81279"/>
                  </a:lnTo>
                  <a:lnTo>
                    <a:pt x="2539" y="80010"/>
                  </a:lnTo>
                  <a:close/>
                </a:path>
                <a:path w="2539" h="520700">
                  <a:moveTo>
                    <a:pt x="2539" y="76200"/>
                  </a:moveTo>
                  <a:lnTo>
                    <a:pt x="0" y="76200"/>
                  </a:lnTo>
                  <a:lnTo>
                    <a:pt x="0" y="78739"/>
                  </a:lnTo>
                  <a:lnTo>
                    <a:pt x="2539" y="78739"/>
                  </a:lnTo>
                  <a:lnTo>
                    <a:pt x="2539" y="76200"/>
                  </a:lnTo>
                  <a:close/>
                </a:path>
                <a:path w="2539" h="520700">
                  <a:moveTo>
                    <a:pt x="2539" y="73660"/>
                  </a:moveTo>
                  <a:lnTo>
                    <a:pt x="0" y="73660"/>
                  </a:lnTo>
                  <a:lnTo>
                    <a:pt x="0" y="74929"/>
                  </a:lnTo>
                  <a:lnTo>
                    <a:pt x="2539" y="74929"/>
                  </a:lnTo>
                  <a:lnTo>
                    <a:pt x="2539" y="73660"/>
                  </a:lnTo>
                  <a:close/>
                </a:path>
                <a:path w="2539" h="520700">
                  <a:moveTo>
                    <a:pt x="2539" y="69850"/>
                  </a:moveTo>
                  <a:lnTo>
                    <a:pt x="0" y="69850"/>
                  </a:lnTo>
                  <a:lnTo>
                    <a:pt x="0" y="72389"/>
                  </a:lnTo>
                  <a:lnTo>
                    <a:pt x="2539" y="72389"/>
                  </a:lnTo>
                  <a:lnTo>
                    <a:pt x="2539" y="69850"/>
                  </a:lnTo>
                  <a:close/>
                </a:path>
                <a:path w="2539" h="520700">
                  <a:moveTo>
                    <a:pt x="2539" y="67310"/>
                  </a:moveTo>
                  <a:lnTo>
                    <a:pt x="0" y="67310"/>
                  </a:lnTo>
                  <a:lnTo>
                    <a:pt x="0" y="68579"/>
                  </a:lnTo>
                  <a:lnTo>
                    <a:pt x="2539" y="68579"/>
                  </a:lnTo>
                  <a:lnTo>
                    <a:pt x="2539" y="67310"/>
                  </a:lnTo>
                  <a:close/>
                </a:path>
                <a:path w="2539" h="520700">
                  <a:moveTo>
                    <a:pt x="2539" y="63500"/>
                  </a:moveTo>
                  <a:lnTo>
                    <a:pt x="0" y="63500"/>
                  </a:lnTo>
                  <a:lnTo>
                    <a:pt x="0" y="66039"/>
                  </a:lnTo>
                  <a:lnTo>
                    <a:pt x="2539" y="66039"/>
                  </a:lnTo>
                  <a:lnTo>
                    <a:pt x="2539" y="63500"/>
                  </a:lnTo>
                  <a:close/>
                </a:path>
                <a:path w="2539" h="520700">
                  <a:moveTo>
                    <a:pt x="2539" y="60960"/>
                  </a:moveTo>
                  <a:lnTo>
                    <a:pt x="0" y="60960"/>
                  </a:lnTo>
                  <a:lnTo>
                    <a:pt x="0" y="62229"/>
                  </a:lnTo>
                  <a:lnTo>
                    <a:pt x="2539" y="62229"/>
                  </a:lnTo>
                  <a:lnTo>
                    <a:pt x="2539" y="60960"/>
                  </a:lnTo>
                  <a:close/>
                </a:path>
                <a:path w="2539" h="520700">
                  <a:moveTo>
                    <a:pt x="2539" y="57150"/>
                  </a:moveTo>
                  <a:lnTo>
                    <a:pt x="0" y="57150"/>
                  </a:lnTo>
                  <a:lnTo>
                    <a:pt x="0" y="59689"/>
                  </a:lnTo>
                  <a:lnTo>
                    <a:pt x="2539" y="59689"/>
                  </a:lnTo>
                  <a:lnTo>
                    <a:pt x="2539" y="57150"/>
                  </a:lnTo>
                  <a:close/>
                </a:path>
                <a:path w="2539" h="520700">
                  <a:moveTo>
                    <a:pt x="2539" y="54610"/>
                  </a:moveTo>
                  <a:lnTo>
                    <a:pt x="0" y="54610"/>
                  </a:lnTo>
                  <a:lnTo>
                    <a:pt x="0" y="55879"/>
                  </a:lnTo>
                  <a:lnTo>
                    <a:pt x="2539" y="55879"/>
                  </a:lnTo>
                  <a:lnTo>
                    <a:pt x="2539" y="54610"/>
                  </a:lnTo>
                  <a:close/>
                </a:path>
                <a:path w="2539" h="520700">
                  <a:moveTo>
                    <a:pt x="2539" y="50800"/>
                  </a:moveTo>
                  <a:lnTo>
                    <a:pt x="0" y="50800"/>
                  </a:lnTo>
                  <a:lnTo>
                    <a:pt x="0" y="53339"/>
                  </a:lnTo>
                  <a:lnTo>
                    <a:pt x="2539" y="53339"/>
                  </a:lnTo>
                  <a:lnTo>
                    <a:pt x="2539" y="50800"/>
                  </a:lnTo>
                  <a:close/>
                </a:path>
                <a:path w="2539" h="520700">
                  <a:moveTo>
                    <a:pt x="2539" y="48260"/>
                  </a:moveTo>
                  <a:lnTo>
                    <a:pt x="0" y="48260"/>
                  </a:lnTo>
                  <a:lnTo>
                    <a:pt x="0" y="49529"/>
                  </a:lnTo>
                  <a:lnTo>
                    <a:pt x="2539" y="49529"/>
                  </a:lnTo>
                  <a:lnTo>
                    <a:pt x="2539" y="48260"/>
                  </a:lnTo>
                  <a:close/>
                </a:path>
                <a:path w="2539" h="520700">
                  <a:moveTo>
                    <a:pt x="2539" y="44450"/>
                  </a:moveTo>
                  <a:lnTo>
                    <a:pt x="0" y="44450"/>
                  </a:lnTo>
                  <a:lnTo>
                    <a:pt x="0" y="46989"/>
                  </a:lnTo>
                  <a:lnTo>
                    <a:pt x="2539" y="46989"/>
                  </a:lnTo>
                  <a:lnTo>
                    <a:pt x="2539" y="44450"/>
                  </a:lnTo>
                  <a:close/>
                </a:path>
                <a:path w="2539" h="520700">
                  <a:moveTo>
                    <a:pt x="2539" y="41910"/>
                  </a:moveTo>
                  <a:lnTo>
                    <a:pt x="0" y="41910"/>
                  </a:lnTo>
                  <a:lnTo>
                    <a:pt x="0" y="43179"/>
                  </a:lnTo>
                  <a:lnTo>
                    <a:pt x="2539" y="43179"/>
                  </a:lnTo>
                  <a:lnTo>
                    <a:pt x="2539" y="41910"/>
                  </a:lnTo>
                  <a:close/>
                </a:path>
                <a:path w="2539" h="520700">
                  <a:moveTo>
                    <a:pt x="2539" y="38100"/>
                  </a:moveTo>
                  <a:lnTo>
                    <a:pt x="0" y="38100"/>
                  </a:lnTo>
                  <a:lnTo>
                    <a:pt x="0" y="40639"/>
                  </a:lnTo>
                  <a:lnTo>
                    <a:pt x="2539" y="40639"/>
                  </a:lnTo>
                  <a:lnTo>
                    <a:pt x="2539" y="38100"/>
                  </a:lnTo>
                  <a:close/>
                </a:path>
                <a:path w="2539" h="520700">
                  <a:moveTo>
                    <a:pt x="2539" y="35560"/>
                  </a:moveTo>
                  <a:lnTo>
                    <a:pt x="0" y="35560"/>
                  </a:lnTo>
                  <a:lnTo>
                    <a:pt x="0" y="36829"/>
                  </a:lnTo>
                  <a:lnTo>
                    <a:pt x="2539" y="36829"/>
                  </a:lnTo>
                  <a:lnTo>
                    <a:pt x="2539" y="35560"/>
                  </a:lnTo>
                  <a:close/>
                </a:path>
                <a:path w="2539" h="520700">
                  <a:moveTo>
                    <a:pt x="2539" y="31750"/>
                  </a:moveTo>
                  <a:lnTo>
                    <a:pt x="0" y="31750"/>
                  </a:lnTo>
                  <a:lnTo>
                    <a:pt x="0" y="34289"/>
                  </a:lnTo>
                  <a:lnTo>
                    <a:pt x="2539" y="34289"/>
                  </a:lnTo>
                  <a:lnTo>
                    <a:pt x="2539" y="31750"/>
                  </a:lnTo>
                  <a:close/>
                </a:path>
                <a:path w="2539" h="520700">
                  <a:moveTo>
                    <a:pt x="2539" y="29210"/>
                  </a:moveTo>
                  <a:lnTo>
                    <a:pt x="0" y="29210"/>
                  </a:lnTo>
                  <a:lnTo>
                    <a:pt x="0" y="30479"/>
                  </a:lnTo>
                  <a:lnTo>
                    <a:pt x="2539" y="30479"/>
                  </a:lnTo>
                  <a:lnTo>
                    <a:pt x="2539" y="29210"/>
                  </a:lnTo>
                  <a:close/>
                </a:path>
                <a:path w="2539" h="520700">
                  <a:moveTo>
                    <a:pt x="2539" y="25400"/>
                  </a:moveTo>
                  <a:lnTo>
                    <a:pt x="0" y="25400"/>
                  </a:lnTo>
                  <a:lnTo>
                    <a:pt x="0" y="27939"/>
                  </a:lnTo>
                  <a:lnTo>
                    <a:pt x="2539" y="27939"/>
                  </a:lnTo>
                  <a:lnTo>
                    <a:pt x="2539" y="25400"/>
                  </a:lnTo>
                  <a:close/>
                </a:path>
                <a:path w="2539" h="520700">
                  <a:moveTo>
                    <a:pt x="2539" y="22860"/>
                  </a:moveTo>
                  <a:lnTo>
                    <a:pt x="0" y="22860"/>
                  </a:lnTo>
                  <a:lnTo>
                    <a:pt x="0" y="24129"/>
                  </a:lnTo>
                  <a:lnTo>
                    <a:pt x="2539" y="24129"/>
                  </a:lnTo>
                  <a:lnTo>
                    <a:pt x="2539" y="22860"/>
                  </a:lnTo>
                  <a:close/>
                </a:path>
                <a:path w="2539" h="520700">
                  <a:moveTo>
                    <a:pt x="2539" y="19050"/>
                  </a:moveTo>
                  <a:lnTo>
                    <a:pt x="0" y="19050"/>
                  </a:lnTo>
                  <a:lnTo>
                    <a:pt x="0" y="21589"/>
                  </a:lnTo>
                  <a:lnTo>
                    <a:pt x="2539" y="21589"/>
                  </a:lnTo>
                  <a:lnTo>
                    <a:pt x="2539" y="19050"/>
                  </a:lnTo>
                  <a:close/>
                </a:path>
                <a:path w="2539" h="520700">
                  <a:moveTo>
                    <a:pt x="2539" y="16510"/>
                  </a:moveTo>
                  <a:lnTo>
                    <a:pt x="0" y="16510"/>
                  </a:lnTo>
                  <a:lnTo>
                    <a:pt x="0" y="17779"/>
                  </a:lnTo>
                  <a:lnTo>
                    <a:pt x="2539" y="17779"/>
                  </a:lnTo>
                  <a:lnTo>
                    <a:pt x="2539" y="16510"/>
                  </a:lnTo>
                  <a:close/>
                </a:path>
                <a:path w="2539" h="520700">
                  <a:moveTo>
                    <a:pt x="2539" y="12700"/>
                  </a:moveTo>
                  <a:lnTo>
                    <a:pt x="0" y="12700"/>
                  </a:lnTo>
                  <a:lnTo>
                    <a:pt x="0" y="15239"/>
                  </a:lnTo>
                  <a:lnTo>
                    <a:pt x="2539" y="15239"/>
                  </a:lnTo>
                  <a:lnTo>
                    <a:pt x="2539" y="12700"/>
                  </a:lnTo>
                  <a:close/>
                </a:path>
                <a:path w="2539" h="520700">
                  <a:moveTo>
                    <a:pt x="2539" y="10160"/>
                  </a:moveTo>
                  <a:lnTo>
                    <a:pt x="0" y="10160"/>
                  </a:lnTo>
                  <a:lnTo>
                    <a:pt x="0" y="11429"/>
                  </a:lnTo>
                  <a:lnTo>
                    <a:pt x="2539" y="11429"/>
                  </a:lnTo>
                  <a:lnTo>
                    <a:pt x="2539" y="10160"/>
                  </a:lnTo>
                  <a:close/>
                </a:path>
                <a:path w="2539" h="520700">
                  <a:moveTo>
                    <a:pt x="2539" y="6350"/>
                  </a:moveTo>
                  <a:lnTo>
                    <a:pt x="0" y="6350"/>
                  </a:lnTo>
                  <a:lnTo>
                    <a:pt x="0" y="8889"/>
                  </a:lnTo>
                  <a:lnTo>
                    <a:pt x="2539" y="8889"/>
                  </a:lnTo>
                  <a:lnTo>
                    <a:pt x="2539" y="6350"/>
                  </a:lnTo>
                  <a:close/>
                </a:path>
                <a:path w="2539" h="520700">
                  <a:moveTo>
                    <a:pt x="2539" y="3810"/>
                  </a:moveTo>
                  <a:lnTo>
                    <a:pt x="0" y="3810"/>
                  </a:lnTo>
                  <a:lnTo>
                    <a:pt x="0" y="5079"/>
                  </a:lnTo>
                  <a:lnTo>
                    <a:pt x="2539" y="5079"/>
                  </a:lnTo>
                  <a:lnTo>
                    <a:pt x="2539" y="3810"/>
                  </a:lnTo>
                  <a:close/>
                </a:path>
                <a:path w="2539" h="520700">
                  <a:moveTo>
                    <a:pt x="126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69" y="2539"/>
                  </a:lnTo>
                  <a:lnTo>
                    <a:pt x="1269" y="0"/>
                  </a:lnTo>
                  <a:close/>
                </a:path>
                <a:path w="2539" h="520700">
                  <a:moveTo>
                    <a:pt x="2539" y="518160"/>
                  </a:moveTo>
                  <a:lnTo>
                    <a:pt x="0" y="518160"/>
                  </a:lnTo>
                  <a:lnTo>
                    <a:pt x="0" y="519430"/>
                  </a:lnTo>
                  <a:lnTo>
                    <a:pt x="1269" y="519430"/>
                  </a:lnTo>
                  <a:lnTo>
                    <a:pt x="1269" y="520700"/>
                  </a:lnTo>
                  <a:lnTo>
                    <a:pt x="2539" y="520700"/>
                  </a:lnTo>
                  <a:lnTo>
                    <a:pt x="2539" y="518160"/>
                  </a:lnTo>
                  <a:close/>
                </a:path>
                <a:path w="2539" h="520700">
                  <a:moveTo>
                    <a:pt x="2539" y="511810"/>
                  </a:moveTo>
                  <a:lnTo>
                    <a:pt x="0" y="511810"/>
                  </a:lnTo>
                  <a:lnTo>
                    <a:pt x="0" y="516890"/>
                  </a:lnTo>
                  <a:lnTo>
                    <a:pt x="2539" y="516890"/>
                  </a:lnTo>
                  <a:lnTo>
                    <a:pt x="2539" y="511810"/>
                  </a:lnTo>
                  <a:close/>
                </a:path>
                <a:path w="2539" h="520700">
                  <a:moveTo>
                    <a:pt x="2539" y="505460"/>
                  </a:moveTo>
                  <a:lnTo>
                    <a:pt x="0" y="505460"/>
                  </a:lnTo>
                  <a:lnTo>
                    <a:pt x="0" y="510540"/>
                  </a:lnTo>
                  <a:lnTo>
                    <a:pt x="2539" y="510540"/>
                  </a:lnTo>
                  <a:lnTo>
                    <a:pt x="2539" y="505460"/>
                  </a:lnTo>
                  <a:close/>
                </a:path>
                <a:path w="2539" h="520700">
                  <a:moveTo>
                    <a:pt x="2539" y="499110"/>
                  </a:moveTo>
                  <a:lnTo>
                    <a:pt x="0" y="499110"/>
                  </a:lnTo>
                  <a:lnTo>
                    <a:pt x="0" y="504190"/>
                  </a:lnTo>
                  <a:lnTo>
                    <a:pt x="2539" y="504190"/>
                  </a:lnTo>
                  <a:lnTo>
                    <a:pt x="2539" y="499110"/>
                  </a:lnTo>
                  <a:close/>
                </a:path>
                <a:path w="2539" h="520700">
                  <a:moveTo>
                    <a:pt x="2539" y="492760"/>
                  </a:moveTo>
                  <a:lnTo>
                    <a:pt x="0" y="492760"/>
                  </a:lnTo>
                  <a:lnTo>
                    <a:pt x="0" y="497840"/>
                  </a:lnTo>
                  <a:lnTo>
                    <a:pt x="2539" y="497840"/>
                  </a:lnTo>
                  <a:lnTo>
                    <a:pt x="2539" y="492760"/>
                  </a:lnTo>
                  <a:close/>
                </a:path>
                <a:path w="2539" h="520700">
                  <a:moveTo>
                    <a:pt x="2539" y="486410"/>
                  </a:moveTo>
                  <a:lnTo>
                    <a:pt x="0" y="486410"/>
                  </a:lnTo>
                  <a:lnTo>
                    <a:pt x="0" y="491490"/>
                  </a:lnTo>
                  <a:lnTo>
                    <a:pt x="2539" y="491490"/>
                  </a:lnTo>
                  <a:lnTo>
                    <a:pt x="2539" y="486410"/>
                  </a:lnTo>
                  <a:close/>
                </a:path>
                <a:path w="2539" h="520700">
                  <a:moveTo>
                    <a:pt x="2539" y="480060"/>
                  </a:moveTo>
                  <a:lnTo>
                    <a:pt x="0" y="480060"/>
                  </a:lnTo>
                  <a:lnTo>
                    <a:pt x="0" y="485140"/>
                  </a:lnTo>
                  <a:lnTo>
                    <a:pt x="2539" y="485140"/>
                  </a:lnTo>
                  <a:lnTo>
                    <a:pt x="2539" y="480060"/>
                  </a:lnTo>
                  <a:close/>
                </a:path>
                <a:path w="2539" h="520700">
                  <a:moveTo>
                    <a:pt x="2539" y="217170"/>
                  </a:moveTo>
                  <a:lnTo>
                    <a:pt x="0" y="217170"/>
                  </a:lnTo>
                  <a:lnTo>
                    <a:pt x="0" y="478790"/>
                  </a:lnTo>
                  <a:lnTo>
                    <a:pt x="2539" y="478790"/>
                  </a:lnTo>
                  <a:lnTo>
                    <a:pt x="2539" y="217170"/>
                  </a:lnTo>
                  <a:close/>
                </a:path>
              </a:pathLst>
            </a:custGeom>
            <a:solidFill>
              <a:srgbClr val="DED5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9" name="object 1699"/>
            <p:cNvSpPr/>
            <p:nvPr/>
          </p:nvSpPr>
          <p:spPr>
            <a:xfrm>
              <a:off x="2701289" y="2814319"/>
              <a:ext cx="5080" cy="521970"/>
            </a:xfrm>
            <a:custGeom>
              <a:avLst/>
              <a:gdLst/>
              <a:ahLst/>
              <a:cxnLst/>
              <a:rect l="l" t="t" r="r" b="b"/>
              <a:pathLst>
                <a:path w="5080" h="521970">
                  <a:moveTo>
                    <a:pt x="5080" y="92710"/>
                  </a:moveTo>
                  <a:lnTo>
                    <a:pt x="0" y="92710"/>
                  </a:lnTo>
                  <a:lnTo>
                    <a:pt x="0" y="213360"/>
                  </a:lnTo>
                  <a:lnTo>
                    <a:pt x="5080" y="213360"/>
                  </a:lnTo>
                  <a:lnTo>
                    <a:pt x="5080" y="92710"/>
                  </a:lnTo>
                  <a:close/>
                </a:path>
                <a:path w="5080" h="521970">
                  <a:moveTo>
                    <a:pt x="5080" y="90170"/>
                  </a:moveTo>
                  <a:lnTo>
                    <a:pt x="0" y="90170"/>
                  </a:lnTo>
                  <a:lnTo>
                    <a:pt x="0" y="91439"/>
                  </a:lnTo>
                  <a:lnTo>
                    <a:pt x="5080" y="91439"/>
                  </a:lnTo>
                  <a:lnTo>
                    <a:pt x="5080" y="90170"/>
                  </a:lnTo>
                  <a:close/>
                </a:path>
                <a:path w="5080" h="521970">
                  <a:moveTo>
                    <a:pt x="5080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5080" y="88900"/>
                  </a:lnTo>
                  <a:lnTo>
                    <a:pt x="5080" y="86360"/>
                  </a:lnTo>
                  <a:close/>
                </a:path>
                <a:path w="5080" h="521970">
                  <a:moveTo>
                    <a:pt x="5080" y="83820"/>
                  </a:moveTo>
                  <a:lnTo>
                    <a:pt x="0" y="83820"/>
                  </a:lnTo>
                  <a:lnTo>
                    <a:pt x="0" y="85089"/>
                  </a:lnTo>
                  <a:lnTo>
                    <a:pt x="5080" y="85089"/>
                  </a:lnTo>
                  <a:lnTo>
                    <a:pt x="5080" y="83820"/>
                  </a:lnTo>
                  <a:close/>
                </a:path>
                <a:path w="5080" h="521970">
                  <a:moveTo>
                    <a:pt x="5080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5080" y="82550"/>
                  </a:lnTo>
                  <a:lnTo>
                    <a:pt x="5080" y="80010"/>
                  </a:lnTo>
                  <a:close/>
                </a:path>
                <a:path w="5080" h="521970">
                  <a:moveTo>
                    <a:pt x="5080" y="77470"/>
                  </a:moveTo>
                  <a:lnTo>
                    <a:pt x="0" y="77470"/>
                  </a:lnTo>
                  <a:lnTo>
                    <a:pt x="0" y="78739"/>
                  </a:lnTo>
                  <a:lnTo>
                    <a:pt x="5080" y="78739"/>
                  </a:lnTo>
                  <a:lnTo>
                    <a:pt x="5080" y="77470"/>
                  </a:lnTo>
                  <a:close/>
                </a:path>
                <a:path w="5080" h="521970">
                  <a:moveTo>
                    <a:pt x="5080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5080" y="76200"/>
                  </a:lnTo>
                  <a:lnTo>
                    <a:pt x="5080" y="73660"/>
                  </a:lnTo>
                  <a:close/>
                </a:path>
                <a:path w="5080" h="521970">
                  <a:moveTo>
                    <a:pt x="5080" y="71120"/>
                  </a:moveTo>
                  <a:lnTo>
                    <a:pt x="0" y="71120"/>
                  </a:lnTo>
                  <a:lnTo>
                    <a:pt x="0" y="72389"/>
                  </a:lnTo>
                  <a:lnTo>
                    <a:pt x="5080" y="72389"/>
                  </a:lnTo>
                  <a:lnTo>
                    <a:pt x="5080" y="71120"/>
                  </a:lnTo>
                  <a:close/>
                </a:path>
                <a:path w="5080" h="521970">
                  <a:moveTo>
                    <a:pt x="5080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5080" y="69850"/>
                  </a:lnTo>
                  <a:lnTo>
                    <a:pt x="5080" y="67310"/>
                  </a:lnTo>
                  <a:close/>
                </a:path>
                <a:path w="5080" h="521970">
                  <a:moveTo>
                    <a:pt x="5080" y="64770"/>
                  </a:moveTo>
                  <a:lnTo>
                    <a:pt x="0" y="64770"/>
                  </a:lnTo>
                  <a:lnTo>
                    <a:pt x="0" y="66039"/>
                  </a:lnTo>
                  <a:lnTo>
                    <a:pt x="5080" y="66039"/>
                  </a:lnTo>
                  <a:lnTo>
                    <a:pt x="5080" y="64770"/>
                  </a:lnTo>
                  <a:close/>
                </a:path>
                <a:path w="5080" h="521970">
                  <a:moveTo>
                    <a:pt x="5080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5080" y="63500"/>
                  </a:lnTo>
                  <a:lnTo>
                    <a:pt x="5080" y="60960"/>
                  </a:lnTo>
                  <a:close/>
                </a:path>
                <a:path w="5080" h="521970">
                  <a:moveTo>
                    <a:pt x="5080" y="58420"/>
                  </a:moveTo>
                  <a:lnTo>
                    <a:pt x="0" y="58420"/>
                  </a:lnTo>
                  <a:lnTo>
                    <a:pt x="0" y="59689"/>
                  </a:lnTo>
                  <a:lnTo>
                    <a:pt x="5080" y="59689"/>
                  </a:lnTo>
                  <a:lnTo>
                    <a:pt x="5080" y="58420"/>
                  </a:lnTo>
                  <a:close/>
                </a:path>
                <a:path w="5080" h="521970">
                  <a:moveTo>
                    <a:pt x="5080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5080" y="57150"/>
                  </a:lnTo>
                  <a:lnTo>
                    <a:pt x="5080" y="54610"/>
                  </a:lnTo>
                  <a:close/>
                </a:path>
                <a:path w="5080" h="521970">
                  <a:moveTo>
                    <a:pt x="5080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5080" y="53339"/>
                  </a:lnTo>
                  <a:lnTo>
                    <a:pt x="5080" y="52070"/>
                  </a:lnTo>
                  <a:close/>
                </a:path>
                <a:path w="5080" h="521970">
                  <a:moveTo>
                    <a:pt x="5080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5080" y="50800"/>
                  </a:lnTo>
                  <a:lnTo>
                    <a:pt x="5080" y="48260"/>
                  </a:lnTo>
                  <a:close/>
                </a:path>
                <a:path w="5080" h="521970">
                  <a:moveTo>
                    <a:pt x="5080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5080" y="46989"/>
                  </a:lnTo>
                  <a:lnTo>
                    <a:pt x="5080" y="45720"/>
                  </a:lnTo>
                  <a:close/>
                </a:path>
                <a:path w="5080" h="521970">
                  <a:moveTo>
                    <a:pt x="5080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5080" y="44450"/>
                  </a:lnTo>
                  <a:lnTo>
                    <a:pt x="5080" y="41910"/>
                  </a:lnTo>
                  <a:close/>
                </a:path>
                <a:path w="5080" h="521970">
                  <a:moveTo>
                    <a:pt x="5080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5080" y="40639"/>
                  </a:lnTo>
                  <a:lnTo>
                    <a:pt x="5080" y="39370"/>
                  </a:lnTo>
                  <a:close/>
                </a:path>
                <a:path w="5080" h="521970">
                  <a:moveTo>
                    <a:pt x="508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5080" y="38100"/>
                  </a:lnTo>
                  <a:lnTo>
                    <a:pt x="5080" y="35560"/>
                  </a:lnTo>
                  <a:close/>
                </a:path>
                <a:path w="5080" h="521970">
                  <a:moveTo>
                    <a:pt x="5080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5080" y="34289"/>
                  </a:lnTo>
                  <a:lnTo>
                    <a:pt x="5080" y="33020"/>
                  </a:lnTo>
                  <a:close/>
                </a:path>
                <a:path w="5080" h="521970">
                  <a:moveTo>
                    <a:pt x="508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5080" y="31750"/>
                  </a:lnTo>
                  <a:lnTo>
                    <a:pt x="5080" y="29210"/>
                  </a:lnTo>
                  <a:close/>
                </a:path>
                <a:path w="5080" h="521970">
                  <a:moveTo>
                    <a:pt x="5080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5080" y="27939"/>
                  </a:lnTo>
                  <a:lnTo>
                    <a:pt x="5080" y="26670"/>
                  </a:lnTo>
                  <a:close/>
                </a:path>
                <a:path w="5080" h="521970">
                  <a:moveTo>
                    <a:pt x="508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5080" y="25400"/>
                  </a:lnTo>
                  <a:lnTo>
                    <a:pt x="5080" y="22860"/>
                  </a:lnTo>
                  <a:close/>
                </a:path>
                <a:path w="5080" h="521970">
                  <a:moveTo>
                    <a:pt x="5080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5080" y="21589"/>
                  </a:lnTo>
                  <a:lnTo>
                    <a:pt x="5080" y="20320"/>
                  </a:lnTo>
                  <a:close/>
                </a:path>
                <a:path w="5080" h="521970">
                  <a:moveTo>
                    <a:pt x="508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5080" y="19050"/>
                  </a:lnTo>
                  <a:lnTo>
                    <a:pt x="5080" y="16510"/>
                  </a:lnTo>
                  <a:close/>
                </a:path>
                <a:path w="5080" h="521970">
                  <a:moveTo>
                    <a:pt x="5080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5080" y="15239"/>
                  </a:lnTo>
                  <a:lnTo>
                    <a:pt x="5080" y="13970"/>
                  </a:lnTo>
                  <a:close/>
                </a:path>
                <a:path w="5080" h="521970">
                  <a:moveTo>
                    <a:pt x="508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5080" y="12700"/>
                  </a:lnTo>
                  <a:lnTo>
                    <a:pt x="5080" y="10160"/>
                  </a:lnTo>
                  <a:close/>
                </a:path>
                <a:path w="5080" h="521970">
                  <a:moveTo>
                    <a:pt x="5080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5080" y="8889"/>
                  </a:lnTo>
                  <a:lnTo>
                    <a:pt x="5080" y="7620"/>
                  </a:lnTo>
                  <a:close/>
                </a:path>
                <a:path w="5080" h="521970">
                  <a:moveTo>
                    <a:pt x="5080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5080" y="6350"/>
                  </a:lnTo>
                  <a:lnTo>
                    <a:pt x="5080" y="3810"/>
                  </a:lnTo>
                  <a:close/>
                </a:path>
                <a:path w="5080" h="521970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5080" h="521970">
                  <a:moveTo>
                    <a:pt x="5080" y="515620"/>
                  </a:moveTo>
                  <a:lnTo>
                    <a:pt x="0" y="515620"/>
                  </a:lnTo>
                  <a:lnTo>
                    <a:pt x="0" y="519430"/>
                  </a:lnTo>
                  <a:lnTo>
                    <a:pt x="2540" y="519430"/>
                  </a:lnTo>
                  <a:lnTo>
                    <a:pt x="2540" y="521970"/>
                  </a:lnTo>
                  <a:lnTo>
                    <a:pt x="3810" y="521970"/>
                  </a:lnTo>
                  <a:lnTo>
                    <a:pt x="3810" y="520700"/>
                  </a:lnTo>
                  <a:lnTo>
                    <a:pt x="5080" y="520700"/>
                  </a:lnTo>
                  <a:lnTo>
                    <a:pt x="5080" y="515620"/>
                  </a:lnTo>
                  <a:close/>
                </a:path>
                <a:path w="5080" h="521970">
                  <a:moveTo>
                    <a:pt x="5080" y="509270"/>
                  </a:moveTo>
                  <a:lnTo>
                    <a:pt x="0" y="509270"/>
                  </a:lnTo>
                  <a:lnTo>
                    <a:pt x="0" y="514350"/>
                  </a:lnTo>
                  <a:lnTo>
                    <a:pt x="5080" y="514350"/>
                  </a:lnTo>
                  <a:lnTo>
                    <a:pt x="5080" y="509270"/>
                  </a:lnTo>
                  <a:close/>
                </a:path>
                <a:path w="5080" h="521970">
                  <a:moveTo>
                    <a:pt x="5080" y="502920"/>
                  </a:moveTo>
                  <a:lnTo>
                    <a:pt x="0" y="502920"/>
                  </a:lnTo>
                  <a:lnTo>
                    <a:pt x="0" y="508000"/>
                  </a:lnTo>
                  <a:lnTo>
                    <a:pt x="5080" y="508000"/>
                  </a:lnTo>
                  <a:lnTo>
                    <a:pt x="5080" y="502920"/>
                  </a:lnTo>
                  <a:close/>
                </a:path>
                <a:path w="5080" h="521970">
                  <a:moveTo>
                    <a:pt x="5080" y="496570"/>
                  </a:moveTo>
                  <a:lnTo>
                    <a:pt x="0" y="496570"/>
                  </a:lnTo>
                  <a:lnTo>
                    <a:pt x="0" y="501650"/>
                  </a:lnTo>
                  <a:lnTo>
                    <a:pt x="5080" y="501650"/>
                  </a:lnTo>
                  <a:lnTo>
                    <a:pt x="5080" y="496570"/>
                  </a:lnTo>
                  <a:close/>
                </a:path>
                <a:path w="5080" h="521970">
                  <a:moveTo>
                    <a:pt x="5080" y="490220"/>
                  </a:moveTo>
                  <a:lnTo>
                    <a:pt x="0" y="490220"/>
                  </a:lnTo>
                  <a:lnTo>
                    <a:pt x="0" y="495300"/>
                  </a:lnTo>
                  <a:lnTo>
                    <a:pt x="5080" y="495300"/>
                  </a:lnTo>
                  <a:lnTo>
                    <a:pt x="5080" y="490220"/>
                  </a:lnTo>
                  <a:close/>
                </a:path>
                <a:path w="5080" h="521970">
                  <a:moveTo>
                    <a:pt x="5080" y="483870"/>
                  </a:moveTo>
                  <a:lnTo>
                    <a:pt x="0" y="483870"/>
                  </a:lnTo>
                  <a:lnTo>
                    <a:pt x="0" y="488950"/>
                  </a:lnTo>
                  <a:lnTo>
                    <a:pt x="5080" y="488950"/>
                  </a:lnTo>
                  <a:lnTo>
                    <a:pt x="5080" y="483870"/>
                  </a:lnTo>
                  <a:close/>
                </a:path>
                <a:path w="5080" h="521970">
                  <a:moveTo>
                    <a:pt x="5080" y="477520"/>
                  </a:moveTo>
                  <a:lnTo>
                    <a:pt x="0" y="477520"/>
                  </a:lnTo>
                  <a:lnTo>
                    <a:pt x="0" y="482600"/>
                  </a:lnTo>
                  <a:lnTo>
                    <a:pt x="5080" y="482600"/>
                  </a:lnTo>
                  <a:lnTo>
                    <a:pt x="5080" y="477520"/>
                  </a:lnTo>
                  <a:close/>
                </a:path>
                <a:path w="5080" h="521970">
                  <a:moveTo>
                    <a:pt x="5080" y="214630"/>
                  </a:moveTo>
                  <a:lnTo>
                    <a:pt x="0" y="214630"/>
                  </a:lnTo>
                  <a:lnTo>
                    <a:pt x="0" y="476250"/>
                  </a:lnTo>
                  <a:lnTo>
                    <a:pt x="5080" y="476250"/>
                  </a:lnTo>
                  <a:lnTo>
                    <a:pt x="5080" y="214630"/>
                  </a:lnTo>
                  <a:close/>
                </a:path>
              </a:pathLst>
            </a:custGeom>
            <a:solidFill>
              <a:srgbClr val="DED4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0" name="object 1700"/>
            <p:cNvSpPr/>
            <p:nvPr/>
          </p:nvSpPr>
          <p:spPr>
            <a:xfrm>
              <a:off x="2706370" y="2816859"/>
              <a:ext cx="2540" cy="520700"/>
            </a:xfrm>
            <a:custGeom>
              <a:avLst/>
              <a:gdLst/>
              <a:ahLst/>
              <a:cxnLst/>
              <a:rect l="l" t="t" r="r" b="b"/>
              <a:pathLst>
                <a:path w="2539" h="520700">
                  <a:moveTo>
                    <a:pt x="2540" y="519430"/>
                  </a:moveTo>
                  <a:lnTo>
                    <a:pt x="1270" y="519430"/>
                  </a:lnTo>
                  <a:lnTo>
                    <a:pt x="1270" y="520700"/>
                  </a:lnTo>
                  <a:lnTo>
                    <a:pt x="2540" y="520700"/>
                  </a:lnTo>
                  <a:lnTo>
                    <a:pt x="2540" y="519430"/>
                  </a:lnTo>
                  <a:close/>
                </a:path>
                <a:path w="2539" h="520700">
                  <a:moveTo>
                    <a:pt x="2540" y="513080"/>
                  </a:moveTo>
                  <a:lnTo>
                    <a:pt x="0" y="513080"/>
                  </a:lnTo>
                  <a:lnTo>
                    <a:pt x="0" y="518160"/>
                  </a:lnTo>
                  <a:lnTo>
                    <a:pt x="2540" y="518160"/>
                  </a:lnTo>
                  <a:lnTo>
                    <a:pt x="2540" y="513080"/>
                  </a:lnTo>
                  <a:close/>
                </a:path>
                <a:path w="2539" h="520700">
                  <a:moveTo>
                    <a:pt x="2540" y="506730"/>
                  </a:moveTo>
                  <a:lnTo>
                    <a:pt x="0" y="506730"/>
                  </a:lnTo>
                  <a:lnTo>
                    <a:pt x="0" y="511810"/>
                  </a:lnTo>
                  <a:lnTo>
                    <a:pt x="2540" y="511810"/>
                  </a:lnTo>
                  <a:lnTo>
                    <a:pt x="2540" y="506730"/>
                  </a:lnTo>
                  <a:close/>
                </a:path>
                <a:path w="2539" h="520700">
                  <a:moveTo>
                    <a:pt x="2540" y="500380"/>
                  </a:moveTo>
                  <a:lnTo>
                    <a:pt x="0" y="500380"/>
                  </a:lnTo>
                  <a:lnTo>
                    <a:pt x="0" y="505460"/>
                  </a:lnTo>
                  <a:lnTo>
                    <a:pt x="2540" y="505460"/>
                  </a:lnTo>
                  <a:lnTo>
                    <a:pt x="2540" y="500380"/>
                  </a:lnTo>
                  <a:close/>
                </a:path>
                <a:path w="2539" h="520700">
                  <a:moveTo>
                    <a:pt x="2540" y="494030"/>
                  </a:moveTo>
                  <a:lnTo>
                    <a:pt x="0" y="494030"/>
                  </a:lnTo>
                  <a:lnTo>
                    <a:pt x="0" y="499110"/>
                  </a:lnTo>
                  <a:lnTo>
                    <a:pt x="2540" y="499110"/>
                  </a:lnTo>
                  <a:lnTo>
                    <a:pt x="2540" y="494030"/>
                  </a:lnTo>
                  <a:close/>
                </a:path>
                <a:path w="2539" h="520700">
                  <a:moveTo>
                    <a:pt x="2540" y="487680"/>
                  </a:moveTo>
                  <a:lnTo>
                    <a:pt x="0" y="487680"/>
                  </a:lnTo>
                  <a:lnTo>
                    <a:pt x="0" y="492760"/>
                  </a:lnTo>
                  <a:lnTo>
                    <a:pt x="2540" y="492760"/>
                  </a:lnTo>
                  <a:lnTo>
                    <a:pt x="2540" y="487680"/>
                  </a:lnTo>
                  <a:close/>
                </a:path>
                <a:path w="2539" h="520700">
                  <a:moveTo>
                    <a:pt x="2540" y="481330"/>
                  </a:moveTo>
                  <a:lnTo>
                    <a:pt x="0" y="481330"/>
                  </a:lnTo>
                  <a:lnTo>
                    <a:pt x="0" y="486410"/>
                  </a:lnTo>
                  <a:lnTo>
                    <a:pt x="2540" y="486410"/>
                  </a:lnTo>
                  <a:lnTo>
                    <a:pt x="2540" y="481330"/>
                  </a:lnTo>
                  <a:close/>
                </a:path>
                <a:path w="2539" h="520700">
                  <a:moveTo>
                    <a:pt x="2540" y="474980"/>
                  </a:moveTo>
                  <a:lnTo>
                    <a:pt x="0" y="474980"/>
                  </a:lnTo>
                  <a:lnTo>
                    <a:pt x="0" y="480060"/>
                  </a:lnTo>
                  <a:lnTo>
                    <a:pt x="2540" y="480060"/>
                  </a:lnTo>
                  <a:lnTo>
                    <a:pt x="2540" y="474980"/>
                  </a:lnTo>
                  <a:close/>
                </a:path>
                <a:path w="2539" h="520700">
                  <a:moveTo>
                    <a:pt x="2540" y="212090"/>
                  </a:moveTo>
                  <a:lnTo>
                    <a:pt x="0" y="212090"/>
                  </a:lnTo>
                  <a:lnTo>
                    <a:pt x="0" y="473710"/>
                  </a:lnTo>
                  <a:lnTo>
                    <a:pt x="2540" y="473710"/>
                  </a:lnTo>
                  <a:lnTo>
                    <a:pt x="2540" y="212090"/>
                  </a:lnTo>
                  <a:close/>
                </a:path>
                <a:path w="2539" h="520700">
                  <a:moveTo>
                    <a:pt x="2540" y="90170"/>
                  </a:moveTo>
                  <a:lnTo>
                    <a:pt x="0" y="90170"/>
                  </a:lnTo>
                  <a:lnTo>
                    <a:pt x="0" y="210820"/>
                  </a:lnTo>
                  <a:lnTo>
                    <a:pt x="2540" y="210820"/>
                  </a:lnTo>
                  <a:lnTo>
                    <a:pt x="2540" y="90170"/>
                  </a:lnTo>
                  <a:close/>
                </a:path>
                <a:path w="2539" h="520700">
                  <a:moveTo>
                    <a:pt x="2540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2540" y="88900"/>
                  </a:lnTo>
                  <a:lnTo>
                    <a:pt x="2540" y="87630"/>
                  </a:lnTo>
                  <a:close/>
                </a:path>
                <a:path w="2539" h="520700">
                  <a:moveTo>
                    <a:pt x="2540" y="83820"/>
                  </a:moveTo>
                  <a:lnTo>
                    <a:pt x="0" y="83820"/>
                  </a:lnTo>
                  <a:lnTo>
                    <a:pt x="0" y="86360"/>
                  </a:lnTo>
                  <a:lnTo>
                    <a:pt x="2540" y="86360"/>
                  </a:lnTo>
                  <a:lnTo>
                    <a:pt x="2540" y="83820"/>
                  </a:lnTo>
                  <a:close/>
                </a:path>
                <a:path w="2539" h="520700">
                  <a:moveTo>
                    <a:pt x="2540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2540" y="82550"/>
                  </a:lnTo>
                  <a:lnTo>
                    <a:pt x="2540" y="81280"/>
                  </a:lnTo>
                  <a:close/>
                </a:path>
                <a:path w="2539" h="520700">
                  <a:moveTo>
                    <a:pt x="2540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2540" y="80010"/>
                  </a:lnTo>
                  <a:lnTo>
                    <a:pt x="2540" y="77470"/>
                  </a:lnTo>
                  <a:close/>
                </a:path>
                <a:path w="2539" h="520700">
                  <a:moveTo>
                    <a:pt x="2540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2540" y="76200"/>
                  </a:lnTo>
                  <a:lnTo>
                    <a:pt x="2540" y="74930"/>
                  </a:lnTo>
                  <a:close/>
                </a:path>
                <a:path w="2539" h="520700">
                  <a:moveTo>
                    <a:pt x="2540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2540" y="73660"/>
                  </a:lnTo>
                  <a:lnTo>
                    <a:pt x="2540" y="71120"/>
                  </a:lnTo>
                  <a:close/>
                </a:path>
                <a:path w="2539" h="520700">
                  <a:moveTo>
                    <a:pt x="2540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2540" y="69850"/>
                  </a:lnTo>
                  <a:lnTo>
                    <a:pt x="2540" y="68580"/>
                  </a:lnTo>
                  <a:close/>
                </a:path>
                <a:path w="2539" h="520700">
                  <a:moveTo>
                    <a:pt x="2540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2540" y="67310"/>
                  </a:lnTo>
                  <a:lnTo>
                    <a:pt x="2540" y="64770"/>
                  </a:lnTo>
                  <a:close/>
                </a:path>
                <a:path w="2539" h="520700">
                  <a:moveTo>
                    <a:pt x="254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2540" y="63500"/>
                  </a:lnTo>
                  <a:lnTo>
                    <a:pt x="2540" y="62230"/>
                  </a:lnTo>
                  <a:close/>
                </a:path>
                <a:path w="2539" h="520700">
                  <a:moveTo>
                    <a:pt x="2540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2540" y="60960"/>
                  </a:lnTo>
                  <a:lnTo>
                    <a:pt x="2540" y="58420"/>
                  </a:lnTo>
                  <a:close/>
                </a:path>
                <a:path w="2539" h="520700">
                  <a:moveTo>
                    <a:pt x="2540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2540" y="57150"/>
                  </a:lnTo>
                  <a:lnTo>
                    <a:pt x="2540" y="55880"/>
                  </a:lnTo>
                  <a:close/>
                </a:path>
                <a:path w="2539" h="520700">
                  <a:moveTo>
                    <a:pt x="2540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2540" y="54610"/>
                  </a:lnTo>
                  <a:lnTo>
                    <a:pt x="2540" y="52070"/>
                  </a:lnTo>
                  <a:close/>
                </a:path>
                <a:path w="2539" h="520700">
                  <a:moveTo>
                    <a:pt x="2540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2540" y="50800"/>
                  </a:lnTo>
                  <a:lnTo>
                    <a:pt x="2540" y="49530"/>
                  </a:lnTo>
                  <a:close/>
                </a:path>
                <a:path w="2539" h="520700">
                  <a:moveTo>
                    <a:pt x="2540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2540" y="48260"/>
                  </a:lnTo>
                  <a:lnTo>
                    <a:pt x="2540" y="45720"/>
                  </a:lnTo>
                  <a:close/>
                </a:path>
                <a:path w="2539" h="520700">
                  <a:moveTo>
                    <a:pt x="2540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2540" y="44450"/>
                  </a:lnTo>
                  <a:lnTo>
                    <a:pt x="2540" y="43180"/>
                  </a:lnTo>
                  <a:close/>
                </a:path>
                <a:path w="2539" h="520700">
                  <a:moveTo>
                    <a:pt x="2540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2540" y="41910"/>
                  </a:lnTo>
                  <a:lnTo>
                    <a:pt x="2540" y="39370"/>
                  </a:lnTo>
                  <a:close/>
                </a:path>
                <a:path w="2539" h="520700">
                  <a:moveTo>
                    <a:pt x="2540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2540" y="38100"/>
                  </a:lnTo>
                  <a:lnTo>
                    <a:pt x="2540" y="36830"/>
                  </a:lnTo>
                  <a:close/>
                </a:path>
                <a:path w="2539" h="520700">
                  <a:moveTo>
                    <a:pt x="2540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2540" y="35560"/>
                  </a:lnTo>
                  <a:lnTo>
                    <a:pt x="2540" y="33020"/>
                  </a:lnTo>
                  <a:close/>
                </a:path>
                <a:path w="2539" h="520700">
                  <a:moveTo>
                    <a:pt x="2540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2540" y="31750"/>
                  </a:lnTo>
                  <a:lnTo>
                    <a:pt x="2540" y="30480"/>
                  </a:lnTo>
                  <a:close/>
                </a:path>
                <a:path w="2539" h="520700">
                  <a:moveTo>
                    <a:pt x="2540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2540" y="29210"/>
                  </a:lnTo>
                  <a:lnTo>
                    <a:pt x="2540" y="26670"/>
                  </a:lnTo>
                  <a:close/>
                </a:path>
                <a:path w="2539" h="520700">
                  <a:moveTo>
                    <a:pt x="2540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2540" y="25400"/>
                  </a:lnTo>
                  <a:lnTo>
                    <a:pt x="2540" y="24130"/>
                  </a:lnTo>
                  <a:close/>
                </a:path>
                <a:path w="2539" h="520700">
                  <a:moveTo>
                    <a:pt x="2540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2540" y="22860"/>
                  </a:lnTo>
                  <a:lnTo>
                    <a:pt x="2540" y="20320"/>
                  </a:lnTo>
                  <a:close/>
                </a:path>
                <a:path w="2539" h="520700">
                  <a:moveTo>
                    <a:pt x="2540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2540" y="19050"/>
                  </a:lnTo>
                  <a:lnTo>
                    <a:pt x="2540" y="17780"/>
                  </a:lnTo>
                  <a:close/>
                </a:path>
                <a:path w="2539" h="520700">
                  <a:moveTo>
                    <a:pt x="2540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2540" y="16510"/>
                  </a:lnTo>
                  <a:lnTo>
                    <a:pt x="2540" y="13970"/>
                  </a:lnTo>
                  <a:close/>
                </a:path>
                <a:path w="2539" h="520700">
                  <a:moveTo>
                    <a:pt x="2540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2540" y="12700"/>
                  </a:lnTo>
                  <a:lnTo>
                    <a:pt x="2540" y="11430"/>
                  </a:lnTo>
                  <a:close/>
                </a:path>
                <a:path w="2539" h="520700">
                  <a:moveTo>
                    <a:pt x="2540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2540" y="10160"/>
                  </a:lnTo>
                  <a:lnTo>
                    <a:pt x="2540" y="7620"/>
                  </a:lnTo>
                  <a:close/>
                </a:path>
                <a:path w="2539" h="520700">
                  <a:moveTo>
                    <a:pt x="2540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2540" y="6350"/>
                  </a:lnTo>
                  <a:lnTo>
                    <a:pt x="2540" y="5080"/>
                  </a:lnTo>
                  <a:close/>
                </a:path>
                <a:path w="2539" h="520700">
                  <a:moveTo>
                    <a:pt x="254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40" y="381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DDD3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1" name="object 1701"/>
            <p:cNvSpPr/>
            <p:nvPr/>
          </p:nvSpPr>
          <p:spPr>
            <a:xfrm>
              <a:off x="2708910" y="2818129"/>
              <a:ext cx="3810" cy="521970"/>
            </a:xfrm>
            <a:custGeom>
              <a:avLst/>
              <a:gdLst/>
              <a:ahLst/>
              <a:cxnLst/>
              <a:rect l="l" t="t" r="r" b="b"/>
              <a:pathLst>
                <a:path w="3810" h="521970">
                  <a:moveTo>
                    <a:pt x="3809" y="88900"/>
                  </a:moveTo>
                  <a:lnTo>
                    <a:pt x="0" y="88900"/>
                  </a:lnTo>
                  <a:lnTo>
                    <a:pt x="0" y="209550"/>
                  </a:lnTo>
                  <a:lnTo>
                    <a:pt x="3809" y="209550"/>
                  </a:lnTo>
                  <a:lnTo>
                    <a:pt x="3809" y="88900"/>
                  </a:lnTo>
                  <a:close/>
                </a:path>
                <a:path w="3810" h="521970">
                  <a:moveTo>
                    <a:pt x="3809" y="86360"/>
                  </a:moveTo>
                  <a:lnTo>
                    <a:pt x="0" y="86360"/>
                  </a:lnTo>
                  <a:lnTo>
                    <a:pt x="0" y="87629"/>
                  </a:lnTo>
                  <a:lnTo>
                    <a:pt x="3809" y="87629"/>
                  </a:lnTo>
                  <a:lnTo>
                    <a:pt x="3809" y="86360"/>
                  </a:lnTo>
                  <a:close/>
                </a:path>
                <a:path w="3810" h="521970">
                  <a:moveTo>
                    <a:pt x="3809" y="82550"/>
                  </a:moveTo>
                  <a:lnTo>
                    <a:pt x="0" y="82550"/>
                  </a:lnTo>
                  <a:lnTo>
                    <a:pt x="0" y="85089"/>
                  </a:lnTo>
                  <a:lnTo>
                    <a:pt x="3809" y="85089"/>
                  </a:lnTo>
                  <a:lnTo>
                    <a:pt x="3809" y="82550"/>
                  </a:lnTo>
                  <a:close/>
                </a:path>
                <a:path w="3810" h="521970">
                  <a:moveTo>
                    <a:pt x="3809" y="80010"/>
                  </a:moveTo>
                  <a:lnTo>
                    <a:pt x="0" y="80010"/>
                  </a:lnTo>
                  <a:lnTo>
                    <a:pt x="0" y="81279"/>
                  </a:lnTo>
                  <a:lnTo>
                    <a:pt x="3809" y="81279"/>
                  </a:lnTo>
                  <a:lnTo>
                    <a:pt x="3809" y="80010"/>
                  </a:lnTo>
                  <a:close/>
                </a:path>
                <a:path w="3810" h="521970">
                  <a:moveTo>
                    <a:pt x="3809" y="76200"/>
                  </a:moveTo>
                  <a:lnTo>
                    <a:pt x="0" y="76200"/>
                  </a:lnTo>
                  <a:lnTo>
                    <a:pt x="0" y="78739"/>
                  </a:lnTo>
                  <a:lnTo>
                    <a:pt x="3809" y="78739"/>
                  </a:lnTo>
                  <a:lnTo>
                    <a:pt x="3809" y="76200"/>
                  </a:lnTo>
                  <a:close/>
                </a:path>
                <a:path w="3810" h="521970">
                  <a:moveTo>
                    <a:pt x="3809" y="73660"/>
                  </a:moveTo>
                  <a:lnTo>
                    <a:pt x="0" y="73660"/>
                  </a:lnTo>
                  <a:lnTo>
                    <a:pt x="0" y="74929"/>
                  </a:lnTo>
                  <a:lnTo>
                    <a:pt x="3809" y="74929"/>
                  </a:lnTo>
                  <a:lnTo>
                    <a:pt x="3809" y="73660"/>
                  </a:lnTo>
                  <a:close/>
                </a:path>
                <a:path w="3810" h="521970">
                  <a:moveTo>
                    <a:pt x="3809" y="69850"/>
                  </a:moveTo>
                  <a:lnTo>
                    <a:pt x="0" y="69850"/>
                  </a:lnTo>
                  <a:lnTo>
                    <a:pt x="0" y="72389"/>
                  </a:lnTo>
                  <a:lnTo>
                    <a:pt x="3809" y="72389"/>
                  </a:lnTo>
                  <a:lnTo>
                    <a:pt x="3809" y="69850"/>
                  </a:lnTo>
                  <a:close/>
                </a:path>
                <a:path w="3810" h="521970">
                  <a:moveTo>
                    <a:pt x="3809" y="67310"/>
                  </a:moveTo>
                  <a:lnTo>
                    <a:pt x="0" y="67310"/>
                  </a:lnTo>
                  <a:lnTo>
                    <a:pt x="0" y="68579"/>
                  </a:lnTo>
                  <a:lnTo>
                    <a:pt x="3809" y="68579"/>
                  </a:lnTo>
                  <a:lnTo>
                    <a:pt x="3809" y="67310"/>
                  </a:lnTo>
                  <a:close/>
                </a:path>
                <a:path w="3810" h="521970">
                  <a:moveTo>
                    <a:pt x="3809" y="63500"/>
                  </a:moveTo>
                  <a:lnTo>
                    <a:pt x="0" y="63500"/>
                  </a:lnTo>
                  <a:lnTo>
                    <a:pt x="0" y="66039"/>
                  </a:lnTo>
                  <a:lnTo>
                    <a:pt x="3809" y="66039"/>
                  </a:lnTo>
                  <a:lnTo>
                    <a:pt x="3809" y="63500"/>
                  </a:lnTo>
                  <a:close/>
                </a:path>
                <a:path w="3810" h="521970">
                  <a:moveTo>
                    <a:pt x="3809" y="60960"/>
                  </a:moveTo>
                  <a:lnTo>
                    <a:pt x="0" y="60960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60960"/>
                  </a:lnTo>
                  <a:close/>
                </a:path>
                <a:path w="3810" h="521970">
                  <a:moveTo>
                    <a:pt x="3809" y="57150"/>
                  </a:moveTo>
                  <a:lnTo>
                    <a:pt x="0" y="57150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7150"/>
                  </a:lnTo>
                  <a:close/>
                </a:path>
                <a:path w="3810" h="521970">
                  <a:moveTo>
                    <a:pt x="3809" y="54610"/>
                  </a:moveTo>
                  <a:lnTo>
                    <a:pt x="0" y="54610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54610"/>
                  </a:lnTo>
                  <a:close/>
                </a:path>
                <a:path w="3810" h="521970">
                  <a:moveTo>
                    <a:pt x="3809" y="50800"/>
                  </a:moveTo>
                  <a:lnTo>
                    <a:pt x="0" y="50800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0800"/>
                  </a:lnTo>
                  <a:close/>
                </a:path>
                <a:path w="3810" h="521970">
                  <a:moveTo>
                    <a:pt x="3809" y="48260"/>
                  </a:moveTo>
                  <a:lnTo>
                    <a:pt x="0" y="48260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8260"/>
                  </a:lnTo>
                  <a:close/>
                </a:path>
                <a:path w="3810" h="521970">
                  <a:moveTo>
                    <a:pt x="3809" y="44450"/>
                  </a:moveTo>
                  <a:lnTo>
                    <a:pt x="0" y="44450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4450"/>
                  </a:lnTo>
                  <a:close/>
                </a:path>
                <a:path w="3810" h="521970">
                  <a:moveTo>
                    <a:pt x="3809" y="41910"/>
                  </a:moveTo>
                  <a:lnTo>
                    <a:pt x="0" y="41910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41910"/>
                  </a:lnTo>
                  <a:close/>
                </a:path>
                <a:path w="3810" h="521970">
                  <a:moveTo>
                    <a:pt x="3809" y="38100"/>
                  </a:moveTo>
                  <a:lnTo>
                    <a:pt x="0" y="38100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8100"/>
                  </a:lnTo>
                  <a:close/>
                </a:path>
                <a:path w="3810" h="521970">
                  <a:moveTo>
                    <a:pt x="3809" y="35560"/>
                  </a:moveTo>
                  <a:lnTo>
                    <a:pt x="0" y="35560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5560"/>
                  </a:lnTo>
                  <a:close/>
                </a:path>
                <a:path w="3810" h="521970">
                  <a:moveTo>
                    <a:pt x="3809" y="31750"/>
                  </a:moveTo>
                  <a:lnTo>
                    <a:pt x="0" y="31750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31750"/>
                  </a:lnTo>
                  <a:close/>
                </a:path>
                <a:path w="3810" h="521970">
                  <a:moveTo>
                    <a:pt x="3809" y="29210"/>
                  </a:moveTo>
                  <a:lnTo>
                    <a:pt x="0" y="29210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29210"/>
                  </a:lnTo>
                  <a:close/>
                </a:path>
                <a:path w="3810" h="521970">
                  <a:moveTo>
                    <a:pt x="3809" y="25400"/>
                  </a:moveTo>
                  <a:lnTo>
                    <a:pt x="0" y="25400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5400"/>
                  </a:lnTo>
                  <a:close/>
                </a:path>
                <a:path w="3810" h="521970">
                  <a:moveTo>
                    <a:pt x="3809" y="22860"/>
                  </a:moveTo>
                  <a:lnTo>
                    <a:pt x="0" y="22860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22860"/>
                  </a:lnTo>
                  <a:close/>
                </a:path>
                <a:path w="3810" h="521970">
                  <a:moveTo>
                    <a:pt x="3809" y="19050"/>
                  </a:moveTo>
                  <a:lnTo>
                    <a:pt x="0" y="19050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9050"/>
                  </a:lnTo>
                  <a:close/>
                </a:path>
                <a:path w="3810" h="521970">
                  <a:moveTo>
                    <a:pt x="3809" y="16510"/>
                  </a:moveTo>
                  <a:lnTo>
                    <a:pt x="0" y="1651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6510"/>
                  </a:lnTo>
                  <a:close/>
                </a:path>
                <a:path w="3810" h="521970">
                  <a:moveTo>
                    <a:pt x="3809" y="12700"/>
                  </a:moveTo>
                  <a:lnTo>
                    <a:pt x="0" y="1270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2700"/>
                  </a:lnTo>
                  <a:close/>
                </a:path>
                <a:path w="3810" h="521970">
                  <a:moveTo>
                    <a:pt x="3809" y="10160"/>
                  </a:moveTo>
                  <a:lnTo>
                    <a:pt x="0" y="1016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10160"/>
                  </a:lnTo>
                  <a:close/>
                </a:path>
                <a:path w="3810" h="521970">
                  <a:moveTo>
                    <a:pt x="3809" y="6350"/>
                  </a:moveTo>
                  <a:lnTo>
                    <a:pt x="0" y="635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50"/>
                  </a:lnTo>
                  <a:close/>
                </a:path>
                <a:path w="3810" h="521970">
                  <a:moveTo>
                    <a:pt x="3809" y="3810"/>
                  </a:moveTo>
                  <a:lnTo>
                    <a:pt x="0" y="381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3810"/>
                  </a:lnTo>
                  <a:close/>
                </a:path>
                <a:path w="3810" h="521970">
                  <a:moveTo>
                    <a:pt x="253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39" y="2539"/>
                  </a:lnTo>
                  <a:lnTo>
                    <a:pt x="2539" y="0"/>
                  </a:lnTo>
                  <a:close/>
                </a:path>
                <a:path w="3810" h="521970">
                  <a:moveTo>
                    <a:pt x="3809" y="518160"/>
                  </a:moveTo>
                  <a:lnTo>
                    <a:pt x="0" y="518160"/>
                  </a:lnTo>
                  <a:lnTo>
                    <a:pt x="0" y="520700"/>
                  </a:lnTo>
                  <a:lnTo>
                    <a:pt x="2539" y="520700"/>
                  </a:lnTo>
                  <a:lnTo>
                    <a:pt x="2539" y="521970"/>
                  </a:lnTo>
                  <a:lnTo>
                    <a:pt x="3809" y="521970"/>
                  </a:lnTo>
                  <a:lnTo>
                    <a:pt x="3809" y="518160"/>
                  </a:lnTo>
                  <a:close/>
                </a:path>
                <a:path w="3810" h="521970">
                  <a:moveTo>
                    <a:pt x="3809" y="511810"/>
                  </a:moveTo>
                  <a:lnTo>
                    <a:pt x="0" y="511810"/>
                  </a:lnTo>
                  <a:lnTo>
                    <a:pt x="0" y="516890"/>
                  </a:lnTo>
                  <a:lnTo>
                    <a:pt x="3809" y="516890"/>
                  </a:lnTo>
                  <a:lnTo>
                    <a:pt x="3809" y="511810"/>
                  </a:lnTo>
                  <a:close/>
                </a:path>
                <a:path w="3810" h="521970">
                  <a:moveTo>
                    <a:pt x="3809" y="505460"/>
                  </a:moveTo>
                  <a:lnTo>
                    <a:pt x="0" y="505460"/>
                  </a:lnTo>
                  <a:lnTo>
                    <a:pt x="0" y="510540"/>
                  </a:lnTo>
                  <a:lnTo>
                    <a:pt x="3809" y="510540"/>
                  </a:lnTo>
                  <a:lnTo>
                    <a:pt x="3809" y="505460"/>
                  </a:lnTo>
                  <a:close/>
                </a:path>
                <a:path w="3810" h="521970">
                  <a:moveTo>
                    <a:pt x="3809" y="499110"/>
                  </a:moveTo>
                  <a:lnTo>
                    <a:pt x="0" y="499110"/>
                  </a:lnTo>
                  <a:lnTo>
                    <a:pt x="0" y="504190"/>
                  </a:lnTo>
                  <a:lnTo>
                    <a:pt x="3809" y="504190"/>
                  </a:lnTo>
                  <a:lnTo>
                    <a:pt x="3809" y="499110"/>
                  </a:lnTo>
                  <a:close/>
                </a:path>
                <a:path w="3810" h="521970">
                  <a:moveTo>
                    <a:pt x="3809" y="492760"/>
                  </a:moveTo>
                  <a:lnTo>
                    <a:pt x="0" y="492760"/>
                  </a:lnTo>
                  <a:lnTo>
                    <a:pt x="0" y="497840"/>
                  </a:lnTo>
                  <a:lnTo>
                    <a:pt x="3809" y="497840"/>
                  </a:lnTo>
                  <a:lnTo>
                    <a:pt x="3809" y="492760"/>
                  </a:lnTo>
                  <a:close/>
                </a:path>
                <a:path w="3810" h="521970">
                  <a:moveTo>
                    <a:pt x="3809" y="486410"/>
                  </a:moveTo>
                  <a:lnTo>
                    <a:pt x="0" y="486410"/>
                  </a:lnTo>
                  <a:lnTo>
                    <a:pt x="0" y="491490"/>
                  </a:lnTo>
                  <a:lnTo>
                    <a:pt x="3809" y="491490"/>
                  </a:lnTo>
                  <a:lnTo>
                    <a:pt x="3809" y="486410"/>
                  </a:lnTo>
                  <a:close/>
                </a:path>
                <a:path w="3810" h="521970">
                  <a:moveTo>
                    <a:pt x="3809" y="480060"/>
                  </a:moveTo>
                  <a:lnTo>
                    <a:pt x="0" y="480060"/>
                  </a:lnTo>
                  <a:lnTo>
                    <a:pt x="0" y="485140"/>
                  </a:lnTo>
                  <a:lnTo>
                    <a:pt x="3809" y="485140"/>
                  </a:lnTo>
                  <a:lnTo>
                    <a:pt x="3809" y="480060"/>
                  </a:lnTo>
                  <a:close/>
                </a:path>
                <a:path w="3810" h="521970">
                  <a:moveTo>
                    <a:pt x="3809" y="473710"/>
                  </a:moveTo>
                  <a:lnTo>
                    <a:pt x="0" y="473710"/>
                  </a:lnTo>
                  <a:lnTo>
                    <a:pt x="0" y="478790"/>
                  </a:lnTo>
                  <a:lnTo>
                    <a:pt x="3809" y="478790"/>
                  </a:lnTo>
                  <a:lnTo>
                    <a:pt x="3809" y="473710"/>
                  </a:lnTo>
                  <a:close/>
                </a:path>
                <a:path w="3810" h="521970">
                  <a:moveTo>
                    <a:pt x="3809" y="210820"/>
                  </a:moveTo>
                  <a:lnTo>
                    <a:pt x="0" y="210820"/>
                  </a:lnTo>
                  <a:lnTo>
                    <a:pt x="0" y="472440"/>
                  </a:lnTo>
                  <a:lnTo>
                    <a:pt x="3809" y="472440"/>
                  </a:lnTo>
                  <a:lnTo>
                    <a:pt x="3809" y="210820"/>
                  </a:lnTo>
                  <a:close/>
                </a:path>
              </a:pathLst>
            </a:custGeom>
            <a:solidFill>
              <a:srgbClr val="DCD2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2" name="object 1702"/>
            <p:cNvSpPr/>
            <p:nvPr/>
          </p:nvSpPr>
          <p:spPr>
            <a:xfrm>
              <a:off x="2712719" y="2820669"/>
              <a:ext cx="3810" cy="521970"/>
            </a:xfrm>
            <a:custGeom>
              <a:avLst/>
              <a:gdLst/>
              <a:ahLst/>
              <a:cxnLst/>
              <a:rect l="l" t="t" r="r" b="b"/>
              <a:pathLst>
                <a:path w="3810" h="521970">
                  <a:moveTo>
                    <a:pt x="3810" y="86360"/>
                  </a:moveTo>
                  <a:lnTo>
                    <a:pt x="0" y="86360"/>
                  </a:lnTo>
                  <a:lnTo>
                    <a:pt x="0" y="207010"/>
                  </a:lnTo>
                  <a:lnTo>
                    <a:pt x="3810" y="207010"/>
                  </a:lnTo>
                  <a:lnTo>
                    <a:pt x="3810" y="86360"/>
                  </a:lnTo>
                  <a:close/>
                </a:path>
                <a:path w="3810" h="521970">
                  <a:moveTo>
                    <a:pt x="3810" y="83820"/>
                  </a:moveTo>
                  <a:lnTo>
                    <a:pt x="0" y="83820"/>
                  </a:lnTo>
                  <a:lnTo>
                    <a:pt x="0" y="85089"/>
                  </a:lnTo>
                  <a:lnTo>
                    <a:pt x="3810" y="85089"/>
                  </a:lnTo>
                  <a:lnTo>
                    <a:pt x="3810" y="83820"/>
                  </a:lnTo>
                  <a:close/>
                </a:path>
                <a:path w="3810" h="521970">
                  <a:moveTo>
                    <a:pt x="3810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3810" y="82550"/>
                  </a:lnTo>
                  <a:lnTo>
                    <a:pt x="3810" y="80010"/>
                  </a:lnTo>
                  <a:close/>
                </a:path>
                <a:path w="3810" h="521970">
                  <a:moveTo>
                    <a:pt x="3810" y="77470"/>
                  </a:moveTo>
                  <a:lnTo>
                    <a:pt x="0" y="77470"/>
                  </a:lnTo>
                  <a:lnTo>
                    <a:pt x="0" y="78739"/>
                  </a:lnTo>
                  <a:lnTo>
                    <a:pt x="3810" y="78739"/>
                  </a:lnTo>
                  <a:lnTo>
                    <a:pt x="3810" y="77470"/>
                  </a:lnTo>
                  <a:close/>
                </a:path>
                <a:path w="3810" h="521970">
                  <a:moveTo>
                    <a:pt x="3810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3810" y="76200"/>
                  </a:lnTo>
                  <a:lnTo>
                    <a:pt x="3810" y="73660"/>
                  </a:lnTo>
                  <a:close/>
                </a:path>
                <a:path w="3810" h="521970">
                  <a:moveTo>
                    <a:pt x="3810" y="71120"/>
                  </a:moveTo>
                  <a:lnTo>
                    <a:pt x="0" y="71120"/>
                  </a:lnTo>
                  <a:lnTo>
                    <a:pt x="0" y="72389"/>
                  </a:lnTo>
                  <a:lnTo>
                    <a:pt x="3810" y="72389"/>
                  </a:lnTo>
                  <a:lnTo>
                    <a:pt x="3810" y="71120"/>
                  </a:lnTo>
                  <a:close/>
                </a:path>
                <a:path w="3810" h="521970">
                  <a:moveTo>
                    <a:pt x="3810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3810" y="69850"/>
                  </a:lnTo>
                  <a:lnTo>
                    <a:pt x="3810" y="67310"/>
                  </a:lnTo>
                  <a:close/>
                </a:path>
                <a:path w="3810" h="521970">
                  <a:moveTo>
                    <a:pt x="3810" y="64770"/>
                  </a:moveTo>
                  <a:lnTo>
                    <a:pt x="0" y="64770"/>
                  </a:lnTo>
                  <a:lnTo>
                    <a:pt x="0" y="66039"/>
                  </a:lnTo>
                  <a:lnTo>
                    <a:pt x="3810" y="66039"/>
                  </a:lnTo>
                  <a:lnTo>
                    <a:pt x="3810" y="64770"/>
                  </a:lnTo>
                  <a:close/>
                </a:path>
                <a:path w="3810" h="521970">
                  <a:moveTo>
                    <a:pt x="3810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60960"/>
                  </a:lnTo>
                  <a:close/>
                </a:path>
                <a:path w="3810" h="521970">
                  <a:moveTo>
                    <a:pt x="3810" y="58420"/>
                  </a:moveTo>
                  <a:lnTo>
                    <a:pt x="0" y="58420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8420"/>
                  </a:lnTo>
                  <a:close/>
                </a:path>
                <a:path w="3810" h="521970">
                  <a:moveTo>
                    <a:pt x="3810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3810" y="57150"/>
                  </a:lnTo>
                  <a:lnTo>
                    <a:pt x="3810" y="54610"/>
                  </a:lnTo>
                  <a:close/>
                </a:path>
                <a:path w="3810" h="521970">
                  <a:moveTo>
                    <a:pt x="3810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52070"/>
                  </a:lnTo>
                  <a:close/>
                </a:path>
                <a:path w="3810" h="521970">
                  <a:moveTo>
                    <a:pt x="3810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3810" y="50800"/>
                  </a:lnTo>
                  <a:lnTo>
                    <a:pt x="3810" y="48260"/>
                  </a:lnTo>
                  <a:close/>
                </a:path>
                <a:path w="3810" h="521970">
                  <a:moveTo>
                    <a:pt x="3810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5720"/>
                  </a:lnTo>
                  <a:close/>
                </a:path>
                <a:path w="3810" h="521970">
                  <a:moveTo>
                    <a:pt x="3810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3810" y="44450"/>
                  </a:lnTo>
                  <a:lnTo>
                    <a:pt x="3810" y="41910"/>
                  </a:lnTo>
                  <a:close/>
                </a:path>
                <a:path w="3810" h="521970">
                  <a:moveTo>
                    <a:pt x="3810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9370"/>
                  </a:lnTo>
                  <a:close/>
                </a:path>
                <a:path w="3810" h="521970">
                  <a:moveTo>
                    <a:pt x="381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5560"/>
                  </a:lnTo>
                  <a:close/>
                </a:path>
                <a:path w="3810" h="521970">
                  <a:moveTo>
                    <a:pt x="3810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33020"/>
                  </a:lnTo>
                  <a:close/>
                </a:path>
                <a:path w="3810" h="521970">
                  <a:moveTo>
                    <a:pt x="381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3810" y="31750"/>
                  </a:lnTo>
                  <a:lnTo>
                    <a:pt x="3810" y="29210"/>
                  </a:lnTo>
                  <a:close/>
                </a:path>
                <a:path w="3810" h="521970">
                  <a:moveTo>
                    <a:pt x="3810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6670"/>
                  </a:lnTo>
                  <a:close/>
                </a:path>
                <a:path w="3810" h="521970">
                  <a:moveTo>
                    <a:pt x="381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2860"/>
                  </a:lnTo>
                  <a:close/>
                </a:path>
                <a:path w="3810" h="521970">
                  <a:moveTo>
                    <a:pt x="3810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20320"/>
                  </a:lnTo>
                  <a:close/>
                </a:path>
                <a:path w="3810" h="521970">
                  <a:moveTo>
                    <a:pt x="381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6510"/>
                  </a:lnTo>
                  <a:close/>
                </a:path>
                <a:path w="3810" h="521970">
                  <a:moveTo>
                    <a:pt x="3810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3970"/>
                  </a:lnTo>
                  <a:close/>
                </a:path>
                <a:path w="3810" h="521970">
                  <a:moveTo>
                    <a:pt x="381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10160"/>
                  </a:lnTo>
                  <a:close/>
                </a:path>
                <a:path w="3810" h="521970">
                  <a:moveTo>
                    <a:pt x="3810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7620"/>
                  </a:lnTo>
                  <a:close/>
                </a:path>
                <a:path w="3810" h="521970">
                  <a:moveTo>
                    <a:pt x="3810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3810"/>
                  </a:lnTo>
                  <a:close/>
                </a:path>
                <a:path w="3810" h="521970">
                  <a:moveTo>
                    <a:pt x="2540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0" y="1270"/>
                  </a:lnTo>
                  <a:lnTo>
                    <a:pt x="0" y="2539"/>
                  </a:lnTo>
                  <a:lnTo>
                    <a:pt x="2540" y="2539"/>
                  </a:lnTo>
                  <a:lnTo>
                    <a:pt x="2540" y="0"/>
                  </a:lnTo>
                  <a:close/>
                </a:path>
                <a:path w="3810" h="521970">
                  <a:moveTo>
                    <a:pt x="3810" y="515620"/>
                  </a:moveTo>
                  <a:lnTo>
                    <a:pt x="0" y="515620"/>
                  </a:lnTo>
                  <a:lnTo>
                    <a:pt x="0" y="521970"/>
                  </a:lnTo>
                  <a:lnTo>
                    <a:pt x="2540" y="521970"/>
                  </a:lnTo>
                  <a:lnTo>
                    <a:pt x="2540" y="520700"/>
                  </a:lnTo>
                  <a:lnTo>
                    <a:pt x="3810" y="520700"/>
                  </a:lnTo>
                  <a:lnTo>
                    <a:pt x="3810" y="515620"/>
                  </a:lnTo>
                  <a:close/>
                </a:path>
                <a:path w="3810" h="521970">
                  <a:moveTo>
                    <a:pt x="3810" y="509270"/>
                  </a:moveTo>
                  <a:lnTo>
                    <a:pt x="0" y="509270"/>
                  </a:lnTo>
                  <a:lnTo>
                    <a:pt x="0" y="514350"/>
                  </a:lnTo>
                  <a:lnTo>
                    <a:pt x="3810" y="514350"/>
                  </a:lnTo>
                  <a:lnTo>
                    <a:pt x="3810" y="509270"/>
                  </a:lnTo>
                  <a:close/>
                </a:path>
                <a:path w="3810" h="521970">
                  <a:moveTo>
                    <a:pt x="3810" y="502920"/>
                  </a:moveTo>
                  <a:lnTo>
                    <a:pt x="0" y="502920"/>
                  </a:lnTo>
                  <a:lnTo>
                    <a:pt x="0" y="508000"/>
                  </a:lnTo>
                  <a:lnTo>
                    <a:pt x="3810" y="508000"/>
                  </a:lnTo>
                  <a:lnTo>
                    <a:pt x="3810" y="502920"/>
                  </a:lnTo>
                  <a:close/>
                </a:path>
                <a:path w="3810" h="521970">
                  <a:moveTo>
                    <a:pt x="3810" y="496570"/>
                  </a:moveTo>
                  <a:lnTo>
                    <a:pt x="0" y="496570"/>
                  </a:lnTo>
                  <a:lnTo>
                    <a:pt x="0" y="501650"/>
                  </a:lnTo>
                  <a:lnTo>
                    <a:pt x="3810" y="501650"/>
                  </a:lnTo>
                  <a:lnTo>
                    <a:pt x="3810" y="496570"/>
                  </a:lnTo>
                  <a:close/>
                </a:path>
                <a:path w="3810" h="521970">
                  <a:moveTo>
                    <a:pt x="3810" y="490220"/>
                  </a:moveTo>
                  <a:lnTo>
                    <a:pt x="0" y="490220"/>
                  </a:lnTo>
                  <a:lnTo>
                    <a:pt x="0" y="495300"/>
                  </a:lnTo>
                  <a:lnTo>
                    <a:pt x="3810" y="495300"/>
                  </a:lnTo>
                  <a:lnTo>
                    <a:pt x="3810" y="490220"/>
                  </a:lnTo>
                  <a:close/>
                </a:path>
                <a:path w="3810" h="521970">
                  <a:moveTo>
                    <a:pt x="3810" y="483870"/>
                  </a:moveTo>
                  <a:lnTo>
                    <a:pt x="0" y="483870"/>
                  </a:lnTo>
                  <a:lnTo>
                    <a:pt x="0" y="488950"/>
                  </a:lnTo>
                  <a:lnTo>
                    <a:pt x="3810" y="488950"/>
                  </a:lnTo>
                  <a:lnTo>
                    <a:pt x="3810" y="483870"/>
                  </a:lnTo>
                  <a:close/>
                </a:path>
                <a:path w="3810" h="521970">
                  <a:moveTo>
                    <a:pt x="3810" y="477520"/>
                  </a:moveTo>
                  <a:lnTo>
                    <a:pt x="0" y="477520"/>
                  </a:lnTo>
                  <a:lnTo>
                    <a:pt x="0" y="482600"/>
                  </a:lnTo>
                  <a:lnTo>
                    <a:pt x="3810" y="482600"/>
                  </a:lnTo>
                  <a:lnTo>
                    <a:pt x="3810" y="477520"/>
                  </a:lnTo>
                  <a:close/>
                </a:path>
                <a:path w="3810" h="521970">
                  <a:moveTo>
                    <a:pt x="3810" y="471170"/>
                  </a:moveTo>
                  <a:lnTo>
                    <a:pt x="0" y="471170"/>
                  </a:lnTo>
                  <a:lnTo>
                    <a:pt x="0" y="476250"/>
                  </a:lnTo>
                  <a:lnTo>
                    <a:pt x="3810" y="476250"/>
                  </a:lnTo>
                  <a:lnTo>
                    <a:pt x="3810" y="471170"/>
                  </a:lnTo>
                  <a:close/>
                </a:path>
                <a:path w="3810" h="521970">
                  <a:moveTo>
                    <a:pt x="3810" y="208280"/>
                  </a:moveTo>
                  <a:lnTo>
                    <a:pt x="0" y="208280"/>
                  </a:lnTo>
                  <a:lnTo>
                    <a:pt x="0" y="469900"/>
                  </a:lnTo>
                  <a:lnTo>
                    <a:pt x="3810" y="469900"/>
                  </a:lnTo>
                  <a:lnTo>
                    <a:pt x="3810" y="208280"/>
                  </a:lnTo>
                  <a:close/>
                </a:path>
              </a:pathLst>
            </a:custGeom>
            <a:solidFill>
              <a:srgbClr val="DBD1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3" name="object 1703"/>
            <p:cNvSpPr/>
            <p:nvPr/>
          </p:nvSpPr>
          <p:spPr>
            <a:xfrm>
              <a:off x="2716530" y="2823210"/>
              <a:ext cx="3810" cy="521970"/>
            </a:xfrm>
            <a:custGeom>
              <a:avLst/>
              <a:gdLst/>
              <a:ahLst/>
              <a:cxnLst/>
              <a:rect l="l" t="t" r="r" b="b"/>
              <a:pathLst>
                <a:path w="3810" h="521970">
                  <a:moveTo>
                    <a:pt x="3809" y="83820"/>
                  </a:moveTo>
                  <a:lnTo>
                    <a:pt x="0" y="83820"/>
                  </a:lnTo>
                  <a:lnTo>
                    <a:pt x="0" y="204470"/>
                  </a:lnTo>
                  <a:lnTo>
                    <a:pt x="3809" y="204470"/>
                  </a:lnTo>
                  <a:lnTo>
                    <a:pt x="3809" y="83820"/>
                  </a:lnTo>
                  <a:close/>
                </a:path>
                <a:path w="3810" h="521970">
                  <a:moveTo>
                    <a:pt x="3809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3809" y="82550"/>
                  </a:lnTo>
                  <a:lnTo>
                    <a:pt x="3809" y="81280"/>
                  </a:lnTo>
                  <a:close/>
                </a:path>
                <a:path w="3810" h="521970">
                  <a:moveTo>
                    <a:pt x="3809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3809" y="80010"/>
                  </a:lnTo>
                  <a:lnTo>
                    <a:pt x="3809" y="77470"/>
                  </a:lnTo>
                  <a:close/>
                </a:path>
                <a:path w="3810" h="521970">
                  <a:moveTo>
                    <a:pt x="3809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3809" y="76200"/>
                  </a:lnTo>
                  <a:lnTo>
                    <a:pt x="3809" y="74930"/>
                  </a:lnTo>
                  <a:close/>
                </a:path>
                <a:path w="3810" h="521970">
                  <a:moveTo>
                    <a:pt x="3809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3809" y="73660"/>
                  </a:lnTo>
                  <a:lnTo>
                    <a:pt x="3809" y="71120"/>
                  </a:lnTo>
                  <a:close/>
                </a:path>
                <a:path w="3810" h="521970">
                  <a:moveTo>
                    <a:pt x="3809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3809" y="69850"/>
                  </a:lnTo>
                  <a:lnTo>
                    <a:pt x="3809" y="68580"/>
                  </a:lnTo>
                  <a:close/>
                </a:path>
                <a:path w="3810" h="521970">
                  <a:moveTo>
                    <a:pt x="3809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3809" y="67310"/>
                  </a:lnTo>
                  <a:lnTo>
                    <a:pt x="3809" y="64770"/>
                  </a:lnTo>
                  <a:close/>
                </a:path>
                <a:path w="3810" h="521970">
                  <a:moveTo>
                    <a:pt x="380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09" y="63500"/>
                  </a:lnTo>
                  <a:lnTo>
                    <a:pt x="3809" y="62230"/>
                  </a:lnTo>
                  <a:close/>
                </a:path>
                <a:path w="3810" h="521970">
                  <a:moveTo>
                    <a:pt x="3809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3809" y="60960"/>
                  </a:lnTo>
                  <a:lnTo>
                    <a:pt x="3809" y="58420"/>
                  </a:lnTo>
                  <a:close/>
                </a:path>
                <a:path w="3810" h="521970">
                  <a:moveTo>
                    <a:pt x="3809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3809" y="57150"/>
                  </a:lnTo>
                  <a:lnTo>
                    <a:pt x="3809" y="55880"/>
                  </a:lnTo>
                  <a:close/>
                </a:path>
                <a:path w="3810" h="521970">
                  <a:moveTo>
                    <a:pt x="3809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3809" y="54610"/>
                  </a:lnTo>
                  <a:lnTo>
                    <a:pt x="3809" y="52070"/>
                  </a:lnTo>
                  <a:close/>
                </a:path>
                <a:path w="3810" h="521970">
                  <a:moveTo>
                    <a:pt x="3809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49530"/>
                  </a:lnTo>
                  <a:close/>
                </a:path>
                <a:path w="3810" h="521970">
                  <a:moveTo>
                    <a:pt x="3809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3809" y="48260"/>
                  </a:lnTo>
                  <a:lnTo>
                    <a:pt x="3809" y="45720"/>
                  </a:lnTo>
                  <a:close/>
                </a:path>
                <a:path w="3810" h="521970">
                  <a:moveTo>
                    <a:pt x="3809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3809" y="44450"/>
                  </a:lnTo>
                  <a:lnTo>
                    <a:pt x="3809" y="43180"/>
                  </a:lnTo>
                  <a:close/>
                </a:path>
                <a:path w="3810" h="521970">
                  <a:moveTo>
                    <a:pt x="3809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39370"/>
                  </a:lnTo>
                  <a:close/>
                </a:path>
                <a:path w="3810" h="521970">
                  <a:moveTo>
                    <a:pt x="3809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3809" y="38100"/>
                  </a:lnTo>
                  <a:lnTo>
                    <a:pt x="3809" y="36830"/>
                  </a:lnTo>
                  <a:close/>
                </a:path>
                <a:path w="3810" h="521970">
                  <a:moveTo>
                    <a:pt x="3809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33020"/>
                  </a:lnTo>
                  <a:close/>
                </a:path>
                <a:path w="3810" h="521970">
                  <a:moveTo>
                    <a:pt x="3809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3809" y="31750"/>
                  </a:lnTo>
                  <a:lnTo>
                    <a:pt x="3809" y="30480"/>
                  </a:lnTo>
                  <a:close/>
                </a:path>
                <a:path w="3810" h="521970">
                  <a:moveTo>
                    <a:pt x="3809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3809" y="29210"/>
                  </a:lnTo>
                  <a:lnTo>
                    <a:pt x="3809" y="26670"/>
                  </a:lnTo>
                  <a:close/>
                </a:path>
                <a:path w="3810" h="521970">
                  <a:moveTo>
                    <a:pt x="3809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3809" y="25400"/>
                  </a:lnTo>
                  <a:lnTo>
                    <a:pt x="3809" y="24130"/>
                  </a:lnTo>
                  <a:close/>
                </a:path>
                <a:path w="3810" h="521970">
                  <a:moveTo>
                    <a:pt x="3809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20320"/>
                  </a:lnTo>
                  <a:close/>
                </a:path>
                <a:path w="3810" h="521970">
                  <a:moveTo>
                    <a:pt x="3809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3809" y="19050"/>
                  </a:lnTo>
                  <a:lnTo>
                    <a:pt x="3809" y="17780"/>
                  </a:lnTo>
                  <a:close/>
                </a:path>
                <a:path w="3810" h="521970">
                  <a:moveTo>
                    <a:pt x="3809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3970"/>
                  </a:lnTo>
                  <a:close/>
                </a:path>
                <a:path w="3810" h="521970">
                  <a:moveTo>
                    <a:pt x="3809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3809" y="12700"/>
                  </a:lnTo>
                  <a:lnTo>
                    <a:pt x="3809" y="11430"/>
                  </a:lnTo>
                  <a:close/>
                </a:path>
                <a:path w="3810" h="521970">
                  <a:moveTo>
                    <a:pt x="3809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7620"/>
                  </a:lnTo>
                  <a:close/>
                </a:path>
                <a:path w="3810" h="521970">
                  <a:moveTo>
                    <a:pt x="3809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5080"/>
                  </a:lnTo>
                  <a:close/>
                </a:path>
                <a:path w="3810" h="521970">
                  <a:moveTo>
                    <a:pt x="3809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10" h="521970">
                  <a:moveTo>
                    <a:pt x="3809" y="519430"/>
                  </a:moveTo>
                  <a:lnTo>
                    <a:pt x="0" y="519430"/>
                  </a:lnTo>
                  <a:lnTo>
                    <a:pt x="0" y="520700"/>
                  </a:lnTo>
                  <a:lnTo>
                    <a:pt x="2539" y="520700"/>
                  </a:lnTo>
                  <a:lnTo>
                    <a:pt x="2539" y="521970"/>
                  </a:lnTo>
                  <a:lnTo>
                    <a:pt x="3809" y="521970"/>
                  </a:lnTo>
                  <a:lnTo>
                    <a:pt x="3809" y="519430"/>
                  </a:lnTo>
                  <a:close/>
                </a:path>
                <a:path w="3810" h="521970">
                  <a:moveTo>
                    <a:pt x="3809" y="513080"/>
                  </a:moveTo>
                  <a:lnTo>
                    <a:pt x="0" y="513080"/>
                  </a:lnTo>
                  <a:lnTo>
                    <a:pt x="0" y="518160"/>
                  </a:lnTo>
                  <a:lnTo>
                    <a:pt x="3809" y="518160"/>
                  </a:lnTo>
                  <a:lnTo>
                    <a:pt x="3809" y="513080"/>
                  </a:lnTo>
                  <a:close/>
                </a:path>
                <a:path w="3810" h="521970">
                  <a:moveTo>
                    <a:pt x="3809" y="506730"/>
                  </a:moveTo>
                  <a:lnTo>
                    <a:pt x="0" y="506730"/>
                  </a:lnTo>
                  <a:lnTo>
                    <a:pt x="0" y="511810"/>
                  </a:lnTo>
                  <a:lnTo>
                    <a:pt x="3809" y="511810"/>
                  </a:lnTo>
                  <a:lnTo>
                    <a:pt x="3809" y="506730"/>
                  </a:lnTo>
                  <a:close/>
                </a:path>
                <a:path w="3810" h="521970">
                  <a:moveTo>
                    <a:pt x="3809" y="500380"/>
                  </a:moveTo>
                  <a:lnTo>
                    <a:pt x="0" y="500380"/>
                  </a:lnTo>
                  <a:lnTo>
                    <a:pt x="0" y="505460"/>
                  </a:lnTo>
                  <a:lnTo>
                    <a:pt x="3809" y="505460"/>
                  </a:lnTo>
                  <a:lnTo>
                    <a:pt x="3809" y="500380"/>
                  </a:lnTo>
                  <a:close/>
                </a:path>
                <a:path w="3810" h="521970">
                  <a:moveTo>
                    <a:pt x="3809" y="494030"/>
                  </a:moveTo>
                  <a:lnTo>
                    <a:pt x="0" y="494030"/>
                  </a:lnTo>
                  <a:lnTo>
                    <a:pt x="0" y="499110"/>
                  </a:lnTo>
                  <a:lnTo>
                    <a:pt x="3809" y="499110"/>
                  </a:lnTo>
                  <a:lnTo>
                    <a:pt x="3809" y="494030"/>
                  </a:lnTo>
                  <a:close/>
                </a:path>
                <a:path w="3810" h="521970">
                  <a:moveTo>
                    <a:pt x="3809" y="487680"/>
                  </a:moveTo>
                  <a:lnTo>
                    <a:pt x="0" y="487680"/>
                  </a:lnTo>
                  <a:lnTo>
                    <a:pt x="0" y="492760"/>
                  </a:lnTo>
                  <a:lnTo>
                    <a:pt x="3809" y="492760"/>
                  </a:lnTo>
                  <a:lnTo>
                    <a:pt x="3809" y="487680"/>
                  </a:lnTo>
                  <a:close/>
                </a:path>
                <a:path w="3810" h="521970">
                  <a:moveTo>
                    <a:pt x="3809" y="481330"/>
                  </a:moveTo>
                  <a:lnTo>
                    <a:pt x="0" y="481330"/>
                  </a:lnTo>
                  <a:lnTo>
                    <a:pt x="0" y="486410"/>
                  </a:lnTo>
                  <a:lnTo>
                    <a:pt x="3809" y="486410"/>
                  </a:lnTo>
                  <a:lnTo>
                    <a:pt x="3809" y="481330"/>
                  </a:lnTo>
                  <a:close/>
                </a:path>
                <a:path w="3810" h="521970">
                  <a:moveTo>
                    <a:pt x="3809" y="474980"/>
                  </a:moveTo>
                  <a:lnTo>
                    <a:pt x="0" y="474980"/>
                  </a:lnTo>
                  <a:lnTo>
                    <a:pt x="0" y="480060"/>
                  </a:lnTo>
                  <a:lnTo>
                    <a:pt x="3809" y="480060"/>
                  </a:lnTo>
                  <a:lnTo>
                    <a:pt x="3809" y="474980"/>
                  </a:lnTo>
                  <a:close/>
                </a:path>
                <a:path w="3810" h="521970">
                  <a:moveTo>
                    <a:pt x="3809" y="468630"/>
                  </a:moveTo>
                  <a:lnTo>
                    <a:pt x="0" y="468630"/>
                  </a:lnTo>
                  <a:lnTo>
                    <a:pt x="0" y="473710"/>
                  </a:lnTo>
                  <a:lnTo>
                    <a:pt x="3809" y="473710"/>
                  </a:lnTo>
                  <a:lnTo>
                    <a:pt x="3809" y="468630"/>
                  </a:lnTo>
                  <a:close/>
                </a:path>
                <a:path w="3810" h="521970">
                  <a:moveTo>
                    <a:pt x="3809" y="205740"/>
                  </a:moveTo>
                  <a:lnTo>
                    <a:pt x="0" y="205740"/>
                  </a:lnTo>
                  <a:lnTo>
                    <a:pt x="0" y="467360"/>
                  </a:lnTo>
                  <a:lnTo>
                    <a:pt x="3809" y="467360"/>
                  </a:lnTo>
                  <a:lnTo>
                    <a:pt x="3809" y="205740"/>
                  </a:lnTo>
                  <a:close/>
                </a:path>
              </a:pathLst>
            </a:custGeom>
            <a:solidFill>
              <a:srgbClr val="DBD0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4" name="object 1704"/>
            <p:cNvSpPr/>
            <p:nvPr/>
          </p:nvSpPr>
          <p:spPr>
            <a:xfrm>
              <a:off x="2720339" y="2824479"/>
              <a:ext cx="3810" cy="524510"/>
            </a:xfrm>
            <a:custGeom>
              <a:avLst/>
              <a:gdLst/>
              <a:ahLst/>
              <a:cxnLst/>
              <a:rect l="l" t="t" r="r" b="b"/>
              <a:pathLst>
                <a:path w="3810" h="524510">
                  <a:moveTo>
                    <a:pt x="3810" y="82550"/>
                  </a:moveTo>
                  <a:lnTo>
                    <a:pt x="0" y="82550"/>
                  </a:lnTo>
                  <a:lnTo>
                    <a:pt x="0" y="203200"/>
                  </a:lnTo>
                  <a:lnTo>
                    <a:pt x="3810" y="203200"/>
                  </a:lnTo>
                  <a:lnTo>
                    <a:pt x="3810" y="82550"/>
                  </a:lnTo>
                  <a:close/>
                </a:path>
                <a:path w="3810" h="524510">
                  <a:moveTo>
                    <a:pt x="3810" y="80010"/>
                  </a:moveTo>
                  <a:lnTo>
                    <a:pt x="0" y="80010"/>
                  </a:lnTo>
                  <a:lnTo>
                    <a:pt x="0" y="81279"/>
                  </a:lnTo>
                  <a:lnTo>
                    <a:pt x="3810" y="81279"/>
                  </a:lnTo>
                  <a:lnTo>
                    <a:pt x="3810" y="80010"/>
                  </a:lnTo>
                  <a:close/>
                </a:path>
                <a:path w="3810" h="524510">
                  <a:moveTo>
                    <a:pt x="3810" y="76200"/>
                  </a:moveTo>
                  <a:lnTo>
                    <a:pt x="0" y="76200"/>
                  </a:lnTo>
                  <a:lnTo>
                    <a:pt x="0" y="78739"/>
                  </a:lnTo>
                  <a:lnTo>
                    <a:pt x="3810" y="78739"/>
                  </a:lnTo>
                  <a:lnTo>
                    <a:pt x="3810" y="76200"/>
                  </a:lnTo>
                  <a:close/>
                </a:path>
                <a:path w="3810" h="524510">
                  <a:moveTo>
                    <a:pt x="3810" y="73660"/>
                  </a:moveTo>
                  <a:lnTo>
                    <a:pt x="0" y="73660"/>
                  </a:lnTo>
                  <a:lnTo>
                    <a:pt x="0" y="74929"/>
                  </a:lnTo>
                  <a:lnTo>
                    <a:pt x="3810" y="74929"/>
                  </a:lnTo>
                  <a:lnTo>
                    <a:pt x="3810" y="73660"/>
                  </a:lnTo>
                  <a:close/>
                </a:path>
                <a:path w="3810" h="524510">
                  <a:moveTo>
                    <a:pt x="3810" y="69850"/>
                  </a:moveTo>
                  <a:lnTo>
                    <a:pt x="0" y="69850"/>
                  </a:lnTo>
                  <a:lnTo>
                    <a:pt x="0" y="72389"/>
                  </a:lnTo>
                  <a:lnTo>
                    <a:pt x="3810" y="72389"/>
                  </a:lnTo>
                  <a:lnTo>
                    <a:pt x="3810" y="69850"/>
                  </a:lnTo>
                  <a:close/>
                </a:path>
                <a:path w="3810" h="524510">
                  <a:moveTo>
                    <a:pt x="3810" y="67310"/>
                  </a:moveTo>
                  <a:lnTo>
                    <a:pt x="0" y="67310"/>
                  </a:lnTo>
                  <a:lnTo>
                    <a:pt x="0" y="68579"/>
                  </a:lnTo>
                  <a:lnTo>
                    <a:pt x="3810" y="68579"/>
                  </a:lnTo>
                  <a:lnTo>
                    <a:pt x="3810" y="67310"/>
                  </a:lnTo>
                  <a:close/>
                </a:path>
                <a:path w="3810" h="524510">
                  <a:moveTo>
                    <a:pt x="3810" y="63500"/>
                  </a:moveTo>
                  <a:lnTo>
                    <a:pt x="0" y="63500"/>
                  </a:lnTo>
                  <a:lnTo>
                    <a:pt x="0" y="66039"/>
                  </a:lnTo>
                  <a:lnTo>
                    <a:pt x="3810" y="66039"/>
                  </a:lnTo>
                  <a:lnTo>
                    <a:pt x="3810" y="63500"/>
                  </a:lnTo>
                  <a:close/>
                </a:path>
                <a:path w="3810" h="524510">
                  <a:moveTo>
                    <a:pt x="3810" y="60960"/>
                  </a:moveTo>
                  <a:lnTo>
                    <a:pt x="0" y="60960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60960"/>
                  </a:lnTo>
                  <a:close/>
                </a:path>
                <a:path w="3810" h="524510">
                  <a:moveTo>
                    <a:pt x="3810" y="57150"/>
                  </a:moveTo>
                  <a:lnTo>
                    <a:pt x="0" y="57150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7150"/>
                  </a:lnTo>
                  <a:close/>
                </a:path>
                <a:path w="3810" h="524510">
                  <a:moveTo>
                    <a:pt x="3810" y="54610"/>
                  </a:moveTo>
                  <a:lnTo>
                    <a:pt x="0" y="54610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54610"/>
                  </a:lnTo>
                  <a:close/>
                </a:path>
                <a:path w="3810" h="524510">
                  <a:moveTo>
                    <a:pt x="3810" y="50800"/>
                  </a:moveTo>
                  <a:lnTo>
                    <a:pt x="0" y="50800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50800"/>
                  </a:lnTo>
                  <a:close/>
                </a:path>
                <a:path w="3810" h="524510">
                  <a:moveTo>
                    <a:pt x="3810" y="48260"/>
                  </a:moveTo>
                  <a:lnTo>
                    <a:pt x="0" y="48260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8260"/>
                  </a:lnTo>
                  <a:close/>
                </a:path>
                <a:path w="3810" h="524510">
                  <a:moveTo>
                    <a:pt x="3810" y="44450"/>
                  </a:moveTo>
                  <a:lnTo>
                    <a:pt x="0" y="44450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4450"/>
                  </a:lnTo>
                  <a:close/>
                </a:path>
                <a:path w="3810" h="524510">
                  <a:moveTo>
                    <a:pt x="3810" y="41910"/>
                  </a:moveTo>
                  <a:lnTo>
                    <a:pt x="0" y="41910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41910"/>
                  </a:lnTo>
                  <a:close/>
                </a:path>
                <a:path w="3810" h="524510">
                  <a:moveTo>
                    <a:pt x="3810" y="38100"/>
                  </a:moveTo>
                  <a:lnTo>
                    <a:pt x="0" y="38100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8100"/>
                  </a:lnTo>
                  <a:close/>
                </a:path>
                <a:path w="3810" h="524510">
                  <a:moveTo>
                    <a:pt x="3810" y="35560"/>
                  </a:moveTo>
                  <a:lnTo>
                    <a:pt x="0" y="3556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35560"/>
                  </a:lnTo>
                  <a:close/>
                </a:path>
                <a:path w="3810" h="524510">
                  <a:moveTo>
                    <a:pt x="3810" y="31750"/>
                  </a:moveTo>
                  <a:lnTo>
                    <a:pt x="0" y="31750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31750"/>
                  </a:lnTo>
                  <a:close/>
                </a:path>
                <a:path w="3810" h="524510">
                  <a:moveTo>
                    <a:pt x="3810" y="29210"/>
                  </a:moveTo>
                  <a:lnTo>
                    <a:pt x="0" y="29210"/>
                  </a:lnTo>
                  <a:lnTo>
                    <a:pt x="0" y="30479"/>
                  </a:lnTo>
                  <a:lnTo>
                    <a:pt x="3810" y="30479"/>
                  </a:lnTo>
                  <a:lnTo>
                    <a:pt x="3810" y="29210"/>
                  </a:lnTo>
                  <a:close/>
                </a:path>
                <a:path w="3810" h="524510">
                  <a:moveTo>
                    <a:pt x="3810" y="25400"/>
                  </a:moveTo>
                  <a:lnTo>
                    <a:pt x="0" y="25400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5400"/>
                  </a:lnTo>
                  <a:close/>
                </a:path>
                <a:path w="3810" h="524510">
                  <a:moveTo>
                    <a:pt x="3810" y="22860"/>
                  </a:moveTo>
                  <a:lnTo>
                    <a:pt x="0" y="2286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22860"/>
                  </a:lnTo>
                  <a:close/>
                </a:path>
                <a:path w="3810" h="524510">
                  <a:moveTo>
                    <a:pt x="3810" y="19050"/>
                  </a:moveTo>
                  <a:lnTo>
                    <a:pt x="0" y="1905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9050"/>
                  </a:lnTo>
                  <a:close/>
                </a:path>
                <a:path w="3810" h="524510">
                  <a:moveTo>
                    <a:pt x="3810" y="16510"/>
                  </a:moveTo>
                  <a:lnTo>
                    <a:pt x="0" y="1651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6510"/>
                  </a:lnTo>
                  <a:close/>
                </a:path>
                <a:path w="3810" h="524510">
                  <a:moveTo>
                    <a:pt x="3810" y="12700"/>
                  </a:moveTo>
                  <a:lnTo>
                    <a:pt x="0" y="1270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2700"/>
                  </a:lnTo>
                  <a:close/>
                </a:path>
                <a:path w="3810" h="524510">
                  <a:moveTo>
                    <a:pt x="3810" y="10160"/>
                  </a:moveTo>
                  <a:lnTo>
                    <a:pt x="0" y="1016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10160"/>
                  </a:lnTo>
                  <a:close/>
                </a:path>
                <a:path w="3810" h="524510">
                  <a:moveTo>
                    <a:pt x="3810" y="6350"/>
                  </a:moveTo>
                  <a:lnTo>
                    <a:pt x="0" y="635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50"/>
                  </a:lnTo>
                  <a:close/>
                </a:path>
                <a:path w="3810" h="524510">
                  <a:moveTo>
                    <a:pt x="3810" y="3810"/>
                  </a:moveTo>
                  <a:lnTo>
                    <a:pt x="0" y="381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3810"/>
                  </a:lnTo>
                  <a:close/>
                </a:path>
                <a:path w="3810" h="524510">
                  <a:moveTo>
                    <a:pt x="127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70" y="2539"/>
                  </a:lnTo>
                  <a:lnTo>
                    <a:pt x="1270" y="0"/>
                  </a:lnTo>
                  <a:close/>
                </a:path>
                <a:path w="3810" h="524510">
                  <a:moveTo>
                    <a:pt x="3810" y="518160"/>
                  </a:moveTo>
                  <a:lnTo>
                    <a:pt x="0" y="518160"/>
                  </a:lnTo>
                  <a:lnTo>
                    <a:pt x="0" y="521970"/>
                  </a:lnTo>
                  <a:lnTo>
                    <a:pt x="2540" y="521970"/>
                  </a:lnTo>
                  <a:lnTo>
                    <a:pt x="2540" y="524510"/>
                  </a:lnTo>
                  <a:lnTo>
                    <a:pt x="3810" y="524510"/>
                  </a:lnTo>
                  <a:lnTo>
                    <a:pt x="3810" y="518160"/>
                  </a:lnTo>
                  <a:close/>
                </a:path>
                <a:path w="3810" h="524510">
                  <a:moveTo>
                    <a:pt x="3810" y="511810"/>
                  </a:moveTo>
                  <a:lnTo>
                    <a:pt x="0" y="511810"/>
                  </a:lnTo>
                  <a:lnTo>
                    <a:pt x="0" y="516890"/>
                  </a:lnTo>
                  <a:lnTo>
                    <a:pt x="3810" y="516890"/>
                  </a:lnTo>
                  <a:lnTo>
                    <a:pt x="3810" y="511810"/>
                  </a:lnTo>
                  <a:close/>
                </a:path>
                <a:path w="3810" h="524510">
                  <a:moveTo>
                    <a:pt x="3810" y="505460"/>
                  </a:moveTo>
                  <a:lnTo>
                    <a:pt x="0" y="505460"/>
                  </a:lnTo>
                  <a:lnTo>
                    <a:pt x="0" y="510540"/>
                  </a:lnTo>
                  <a:lnTo>
                    <a:pt x="3810" y="510540"/>
                  </a:lnTo>
                  <a:lnTo>
                    <a:pt x="3810" y="505460"/>
                  </a:lnTo>
                  <a:close/>
                </a:path>
                <a:path w="3810" h="524510">
                  <a:moveTo>
                    <a:pt x="3810" y="499110"/>
                  </a:moveTo>
                  <a:lnTo>
                    <a:pt x="0" y="499110"/>
                  </a:lnTo>
                  <a:lnTo>
                    <a:pt x="0" y="504190"/>
                  </a:lnTo>
                  <a:lnTo>
                    <a:pt x="3810" y="504190"/>
                  </a:lnTo>
                  <a:lnTo>
                    <a:pt x="3810" y="499110"/>
                  </a:lnTo>
                  <a:close/>
                </a:path>
                <a:path w="3810" h="524510">
                  <a:moveTo>
                    <a:pt x="3810" y="492760"/>
                  </a:moveTo>
                  <a:lnTo>
                    <a:pt x="0" y="492760"/>
                  </a:lnTo>
                  <a:lnTo>
                    <a:pt x="0" y="497840"/>
                  </a:lnTo>
                  <a:lnTo>
                    <a:pt x="3810" y="497840"/>
                  </a:lnTo>
                  <a:lnTo>
                    <a:pt x="3810" y="492760"/>
                  </a:lnTo>
                  <a:close/>
                </a:path>
                <a:path w="3810" h="524510">
                  <a:moveTo>
                    <a:pt x="3810" y="486410"/>
                  </a:moveTo>
                  <a:lnTo>
                    <a:pt x="0" y="486410"/>
                  </a:lnTo>
                  <a:lnTo>
                    <a:pt x="0" y="491490"/>
                  </a:lnTo>
                  <a:lnTo>
                    <a:pt x="3810" y="491490"/>
                  </a:lnTo>
                  <a:lnTo>
                    <a:pt x="3810" y="486410"/>
                  </a:lnTo>
                  <a:close/>
                </a:path>
                <a:path w="3810" h="524510">
                  <a:moveTo>
                    <a:pt x="3810" y="480060"/>
                  </a:moveTo>
                  <a:lnTo>
                    <a:pt x="0" y="480060"/>
                  </a:lnTo>
                  <a:lnTo>
                    <a:pt x="0" y="485140"/>
                  </a:lnTo>
                  <a:lnTo>
                    <a:pt x="3810" y="485140"/>
                  </a:lnTo>
                  <a:lnTo>
                    <a:pt x="3810" y="480060"/>
                  </a:lnTo>
                  <a:close/>
                </a:path>
                <a:path w="3810" h="524510">
                  <a:moveTo>
                    <a:pt x="3810" y="473710"/>
                  </a:moveTo>
                  <a:lnTo>
                    <a:pt x="0" y="473710"/>
                  </a:lnTo>
                  <a:lnTo>
                    <a:pt x="0" y="478790"/>
                  </a:lnTo>
                  <a:lnTo>
                    <a:pt x="3810" y="478790"/>
                  </a:lnTo>
                  <a:lnTo>
                    <a:pt x="3810" y="473710"/>
                  </a:lnTo>
                  <a:close/>
                </a:path>
                <a:path w="3810" h="524510">
                  <a:moveTo>
                    <a:pt x="3810" y="467360"/>
                  </a:moveTo>
                  <a:lnTo>
                    <a:pt x="0" y="467360"/>
                  </a:lnTo>
                  <a:lnTo>
                    <a:pt x="0" y="472440"/>
                  </a:lnTo>
                  <a:lnTo>
                    <a:pt x="3810" y="472440"/>
                  </a:lnTo>
                  <a:lnTo>
                    <a:pt x="3810" y="467360"/>
                  </a:lnTo>
                  <a:close/>
                </a:path>
                <a:path w="3810" h="524510">
                  <a:moveTo>
                    <a:pt x="3810" y="204470"/>
                  </a:moveTo>
                  <a:lnTo>
                    <a:pt x="0" y="204470"/>
                  </a:lnTo>
                  <a:lnTo>
                    <a:pt x="0" y="466090"/>
                  </a:lnTo>
                  <a:lnTo>
                    <a:pt x="3810" y="466090"/>
                  </a:lnTo>
                  <a:lnTo>
                    <a:pt x="3810" y="204470"/>
                  </a:lnTo>
                  <a:close/>
                </a:path>
              </a:pathLst>
            </a:custGeom>
            <a:solidFill>
              <a:srgbClr val="DACF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5" name="object 1705"/>
            <p:cNvSpPr/>
            <p:nvPr/>
          </p:nvSpPr>
          <p:spPr>
            <a:xfrm>
              <a:off x="2724150" y="2827019"/>
              <a:ext cx="3810" cy="523240"/>
            </a:xfrm>
            <a:custGeom>
              <a:avLst/>
              <a:gdLst/>
              <a:ahLst/>
              <a:cxnLst/>
              <a:rect l="l" t="t" r="r" b="b"/>
              <a:pathLst>
                <a:path w="3810" h="523239">
                  <a:moveTo>
                    <a:pt x="3810" y="80010"/>
                  </a:moveTo>
                  <a:lnTo>
                    <a:pt x="0" y="80010"/>
                  </a:lnTo>
                  <a:lnTo>
                    <a:pt x="0" y="200660"/>
                  </a:lnTo>
                  <a:lnTo>
                    <a:pt x="3810" y="200660"/>
                  </a:lnTo>
                  <a:lnTo>
                    <a:pt x="3810" y="80010"/>
                  </a:lnTo>
                  <a:close/>
                </a:path>
                <a:path w="3810" h="523239">
                  <a:moveTo>
                    <a:pt x="3810" y="77470"/>
                  </a:moveTo>
                  <a:lnTo>
                    <a:pt x="0" y="77470"/>
                  </a:lnTo>
                  <a:lnTo>
                    <a:pt x="0" y="78739"/>
                  </a:lnTo>
                  <a:lnTo>
                    <a:pt x="3810" y="78739"/>
                  </a:lnTo>
                  <a:lnTo>
                    <a:pt x="3810" y="77470"/>
                  </a:lnTo>
                  <a:close/>
                </a:path>
                <a:path w="3810" h="523239">
                  <a:moveTo>
                    <a:pt x="3810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3810" y="76200"/>
                  </a:lnTo>
                  <a:lnTo>
                    <a:pt x="3810" y="73660"/>
                  </a:lnTo>
                  <a:close/>
                </a:path>
                <a:path w="3810" h="523239">
                  <a:moveTo>
                    <a:pt x="3810" y="71120"/>
                  </a:moveTo>
                  <a:lnTo>
                    <a:pt x="0" y="71120"/>
                  </a:lnTo>
                  <a:lnTo>
                    <a:pt x="0" y="72389"/>
                  </a:lnTo>
                  <a:lnTo>
                    <a:pt x="3810" y="72389"/>
                  </a:lnTo>
                  <a:lnTo>
                    <a:pt x="3810" y="71120"/>
                  </a:lnTo>
                  <a:close/>
                </a:path>
                <a:path w="3810" h="523239">
                  <a:moveTo>
                    <a:pt x="3810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3810" y="69850"/>
                  </a:lnTo>
                  <a:lnTo>
                    <a:pt x="3810" y="67310"/>
                  </a:lnTo>
                  <a:close/>
                </a:path>
                <a:path w="3810" h="523239">
                  <a:moveTo>
                    <a:pt x="3810" y="64770"/>
                  </a:moveTo>
                  <a:lnTo>
                    <a:pt x="0" y="64770"/>
                  </a:lnTo>
                  <a:lnTo>
                    <a:pt x="0" y="66039"/>
                  </a:lnTo>
                  <a:lnTo>
                    <a:pt x="3810" y="66039"/>
                  </a:lnTo>
                  <a:lnTo>
                    <a:pt x="3810" y="64770"/>
                  </a:lnTo>
                  <a:close/>
                </a:path>
                <a:path w="3810" h="523239">
                  <a:moveTo>
                    <a:pt x="3810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60960"/>
                  </a:lnTo>
                  <a:close/>
                </a:path>
                <a:path w="3810" h="523239">
                  <a:moveTo>
                    <a:pt x="3810" y="58420"/>
                  </a:moveTo>
                  <a:lnTo>
                    <a:pt x="0" y="58420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8420"/>
                  </a:lnTo>
                  <a:close/>
                </a:path>
                <a:path w="3810" h="523239">
                  <a:moveTo>
                    <a:pt x="3810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3810" y="57150"/>
                  </a:lnTo>
                  <a:lnTo>
                    <a:pt x="3810" y="54610"/>
                  </a:lnTo>
                  <a:close/>
                </a:path>
                <a:path w="3810" h="523239">
                  <a:moveTo>
                    <a:pt x="3810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52070"/>
                  </a:lnTo>
                  <a:close/>
                </a:path>
                <a:path w="3810" h="523239">
                  <a:moveTo>
                    <a:pt x="3810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3810" y="50800"/>
                  </a:lnTo>
                  <a:lnTo>
                    <a:pt x="3810" y="48260"/>
                  </a:lnTo>
                  <a:close/>
                </a:path>
                <a:path w="3810" h="523239">
                  <a:moveTo>
                    <a:pt x="3810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5720"/>
                  </a:lnTo>
                  <a:close/>
                </a:path>
                <a:path w="3810" h="523239">
                  <a:moveTo>
                    <a:pt x="3810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3810" y="44450"/>
                  </a:lnTo>
                  <a:lnTo>
                    <a:pt x="3810" y="41910"/>
                  </a:lnTo>
                  <a:close/>
                </a:path>
                <a:path w="3810" h="523239">
                  <a:moveTo>
                    <a:pt x="3810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9370"/>
                  </a:lnTo>
                  <a:close/>
                </a:path>
                <a:path w="3810" h="523239">
                  <a:moveTo>
                    <a:pt x="381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5560"/>
                  </a:lnTo>
                  <a:close/>
                </a:path>
                <a:path w="3810" h="523239">
                  <a:moveTo>
                    <a:pt x="3810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33020"/>
                  </a:lnTo>
                  <a:close/>
                </a:path>
                <a:path w="3810" h="523239">
                  <a:moveTo>
                    <a:pt x="381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3810" y="31750"/>
                  </a:lnTo>
                  <a:lnTo>
                    <a:pt x="3810" y="29210"/>
                  </a:lnTo>
                  <a:close/>
                </a:path>
                <a:path w="3810" h="523239">
                  <a:moveTo>
                    <a:pt x="3810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6670"/>
                  </a:lnTo>
                  <a:close/>
                </a:path>
                <a:path w="3810" h="523239">
                  <a:moveTo>
                    <a:pt x="381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2860"/>
                  </a:lnTo>
                  <a:close/>
                </a:path>
                <a:path w="3810" h="523239">
                  <a:moveTo>
                    <a:pt x="3810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20320"/>
                  </a:lnTo>
                  <a:close/>
                </a:path>
                <a:path w="3810" h="523239">
                  <a:moveTo>
                    <a:pt x="381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6510"/>
                  </a:lnTo>
                  <a:close/>
                </a:path>
                <a:path w="3810" h="523239">
                  <a:moveTo>
                    <a:pt x="3810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3970"/>
                  </a:lnTo>
                  <a:close/>
                </a:path>
                <a:path w="3810" h="523239">
                  <a:moveTo>
                    <a:pt x="381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10160"/>
                  </a:lnTo>
                  <a:close/>
                </a:path>
                <a:path w="3810" h="523239">
                  <a:moveTo>
                    <a:pt x="3810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7620"/>
                  </a:lnTo>
                  <a:close/>
                </a:path>
                <a:path w="3810" h="523239">
                  <a:moveTo>
                    <a:pt x="3810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3810"/>
                  </a:lnTo>
                  <a:close/>
                </a:path>
                <a:path w="3810" h="523239">
                  <a:moveTo>
                    <a:pt x="253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39" y="2539"/>
                  </a:lnTo>
                  <a:lnTo>
                    <a:pt x="2539" y="0"/>
                  </a:lnTo>
                  <a:close/>
                </a:path>
                <a:path w="3810" h="523239">
                  <a:moveTo>
                    <a:pt x="3810" y="521970"/>
                  </a:moveTo>
                  <a:lnTo>
                    <a:pt x="2539" y="521970"/>
                  </a:lnTo>
                  <a:lnTo>
                    <a:pt x="2539" y="523240"/>
                  </a:lnTo>
                  <a:lnTo>
                    <a:pt x="3810" y="523240"/>
                  </a:lnTo>
                  <a:lnTo>
                    <a:pt x="3810" y="521970"/>
                  </a:lnTo>
                  <a:close/>
                </a:path>
                <a:path w="3810" h="523239">
                  <a:moveTo>
                    <a:pt x="3810" y="515620"/>
                  </a:moveTo>
                  <a:lnTo>
                    <a:pt x="0" y="515620"/>
                  </a:lnTo>
                  <a:lnTo>
                    <a:pt x="0" y="521970"/>
                  </a:lnTo>
                  <a:lnTo>
                    <a:pt x="1269" y="521970"/>
                  </a:lnTo>
                  <a:lnTo>
                    <a:pt x="1269" y="520700"/>
                  </a:lnTo>
                  <a:lnTo>
                    <a:pt x="3810" y="520700"/>
                  </a:lnTo>
                  <a:lnTo>
                    <a:pt x="3810" y="515620"/>
                  </a:lnTo>
                  <a:close/>
                </a:path>
                <a:path w="3810" h="523239">
                  <a:moveTo>
                    <a:pt x="3810" y="509270"/>
                  </a:moveTo>
                  <a:lnTo>
                    <a:pt x="0" y="509270"/>
                  </a:lnTo>
                  <a:lnTo>
                    <a:pt x="0" y="514350"/>
                  </a:lnTo>
                  <a:lnTo>
                    <a:pt x="3810" y="514350"/>
                  </a:lnTo>
                  <a:lnTo>
                    <a:pt x="3810" y="509270"/>
                  </a:lnTo>
                  <a:close/>
                </a:path>
                <a:path w="3810" h="523239">
                  <a:moveTo>
                    <a:pt x="3810" y="502920"/>
                  </a:moveTo>
                  <a:lnTo>
                    <a:pt x="0" y="502920"/>
                  </a:lnTo>
                  <a:lnTo>
                    <a:pt x="0" y="508000"/>
                  </a:lnTo>
                  <a:lnTo>
                    <a:pt x="3810" y="508000"/>
                  </a:lnTo>
                  <a:lnTo>
                    <a:pt x="3810" y="502920"/>
                  </a:lnTo>
                  <a:close/>
                </a:path>
                <a:path w="3810" h="523239">
                  <a:moveTo>
                    <a:pt x="3810" y="496570"/>
                  </a:moveTo>
                  <a:lnTo>
                    <a:pt x="0" y="496570"/>
                  </a:lnTo>
                  <a:lnTo>
                    <a:pt x="0" y="501650"/>
                  </a:lnTo>
                  <a:lnTo>
                    <a:pt x="3810" y="501650"/>
                  </a:lnTo>
                  <a:lnTo>
                    <a:pt x="3810" y="496570"/>
                  </a:lnTo>
                  <a:close/>
                </a:path>
                <a:path w="3810" h="523239">
                  <a:moveTo>
                    <a:pt x="3810" y="490220"/>
                  </a:moveTo>
                  <a:lnTo>
                    <a:pt x="0" y="490220"/>
                  </a:lnTo>
                  <a:lnTo>
                    <a:pt x="0" y="495300"/>
                  </a:lnTo>
                  <a:lnTo>
                    <a:pt x="3810" y="495300"/>
                  </a:lnTo>
                  <a:lnTo>
                    <a:pt x="3810" y="490220"/>
                  </a:lnTo>
                  <a:close/>
                </a:path>
                <a:path w="3810" h="523239">
                  <a:moveTo>
                    <a:pt x="3810" y="483870"/>
                  </a:moveTo>
                  <a:lnTo>
                    <a:pt x="0" y="483870"/>
                  </a:lnTo>
                  <a:lnTo>
                    <a:pt x="0" y="488950"/>
                  </a:lnTo>
                  <a:lnTo>
                    <a:pt x="3810" y="488950"/>
                  </a:lnTo>
                  <a:lnTo>
                    <a:pt x="3810" y="483870"/>
                  </a:lnTo>
                  <a:close/>
                </a:path>
                <a:path w="3810" h="523239">
                  <a:moveTo>
                    <a:pt x="3810" y="477520"/>
                  </a:moveTo>
                  <a:lnTo>
                    <a:pt x="0" y="477520"/>
                  </a:lnTo>
                  <a:lnTo>
                    <a:pt x="0" y="482600"/>
                  </a:lnTo>
                  <a:lnTo>
                    <a:pt x="3810" y="482600"/>
                  </a:lnTo>
                  <a:lnTo>
                    <a:pt x="3810" y="477520"/>
                  </a:lnTo>
                  <a:close/>
                </a:path>
                <a:path w="3810" h="523239">
                  <a:moveTo>
                    <a:pt x="3810" y="471170"/>
                  </a:moveTo>
                  <a:lnTo>
                    <a:pt x="0" y="471170"/>
                  </a:lnTo>
                  <a:lnTo>
                    <a:pt x="0" y="476250"/>
                  </a:lnTo>
                  <a:lnTo>
                    <a:pt x="3810" y="476250"/>
                  </a:lnTo>
                  <a:lnTo>
                    <a:pt x="3810" y="471170"/>
                  </a:lnTo>
                  <a:close/>
                </a:path>
                <a:path w="3810" h="523239">
                  <a:moveTo>
                    <a:pt x="3810" y="464820"/>
                  </a:moveTo>
                  <a:lnTo>
                    <a:pt x="0" y="464820"/>
                  </a:lnTo>
                  <a:lnTo>
                    <a:pt x="0" y="469900"/>
                  </a:lnTo>
                  <a:lnTo>
                    <a:pt x="3810" y="469900"/>
                  </a:lnTo>
                  <a:lnTo>
                    <a:pt x="3810" y="464820"/>
                  </a:lnTo>
                  <a:close/>
                </a:path>
                <a:path w="3810" h="523239">
                  <a:moveTo>
                    <a:pt x="3810" y="201930"/>
                  </a:moveTo>
                  <a:lnTo>
                    <a:pt x="0" y="201930"/>
                  </a:lnTo>
                  <a:lnTo>
                    <a:pt x="0" y="463550"/>
                  </a:lnTo>
                  <a:lnTo>
                    <a:pt x="3810" y="463550"/>
                  </a:lnTo>
                  <a:lnTo>
                    <a:pt x="3810" y="201930"/>
                  </a:lnTo>
                  <a:close/>
                </a:path>
              </a:pathLst>
            </a:custGeom>
            <a:solidFill>
              <a:srgbClr val="D9CE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6" name="object 1706"/>
            <p:cNvSpPr/>
            <p:nvPr/>
          </p:nvSpPr>
          <p:spPr>
            <a:xfrm>
              <a:off x="2727960" y="2829560"/>
              <a:ext cx="2540" cy="521970"/>
            </a:xfrm>
            <a:custGeom>
              <a:avLst/>
              <a:gdLst/>
              <a:ahLst/>
              <a:cxnLst/>
              <a:rect l="l" t="t" r="r" b="b"/>
              <a:pathLst>
                <a:path w="2539" h="521970">
                  <a:moveTo>
                    <a:pt x="2539" y="77470"/>
                  </a:moveTo>
                  <a:lnTo>
                    <a:pt x="0" y="77470"/>
                  </a:lnTo>
                  <a:lnTo>
                    <a:pt x="0" y="198120"/>
                  </a:lnTo>
                  <a:lnTo>
                    <a:pt x="2539" y="198120"/>
                  </a:lnTo>
                  <a:lnTo>
                    <a:pt x="2539" y="77470"/>
                  </a:lnTo>
                  <a:close/>
                </a:path>
                <a:path w="2539" h="521970">
                  <a:moveTo>
                    <a:pt x="2539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2539" y="76200"/>
                  </a:lnTo>
                  <a:lnTo>
                    <a:pt x="2539" y="74930"/>
                  </a:lnTo>
                  <a:close/>
                </a:path>
                <a:path w="2539" h="521970">
                  <a:moveTo>
                    <a:pt x="2539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2539" y="73660"/>
                  </a:lnTo>
                  <a:lnTo>
                    <a:pt x="2539" y="71120"/>
                  </a:lnTo>
                  <a:close/>
                </a:path>
                <a:path w="2539" h="521970">
                  <a:moveTo>
                    <a:pt x="2539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2539" y="69850"/>
                  </a:lnTo>
                  <a:lnTo>
                    <a:pt x="2539" y="68580"/>
                  </a:lnTo>
                  <a:close/>
                </a:path>
                <a:path w="2539" h="521970">
                  <a:moveTo>
                    <a:pt x="2539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2539" y="67310"/>
                  </a:lnTo>
                  <a:lnTo>
                    <a:pt x="2539" y="64770"/>
                  </a:lnTo>
                  <a:close/>
                </a:path>
                <a:path w="2539" h="521970">
                  <a:moveTo>
                    <a:pt x="253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2539" y="63500"/>
                  </a:lnTo>
                  <a:lnTo>
                    <a:pt x="2539" y="62230"/>
                  </a:lnTo>
                  <a:close/>
                </a:path>
                <a:path w="2539" h="521970">
                  <a:moveTo>
                    <a:pt x="2539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2539" y="60960"/>
                  </a:lnTo>
                  <a:lnTo>
                    <a:pt x="2539" y="58420"/>
                  </a:lnTo>
                  <a:close/>
                </a:path>
                <a:path w="2539" h="521970">
                  <a:moveTo>
                    <a:pt x="2539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2539" y="57150"/>
                  </a:lnTo>
                  <a:lnTo>
                    <a:pt x="2539" y="55880"/>
                  </a:lnTo>
                  <a:close/>
                </a:path>
                <a:path w="2539" h="521970">
                  <a:moveTo>
                    <a:pt x="2539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2539" y="54610"/>
                  </a:lnTo>
                  <a:lnTo>
                    <a:pt x="2539" y="52070"/>
                  </a:lnTo>
                  <a:close/>
                </a:path>
                <a:path w="2539" h="521970">
                  <a:moveTo>
                    <a:pt x="2539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2539" y="50800"/>
                  </a:lnTo>
                  <a:lnTo>
                    <a:pt x="2539" y="49530"/>
                  </a:lnTo>
                  <a:close/>
                </a:path>
                <a:path w="2539" h="521970">
                  <a:moveTo>
                    <a:pt x="2539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2539" y="48260"/>
                  </a:lnTo>
                  <a:lnTo>
                    <a:pt x="2539" y="45720"/>
                  </a:lnTo>
                  <a:close/>
                </a:path>
                <a:path w="2539" h="521970">
                  <a:moveTo>
                    <a:pt x="2539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2539" y="44450"/>
                  </a:lnTo>
                  <a:lnTo>
                    <a:pt x="2539" y="43180"/>
                  </a:lnTo>
                  <a:close/>
                </a:path>
                <a:path w="2539" h="521970">
                  <a:moveTo>
                    <a:pt x="2539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2539" y="41910"/>
                  </a:lnTo>
                  <a:lnTo>
                    <a:pt x="2539" y="39370"/>
                  </a:lnTo>
                  <a:close/>
                </a:path>
                <a:path w="2539" h="521970">
                  <a:moveTo>
                    <a:pt x="2539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2539" y="38100"/>
                  </a:lnTo>
                  <a:lnTo>
                    <a:pt x="2539" y="36830"/>
                  </a:lnTo>
                  <a:close/>
                </a:path>
                <a:path w="2539" h="521970">
                  <a:moveTo>
                    <a:pt x="2539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2539" y="35560"/>
                  </a:lnTo>
                  <a:lnTo>
                    <a:pt x="2539" y="33020"/>
                  </a:lnTo>
                  <a:close/>
                </a:path>
                <a:path w="2539" h="521970">
                  <a:moveTo>
                    <a:pt x="2539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2539" y="31750"/>
                  </a:lnTo>
                  <a:lnTo>
                    <a:pt x="2539" y="30480"/>
                  </a:lnTo>
                  <a:close/>
                </a:path>
                <a:path w="2539" h="521970">
                  <a:moveTo>
                    <a:pt x="2539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2539" y="29210"/>
                  </a:lnTo>
                  <a:lnTo>
                    <a:pt x="2539" y="26670"/>
                  </a:lnTo>
                  <a:close/>
                </a:path>
                <a:path w="2539" h="521970">
                  <a:moveTo>
                    <a:pt x="2539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2539" y="25400"/>
                  </a:lnTo>
                  <a:lnTo>
                    <a:pt x="2539" y="24130"/>
                  </a:lnTo>
                  <a:close/>
                </a:path>
                <a:path w="2539" h="521970">
                  <a:moveTo>
                    <a:pt x="2539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2539" y="22860"/>
                  </a:lnTo>
                  <a:lnTo>
                    <a:pt x="2539" y="20320"/>
                  </a:lnTo>
                  <a:close/>
                </a:path>
                <a:path w="2539" h="521970">
                  <a:moveTo>
                    <a:pt x="2539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2539" y="19050"/>
                  </a:lnTo>
                  <a:lnTo>
                    <a:pt x="2539" y="17780"/>
                  </a:lnTo>
                  <a:close/>
                </a:path>
                <a:path w="2539" h="521970">
                  <a:moveTo>
                    <a:pt x="2539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2539" y="16510"/>
                  </a:lnTo>
                  <a:lnTo>
                    <a:pt x="2539" y="13970"/>
                  </a:lnTo>
                  <a:close/>
                </a:path>
                <a:path w="2539" h="521970">
                  <a:moveTo>
                    <a:pt x="2539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2539" y="12700"/>
                  </a:lnTo>
                  <a:lnTo>
                    <a:pt x="2539" y="11430"/>
                  </a:lnTo>
                  <a:close/>
                </a:path>
                <a:path w="2539" h="521970">
                  <a:moveTo>
                    <a:pt x="2539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2539" y="10160"/>
                  </a:lnTo>
                  <a:lnTo>
                    <a:pt x="2539" y="7620"/>
                  </a:lnTo>
                  <a:close/>
                </a:path>
                <a:path w="2539" h="521970">
                  <a:moveTo>
                    <a:pt x="2539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2539" y="6350"/>
                  </a:lnTo>
                  <a:lnTo>
                    <a:pt x="2539" y="5080"/>
                  </a:lnTo>
                  <a:close/>
                </a:path>
                <a:path w="2539" h="521970">
                  <a:moveTo>
                    <a:pt x="253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39" y="3810"/>
                  </a:lnTo>
                  <a:lnTo>
                    <a:pt x="2539" y="0"/>
                  </a:lnTo>
                  <a:close/>
                </a:path>
                <a:path w="2539" h="521970">
                  <a:moveTo>
                    <a:pt x="2539" y="519430"/>
                  </a:moveTo>
                  <a:lnTo>
                    <a:pt x="0" y="519430"/>
                  </a:lnTo>
                  <a:lnTo>
                    <a:pt x="0" y="520700"/>
                  </a:lnTo>
                  <a:lnTo>
                    <a:pt x="1269" y="520700"/>
                  </a:lnTo>
                  <a:lnTo>
                    <a:pt x="1269" y="521970"/>
                  </a:lnTo>
                  <a:lnTo>
                    <a:pt x="2539" y="521970"/>
                  </a:lnTo>
                  <a:lnTo>
                    <a:pt x="2539" y="519430"/>
                  </a:lnTo>
                  <a:close/>
                </a:path>
                <a:path w="2539" h="521970">
                  <a:moveTo>
                    <a:pt x="2539" y="513080"/>
                  </a:moveTo>
                  <a:lnTo>
                    <a:pt x="0" y="513080"/>
                  </a:lnTo>
                  <a:lnTo>
                    <a:pt x="0" y="518160"/>
                  </a:lnTo>
                  <a:lnTo>
                    <a:pt x="2539" y="518160"/>
                  </a:lnTo>
                  <a:lnTo>
                    <a:pt x="2539" y="513080"/>
                  </a:lnTo>
                  <a:close/>
                </a:path>
                <a:path w="2539" h="521970">
                  <a:moveTo>
                    <a:pt x="2539" y="506730"/>
                  </a:moveTo>
                  <a:lnTo>
                    <a:pt x="0" y="506730"/>
                  </a:lnTo>
                  <a:lnTo>
                    <a:pt x="0" y="511810"/>
                  </a:lnTo>
                  <a:lnTo>
                    <a:pt x="2539" y="511810"/>
                  </a:lnTo>
                  <a:lnTo>
                    <a:pt x="2539" y="506730"/>
                  </a:lnTo>
                  <a:close/>
                </a:path>
                <a:path w="2539" h="521970">
                  <a:moveTo>
                    <a:pt x="2539" y="500380"/>
                  </a:moveTo>
                  <a:lnTo>
                    <a:pt x="0" y="500380"/>
                  </a:lnTo>
                  <a:lnTo>
                    <a:pt x="0" y="505460"/>
                  </a:lnTo>
                  <a:lnTo>
                    <a:pt x="2539" y="505460"/>
                  </a:lnTo>
                  <a:lnTo>
                    <a:pt x="2539" y="500380"/>
                  </a:lnTo>
                  <a:close/>
                </a:path>
                <a:path w="2539" h="521970">
                  <a:moveTo>
                    <a:pt x="2539" y="494030"/>
                  </a:moveTo>
                  <a:lnTo>
                    <a:pt x="0" y="494030"/>
                  </a:lnTo>
                  <a:lnTo>
                    <a:pt x="0" y="499110"/>
                  </a:lnTo>
                  <a:lnTo>
                    <a:pt x="2539" y="499110"/>
                  </a:lnTo>
                  <a:lnTo>
                    <a:pt x="2539" y="494030"/>
                  </a:lnTo>
                  <a:close/>
                </a:path>
                <a:path w="2539" h="521970">
                  <a:moveTo>
                    <a:pt x="2539" y="487680"/>
                  </a:moveTo>
                  <a:lnTo>
                    <a:pt x="0" y="487680"/>
                  </a:lnTo>
                  <a:lnTo>
                    <a:pt x="0" y="492760"/>
                  </a:lnTo>
                  <a:lnTo>
                    <a:pt x="2539" y="492760"/>
                  </a:lnTo>
                  <a:lnTo>
                    <a:pt x="2539" y="487680"/>
                  </a:lnTo>
                  <a:close/>
                </a:path>
                <a:path w="2539" h="521970">
                  <a:moveTo>
                    <a:pt x="2539" y="481330"/>
                  </a:moveTo>
                  <a:lnTo>
                    <a:pt x="0" y="481330"/>
                  </a:lnTo>
                  <a:lnTo>
                    <a:pt x="0" y="486410"/>
                  </a:lnTo>
                  <a:lnTo>
                    <a:pt x="2539" y="486410"/>
                  </a:lnTo>
                  <a:lnTo>
                    <a:pt x="2539" y="481330"/>
                  </a:lnTo>
                  <a:close/>
                </a:path>
                <a:path w="2539" h="521970">
                  <a:moveTo>
                    <a:pt x="2539" y="474980"/>
                  </a:moveTo>
                  <a:lnTo>
                    <a:pt x="0" y="474980"/>
                  </a:lnTo>
                  <a:lnTo>
                    <a:pt x="0" y="480060"/>
                  </a:lnTo>
                  <a:lnTo>
                    <a:pt x="2539" y="480060"/>
                  </a:lnTo>
                  <a:lnTo>
                    <a:pt x="2539" y="474980"/>
                  </a:lnTo>
                  <a:close/>
                </a:path>
                <a:path w="2539" h="521970">
                  <a:moveTo>
                    <a:pt x="2539" y="468630"/>
                  </a:moveTo>
                  <a:lnTo>
                    <a:pt x="0" y="468630"/>
                  </a:lnTo>
                  <a:lnTo>
                    <a:pt x="0" y="473710"/>
                  </a:lnTo>
                  <a:lnTo>
                    <a:pt x="2539" y="473710"/>
                  </a:lnTo>
                  <a:lnTo>
                    <a:pt x="2539" y="468630"/>
                  </a:lnTo>
                  <a:close/>
                </a:path>
                <a:path w="2539" h="521970">
                  <a:moveTo>
                    <a:pt x="2539" y="462280"/>
                  </a:moveTo>
                  <a:lnTo>
                    <a:pt x="0" y="462280"/>
                  </a:lnTo>
                  <a:lnTo>
                    <a:pt x="0" y="467360"/>
                  </a:lnTo>
                  <a:lnTo>
                    <a:pt x="2539" y="467360"/>
                  </a:lnTo>
                  <a:lnTo>
                    <a:pt x="2539" y="462280"/>
                  </a:lnTo>
                  <a:close/>
                </a:path>
                <a:path w="2539" h="521970">
                  <a:moveTo>
                    <a:pt x="2539" y="199390"/>
                  </a:moveTo>
                  <a:lnTo>
                    <a:pt x="0" y="199390"/>
                  </a:lnTo>
                  <a:lnTo>
                    <a:pt x="0" y="461010"/>
                  </a:lnTo>
                  <a:lnTo>
                    <a:pt x="2539" y="461010"/>
                  </a:lnTo>
                  <a:lnTo>
                    <a:pt x="2539" y="199390"/>
                  </a:lnTo>
                  <a:close/>
                </a:path>
              </a:pathLst>
            </a:custGeom>
            <a:solidFill>
              <a:srgbClr val="D8CD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7" name="object 1707"/>
            <p:cNvSpPr/>
            <p:nvPr/>
          </p:nvSpPr>
          <p:spPr>
            <a:xfrm>
              <a:off x="2730500" y="2830829"/>
              <a:ext cx="3810" cy="524510"/>
            </a:xfrm>
            <a:custGeom>
              <a:avLst/>
              <a:gdLst/>
              <a:ahLst/>
              <a:cxnLst/>
              <a:rect l="l" t="t" r="r" b="b"/>
              <a:pathLst>
                <a:path w="3810" h="524510">
                  <a:moveTo>
                    <a:pt x="3810" y="76200"/>
                  </a:moveTo>
                  <a:lnTo>
                    <a:pt x="0" y="76200"/>
                  </a:lnTo>
                  <a:lnTo>
                    <a:pt x="0" y="196850"/>
                  </a:lnTo>
                  <a:lnTo>
                    <a:pt x="3810" y="196850"/>
                  </a:lnTo>
                  <a:lnTo>
                    <a:pt x="3810" y="76200"/>
                  </a:lnTo>
                  <a:close/>
                </a:path>
                <a:path w="3810" h="524510">
                  <a:moveTo>
                    <a:pt x="3810" y="73660"/>
                  </a:moveTo>
                  <a:lnTo>
                    <a:pt x="0" y="73660"/>
                  </a:lnTo>
                  <a:lnTo>
                    <a:pt x="0" y="74929"/>
                  </a:lnTo>
                  <a:lnTo>
                    <a:pt x="3810" y="74929"/>
                  </a:lnTo>
                  <a:lnTo>
                    <a:pt x="3810" y="73660"/>
                  </a:lnTo>
                  <a:close/>
                </a:path>
                <a:path w="3810" h="524510">
                  <a:moveTo>
                    <a:pt x="3810" y="69850"/>
                  </a:moveTo>
                  <a:lnTo>
                    <a:pt x="0" y="69850"/>
                  </a:lnTo>
                  <a:lnTo>
                    <a:pt x="0" y="72389"/>
                  </a:lnTo>
                  <a:lnTo>
                    <a:pt x="3810" y="72389"/>
                  </a:lnTo>
                  <a:lnTo>
                    <a:pt x="3810" y="69850"/>
                  </a:lnTo>
                  <a:close/>
                </a:path>
                <a:path w="3810" h="524510">
                  <a:moveTo>
                    <a:pt x="3810" y="67310"/>
                  </a:moveTo>
                  <a:lnTo>
                    <a:pt x="0" y="67310"/>
                  </a:lnTo>
                  <a:lnTo>
                    <a:pt x="0" y="68579"/>
                  </a:lnTo>
                  <a:lnTo>
                    <a:pt x="3810" y="68579"/>
                  </a:lnTo>
                  <a:lnTo>
                    <a:pt x="3810" y="67310"/>
                  </a:lnTo>
                  <a:close/>
                </a:path>
                <a:path w="3810" h="524510">
                  <a:moveTo>
                    <a:pt x="3810" y="63500"/>
                  </a:moveTo>
                  <a:lnTo>
                    <a:pt x="0" y="63500"/>
                  </a:lnTo>
                  <a:lnTo>
                    <a:pt x="0" y="66039"/>
                  </a:lnTo>
                  <a:lnTo>
                    <a:pt x="3810" y="66039"/>
                  </a:lnTo>
                  <a:lnTo>
                    <a:pt x="3810" y="63500"/>
                  </a:lnTo>
                  <a:close/>
                </a:path>
                <a:path w="3810" h="524510">
                  <a:moveTo>
                    <a:pt x="3810" y="60960"/>
                  </a:moveTo>
                  <a:lnTo>
                    <a:pt x="0" y="60960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60960"/>
                  </a:lnTo>
                  <a:close/>
                </a:path>
                <a:path w="3810" h="524510">
                  <a:moveTo>
                    <a:pt x="3810" y="57150"/>
                  </a:moveTo>
                  <a:lnTo>
                    <a:pt x="0" y="57150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7150"/>
                  </a:lnTo>
                  <a:close/>
                </a:path>
                <a:path w="3810" h="524510">
                  <a:moveTo>
                    <a:pt x="3810" y="54610"/>
                  </a:moveTo>
                  <a:lnTo>
                    <a:pt x="0" y="54610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54610"/>
                  </a:lnTo>
                  <a:close/>
                </a:path>
                <a:path w="3810" h="524510">
                  <a:moveTo>
                    <a:pt x="3810" y="50800"/>
                  </a:moveTo>
                  <a:lnTo>
                    <a:pt x="0" y="50800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50800"/>
                  </a:lnTo>
                  <a:close/>
                </a:path>
                <a:path w="3810" h="524510">
                  <a:moveTo>
                    <a:pt x="3810" y="48260"/>
                  </a:moveTo>
                  <a:lnTo>
                    <a:pt x="0" y="48260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8260"/>
                  </a:lnTo>
                  <a:close/>
                </a:path>
                <a:path w="3810" h="524510">
                  <a:moveTo>
                    <a:pt x="3810" y="44450"/>
                  </a:moveTo>
                  <a:lnTo>
                    <a:pt x="0" y="44450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4450"/>
                  </a:lnTo>
                  <a:close/>
                </a:path>
                <a:path w="3810" h="524510">
                  <a:moveTo>
                    <a:pt x="3810" y="41910"/>
                  </a:moveTo>
                  <a:lnTo>
                    <a:pt x="0" y="41910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41910"/>
                  </a:lnTo>
                  <a:close/>
                </a:path>
                <a:path w="3810" h="524510">
                  <a:moveTo>
                    <a:pt x="3810" y="38100"/>
                  </a:moveTo>
                  <a:lnTo>
                    <a:pt x="0" y="38100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8100"/>
                  </a:lnTo>
                  <a:close/>
                </a:path>
                <a:path w="3810" h="524510">
                  <a:moveTo>
                    <a:pt x="3810" y="35560"/>
                  </a:moveTo>
                  <a:lnTo>
                    <a:pt x="0" y="3556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35560"/>
                  </a:lnTo>
                  <a:close/>
                </a:path>
                <a:path w="3810" h="524510">
                  <a:moveTo>
                    <a:pt x="3810" y="31750"/>
                  </a:moveTo>
                  <a:lnTo>
                    <a:pt x="0" y="31750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31750"/>
                  </a:lnTo>
                  <a:close/>
                </a:path>
                <a:path w="3810" h="524510">
                  <a:moveTo>
                    <a:pt x="3810" y="29210"/>
                  </a:moveTo>
                  <a:lnTo>
                    <a:pt x="0" y="29210"/>
                  </a:lnTo>
                  <a:lnTo>
                    <a:pt x="0" y="30479"/>
                  </a:lnTo>
                  <a:lnTo>
                    <a:pt x="3810" y="30479"/>
                  </a:lnTo>
                  <a:lnTo>
                    <a:pt x="3810" y="29210"/>
                  </a:lnTo>
                  <a:close/>
                </a:path>
                <a:path w="3810" h="524510">
                  <a:moveTo>
                    <a:pt x="3810" y="25400"/>
                  </a:moveTo>
                  <a:lnTo>
                    <a:pt x="0" y="25400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5400"/>
                  </a:lnTo>
                  <a:close/>
                </a:path>
                <a:path w="3810" h="524510">
                  <a:moveTo>
                    <a:pt x="3810" y="22860"/>
                  </a:moveTo>
                  <a:lnTo>
                    <a:pt x="0" y="2286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22860"/>
                  </a:lnTo>
                  <a:close/>
                </a:path>
                <a:path w="3810" h="524510">
                  <a:moveTo>
                    <a:pt x="3810" y="19050"/>
                  </a:moveTo>
                  <a:lnTo>
                    <a:pt x="0" y="1905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9050"/>
                  </a:lnTo>
                  <a:close/>
                </a:path>
                <a:path w="3810" h="524510">
                  <a:moveTo>
                    <a:pt x="3810" y="16510"/>
                  </a:moveTo>
                  <a:lnTo>
                    <a:pt x="0" y="1651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6510"/>
                  </a:lnTo>
                  <a:close/>
                </a:path>
                <a:path w="3810" h="524510">
                  <a:moveTo>
                    <a:pt x="3810" y="12700"/>
                  </a:moveTo>
                  <a:lnTo>
                    <a:pt x="0" y="1270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2700"/>
                  </a:lnTo>
                  <a:close/>
                </a:path>
                <a:path w="3810" h="524510">
                  <a:moveTo>
                    <a:pt x="3810" y="10160"/>
                  </a:moveTo>
                  <a:lnTo>
                    <a:pt x="0" y="1016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10160"/>
                  </a:lnTo>
                  <a:close/>
                </a:path>
                <a:path w="3810" h="524510">
                  <a:moveTo>
                    <a:pt x="3810" y="6350"/>
                  </a:moveTo>
                  <a:lnTo>
                    <a:pt x="0" y="635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50"/>
                  </a:lnTo>
                  <a:close/>
                </a:path>
                <a:path w="3810" h="524510">
                  <a:moveTo>
                    <a:pt x="3810" y="3810"/>
                  </a:moveTo>
                  <a:lnTo>
                    <a:pt x="0" y="381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3810"/>
                  </a:lnTo>
                  <a:close/>
                </a:path>
                <a:path w="3810" h="524510">
                  <a:moveTo>
                    <a:pt x="253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39" y="2539"/>
                  </a:lnTo>
                  <a:lnTo>
                    <a:pt x="2539" y="0"/>
                  </a:lnTo>
                  <a:close/>
                </a:path>
                <a:path w="3810" h="524510">
                  <a:moveTo>
                    <a:pt x="3810" y="518160"/>
                  </a:moveTo>
                  <a:lnTo>
                    <a:pt x="0" y="518160"/>
                  </a:lnTo>
                  <a:lnTo>
                    <a:pt x="0" y="520700"/>
                  </a:lnTo>
                  <a:lnTo>
                    <a:pt x="1269" y="520700"/>
                  </a:lnTo>
                  <a:lnTo>
                    <a:pt x="1269" y="521970"/>
                  </a:lnTo>
                  <a:lnTo>
                    <a:pt x="2539" y="521970"/>
                  </a:lnTo>
                  <a:lnTo>
                    <a:pt x="2539" y="524510"/>
                  </a:lnTo>
                  <a:lnTo>
                    <a:pt x="3810" y="524510"/>
                  </a:lnTo>
                  <a:lnTo>
                    <a:pt x="3810" y="518160"/>
                  </a:lnTo>
                  <a:close/>
                </a:path>
                <a:path w="3810" h="524510">
                  <a:moveTo>
                    <a:pt x="3810" y="511810"/>
                  </a:moveTo>
                  <a:lnTo>
                    <a:pt x="0" y="511810"/>
                  </a:lnTo>
                  <a:lnTo>
                    <a:pt x="0" y="516890"/>
                  </a:lnTo>
                  <a:lnTo>
                    <a:pt x="3810" y="516890"/>
                  </a:lnTo>
                  <a:lnTo>
                    <a:pt x="3810" y="511810"/>
                  </a:lnTo>
                  <a:close/>
                </a:path>
                <a:path w="3810" h="524510">
                  <a:moveTo>
                    <a:pt x="3810" y="505460"/>
                  </a:moveTo>
                  <a:lnTo>
                    <a:pt x="0" y="505460"/>
                  </a:lnTo>
                  <a:lnTo>
                    <a:pt x="0" y="510540"/>
                  </a:lnTo>
                  <a:lnTo>
                    <a:pt x="3810" y="510540"/>
                  </a:lnTo>
                  <a:lnTo>
                    <a:pt x="3810" y="505460"/>
                  </a:lnTo>
                  <a:close/>
                </a:path>
                <a:path w="3810" h="524510">
                  <a:moveTo>
                    <a:pt x="3810" y="499110"/>
                  </a:moveTo>
                  <a:lnTo>
                    <a:pt x="0" y="499110"/>
                  </a:lnTo>
                  <a:lnTo>
                    <a:pt x="0" y="504190"/>
                  </a:lnTo>
                  <a:lnTo>
                    <a:pt x="3810" y="504190"/>
                  </a:lnTo>
                  <a:lnTo>
                    <a:pt x="3810" y="499110"/>
                  </a:lnTo>
                  <a:close/>
                </a:path>
                <a:path w="3810" h="524510">
                  <a:moveTo>
                    <a:pt x="3810" y="492760"/>
                  </a:moveTo>
                  <a:lnTo>
                    <a:pt x="0" y="492760"/>
                  </a:lnTo>
                  <a:lnTo>
                    <a:pt x="0" y="497840"/>
                  </a:lnTo>
                  <a:lnTo>
                    <a:pt x="3810" y="497840"/>
                  </a:lnTo>
                  <a:lnTo>
                    <a:pt x="3810" y="492760"/>
                  </a:lnTo>
                  <a:close/>
                </a:path>
                <a:path w="3810" h="524510">
                  <a:moveTo>
                    <a:pt x="3810" y="486410"/>
                  </a:moveTo>
                  <a:lnTo>
                    <a:pt x="0" y="486410"/>
                  </a:lnTo>
                  <a:lnTo>
                    <a:pt x="0" y="491490"/>
                  </a:lnTo>
                  <a:lnTo>
                    <a:pt x="3810" y="491490"/>
                  </a:lnTo>
                  <a:lnTo>
                    <a:pt x="3810" y="486410"/>
                  </a:lnTo>
                  <a:close/>
                </a:path>
                <a:path w="3810" h="524510">
                  <a:moveTo>
                    <a:pt x="3810" y="480060"/>
                  </a:moveTo>
                  <a:lnTo>
                    <a:pt x="0" y="480060"/>
                  </a:lnTo>
                  <a:lnTo>
                    <a:pt x="0" y="485140"/>
                  </a:lnTo>
                  <a:lnTo>
                    <a:pt x="3810" y="485140"/>
                  </a:lnTo>
                  <a:lnTo>
                    <a:pt x="3810" y="480060"/>
                  </a:lnTo>
                  <a:close/>
                </a:path>
                <a:path w="3810" h="524510">
                  <a:moveTo>
                    <a:pt x="3810" y="473710"/>
                  </a:moveTo>
                  <a:lnTo>
                    <a:pt x="0" y="473710"/>
                  </a:lnTo>
                  <a:lnTo>
                    <a:pt x="0" y="478790"/>
                  </a:lnTo>
                  <a:lnTo>
                    <a:pt x="3810" y="478790"/>
                  </a:lnTo>
                  <a:lnTo>
                    <a:pt x="3810" y="473710"/>
                  </a:lnTo>
                  <a:close/>
                </a:path>
                <a:path w="3810" h="524510">
                  <a:moveTo>
                    <a:pt x="3810" y="467360"/>
                  </a:moveTo>
                  <a:lnTo>
                    <a:pt x="0" y="467360"/>
                  </a:lnTo>
                  <a:lnTo>
                    <a:pt x="0" y="472440"/>
                  </a:lnTo>
                  <a:lnTo>
                    <a:pt x="3810" y="472440"/>
                  </a:lnTo>
                  <a:lnTo>
                    <a:pt x="3810" y="467360"/>
                  </a:lnTo>
                  <a:close/>
                </a:path>
                <a:path w="3810" h="524510">
                  <a:moveTo>
                    <a:pt x="3810" y="461010"/>
                  </a:moveTo>
                  <a:lnTo>
                    <a:pt x="0" y="461010"/>
                  </a:lnTo>
                  <a:lnTo>
                    <a:pt x="0" y="466090"/>
                  </a:lnTo>
                  <a:lnTo>
                    <a:pt x="3810" y="466090"/>
                  </a:lnTo>
                  <a:lnTo>
                    <a:pt x="3810" y="461010"/>
                  </a:lnTo>
                  <a:close/>
                </a:path>
                <a:path w="3810" h="524510">
                  <a:moveTo>
                    <a:pt x="3810" y="198120"/>
                  </a:moveTo>
                  <a:lnTo>
                    <a:pt x="0" y="198120"/>
                  </a:lnTo>
                  <a:lnTo>
                    <a:pt x="0" y="459740"/>
                  </a:lnTo>
                  <a:lnTo>
                    <a:pt x="3810" y="459740"/>
                  </a:lnTo>
                  <a:lnTo>
                    <a:pt x="3810" y="198120"/>
                  </a:lnTo>
                  <a:close/>
                </a:path>
              </a:pathLst>
            </a:custGeom>
            <a:solidFill>
              <a:srgbClr val="D8CC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8" name="object 1708"/>
            <p:cNvSpPr/>
            <p:nvPr/>
          </p:nvSpPr>
          <p:spPr>
            <a:xfrm>
              <a:off x="2734310" y="2833369"/>
              <a:ext cx="3810" cy="521970"/>
            </a:xfrm>
            <a:custGeom>
              <a:avLst/>
              <a:gdLst/>
              <a:ahLst/>
              <a:cxnLst/>
              <a:rect l="l" t="t" r="r" b="b"/>
              <a:pathLst>
                <a:path w="3810" h="521970">
                  <a:moveTo>
                    <a:pt x="3809" y="73660"/>
                  </a:moveTo>
                  <a:lnTo>
                    <a:pt x="0" y="73660"/>
                  </a:lnTo>
                  <a:lnTo>
                    <a:pt x="0" y="194310"/>
                  </a:lnTo>
                  <a:lnTo>
                    <a:pt x="3809" y="194310"/>
                  </a:lnTo>
                  <a:lnTo>
                    <a:pt x="3809" y="73660"/>
                  </a:lnTo>
                  <a:close/>
                </a:path>
                <a:path w="3810" h="521970">
                  <a:moveTo>
                    <a:pt x="3809" y="71120"/>
                  </a:moveTo>
                  <a:lnTo>
                    <a:pt x="0" y="71120"/>
                  </a:lnTo>
                  <a:lnTo>
                    <a:pt x="0" y="72389"/>
                  </a:lnTo>
                  <a:lnTo>
                    <a:pt x="3809" y="72389"/>
                  </a:lnTo>
                  <a:lnTo>
                    <a:pt x="3809" y="71120"/>
                  </a:lnTo>
                  <a:close/>
                </a:path>
                <a:path w="3810" h="521970">
                  <a:moveTo>
                    <a:pt x="3809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3809" y="69850"/>
                  </a:lnTo>
                  <a:lnTo>
                    <a:pt x="3809" y="67310"/>
                  </a:lnTo>
                  <a:close/>
                </a:path>
                <a:path w="3810" h="521970">
                  <a:moveTo>
                    <a:pt x="3809" y="64770"/>
                  </a:moveTo>
                  <a:lnTo>
                    <a:pt x="0" y="64770"/>
                  </a:lnTo>
                  <a:lnTo>
                    <a:pt x="0" y="66039"/>
                  </a:lnTo>
                  <a:lnTo>
                    <a:pt x="3809" y="66039"/>
                  </a:lnTo>
                  <a:lnTo>
                    <a:pt x="3809" y="64770"/>
                  </a:lnTo>
                  <a:close/>
                </a:path>
                <a:path w="3810" h="521970">
                  <a:moveTo>
                    <a:pt x="3809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3809" y="63500"/>
                  </a:lnTo>
                  <a:lnTo>
                    <a:pt x="3809" y="60960"/>
                  </a:lnTo>
                  <a:close/>
                </a:path>
                <a:path w="3810" h="521970">
                  <a:moveTo>
                    <a:pt x="3809" y="58420"/>
                  </a:moveTo>
                  <a:lnTo>
                    <a:pt x="0" y="58420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8420"/>
                  </a:lnTo>
                  <a:close/>
                </a:path>
                <a:path w="3810" h="521970">
                  <a:moveTo>
                    <a:pt x="3809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3809" y="57150"/>
                  </a:lnTo>
                  <a:lnTo>
                    <a:pt x="3809" y="54610"/>
                  </a:lnTo>
                  <a:close/>
                </a:path>
                <a:path w="3810" h="521970">
                  <a:moveTo>
                    <a:pt x="3809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2070"/>
                  </a:lnTo>
                  <a:close/>
                </a:path>
                <a:path w="3810" h="521970">
                  <a:moveTo>
                    <a:pt x="3809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48260"/>
                  </a:lnTo>
                  <a:close/>
                </a:path>
                <a:path w="3810" h="521970">
                  <a:moveTo>
                    <a:pt x="3809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5720"/>
                  </a:lnTo>
                  <a:close/>
                </a:path>
                <a:path w="3810" h="521970">
                  <a:moveTo>
                    <a:pt x="3809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3809" y="44450"/>
                  </a:lnTo>
                  <a:lnTo>
                    <a:pt x="3809" y="41910"/>
                  </a:lnTo>
                  <a:close/>
                </a:path>
                <a:path w="3810" h="521970">
                  <a:moveTo>
                    <a:pt x="3809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9370"/>
                  </a:lnTo>
                  <a:close/>
                </a:path>
                <a:path w="3810" h="521970">
                  <a:moveTo>
                    <a:pt x="3809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3809" y="38100"/>
                  </a:lnTo>
                  <a:lnTo>
                    <a:pt x="3809" y="35560"/>
                  </a:lnTo>
                  <a:close/>
                </a:path>
                <a:path w="3810" h="521970">
                  <a:moveTo>
                    <a:pt x="3809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33020"/>
                  </a:lnTo>
                  <a:close/>
                </a:path>
                <a:path w="3810" h="521970">
                  <a:moveTo>
                    <a:pt x="3809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3809" y="31750"/>
                  </a:lnTo>
                  <a:lnTo>
                    <a:pt x="3809" y="29210"/>
                  </a:lnTo>
                  <a:close/>
                </a:path>
                <a:path w="3810" h="521970">
                  <a:moveTo>
                    <a:pt x="3809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6670"/>
                  </a:lnTo>
                  <a:close/>
                </a:path>
                <a:path w="3810" h="521970">
                  <a:moveTo>
                    <a:pt x="3809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3809" y="25400"/>
                  </a:lnTo>
                  <a:lnTo>
                    <a:pt x="3809" y="22860"/>
                  </a:lnTo>
                  <a:close/>
                </a:path>
                <a:path w="3810" h="521970">
                  <a:moveTo>
                    <a:pt x="3809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20320"/>
                  </a:lnTo>
                  <a:close/>
                </a:path>
                <a:path w="3810" h="521970">
                  <a:moveTo>
                    <a:pt x="3809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3809" y="19050"/>
                  </a:lnTo>
                  <a:lnTo>
                    <a:pt x="3809" y="16510"/>
                  </a:lnTo>
                  <a:close/>
                </a:path>
                <a:path w="3810" h="521970">
                  <a:moveTo>
                    <a:pt x="3809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3970"/>
                  </a:lnTo>
                  <a:close/>
                </a:path>
                <a:path w="3810" h="521970">
                  <a:moveTo>
                    <a:pt x="3809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3809" y="12700"/>
                  </a:lnTo>
                  <a:lnTo>
                    <a:pt x="3809" y="10160"/>
                  </a:lnTo>
                  <a:close/>
                </a:path>
                <a:path w="3810" h="521970">
                  <a:moveTo>
                    <a:pt x="3809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7620"/>
                  </a:lnTo>
                  <a:close/>
                </a:path>
                <a:path w="3810" h="521970">
                  <a:moveTo>
                    <a:pt x="3809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3810"/>
                  </a:lnTo>
                  <a:close/>
                </a:path>
                <a:path w="3810" h="521970">
                  <a:moveTo>
                    <a:pt x="253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39" y="2539"/>
                  </a:lnTo>
                  <a:lnTo>
                    <a:pt x="2539" y="0"/>
                  </a:lnTo>
                  <a:close/>
                </a:path>
                <a:path w="3810" h="521970">
                  <a:moveTo>
                    <a:pt x="3809" y="515620"/>
                  </a:moveTo>
                  <a:lnTo>
                    <a:pt x="0" y="515620"/>
                  </a:lnTo>
                  <a:lnTo>
                    <a:pt x="0" y="521970"/>
                  </a:lnTo>
                  <a:lnTo>
                    <a:pt x="1269" y="521970"/>
                  </a:lnTo>
                  <a:lnTo>
                    <a:pt x="1269" y="520700"/>
                  </a:lnTo>
                  <a:lnTo>
                    <a:pt x="3809" y="520700"/>
                  </a:lnTo>
                  <a:lnTo>
                    <a:pt x="3809" y="515620"/>
                  </a:lnTo>
                  <a:close/>
                </a:path>
                <a:path w="3810" h="521970">
                  <a:moveTo>
                    <a:pt x="3809" y="509270"/>
                  </a:moveTo>
                  <a:lnTo>
                    <a:pt x="0" y="509270"/>
                  </a:lnTo>
                  <a:lnTo>
                    <a:pt x="0" y="514350"/>
                  </a:lnTo>
                  <a:lnTo>
                    <a:pt x="3809" y="514350"/>
                  </a:lnTo>
                  <a:lnTo>
                    <a:pt x="3809" y="509270"/>
                  </a:lnTo>
                  <a:close/>
                </a:path>
                <a:path w="3810" h="521970">
                  <a:moveTo>
                    <a:pt x="3809" y="502920"/>
                  </a:moveTo>
                  <a:lnTo>
                    <a:pt x="0" y="502920"/>
                  </a:lnTo>
                  <a:lnTo>
                    <a:pt x="0" y="508000"/>
                  </a:lnTo>
                  <a:lnTo>
                    <a:pt x="3809" y="508000"/>
                  </a:lnTo>
                  <a:lnTo>
                    <a:pt x="3809" y="502920"/>
                  </a:lnTo>
                  <a:close/>
                </a:path>
                <a:path w="3810" h="521970">
                  <a:moveTo>
                    <a:pt x="3809" y="496570"/>
                  </a:moveTo>
                  <a:lnTo>
                    <a:pt x="0" y="496570"/>
                  </a:lnTo>
                  <a:lnTo>
                    <a:pt x="0" y="501650"/>
                  </a:lnTo>
                  <a:lnTo>
                    <a:pt x="3809" y="501650"/>
                  </a:lnTo>
                  <a:lnTo>
                    <a:pt x="3809" y="496570"/>
                  </a:lnTo>
                  <a:close/>
                </a:path>
                <a:path w="3810" h="521970">
                  <a:moveTo>
                    <a:pt x="3809" y="490220"/>
                  </a:moveTo>
                  <a:lnTo>
                    <a:pt x="0" y="490220"/>
                  </a:lnTo>
                  <a:lnTo>
                    <a:pt x="0" y="495300"/>
                  </a:lnTo>
                  <a:lnTo>
                    <a:pt x="3809" y="495300"/>
                  </a:lnTo>
                  <a:lnTo>
                    <a:pt x="3809" y="490220"/>
                  </a:lnTo>
                  <a:close/>
                </a:path>
                <a:path w="3810" h="521970">
                  <a:moveTo>
                    <a:pt x="3809" y="483870"/>
                  </a:moveTo>
                  <a:lnTo>
                    <a:pt x="0" y="483870"/>
                  </a:lnTo>
                  <a:lnTo>
                    <a:pt x="0" y="488950"/>
                  </a:lnTo>
                  <a:lnTo>
                    <a:pt x="3809" y="488950"/>
                  </a:lnTo>
                  <a:lnTo>
                    <a:pt x="3809" y="483870"/>
                  </a:lnTo>
                  <a:close/>
                </a:path>
                <a:path w="3810" h="521970">
                  <a:moveTo>
                    <a:pt x="3809" y="477520"/>
                  </a:moveTo>
                  <a:lnTo>
                    <a:pt x="0" y="477520"/>
                  </a:lnTo>
                  <a:lnTo>
                    <a:pt x="0" y="482600"/>
                  </a:lnTo>
                  <a:lnTo>
                    <a:pt x="3809" y="482600"/>
                  </a:lnTo>
                  <a:lnTo>
                    <a:pt x="3809" y="477520"/>
                  </a:lnTo>
                  <a:close/>
                </a:path>
                <a:path w="3810" h="521970">
                  <a:moveTo>
                    <a:pt x="3809" y="471170"/>
                  </a:moveTo>
                  <a:lnTo>
                    <a:pt x="0" y="471170"/>
                  </a:lnTo>
                  <a:lnTo>
                    <a:pt x="0" y="476250"/>
                  </a:lnTo>
                  <a:lnTo>
                    <a:pt x="3809" y="476250"/>
                  </a:lnTo>
                  <a:lnTo>
                    <a:pt x="3809" y="471170"/>
                  </a:lnTo>
                  <a:close/>
                </a:path>
                <a:path w="3810" h="521970">
                  <a:moveTo>
                    <a:pt x="3809" y="464820"/>
                  </a:moveTo>
                  <a:lnTo>
                    <a:pt x="0" y="464820"/>
                  </a:lnTo>
                  <a:lnTo>
                    <a:pt x="0" y="469900"/>
                  </a:lnTo>
                  <a:lnTo>
                    <a:pt x="3809" y="469900"/>
                  </a:lnTo>
                  <a:lnTo>
                    <a:pt x="3809" y="464820"/>
                  </a:lnTo>
                  <a:close/>
                </a:path>
                <a:path w="3810" h="521970">
                  <a:moveTo>
                    <a:pt x="3809" y="458470"/>
                  </a:moveTo>
                  <a:lnTo>
                    <a:pt x="0" y="458470"/>
                  </a:lnTo>
                  <a:lnTo>
                    <a:pt x="0" y="463550"/>
                  </a:lnTo>
                  <a:lnTo>
                    <a:pt x="3809" y="463550"/>
                  </a:lnTo>
                  <a:lnTo>
                    <a:pt x="3809" y="458470"/>
                  </a:lnTo>
                  <a:close/>
                </a:path>
                <a:path w="3810" h="521970">
                  <a:moveTo>
                    <a:pt x="3809" y="195580"/>
                  </a:moveTo>
                  <a:lnTo>
                    <a:pt x="0" y="195580"/>
                  </a:lnTo>
                  <a:lnTo>
                    <a:pt x="0" y="457200"/>
                  </a:lnTo>
                  <a:lnTo>
                    <a:pt x="3809" y="457200"/>
                  </a:lnTo>
                  <a:lnTo>
                    <a:pt x="3809" y="195580"/>
                  </a:lnTo>
                  <a:close/>
                </a:path>
              </a:pathLst>
            </a:custGeom>
            <a:solidFill>
              <a:srgbClr val="D7C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9" name="object 1709"/>
            <p:cNvSpPr/>
            <p:nvPr/>
          </p:nvSpPr>
          <p:spPr>
            <a:xfrm>
              <a:off x="2738119" y="2835910"/>
              <a:ext cx="3810" cy="521970"/>
            </a:xfrm>
            <a:custGeom>
              <a:avLst/>
              <a:gdLst/>
              <a:ahLst/>
              <a:cxnLst/>
              <a:rect l="l" t="t" r="r" b="b"/>
              <a:pathLst>
                <a:path w="3810" h="521970">
                  <a:moveTo>
                    <a:pt x="3810" y="71120"/>
                  </a:moveTo>
                  <a:lnTo>
                    <a:pt x="0" y="71120"/>
                  </a:lnTo>
                  <a:lnTo>
                    <a:pt x="0" y="191770"/>
                  </a:lnTo>
                  <a:lnTo>
                    <a:pt x="3810" y="191770"/>
                  </a:lnTo>
                  <a:lnTo>
                    <a:pt x="3810" y="71120"/>
                  </a:lnTo>
                  <a:close/>
                </a:path>
                <a:path w="3810" h="521970">
                  <a:moveTo>
                    <a:pt x="3810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3810" y="69850"/>
                  </a:lnTo>
                  <a:lnTo>
                    <a:pt x="3810" y="68580"/>
                  </a:lnTo>
                  <a:close/>
                </a:path>
                <a:path w="3810" h="521970">
                  <a:moveTo>
                    <a:pt x="3810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3810" y="67310"/>
                  </a:lnTo>
                  <a:lnTo>
                    <a:pt x="3810" y="64770"/>
                  </a:lnTo>
                  <a:close/>
                </a:path>
                <a:path w="3810" h="521970">
                  <a:moveTo>
                    <a:pt x="381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62230"/>
                  </a:lnTo>
                  <a:close/>
                </a:path>
                <a:path w="3810" h="521970">
                  <a:moveTo>
                    <a:pt x="3810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3810" y="60960"/>
                  </a:lnTo>
                  <a:lnTo>
                    <a:pt x="3810" y="58420"/>
                  </a:lnTo>
                  <a:close/>
                </a:path>
                <a:path w="3810" h="521970">
                  <a:moveTo>
                    <a:pt x="3810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3810" y="57150"/>
                  </a:lnTo>
                  <a:lnTo>
                    <a:pt x="3810" y="55880"/>
                  </a:lnTo>
                  <a:close/>
                </a:path>
                <a:path w="3810" h="521970">
                  <a:moveTo>
                    <a:pt x="3810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3810" y="54610"/>
                  </a:lnTo>
                  <a:lnTo>
                    <a:pt x="3810" y="52070"/>
                  </a:lnTo>
                  <a:close/>
                </a:path>
                <a:path w="3810" h="521970">
                  <a:moveTo>
                    <a:pt x="3810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3810" y="50800"/>
                  </a:lnTo>
                  <a:lnTo>
                    <a:pt x="3810" y="49530"/>
                  </a:lnTo>
                  <a:close/>
                </a:path>
                <a:path w="3810" h="521970">
                  <a:moveTo>
                    <a:pt x="3810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5720"/>
                  </a:lnTo>
                  <a:close/>
                </a:path>
                <a:path w="3810" h="521970">
                  <a:moveTo>
                    <a:pt x="3810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3810" y="44450"/>
                  </a:lnTo>
                  <a:lnTo>
                    <a:pt x="3810" y="43180"/>
                  </a:lnTo>
                  <a:close/>
                </a:path>
                <a:path w="3810" h="521970">
                  <a:moveTo>
                    <a:pt x="3810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9370"/>
                  </a:lnTo>
                  <a:close/>
                </a:path>
                <a:path w="3810" h="521970">
                  <a:moveTo>
                    <a:pt x="3810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6830"/>
                  </a:lnTo>
                  <a:close/>
                </a:path>
                <a:path w="3810" h="521970">
                  <a:moveTo>
                    <a:pt x="3810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33020"/>
                  </a:lnTo>
                  <a:close/>
                </a:path>
                <a:path w="3810" h="521970">
                  <a:moveTo>
                    <a:pt x="3810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3810" y="31750"/>
                  </a:lnTo>
                  <a:lnTo>
                    <a:pt x="3810" y="30480"/>
                  </a:lnTo>
                  <a:close/>
                </a:path>
                <a:path w="3810" h="521970">
                  <a:moveTo>
                    <a:pt x="3810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6670"/>
                  </a:lnTo>
                  <a:close/>
                </a:path>
                <a:path w="3810" h="521970">
                  <a:moveTo>
                    <a:pt x="3810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4130"/>
                  </a:lnTo>
                  <a:close/>
                </a:path>
                <a:path w="3810" h="521970">
                  <a:moveTo>
                    <a:pt x="3810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20320"/>
                  </a:lnTo>
                  <a:close/>
                </a:path>
                <a:path w="3810" h="521970">
                  <a:moveTo>
                    <a:pt x="3810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7780"/>
                  </a:lnTo>
                  <a:close/>
                </a:path>
                <a:path w="3810" h="521970">
                  <a:moveTo>
                    <a:pt x="3810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70"/>
                  </a:lnTo>
                  <a:close/>
                </a:path>
                <a:path w="3810" h="521970">
                  <a:moveTo>
                    <a:pt x="3810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11430"/>
                  </a:lnTo>
                  <a:close/>
                </a:path>
                <a:path w="3810" h="521970">
                  <a:moveTo>
                    <a:pt x="3810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20"/>
                  </a:lnTo>
                  <a:close/>
                </a:path>
                <a:path w="3810" h="521970">
                  <a:moveTo>
                    <a:pt x="3810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5080"/>
                  </a:lnTo>
                  <a:close/>
                </a:path>
                <a:path w="3810" h="521970">
                  <a:moveTo>
                    <a:pt x="3810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10" h="521970">
                  <a:moveTo>
                    <a:pt x="3810" y="519430"/>
                  </a:moveTo>
                  <a:lnTo>
                    <a:pt x="0" y="519430"/>
                  </a:lnTo>
                  <a:lnTo>
                    <a:pt x="0" y="520700"/>
                  </a:lnTo>
                  <a:lnTo>
                    <a:pt x="2540" y="520700"/>
                  </a:lnTo>
                  <a:lnTo>
                    <a:pt x="2540" y="521970"/>
                  </a:lnTo>
                  <a:lnTo>
                    <a:pt x="3810" y="521970"/>
                  </a:lnTo>
                  <a:lnTo>
                    <a:pt x="3810" y="519430"/>
                  </a:lnTo>
                  <a:close/>
                </a:path>
                <a:path w="3810" h="521970">
                  <a:moveTo>
                    <a:pt x="3810" y="513080"/>
                  </a:moveTo>
                  <a:lnTo>
                    <a:pt x="0" y="513080"/>
                  </a:lnTo>
                  <a:lnTo>
                    <a:pt x="0" y="518160"/>
                  </a:lnTo>
                  <a:lnTo>
                    <a:pt x="3810" y="518160"/>
                  </a:lnTo>
                  <a:lnTo>
                    <a:pt x="3810" y="513080"/>
                  </a:lnTo>
                  <a:close/>
                </a:path>
                <a:path w="3810" h="521970">
                  <a:moveTo>
                    <a:pt x="3810" y="506730"/>
                  </a:moveTo>
                  <a:lnTo>
                    <a:pt x="0" y="506730"/>
                  </a:lnTo>
                  <a:lnTo>
                    <a:pt x="0" y="511810"/>
                  </a:lnTo>
                  <a:lnTo>
                    <a:pt x="3810" y="511810"/>
                  </a:lnTo>
                  <a:lnTo>
                    <a:pt x="3810" y="506730"/>
                  </a:lnTo>
                  <a:close/>
                </a:path>
                <a:path w="3810" h="521970">
                  <a:moveTo>
                    <a:pt x="3810" y="500380"/>
                  </a:moveTo>
                  <a:lnTo>
                    <a:pt x="0" y="500380"/>
                  </a:lnTo>
                  <a:lnTo>
                    <a:pt x="0" y="505460"/>
                  </a:lnTo>
                  <a:lnTo>
                    <a:pt x="3810" y="505460"/>
                  </a:lnTo>
                  <a:lnTo>
                    <a:pt x="3810" y="500380"/>
                  </a:lnTo>
                  <a:close/>
                </a:path>
                <a:path w="3810" h="521970">
                  <a:moveTo>
                    <a:pt x="3810" y="494030"/>
                  </a:moveTo>
                  <a:lnTo>
                    <a:pt x="0" y="494030"/>
                  </a:lnTo>
                  <a:lnTo>
                    <a:pt x="0" y="499110"/>
                  </a:lnTo>
                  <a:lnTo>
                    <a:pt x="3810" y="499110"/>
                  </a:lnTo>
                  <a:lnTo>
                    <a:pt x="3810" y="494030"/>
                  </a:lnTo>
                  <a:close/>
                </a:path>
                <a:path w="3810" h="521970">
                  <a:moveTo>
                    <a:pt x="3810" y="487680"/>
                  </a:moveTo>
                  <a:lnTo>
                    <a:pt x="0" y="487680"/>
                  </a:lnTo>
                  <a:lnTo>
                    <a:pt x="0" y="492760"/>
                  </a:lnTo>
                  <a:lnTo>
                    <a:pt x="3810" y="492760"/>
                  </a:lnTo>
                  <a:lnTo>
                    <a:pt x="3810" y="487680"/>
                  </a:lnTo>
                  <a:close/>
                </a:path>
                <a:path w="3810" h="521970">
                  <a:moveTo>
                    <a:pt x="3810" y="481330"/>
                  </a:moveTo>
                  <a:lnTo>
                    <a:pt x="0" y="481330"/>
                  </a:lnTo>
                  <a:lnTo>
                    <a:pt x="0" y="486410"/>
                  </a:lnTo>
                  <a:lnTo>
                    <a:pt x="3810" y="486410"/>
                  </a:lnTo>
                  <a:lnTo>
                    <a:pt x="3810" y="481330"/>
                  </a:lnTo>
                  <a:close/>
                </a:path>
                <a:path w="3810" h="521970">
                  <a:moveTo>
                    <a:pt x="3810" y="474980"/>
                  </a:moveTo>
                  <a:lnTo>
                    <a:pt x="0" y="474980"/>
                  </a:lnTo>
                  <a:lnTo>
                    <a:pt x="0" y="480060"/>
                  </a:lnTo>
                  <a:lnTo>
                    <a:pt x="3810" y="480060"/>
                  </a:lnTo>
                  <a:lnTo>
                    <a:pt x="3810" y="474980"/>
                  </a:lnTo>
                  <a:close/>
                </a:path>
                <a:path w="3810" h="521970">
                  <a:moveTo>
                    <a:pt x="3810" y="468630"/>
                  </a:moveTo>
                  <a:lnTo>
                    <a:pt x="0" y="468630"/>
                  </a:lnTo>
                  <a:lnTo>
                    <a:pt x="0" y="473710"/>
                  </a:lnTo>
                  <a:lnTo>
                    <a:pt x="3810" y="473710"/>
                  </a:lnTo>
                  <a:lnTo>
                    <a:pt x="3810" y="468630"/>
                  </a:lnTo>
                  <a:close/>
                </a:path>
                <a:path w="3810" h="521970">
                  <a:moveTo>
                    <a:pt x="3810" y="462280"/>
                  </a:moveTo>
                  <a:lnTo>
                    <a:pt x="0" y="462280"/>
                  </a:lnTo>
                  <a:lnTo>
                    <a:pt x="0" y="467360"/>
                  </a:lnTo>
                  <a:lnTo>
                    <a:pt x="3810" y="467360"/>
                  </a:lnTo>
                  <a:lnTo>
                    <a:pt x="3810" y="462280"/>
                  </a:lnTo>
                  <a:close/>
                </a:path>
                <a:path w="3810" h="521970">
                  <a:moveTo>
                    <a:pt x="3810" y="455930"/>
                  </a:moveTo>
                  <a:lnTo>
                    <a:pt x="0" y="455930"/>
                  </a:lnTo>
                  <a:lnTo>
                    <a:pt x="0" y="461010"/>
                  </a:lnTo>
                  <a:lnTo>
                    <a:pt x="3810" y="461010"/>
                  </a:lnTo>
                  <a:lnTo>
                    <a:pt x="3810" y="455930"/>
                  </a:lnTo>
                  <a:close/>
                </a:path>
                <a:path w="3810" h="521970">
                  <a:moveTo>
                    <a:pt x="3810" y="193040"/>
                  </a:moveTo>
                  <a:lnTo>
                    <a:pt x="0" y="193040"/>
                  </a:lnTo>
                  <a:lnTo>
                    <a:pt x="0" y="454660"/>
                  </a:lnTo>
                  <a:lnTo>
                    <a:pt x="3810" y="454660"/>
                  </a:lnTo>
                  <a:lnTo>
                    <a:pt x="3810" y="193040"/>
                  </a:lnTo>
                  <a:close/>
                </a:path>
              </a:pathLst>
            </a:custGeom>
            <a:solidFill>
              <a:srgbClr val="D6CA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0" name="object 1710"/>
            <p:cNvSpPr/>
            <p:nvPr/>
          </p:nvSpPr>
          <p:spPr>
            <a:xfrm>
              <a:off x="2741930" y="2837179"/>
              <a:ext cx="3810" cy="521970"/>
            </a:xfrm>
            <a:custGeom>
              <a:avLst/>
              <a:gdLst/>
              <a:ahLst/>
              <a:cxnLst/>
              <a:rect l="l" t="t" r="r" b="b"/>
              <a:pathLst>
                <a:path w="3810" h="521970">
                  <a:moveTo>
                    <a:pt x="3809" y="69850"/>
                  </a:moveTo>
                  <a:lnTo>
                    <a:pt x="0" y="69850"/>
                  </a:lnTo>
                  <a:lnTo>
                    <a:pt x="0" y="190500"/>
                  </a:lnTo>
                  <a:lnTo>
                    <a:pt x="3809" y="190500"/>
                  </a:lnTo>
                  <a:lnTo>
                    <a:pt x="3809" y="69850"/>
                  </a:lnTo>
                  <a:close/>
                </a:path>
                <a:path w="3810" h="521970">
                  <a:moveTo>
                    <a:pt x="3809" y="67310"/>
                  </a:moveTo>
                  <a:lnTo>
                    <a:pt x="0" y="67310"/>
                  </a:lnTo>
                  <a:lnTo>
                    <a:pt x="0" y="68579"/>
                  </a:lnTo>
                  <a:lnTo>
                    <a:pt x="3809" y="68579"/>
                  </a:lnTo>
                  <a:lnTo>
                    <a:pt x="3809" y="67310"/>
                  </a:lnTo>
                  <a:close/>
                </a:path>
                <a:path w="3810" h="521970">
                  <a:moveTo>
                    <a:pt x="3809" y="63500"/>
                  </a:moveTo>
                  <a:lnTo>
                    <a:pt x="0" y="63500"/>
                  </a:lnTo>
                  <a:lnTo>
                    <a:pt x="0" y="66039"/>
                  </a:lnTo>
                  <a:lnTo>
                    <a:pt x="3809" y="66039"/>
                  </a:lnTo>
                  <a:lnTo>
                    <a:pt x="3809" y="63500"/>
                  </a:lnTo>
                  <a:close/>
                </a:path>
                <a:path w="3810" h="521970">
                  <a:moveTo>
                    <a:pt x="3809" y="60960"/>
                  </a:moveTo>
                  <a:lnTo>
                    <a:pt x="0" y="60960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60960"/>
                  </a:lnTo>
                  <a:close/>
                </a:path>
                <a:path w="3810" h="521970">
                  <a:moveTo>
                    <a:pt x="3809" y="57150"/>
                  </a:moveTo>
                  <a:lnTo>
                    <a:pt x="0" y="57150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7150"/>
                  </a:lnTo>
                  <a:close/>
                </a:path>
                <a:path w="3810" h="521970">
                  <a:moveTo>
                    <a:pt x="3809" y="54610"/>
                  </a:moveTo>
                  <a:lnTo>
                    <a:pt x="0" y="54610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54610"/>
                  </a:lnTo>
                  <a:close/>
                </a:path>
                <a:path w="3810" h="521970">
                  <a:moveTo>
                    <a:pt x="3809" y="50800"/>
                  </a:moveTo>
                  <a:lnTo>
                    <a:pt x="0" y="50800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0800"/>
                  </a:lnTo>
                  <a:close/>
                </a:path>
                <a:path w="3810" h="521970">
                  <a:moveTo>
                    <a:pt x="3809" y="48260"/>
                  </a:moveTo>
                  <a:lnTo>
                    <a:pt x="0" y="48260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8260"/>
                  </a:lnTo>
                  <a:close/>
                </a:path>
                <a:path w="3810" h="521970">
                  <a:moveTo>
                    <a:pt x="3809" y="44450"/>
                  </a:moveTo>
                  <a:lnTo>
                    <a:pt x="0" y="44450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4450"/>
                  </a:lnTo>
                  <a:close/>
                </a:path>
                <a:path w="3810" h="521970">
                  <a:moveTo>
                    <a:pt x="3809" y="41910"/>
                  </a:moveTo>
                  <a:lnTo>
                    <a:pt x="0" y="41910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41910"/>
                  </a:lnTo>
                  <a:close/>
                </a:path>
                <a:path w="3810" h="521970">
                  <a:moveTo>
                    <a:pt x="3809" y="38100"/>
                  </a:moveTo>
                  <a:lnTo>
                    <a:pt x="0" y="38100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8100"/>
                  </a:lnTo>
                  <a:close/>
                </a:path>
                <a:path w="3810" h="521970">
                  <a:moveTo>
                    <a:pt x="3809" y="35560"/>
                  </a:moveTo>
                  <a:lnTo>
                    <a:pt x="0" y="35560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5560"/>
                  </a:lnTo>
                  <a:close/>
                </a:path>
                <a:path w="3810" h="521970">
                  <a:moveTo>
                    <a:pt x="3809" y="31750"/>
                  </a:moveTo>
                  <a:lnTo>
                    <a:pt x="0" y="31750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31750"/>
                  </a:lnTo>
                  <a:close/>
                </a:path>
                <a:path w="3810" h="521970">
                  <a:moveTo>
                    <a:pt x="3809" y="29210"/>
                  </a:moveTo>
                  <a:lnTo>
                    <a:pt x="0" y="29210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29210"/>
                  </a:lnTo>
                  <a:close/>
                </a:path>
                <a:path w="3810" h="521970">
                  <a:moveTo>
                    <a:pt x="3809" y="25400"/>
                  </a:moveTo>
                  <a:lnTo>
                    <a:pt x="0" y="25400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5400"/>
                  </a:lnTo>
                  <a:close/>
                </a:path>
                <a:path w="3810" h="521970">
                  <a:moveTo>
                    <a:pt x="3809" y="22860"/>
                  </a:moveTo>
                  <a:lnTo>
                    <a:pt x="0" y="22860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22860"/>
                  </a:lnTo>
                  <a:close/>
                </a:path>
                <a:path w="3810" h="521970">
                  <a:moveTo>
                    <a:pt x="3809" y="19050"/>
                  </a:moveTo>
                  <a:lnTo>
                    <a:pt x="0" y="19050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9050"/>
                  </a:lnTo>
                  <a:close/>
                </a:path>
                <a:path w="3810" h="521970">
                  <a:moveTo>
                    <a:pt x="3809" y="16510"/>
                  </a:moveTo>
                  <a:lnTo>
                    <a:pt x="0" y="1651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6510"/>
                  </a:lnTo>
                  <a:close/>
                </a:path>
                <a:path w="3810" h="521970">
                  <a:moveTo>
                    <a:pt x="3809" y="12700"/>
                  </a:moveTo>
                  <a:lnTo>
                    <a:pt x="0" y="1270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2700"/>
                  </a:lnTo>
                  <a:close/>
                </a:path>
                <a:path w="3810" h="521970">
                  <a:moveTo>
                    <a:pt x="3809" y="10160"/>
                  </a:moveTo>
                  <a:lnTo>
                    <a:pt x="0" y="1016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10160"/>
                  </a:lnTo>
                  <a:close/>
                </a:path>
                <a:path w="3810" h="521970">
                  <a:moveTo>
                    <a:pt x="3809" y="6350"/>
                  </a:moveTo>
                  <a:lnTo>
                    <a:pt x="0" y="635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50"/>
                  </a:lnTo>
                  <a:close/>
                </a:path>
                <a:path w="3810" h="521970">
                  <a:moveTo>
                    <a:pt x="3809" y="3810"/>
                  </a:moveTo>
                  <a:lnTo>
                    <a:pt x="0" y="381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3810"/>
                  </a:lnTo>
                  <a:close/>
                </a:path>
                <a:path w="3810" h="521970">
                  <a:moveTo>
                    <a:pt x="126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69" y="2539"/>
                  </a:lnTo>
                  <a:lnTo>
                    <a:pt x="1269" y="0"/>
                  </a:lnTo>
                  <a:close/>
                </a:path>
                <a:path w="3810" h="521970">
                  <a:moveTo>
                    <a:pt x="3809" y="518160"/>
                  </a:moveTo>
                  <a:lnTo>
                    <a:pt x="0" y="518160"/>
                  </a:lnTo>
                  <a:lnTo>
                    <a:pt x="0" y="520700"/>
                  </a:lnTo>
                  <a:lnTo>
                    <a:pt x="1269" y="520700"/>
                  </a:lnTo>
                  <a:lnTo>
                    <a:pt x="1269" y="521970"/>
                  </a:lnTo>
                  <a:lnTo>
                    <a:pt x="3809" y="521970"/>
                  </a:lnTo>
                  <a:lnTo>
                    <a:pt x="3809" y="518160"/>
                  </a:lnTo>
                  <a:close/>
                </a:path>
                <a:path w="3810" h="521970">
                  <a:moveTo>
                    <a:pt x="3809" y="511810"/>
                  </a:moveTo>
                  <a:lnTo>
                    <a:pt x="0" y="511810"/>
                  </a:lnTo>
                  <a:lnTo>
                    <a:pt x="0" y="516890"/>
                  </a:lnTo>
                  <a:lnTo>
                    <a:pt x="3809" y="516890"/>
                  </a:lnTo>
                  <a:lnTo>
                    <a:pt x="3809" y="511810"/>
                  </a:lnTo>
                  <a:close/>
                </a:path>
                <a:path w="3810" h="521970">
                  <a:moveTo>
                    <a:pt x="3809" y="505460"/>
                  </a:moveTo>
                  <a:lnTo>
                    <a:pt x="0" y="505460"/>
                  </a:lnTo>
                  <a:lnTo>
                    <a:pt x="0" y="510540"/>
                  </a:lnTo>
                  <a:lnTo>
                    <a:pt x="3809" y="510540"/>
                  </a:lnTo>
                  <a:lnTo>
                    <a:pt x="3809" y="505460"/>
                  </a:lnTo>
                  <a:close/>
                </a:path>
                <a:path w="3810" h="521970">
                  <a:moveTo>
                    <a:pt x="3809" y="499110"/>
                  </a:moveTo>
                  <a:lnTo>
                    <a:pt x="0" y="499110"/>
                  </a:lnTo>
                  <a:lnTo>
                    <a:pt x="0" y="504190"/>
                  </a:lnTo>
                  <a:lnTo>
                    <a:pt x="3809" y="504190"/>
                  </a:lnTo>
                  <a:lnTo>
                    <a:pt x="3809" y="499110"/>
                  </a:lnTo>
                  <a:close/>
                </a:path>
                <a:path w="3810" h="521970">
                  <a:moveTo>
                    <a:pt x="3809" y="492760"/>
                  </a:moveTo>
                  <a:lnTo>
                    <a:pt x="0" y="492760"/>
                  </a:lnTo>
                  <a:lnTo>
                    <a:pt x="0" y="497840"/>
                  </a:lnTo>
                  <a:lnTo>
                    <a:pt x="3809" y="497840"/>
                  </a:lnTo>
                  <a:lnTo>
                    <a:pt x="3809" y="492760"/>
                  </a:lnTo>
                  <a:close/>
                </a:path>
                <a:path w="3810" h="521970">
                  <a:moveTo>
                    <a:pt x="3809" y="486410"/>
                  </a:moveTo>
                  <a:lnTo>
                    <a:pt x="0" y="486410"/>
                  </a:lnTo>
                  <a:lnTo>
                    <a:pt x="0" y="491490"/>
                  </a:lnTo>
                  <a:lnTo>
                    <a:pt x="3809" y="491490"/>
                  </a:lnTo>
                  <a:lnTo>
                    <a:pt x="3809" y="486410"/>
                  </a:lnTo>
                  <a:close/>
                </a:path>
                <a:path w="3810" h="521970">
                  <a:moveTo>
                    <a:pt x="3809" y="480060"/>
                  </a:moveTo>
                  <a:lnTo>
                    <a:pt x="0" y="480060"/>
                  </a:lnTo>
                  <a:lnTo>
                    <a:pt x="0" y="485140"/>
                  </a:lnTo>
                  <a:lnTo>
                    <a:pt x="3809" y="485140"/>
                  </a:lnTo>
                  <a:lnTo>
                    <a:pt x="3809" y="480060"/>
                  </a:lnTo>
                  <a:close/>
                </a:path>
                <a:path w="3810" h="521970">
                  <a:moveTo>
                    <a:pt x="3809" y="473710"/>
                  </a:moveTo>
                  <a:lnTo>
                    <a:pt x="0" y="473710"/>
                  </a:lnTo>
                  <a:lnTo>
                    <a:pt x="0" y="478790"/>
                  </a:lnTo>
                  <a:lnTo>
                    <a:pt x="3809" y="478790"/>
                  </a:lnTo>
                  <a:lnTo>
                    <a:pt x="3809" y="473710"/>
                  </a:lnTo>
                  <a:close/>
                </a:path>
                <a:path w="3810" h="521970">
                  <a:moveTo>
                    <a:pt x="3809" y="467360"/>
                  </a:moveTo>
                  <a:lnTo>
                    <a:pt x="0" y="467360"/>
                  </a:lnTo>
                  <a:lnTo>
                    <a:pt x="0" y="472440"/>
                  </a:lnTo>
                  <a:lnTo>
                    <a:pt x="3809" y="472440"/>
                  </a:lnTo>
                  <a:lnTo>
                    <a:pt x="3809" y="467360"/>
                  </a:lnTo>
                  <a:close/>
                </a:path>
                <a:path w="3810" h="521970">
                  <a:moveTo>
                    <a:pt x="3809" y="461010"/>
                  </a:moveTo>
                  <a:lnTo>
                    <a:pt x="0" y="461010"/>
                  </a:lnTo>
                  <a:lnTo>
                    <a:pt x="0" y="466090"/>
                  </a:lnTo>
                  <a:lnTo>
                    <a:pt x="3809" y="466090"/>
                  </a:lnTo>
                  <a:lnTo>
                    <a:pt x="3809" y="461010"/>
                  </a:lnTo>
                  <a:close/>
                </a:path>
                <a:path w="3810" h="521970">
                  <a:moveTo>
                    <a:pt x="3809" y="454660"/>
                  </a:moveTo>
                  <a:lnTo>
                    <a:pt x="0" y="454660"/>
                  </a:lnTo>
                  <a:lnTo>
                    <a:pt x="0" y="459740"/>
                  </a:lnTo>
                  <a:lnTo>
                    <a:pt x="3809" y="459740"/>
                  </a:lnTo>
                  <a:lnTo>
                    <a:pt x="3809" y="454660"/>
                  </a:lnTo>
                  <a:close/>
                </a:path>
                <a:path w="3810" h="521970">
                  <a:moveTo>
                    <a:pt x="3809" y="191770"/>
                  </a:moveTo>
                  <a:lnTo>
                    <a:pt x="0" y="191770"/>
                  </a:lnTo>
                  <a:lnTo>
                    <a:pt x="0" y="453390"/>
                  </a:lnTo>
                  <a:lnTo>
                    <a:pt x="3809" y="453390"/>
                  </a:lnTo>
                  <a:lnTo>
                    <a:pt x="3809" y="191770"/>
                  </a:lnTo>
                  <a:close/>
                </a:path>
              </a:pathLst>
            </a:custGeom>
            <a:solidFill>
              <a:srgbClr val="D5C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1" name="object 1711"/>
            <p:cNvSpPr/>
            <p:nvPr/>
          </p:nvSpPr>
          <p:spPr>
            <a:xfrm>
              <a:off x="2745739" y="2839719"/>
              <a:ext cx="3810" cy="521970"/>
            </a:xfrm>
            <a:custGeom>
              <a:avLst/>
              <a:gdLst/>
              <a:ahLst/>
              <a:cxnLst/>
              <a:rect l="l" t="t" r="r" b="b"/>
              <a:pathLst>
                <a:path w="3810" h="521970">
                  <a:moveTo>
                    <a:pt x="3810" y="67310"/>
                  </a:moveTo>
                  <a:lnTo>
                    <a:pt x="0" y="67310"/>
                  </a:lnTo>
                  <a:lnTo>
                    <a:pt x="0" y="187960"/>
                  </a:lnTo>
                  <a:lnTo>
                    <a:pt x="3810" y="187960"/>
                  </a:lnTo>
                  <a:lnTo>
                    <a:pt x="3810" y="67310"/>
                  </a:lnTo>
                  <a:close/>
                </a:path>
                <a:path w="3810" h="521970">
                  <a:moveTo>
                    <a:pt x="3810" y="64770"/>
                  </a:moveTo>
                  <a:lnTo>
                    <a:pt x="0" y="64770"/>
                  </a:lnTo>
                  <a:lnTo>
                    <a:pt x="0" y="66039"/>
                  </a:lnTo>
                  <a:lnTo>
                    <a:pt x="3810" y="66039"/>
                  </a:lnTo>
                  <a:lnTo>
                    <a:pt x="3810" y="64770"/>
                  </a:lnTo>
                  <a:close/>
                </a:path>
                <a:path w="3810" h="521970">
                  <a:moveTo>
                    <a:pt x="3810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60960"/>
                  </a:lnTo>
                  <a:close/>
                </a:path>
                <a:path w="3810" h="521970">
                  <a:moveTo>
                    <a:pt x="3810" y="58420"/>
                  </a:moveTo>
                  <a:lnTo>
                    <a:pt x="0" y="58420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8420"/>
                  </a:lnTo>
                  <a:close/>
                </a:path>
                <a:path w="3810" h="521970">
                  <a:moveTo>
                    <a:pt x="3810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3810" y="57150"/>
                  </a:lnTo>
                  <a:lnTo>
                    <a:pt x="3810" y="54610"/>
                  </a:lnTo>
                  <a:close/>
                </a:path>
                <a:path w="3810" h="521970">
                  <a:moveTo>
                    <a:pt x="3810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52070"/>
                  </a:lnTo>
                  <a:close/>
                </a:path>
                <a:path w="3810" h="521970">
                  <a:moveTo>
                    <a:pt x="3810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3810" y="50800"/>
                  </a:lnTo>
                  <a:lnTo>
                    <a:pt x="3810" y="48260"/>
                  </a:lnTo>
                  <a:close/>
                </a:path>
                <a:path w="3810" h="521970">
                  <a:moveTo>
                    <a:pt x="3810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5720"/>
                  </a:lnTo>
                  <a:close/>
                </a:path>
                <a:path w="3810" h="521970">
                  <a:moveTo>
                    <a:pt x="3810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3810" y="44450"/>
                  </a:lnTo>
                  <a:lnTo>
                    <a:pt x="3810" y="41910"/>
                  </a:lnTo>
                  <a:close/>
                </a:path>
                <a:path w="3810" h="521970">
                  <a:moveTo>
                    <a:pt x="3810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9370"/>
                  </a:lnTo>
                  <a:close/>
                </a:path>
                <a:path w="3810" h="521970">
                  <a:moveTo>
                    <a:pt x="381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5560"/>
                  </a:lnTo>
                  <a:close/>
                </a:path>
                <a:path w="3810" h="521970">
                  <a:moveTo>
                    <a:pt x="3810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33020"/>
                  </a:lnTo>
                  <a:close/>
                </a:path>
                <a:path w="3810" h="521970">
                  <a:moveTo>
                    <a:pt x="381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3810" y="31750"/>
                  </a:lnTo>
                  <a:lnTo>
                    <a:pt x="3810" y="29210"/>
                  </a:lnTo>
                  <a:close/>
                </a:path>
                <a:path w="3810" h="521970">
                  <a:moveTo>
                    <a:pt x="3810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6670"/>
                  </a:lnTo>
                  <a:close/>
                </a:path>
                <a:path w="3810" h="521970">
                  <a:moveTo>
                    <a:pt x="381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2860"/>
                  </a:lnTo>
                  <a:close/>
                </a:path>
                <a:path w="3810" h="521970">
                  <a:moveTo>
                    <a:pt x="3810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20320"/>
                  </a:lnTo>
                  <a:close/>
                </a:path>
                <a:path w="3810" h="521970">
                  <a:moveTo>
                    <a:pt x="381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6510"/>
                  </a:lnTo>
                  <a:close/>
                </a:path>
                <a:path w="3810" h="521970">
                  <a:moveTo>
                    <a:pt x="3810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3970"/>
                  </a:lnTo>
                  <a:close/>
                </a:path>
                <a:path w="3810" h="521970">
                  <a:moveTo>
                    <a:pt x="381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10160"/>
                  </a:lnTo>
                  <a:close/>
                </a:path>
                <a:path w="3810" h="521970">
                  <a:moveTo>
                    <a:pt x="3810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7620"/>
                  </a:lnTo>
                  <a:close/>
                </a:path>
                <a:path w="3810" h="521970">
                  <a:moveTo>
                    <a:pt x="3810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3810"/>
                  </a:lnTo>
                  <a:close/>
                </a:path>
                <a:path w="3810" h="521970">
                  <a:moveTo>
                    <a:pt x="254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40" y="2539"/>
                  </a:lnTo>
                  <a:lnTo>
                    <a:pt x="2540" y="0"/>
                  </a:lnTo>
                  <a:close/>
                </a:path>
                <a:path w="3810" h="521970">
                  <a:moveTo>
                    <a:pt x="3810" y="515620"/>
                  </a:moveTo>
                  <a:lnTo>
                    <a:pt x="0" y="515620"/>
                  </a:lnTo>
                  <a:lnTo>
                    <a:pt x="0" y="521970"/>
                  </a:lnTo>
                  <a:lnTo>
                    <a:pt x="1270" y="521970"/>
                  </a:lnTo>
                  <a:lnTo>
                    <a:pt x="1270" y="520700"/>
                  </a:lnTo>
                  <a:lnTo>
                    <a:pt x="3810" y="520700"/>
                  </a:lnTo>
                  <a:lnTo>
                    <a:pt x="3810" y="515620"/>
                  </a:lnTo>
                  <a:close/>
                </a:path>
                <a:path w="3810" h="521970">
                  <a:moveTo>
                    <a:pt x="3810" y="509270"/>
                  </a:moveTo>
                  <a:lnTo>
                    <a:pt x="0" y="509270"/>
                  </a:lnTo>
                  <a:lnTo>
                    <a:pt x="0" y="514350"/>
                  </a:lnTo>
                  <a:lnTo>
                    <a:pt x="3810" y="514350"/>
                  </a:lnTo>
                  <a:lnTo>
                    <a:pt x="3810" y="509270"/>
                  </a:lnTo>
                  <a:close/>
                </a:path>
                <a:path w="3810" h="521970">
                  <a:moveTo>
                    <a:pt x="3810" y="502920"/>
                  </a:moveTo>
                  <a:lnTo>
                    <a:pt x="0" y="502920"/>
                  </a:lnTo>
                  <a:lnTo>
                    <a:pt x="0" y="508000"/>
                  </a:lnTo>
                  <a:lnTo>
                    <a:pt x="3810" y="508000"/>
                  </a:lnTo>
                  <a:lnTo>
                    <a:pt x="3810" y="502920"/>
                  </a:lnTo>
                  <a:close/>
                </a:path>
                <a:path w="3810" h="521970">
                  <a:moveTo>
                    <a:pt x="3810" y="496570"/>
                  </a:moveTo>
                  <a:lnTo>
                    <a:pt x="0" y="496570"/>
                  </a:lnTo>
                  <a:lnTo>
                    <a:pt x="0" y="501650"/>
                  </a:lnTo>
                  <a:lnTo>
                    <a:pt x="3810" y="501650"/>
                  </a:lnTo>
                  <a:lnTo>
                    <a:pt x="3810" y="496570"/>
                  </a:lnTo>
                  <a:close/>
                </a:path>
                <a:path w="3810" h="521970">
                  <a:moveTo>
                    <a:pt x="3810" y="490220"/>
                  </a:moveTo>
                  <a:lnTo>
                    <a:pt x="0" y="490220"/>
                  </a:lnTo>
                  <a:lnTo>
                    <a:pt x="0" y="495300"/>
                  </a:lnTo>
                  <a:lnTo>
                    <a:pt x="3810" y="495300"/>
                  </a:lnTo>
                  <a:lnTo>
                    <a:pt x="3810" y="490220"/>
                  </a:lnTo>
                  <a:close/>
                </a:path>
                <a:path w="3810" h="521970">
                  <a:moveTo>
                    <a:pt x="3810" y="483870"/>
                  </a:moveTo>
                  <a:lnTo>
                    <a:pt x="0" y="483870"/>
                  </a:lnTo>
                  <a:lnTo>
                    <a:pt x="0" y="488950"/>
                  </a:lnTo>
                  <a:lnTo>
                    <a:pt x="3810" y="488950"/>
                  </a:lnTo>
                  <a:lnTo>
                    <a:pt x="3810" y="483870"/>
                  </a:lnTo>
                  <a:close/>
                </a:path>
                <a:path w="3810" h="521970">
                  <a:moveTo>
                    <a:pt x="3810" y="477520"/>
                  </a:moveTo>
                  <a:lnTo>
                    <a:pt x="0" y="477520"/>
                  </a:lnTo>
                  <a:lnTo>
                    <a:pt x="0" y="482600"/>
                  </a:lnTo>
                  <a:lnTo>
                    <a:pt x="3810" y="482600"/>
                  </a:lnTo>
                  <a:lnTo>
                    <a:pt x="3810" y="477520"/>
                  </a:lnTo>
                  <a:close/>
                </a:path>
                <a:path w="3810" h="521970">
                  <a:moveTo>
                    <a:pt x="3810" y="471170"/>
                  </a:moveTo>
                  <a:lnTo>
                    <a:pt x="0" y="471170"/>
                  </a:lnTo>
                  <a:lnTo>
                    <a:pt x="0" y="476250"/>
                  </a:lnTo>
                  <a:lnTo>
                    <a:pt x="3810" y="476250"/>
                  </a:lnTo>
                  <a:lnTo>
                    <a:pt x="3810" y="471170"/>
                  </a:lnTo>
                  <a:close/>
                </a:path>
                <a:path w="3810" h="521970">
                  <a:moveTo>
                    <a:pt x="3810" y="464820"/>
                  </a:moveTo>
                  <a:lnTo>
                    <a:pt x="0" y="464820"/>
                  </a:lnTo>
                  <a:lnTo>
                    <a:pt x="0" y="469900"/>
                  </a:lnTo>
                  <a:lnTo>
                    <a:pt x="3810" y="469900"/>
                  </a:lnTo>
                  <a:lnTo>
                    <a:pt x="3810" y="464820"/>
                  </a:lnTo>
                  <a:close/>
                </a:path>
                <a:path w="3810" h="521970">
                  <a:moveTo>
                    <a:pt x="3810" y="458470"/>
                  </a:moveTo>
                  <a:lnTo>
                    <a:pt x="0" y="458470"/>
                  </a:lnTo>
                  <a:lnTo>
                    <a:pt x="0" y="463550"/>
                  </a:lnTo>
                  <a:lnTo>
                    <a:pt x="3810" y="463550"/>
                  </a:lnTo>
                  <a:lnTo>
                    <a:pt x="3810" y="458470"/>
                  </a:lnTo>
                  <a:close/>
                </a:path>
                <a:path w="3810" h="521970">
                  <a:moveTo>
                    <a:pt x="3810" y="452120"/>
                  </a:moveTo>
                  <a:lnTo>
                    <a:pt x="0" y="452120"/>
                  </a:lnTo>
                  <a:lnTo>
                    <a:pt x="0" y="457200"/>
                  </a:lnTo>
                  <a:lnTo>
                    <a:pt x="3810" y="457200"/>
                  </a:lnTo>
                  <a:lnTo>
                    <a:pt x="3810" y="452120"/>
                  </a:lnTo>
                  <a:close/>
                </a:path>
                <a:path w="3810" h="521970">
                  <a:moveTo>
                    <a:pt x="3810" y="189230"/>
                  </a:moveTo>
                  <a:lnTo>
                    <a:pt x="0" y="189230"/>
                  </a:lnTo>
                  <a:lnTo>
                    <a:pt x="0" y="450850"/>
                  </a:lnTo>
                  <a:lnTo>
                    <a:pt x="3810" y="450850"/>
                  </a:lnTo>
                  <a:lnTo>
                    <a:pt x="3810" y="189230"/>
                  </a:lnTo>
                  <a:close/>
                </a:path>
              </a:pathLst>
            </a:custGeom>
            <a:solidFill>
              <a:srgbClr val="D5C8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2" name="object 1712"/>
            <p:cNvSpPr/>
            <p:nvPr/>
          </p:nvSpPr>
          <p:spPr>
            <a:xfrm>
              <a:off x="2749550" y="2842260"/>
              <a:ext cx="3810" cy="520700"/>
            </a:xfrm>
            <a:custGeom>
              <a:avLst/>
              <a:gdLst/>
              <a:ahLst/>
              <a:cxnLst/>
              <a:rect l="l" t="t" r="r" b="b"/>
              <a:pathLst>
                <a:path w="3810" h="520700">
                  <a:moveTo>
                    <a:pt x="3810" y="64770"/>
                  </a:moveTo>
                  <a:lnTo>
                    <a:pt x="0" y="64770"/>
                  </a:lnTo>
                  <a:lnTo>
                    <a:pt x="0" y="185420"/>
                  </a:lnTo>
                  <a:lnTo>
                    <a:pt x="3810" y="185420"/>
                  </a:lnTo>
                  <a:lnTo>
                    <a:pt x="3810" y="64770"/>
                  </a:lnTo>
                  <a:close/>
                </a:path>
                <a:path w="3810" h="520700">
                  <a:moveTo>
                    <a:pt x="381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62230"/>
                  </a:lnTo>
                  <a:close/>
                </a:path>
                <a:path w="3810" h="520700">
                  <a:moveTo>
                    <a:pt x="3810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3810" y="60960"/>
                  </a:lnTo>
                  <a:lnTo>
                    <a:pt x="3810" y="58420"/>
                  </a:lnTo>
                  <a:close/>
                </a:path>
                <a:path w="3810" h="520700">
                  <a:moveTo>
                    <a:pt x="3810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3810" y="57150"/>
                  </a:lnTo>
                  <a:lnTo>
                    <a:pt x="3810" y="55880"/>
                  </a:lnTo>
                  <a:close/>
                </a:path>
                <a:path w="3810" h="520700">
                  <a:moveTo>
                    <a:pt x="3810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3810" y="54610"/>
                  </a:lnTo>
                  <a:lnTo>
                    <a:pt x="3810" y="52070"/>
                  </a:lnTo>
                  <a:close/>
                </a:path>
                <a:path w="3810" h="520700">
                  <a:moveTo>
                    <a:pt x="3810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3810" y="50800"/>
                  </a:lnTo>
                  <a:lnTo>
                    <a:pt x="3810" y="49530"/>
                  </a:lnTo>
                  <a:close/>
                </a:path>
                <a:path w="3810" h="520700">
                  <a:moveTo>
                    <a:pt x="3810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5720"/>
                  </a:lnTo>
                  <a:close/>
                </a:path>
                <a:path w="3810" h="520700">
                  <a:moveTo>
                    <a:pt x="3810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3810" y="44450"/>
                  </a:lnTo>
                  <a:lnTo>
                    <a:pt x="3810" y="43180"/>
                  </a:lnTo>
                  <a:close/>
                </a:path>
                <a:path w="3810" h="520700">
                  <a:moveTo>
                    <a:pt x="3810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9370"/>
                  </a:lnTo>
                  <a:close/>
                </a:path>
                <a:path w="3810" h="520700">
                  <a:moveTo>
                    <a:pt x="3810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6830"/>
                  </a:lnTo>
                  <a:close/>
                </a:path>
                <a:path w="3810" h="520700">
                  <a:moveTo>
                    <a:pt x="3810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33020"/>
                  </a:lnTo>
                  <a:close/>
                </a:path>
                <a:path w="3810" h="520700">
                  <a:moveTo>
                    <a:pt x="3810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3810" y="31750"/>
                  </a:lnTo>
                  <a:lnTo>
                    <a:pt x="3810" y="30480"/>
                  </a:lnTo>
                  <a:close/>
                </a:path>
                <a:path w="3810" h="520700">
                  <a:moveTo>
                    <a:pt x="3810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6670"/>
                  </a:lnTo>
                  <a:close/>
                </a:path>
                <a:path w="3810" h="520700">
                  <a:moveTo>
                    <a:pt x="3810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4130"/>
                  </a:lnTo>
                  <a:close/>
                </a:path>
                <a:path w="3810" h="520700">
                  <a:moveTo>
                    <a:pt x="3810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20320"/>
                  </a:lnTo>
                  <a:close/>
                </a:path>
                <a:path w="3810" h="520700">
                  <a:moveTo>
                    <a:pt x="3810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7780"/>
                  </a:lnTo>
                  <a:close/>
                </a:path>
                <a:path w="3810" h="520700">
                  <a:moveTo>
                    <a:pt x="3810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70"/>
                  </a:lnTo>
                  <a:close/>
                </a:path>
                <a:path w="3810" h="520700">
                  <a:moveTo>
                    <a:pt x="3810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11430"/>
                  </a:lnTo>
                  <a:close/>
                </a:path>
                <a:path w="3810" h="520700">
                  <a:moveTo>
                    <a:pt x="3810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20"/>
                  </a:lnTo>
                  <a:close/>
                </a:path>
                <a:path w="3810" h="520700">
                  <a:moveTo>
                    <a:pt x="3810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5080"/>
                  </a:lnTo>
                  <a:close/>
                </a:path>
                <a:path w="3810" h="520700">
                  <a:moveTo>
                    <a:pt x="253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70"/>
                  </a:lnTo>
                  <a:lnTo>
                    <a:pt x="2539" y="1270"/>
                  </a:lnTo>
                  <a:lnTo>
                    <a:pt x="2539" y="0"/>
                  </a:lnTo>
                  <a:close/>
                </a:path>
                <a:path w="3810" h="520700">
                  <a:moveTo>
                    <a:pt x="3810" y="519430"/>
                  </a:moveTo>
                  <a:lnTo>
                    <a:pt x="1269" y="519430"/>
                  </a:lnTo>
                  <a:lnTo>
                    <a:pt x="1269" y="520700"/>
                  </a:lnTo>
                  <a:lnTo>
                    <a:pt x="3810" y="520700"/>
                  </a:lnTo>
                  <a:lnTo>
                    <a:pt x="3810" y="519430"/>
                  </a:lnTo>
                  <a:close/>
                </a:path>
                <a:path w="3810" h="520700">
                  <a:moveTo>
                    <a:pt x="3810" y="513080"/>
                  </a:moveTo>
                  <a:lnTo>
                    <a:pt x="0" y="513080"/>
                  </a:lnTo>
                  <a:lnTo>
                    <a:pt x="0" y="518160"/>
                  </a:lnTo>
                  <a:lnTo>
                    <a:pt x="3810" y="518160"/>
                  </a:lnTo>
                  <a:lnTo>
                    <a:pt x="3810" y="513080"/>
                  </a:lnTo>
                  <a:close/>
                </a:path>
                <a:path w="3810" h="520700">
                  <a:moveTo>
                    <a:pt x="3810" y="506730"/>
                  </a:moveTo>
                  <a:lnTo>
                    <a:pt x="0" y="506730"/>
                  </a:lnTo>
                  <a:lnTo>
                    <a:pt x="0" y="511810"/>
                  </a:lnTo>
                  <a:lnTo>
                    <a:pt x="3810" y="511810"/>
                  </a:lnTo>
                  <a:lnTo>
                    <a:pt x="3810" y="506730"/>
                  </a:lnTo>
                  <a:close/>
                </a:path>
                <a:path w="3810" h="520700">
                  <a:moveTo>
                    <a:pt x="3810" y="500380"/>
                  </a:moveTo>
                  <a:lnTo>
                    <a:pt x="0" y="500380"/>
                  </a:lnTo>
                  <a:lnTo>
                    <a:pt x="0" y="505460"/>
                  </a:lnTo>
                  <a:lnTo>
                    <a:pt x="3810" y="505460"/>
                  </a:lnTo>
                  <a:lnTo>
                    <a:pt x="3810" y="500380"/>
                  </a:lnTo>
                  <a:close/>
                </a:path>
                <a:path w="3810" h="520700">
                  <a:moveTo>
                    <a:pt x="3810" y="494030"/>
                  </a:moveTo>
                  <a:lnTo>
                    <a:pt x="0" y="494030"/>
                  </a:lnTo>
                  <a:lnTo>
                    <a:pt x="0" y="499110"/>
                  </a:lnTo>
                  <a:lnTo>
                    <a:pt x="3810" y="499110"/>
                  </a:lnTo>
                  <a:lnTo>
                    <a:pt x="3810" y="494030"/>
                  </a:lnTo>
                  <a:close/>
                </a:path>
                <a:path w="3810" h="520700">
                  <a:moveTo>
                    <a:pt x="3810" y="487680"/>
                  </a:moveTo>
                  <a:lnTo>
                    <a:pt x="0" y="487680"/>
                  </a:lnTo>
                  <a:lnTo>
                    <a:pt x="0" y="492760"/>
                  </a:lnTo>
                  <a:lnTo>
                    <a:pt x="3810" y="492760"/>
                  </a:lnTo>
                  <a:lnTo>
                    <a:pt x="3810" y="487680"/>
                  </a:lnTo>
                  <a:close/>
                </a:path>
                <a:path w="3810" h="520700">
                  <a:moveTo>
                    <a:pt x="3810" y="481330"/>
                  </a:moveTo>
                  <a:lnTo>
                    <a:pt x="0" y="481330"/>
                  </a:lnTo>
                  <a:lnTo>
                    <a:pt x="0" y="486410"/>
                  </a:lnTo>
                  <a:lnTo>
                    <a:pt x="3810" y="486410"/>
                  </a:lnTo>
                  <a:lnTo>
                    <a:pt x="3810" y="481330"/>
                  </a:lnTo>
                  <a:close/>
                </a:path>
                <a:path w="3810" h="520700">
                  <a:moveTo>
                    <a:pt x="3810" y="474980"/>
                  </a:moveTo>
                  <a:lnTo>
                    <a:pt x="0" y="474980"/>
                  </a:lnTo>
                  <a:lnTo>
                    <a:pt x="0" y="480060"/>
                  </a:lnTo>
                  <a:lnTo>
                    <a:pt x="3810" y="480060"/>
                  </a:lnTo>
                  <a:lnTo>
                    <a:pt x="3810" y="474980"/>
                  </a:lnTo>
                  <a:close/>
                </a:path>
                <a:path w="3810" h="520700">
                  <a:moveTo>
                    <a:pt x="3810" y="468630"/>
                  </a:moveTo>
                  <a:lnTo>
                    <a:pt x="0" y="468630"/>
                  </a:lnTo>
                  <a:lnTo>
                    <a:pt x="0" y="473710"/>
                  </a:lnTo>
                  <a:lnTo>
                    <a:pt x="3810" y="473710"/>
                  </a:lnTo>
                  <a:lnTo>
                    <a:pt x="3810" y="468630"/>
                  </a:lnTo>
                  <a:close/>
                </a:path>
                <a:path w="3810" h="520700">
                  <a:moveTo>
                    <a:pt x="3810" y="462280"/>
                  </a:moveTo>
                  <a:lnTo>
                    <a:pt x="0" y="462280"/>
                  </a:lnTo>
                  <a:lnTo>
                    <a:pt x="0" y="467360"/>
                  </a:lnTo>
                  <a:lnTo>
                    <a:pt x="3810" y="467360"/>
                  </a:lnTo>
                  <a:lnTo>
                    <a:pt x="3810" y="462280"/>
                  </a:lnTo>
                  <a:close/>
                </a:path>
                <a:path w="3810" h="520700">
                  <a:moveTo>
                    <a:pt x="3810" y="455930"/>
                  </a:moveTo>
                  <a:lnTo>
                    <a:pt x="0" y="455930"/>
                  </a:lnTo>
                  <a:lnTo>
                    <a:pt x="0" y="461010"/>
                  </a:lnTo>
                  <a:lnTo>
                    <a:pt x="3810" y="461010"/>
                  </a:lnTo>
                  <a:lnTo>
                    <a:pt x="3810" y="455930"/>
                  </a:lnTo>
                  <a:close/>
                </a:path>
                <a:path w="3810" h="520700">
                  <a:moveTo>
                    <a:pt x="3810" y="449580"/>
                  </a:moveTo>
                  <a:lnTo>
                    <a:pt x="0" y="449580"/>
                  </a:lnTo>
                  <a:lnTo>
                    <a:pt x="0" y="454660"/>
                  </a:lnTo>
                  <a:lnTo>
                    <a:pt x="3810" y="454660"/>
                  </a:lnTo>
                  <a:lnTo>
                    <a:pt x="3810" y="449580"/>
                  </a:lnTo>
                  <a:close/>
                </a:path>
                <a:path w="3810" h="520700">
                  <a:moveTo>
                    <a:pt x="3810" y="186690"/>
                  </a:moveTo>
                  <a:lnTo>
                    <a:pt x="0" y="186690"/>
                  </a:lnTo>
                  <a:lnTo>
                    <a:pt x="0" y="448310"/>
                  </a:lnTo>
                  <a:lnTo>
                    <a:pt x="3810" y="448310"/>
                  </a:lnTo>
                  <a:lnTo>
                    <a:pt x="3810" y="186690"/>
                  </a:lnTo>
                  <a:close/>
                </a:path>
              </a:pathLst>
            </a:custGeom>
            <a:solidFill>
              <a:srgbClr val="D4C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3" name="object 1713"/>
            <p:cNvSpPr/>
            <p:nvPr/>
          </p:nvSpPr>
          <p:spPr>
            <a:xfrm>
              <a:off x="2753360" y="2843529"/>
              <a:ext cx="2540" cy="520700"/>
            </a:xfrm>
            <a:custGeom>
              <a:avLst/>
              <a:gdLst/>
              <a:ahLst/>
              <a:cxnLst/>
              <a:rect l="l" t="t" r="r" b="b"/>
              <a:pathLst>
                <a:path w="2539" h="520700">
                  <a:moveTo>
                    <a:pt x="2539" y="63500"/>
                  </a:moveTo>
                  <a:lnTo>
                    <a:pt x="0" y="63500"/>
                  </a:lnTo>
                  <a:lnTo>
                    <a:pt x="0" y="184150"/>
                  </a:lnTo>
                  <a:lnTo>
                    <a:pt x="2539" y="184150"/>
                  </a:lnTo>
                  <a:lnTo>
                    <a:pt x="2539" y="63500"/>
                  </a:lnTo>
                  <a:close/>
                </a:path>
                <a:path w="2539" h="520700">
                  <a:moveTo>
                    <a:pt x="2539" y="60960"/>
                  </a:moveTo>
                  <a:lnTo>
                    <a:pt x="0" y="60960"/>
                  </a:lnTo>
                  <a:lnTo>
                    <a:pt x="0" y="62229"/>
                  </a:lnTo>
                  <a:lnTo>
                    <a:pt x="2539" y="62229"/>
                  </a:lnTo>
                  <a:lnTo>
                    <a:pt x="2539" y="60960"/>
                  </a:lnTo>
                  <a:close/>
                </a:path>
                <a:path w="2539" h="520700">
                  <a:moveTo>
                    <a:pt x="2539" y="57150"/>
                  </a:moveTo>
                  <a:lnTo>
                    <a:pt x="0" y="57150"/>
                  </a:lnTo>
                  <a:lnTo>
                    <a:pt x="0" y="59689"/>
                  </a:lnTo>
                  <a:lnTo>
                    <a:pt x="2539" y="59689"/>
                  </a:lnTo>
                  <a:lnTo>
                    <a:pt x="2539" y="57150"/>
                  </a:lnTo>
                  <a:close/>
                </a:path>
                <a:path w="2539" h="520700">
                  <a:moveTo>
                    <a:pt x="2539" y="54610"/>
                  </a:moveTo>
                  <a:lnTo>
                    <a:pt x="0" y="54610"/>
                  </a:lnTo>
                  <a:lnTo>
                    <a:pt x="0" y="55879"/>
                  </a:lnTo>
                  <a:lnTo>
                    <a:pt x="2539" y="55879"/>
                  </a:lnTo>
                  <a:lnTo>
                    <a:pt x="2539" y="54610"/>
                  </a:lnTo>
                  <a:close/>
                </a:path>
                <a:path w="2539" h="520700">
                  <a:moveTo>
                    <a:pt x="2539" y="50800"/>
                  </a:moveTo>
                  <a:lnTo>
                    <a:pt x="0" y="50800"/>
                  </a:lnTo>
                  <a:lnTo>
                    <a:pt x="0" y="53339"/>
                  </a:lnTo>
                  <a:lnTo>
                    <a:pt x="2539" y="53339"/>
                  </a:lnTo>
                  <a:lnTo>
                    <a:pt x="2539" y="50800"/>
                  </a:lnTo>
                  <a:close/>
                </a:path>
                <a:path w="2539" h="520700">
                  <a:moveTo>
                    <a:pt x="2539" y="48260"/>
                  </a:moveTo>
                  <a:lnTo>
                    <a:pt x="0" y="48260"/>
                  </a:lnTo>
                  <a:lnTo>
                    <a:pt x="0" y="49529"/>
                  </a:lnTo>
                  <a:lnTo>
                    <a:pt x="2539" y="49529"/>
                  </a:lnTo>
                  <a:lnTo>
                    <a:pt x="2539" y="48260"/>
                  </a:lnTo>
                  <a:close/>
                </a:path>
                <a:path w="2539" h="520700">
                  <a:moveTo>
                    <a:pt x="2539" y="44450"/>
                  </a:moveTo>
                  <a:lnTo>
                    <a:pt x="0" y="44450"/>
                  </a:lnTo>
                  <a:lnTo>
                    <a:pt x="0" y="46989"/>
                  </a:lnTo>
                  <a:lnTo>
                    <a:pt x="2539" y="46989"/>
                  </a:lnTo>
                  <a:lnTo>
                    <a:pt x="2539" y="44450"/>
                  </a:lnTo>
                  <a:close/>
                </a:path>
                <a:path w="2539" h="520700">
                  <a:moveTo>
                    <a:pt x="2539" y="41910"/>
                  </a:moveTo>
                  <a:lnTo>
                    <a:pt x="0" y="41910"/>
                  </a:lnTo>
                  <a:lnTo>
                    <a:pt x="0" y="43179"/>
                  </a:lnTo>
                  <a:lnTo>
                    <a:pt x="2539" y="43179"/>
                  </a:lnTo>
                  <a:lnTo>
                    <a:pt x="2539" y="41910"/>
                  </a:lnTo>
                  <a:close/>
                </a:path>
                <a:path w="2539" h="520700">
                  <a:moveTo>
                    <a:pt x="2539" y="38100"/>
                  </a:moveTo>
                  <a:lnTo>
                    <a:pt x="0" y="38100"/>
                  </a:lnTo>
                  <a:lnTo>
                    <a:pt x="0" y="40639"/>
                  </a:lnTo>
                  <a:lnTo>
                    <a:pt x="2539" y="40639"/>
                  </a:lnTo>
                  <a:lnTo>
                    <a:pt x="2539" y="38100"/>
                  </a:lnTo>
                  <a:close/>
                </a:path>
                <a:path w="2539" h="520700">
                  <a:moveTo>
                    <a:pt x="2539" y="35560"/>
                  </a:moveTo>
                  <a:lnTo>
                    <a:pt x="0" y="35560"/>
                  </a:lnTo>
                  <a:lnTo>
                    <a:pt x="0" y="36829"/>
                  </a:lnTo>
                  <a:lnTo>
                    <a:pt x="2539" y="36829"/>
                  </a:lnTo>
                  <a:lnTo>
                    <a:pt x="2539" y="35560"/>
                  </a:lnTo>
                  <a:close/>
                </a:path>
                <a:path w="2539" h="520700">
                  <a:moveTo>
                    <a:pt x="2539" y="31750"/>
                  </a:moveTo>
                  <a:lnTo>
                    <a:pt x="0" y="31750"/>
                  </a:lnTo>
                  <a:lnTo>
                    <a:pt x="0" y="34289"/>
                  </a:lnTo>
                  <a:lnTo>
                    <a:pt x="2539" y="34289"/>
                  </a:lnTo>
                  <a:lnTo>
                    <a:pt x="2539" y="31750"/>
                  </a:lnTo>
                  <a:close/>
                </a:path>
                <a:path w="2539" h="520700">
                  <a:moveTo>
                    <a:pt x="2539" y="29210"/>
                  </a:moveTo>
                  <a:lnTo>
                    <a:pt x="0" y="29210"/>
                  </a:lnTo>
                  <a:lnTo>
                    <a:pt x="0" y="30479"/>
                  </a:lnTo>
                  <a:lnTo>
                    <a:pt x="2539" y="30479"/>
                  </a:lnTo>
                  <a:lnTo>
                    <a:pt x="2539" y="29210"/>
                  </a:lnTo>
                  <a:close/>
                </a:path>
                <a:path w="2539" h="520700">
                  <a:moveTo>
                    <a:pt x="2539" y="25400"/>
                  </a:moveTo>
                  <a:lnTo>
                    <a:pt x="0" y="25400"/>
                  </a:lnTo>
                  <a:lnTo>
                    <a:pt x="0" y="27939"/>
                  </a:lnTo>
                  <a:lnTo>
                    <a:pt x="2539" y="27939"/>
                  </a:lnTo>
                  <a:lnTo>
                    <a:pt x="2539" y="25400"/>
                  </a:lnTo>
                  <a:close/>
                </a:path>
                <a:path w="2539" h="520700">
                  <a:moveTo>
                    <a:pt x="2539" y="22860"/>
                  </a:moveTo>
                  <a:lnTo>
                    <a:pt x="0" y="22860"/>
                  </a:lnTo>
                  <a:lnTo>
                    <a:pt x="0" y="24129"/>
                  </a:lnTo>
                  <a:lnTo>
                    <a:pt x="2539" y="24129"/>
                  </a:lnTo>
                  <a:lnTo>
                    <a:pt x="2539" y="22860"/>
                  </a:lnTo>
                  <a:close/>
                </a:path>
                <a:path w="2539" h="520700">
                  <a:moveTo>
                    <a:pt x="2539" y="19050"/>
                  </a:moveTo>
                  <a:lnTo>
                    <a:pt x="0" y="19050"/>
                  </a:lnTo>
                  <a:lnTo>
                    <a:pt x="0" y="21589"/>
                  </a:lnTo>
                  <a:lnTo>
                    <a:pt x="2539" y="21589"/>
                  </a:lnTo>
                  <a:lnTo>
                    <a:pt x="2539" y="19050"/>
                  </a:lnTo>
                  <a:close/>
                </a:path>
                <a:path w="2539" h="520700">
                  <a:moveTo>
                    <a:pt x="2539" y="16510"/>
                  </a:moveTo>
                  <a:lnTo>
                    <a:pt x="0" y="16510"/>
                  </a:lnTo>
                  <a:lnTo>
                    <a:pt x="0" y="17779"/>
                  </a:lnTo>
                  <a:lnTo>
                    <a:pt x="2539" y="17779"/>
                  </a:lnTo>
                  <a:lnTo>
                    <a:pt x="2539" y="16510"/>
                  </a:lnTo>
                  <a:close/>
                </a:path>
                <a:path w="2539" h="520700">
                  <a:moveTo>
                    <a:pt x="2539" y="12700"/>
                  </a:moveTo>
                  <a:lnTo>
                    <a:pt x="0" y="12700"/>
                  </a:lnTo>
                  <a:lnTo>
                    <a:pt x="0" y="15239"/>
                  </a:lnTo>
                  <a:lnTo>
                    <a:pt x="2539" y="15239"/>
                  </a:lnTo>
                  <a:lnTo>
                    <a:pt x="2539" y="12700"/>
                  </a:lnTo>
                  <a:close/>
                </a:path>
                <a:path w="2539" h="520700">
                  <a:moveTo>
                    <a:pt x="2539" y="10160"/>
                  </a:moveTo>
                  <a:lnTo>
                    <a:pt x="0" y="10160"/>
                  </a:lnTo>
                  <a:lnTo>
                    <a:pt x="0" y="11429"/>
                  </a:lnTo>
                  <a:lnTo>
                    <a:pt x="2539" y="11429"/>
                  </a:lnTo>
                  <a:lnTo>
                    <a:pt x="2539" y="10160"/>
                  </a:lnTo>
                  <a:close/>
                </a:path>
                <a:path w="2539" h="520700">
                  <a:moveTo>
                    <a:pt x="2539" y="6350"/>
                  </a:moveTo>
                  <a:lnTo>
                    <a:pt x="0" y="6350"/>
                  </a:lnTo>
                  <a:lnTo>
                    <a:pt x="0" y="8889"/>
                  </a:lnTo>
                  <a:lnTo>
                    <a:pt x="2539" y="8889"/>
                  </a:lnTo>
                  <a:lnTo>
                    <a:pt x="2539" y="6350"/>
                  </a:lnTo>
                  <a:close/>
                </a:path>
                <a:path w="2539" h="520700">
                  <a:moveTo>
                    <a:pt x="2539" y="3810"/>
                  </a:moveTo>
                  <a:lnTo>
                    <a:pt x="0" y="3810"/>
                  </a:lnTo>
                  <a:lnTo>
                    <a:pt x="0" y="5079"/>
                  </a:lnTo>
                  <a:lnTo>
                    <a:pt x="2539" y="5079"/>
                  </a:lnTo>
                  <a:lnTo>
                    <a:pt x="2539" y="3810"/>
                  </a:lnTo>
                  <a:close/>
                </a:path>
                <a:path w="2539" h="520700">
                  <a:moveTo>
                    <a:pt x="126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69" y="2539"/>
                  </a:lnTo>
                  <a:lnTo>
                    <a:pt x="1269" y="0"/>
                  </a:lnTo>
                  <a:close/>
                </a:path>
                <a:path w="2539" h="520700">
                  <a:moveTo>
                    <a:pt x="2539" y="518160"/>
                  </a:moveTo>
                  <a:lnTo>
                    <a:pt x="0" y="518160"/>
                  </a:lnTo>
                  <a:lnTo>
                    <a:pt x="0" y="519430"/>
                  </a:lnTo>
                  <a:lnTo>
                    <a:pt x="1269" y="519430"/>
                  </a:lnTo>
                  <a:lnTo>
                    <a:pt x="1269" y="520700"/>
                  </a:lnTo>
                  <a:lnTo>
                    <a:pt x="2539" y="520700"/>
                  </a:lnTo>
                  <a:lnTo>
                    <a:pt x="2539" y="518160"/>
                  </a:lnTo>
                  <a:close/>
                </a:path>
                <a:path w="2539" h="520700">
                  <a:moveTo>
                    <a:pt x="2539" y="511810"/>
                  </a:moveTo>
                  <a:lnTo>
                    <a:pt x="0" y="511810"/>
                  </a:lnTo>
                  <a:lnTo>
                    <a:pt x="0" y="516890"/>
                  </a:lnTo>
                  <a:lnTo>
                    <a:pt x="2539" y="516890"/>
                  </a:lnTo>
                  <a:lnTo>
                    <a:pt x="2539" y="511810"/>
                  </a:lnTo>
                  <a:close/>
                </a:path>
                <a:path w="2539" h="520700">
                  <a:moveTo>
                    <a:pt x="2539" y="505460"/>
                  </a:moveTo>
                  <a:lnTo>
                    <a:pt x="0" y="505460"/>
                  </a:lnTo>
                  <a:lnTo>
                    <a:pt x="0" y="510540"/>
                  </a:lnTo>
                  <a:lnTo>
                    <a:pt x="2539" y="510540"/>
                  </a:lnTo>
                  <a:lnTo>
                    <a:pt x="2539" y="505460"/>
                  </a:lnTo>
                  <a:close/>
                </a:path>
                <a:path w="2539" h="520700">
                  <a:moveTo>
                    <a:pt x="2539" y="499110"/>
                  </a:moveTo>
                  <a:lnTo>
                    <a:pt x="0" y="499110"/>
                  </a:lnTo>
                  <a:lnTo>
                    <a:pt x="0" y="504190"/>
                  </a:lnTo>
                  <a:lnTo>
                    <a:pt x="2539" y="504190"/>
                  </a:lnTo>
                  <a:lnTo>
                    <a:pt x="2539" y="499110"/>
                  </a:lnTo>
                  <a:close/>
                </a:path>
                <a:path w="2539" h="520700">
                  <a:moveTo>
                    <a:pt x="2539" y="492760"/>
                  </a:moveTo>
                  <a:lnTo>
                    <a:pt x="0" y="492760"/>
                  </a:lnTo>
                  <a:lnTo>
                    <a:pt x="0" y="497840"/>
                  </a:lnTo>
                  <a:lnTo>
                    <a:pt x="2539" y="497840"/>
                  </a:lnTo>
                  <a:lnTo>
                    <a:pt x="2539" y="492760"/>
                  </a:lnTo>
                  <a:close/>
                </a:path>
                <a:path w="2539" h="520700">
                  <a:moveTo>
                    <a:pt x="2539" y="486410"/>
                  </a:moveTo>
                  <a:lnTo>
                    <a:pt x="0" y="486410"/>
                  </a:lnTo>
                  <a:lnTo>
                    <a:pt x="0" y="491490"/>
                  </a:lnTo>
                  <a:lnTo>
                    <a:pt x="2539" y="491490"/>
                  </a:lnTo>
                  <a:lnTo>
                    <a:pt x="2539" y="486410"/>
                  </a:lnTo>
                  <a:close/>
                </a:path>
                <a:path w="2539" h="520700">
                  <a:moveTo>
                    <a:pt x="2539" y="480060"/>
                  </a:moveTo>
                  <a:lnTo>
                    <a:pt x="0" y="480060"/>
                  </a:lnTo>
                  <a:lnTo>
                    <a:pt x="0" y="485140"/>
                  </a:lnTo>
                  <a:lnTo>
                    <a:pt x="2539" y="485140"/>
                  </a:lnTo>
                  <a:lnTo>
                    <a:pt x="2539" y="480060"/>
                  </a:lnTo>
                  <a:close/>
                </a:path>
                <a:path w="2539" h="520700">
                  <a:moveTo>
                    <a:pt x="2539" y="473710"/>
                  </a:moveTo>
                  <a:lnTo>
                    <a:pt x="0" y="473710"/>
                  </a:lnTo>
                  <a:lnTo>
                    <a:pt x="0" y="478790"/>
                  </a:lnTo>
                  <a:lnTo>
                    <a:pt x="2539" y="478790"/>
                  </a:lnTo>
                  <a:lnTo>
                    <a:pt x="2539" y="473710"/>
                  </a:lnTo>
                  <a:close/>
                </a:path>
                <a:path w="2539" h="520700">
                  <a:moveTo>
                    <a:pt x="2539" y="467360"/>
                  </a:moveTo>
                  <a:lnTo>
                    <a:pt x="0" y="467360"/>
                  </a:lnTo>
                  <a:lnTo>
                    <a:pt x="0" y="472440"/>
                  </a:lnTo>
                  <a:lnTo>
                    <a:pt x="2539" y="472440"/>
                  </a:lnTo>
                  <a:lnTo>
                    <a:pt x="2539" y="467360"/>
                  </a:lnTo>
                  <a:close/>
                </a:path>
                <a:path w="2539" h="520700">
                  <a:moveTo>
                    <a:pt x="2539" y="461010"/>
                  </a:moveTo>
                  <a:lnTo>
                    <a:pt x="0" y="461010"/>
                  </a:lnTo>
                  <a:lnTo>
                    <a:pt x="0" y="466090"/>
                  </a:lnTo>
                  <a:lnTo>
                    <a:pt x="2539" y="466090"/>
                  </a:lnTo>
                  <a:lnTo>
                    <a:pt x="2539" y="461010"/>
                  </a:lnTo>
                  <a:close/>
                </a:path>
                <a:path w="2539" h="520700">
                  <a:moveTo>
                    <a:pt x="2539" y="454660"/>
                  </a:moveTo>
                  <a:lnTo>
                    <a:pt x="0" y="454660"/>
                  </a:lnTo>
                  <a:lnTo>
                    <a:pt x="0" y="459740"/>
                  </a:lnTo>
                  <a:lnTo>
                    <a:pt x="2539" y="459740"/>
                  </a:lnTo>
                  <a:lnTo>
                    <a:pt x="2539" y="454660"/>
                  </a:lnTo>
                  <a:close/>
                </a:path>
                <a:path w="2539" h="520700">
                  <a:moveTo>
                    <a:pt x="2539" y="448310"/>
                  </a:moveTo>
                  <a:lnTo>
                    <a:pt x="0" y="448310"/>
                  </a:lnTo>
                  <a:lnTo>
                    <a:pt x="0" y="453390"/>
                  </a:lnTo>
                  <a:lnTo>
                    <a:pt x="2539" y="453390"/>
                  </a:lnTo>
                  <a:lnTo>
                    <a:pt x="2539" y="448310"/>
                  </a:lnTo>
                  <a:close/>
                </a:path>
                <a:path w="2539" h="520700">
                  <a:moveTo>
                    <a:pt x="2539" y="185420"/>
                  </a:moveTo>
                  <a:lnTo>
                    <a:pt x="0" y="185420"/>
                  </a:lnTo>
                  <a:lnTo>
                    <a:pt x="0" y="447040"/>
                  </a:lnTo>
                  <a:lnTo>
                    <a:pt x="2539" y="447040"/>
                  </a:lnTo>
                  <a:lnTo>
                    <a:pt x="2539" y="185420"/>
                  </a:lnTo>
                  <a:close/>
                </a:path>
              </a:pathLst>
            </a:custGeom>
            <a:solidFill>
              <a:srgbClr val="D3C6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4" name="object 1714"/>
            <p:cNvSpPr/>
            <p:nvPr/>
          </p:nvSpPr>
          <p:spPr>
            <a:xfrm>
              <a:off x="2755900" y="2846069"/>
              <a:ext cx="3810" cy="519430"/>
            </a:xfrm>
            <a:custGeom>
              <a:avLst/>
              <a:gdLst/>
              <a:ahLst/>
              <a:cxnLst/>
              <a:rect l="l" t="t" r="r" b="b"/>
              <a:pathLst>
                <a:path w="3810" h="519429">
                  <a:moveTo>
                    <a:pt x="3810" y="60960"/>
                  </a:moveTo>
                  <a:lnTo>
                    <a:pt x="0" y="60960"/>
                  </a:lnTo>
                  <a:lnTo>
                    <a:pt x="0" y="181610"/>
                  </a:lnTo>
                  <a:lnTo>
                    <a:pt x="3810" y="181610"/>
                  </a:lnTo>
                  <a:lnTo>
                    <a:pt x="3810" y="60960"/>
                  </a:lnTo>
                  <a:close/>
                </a:path>
                <a:path w="3810" h="519429">
                  <a:moveTo>
                    <a:pt x="3810" y="58420"/>
                  </a:moveTo>
                  <a:lnTo>
                    <a:pt x="0" y="58420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8420"/>
                  </a:lnTo>
                  <a:close/>
                </a:path>
                <a:path w="3810" h="519429">
                  <a:moveTo>
                    <a:pt x="3810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3810" y="57150"/>
                  </a:lnTo>
                  <a:lnTo>
                    <a:pt x="3810" y="54610"/>
                  </a:lnTo>
                  <a:close/>
                </a:path>
                <a:path w="3810" h="519429">
                  <a:moveTo>
                    <a:pt x="3810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52070"/>
                  </a:lnTo>
                  <a:close/>
                </a:path>
                <a:path w="3810" h="519429">
                  <a:moveTo>
                    <a:pt x="3810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3810" y="50800"/>
                  </a:lnTo>
                  <a:lnTo>
                    <a:pt x="3810" y="48260"/>
                  </a:lnTo>
                  <a:close/>
                </a:path>
                <a:path w="3810" h="519429">
                  <a:moveTo>
                    <a:pt x="3810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5720"/>
                  </a:lnTo>
                  <a:close/>
                </a:path>
                <a:path w="3810" h="519429">
                  <a:moveTo>
                    <a:pt x="3810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3810" y="44450"/>
                  </a:lnTo>
                  <a:lnTo>
                    <a:pt x="3810" y="41910"/>
                  </a:lnTo>
                  <a:close/>
                </a:path>
                <a:path w="3810" h="519429">
                  <a:moveTo>
                    <a:pt x="3810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9370"/>
                  </a:lnTo>
                  <a:close/>
                </a:path>
                <a:path w="3810" h="519429">
                  <a:moveTo>
                    <a:pt x="381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5560"/>
                  </a:lnTo>
                  <a:close/>
                </a:path>
                <a:path w="3810" h="519429">
                  <a:moveTo>
                    <a:pt x="3810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33020"/>
                  </a:lnTo>
                  <a:close/>
                </a:path>
                <a:path w="3810" h="519429">
                  <a:moveTo>
                    <a:pt x="381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3810" y="31750"/>
                  </a:lnTo>
                  <a:lnTo>
                    <a:pt x="3810" y="29210"/>
                  </a:lnTo>
                  <a:close/>
                </a:path>
                <a:path w="3810" h="519429">
                  <a:moveTo>
                    <a:pt x="3810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6670"/>
                  </a:lnTo>
                  <a:close/>
                </a:path>
                <a:path w="3810" h="519429">
                  <a:moveTo>
                    <a:pt x="381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2860"/>
                  </a:lnTo>
                  <a:close/>
                </a:path>
                <a:path w="3810" h="519429">
                  <a:moveTo>
                    <a:pt x="3810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20320"/>
                  </a:lnTo>
                  <a:close/>
                </a:path>
                <a:path w="3810" h="519429">
                  <a:moveTo>
                    <a:pt x="381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6510"/>
                  </a:lnTo>
                  <a:close/>
                </a:path>
                <a:path w="3810" h="519429">
                  <a:moveTo>
                    <a:pt x="3810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3970"/>
                  </a:lnTo>
                  <a:close/>
                </a:path>
                <a:path w="3810" h="519429">
                  <a:moveTo>
                    <a:pt x="381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10160"/>
                  </a:lnTo>
                  <a:close/>
                </a:path>
                <a:path w="3810" h="519429">
                  <a:moveTo>
                    <a:pt x="3810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7620"/>
                  </a:lnTo>
                  <a:close/>
                </a:path>
                <a:path w="3810" h="519429">
                  <a:moveTo>
                    <a:pt x="3810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3810"/>
                  </a:lnTo>
                  <a:close/>
                </a:path>
                <a:path w="3810" h="519429">
                  <a:moveTo>
                    <a:pt x="253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39" y="2539"/>
                  </a:lnTo>
                  <a:lnTo>
                    <a:pt x="2539" y="0"/>
                  </a:lnTo>
                  <a:close/>
                </a:path>
                <a:path w="3810" h="519429">
                  <a:moveTo>
                    <a:pt x="3810" y="515620"/>
                  </a:moveTo>
                  <a:lnTo>
                    <a:pt x="0" y="515620"/>
                  </a:lnTo>
                  <a:lnTo>
                    <a:pt x="0" y="518160"/>
                  </a:lnTo>
                  <a:lnTo>
                    <a:pt x="1269" y="518160"/>
                  </a:lnTo>
                  <a:lnTo>
                    <a:pt x="1269" y="519430"/>
                  </a:lnTo>
                  <a:lnTo>
                    <a:pt x="3810" y="519430"/>
                  </a:lnTo>
                  <a:lnTo>
                    <a:pt x="3810" y="515620"/>
                  </a:lnTo>
                  <a:close/>
                </a:path>
                <a:path w="3810" h="519429">
                  <a:moveTo>
                    <a:pt x="3810" y="509270"/>
                  </a:moveTo>
                  <a:lnTo>
                    <a:pt x="0" y="509270"/>
                  </a:lnTo>
                  <a:lnTo>
                    <a:pt x="0" y="514350"/>
                  </a:lnTo>
                  <a:lnTo>
                    <a:pt x="3810" y="514350"/>
                  </a:lnTo>
                  <a:lnTo>
                    <a:pt x="3810" y="509270"/>
                  </a:lnTo>
                  <a:close/>
                </a:path>
                <a:path w="3810" h="519429">
                  <a:moveTo>
                    <a:pt x="3810" y="502920"/>
                  </a:moveTo>
                  <a:lnTo>
                    <a:pt x="0" y="502920"/>
                  </a:lnTo>
                  <a:lnTo>
                    <a:pt x="0" y="508000"/>
                  </a:lnTo>
                  <a:lnTo>
                    <a:pt x="3810" y="508000"/>
                  </a:lnTo>
                  <a:lnTo>
                    <a:pt x="3810" y="502920"/>
                  </a:lnTo>
                  <a:close/>
                </a:path>
                <a:path w="3810" h="519429">
                  <a:moveTo>
                    <a:pt x="3810" y="496570"/>
                  </a:moveTo>
                  <a:lnTo>
                    <a:pt x="0" y="496570"/>
                  </a:lnTo>
                  <a:lnTo>
                    <a:pt x="0" y="501650"/>
                  </a:lnTo>
                  <a:lnTo>
                    <a:pt x="3810" y="501650"/>
                  </a:lnTo>
                  <a:lnTo>
                    <a:pt x="3810" y="496570"/>
                  </a:lnTo>
                  <a:close/>
                </a:path>
                <a:path w="3810" h="519429">
                  <a:moveTo>
                    <a:pt x="3810" y="490220"/>
                  </a:moveTo>
                  <a:lnTo>
                    <a:pt x="0" y="490220"/>
                  </a:lnTo>
                  <a:lnTo>
                    <a:pt x="0" y="495300"/>
                  </a:lnTo>
                  <a:lnTo>
                    <a:pt x="3810" y="495300"/>
                  </a:lnTo>
                  <a:lnTo>
                    <a:pt x="3810" y="490220"/>
                  </a:lnTo>
                  <a:close/>
                </a:path>
                <a:path w="3810" h="519429">
                  <a:moveTo>
                    <a:pt x="3810" y="483870"/>
                  </a:moveTo>
                  <a:lnTo>
                    <a:pt x="0" y="483870"/>
                  </a:lnTo>
                  <a:lnTo>
                    <a:pt x="0" y="488950"/>
                  </a:lnTo>
                  <a:lnTo>
                    <a:pt x="3810" y="488950"/>
                  </a:lnTo>
                  <a:lnTo>
                    <a:pt x="3810" y="483870"/>
                  </a:lnTo>
                  <a:close/>
                </a:path>
                <a:path w="3810" h="519429">
                  <a:moveTo>
                    <a:pt x="3810" y="477520"/>
                  </a:moveTo>
                  <a:lnTo>
                    <a:pt x="0" y="477520"/>
                  </a:lnTo>
                  <a:lnTo>
                    <a:pt x="0" y="482600"/>
                  </a:lnTo>
                  <a:lnTo>
                    <a:pt x="3810" y="482600"/>
                  </a:lnTo>
                  <a:lnTo>
                    <a:pt x="3810" y="477520"/>
                  </a:lnTo>
                  <a:close/>
                </a:path>
                <a:path w="3810" h="519429">
                  <a:moveTo>
                    <a:pt x="3810" y="471170"/>
                  </a:moveTo>
                  <a:lnTo>
                    <a:pt x="0" y="471170"/>
                  </a:lnTo>
                  <a:lnTo>
                    <a:pt x="0" y="476250"/>
                  </a:lnTo>
                  <a:lnTo>
                    <a:pt x="3810" y="476250"/>
                  </a:lnTo>
                  <a:lnTo>
                    <a:pt x="3810" y="471170"/>
                  </a:lnTo>
                  <a:close/>
                </a:path>
                <a:path w="3810" h="519429">
                  <a:moveTo>
                    <a:pt x="3810" y="464820"/>
                  </a:moveTo>
                  <a:lnTo>
                    <a:pt x="0" y="464820"/>
                  </a:lnTo>
                  <a:lnTo>
                    <a:pt x="0" y="469900"/>
                  </a:lnTo>
                  <a:lnTo>
                    <a:pt x="3810" y="469900"/>
                  </a:lnTo>
                  <a:lnTo>
                    <a:pt x="3810" y="464820"/>
                  </a:lnTo>
                  <a:close/>
                </a:path>
                <a:path w="3810" h="519429">
                  <a:moveTo>
                    <a:pt x="3810" y="458470"/>
                  </a:moveTo>
                  <a:lnTo>
                    <a:pt x="0" y="458470"/>
                  </a:lnTo>
                  <a:lnTo>
                    <a:pt x="0" y="463550"/>
                  </a:lnTo>
                  <a:lnTo>
                    <a:pt x="3810" y="463550"/>
                  </a:lnTo>
                  <a:lnTo>
                    <a:pt x="3810" y="458470"/>
                  </a:lnTo>
                  <a:close/>
                </a:path>
                <a:path w="3810" h="519429">
                  <a:moveTo>
                    <a:pt x="3810" y="452120"/>
                  </a:moveTo>
                  <a:lnTo>
                    <a:pt x="0" y="452120"/>
                  </a:lnTo>
                  <a:lnTo>
                    <a:pt x="0" y="457200"/>
                  </a:lnTo>
                  <a:lnTo>
                    <a:pt x="3810" y="457200"/>
                  </a:lnTo>
                  <a:lnTo>
                    <a:pt x="3810" y="452120"/>
                  </a:lnTo>
                  <a:close/>
                </a:path>
                <a:path w="3810" h="519429">
                  <a:moveTo>
                    <a:pt x="3810" y="445770"/>
                  </a:moveTo>
                  <a:lnTo>
                    <a:pt x="0" y="445770"/>
                  </a:lnTo>
                  <a:lnTo>
                    <a:pt x="0" y="450850"/>
                  </a:lnTo>
                  <a:lnTo>
                    <a:pt x="3810" y="450850"/>
                  </a:lnTo>
                  <a:lnTo>
                    <a:pt x="3810" y="445770"/>
                  </a:lnTo>
                  <a:close/>
                </a:path>
                <a:path w="3810" h="519429">
                  <a:moveTo>
                    <a:pt x="3810" y="182880"/>
                  </a:moveTo>
                  <a:lnTo>
                    <a:pt x="0" y="182880"/>
                  </a:lnTo>
                  <a:lnTo>
                    <a:pt x="0" y="444500"/>
                  </a:lnTo>
                  <a:lnTo>
                    <a:pt x="3810" y="444500"/>
                  </a:lnTo>
                  <a:lnTo>
                    <a:pt x="3810" y="182880"/>
                  </a:lnTo>
                  <a:close/>
                </a:path>
              </a:pathLst>
            </a:custGeom>
            <a:solidFill>
              <a:srgbClr val="D2C5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5" name="object 1715"/>
            <p:cNvSpPr/>
            <p:nvPr/>
          </p:nvSpPr>
          <p:spPr>
            <a:xfrm>
              <a:off x="2759710" y="2848610"/>
              <a:ext cx="3810" cy="519430"/>
            </a:xfrm>
            <a:custGeom>
              <a:avLst/>
              <a:gdLst/>
              <a:ahLst/>
              <a:cxnLst/>
              <a:rect l="l" t="t" r="r" b="b"/>
              <a:pathLst>
                <a:path w="3810" h="519429">
                  <a:moveTo>
                    <a:pt x="3809" y="58420"/>
                  </a:moveTo>
                  <a:lnTo>
                    <a:pt x="0" y="58420"/>
                  </a:lnTo>
                  <a:lnTo>
                    <a:pt x="0" y="179070"/>
                  </a:lnTo>
                  <a:lnTo>
                    <a:pt x="3809" y="179070"/>
                  </a:lnTo>
                  <a:lnTo>
                    <a:pt x="3809" y="58420"/>
                  </a:lnTo>
                  <a:close/>
                </a:path>
                <a:path w="3810" h="519429">
                  <a:moveTo>
                    <a:pt x="3809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3809" y="57150"/>
                  </a:lnTo>
                  <a:lnTo>
                    <a:pt x="3809" y="55880"/>
                  </a:lnTo>
                  <a:close/>
                </a:path>
                <a:path w="3810" h="519429">
                  <a:moveTo>
                    <a:pt x="3809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3809" y="54610"/>
                  </a:lnTo>
                  <a:lnTo>
                    <a:pt x="3809" y="52070"/>
                  </a:lnTo>
                  <a:close/>
                </a:path>
                <a:path w="3810" h="519429">
                  <a:moveTo>
                    <a:pt x="3809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49530"/>
                  </a:lnTo>
                  <a:close/>
                </a:path>
                <a:path w="3810" h="519429">
                  <a:moveTo>
                    <a:pt x="3809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3809" y="48260"/>
                  </a:lnTo>
                  <a:lnTo>
                    <a:pt x="3809" y="45720"/>
                  </a:lnTo>
                  <a:close/>
                </a:path>
                <a:path w="3810" h="519429">
                  <a:moveTo>
                    <a:pt x="3809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3809" y="44450"/>
                  </a:lnTo>
                  <a:lnTo>
                    <a:pt x="3809" y="43180"/>
                  </a:lnTo>
                  <a:close/>
                </a:path>
                <a:path w="3810" h="519429">
                  <a:moveTo>
                    <a:pt x="3809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39370"/>
                  </a:lnTo>
                  <a:close/>
                </a:path>
                <a:path w="3810" h="519429">
                  <a:moveTo>
                    <a:pt x="3809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3809" y="38100"/>
                  </a:lnTo>
                  <a:lnTo>
                    <a:pt x="3809" y="36830"/>
                  </a:lnTo>
                  <a:close/>
                </a:path>
                <a:path w="3810" h="519429">
                  <a:moveTo>
                    <a:pt x="3809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33020"/>
                  </a:lnTo>
                  <a:close/>
                </a:path>
                <a:path w="3810" h="519429">
                  <a:moveTo>
                    <a:pt x="3809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3809" y="31750"/>
                  </a:lnTo>
                  <a:lnTo>
                    <a:pt x="3809" y="30480"/>
                  </a:lnTo>
                  <a:close/>
                </a:path>
                <a:path w="3810" h="519429">
                  <a:moveTo>
                    <a:pt x="3809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3809" y="29210"/>
                  </a:lnTo>
                  <a:lnTo>
                    <a:pt x="3809" y="26670"/>
                  </a:lnTo>
                  <a:close/>
                </a:path>
                <a:path w="3810" h="519429">
                  <a:moveTo>
                    <a:pt x="3809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3809" y="25400"/>
                  </a:lnTo>
                  <a:lnTo>
                    <a:pt x="3809" y="24130"/>
                  </a:lnTo>
                  <a:close/>
                </a:path>
                <a:path w="3810" h="519429">
                  <a:moveTo>
                    <a:pt x="3809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20320"/>
                  </a:lnTo>
                  <a:close/>
                </a:path>
                <a:path w="3810" h="519429">
                  <a:moveTo>
                    <a:pt x="3809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3809" y="19050"/>
                  </a:lnTo>
                  <a:lnTo>
                    <a:pt x="3809" y="17780"/>
                  </a:lnTo>
                  <a:close/>
                </a:path>
                <a:path w="3810" h="519429">
                  <a:moveTo>
                    <a:pt x="3809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3970"/>
                  </a:lnTo>
                  <a:close/>
                </a:path>
                <a:path w="3810" h="519429">
                  <a:moveTo>
                    <a:pt x="3809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3809" y="12700"/>
                  </a:lnTo>
                  <a:lnTo>
                    <a:pt x="3809" y="11430"/>
                  </a:lnTo>
                  <a:close/>
                </a:path>
                <a:path w="3810" h="519429">
                  <a:moveTo>
                    <a:pt x="3809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7620"/>
                  </a:lnTo>
                  <a:close/>
                </a:path>
                <a:path w="3810" h="519429">
                  <a:moveTo>
                    <a:pt x="3809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5080"/>
                  </a:lnTo>
                  <a:close/>
                </a:path>
                <a:path w="3810" h="519429">
                  <a:moveTo>
                    <a:pt x="3809" y="1270"/>
                  </a:moveTo>
                  <a:lnTo>
                    <a:pt x="0" y="127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1270"/>
                  </a:lnTo>
                  <a:close/>
                </a:path>
                <a:path w="3810" h="519429">
                  <a:moveTo>
                    <a:pt x="2539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2539" y="1270"/>
                  </a:lnTo>
                  <a:lnTo>
                    <a:pt x="2539" y="0"/>
                  </a:lnTo>
                  <a:close/>
                </a:path>
                <a:path w="3810" h="519429">
                  <a:moveTo>
                    <a:pt x="3809" y="513080"/>
                  </a:moveTo>
                  <a:lnTo>
                    <a:pt x="0" y="513080"/>
                  </a:lnTo>
                  <a:lnTo>
                    <a:pt x="0" y="519430"/>
                  </a:lnTo>
                  <a:lnTo>
                    <a:pt x="2539" y="519430"/>
                  </a:lnTo>
                  <a:lnTo>
                    <a:pt x="2539" y="518160"/>
                  </a:lnTo>
                  <a:lnTo>
                    <a:pt x="3809" y="518160"/>
                  </a:lnTo>
                  <a:lnTo>
                    <a:pt x="3809" y="513080"/>
                  </a:lnTo>
                  <a:close/>
                </a:path>
                <a:path w="3810" h="519429">
                  <a:moveTo>
                    <a:pt x="3809" y="506730"/>
                  </a:moveTo>
                  <a:lnTo>
                    <a:pt x="0" y="506730"/>
                  </a:lnTo>
                  <a:lnTo>
                    <a:pt x="0" y="511810"/>
                  </a:lnTo>
                  <a:lnTo>
                    <a:pt x="3809" y="511810"/>
                  </a:lnTo>
                  <a:lnTo>
                    <a:pt x="3809" y="506730"/>
                  </a:lnTo>
                  <a:close/>
                </a:path>
                <a:path w="3810" h="519429">
                  <a:moveTo>
                    <a:pt x="3809" y="500380"/>
                  </a:moveTo>
                  <a:lnTo>
                    <a:pt x="0" y="500380"/>
                  </a:lnTo>
                  <a:lnTo>
                    <a:pt x="0" y="505460"/>
                  </a:lnTo>
                  <a:lnTo>
                    <a:pt x="3809" y="505460"/>
                  </a:lnTo>
                  <a:lnTo>
                    <a:pt x="3809" y="500380"/>
                  </a:lnTo>
                  <a:close/>
                </a:path>
                <a:path w="3810" h="519429">
                  <a:moveTo>
                    <a:pt x="3809" y="494030"/>
                  </a:moveTo>
                  <a:lnTo>
                    <a:pt x="0" y="494030"/>
                  </a:lnTo>
                  <a:lnTo>
                    <a:pt x="0" y="499110"/>
                  </a:lnTo>
                  <a:lnTo>
                    <a:pt x="3809" y="499110"/>
                  </a:lnTo>
                  <a:lnTo>
                    <a:pt x="3809" y="494030"/>
                  </a:lnTo>
                  <a:close/>
                </a:path>
                <a:path w="3810" h="519429">
                  <a:moveTo>
                    <a:pt x="3809" y="487680"/>
                  </a:moveTo>
                  <a:lnTo>
                    <a:pt x="0" y="487680"/>
                  </a:lnTo>
                  <a:lnTo>
                    <a:pt x="0" y="492760"/>
                  </a:lnTo>
                  <a:lnTo>
                    <a:pt x="3809" y="492760"/>
                  </a:lnTo>
                  <a:lnTo>
                    <a:pt x="3809" y="487680"/>
                  </a:lnTo>
                  <a:close/>
                </a:path>
                <a:path w="3810" h="519429">
                  <a:moveTo>
                    <a:pt x="3809" y="481330"/>
                  </a:moveTo>
                  <a:lnTo>
                    <a:pt x="0" y="481330"/>
                  </a:lnTo>
                  <a:lnTo>
                    <a:pt x="0" y="486410"/>
                  </a:lnTo>
                  <a:lnTo>
                    <a:pt x="3809" y="486410"/>
                  </a:lnTo>
                  <a:lnTo>
                    <a:pt x="3809" y="481330"/>
                  </a:lnTo>
                  <a:close/>
                </a:path>
                <a:path w="3810" h="519429">
                  <a:moveTo>
                    <a:pt x="3809" y="474980"/>
                  </a:moveTo>
                  <a:lnTo>
                    <a:pt x="0" y="474980"/>
                  </a:lnTo>
                  <a:lnTo>
                    <a:pt x="0" y="480060"/>
                  </a:lnTo>
                  <a:lnTo>
                    <a:pt x="3809" y="480060"/>
                  </a:lnTo>
                  <a:lnTo>
                    <a:pt x="3809" y="474980"/>
                  </a:lnTo>
                  <a:close/>
                </a:path>
                <a:path w="3810" h="519429">
                  <a:moveTo>
                    <a:pt x="3809" y="468630"/>
                  </a:moveTo>
                  <a:lnTo>
                    <a:pt x="0" y="468630"/>
                  </a:lnTo>
                  <a:lnTo>
                    <a:pt x="0" y="473710"/>
                  </a:lnTo>
                  <a:lnTo>
                    <a:pt x="3809" y="473710"/>
                  </a:lnTo>
                  <a:lnTo>
                    <a:pt x="3809" y="468630"/>
                  </a:lnTo>
                  <a:close/>
                </a:path>
                <a:path w="3810" h="519429">
                  <a:moveTo>
                    <a:pt x="3809" y="462280"/>
                  </a:moveTo>
                  <a:lnTo>
                    <a:pt x="0" y="462280"/>
                  </a:lnTo>
                  <a:lnTo>
                    <a:pt x="0" y="467360"/>
                  </a:lnTo>
                  <a:lnTo>
                    <a:pt x="3809" y="467360"/>
                  </a:lnTo>
                  <a:lnTo>
                    <a:pt x="3809" y="462280"/>
                  </a:lnTo>
                  <a:close/>
                </a:path>
                <a:path w="3810" h="519429">
                  <a:moveTo>
                    <a:pt x="3809" y="455930"/>
                  </a:moveTo>
                  <a:lnTo>
                    <a:pt x="0" y="455930"/>
                  </a:lnTo>
                  <a:lnTo>
                    <a:pt x="0" y="461010"/>
                  </a:lnTo>
                  <a:lnTo>
                    <a:pt x="3809" y="461010"/>
                  </a:lnTo>
                  <a:lnTo>
                    <a:pt x="3809" y="455930"/>
                  </a:lnTo>
                  <a:close/>
                </a:path>
                <a:path w="3810" h="519429">
                  <a:moveTo>
                    <a:pt x="3809" y="449580"/>
                  </a:moveTo>
                  <a:lnTo>
                    <a:pt x="0" y="449580"/>
                  </a:lnTo>
                  <a:lnTo>
                    <a:pt x="0" y="454660"/>
                  </a:lnTo>
                  <a:lnTo>
                    <a:pt x="3809" y="454660"/>
                  </a:lnTo>
                  <a:lnTo>
                    <a:pt x="3809" y="449580"/>
                  </a:lnTo>
                  <a:close/>
                </a:path>
                <a:path w="3810" h="519429">
                  <a:moveTo>
                    <a:pt x="3809" y="443230"/>
                  </a:moveTo>
                  <a:lnTo>
                    <a:pt x="0" y="443230"/>
                  </a:lnTo>
                  <a:lnTo>
                    <a:pt x="0" y="448310"/>
                  </a:lnTo>
                  <a:lnTo>
                    <a:pt x="3809" y="448310"/>
                  </a:lnTo>
                  <a:lnTo>
                    <a:pt x="3809" y="443230"/>
                  </a:lnTo>
                  <a:close/>
                </a:path>
                <a:path w="3810" h="519429">
                  <a:moveTo>
                    <a:pt x="3809" y="180340"/>
                  </a:moveTo>
                  <a:lnTo>
                    <a:pt x="0" y="180340"/>
                  </a:lnTo>
                  <a:lnTo>
                    <a:pt x="0" y="441960"/>
                  </a:lnTo>
                  <a:lnTo>
                    <a:pt x="3809" y="441960"/>
                  </a:lnTo>
                  <a:lnTo>
                    <a:pt x="3809" y="180340"/>
                  </a:lnTo>
                  <a:close/>
                </a:path>
              </a:pathLst>
            </a:custGeom>
            <a:solidFill>
              <a:srgbClr val="D1C4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6" name="object 1716"/>
            <p:cNvSpPr/>
            <p:nvPr/>
          </p:nvSpPr>
          <p:spPr>
            <a:xfrm>
              <a:off x="2763520" y="2849879"/>
              <a:ext cx="3810" cy="519430"/>
            </a:xfrm>
            <a:custGeom>
              <a:avLst/>
              <a:gdLst/>
              <a:ahLst/>
              <a:cxnLst/>
              <a:rect l="l" t="t" r="r" b="b"/>
              <a:pathLst>
                <a:path w="3810" h="519429">
                  <a:moveTo>
                    <a:pt x="127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70" y="2540"/>
                  </a:lnTo>
                  <a:lnTo>
                    <a:pt x="1270" y="0"/>
                  </a:lnTo>
                  <a:close/>
                </a:path>
                <a:path w="3810" h="519429">
                  <a:moveTo>
                    <a:pt x="3810" y="518160"/>
                  </a:moveTo>
                  <a:lnTo>
                    <a:pt x="2540" y="518160"/>
                  </a:lnTo>
                  <a:lnTo>
                    <a:pt x="2540" y="519430"/>
                  </a:lnTo>
                  <a:lnTo>
                    <a:pt x="3810" y="519430"/>
                  </a:lnTo>
                  <a:lnTo>
                    <a:pt x="3810" y="518160"/>
                  </a:lnTo>
                  <a:close/>
                </a:path>
                <a:path w="3810" h="519429">
                  <a:moveTo>
                    <a:pt x="3810" y="511810"/>
                  </a:moveTo>
                  <a:lnTo>
                    <a:pt x="0" y="511810"/>
                  </a:lnTo>
                  <a:lnTo>
                    <a:pt x="0" y="516890"/>
                  </a:lnTo>
                  <a:lnTo>
                    <a:pt x="3810" y="516890"/>
                  </a:lnTo>
                  <a:lnTo>
                    <a:pt x="3810" y="511810"/>
                  </a:lnTo>
                  <a:close/>
                </a:path>
                <a:path w="3810" h="519429">
                  <a:moveTo>
                    <a:pt x="3810" y="505460"/>
                  </a:moveTo>
                  <a:lnTo>
                    <a:pt x="0" y="505460"/>
                  </a:lnTo>
                  <a:lnTo>
                    <a:pt x="0" y="510540"/>
                  </a:lnTo>
                  <a:lnTo>
                    <a:pt x="3810" y="510540"/>
                  </a:lnTo>
                  <a:lnTo>
                    <a:pt x="3810" y="505460"/>
                  </a:lnTo>
                  <a:close/>
                </a:path>
                <a:path w="3810" h="519429">
                  <a:moveTo>
                    <a:pt x="3810" y="499110"/>
                  </a:moveTo>
                  <a:lnTo>
                    <a:pt x="0" y="499110"/>
                  </a:lnTo>
                  <a:lnTo>
                    <a:pt x="0" y="504190"/>
                  </a:lnTo>
                  <a:lnTo>
                    <a:pt x="3810" y="504190"/>
                  </a:lnTo>
                  <a:lnTo>
                    <a:pt x="3810" y="499110"/>
                  </a:lnTo>
                  <a:close/>
                </a:path>
                <a:path w="3810" h="519429">
                  <a:moveTo>
                    <a:pt x="3810" y="492760"/>
                  </a:moveTo>
                  <a:lnTo>
                    <a:pt x="0" y="492760"/>
                  </a:lnTo>
                  <a:lnTo>
                    <a:pt x="0" y="497840"/>
                  </a:lnTo>
                  <a:lnTo>
                    <a:pt x="3810" y="497840"/>
                  </a:lnTo>
                  <a:lnTo>
                    <a:pt x="3810" y="492760"/>
                  </a:lnTo>
                  <a:close/>
                </a:path>
                <a:path w="3810" h="519429">
                  <a:moveTo>
                    <a:pt x="3810" y="486410"/>
                  </a:moveTo>
                  <a:lnTo>
                    <a:pt x="0" y="486410"/>
                  </a:lnTo>
                  <a:lnTo>
                    <a:pt x="0" y="491490"/>
                  </a:lnTo>
                  <a:lnTo>
                    <a:pt x="3810" y="491490"/>
                  </a:lnTo>
                  <a:lnTo>
                    <a:pt x="3810" y="486410"/>
                  </a:lnTo>
                  <a:close/>
                </a:path>
                <a:path w="3810" h="519429">
                  <a:moveTo>
                    <a:pt x="3810" y="480060"/>
                  </a:moveTo>
                  <a:lnTo>
                    <a:pt x="0" y="480060"/>
                  </a:lnTo>
                  <a:lnTo>
                    <a:pt x="0" y="485140"/>
                  </a:lnTo>
                  <a:lnTo>
                    <a:pt x="3810" y="485140"/>
                  </a:lnTo>
                  <a:lnTo>
                    <a:pt x="3810" y="480060"/>
                  </a:lnTo>
                  <a:close/>
                </a:path>
                <a:path w="3810" h="519429">
                  <a:moveTo>
                    <a:pt x="3810" y="473710"/>
                  </a:moveTo>
                  <a:lnTo>
                    <a:pt x="0" y="473710"/>
                  </a:lnTo>
                  <a:lnTo>
                    <a:pt x="0" y="478790"/>
                  </a:lnTo>
                  <a:lnTo>
                    <a:pt x="3810" y="478790"/>
                  </a:lnTo>
                  <a:lnTo>
                    <a:pt x="3810" y="473710"/>
                  </a:lnTo>
                  <a:close/>
                </a:path>
                <a:path w="3810" h="519429">
                  <a:moveTo>
                    <a:pt x="3810" y="467360"/>
                  </a:moveTo>
                  <a:lnTo>
                    <a:pt x="0" y="467360"/>
                  </a:lnTo>
                  <a:lnTo>
                    <a:pt x="0" y="472440"/>
                  </a:lnTo>
                  <a:lnTo>
                    <a:pt x="3810" y="472440"/>
                  </a:lnTo>
                  <a:lnTo>
                    <a:pt x="3810" y="467360"/>
                  </a:lnTo>
                  <a:close/>
                </a:path>
                <a:path w="3810" h="519429">
                  <a:moveTo>
                    <a:pt x="3810" y="461010"/>
                  </a:moveTo>
                  <a:lnTo>
                    <a:pt x="0" y="461010"/>
                  </a:lnTo>
                  <a:lnTo>
                    <a:pt x="0" y="466090"/>
                  </a:lnTo>
                  <a:lnTo>
                    <a:pt x="3810" y="466090"/>
                  </a:lnTo>
                  <a:lnTo>
                    <a:pt x="3810" y="461010"/>
                  </a:lnTo>
                  <a:close/>
                </a:path>
                <a:path w="3810" h="519429">
                  <a:moveTo>
                    <a:pt x="3810" y="454660"/>
                  </a:moveTo>
                  <a:lnTo>
                    <a:pt x="0" y="454660"/>
                  </a:lnTo>
                  <a:lnTo>
                    <a:pt x="0" y="459740"/>
                  </a:lnTo>
                  <a:lnTo>
                    <a:pt x="3810" y="459740"/>
                  </a:lnTo>
                  <a:lnTo>
                    <a:pt x="3810" y="454660"/>
                  </a:lnTo>
                  <a:close/>
                </a:path>
                <a:path w="3810" h="519429">
                  <a:moveTo>
                    <a:pt x="3810" y="448310"/>
                  </a:moveTo>
                  <a:lnTo>
                    <a:pt x="0" y="448310"/>
                  </a:lnTo>
                  <a:lnTo>
                    <a:pt x="0" y="453390"/>
                  </a:lnTo>
                  <a:lnTo>
                    <a:pt x="3810" y="453390"/>
                  </a:lnTo>
                  <a:lnTo>
                    <a:pt x="3810" y="448310"/>
                  </a:lnTo>
                  <a:close/>
                </a:path>
                <a:path w="3810" h="519429">
                  <a:moveTo>
                    <a:pt x="3810" y="441960"/>
                  </a:moveTo>
                  <a:lnTo>
                    <a:pt x="0" y="441960"/>
                  </a:lnTo>
                  <a:lnTo>
                    <a:pt x="0" y="447040"/>
                  </a:lnTo>
                  <a:lnTo>
                    <a:pt x="3810" y="447040"/>
                  </a:lnTo>
                  <a:lnTo>
                    <a:pt x="3810" y="441960"/>
                  </a:lnTo>
                  <a:close/>
                </a:path>
                <a:path w="3810" h="519429">
                  <a:moveTo>
                    <a:pt x="3810" y="179070"/>
                  </a:moveTo>
                  <a:lnTo>
                    <a:pt x="0" y="179070"/>
                  </a:lnTo>
                  <a:lnTo>
                    <a:pt x="0" y="440690"/>
                  </a:lnTo>
                  <a:lnTo>
                    <a:pt x="3810" y="440690"/>
                  </a:lnTo>
                  <a:lnTo>
                    <a:pt x="3810" y="179070"/>
                  </a:lnTo>
                  <a:close/>
                </a:path>
                <a:path w="3810" h="519429">
                  <a:moveTo>
                    <a:pt x="3810" y="57150"/>
                  </a:moveTo>
                  <a:lnTo>
                    <a:pt x="0" y="57150"/>
                  </a:lnTo>
                  <a:lnTo>
                    <a:pt x="0" y="177800"/>
                  </a:lnTo>
                  <a:lnTo>
                    <a:pt x="3810" y="177800"/>
                  </a:lnTo>
                  <a:lnTo>
                    <a:pt x="3810" y="57150"/>
                  </a:lnTo>
                  <a:close/>
                </a:path>
                <a:path w="3810" h="519429">
                  <a:moveTo>
                    <a:pt x="3810" y="54610"/>
                  </a:moveTo>
                  <a:lnTo>
                    <a:pt x="0" y="54610"/>
                  </a:lnTo>
                  <a:lnTo>
                    <a:pt x="0" y="55880"/>
                  </a:lnTo>
                  <a:lnTo>
                    <a:pt x="3810" y="55880"/>
                  </a:lnTo>
                  <a:lnTo>
                    <a:pt x="3810" y="54610"/>
                  </a:lnTo>
                  <a:close/>
                </a:path>
                <a:path w="3810" h="519429">
                  <a:moveTo>
                    <a:pt x="3810" y="50800"/>
                  </a:moveTo>
                  <a:lnTo>
                    <a:pt x="0" y="50800"/>
                  </a:lnTo>
                  <a:lnTo>
                    <a:pt x="0" y="53340"/>
                  </a:lnTo>
                  <a:lnTo>
                    <a:pt x="3810" y="53340"/>
                  </a:lnTo>
                  <a:lnTo>
                    <a:pt x="3810" y="50800"/>
                  </a:lnTo>
                  <a:close/>
                </a:path>
                <a:path w="3810" h="519429">
                  <a:moveTo>
                    <a:pt x="3810" y="48260"/>
                  </a:moveTo>
                  <a:lnTo>
                    <a:pt x="0" y="4826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8260"/>
                  </a:lnTo>
                  <a:close/>
                </a:path>
                <a:path w="3810" h="519429">
                  <a:moveTo>
                    <a:pt x="3810" y="44450"/>
                  </a:moveTo>
                  <a:lnTo>
                    <a:pt x="0" y="44450"/>
                  </a:lnTo>
                  <a:lnTo>
                    <a:pt x="0" y="46990"/>
                  </a:lnTo>
                  <a:lnTo>
                    <a:pt x="3810" y="46990"/>
                  </a:lnTo>
                  <a:lnTo>
                    <a:pt x="3810" y="44450"/>
                  </a:lnTo>
                  <a:close/>
                </a:path>
                <a:path w="3810" h="519429">
                  <a:moveTo>
                    <a:pt x="3810" y="41910"/>
                  </a:moveTo>
                  <a:lnTo>
                    <a:pt x="0" y="4191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41910"/>
                  </a:lnTo>
                  <a:close/>
                </a:path>
                <a:path w="3810" h="519429">
                  <a:moveTo>
                    <a:pt x="3810" y="38100"/>
                  </a:moveTo>
                  <a:lnTo>
                    <a:pt x="0" y="38100"/>
                  </a:lnTo>
                  <a:lnTo>
                    <a:pt x="0" y="40640"/>
                  </a:lnTo>
                  <a:lnTo>
                    <a:pt x="3810" y="40640"/>
                  </a:lnTo>
                  <a:lnTo>
                    <a:pt x="3810" y="38100"/>
                  </a:lnTo>
                  <a:close/>
                </a:path>
                <a:path w="3810" h="519429">
                  <a:moveTo>
                    <a:pt x="3810" y="35560"/>
                  </a:moveTo>
                  <a:lnTo>
                    <a:pt x="0" y="3556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5560"/>
                  </a:lnTo>
                  <a:close/>
                </a:path>
                <a:path w="3810" h="519429">
                  <a:moveTo>
                    <a:pt x="3810" y="31750"/>
                  </a:moveTo>
                  <a:lnTo>
                    <a:pt x="0" y="31750"/>
                  </a:lnTo>
                  <a:lnTo>
                    <a:pt x="0" y="34290"/>
                  </a:lnTo>
                  <a:lnTo>
                    <a:pt x="3810" y="34290"/>
                  </a:lnTo>
                  <a:lnTo>
                    <a:pt x="3810" y="31750"/>
                  </a:lnTo>
                  <a:close/>
                </a:path>
                <a:path w="3810" h="519429">
                  <a:moveTo>
                    <a:pt x="3810" y="29210"/>
                  </a:moveTo>
                  <a:lnTo>
                    <a:pt x="0" y="2921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29210"/>
                  </a:lnTo>
                  <a:close/>
                </a:path>
                <a:path w="3810" h="519429">
                  <a:moveTo>
                    <a:pt x="3810" y="25400"/>
                  </a:moveTo>
                  <a:lnTo>
                    <a:pt x="0" y="25400"/>
                  </a:lnTo>
                  <a:lnTo>
                    <a:pt x="0" y="27940"/>
                  </a:lnTo>
                  <a:lnTo>
                    <a:pt x="3810" y="27940"/>
                  </a:lnTo>
                  <a:lnTo>
                    <a:pt x="3810" y="25400"/>
                  </a:lnTo>
                  <a:close/>
                </a:path>
                <a:path w="3810" h="519429">
                  <a:moveTo>
                    <a:pt x="3810" y="22860"/>
                  </a:moveTo>
                  <a:lnTo>
                    <a:pt x="0" y="2286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2860"/>
                  </a:lnTo>
                  <a:close/>
                </a:path>
                <a:path w="3810" h="519429">
                  <a:moveTo>
                    <a:pt x="3810" y="19050"/>
                  </a:moveTo>
                  <a:lnTo>
                    <a:pt x="0" y="1905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9050"/>
                  </a:lnTo>
                  <a:close/>
                </a:path>
                <a:path w="3810" h="519429">
                  <a:moveTo>
                    <a:pt x="3810" y="16510"/>
                  </a:moveTo>
                  <a:lnTo>
                    <a:pt x="0" y="1651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6510"/>
                  </a:lnTo>
                  <a:close/>
                </a:path>
                <a:path w="3810" h="519429">
                  <a:moveTo>
                    <a:pt x="3810" y="12700"/>
                  </a:moveTo>
                  <a:lnTo>
                    <a:pt x="0" y="1270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2700"/>
                  </a:lnTo>
                  <a:close/>
                </a:path>
                <a:path w="3810" h="519429">
                  <a:moveTo>
                    <a:pt x="3810" y="10160"/>
                  </a:moveTo>
                  <a:lnTo>
                    <a:pt x="0" y="1016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10160"/>
                  </a:lnTo>
                  <a:close/>
                </a:path>
                <a:path w="3810" h="519429">
                  <a:moveTo>
                    <a:pt x="3810" y="6350"/>
                  </a:moveTo>
                  <a:lnTo>
                    <a:pt x="0" y="635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6350"/>
                  </a:lnTo>
                  <a:close/>
                </a:path>
                <a:path w="3810" h="519429">
                  <a:moveTo>
                    <a:pt x="3810" y="3810"/>
                  </a:moveTo>
                  <a:lnTo>
                    <a:pt x="0" y="381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3810"/>
                  </a:lnTo>
                  <a:close/>
                </a:path>
              </a:pathLst>
            </a:custGeom>
            <a:solidFill>
              <a:srgbClr val="D1C3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7" name="object 1717"/>
            <p:cNvSpPr/>
            <p:nvPr/>
          </p:nvSpPr>
          <p:spPr>
            <a:xfrm>
              <a:off x="2767330" y="2852419"/>
              <a:ext cx="3810" cy="518159"/>
            </a:xfrm>
            <a:custGeom>
              <a:avLst/>
              <a:gdLst/>
              <a:ahLst/>
              <a:cxnLst/>
              <a:rect l="l" t="t" r="r" b="b"/>
              <a:pathLst>
                <a:path w="3810" h="518160">
                  <a:moveTo>
                    <a:pt x="3809" y="54610"/>
                  </a:moveTo>
                  <a:lnTo>
                    <a:pt x="0" y="54610"/>
                  </a:lnTo>
                  <a:lnTo>
                    <a:pt x="0" y="175260"/>
                  </a:lnTo>
                  <a:lnTo>
                    <a:pt x="3809" y="175260"/>
                  </a:lnTo>
                  <a:lnTo>
                    <a:pt x="3809" y="54610"/>
                  </a:lnTo>
                  <a:close/>
                </a:path>
                <a:path w="3810" h="518160">
                  <a:moveTo>
                    <a:pt x="3809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2070"/>
                  </a:lnTo>
                  <a:close/>
                </a:path>
                <a:path w="3810" h="518160">
                  <a:moveTo>
                    <a:pt x="3809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48260"/>
                  </a:lnTo>
                  <a:close/>
                </a:path>
                <a:path w="3810" h="518160">
                  <a:moveTo>
                    <a:pt x="3809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5720"/>
                  </a:lnTo>
                  <a:close/>
                </a:path>
                <a:path w="3810" h="518160">
                  <a:moveTo>
                    <a:pt x="3809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3809" y="44450"/>
                  </a:lnTo>
                  <a:lnTo>
                    <a:pt x="3809" y="41910"/>
                  </a:lnTo>
                  <a:close/>
                </a:path>
                <a:path w="3810" h="518160">
                  <a:moveTo>
                    <a:pt x="3809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9370"/>
                  </a:lnTo>
                  <a:close/>
                </a:path>
                <a:path w="3810" h="518160">
                  <a:moveTo>
                    <a:pt x="3809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3809" y="38100"/>
                  </a:lnTo>
                  <a:lnTo>
                    <a:pt x="3809" y="35560"/>
                  </a:lnTo>
                  <a:close/>
                </a:path>
                <a:path w="3810" h="518160">
                  <a:moveTo>
                    <a:pt x="3809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33020"/>
                  </a:lnTo>
                  <a:close/>
                </a:path>
                <a:path w="3810" h="518160">
                  <a:moveTo>
                    <a:pt x="3809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3809" y="31750"/>
                  </a:lnTo>
                  <a:lnTo>
                    <a:pt x="3809" y="29210"/>
                  </a:lnTo>
                  <a:close/>
                </a:path>
                <a:path w="3810" h="518160">
                  <a:moveTo>
                    <a:pt x="3809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6670"/>
                  </a:lnTo>
                  <a:close/>
                </a:path>
                <a:path w="3810" h="518160">
                  <a:moveTo>
                    <a:pt x="3809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3809" y="25400"/>
                  </a:lnTo>
                  <a:lnTo>
                    <a:pt x="3809" y="22860"/>
                  </a:lnTo>
                  <a:close/>
                </a:path>
                <a:path w="3810" h="518160">
                  <a:moveTo>
                    <a:pt x="3809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20320"/>
                  </a:lnTo>
                  <a:close/>
                </a:path>
                <a:path w="3810" h="518160">
                  <a:moveTo>
                    <a:pt x="3809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3809" y="19050"/>
                  </a:lnTo>
                  <a:lnTo>
                    <a:pt x="3809" y="16510"/>
                  </a:lnTo>
                  <a:close/>
                </a:path>
                <a:path w="3810" h="518160">
                  <a:moveTo>
                    <a:pt x="3809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3970"/>
                  </a:lnTo>
                  <a:close/>
                </a:path>
                <a:path w="3810" h="518160">
                  <a:moveTo>
                    <a:pt x="3809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3809" y="12700"/>
                  </a:lnTo>
                  <a:lnTo>
                    <a:pt x="3809" y="10160"/>
                  </a:lnTo>
                  <a:close/>
                </a:path>
                <a:path w="3810" h="518160">
                  <a:moveTo>
                    <a:pt x="3809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7620"/>
                  </a:lnTo>
                  <a:close/>
                </a:path>
                <a:path w="3810" h="518160">
                  <a:moveTo>
                    <a:pt x="3809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3810"/>
                  </a:lnTo>
                  <a:close/>
                </a:path>
                <a:path w="3810" h="518160">
                  <a:moveTo>
                    <a:pt x="253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39" y="2539"/>
                  </a:lnTo>
                  <a:lnTo>
                    <a:pt x="2539" y="0"/>
                  </a:lnTo>
                  <a:close/>
                </a:path>
                <a:path w="3810" h="518160">
                  <a:moveTo>
                    <a:pt x="3809" y="515620"/>
                  </a:moveTo>
                  <a:lnTo>
                    <a:pt x="0" y="515620"/>
                  </a:lnTo>
                  <a:lnTo>
                    <a:pt x="0" y="516890"/>
                  </a:lnTo>
                  <a:lnTo>
                    <a:pt x="2539" y="516890"/>
                  </a:lnTo>
                  <a:lnTo>
                    <a:pt x="2539" y="518160"/>
                  </a:lnTo>
                  <a:lnTo>
                    <a:pt x="3809" y="518160"/>
                  </a:lnTo>
                  <a:lnTo>
                    <a:pt x="3809" y="515620"/>
                  </a:lnTo>
                  <a:close/>
                </a:path>
                <a:path w="3810" h="518160">
                  <a:moveTo>
                    <a:pt x="3809" y="509270"/>
                  </a:moveTo>
                  <a:lnTo>
                    <a:pt x="0" y="509270"/>
                  </a:lnTo>
                  <a:lnTo>
                    <a:pt x="0" y="514350"/>
                  </a:lnTo>
                  <a:lnTo>
                    <a:pt x="3809" y="514350"/>
                  </a:lnTo>
                  <a:lnTo>
                    <a:pt x="3809" y="509270"/>
                  </a:lnTo>
                  <a:close/>
                </a:path>
                <a:path w="3810" h="518160">
                  <a:moveTo>
                    <a:pt x="3809" y="502920"/>
                  </a:moveTo>
                  <a:lnTo>
                    <a:pt x="0" y="502920"/>
                  </a:lnTo>
                  <a:lnTo>
                    <a:pt x="0" y="508000"/>
                  </a:lnTo>
                  <a:lnTo>
                    <a:pt x="3809" y="508000"/>
                  </a:lnTo>
                  <a:lnTo>
                    <a:pt x="3809" y="502920"/>
                  </a:lnTo>
                  <a:close/>
                </a:path>
                <a:path w="3810" h="518160">
                  <a:moveTo>
                    <a:pt x="3809" y="496570"/>
                  </a:moveTo>
                  <a:lnTo>
                    <a:pt x="0" y="496570"/>
                  </a:lnTo>
                  <a:lnTo>
                    <a:pt x="0" y="501650"/>
                  </a:lnTo>
                  <a:lnTo>
                    <a:pt x="3809" y="501650"/>
                  </a:lnTo>
                  <a:lnTo>
                    <a:pt x="3809" y="496570"/>
                  </a:lnTo>
                  <a:close/>
                </a:path>
                <a:path w="3810" h="518160">
                  <a:moveTo>
                    <a:pt x="3809" y="490220"/>
                  </a:moveTo>
                  <a:lnTo>
                    <a:pt x="0" y="490220"/>
                  </a:lnTo>
                  <a:lnTo>
                    <a:pt x="0" y="495300"/>
                  </a:lnTo>
                  <a:lnTo>
                    <a:pt x="3809" y="495300"/>
                  </a:lnTo>
                  <a:lnTo>
                    <a:pt x="3809" y="490220"/>
                  </a:lnTo>
                  <a:close/>
                </a:path>
                <a:path w="3810" h="518160">
                  <a:moveTo>
                    <a:pt x="3809" y="483870"/>
                  </a:moveTo>
                  <a:lnTo>
                    <a:pt x="0" y="483870"/>
                  </a:lnTo>
                  <a:lnTo>
                    <a:pt x="0" y="488950"/>
                  </a:lnTo>
                  <a:lnTo>
                    <a:pt x="3809" y="488950"/>
                  </a:lnTo>
                  <a:lnTo>
                    <a:pt x="3809" y="483870"/>
                  </a:lnTo>
                  <a:close/>
                </a:path>
                <a:path w="3810" h="518160">
                  <a:moveTo>
                    <a:pt x="3809" y="477520"/>
                  </a:moveTo>
                  <a:lnTo>
                    <a:pt x="0" y="477520"/>
                  </a:lnTo>
                  <a:lnTo>
                    <a:pt x="0" y="482600"/>
                  </a:lnTo>
                  <a:lnTo>
                    <a:pt x="3809" y="482600"/>
                  </a:lnTo>
                  <a:lnTo>
                    <a:pt x="3809" y="477520"/>
                  </a:lnTo>
                  <a:close/>
                </a:path>
                <a:path w="3810" h="518160">
                  <a:moveTo>
                    <a:pt x="3809" y="471170"/>
                  </a:moveTo>
                  <a:lnTo>
                    <a:pt x="0" y="471170"/>
                  </a:lnTo>
                  <a:lnTo>
                    <a:pt x="0" y="476250"/>
                  </a:lnTo>
                  <a:lnTo>
                    <a:pt x="3809" y="476250"/>
                  </a:lnTo>
                  <a:lnTo>
                    <a:pt x="3809" y="471170"/>
                  </a:lnTo>
                  <a:close/>
                </a:path>
                <a:path w="3810" h="518160">
                  <a:moveTo>
                    <a:pt x="3809" y="464820"/>
                  </a:moveTo>
                  <a:lnTo>
                    <a:pt x="0" y="464820"/>
                  </a:lnTo>
                  <a:lnTo>
                    <a:pt x="0" y="469900"/>
                  </a:lnTo>
                  <a:lnTo>
                    <a:pt x="3809" y="469900"/>
                  </a:lnTo>
                  <a:lnTo>
                    <a:pt x="3809" y="464820"/>
                  </a:lnTo>
                  <a:close/>
                </a:path>
                <a:path w="3810" h="518160">
                  <a:moveTo>
                    <a:pt x="3809" y="458470"/>
                  </a:moveTo>
                  <a:lnTo>
                    <a:pt x="0" y="458470"/>
                  </a:lnTo>
                  <a:lnTo>
                    <a:pt x="0" y="463550"/>
                  </a:lnTo>
                  <a:lnTo>
                    <a:pt x="3809" y="463550"/>
                  </a:lnTo>
                  <a:lnTo>
                    <a:pt x="3809" y="458470"/>
                  </a:lnTo>
                  <a:close/>
                </a:path>
                <a:path w="3810" h="518160">
                  <a:moveTo>
                    <a:pt x="3809" y="452120"/>
                  </a:moveTo>
                  <a:lnTo>
                    <a:pt x="0" y="452120"/>
                  </a:lnTo>
                  <a:lnTo>
                    <a:pt x="0" y="457200"/>
                  </a:lnTo>
                  <a:lnTo>
                    <a:pt x="3809" y="457200"/>
                  </a:lnTo>
                  <a:lnTo>
                    <a:pt x="3809" y="452120"/>
                  </a:lnTo>
                  <a:close/>
                </a:path>
                <a:path w="3810" h="518160">
                  <a:moveTo>
                    <a:pt x="3809" y="445770"/>
                  </a:moveTo>
                  <a:lnTo>
                    <a:pt x="0" y="445770"/>
                  </a:lnTo>
                  <a:lnTo>
                    <a:pt x="0" y="450850"/>
                  </a:lnTo>
                  <a:lnTo>
                    <a:pt x="3809" y="450850"/>
                  </a:lnTo>
                  <a:lnTo>
                    <a:pt x="3809" y="445770"/>
                  </a:lnTo>
                  <a:close/>
                </a:path>
                <a:path w="3810" h="518160">
                  <a:moveTo>
                    <a:pt x="3809" y="439420"/>
                  </a:moveTo>
                  <a:lnTo>
                    <a:pt x="0" y="439420"/>
                  </a:lnTo>
                  <a:lnTo>
                    <a:pt x="0" y="444500"/>
                  </a:lnTo>
                  <a:lnTo>
                    <a:pt x="3809" y="444500"/>
                  </a:lnTo>
                  <a:lnTo>
                    <a:pt x="3809" y="439420"/>
                  </a:lnTo>
                  <a:close/>
                </a:path>
                <a:path w="3810" h="518160">
                  <a:moveTo>
                    <a:pt x="3809" y="176530"/>
                  </a:moveTo>
                  <a:lnTo>
                    <a:pt x="0" y="176530"/>
                  </a:lnTo>
                  <a:lnTo>
                    <a:pt x="0" y="438150"/>
                  </a:lnTo>
                  <a:lnTo>
                    <a:pt x="3809" y="438150"/>
                  </a:lnTo>
                  <a:lnTo>
                    <a:pt x="3809" y="176530"/>
                  </a:lnTo>
                  <a:close/>
                </a:path>
              </a:pathLst>
            </a:custGeom>
            <a:solidFill>
              <a:srgbClr val="D0C2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8" name="object 1718"/>
            <p:cNvSpPr/>
            <p:nvPr/>
          </p:nvSpPr>
          <p:spPr>
            <a:xfrm>
              <a:off x="2771139" y="2854960"/>
              <a:ext cx="3810" cy="516890"/>
            </a:xfrm>
            <a:custGeom>
              <a:avLst/>
              <a:gdLst/>
              <a:ahLst/>
              <a:cxnLst/>
              <a:rect l="l" t="t" r="r" b="b"/>
              <a:pathLst>
                <a:path w="3810" h="516889">
                  <a:moveTo>
                    <a:pt x="3810" y="52070"/>
                  </a:moveTo>
                  <a:lnTo>
                    <a:pt x="0" y="52070"/>
                  </a:lnTo>
                  <a:lnTo>
                    <a:pt x="0" y="172720"/>
                  </a:lnTo>
                  <a:lnTo>
                    <a:pt x="3810" y="172720"/>
                  </a:lnTo>
                  <a:lnTo>
                    <a:pt x="3810" y="52070"/>
                  </a:lnTo>
                  <a:close/>
                </a:path>
                <a:path w="3810" h="516889">
                  <a:moveTo>
                    <a:pt x="3810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3810" y="50800"/>
                  </a:lnTo>
                  <a:lnTo>
                    <a:pt x="3810" y="49530"/>
                  </a:lnTo>
                  <a:close/>
                </a:path>
                <a:path w="3810" h="516889">
                  <a:moveTo>
                    <a:pt x="3810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5720"/>
                  </a:lnTo>
                  <a:close/>
                </a:path>
                <a:path w="3810" h="516889">
                  <a:moveTo>
                    <a:pt x="3810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3810" y="44450"/>
                  </a:lnTo>
                  <a:lnTo>
                    <a:pt x="3810" y="43180"/>
                  </a:lnTo>
                  <a:close/>
                </a:path>
                <a:path w="3810" h="516889">
                  <a:moveTo>
                    <a:pt x="3810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9370"/>
                  </a:lnTo>
                  <a:close/>
                </a:path>
                <a:path w="3810" h="516889">
                  <a:moveTo>
                    <a:pt x="3810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6830"/>
                  </a:lnTo>
                  <a:close/>
                </a:path>
                <a:path w="3810" h="516889">
                  <a:moveTo>
                    <a:pt x="3810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33020"/>
                  </a:lnTo>
                  <a:close/>
                </a:path>
                <a:path w="3810" h="516889">
                  <a:moveTo>
                    <a:pt x="3810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3810" y="31750"/>
                  </a:lnTo>
                  <a:lnTo>
                    <a:pt x="3810" y="30480"/>
                  </a:lnTo>
                  <a:close/>
                </a:path>
                <a:path w="3810" h="516889">
                  <a:moveTo>
                    <a:pt x="3810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6670"/>
                  </a:lnTo>
                  <a:close/>
                </a:path>
                <a:path w="3810" h="516889">
                  <a:moveTo>
                    <a:pt x="3810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4130"/>
                  </a:lnTo>
                  <a:close/>
                </a:path>
                <a:path w="3810" h="516889">
                  <a:moveTo>
                    <a:pt x="3810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20320"/>
                  </a:lnTo>
                  <a:close/>
                </a:path>
                <a:path w="3810" h="516889">
                  <a:moveTo>
                    <a:pt x="3810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7780"/>
                  </a:lnTo>
                  <a:close/>
                </a:path>
                <a:path w="3810" h="516889">
                  <a:moveTo>
                    <a:pt x="3810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70"/>
                  </a:lnTo>
                  <a:close/>
                </a:path>
                <a:path w="3810" h="516889">
                  <a:moveTo>
                    <a:pt x="3810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11430"/>
                  </a:lnTo>
                  <a:close/>
                </a:path>
                <a:path w="3810" h="516889">
                  <a:moveTo>
                    <a:pt x="3810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20"/>
                  </a:lnTo>
                  <a:close/>
                </a:path>
                <a:path w="3810" h="516889">
                  <a:moveTo>
                    <a:pt x="3810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5080"/>
                  </a:lnTo>
                  <a:close/>
                </a:path>
                <a:path w="3810" h="516889">
                  <a:moveTo>
                    <a:pt x="254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  <a:path w="3810" h="516889">
                  <a:moveTo>
                    <a:pt x="3810" y="513080"/>
                  </a:moveTo>
                  <a:lnTo>
                    <a:pt x="0" y="513080"/>
                  </a:lnTo>
                  <a:lnTo>
                    <a:pt x="0" y="515620"/>
                  </a:lnTo>
                  <a:lnTo>
                    <a:pt x="1270" y="515620"/>
                  </a:lnTo>
                  <a:lnTo>
                    <a:pt x="1270" y="516890"/>
                  </a:lnTo>
                  <a:lnTo>
                    <a:pt x="3810" y="516890"/>
                  </a:lnTo>
                  <a:lnTo>
                    <a:pt x="3810" y="513080"/>
                  </a:lnTo>
                  <a:close/>
                </a:path>
                <a:path w="3810" h="516889">
                  <a:moveTo>
                    <a:pt x="3810" y="506730"/>
                  </a:moveTo>
                  <a:lnTo>
                    <a:pt x="0" y="506730"/>
                  </a:lnTo>
                  <a:lnTo>
                    <a:pt x="0" y="511810"/>
                  </a:lnTo>
                  <a:lnTo>
                    <a:pt x="3810" y="511810"/>
                  </a:lnTo>
                  <a:lnTo>
                    <a:pt x="3810" y="506730"/>
                  </a:lnTo>
                  <a:close/>
                </a:path>
                <a:path w="3810" h="516889">
                  <a:moveTo>
                    <a:pt x="3810" y="500380"/>
                  </a:moveTo>
                  <a:lnTo>
                    <a:pt x="0" y="500380"/>
                  </a:lnTo>
                  <a:lnTo>
                    <a:pt x="0" y="505460"/>
                  </a:lnTo>
                  <a:lnTo>
                    <a:pt x="3810" y="505460"/>
                  </a:lnTo>
                  <a:lnTo>
                    <a:pt x="3810" y="500380"/>
                  </a:lnTo>
                  <a:close/>
                </a:path>
                <a:path w="3810" h="516889">
                  <a:moveTo>
                    <a:pt x="3810" y="494030"/>
                  </a:moveTo>
                  <a:lnTo>
                    <a:pt x="0" y="494030"/>
                  </a:lnTo>
                  <a:lnTo>
                    <a:pt x="0" y="499110"/>
                  </a:lnTo>
                  <a:lnTo>
                    <a:pt x="3810" y="499110"/>
                  </a:lnTo>
                  <a:lnTo>
                    <a:pt x="3810" y="494030"/>
                  </a:lnTo>
                  <a:close/>
                </a:path>
                <a:path w="3810" h="516889">
                  <a:moveTo>
                    <a:pt x="3810" y="487680"/>
                  </a:moveTo>
                  <a:lnTo>
                    <a:pt x="0" y="487680"/>
                  </a:lnTo>
                  <a:lnTo>
                    <a:pt x="0" y="492760"/>
                  </a:lnTo>
                  <a:lnTo>
                    <a:pt x="3810" y="492760"/>
                  </a:lnTo>
                  <a:lnTo>
                    <a:pt x="3810" y="487680"/>
                  </a:lnTo>
                  <a:close/>
                </a:path>
                <a:path w="3810" h="516889">
                  <a:moveTo>
                    <a:pt x="3810" y="481330"/>
                  </a:moveTo>
                  <a:lnTo>
                    <a:pt x="0" y="481330"/>
                  </a:lnTo>
                  <a:lnTo>
                    <a:pt x="0" y="486410"/>
                  </a:lnTo>
                  <a:lnTo>
                    <a:pt x="3810" y="486410"/>
                  </a:lnTo>
                  <a:lnTo>
                    <a:pt x="3810" y="481330"/>
                  </a:lnTo>
                  <a:close/>
                </a:path>
                <a:path w="3810" h="516889">
                  <a:moveTo>
                    <a:pt x="3810" y="474980"/>
                  </a:moveTo>
                  <a:lnTo>
                    <a:pt x="0" y="474980"/>
                  </a:lnTo>
                  <a:lnTo>
                    <a:pt x="0" y="480060"/>
                  </a:lnTo>
                  <a:lnTo>
                    <a:pt x="3810" y="480060"/>
                  </a:lnTo>
                  <a:lnTo>
                    <a:pt x="3810" y="474980"/>
                  </a:lnTo>
                  <a:close/>
                </a:path>
                <a:path w="3810" h="516889">
                  <a:moveTo>
                    <a:pt x="3810" y="468630"/>
                  </a:moveTo>
                  <a:lnTo>
                    <a:pt x="0" y="468630"/>
                  </a:lnTo>
                  <a:lnTo>
                    <a:pt x="0" y="473710"/>
                  </a:lnTo>
                  <a:lnTo>
                    <a:pt x="3810" y="473710"/>
                  </a:lnTo>
                  <a:lnTo>
                    <a:pt x="3810" y="468630"/>
                  </a:lnTo>
                  <a:close/>
                </a:path>
                <a:path w="3810" h="516889">
                  <a:moveTo>
                    <a:pt x="3810" y="462280"/>
                  </a:moveTo>
                  <a:lnTo>
                    <a:pt x="0" y="462280"/>
                  </a:lnTo>
                  <a:lnTo>
                    <a:pt x="0" y="467360"/>
                  </a:lnTo>
                  <a:lnTo>
                    <a:pt x="3810" y="467360"/>
                  </a:lnTo>
                  <a:lnTo>
                    <a:pt x="3810" y="462280"/>
                  </a:lnTo>
                  <a:close/>
                </a:path>
                <a:path w="3810" h="516889">
                  <a:moveTo>
                    <a:pt x="3810" y="455930"/>
                  </a:moveTo>
                  <a:lnTo>
                    <a:pt x="0" y="455930"/>
                  </a:lnTo>
                  <a:lnTo>
                    <a:pt x="0" y="461010"/>
                  </a:lnTo>
                  <a:lnTo>
                    <a:pt x="3810" y="461010"/>
                  </a:lnTo>
                  <a:lnTo>
                    <a:pt x="3810" y="455930"/>
                  </a:lnTo>
                  <a:close/>
                </a:path>
                <a:path w="3810" h="516889">
                  <a:moveTo>
                    <a:pt x="3810" y="449580"/>
                  </a:moveTo>
                  <a:lnTo>
                    <a:pt x="0" y="449580"/>
                  </a:lnTo>
                  <a:lnTo>
                    <a:pt x="0" y="454660"/>
                  </a:lnTo>
                  <a:lnTo>
                    <a:pt x="3810" y="454660"/>
                  </a:lnTo>
                  <a:lnTo>
                    <a:pt x="3810" y="449580"/>
                  </a:lnTo>
                  <a:close/>
                </a:path>
                <a:path w="3810" h="516889">
                  <a:moveTo>
                    <a:pt x="3810" y="443230"/>
                  </a:moveTo>
                  <a:lnTo>
                    <a:pt x="0" y="443230"/>
                  </a:lnTo>
                  <a:lnTo>
                    <a:pt x="0" y="448310"/>
                  </a:lnTo>
                  <a:lnTo>
                    <a:pt x="3810" y="448310"/>
                  </a:lnTo>
                  <a:lnTo>
                    <a:pt x="3810" y="443230"/>
                  </a:lnTo>
                  <a:close/>
                </a:path>
                <a:path w="3810" h="516889">
                  <a:moveTo>
                    <a:pt x="3810" y="436880"/>
                  </a:moveTo>
                  <a:lnTo>
                    <a:pt x="0" y="436880"/>
                  </a:lnTo>
                  <a:lnTo>
                    <a:pt x="0" y="441960"/>
                  </a:lnTo>
                  <a:lnTo>
                    <a:pt x="3810" y="441960"/>
                  </a:lnTo>
                  <a:lnTo>
                    <a:pt x="3810" y="436880"/>
                  </a:lnTo>
                  <a:close/>
                </a:path>
                <a:path w="3810" h="516889">
                  <a:moveTo>
                    <a:pt x="3810" y="173990"/>
                  </a:moveTo>
                  <a:lnTo>
                    <a:pt x="0" y="173990"/>
                  </a:lnTo>
                  <a:lnTo>
                    <a:pt x="0" y="435610"/>
                  </a:lnTo>
                  <a:lnTo>
                    <a:pt x="3810" y="435610"/>
                  </a:lnTo>
                  <a:lnTo>
                    <a:pt x="3810" y="173990"/>
                  </a:lnTo>
                  <a:close/>
                </a:path>
              </a:pathLst>
            </a:custGeom>
            <a:solidFill>
              <a:srgbClr val="CFC1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9" name="object 1719"/>
            <p:cNvSpPr/>
            <p:nvPr/>
          </p:nvSpPr>
          <p:spPr>
            <a:xfrm>
              <a:off x="2774950" y="2856229"/>
              <a:ext cx="3810" cy="518159"/>
            </a:xfrm>
            <a:custGeom>
              <a:avLst/>
              <a:gdLst/>
              <a:ahLst/>
              <a:cxnLst/>
              <a:rect l="l" t="t" r="r" b="b"/>
              <a:pathLst>
                <a:path w="3810" h="518160">
                  <a:moveTo>
                    <a:pt x="3810" y="50800"/>
                  </a:moveTo>
                  <a:lnTo>
                    <a:pt x="0" y="50800"/>
                  </a:lnTo>
                  <a:lnTo>
                    <a:pt x="0" y="171450"/>
                  </a:lnTo>
                  <a:lnTo>
                    <a:pt x="3810" y="171450"/>
                  </a:lnTo>
                  <a:lnTo>
                    <a:pt x="3810" y="50800"/>
                  </a:lnTo>
                  <a:close/>
                </a:path>
                <a:path w="3810" h="518160">
                  <a:moveTo>
                    <a:pt x="3810" y="48260"/>
                  </a:moveTo>
                  <a:lnTo>
                    <a:pt x="0" y="48260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8260"/>
                  </a:lnTo>
                  <a:close/>
                </a:path>
                <a:path w="3810" h="518160">
                  <a:moveTo>
                    <a:pt x="3810" y="44450"/>
                  </a:moveTo>
                  <a:lnTo>
                    <a:pt x="0" y="44450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4450"/>
                  </a:lnTo>
                  <a:close/>
                </a:path>
                <a:path w="3810" h="518160">
                  <a:moveTo>
                    <a:pt x="3810" y="41910"/>
                  </a:moveTo>
                  <a:lnTo>
                    <a:pt x="0" y="41910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41910"/>
                  </a:lnTo>
                  <a:close/>
                </a:path>
                <a:path w="3810" h="518160">
                  <a:moveTo>
                    <a:pt x="3810" y="38100"/>
                  </a:moveTo>
                  <a:lnTo>
                    <a:pt x="0" y="38100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8100"/>
                  </a:lnTo>
                  <a:close/>
                </a:path>
                <a:path w="3810" h="518160">
                  <a:moveTo>
                    <a:pt x="3810" y="35560"/>
                  </a:moveTo>
                  <a:lnTo>
                    <a:pt x="0" y="3556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35560"/>
                  </a:lnTo>
                  <a:close/>
                </a:path>
                <a:path w="3810" h="518160">
                  <a:moveTo>
                    <a:pt x="3810" y="31750"/>
                  </a:moveTo>
                  <a:lnTo>
                    <a:pt x="0" y="31750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31750"/>
                  </a:lnTo>
                  <a:close/>
                </a:path>
                <a:path w="3810" h="518160">
                  <a:moveTo>
                    <a:pt x="3810" y="29210"/>
                  </a:moveTo>
                  <a:lnTo>
                    <a:pt x="0" y="29210"/>
                  </a:lnTo>
                  <a:lnTo>
                    <a:pt x="0" y="30479"/>
                  </a:lnTo>
                  <a:lnTo>
                    <a:pt x="3810" y="30479"/>
                  </a:lnTo>
                  <a:lnTo>
                    <a:pt x="3810" y="29210"/>
                  </a:lnTo>
                  <a:close/>
                </a:path>
                <a:path w="3810" h="518160">
                  <a:moveTo>
                    <a:pt x="3810" y="25400"/>
                  </a:moveTo>
                  <a:lnTo>
                    <a:pt x="0" y="25400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5400"/>
                  </a:lnTo>
                  <a:close/>
                </a:path>
                <a:path w="3810" h="518160">
                  <a:moveTo>
                    <a:pt x="3810" y="22860"/>
                  </a:moveTo>
                  <a:lnTo>
                    <a:pt x="0" y="2286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22860"/>
                  </a:lnTo>
                  <a:close/>
                </a:path>
                <a:path w="3810" h="518160">
                  <a:moveTo>
                    <a:pt x="3810" y="19050"/>
                  </a:moveTo>
                  <a:lnTo>
                    <a:pt x="0" y="1905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9050"/>
                  </a:lnTo>
                  <a:close/>
                </a:path>
                <a:path w="3810" h="518160">
                  <a:moveTo>
                    <a:pt x="3810" y="16510"/>
                  </a:moveTo>
                  <a:lnTo>
                    <a:pt x="0" y="1651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6510"/>
                  </a:lnTo>
                  <a:close/>
                </a:path>
                <a:path w="3810" h="518160">
                  <a:moveTo>
                    <a:pt x="3810" y="12700"/>
                  </a:moveTo>
                  <a:lnTo>
                    <a:pt x="0" y="1270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2700"/>
                  </a:lnTo>
                  <a:close/>
                </a:path>
                <a:path w="3810" h="518160">
                  <a:moveTo>
                    <a:pt x="3810" y="10160"/>
                  </a:moveTo>
                  <a:lnTo>
                    <a:pt x="0" y="1016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10160"/>
                  </a:lnTo>
                  <a:close/>
                </a:path>
                <a:path w="3810" h="518160">
                  <a:moveTo>
                    <a:pt x="3810" y="6350"/>
                  </a:moveTo>
                  <a:lnTo>
                    <a:pt x="0" y="635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50"/>
                  </a:lnTo>
                  <a:close/>
                </a:path>
                <a:path w="3810" h="518160">
                  <a:moveTo>
                    <a:pt x="3810" y="2539"/>
                  </a:moveTo>
                  <a:lnTo>
                    <a:pt x="2539" y="2539"/>
                  </a:lnTo>
                  <a:lnTo>
                    <a:pt x="2539" y="3810"/>
                  </a:lnTo>
                  <a:lnTo>
                    <a:pt x="0" y="381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2539"/>
                  </a:lnTo>
                  <a:close/>
                </a:path>
                <a:path w="3810" h="518160">
                  <a:moveTo>
                    <a:pt x="126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69" y="2539"/>
                  </a:lnTo>
                  <a:lnTo>
                    <a:pt x="1269" y="0"/>
                  </a:lnTo>
                  <a:close/>
                </a:path>
                <a:path w="3810" h="518160">
                  <a:moveTo>
                    <a:pt x="3810" y="511810"/>
                  </a:moveTo>
                  <a:lnTo>
                    <a:pt x="0" y="511810"/>
                  </a:lnTo>
                  <a:lnTo>
                    <a:pt x="0" y="518160"/>
                  </a:lnTo>
                  <a:lnTo>
                    <a:pt x="2539" y="518160"/>
                  </a:lnTo>
                  <a:lnTo>
                    <a:pt x="2539" y="516890"/>
                  </a:lnTo>
                  <a:lnTo>
                    <a:pt x="3810" y="516890"/>
                  </a:lnTo>
                  <a:lnTo>
                    <a:pt x="3810" y="511810"/>
                  </a:lnTo>
                  <a:close/>
                </a:path>
                <a:path w="3810" h="518160">
                  <a:moveTo>
                    <a:pt x="3810" y="505460"/>
                  </a:moveTo>
                  <a:lnTo>
                    <a:pt x="0" y="505460"/>
                  </a:lnTo>
                  <a:lnTo>
                    <a:pt x="0" y="510540"/>
                  </a:lnTo>
                  <a:lnTo>
                    <a:pt x="3810" y="510540"/>
                  </a:lnTo>
                  <a:lnTo>
                    <a:pt x="3810" y="505460"/>
                  </a:lnTo>
                  <a:close/>
                </a:path>
                <a:path w="3810" h="518160">
                  <a:moveTo>
                    <a:pt x="3810" y="499110"/>
                  </a:moveTo>
                  <a:lnTo>
                    <a:pt x="0" y="499110"/>
                  </a:lnTo>
                  <a:lnTo>
                    <a:pt x="0" y="504190"/>
                  </a:lnTo>
                  <a:lnTo>
                    <a:pt x="3810" y="504190"/>
                  </a:lnTo>
                  <a:lnTo>
                    <a:pt x="3810" y="499110"/>
                  </a:lnTo>
                  <a:close/>
                </a:path>
                <a:path w="3810" h="518160">
                  <a:moveTo>
                    <a:pt x="3810" y="492760"/>
                  </a:moveTo>
                  <a:lnTo>
                    <a:pt x="0" y="492760"/>
                  </a:lnTo>
                  <a:lnTo>
                    <a:pt x="0" y="497840"/>
                  </a:lnTo>
                  <a:lnTo>
                    <a:pt x="3810" y="497840"/>
                  </a:lnTo>
                  <a:lnTo>
                    <a:pt x="3810" y="492760"/>
                  </a:lnTo>
                  <a:close/>
                </a:path>
                <a:path w="3810" h="518160">
                  <a:moveTo>
                    <a:pt x="3810" y="486410"/>
                  </a:moveTo>
                  <a:lnTo>
                    <a:pt x="0" y="486410"/>
                  </a:lnTo>
                  <a:lnTo>
                    <a:pt x="0" y="491490"/>
                  </a:lnTo>
                  <a:lnTo>
                    <a:pt x="3810" y="491490"/>
                  </a:lnTo>
                  <a:lnTo>
                    <a:pt x="3810" y="486410"/>
                  </a:lnTo>
                  <a:close/>
                </a:path>
                <a:path w="3810" h="518160">
                  <a:moveTo>
                    <a:pt x="3810" y="480060"/>
                  </a:moveTo>
                  <a:lnTo>
                    <a:pt x="0" y="480060"/>
                  </a:lnTo>
                  <a:lnTo>
                    <a:pt x="0" y="485140"/>
                  </a:lnTo>
                  <a:lnTo>
                    <a:pt x="3810" y="485140"/>
                  </a:lnTo>
                  <a:lnTo>
                    <a:pt x="3810" y="480060"/>
                  </a:lnTo>
                  <a:close/>
                </a:path>
                <a:path w="3810" h="518160">
                  <a:moveTo>
                    <a:pt x="3810" y="473710"/>
                  </a:moveTo>
                  <a:lnTo>
                    <a:pt x="0" y="473710"/>
                  </a:lnTo>
                  <a:lnTo>
                    <a:pt x="0" y="478790"/>
                  </a:lnTo>
                  <a:lnTo>
                    <a:pt x="3810" y="478790"/>
                  </a:lnTo>
                  <a:lnTo>
                    <a:pt x="3810" y="473710"/>
                  </a:lnTo>
                  <a:close/>
                </a:path>
                <a:path w="3810" h="518160">
                  <a:moveTo>
                    <a:pt x="3810" y="467360"/>
                  </a:moveTo>
                  <a:lnTo>
                    <a:pt x="0" y="467360"/>
                  </a:lnTo>
                  <a:lnTo>
                    <a:pt x="0" y="472440"/>
                  </a:lnTo>
                  <a:lnTo>
                    <a:pt x="3810" y="472440"/>
                  </a:lnTo>
                  <a:lnTo>
                    <a:pt x="3810" y="467360"/>
                  </a:lnTo>
                  <a:close/>
                </a:path>
                <a:path w="3810" h="518160">
                  <a:moveTo>
                    <a:pt x="3810" y="461010"/>
                  </a:moveTo>
                  <a:lnTo>
                    <a:pt x="0" y="461010"/>
                  </a:lnTo>
                  <a:lnTo>
                    <a:pt x="0" y="466090"/>
                  </a:lnTo>
                  <a:lnTo>
                    <a:pt x="3810" y="466090"/>
                  </a:lnTo>
                  <a:lnTo>
                    <a:pt x="3810" y="461010"/>
                  </a:lnTo>
                  <a:close/>
                </a:path>
                <a:path w="3810" h="518160">
                  <a:moveTo>
                    <a:pt x="3810" y="454660"/>
                  </a:moveTo>
                  <a:lnTo>
                    <a:pt x="0" y="454660"/>
                  </a:lnTo>
                  <a:lnTo>
                    <a:pt x="0" y="459740"/>
                  </a:lnTo>
                  <a:lnTo>
                    <a:pt x="3810" y="459740"/>
                  </a:lnTo>
                  <a:lnTo>
                    <a:pt x="3810" y="454660"/>
                  </a:lnTo>
                  <a:close/>
                </a:path>
                <a:path w="3810" h="518160">
                  <a:moveTo>
                    <a:pt x="3810" y="448310"/>
                  </a:moveTo>
                  <a:lnTo>
                    <a:pt x="0" y="448310"/>
                  </a:lnTo>
                  <a:lnTo>
                    <a:pt x="0" y="453390"/>
                  </a:lnTo>
                  <a:lnTo>
                    <a:pt x="3810" y="453390"/>
                  </a:lnTo>
                  <a:lnTo>
                    <a:pt x="3810" y="448310"/>
                  </a:lnTo>
                  <a:close/>
                </a:path>
                <a:path w="3810" h="518160">
                  <a:moveTo>
                    <a:pt x="3810" y="441960"/>
                  </a:moveTo>
                  <a:lnTo>
                    <a:pt x="0" y="441960"/>
                  </a:lnTo>
                  <a:lnTo>
                    <a:pt x="0" y="447040"/>
                  </a:lnTo>
                  <a:lnTo>
                    <a:pt x="3810" y="447040"/>
                  </a:lnTo>
                  <a:lnTo>
                    <a:pt x="3810" y="441960"/>
                  </a:lnTo>
                  <a:close/>
                </a:path>
                <a:path w="3810" h="518160">
                  <a:moveTo>
                    <a:pt x="3810" y="435610"/>
                  </a:moveTo>
                  <a:lnTo>
                    <a:pt x="0" y="435610"/>
                  </a:lnTo>
                  <a:lnTo>
                    <a:pt x="0" y="440690"/>
                  </a:lnTo>
                  <a:lnTo>
                    <a:pt x="3810" y="440690"/>
                  </a:lnTo>
                  <a:lnTo>
                    <a:pt x="3810" y="435610"/>
                  </a:lnTo>
                  <a:close/>
                </a:path>
                <a:path w="3810" h="518160">
                  <a:moveTo>
                    <a:pt x="3810" y="172720"/>
                  </a:moveTo>
                  <a:lnTo>
                    <a:pt x="0" y="172720"/>
                  </a:lnTo>
                  <a:lnTo>
                    <a:pt x="0" y="434340"/>
                  </a:lnTo>
                  <a:lnTo>
                    <a:pt x="3810" y="434340"/>
                  </a:lnTo>
                  <a:lnTo>
                    <a:pt x="3810" y="172720"/>
                  </a:lnTo>
                  <a:close/>
                </a:path>
              </a:pathLst>
            </a:custGeom>
            <a:solidFill>
              <a:srgbClr val="CEC0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0" name="object 1720"/>
            <p:cNvSpPr/>
            <p:nvPr/>
          </p:nvSpPr>
          <p:spPr>
            <a:xfrm>
              <a:off x="2778760" y="2858769"/>
              <a:ext cx="3810" cy="514350"/>
            </a:xfrm>
            <a:custGeom>
              <a:avLst/>
              <a:gdLst/>
              <a:ahLst/>
              <a:cxnLst/>
              <a:rect l="l" t="t" r="r" b="b"/>
              <a:pathLst>
                <a:path w="3810" h="514350">
                  <a:moveTo>
                    <a:pt x="127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70" y="2540"/>
                  </a:lnTo>
                  <a:lnTo>
                    <a:pt x="1270" y="0"/>
                  </a:lnTo>
                  <a:close/>
                </a:path>
                <a:path w="3810" h="514350">
                  <a:moveTo>
                    <a:pt x="3810" y="509270"/>
                  </a:moveTo>
                  <a:lnTo>
                    <a:pt x="0" y="509270"/>
                  </a:lnTo>
                  <a:lnTo>
                    <a:pt x="0" y="514350"/>
                  </a:lnTo>
                  <a:lnTo>
                    <a:pt x="3810" y="514350"/>
                  </a:lnTo>
                  <a:lnTo>
                    <a:pt x="3810" y="509270"/>
                  </a:lnTo>
                  <a:close/>
                </a:path>
                <a:path w="3810" h="514350">
                  <a:moveTo>
                    <a:pt x="3810" y="502920"/>
                  </a:moveTo>
                  <a:lnTo>
                    <a:pt x="0" y="502920"/>
                  </a:lnTo>
                  <a:lnTo>
                    <a:pt x="0" y="508000"/>
                  </a:lnTo>
                  <a:lnTo>
                    <a:pt x="3810" y="508000"/>
                  </a:lnTo>
                  <a:lnTo>
                    <a:pt x="3810" y="502920"/>
                  </a:lnTo>
                  <a:close/>
                </a:path>
                <a:path w="3810" h="514350">
                  <a:moveTo>
                    <a:pt x="3810" y="496570"/>
                  </a:moveTo>
                  <a:lnTo>
                    <a:pt x="0" y="496570"/>
                  </a:lnTo>
                  <a:lnTo>
                    <a:pt x="0" y="501650"/>
                  </a:lnTo>
                  <a:lnTo>
                    <a:pt x="3810" y="501650"/>
                  </a:lnTo>
                  <a:lnTo>
                    <a:pt x="3810" y="496570"/>
                  </a:lnTo>
                  <a:close/>
                </a:path>
                <a:path w="3810" h="514350">
                  <a:moveTo>
                    <a:pt x="3810" y="490220"/>
                  </a:moveTo>
                  <a:lnTo>
                    <a:pt x="0" y="490220"/>
                  </a:lnTo>
                  <a:lnTo>
                    <a:pt x="0" y="495300"/>
                  </a:lnTo>
                  <a:lnTo>
                    <a:pt x="3810" y="495300"/>
                  </a:lnTo>
                  <a:lnTo>
                    <a:pt x="3810" y="490220"/>
                  </a:lnTo>
                  <a:close/>
                </a:path>
                <a:path w="3810" h="514350">
                  <a:moveTo>
                    <a:pt x="3810" y="483870"/>
                  </a:moveTo>
                  <a:lnTo>
                    <a:pt x="0" y="483870"/>
                  </a:lnTo>
                  <a:lnTo>
                    <a:pt x="0" y="488950"/>
                  </a:lnTo>
                  <a:lnTo>
                    <a:pt x="3810" y="488950"/>
                  </a:lnTo>
                  <a:lnTo>
                    <a:pt x="3810" y="483870"/>
                  </a:lnTo>
                  <a:close/>
                </a:path>
                <a:path w="3810" h="514350">
                  <a:moveTo>
                    <a:pt x="3810" y="477520"/>
                  </a:moveTo>
                  <a:lnTo>
                    <a:pt x="0" y="477520"/>
                  </a:lnTo>
                  <a:lnTo>
                    <a:pt x="0" y="482600"/>
                  </a:lnTo>
                  <a:lnTo>
                    <a:pt x="3810" y="482600"/>
                  </a:lnTo>
                  <a:lnTo>
                    <a:pt x="3810" y="477520"/>
                  </a:lnTo>
                  <a:close/>
                </a:path>
                <a:path w="3810" h="514350">
                  <a:moveTo>
                    <a:pt x="3810" y="471170"/>
                  </a:moveTo>
                  <a:lnTo>
                    <a:pt x="0" y="471170"/>
                  </a:lnTo>
                  <a:lnTo>
                    <a:pt x="0" y="476250"/>
                  </a:lnTo>
                  <a:lnTo>
                    <a:pt x="3810" y="476250"/>
                  </a:lnTo>
                  <a:lnTo>
                    <a:pt x="3810" y="471170"/>
                  </a:lnTo>
                  <a:close/>
                </a:path>
                <a:path w="3810" h="514350">
                  <a:moveTo>
                    <a:pt x="3810" y="464820"/>
                  </a:moveTo>
                  <a:lnTo>
                    <a:pt x="0" y="464820"/>
                  </a:lnTo>
                  <a:lnTo>
                    <a:pt x="0" y="469900"/>
                  </a:lnTo>
                  <a:lnTo>
                    <a:pt x="3810" y="469900"/>
                  </a:lnTo>
                  <a:lnTo>
                    <a:pt x="3810" y="464820"/>
                  </a:lnTo>
                  <a:close/>
                </a:path>
                <a:path w="3810" h="514350">
                  <a:moveTo>
                    <a:pt x="3810" y="458470"/>
                  </a:moveTo>
                  <a:lnTo>
                    <a:pt x="0" y="458470"/>
                  </a:lnTo>
                  <a:lnTo>
                    <a:pt x="0" y="463550"/>
                  </a:lnTo>
                  <a:lnTo>
                    <a:pt x="3810" y="463550"/>
                  </a:lnTo>
                  <a:lnTo>
                    <a:pt x="3810" y="458470"/>
                  </a:lnTo>
                  <a:close/>
                </a:path>
                <a:path w="3810" h="514350">
                  <a:moveTo>
                    <a:pt x="3810" y="452120"/>
                  </a:moveTo>
                  <a:lnTo>
                    <a:pt x="0" y="452120"/>
                  </a:lnTo>
                  <a:lnTo>
                    <a:pt x="0" y="457200"/>
                  </a:lnTo>
                  <a:lnTo>
                    <a:pt x="3810" y="457200"/>
                  </a:lnTo>
                  <a:lnTo>
                    <a:pt x="3810" y="452120"/>
                  </a:lnTo>
                  <a:close/>
                </a:path>
                <a:path w="3810" h="514350">
                  <a:moveTo>
                    <a:pt x="3810" y="445770"/>
                  </a:moveTo>
                  <a:lnTo>
                    <a:pt x="0" y="445770"/>
                  </a:lnTo>
                  <a:lnTo>
                    <a:pt x="0" y="450850"/>
                  </a:lnTo>
                  <a:lnTo>
                    <a:pt x="3810" y="450850"/>
                  </a:lnTo>
                  <a:lnTo>
                    <a:pt x="3810" y="445770"/>
                  </a:lnTo>
                  <a:close/>
                </a:path>
                <a:path w="3810" h="514350">
                  <a:moveTo>
                    <a:pt x="3810" y="439420"/>
                  </a:moveTo>
                  <a:lnTo>
                    <a:pt x="0" y="439420"/>
                  </a:lnTo>
                  <a:lnTo>
                    <a:pt x="0" y="444500"/>
                  </a:lnTo>
                  <a:lnTo>
                    <a:pt x="3810" y="444500"/>
                  </a:lnTo>
                  <a:lnTo>
                    <a:pt x="3810" y="439420"/>
                  </a:lnTo>
                  <a:close/>
                </a:path>
                <a:path w="3810" h="514350">
                  <a:moveTo>
                    <a:pt x="3810" y="433070"/>
                  </a:moveTo>
                  <a:lnTo>
                    <a:pt x="0" y="433070"/>
                  </a:lnTo>
                  <a:lnTo>
                    <a:pt x="0" y="438150"/>
                  </a:lnTo>
                  <a:lnTo>
                    <a:pt x="3810" y="438150"/>
                  </a:lnTo>
                  <a:lnTo>
                    <a:pt x="3810" y="433070"/>
                  </a:lnTo>
                  <a:close/>
                </a:path>
                <a:path w="3810" h="514350">
                  <a:moveTo>
                    <a:pt x="3810" y="170180"/>
                  </a:moveTo>
                  <a:lnTo>
                    <a:pt x="0" y="170180"/>
                  </a:lnTo>
                  <a:lnTo>
                    <a:pt x="0" y="431800"/>
                  </a:lnTo>
                  <a:lnTo>
                    <a:pt x="3810" y="431800"/>
                  </a:lnTo>
                  <a:lnTo>
                    <a:pt x="3810" y="170180"/>
                  </a:lnTo>
                  <a:close/>
                </a:path>
                <a:path w="3810" h="514350">
                  <a:moveTo>
                    <a:pt x="3810" y="48260"/>
                  </a:moveTo>
                  <a:lnTo>
                    <a:pt x="0" y="48260"/>
                  </a:lnTo>
                  <a:lnTo>
                    <a:pt x="0" y="168910"/>
                  </a:lnTo>
                  <a:lnTo>
                    <a:pt x="3810" y="168910"/>
                  </a:lnTo>
                  <a:lnTo>
                    <a:pt x="3810" y="48260"/>
                  </a:lnTo>
                  <a:close/>
                </a:path>
                <a:path w="3810" h="514350">
                  <a:moveTo>
                    <a:pt x="3810" y="45720"/>
                  </a:moveTo>
                  <a:lnTo>
                    <a:pt x="0" y="45720"/>
                  </a:lnTo>
                  <a:lnTo>
                    <a:pt x="0" y="46990"/>
                  </a:lnTo>
                  <a:lnTo>
                    <a:pt x="3810" y="46990"/>
                  </a:lnTo>
                  <a:lnTo>
                    <a:pt x="3810" y="45720"/>
                  </a:lnTo>
                  <a:close/>
                </a:path>
                <a:path w="3810" h="514350">
                  <a:moveTo>
                    <a:pt x="3810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3810" y="44450"/>
                  </a:lnTo>
                  <a:lnTo>
                    <a:pt x="3810" y="41910"/>
                  </a:lnTo>
                  <a:close/>
                </a:path>
                <a:path w="3810" h="514350">
                  <a:moveTo>
                    <a:pt x="3810" y="39370"/>
                  </a:moveTo>
                  <a:lnTo>
                    <a:pt x="0" y="39370"/>
                  </a:lnTo>
                  <a:lnTo>
                    <a:pt x="0" y="40640"/>
                  </a:lnTo>
                  <a:lnTo>
                    <a:pt x="3810" y="40640"/>
                  </a:lnTo>
                  <a:lnTo>
                    <a:pt x="3810" y="39370"/>
                  </a:lnTo>
                  <a:close/>
                </a:path>
                <a:path w="3810" h="514350">
                  <a:moveTo>
                    <a:pt x="381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5560"/>
                  </a:lnTo>
                  <a:close/>
                </a:path>
                <a:path w="3810" h="514350">
                  <a:moveTo>
                    <a:pt x="3810" y="33020"/>
                  </a:moveTo>
                  <a:lnTo>
                    <a:pt x="0" y="33020"/>
                  </a:lnTo>
                  <a:lnTo>
                    <a:pt x="0" y="34290"/>
                  </a:lnTo>
                  <a:lnTo>
                    <a:pt x="3810" y="34290"/>
                  </a:lnTo>
                  <a:lnTo>
                    <a:pt x="3810" y="33020"/>
                  </a:lnTo>
                  <a:close/>
                </a:path>
                <a:path w="3810" h="514350">
                  <a:moveTo>
                    <a:pt x="381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3810" y="31750"/>
                  </a:lnTo>
                  <a:lnTo>
                    <a:pt x="3810" y="29210"/>
                  </a:lnTo>
                  <a:close/>
                </a:path>
                <a:path w="3810" h="514350">
                  <a:moveTo>
                    <a:pt x="3810" y="26670"/>
                  </a:moveTo>
                  <a:lnTo>
                    <a:pt x="0" y="26670"/>
                  </a:lnTo>
                  <a:lnTo>
                    <a:pt x="0" y="27940"/>
                  </a:lnTo>
                  <a:lnTo>
                    <a:pt x="3810" y="27940"/>
                  </a:lnTo>
                  <a:lnTo>
                    <a:pt x="3810" y="26670"/>
                  </a:lnTo>
                  <a:close/>
                </a:path>
                <a:path w="3810" h="514350">
                  <a:moveTo>
                    <a:pt x="381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2860"/>
                  </a:lnTo>
                  <a:close/>
                </a:path>
                <a:path w="3810" h="514350">
                  <a:moveTo>
                    <a:pt x="3810" y="20320"/>
                  </a:moveTo>
                  <a:lnTo>
                    <a:pt x="0" y="2032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20320"/>
                  </a:lnTo>
                  <a:close/>
                </a:path>
                <a:path w="3810" h="514350">
                  <a:moveTo>
                    <a:pt x="381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6510"/>
                  </a:lnTo>
                  <a:close/>
                </a:path>
                <a:path w="3810" h="514350">
                  <a:moveTo>
                    <a:pt x="3810" y="13970"/>
                  </a:moveTo>
                  <a:lnTo>
                    <a:pt x="0" y="1397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3970"/>
                  </a:lnTo>
                  <a:close/>
                </a:path>
                <a:path w="3810" h="514350">
                  <a:moveTo>
                    <a:pt x="381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10160"/>
                  </a:lnTo>
                  <a:close/>
                </a:path>
                <a:path w="3810" h="514350">
                  <a:moveTo>
                    <a:pt x="3810" y="7620"/>
                  </a:moveTo>
                  <a:lnTo>
                    <a:pt x="0" y="762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7620"/>
                  </a:lnTo>
                  <a:close/>
                </a:path>
                <a:path w="3810" h="514350">
                  <a:moveTo>
                    <a:pt x="3810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3810"/>
                  </a:lnTo>
                  <a:close/>
                </a:path>
              </a:pathLst>
            </a:custGeom>
            <a:solidFill>
              <a:srgbClr val="CEBF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1" name="object 1721"/>
            <p:cNvSpPr/>
            <p:nvPr/>
          </p:nvSpPr>
          <p:spPr>
            <a:xfrm>
              <a:off x="2782569" y="2861310"/>
              <a:ext cx="2540" cy="514350"/>
            </a:xfrm>
            <a:custGeom>
              <a:avLst/>
              <a:gdLst/>
              <a:ahLst/>
              <a:cxnLst/>
              <a:rect l="l" t="t" r="r" b="b"/>
              <a:pathLst>
                <a:path w="2539" h="514350">
                  <a:moveTo>
                    <a:pt x="2540" y="45720"/>
                  </a:moveTo>
                  <a:lnTo>
                    <a:pt x="0" y="45720"/>
                  </a:lnTo>
                  <a:lnTo>
                    <a:pt x="0" y="166370"/>
                  </a:lnTo>
                  <a:lnTo>
                    <a:pt x="2540" y="166370"/>
                  </a:lnTo>
                  <a:lnTo>
                    <a:pt x="2540" y="45720"/>
                  </a:lnTo>
                  <a:close/>
                </a:path>
                <a:path w="2539" h="514350">
                  <a:moveTo>
                    <a:pt x="2540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2540" y="44450"/>
                  </a:lnTo>
                  <a:lnTo>
                    <a:pt x="2540" y="43180"/>
                  </a:lnTo>
                  <a:close/>
                </a:path>
                <a:path w="2539" h="514350">
                  <a:moveTo>
                    <a:pt x="2540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2540" y="41910"/>
                  </a:lnTo>
                  <a:lnTo>
                    <a:pt x="2540" y="39370"/>
                  </a:lnTo>
                  <a:close/>
                </a:path>
                <a:path w="2539" h="514350">
                  <a:moveTo>
                    <a:pt x="2540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2540" y="38100"/>
                  </a:lnTo>
                  <a:lnTo>
                    <a:pt x="2540" y="36830"/>
                  </a:lnTo>
                  <a:close/>
                </a:path>
                <a:path w="2539" h="514350">
                  <a:moveTo>
                    <a:pt x="2540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2540" y="35560"/>
                  </a:lnTo>
                  <a:lnTo>
                    <a:pt x="2540" y="33020"/>
                  </a:lnTo>
                  <a:close/>
                </a:path>
                <a:path w="2539" h="514350">
                  <a:moveTo>
                    <a:pt x="2540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2540" y="31750"/>
                  </a:lnTo>
                  <a:lnTo>
                    <a:pt x="2540" y="30480"/>
                  </a:lnTo>
                  <a:close/>
                </a:path>
                <a:path w="2539" h="514350">
                  <a:moveTo>
                    <a:pt x="2540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2540" y="29210"/>
                  </a:lnTo>
                  <a:lnTo>
                    <a:pt x="2540" y="26670"/>
                  </a:lnTo>
                  <a:close/>
                </a:path>
                <a:path w="2539" h="514350">
                  <a:moveTo>
                    <a:pt x="2540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2540" y="25400"/>
                  </a:lnTo>
                  <a:lnTo>
                    <a:pt x="2540" y="24130"/>
                  </a:lnTo>
                  <a:close/>
                </a:path>
                <a:path w="2539" h="514350">
                  <a:moveTo>
                    <a:pt x="2540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2540" y="22860"/>
                  </a:lnTo>
                  <a:lnTo>
                    <a:pt x="2540" y="20320"/>
                  </a:lnTo>
                  <a:close/>
                </a:path>
                <a:path w="2539" h="514350">
                  <a:moveTo>
                    <a:pt x="2540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2540" y="19050"/>
                  </a:lnTo>
                  <a:lnTo>
                    <a:pt x="2540" y="17780"/>
                  </a:lnTo>
                  <a:close/>
                </a:path>
                <a:path w="2539" h="514350">
                  <a:moveTo>
                    <a:pt x="2540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2540" y="16510"/>
                  </a:lnTo>
                  <a:lnTo>
                    <a:pt x="2540" y="13970"/>
                  </a:lnTo>
                  <a:close/>
                </a:path>
                <a:path w="2539" h="514350">
                  <a:moveTo>
                    <a:pt x="2540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2540" y="12700"/>
                  </a:lnTo>
                  <a:lnTo>
                    <a:pt x="2540" y="11430"/>
                  </a:lnTo>
                  <a:close/>
                </a:path>
                <a:path w="2539" h="514350">
                  <a:moveTo>
                    <a:pt x="2540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2540" y="10160"/>
                  </a:lnTo>
                  <a:lnTo>
                    <a:pt x="2540" y="7620"/>
                  </a:lnTo>
                  <a:close/>
                </a:path>
                <a:path w="2539" h="514350">
                  <a:moveTo>
                    <a:pt x="2540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2540" y="6350"/>
                  </a:lnTo>
                  <a:lnTo>
                    <a:pt x="2540" y="5080"/>
                  </a:lnTo>
                  <a:close/>
                </a:path>
                <a:path w="2539" h="514350">
                  <a:moveTo>
                    <a:pt x="126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40" y="3810"/>
                  </a:lnTo>
                  <a:lnTo>
                    <a:pt x="2540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2539" h="514350">
                  <a:moveTo>
                    <a:pt x="2540" y="513080"/>
                  </a:moveTo>
                  <a:lnTo>
                    <a:pt x="0" y="513080"/>
                  </a:lnTo>
                  <a:lnTo>
                    <a:pt x="0" y="514350"/>
                  </a:lnTo>
                  <a:lnTo>
                    <a:pt x="2540" y="514350"/>
                  </a:lnTo>
                  <a:lnTo>
                    <a:pt x="2540" y="513080"/>
                  </a:lnTo>
                  <a:close/>
                </a:path>
                <a:path w="2539" h="514350">
                  <a:moveTo>
                    <a:pt x="2540" y="506730"/>
                  </a:moveTo>
                  <a:lnTo>
                    <a:pt x="0" y="506730"/>
                  </a:lnTo>
                  <a:lnTo>
                    <a:pt x="0" y="511810"/>
                  </a:lnTo>
                  <a:lnTo>
                    <a:pt x="2540" y="511810"/>
                  </a:lnTo>
                  <a:lnTo>
                    <a:pt x="2540" y="506730"/>
                  </a:lnTo>
                  <a:close/>
                </a:path>
                <a:path w="2539" h="514350">
                  <a:moveTo>
                    <a:pt x="2540" y="500380"/>
                  </a:moveTo>
                  <a:lnTo>
                    <a:pt x="0" y="500380"/>
                  </a:lnTo>
                  <a:lnTo>
                    <a:pt x="0" y="505460"/>
                  </a:lnTo>
                  <a:lnTo>
                    <a:pt x="2540" y="505460"/>
                  </a:lnTo>
                  <a:lnTo>
                    <a:pt x="2540" y="500380"/>
                  </a:lnTo>
                  <a:close/>
                </a:path>
                <a:path w="2539" h="514350">
                  <a:moveTo>
                    <a:pt x="2540" y="494030"/>
                  </a:moveTo>
                  <a:lnTo>
                    <a:pt x="0" y="494030"/>
                  </a:lnTo>
                  <a:lnTo>
                    <a:pt x="0" y="499110"/>
                  </a:lnTo>
                  <a:lnTo>
                    <a:pt x="2540" y="499110"/>
                  </a:lnTo>
                  <a:lnTo>
                    <a:pt x="2540" y="494030"/>
                  </a:lnTo>
                  <a:close/>
                </a:path>
                <a:path w="2539" h="514350">
                  <a:moveTo>
                    <a:pt x="2540" y="487680"/>
                  </a:moveTo>
                  <a:lnTo>
                    <a:pt x="0" y="487680"/>
                  </a:lnTo>
                  <a:lnTo>
                    <a:pt x="0" y="492760"/>
                  </a:lnTo>
                  <a:lnTo>
                    <a:pt x="2540" y="492760"/>
                  </a:lnTo>
                  <a:lnTo>
                    <a:pt x="2540" y="487680"/>
                  </a:lnTo>
                  <a:close/>
                </a:path>
                <a:path w="2539" h="514350">
                  <a:moveTo>
                    <a:pt x="2540" y="481330"/>
                  </a:moveTo>
                  <a:lnTo>
                    <a:pt x="0" y="481330"/>
                  </a:lnTo>
                  <a:lnTo>
                    <a:pt x="0" y="486410"/>
                  </a:lnTo>
                  <a:lnTo>
                    <a:pt x="2540" y="486410"/>
                  </a:lnTo>
                  <a:lnTo>
                    <a:pt x="2540" y="481330"/>
                  </a:lnTo>
                  <a:close/>
                </a:path>
                <a:path w="2539" h="514350">
                  <a:moveTo>
                    <a:pt x="2540" y="474980"/>
                  </a:moveTo>
                  <a:lnTo>
                    <a:pt x="0" y="474980"/>
                  </a:lnTo>
                  <a:lnTo>
                    <a:pt x="0" y="480060"/>
                  </a:lnTo>
                  <a:lnTo>
                    <a:pt x="2540" y="480060"/>
                  </a:lnTo>
                  <a:lnTo>
                    <a:pt x="2540" y="474980"/>
                  </a:lnTo>
                  <a:close/>
                </a:path>
                <a:path w="2539" h="514350">
                  <a:moveTo>
                    <a:pt x="2540" y="468630"/>
                  </a:moveTo>
                  <a:lnTo>
                    <a:pt x="0" y="468630"/>
                  </a:lnTo>
                  <a:lnTo>
                    <a:pt x="0" y="473710"/>
                  </a:lnTo>
                  <a:lnTo>
                    <a:pt x="2540" y="473710"/>
                  </a:lnTo>
                  <a:lnTo>
                    <a:pt x="2540" y="468630"/>
                  </a:lnTo>
                  <a:close/>
                </a:path>
                <a:path w="2539" h="514350">
                  <a:moveTo>
                    <a:pt x="2540" y="462280"/>
                  </a:moveTo>
                  <a:lnTo>
                    <a:pt x="0" y="462280"/>
                  </a:lnTo>
                  <a:lnTo>
                    <a:pt x="0" y="467360"/>
                  </a:lnTo>
                  <a:lnTo>
                    <a:pt x="2540" y="467360"/>
                  </a:lnTo>
                  <a:lnTo>
                    <a:pt x="2540" y="462280"/>
                  </a:lnTo>
                  <a:close/>
                </a:path>
                <a:path w="2539" h="514350">
                  <a:moveTo>
                    <a:pt x="2540" y="455930"/>
                  </a:moveTo>
                  <a:lnTo>
                    <a:pt x="0" y="455930"/>
                  </a:lnTo>
                  <a:lnTo>
                    <a:pt x="0" y="461010"/>
                  </a:lnTo>
                  <a:lnTo>
                    <a:pt x="2540" y="461010"/>
                  </a:lnTo>
                  <a:lnTo>
                    <a:pt x="2540" y="455930"/>
                  </a:lnTo>
                  <a:close/>
                </a:path>
                <a:path w="2539" h="514350">
                  <a:moveTo>
                    <a:pt x="2540" y="449580"/>
                  </a:moveTo>
                  <a:lnTo>
                    <a:pt x="0" y="449580"/>
                  </a:lnTo>
                  <a:lnTo>
                    <a:pt x="0" y="454660"/>
                  </a:lnTo>
                  <a:lnTo>
                    <a:pt x="2540" y="454660"/>
                  </a:lnTo>
                  <a:lnTo>
                    <a:pt x="2540" y="449580"/>
                  </a:lnTo>
                  <a:close/>
                </a:path>
                <a:path w="2539" h="514350">
                  <a:moveTo>
                    <a:pt x="2540" y="443230"/>
                  </a:moveTo>
                  <a:lnTo>
                    <a:pt x="0" y="443230"/>
                  </a:lnTo>
                  <a:lnTo>
                    <a:pt x="0" y="448310"/>
                  </a:lnTo>
                  <a:lnTo>
                    <a:pt x="2540" y="448310"/>
                  </a:lnTo>
                  <a:lnTo>
                    <a:pt x="2540" y="443230"/>
                  </a:lnTo>
                  <a:close/>
                </a:path>
                <a:path w="2539" h="514350">
                  <a:moveTo>
                    <a:pt x="2540" y="436880"/>
                  </a:moveTo>
                  <a:lnTo>
                    <a:pt x="0" y="436880"/>
                  </a:lnTo>
                  <a:lnTo>
                    <a:pt x="0" y="441960"/>
                  </a:lnTo>
                  <a:lnTo>
                    <a:pt x="2540" y="441960"/>
                  </a:lnTo>
                  <a:lnTo>
                    <a:pt x="2540" y="436880"/>
                  </a:lnTo>
                  <a:close/>
                </a:path>
                <a:path w="2539" h="514350">
                  <a:moveTo>
                    <a:pt x="2540" y="430530"/>
                  </a:moveTo>
                  <a:lnTo>
                    <a:pt x="0" y="430530"/>
                  </a:lnTo>
                  <a:lnTo>
                    <a:pt x="0" y="435610"/>
                  </a:lnTo>
                  <a:lnTo>
                    <a:pt x="2540" y="435610"/>
                  </a:lnTo>
                  <a:lnTo>
                    <a:pt x="2540" y="430530"/>
                  </a:lnTo>
                  <a:close/>
                </a:path>
                <a:path w="2539" h="514350">
                  <a:moveTo>
                    <a:pt x="2540" y="167640"/>
                  </a:moveTo>
                  <a:lnTo>
                    <a:pt x="0" y="167640"/>
                  </a:lnTo>
                  <a:lnTo>
                    <a:pt x="0" y="429260"/>
                  </a:lnTo>
                  <a:lnTo>
                    <a:pt x="2540" y="429260"/>
                  </a:lnTo>
                  <a:lnTo>
                    <a:pt x="2540" y="167640"/>
                  </a:lnTo>
                  <a:close/>
                </a:path>
              </a:pathLst>
            </a:custGeom>
            <a:solidFill>
              <a:srgbClr val="CDBE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2" name="object 1722"/>
            <p:cNvSpPr/>
            <p:nvPr/>
          </p:nvSpPr>
          <p:spPr>
            <a:xfrm>
              <a:off x="2785110" y="2862579"/>
              <a:ext cx="3810" cy="514350"/>
            </a:xfrm>
            <a:custGeom>
              <a:avLst/>
              <a:gdLst/>
              <a:ahLst/>
              <a:cxnLst/>
              <a:rect l="l" t="t" r="r" b="b"/>
              <a:pathLst>
                <a:path w="3810" h="514350">
                  <a:moveTo>
                    <a:pt x="3809" y="44450"/>
                  </a:moveTo>
                  <a:lnTo>
                    <a:pt x="0" y="44450"/>
                  </a:lnTo>
                  <a:lnTo>
                    <a:pt x="0" y="165100"/>
                  </a:lnTo>
                  <a:lnTo>
                    <a:pt x="3809" y="165100"/>
                  </a:lnTo>
                  <a:lnTo>
                    <a:pt x="3809" y="44450"/>
                  </a:lnTo>
                  <a:close/>
                </a:path>
                <a:path w="3810" h="514350">
                  <a:moveTo>
                    <a:pt x="3809" y="41910"/>
                  </a:moveTo>
                  <a:lnTo>
                    <a:pt x="0" y="41910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41910"/>
                  </a:lnTo>
                  <a:close/>
                </a:path>
                <a:path w="3810" h="514350">
                  <a:moveTo>
                    <a:pt x="3809" y="38100"/>
                  </a:moveTo>
                  <a:lnTo>
                    <a:pt x="0" y="38100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8100"/>
                  </a:lnTo>
                  <a:close/>
                </a:path>
                <a:path w="3810" h="514350">
                  <a:moveTo>
                    <a:pt x="3809" y="35560"/>
                  </a:moveTo>
                  <a:lnTo>
                    <a:pt x="0" y="35560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5560"/>
                  </a:lnTo>
                  <a:close/>
                </a:path>
                <a:path w="3810" h="514350">
                  <a:moveTo>
                    <a:pt x="3809" y="31750"/>
                  </a:moveTo>
                  <a:lnTo>
                    <a:pt x="0" y="31750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31750"/>
                  </a:lnTo>
                  <a:close/>
                </a:path>
                <a:path w="3810" h="514350">
                  <a:moveTo>
                    <a:pt x="3809" y="29210"/>
                  </a:moveTo>
                  <a:lnTo>
                    <a:pt x="0" y="29210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29210"/>
                  </a:lnTo>
                  <a:close/>
                </a:path>
                <a:path w="3810" h="514350">
                  <a:moveTo>
                    <a:pt x="3809" y="25400"/>
                  </a:moveTo>
                  <a:lnTo>
                    <a:pt x="0" y="25400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5400"/>
                  </a:lnTo>
                  <a:close/>
                </a:path>
                <a:path w="3810" h="514350">
                  <a:moveTo>
                    <a:pt x="3809" y="22860"/>
                  </a:moveTo>
                  <a:lnTo>
                    <a:pt x="0" y="22860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22860"/>
                  </a:lnTo>
                  <a:close/>
                </a:path>
                <a:path w="3810" h="514350">
                  <a:moveTo>
                    <a:pt x="3809" y="19050"/>
                  </a:moveTo>
                  <a:lnTo>
                    <a:pt x="0" y="19050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9050"/>
                  </a:lnTo>
                  <a:close/>
                </a:path>
                <a:path w="3810" h="514350">
                  <a:moveTo>
                    <a:pt x="3809" y="16510"/>
                  </a:moveTo>
                  <a:lnTo>
                    <a:pt x="0" y="1651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6510"/>
                  </a:lnTo>
                  <a:close/>
                </a:path>
                <a:path w="3810" h="514350">
                  <a:moveTo>
                    <a:pt x="3809" y="12700"/>
                  </a:moveTo>
                  <a:lnTo>
                    <a:pt x="0" y="1270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2700"/>
                  </a:lnTo>
                  <a:close/>
                </a:path>
                <a:path w="3810" h="514350">
                  <a:moveTo>
                    <a:pt x="3809" y="10160"/>
                  </a:moveTo>
                  <a:lnTo>
                    <a:pt x="0" y="1016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10160"/>
                  </a:lnTo>
                  <a:close/>
                </a:path>
                <a:path w="3810" h="514350">
                  <a:moveTo>
                    <a:pt x="3809" y="6350"/>
                  </a:moveTo>
                  <a:lnTo>
                    <a:pt x="0" y="635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50"/>
                  </a:lnTo>
                  <a:close/>
                </a:path>
                <a:path w="3810" h="514350">
                  <a:moveTo>
                    <a:pt x="3809" y="3810"/>
                  </a:moveTo>
                  <a:lnTo>
                    <a:pt x="0" y="381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3810"/>
                  </a:lnTo>
                  <a:close/>
                </a:path>
                <a:path w="3810" h="514350">
                  <a:moveTo>
                    <a:pt x="126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69" y="2539"/>
                  </a:lnTo>
                  <a:lnTo>
                    <a:pt x="1269" y="0"/>
                  </a:lnTo>
                  <a:close/>
                </a:path>
                <a:path w="3810" h="514350">
                  <a:moveTo>
                    <a:pt x="3809" y="511810"/>
                  </a:moveTo>
                  <a:lnTo>
                    <a:pt x="0" y="511810"/>
                  </a:lnTo>
                  <a:lnTo>
                    <a:pt x="0" y="513080"/>
                  </a:lnTo>
                  <a:lnTo>
                    <a:pt x="1269" y="513080"/>
                  </a:lnTo>
                  <a:lnTo>
                    <a:pt x="1269" y="514350"/>
                  </a:lnTo>
                  <a:lnTo>
                    <a:pt x="3809" y="514350"/>
                  </a:lnTo>
                  <a:lnTo>
                    <a:pt x="3809" y="511810"/>
                  </a:lnTo>
                  <a:close/>
                </a:path>
                <a:path w="3810" h="514350">
                  <a:moveTo>
                    <a:pt x="3809" y="505460"/>
                  </a:moveTo>
                  <a:lnTo>
                    <a:pt x="0" y="505460"/>
                  </a:lnTo>
                  <a:lnTo>
                    <a:pt x="0" y="510540"/>
                  </a:lnTo>
                  <a:lnTo>
                    <a:pt x="3809" y="510540"/>
                  </a:lnTo>
                  <a:lnTo>
                    <a:pt x="3809" y="505460"/>
                  </a:lnTo>
                  <a:close/>
                </a:path>
                <a:path w="3810" h="514350">
                  <a:moveTo>
                    <a:pt x="3809" y="499110"/>
                  </a:moveTo>
                  <a:lnTo>
                    <a:pt x="0" y="499110"/>
                  </a:lnTo>
                  <a:lnTo>
                    <a:pt x="0" y="504190"/>
                  </a:lnTo>
                  <a:lnTo>
                    <a:pt x="3809" y="504190"/>
                  </a:lnTo>
                  <a:lnTo>
                    <a:pt x="3809" y="499110"/>
                  </a:lnTo>
                  <a:close/>
                </a:path>
                <a:path w="3810" h="514350">
                  <a:moveTo>
                    <a:pt x="3809" y="492760"/>
                  </a:moveTo>
                  <a:lnTo>
                    <a:pt x="0" y="492760"/>
                  </a:lnTo>
                  <a:lnTo>
                    <a:pt x="0" y="497840"/>
                  </a:lnTo>
                  <a:lnTo>
                    <a:pt x="3809" y="497840"/>
                  </a:lnTo>
                  <a:lnTo>
                    <a:pt x="3809" y="492760"/>
                  </a:lnTo>
                  <a:close/>
                </a:path>
                <a:path w="3810" h="514350">
                  <a:moveTo>
                    <a:pt x="3809" y="486410"/>
                  </a:moveTo>
                  <a:lnTo>
                    <a:pt x="0" y="486410"/>
                  </a:lnTo>
                  <a:lnTo>
                    <a:pt x="0" y="491490"/>
                  </a:lnTo>
                  <a:lnTo>
                    <a:pt x="3809" y="491490"/>
                  </a:lnTo>
                  <a:lnTo>
                    <a:pt x="3809" y="486410"/>
                  </a:lnTo>
                  <a:close/>
                </a:path>
                <a:path w="3810" h="514350">
                  <a:moveTo>
                    <a:pt x="3809" y="480060"/>
                  </a:moveTo>
                  <a:lnTo>
                    <a:pt x="0" y="480060"/>
                  </a:lnTo>
                  <a:lnTo>
                    <a:pt x="0" y="485140"/>
                  </a:lnTo>
                  <a:lnTo>
                    <a:pt x="3809" y="485140"/>
                  </a:lnTo>
                  <a:lnTo>
                    <a:pt x="3809" y="480060"/>
                  </a:lnTo>
                  <a:close/>
                </a:path>
                <a:path w="3810" h="514350">
                  <a:moveTo>
                    <a:pt x="3809" y="473710"/>
                  </a:moveTo>
                  <a:lnTo>
                    <a:pt x="0" y="473710"/>
                  </a:lnTo>
                  <a:lnTo>
                    <a:pt x="0" y="478790"/>
                  </a:lnTo>
                  <a:lnTo>
                    <a:pt x="3809" y="478790"/>
                  </a:lnTo>
                  <a:lnTo>
                    <a:pt x="3809" y="473710"/>
                  </a:lnTo>
                  <a:close/>
                </a:path>
                <a:path w="3810" h="514350">
                  <a:moveTo>
                    <a:pt x="3809" y="467360"/>
                  </a:moveTo>
                  <a:lnTo>
                    <a:pt x="0" y="467360"/>
                  </a:lnTo>
                  <a:lnTo>
                    <a:pt x="0" y="472440"/>
                  </a:lnTo>
                  <a:lnTo>
                    <a:pt x="3809" y="472440"/>
                  </a:lnTo>
                  <a:lnTo>
                    <a:pt x="3809" y="467360"/>
                  </a:lnTo>
                  <a:close/>
                </a:path>
                <a:path w="3810" h="514350">
                  <a:moveTo>
                    <a:pt x="3809" y="461010"/>
                  </a:moveTo>
                  <a:lnTo>
                    <a:pt x="0" y="461010"/>
                  </a:lnTo>
                  <a:lnTo>
                    <a:pt x="0" y="466090"/>
                  </a:lnTo>
                  <a:lnTo>
                    <a:pt x="3809" y="466090"/>
                  </a:lnTo>
                  <a:lnTo>
                    <a:pt x="3809" y="461010"/>
                  </a:lnTo>
                  <a:close/>
                </a:path>
                <a:path w="3810" h="514350">
                  <a:moveTo>
                    <a:pt x="3809" y="454660"/>
                  </a:moveTo>
                  <a:lnTo>
                    <a:pt x="0" y="454660"/>
                  </a:lnTo>
                  <a:lnTo>
                    <a:pt x="0" y="459740"/>
                  </a:lnTo>
                  <a:lnTo>
                    <a:pt x="3809" y="459740"/>
                  </a:lnTo>
                  <a:lnTo>
                    <a:pt x="3809" y="454660"/>
                  </a:lnTo>
                  <a:close/>
                </a:path>
                <a:path w="3810" h="514350">
                  <a:moveTo>
                    <a:pt x="3809" y="448310"/>
                  </a:moveTo>
                  <a:lnTo>
                    <a:pt x="0" y="448310"/>
                  </a:lnTo>
                  <a:lnTo>
                    <a:pt x="0" y="453390"/>
                  </a:lnTo>
                  <a:lnTo>
                    <a:pt x="3809" y="453390"/>
                  </a:lnTo>
                  <a:lnTo>
                    <a:pt x="3809" y="448310"/>
                  </a:lnTo>
                  <a:close/>
                </a:path>
                <a:path w="3810" h="514350">
                  <a:moveTo>
                    <a:pt x="3809" y="441960"/>
                  </a:moveTo>
                  <a:lnTo>
                    <a:pt x="0" y="441960"/>
                  </a:lnTo>
                  <a:lnTo>
                    <a:pt x="0" y="447040"/>
                  </a:lnTo>
                  <a:lnTo>
                    <a:pt x="3809" y="447040"/>
                  </a:lnTo>
                  <a:lnTo>
                    <a:pt x="3809" y="441960"/>
                  </a:lnTo>
                  <a:close/>
                </a:path>
                <a:path w="3810" h="514350">
                  <a:moveTo>
                    <a:pt x="3809" y="435610"/>
                  </a:moveTo>
                  <a:lnTo>
                    <a:pt x="0" y="435610"/>
                  </a:lnTo>
                  <a:lnTo>
                    <a:pt x="0" y="440690"/>
                  </a:lnTo>
                  <a:lnTo>
                    <a:pt x="3809" y="440690"/>
                  </a:lnTo>
                  <a:lnTo>
                    <a:pt x="3809" y="435610"/>
                  </a:lnTo>
                  <a:close/>
                </a:path>
                <a:path w="3810" h="514350">
                  <a:moveTo>
                    <a:pt x="3809" y="429260"/>
                  </a:moveTo>
                  <a:lnTo>
                    <a:pt x="0" y="429260"/>
                  </a:lnTo>
                  <a:lnTo>
                    <a:pt x="0" y="434340"/>
                  </a:lnTo>
                  <a:lnTo>
                    <a:pt x="3809" y="434340"/>
                  </a:lnTo>
                  <a:lnTo>
                    <a:pt x="3809" y="429260"/>
                  </a:lnTo>
                  <a:close/>
                </a:path>
                <a:path w="3810" h="514350">
                  <a:moveTo>
                    <a:pt x="3809" y="166370"/>
                  </a:moveTo>
                  <a:lnTo>
                    <a:pt x="0" y="166370"/>
                  </a:lnTo>
                  <a:lnTo>
                    <a:pt x="0" y="427990"/>
                  </a:lnTo>
                  <a:lnTo>
                    <a:pt x="3809" y="427990"/>
                  </a:lnTo>
                  <a:lnTo>
                    <a:pt x="3809" y="166370"/>
                  </a:lnTo>
                  <a:close/>
                </a:path>
              </a:pathLst>
            </a:custGeom>
            <a:solidFill>
              <a:srgbClr val="CCBD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3" name="object 1723"/>
            <p:cNvSpPr/>
            <p:nvPr/>
          </p:nvSpPr>
          <p:spPr>
            <a:xfrm>
              <a:off x="2788919" y="2865119"/>
              <a:ext cx="3810" cy="513080"/>
            </a:xfrm>
            <a:custGeom>
              <a:avLst/>
              <a:gdLst/>
              <a:ahLst/>
              <a:cxnLst/>
              <a:rect l="l" t="t" r="r" b="b"/>
              <a:pathLst>
                <a:path w="3810" h="513079">
                  <a:moveTo>
                    <a:pt x="3810" y="41910"/>
                  </a:moveTo>
                  <a:lnTo>
                    <a:pt x="0" y="41910"/>
                  </a:lnTo>
                  <a:lnTo>
                    <a:pt x="0" y="162560"/>
                  </a:lnTo>
                  <a:lnTo>
                    <a:pt x="3810" y="162560"/>
                  </a:lnTo>
                  <a:lnTo>
                    <a:pt x="3810" y="41910"/>
                  </a:lnTo>
                  <a:close/>
                </a:path>
                <a:path w="3810" h="513079">
                  <a:moveTo>
                    <a:pt x="3810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9370"/>
                  </a:lnTo>
                  <a:close/>
                </a:path>
                <a:path w="3810" h="513079">
                  <a:moveTo>
                    <a:pt x="381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5560"/>
                  </a:lnTo>
                  <a:close/>
                </a:path>
                <a:path w="3810" h="513079">
                  <a:moveTo>
                    <a:pt x="3810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33020"/>
                  </a:lnTo>
                  <a:close/>
                </a:path>
                <a:path w="3810" h="513079">
                  <a:moveTo>
                    <a:pt x="381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3810" y="31750"/>
                  </a:lnTo>
                  <a:lnTo>
                    <a:pt x="3810" y="29210"/>
                  </a:lnTo>
                  <a:close/>
                </a:path>
                <a:path w="3810" h="513079">
                  <a:moveTo>
                    <a:pt x="3810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6670"/>
                  </a:lnTo>
                  <a:close/>
                </a:path>
                <a:path w="3810" h="513079">
                  <a:moveTo>
                    <a:pt x="381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2860"/>
                  </a:lnTo>
                  <a:close/>
                </a:path>
                <a:path w="3810" h="513079">
                  <a:moveTo>
                    <a:pt x="3810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20320"/>
                  </a:lnTo>
                  <a:close/>
                </a:path>
                <a:path w="3810" h="513079">
                  <a:moveTo>
                    <a:pt x="381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6510"/>
                  </a:lnTo>
                  <a:close/>
                </a:path>
                <a:path w="3810" h="513079">
                  <a:moveTo>
                    <a:pt x="3810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3970"/>
                  </a:lnTo>
                  <a:close/>
                </a:path>
                <a:path w="3810" h="513079">
                  <a:moveTo>
                    <a:pt x="381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10160"/>
                  </a:lnTo>
                  <a:close/>
                </a:path>
                <a:path w="3810" h="513079">
                  <a:moveTo>
                    <a:pt x="3810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7620"/>
                  </a:lnTo>
                  <a:close/>
                </a:path>
                <a:path w="3810" h="513079">
                  <a:moveTo>
                    <a:pt x="3810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3810"/>
                  </a:lnTo>
                  <a:close/>
                </a:path>
                <a:path w="3810" h="513079">
                  <a:moveTo>
                    <a:pt x="126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69" y="2539"/>
                  </a:lnTo>
                  <a:lnTo>
                    <a:pt x="1269" y="0"/>
                  </a:lnTo>
                  <a:close/>
                </a:path>
                <a:path w="3810" h="513079">
                  <a:moveTo>
                    <a:pt x="3810" y="509270"/>
                  </a:moveTo>
                  <a:lnTo>
                    <a:pt x="0" y="509270"/>
                  </a:lnTo>
                  <a:lnTo>
                    <a:pt x="0" y="511810"/>
                  </a:lnTo>
                  <a:lnTo>
                    <a:pt x="1269" y="511810"/>
                  </a:lnTo>
                  <a:lnTo>
                    <a:pt x="1269" y="513080"/>
                  </a:lnTo>
                  <a:lnTo>
                    <a:pt x="3810" y="513080"/>
                  </a:lnTo>
                  <a:lnTo>
                    <a:pt x="3810" y="509270"/>
                  </a:lnTo>
                  <a:close/>
                </a:path>
                <a:path w="3810" h="513079">
                  <a:moveTo>
                    <a:pt x="3810" y="502920"/>
                  </a:moveTo>
                  <a:lnTo>
                    <a:pt x="0" y="502920"/>
                  </a:lnTo>
                  <a:lnTo>
                    <a:pt x="0" y="508000"/>
                  </a:lnTo>
                  <a:lnTo>
                    <a:pt x="3810" y="508000"/>
                  </a:lnTo>
                  <a:lnTo>
                    <a:pt x="3810" y="502920"/>
                  </a:lnTo>
                  <a:close/>
                </a:path>
                <a:path w="3810" h="513079">
                  <a:moveTo>
                    <a:pt x="3810" y="496570"/>
                  </a:moveTo>
                  <a:lnTo>
                    <a:pt x="0" y="496570"/>
                  </a:lnTo>
                  <a:lnTo>
                    <a:pt x="0" y="501650"/>
                  </a:lnTo>
                  <a:lnTo>
                    <a:pt x="3810" y="501650"/>
                  </a:lnTo>
                  <a:lnTo>
                    <a:pt x="3810" y="496570"/>
                  </a:lnTo>
                  <a:close/>
                </a:path>
                <a:path w="3810" h="513079">
                  <a:moveTo>
                    <a:pt x="3810" y="490220"/>
                  </a:moveTo>
                  <a:lnTo>
                    <a:pt x="0" y="490220"/>
                  </a:lnTo>
                  <a:lnTo>
                    <a:pt x="0" y="495300"/>
                  </a:lnTo>
                  <a:lnTo>
                    <a:pt x="3810" y="495300"/>
                  </a:lnTo>
                  <a:lnTo>
                    <a:pt x="3810" y="490220"/>
                  </a:lnTo>
                  <a:close/>
                </a:path>
                <a:path w="3810" h="513079">
                  <a:moveTo>
                    <a:pt x="3810" y="483870"/>
                  </a:moveTo>
                  <a:lnTo>
                    <a:pt x="0" y="483870"/>
                  </a:lnTo>
                  <a:lnTo>
                    <a:pt x="0" y="488950"/>
                  </a:lnTo>
                  <a:lnTo>
                    <a:pt x="3810" y="488950"/>
                  </a:lnTo>
                  <a:lnTo>
                    <a:pt x="3810" y="483870"/>
                  </a:lnTo>
                  <a:close/>
                </a:path>
                <a:path w="3810" h="513079">
                  <a:moveTo>
                    <a:pt x="3810" y="477520"/>
                  </a:moveTo>
                  <a:lnTo>
                    <a:pt x="0" y="477520"/>
                  </a:lnTo>
                  <a:lnTo>
                    <a:pt x="0" y="482600"/>
                  </a:lnTo>
                  <a:lnTo>
                    <a:pt x="3810" y="482600"/>
                  </a:lnTo>
                  <a:lnTo>
                    <a:pt x="3810" y="477520"/>
                  </a:lnTo>
                  <a:close/>
                </a:path>
                <a:path w="3810" h="513079">
                  <a:moveTo>
                    <a:pt x="3810" y="471170"/>
                  </a:moveTo>
                  <a:lnTo>
                    <a:pt x="0" y="471170"/>
                  </a:lnTo>
                  <a:lnTo>
                    <a:pt x="0" y="476250"/>
                  </a:lnTo>
                  <a:lnTo>
                    <a:pt x="3810" y="476250"/>
                  </a:lnTo>
                  <a:lnTo>
                    <a:pt x="3810" y="471170"/>
                  </a:lnTo>
                  <a:close/>
                </a:path>
                <a:path w="3810" h="513079">
                  <a:moveTo>
                    <a:pt x="3810" y="464820"/>
                  </a:moveTo>
                  <a:lnTo>
                    <a:pt x="0" y="464820"/>
                  </a:lnTo>
                  <a:lnTo>
                    <a:pt x="0" y="469900"/>
                  </a:lnTo>
                  <a:lnTo>
                    <a:pt x="3810" y="469900"/>
                  </a:lnTo>
                  <a:lnTo>
                    <a:pt x="3810" y="464820"/>
                  </a:lnTo>
                  <a:close/>
                </a:path>
                <a:path w="3810" h="513079">
                  <a:moveTo>
                    <a:pt x="3810" y="458470"/>
                  </a:moveTo>
                  <a:lnTo>
                    <a:pt x="0" y="458470"/>
                  </a:lnTo>
                  <a:lnTo>
                    <a:pt x="0" y="463550"/>
                  </a:lnTo>
                  <a:lnTo>
                    <a:pt x="3810" y="463550"/>
                  </a:lnTo>
                  <a:lnTo>
                    <a:pt x="3810" y="458470"/>
                  </a:lnTo>
                  <a:close/>
                </a:path>
                <a:path w="3810" h="513079">
                  <a:moveTo>
                    <a:pt x="3810" y="452120"/>
                  </a:moveTo>
                  <a:lnTo>
                    <a:pt x="0" y="452120"/>
                  </a:lnTo>
                  <a:lnTo>
                    <a:pt x="0" y="457200"/>
                  </a:lnTo>
                  <a:lnTo>
                    <a:pt x="3810" y="457200"/>
                  </a:lnTo>
                  <a:lnTo>
                    <a:pt x="3810" y="452120"/>
                  </a:lnTo>
                  <a:close/>
                </a:path>
                <a:path w="3810" h="513079">
                  <a:moveTo>
                    <a:pt x="3810" y="445770"/>
                  </a:moveTo>
                  <a:lnTo>
                    <a:pt x="0" y="445770"/>
                  </a:lnTo>
                  <a:lnTo>
                    <a:pt x="0" y="450850"/>
                  </a:lnTo>
                  <a:lnTo>
                    <a:pt x="3810" y="450850"/>
                  </a:lnTo>
                  <a:lnTo>
                    <a:pt x="3810" y="445770"/>
                  </a:lnTo>
                  <a:close/>
                </a:path>
                <a:path w="3810" h="513079">
                  <a:moveTo>
                    <a:pt x="3810" y="439420"/>
                  </a:moveTo>
                  <a:lnTo>
                    <a:pt x="0" y="439420"/>
                  </a:lnTo>
                  <a:lnTo>
                    <a:pt x="0" y="444500"/>
                  </a:lnTo>
                  <a:lnTo>
                    <a:pt x="3810" y="444500"/>
                  </a:lnTo>
                  <a:lnTo>
                    <a:pt x="3810" y="439420"/>
                  </a:lnTo>
                  <a:close/>
                </a:path>
                <a:path w="3810" h="513079">
                  <a:moveTo>
                    <a:pt x="3810" y="433070"/>
                  </a:moveTo>
                  <a:lnTo>
                    <a:pt x="0" y="433070"/>
                  </a:lnTo>
                  <a:lnTo>
                    <a:pt x="0" y="438150"/>
                  </a:lnTo>
                  <a:lnTo>
                    <a:pt x="3810" y="438150"/>
                  </a:lnTo>
                  <a:lnTo>
                    <a:pt x="3810" y="433070"/>
                  </a:lnTo>
                  <a:close/>
                </a:path>
                <a:path w="3810" h="513079">
                  <a:moveTo>
                    <a:pt x="3810" y="426720"/>
                  </a:moveTo>
                  <a:lnTo>
                    <a:pt x="0" y="426720"/>
                  </a:lnTo>
                  <a:lnTo>
                    <a:pt x="0" y="431800"/>
                  </a:lnTo>
                  <a:lnTo>
                    <a:pt x="3810" y="431800"/>
                  </a:lnTo>
                  <a:lnTo>
                    <a:pt x="3810" y="426720"/>
                  </a:lnTo>
                  <a:close/>
                </a:path>
                <a:path w="3810" h="513079">
                  <a:moveTo>
                    <a:pt x="3810" y="163830"/>
                  </a:moveTo>
                  <a:lnTo>
                    <a:pt x="0" y="163830"/>
                  </a:lnTo>
                  <a:lnTo>
                    <a:pt x="0" y="425450"/>
                  </a:lnTo>
                  <a:lnTo>
                    <a:pt x="3810" y="425450"/>
                  </a:lnTo>
                  <a:lnTo>
                    <a:pt x="3810" y="163830"/>
                  </a:lnTo>
                  <a:close/>
                </a:path>
              </a:pathLst>
            </a:custGeom>
            <a:solidFill>
              <a:srgbClr val="CCBC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4" name="object 1724"/>
            <p:cNvSpPr/>
            <p:nvPr/>
          </p:nvSpPr>
          <p:spPr>
            <a:xfrm>
              <a:off x="2792730" y="2867660"/>
              <a:ext cx="3810" cy="513080"/>
            </a:xfrm>
            <a:custGeom>
              <a:avLst/>
              <a:gdLst/>
              <a:ahLst/>
              <a:cxnLst/>
              <a:rect l="l" t="t" r="r" b="b"/>
              <a:pathLst>
                <a:path w="3810" h="513079">
                  <a:moveTo>
                    <a:pt x="3809" y="39370"/>
                  </a:moveTo>
                  <a:lnTo>
                    <a:pt x="0" y="39370"/>
                  </a:lnTo>
                  <a:lnTo>
                    <a:pt x="0" y="160020"/>
                  </a:lnTo>
                  <a:lnTo>
                    <a:pt x="3809" y="160020"/>
                  </a:lnTo>
                  <a:lnTo>
                    <a:pt x="3809" y="39370"/>
                  </a:lnTo>
                  <a:close/>
                </a:path>
                <a:path w="3810" h="513079">
                  <a:moveTo>
                    <a:pt x="3809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3809" y="38100"/>
                  </a:lnTo>
                  <a:lnTo>
                    <a:pt x="3809" y="36830"/>
                  </a:lnTo>
                  <a:close/>
                </a:path>
                <a:path w="3810" h="513079">
                  <a:moveTo>
                    <a:pt x="3809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33020"/>
                  </a:lnTo>
                  <a:close/>
                </a:path>
                <a:path w="3810" h="513079">
                  <a:moveTo>
                    <a:pt x="3809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3809" y="31750"/>
                  </a:lnTo>
                  <a:lnTo>
                    <a:pt x="3809" y="30480"/>
                  </a:lnTo>
                  <a:close/>
                </a:path>
                <a:path w="3810" h="513079">
                  <a:moveTo>
                    <a:pt x="3809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3809" y="29210"/>
                  </a:lnTo>
                  <a:lnTo>
                    <a:pt x="3809" y="26670"/>
                  </a:lnTo>
                  <a:close/>
                </a:path>
                <a:path w="3810" h="513079">
                  <a:moveTo>
                    <a:pt x="3809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3809" y="25400"/>
                  </a:lnTo>
                  <a:lnTo>
                    <a:pt x="3809" y="24130"/>
                  </a:lnTo>
                  <a:close/>
                </a:path>
                <a:path w="3810" h="513079">
                  <a:moveTo>
                    <a:pt x="3809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20320"/>
                  </a:lnTo>
                  <a:close/>
                </a:path>
                <a:path w="3810" h="513079">
                  <a:moveTo>
                    <a:pt x="3809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3809" y="19050"/>
                  </a:lnTo>
                  <a:lnTo>
                    <a:pt x="3809" y="17780"/>
                  </a:lnTo>
                  <a:close/>
                </a:path>
                <a:path w="3810" h="513079">
                  <a:moveTo>
                    <a:pt x="3809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3970"/>
                  </a:lnTo>
                  <a:close/>
                </a:path>
                <a:path w="3810" h="513079">
                  <a:moveTo>
                    <a:pt x="3809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3809" y="12700"/>
                  </a:lnTo>
                  <a:lnTo>
                    <a:pt x="3809" y="11430"/>
                  </a:lnTo>
                  <a:close/>
                </a:path>
                <a:path w="3810" h="513079">
                  <a:moveTo>
                    <a:pt x="3809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7620"/>
                  </a:lnTo>
                  <a:close/>
                </a:path>
                <a:path w="3810" h="513079">
                  <a:moveTo>
                    <a:pt x="3809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5080"/>
                  </a:lnTo>
                  <a:close/>
                </a:path>
                <a:path w="3810" h="513079">
                  <a:moveTo>
                    <a:pt x="253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1270"/>
                  </a:lnTo>
                  <a:lnTo>
                    <a:pt x="2539" y="1270"/>
                  </a:lnTo>
                  <a:lnTo>
                    <a:pt x="2539" y="0"/>
                  </a:lnTo>
                  <a:close/>
                </a:path>
                <a:path w="3810" h="513079">
                  <a:moveTo>
                    <a:pt x="3809" y="506730"/>
                  </a:moveTo>
                  <a:lnTo>
                    <a:pt x="0" y="506730"/>
                  </a:lnTo>
                  <a:lnTo>
                    <a:pt x="0" y="510540"/>
                  </a:lnTo>
                  <a:lnTo>
                    <a:pt x="1269" y="510540"/>
                  </a:lnTo>
                  <a:lnTo>
                    <a:pt x="1269" y="513080"/>
                  </a:lnTo>
                  <a:lnTo>
                    <a:pt x="3809" y="513080"/>
                  </a:lnTo>
                  <a:lnTo>
                    <a:pt x="3809" y="506730"/>
                  </a:lnTo>
                  <a:close/>
                </a:path>
                <a:path w="3810" h="513079">
                  <a:moveTo>
                    <a:pt x="3809" y="500380"/>
                  </a:moveTo>
                  <a:lnTo>
                    <a:pt x="0" y="500380"/>
                  </a:lnTo>
                  <a:lnTo>
                    <a:pt x="0" y="505460"/>
                  </a:lnTo>
                  <a:lnTo>
                    <a:pt x="3809" y="505460"/>
                  </a:lnTo>
                  <a:lnTo>
                    <a:pt x="3809" y="500380"/>
                  </a:lnTo>
                  <a:close/>
                </a:path>
                <a:path w="3810" h="513079">
                  <a:moveTo>
                    <a:pt x="3809" y="494030"/>
                  </a:moveTo>
                  <a:lnTo>
                    <a:pt x="0" y="494030"/>
                  </a:lnTo>
                  <a:lnTo>
                    <a:pt x="0" y="499110"/>
                  </a:lnTo>
                  <a:lnTo>
                    <a:pt x="3809" y="499110"/>
                  </a:lnTo>
                  <a:lnTo>
                    <a:pt x="3809" y="494030"/>
                  </a:lnTo>
                  <a:close/>
                </a:path>
                <a:path w="3810" h="513079">
                  <a:moveTo>
                    <a:pt x="3809" y="487680"/>
                  </a:moveTo>
                  <a:lnTo>
                    <a:pt x="0" y="487680"/>
                  </a:lnTo>
                  <a:lnTo>
                    <a:pt x="0" y="492760"/>
                  </a:lnTo>
                  <a:lnTo>
                    <a:pt x="3809" y="492760"/>
                  </a:lnTo>
                  <a:lnTo>
                    <a:pt x="3809" y="487680"/>
                  </a:lnTo>
                  <a:close/>
                </a:path>
                <a:path w="3810" h="513079">
                  <a:moveTo>
                    <a:pt x="3809" y="481330"/>
                  </a:moveTo>
                  <a:lnTo>
                    <a:pt x="0" y="481330"/>
                  </a:lnTo>
                  <a:lnTo>
                    <a:pt x="0" y="486410"/>
                  </a:lnTo>
                  <a:lnTo>
                    <a:pt x="3809" y="486410"/>
                  </a:lnTo>
                  <a:lnTo>
                    <a:pt x="3809" y="481330"/>
                  </a:lnTo>
                  <a:close/>
                </a:path>
                <a:path w="3810" h="513079">
                  <a:moveTo>
                    <a:pt x="3809" y="474980"/>
                  </a:moveTo>
                  <a:lnTo>
                    <a:pt x="0" y="474980"/>
                  </a:lnTo>
                  <a:lnTo>
                    <a:pt x="0" y="480060"/>
                  </a:lnTo>
                  <a:lnTo>
                    <a:pt x="3809" y="480060"/>
                  </a:lnTo>
                  <a:lnTo>
                    <a:pt x="3809" y="474980"/>
                  </a:lnTo>
                  <a:close/>
                </a:path>
                <a:path w="3810" h="513079">
                  <a:moveTo>
                    <a:pt x="3809" y="468630"/>
                  </a:moveTo>
                  <a:lnTo>
                    <a:pt x="0" y="468630"/>
                  </a:lnTo>
                  <a:lnTo>
                    <a:pt x="0" y="473710"/>
                  </a:lnTo>
                  <a:lnTo>
                    <a:pt x="3809" y="473710"/>
                  </a:lnTo>
                  <a:lnTo>
                    <a:pt x="3809" y="468630"/>
                  </a:lnTo>
                  <a:close/>
                </a:path>
                <a:path w="3810" h="513079">
                  <a:moveTo>
                    <a:pt x="3809" y="462280"/>
                  </a:moveTo>
                  <a:lnTo>
                    <a:pt x="0" y="462280"/>
                  </a:lnTo>
                  <a:lnTo>
                    <a:pt x="0" y="467360"/>
                  </a:lnTo>
                  <a:lnTo>
                    <a:pt x="3809" y="467360"/>
                  </a:lnTo>
                  <a:lnTo>
                    <a:pt x="3809" y="462280"/>
                  </a:lnTo>
                  <a:close/>
                </a:path>
                <a:path w="3810" h="513079">
                  <a:moveTo>
                    <a:pt x="3809" y="455930"/>
                  </a:moveTo>
                  <a:lnTo>
                    <a:pt x="0" y="455930"/>
                  </a:lnTo>
                  <a:lnTo>
                    <a:pt x="0" y="461010"/>
                  </a:lnTo>
                  <a:lnTo>
                    <a:pt x="3809" y="461010"/>
                  </a:lnTo>
                  <a:lnTo>
                    <a:pt x="3809" y="455930"/>
                  </a:lnTo>
                  <a:close/>
                </a:path>
                <a:path w="3810" h="513079">
                  <a:moveTo>
                    <a:pt x="3809" y="449580"/>
                  </a:moveTo>
                  <a:lnTo>
                    <a:pt x="0" y="449580"/>
                  </a:lnTo>
                  <a:lnTo>
                    <a:pt x="0" y="454660"/>
                  </a:lnTo>
                  <a:lnTo>
                    <a:pt x="3809" y="454660"/>
                  </a:lnTo>
                  <a:lnTo>
                    <a:pt x="3809" y="449580"/>
                  </a:lnTo>
                  <a:close/>
                </a:path>
                <a:path w="3810" h="513079">
                  <a:moveTo>
                    <a:pt x="3809" y="443230"/>
                  </a:moveTo>
                  <a:lnTo>
                    <a:pt x="0" y="443230"/>
                  </a:lnTo>
                  <a:lnTo>
                    <a:pt x="0" y="448310"/>
                  </a:lnTo>
                  <a:lnTo>
                    <a:pt x="3809" y="448310"/>
                  </a:lnTo>
                  <a:lnTo>
                    <a:pt x="3809" y="443230"/>
                  </a:lnTo>
                  <a:close/>
                </a:path>
                <a:path w="3810" h="513079">
                  <a:moveTo>
                    <a:pt x="3809" y="436880"/>
                  </a:moveTo>
                  <a:lnTo>
                    <a:pt x="0" y="436880"/>
                  </a:lnTo>
                  <a:lnTo>
                    <a:pt x="0" y="441960"/>
                  </a:lnTo>
                  <a:lnTo>
                    <a:pt x="3809" y="441960"/>
                  </a:lnTo>
                  <a:lnTo>
                    <a:pt x="3809" y="436880"/>
                  </a:lnTo>
                  <a:close/>
                </a:path>
                <a:path w="3810" h="513079">
                  <a:moveTo>
                    <a:pt x="3809" y="430530"/>
                  </a:moveTo>
                  <a:lnTo>
                    <a:pt x="0" y="430530"/>
                  </a:lnTo>
                  <a:lnTo>
                    <a:pt x="0" y="435610"/>
                  </a:lnTo>
                  <a:lnTo>
                    <a:pt x="3809" y="435610"/>
                  </a:lnTo>
                  <a:lnTo>
                    <a:pt x="3809" y="430530"/>
                  </a:lnTo>
                  <a:close/>
                </a:path>
                <a:path w="3810" h="513079">
                  <a:moveTo>
                    <a:pt x="3809" y="424180"/>
                  </a:moveTo>
                  <a:lnTo>
                    <a:pt x="0" y="424180"/>
                  </a:lnTo>
                  <a:lnTo>
                    <a:pt x="0" y="429260"/>
                  </a:lnTo>
                  <a:lnTo>
                    <a:pt x="3809" y="429260"/>
                  </a:lnTo>
                  <a:lnTo>
                    <a:pt x="3809" y="424180"/>
                  </a:lnTo>
                  <a:close/>
                </a:path>
                <a:path w="3810" h="513079">
                  <a:moveTo>
                    <a:pt x="3809" y="161290"/>
                  </a:moveTo>
                  <a:lnTo>
                    <a:pt x="0" y="161290"/>
                  </a:lnTo>
                  <a:lnTo>
                    <a:pt x="0" y="422910"/>
                  </a:lnTo>
                  <a:lnTo>
                    <a:pt x="3809" y="422910"/>
                  </a:lnTo>
                  <a:lnTo>
                    <a:pt x="3809" y="161290"/>
                  </a:lnTo>
                  <a:close/>
                </a:path>
              </a:pathLst>
            </a:custGeom>
            <a:solidFill>
              <a:srgbClr val="CCBB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5" name="object 1725"/>
            <p:cNvSpPr/>
            <p:nvPr/>
          </p:nvSpPr>
          <p:spPr>
            <a:xfrm>
              <a:off x="2796539" y="2868929"/>
              <a:ext cx="3810" cy="510540"/>
            </a:xfrm>
            <a:custGeom>
              <a:avLst/>
              <a:gdLst/>
              <a:ahLst/>
              <a:cxnLst/>
              <a:rect l="l" t="t" r="r" b="b"/>
              <a:pathLst>
                <a:path w="3810" h="510539">
                  <a:moveTo>
                    <a:pt x="3810" y="38100"/>
                  </a:moveTo>
                  <a:lnTo>
                    <a:pt x="0" y="38100"/>
                  </a:lnTo>
                  <a:lnTo>
                    <a:pt x="0" y="158750"/>
                  </a:lnTo>
                  <a:lnTo>
                    <a:pt x="3810" y="158750"/>
                  </a:lnTo>
                  <a:lnTo>
                    <a:pt x="3810" y="38100"/>
                  </a:lnTo>
                  <a:close/>
                </a:path>
                <a:path w="3810" h="510539">
                  <a:moveTo>
                    <a:pt x="3810" y="35560"/>
                  </a:moveTo>
                  <a:lnTo>
                    <a:pt x="0" y="3556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35560"/>
                  </a:lnTo>
                  <a:close/>
                </a:path>
                <a:path w="3810" h="510539">
                  <a:moveTo>
                    <a:pt x="3810" y="31750"/>
                  </a:moveTo>
                  <a:lnTo>
                    <a:pt x="0" y="31750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31750"/>
                  </a:lnTo>
                  <a:close/>
                </a:path>
                <a:path w="3810" h="510539">
                  <a:moveTo>
                    <a:pt x="3810" y="29210"/>
                  </a:moveTo>
                  <a:lnTo>
                    <a:pt x="0" y="29210"/>
                  </a:lnTo>
                  <a:lnTo>
                    <a:pt x="0" y="30479"/>
                  </a:lnTo>
                  <a:lnTo>
                    <a:pt x="3810" y="30479"/>
                  </a:lnTo>
                  <a:lnTo>
                    <a:pt x="3810" y="29210"/>
                  </a:lnTo>
                  <a:close/>
                </a:path>
                <a:path w="3810" h="510539">
                  <a:moveTo>
                    <a:pt x="3810" y="25400"/>
                  </a:moveTo>
                  <a:lnTo>
                    <a:pt x="0" y="25400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5400"/>
                  </a:lnTo>
                  <a:close/>
                </a:path>
                <a:path w="3810" h="510539">
                  <a:moveTo>
                    <a:pt x="3810" y="22860"/>
                  </a:moveTo>
                  <a:lnTo>
                    <a:pt x="0" y="2286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22860"/>
                  </a:lnTo>
                  <a:close/>
                </a:path>
                <a:path w="3810" h="510539">
                  <a:moveTo>
                    <a:pt x="3810" y="19050"/>
                  </a:moveTo>
                  <a:lnTo>
                    <a:pt x="0" y="1905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9050"/>
                  </a:lnTo>
                  <a:close/>
                </a:path>
                <a:path w="3810" h="510539">
                  <a:moveTo>
                    <a:pt x="3810" y="16510"/>
                  </a:moveTo>
                  <a:lnTo>
                    <a:pt x="0" y="1651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6510"/>
                  </a:lnTo>
                  <a:close/>
                </a:path>
                <a:path w="3810" h="510539">
                  <a:moveTo>
                    <a:pt x="3810" y="12700"/>
                  </a:moveTo>
                  <a:lnTo>
                    <a:pt x="0" y="1270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2700"/>
                  </a:lnTo>
                  <a:close/>
                </a:path>
                <a:path w="3810" h="510539">
                  <a:moveTo>
                    <a:pt x="3810" y="10160"/>
                  </a:moveTo>
                  <a:lnTo>
                    <a:pt x="0" y="1016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10160"/>
                  </a:lnTo>
                  <a:close/>
                </a:path>
                <a:path w="3810" h="510539">
                  <a:moveTo>
                    <a:pt x="3810" y="6350"/>
                  </a:moveTo>
                  <a:lnTo>
                    <a:pt x="0" y="635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50"/>
                  </a:lnTo>
                  <a:close/>
                </a:path>
                <a:path w="3810" h="510539">
                  <a:moveTo>
                    <a:pt x="3810" y="2539"/>
                  </a:moveTo>
                  <a:lnTo>
                    <a:pt x="2540" y="2539"/>
                  </a:lnTo>
                  <a:lnTo>
                    <a:pt x="2540" y="3810"/>
                  </a:lnTo>
                  <a:lnTo>
                    <a:pt x="0" y="381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2539"/>
                  </a:lnTo>
                  <a:close/>
                </a:path>
                <a:path w="3810" h="510539">
                  <a:moveTo>
                    <a:pt x="127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70" y="2539"/>
                  </a:lnTo>
                  <a:lnTo>
                    <a:pt x="1270" y="0"/>
                  </a:lnTo>
                  <a:close/>
                </a:path>
                <a:path w="3810" h="510539">
                  <a:moveTo>
                    <a:pt x="3810" y="505460"/>
                  </a:moveTo>
                  <a:lnTo>
                    <a:pt x="0" y="505460"/>
                  </a:lnTo>
                  <a:lnTo>
                    <a:pt x="0" y="510540"/>
                  </a:lnTo>
                  <a:lnTo>
                    <a:pt x="3810" y="510540"/>
                  </a:lnTo>
                  <a:lnTo>
                    <a:pt x="3810" y="505460"/>
                  </a:lnTo>
                  <a:close/>
                </a:path>
                <a:path w="3810" h="510539">
                  <a:moveTo>
                    <a:pt x="3810" y="499110"/>
                  </a:moveTo>
                  <a:lnTo>
                    <a:pt x="0" y="499110"/>
                  </a:lnTo>
                  <a:lnTo>
                    <a:pt x="0" y="504190"/>
                  </a:lnTo>
                  <a:lnTo>
                    <a:pt x="3810" y="504190"/>
                  </a:lnTo>
                  <a:lnTo>
                    <a:pt x="3810" y="499110"/>
                  </a:lnTo>
                  <a:close/>
                </a:path>
                <a:path w="3810" h="510539">
                  <a:moveTo>
                    <a:pt x="3810" y="492760"/>
                  </a:moveTo>
                  <a:lnTo>
                    <a:pt x="0" y="492760"/>
                  </a:lnTo>
                  <a:lnTo>
                    <a:pt x="0" y="497840"/>
                  </a:lnTo>
                  <a:lnTo>
                    <a:pt x="3810" y="497840"/>
                  </a:lnTo>
                  <a:lnTo>
                    <a:pt x="3810" y="492760"/>
                  </a:lnTo>
                  <a:close/>
                </a:path>
                <a:path w="3810" h="510539">
                  <a:moveTo>
                    <a:pt x="3810" y="486410"/>
                  </a:moveTo>
                  <a:lnTo>
                    <a:pt x="0" y="486410"/>
                  </a:lnTo>
                  <a:lnTo>
                    <a:pt x="0" y="491490"/>
                  </a:lnTo>
                  <a:lnTo>
                    <a:pt x="3810" y="491490"/>
                  </a:lnTo>
                  <a:lnTo>
                    <a:pt x="3810" y="486410"/>
                  </a:lnTo>
                  <a:close/>
                </a:path>
                <a:path w="3810" h="510539">
                  <a:moveTo>
                    <a:pt x="3810" y="480060"/>
                  </a:moveTo>
                  <a:lnTo>
                    <a:pt x="0" y="480060"/>
                  </a:lnTo>
                  <a:lnTo>
                    <a:pt x="0" y="485140"/>
                  </a:lnTo>
                  <a:lnTo>
                    <a:pt x="3810" y="485140"/>
                  </a:lnTo>
                  <a:lnTo>
                    <a:pt x="3810" y="480060"/>
                  </a:lnTo>
                  <a:close/>
                </a:path>
                <a:path w="3810" h="510539">
                  <a:moveTo>
                    <a:pt x="3810" y="473710"/>
                  </a:moveTo>
                  <a:lnTo>
                    <a:pt x="0" y="473710"/>
                  </a:lnTo>
                  <a:lnTo>
                    <a:pt x="0" y="478790"/>
                  </a:lnTo>
                  <a:lnTo>
                    <a:pt x="3810" y="478790"/>
                  </a:lnTo>
                  <a:lnTo>
                    <a:pt x="3810" y="473710"/>
                  </a:lnTo>
                  <a:close/>
                </a:path>
                <a:path w="3810" h="510539">
                  <a:moveTo>
                    <a:pt x="3810" y="467360"/>
                  </a:moveTo>
                  <a:lnTo>
                    <a:pt x="0" y="467360"/>
                  </a:lnTo>
                  <a:lnTo>
                    <a:pt x="0" y="472440"/>
                  </a:lnTo>
                  <a:lnTo>
                    <a:pt x="3810" y="472440"/>
                  </a:lnTo>
                  <a:lnTo>
                    <a:pt x="3810" y="467360"/>
                  </a:lnTo>
                  <a:close/>
                </a:path>
                <a:path w="3810" h="510539">
                  <a:moveTo>
                    <a:pt x="3810" y="461010"/>
                  </a:moveTo>
                  <a:lnTo>
                    <a:pt x="0" y="461010"/>
                  </a:lnTo>
                  <a:lnTo>
                    <a:pt x="0" y="466090"/>
                  </a:lnTo>
                  <a:lnTo>
                    <a:pt x="3810" y="466090"/>
                  </a:lnTo>
                  <a:lnTo>
                    <a:pt x="3810" y="461010"/>
                  </a:lnTo>
                  <a:close/>
                </a:path>
                <a:path w="3810" h="510539">
                  <a:moveTo>
                    <a:pt x="3810" y="454660"/>
                  </a:moveTo>
                  <a:lnTo>
                    <a:pt x="0" y="454660"/>
                  </a:lnTo>
                  <a:lnTo>
                    <a:pt x="0" y="459740"/>
                  </a:lnTo>
                  <a:lnTo>
                    <a:pt x="3810" y="459740"/>
                  </a:lnTo>
                  <a:lnTo>
                    <a:pt x="3810" y="454660"/>
                  </a:lnTo>
                  <a:close/>
                </a:path>
                <a:path w="3810" h="510539">
                  <a:moveTo>
                    <a:pt x="3810" y="448310"/>
                  </a:moveTo>
                  <a:lnTo>
                    <a:pt x="0" y="448310"/>
                  </a:lnTo>
                  <a:lnTo>
                    <a:pt x="0" y="453390"/>
                  </a:lnTo>
                  <a:lnTo>
                    <a:pt x="3810" y="453390"/>
                  </a:lnTo>
                  <a:lnTo>
                    <a:pt x="3810" y="448310"/>
                  </a:lnTo>
                  <a:close/>
                </a:path>
                <a:path w="3810" h="510539">
                  <a:moveTo>
                    <a:pt x="3810" y="441960"/>
                  </a:moveTo>
                  <a:lnTo>
                    <a:pt x="0" y="441960"/>
                  </a:lnTo>
                  <a:lnTo>
                    <a:pt x="0" y="447040"/>
                  </a:lnTo>
                  <a:lnTo>
                    <a:pt x="3810" y="447040"/>
                  </a:lnTo>
                  <a:lnTo>
                    <a:pt x="3810" y="441960"/>
                  </a:lnTo>
                  <a:close/>
                </a:path>
                <a:path w="3810" h="510539">
                  <a:moveTo>
                    <a:pt x="3810" y="435610"/>
                  </a:moveTo>
                  <a:lnTo>
                    <a:pt x="0" y="435610"/>
                  </a:lnTo>
                  <a:lnTo>
                    <a:pt x="0" y="440690"/>
                  </a:lnTo>
                  <a:lnTo>
                    <a:pt x="3810" y="440690"/>
                  </a:lnTo>
                  <a:lnTo>
                    <a:pt x="3810" y="435610"/>
                  </a:lnTo>
                  <a:close/>
                </a:path>
                <a:path w="3810" h="510539">
                  <a:moveTo>
                    <a:pt x="3810" y="429260"/>
                  </a:moveTo>
                  <a:lnTo>
                    <a:pt x="0" y="429260"/>
                  </a:lnTo>
                  <a:lnTo>
                    <a:pt x="0" y="434340"/>
                  </a:lnTo>
                  <a:lnTo>
                    <a:pt x="3810" y="434340"/>
                  </a:lnTo>
                  <a:lnTo>
                    <a:pt x="3810" y="429260"/>
                  </a:lnTo>
                  <a:close/>
                </a:path>
                <a:path w="3810" h="510539">
                  <a:moveTo>
                    <a:pt x="3810" y="422910"/>
                  </a:moveTo>
                  <a:lnTo>
                    <a:pt x="0" y="422910"/>
                  </a:lnTo>
                  <a:lnTo>
                    <a:pt x="0" y="427990"/>
                  </a:lnTo>
                  <a:lnTo>
                    <a:pt x="3810" y="427990"/>
                  </a:lnTo>
                  <a:lnTo>
                    <a:pt x="3810" y="422910"/>
                  </a:lnTo>
                  <a:close/>
                </a:path>
                <a:path w="3810" h="510539">
                  <a:moveTo>
                    <a:pt x="3810" y="160020"/>
                  </a:moveTo>
                  <a:lnTo>
                    <a:pt x="0" y="160020"/>
                  </a:lnTo>
                  <a:lnTo>
                    <a:pt x="0" y="421640"/>
                  </a:lnTo>
                  <a:lnTo>
                    <a:pt x="3810" y="421640"/>
                  </a:lnTo>
                  <a:lnTo>
                    <a:pt x="3810" y="160020"/>
                  </a:lnTo>
                  <a:close/>
                </a:path>
              </a:pathLst>
            </a:custGeom>
            <a:solidFill>
              <a:srgbClr val="CABA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6" name="object 1726"/>
            <p:cNvSpPr/>
            <p:nvPr/>
          </p:nvSpPr>
          <p:spPr>
            <a:xfrm>
              <a:off x="2800350" y="2871469"/>
              <a:ext cx="3810" cy="510540"/>
            </a:xfrm>
            <a:custGeom>
              <a:avLst/>
              <a:gdLst/>
              <a:ahLst/>
              <a:cxnLst/>
              <a:rect l="l" t="t" r="r" b="b"/>
              <a:pathLst>
                <a:path w="3810" h="510539">
                  <a:moveTo>
                    <a:pt x="127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70" y="2540"/>
                  </a:lnTo>
                  <a:lnTo>
                    <a:pt x="1270" y="0"/>
                  </a:lnTo>
                  <a:close/>
                </a:path>
                <a:path w="3810" h="510539">
                  <a:moveTo>
                    <a:pt x="3810" y="509270"/>
                  </a:moveTo>
                  <a:lnTo>
                    <a:pt x="2540" y="509270"/>
                  </a:lnTo>
                  <a:lnTo>
                    <a:pt x="2540" y="510540"/>
                  </a:lnTo>
                  <a:lnTo>
                    <a:pt x="3810" y="510540"/>
                  </a:lnTo>
                  <a:lnTo>
                    <a:pt x="3810" y="509270"/>
                  </a:lnTo>
                  <a:close/>
                </a:path>
                <a:path w="3810" h="510539">
                  <a:moveTo>
                    <a:pt x="3810" y="502920"/>
                  </a:moveTo>
                  <a:lnTo>
                    <a:pt x="0" y="502920"/>
                  </a:lnTo>
                  <a:lnTo>
                    <a:pt x="0" y="508000"/>
                  </a:lnTo>
                  <a:lnTo>
                    <a:pt x="3810" y="508000"/>
                  </a:lnTo>
                  <a:lnTo>
                    <a:pt x="3810" y="502920"/>
                  </a:lnTo>
                  <a:close/>
                </a:path>
                <a:path w="3810" h="510539">
                  <a:moveTo>
                    <a:pt x="3810" y="496570"/>
                  </a:moveTo>
                  <a:lnTo>
                    <a:pt x="0" y="496570"/>
                  </a:lnTo>
                  <a:lnTo>
                    <a:pt x="0" y="501650"/>
                  </a:lnTo>
                  <a:lnTo>
                    <a:pt x="3810" y="501650"/>
                  </a:lnTo>
                  <a:lnTo>
                    <a:pt x="3810" y="496570"/>
                  </a:lnTo>
                  <a:close/>
                </a:path>
                <a:path w="3810" h="510539">
                  <a:moveTo>
                    <a:pt x="3810" y="490220"/>
                  </a:moveTo>
                  <a:lnTo>
                    <a:pt x="0" y="490220"/>
                  </a:lnTo>
                  <a:lnTo>
                    <a:pt x="0" y="495300"/>
                  </a:lnTo>
                  <a:lnTo>
                    <a:pt x="3810" y="495300"/>
                  </a:lnTo>
                  <a:lnTo>
                    <a:pt x="3810" y="490220"/>
                  </a:lnTo>
                  <a:close/>
                </a:path>
                <a:path w="3810" h="510539">
                  <a:moveTo>
                    <a:pt x="3810" y="483870"/>
                  </a:moveTo>
                  <a:lnTo>
                    <a:pt x="0" y="483870"/>
                  </a:lnTo>
                  <a:lnTo>
                    <a:pt x="0" y="488950"/>
                  </a:lnTo>
                  <a:lnTo>
                    <a:pt x="3810" y="488950"/>
                  </a:lnTo>
                  <a:lnTo>
                    <a:pt x="3810" y="483870"/>
                  </a:lnTo>
                  <a:close/>
                </a:path>
                <a:path w="3810" h="510539">
                  <a:moveTo>
                    <a:pt x="3810" y="477520"/>
                  </a:moveTo>
                  <a:lnTo>
                    <a:pt x="0" y="477520"/>
                  </a:lnTo>
                  <a:lnTo>
                    <a:pt x="0" y="482600"/>
                  </a:lnTo>
                  <a:lnTo>
                    <a:pt x="3810" y="482600"/>
                  </a:lnTo>
                  <a:lnTo>
                    <a:pt x="3810" y="477520"/>
                  </a:lnTo>
                  <a:close/>
                </a:path>
                <a:path w="3810" h="510539">
                  <a:moveTo>
                    <a:pt x="3810" y="471170"/>
                  </a:moveTo>
                  <a:lnTo>
                    <a:pt x="0" y="471170"/>
                  </a:lnTo>
                  <a:lnTo>
                    <a:pt x="0" y="476250"/>
                  </a:lnTo>
                  <a:lnTo>
                    <a:pt x="3810" y="476250"/>
                  </a:lnTo>
                  <a:lnTo>
                    <a:pt x="3810" y="471170"/>
                  </a:lnTo>
                  <a:close/>
                </a:path>
                <a:path w="3810" h="510539">
                  <a:moveTo>
                    <a:pt x="3810" y="464820"/>
                  </a:moveTo>
                  <a:lnTo>
                    <a:pt x="0" y="464820"/>
                  </a:lnTo>
                  <a:lnTo>
                    <a:pt x="0" y="469900"/>
                  </a:lnTo>
                  <a:lnTo>
                    <a:pt x="3810" y="469900"/>
                  </a:lnTo>
                  <a:lnTo>
                    <a:pt x="3810" y="464820"/>
                  </a:lnTo>
                  <a:close/>
                </a:path>
                <a:path w="3810" h="510539">
                  <a:moveTo>
                    <a:pt x="3810" y="458470"/>
                  </a:moveTo>
                  <a:lnTo>
                    <a:pt x="0" y="458470"/>
                  </a:lnTo>
                  <a:lnTo>
                    <a:pt x="0" y="463550"/>
                  </a:lnTo>
                  <a:lnTo>
                    <a:pt x="3810" y="463550"/>
                  </a:lnTo>
                  <a:lnTo>
                    <a:pt x="3810" y="458470"/>
                  </a:lnTo>
                  <a:close/>
                </a:path>
                <a:path w="3810" h="510539">
                  <a:moveTo>
                    <a:pt x="3810" y="452120"/>
                  </a:moveTo>
                  <a:lnTo>
                    <a:pt x="0" y="452120"/>
                  </a:lnTo>
                  <a:lnTo>
                    <a:pt x="0" y="457200"/>
                  </a:lnTo>
                  <a:lnTo>
                    <a:pt x="3810" y="457200"/>
                  </a:lnTo>
                  <a:lnTo>
                    <a:pt x="3810" y="452120"/>
                  </a:lnTo>
                  <a:close/>
                </a:path>
                <a:path w="3810" h="510539">
                  <a:moveTo>
                    <a:pt x="3810" y="445770"/>
                  </a:moveTo>
                  <a:lnTo>
                    <a:pt x="0" y="445770"/>
                  </a:lnTo>
                  <a:lnTo>
                    <a:pt x="0" y="450850"/>
                  </a:lnTo>
                  <a:lnTo>
                    <a:pt x="3810" y="450850"/>
                  </a:lnTo>
                  <a:lnTo>
                    <a:pt x="3810" y="445770"/>
                  </a:lnTo>
                  <a:close/>
                </a:path>
                <a:path w="3810" h="510539">
                  <a:moveTo>
                    <a:pt x="3810" y="439420"/>
                  </a:moveTo>
                  <a:lnTo>
                    <a:pt x="0" y="439420"/>
                  </a:lnTo>
                  <a:lnTo>
                    <a:pt x="0" y="444500"/>
                  </a:lnTo>
                  <a:lnTo>
                    <a:pt x="3810" y="444500"/>
                  </a:lnTo>
                  <a:lnTo>
                    <a:pt x="3810" y="439420"/>
                  </a:lnTo>
                  <a:close/>
                </a:path>
                <a:path w="3810" h="510539">
                  <a:moveTo>
                    <a:pt x="3810" y="433070"/>
                  </a:moveTo>
                  <a:lnTo>
                    <a:pt x="0" y="433070"/>
                  </a:lnTo>
                  <a:lnTo>
                    <a:pt x="0" y="438150"/>
                  </a:lnTo>
                  <a:lnTo>
                    <a:pt x="3810" y="438150"/>
                  </a:lnTo>
                  <a:lnTo>
                    <a:pt x="3810" y="433070"/>
                  </a:lnTo>
                  <a:close/>
                </a:path>
                <a:path w="3810" h="510539">
                  <a:moveTo>
                    <a:pt x="3810" y="426720"/>
                  </a:moveTo>
                  <a:lnTo>
                    <a:pt x="0" y="426720"/>
                  </a:lnTo>
                  <a:lnTo>
                    <a:pt x="0" y="431800"/>
                  </a:lnTo>
                  <a:lnTo>
                    <a:pt x="3810" y="431800"/>
                  </a:lnTo>
                  <a:lnTo>
                    <a:pt x="3810" y="426720"/>
                  </a:lnTo>
                  <a:close/>
                </a:path>
                <a:path w="3810" h="510539">
                  <a:moveTo>
                    <a:pt x="3810" y="420370"/>
                  </a:moveTo>
                  <a:lnTo>
                    <a:pt x="0" y="420370"/>
                  </a:lnTo>
                  <a:lnTo>
                    <a:pt x="0" y="425450"/>
                  </a:lnTo>
                  <a:lnTo>
                    <a:pt x="3810" y="425450"/>
                  </a:lnTo>
                  <a:lnTo>
                    <a:pt x="3810" y="420370"/>
                  </a:lnTo>
                  <a:close/>
                </a:path>
                <a:path w="3810" h="510539">
                  <a:moveTo>
                    <a:pt x="3810" y="157480"/>
                  </a:moveTo>
                  <a:lnTo>
                    <a:pt x="0" y="157480"/>
                  </a:lnTo>
                  <a:lnTo>
                    <a:pt x="0" y="419100"/>
                  </a:lnTo>
                  <a:lnTo>
                    <a:pt x="3810" y="419100"/>
                  </a:lnTo>
                  <a:lnTo>
                    <a:pt x="3810" y="157480"/>
                  </a:lnTo>
                  <a:close/>
                </a:path>
                <a:path w="3810" h="510539">
                  <a:moveTo>
                    <a:pt x="3810" y="35560"/>
                  </a:moveTo>
                  <a:lnTo>
                    <a:pt x="0" y="35560"/>
                  </a:lnTo>
                  <a:lnTo>
                    <a:pt x="0" y="156210"/>
                  </a:lnTo>
                  <a:lnTo>
                    <a:pt x="3810" y="156210"/>
                  </a:lnTo>
                  <a:lnTo>
                    <a:pt x="3810" y="35560"/>
                  </a:lnTo>
                  <a:close/>
                </a:path>
                <a:path w="3810" h="510539">
                  <a:moveTo>
                    <a:pt x="3810" y="33020"/>
                  </a:moveTo>
                  <a:lnTo>
                    <a:pt x="0" y="33020"/>
                  </a:lnTo>
                  <a:lnTo>
                    <a:pt x="0" y="34290"/>
                  </a:lnTo>
                  <a:lnTo>
                    <a:pt x="3810" y="34290"/>
                  </a:lnTo>
                  <a:lnTo>
                    <a:pt x="3810" y="33020"/>
                  </a:lnTo>
                  <a:close/>
                </a:path>
                <a:path w="3810" h="510539">
                  <a:moveTo>
                    <a:pt x="381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3810" y="31750"/>
                  </a:lnTo>
                  <a:lnTo>
                    <a:pt x="3810" y="29210"/>
                  </a:lnTo>
                  <a:close/>
                </a:path>
                <a:path w="3810" h="510539">
                  <a:moveTo>
                    <a:pt x="3810" y="26670"/>
                  </a:moveTo>
                  <a:lnTo>
                    <a:pt x="0" y="26670"/>
                  </a:lnTo>
                  <a:lnTo>
                    <a:pt x="0" y="27940"/>
                  </a:lnTo>
                  <a:lnTo>
                    <a:pt x="3810" y="27940"/>
                  </a:lnTo>
                  <a:lnTo>
                    <a:pt x="3810" y="26670"/>
                  </a:lnTo>
                  <a:close/>
                </a:path>
                <a:path w="3810" h="510539">
                  <a:moveTo>
                    <a:pt x="381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2860"/>
                  </a:lnTo>
                  <a:close/>
                </a:path>
                <a:path w="3810" h="510539">
                  <a:moveTo>
                    <a:pt x="3810" y="20320"/>
                  </a:moveTo>
                  <a:lnTo>
                    <a:pt x="0" y="2032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20320"/>
                  </a:lnTo>
                  <a:close/>
                </a:path>
                <a:path w="3810" h="510539">
                  <a:moveTo>
                    <a:pt x="381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6510"/>
                  </a:lnTo>
                  <a:close/>
                </a:path>
                <a:path w="3810" h="510539">
                  <a:moveTo>
                    <a:pt x="3810" y="13970"/>
                  </a:moveTo>
                  <a:lnTo>
                    <a:pt x="0" y="1397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3970"/>
                  </a:lnTo>
                  <a:close/>
                </a:path>
                <a:path w="3810" h="510539">
                  <a:moveTo>
                    <a:pt x="381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10160"/>
                  </a:lnTo>
                  <a:close/>
                </a:path>
                <a:path w="3810" h="510539">
                  <a:moveTo>
                    <a:pt x="3810" y="7620"/>
                  </a:moveTo>
                  <a:lnTo>
                    <a:pt x="0" y="762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7620"/>
                  </a:lnTo>
                  <a:close/>
                </a:path>
                <a:path w="3810" h="510539">
                  <a:moveTo>
                    <a:pt x="3810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3810"/>
                  </a:lnTo>
                  <a:close/>
                </a:path>
              </a:pathLst>
            </a:custGeom>
            <a:solidFill>
              <a:srgbClr val="C9B9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7" name="object 1727"/>
            <p:cNvSpPr/>
            <p:nvPr/>
          </p:nvSpPr>
          <p:spPr>
            <a:xfrm>
              <a:off x="2804160" y="2874010"/>
              <a:ext cx="3810" cy="508000"/>
            </a:xfrm>
            <a:custGeom>
              <a:avLst/>
              <a:gdLst/>
              <a:ahLst/>
              <a:cxnLst/>
              <a:rect l="l" t="t" r="r" b="b"/>
              <a:pathLst>
                <a:path w="3810" h="508000">
                  <a:moveTo>
                    <a:pt x="3809" y="33020"/>
                  </a:moveTo>
                  <a:lnTo>
                    <a:pt x="0" y="33020"/>
                  </a:lnTo>
                  <a:lnTo>
                    <a:pt x="0" y="153670"/>
                  </a:lnTo>
                  <a:lnTo>
                    <a:pt x="3809" y="153670"/>
                  </a:lnTo>
                  <a:lnTo>
                    <a:pt x="3809" y="33020"/>
                  </a:lnTo>
                  <a:close/>
                </a:path>
                <a:path w="3810" h="508000">
                  <a:moveTo>
                    <a:pt x="3809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3809" y="31750"/>
                  </a:lnTo>
                  <a:lnTo>
                    <a:pt x="3809" y="30480"/>
                  </a:lnTo>
                  <a:close/>
                </a:path>
                <a:path w="3810" h="508000">
                  <a:moveTo>
                    <a:pt x="3809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3809" y="29210"/>
                  </a:lnTo>
                  <a:lnTo>
                    <a:pt x="3809" y="26670"/>
                  </a:lnTo>
                  <a:close/>
                </a:path>
                <a:path w="3810" h="508000">
                  <a:moveTo>
                    <a:pt x="3809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3809" y="25400"/>
                  </a:lnTo>
                  <a:lnTo>
                    <a:pt x="3809" y="24130"/>
                  </a:lnTo>
                  <a:close/>
                </a:path>
                <a:path w="3810" h="508000">
                  <a:moveTo>
                    <a:pt x="3809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20320"/>
                  </a:lnTo>
                  <a:close/>
                </a:path>
                <a:path w="3810" h="508000">
                  <a:moveTo>
                    <a:pt x="3809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3809" y="19050"/>
                  </a:lnTo>
                  <a:lnTo>
                    <a:pt x="3809" y="17780"/>
                  </a:lnTo>
                  <a:close/>
                </a:path>
                <a:path w="3810" h="508000">
                  <a:moveTo>
                    <a:pt x="3809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3970"/>
                  </a:lnTo>
                  <a:close/>
                </a:path>
                <a:path w="3810" h="508000">
                  <a:moveTo>
                    <a:pt x="3809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3809" y="12700"/>
                  </a:lnTo>
                  <a:lnTo>
                    <a:pt x="3809" y="11430"/>
                  </a:lnTo>
                  <a:close/>
                </a:path>
                <a:path w="3810" h="508000">
                  <a:moveTo>
                    <a:pt x="3809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7620"/>
                  </a:lnTo>
                  <a:close/>
                </a:path>
                <a:path w="3810" h="508000">
                  <a:moveTo>
                    <a:pt x="3809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5080"/>
                  </a:lnTo>
                  <a:close/>
                </a:path>
                <a:path w="3810" h="508000">
                  <a:moveTo>
                    <a:pt x="126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3810" h="508000">
                  <a:moveTo>
                    <a:pt x="3809" y="506730"/>
                  </a:moveTo>
                  <a:lnTo>
                    <a:pt x="0" y="506730"/>
                  </a:lnTo>
                  <a:lnTo>
                    <a:pt x="0" y="508000"/>
                  </a:lnTo>
                  <a:lnTo>
                    <a:pt x="3809" y="508000"/>
                  </a:lnTo>
                  <a:lnTo>
                    <a:pt x="3809" y="506730"/>
                  </a:lnTo>
                  <a:close/>
                </a:path>
                <a:path w="3810" h="508000">
                  <a:moveTo>
                    <a:pt x="3809" y="500380"/>
                  </a:moveTo>
                  <a:lnTo>
                    <a:pt x="0" y="500380"/>
                  </a:lnTo>
                  <a:lnTo>
                    <a:pt x="0" y="505460"/>
                  </a:lnTo>
                  <a:lnTo>
                    <a:pt x="3809" y="505460"/>
                  </a:lnTo>
                  <a:lnTo>
                    <a:pt x="3809" y="500380"/>
                  </a:lnTo>
                  <a:close/>
                </a:path>
                <a:path w="3810" h="508000">
                  <a:moveTo>
                    <a:pt x="3809" y="494030"/>
                  </a:moveTo>
                  <a:lnTo>
                    <a:pt x="0" y="494030"/>
                  </a:lnTo>
                  <a:lnTo>
                    <a:pt x="0" y="499110"/>
                  </a:lnTo>
                  <a:lnTo>
                    <a:pt x="3809" y="499110"/>
                  </a:lnTo>
                  <a:lnTo>
                    <a:pt x="3809" y="494030"/>
                  </a:lnTo>
                  <a:close/>
                </a:path>
                <a:path w="3810" h="508000">
                  <a:moveTo>
                    <a:pt x="3809" y="487680"/>
                  </a:moveTo>
                  <a:lnTo>
                    <a:pt x="0" y="487680"/>
                  </a:lnTo>
                  <a:lnTo>
                    <a:pt x="0" y="492760"/>
                  </a:lnTo>
                  <a:lnTo>
                    <a:pt x="3809" y="492760"/>
                  </a:lnTo>
                  <a:lnTo>
                    <a:pt x="3809" y="487680"/>
                  </a:lnTo>
                  <a:close/>
                </a:path>
                <a:path w="3810" h="508000">
                  <a:moveTo>
                    <a:pt x="3809" y="481330"/>
                  </a:moveTo>
                  <a:lnTo>
                    <a:pt x="0" y="481330"/>
                  </a:lnTo>
                  <a:lnTo>
                    <a:pt x="0" y="486410"/>
                  </a:lnTo>
                  <a:lnTo>
                    <a:pt x="3809" y="486410"/>
                  </a:lnTo>
                  <a:lnTo>
                    <a:pt x="3809" y="481330"/>
                  </a:lnTo>
                  <a:close/>
                </a:path>
                <a:path w="3810" h="508000">
                  <a:moveTo>
                    <a:pt x="3809" y="474980"/>
                  </a:moveTo>
                  <a:lnTo>
                    <a:pt x="0" y="474980"/>
                  </a:lnTo>
                  <a:lnTo>
                    <a:pt x="0" y="480060"/>
                  </a:lnTo>
                  <a:lnTo>
                    <a:pt x="3809" y="480060"/>
                  </a:lnTo>
                  <a:lnTo>
                    <a:pt x="3809" y="474980"/>
                  </a:lnTo>
                  <a:close/>
                </a:path>
                <a:path w="3810" h="508000">
                  <a:moveTo>
                    <a:pt x="3809" y="468630"/>
                  </a:moveTo>
                  <a:lnTo>
                    <a:pt x="0" y="468630"/>
                  </a:lnTo>
                  <a:lnTo>
                    <a:pt x="0" y="473710"/>
                  </a:lnTo>
                  <a:lnTo>
                    <a:pt x="3809" y="473710"/>
                  </a:lnTo>
                  <a:lnTo>
                    <a:pt x="3809" y="468630"/>
                  </a:lnTo>
                  <a:close/>
                </a:path>
                <a:path w="3810" h="508000">
                  <a:moveTo>
                    <a:pt x="3809" y="462280"/>
                  </a:moveTo>
                  <a:lnTo>
                    <a:pt x="0" y="462280"/>
                  </a:lnTo>
                  <a:lnTo>
                    <a:pt x="0" y="467360"/>
                  </a:lnTo>
                  <a:lnTo>
                    <a:pt x="3809" y="467360"/>
                  </a:lnTo>
                  <a:lnTo>
                    <a:pt x="3809" y="462280"/>
                  </a:lnTo>
                  <a:close/>
                </a:path>
                <a:path w="3810" h="508000">
                  <a:moveTo>
                    <a:pt x="3809" y="455930"/>
                  </a:moveTo>
                  <a:lnTo>
                    <a:pt x="0" y="455930"/>
                  </a:lnTo>
                  <a:lnTo>
                    <a:pt x="0" y="461010"/>
                  </a:lnTo>
                  <a:lnTo>
                    <a:pt x="3809" y="461010"/>
                  </a:lnTo>
                  <a:lnTo>
                    <a:pt x="3809" y="455930"/>
                  </a:lnTo>
                  <a:close/>
                </a:path>
                <a:path w="3810" h="508000">
                  <a:moveTo>
                    <a:pt x="3809" y="449580"/>
                  </a:moveTo>
                  <a:lnTo>
                    <a:pt x="0" y="449580"/>
                  </a:lnTo>
                  <a:lnTo>
                    <a:pt x="0" y="454660"/>
                  </a:lnTo>
                  <a:lnTo>
                    <a:pt x="3809" y="454660"/>
                  </a:lnTo>
                  <a:lnTo>
                    <a:pt x="3809" y="449580"/>
                  </a:lnTo>
                  <a:close/>
                </a:path>
                <a:path w="3810" h="508000">
                  <a:moveTo>
                    <a:pt x="3809" y="443230"/>
                  </a:moveTo>
                  <a:lnTo>
                    <a:pt x="0" y="443230"/>
                  </a:lnTo>
                  <a:lnTo>
                    <a:pt x="0" y="448310"/>
                  </a:lnTo>
                  <a:lnTo>
                    <a:pt x="3809" y="448310"/>
                  </a:lnTo>
                  <a:lnTo>
                    <a:pt x="3809" y="443230"/>
                  </a:lnTo>
                  <a:close/>
                </a:path>
                <a:path w="3810" h="508000">
                  <a:moveTo>
                    <a:pt x="3809" y="436880"/>
                  </a:moveTo>
                  <a:lnTo>
                    <a:pt x="0" y="436880"/>
                  </a:lnTo>
                  <a:lnTo>
                    <a:pt x="0" y="441960"/>
                  </a:lnTo>
                  <a:lnTo>
                    <a:pt x="3809" y="441960"/>
                  </a:lnTo>
                  <a:lnTo>
                    <a:pt x="3809" y="436880"/>
                  </a:lnTo>
                  <a:close/>
                </a:path>
                <a:path w="3810" h="508000">
                  <a:moveTo>
                    <a:pt x="3809" y="430530"/>
                  </a:moveTo>
                  <a:lnTo>
                    <a:pt x="0" y="430530"/>
                  </a:lnTo>
                  <a:lnTo>
                    <a:pt x="0" y="435610"/>
                  </a:lnTo>
                  <a:lnTo>
                    <a:pt x="3809" y="435610"/>
                  </a:lnTo>
                  <a:lnTo>
                    <a:pt x="3809" y="430530"/>
                  </a:lnTo>
                  <a:close/>
                </a:path>
                <a:path w="3810" h="508000">
                  <a:moveTo>
                    <a:pt x="3809" y="424180"/>
                  </a:moveTo>
                  <a:lnTo>
                    <a:pt x="0" y="424180"/>
                  </a:lnTo>
                  <a:lnTo>
                    <a:pt x="0" y="429260"/>
                  </a:lnTo>
                  <a:lnTo>
                    <a:pt x="3809" y="429260"/>
                  </a:lnTo>
                  <a:lnTo>
                    <a:pt x="3809" y="424180"/>
                  </a:lnTo>
                  <a:close/>
                </a:path>
                <a:path w="3810" h="508000">
                  <a:moveTo>
                    <a:pt x="3809" y="417830"/>
                  </a:moveTo>
                  <a:lnTo>
                    <a:pt x="0" y="417830"/>
                  </a:lnTo>
                  <a:lnTo>
                    <a:pt x="0" y="422910"/>
                  </a:lnTo>
                  <a:lnTo>
                    <a:pt x="3809" y="422910"/>
                  </a:lnTo>
                  <a:lnTo>
                    <a:pt x="3809" y="417830"/>
                  </a:lnTo>
                  <a:close/>
                </a:path>
                <a:path w="3810" h="508000">
                  <a:moveTo>
                    <a:pt x="3809" y="154940"/>
                  </a:moveTo>
                  <a:lnTo>
                    <a:pt x="0" y="154940"/>
                  </a:lnTo>
                  <a:lnTo>
                    <a:pt x="0" y="416560"/>
                  </a:lnTo>
                  <a:lnTo>
                    <a:pt x="3809" y="416560"/>
                  </a:lnTo>
                  <a:lnTo>
                    <a:pt x="3809" y="154940"/>
                  </a:lnTo>
                  <a:close/>
                </a:path>
              </a:pathLst>
            </a:custGeom>
            <a:solidFill>
              <a:srgbClr val="C8B8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8" name="object 1728"/>
            <p:cNvSpPr/>
            <p:nvPr/>
          </p:nvSpPr>
          <p:spPr>
            <a:xfrm>
              <a:off x="2807969" y="2877819"/>
              <a:ext cx="3810" cy="505459"/>
            </a:xfrm>
            <a:custGeom>
              <a:avLst/>
              <a:gdLst/>
              <a:ahLst/>
              <a:cxnLst/>
              <a:rect l="l" t="t" r="r" b="b"/>
              <a:pathLst>
                <a:path w="3810" h="505460">
                  <a:moveTo>
                    <a:pt x="3810" y="29210"/>
                  </a:moveTo>
                  <a:lnTo>
                    <a:pt x="0" y="29210"/>
                  </a:lnTo>
                  <a:lnTo>
                    <a:pt x="0" y="149860"/>
                  </a:lnTo>
                  <a:lnTo>
                    <a:pt x="3810" y="149860"/>
                  </a:lnTo>
                  <a:lnTo>
                    <a:pt x="3810" y="29210"/>
                  </a:lnTo>
                  <a:close/>
                </a:path>
                <a:path w="3810" h="505460">
                  <a:moveTo>
                    <a:pt x="3810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6670"/>
                  </a:lnTo>
                  <a:close/>
                </a:path>
                <a:path w="3810" h="505460">
                  <a:moveTo>
                    <a:pt x="381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2860"/>
                  </a:lnTo>
                  <a:close/>
                </a:path>
                <a:path w="3810" h="505460">
                  <a:moveTo>
                    <a:pt x="3810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20320"/>
                  </a:lnTo>
                  <a:close/>
                </a:path>
                <a:path w="3810" h="505460">
                  <a:moveTo>
                    <a:pt x="381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6510"/>
                  </a:lnTo>
                  <a:close/>
                </a:path>
                <a:path w="3810" h="505460">
                  <a:moveTo>
                    <a:pt x="3810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3970"/>
                  </a:lnTo>
                  <a:close/>
                </a:path>
                <a:path w="3810" h="505460">
                  <a:moveTo>
                    <a:pt x="381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10160"/>
                  </a:lnTo>
                  <a:close/>
                </a:path>
                <a:path w="3810" h="505460">
                  <a:moveTo>
                    <a:pt x="3810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7620"/>
                  </a:lnTo>
                  <a:close/>
                </a:path>
                <a:path w="3810" h="505460">
                  <a:moveTo>
                    <a:pt x="3810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3810"/>
                  </a:lnTo>
                  <a:close/>
                </a:path>
                <a:path w="3810" h="505460">
                  <a:moveTo>
                    <a:pt x="38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505460">
                  <a:moveTo>
                    <a:pt x="3810" y="502920"/>
                  </a:moveTo>
                  <a:lnTo>
                    <a:pt x="0" y="502920"/>
                  </a:lnTo>
                  <a:lnTo>
                    <a:pt x="0" y="505460"/>
                  </a:lnTo>
                  <a:lnTo>
                    <a:pt x="3810" y="505460"/>
                  </a:lnTo>
                  <a:lnTo>
                    <a:pt x="3810" y="502920"/>
                  </a:lnTo>
                  <a:close/>
                </a:path>
                <a:path w="3810" h="505460">
                  <a:moveTo>
                    <a:pt x="3810" y="496570"/>
                  </a:moveTo>
                  <a:lnTo>
                    <a:pt x="0" y="496570"/>
                  </a:lnTo>
                  <a:lnTo>
                    <a:pt x="0" y="501650"/>
                  </a:lnTo>
                  <a:lnTo>
                    <a:pt x="3810" y="501650"/>
                  </a:lnTo>
                  <a:lnTo>
                    <a:pt x="3810" y="496570"/>
                  </a:lnTo>
                  <a:close/>
                </a:path>
                <a:path w="3810" h="505460">
                  <a:moveTo>
                    <a:pt x="3810" y="490220"/>
                  </a:moveTo>
                  <a:lnTo>
                    <a:pt x="0" y="490220"/>
                  </a:lnTo>
                  <a:lnTo>
                    <a:pt x="0" y="495300"/>
                  </a:lnTo>
                  <a:lnTo>
                    <a:pt x="3810" y="495300"/>
                  </a:lnTo>
                  <a:lnTo>
                    <a:pt x="3810" y="490220"/>
                  </a:lnTo>
                  <a:close/>
                </a:path>
                <a:path w="3810" h="505460">
                  <a:moveTo>
                    <a:pt x="3810" y="483870"/>
                  </a:moveTo>
                  <a:lnTo>
                    <a:pt x="0" y="483870"/>
                  </a:lnTo>
                  <a:lnTo>
                    <a:pt x="0" y="488950"/>
                  </a:lnTo>
                  <a:lnTo>
                    <a:pt x="3810" y="488950"/>
                  </a:lnTo>
                  <a:lnTo>
                    <a:pt x="3810" y="483870"/>
                  </a:lnTo>
                  <a:close/>
                </a:path>
                <a:path w="3810" h="505460">
                  <a:moveTo>
                    <a:pt x="3810" y="477520"/>
                  </a:moveTo>
                  <a:lnTo>
                    <a:pt x="0" y="477520"/>
                  </a:lnTo>
                  <a:lnTo>
                    <a:pt x="0" y="482600"/>
                  </a:lnTo>
                  <a:lnTo>
                    <a:pt x="3810" y="482600"/>
                  </a:lnTo>
                  <a:lnTo>
                    <a:pt x="3810" y="477520"/>
                  </a:lnTo>
                  <a:close/>
                </a:path>
                <a:path w="3810" h="505460">
                  <a:moveTo>
                    <a:pt x="3810" y="471170"/>
                  </a:moveTo>
                  <a:lnTo>
                    <a:pt x="0" y="471170"/>
                  </a:lnTo>
                  <a:lnTo>
                    <a:pt x="0" y="476250"/>
                  </a:lnTo>
                  <a:lnTo>
                    <a:pt x="3810" y="476250"/>
                  </a:lnTo>
                  <a:lnTo>
                    <a:pt x="3810" y="471170"/>
                  </a:lnTo>
                  <a:close/>
                </a:path>
                <a:path w="3810" h="505460">
                  <a:moveTo>
                    <a:pt x="3810" y="464820"/>
                  </a:moveTo>
                  <a:lnTo>
                    <a:pt x="0" y="464820"/>
                  </a:lnTo>
                  <a:lnTo>
                    <a:pt x="0" y="469900"/>
                  </a:lnTo>
                  <a:lnTo>
                    <a:pt x="3810" y="469900"/>
                  </a:lnTo>
                  <a:lnTo>
                    <a:pt x="3810" y="464820"/>
                  </a:lnTo>
                  <a:close/>
                </a:path>
                <a:path w="3810" h="505460">
                  <a:moveTo>
                    <a:pt x="3810" y="458470"/>
                  </a:moveTo>
                  <a:lnTo>
                    <a:pt x="0" y="458470"/>
                  </a:lnTo>
                  <a:lnTo>
                    <a:pt x="0" y="463550"/>
                  </a:lnTo>
                  <a:lnTo>
                    <a:pt x="3810" y="463550"/>
                  </a:lnTo>
                  <a:lnTo>
                    <a:pt x="3810" y="458470"/>
                  </a:lnTo>
                  <a:close/>
                </a:path>
                <a:path w="3810" h="505460">
                  <a:moveTo>
                    <a:pt x="3810" y="452120"/>
                  </a:moveTo>
                  <a:lnTo>
                    <a:pt x="0" y="452120"/>
                  </a:lnTo>
                  <a:lnTo>
                    <a:pt x="0" y="457200"/>
                  </a:lnTo>
                  <a:lnTo>
                    <a:pt x="3810" y="457200"/>
                  </a:lnTo>
                  <a:lnTo>
                    <a:pt x="3810" y="452120"/>
                  </a:lnTo>
                  <a:close/>
                </a:path>
                <a:path w="3810" h="505460">
                  <a:moveTo>
                    <a:pt x="3810" y="445770"/>
                  </a:moveTo>
                  <a:lnTo>
                    <a:pt x="0" y="445770"/>
                  </a:lnTo>
                  <a:lnTo>
                    <a:pt x="0" y="450850"/>
                  </a:lnTo>
                  <a:lnTo>
                    <a:pt x="3810" y="450850"/>
                  </a:lnTo>
                  <a:lnTo>
                    <a:pt x="3810" y="445770"/>
                  </a:lnTo>
                  <a:close/>
                </a:path>
                <a:path w="3810" h="505460">
                  <a:moveTo>
                    <a:pt x="3810" y="439420"/>
                  </a:moveTo>
                  <a:lnTo>
                    <a:pt x="0" y="439420"/>
                  </a:lnTo>
                  <a:lnTo>
                    <a:pt x="0" y="444500"/>
                  </a:lnTo>
                  <a:lnTo>
                    <a:pt x="3810" y="444500"/>
                  </a:lnTo>
                  <a:lnTo>
                    <a:pt x="3810" y="439420"/>
                  </a:lnTo>
                  <a:close/>
                </a:path>
                <a:path w="3810" h="505460">
                  <a:moveTo>
                    <a:pt x="3810" y="433070"/>
                  </a:moveTo>
                  <a:lnTo>
                    <a:pt x="0" y="433070"/>
                  </a:lnTo>
                  <a:lnTo>
                    <a:pt x="0" y="438150"/>
                  </a:lnTo>
                  <a:lnTo>
                    <a:pt x="3810" y="438150"/>
                  </a:lnTo>
                  <a:lnTo>
                    <a:pt x="3810" y="433070"/>
                  </a:lnTo>
                  <a:close/>
                </a:path>
                <a:path w="3810" h="505460">
                  <a:moveTo>
                    <a:pt x="3810" y="426720"/>
                  </a:moveTo>
                  <a:lnTo>
                    <a:pt x="0" y="426720"/>
                  </a:lnTo>
                  <a:lnTo>
                    <a:pt x="0" y="431800"/>
                  </a:lnTo>
                  <a:lnTo>
                    <a:pt x="3810" y="431800"/>
                  </a:lnTo>
                  <a:lnTo>
                    <a:pt x="3810" y="426720"/>
                  </a:lnTo>
                  <a:close/>
                </a:path>
                <a:path w="3810" h="505460">
                  <a:moveTo>
                    <a:pt x="3810" y="420370"/>
                  </a:moveTo>
                  <a:lnTo>
                    <a:pt x="0" y="420370"/>
                  </a:lnTo>
                  <a:lnTo>
                    <a:pt x="0" y="425450"/>
                  </a:lnTo>
                  <a:lnTo>
                    <a:pt x="3810" y="425450"/>
                  </a:lnTo>
                  <a:lnTo>
                    <a:pt x="3810" y="420370"/>
                  </a:lnTo>
                  <a:close/>
                </a:path>
                <a:path w="3810" h="505460">
                  <a:moveTo>
                    <a:pt x="3810" y="414020"/>
                  </a:moveTo>
                  <a:lnTo>
                    <a:pt x="0" y="414020"/>
                  </a:lnTo>
                  <a:lnTo>
                    <a:pt x="0" y="419100"/>
                  </a:lnTo>
                  <a:lnTo>
                    <a:pt x="3810" y="419100"/>
                  </a:lnTo>
                  <a:lnTo>
                    <a:pt x="3810" y="414020"/>
                  </a:lnTo>
                  <a:close/>
                </a:path>
                <a:path w="3810" h="505460">
                  <a:moveTo>
                    <a:pt x="3810" y="151130"/>
                  </a:moveTo>
                  <a:lnTo>
                    <a:pt x="0" y="151130"/>
                  </a:lnTo>
                  <a:lnTo>
                    <a:pt x="0" y="412750"/>
                  </a:lnTo>
                  <a:lnTo>
                    <a:pt x="3810" y="412750"/>
                  </a:lnTo>
                  <a:lnTo>
                    <a:pt x="3810" y="151130"/>
                  </a:lnTo>
                  <a:close/>
                </a:path>
              </a:pathLst>
            </a:custGeom>
            <a:solidFill>
              <a:srgbClr val="C8B7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9" name="object 1729"/>
            <p:cNvSpPr/>
            <p:nvPr/>
          </p:nvSpPr>
          <p:spPr>
            <a:xfrm>
              <a:off x="2811780" y="2881629"/>
              <a:ext cx="2540" cy="502920"/>
            </a:xfrm>
            <a:custGeom>
              <a:avLst/>
              <a:gdLst/>
              <a:ahLst/>
              <a:cxnLst/>
              <a:rect l="l" t="t" r="r" b="b"/>
              <a:pathLst>
                <a:path w="2539" h="502920">
                  <a:moveTo>
                    <a:pt x="2539" y="25400"/>
                  </a:moveTo>
                  <a:lnTo>
                    <a:pt x="0" y="25400"/>
                  </a:lnTo>
                  <a:lnTo>
                    <a:pt x="0" y="146050"/>
                  </a:lnTo>
                  <a:lnTo>
                    <a:pt x="2539" y="146050"/>
                  </a:lnTo>
                  <a:lnTo>
                    <a:pt x="2539" y="25400"/>
                  </a:lnTo>
                  <a:close/>
                </a:path>
                <a:path w="2539" h="502920">
                  <a:moveTo>
                    <a:pt x="2539" y="22860"/>
                  </a:moveTo>
                  <a:lnTo>
                    <a:pt x="0" y="22860"/>
                  </a:lnTo>
                  <a:lnTo>
                    <a:pt x="0" y="24129"/>
                  </a:lnTo>
                  <a:lnTo>
                    <a:pt x="2539" y="24129"/>
                  </a:lnTo>
                  <a:lnTo>
                    <a:pt x="2539" y="22860"/>
                  </a:lnTo>
                  <a:close/>
                </a:path>
                <a:path w="2539" h="502920">
                  <a:moveTo>
                    <a:pt x="2539" y="19050"/>
                  </a:moveTo>
                  <a:lnTo>
                    <a:pt x="0" y="19050"/>
                  </a:lnTo>
                  <a:lnTo>
                    <a:pt x="0" y="21589"/>
                  </a:lnTo>
                  <a:lnTo>
                    <a:pt x="2539" y="21589"/>
                  </a:lnTo>
                  <a:lnTo>
                    <a:pt x="2539" y="19050"/>
                  </a:lnTo>
                  <a:close/>
                </a:path>
                <a:path w="2539" h="502920">
                  <a:moveTo>
                    <a:pt x="2539" y="16510"/>
                  </a:moveTo>
                  <a:lnTo>
                    <a:pt x="0" y="16510"/>
                  </a:lnTo>
                  <a:lnTo>
                    <a:pt x="0" y="17779"/>
                  </a:lnTo>
                  <a:lnTo>
                    <a:pt x="2539" y="17779"/>
                  </a:lnTo>
                  <a:lnTo>
                    <a:pt x="2539" y="16510"/>
                  </a:lnTo>
                  <a:close/>
                </a:path>
                <a:path w="2539" h="502920">
                  <a:moveTo>
                    <a:pt x="2539" y="12700"/>
                  </a:moveTo>
                  <a:lnTo>
                    <a:pt x="0" y="12700"/>
                  </a:lnTo>
                  <a:lnTo>
                    <a:pt x="0" y="15239"/>
                  </a:lnTo>
                  <a:lnTo>
                    <a:pt x="2539" y="15239"/>
                  </a:lnTo>
                  <a:lnTo>
                    <a:pt x="2539" y="12700"/>
                  </a:lnTo>
                  <a:close/>
                </a:path>
                <a:path w="2539" h="502920">
                  <a:moveTo>
                    <a:pt x="2539" y="10160"/>
                  </a:moveTo>
                  <a:lnTo>
                    <a:pt x="0" y="10160"/>
                  </a:lnTo>
                  <a:lnTo>
                    <a:pt x="0" y="11429"/>
                  </a:lnTo>
                  <a:lnTo>
                    <a:pt x="2539" y="11429"/>
                  </a:lnTo>
                  <a:lnTo>
                    <a:pt x="2539" y="10160"/>
                  </a:lnTo>
                  <a:close/>
                </a:path>
                <a:path w="2539" h="502920">
                  <a:moveTo>
                    <a:pt x="2539" y="6350"/>
                  </a:moveTo>
                  <a:lnTo>
                    <a:pt x="0" y="6350"/>
                  </a:lnTo>
                  <a:lnTo>
                    <a:pt x="0" y="8889"/>
                  </a:lnTo>
                  <a:lnTo>
                    <a:pt x="2539" y="8889"/>
                  </a:lnTo>
                  <a:lnTo>
                    <a:pt x="2539" y="6350"/>
                  </a:lnTo>
                  <a:close/>
                </a:path>
                <a:path w="2539" h="502920">
                  <a:moveTo>
                    <a:pt x="2539" y="3810"/>
                  </a:moveTo>
                  <a:lnTo>
                    <a:pt x="0" y="3810"/>
                  </a:lnTo>
                  <a:lnTo>
                    <a:pt x="0" y="5079"/>
                  </a:lnTo>
                  <a:lnTo>
                    <a:pt x="2539" y="5079"/>
                  </a:lnTo>
                  <a:lnTo>
                    <a:pt x="2539" y="3810"/>
                  </a:lnTo>
                  <a:close/>
                </a:path>
                <a:path w="2539" h="502920">
                  <a:moveTo>
                    <a:pt x="253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39" y="2539"/>
                  </a:lnTo>
                  <a:lnTo>
                    <a:pt x="2539" y="0"/>
                  </a:lnTo>
                  <a:close/>
                </a:path>
                <a:path w="2539" h="502920">
                  <a:moveTo>
                    <a:pt x="2539" y="499110"/>
                  </a:moveTo>
                  <a:lnTo>
                    <a:pt x="0" y="499110"/>
                  </a:lnTo>
                  <a:lnTo>
                    <a:pt x="0" y="501650"/>
                  </a:lnTo>
                  <a:lnTo>
                    <a:pt x="1269" y="501650"/>
                  </a:lnTo>
                  <a:lnTo>
                    <a:pt x="1269" y="502920"/>
                  </a:lnTo>
                  <a:lnTo>
                    <a:pt x="2539" y="502920"/>
                  </a:lnTo>
                  <a:lnTo>
                    <a:pt x="2539" y="499110"/>
                  </a:lnTo>
                  <a:close/>
                </a:path>
                <a:path w="2539" h="502920">
                  <a:moveTo>
                    <a:pt x="2539" y="492760"/>
                  </a:moveTo>
                  <a:lnTo>
                    <a:pt x="0" y="492760"/>
                  </a:lnTo>
                  <a:lnTo>
                    <a:pt x="0" y="497840"/>
                  </a:lnTo>
                  <a:lnTo>
                    <a:pt x="2539" y="497840"/>
                  </a:lnTo>
                  <a:lnTo>
                    <a:pt x="2539" y="492760"/>
                  </a:lnTo>
                  <a:close/>
                </a:path>
                <a:path w="2539" h="502920">
                  <a:moveTo>
                    <a:pt x="2539" y="486410"/>
                  </a:moveTo>
                  <a:lnTo>
                    <a:pt x="0" y="486410"/>
                  </a:lnTo>
                  <a:lnTo>
                    <a:pt x="0" y="491490"/>
                  </a:lnTo>
                  <a:lnTo>
                    <a:pt x="2539" y="491490"/>
                  </a:lnTo>
                  <a:lnTo>
                    <a:pt x="2539" y="486410"/>
                  </a:lnTo>
                  <a:close/>
                </a:path>
                <a:path w="2539" h="502920">
                  <a:moveTo>
                    <a:pt x="2539" y="480060"/>
                  </a:moveTo>
                  <a:lnTo>
                    <a:pt x="0" y="480060"/>
                  </a:lnTo>
                  <a:lnTo>
                    <a:pt x="0" y="485140"/>
                  </a:lnTo>
                  <a:lnTo>
                    <a:pt x="2539" y="485140"/>
                  </a:lnTo>
                  <a:lnTo>
                    <a:pt x="2539" y="480060"/>
                  </a:lnTo>
                  <a:close/>
                </a:path>
                <a:path w="2539" h="502920">
                  <a:moveTo>
                    <a:pt x="2539" y="473710"/>
                  </a:moveTo>
                  <a:lnTo>
                    <a:pt x="0" y="473710"/>
                  </a:lnTo>
                  <a:lnTo>
                    <a:pt x="0" y="478790"/>
                  </a:lnTo>
                  <a:lnTo>
                    <a:pt x="2539" y="478790"/>
                  </a:lnTo>
                  <a:lnTo>
                    <a:pt x="2539" y="473710"/>
                  </a:lnTo>
                  <a:close/>
                </a:path>
                <a:path w="2539" h="502920">
                  <a:moveTo>
                    <a:pt x="2539" y="467360"/>
                  </a:moveTo>
                  <a:lnTo>
                    <a:pt x="0" y="467360"/>
                  </a:lnTo>
                  <a:lnTo>
                    <a:pt x="0" y="472440"/>
                  </a:lnTo>
                  <a:lnTo>
                    <a:pt x="2539" y="472440"/>
                  </a:lnTo>
                  <a:lnTo>
                    <a:pt x="2539" y="467360"/>
                  </a:lnTo>
                  <a:close/>
                </a:path>
                <a:path w="2539" h="502920">
                  <a:moveTo>
                    <a:pt x="2539" y="461010"/>
                  </a:moveTo>
                  <a:lnTo>
                    <a:pt x="0" y="461010"/>
                  </a:lnTo>
                  <a:lnTo>
                    <a:pt x="0" y="466090"/>
                  </a:lnTo>
                  <a:lnTo>
                    <a:pt x="2539" y="466090"/>
                  </a:lnTo>
                  <a:lnTo>
                    <a:pt x="2539" y="461010"/>
                  </a:lnTo>
                  <a:close/>
                </a:path>
                <a:path w="2539" h="502920">
                  <a:moveTo>
                    <a:pt x="2539" y="454660"/>
                  </a:moveTo>
                  <a:lnTo>
                    <a:pt x="0" y="454660"/>
                  </a:lnTo>
                  <a:lnTo>
                    <a:pt x="0" y="459740"/>
                  </a:lnTo>
                  <a:lnTo>
                    <a:pt x="2539" y="459740"/>
                  </a:lnTo>
                  <a:lnTo>
                    <a:pt x="2539" y="454660"/>
                  </a:lnTo>
                  <a:close/>
                </a:path>
                <a:path w="2539" h="502920">
                  <a:moveTo>
                    <a:pt x="2539" y="448310"/>
                  </a:moveTo>
                  <a:lnTo>
                    <a:pt x="0" y="448310"/>
                  </a:lnTo>
                  <a:lnTo>
                    <a:pt x="0" y="453390"/>
                  </a:lnTo>
                  <a:lnTo>
                    <a:pt x="2539" y="453390"/>
                  </a:lnTo>
                  <a:lnTo>
                    <a:pt x="2539" y="448310"/>
                  </a:lnTo>
                  <a:close/>
                </a:path>
                <a:path w="2539" h="502920">
                  <a:moveTo>
                    <a:pt x="2539" y="441960"/>
                  </a:moveTo>
                  <a:lnTo>
                    <a:pt x="0" y="441960"/>
                  </a:lnTo>
                  <a:lnTo>
                    <a:pt x="0" y="447040"/>
                  </a:lnTo>
                  <a:lnTo>
                    <a:pt x="2539" y="447040"/>
                  </a:lnTo>
                  <a:lnTo>
                    <a:pt x="2539" y="441960"/>
                  </a:lnTo>
                  <a:close/>
                </a:path>
                <a:path w="2539" h="502920">
                  <a:moveTo>
                    <a:pt x="2539" y="435610"/>
                  </a:moveTo>
                  <a:lnTo>
                    <a:pt x="0" y="435610"/>
                  </a:lnTo>
                  <a:lnTo>
                    <a:pt x="0" y="440690"/>
                  </a:lnTo>
                  <a:lnTo>
                    <a:pt x="2539" y="440690"/>
                  </a:lnTo>
                  <a:lnTo>
                    <a:pt x="2539" y="435610"/>
                  </a:lnTo>
                  <a:close/>
                </a:path>
                <a:path w="2539" h="502920">
                  <a:moveTo>
                    <a:pt x="2539" y="429260"/>
                  </a:moveTo>
                  <a:lnTo>
                    <a:pt x="0" y="429260"/>
                  </a:lnTo>
                  <a:lnTo>
                    <a:pt x="0" y="434340"/>
                  </a:lnTo>
                  <a:lnTo>
                    <a:pt x="2539" y="434340"/>
                  </a:lnTo>
                  <a:lnTo>
                    <a:pt x="2539" y="429260"/>
                  </a:lnTo>
                  <a:close/>
                </a:path>
                <a:path w="2539" h="502920">
                  <a:moveTo>
                    <a:pt x="2539" y="422910"/>
                  </a:moveTo>
                  <a:lnTo>
                    <a:pt x="0" y="422910"/>
                  </a:lnTo>
                  <a:lnTo>
                    <a:pt x="0" y="427990"/>
                  </a:lnTo>
                  <a:lnTo>
                    <a:pt x="2539" y="427990"/>
                  </a:lnTo>
                  <a:lnTo>
                    <a:pt x="2539" y="422910"/>
                  </a:lnTo>
                  <a:close/>
                </a:path>
                <a:path w="2539" h="502920">
                  <a:moveTo>
                    <a:pt x="2539" y="416560"/>
                  </a:moveTo>
                  <a:lnTo>
                    <a:pt x="0" y="416560"/>
                  </a:lnTo>
                  <a:lnTo>
                    <a:pt x="0" y="421640"/>
                  </a:lnTo>
                  <a:lnTo>
                    <a:pt x="2539" y="421640"/>
                  </a:lnTo>
                  <a:lnTo>
                    <a:pt x="2539" y="416560"/>
                  </a:lnTo>
                  <a:close/>
                </a:path>
                <a:path w="2539" h="502920">
                  <a:moveTo>
                    <a:pt x="2539" y="410210"/>
                  </a:moveTo>
                  <a:lnTo>
                    <a:pt x="0" y="410210"/>
                  </a:lnTo>
                  <a:lnTo>
                    <a:pt x="0" y="415290"/>
                  </a:lnTo>
                  <a:lnTo>
                    <a:pt x="2539" y="415290"/>
                  </a:lnTo>
                  <a:lnTo>
                    <a:pt x="2539" y="410210"/>
                  </a:lnTo>
                  <a:close/>
                </a:path>
                <a:path w="2539" h="502920">
                  <a:moveTo>
                    <a:pt x="2539" y="147320"/>
                  </a:moveTo>
                  <a:lnTo>
                    <a:pt x="0" y="147320"/>
                  </a:lnTo>
                  <a:lnTo>
                    <a:pt x="0" y="408940"/>
                  </a:lnTo>
                  <a:lnTo>
                    <a:pt x="2539" y="408940"/>
                  </a:lnTo>
                  <a:lnTo>
                    <a:pt x="2539" y="147320"/>
                  </a:lnTo>
                  <a:close/>
                </a:path>
              </a:pathLst>
            </a:custGeom>
            <a:solidFill>
              <a:srgbClr val="C7B6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0" name="object 1730"/>
            <p:cNvSpPr/>
            <p:nvPr/>
          </p:nvSpPr>
          <p:spPr>
            <a:xfrm>
              <a:off x="2814319" y="2880360"/>
              <a:ext cx="3810" cy="506730"/>
            </a:xfrm>
            <a:custGeom>
              <a:avLst/>
              <a:gdLst/>
              <a:ahLst/>
              <a:cxnLst/>
              <a:rect l="l" t="t" r="r" b="b"/>
              <a:pathLst>
                <a:path w="3810" h="506729">
                  <a:moveTo>
                    <a:pt x="3810" y="26670"/>
                  </a:moveTo>
                  <a:lnTo>
                    <a:pt x="0" y="26670"/>
                  </a:lnTo>
                  <a:lnTo>
                    <a:pt x="0" y="147320"/>
                  </a:lnTo>
                  <a:lnTo>
                    <a:pt x="3810" y="147320"/>
                  </a:lnTo>
                  <a:lnTo>
                    <a:pt x="3810" y="26670"/>
                  </a:lnTo>
                  <a:close/>
                </a:path>
                <a:path w="3810" h="506729">
                  <a:moveTo>
                    <a:pt x="3810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4130"/>
                  </a:lnTo>
                  <a:close/>
                </a:path>
                <a:path w="3810" h="506729">
                  <a:moveTo>
                    <a:pt x="3810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20320"/>
                  </a:lnTo>
                  <a:close/>
                </a:path>
                <a:path w="3810" h="506729">
                  <a:moveTo>
                    <a:pt x="3810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7780"/>
                  </a:lnTo>
                  <a:close/>
                </a:path>
                <a:path w="3810" h="506729">
                  <a:moveTo>
                    <a:pt x="3810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70"/>
                  </a:lnTo>
                  <a:close/>
                </a:path>
                <a:path w="3810" h="506729">
                  <a:moveTo>
                    <a:pt x="3810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11430"/>
                  </a:lnTo>
                  <a:close/>
                </a:path>
                <a:path w="3810" h="506729">
                  <a:moveTo>
                    <a:pt x="3810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20"/>
                  </a:lnTo>
                  <a:close/>
                </a:path>
                <a:path w="3810" h="506729">
                  <a:moveTo>
                    <a:pt x="3810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5080"/>
                  </a:lnTo>
                  <a:close/>
                </a:path>
                <a:path w="3810" h="506729">
                  <a:moveTo>
                    <a:pt x="254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  <a:path w="3810" h="506729">
                  <a:moveTo>
                    <a:pt x="3810" y="500380"/>
                  </a:moveTo>
                  <a:lnTo>
                    <a:pt x="0" y="500380"/>
                  </a:lnTo>
                  <a:lnTo>
                    <a:pt x="0" y="504190"/>
                  </a:lnTo>
                  <a:lnTo>
                    <a:pt x="1269" y="504190"/>
                  </a:lnTo>
                  <a:lnTo>
                    <a:pt x="1269" y="506730"/>
                  </a:lnTo>
                  <a:lnTo>
                    <a:pt x="3810" y="506730"/>
                  </a:lnTo>
                  <a:lnTo>
                    <a:pt x="3810" y="500380"/>
                  </a:lnTo>
                  <a:close/>
                </a:path>
                <a:path w="3810" h="506729">
                  <a:moveTo>
                    <a:pt x="3810" y="494030"/>
                  </a:moveTo>
                  <a:lnTo>
                    <a:pt x="0" y="494030"/>
                  </a:lnTo>
                  <a:lnTo>
                    <a:pt x="0" y="499110"/>
                  </a:lnTo>
                  <a:lnTo>
                    <a:pt x="3810" y="499110"/>
                  </a:lnTo>
                  <a:lnTo>
                    <a:pt x="3810" y="494030"/>
                  </a:lnTo>
                  <a:close/>
                </a:path>
                <a:path w="3810" h="506729">
                  <a:moveTo>
                    <a:pt x="3810" y="487680"/>
                  </a:moveTo>
                  <a:lnTo>
                    <a:pt x="0" y="487680"/>
                  </a:lnTo>
                  <a:lnTo>
                    <a:pt x="0" y="492760"/>
                  </a:lnTo>
                  <a:lnTo>
                    <a:pt x="3810" y="492760"/>
                  </a:lnTo>
                  <a:lnTo>
                    <a:pt x="3810" y="487680"/>
                  </a:lnTo>
                  <a:close/>
                </a:path>
                <a:path w="3810" h="506729">
                  <a:moveTo>
                    <a:pt x="3810" y="481330"/>
                  </a:moveTo>
                  <a:lnTo>
                    <a:pt x="0" y="481330"/>
                  </a:lnTo>
                  <a:lnTo>
                    <a:pt x="0" y="486410"/>
                  </a:lnTo>
                  <a:lnTo>
                    <a:pt x="3810" y="486410"/>
                  </a:lnTo>
                  <a:lnTo>
                    <a:pt x="3810" y="481330"/>
                  </a:lnTo>
                  <a:close/>
                </a:path>
                <a:path w="3810" h="506729">
                  <a:moveTo>
                    <a:pt x="3810" y="474980"/>
                  </a:moveTo>
                  <a:lnTo>
                    <a:pt x="0" y="474980"/>
                  </a:lnTo>
                  <a:lnTo>
                    <a:pt x="0" y="480060"/>
                  </a:lnTo>
                  <a:lnTo>
                    <a:pt x="3810" y="480060"/>
                  </a:lnTo>
                  <a:lnTo>
                    <a:pt x="3810" y="474980"/>
                  </a:lnTo>
                  <a:close/>
                </a:path>
                <a:path w="3810" h="506729">
                  <a:moveTo>
                    <a:pt x="3810" y="468630"/>
                  </a:moveTo>
                  <a:lnTo>
                    <a:pt x="0" y="468630"/>
                  </a:lnTo>
                  <a:lnTo>
                    <a:pt x="0" y="473710"/>
                  </a:lnTo>
                  <a:lnTo>
                    <a:pt x="3810" y="473710"/>
                  </a:lnTo>
                  <a:lnTo>
                    <a:pt x="3810" y="468630"/>
                  </a:lnTo>
                  <a:close/>
                </a:path>
                <a:path w="3810" h="506729">
                  <a:moveTo>
                    <a:pt x="3810" y="462280"/>
                  </a:moveTo>
                  <a:lnTo>
                    <a:pt x="0" y="462280"/>
                  </a:lnTo>
                  <a:lnTo>
                    <a:pt x="0" y="467360"/>
                  </a:lnTo>
                  <a:lnTo>
                    <a:pt x="3810" y="467360"/>
                  </a:lnTo>
                  <a:lnTo>
                    <a:pt x="3810" y="462280"/>
                  </a:lnTo>
                  <a:close/>
                </a:path>
                <a:path w="3810" h="506729">
                  <a:moveTo>
                    <a:pt x="3810" y="455930"/>
                  </a:moveTo>
                  <a:lnTo>
                    <a:pt x="0" y="455930"/>
                  </a:lnTo>
                  <a:lnTo>
                    <a:pt x="0" y="461010"/>
                  </a:lnTo>
                  <a:lnTo>
                    <a:pt x="3810" y="461010"/>
                  </a:lnTo>
                  <a:lnTo>
                    <a:pt x="3810" y="455930"/>
                  </a:lnTo>
                  <a:close/>
                </a:path>
                <a:path w="3810" h="506729">
                  <a:moveTo>
                    <a:pt x="3810" y="449580"/>
                  </a:moveTo>
                  <a:lnTo>
                    <a:pt x="0" y="449580"/>
                  </a:lnTo>
                  <a:lnTo>
                    <a:pt x="0" y="454660"/>
                  </a:lnTo>
                  <a:lnTo>
                    <a:pt x="3810" y="454660"/>
                  </a:lnTo>
                  <a:lnTo>
                    <a:pt x="3810" y="449580"/>
                  </a:lnTo>
                  <a:close/>
                </a:path>
                <a:path w="3810" h="506729">
                  <a:moveTo>
                    <a:pt x="3810" y="443230"/>
                  </a:moveTo>
                  <a:lnTo>
                    <a:pt x="0" y="443230"/>
                  </a:lnTo>
                  <a:lnTo>
                    <a:pt x="0" y="448310"/>
                  </a:lnTo>
                  <a:lnTo>
                    <a:pt x="3810" y="448310"/>
                  </a:lnTo>
                  <a:lnTo>
                    <a:pt x="3810" y="443230"/>
                  </a:lnTo>
                  <a:close/>
                </a:path>
                <a:path w="3810" h="506729">
                  <a:moveTo>
                    <a:pt x="3810" y="436880"/>
                  </a:moveTo>
                  <a:lnTo>
                    <a:pt x="0" y="436880"/>
                  </a:lnTo>
                  <a:lnTo>
                    <a:pt x="0" y="441960"/>
                  </a:lnTo>
                  <a:lnTo>
                    <a:pt x="3810" y="441960"/>
                  </a:lnTo>
                  <a:lnTo>
                    <a:pt x="3810" y="436880"/>
                  </a:lnTo>
                  <a:close/>
                </a:path>
                <a:path w="3810" h="506729">
                  <a:moveTo>
                    <a:pt x="3810" y="430530"/>
                  </a:moveTo>
                  <a:lnTo>
                    <a:pt x="0" y="430530"/>
                  </a:lnTo>
                  <a:lnTo>
                    <a:pt x="0" y="435610"/>
                  </a:lnTo>
                  <a:lnTo>
                    <a:pt x="3810" y="435610"/>
                  </a:lnTo>
                  <a:lnTo>
                    <a:pt x="3810" y="430530"/>
                  </a:lnTo>
                  <a:close/>
                </a:path>
                <a:path w="3810" h="506729">
                  <a:moveTo>
                    <a:pt x="3810" y="424180"/>
                  </a:moveTo>
                  <a:lnTo>
                    <a:pt x="0" y="424180"/>
                  </a:lnTo>
                  <a:lnTo>
                    <a:pt x="0" y="429260"/>
                  </a:lnTo>
                  <a:lnTo>
                    <a:pt x="3810" y="429260"/>
                  </a:lnTo>
                  <a:lnTo>
                    <a:pt x="3810" y="424180"/>
                  </a:lnTo>
                  <a:close/>
                </a:path>
                <a:path w="3810" h="506729">
                  <a:moveTo>
                    <a:pt x="3810" y="417830"/>
                  </a:moveTo>
                  <a:lnTo>
                    <a:pt x="0" y="417830"/>
                  </a:lnTo>
                  <a:lnTo>
                    <a:pt x="0" y="422910"/>
                  </a:lnTo>
                  <a:lnTo>
                    <a:pt x="3810" y="422910"/>
                  </a:lnTo>
                  <a:lnTo>
                    <a:pt x="3810" y="417830"/>
                  </a:lnTo>
                  <a:close/>
                </a:path>
                <a:path w="3810" h="506729">
                  <a:moveTo>
                    <a:pt x="3810" y="411480"/>
                  </a:moveTo>
                  <a:lnTo>
                    <a:pt x="0" y="411480"/>
                  </a:lnTo>
                  <a:lnTo>
                    <a:pt x="0" y="416560"/>
                  </a:lnTo>
                  <a:lnTo>
                    <a:pt x="3810" y="416560"/>
                  </a:lnTo>
                  <a:lnTo>
                    <a:pt x="3810" y="411480"/>
                  </a:lnTo>
                  <a:close/>
                </a:path>
                <a:path w="3810" h="506729">
                  <a:moveTo>
                    <a:pt x="3810" y="148590"/>
                  </a:moveTo>
                  <a:lnTo>
                    <a:pt x="0" y="148590"/>
                  </a:lnTo>
                  <a:lnTo>
                    <a:pt x="0" y="410210"/>
                  </a:lnTo>
                  <a:lnTo>
                    <a:pt x="3810" y="410210"/>
                  </a:lnTo>
                  <a:lnTo>
                    <a:pt x="3810" y="148590"/>
                  </a:lnTo>
                  <a:close/>
                </a:path>
              </a:pathLst>
            </a:custGeom>
            <a:solidFill>
              <a:srgbClr val="C6B5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1" name="object 1731"/>
            <p:cNvSpPr/>
            <p:nvPr/>
          </p:nvSpPr>
          <p:spPr>
            <a:xfrm>
              <a:off x="2818130" y="2884169"/>
              <a:ext cx="3810" cy="502920"/>
            </a:xfrm>
            <a:custGeom>
              <a:avLst/>
              <a:gdLst/>
              <a:ahLst/>
              <a:cxnLst/>
              <a:rect l="l" t="t" r="r" b="b"/>
              <a:pathLst>
                <a:path w="3810" h="502920">
                  <a:moveTo>
                    <a:pt x="3809" y="22860"/>
                  </a:moveTo>
                  <a:lnTo>
                    <a:pt x="0" y="22860"/>
                  </a:lnTo>
                  <a:lnTo>
                    <a:pt x="0" y="143510"/>
                  </a:lnTo>
                  <a:lnTo>
                    <a:pt x="3809" y="143510"/>
                  </a:lnTo>
                  <a:lnTo>
                    <a:pt x="3809" y="22860"/>
                  </a:lnTo>
                  <a:close/>
                </a:path>
                <a:path w="3810" h="502920">
                  <a:moveTo>
                    <a:pt x="3809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20320"/>
                  </a:lnTo>
                  <a:close/>
                </a:path>
                <a:path w="3810" h="502920">
                  <a:moveTo>
                    <a:pt x="3809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3809" y="19050"/>
                  </a:lnTo>
                  <a:lnTo>
                    <a:pt x="3809" y="16510"/>
                  </a:lnTo>
                  <a:close/>
                </a:path>
                <a:path w="3810" h="502920">
                  <a:moveTo>
                    <a:pt x="3809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3970"/>
                  </a:lnTo>
                  <a:close/>
                </a:path>
                <a:path w="3810" h="502920">
                  <a:moveTo>
                    <a:pt x="3809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3809" y="12700"/>
                  </a:lnTo>
                  <a:lnTo>
                    <a:pt x="3809" y="10160"/>
                  </a:lnTo>
                  <a:close/>
                </a:path>
                <a:path w="3810" h="502920">
                  <a:moveTo>
                    <a:pt x="3809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7620"/>
                  </a:lnTo>
                  <a:close/>
                </a:path>
                <a:path w="3810" h="502920">
                  <a:moveTo>
                    <a:pt x="3809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3810"/>
                  </a:lnTo>
                  <a:close/>
                </a:path>
                <a:path w="3810" h="502920">
                  <a:moveTo>
                    <a:pt x="3809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10" h="502920">
                  <a:moveTo>
                    <a:pt x="3809" y="496570"/>
                  </a:moveTo>
                  <a:lnTo>
                    <a:pt x="0" y="496570"/>
                  </a:lnTo>
                  <a:lnTo>
                    <a:pt x="0" y="502920"/>
                  </a:lnTo>
                  <a:lnTo>
                    <a:pt x="3809" y="502920"/>
                  </a:lnTo>
                  <a:lnTo>
                    <a:pt x="3809" y="496570"/>
                  </a:lnTo>
                  <a:close/>
                </a:path>
                <a:path w="3810" h="502920">
                  <a:moveTo>
                    <a:pt x="3809" y="490220"/>
                  </a:moveTo>
                  <a:lnTo>
                    <a:pt x="0" y="490220"/>
                  </a:lnTo>
                  <a:lnTo>
                    <a:pt x="0" y="495300"/>
                  </a:lnTo>
                  <a:lnTo>
                    <a:pt x="3809" y="495300"/>
                  </a:lnTo>
                  <a:lnTo>
                    <a:pt x="3809" y="490220"/>
                  </a:lnTo>
                  <a:close/>
                </a:path>
                <a:path w="3810" h="502920">
                  <a:moveTo>
                    <a:pt x="3809" y="483870"/>
                  </a:moveTo>
                  <a:lnTo>
                    <a:pt x="0" y="483870"/>
                  </a:lnTo>
                  <a:lnTo>
                    <a:pt x="0" y="488950"/>
                  </a:lnTo>
                  <a:lnTo>
                    <a:pt x="3809" y="488950"/>
                  </a:lnTo>
                  <a:lnTo>
                    <a:pt x="3809" y="483870"/>
                  </a:lnTo>
                  <a:close/>
                </a:path>
                <a:path w="3810" h="502920">
                  <a:moveTo>
                    <a:pt x="3809" y="477520"/>
                  </a:moveTo>
                  <a:lnTo>
                    <a:pt x="0" y="477520"/>
                  </a:lnTo>
                  <a:lnTo>
                    <a:pt x="0" y="482600"/>
                  </a:lnTo>
                  <a:lnTo>
                    <a:pt x="3809" y="482600"/>
                  </a:lnTo>
                  <a:lnTo>
                    <a:pt x="3809" y="477520"/>
                  </a:lnTo>
                  <a:close/>
                </a:path>
                <a:path w="3810" h="502920">
                  <a:moveTo>
                    <a:pt x="3809" y="471170"/>
                  </a:moveTo>
                  <a:lnTo>
                    <a:pt x="0" y="471170"/>
                  </a:lnTo>
                  <a:lnTo>
                    <a:pt x="0" y="476250"/>
                  </a:lnTo>
                  <a:lnTo>
                    <a:pt x="3809" y="476250"/>
                  </a:lnTo>
                  <a:lnTo>
                    <a:pt x="3809" y="471170"/>
                  </a:lnTo>
                  <a:close/>
                </a:path>
                <a:path w="3810" h="502920">
                  <a:moveTo>
                    <a:pt x="3809" y="464820"/>
                  </a:moveTo>
                  <a:lnTo>
                    <a:pt x="0" y="464820"/>
                  </a:lnTo>
                  <a:lnTo>
                    <a:pt x="0" y="469900"/>
                  </a:lnTo>
                  <a:lnTo>
                    <a:pt x="3809" y="469900"/>
                  </a:lnTo>
                  <a:lnTo>
                    <a:pt x="3809" y="464820"/>
                  </a:lnTo>
                  <a:close/>
                </a:path>
                <a:path w="3810" h="502920">
                  <a:moveTo>
                    <a:pt x="3809" y="458470"/>
                  </a:moveTo>
                  <a:lnTo>
                    <a:pt x="0" y="458470"/>
                  </a:lnTo>
                  <a:lnTo>
                    <a:pt x="0" y="463550"/>
                  </a:lnTo>
                  <a:lnTo>
                    <a:pt x="3809" y="463550"/>
                  </a:lnTo>
                  <a:lnTo>
                    <a:pt x="3809" y="458470"/>
                  </a:lnTo>
                  <a:close/>
                </a:path>
                <a:path w="3810" h="502920">
                  <a:moveTo>
                    <a:pt x="3809" y="452120"/>
                  </a:moveTo>
                  <a:lnTo>
                    <a:pt x="0" y="452120"/>
                  </a:lnTo>
                  <a:lnTo>
                    <a:pt x="0" y="457200"/>
                  </a:lnTo>
                  <a:lnTo>
                    <a:pt x="3809" y="457200"/>
                  </a:lnTo>
                  <a:lnTo>
                    <a:pt x="3809" y="452120"/>
                  </a:lnTo>
                  <a:close/>
                </a:path>
                <a:path w="3810" h="502920">
                  <a:moveTo>
                    <a:pt x="3809" y="445770"/>
                  </a:moveTo>
                  <a:lnTo>
                    <a:pt x="0" y="445770"/>
                  </a:lnTo>
                  <a:lnTo>
                    <a:pt x="0" y="450850"/>
                  </a:lnTo>
                  <a:lnTo>
                    <a:pt x="3809" y="450850"/>
                  </a:lnTo>
                  <a:lnTo>
                    <a:pt x="3809" y="445770"/>
                  </a:lnTo>
                  <a:close/>
                </a:path>
                <a:path w="3810" h="502920">
                  <a:moveTo>
                    <a:pt x="3809" y="439420"/>
                  </a:moveTo>
                  <a:lnTo>
                    <a:pt x="0" y="439420"/>
                  </a:lnTo>
                  <a:lnTo>
                    <a:pt x="0" y="444500"/>
                  </a:lnTo>
                  <a:lnTo>
                    <a:pt x="3809" y="444500"/>
                  </a:lnTo>
                  <a:lnTo>
                    <a:pt x="3809" y="439420"/>
                  </a:lnTo>
                  <a:close/>
                </a:path>
                <a:path w="3810" h="502920">
                  <a:moveTo>
                    <a:pt x="3809" y="433070"/>
                  </a:moveTo>
                  <a:lnTo>
                    <a:pt x="0" y="433070"/>
                  </a:lnTo>
                  <a:lnTo>
                    <a:pt x="0" y="438150"/>
                  </a:lnTo>
                  <a:lnTo>
                    <a:pt x="3809" y="438150"/>
                  </a:lnTo>
                  <a:lnTo>
                    <a:pt x="3809" y="433070"/>
                  </a:lnTo>
                  <a:close/>
                </a:path>
                <a:path w="3810" h="502920">
                  <a:moveTo>
                    <a:pt x="3809" y="426720"/>
                  </a:moveTo>
                  <a:lnTo>
                    <a:pt x="0" y="426720"/>
                  </a:lnTo>
                  <a:lnTo>
                    <a:pt x="0" y="431800"/>
                  </a:lnTo>
                  <a:lnTo>
                    <a:pt x="3809" y="431800"/>
                  </a:lnTo>
                  <a:lnTo>
                    <a:pt x="3809" y="426720"/>
                  </a:lnTo>
                  <a:close/>
                </a:path>
                <a:path w="3810" h="502920">
                  <a:moveTo>
                    <a:pt x="3809" y="420370"/>
                  </a:moveTo>
                  <a:lnTo>
                    <a:pt x="0" y="420370"/>
                  </a:lnTo>
                  <a:lnTo>
                    <a:pt x="0" y="425450"/>
                  </a:lnTo>
                  <a:lnTo>
                    <a:pt x="3809" y="425450"/>
                  </a:lnTo>
                  <a:lnTo>
                    <a:pt x="3809" y="420370"/>
                  </a:lnTo>
                  <a:close/>
                </a:path>
                <a:path w="3810" h="502920">
                  <a:moveTo>
                    <a:pt x="3809" y="414020"/>
                  </a:moveTo>
                  <a:lnTo>
                    <a:pt x="0" y="414020"/>
                  </a:lnTo>
                  <a:lnTo>
                    <a:pt x="0" y="419100"/>
                  </a:lnTo>
                  <a:lnTo>
                    <a:pt x="3809" y="419100"/>
                  </a:lnTo>
                  <a:lnTo>
                    <a:pt x="3809" y="414020"/>
                  </a:lnTo>
                  <a:close/>
                </a:path>
                <a:path w="3810" h="502920">
                  <a:moveTo>
                    <a:pt x="3809" y="407670"/>
                  </a:moveTo>
                  <a:lnTo>
                    <a:pt x="0" y="407670"/>
                  </a:lnTo>
                  <a:lnTo>
                    <a:pt x="0" y="412750"/>
                  </a:lnTo>
                  <a:lnTo>
                    <a:pt x="3809" y="412750"/>
                  </a:lnTo>
                  <a:lnTo>
                    <a:pt x="3809" y="407670"/>
                  </a:lnTo>
                  <a:close/>
                </a:path>
                <a:path w="3810" h="502920">
                  <a:moveTo>
                    <a:pt x="3809" y="144780"/>
                  </a:moveTo>
                  <a:lnTo>
                    <a:pt x="0" y="144780"/>
                  </a:lnTo>
                  <a:lnTo>
                    <a:pt x="0" y="406400"/>
                  </a:lnTo>
                  <a:lnTo>
                    <a:pt x="3809" y="406400"/>
                  </a:lnTo>
                  <a:lnTo>
                    <a:pt x="3809" y="144780"/>
                  </a:lnTo>
                  <a:close/>
                </a:path>
              </a:pathLst>
            </a:custGeom>
            <a:solidFill>
              <a:srgbClr val="C5B4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2" name="object 1732"/>
            <p:cNvSpPr/>
            <p:nvPr/>
          </p:nvSpPr>
          <p:spPr>
            <a:xfrm>
              <a:off x="2821939" y="2884169"/>
              <a:ext cx="3810" cy="502920"/>
            </a:xfrm>
            <a:custGeom>
              <a:avLst/>
              <a:gdLst/>
              <a:ahLst/>
              <a:cxnLst/>
              <a:rect l="l" t="t" r="r" b="b"/>
              <a:pathLst>
                <a:path w="3810" h="502920">
                  <a:moveTo>
                    <a:pt x="3810" y="22860"/>
                  </a:moveTo>
                  <a:lnTo>
                    <a:pt x="0" y="22860"/>
                  </a:lnTo>
                  <a:lnTo>
                    <a:pt x="0" y="143510"/>
                  </a:lnTo>
                  <a:lnTo>
                    <a:pt x="3810" y="143510"/>
                  </a:lnTo>
                  <a:lnTo>
                    <a:pt x="3810" y="22860"/>
                  </a:lnTo>
                  <a:close/>
                </a:path>
                <a:path w="3810" h="502920">
                  <a:moveTo>
                    <a:pt x="3810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20320"/>
                  </a:lnTo>
                  <a:close/>
                </a:path>
                <a:path w="3810" h="502920">
                  <a:moveTo>
                    <a:pt x="381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6510"/>
                  </a:lnTo>
                  <a:close/>
                </a:path>
                <a:path w="3810" h="502920">
                  <a:moveTo>
                    <a:pt x="3810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3970"/>
                  </a:lnTo>
                  <a:close/>
                </a:path>
                <a:path w="3810" h="502920">
                  <a:moveTo>
                    <a:pt x="381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10160"/>
                  </a:lnTo>
                  <a:close/>
                </a:path>
                <a:path w="3810" h="502920">
                  <a:moveTo>
                    <a:pt x="3810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7620"/>
                  </a:lnTo>
                  <a:close/>
                </a:path>
                <a:path w="3810" h="502920">
                  <a:moveTo>
                    <a:pt x="3810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3810"/>
                  </a:lnTo>
                  <a:close/>
                </a:path>
                <a:path w="3810" h="502920">
                  <a:moveTo>
                    <a:pt x="127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70" y="2539"/>
                  </a:lnTo>
                  <a:lnTo>
                    <a:pt x="1270" y="0"/>
                  </a:lnTo>
                  <a:close/>
                </a:path>
                <a:path w="3810" h="502920">
                  <a:moveTo>
                    <a:pt x="3810" y="496570"/>
                  </a:moveTo>
                  <a:lnTo>
                    <a:pt x="0" y="496570"/>
                  </a:lnTo>
                  <a:lnTo>
                    <a:pt x="0" y="502920"/>
                  </a:lnTo>
                  <a:lnTo>
                    <a:pt x="2540" y="502920"/>
                  </a:lnTo>
                  <a:lnTo>
                    <a:pt x="2540" y="501650"/>
                  </a:lnTo>
                  <a:lnTo>
                    <a:pt x="3810" y="501650"/>
                  </a:lnTo>
                  <a:lnTo>
                    <a:pt x="3810" y="496570"/>
                  </a:lnTo>
                  <a:close/>
                </a:path>
                <a:path w="3810" h="502920">
                  <a:moveTo>
                    <a:pt x="3810" y="490220"/>
                  </a:moveTo>
                  <a:lnTo>
                    <a:pt x="0" y="490220"/>
                  </a:lnTo>
                  <a:lnTo>
                    <a:pt x="0" y="495300"/>
                  </a:lnTo>
                  <a:lnTo>
                    <a:pt x="3810" y="495300"/>
                  </a:lnTo>
                  <a:lnTo>
                    <a:pt x="3810" y="490220"/>
                  </a:lnTo>
                  <a:close/>
                </a:path>
                <a:path w="3810" h="502920">
                  <a:moveTo>
                    <a:pt x="3810" y="483870"/>
                  </a:moveTo>
                  <a:lnTo>
                    <a:pt x="0" y="483870"/>
                  </a:lnTo>
                  <a:lnTo>
                    <a:pt x="0" y="488950"/>
                  </a:lnTo>
                  <a:lnTo>
                    <a:pt x="3810" y="488950"/>
                  </a:lnTo>
                  <a:lnTo>
                    <a:pt x="3810" y="483870"/>
                  </a:lnTo>
                  <a:close/>
                </a:path>
                <a:path w="3810" h="502920">
                  <a:moveTo>
                    <a:pt x="3810" y="477520"/>
                  </a:moveTo>
                  <a:lnTo>
                    <a:pt x="0" y="477520"/>
                  </a:lnTo>
                  <a:lnTo>
                    <a:pt x="0" y="482600"/>
                  </a:lnTo>
                  <a:lnTo>
                    <a:pt x="3810" y="482600"/>
                  </a:lnTo>
                  <a:lnTo>
                    <a:pt x="3810" y="477520"/>
                  </a:lnTo>
                  <a:close/>
                </a:path>
                <a:path w="3810" h="502920">
                  <a:moveTo>
                    <a:pt x="3810" y="471170"/>
                  </a:moveTo>
                  <a:lnTo>
                    <a:pt x="0" y="471170"/>
                  </a:lnTo>
                  <a:lnTo>
                    <a:pt x="0" y="476250"/>
                  </a:lnTo>
                  <a:lnTo>
                    <a:pt x="3810" y="476250"/>
                  </a:lnTo>
                  <a:lnTo>
                    <a:pt x="3810" y="471170"/>
                  </a:lnTo>
                  <a:close/>
                </a:path>
                <a:path w="3810" h="502920">
                  <a:moveTo>
                    <a:pt x="3810" y="464820"/>
                  </a:moveTo>
                  <a:lnTo>
                    <a:pt x="0" y="464820"/>
                  </a:lnTo>
                  <a:lnTo>
                    <a:pt x="0" y="469900"/>
                  </a:lnTo>
                  <a:lnTo>
                    <a:pt x="3810" y="469900"/>
                  </a:lnTo>
                  <a:lnTo>
                    <a:pt x="3810" y="464820"/>
                  </a:lnTo>
                  <a:close/>
                </a:path>
                <a:path w="3810" h="502920">
                  <a:moveTo>
                    <a:pt x="3810" y="458470"/>
                  </a:moveTo>
                  <a:lnTo>
                    <a:pt x="0" y="458470"/>
                  </a:lnTo>
                  <a:lnTo>
                    <a:pt x="0" y="463550"/>
                  </a:lnTo>
                  <a:lnTo>
                    <a:pt x="3810" y="463550"/>
                  </a:lnTo>
                  <a:lnTo>
                    <a:pt x="3810" y="458470"/>
                  </a:lnTo>
                  <a:close/>
                </a:path>
                <a:path w="3810" h="502920">
                  <a:moveTo>
                    <a:pt x="3810" y="452120"/>
                  </a:moveTo>
                  <a:lnTo>
                    <a:pt x="0" y="452120"/>
                  </a:lnTo>
                  <a:lnTo>
                    <a:pt x="0" y="457200"/>
                  </a:lnTo>
                  <a:lnTo>
                    <a:pt x="3810" y="457200"/>
                  </a:lnTo>
                  <a:lnTo>
                    <a:pt x="3810" y="452120"/>
                  </a:lnTo>
                  <a:close/>
                </a:path>
                <a:path w="3810" h="502920">
                  <a:moveTo>
                    <a:pt x="3810" y="445770"/>
                  </a:moveTo>
                  <a:lnTo>
                    <a:pt x="0" y="445770"/>
                  </a:lnTo>
                  <a:lnTo>
                    <a:pt x="0" y="450850"/>
                  </a:lnTo>
                  <a:lnTo>
                    <a:pt x="3810" y="450850"/>
                  </a:lnTo>
                  <a:lnTo>
                    <a:pt x="3810" y="445770"/>
                  </a:lnTo>
                  <a:close/>
                </a:path>
                <a:path w="3810" h="502920">
                  <a:moveTo>
                    <a:pt x="3810" y="439420"/>
                  </a:moveTo>
                  <a:lnTo>
                    <a:pt x="0" y="439420"/>
                  </a:lnTo>
                  <a:lnTo>
                    <a:pt x="0" y="444500"/>
                  </a:lnTo>
                  <a:lnTo>
                    <a:pt x="3810" y="444500"/>
                  </a:lnTo>
                  <a:lnTo>
                    <a:pt x="3810" y="439420"/>
                  </a:lnTo>
                  <a:close/>
                </a:path>
                <a:path w="3810" h="502920">
                  <a:moveTo>
                    <a:pt x="3810" y="433070"/>
                  </a:moveTo>
                  <a:lnTo>
                    <a:pt x="0" y="433070"/>
                  </a:lnTo>
                  <a:lnTo>
                    <a:pt x="0" y="438150"/>
                  </a:lnTo>
                  <a:lnTo>
                    <a:pt x="3810" y="438150"/>
                  </a:lnTo>
                  <a:lnTo>
                    <a:pt x="3810" y="433070"/>
                  </a:lnTo>
                  <a:close/>
                </a:path>
                <a:path w="3810" h="502920">
                  <a:moveTo>
                    <a:pt x="3810" y="426720"/>
                  </a:moveTo>
                  <a:lnTo>
                    <a:pt x="0" y="426720"/>
                  </a:lnTo>
                  <a:lnTo>
                    <a:pt x="0" y="431800"/>
                  </a:lnTo>
                  <a:lnTo>
                    <a:pt x="3810" y="431800"/>
                  </a:lnTo>
                  <a:lnTo>
                    <a:pt x="3810" y="426720"/>
                  </a:lnTo>
                  <a:close/>
                </a:path>
                <a:path w="3810" h="502920">
                  <a:moveTo>
                    <a:pt x="3810" y="420370"/>
                  </a:moveTo>
                  <a:lnTo>
                    <a:pt x="0" y="420370"/>
                  </a:lnTo>
                  <a:lnTo>
                    <a:pt x="0" y="425450"/>
                  </a:lnTo>
                  <a:lnTo>
                    <a:pt x="3810" y="425450"/>
                  </a:lnTo>
                  <a:lnTo>
                    <a:pt x="3810" y="420370"/>
                  </a:lnTo>
                  <a:close/>
                </a:path>
                <a:path w="3810" h="502920">
                  <a:moveTo>
                    <a:pt x="3810" y="414020"/>
                  </a:moveTo>
                  <a:lnTo>
                    <a:pt x="0" y="414020"/>
                  </a:lnTo>
                  <a:lnTo>
                    <a:pt x="0" y="419100"/>
                  </a:lnTo>
                  <a:lnTo>
                    <a:pt x="3810" y="419100"/>
                  </a:lnTo>
                  <a:lnTo>
                    <a:pt x="3810" y="414020"/>
                  </a:lnTo>
                  <a:close/>
                </a:path>
                <a:path w="3810" h="502920">
                  <a:moveTo>
                    <a:pt x="3810" y="407670"/>
                  </a:moveTo>
                  <a:lnTo>
                    <a:pt x="0" y="407670"/>
                  </a:lnTo>
                  <a:lnTo>
                    <a:pt x="0" y="412750"/>
                  </a:lnTo>
                  <a:lnTo>
                    <a:pt x="3810" y="412750"/>
                  </a:lnTo>
                  <a:lnTo>
                    <a:pt x="3810" y="407670"/>
                  </a:lnTo>
                  <a:close/>
                </a:path>
                <a:path w="3810" h="502920">
                  <a:moveTo>
                    <a:pt x="3810" y="144780"/>
                  </a:moveTo>
                  <a:lnTo>
                    <a:pt x="0" y="144780"/>
                  </a:lnTo>
                  <a:lnTo>
                    <a:pt x="0" y="406400"/>
                  </a:lnTo>
                  <a:lnTo>
                    <a:pt x="3810" y="406400"/>
                  </a:lnTo>
                  <a:lnTo>
                    <a:pt x="3810" y="144780"/>
                  </a:lnTo>
                  <a:close/>
                </a:path>
              </a:pathLst>
            </a:custGeom>
            <a:solidFill>
              <a:srgbClr val="C5B3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3" name="object 1733"/>
            <p:cNvSpPr/>
            <p:nvPr/>
          </p:nvSpPr>
          <p:spPr>
            <a:xfrm>
              <a:off x="2825750" y="2886710"/>
              <a:ext cx="3810" cy="499109"/>
            </a:xfrm>
            <a:custGeom>
              <a:avLst/>
              <a:gdLst/>
              <a:ahLst/>
              <a:cxnLst/>
              <a:rect l="l" t="t" r="r" b="b"/>
              <a:pathLst>
                <a:path w="3810" h="499110">
                  <a:moveTo>
                    <a:pt x="3810" y="20320"/>
                  </a:moveTo>
                  <a:lnTo>
                    <a:pt x="0" y="20320"/>
                  </a:lnTo>
                  <a:lnTo>
                    <a:pt x="0" y="140970"/>
                  </a:lnTo>
                  <a:lnTo>
                    <a:pt x="3810" y="140970"/>
                  </a:lnTo>
                  <a:lnTo>
                    <a:pt x="3810" y="20320"/>
                  </a:lnTo>
                  <a:close/>
                </a:path>
                <a:path w="3810" h="499110">
                  <a:moveTo>
                    <a:pt x="3810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7780"/>
                  </a:lnTo>
                  <a:close/>
                </a:path>
                <a:path w="3810" h="499110">
                  <a:moveTo>
                    <a:pt x="3810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70"/>
                  </a:lnTo>
                  <a:close/>
                </a:path>
                <a:path w="3810" h="499110">
                  <a:moveTo>
                    <a:pt x="3810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11430"/>
                  </a:lnTo>
                  <a:close/>
                </a:path>
                <a:path w="3810" h="499110">
                  <a:moveTo>
                    <a:pt x="3810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20"/>
                  </a:lnTo>
                  <a:close/>
                </a:path>
                <a:path w="3810" h="499110">
                  <a:moveTo>
                    <a:pt x="3810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5080"/>
                  </a:lnTo>
                  <a:close/>
                </a:path>
                <a:path w="3810" h="499110">
                  <a:moveTo>
                    <a:pt x="126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3810" h="499110">
                  <a:moveTo>
                    <a:pt x="3810" y="494030"/>
                  </a:moveTo>
                  <a:lnTo>
                    <a:pt x="0" y="494030"/>
                  </a:lnTo>
                  <a:lnTo>
                    <a:pt x="0" y="499110"/>
                  </a:lnTo>
                  <a:lnTo>
                    <a:pt x="3810" y="499110"/>
                  </a:lnTo>
                  <a:lnTo>
                    <a:pt x="3810" y="494030"/>
                  </a:lnTo>
                  <a:close/>
                </a:path>
                <a:path w="3810" h="499110">
                  <a:moveTo>
                    <a:pt x="3810" y="487680"/>
                  </a:moveTo>
                  <a:lnTo>
                    <a:pt x="0" y="487680"/>
                  </a:lnTo>
                  <a:lnTo>
                    <a:pt x="0" y="492760"/>
                  </a:lnTo>
                  <a:lnTo>
                    <a:pt x="3810" y="492760"/>
                  </a:lnTo>
                  <a:lnTo>
                    <a:pt x="3810" y="487680"/>
                  </a:lnTo>
                  <a:close/>
                </a:path>
                <a:path w="3810" h="499110">
                  <a:moveTo>
                    <a:pt x="3810" y="481330"/>
                  </a:moveTo>
                  <a:lnTo>
                    <a:pt x="0" y="481330"/>
                  </a:lnTo>
                  <a:lnTo>
                    <a:pt x="0" y="486410"/>
                  </a:lnTo>
                  <a:lnTo>
                    <a:pt x="3810" y="486410"/>
                  </a:lnTo>
                  <a:lnTo>
                    <a:pt x="3810" y="481330"/>
                  </a:lnTo>
                  <a:close/>
                </a:path>
                <a:path w="3810" h="499110">
                  <a:moveTo>
                    <a:pt x="3810" y="474980"/>
                  </a:moveTo>
                  <a:lnTo>
                    <a:pt x="0" y="474980"/>
                  </a:lnTo>
                  <a:lnTo>
                    <a:pt x="0" y="480060"/>
                  </a:lnTo>
                  <a:lnTo>
                    <a:pt x="3810" y="480060"/>
                  </a:lnTo>
                  <a:lnTo>
                    <a:pt x="3810" y="474980"/>
                  </a:lnTo>
                  <a:close/>
                </a:path>
                <a:path w="3810" h="499110">
                  <a:moveTo>
                    <a:pt x="3810" y="468630"/>
                  </a:moveTo>
                  <a:lnTo>
                    <a:pt x="0" y="468630"/>
                  </a:lnTo>
                  <a:lnTo>
                    <a:pt x="0" y="473710"/>
                  </a:lnTo>
                  <a:lnTo>
                    <a:pt x="3810" y="473710"/>
                  </a:lnTo>
                  <a:lnTo>
                    <a:pt x="3810" y="468630"/>
                  </a:lnTo>
                  <a:close/>
                </a:path>
                <a:path w="3810" h="499110">
                  <a:moveTo>
                    <a:pt x="3810" y="462280"/>
                  </a:moveTo>
                  <a:lnTo>
                    <a:pt x="0" y="462280"/>
                  </a:lnTo>
                  <a:lnTo>
                    <a:pt x="0" y="467360"/>
                  </a:lnTo>
                  <a:lnTo>
                    <a:pt x="3810" y="467360"/>
                  </a:lnTo>
                  <a:lnTo>
                    <a:pt x="3810" y="462280"/>
                  </a:lnTo>
                  <a:close/>
                </a:path>
                <a:path w="3810" h="499110">
                  <a:moveTo>
                    <a:pt x="3810" y="455930"/>
                  </a:moveTo>
                  <a:lnTo>
                    <a:pt x="0" y="455930"/>
                  </a:lnTo>
                  <a:lnTo>
                    <a:pt x="0" y="461010"/>
                  </a:lnTo>
                  <a:lnTo>
                    <a:pt x="3810" y="461010"/>
                  </a:lnTo>
                  <a:lnTo>
                    <a:pt x="3810" y="455930"/>
                  </a:lnTo>
                  <a:close/>
                </a:path>
                <a:path w="3810" h="499110">
                  <a:moveTo>
                    <a:pt x="3810" y="449580"/>
                  </a:moveTo>
                  <a:lnTo>
                    <a:pt x="0" y="449580"/>
                  </a:lnTo>
                  <a:lnTo>
                    <a:pt x="0" y="454660"/>
                  </a:lnTo>
                  <a:lnTo>
                    <a:pt x="3810" y="454660"/>
                  </a:lnTo>
                  <a:lnTo>
                    <a:pt x="3810" y="449580"/>
                  </a:lnTo>
                  <a:close/>
                </a:path>
                <a:path w="3810" h="499110">
                  <a:moveTo>
                    <a:pt x="3810" y="443230"/>
                  </a:moveTo>
                  <a:lnTo>
                    <a:pt x="0" y="443230"/>
                  </a:lnTo>
                  <a:lnTo>
                    <a:pt x="0" y="448310"/>
                  </a:lnTo>
                  <a:lnTo>
                    <a:pt x="3810" y="448310"/>
                  </a:lnTo>
                  <a:lnTo>
                    <a:pt x="3810" y="443230"/>
                  </a:lnTo>
                  <a:close/>
                </a:path>
                <a:path w="3810" h="499110">
                  <a:moveTo>
                    <a:pt x="3810" y="436880"/>
                  </a:moveTo>
                  <a:lnTo>
                    <a:pt x="0" y="436880"/>
                  </a:lnTo>
                  <a:lnTo>
                    <a:pt x="0" y="441960"/>
                  </a:lnTo>
                  <a:lnTo>
                    <a:pt x="3810" y="441960"/>
                  </a:lnTo>
                  <a:lnTo>
                    <a:pt x="3810" y="436880"/>
                  </a:lnTo>
                  <a:close/>
                </a:path>
                <a:path w="3810" h="499110">
                  <a:moveTo>
                    <a:pt x="3810" y="430530"/>
                  </a:moveTo>
                  <a:lnTo>
                    <a:pt x="0" y="430530"/>
                  </a:lnTo>
                  <a:lnTo>
                    <a:pt x="0" y="435610"/>
                  </a:lnTo>
                  <a:lnTo>
                    <a:pt x="3810" y="435610"/>
                  </a:lnTo>
                  <a:lnTo>
                    <a:pt x="3810" y="430530"/>
                  </a:lnTo>
                  <a:close/>
                </a:path>
                <a:path w="3810" h="499110">
                  <a:moveTo>
                    <a:pt x="3810" y="424180"/>
                  </a:moveTo>
                  <a:lnTo>
                    <a:pt x="0" y="424180"/>
                  </a:lnTo>
                  <a:lnTo>
                    <a:pt x="0" y="429260"/>
                  </a:lnTo>
                  <a:lnTo>
                    <a:pt x="3810" y="429260"/>
                  </a:lnTo>
                  <a:lnTo>
                    <a:pt x="3810" y="424180"/>
                  </a:lnTo>
                  <a:close/>
                </a:path>
                <a:path w="3810" h="499110">
                  <a:moveTo>
                    <a:pt x="3810" y="417830"/>
                  </a:moveTo>
                  <a:lnTo>
                    <a:pt x="0" y="417830"/>
                  </a:lnTo>
                  <a:lnTo>
                    <a:pt x="0" y="422910"/>
                  </a:lnTo>
                  <a:lnTo>
                    <a:pt x="3810" y="422910"/>
                  </a:lnTo>
                  <a:lnTo>
                    <a:pt x="3810" y="417830"/>
                  </a:lnTo>
                  <a:close/>
                </a:path>
                <a:path w="3810" h="499110">
                  <a:moveTo>
                    <a:pt x="3810" y="411480"/>
                  </a:moveTo>
                  <a:lnTo>
                    <a:pt x="0" y="411480"/>
                  </a:lnTo>
                  <a:lnTo>
                    <a:pt x="0" y="416560"/>
                  </a:lnTo>
                  <a:lnTo>
                    <a:pt x="3810" y="416560"/>
                  </a:lnTo>
                  <a:lnTo>
                    <a:pt x="3810" y="411480"/>
                  </a:lnTo>
                  <a:close/>
                </a:path>
                <a:path w="3810" h="499110">
                  <a:moveTo>
                    <a:pt x="3810" y="405130"/>
                  </a:moveTo>
                  <a:lnTo>
                    <a:pt x="0" y="405130"/>
                  </a:lnTo>
                  <a:lnTo>
                    <a:pt x="0" y="410210"/>
                  </a:lnTo>
                  <a:lnTo>
                    <a:pt x="3810" y="410210"/>
                  </a:lnTo>
                  <a:lnTo>
                    <a:pt x="3810" y="405130"/>
                  </a:lnTo>
                  <a:close/>
                </a:path>
                <a:path w="3810" h="499110">
                  <a:moveTo>
                    <a:pt x="3810" y="142240"/>
                  </a:moveTo>
                  <a:lnTo>
                    <a:pt x="0" y="142240"/>
                  </a:lnTo>
                  <a:lnTo>
                    <a:pt x="0" y="403860"/>
                  </a:lnTo>
                  <a:lnTo>
                    <a:pt x="3810" y="403860"/>
                  </a:lnTo>
                  <a:lnTo>
                    <a:pt x="3810" y="142240"/>
                  </a:lnTo>
                  <a:close/>
                </a:path>
              </a:pathLst>
            </a:custGeom>
            <a:solidFill>
              <a:srgbClr val="C4B2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4" name="object 1734"/>
            <p:cNvSpPr/>
            <p:nvPr/>
          </p:nvSpPr>
          <p:spPr>
            <a:xfrm>
              <a:off x="2829560" y="2890519"/>
              <a:ext cx="3810" cy="497840"/>
            </a:xfrm>
            <a:custGeom>
              <a:avLst/>
              <a:gdLst/>
              <a:ahLst/>
              <a:cxnLst/>
              <a:rect l="l" t="t" r="r" b="b"/>
              <a:pathLst>
                <a:path w="3810" h="497839">
                  <a:moveTo>
                    <a:pt x="3809" y="16510"/>
                  </a:moveTo>
                  <a:lnTo>
                    <a:pt x="0" y="16510"/>
                  </a:lnTo>
                  <a:lnTo>
                    <a:pt x="0" y="137160"/>
                  </a:lnTo>
                  <a:lnTo>
                    <a:pt x="3809" y="137160"/>
                  </a:lnTo>
                  <a:lnTo>
                    <a:pt x="3809" y="16510"/>
                  </a:lnTo>
                  <a:close/>
                </a:path>
                <a:path w="3810" h="497839">
                  <a:moveTo>
                    <a:pt x="3809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3970"/>
                  </a:lnTo>
                  <a:close/>
                </a:path>
                <a:path w="3810" h="497839">
                  <a:moveTo>
                    <a:pt x="3809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3809" y="12700"/>
                  </a:lnTo>
                  <a:lnTo>
                    <a:pt x="3809" y="10160"/>
                  </a:lnTo>
                  <a:close/>
                </a:path>
                <a:path w="3810" h="497839">
                  <a:moveTo>
                    <a:pt x="3809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7620"/>
                  </a:lnTo>
                  <a:close/>
                </a:path>
                <a:path w="3810" h="497839">
                  <a:moveTo>
                    <a:pt x="3809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3810"/>
                  </a:lnTo>
                  <a:close/>
                </a:path>
                <a:path w="3810" h="497839">
                  <a:moveTo>
                    <a:pt x="3809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10" h="497839">
                  <a:moveTo>
                    <a:pt x="3809" y="496570"/>
                  </a:moveTo>
                  <a:lnTo>
                    <a:pt x="1269" y="496570"/>
                  </a:lnTo>
                  <a:lnTo>
                    <a:pt x="1269" y="497840"/>
                  </a:lnTo>
                  <a:lnTo>
                    <a:pt x="3809" y="497840"/>
                  </a:lnTo>
                  <a:lnTo>
                    <a:pt x="3809" y="496570"/>
                  </a:lnTo>
                  <a:close/>
                </a:path>
                <a:path w="3810" h="497839">
                  <a:moveTo>
                    <a:pt x="3809" y="490220"/>
                  </a:moveTo>
                  <a:lnTo>
                    <a:pt x="0" y="490220"/>
                  </a:lnTo>
                  <a:lnTo>
                    <a:pt x="0" y="495300"/>
                  </a:lnTo>
                  <a:lnTo>
                    <a:pt x="3809" y="495300"/>
                  </a:lnTo>
                  <a:lnTo>
                    <a:pt x="3809" y="490220"/>
                  </a:lnTo>
                  <a:close/>
                </a:path>
                <a:path w="3810" h="497839">
                  <a:moveTo>
                    <a:pt x="3809" y="483870"/>
                  </a:moveTo>
                  <a:lnTo>
                    <a:pt x="0" y="483870"/>
                  </a:lnTo>
                  <a:lnTo>
                    <a:pt x="0" y="488950"/>
                  </a:lnTo>
                  <a:lnTo>
                    <a:pt x="3809" y="488950"/>
                  </a:lnTo>
                  <a:lnTo>
                    <a:pt x="3809" y="483870"/>
                  </a:lnTo>
                  <a:close/>
                </a:path>
                <a:path w="3810" h="497839">
                  <a:moveTo>
                    <a:pt x="3809" y="477520"/>
                  </a:moveTo>
                  <a:lnTo>
                    <a:pt x="0" y="477520"/>
                  </a:lnTo>
                  <a:lnTo>
                    <a:pt x="0" y="482600"/>
                  </a:lnTo>
                  <a:lnTo>
                    <a:pt x="3809" y="482600"/>
                  </a:lnTo>
                  <a:lnTo>
                    <a:pt x="3809" y="477520"/>
                  </a:lnTo>
                  <a:close/>
                </a:path>
                <a:path w="3810" h="497839">
                  <a:moveTo>
                    <a:pt x="3809" y="471170"/>
                  </a:moveTo>
                  <a:lnTo>
                    <a:pt x="0" y="471170"/>
                  </a:lnTo>
                  <a:lnTo>
                    <a:pt x="0" y="476250"/>
                  </a:lnTo>
                  <a:lnTo>
                    <a:pt x="3809" y="476250"/>
                  </a:lnTo>
                  <a:lnTo>
                    <a:pt x="3809" y="471170"/>
                  </a:lnTo>
                  <a:close/>
                </a:path>
                <a:path w="3810" h="497839">
                  <a:moveTo>
                    <a:pt x="3809" y="464820"/>
                  </a:moveTo>
                  <a:lnTo>
                    <a:pt x="0" y="464820"/>
                  </a:lnTo>
                  <a:lnTo>
                    <a:pt x="0" y="469900"/>
                  </a:lnTo>
                  <a:lnTo>
                    <a:pt x="3809" y="469900"/>
                  </a:lnTo>
                  <a:lnTo>
                    <a:pt x="3809" y="464820"/>
                  </a:lnTo>
                  <a:close/>
                </a:path>
                <a:path w="3810" h="497839">
                  <a:moveTo>
                    <a:pt x="3809" y="458470"/>
                  </a:moveTo>
                  <a:lnTo>
                    <a:pt x="0" y="458470"/>
                  </a:lnTo>
                  <a:lnTo>
                    <a:pt x="0" y="463550"/>
                  </a:lnTo>
                  <a:lnTo>
                    <a:pt x="3809" y="463550"/>
                  </a:lnTo>
                  <a:lnTo>
                    <a:pt x="3809" y="458470"/>
                  </a:lnTo>
                  <a:close/>
                </a:path>
                <a:path w="3810" h="497839">
                  <a:moveTo>
                    <a:pt x="3809" y="452120"/>
                  </a:moveTo>
                  <a:lnTo>
                    <a:pt x="0" y="452120"/>
                  </a:lnTo>
                  <a:lnTo>
                    <a:pt x="0" y="457200"/>
                  </a:lnTo>
                  <a:lnTo>
                    <a:pt x="3809" y="457200"/>
                  </a:lnTo>
                  <a:lnTo>
                    <a:pt x="3809" y="452120"/>
                  </a:lnTo>
                  <a:close/>
                </a:path>
                <a:path w="3810" h="497839">
                  <a:moveTo>
                    <a:pt x="3809" y="445770"/>
                  </a:moveTo>
                  <a:lnTo>
                    <a:pt x="0" y="445770"/>
                  </a:lnTo>
                  <a:lnTo>
                    <a:pt x="0" y="450850"/>
                  </a:lnTo>
                  <a:lnTo>
                    <a:pt x="3809" y="450850"/>
                  </a:lnTo>
                  <a:lnTo>
                    <a:pt x="3809" y="445770"/>
                  </a:lnTo>
                  <a:close/>
                </a:path>
                <a:path w="3810" h="497839">
                  <a:moveTo>
                    <a:pt x="3809" y="439420"/>
                  </a:moveTo>
                  <a:lnTo>
                    <a:pt x="0" y="439420"/>
                  </a:lnTo>
                  <a:lnTo>
                    <a:pt x="0" y="444500"/>
                  </a:lnTo>
                  <a:lnTo>
                    <a:pt x="3809" y="444500"/>
                  </a:lnTo>
                  <a:lnTo>
                    <a:pt x="3809" y="439420"/>
                  </a:lnTo>
                  <a:close/>
                </a:path>
                <a:path w="3810" h="497839">
                  <a:moveTo>
                    <a:pt x="3809" y="433070"/>
                  </a:moveTo>
                  <a:lnTo>
                    <a:pt x="0" y="433070"/>
                  </a:lnTo>
                  <a:lnTo>
                    <a:pt x="0" y="438150"/>
                  </a:lnTo>
                  <a:lnTo>
                    <a:pt x="3809" y="438150"/>
                  </a:lnTo>
                  <a:lnTo>
                    <a:pt x="3809" y="433070"/>
                  </a:lnTo>
                  <a:close/>
                </a:path>
                <a:path w="3810" h="497839">
                  <a:moveTo>
                    <a:pt x="3809" y="426720"/>
                  </a:moveTo>
                  <a:lnTo>
                    <a:pt x="0" y="426720"/>
                  </a:lnTo>
                  <a:lnTo>
                    <a:pt x="0" y="431800"/>
                  </a:lnTo>
                  <a:lnTo>
                    <a:pt x="3809" y="431800"/>
                  </a:lnTo>
                  <a:lnTo>
                    <a:pt x="3809" y="426720"/>
                  </a:lnTo>
                  <a:close/>
                </a:path>
                <a:path w="3810" h="497839">
                  <a:moveTo>
                    <a:pt x="3809" y="420370"/>
                  </a:moveTo>
                  <a:lnTo>
                    <a:pt x="0" y="420370"/>
                  </a:lnTo>
                  <a:lnTo>
                    <a:pt x="0" y="425450"/>
                  </a:lnTo>
                  <a:lnTo>
                    <a:pt x="3809" y="425450"/>
                  </a:lnTo>
                  <a:lnTo>
                    <a:pt x="3809" y="420370"/>
                  </a:lnTo>
                  <a:close/>
                </a:path>
                <a:path w="3810" h="497839">
                  <a:moveTo>
                    <a:pt x="3809" y="414020"/>
                  </a:moveTo>
                  <a:lnTo>
                    <a:pt x="0" y="414020"/>
                  </a:lnTo>
                  <a:lnTo>
                    <a:pt x="0" y="419100"/>
                  </a:lnTo>
                  <a:lnTo>
                    <a:pt x="3809" y="419100"/>
                  </a:lnTo>
                  <a:lnTo>
                    <a:pt x="3809" y="414020"/>
                  </a:lnTo>
                  <a:close/>
                </a:path>
                <a:path w="3810" h="497839">
                  <a:moveTo>
                    <a:pt x="3809" y="407670"/>
                  </a:moveTo>
                  <a:lnTo>
                    <a:pt x="0" y="407670"/>
                  </a:lnTo>
                  <a:lnTo>
                    <a:pt x="0" y="412750"/>
                  </a:lnTo>
                  <a:lnTo>
                    <a:pt x="3809" y="412750"/>
                  </a:lnTo>
                  <a:lnTo>
                    <a:pt x="3809" y="407670"/>
                  </a:lnTo>
                  <a:close/>
                </a:path>
                <a:path w="3810" h="497839">
                  <a:moveTo>
                    <a:pt x="3809" y="401320"/>
                  </a:moveTo>
                  <a:lnTo>
                    <a:pt x="0" y="401320"/>
                  </a:lnTo>
                  <a:lnTo>
                    <a:pt x="0" y="406400"/>
                  </a:lnTo>
                  <a:lnTo>
                    <a:pt x="3809" y="406400"/>
                  </a:lnTo>
                  <a:lnTo>
                    <a:pt x="3809" y="401320"/>
                  </a:lnTo>
                  <a:close/>
                </a:path>
                <a:path w="3810" h="497839">
                  <a:moveTo>
                    <a:pt x="3809" y="138430"/>
                  </a:moveTo>
                  <a:lnTo>
                    <a:pt x="0" y="138430"/>
                  </a:lnTo>
                  <a:lnTo>
                    <a:pt x="0" y="400050"/>
                  </a:lnTo>
                  <a:lnTo>
                    <a:pt x="3809" y="400050"/>
                  </a:lnTo>
                  <a:lnTo>
                    <a:pt x="3809" y="138430"/>
                  </a:lnTo>
                  <a:close/>
                </a:path>
              </a:pathLst>
            </a:custGeom>
            <a:solidFill>
              <a:srgbClr val="C3B1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5" name="object 1735"/>
            <p:cNvSpPr/>
            <p:nvPr/>
          </p:nvSpPr>
          <p:spPr>
            <a:xfrm>
              <a:off x="2833369" y="2893060"/>
              <a:ext cx="3810" cy="495300"/>
            </a:xfrm>
            <a:custGeom>
              <a:avLst/>
              <a:gdLst/>
              <a:ahLst/>
              <a:cxnLst/>
              <a:rect l="l" t="t" r="r" b="b"/>
              <a:pathLst>
                <a:path w="3810" h="495300">
                  <a:moveTo>
                    <a:pt x="3810" y="13970"/>
                  </a:moveTo>
                  <a:lnTo>
                    <a:pt x="0" y="13970"/>
                  </a:lnTo>
                  <a:lnTo>
                    <a:pt x="0" y="134620"/>
                  </a:lnTo>
                  <a:lnTo>
                    <a:pt x="3810" y="134620"/>
                  </a:lnTo>
                  <a:lnTo>
                    <a:pt x="3810" y="13970"/>
                  </a:lnTo>
                  <a:close/>
                </a:path>
                <a:path w="3810" h="495300">
                  <a:moveTo>
                    <a:pt x="3810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11430"/>
                  </a:lnTo>
                  <a:close/>
                </a:path>
                <a:path w="3810" h="495300">
                  <a:moveTo>
                    <a:pt x="3810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20"/>
                  </a:lnTo>
                  <a:close/>
                </a:path>
                <a:path w="3810" h="495300">
                  <a:moveTo>
                    <a:pt x="3810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5080"/>
                  </a:lnTo>
                  <a:close/>
                </a:path>
                <a:path w="3810" h="495300">
                  <a:moveTo>
                    <a:pt x="38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10" h="495300">
                  <a:moveTo>
                    <a:pt x="3810" y="494030"/>
                  </a:moveTo>
                  <a:lnTo>
                    <a:pt x="0" y="494030"/>
                  </a:lnTo>
                  <a:lnTo>
                    <a:pt x="0" y="495300"/>
                  </a:lnTo>
                  <a:lnTo>
                    <a:pt x="3810" y="495300"/>
                  </a:lnTo>
                  <a:lnTo>
                    <a:pt x="3810" y="494030"/>
                  </a:lnTo>
                  <a:close/>
                </a:path>
                <a:path w="3810" h="495300">
                  <a:moveTo>
                    <a:pt x="3810" y="487680"/>
                  </a:moveTo>
                  <a:lnTo>
                    <a:pt x="0" y="487680"/>
                  </a:lnTo>
                  <a:lnTo>
                    <a:pt x="0" y="492760"/>
                  </a:lnTo>
                  <a:lnTo>
                    <a:pt x="3810" y="492760"/>
                  </a:lnTo>
                  <a:lnTo>
                    <a:pt x="3810" y="487680"/>
                  </a:lnTo>
                  <a:close/>
                </a:path>
                <a:path w="3810" h="495300">
                  <a:moveTo>
                    <a:pt x="3810" y="481330"/>
                  </a:moveTo>
                  <a:lnTo>
                    <a:pt x="0" y="481330"/>
                  </a:lnTo>
                  <a:lnTo>
                    <a:pt x="0" y="486410"/>
                  </a:lnTo>
                  <a:lnTo>
                    <a:pt x="3810" y="486410"/>
                  </a:lnTo>
                  <a:lnTo>
                    <a:pt x="3810" y="481330"/>
                  </a:lnTo>
                  <a:close/>
                </a:path>
                <a:path w="3810" h="495300">
                  <a:moveTo>
                    <a:pt x="3810" y="474980"/>
                  </a:moveTo>
                  <a:lnTo>
                    <a:pt x="0" y="474980"/>
                  </a:lnTo>
                  <a:lnTo>
                    <a:pt x="0" y="480060"/>
                  </a:lnTo>
                  <a:lnTo>
                    <a:pt x="3810" y="480060"/>
                  </a:lnTo>
                  <a:lnTo>
                    <a:pt x="3810" y="474980"/>
                  </a:lnTo>
                  <a:close/>
                </a:path>
                <a:path w="3810" h="495300">
                  <a:moveTo>
                    <a:pt x="3810" y="468630"/>
                  </a:moveTo>
                  <a:lnTo>
                    <a:pt x="0" y="468630"/>
                  </a:lnTo>
                  <a:lnTo>
                    <a:pt x="0" y="473710"/>
                  </a:lnTo>
                  <a:lnTo>
                    <a:pt x="3810" y="473710"/>
                  </a:lnTo>
                  <a:lnTo>
                    <a:pt x="3810" y="468630"/>
                  </a:lnTo>
                  <a:close/>
                </a:path>
                <a:path w="3810" h="495300">
                  <a:moveTo>
                    <a:pt x="3810" y="462280"/>
                  </a:moveTo>
                  <a:lnTo>
                    <a:pt x="0" y="462280"/>
                  </a:lnTo>
                  <a:lnTo>
                    <a:pt x="0" y="467360"/>
                  </a:lnTo>
                  <a:lnTo>
                    <a:pt x="3810" y="467360"/>
                  </a:lnTo>
                  <a:lnTo>
                    <a:pt x="3810" y="462280"/>
                  </a:lnTo>
                  <a:close/>
                </a:path>
                <a:path w="3810" h="495300">
                  <a:moveTo>
                    <a:pt x="3810" y="455930"/>
                  </a:moveTo>
                  <a:lnTo>
                    <a:pt x="0" y="455930"/>
                  </a:lnTo>
                  <a:lnTo>
                    <a:pt x="0" y="461010"/>
                  </a:lnTo>
                  <a:lnTo>
                    <a:pt x="3810" y="461010"/>
                  </a:lnTo>
                  <a:lnTo>
                    <a:pt x="3810" y="455930"/>
                  </a:lnTo>
                  <a:close/>
                </a:path>
                <a:path w="3810" h="495300">
                  <a:moveTo>
                    <a:pt x="3810" y="449580"/>
                  </a:moveTo>
                  <a:lnTo>
                    <a:pt x="0" y="449580"/>
                  </a:lnTo>
                  <a:lnTo>
                    <a:pt x="0" y="454660"/>
                  </a:lnTo>
                  <a:lnTo>
                    <a:pt x="3810" y="454660"/>
                  </a:lnTo>
                  <a:lnTo>
                    <a:pt x="3810" y="449580"/>
                  </a:lnTo>
                  <a:close/>
                </a:path>
                <a:path w="3810" h="495300">
                  <a:moveTo>
                    <a:pt x="3810" y="443230"/>
                  </a:moveTo>
                  <a:lnTo>
                    <a:pt x="0" y="443230"/>
                  </a:lnTo>
                  <a:lnTo>
                    <a:pt x="0" y="448310"/>
                  </a:lnTo>
                  <a:lnTo>
                    <a:pt x="3810" y="448310"/>
                  </a:lnTo>
                  <a:lnTo>
                    <a:pt x="3810" y="443230"/>
                  </a:lnTo>
                  <a:close/>
                </a:path>
                <a:path w="3810" h="495300">
                  <a:moveTo>
                    <a:pt x="3810" y="436880"/>
                  </a:moveTo>
                  <a:lnTo>
                    <a:pt x="0" y="436880"/>
                  </a:lnTo>
                  <a:lnTo>
                    <a:pt x="0" y="441960"/>
                  </a:lnTo>
                  <a:lnTo>
                    <a:pt x="3810" y="441960"/>
                  </a:lnTo>
                  <a:lnTo>
                    <a:pt x="3810" y="436880"/>
                  </a:lnTo>
                  <a:close/>
                </a:path>
                <a:path w="3810" h="495300">
                  <a:moveTo>
                    <a:pt x="3810" y="430530"/>
                  </a:moveTo>
                  <a:lnTo>
                    <a:pt x="0" y="430530"/>
                  </a:lnTo>
                  <a:lnTo>
                    <a:pt x="0" y="435610"/>
                  </a:lnTo>
                  <a:lnTo>
                    <a:pt x="3810" y="435610"/>
                  </a:lnTo>
                  <a:lnTo>
                    <a:pt x="3810" y="430530"/>
                  </a:lnTo>
                  <a:close/>
                </a:path>
                <a:path w="3810" h="495300">
                  <a:moveTo>
                    <a:pt x="3810" y="424180"/>
                  </a:moveTo>
                  <a:lnTo>
                    <a:pt x="0" y="424180"/>
                  </a:lnTo>
                  <a:lnTo>
                    <a:pt x="0" y="429260"/>
                  </a:lnTo>
                  <a:lnTo>
                    <a:pt x="3810" y="429260"/>
                  </a:lnTo>
                  <a:lnTo>
                    <a:pt x="3810" y="424180"/>
                  </a:lnTo>
                  <a:close/>
                </a:path>
                <a:path w="3810" h="495300">
                  <a:moveTo>
                    <a:pt x="3810" y="417830"/>
                  </a:moveTo>
                  <a:lnTo>
                    <a:pt x="0" y="417830"/>
                  </a:lnTo>
                  <a:lnTo>
                    <a:pt x="0" y="422910"/>
                  </a:lnTo>
                  <a:lnTo>
                    <a:pt x="3810" y="422910"/>
                  </a:lnTo>
                  <a:lnTo>
                    <a:pt x="3810" y="417830"/>
                  </a:lnTo>
                  <a:close/>
                </a:path>
                <a:path w="3810" h="495300">
                  <a:moveTo>
                    <a:pt x="3810" y="411480"/>
                  </a:moveTo>
                  <a:lnTo>
                    <a:pt x="0" y="411480"/>
                  </a:lnTo>
                  <a:lnTo>
                    <a:pt x="0" y="416560"/>
                  </a:lnTo>
                  <a:lnTo>
                    <a:pt x="3810" y="416560"/>
                  </a:lnTo>
                  <a:lnTo>
                    <a:pt x="3810" y="411480"/>
                  </a:lnTo>
                  <a:close/>
                </a:path>
                <a:path w="3810" h="495300">
                  <a:moveTo>
                    <a:pt x="3810" y="405130"/>
                  </a:moveTo>
                  <a:lnTo>
                    <a:pt x="0" y="405130"/>
                  </a:lnTo>
                  <a:lnTo>
                    <a:pt x="0" y="410210"/>
                  </a:lnTo>
                  <a:lnTo>
                    <a:pt x="3810" y="410210"/>
                  </a:lnTo>
                  <a:lnTo>
                    <a:pt x="3810" y="405130"/>
                  </a:lnTo>
                  <a:close/>
                </a:path>
                <a:path w="3810" h="495300">
                  <a:moveTo>
                    <a:pt x="3810" y="398780"/>
                  </a:moveTo>
                  <a:lnTo>
                    <a:pt x="0" y="398780"/>
                  </a:lnTo>
                  <a:lnTo>
                    <a:pt x="0" y="403860"/>
                  </a:lnTo>
                  <a:lnTo>
                    <a:pt x="3810" y="403860"/>
                  </a:lnTo>
                  <a:lnTo>
                    <a:pt x="3810" y="398780"/>
                  </a:lnTo>
                  <a:close/>
                </a:path>
                <a:path w="3810" h="495300">
                  <a:moveTo>
                    <a:pt x="3810" y="135890"/>
                  </a:moveTo>
                  <a:lnTo>
                    <a:pt x="0" y="135890"/>
                  </a:lnTo>
                  <a:lnTo>
                    <a:pt x="0" y="397510"/>
                  </a:lnTo>
                  <a:lnTo>
                    <a:pt x="3810" y="397510"/>
                  </a:lnTo>
                  <a:lnTo>
                    <a:pt x="3810" y="135890"/>
                  </a:lnTo>
                  <a:close/>
                </a:path>
              </a:pathLst>
            </a:custGeom>
            <a:solidFill>
              <a:srgbClr val="C2B0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6" name="object 1736"/>
            <p:cNvSpPr/>
            <p:nvPr/>
          </p:nvSpPr>
          <p:spPr>
            <a:xfrm>
              <a:off x="2837180" y="2893060"/>
              <a:ext cx="3810" cy="496570"/>
            </a:xfrm>
            <a:custGeom>
              <a:avLst/>
              <a:gdLst/>
              <a:ahLst/>
              <a:cxnLst/>
              <a:rect l="l" t="t" r="r" b="b"/>
              <a:pathLst>
                <a:path w="3810" h="496570">
                  <a:moveTo>
                    <a:pt x="3809" y="13970"/>
                  </a:moveTo>
                  <a:lnTo>
                    <a:pt x="0" y="13970"/>
                  </a:lnTo>
                  <a:lnTo>
                    <a:pt x="0" y="134620"/>
                  </a:lnTo>
                  <a:lnTo>
                    <a:pt x="3809" y="134620"/>
                  </a:lnTo>
                  <a:lnTo>
                    <a:pt x="3809" y="13970"/>
                  </a:lnTo>
                  <a:close/>
                </a:path>
                <a:path w="3810" h="496570">
                  <a:moveTo>
                    <a:pt x="3809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3809" y="12700"/>
                  </a:lnTo>
                  <a:lnTo>
                    <a:pt x="3809" y="11430"/>
                  </a:lnTo>
                  <a:close/>
                </a:path>
                <a:path w="3810" h="496570">
                  <a:moveTo>
                    <a:pt x="3809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7620"/>
                  </a:lnTo>
                  <a:close/>
                </a:path>
                <a:path w="3810" h="496570">
                  <a:moveTo>
                    <a:pt x="3809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5080"/>
                  </a:lnTo>
                  <a:close/>
                </a:path>
                <a:path w="3810" h="496570">
                  <a:moveTo>
                    <a:pt x="126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39" y="3810"/>
                  </a:lnTo>
                  <a:lnTo>
                    <a:pt x="2539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3810" h="496570">
                  <a:moveTo>
                    <a:pt x="3809" y="494030"/>
                  </a:moveTo>
                  <a:lnTo>
                    <a:pt x="0" y="494030"/>
                  </a:lnTo>
                  <a:lnTo>
                    <a:pt x="0" y="495300"/>
                  </a:lnTo>
                  <a:lnTo>
                    <a:pt x="1269" y="495300"/>
                  </a:lnTo>
                  <a:lnTo>
                    <a:pt x="1269" y="496570"/>
                  </a:lnTo>
                  <a:lnTo>
                    <a:pt x="3809" y="496570"/>
                  </a:lnTo>
                  <a:lnTo>
                    <a:pt x="3809" y="494030"/>
                  </a:lnTo>
                  <a:close/>
                </a:path>
                <a:path w="3810" h="496570">
                  <a:moveTo>
                    <a:pt x="3809" y="487680"/>
                  </a:moveTo>
                  <a:lnTo>
                    <a:pt x="0" y="487680"/>
                  </a:lnTo>
                  <a:lnTo>
                    <a:pt x="0" y="492760"/>
                  </a:lnTo>
                  <a:lnTo>
                    <a:pt x="3809" y="492760"/>
                  </a:lnTo>
                  <a:lnTo>
                    <a:pt x="3809" y="487680"/>
                  </a:lnTo>
                  <a:close/>
                </a:path>
                <a:path w="3810" h="496570">
                  <a:moveTo>
                    <a:pt x="3809" y="481330"/>
                  </a:moveTo>
                  <a:lnTo>
                    <a:pt x="0" y="481330"/>
                  </a:lnTo>
                  <a:lnTo>
                    <a:pt x="0" y="486410"/>
                  </a:lnTo>
                  <a:lnTo>
                    <a:pt x="3809" y="486410"/>
                  </a:lnTo>
                  <a:lnTo>
                    <a:pt x="3809" y="481330"/>
                  </a:lnTo>
                  <a:close/>
                </a:path>
                <a:path w="3810" h="496570">
                  <a:moveTo>
                    <a:pt x="3809" y="474980"/>
                  </a:moveTo>
                  <a:lnTo>
                    <a:pt x="0" y="474980"/>
                  </a:lnTo>
                  <a:lnTo>
                    <a:pt x="0" y="480060"/>
                  </a:lnTo>
                  <a:lnTo>
                    <a:pt x="3809" y="480060"/>
                  </a:lnTo>
                  <a:lnTo>
                    <a:pt x="3809" y="474980"/>
                  </a:lnTo>
                  <a:close/>
                </a:path>
                <a:path w="3810" h="496570">
                  <a:moveTo>
                    <a:pt x="3809" y="468630"/>
                  </a:moveTo>
                  <a:lnTo>
                    <a:pt x="0" y="468630"/>
                  </a:lnTo>
                  <a:lnTo>
                    <a:pt x="0" y="473710"/>
                  </a:lnTo>
                  <a:lnTo>
                    <a:pt x="3809" y="473710"/>
                  </a:lnTo>
                  <a:lnTo>
                    <a:pt x="3809" y="468630"/>
                  </a:lnTo>
                  <a:close/>
                </a:path>
                <a:path w="3810" h="496570">
                  <a:moveTo>
                    <a:pt x="3809" y="462280"/>
                  </a:moveTo>
                  <a:lnTo>
                    <a:pt x="0" y="462280"/>
                  </a:lnTo>
                  <a:lnTo>
                    <a:pt x="0" y="467360"/>
                  </a:lnTo>
                  <a:lnTo>
                    <a:pt x="3809" y="467360"/>
                  </a:lnTo>
                  <a:lnTo>
                    <a:pt x="3809" y="462280"/>
                  </a:lnTo>
                  <a:close/>
                </a:path>
                <a:path w="3810" h="496570">
                  <a:moveTo>
                    <a:pt x="3809" y="455930"/>
                  </a:moveTo>
                  <a:lnTo>
                    <a:pt x="0" y="455930"/>
                  </a:lnTo>
                  <a:lnTo>
                    <a:pt x="0" y="461010"/>
                  </a:lnTo>
                  <a:lnTo>
                    <a:pt x="3809" y="461010"/>
                  </a:lnTo>
                  <a:lnTo>
                    <a:pt x="3809" y="455930"/>
                  </a:lnTo>
                  <a:close/>
                </a:path>
                <a:path w="3810" h="496570">
                  <a:moveTo>
                    <a:pt x="3809" y="449580"/>
                  </a:moveTo>
                  <a:lnTo>
                    <a:pt x="0" y="449580"/>
                  </a:lnTo>
                  <a:lnTo>
                    <a:pt x="0" y="454660"/>
                  </a:lnTo>
                  <a:lnTo>
                    <a:pt x="3809" y="454660"/>
                  </a:lnTo>
                  <a:lnTo>
                    <a:pt x="3809" y="449580"/>
                  </a:lnTo>
                  <a:close/>
                </a:path>
                <a:path w="3810" h="496570">
                  <a:moveTo>
                    <a:pt x="3809" y="443230"/>
                  </a:moveTo>
                  <a:lnTo>
                    <a:pt x="0" y="443230"/>
                  </a:lnTo>
                  <a:lnTo>
                    <a:pt x="0" y="448310"/>
                  </a:lnTo>
                  <a:lnTo>
                    <a:pt x="3809" y="448310"/>
                  </a:lnTo>
                  <a:lnTo>
                    <a:pt x="3809" y="443230"/>
                  </a:lnTo>
                  <a:close/>
                </a:path>
                <a:path w="3810" h="496570">
                  <a:moveTo>
                    <a:pt x="3809" y="436880"/>
                  </a:moveTo>
                  <a:lnTo>
                    <a:pt x="0" y="436880"/>
                  </a:lnTo>
                  <a:lnTo>
                    <a:pt x="0" y="441960"/>
                  </a:lnTo>
                  <a:lnTo>
                    <a:pt x="3809" y="441960"/>
                  </a:lnTo>
                  <a:lnTo>
                    <a:pt x="3809" y="436880"/>
                  </a:lnTo>
                  <a:close/>
                </a:path>
                <a:path w="3810" h="496570">
                  <a:moveTo>
                    <a:pt x="3809" y="430530"/>
                  </a:moveTo>
                  <a:lnTo>
                    <a:pt x="0" y="430530"/>
                  </a:lnTo>
                  <a:lnTo>
                    <a:pt x="0" y="435610"/>
                  </a:lnTo>
                  <a:lnTo>
                    <a:pt x="3809" y="435610"/>
                  </a:lnTo>
                  <a:lnTo>
                    <a:pt x="3809" y="430530"/>
                  </a:lnTo>
                  <a:close/>
                </a:path>
                <a:path w="3810" h="496570">
                  <a:moveTo>
                    <a:pt x="3809" y="424180"/>
                  </a:moveTo>
                  <a:lnTo>
                    <a:pt x="0" y="424180"/>
                  </a:lnTo>
                  <a:lnTo>
                    <a:pt x="0" y="429260"/>
                  </a:lnTo>
                  <a:lnTo>
                    <a:pt x="3809" y="429260"/>
                  </a:lnTo>
                  <a:lnTo>
                    <a:pt x="3809" y="424180"/>
                  </a:lnTo>
                  <a:close/>
                </a:path>
                <a:path w="3810" h="496570">
                  <a:moveTo>
                    <a:pt x="3809" y="417830"/>
                  </a:moveTo>
                  <a:lnTo>
                    <a:pt x="0" y="417830"/>
                  </a:lnTo>
                  <a:lnTo>
                    <a:pt x="0" y="422910"/>
                  </a:lnTo>
                  <a:lnTo>
                    <a:pt x="3809" y="422910"/>
                  </a:lnTo>
                  <a:lnTo>
                    <a:pt x="3809" y="417830"/>
                  </a:lnTo>
                  <a:close/>
                </a:path>
                <a:path w="3810" h="496570">
                  <a:moveTo>
                    <a:pt x="3809" y="411480"/>
                  </a:moveTo>
                  <a:lnTo>
                    <a:pt x="0" y="411480"/>
                  </a:lnTo>
                  <a:lnTo>
                    <a:pt x="0" y="416560"/>
                  </a:lnTo>
                  <a:lnTo>
                    <a:pt x="3809" y="416560"/>
                  </a:lnTo>
                  <a:lnTo>
                    <a:pt x="3809" y="411480"/>
                  </a:lnTo>
                  <a:close/>
                </a:path>
                <a:path w="3810" h="496570">
                  <a:moveTo>
                    <a:pt x="3809" y="405130"/>
                  </a:moveTo>
                  <a:lnTo>
                    <a:pt x="0" y="405130"/>
                  </a:lnTo>
                  <a:lnTo>
                    <a:pt x="0" y="410210"/>
                  </a:lnTo>
                  <a:lnTo>
                    <a:pt x="3809" y="410210"/>
                  </a:lnTo>
                  <a:lnTo>
                    <a:pt x="3809" y="405130"/>
                  </a:lnTo>
                  <a:close/>
                </a:path>
                <a:path w="3810" h="496570">
                  <a:moveTo>
                    <a:pt x="3809" y="398780"/>
                  </a:moveTo>
                  <a:lnTo>
                    <a:pt x="0" y="398780"/>
                  </a:lnTo>
                  <a:lnTo>
                    <a:pt x="0" y="403860"/>
                  </a:lnTo>
                  <a:lnTo>
                    <a:pt x="3809" y="403860"/>
                  </a:lnTo>
                  <a:lnTo>
                    <a:pt x="3809" y="398780"/>
                  </a:lnTo>
                  <a:close/>
                </a:path>
                <a:path w="3810" h="496570">
                  <a:moveTo>
                    <a:pt x="3809" y="135890"/>
                  </a:moveTo>
                  <a:lnTo>
                    <a:pt x="0" y="135890"/>
                  </a:lnTo>
                  <a:lnTo>
                    <a:pt x="0" y="397510"/>
                  </a:lnTo>
                  <a:lnTo>
                    <a:pt x="3809" y="397510"/>
                  </a:lnTo>
                  <a:lnTo>
                    <a:pt x="3809" y="135890"/>
                  </a:lnTo>
                  <a:close/>
                </a:path>
              </a:pathLst>
            </a:custGeom>
            <a:solidFill>
              <a:srgbClr val="C2AF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7" name="object 1737"/>
            <p:cNvSpPr/>
            <p:nvPr/>
          </p:nvSpPr>
          <p:spPr>
            <a:xfrm>
              <a:off x="2840989" y="2896869"/>
              <a:ext cx="2540" cy="492759"/>
            </a:xfrm>
            <a:custGeom>
              <a:avLst/>
              <a:gdLst/>
              <a:ahLst/>
              <a:cxnLst/>
              <a:rect l="l" t="t" r="r" b="b"/>
              <a:pathLst>
                <a:path w="2539" h="492760">
                  <a:moveTo>
                    <a:pt x="2540" y="10160"/>
                  </a:moveTo>
                  <a:lnTo>
                    <a:pt x="0" y="10160"/>
                  </a:lnTo>
                  <a:lnTo>
                    <a:pt x="0" y="130810"/>
                  </a:lnTo>
                  <a:lnTo>
                    <a:pt x="2540" y="130810"/>
                  </a:lnTo>
                  <a:lnTo>
                    <a:pt x="2540" y="10160"/>
                  </a:lnTo>
                  <a:close/>
                </a:path>
                <a:path w="2539" h="492760">
                  <a:moveTo>
                    <a:pt x="2540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2540" y="8889"/>
                  </a:lnTo>
                  <a:lnTo>
                    <a:pt x="2540" y="7620"/>
                  </a:lnTo>
                  <a:close/>
                </a:path>
                <a:path w="2539" h="492760">
                  <a:moveTo>
                    <a:pt x="2540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2540" y="6350"/>
                  </a:lnTo>
                  <a:lnTo>
                    <a:pt x="2540" y="3810"/>
                  </a:lnTo>
                  <a:close/>
                </a:path>
                <a:path w="2539" h="492760">
                  <a:moveTo>
                    <a:pt x="254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39"/>
                  </a:lnTo>
                  <a:lnTo>
                    <a:pt x="2540" y="2539"/>
                  </a:lnTo>
                  <a:lnTo>
                    <a:pt x="2540" y="0"/>
                  </a:lnTo>
                  <a:close/>
                </a:path>
                <a:path w="2539" h="492760">
                  <a:moveTo>
                    <a:pt x="2540" y="490220"/>
                  </a:moveTo>
                  <a:lnTo>
                    <a:pt x="0" y="490220"/>
                  </a:lnTo>
                  <a:lnTo>
                    <a:pt x="0" y="492760"/>
                  </a:lnTo>
                  <a:lnTo>
                    <a:pt x="2540" y="492760"/>
                  </a:lnTo>
                  <a:lnTo>
                    <a:pt x="2540" y="490220"/>
                  </a:lnTo>
                  <a:close/>
                </a:path>
                <a:path w="2539" h="492760">
                  <a:moveTo>
                    <a:pt x="2540" y="483870"/>
                  </a:moveTo>
                  <a:lnTo>
                    <a:pt x="0" y="483870"/>
                  </a:lnTo>
                  <a:lnTo>
                    <a:pt x="0" y="488950"/>
                  </a:lnTo>
                  <a:lnTo>
                    <a:pt x="2540" y="488950"/>
                  </a:lnTo>
                  <a:lnTo>
                    <a:pt x="2540" y="483870"/>
                  </a:lnTo>
                  <a:close/>
                </a:path>
                <a:path w="2539" h="492760">
                  <a:moveTo>
                    <a:pt x="2540" y="477520"/>
                  </a:moveTo>
                  <a:lnTo>
                    <a:pt x="0" y="477520"/>
                  </a:lnTo>
                  <a:lnTo>
                    <a:pt x="0" y="482600"/>
                  </a:lnTo>
                  <a:lnTo>
                    <a:pt x="2540" y="482600"/>
                  </a:lnTo>
                  <a:lnTo>
                    <a:pt x="2540" y="477520"/>
                  </a:lnTo>
                  <a:close/>
                </a:path>
                <a:path w="2539" h="492760">
                  <a:moveTo>
                    <a:pt x="2540" y="471170"/>
                  </a:moveTo>
                  <a:lnTo>
                    <a:pt x="0" y="471170"/>
                  </a:lnTo>
                  <a:lnTo>
                    <a:pt x="0" y="476250"/>
                  </a:lnTo>
                  <a:lnTo>
                    <a:pt x="2540" y="476250"/>
                  </a:lnTo>
                  <a:lnTo>
                    <a:pt x="2540" y="471170"/>
                  </a:lnTo>
                  <a:close/>
                </a:path>
                <a:path w="2539" h="492760">
                  <a:moveTo>
                    <a:pt x="2540" y="464820"/>
                  </a:moveTo>
                  <a:lnTo>
                    <a:pt x="0" y="464820"/>
                  </a:lnTo>
                  <a:lnTo>
                    <a:pt x="0" y="469900"/>
                  </a:lnTo>
                  <a:lnTo>
                    <a:pt x="2540" y="469900"/>
                  </a:lnTo>
                  <a:lnTo>
                    <a:pt x="2540" y="464820"/>
                  </a:lnTo>
                  <a:close/>
                </a:path>
                <a:path w="2539" h="492760">
                  <a:moveTo>
                    <a:pt x="2540" y="458470"/>
                  </a:moveTo>
                  <a:lnTo>
                    <a:pt x="0" y="458470"/>
                  </a:lnTo>
                  <a:lnTo>
                    <a:pt x="0" y="463550"/>
                  </a:lnTo>
                  <a:lnTo>
                    <a:pt x="2540" y="463550"/>
                  </a:lnTo>
                  <a:lnTo>
                    <a:pt x="2540" y="458470"/>
                  </a:lnTo>
                  <a:close/>
                </a:path>
                <a:path w="2539" h="492760">
                  <a:moveTo>
                    <a:pt x="2540" y="452120"/>
                  </a:moveTo>
                  <a:lnTo>
                    <a:pt x="0" y="452120"/>
                  </a:lnTo>
                  <a:lnTo>
                    <a:pt x="0" y="457200"/>
                  </a:lnTo>
                  <a:lnTo>
                    <a:pt x="2540" y="457200"/>
                  </a:lnTo>
                  <a:lnTo>
                    <a:pt x="2540" y="452120"/>
                  </a:lnTo>
                  <a:close/>
                </a:path>
                <a:path w="2539" h="492760">
                  <a:moveTo>
                    <a:pt x="2540" y="445770"/>
                  </a:moveTo>
                  <a:lnTo>
                    <a:pt x="0" y="445770"/>
                  </a:lnTo>
                  <a:lnTo>
                    <a:pt x="0" y="450850"/>
                  </a:lnTo>
                  <a:lnTo>
                    <a:pt x="2540" y="450850"/>
                  </a:lnTo>
                  <a:lnTo>
                    <a:pt x="2540" y="445770"/>
                  </a:lnTo>
                  <a:close/>
                </a:path>
                <a:path w="2539" h="492760">
                  <a:moveTo>
                    <a:pt x="2540" y="439420"/>
                  </a:moveTo>
                  <a:lnTo>
                    <a:pt x="0" y="439420"/>
                  </a:lnTo>
                  <a:lnTo>
                    <a:pt x="0" y="444500"/>
                  </a:lnTo>
                  <a:lnTo>
                    <a:pt x="2540" y="444500"/>
                  </a:lnTo>
                  <a:lnTo>
                    <a:pt x="2540" y="439420"/>
                  </a:lnTo>
                  <a:close/>
                </a:path>
                <a:path w="2539" h="492760">
                  <a:moveTo>
                    <a:pt x="2540" y="433070"/>
                  </a:moveTo>
                  <a:lnTo>
                    <a:pt x="0" y="433070"/>
                  </a:lnTo>
                  <a:lnTo>
                    <a:pt x="0" y="438150"/>
                  </a:lnTo>
                  <a:lnTo>
                    <a:pt x="2540" y="438150"/>
                  </a:lnTo>
                  <a:lnTo>
                    <a:pt x="2540" y="433070"/>
                  </a:lnTo>
                  <a:close/>
                </a:path>
                <a:path w="2539" h="492760">
                  <a:moveTo>
                    <a:pt x="2540" y="426720"/>
                  </a:moveTo>
                  <a:lnTo>
                    <a:pt x="0" y="426720"/>
                  </a:lnTo>
                  <a:lnTo>
                    <a:pt x="0" y="431800"/>
                  </a:lnTo>
                  <a:lnTo>
                    <a:pt x="2540" y="431800"/>
                  </a:lnTo>
                  <a:lnTo>
                    <a:pt x="2540" y="426720"/>
                  </a:lnTo>
                  <a:close/>
                </a:path>
                <a:path w="2539" h="492760">
                  <a:moveTo>
                    <a:pt x="2540" y="420370"/>
                  </a:moveTo>
                  <a:lnTo>
                    <a:pt x="0" y="420370"/>
                  </a:lnTo>
                  <a:lnTo>
                    <a:pt x="0" y="425450"/>
                  </a:lnTo>
                  <a:lnTo>
                    <a:pt x="2540" y="425450"/>
                  </a:lnTo>
                  <a:lnTo>
                    <a:pt x="2540" y="420370"/>
                  </a:lnTo>
                  <a:close/>
                </a:path>
                <a:path w="2539" h="492760">
                  <a:moveTo>
                    <a:pt x="2540" y="414020"/>
                  </a:moveTo>
                  <a:lnTo>
                    <a:pt x="0" y="414020"/>
                  </a:lnTo>
                  <a:lnTo>
                    <a:pt x="0" y="419100"/>
                  </a:lnTo>
                  <a:lnTo>
                    <a:pt x="2540" y="419100"/>
                  </a:lnTo>
                  <a:lnTo>
                    <a:pt x="2540" y="414020"/>
                  </a:lnTo>
                  <a:close/>
                </a:path>
                <a:path w="2539" h="492760">
                  <a:moveTo>
                    <a:pt x="2540" y="407670"/>
                  </a:moveTo>
                  <a:lnTo>
                    <a:pt x="0" y="407670"/>
                  </a:lnTo>
                  <a:lnTo>
                    <a:pt x="0" y="412750"/>
                  </a:lnTo>
                  <a:lnTo>
                    <a:pt x="2540" y="412750"/>
                  </a:lnTo>
                  <a:lnTo>
                    <a:pt x="2540" y="407670"/>
                  </a:lnTo>
                  <a:close/>
                </a:path>
                <a:path w="2539" h="492760">
                  <a:moveTo>
                    <a:pt x="2540" y="401320"/>
                  </a:moveTo>
                  <a:lnTo>
                    <a:pt x="0" y="401320"/>
                  </a:lnTo>
                  <a:lnTo>
                    <a:pt x="0" y="406400"/>
                  </a:lnTo>
                  <a:lnTo>
                    <a:pt x="2540" y="406400"/>
                  </a:lnTo>
                  <a:lnTo>
                    <a:pt x="2540" y="401320"/>
                  </a:lnTo>
                  <a:close/>
                </a:path>
                <a:path w="2539" h="492760">
                  <a:moveTo>
                    <a:pt x="2540" y="394970"/>
                  </a:moveTo>
                  <a:lnTo>
                    <a:pt x="0" y="394970"/>
                  </a:lnTo>
                  <a:lnTo>
                    <a:pt x="0" y="400050"/>
                  </a:lnTo>
                  <a:lnTo>
                    <a:pt x="2540" y="400050"/>
                  </a:lnTo>
                  <a:lnTo>
                    <a:pt x="2540" y="394970"/>
                  </a:lnTo>
                  <a:close/>
                </a:path>
                <a:path w="2539" h="492760">
                  <a:moveTo>
                    <a:pt x="2540" y="132080"/>
                  </a:moveTo>
                  <a:lnTo>
                    <a:pt x="0" y="132080"/>
                  </a:lnTo>
                  <a:lnTo>
                    <a:pt x="0" y="393700"/>
                  </a:lnTo>
                  <a:lnTo>
                    <a:pt x="2540" y="393700"/>
                  </a:lnTo>
                  <a:lnTo>
                    <a:pt x="2540" y="132080"/>
                  </a:lnTo>
                  <a:close/>
                </a:path>
              </a:pathLst>
            </a:custGeom>
            <a:solidFill>
              <a:srgbClr val="C1AE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8" name="object 1738"/>
            <p:cNvSpPr/>
            <p:nvPr/>
          </p:nvSpPr>
          <p:spPr>
            <a:xfrm>
              <a:off x="2843530" y="2896869"/>
              <a:ext cx="3810" cy="494030"/>
            </a:xfrm>
            <a:custGeom>
              <a:avLst/>
              <a:gdLst/>
              <a:ahLst/>
              <a:cxnLst/>
              <a:rect l="l" t="t" r="r" b="b"/>
              <a:pathLst>
                <a:path w="3810" h="494029">
                  <a:moveTo>
                    <a:pt x="3809" y="10160"/>
                  </a:moveTo>
                  <a:lnTo>
                    <a:pt x="0" y="10160"/>
                  </a:lnTo>
                  <a:lnTo>
                    <a:pt x="0" y="130810"/>
                  </a:lnTo>
                  <a:lnTo>
                    <a:pt x="3809" y="130810"/>
                  </a:lnTo>
                  <a:lnTo>
                    <a:pt x="3809" y="10160"/>
                  </a:lnTo>
                  <a:close/>
                </a:path>
                <a:path w="3810" h="494029">
                  <a:moveTo>
                    <a:pt x="3809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7620"/>
                  </a:lnTo>
                  <a:close/>
                </a:path>
                <a:path w="3810" h="494029">
                  <a:moveTo>
                    <a:pt x="3809" y="2539"/>
                  </a:moveTo>
                  <a:lnTo>
                    <a:pt x="2539" y="2539"/>
                  </a:lnTo>
                  <a:lnTo>
                    <a:pt x="2539" y="3810"/>
                  </a:lnTo>
                  <a:lnTo>
                    <a:pt x="0" y="3810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2539"/>
                  </a:lnTo>
                  <a:close/>
                </a:path>
                <a:path w="3810" h="494029">
                  <a:moveTo>
                    <a:pt x="126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69" y="2539"/>
                  </a:lnTo>
                  <a:lnTo>
                    <a:pt x="1269" y="0"/>
                  </a:lnTo>
                  <a:close/>
                </a:path>
                <a:path w="3810" h="494029">
                  <a:moveTo>
                    <a:pt x="3809" y="490220"/>
                  </a:moveTo>
                  <a:lnTo>
                    <a:pt x="0" y="490220"/>
                  </a:lnTo>
                  <a:lnTo>
                    <a:pt x="0" y="492760"/>
                  </a:lnTo>
                  <a:lnTo>
                    <a:pt x="1269" y="492760"/>
                  </a:lnTo>
                  <a:lnTo>
                    <a:pt x="1269" y="494030"/>
                  </a:lnTo>
                  <a:lnTo>
                    <a:pt x="3809" y="494030"/>
                  </a:lnTo>
                  <a:lnTo>
                    <a:pt x="3809" y="490220"/>
                  </a:lnTo>
                  <a:close/>
                </a:path>
                <a:path w="3810" h="494029">
                  <a:moveTo>
                    <a:pt x="3809" y="483870"/>
                  </a:moveTo>
                  <a:lnTo>
                    <a:pt x="0" y="483870"/>
                  </a:lnTo>
                  <a:lnTo>
                    <a:pt x="0" y="488950"/>
                  </a:lnTo>
                  <a:lnTo>
                    <a:pt x="3809" y="488950"/>
                  </a:lnTo>
                  <a:lnTo>
                    <a:pt x="3809" y="483870"/>
                  </a:lnTo>
                  <a:close/>
                </a:path>
                <a:path w="3810" h="494029">
                  <a:moveTo>
                    <a:pt x="3809" y="477520"/>
                  </a:moveTo>
                  <a:lnTo>
                    <a:pt x="0" y="477520"/>
                  </a:lnTo>
                  <a:lnTo>
                    <a:pt x="0" y="482600"/>
                  </a:lnTo>
                  <a:lnTo>
                    <a:pt x="3809" y="482600"/>
                  </a:lnTo>
                  <a:lnTo>
                    <a:pt x="3809" y="477520"/>
                  </a:lnTo>
                  <a:close/>
                </a:path>
                <a:path w="3810" h="494029">
                  <a:moveTo>
                    <a:pt x="3809" y="471170"/>
                  </a:moveTo>
                  <a:lnTo>
                    <a:pt x="0" y="471170"/>
                  </a:lnTo>
                  <a:lnTo>
                    <a:pt x="0" y="476250"/>
                  </a:lnTo>
                  <a:lnTo>
                    <a:pt x="3809" y="476250"/>
                  </a:lnTo>
                  <a:lnTo>
                    <a:pt x="3809" y="471170"/>
                  </a:lnTo>
                  <a:close/>
                </a:path>
                <a:path w="3810" h="494029">
                  <a:moveTo>
                    <a:pt x="3809" y="464820"/>
                  </a:moveTo>
                  <a:lnTo>
                    <a:pt x="0" y="464820"/>
                  </a:lnTo>
                  <a:lnTo>
                    <a:pt x="0" y="469900"/>
                  </a:lnTo>
                  <a:lnTo>
                    <a:pt x="3809" y="469900"/>
                  </a:lnTo>
                  <a:lnTo>
                    <a:pt x="3809" y="464820"/>
                  </a:lnTo>
                  <a:close/>
                </a:path>
                <a:path w="3810" h="494029">
                  <a:moveTo>
                    <a:pt x="3809" y="458470"/>
                  </a:moveTo>
                  <a:lnTo>
                    <a:pt x="0" y="458470"/>
                  </a:lnTo>
                  <a:lnTo>
                    <a:pt x="0" y="463550"/>
                  </a:lnTo>
                  <a:lnTo>
                    <a:pt x="3809" y="463550"/>
                  </a:lnTo>
                  <a:lnTo>
                    <a:pt x="3809" y="458470"/>
                  </a:lnTo>
                  <a:close/>
                </a:path>
                <a:path w="3810" h="494029">
                  <a:moveTo>
                    <a:pt x="3809" y="452120"/>
                  </a:moveTo>
                  <a:lnTo>
                    <a:pt x="0" y="452120"/>
                  </a:lnTo>
                  <a:lnTo>
                    <a:pt x="0" y="457200"/>
                  </a:lnTo>
                  <a:lnTo>
                    <a:pt x="3809" y="457200"/>
                  </a:lnTo>
                  <a:lnTo>
                    <a:pt x="3809" y="452120"/>
                  </a:lnTo>
                  <a:close/>
                </a:path>
                <a:path w="3810" h="494029">
                  <a:moveTo>
                    <a:pt x="3809" y="445770"/>
                  </a:moveTo>
                  <a:lnTo>
                    <a:pt x="0" y="445770"/>
                  </a:lnTo>
                  <a:lnTo>
                    <a:pt x="0" y="450850"/>
                  </a:lnTo>
                  <a:lnTo>
                    <a:pt x="3809" y="450850"/>
                  </a:lnTo>
                  <a:lnTo>
                    <a:pt x="3809" y="445770"/>
                  </a:lnTo>
                  <a:close/>
                </a:path>
                <a:path w="3810" h="494029">
                  <a:moveTo>
                    <a:pt x="3809" y="439420"/>
                  </a:moveTo>
                  <a:lnTo>
                    <a:pt x="0" y="439420"/>
                  </a:lnTo>
                  <a:lnTo>
                    <a:pt x="0" y="444500"/>
                  </a:lnTo>
                  <a:lnTo>
                    <a:pt x="3809" y="444500"/>
                  </a:lnTo>
                  <a:lnTo>
                    <a:pt x="3809" y="439420"/>
                  </a:lnTo>
                  <a:close/>
                </a:path>
                <a:path w="3810" h="494029">
                  <a:moveTo>
                    <a:pt x="3809" y="433070"/>
                  </a:moveTo>
                  <a:lnTo>
                    <a:pt x="0" y="433070"/>
                  </a:lnTo>
                  <a:lnTo>
                    <a:pt x="0" y="438150"/>
                  </a:lnTo>
                  <a:lnTo>
                    <a:pt x="3809" y="438150"/>
                  </a:lnTo>
                  <a:lnTo>
                    <a:pt x="3809" y="433070"/>
                  </a:lnTo>
                  <a:close/>
                </a:path>
                <a:path w="3810" h="494029">
                  <a:moveTo>
                    <a:pt x="3809" y="426720"/>
                  </a:moveTo>
                  <a:lnTo>
                    <a:pt x="0" y="426720"/>
                  </a:lnTo>
                  <a:lnTo>
                    <a:pt x="0" y="431800"/>
                  </a:lnTo>
                  <a:lnTo>
                    <a:pt x="3809" y="431800"/>
                  </a:lnTo>
                  <a:lnTo>
                    <a:pt x="3809" y="426720"/>
                  </a:lnTo>
                  <a:close/>
                </a:path>
                <a:path w="3810" h="494029">
                  <a:moveTo>
                    <a:pt x="3809" y="420370"/>
                  </a:moveTo>
                  <a:lnTo>
                    <a:pt x="0" y="420370"/>
                  </a:lnTo>
                  <a:lnTo>
                    <a:pt x="0" y="425450"/>
                  </a:lnTo>
                  <a:lnTo>
                    <a:pt x="3809" y="425450"/>
                  </a:lnTo>
                  <a:lnTo>
                    <a:pt x="3809" y="420370"/>
                  </a:lnTo>
                  <a:close/>
                </a:path>
                <a:path w="3810" h="494029">
                  <a:moveTo>
                    <a:pt x="3809" y="414020"/>
                  </a:moveTo>
                  <a:lnTo>
                    <a:pt x="0" y="414020"/>
                  </a:lnTo>
                  <a:lnTo>
                    <a:pt x="0" y="419100"/>
                  </a:lnTo>
                  <a:lnTo>
                    <a:pt x="3809" y="419100"/>
                  </a:lnTo>
                  <a:lnTo>
                    <a:pt x="3809" y="414020"/>
                  </a:lnTo>
                  <a:close/>
                </a:path>
                <a:path w="3810" h="494029">
                  <a:moveTo>
                    <a:pt x="3809" y="407670"/>
                  </a:moveTo>
                  <a:lnTo>
                    <a:pt x="0" y="407670"/>
                  </a:lnTo>
                  <a:lnTo>
                    <a:pt x="0" y="412750"/>
                  </a:lnTo>
                  <a:lnTo>
                    <a:pt x="3809" y="412750"/>
                  </a:lnTo>
                  <a:lnTo>
                    <a:pt x="3809" y="407670"/>
                  </a:lnTo>
                  <a:close/>
                </a:path>
                <a:path w="3810" h="494029">
                  <a:moveTo>
                    <a:pt x="3809" y="401320"/>
                  </a:moveTo>
                  <a:lnTo>
                    <a:pt x="0" y="401320"/>
                  </a:lnTo>
                  <a:lnTo>
                    <a:pt x="0" y="406400"/>
                  </a:lnTo>
                  <a:lnTo>
                    <a:pt x="3809" y="406400"/>
                  </a:lnTo>
                  <a:lnTo>
                    <a:pt x="3809" y="401320"/>
                  </a:lnTo>
                  <a:close/>
                </a:path>
                <a:path w="3810" h="494029">
                  <a:moveTo>
                    <a:pt x="3809" y="394970"/>
                  </a:moveTo>
                  <a:lnTo>
                    <a:pt x="0" y="394970"/>
                  </a:lnTo>
                  <a:lnTo>
                    <a:pt x="0" y="400050"/>
                  </a:lnTo>
                  <a:lnTo>
                    <a:pt x="3809" y="400050"/>
                  </a:lnTo>
                  <a:lnTo>
                    <a:pt x="3809" y="394970"/>
                  </a:lnTo>
                  <a:close/>
                </a:path>
                <a:path w="3810" h="494029">
                  <a:moveTo>
                    <a:pt x="3809" y="132080"/>
                  </a:moveTo>
                  <a:lnTo>
                    <a:pt x="0" y="132080"/>
                  </a:lnTo>
                  <a:lnTo>
                    <a:pt x="0" y="393700"/>
                  </a:lnTo>
                  <a:lnTo>
                    <a:pt x="3809" y="393700"/>
                  </a:lnTo>
                  <a:lnTo>
                    <a:pt x="3809" y="132080"/>
                  </a:lnTo>
                  <a:close/>
                </a:path>
              </a:pathLst>
            </a:custGeom>
            <a:solidFill>
              <a:srgbClr val="C0AD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9" name="object 1739"/>
            <p:cNvSpPr/>
            <p:nvPr/>
          </p:nvSpPr>
          <p:spPr>
            <a:xfrm>
              <a:off x="2847339" y="2899410"/>
              <a:ext cx="3810" cy="491490"/>
            </a:xfrm>
            <a:custGeom>
              <a:avLst/>
              <a:gdLst/>
              <a:ahLst/>
              <a:cxnLst/>
              <a:rect l="l" t="t" r="r" b="b"/>
              <a:pathLst>
                <a:path w="3810" h="491489">
                  <a:moveTo>
                    <a:pt x="3810" y="7620"/>
                  </a:moveTo>
                  <a:lnTo>
                    <a:pt x="0" y="7620"/>
                  </a:lnTo>
                  <a:lnTo>
                    <a:pt x="0" y="128270"/>
                  </a:lnTo>
                  <a:lnTo>
                    <a:pt x="3810" y="128270"/>
                  </a:lnTo>
                  <a:lnTo>
                    <a:pt x="3810" y="7620"/>
                  </a:lnTo>
                  <a:close/>
                </a:path>
                <a:path w="3810" h="491489">
                  <a:moveTo>
                    <a:pt x="3810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5080"/>
                  </a:lnTo>
                  <a:close/>
                </a:path>
                <a:path w="3810" h="491489">
                  <a:moveTo>
                    <a:pt x="127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3810" h="491489">
                  <a:moveTo>
                    <a:pt x="3810" y="487680"/>
                  </a:moveTo>
                  <a:lnTo>
                    <a:pt x="0" y="487680"/>
                  </a:lnTo>
                  <a:lnTo>
                    <a:pt x="0" y="491490"/>
                  </a:lnTo>
                  <a:lnTo>
                    <a:pt x="3810" y="491490"/>
                  </a:lnTo>
                  <a:lnTo>
                    <a:pt x="3810" y="487680"/>
                  </a:lnTo>
                  <a:close/>
                </a:path>
                <a:path w="3810" h="491489">
                  <a:moveTo>
                    <a:pt x="3810" y="481330"/>
                  </a:moveTo>
                  <a:lnTo>
                    <a:pt x="0" y="481330"/>
                  </a:lnTo>
                  <a:lnTo>
                    <a:pt x="0" y="486410"/>
                  </a:lnTo>
                  <a:lnTo>
                    <a:pt x="3810" y="486410"/>
                  </a:lnTo>
                  <a:lnTo>
                    <a:pt x="3810" y="481330"/>
                  </a:lnTo>
                  <a:close/>
                </a:path>
                <a:path w="3810" h="491489">
                  <a:moveTo>
                    <a:pt x="3810" y="474980"/>
                  </a:moveTo>
                  <a:lnTo>
                    <a:pt x="0" y="474980"/>
                  </a:lnTo>
                  <a:lnTo>
                    <a:pt x="0" y="480060"/>
                  </a:lnTo>
                  <a:lnTo>
                    <a:pt x="3810" y="480060"/>
                  </a:lnTo>
                  <a:lnTo>
                    <a:pt x="3810" y="474980"/>
                  </a:lnTo>
                  <a:close/>
                </a:path>
                <a:path w="3810" h="491489">
                  <a:moveTo>
                    <a:pt x="3810" y="468630"/>
                  </a:moveTo>
                  <a:lnTo>
                    <a:pt x="0" y="468630"/>
                  </a:lnTo>
                  <a:lnTo>
                    <a:pt x="0" y="473710"/>
                  </a:lnTo>
                  <a:lnTo>
                    <a:pt x="3810" y="473710"/>
                  </a:lnTo>
                  <a:lnTo>
                    <a:pt x="3810" y="468630"/>
                  </a:lnTo>
                  <a:close/>
                </a:path>
                <a:path w="3810" h="491489">
                  <a:moveTo>
                    <a:pt x="3810" y="462280"/>
                  </a:moveTo>
                  <a:lnTo>
                    <a:pt x="0" y="462280"/>
                  </a:lnTo>
                  <a:lnTo>
                    <a:pt x="0" y="467360"/>
                  </a:lnTo>
                  <a:lnTo>
                    <a:pt x="3810" y="467360"/>
                  </a:lnTo>
                  <a:lnTo>
                    <a:pt x="3810" y="462280"/>
                  </a:lnTo>
                  <a:close/>
                </a:path>
                <a:path w="3810" h="491489">
                  <a:moveTo>
                    <a:pt x="3810" y="455930"/>
                  </a:moveTo>
                  <a:lnTo>
                    <a:pt x="0" y="455930"/>
                  </a:lnTo>
                  <a:lnTo>
                    <a:pt x="0" y="461010"/>
                  </a:lnTo>
                  <a:lnTo>
                    <a:pt x="3810" y="461010"/>
                  </a:lnTo>
                  <a:lnTo>
                    <a:pt x="3810" y="455930"/>
                  </a:lnTo>
                  <a:close/>
                </a:path>
                <a:path w="3810" h="491489">
                  <a:moveTo>
                    <a:pt x="3810" y="449580"/>
                  </a:moveTo>
                  <a:lnTo>
                    <a:pt x="0" y="449580"/>
                  </a:lnTo>
                  <a:lnTo>
                    <a:pt x="0" y="454660"/>
                  </a:lnTo>
                  <a:lnTo>
                    <a:pt x="3810" y="454660"/>
                  </a:lnTo>
                  <a:lnTo>
                    <a:pt x="3810" y="449580"/>
                  </a:lnTo>
                  <a:close/>
                </a:path>
                <a:path w="3810" h="491489">
                  <a:moveTo>
                    <a:pt x="3810" y="443230"/>
                  </a:moveTo>
                  <a:lnTo>
                    <a:pt x="0" y="443230"/>
                  </a:lnTo>
                  <a:lnTo>
                    <a:pt x="0" y="448310"/>
                  </a:lnTo>
                  <a:lnTo>
                    <a:pt x="3810" y="448310"/>
                  </a:lnTo>
                  <a:lnTo>
                    <a:pt x="3810" y="443230"/>
                  </a:lnTo>
                  <a:close/>
                </a:path>
                <a:path w="3810" h="491489">
                  <a:moveTo>
                    <a:pt x="3810" y="436880"/>
                  </a:moveTo>
                  <a:lnTo>
                    <a:pt x="0" y="436880"/>
                  </a:lnTo>
                  <a:lnTo>
                    <a:pt x="0" y="441960"/>
                  </a:lnTo>
                  <a:lnTo>
                    <a:pt x="3810" y="441960"/>
                  </a:lnTo>
                  <a:lnTo>
                    <a:pt x="3810" y="436880"/>
                  </a:lnTo>
                  <a:close/>
                </a:path>
                <a:path w="3810" h="491489">
                  <a:moveTo>
                    <a:pt x="3810" y="430530"/>
                  </a:moveTo>
                  <a:lnTo>
                    <a:pt x="0" y="430530"/>
                  </a:lnTo>
                  <a:lnTo>
                    <a:pt x="0" y="435610"/>
                  </a:lnTo>
                  <a:lnTo>
                    <a:pt x="3810" y="435610"/>
                  </a:lnTo>
                  <a:lnTo>
                    <a:pt x="3810" y="430530"/>
                  </a:lnTo>
                  <a:close/>
                </a:path>
                <a:path w="3810" h="491489">
                  <a:moveTo>
                    <a:pt x="3810" y="424180"/>
                  </a:moveTo>
                  <a:lnTo>
                    <a:pt x="0" y="424180"/>
                  </a:lnTo>
                  <a:lnTo>
                    <a:pt x="0" y="429260"/>
                  </a:lnTo>
                  <a:lnTo>
                    <a:pt x="3810" y="429260"/>
                  </a:lnTo>
                  <a:lnTo>
                    <a:pt x="3810" y="424180"/>
                  </a:lnTo>
                  <a:close/>
                </a:path>
                <a:path w="3810" h="491489">
                  <a:moveTo>
                    <a:pt x="3810" y="417830"/>
                  </a:moveTo>
                  <a:lnTo>
                    <a:pt x="0" y="417830"/>
                  </a:lnTo>
                  <a:lnTo>
                    <a:pt x="0" y="422910"/>
                  </a:lnTo>
                  <a:lnTo>
                    <a:pt x="3810" y="422910"/>
                  </a:lnTo>
                  <a:lnTo>
                    <a:pt x="3810" y="417830"/>
                  </a:lnTo>
                  <a:close/>
                </a:path>
                <a:path w="3810" h="491489">
                  <a:moveTo>
                    <a:pt x="3810" y="411480"/>
                  </a:moveTo>
                  <a:lnTo>
                    <a:pt x="0" y="411480"/>
                  </a:lnTo>
                  <a:lnTo>
                    <a:pt x="0" y="416560"/>
                  </a:lnTo>
                  <a:lnTo>
                    <a:pt x="3810" y="416560"/>
                  </a:lnTo>
                  <a:lnTo>
                    <a:pt x="3810" y="411480"/>
                  </a:lnTo>
                  <a:close/>
                </a:path>
                <a:path w="3810" h="491489">
                  <a:moveTo>
                    <a:pt x="3810" y="405130"/>
                  </a:moveTo>
                  <a:lnTo>
                    <a:pt x="0" y="405130"/>
                  </a:lnTo>
                  <a:lnTo>
                    <a:pt x="0" y="410210"/>
                  </a:lnTo>
                  <a:lnTo>
                    <a:pt x="3810" y="410210"/>
                  </a:lnTo>
                  <a:lnTo>
                    <a:pt x="3810" y="405130"/>
                  </a:lnTo>
                  <a:close/>
                </a:path>
                <a:path w="3810" h="491489">
                  <a:moveTo>
                    <a:pt x="3810" y="398780"/>
                  </a:moveTo>
                  <a:lnTo>
                    <a:pt x="0" y="398780"/>
                  </a:lnTo>
                  <a:lnTo>
                    <a:pt x="0" y="403860"/>
                  </a:lnTo>
                  <a:lnTo>
                    <a:pt x="3810" y="403860"/>
                  </a:lnTo>
                  <a:lnTo>
                    <a:pt x="3810" y="398780"/>
                  </a:lnTo>
                  <a:close/>
                </a:path>
                <a:path w="3810" h="491489">
                  <a:moveTo>
                    <a:pt x="3810" y="392430"/>
                  </a:moveTo>
                  <a:lnTo>
                    <a:pt x="0" y="392430"/>
                  </a:lnTo>
                  <a:lnTo>
                    <a:pt x="0" y="397510"/>
                  </a:lnTo>
                  <a:lnTo>
                    <a:pt x="3810" y="397510"/>
                  </a:lnTo>
                  <a:lnTo>
                    <a:pt x="3810" y="392430"/>
                  </a:lnTo>
                  <a:close/>
                </a:path>
                <a:path w="3810" h="491489">
                  <a:moveTo>
                    <a:pt x="3810" y="129540"/>
                  </a:moveTo>
                  <a:lnTo>
                    <a:pt x="0" y="129540"/>
                  </a:lnTo>
                  <a:lnTo>
                    <a:pt x="0" y="391160"/>
                  </a:lnTo>
                  <a:lnTo>
                    <a:pt x="3810" y="391160"/>
                  </a:lnTo>
                  <a:lnTo>
                    <a:pt x="3810" y="129540"/>
                  </a:lnTo>
                  <a:close/>
                </a:path>
              </a:pathLst>
            </a:custGeom>
            <a:solidFill>
              <a:srgbClr val="BFAC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0" name="object 1740"/>
            <p:cNvSpPr/>
            <p:nvPr/>
          </p:nvSpPr>
          <p:spPr>
            <a:xfrm>
              <a:off x="2851150" y="2903219"/>
              <a:ext cx="3810" cy="490220"/>
            </a:xfrm>
            <a:custGeom>
              <a:avLst/>
              <a:gdLst/>
              <a:ahLst/>
              <a:cxnLst/>
              <a:rect l="l" t="t" r="r" b="b"/>
              <a:pathLst>
                <a:path w="3810" h="490220">
                  <a:moveTo>
                    <a:pt x="3810" y="3810"/>
                  </a:moveTo>
                  <a:lnTo>
                    <a:pt x="0" y="3810"/>
                  </a:lnTo>
                  <a:lnTo>
                    <a:pt x="0" y="124460"/>
                  </a:lnTo>
                  <a:lnTo>
                    <a:pt x="3810" y="124460"/>
                  </a:lnTo>
                  <a:lnTo>
                    <a:pt x="3810" y="3810"/>
                  </a:lnTo>
                  <a:close/>
                </a:path>
                <a:path w="3810" h="490220">
                  <a:moveTo>
                    <a:pt x="3810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490220">
                  <a:moveTo>
                    <a:pt x="3810" y="483870"/>
                  </a:moveTo>
                  <a:lnTo>
                    <a:pt x="0" y="483870"/>
                  </a:lnTo>
                  <a:lnTo>
                    <a:pt x="0" y="490220"/>
                  </a:lnTo>
                  <a:lnTo>
                    <a:pt x="3810" y="490220"/>
                  </a:lnTo>
                  <a:lnTo>
                    <a:pt x="3810" y="483870"/>
                  </a:lnTo>
                  <a:close/>
                </a:path>
                <a:path w="3810" h="490220">
                  <a:moveTo>
                    <a:pt x="3810" y="477520"/>
                  </a:moveTo>
                  <a:lnTo>
                    <a:pt x="0" y="477520"/>
                  </a:lnTo>
                  <a:lnTo>
                    <a:pt x="0" y="482600"/>
                  </a:lnTo>
                  <a:lnTo>
                    <a:pt x="3810" y="482600"/>
                  </a:lnTo>
                  <a:lnTo>
                    <a:pt x="3810" y="477520"/>
                  </a:lnTo>
                  <a:close/>
                </a:path>
                <a:path w="3810" h="490220">
                  <a:moveTo>
                    <a:pt x="3810" y="471170"/>
                  </a:moveTo>
                  <a:lnTo>
                    <a:pt x="0" y="471170"/>
                  </a:lnTo>
                  <a:lnTo>
                    <a:pt x="0" y="476250"/>
                  </a:lnTo>
                  <a:lnTo>
                    <a:pt x="3810" y="476250"/>
                  </a:lnTo>
                  <a:lnTo>
                    <a:pt x="3810" y="471170"/>
                  </a:lnTo>
                  <a:close/>
                </a:path>
                <a:path w="3810" h="490220">
                  <a:moveTo>
                    <a:pt x="3810" y="464820"/>
                  </a:moveTo>
                  <a:lnTo>
                    <a:pt x="0" y="464820"/>
                  </a:lnTo>
                  <a:lnTo>
                    <a:pt x="0" y="469900"/>
                  </a:lnTo>
                  <a:lnTo>
                    <a:pt x="3810" y="469900"/>
                  </a:lnTo>
                  <a:lnTo>
                    <a:pt x="3810" y="464820"/>
                  </a:lnTo>
                  <a:close/>
                </a:path>
                <a:path w="3810" h="490220">
                  <a:moveTo>
                    <a:pt x="3810" y="458470"/>
                  </a:moveTo>
                  <a:lnTo>
                    <a:pt x="0" y="458470"/>
                  </a:lnTo>
                  <a:lnTo>
                    <a:pt x="0" y="463550"/>
                  </a:lnTo>
                  <a:lnTo>
                    <a:pt x="3810" y="463550"/>
                  </a:lnTo>
                  <a:lnTo>
                    <a:pt x="3810" y="458470"/>
                  </a:lnTo>
                  <a:close/>
                </a:path>
                <a:path w="3810" h="490220">
                  <a:moveTo>
                    <a:pt x="3810" y="452120"/>
                  </a:moveTo>
                  <a:lnTo>
                    <a:pt x="0" y="452120"/>
                  </a:lnTo>
                  <a:lnTo>
                    <a:pt x="0" y="457200"/>
                  </a:lnTo>
                  <a:lnTo>
                    <a:pt x="3810" y="457200"/>
                  </a:lnTo>
                  <a:lnTo>
                    <a:pt x="3810" y="452120"/>
                  </a:lnTo>
                  <a:close/>
                </a:path>
                <a:path w="3810" h="490220">
                  <a:moveTo>
                    <a:pt x="3810" y="445770"/>
                  </a:moveTo>
                  <a:lnTo>
                    <a:pt x="0" y="445770"/>
                  </a:lnTo>
                  <a:lnTo>
                    <a:pt x="0" y="450850"/>
                  </a:lnTo>
                  <a:lnTo>
                    <a:pt x="3810" y="450850"/>
                  </a:lnTo>
                  <a:lnTo>
                    <a:pt x="3810" y="445770"/>
                  </a:lnTo>
                  <a:close/>
                </a:path>
                <a:path w="3810" h="490220">
                  <a:moveTo>
                    <a:pt x="3810" y="439420"/>
                  </a:moveTo>
                  <a:lnTo>
                    <a:pt x="0" y="439420"/>
                  </a:lnTo>
                  <a:lnTo>
                    <a:pt x="0" y="444500"/>
                  </a:lnTo>
                  <a:lnTo>
                    <a:pt x="3810" y="444500"/>
                  </a:lnTo>
                  <a:lnTo>
                    <a:pt x="3810" y="439420"/>
                  </a:lnTo>
                  <a:close/>
                </a:path>
                <a:path w="3810" h="490220">
                  <a:moveTo>
                    <a:pt x="3810" y="433070"/>
                  </a:moveTo>
                  <a:lnTo>
                    <a:pt x="0" y="433070"/>
                  </a:lnTo>
                  <a:lnTo>
                    <a:pt x="0" y="438150"/>
                  </a:lnTo>
                  <a:lnTo>
                    <a:pt x="3810" y="438150"/>
                  </a:lnTo>
                  <a:lnTo>
                    <a:pt x="3810" y="433070"/>
                  </a:lnTo>
                  <a:close/>
                </a:path>
                <a:path w="3810" h="490220">
                  <a:moveTo>
                    <a:pt x="3810" y="426720"/>
                  </a:moveTo>
                  <a:lnTo>
                    <a:pt x="0" y="426720"/>
                  </a:lnTo>
                  <a:lnTo>
                    <a:pt x="0" y="431800"/>
                  </a:lnTo>
                  <a:lnTo>
                    <a:pt x="3810" y="431800"/>
                  </a:lnTo>
                  <a:lnTo>
                    <a:pt x="3810" y="426720"/>
                  </a:lnTo>
                  <a:close/>
                </a:path>
                <a:path w="3810" h="490220">
                  <a:moveTo>
                    <a:pt x="3810" y="420370"/>
                  </a:moveTo>
                  <a:lnTo>
                    <a:pt x="0" y="420370"/>
                  </a:lnTo>
                  <a:lnTo>
                    <a:pt x="0" y="425450"/>
                  </a:lnTo>
                  <a:lnTo>
                    <a:pt x="3810" y="425450"/>
                  </a:lnTo>
                  <a:lnTo>
                    <a:pt x="3810" y="420370"/>
                  </a:lnTo>
                  <a:close/>
                </a:path>
                <a:path w="3810" h="490220">
                  <a:moveTo>
                    <a:pt x="3810" y="414020"/>
                  </a:moveTo>
                  <a:lnTo>
                    <a:pt x="0" y="414020"/>
                  </a:lnTo>
                  <a:lnTo>
                    <a:pt x="0" y="419100"/>
                  </a:lnTo>
                  <a:lnTo>
                    <a:pt x="3810" y="419100"/>
                  </a:lnTo>
                  <a:lnTo>
                    <a:pt x="3810" y="414020"/>
                  </a:lnTo>
                  <a:close/>
                </a:path>
                <a:path w="3810" h="490220">
                  <a:moveTo>
                    <a:pt x="3810" y="407670"/>
                  </a:moveTo>
                  <a:lnTo>
                    <a:pt x="0" y="407670"/>
                  </a:lnTo>
                  <a:lnTo>
                    <a:pt x="0" y="412750"/>
                  </a:lnTo>
                  <a:lnTo>
                    <a:pt x="3810" y="412750"/>
                  </a:lnTo>
                  <a:lnTo>
                    <a:pt x="3810" y="407670"/>
                  </a:lnTo>
                  <a:close/>
                </a:path>
                <a:path w="3810" h="490220">
                  <a:moveTo>
                    <a:pt x="3810" y="401320"/>
                  </a:moveTo>
                  <a:lnTo>
                    <a:pt x="0" y="401320"/>
                  </a:lnTo>
                  <a:lnTo>
                    <a:pt x="0" y="406400"/>
                  </a:lnTo>
                  <a:lnTo>
                    <a:pt x="3810" y="406400"/>
                  </a:lnTo>
                  <a:lnTo>
                    <a:pt x="3810" y="401320"/>
                  </a:lnTo>
                  <a:close/>
                </a:path>
                <a:path w="3810" h="490220">
                  <a:moveTo>
                    <a:pt x="3810" y="394970"/>
                  </a:moveTo>
                  <a:lnTo>
                    <a:pt x="0" y="394970"/>
                  </a:lnTo>
                  <a:lnTo>
                    <a:pt x="0" y="400050"/>
                  </a:lnTo>
                  <a:lnTo>
                    <a:pt x="3810" y="400050"/>
                  </a:lnTo>
                  <a:lnTo>
                    <a:pt x="3810" y="394970"/>
                  </a:lnTo>
                  <a:close/>
                </a:path>
                <a:path w="3810" h="490220">
                  <a:moveTo>
                    <a:pt x="3810" y="388620"/>
                  </a:moveTo>
                  <a:lnTo>
                    <a:pt x="0" y="388620"/>
                  </a:lnTo>
                  <a:lnTo>
                    <a:pt x="0" y="393700"/>
                  </a:lnTo>
                  <a:lnTo>
                    <a:pt x="3810" y="393700"/>
                  </a:lnTo>
                  <a:lnTo>
                    <a:pt x="3810" y="388620"/>
                  </a:lnTo>
                  <a:close/>
                </a:path>
                <a:path w="3810" h="490220">
                  <a:moveTo>
                    <a:pt x="3810" y="125730"/>
                  </a:moveTo>
                  <a:lnTo>
                    <a:pt x="0" y="125730"/>
                  </a:lnTo>
                  <a:lnTo>
                    <a:pt x="0" y="387350"/>
                  </a:lnTo>
                  <a:lnTo>
                    <a:pt x="3810" y="387350"/>
                  </a:lnTo>
                  <a:lnTo>
                    <a:pt x="3810" y="125730"/>
                  </a:lnTo>
                  <a:close/>
                </a:path>
              </a:pathLst>
            </a:custGeom>
            <a:solidFill>
              <a:srgbClr val="BFAB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1" name="object 1741"/>
            <p:cNvSpPr/>
            <p:nvPr/>
          </p:nvSpPr>
          <p:spPr>
            <a:xfrm>
              <a:off x="2854960" y="2905760"/>
              <a:ext cx="3810" cy="487680"/>
            </a:xfrm>
            <a:custGeom>
              <a:avLst/>
              <a:gdLst/>
              <a:ahLst/>
              <a:cxnLst/>
              <a:rect l="l" t="t" r="r" b="b"/>
              <a:pathLst>
                <a:path w="3810" h="487679">
                  <a:moveTo>
                    <a:pt x="3809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121920"/>
                  </a:lnTo>
                  <a:lnTo>
                    <a:pt x="3809" y="121920"/>
                  </a:lnTo>
                  <a:lnTo>
                    <a:pt x="3809" y="0"/>
                  </a:lnTo>
                  <a:close/>
                </a:path>
                <a:path w="3810" h="487679">
                  <a:moveTo>
                    <a:pt x="3809" y="481330"/>
                  </a:moveTo>
                  <a:lnTo>
                    <a:pt x="0" y="481330"/>
                  </a:lnTo>
                  <a:lnTo>
                    <a:pt x="0" y="487680"/>
                  </a:lnTo>
                  <a:lnTo>
                    <a:pt x="2539" y="487680"/>
                  </a:lnTo>
                  <a:lnTo>
                    <a:pt x="2539" y="486410"/>
                  </a:lnTo>
                  <a:lnTo>
                    <a:pt x="3809" y="486410"/>
                  </a:lnTo>
                  <a:lnTo>
                    <a:pt x="3809" y="481330"/>
                  </a:lnTo>
                  <a:close/>
                </a:path>
                <a:path w="3810" h="487679">
                  <a:moveTo>
                    <a:pt x="3809" y="474980"/>
                  </a:moveTo>
                  <a:lnTo>
                    <a:pt x="0" y="474980"/>
                  </a:lnTo>
                  <a:lnTo>
                    <a:pt x="0" y="480060"/>
                  </a:lnTo>
                  <a:lnTo>
                    <a:pt x="3809" y="480060"/>
                  </a:lnTo>
                  <a:lnTo>
                    <a:pt x="3809" y="474980"/>
                  </a:lnTo>
                  <a:close/>
                </a:path>
                <a:path w="3810" h="487679">
                  <a:moveTo>
                    <a:pt x="3809" y="468630"/>
                  </a:moveTo>
                  <a:lnTo>
                    <a:pt x="0" y="468630"/>
                  </a:lnTo>
                  <a:lnTo>
                    <a:pt x="0" y="473710"/>
                  </a:lnTo>
                  <a:lnTo>
                    <a:pt x="3809" y="473710"/>
                  </a:lnTo>
                  <a:lnTo>
                    <a:pt x="3809" y="468630"/>
                  </a:lnTo>
                  <a:close/>
                </a:path>
                <a:path w="3810" h="487679">
                  <a:moveTo>
                    <a:pt x="3809" y="462280"/>
                  </a:moveTo>
                  <a:lnTo>
                    <a:pt x="0" y="462280"/>
                  </a:lnTo>
                  <a:lnTo>
                    <a:pt x="0" y="467360"/>
                  </a:lnTo>
                  <a:lnTo>
                    <a:pt x="3809" y="467360"/>
                  </a:lnTo>
                  <a:lnTo>
                    <a:pt x="3809" y="462280"/>
                  </a:lnTo>
                  <a:close/>
                </a:path>
                <a:path w="3810" h="487679">
                  <a:moveTo>
                    <a:pt x="3809" y="455930"/>
                  </a:moveTo>
                  <a:lnTo>
                    <a:pt x="0" y="455930"/>
                  </a:lnTo>
                  <a:lnTo>
                    <a:pt x="0" y="461010"/>
                  </a:lnTo>
                  <a:lnTo>
                    <a:pt x="3809" y="461010"/>
                  </a:lnTo>
                  <a:lnTo>
                    <a:pt x="3809" y="455930"/>
                  </a:lnTo>
                  <a:close/>
                </a:path>
                <a:path w="3810" h="487679">
                  <a:moveTo>
                    <a:pt x="3809" y="449580"/>
                  </a:moveTo>
                  <a:lnTo>
                    <a:pt x="0" y="449580"/>
                  </a:lnTo>
                  <a:lnTo>
                    <a:pt x="0" y="454660"/>
                  </a:lnTo>
                  <a:lnTo>
                    <a:pt x="3809" y="454660"/>
                  </a:lnTo>
                  <a:lnTo>
                    <a:pt x="3809" y="449580"/>
                  </a:lnTo>
                  <a:close/>
                </a:path>
                <a:path w="3810" h="487679">
                  <a:moveTo>
                    <a:pt x="3809" y="443230"/>
                  </a:moveTo>
                  <a:lnTo>
                    <a:pt x="0" y="443230"/>
                  </a:lnTo>
                  <a:lnTo>
                    <a:pt x="0" y="448310"/>
                  </a:lnTo>
                  <a:lnTo>
                    <a:pt x="3809" y="448310"/>
                  </a:lnTo>
                  <a:lnTo>
                    <a:pt x="3809" y="443230"/>
                  </a:lnTo>
                  <a:close/>
                </a:path>
                <a:path w="3810" h="487679">
                  <a:moveTo>
                    <a:pt x="3809" y="436880"/>
                  </a:moveTo>
                  <a:lnTo>
                    <a:pt x="0" y="436880"/>
                  </a:lnTo>
                  <a:lnTo>
                    <a:pt x="0" y="441960"/>
                  </a:lnTo>
                  <a:lnTo>
                    <a:pt x="3809" y="441960"/>
                  </a:lnTo>
                  <a:lnTo>
                    <a:pt x="3809" y="436880"/>
                  </a:lnTo>
                  <a:close/>
                </a:path>
                <a:path w="3810" h="487679">
                  <a:moveTo>
                    <a:pt x="3809" y="430530"/>
                  </a:moveTo>
                  <a:lnTo>
                    <a:pt x="0" y="430530"/>
                  </a:lnTo>
                  <a:lnTo>
                    <a:pt x="0" y="435610"/>
                  </a:lnTo>
                  <a:lnTo>
                    <a:pt x="3809" y="435610"/>
                  </a:lnTo>
                  <a:lnTo>
                    <a:pt x="3809" y="430530"/>
                  </a:lnTo>
                  <a:close/>
                </a:path>
                <a:path w="3810" h="487679">
                  <a:moveTo>
                    <a:pt x="3809" y="424180"/>
                  </a:moveTo>
                  <a:lnTo>
                    <a:pt x="0" y="424180"/>
                  </a:lnTo>
                  <a:lnTo>
                    <a:pt x="0" y="429260"/>
                  </a:lnTo>
                  <a:lnTo>
                    <a:pt x="3809" y="429260"/>
                  </a:lnTo>
                  <a:lnTo>
                    <a:pt x="3809" y="424180"/>
                  </a:lnTo>
                  <a:close/>
                </a:path>
                <a:path w="3810" h="487679">
                  <a:moveTo>
                    <a:pt x="3809" y="417830"/>
                  </a:moveTo>
                  <a:lnTo>
                    <a:pt x="0" y="417830"/>
                  </a:lnTo>
                  <a:lnTo>
                    <a:pt x="0" y="422910"/>
                  </a:lnTo>
                  <a:lnTo>
                    <a:pt x="3809" y="422910"/>
                  </a:lnTo>
                  <a:lnTo>
                    <a:pt x="3809" y="417830"/>
                  </a:lnTo>
                  <a:close/>
                </a:path>
                <a:path w="3810" h="487679">
                  <a:moveTo>
                    <a:pt x="3809" y="411480"/>
                  </a:moveTo>
                  <a:lnTo>
                    <a:pt x="0" y="411480"/>
                  </a:lnTo>
                  <a:lnTo>
                    <a:pt x="0" y="416560"/>
                  </a:lnTo>
                  <a:lnTo>
                    <a:pt x="3809" y="416560"/>
                  </a:lnTo>
                  <a:lnTo>
                    <a:pt x="3809" y="411480"/>
                  </a:lnTo>
                  <a:close/>
                </a:path>
                <a:path w="3810" h="487679">
                  <a:moveTo>
                    <a:pt x="3809" y="405130"/>
                  </a:moveTo>
                  <a:lnTo>
                    <a:pt x="0" y="405130"/>
                  </a:lnTo>
                  <a:lnTo>
                    <a:pt x="0" y="410210"/>
                  </a:lnTo>
                  <a:lnTo>
                    <a:pt x="3809" y="410210"/>
                  </a:lnTo>
                  <a:lnTo>
                    <a:pt x="3809" y="405130"/>
                  </a:lnTo>
                  <a:close/>
                </a:path>
                <a:path w="3810" h="487679">
                  <a:moveTo>
                    <a:pt x="3809" y="398780"/>
                  </a:moveTo>
                  <a:lnTo>
                    <a:pt x="0" y="398780"/>
                  </a:lnTo>
                  <a:lnTo>
                    <a:pt x="0" y="403860"/>
                  </a:lnTo>
                  <a:lnTo>
                    <a:pt x="3809" y="403860"/>
                  </a:lnTo>
                  <a:lnTo>
                    <a:pt x="3809" y="398780"/>
                  </a:lnTo>
                  <a:close/>
                </a:path>
                <a:path w="3810" h="487679">
                  <a:moveTo>
                    <a:pt x="3809" y="392430"/>
                  </a:moveTo>
                  <a:lnTo>
                    <a:pt x="0" y="392430"/>
                  </a:lnTo>
                  <a:lnTo>
                    <a:pt x="0" y="397510"/>
                  </a:lnTo>
                  <a:lnTo>
                    <a:pt x="3809" y="397510"/>
                  </a:lnTo>
                  <a:lnTo>
                    <a:pt x="3809" y="392430"/>
                  </a:lnTo>
                  <a:close/>
                </a:path>
                <a:path w="3810" h="487679">
                  <a:moveTo>
                    <a:pt x="3809" y="386080"/>
                  </a:moveTo>
                  <a:lnTo>
                    <a:pt x="0" y="386080"/>
                  </a:lnTo>
                  <a:lnTo>
                    <a:pt x="0" y="391160"/>
                  </a:lnTo>
                  <a:lnTo>
                    <a:pt x="3809" y="391160"/>
                  </a:lnTo>
                  <a:lnTo>
                    <a:pt x="3809" y="386080"/>
                  </a:lnTo>
                  <a:close/>
                </a:path>
                <a:path w="3810" h="487679">
                  <a:moveTo>
                    <a:pt x="3809" y="123190"/>
                  </a:moveTo>
                  <a:lnTo>
                    <a:pt x="0" y="123190"/>
                  </a:lnTo>
                  <a:lnTo>
                    <a:pt x="0" y="384810"/>
                  </a:lnTo>
                  <a:lnTo>
                    <a:pt x="3809" y="384810"/>
                  </a:lnTo>
                  <a:lnTo>
                    <a:pt x="3809" y="123190"/>
                  </a:lnTo>
                  <a:close/>
                </a:path>
              </a:pathLst>
            </a:custGeom>
            <a:solidFill>
              <a:srgbClr val="BEAA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2" name="object 1742"/>
            <p:cNvSpPr/>
            <p:nvPr/>
          </p:nvSpPr>
          <p:spPr>
            <a:xfrm>
              <a:off x="2858769" y="2905760"/>
              <a:ext cx="3810" cy="488950"/>
            </a:xfrm>
            <a:custGeom>
              <a:avLst/>
              <a:gdLst/>
              <a:ahLst/>
              <a:cxnLst/>
              <a:rect l="l" t="t" r="r" b="b"/>
              <a:pathLst>
                <a:path w="3810" h="488950">
                  <a:moveTo>
                    <a:pt x="1269" y="0"/>
                  </a:moveTo>
                  <a:lnTo>
                    <a:pt x="0" y="0"/>
                  </a:lnTo>
                  <a:lnTo>
                    <a:pt x="0" y="121920"/>
                  </a:lnTo>
                  <a:lnTo>
                    <a:pt x="1269" y="121920"/>
                  </a:lnTo>
                  <a:lnTo>
                    <a:pt x="1269" y="0"/>
                  </a:lnTo>
                  <a:close/>
                </a:path>
                <a:path w="3810" h="488950">
                  <a:moveTo>
                    <a:pt x="3810" y="487680"/>
                  </a:moveTo>
                  <a:lnTo>
                    <a:pt x="2540" y="487680"/>
                  </a:lnTo>
                  <a:lnTo>
                    <a:pt x="2540" y="488950"/>
                  </a:lnTo>
                  <a:lnTo>
                    <a:pt x="3810" y="488950"/>
                  </a:lnTo>
                  <a:lnTo>
                    <a:pt x="3810" y="487680"/>
                  </a:lnTo>
                  <a:close/>
                </a:path>
                <a:path w="3810" h="488950">
                  <a:moveTo>
                    <a:pt x="3810" y="481330"/>
                  </a:moveTo>
                  <a:lnTo>
                    <a:pt x="0" y="481330"/>
                  </a:lnTo>
                  <a:lnTo>
                    <a:pt x="0" y="486410"/>
                  </a:lnTo>
                  <a:lnTo>
                    <a:pt x="3810" y="486410"/>
                  </a:lnTo>
                  <a:lnTo>
                    <a:pt x="3810" y="481330"/>
                  </a:lnTo>
                  <a:close/>
                </a:path>
                <a:path w="3810" h="488950">
                  <a:moveTo>
                    <a:pt x="3810" y="474980"/>
                  </a:moveTo>
                  <a:lnTo>
                    <a:pt x="0" y="474980"/>
                  </a:lnTo>
                  <a:lnTo>
                    <a:pt x="0" y="480060"/>
                  </a:lnTo>
                  <a:lnTo>
                    <a:pt x="3810" y="480060"/>
                  </a:lnTo>
                  <a:lnTo>
                    <a:pt x="3810" y="474980"/>
                  </a:lnTo>
                  <a:close/>
                </a:path>
                <a:path w="3810" h="488950">
                  <a:moveTo>
                    <a:pt x="3810" y="468630"/>
                  </a:moveTo>
                  <a:lnTo>
                    <a:pt x="0" y="468630"/>
                  </a:lnTo>
                  <a:lnTo>
                    <a:pt x="0" y="473710"/>
                  </a:lnTo>
                  <a:lnTo>
                    <a:pt x="3810" y="473710"/>
                  </a:lnTo>
                  <a:lnTo>
                    <a:pt x="3810" y="468630"/>
                  </a:lnTo>
                  <a:close/>
                </a:path>
                <a:path w="3810" h="488950">
                  <a:moveTo>
                    <a:pt x="3810" y="462280"/>
                  </a:moveTo>
                  <a:lnTo>
                    <a:pt x="0" y="462280"/>
                  </a:lnTo>
                  <a:lnTo>
                    <a:pt x="0" y="467360"/>
                  </a:lnTo>
                  <a:lnTo>
                    <a:pt x="3810" y="467360"/>
                  </a:lnTo>
                  <a:lnTo>
                    <a:pt x="3810" y="462280"/>
                  </a:lnTo>
                  <a:close/>
                </a:path>
                <a:path w="3810" h="488950">
                  <a:moveTo>
                    <a:pt x="3810" y="455930"/>
                  </a:moveTo>
                  <a:lnTo>
                    <a:pt x="0" y="455930"/>
                  </a:lnTo>
                  <a:lnTo>
                    <a:pt x="0" y="461010"/>
                  </a:lnTo>
                  <a:lnTo>
                    <a:pt x="3810" y="461010"/>
                  </a:lnTo>
                  <a:lnTo>
                    <a:pt x="3810" y="455930"/>
                  </a:lnTo>
                  <a:close/>
                </a:path>
                <a:path w="3810" h="488950">
                  <a:moveTo>
                    <a:pt x="3810" y="449580"/>
                  </a:moveTo>
                  <a:lnTo>
                    <a:pt x="0" y="449580"/>
                  </a:lnTo>
                  <a:lnTo>
                    <a:pt x="0" y="454660"/>
                  </a:lnTo>
                  <a:lnTo>
                    <a:pt x="3810" y="454660"/>
                  </a:lnTo>
                  <a:lnTo>
                    <a:pt x="3810" y="449580"/>
                  </a:lnTo>
                  <a:close/>
                </a:path>
                <a:path w="3810" h="488950">
                  <a:moveTo>
                    <a:pt x="3810" y="443230"/>
                  </a:moveTo>
                  <a:lnTo>
                    <a:pt x="0" y="443230"/>
                  </a:lnTo>
                  <a:lnTo>
                    <a:pt x="0" y="448310"/>
                  </a:lnTo>
                  <a:lnTo>
                    <a:pt x="3810" y="448310"/>
                  </a:lnTo>
                  <a:lnTo>
                    <a:pt x="3810" y="443230"/>
                  </a:lnTo>
                  <a:close/>
                </a:path>
                <a:path w="3810" h="488950">
                  <a:moveTo>
                    <a:pt x="3810" y="436880"/>
                  </a:moveTo>
                  <a:lnTo>
                    <a:pt x="0" y="436880"/>
                  </a:lnTo>
                  <a:lnTo>
                    <a:pt x="0" y="441960"/>
                  </a:lnTo>
                  <a:lnTo>
                    <a:pt x="3810" y="441960"/>
                  </a:lnTo>
                  <a:lnTo>
                    <a:pt x="3810" y="436880"/>
                  </a:lnTo>
                  <a:close/>
                </a:path>
                <a:path w="3810" h="488950">
                  <a:moveTo>
                    <a:pt x="3810" y="430530"/>
                  </a:moveTo>
                  <a:lnTo>
                    <a:pt x="0" y="430530"/>
                  </a:lnTo>
                  <a:lnTo>
                    <a:pt x="0" y="435610"/>
                  </a:lnTo>
                  <a:lnTo>
                    <a:pt x="3810" y="435610"/>
                  </a:lnTo>
                  <a:lnTo>
                    <a:pt x="3810" y="430530"/>
                  </a:lnTo>
                  <a:close/>
                </a:path>
                <a:path w="3810" h="488950">
                  <a:moveTo>
                    <a:pt x="3810" y="424180"/>
                  </a:moveTo>
                  <a:lnTo>
                    <a:pt x="0" y="424180"/>
                  </a:lnTo>
                  <a:lnTo>
                    <a:pt x="0" y="429260"/>
                  </a:lnTo>
                  <a:lnTo>
                    <a:pt x="3810" y="429260"/>
                  </a:lnTo>
                  <a:lnTo>
                    <a:pt x="3810" y="424180"/>
                  </a:lnTo>
                  <a:close/>
                </a:path>
                <a:path w="3810" h="488950">
                  <a:moveTo>
                    <a:pt x="3810" y="417830"/>
                  </a:moveTo>
                  <a:lnTo>
                    <a:pt x="0" y="417830"/>
                  </a:lnTo>
                  <a:lnTo>
                    <a:pt x="0" y="422910"/>
                  </a:lnTo>
                  <a:lnTo>
                    <a:pt x="3810" y="422910"/>
                  </a:lnTo>
                  <a:lnTo>
                    <a:pt x="3810" y="417830"/>
                  </a:lnTo>
                  <a:close/>
                </a:path>
                <a:path w="3810" h="488950">
                  <a:moveTo>
                    <a:pt x="3810" y="411480"/>
                  </a:moveTo>
                  <a:lnTo>
                    <a:pt x="0" y="411480"/>
                  </a:lnTo>
                  <a:lnTo>
                    <a:pt x="0" y="416560"/>
                  </a:lnTo>
                  <a:lnTo>
                    <a:pt x="3810" y="416560"/>
                  </a:lnTo>
                  <a:lnTo>
                    <a:pt x="3810" y="411480"/>
                  </a:lnTo>
                  <a:close/>
                </a:path>
                <a:path w="3810" h="488950">
                  <a:moveTo>
                    <a:pt x="3810" y="405130"/>
                  </a:moveTo>
                  <a:lnTo>
                    <a:pt x="0" y="405130"/>
                  </a:lnTo>
                  <a:lnTo>
                    <a:pt x="0" y="410210"/>
                  </a:lnTo>
                  <a:lnTo>
                    <a:pt x="3810" y="410210"/>
                  </a:lnTo>
                  <a:lnTo>
                    <a:pt x="3810" y="405130"/>
                  </a:lnTo>
                  <a:close/>
                </a:path>
                <a:path w="3810" h="488950">
                  <a:moveTo>
                    <a:pt x="3810" y="398780"/>
                  </a:moveTo>
                  <a:lnTo>
                    <a:pt x="0" y="398780"/>
                  </a:lnTo>
                  <a:lnTo>
                    <a:pt x="0" y="403860"/>
                  </a:lnTo>
                  <a:lnTo>
                    <a:pt x="3810" y="403860"/>
                  </a:lnTo>
                  <a:lnTo>
                    <a:pt x="3810" y="398780"/>
                  </a:lnTo>
                  <a:close/>
                </a:path>
                <a:path w="3810" h="488950">
                  <a:moveTo>
                    <a:pt x="3810" y="392430"/>
                  </a:moveTo>
                  <a:lnTo>
                    <a:pt x="0" y="392430"/>
                  </a:lnTo>
                  <a:lnTo>
                    <a:pt x="0" y="397510"/>
                  </a:lnTo>
                  <a:lnTo>
                    <a:pt x="3810" y="397510"/>
                  </a:lnTo>
                  <a:lnTo>
                    <a:pt x="3810" y="392430"/>
                  </a:lnTo>
                  <a:close/>
                </a:path>
                <a:path w="3810" h="488950">
                  <a:moveTo>
                    <a:pt x="3810" y="386080"/>
                  </a:moveTo>
                  <a:lnTo>
                    <a:pt x="0" y="386080"/>
                  </a:lnTo>
                  <a:lnTo>
                    <a:pt x="0" y="391160"/>
                  </a:lnTo>
                  <a:lnTo>
                    <a:pt x="3810" y="391160"/>
                  </a:lnTo>
                  <a:lnTo>
                    <a:pt x="3810" y="386080"/>
                  </a:lnTo>
                  <a:close/>
                </a:path>
                <a:path w="3810" h="488950">
                  <a:moveTo>
                    <a:pt x="2540" y="123190"/>
                  </a:moveTo>
                  <a:lnTo>
                    <a:pt x="0" y="123190"/>
                  </a:lnTo>
                  <a:lnTo>
                    <a:pt x="0" y="384810"/>
                  </a:lnTo>
                  <a:lnTo>
                    <a:pt x="3810" y="384810"/>
                  </a:lnTo>
                  <a:lnTo>
                    <a:pt x="3810" y="367030"/>
                  </a:lnTo>
                  <a:lnTo>
                    <a:pt x="2540" y="367030"/>
                  </a:lnTo>
                  <a:lnTo>
                    <a:pt x="2540" y="123190"/>
                  </a:lnTo>
                  <a:close/>
                </a:path>
              </a:pathLst>
            </a:custGeom>
            <a:solidFill>
              <a:srgbClr val="BDA97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3" name="object 1743"/>
            <p:cNvSpPr/>
            <p:nvPr/>
          </p:nvSpPr>
          <p:spPr>
            <a:xfrm>
              <a:off x="2641600" y="2777489"/>
              <a:ext cx="219710" cy="615950"/>
            </a:xfrm>
            <a:custGeom>
              <a:avLst/>
              <a:gdLst/>
              <a:ahLst/>
              <a:cxnLst/>
              <a:rect l="l" t="t" r="r" b="b"/>
              <a:pathLst>
                <a:path w="219710" h="615950">
                  <a:moveTo>
                    <a:pt x="217169" y="128270"/>
                  </a:moveTo>
                  <a:lnTo>
                    <a:pt x="217209" y="273050"/>
                  </a:lnTo>
                  <a:lnTo>
                    <a:pt x="217487" y="372110"/>
                  </a:lnTo>
                  <a:lnTo>
                    <a:pt x="218241" y="471170"/>
                  </a:lnTo>
                  <a:lnTo>
                    <a:pt x="219710" y="615950"/>
                  </a:lnTo>
                  <a:lnTo>
                    <a:pt x="151262" y="600334"/>
                  </a:lnTo>
                  <a:lnTo>
                    <a:pt x="99761" y="579414"/>
                  </a:lnTo>
                  <a:lnTo>
                    <a:pt x="60512" y="555508"/>
                  </a:lnTo>
                  <a:lnTo>
                    <a:pt x="28823" y="530931"/>
                  </a:lnTo>
                  <a:lnTo>
                    <a:pt x="0" y="508000"/>
                  </a:lnTo>
                  <a:lnTo>
                    <a:pt x="0" y="321468"/>
                  </a:lnTo>
                  <a:lnTo>
                    <a:pt x="0" y="158750"/>
                  </a:lnTo>
                  <a:lnTo>
                    <a:pt x="0" y="43656"/>
                  </a:lnTo>
                  <a:lnTo>
                    <a:pt x="0" y="0"/>
                  </a:lnTo>
                  <a:lnTo>
                    <a:pt x="3393" y="2004"/>
                  </a:lnTo>
                  <a:lnTo>
                    <a:pt x="27146" y="16033"/>
                  </a:lnTo>
                  <a:lnTo>
                    <a:pt x="91618" y="54113"/>
                  </a:lnTo>
                  <a:lnTo>
                    <a:pt x="217169" y="128270"/>
                  </a:lnTo>
                  <a:close/>
                </a:path>
              </a:pathLst>
            </a:custGeom>
            <a:ln w="646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44" name="object 1744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860039" y="2772410"/>
              <a:ext cx="229652" cy="229084"/>
            </a:xfrm>
            <a:prstGeom prst="rect">
              <a:avLst/>
            </a:prstGeom>
          </p:spPr>
        </p:pic>
        <p:sp>
          <p:nvSpPr>
            <p:cNvPr id="1745" name="object 1745"/>
            <p:cNvSpPr/>
            <p:nvPr/>
          </p:nvSpPr>
          <p:spPr>
            <a:xfrm>
              <a:off x="2860039" y="2757169"/>
              <a:ext cx="256540" cy="256540"/>
            </a:xfrm>
            <a:custGeom>
              <a:avLst/>
              <a:gdLst/>
              <a:ahLst/>
              <a:cxnLst/>
              <a:rect l="l" t="t" r="r" b="b"/>
              <a:pathLst>
                <a:path w="256539" h="256539">
                  <a:moveTo>
                    <a:pt x="115569" y="140970"/>
                  </a:moveTo>
                  <a:lnTo>
                    <a:pt x="103610" y="140970"/>
                  </a:lnTo>
                  <a:lnTo>
                    <a:pt x="102337" y="142239"/>
                  </a:lnTo>
                  <a:lnTo>
                    <a:pt x="114300" y="142239"/>
                  </a:lnTo>
                  <a:lnTo>
                    <a:pt x="115569" y="140970"/>
                  </a:lnTo>
                  <a:close/>
                </a:path>
                <a:path w="256539" h="256539">
                  <a:moveTo>
                    <a:pt x="119380" y="137160"/>
                  </a:moveTo>
                  <a:lnTo>
                    <a:pt x="107430" y="137160"/>
                  </a:lnTo>
                  <a:lnTo>
                    <a:pt x="104883" y="139700"/>
                  </a:lnTo>
                  <a:lnTo>
                    <a:pt x="116840" y="139700"/>
                  </a:lnTo>
                  <a:lnTo>
                    <a:pt x="119380" y="137160"/>
                  </a:lnTo>
                  <a:close/>
                </a:path>
                <a:path w="256539" h="256539">
                  <a:moveTo>
                    <a:pt x="121919" y="134620"/>
                  </a:moveTo>
                  <a:lnTo>
                    <a:pt x="109976" y="134620"/>
                  </a:lnTo>
                  <a:lnTo>
                    <a:pt x="108703" y="135889"/>
                  </a:lnTo>
                  <a:lnTo>
                    <a:pt x="120650" y="135889"/>
                  </a:lnTo>
                  <a:lnTo>
                    <a:pt x="121919" y="134620"/>
                  </a:lnTo>
                  <a:close/>
                </a:path>
                <a:path w="256539" h="256539">
                  <a:moveTo>
                    <a:pt x="125730" y="130810"/>
                  </a:moveTo>
                  <a:lnTo>
                    <a:pt x="113795" y="130810"/>
                  </a:lnTo>
                  <a:lnTo>
                    <a:pt x="111249" y="133350"/>
                  </a:lnTo>
                  <a:lnTo>
                    <a:pt x="123190" y="133350"/>
                  </a:lnTo>
                  <a:lnTo>
                    <a:pt x="125730" y="130810"/>
                  </a:lnTo>
                  <a:close/>
                </a:path>
                <a:path w="256539" h="256539">
                  <a:moveTo>
                    <a:pt x="128269" y="128270"/>
                  </a:moveTo>
                  <a:lnTo>
                    <a:pt x="116342" y="128270"/>
                  </a:lnTo>
                  <a:lnTo>
                    <a:pt x="115068" y="129539"/>
                  </a:lnTo>
                  <a:lnTo>
                    <a:pt x="127000" y="129539"/>
                  </a:lnTo>
                  <a:lnTo>
                    <a:pt x="128269" y="128270"/>
                  </a:lnTo>
                  <a:close/>
                </a:path>
                <a:path w="256539" h="256539">
                  <a:moveTo>
                    <a:pt x="132080" y="124460"/>
                  </a:moveTo>
                  <a:lnTo>
                    <a:pt x="120161" y="124460"/>
                  </a:lnTo>
                  <a:lnTo>
                    <a:pt x="117615" y="127000"/>
                  </a:lnTo>
                  <a:lnTo>
                    <a:pt x="129540" y="127000"/>
                  </a:lnTo>
                  <a:lnTo>
                    <a:pt x="132080" y="124460"/>
                  </a:lnTo>
                  <a:close/>
                </a:path>
                <a:path w="256539" h="256539">
                  <a:moveTo>
                    <a:pt x="134619" y="121920"/>
                  </a:moveTo>
                  <a:lnTo>
                    <a:pt x="122707" y="121920"/>
                  </a:lnTo>
                  <a:lnTo>
                    <a:pt x="121434" y="123189"/>
                  </a:lnTo>
                  <a:lnTo>
                    <a:pt x="133350" y="123189"/>
                  </a:lnTo>
                  <a:lnTo>
                    <a:pt x="134619" y="121920"/>
                  </a:lnTo>
                  <a:close/>
                </a:path>
                <a:path w="256539" h="256539">
                  <a:moveTo>
                    <a:pt x="138430" y="118110"/>
                  </a:moveTo>
                  <a:lnTo>
                    <a:pt x="126527" y="118110"/>
                  </a:lnTo>
                  <a:lnTo>
                    <a:pt x="123980" y="120650"/>
                  </a:lnTo>
                  <a:lnTo>
                    <a:pt x="135890" y="120650"/>
                  </a:lnTo>
                  <a:lnTo>
                    <a:pt x="138430" y="118110"/>
                  </a:lnTo>
                  <a:close/>
                </a:path>
                <a:path w="256539" h="256539">
                  <a:moveTo>
                    <a:pt x="140969" y="115570"/>
                  </a:moveTo>
                  <a:lnTo>
                    <a:pt x="129073" y="115570"/>
                  </a:lnTo>
                  <a:lnTo>
                    <a:pt x="127800" y="116839"/>
                  </a:lnTo>
                  <a:lnTo>
                    <a:pt x="139700" y="116839"/>
                  </a:lnTo>
                  <a:lnTo>
                    <a:pt x="140969" y="115570"/>
                  </a:lnTo>
                  <a:close/>
                </a:path>
                <a:path w="256539" h="256539">
                  <a:moveTo>
                    <a:pt x="144780" y="111760"/>
                  </a:moveTo>
                  <a:lnTo>
                    <a:pt x="132893" y="111760"/>
                  </a:lnTo>
                  <a:lnTo>
                    <a:pt x="130346" y="114300"/>
                  </a:lnTo>
                  <a:lnTo>
                    <a:pt x="142240" y="114300"/>
                  </a:lnTo>
                  <a:lnTo>
                    <a:pt x="144780" y="111760"/>
                  </a:lnTo>
                  <a:close/>
                </a:path>
                <a:path w="256539" h="256539">
                  <a:moveTo>
                    <a:pt x="147319" y="109220"/>
                  </a:moveTo>
                  <a:lnTo>
                    <a:pt x="135439" y="109220"/>
                  </a:lnTo>
                  <a:lnTo>
                    <a:pt x="134166" y="110489"/>
                  </a:lnTo>
                  <a:lnTo>
                    <a:pt x="146050" y="110489"/>
                  </a:lnTo>
                  <a:lnTo>
                    <a:pt x="147319" y="109220"/>
                  </a:lnTo>
                  <a:close/>
                </a:path>
                <a:path w="256539" h="256539">
                  <a:moveTo>
                    <a:pt x="151130" y="105410"/>
                  </a:moveTo>
                  <a:lnTo>
                    <a:pt x="139258" y="105410"/>
                  </a:lnTo>
                  <a:lnTo>
                    <a:pt x="136712" y="107950"/>
                  </a:lnTo>
                  <a:lnTo>
                    <a:pt x="148590" y="107950"/>
                  </a:lnTo>
                  <a:lnTo>
                    <a:pt x="151130" y="105410"/>
                  </a:lnTo>
                  <a:close/>
                </a:path>
                <a:path w="256539" h="256539">
                  <a:moveTo>
                    <a:pt x="153669" y="102870"/>
                  </a:moveTo>
                  <a:lnTo>
                    <a:pt x="141805" y="102870"/>
                  </a:lnTo>
                  <a:lnTo>
                    <a:pt x="140531" y="104139"/>
                  </a:lnTo>
                  <a:lnTo>
                    <a:pt x="152400" y="104139"/>
                  </a:lnTo>
                  <a:lnTo>
                    <a:pt x="153669" y="102870"/>
                  </a:lnTo>
                  <a:close/>
                </a:path>
                <a:path w="256539" h="256539">
                  <a:moveTo>
                    <a:pt x="157480" y="99060"/>
                  </a:moveTo>
                  <a:lnTo>
                    <a:pt x="145624" y="99060"/>
                  </a:lnTo>
                  <a:lnTo>
                    <a:pt x="143078" y="101600"/>
                  </a:lnTo>
                  <a:lnTo>
                    <a:pt x="154940" y="101600"/>
                  </a:lnTo>
                  <a:lnTo>
                    <a:pt x="157480" y="99060"/>
                  </a:lnTo>
                  <a:close/>
                </a:path>
                <a:path w="256539" h="256539">
                  <a:moveTo>
                    <a:pt x="160019" y="96520"/>
                  </a:moveTo>
                  <a:lnTo>
                    <a:pt x="148170" y="96520"/>
                  </a:lnTo>
                  <a:lnTo>
                    <a:pt x="146897" y="97789"/>
                  </a:lnTo>
                  <a:lnTo>
                    <a:pt x="158750" y="97789"/>
                  </a:lnTo>
                  <a:lnTo>
                    <a:pt x="160019" y="96520"/>
                  </a:lnTo>
                  <a:close/>
                </a:path>
                <a:path w="256539" h="256539">
                  <a:moveTo>
                    <a:pt x="163830" y="92710"/>
                  </a:moveTo>
                  <a:lnTo>
                    <a:pt x="151990" y="92710"/>
                  </a:lnTo>
                  <a:lnTo>
                    <a:pt x="149444" y="95250"/>
                  </a:lnTo>
                  <a:lnTo>
                    <a:pt x="161290" y="95250"/>
                  </a:lnTo>
                  <a:lnTo>
                    <a:pt x="163830" y="92710"/>
                  </a:lnTo>
                  <a:close/>
                </a:path>
                <a:path w="256539" h="256539">
                  <a:moveTo>
                    <a:pt x="166369" y="90170"/>
                  </a:moveTo>
                  <a:lnTo>
                    <a:pt x="154536" y="90170"/>
                  </a:lnTo>
                  <a:lnTo>
                    <a:pt x="153263" y="91439"/>
                  </a:lnTo>
                  <a:lnTo>
                    <a:pt x="165100" y="91439"/>
                  </a:lnTo>
                  <a:lnTo>
                    <a:pt x="166369" y="90170"/>
                  </a:lnTo>
                  <a:close/>
                </a:path>
                <a:path w="256539" h="256539">
                  <a:moveTo>
                    <a:pt x="170180" y="86360"/>
                  </a:moveTo>
                  <a:lnTo>
                    <a:pt x="158356" y="86360"/>
                  </a:lnTo>
                  <a:lnTo>
                    <a:pt x="155809" y="88900"/>
                  </a:lnTo>
                  <a:lnTo>
                    <a:pt x="167640" y="88900"/>
                  </a:lnTo>
                  <a:lnTo>
                    <a:pt x="170180" y="86360"/>
                  </a:lnTo>
                  <a:close/>
                </a:path>
                <a:path w="256539" h="256539">
                  <a:moveTo>
                    <a:pt x="172719" y="83820"/>
                  </a:moveTo>
                  <a:lnTo>
                    <a:pt x="160902" y="83820"/>
                  </a:lnTo>
                  <a:lnTo>
                    <a:pt x="159629" y="85089"/>
                  </a:lnTo>
                  <a:lnTo>
                    <a:pt x="171450" y="85089"/>
                  </a:lnTo>
                  <a:lnTo>
                    <a:pt x="172719" y="83820"/>
                  </a:lnTo>
                  <a:close/>
                </a:path>
                <a:path w="256539" h="256539">
                  <a:moveTo>
                    <a:pt x="176530" y="80010"/>
                  </a:moveTo>
                  <a:lnTo>
                    <a:pt x="164721" y="80010"/>
                  </a:lnTo>
                  <a:lnTo>
                    <a:pt x="162175" y="82550"/>
                  </a:lnTo>
                  <a:lnTo>
                    <a:pt x="173990" y="82550"/>
                  </a:lnTo>
                  <a:lnTo>
                    <a:pt x="176530" y="80010"/>
                  </a:lnTo>
                  <a:close/>
                </a:path>
                <a:path w="256539" h="256539">
                  <a:moveTo>
                    <a:pt x="179069" y="77470"/>
                  </a:moveTo>
                  <a:lnTo>
                    <a:pt x="167268" y="77470"/>
                  </a:lnTo>
                  <a:lnTo>
                    <a:pt x="165994" y="78739"/>
                  </a:lnTo>
                  <a:lnTo>
                    <a:pt x="177800" y="78739"/>
                  </a:lnTo>
                  <a:lnTo>
                    <a:pt x="179069" y="77470"/>
                  </a:lnTo>
                  <a:close/>
                </a:path>
                <a:path w="256539" h="256539">
                  <a:moveTo>
                    <a:pt x="182880" y="73660"/>
                  </a:moveTo>
                  <a:lnTo>
                    <a:pt x="171087" y="73660"/>
                  </a:lnTo>
                  <a:lnTo>
                    <a:pt x="168541" y="76200"/>
                  </a:lnTo>
                  <a:lnTo>
                    <a:pt x="180340" y="76200"/>
                  </a:lnTo>
                  <a:lnTo>
                    <a:pt x="182880" y="73660"/>
                  </a:lnTo>
                  <a:close/>
                </a:path>
                <a:path w="256539" h="256539">
                  <a:moveTo>
                    <a:pt x="185419" y="71120"/>
                  </a:moveTo>
                  <a:lnTo>
                    <a:pt x="173633" y="71120"/>
                  </a:lnTo>
                  <a:lnTo>
                    <a:pt x="172360" y="72389"/>
                  </a:lnTo>
                  <a:lnTo>
                    <a:pt x="184150" y="72389"/>
                  </a:lnTo>
                  <a:lnTo>
                    <a:pt x="185419" y="71120"/>
                  </a:lnTo>
                  <a:close/>
                </a:path>
                <a:path w="256539" h="256539">
                  <a:moveTo>
                    <a:pt x="189230" y="67310"/>
                  </a:moveTo>
                  <a:lnTo>
                    <a:pt x="177453" y="67310"/>
                  </a:lnTo>
                  <a:lnTo>
                    <a:pt x="174907" y="69850"/>
                  </a:lnTo>
                  <a:lnTo>
                    <a:pt x="186690" y="69850"/>
                  </a:lnTo>
                  <a:lnTo>
                    <a:pt x="189230" y="67310"/>
                  </a:lnTo>
                  <a:close/>
                </a:path>
                <a:path w="256539" h="256539">
                  <a:moveTo>
                    <a:pt x="191769" y="64770"/>
                  </a:moveTo>
                  <a:lnTo>
                    <a:pt x="179999" y="64770"/>
                  </a:lnTo>
                  <a:lnTo>
                    <a:pt x="178726" y="66039"/>
                  </a:lnTo>
                  <a:lnTo>
                    <a:pt x="190500" y="66039"/>
                  </a:lnTo>
                  <a:lnTo>
                    <a:pt x="191769" y="64770"/>
                  </a:lnTo>
                  <a:close/>
                </a:path>
                <a:path w="256539" h="256539">
                  <a:moveTo>
                    <a:pt x="195580" y="60960"/>
                  </a:moveTo>
                  <a:lnTo>
                    <a:pt x="183819" y="60960"/>
                  </a:lnTo>
                  <a:lnTo>
                    <a:pt x="181272" y="63500"/>
                  </a:lnTo>
                  <a:lnTo>
                    <a:pt x="193040" y="63500"/>
                  </a:lnTo>
                  <a:lnTo>
                    <a:pt x="195580" y="60960"/>
                  </a:lnTo>
                  <a:close/>
                </a:path>
                <a:path w="256539" h="256539">
                  <a:moveTo>
                    <a:pt x="198119" y="58420"/>
                  </a:moveTo>
                  <a:lnTo>
                    <a:pt x="186365" y="58420"/>
                  </a:lnTo>
                  <a:lnTo>
                    <a:pt x="185092" y="59689"/>
                  </a:lnTo>
                  <a:lnTo>
                    <a:pt x="196850" y="59689"/>
                  </a:lnTo>
                  <a:lnTo>
                    <a:pt x="198119" y="58420"/>
                  </a:lnTo>
                  <a:close/>
                </a:path>
                <a:path w="256539" h="256539">
                  <a:moveTo>
                    <a:pt x="201930" y="54610"/>
                  </a:moveTo>
                  <a:lnTo>
                    <a:pt x="190184" y="54610"/>
                  </a:lnTo>
                  <a:lnTo>
                    <a:pt x="187638" y="57150"/>
                  </a:lnTo>
                  <a:lnTo>
                    <a:pt x="199390" y="57150"/>
                  </a:lnTo>
                  <a:lnTo>
                    <a:pt x="201930" y="54610"/>
                  </a:lnTo>
                  <a:close/>
                </a:path>
                <a:path w="256539" h="256539">
                  <a:moveTo>
                    <a:pt x="204469" y="52070"/>
                  </a:moveTo>
                  <a:lnTo>
                    <a:pt x="192731" y="52070"/>
                  </a:lnTo>
                  <a:lnTo>
                    <a:pt x="191458" y="53339"/>
                  </a:lnTo>
                  <a:lnTo>
                    <a:pt x="203200" y="53339"/>
                  </a:lnTo>
                  <a:lnTo>
                    <a:pt x="204469" y="52070"/>
                  </a:lnTo>
                  <a:close/>
                </a:path>
                <a:path w="256539" h="256539">
                  <a:moveTo>
                    <a:pt x="208280" y="48260"/>
                  </a:moveTo>
                  <a:lnTo>
                    <a:pt x="196550" y="48260"/>
                  </a:lnTo>
                  <a:lnTo>
                    <a:pt x="194004" y="50800"/>
                  </a:lnTo>
                  <a:lnTo>
                    <a:pt x="205740" y="50800"/>
                  </a:lnTo>
                  <a:lnTo>
                    <a:pt x="208280" y="48260"/>
                  </a:lnTo>
                  <a:close/>
                </a:path>
                <a:path w="256539" h="256539">
                  <a:moveTo>
                    <a:pt x="210819" y="45720"/>
                  </a:moveTo>
                  <a:lnTo>
                    <a:pt x="199096" y="45720"/>
                  </a:lnTo>
                  <a:lnTo>
                    <a:pt x="197823" y="46989"/>
                  </a:lnTo>
                  <a:lnTo>
                    <a:pt x="209550" y="46989"/>
                  </a:lnTo>
                  <a:lnTo>
                    <a:pt x="210819" y="45720"/>
                  </a:lnTo>
                  <a:close/>
                </a:path>
                <a:path w="256539" h="256539">
                  <a:moveTo>
                    <a:pt x="214630" y="41910"/>
                  </a:moveTo>
                  <a:lnTo>
                    <a:pt x="202916" y="41910"/>
                  </a:lnTo>
                  <a:lnTo>
                    <a:pt x="200370" y="44450"/>
                  </a:lnTo>
                  <a:lnTo>
                    <a:pt x="212090" y="44450"/>
                  </a:lnTo>
                  <a:lnTo>
                    <a:pt x="214630" y="41910"/>
                  </a:lnTo>
                  <a:close/>
                </a:path>
                <a:path w="256539" h="256539">
                  <a:moveTo>
                    <a:pt x="217169" y="39370"/>
                  </a:moveTo>
                  <a:lnTo>
                    <a:pt x="205462" y="39370"/>
                  </a:lnTo>
                  <a:lnTo>
                    <a:pt x="204189" y="40639"/>
                  </a:lnTo>
                  <a:lnTo>
                    <a:pt x="215900" y="40639"/>
                  </a:lnTo>
                  <a:lnTo>
                    <a:pt x="217169" y="39370"/>
                  </a:lnTo>
                  <a:close/>
                </a:path>
                <a:path w="256539" h="256539">
                  <a:moveTo>
                    <a:pt x="220980" y="35560"/>
                  </a:moveTo>
                  <a:lnTo>
                    <a:pt x="209282" y="35560"/>
                  </a:lnTo>
                  <a:lnTo>
                    <a:pt x="206735" y="38100"/>
                  </a:lnTo>
                  <a:lnTo>
                    <a:pt x="218440" y="38100"/>
                  </a:lnTo>
                  <a:lnTo>
                    <a:pt x="220980" y="35560"/>
                  </a:lnTo>
                  <a:close/>
                </a:path>
                <a:path w="256539" h="256539">
                  <a:moveTo>
                    <a:pt x="223519" y="33020"/>
                  </a:moveTo>
                  <a:lnTo>
                    <a:pt x="211828" y="33020"/>
                  </a:lnTo>
                  <a:lnTo>
                    <a:pt x="210555" y="34289"/>
                  </a:lnTo>
                  <a:lnTo>
                    <a:pt x="222250" y="34289"/>
                  </a:lnTo>
                  <a:lnTo>
                    <a:pt x="223519" y="33020"/>
                  </a:lnTo>
                  <a:close/>
                </a:path>
                <a:path w="256539" h="256539">
                  <a:moveTo>
                    <a:pt x="227330" y="29210"/>
                  </a:moveTo>
                  <a:lnTo>
                    <a:pt x="215647" y="29210"/>
                  </a:lnTo>
                  <a:lnTo>
                    <a:pt x="213101" y="31750"/>
                  </a:lnTo>
                  <a:lnTo>
                    <a:pt x="224790" y="31750"/>
                  </a:lnTo>
                  <a:lnTo>
                    <a:pt x="227330" y="29210"/>
                  </a:lnTo>
                  <a:close/>
                </a:path>
                <a:path w="256539" h="256539">
                  <a:moveTo>
                    <a:pt x="229869" y="26670"/>
                  </a:moveTo>
                  <a:lnTo>
                    <a:pt x="218194" y="26670"/>
                  </a:lnTo>
                  <a:lnTo>
                    <a:pt x="216921" y="27939"/>
                  </a:lnTo>
                  <a:lnTo>
                    <a:pt x="228600" y="27939"/>
                  </a:lnTo>
                  <a:lnTo>
                    <a:pt x="229869" y="26670"/>
                  </a:lnTo>
                  <a:close/>
                </a:path>
                <a:path w="256539" h="256539">
                  <a:moveTo>
                    <a:pt x="233680" y="22860"/>
                  </a:moveTo>
                  <a:lnTo>
                    <a:pt x="222013" y="22860"/>
                  </a:lnTo>
                  <a:lnTo>
                    <a:pt x="219467" y="25400"/>
                  </a:lnTo>
                  <a:lnTo>
                    <a:pt x="231140" y="25400"/>
                  </a:lnTo>
                  <a:lnTo>
                    <a:pt x="233680" y="22860"/>
                  </a:lnTo>
                  <a:close/>
                </a:path>
                <a:path w="256539" h="256539">
                  <a:moveTo>
                    <a:pt x="236219" y="20320"/>
                  </a:moveTo>
                  <a:lnTo>
                    <a:pt x="224559" y="20320"/>
                  </a:lnTo>
                  <a:lnTo>
                    <a:pt x="223286" y="21589"/>
                  </a:lnTo>
                  <a:lnTo>
                    <a:pt x="234950" y="21589"/>
                  </a:lnTo>
                  <a:lnTo>
                    <a:pt x="236219" y="20320"/>
                  </a:lnTo>
                  <a:close/>
                </a:path>
                <a:path w="256539" h="256539">
                  <a:moveTo>
                    <a:pt x="240030" y="16510"/>
                  </a:moveTo>
                  <a:lnTo>
                    <a:pt x="228379" y="16510"/>
                  </a:lnTo>
                  <a:lnTo>
                    <a:pt x="226060" y="18823"/>
                  </a:lnTo>
                  <a:lnTo>
                    <a:pt x="226060" y="19050"/>
                  </a:lnTo>
                  <a:lnTo>
                    <a:pt x="237490" y="19050"/>
                  </a:lnTo>
                  <a:lnTo>
                    <a:pt x="240030" y="16510"/>
                  </a:lnTo>
                  <a:close/>
                </a:path>
                <a:path w="256539" h="256539">
                  <a:moveTo>
                    <a:pt x="231140" y="15239"/>
                  </a:moveTo>
                  <a:lnTo>
                    <a:pt x="229652" y="15239"/>
                  </a:lnTo>
                  <a:lnTo>
                    <a:pt x="228600" y="16289"/>
                  </a:lnTo>
                  <a:lnTo>
                    <a:pt x="228600" y="16510"/>
                  </a:lnTo>
                  <a:lnTo>
                    <a:pt x="231140" y="16510"/>
                  </a:lnTo>
                  <a:lnTo>
                    <a:pt x="231140" y="15239"/>
                  </a:lnTo>
                  <a:close/>
                </a:path>
                <a:path w="256539" h="256539">
                  <a:moveTo>
                    <a:pt x="234950" y="12700"/>
                  </a:moveTo>
                  <a:lnTo>
                    <a:pt x="233680" y="12700"/>
                  </a:lnTo>
                  <a:lnTo>
                    <a:pt x="233680" y="15239"/>
                  </a:lnTo>
                  <a:lnTo>
                    <a:pt x="241300" y="15239"/>
                  </a:lnTo>
                  <a:lnTo>
                    <a:pt x="242569" y="13970"/>
                  </a:lnTo>
                  <a:lnTo>
                    <a:pt x="234950" y="13970"/>
                  </a:lnTo>
                  <a:lnTo>
                    <a:pt x="234950" y="12700"/>
                  </a:lnTo>
                  <a:close/>
                </a:path>
                <a:path w="256539" h="256539">
                  <a:moveTo>
                    <a:pt x="246380" y="10160"/>
                  </a:moveTo>
                  <a:lnTo>
                    <a:pt x="237490" y="10160"/>
                  </a:lnTo>
                  <a:lnTo>
                    <a:pt x="237490" y="12700"/>
                  </a:lnTo>
                  <a:lnTo>
                    <a:pt x="243840" y="12700"/>
                  </a:lnTo>
                  <a:lnTo>
                    <a:pt x="246380" y="10160"/>
                  </a:lnTo>
                  <a:close/>
                </a:path>
                <a:path w="256539" h="256539">
                  <a:moveTo>
                    <a:pt x="242570" y="8889"/>
                  </a:moveTo>
                  <a:lnTo>
                    <a:pt x="240030" y="8889"/>
                  </a:lnTo>
                  <a:lnTo>
                    <a:pt x="240030" y="10160"/>
                  </a:lnTo>
                  <a:lnTo>
                    <a:pt x="242570" y="10160"/>
                  </a:lnTo>
                  <a:lnTo>
                    <a:pt x="242570" y="8889"/>
                  </a:lnTo>
                  <a:close/>
                </a:path>
                <a:path w="256539" h="256539">
                  <a:moveTo>
                    <a:pt x="246380" y="6350"/>
                  </a:moveTo>
                  <a:lnTo>
                    <a:pt x="245110" y="6350"/>
                  </a:lnTo>
                  <a:lnTo>
                    <a:pt x="245110" y="8889"/>
                  </a:lnTo>
                  <a:lnTo>
                    <a:pt x="247650" y="8889"/>
                  </a:lnTo>
                  <a:lnTo>
                    <a:pt x="248919" y="7620"/>
                  </a:lnTo>
                  <a:lnTo>
                    <a:pt x="246380" y="7620"/>
                  </a:lnTo>
                  <a:lnTo>
                    <a:pt x="246380" y="6350"/>
                  </a:lnTo>
                  <a:close/>
                </a:path>
                <a:path w="256539" h="256539">
                  <a:moveTo>
                    <a:pt x="254000" y="2539"/>
                  </a:moveTo>
                  <a:lnTo>
                    <a:pt x="251460" y="2539"/>
                  </a:lnTo>
                  <a:lnTo>
                    <a:pt x="251460" y="3810"/>
                  </a:lnTo>
                  <a:lnTo>
                    <a:pt x="248920" y="3810"/>
                  </a:lnTo>
                  <a:lnTo>
                    <a:pt x="248920" y="6350"/>
                  </a:lnTo>
                  <a:lnTo>
                    <a:pt x="250190" y="6350"/>
                  </a:lnTo>
                  <a:lnTo>
                    <a:pt x="254000" y="2539"/>
                  </a:lnTo>
                  <a:close/>
                </a:path>
                <a:path w="256539" h="256539">
                  <a:moveTo>
                    <a:pt x="256540" y="0"/>
                  </a:moveTo>
                  <a:lnTo>
                    <a:pt x="255270" y="0"/>
                  </a:lnTo>
                  <a:lnTo>
                    <a:pt x="255270" y="1270"/>
                  </a:lnTo>
                  <a:lnTo>
                    <a:pt x="256540" y="0"/>
                  </a:lnTo>
                  <a:close/>
                </a:path>
                <a:path w="256539" h="256539">
                  <a:moveTo>
                    <a:pt x="111760" y="144780"/>
                  </a:moveTo>
                  <a:lnTo>
                    <a:pt x="99791" y="144780"/>
                  </a:lnTo>
                  <a:lnTo>
                    <a:pt x="0" y="244324"/>
                  </a:lnTo>
                  <a:lnTo>
                    <a:pt x="0" y="256540"/>
                  </a:lnTo>
                  <a:lnTo>
                    <a:pt x="111760" y="144780"/>
                  </a:lnTo>
                  <a:close/>
                </a:path>
              </a:pathLst>
            </a:custGeom>
            <a:solidFill>
              <a:srgbClr val="C8B8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6" name="object 1746"/>
            <p:cNvSpPr/>
            <p:nvPr/>
          </p:nvSpPr>
          <p:spPr>
            <a:xfrm>
              <a:off x="2860039" y="2744469"/>
              <a:ext cx="279400" cy="279400"/>
            </a:xfrm>
            <a:custGeom>
              <a:avLst/>
              <a:gdLst/>
              <a:ahLst/>
              <a:cxnLst/>
              <a:rect l="l" t="t" r="r" b="b"/>
              <a:pathLst>
                <a:path w="279400" h="279400">
                  <a:moveTo>
                    <a:pt x="125730" y="153670"/>
                  </a:moveTo>
                  <a:lnTo>
                    <a:pt x="115569" y="153670"/>
                  </a:lnTo>
                  <a:lnTo>
                    <a:pt x="114300" y="154939"/>
                  </a:lnTo>
                  <a:lnTo>
                    <a:pt x="124460" y="154939"/>
                  </a:lnTo>
                  <a:lnTo>
                    <a:pt x="125730" y="153670"/>
                  </a:lnTo>
                  <a:close/>
                </a:path>
                <a:path w="279400" h="279400">
                  <a:moveTo>
                    <a:pt x="129540" y="149860"/>
                  </a:moveTo>
                  <a:lnTo>
                    <a:pt x="119380" y="149860"/>
                  </a:lnTo>
                  <a:lnTo>
                    <a:pt x="116840" y="152400"/>
                  </a:lnTo>
                  <a:lnTo>
                    <a:pt x="127000" y="152400"/>
                  </a:lnTo>
                  <a:lnTo>
                    <a:pt x="129540" y="149860"/>
                  </a:lnTo>
                  <a:close/>
                </a:path>
                <a:path w="279400" h="279400">
                  <a:moveTo>
                    <a:pt x="132080" y="147320"/>
                  </a:moveTo>
                  <a:lnTo>
                    <a:pt x="121919" y="147320"/>
                  </a:lnTo>
                  <a:lnTo>
                    <a:pt x="120650" y="148589"/>
                  </a:lnTo>
                  <a:lnTo>
                    <a:pt x="130810" y="148589"/>
                  </a:lnTo>
                  <a:lnTo>
                    <a:pt x="132080" y="147320"/>
                  </a:lnTo>
                  <a:close/>
                </a:path>
                <a:path w="279400" h="279400">
                  <a:moveTo>
                    <a:pt x="135890" y="143510"/>
                  </a:moveTo>
                  <a:lnTo>
                    <a:pt x="125730" y="143510"/>
                  </a:lnTo>
                  <a:lnTo>
                    <a:pt x="123190" y="146050"/>
                  </a:lnTo>
                  <a:lnTo>
                    <a:pt x="133350" y="146050"/>
                  </a:lnTo>
                  <a:lnTo>
                    <a:pt x="135890" y="143510"/>
                  </a:lnTo>
                  <a:close/>
                </a:path>
                <a:path w="279400" h="279400">
                  <a:moveTo>
                    <a:pt x="138430" y="140970"/>
                  </a:moveTo>
                  <a:lnTo>
                    <a:pt x="128269" y="140970"/>
                  </a:lnTo>
                  <a:lnTo>
                    <a:pt x="127000" y="142239"/>
                  </a:lnTo>
                  <a:lnTo>
                    <a:pt x="137160" y="142239"/>
                  </a:lnTo>
                  <a:lnTo>
                    <a:pt x="138430" y="140970"/>
                  </a:lnTo>
                  <a:close/>
                </a:path>
                <a:path w="279400" h="279400">
                  <a:moveTo>
                    <a:pt x="142240" y="137160"/>
                  </a:moveTo>
                  <a:lnTo>
                    <a:pt x="132080" y="137160"/>
                  </a:lnTo>
                  <a:lnTo>
                    <a:pt x="129540" y="139700"/>
                  </a:lnTo>
                  <a:lnTo>
                    <a:pt x="139700" y="139700"/>
                  </a:lnTo>
                  <a:lnTo>
                    <a:pt x="142240" y="137160"/>
                  </a:lnTo>
                  <a:close/>
                </a:path>
                <a:path w="279400" h="279400">
                  <a:moveTo>
                    <a:pt x="144780" y="134620"/>
                  </a:moveTo>
                  <a:lnTo>
                    <a:pt x="134619" y="134620"/>
                  </a:lnTo>
                  <a:lnTo>
                    <a:pt x="133350" y="135889"/>
                  </a:lnTo>
                  <a:lnTo>
                    <a:pt x="143510" y="135889"/>
                  </a:lnTo>
                  <a:lnTo>
                    <a:pt x="144780" y="134620"/>
                  </a:lnTo>
                  <a:close/>
                </a:path>
                <a:path w="279400" h="279400">
                  <a:moveTo>
                    <a:pt x="148590" y="130810"/>
                  </a:moveTo>
                  <a:lnTo>
                    <a:pt x="138430" y="130810"/>
                  </a:lnTo>
                  <a:lnTo>
                    <a:pt x="135890" y="133350"/>
                  </a:lnTo>
                  <a:lnTo>
                    <a:pt x="146050" y="133350"/>
                  </a:lnTo>
                  <a:lnTo>
                    <a:pt x="148590" y="130810"/>
                  </a:lnTo>
                  <a:close/>
                </a:path>
                <a:path w="279400" h="279400">
                  <a:moveTo>
                    <a:pt x="151130" y="128270"/>
                  </a:moveTo>
                  <a:lnTo>
                    <a:pt x="140969" y="128270"/>
                  </a:lnTo>
                  <a:lnTo>
                    <a:pt x="139700" y="129539"/>
                  </a:lnTo>
                  <a:lnTo>
                    <a:pt x="149860" y="129539"/>
                  </a:lnTo>
                  <a:lnTo>
                    <a:pt x="151130" y="128270"/>
                  </a:lnTo>
                  <a:close/>
                </a:path>
                <a:path w="279400" h="279400">
                  <a:moveTo>
                    <a:pt x="154940" y="124460"/>
                  </a:moveTo>
                  <a:lnTo>
                    <a:pt x="144780" y="124460"/>
                  </a:lnTo>
                  <a:lnTo>
                    <a:pt x="142240" y="127000"/>
                  </a:lnTo>
                  <a:lnTo>
                    <a:pt x="152400" y="127000"/>
                  </a:lnTo>
                  <a:lnTo>
                    <a:pt x="154940" y="124460"/>
                  </a:lnTo>
                  <a:close/>
                </a:path>
                <a:path w="279400" h="279400">
                  <a:moveTo>
                    <a:pt x="157480" y="121920"/>
                  </a:moveTo>
                  <a:lnTo>
                    <a:pt x="147319" y="121920"/>
                  </a:lnTo>
                  <a:lnTo>
                    <a:pt x="146050" y="123189"/>
                  </a:lnTo>
                  <a:lnTo>
                    <a:pt x="156210" y="123189"/>
                  </a:lnTo>
                  <a:lnTo>
                    <a:pt x="157480" y="121920"/>
                  </a:lnTo>
                  <a:close/>
                </a:path>
                <a:path w="279400" h="279400">
                  <a:moveTo>
                    <a:pt x="161290" y="118110"/>
                  </a:moveTo>
                  <a:lnTo>
                    <a:pt x="151130" y="118110"/>
                  </a:lnTo>
                  <a:lnTo>
                    <a:pt x="148590" y="120650"/>
                  </a:lnTo>
                  <a:lnTo>
                    <a:pt x="158750" y="120650"/>
                  </a:lnTo>
                  <a:lnTo>
                    <a:pt x="161290" y="118110"/>
                  </a:lnTo>
                  <a:close/>
                </a:path>
                <a:path w="279400" h="279400">
                  <a:moveTo>
                    <a:pt x="163830" y="115570"/>
                  </a:moveTo>
                  <a:lnTo>
                    <a:pt x="153669" y="115570"/>
                  </a:lnTo>
                  <a:lnTo>
                    <a:pt x="152400" y="116839"/>
                  </a:lnTo>
                  <a:lnTo>
                    <a:pt x="162560" y="116839"/>
                  </a:lnTo>
                  <a:lnTo>
                    <a:pt x="163830" y="115570"/>
                  </a:lnTo>
                  <a:close/>
                </a:path>
                <a:path w="279400" h="279400">
                  <a:moveTo>
                    <a:pt x="167640" y="111760"/>
                  </a:moveTo>
                  <a:lnTo>
                    <a:pt x="157480" y="111760"/>
                  </a:lnTo>
                  <a:lnTo>
                    <a:pt x="154940" y="114300"/>
                  </a:lnTo>
                  <a:lnTo>
                    <a:pt x="165100" y="114300"/>
                  </a:lnTo>
                  <a:lnTo>
                    <a:pt x="167640" y="111760"/>
                  </a:lnTo>
                  <a:close/>
                </a:path>
                <a:path w="279400" h="279400">
                  <a:moveTo>
                    <a:pt x="170180" y="109220"/>
                  </a:moveTo>
                  <a:lnTo>
                    <a:pt x="160019" y="109220"/>
                  </a:lnTo>
                  <a:lnTo>
                    <a:pt x="158750" y="110489"/>
                  </a:lnTo>
                  <a:lnTo>
                    <a:pt x="168910" y="110489"/>
                  </a:lnTo>
                  <a:lnTo>
                    <a:pt x="170180" y="109220"/>
                  </a:lnTo>
                  <a:close/>
                </a:path>
                <a:path w="279400" h="279400">
                  <a:moveTo>
                    <a:pt x="173990" y="105410"/>
                  </a:moveTo>
                  <a:lnTo>
                    <a:pt x="163830" y="105410"/>
                  </a:lnTo>
                  <a:lnTo>
                    <a:pt x="161290" y="107950"/>
                  </a:lnTo>
                  <a:lnTo>
                    <a:pt x="171450" y="107950"/>
                  </a:lnTo>
                  <a:lnTo>
                    <a:pt x="173990" y="105410"/>
                  </a:lnTo>
                  <a:close/>
                </a:path>
                <a:path w="279400" h="279400">
                  <a:moveTo>
                    <a:pt x="176530" y="102870"/>
                  </a:moveTo>
                  <a:lnTo>
                    <a:pt x="166369" y="102870"/>
                  </a:lnTo>
                  <a:lnTo>
                    <a:pt x="165100" y="104139"/>
                  </a:lnTo>
                  <a:lnTo>
                    <a:pt x="175260" y="104139"/>
                  </a:lnTo>
                  <a:lnTo>
                    <a:pt x="176530" y="102870"/>
                  </a:lnTo>
                  <a:close/>
                </a:path>
                <a:path w="279400" h="279400">
                  <a:moveTo>
                    <a:pt x="180340" y="99060"/>
                  </a:moveTo>
                  <a:lnTo>
                    <a:pt x="170180" y="99060"/>
                  </a:lnTo>
                  <a:lnTo>
                    <a:pt x="167640" y="101600"/>
                  </a:lnTo>
                  <a:lnTo>
                    <a:pt x="177800" y="101600"/>
                  </a:lnTo>
                  <a:lnTo>
                    <a:pt x="180340" y="99060"/>
                  </a:lnTo>
                  <a:close/>
                </a:path>
                <a:path w="279400" h="279400">
                  <a:moveTo>
                    <a:pt x="182880" y="96520"/>
                  </a:moveTo>
                  <a:lnTo>
                    <a:pt x="172719" y="96520"/>
                  </a:lnTo>
                  <a:lnTo>
                    <a:pt x="171450" y="97789"/>
                  </a:lnTo>
                  <a:lnTo>
                    <a:pt x="181610" y="97789"/>
                  </a:lnTo>
                  <a:lnTo>
                    <a:pt x="182880" y="96520"/>
                  </a:lnTo>
                  <a:close/>
                </a:path>
                <a:path w="279400" h="279400">
                  <a:moveTo>
                    <a:pt x="186690" y="92710"/>
                  </a:moveTo>
                  <a:lnTo>
                    <a:pt x="176530" y="92710"/>
                  </a:lnTo>
                  <a:lnTo>
                    <a:pt x="173990" y="95250"/>
                  </a:lnTo>
                  <a:lnTo>
                    <a:pt x="184150" y="95250"/>
                  </a:lnTo>
                  <a:lnTo>
                    <a:pt x="186690" y="92710"/>
                  </a:lnTo>
                  <a:close/>
                </a:path>
                <a:path w="279400" h="279400">
                  <a:moveTo>
                    <a:pt x="189230" y="90170"/>
                  </a:moveTo>
                  <a:lnTo>
                    <a:pt x="179069" y="90170"/>
                  </a:lnTo>
                  <a:lnTo>
                    <a:pt x="177800" y="91439"/>
                  </a:lnTo>
                  <a:lnTo>
                    <a:pt x="187960" y="91439"/>
                  </a:lnTo>
                  <a:lnTo>
                    <a:pt x="189230" y="90170"/>
                  </a:lnTo>
                  <a:close/>
                </a:path>
                <a:path w="279400" h="279400">
                  <a:moveTo>
                    <a:pt x="193040" y="86360"/>
                  </a:moveTo>
                  <a:lnTo>
                    <a:pt x="182880" y="86360"/>
                  </a:lnTo>
                  <a:lnTo>
                    <a:pt x="180340" y="88900"/>
                  </a:lnTo>
                  <a:lnTo>
                    <a:pt x="190500" y="88900"/>
                  </a:lnTo>
                  <a:lnTo>
                    <a:pt x="193040" y="86360"/>
                  </a:lnTo>
                  <a:close/>
                </a:path>
                <a:path w="279400" h="279400">
                  <a:moveTo>
                    <a:pt x="195580" y="83820"/>
                  </a:moveTo>
                  <a:lnTo>
                    <a:pt x="185419" y="83820"/>
                  </a:lnTo>
                  <a:lnTo>
                    <a:pt x="184150" y="85089"/>
                  </a:lnTo>
                  <a:lnTo>
                    <a:pt x="194310" y="85089"/>
                  </a:lnTo>
                  <a:lnTo>
                    <a:pt x="195580" y="83820"/>
                  </a:lnTo>
                  <a:close/>
                </a:path>
                <a:path w="279400" h="279400">
                  <a:moveTo>
                    <a:pt x="199390" y="80010"/>
                  </a:moveTo>
                  <a:lnTo>
                    <a:pt x="189230" y="80010"/>
                  </a:lnTo>
                  <a:lnTo>
                    <a:pt x="186690" y="82550"/>
                  </a:lnTo>
                  <a:lnTo>
                    <a:pt x="196850" y="82550"/>
                  </a:lnTo>
                  <a:lnTo>
                    <a:pt x="199390" y="80010"/>
                  </a:lnTo>
                  <a:close/>
                </a:path>
                <a:path w="279400" h="279400">
                  <a:moveTo>
                    <a:pt x="201930" y="77470"/>
                  </a:moveTo>
                  <a:lnTo>
                    <a:pt x="191769" y="77470"/>
                  </a:lnTo>
                  <a:lnTo>
                    <a:pt x="190500" y="78739"/>
                  </a:lnTo>
                  <a:lnTo>
                    <a:pt x="200660" y="78739"/>
                  </a:lnTo>
                  <a:lnTo>
                    <a:pt x="201930" y="77470"/>
                  </a:lnTo>
                  <a:close/>
                </a:path>
                <a:path w="279400" h="279400">
                  <a:moveTo>
                    <a:pt x="205740" y="73660"/>
                  </a:moveTo>
                  <a:lnTo>
                    <a:pt x="195580" y="73660"/>
                  </a:lnTo>
                  <a:lnTo>
                    <a:pt x="193040" y="76200"/>
                  </a:lnTo>
                  <a:lnTo>
                    <a:pt x="203200" y="76200"/>
                  </a:lnTo>
                  <a:lnTo>
                    <a:pt x="205740" y="73660"/>
                  </a:lnTo>
                  <a:close/>
                </a:path>
                <a:path w="279400" h="279400">
                  <a:moveTo>
                    <a:pt x="208280" y="71120"/>
                  </a:moveTo>
                  <a:lnTo>
                    <a:pt x="198119" y="71120"/>
                  </a:lnTo>
                  <a:lnTo>
                    <a:pt x="196850" y="72389"/>
                  </a:lnTo>
                  <a:lnTo>
                    <a:pt x="207010" y="72389"/>
                  </a:lnTo>
                  <a:lnTo>
                    <a:pt x="208280" y="71120"/>
                  </a:lnTo>
                  <a:close/>
                </a:path>
                <a:path w="279400" h="279400">
                  <a:moveTo>
                    <a:pt x="212090" y="67310"/>
                  </a:moveTo>
                  <a:lnTo>
                    <a:pt x="201930" y="67310"/>
                  </a:lnTo>
                  <a:lnTo>
                    <a:pt x="199390" y="69850"/>
                  </a:lnTo>
                  <a:lnTo>
                    <a:pt x="209550" y="69850"/>
                  </a:lnTo>
                  <a:lnTo>
                    <a:pt x="212090" y="67310"/>
                  </a:lnTo>
                  <a:close/>
                </a:path>
                <a:path w="279400" h="279400">
                  <a:moveTo>
                    <a:pt x="214630" y="64770"/>
                  </a:moveTo>
                  <a:lnTo>
                    <a:pt x="204469" y="64770"/>
                  </a:lnTo>
                  <a:lnTo>
                    <a:pt x="203200" y="66039"/>
                  </a:lnTo>
                  <a:lnTo>
                    <a:pt x="213360" y="66039"/>
                  </a:lnTo>
                  <a:lnTo>
                    <a:pt x="214630" y="64770"/>
                  </a:lnTo>
                  <a:close/>
                </a:path>
                <a:path w="279400" h="279400">
                  <a:moveTo>
                    <a:pt x="218440" y="60960"/>
                  </a:moveTo>
                  <a:lnTo>
                    <a:pt x="208280" y="60960"/>
                  </a:lnTo>
                  <a:lnTo>
                    <a:pt x="205740" y="63500"/>
                  </a:lnTo>
                  <a:lnTo>
                    <a:pt x="215900" y="63500"/>
                  </a:lnTo>
                  <a:lnTo>
                    <a:pt x="218440" y="60960"/>
                  </a:lnTo>
                  <a:close/>
                </a:path>
                <a:path w="279400" h="279400">
                  <a:moveTo>
                    <a:pt x="220980" y="58420"/>
                  </a:moveTo>
                  <a:lnTo>
                    <a:pt x="210819" y="58420"/>
                  </a:lnTo>
                  <a:lnTo>
                    <a:pt x="209550" y="59689"/>
                  </a:lnTo>
                  <a:lnTo>
                    <a:pt x="219710" y="59689"/>
                  </a:lnTo>
                  <a:lnTo>
                    <a:pt x="220980" y="58420"/>
                  </a:lnTo>
                  <a:close/>
                </a:path>
                <a:path w="279400" h="279400">
                  <a:moveTo>
                    <a:pt x="224790" y="54610"/>
                  </a:moveTo>
                  <a:lnTo>
                    <a:pt x="214630" y="54610"/>
                  </a:lnTo>
                  <a:lnTo>
                    <a:pt x="212090" y="57150"/>
                  </a:lnTo>
                  <a:lnTo>
                    <a:pt x="222250" y="57150"/>
                  </a:lnTo>
                  <a:lnTo>
                    <a:pt x="224790" y="54610"/>
                  </a:lnTo>
                  <a:close/>
                </a:path>
                <a:path w="279400" h="279400">
                  <a:moveTo>
                    <a:pt x="227330" y="52070"/>
                  </a:moveTo>
                  <a:lnTo>
                    <a:pt x="217169" y="52070"/>
                  </a:lnTo>
                  <a:lnTo>
                    <a:pt x="215900" y="53339"/>
                  </a:lnTo>
                  <a:lnTo>
                    <a:pt x="226060" y="53339"/>
                  </a:lnTo>
                  <a:lnTo>
                    <a:pt x="227330" y="52070"/>
                  </a:lnTo>
                  <a:close/>
                </a:path>
                <a:path w="279400" h="279400">
                  <a:moveTo>
                    <a:pt x="231140" y="48260"/>
                  </a:moveTo>
                  <a:lnTo>
                    <a:pt x="220980" y="48260"/>
                  </a:lnTo>
                  <a:lnTo>
                    <a:pt x="218440" y="50800"/>
                  </a:lnTo>
                  <a:lnTo>
                    <a:pt x="228600" y="50800"/>
                  </a:lnTo>
                  <a:lnTo>
                    <a:pt x="231140" y="48260"/>
                  </a:lnTo>
                  <a:close/>
                </a:path>
                <a:path w="279400" h="279400">
                  <a:moveTo>
                    <a:pt x="233680" y="45720"/>
                  </a:moveTo>
                  <a:lnTo>
                    <a:pt x="223519" y="45720"/>
                  </a:lnTo>
                  <a:lnTo>
                    <a:pt x="222250" y="46989"/>
                  </a:lnTo>
                  <a:lnTo>
                    <a:pt x="232410" y="46989"/>
                  </a:lnTo>
                  <a:lnTo>
                    <a:pt x="233680" y="45720"/>
                  </a:lnTo>
                  <a:close/>
                </a:path>
                <a:path w="279400" h="279400">
                  <a:moveTo>
                    <a:pt x="237490" y="41910"/>
                  </a:moveTo>
                  <a:lnTo>
                    <a:pt x="227330" y="41910"/>
                  </a:lnTo>
                  <a:lnTo>
                    <a:pt x="224790" y="44450"/>
                  </a:lnTo>
                  <a:lnTo>
                    <a:pt x="234950" y="44450"/>
                  </a:lnTo>
                  <a:lnTo>
                    <a:pt x="237490" y="41910"/>
                  </a:lnTo>
                  <a:close/>
                </a:path>
                <a:path w="279400" h="279400">
                  <a:moveTo>
                    <a:pt x="240030" y="39370"/>
                  </a:moveTo>
                  <a:lnTo>
                    <a:pt x="229869" y="39370"/>
                  </a:lnTo>
                  <a:lnTo>
                    <a:pt x="228600" y="40639"/>
                  </a:lnTo>
                  <a:lnTo>
                    <a:pt x="238760" y="40639"/>
                  </a:lnTo>
                  <a:lnTo>
                    <a:pt x="240030" y="39370"/>
                  </a:lnTo>
                  <a:close/>
                </a:path>
                <a:path w="279400" h="279400">
                  <a:moveTo>
                    <a:pt x="243840" y="35560"/>
                  </a:moveTo>
                  <a:lnTo>
                    <a:pt x="233680" y="35560"/>
                  </a:lnTo>
                  <a:lnTo>
                    <a:pt x="231140" y="38100"/>
                  </a:lnTo>
                  <a:lnTo>
                    <a:pt x="241300" y="38100"/>
                  </a:lnTo>
                  <a:lnTo>
                    <a:pt x="243840" y="35560"/>
                  </a:lnTo>
                  <a:close/>
                </a:path>
                <a:path w="279400" h="279400">
                  <a:moveTo>
                    <a:pt x="246380" y="33020"/>
                  </a:moveTo>
                  <a:lnTo>
                    <a:pt x="236219" y="33020"/>
                  </a:lnTo>
                  <a:lnTo>
                    <a:pt x="234950" y="34289"/>
                  </a:lnTo>
                  <a:lnTo>
                    <a:pt x="245110" y="34289"/>
                  </a:lnTo>
                  <a:lnTo>
                    <a:pt x="246380" y="33020"/>
                  </a:lnTo>
                  <a:close/>
                </a:path>
                <a:path w="279400" h="279400">
                  <a:moveTo>
                    <a:pt x="250190" y="29210"/>
                  </a:moveTo>
                  <a:lnTo>
                    <a:pt x="240030" y="29210"/>
                  </a:lnTo>
                  <a:lnTo>
                    <a:pt x="237490" y="31750"/>
                  </a:lnTo>
                  <a:lnTo>
                    <a:pt x="247650" y="31750"/>
                  </a:lnTo>
                  <a:lnTo>
                    <a:pt x="250190" y="29210"/>
                  </a:lnTo>
                  <a:close/>
                </a:path>
                <a:path w="279400" h="279400">
                  <a:moveTo>
                    <a:pt x="252730" y="26670"/>
                  </a:moveTo>
                  <a:lnTo>
                    <a:pt x="242569" y="26670"/>
                  </a:lnTo>
                  <a:lnTo>
                    <a:pt x="241300" y="27939"/>
                  </a:lnTo>
                  <a:lnTo>
                    <a:pt x="251460" y="27939"/>
                  </a:lnTo>
                  <a:lnTo>
                    <a:pt x="252730" y="26670"/>
                  </a:lnTo>
                  <a:close/>
                </a:path>
                <a:path w="279400" h="279400">
                  <a:moveTo>
                    <a:pt x="256540" y="22860"/>
                  </a:moveTo>
                  <a:lnTo>
                    <a:pt x="246380" y="22860"/>
                  </a:lnTo>
                  <a:lnTo>
                    <a:pt x="243840" y="25400"/>
                  </a:lnTo>
                  <a:lnTo>
                    <a:pt x="254000" y="25400"/>
                  </a:lnTo>
                  <a:lnTo>
                    <a:pt x="256540" y="22860"/>
                  </a:lnTo>
                  <a:close/>
                </a:path>
                <a:path w="279400" h="279400">
                  <a:moveTo>
                    <a:pt x="259080" y="20320"/>
                  </a:moveTo>
                  <a:lnTo>
                    <a:pt x="248919" y="20320"/>
                  </a:lnTo>
                  <a:lnTo>
                    <a:pt x="247650" y="21589"/>
                  </a:lnTo>
                  <a:lnTo>
                    <a:pt x="257810" y="21589"/>
                  </a:lnTo>
                  <a:lnTo>
                    <a:pt x="259080" y="20320"/>
                  </a:lnTo>
                  <a:close/>
                </a:path>
                <a:path w="279400" h="279400">
                  <a:moveTo>
                    <a:pt x="254000" y="15239"/>
                  </a:moveTo>
                  <a:lnTo>
                    <a:pt x="250190" y="19050"/>
                  </a:lnTo>
                  <a:lnTo>
                    <a:pt x="260350" y="19050"/>
                  </a:lnTo>
                  <a:lnTo>
                    <a:pt x="262890" y="16510"/>
                  </a:lnTo>
                  <a:lnTo>
                    <a:pt x="254000" y="16510"/>
                  </a:lnTo>
                  <a:lnTo>
                    <a:pt x="254000" y="15239"/>
                  </a:lnTo>
                  <a:close/>
                </a:path>
                <a:path w="279400" h="279400">
                  <a:moveTo>
                    <a:pt x="257810" y="12700"/>
                  </a:moveTo>
                  <a:lnTo>
                    <a:pt x="256540" y="12700"/>
                  </a:lnTo>
                  <a:lnTo>
                    <a:pt x="255270" y="13970"/>
                  </a:lnTo>
                  <a:lnTo>
                    <a:pt x="255270" y="15239"/>
                  </a:lnTo>
                  <a:lnTo>
                    <a:pt x="264160" y="15239"/>
                  </a:lnTo>
                  <a:lnTo>
                    <a:pt x="265430" y="13970"/>
                  </a:lnTo>
                  <a:lnTo>
                    <a:pt x="257810" y="13970"/>
                  </a:lnTo>
                  <a:lnTo>
                    <a:pt x="257810" y="12700"/>
                  </a:lnTo>
                  <a:close/>
                </a:path>
                <a:path w="279400" h="279400">
                  <a:moveTo>
                    <a:pt x="269240" y="10160"/>
                  </a:moveTo>
                  <a:lnTo>
                    <a:pt x="260350" y="10160"/>
                  </a:lnTo>
                  <a:lnTo>
                    <a:pt x="260350" y="12700"/>
                  </a:lnTo>
                  <a:lnTo>
                    <a:pt x="266700" y="12700"/>
                  </a:lnTo>
                  <a:lnTo>
                    <a:pt x="269240" y="10160"/>
                  </a:lnTo>
                  <a:close/>
                </a:path>
                <a:path w="279400" h="279400">
                  <a:moveTo>
                    <a:pt x="265430" y="8889"/>
                  </a:moveTo>
                  <a:lnTo>
                    <a:pt x="262890" y="8889"/>
                  </a:lnTo>
                  <a:lnTo>
                    <a:pt x="262890" y="10160"/>
                  </a:lnTo>
                  <a:lnTo>
                    <a:pt x="265430" y="10160"/>
                  </a:lnTo>
                  <a:lnTo>
                    <a:pt x="265430" y="8889"/>
                  </a:lnTo>
                  <a:close/>
                </a:path>
                <a:path w="279400" h="279400">
                  <a:moveTo>
                    <a:pt x="269240" y="6350"/>
                  </a:moveTo>
                  <a:lnTo>
                    <a:pt x="266700" y="6350"/>
                  </a:lnTo>
                  <a:lnTo>
                    <a:pt x="266700" y="8889"/>
                  </a:lnTo>
                  <a:lnTo>
                    <a:pt x="270510" y="8889"/>
                  </a:lnTo>
                  <a:lnTo>
                    <a:pt x="271780" y="7620"/>
                  </a:lnTo>
                  <a:lnTo>
                    <a:pt x="269240" y="7620"/>
                  </a:lnTo>
                  <a:lnTo>
                    <a:pt x="269240" y="6350"/>
                  </a:lnTo>
                  <a:close/>
                </a:path>
                <a:path w="279400" h="279400">
                  <a:moveTo>
                    <a:pt x="276860" y="2539"/>
                  </a:moveTo>
                  <a:lnTo>
                    <a:pt x="274320" y="2539"/>
                  </a:lnTo>
                  <a:lnTo>
                    <a:pt x="274320" y="3810"/>
                  </a:lnTo>
                  <a:lnTo>
                    <a:pt x="271780" y="3810"/>
                  </a:lnTo>
                  <a:lnTo>
                    <a:pt x="271780" y="6350"/>
                  </a:lnTo>
                  <a:lnTo>
                    <a:pt x="273050" y="6350"/>
                  </a:lnTo>
                  <a:lnTo>
                    <a:pt x="276860" y="2539"/>
                  </a:lnTo>
                  <a:close/>
                </a:path>
                <a:path w="279400" h="279400">
                  <a:moveTo>
                    <a:pt x="279400" y="0"/>
                  </a:moveTo>
                  <a:lnTo>
                    <a:pt x="278130" y="0"/>
                  </a:lnTo>
                  <a:lnTo>
                    <a:pt x="278130" y="1270"/>
                  </a:lnTo>
                  <a:lnTo>
                    <a:pt x="279400" y="0"/>
                  </a:lnTo>
                  <a:close/>
                </a:path>
                <a:path w="279400" h="279400">
                  <a:moveTo>
                    <a:pt x="121920" y="157480"/>
                  </a:moveTo>
                  <a:lnTo>
                    <a:pt x="111759" y="157480"/>
                  </a:lnTo>
                  <a:lnTo>
                    <a:pt x="0" y="269240"/>
                  </a:lnTo>
                  <a:lnTo>
                    <a:pt x="0" y="279400"/>
                  </a:lnTo>
                  <a:lnTo>
                    <a:pt x="121920" y="157480"/>
                  </a:lnTo>
                  <a:close/>
                </a:path>
              </a:pathLst>
            </a:custGeom>
            <a:solidFill>
              <a:srgbClr val="C8B8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7" name="object 1747"/>
            <p:cNvSpPr/>
            <p:nvPr/>
          </p:nvSpPr>
          <p:spPr>
            <a:xfrm>
              <a:off x="2860039" y="2731769"/>
              <a:ext cx="303530" cy="303530"/>
            </a:xfrm>
            <a:custGeom>
              <a:avLst/>
              <a:gdLst/>
              <a:ahLst/>
              <a:cxnLst/>
              <a:rect l="l" t="t" r="r" b="b"/>
              <a:pathLst>
                <a:path w="303530" h="303530">
                  <a:moveTo>
                    <a:pt x="137160" y="166370"/>
                  </a:moveTo>
                  <a:lnTo>
                    <a:pt x="125730" y="166370"/>
                  </a:lnTo>
                  <a:lnTo>
                    <a:pt x="124460" y="167639"/>
                  </a:lnTo>
                  <a:lnTo>
                    <a:pt x="135890" y="167639"/>
                  </a:lnTo>
                  <a:lnTo>
                    <a:pt x="137160" y="166370"/>
                  </a:lnTo>
                  <a:close/>
                </a:path>
                <a:path w="303530" h="303530">
                  <a:moveTo>
                    <a:pt x="140970" y="162560"/>
                  </a:moveTo>
                  <a:lnTo>
                    <a:pt x="129540" y="162560"/>
                  </a:lnTo>
                  <a:lnTo>
                    <a:pt x="127000" y="165100"/>
                  </a:lnTo>
                  <a:lnTo>
                    <a:pt x="138430" y="165100"/>
                  </a:lnTo>
                  <a:lnTo>
                    <a:pt x="140970" y="162560"/>
                  </a:lnTo>
                  <a:close/>
                </a:path>
                <a:path w="303530" h="303530">
                  <a:moveTo>
                    <a:pt x="143510" y="160020"/>
                  </a:moveTo>
                  <a:lnTo>
                    <a:pt x="132080" y="160020"/>
                  </a:lnTo>
                  <a:lnTo>
                    <a:pt x="130810" y="161289"/>
                  </a:lnTo>
                  <a:lnTo>
                    <a:pt x="142240" y="161289"/>
                  </a:lnTo>
                  <a:lnTo>
                    <a:pt x="143510" y="160020"/>
                  </a:lnTo>
                  <a:close/>
                </a:path>
                <a:path w="303530" h="303530">
                  <a:moveTo>
                    <a:pt x="147320" y="156210"/>
                  </a:moveTo>
                  <a:lnTo>
                    <a:pt x="135890" y="156210"/>
                  </a:lnTo>
                  <a:lnTo>
                    <a:pt x="133350" y="158750"/>
                  </a:lnTo>
                  <a:lnTo>
                    <a:pt x="144780" y="158750"/>
                  </a:lnTo>
                  <a:lnTo>
                    <a:pt x="147320" y="156210"/>
                  </a:lnTo>
                  <a:close/>
                </a:path>
                <a:path w="303530" h="303530">
                  <a:moveTo>
                    <a:pt x="149860" y="153670"/>
                  </a:moveTo>
                  <a:lnTo>
                    <a:pt x="138430" y="153670"/>
                  </a:lnTo>
                  <a:lnTo>
                    <a:pt x="137160" y="154939"/>
                  </a:lnTo>
                  <a:lnTo>
                    <a:pt x="148590" y="154939"/>
                  </a:lnTo>
                  <a:lnTo>
                    <a:pt x="149860" y="153670"/>
                  </a:lnTo>
                  <a:close/>
                </a:path>
                <a:path w="303530" h="303530">
                  <a:moveTo>
                    <a:pt x="153670" y="149860"/>
                  </a:moveTo>
                  <a:lnTo>
                    <a:pt x="142240" y="149860"/>
                  </a:lnTo>
                  <a:lnTo>
                    <a:pt x="139700" y="152400"/>
                  </a:lnTo>
                  <a:lnTo>
                    <a:pt x="151130" y="152400"/>
                  </a:lnTo>
                  <a:lnTo>
                    <a:pt x="153670" y="149860"/>
                  </a:lnTo>
                  <a:close/>
                </a:path>
                <a:path w="303530" h="303530">
                  <a:moveTo>
                    <a:pt x="156210" y="147320"/>
                  </a:moveTo>
                  <a:lnTo>
                    <a:pt x="144780" y="147320"/>
                  </a:lnTo>
                  <a:lnTo>
                    <a:pt x="143510" y="148589"/>
                  </a:lnTo>
                  <a:lnTo>
                    <a:pt x="154940" y="148589"/>
                  </a:lnTo>
                  <a:lnTo>
                    <a:pt x="156210" y="147320"/>
                  </a:lnTo>
                  <a:close/>
                </a:path>
                <a:path w="303530" h="303530">
                  <a:moveTo>
                    <a:pt x="160020" y="143510"/>
                  </a:moveTo>
                  <a:lnTo>
                    <a:pt x="148590" y="143510"/>
                  </a:lnTo>
                  <a:lnTo>
                    <a:pt x="146050" y="146050"/>
                  </a:lnTo>
                  <a:lnTo>
                    <a:pt x="157480" y="146050"/>
                  </a:lnTo>
                  <a:lnTo>
                    <a:pt x="160020" y="143510"/>
                  </a:lnTo>
                  <a:close/>
                </a:path>
                <a:path w="303530" h="303530">
                  <a:moveTo>
                    <a:pt x="162560" y="140970"/>
                  </a:moveTo>
                  <a:lnTo>
                    <a:pt x="151130" y="140970"/>
                  </a:lnTo>
                  <a:lnTo>
                    <a:pt x="149860" y="142239"/>
                  </a:lnTo>
                  <a:lnTo>
                    <a:pt x="161290" y="142239"/>
                  </a:lnTo>
                  <a:lnTo>
                    <a:pt x="162560" y="140970"/>
                  </a:lnTo>
                  <a:close/>
                </a:path>
                <a:path w="303530" h="303530">
                  <a:moveTo>
                    <a:pt x="166370" y="137160"/>
                  </a:moveTo>
                  <a:lnTo>
                    <a:pt x="154940" y="137160"/>
                  </a:lnTo>
                  <a:lnTo>
                    <a:pt x="152400" y="139700"/>
                  </a:lnTo>
                  <a:lnTo>
                    <a:pt x="163830" y="139700"/>
                  </a:lnTo>
                  <a:lnTo>
                    <a:pt x="166370" y="137160"/>
                  </a:lnTo>
                  <a:close/>
                </a:path>
                <a:path w="303530" h="303530">
                  <a:moveTo>
                    <a:pt x="168910" y="134620"/>
                  </a:moveTo>
                  <a:lnTo>
                    <a:pt x="157480" y="134620"/>
                  </a:lnTo>
                  <a:lnTo>
                    <a:pt x="156210" y="135889"/>
                  </a:lnTo>
                  <a:lnTo>
                    <a:pt x="167640" y="135889"/>
                  </a:lnTo>
                  <a:lnTo>
                    <a:pt x="168910" y="134620"/>
                  </a:lnTo>
                  <a:close/>
                </a:path>
                <a:path w="303530" h="303530">
                  <a:moveTo>
                    <a:pt x="172720" y="130810"/>
                  </a:moveTo>
                  <a:lnTo>
                    <a:pt x="161290" y="130810"/>
                  </a:lnTo>
                  <a:lnTo>
                    <a:pt x="158750" y="133350"/>
                  </a:lnTo>
                  <a:lnTo>
                    <a:pt x="170180" y="133350"/>
                  </a:lnTo>
                  <a:lnTo>
                    <a:pt x="172720" y="130810"/>
                  </a:lnTo>
                  <a:close/>
                </a:path>
                <a:path w="303530" h="303530">
                  <a:moveTo>
                    <a:pt x="175260" y="128270"/>
                  </a:moveTo>
                  <a:lnTo>
                    <a:pt x="163830" y="128270"/>
                  </a:lnTo>
                  <a:lnTo>
                    <a:pt x="162560" y="129539"/>
                  </a:lnTo>
                  <a:lnTo>
                    <a:pt x="173990" y="129539"/>
                  </a:lnTo>
                  <a:lnTo>
                    <a:pt x="175260" y="128270"/>
                  </a:lnTo>
                  <a:close/>
                </a:path>
                <a:path w="303530" h="303530">
                  <a:moveTo>
                    <a:pt x="179070" y="124460"/>
                  </a:moveTo>
                  <a:lnTo>
                    <a:pt x="167640" y="124460"/>
                  </a:lnTo>
                  <a:lnTo>
                    <a:pt x="165100" y="127000"/>
                  </a:lnTo>
                  <a:lnTo>
                    <a:pt x="176530" y="127000"/>
                  </a:lnTo>
                  <a:lnTo>
                    <a:pt x="179070" y="124460"/>
                  </a:lnTo>
                  <a:close/>
                </a:path>
                <a:path w="303530" h="303530">
                  <a:moveTo>
                    <a:pt x="181610" y="121920"/>
                  </a:moveTo>
                  <a:lnTo>
                    <a:pt x="170180" y="121920"/>
                  </a:lnTo>
                  <a:lnTo>
                    <a:pt x="168910" y="123189"/>
                  </a:lnTo>
                  <a:lnTo>
                    <a:pt x="180340" y="123189"/>
                  </a:lnTo>
                  <a:lnTo>
                    <a:pt x="181610" y="121920"/>
                  </a:lnTo>
                  <a:close/>
                </a:path>
                <a:path w="303530" h="303530">
                  <a:moveTo>
                    <a:pt x="185420" y="118110"/>
                  </a:moveTo>
                  <a:lnTo>
                    <a:pt x="173990" y="118110"/>
                  </a:lnTo>
                  <a:lnTo>
                    <a:pt x="171450" y="120650"/>
                  </a:lnTo>
                  <a:lnTo>
                    <a:pt x="182880" y="120650"/>
                  </a:lnTo>
                  <a:lnTo>
                    <a:pt x="185420" y="118110"/>
                  </a:lnTo>
                  <a:close/>
                </a:path>
                <a:path w="303530" h="303530">
                  <a:moveTo>
                    <a:pt x="187960" y="115570"/>
                  </a:moveTo>
                  <a:lnTo>
                    <a:pt x="176530" y="115570"/>
                  </a:lnTo>
                  <a:lnTo>
                    <a:pt x="175260" y="116839"/>
                  </a:lnTo>
                  <a:lnTo>
                    <a:pt x="186690" y="116839"/>
                  </a:lnTo>
                  <a:lnTo>
                    <a:pt x="187960" y="115570"/>
                  </a:lnTo>
                  <a:close/>
                </a:path>
                <a:path w="303530" h="303530">
                  <a:moveTo>
                    <a:pt x="191770" y="111760"/>
                  </a:moveTo>
                  <a:lnTo>
                    <a:pt x="180340" y="111760"/>
                  </a:lnTo>
                  <a:lnTo>
                    <a:pt x="177800" y="114300"/>
                  </a:lnTo>
                  <a:lnTo>
                    <a:pt x="189230" y="114300"/>
                  </a:lnTo>
                  <a:lnTo>
                    <a:pt x="191770" y="111760"/>
                  </a:lnTo>
                  <a:close/>
                </a:path>
                <a:path w="303530" h="303530">
                  <a:moveTo>
                    <a:pt x="194310" y="109220"/>
                  </a:moveTo>
                  <a:lnTo>
                    <a:pt x="182880" y="109220"/>
                  </a:lnTo>
                  <a:lnTo>
                    <a:pt x="181610" y="110489"/>
                  </a:lnTo>
                  <a:lnTo>
                    <a:pt x="193040" y="110489"/>
                  </a:lnTo>
                  <a:lnTo>
                    <a:pt x="194310" y="109220"/>
                  </a:lnTo>
                  <a:close/>
                </a:path>
                <a:path w="303530" h="303530">
                  <a:moveTo>
                    <a:pt x="198120" y="105410"/>
                  </a:moveTo>
                  <a:lnTo>
                    <a:pt x="186690" y="105410"/>
                  </a:lnTo>
                  <a:lnTo>
                    <a:pt x="184150" y="107950"/>
                  </a:lnTo>
                  <a:lnTo>
                    <a:pt x="195580" y="107950"/>
                  </a:lnTo>
                  <a:lnTo>
                    <a:pt x="198120" y="105410"/>
                  </a:lnTo>
                  <a:close/>
                </a:path>
                <a:path w="303530" h="303530">
                  <a:moveTo>
                    <a:pt x="200660" y="102870"/>
                  </a:moveTo>
                  <a:lnTo>
                    <a:pt x="189230" y="102870"/>
                  </a:lnTo>
                  <a:lnTo>
                    <a:pt x="187960" y="104139"/>
                  </a:lnTo>
                  <a:lnTo>
                    <a:pt x="199390" y="104139"/>
                  </a:lnTo>
                  <a:lnTo>
                    <a:pt x="200660" y="102870"/>
                  </a:lnTo>
                  <a:close/>
                </a:path>
                <a:path w="303530" h="303530">
                  <a:moveTo>
                    <a:pt x="204470" y="99060"/>
                  </a:moveTo>
                  <a:lnTo>
                    <a:pt x="193040" y="99060"/>
                  </a:lnTo>
                  <a:lnTo>
                    <a:pt x="190500" y="101600"/>
                  </a:lnTo>
                  <a:lnTo>
                    <a:pt x="201930" y="101600"/>
                  </a:lnTo>
                  <a:lnTo>
                    <a:pt x="204470" y="99060"/>
                  </a:lnTo>
                  <a:close/>
                </a:path>
                <a:path w="303530" h="303530">
                  <a:moveTo>
                    <a:pt x="207010" y="96520"/>
                  </a:moveTo>
                  <a:lnTo>
                    <a:pt x="195580" y="96520"/>
                  </a:lnTo>
                  <a:lnTo>
                    <a:pt x="194310" y="97789"/>
                  </a:lnTo>
                  <a:lnTo>
                    <a:pt x="205740" y="97789"/>
                  </a:lnTo>
                  <a:lnTo>
                    <a:pt x="207010" y="96520"/>
                  </a:lnTo>
                  <a:close/>
                </a:path>
                <a:path w="303530" h="303530">
                  <a:moveTo>
                    <a:pt x="210820" y="92710"/>
                  </a:moveTo>
                  <a:lnTo>
                    <a:pt x="199390" y="92710"/>
                  </a:lnTo>
                  <a:lnTo>
                    <a:pt x="196850" y="95250"/>
                  </a:lnTo>
                  <a:lnTo>
                    <a:pt x="208280" y="95250"/>
                  </a:lnTo>
                  <a:lnTo>
                    <a:pt x="210820" y="92710"/>
                  </a:lnTo>
                  <a:close/>
                </a:path>
                <a:path w="303530" h="303530">
                  <a:moveTo>
                    <a:pt x="213360" y="90170"/>
                  </a:moveTo>
                  <a:lnTo>
                    <a:pt x="201930" y="90170"/>
                  </a:lnTo>
                  <a:lnTo>
                    <a:pt x="200660" y="91439"/>
                  </a:lnTo>
                  <a:lnTo>
                    <a:pt x="212090" y="91439"/>
                  </a:lnTo>
                  <a:lnTo>
                    <a:pt x="213360" y="90170"/>
                  </a:lnTo>
                  <a:close/>
                </a:path>
                <a:path w="303530" h="303530">
                  <a:moveTo>
                    <a:pt x="217170" y="86360"/>
                  </a:moveTo>
                  <a:lnTo>
                    <a:pt x="205740" y="86360"/>
                  </a:lnTo>
                  <a:lnTo>
                    <a:pt x="203200" y="88900"/>
                  </a:lnTo>
                  <a:lnTo>
                    <a:pt x="214630" y="88900"/>
                  </a:lnTo>
                  <a:lnTo>
                    <a:pt x="217170" y="86360"/>
                  </a:lnTo>
                  <a:close/>
                </a:path>
                <a:path w="303530" h="303530">
                  <a:moveTo>
                    <a:pt x="219710" y="83820"/>
                  </a:moveTo>
                  <a:lnTo>
                    <a:pt x="208280" y="83820"/>
                  </a:lnTo>
                  <a:lnTo>
                    <a:pt x="207010" y="85089"/>
                  </a:lnTo>
                  <a:lnTo>
                    <a:pt x="218440" y="85089"/>
                  </a:lnTo>
                  <a:lnTo>
                    <a:pt x="219710" y="83820"/>
                  </a:lnTo>
                  <a:close/>
                </a:path>
                <a:path w="303530" h="303530">
                  <a:moveTo>
                    <a:pt x="223520" y="80010"/>
                  </a:moveTo>
                  <a:lnTo>
                    <a:pt x="212090" y="80010"/>
                  </a:lnTo>
                  <a:lnTo>
                    <a:pt x="209550" y="82550"/>
                  </a:lnTo>
                  <a:lnTo>
                    <a:pt x="220980" y="82550"/>
                  </a:lnTo>
                  <a:lnTo>
                    <a:pt x="223520" y="80010"/>
                  </a:lnTo>
                  <a:close/>
                </a:path>
                <a:path w="303530" h="303530">
                  <a:moveTo>
                    <a:pt x="226060" y="77470"/>
                  </a:moveTo>
                  <a:lnTo>
                    <a:pt x="214630" y="77470"/>
                  </a:lnTo>
                  <a:lnTo>
                    <a:pt x="213360" y="78739"/>
                  </a:lnTo>
                  <a:lnTo>
                    <a:pt x="224790" y="78739"/>
                  </a:lnTo>
                  <a:lnTo>
                    <a:pt x="226060" y="77470"/>
                  </a:lnTo>
                  <a:close/>
                </a:path>
                <a:path w="303530" h="303530">
                  <a:moveTo>
                    <a:pt x="229870" y="73660"/>
                  </a:moveTo>
                  <a:lnTo>
                    <a:pt x="218440" y="73660"/>
                  </a:lnTo>
                  <a:lnTo>
                    <a:pt x="215900" y="76200"/>
                  </a:lnTo>
                  <a:lnTo>
                    <a:pt x="227330" y="76200"/>
                  </a:lnTo>
                  <a:lnTo>
                    <a:pt x="229870" y="73660"/>
                  </a:lnTo>
                  <a:close/>
                </a:path>
                <a:path w="303530" h="303530">
                  <a:moveTo>
                    <a:pt x="232410" y="71120"/>
                  </a:moveTo>
                  <a:lnTo>
                    <a:pt x="220980" y="71120"/>
                  </a:lnTo>
                  <a:lnTo>
                    <a:pt x="219710" y="72389"/>
                  </a:lnTo>
                  <a:lnTo>
                    <a:pt x="231140" y="72389"/>
                  </a:lnTo>
                  <a:lnTo>
                    <a:pt x="232410" y="71120"/>
                  </a:lnTo>
                  <a:close/>
                </a:path>
                <a:path w="303530" h="303530">
                  <a:moveTo>
                    <a:pt x="236220" y="67310"/>
                  </a:moveTo>
                  <a:lnTo>
                    <a:pt x="224790" y="67310"/>
                  </a:lnTo>
                  <a:lnTo>
                    <a:pt x="222250" y="69850"/>
                  </a:lnTo>
                  <a:lnTo>
                    <a:pt x="233680" y="69850"/>
                  </a:lnTo>
                  <a:lnTo>
                    <a:pt x="236220" y="67310"/>
                  </a:lnTo>
                  <a:close/>
                </a:path>
                <a:path w="303530" h="303530">
                  <a:moveTo>
                    <a:pt x="238760" y="64770"/>
                  </a:moveTo>
                  <a:lnTo>
                    <a:pt x="227330" y="64770"/>
                  </a:lnTo>
                  <a:lnTo>
                    <a:pt x="226060" y="66039"/>
                  </a:lnTo>
                  <a:lnTo>
                    <a:pt x="237490" y="66039"/>
                  </a:lnTo>
                  <a:lnTo>
                    <a:pt x="238760" y="64770"/>
                  </a:lnTo>
                  <a:close/>
                </a:path>
                <a:path w="303530" h="303530">
                  <a:moveTo>
                    <a:pt x="242570" y="60960"/>
                  </a:moveTo>
                  <a:lnTo>
                    <a:pt x="231140" y="60960"/>
                  </a:lnTo>
                  <a:lnTo>
                    <a:pt x="228600" y="63500"/>
                  </a:lnTo>
                  <a:lnTo>
                    <a:pt x="240030" y="63500"/>
                  </a:lnTo>
                  <a:lnTo>
                    <a:pt x="242570" y="60960"/>
                  </a:lnTo>
                  <a:close/>
                </a:path>
                <a:path w="303530" h="303530">
                  <a:moveTo>
                    <a:pt x="245110" y="58420"/>
                  </a:moveTo>
                  <a:lnTo>
                    <a:pt x="233680" y="58420"/>
                  </a:lnTo>
                  <a:lnTo>
                    <a:pt x="232410" y="59689"/>
                  </a:lnTo>
                  <a:lnTo>
                    <a:pt x="243840" y="59689"/>
                  </a:lnTo>
                  <a:lnTo>
                    <a:pt x="245110" y="58420"/>
                  </a:lnTo>
                  <a:close/>
                </a:path>
                <a:path w="303530" h="303530">
                  <a:moveTo>
                    <a:pt x="248920" y="54610"/>
                  </a:moveTo>
                  <a:lnTo>
                    <a:pt x="237490" y="54610"/>
                  </a:lnTo>
                  <a:lnTo>
                    <a:pt x="234950" y="57150"/>
                  </a:lnTo>
                  <a:lnTo>
                    <a:pt x="246380" y="57150"/>
                  </a:lnTo>
                  <a:lnTo>
                    <a:pt x="248920" y="54610"/>
                  </a:lnTo>
                  <a:close/>
                </a:path>
                <a:path w="303530" h="303530">
                  <a:moveTo>
                    <a:pt x="251460" y="52070"/>
                  </a:moveTo>
                  <a:lnTo>
                    <a:pt x="240030" y="52070"/>
                  </a:lnTo>
                  <a:lnTo>
                    <a:pt x="238760" y="53339"/>
                  </a:lnTo>
                  <a:lnTo>
                    <a:pt x="250190" y="53339"/>
                  </a:lnTo>
                  <a:lnTo>
                    <a:pt x="251460" y="52070"/>
                  </a:lnTo>
                  <a:close/>
                </a:path>
                <a:path w="303530" h="303530">
                  <a:moveTo>
                    <a:pt x="255270" y="48260"/>
                  </a:moveTo>
                  <a:lnTo>
                    <a:pt x="243840" y="48260"/>
                  </a:lnTo>
                  <a:lnTo>
                    <a:pt x="241300" y="50800"/>
                  </a:lnTo>
                  <a:lnTo>
                    <a:pt x="252730" y="50800"/>
                  </a:lnTo>
                  <a:lnTo>
                    <a:pt x="255270" y="48260"/>
                  </a:lnTo>
                  <a:close/>
                </a:path>
                <a:path w="303530" h="303530">
                  <a:moveTo>
                    <a:pt x="257810" y="45720"/>
                  </a:moveTo>
                  <a:lnTo>
                    <a:pt x="246380" y="45720"/>
                  </a:lnTo>
                  <a:lnTo>
                    <a:pt x="245110" y="46989"/>
                  </a:lnTo>
                  <a:lnTo>
                    <a:pt x="256540" y="46989"/>
                  </a:lnTo>
                  <a:lnTo>
                    <a:pt x="257810" y="45720"/>
                  </a:lnTo>
                  <a:close/>
                </a:path>
                <a:path w="303530" h="303530">
                  <a:moveTo>
                    <a:pt x="261620" y="41910"/>
                  </a:moveTo>
                  <a:lnTo>
                    <a:pt x="250190" y="41910"/>
                  </a:lnTo>
                  <a:lnTo>
                    <a:pt x="247650" y="44450"/>
                  </a:lnTo>
                  <a:lnTo>
                    <a:pt x="259080" y="44450"/>
                  </a:lnTo>
                  <a:lnTo>
                    <a:pt x="261620" y="41910"/>
                  </a:lnTo>
                  <a:close/>
                </a:path>
                <a:path w="303530" h="303530">
                  <a:moveTo>
                    <a:pt x="264160" y="39370"/>
                  </a:moveTo>
                  <a:lnTo>
                    <a:pt x="252730" y="39370"/>
                  </a:lnTo>
                  <a:lnTo>
                    <a:pt x="251460" y="40639"/>
                  </a:lnTo>
                  <a:lnTo>
                    <a:pt x="262890" y="40639"/>
                  </a:lnTo>
                  <a:lnTo>
                    <a:pt x="264160" y="39370"/>
                  </a:lnTo>
                  <a:close/>
                </a:path>
                <a:path w="303530" h="303530">
                  <a:moveTo>
                    <a:pt x="267970" y="35560"/>
                  </a:moveTo>
                  <a:lnTo>
                    <a:pt x="256540" y="35560"/>
                  </a:lnTo>
                  <a:lnTo>
                    <a:pt x="254000" y="38100"/>
                  </a:lnTo>
                  <a:lnTo>
                    <a:pt x="265430" y="38100"/>
                  </a:lnTo>
                  <a:lnTo>
                    <a:pt x="267970" y="35560"/>
                  </a:lnTo>
                  <a:close/>
                </a:path>
                <a:path w="303530" h="303530">
                  <a:moveTo>
                    <a:pt x="270510" y="33020"/>
                  </a:moveTo>
                  <a:lnTo>
                    <a:pt x="259080" y="33020"/>
                  </a:lnTo>
                  <a:lnTo>
                    <a:pt x="257810" y="34289"/>
                  </a:lnTo>
                  <a:lnTo>
                    <a:pt x="269240" y="34289"/>
                  </a:lnTo>
                  <a:lnTo>
                    <a:pt x="270510" y="33020"/>
                  </a:lnTo>
                  <a:close/>
                </a:path>
                <a:path w="303530" h="303530">
                  <a:moveTo>
                    <a:pt x="274320" y="29210"/>
                  </a:moveTo>
                  <a:lnTo>
                    <a:pt x="262890" y="29210"/>
                  </a:lnTo>
                  <a:lnTo>
                    <a:pt x="260350" y="31750"/>
                  </a:lnTo>
                  <a:lnTo>
                    <a:pt x="271780" y="31750"/>
                  </a:lnTo>
                  <a:lnTo>
                    <a:pt x="274320" y="29210"/>
                  </a:lnTo>
                  <a:close/>
                </a:path>
                <a:path w="303530" h="303530">
                  <a:moveTo>
                    <a:pt x="276860" y="26670"/>
                  </a:moveTo>
                  <a:lnTo>
                    <a:pt x="265430" y="26670"/>
                  </a:lnTo>
                  <a:lnTo>
                    <a:pt x="264160" y="27939"/>
                  </a:lnTo>
                  <a:lnTo>
                    <a:pt x="275590" y="27939"/>
                  </a:lnTo>
                  <a:lnTo>
                    <a:pt x="276860" y="26670"/>
                  </a:lnTo>
                  <a:close/>
                </a:path>
                <a:path w="303530" h="303530">
                  <a:moveTo>
                    <a:pt x="280670" y="22860"/>
                  </a:moveTo>
                  <a:lnTo>
                    <a:pt x="269240" y="22860"/>
                  </a:lnTo>
                  <a:lnTo>
                    <a:pt x="266700" y="25400"/>
                  </a:lnTo>
                  <a:lnTo>
                    <a:pt x="278130" y="25400"/>
                  </a:lnTo>
                  <a:lnTo>
                    <a:pt x="280670" y="22860"/>
                  </a:lnTo>
                  <a:close/>
                </a:path>
                <a:path w="303530" h="303530">
                  <a:moveTo>
                    <a:pt x="283210" y="20320"/>
                  </a:moveTo>
                  <a:lnTo>
                    <a:pt x="271780" y="20320"/>
                  </a:lnTo>
                  <a:lnTo>
                    <a:pt x="270510" y="21589"/>
                  </a:lnTo>
                  <a:lnTo>
                    <a:pt x="281940" y="21589"/>
                  </a:lnTo>
                  <a:lnTo>
                    <a:pt x="283210" y="20320"/>
                  </a:lnTo>
                  <a:close/>
                </a:path>
                <a:path w="303530" h="303530">
                  <a:moveTo>
                    <a:pt x="276860" y="15239"/>
                  </a:moveTo>
                  <a:lnTo>
                    <a:pt x="273050" y="19050"/>
                  </a:lnTo>
                  <a:lnTo>
                    <a:pt x="284480" y="19050"/>
                  </a:lnTo>
                  <a:lnTo>
                    <a:pt x="287020" y="16510"/>
                  </a:lnTo>
                  <a:lnTo>
                    <a:pt x="276860" y="16510"/>
                  </a:lnTo>
                  <a:lnTo>
                    <a:pt x="276860" y="15239"/>
                  </a:lnTo>
                  <a:close/>
                </a:path>
                <a:path w="303530" h="303530">
                  <a:moveTo>
                    <a:pt x="280670" y="12700"/>
                  </a:moveTo>
                  <a:lnTo>
                    <a:pt x="279400" y="12700"/>
                  </a:lnTo>
                  <a:lnTo>
                    <a:pt x="278130" y="13970"/>
                  </a:lnTo>
                  <a:lnTo>
                    <a:pt x="278130" y="15239"/>
                  </a:lnTo>
                  <a:lnTo>
                    <a:pt x="288290" y="15239"/>
                  </a:lnTo>
                  <a:lnTo>
                    <a:pt x="289559" y="13970"/>
                  </a:lnTo>
                  <a:lnTo>
                    <a:pt x="280670" y="13970"/>
                  </a:lnTo>
                  <a:lnTo>
                    <a:pt x="280670" y="12700"/>
                  </a:lnTo>
                  <a:close/>
                </a:path>
                <a:path w="303530" h="303530">
                  <a:moveTo>
                    <a:pt x="293370" y="10160"/>
                  </a:moveTo>
                  <a:lnTo>
                    <a:pt x="283210" y="10160"/>
                  </a:lnTo>
                  <a:lnTo>
                    <a:pt x="283210" y="12700"/>
                  </a:lnTo>
                  <a:lnTo>
                    <a:pt x="290830" y="12700"/>
                  </a:lnTo>
                  <a:lnTo>
                    <a:pt x="293370" y="10160"/>
                  </a:lnTo>
                  <a:close/>
                </a:path>
                <a:path w="303530" h="303530">
                  <a:moveTo>
                    <a:pt x="288290" y="8889"/>
                  </a:moveTo>
                  <a:lnTo>
                    <a:pt x="285750" y="8889"/>
                  </a:lnTo>
                  <a:lnTo>
                    <a:pt x="285750" y="10160"/>
                  </a:lnTo>
                  <a:lnTo>
                    <a:pt x="288290" y="10160"/>
                  </a:lnTo>
                  <a:lnTo>
                    <a:pt x="288290" y="8889"/>
                  </a:lnTo>
                  <a:close/>
                </a:path>
                <a:path w="303530" h="303530">
                  <a:moveTo>
                    <a:pt x="292100" y="6350"/>
                  </a:moveTo>
                  <a:lnTo>
                    <a:pt x="289560" y="6350"/>
                  </a:lnTo>
                  <a:lnTo>
                    <a:pt x="289560" y="8889"/>
                  </a:lnTo>
                  <a:lnTo>
                    <a:pt x="294640" y="8889"/>
                  </a:lnTo>
                  <a:lnTo>
                    <a:pt x="295910" y="7620"/>
                  </a:lnTo>
                  <a:lnTo>
                    <a:pt x="292100" y="7620"/>
                  </a:lnTo>
                  <a:lnTo>
                    <a:pt x="292100" y="6350"/>
                  </a:lnTo>
                  <a:close/>
                </a:path>
                <a:path w="303530" h="303530">
                  <a:moveTo>
                    <a:pt x="299720" y="3810"/>
                  </a:moveTo>
                  <a:lnTo>
                    <a:pt x="294640" y="3810"/>
                  </a:lnTo>
                  <a:lnTo>
                    <a:pt x="294640" y="6350"/>
                  </a:lnTo>
                  <a:lnTo>
                    <a:pt x="297180" y="6350"/>
                  </a:lnTo>
                  <a:lnTo>
                    <a:pt x="299720" y="3810"/>
                  </a:lnTo>
                  <a:close/>
                </a:path>
                <a:path w="303530" h="303530">
                  <a:moveTo>
                    <a:pt x="298450" y="2539"/>
                  </a:moveTo>
                  <a:lnTo>
                    <a:pt x="297180" y="2539"/>
                  </a:lnTo>
                  <a:lnTo>
                    <a:pt x="297180" y="3810"/>
                  </a:lnTo>
                  <a:lnTo>
                    <a:pt x="298450" y="3810"/>
                  </a:lnTo>
                  <a:lnTo>
                    <a:pt x="298450" y="2539"/>
                  </a:lnTo>
                  <a:close/>
                </a:path>
                <a:path w="303530" h="303530">
                  <a:moveTo>
                    <a:pt x="303530" y="0"/>
                  </a:moveTo>
                  <a:lnTo>
                    <a:pt x="300990" y="0"/>
                  </a:lnTo>
                  <a:lnTo>
                    <a:pt x="300990" y="2539"/>
                  </a:lnTo>
                  <a:lnTo>
                    <a:pt x="303530" y="0"/>
                  </a:lnTo>
                  <a:close/>
                </a:path>
                <a:path w="303530" h="303530">
                  <a:moveTo>
                    <a:pt x="133350" y="170180"/>
                  </a:moveTo>
                  <a:lnTo>
                    <a:pt x="121920" y="170180"/>
                  </a:lnTo>
                  <a:lnTo>
                    <a:pt x="0" y="292100"/>
                  </a:lnTo>
                  <a:lnTo>
                    <a:pt x="0" y="303530"/>
                  </a:lnTo>
                  <a:lnTo>
                    <a:pt x="133350" y="170180"/>
                  </a:lnTo>
                  <a:close/>
                </a:path>
              </a:pathLst>
            </a:custGeom>
            <a:solidFill>
              <a:srgbClr val="C9B9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8" name="object 1748"/>
            <p:cNvSpPr/>
            <p:nvPr/>
          </p:nvSpPr>
          <p:spPr>
            <a:xfrm>
              <a:off x="2860039" y="2719069"/>
              <a:ext cx="326390" cy="326390"/>
            </a:xfrm>
            <a:custGeom>
              <a:avLst/>
              <a:gdLst/>
              <a:ahLst/>
              <a:cxnLst/>
              <a:rect l="l" t="t" r="r" b="b"/>
              <a:pathLst>
                <a:path w="326389" h="326389">
                  <a:moveTo>
                    <a:pt x="147320" y="179070"/>
                  </a:moveTo>
                  <a:lnTo>
                    <a:pt x="137160" y="179070"/>
                  </a:lnTo>
                  <a:lnTo>
                    <a:pt x="135890" y="180339"/>
                  </a:lnTo>
                  <a:lnTo>
                    <a:pt x="146050" y="180339"/>
                  </a:lnTo>
                  <a:lnTo>
                    <a:pt x="147320" y="179070"/>
                  </a:lnTo>
                  <a:close/>
                </a:path>
                <a:path w="326389" h="326389">
                  <a:moveTo>
                    <a:pt x="151130" y="175260"/>
                  </a:moveTo>
                  <a:lnTo>
                    <a:pt x="140970" y="175260"/>
                  </a:lnTo>
                  <a:lnTo>
                    <a:pt x="138430" y="177800"/>
                  </a:lnTo>
                  <a:lnTo>
                    <a:pt x="148590" y="177800"/>
                  </a:lnTo>
                  <a:lnTo>
                    <a:pt x="151130" y="175260"/>
                  </a:lnTo>
                  <a:close/>
                </a:path>
                <a:path w="326389" h="326389">
                  <a:moveTo>
                    <a:pt x="153670" y="172720"/>
                  </a:moveTo>
                  <a:lnTo>
                    <a:pt x="143510" y="172720"/>
                  </a:lnTo>
                  <a:lnTo>
                    <a:pt x="142240" y="173989"/>
                  </a:lnTo>
                  <a:lnTo>
                    <a:pt x="152400" y="173989"/>
                  </a:lnTo>
                  <a:lnTo>
                    <a:pt x="153670" y="172720"/>
                  </a:lnTo>
                  <a:close/>
                </a:path>
                <a:path w="326389" h="326389">
                  <a:moveTo>
                    <a:pt x="157480" y="168910"/>
                  </a:moveTo>
                  <a:lnTo>
                    <a:pt x="147320" y="168910"/>
                  </a:lnTo>
                  <a:lnTo>
                    <a:pt x="144780" y="171450"/>
                  </a:lnTo>
                  <a:lnTo>
                    <a:pt x="154940" y="171450"/>
                  </a:lnTo>
                  <a:lnTo>
                    <a:pt x="157480" y="168910"/>
                  </a:lnTo>
                  <a:close/>
                </a:path>
                <a:path w="326389" h="326389">
                  <a:moveTo>
                    <a:pt x="160020" y="166370"/>
                  </a:moveTo>
                  <a:lnTo>
                    <a:pt x="149860" y="166370"/>
                  </a:lnTo>
                  <a:lnTo>
                    <a:pt x="148590" y="167639"/>
                  </a:lnTo>
                  <a:lnTo>
                    <a:pt x="158750" y="167639"/>
                  </a:lnTo>
                  <a:lnTo>
                    <a:pt x="160020" y="166370"/>
                  </a:lnTo>
                  <a:close/>
                </a:path>
                <a:path w="326389" h="326389">
                  <a:moveTo>
                    <a:pt x="163830" y="162560"/>
                  </a:moveTo>
                  <a:lnTo>
                    <a:pt x="153670" y="162560"/>
                  </a:lnTo>
                  <a:lnTo>
                    <a:pt x="151130" y="165100"/>
                  </a:lnTo>
                  <a:lnTo>
                    <a:pt x="161290" y="165100"/>
                  </a:lnTo>
                  <a:lnTo>
                    <a:pt x="163830" y="162560"/>
                  </a:lnTo>
                  <a:close/>
                </a:path>
                <a:path w="326389" h="326389">
                  <a:moveTo>
                    <a:pt x="166370" y="160020"/>
                  </a:moveTo>
                  <a:lnTo>
                    <a:pt x="156210" y="160020"/>
                  </a:lnTo>
                  <a:lnTo>
                    <a:pt x="154940" y="161289"/>
                  </a:lnTo>
                  <a:lnTo>
                    <a:pt x="165100" y="161289"/>
                  </a:lnTo>
                  <a:lnTo>
                    <a:pt x="166370" y="160020"/>
                  </a:lnTo>
                  <a:close/>
                </a:path>
                <a:path w="326389" h="326389">
                  <a:moveTo>
                    <a:pt x="170180" y="156210"/>
                  </a:moveTo>
                  <a:lnTo>
                    <a:pt x="160020" y="156210"/>
                  </a:lnTo>
                  <a:lnTo>
                    <a:pt x="157480" y="158750"/>
                  </a:lnTo>
                  <a:lnTo>
                    <a:pt x="167640" y="158750"/>
                  </a:lnTo>
                  <a:lnTo>
                    <a:pt x="170180" y="156210"/>
                  </a:lnTo>
                  <a:close/>
                </a:path>
                <a:path w="326389" h="326389">
                  <a:moveTo>
                    <a:pt x="172720" y="153670"/>
                  </a:moveTo>
                  <a:lnTo>
                    <a:pt x="162560" y="153670"/>
                  </a:lnTo>
                  <a:lnTo>
                    <a:pt x="161290" y="154939"/>
                  </a:lnTo>
                  <a:lnTo>
                    <a:pt x="171450" y="154939"/>
                  </a:lnTo>
                  <a:lnTo>
                    <a:pt x="172720" y="153670"/>
                  </a:lnTo>
                  <a:close/>
                </a:path>
                <a:path w="326389" h="326389">
                  <a:moveTo>
                    <a:pt x="176530" y="149860"/>
                  </a:moveTo>
                  <a:lnTo>
                    <a:pt x="166370" y="149860"/>
                  </a:lnTo>
                  <a:lnTo>
                    <a:pt x="163830" y="152400"/>
                  </a:lnTo>
                  <a:lnTo>
                    <a:pt x="173990" y="152400"/>
                  </a:lnTo>
                  <a:lnTo>
                    <a:pt x="176530" y="149860"/>
                  </a:lnTo>
                  <a:close/>
                </a:path>
                <a:path w="326389" h="326389">
                  <a:moveTo>
                    <a:pt x="179070" y="147320"/>
                  </a:moveTo>
                  <a:lnTo>
                    <a:pt x="168910" y="147320"/>
                  </a:lnTo>
                  <a:lnTo>
                    <a:pt x="167640" y="148589"/>
                  </a:lnTo>
                  <a:lnTo>
                    <a:pt x="177800" y="148589"/>
                  </a:lnTo>
                  <a:lnTo>
                    <a:pt x="179070" y="147320"/>
                  </a:lnTo>
                  <a:close/>
                </a:path>
                <a:path w="326389" h="326389">
                  <a:moveTo>
                    <a:pt x="182880" y="143510"/>
                  </a:moveTo>
                  <a:lnTo>
                    <a:pt x="172720" y="143510"/>
                  </a:lnTo>
                  <a:lnTo>
                    <a:pt x="170180" y="146050"/>
                  </a:lnTo>
                  <a:lnTo>
                    <a:pt x="180340" y="146050"/>
                  </a:lnTo>
                  <a:lnTo>
                    <a:pt x="182880" y="143510"/>
                  </a:lnTo>
                  <a:close/>
                </a:path>
                <a:path w="326389" h="326389">
                  <a:moveTo>
                    <a:pt x="185420" y="140970"/>
                  </a:moveTo>
                  <a:lnTo>
                    <a:pt x="175260" y="140970"/>
                  </a:lnTo>
                  <a:lnTo>
                    <a:pt x="173990" y="142239"/>
                  </a:lnTo>
                  <a:lnTo>
                    <a:pt x="184150" y="142239"/>
                  </a:lnTo>
                  <a:lnTo>
                    <a:pt x="185420" y="140970"/>
                  </a:lnTo>
                  <a:close/>
                </a:path>
                <a:path w="326389" h="326389">
                  <a:moveTo>
                    <a:pt x="189230" y="137160"/>
                  </a:moveTo>
                  <a:lnTo>
                    <a:pt x="179070" y="137160"/>
                  </a:lnTo>
                  <a:lnTo>
                    <a:pt x="176530" y="139700"/>
                  </a:lnTo>
                  <a:lnTo>
                    <a:pt x="186690" y="139700"/>
                  </a:lnTo>
                  <a:lnTo>
                    <a:pt x="189230" y="137160"/>
                  </a:lnTo>
                  <a:close/>
                </a:path>
                <a:path w="326389" h="326389">
                  <a:moveTo>
                    <a:pt x="191770" y="134620"/>
                  </a:moveTo>
                  <a:lnTo>
                    <a:pt x="181610" y="134620"/>
                  </a:lnTo>
                  <a:lnTo>
                    <a:pt x="180340" y="135889"/>
                  </a:lnTo>
                  <a:lnTo>
                    <a:pt x="190500" y="135889"/>
                  </a:lnTo>
                  <a:lnTo>
                    <a:pt x="191770" y="134620"/>
                  </a:lnTo>
                  <a:close/>
                </a:path>
                <a:path w="326389" h="326389">
                  <a:moveTo>
                    <a:pt x="195580" y="130810"/>
                  </a:moveTo>
                  <a:lnTo>
                    <a:pt x="185420" y="130810"/>
                  </a:lnTo>
                  <a:lnTo>
                    <a:pt x="182880" y="133350"/>
                  </a:lnTo>
                  <a:lnTo>
                    <a:pt x="193040" y="133350"/>
                  </a:lnTo>
                  <a:lnTo>
                    <a:pt x="195580" y="130810"/>
                  </a:lnTo>
                  <a:close/>
                </a:path>
                <a:path w="326389" h="326389">
                  <a:moveTo>
                    <a:pt x="198120" y="128270"/>
                  </a:moveTo>
                  <a:lnTo>
                    <a:pt x="187960" y="128270"/>
                  </a:lnTo>
                  <a:lnTo>
                    <a:pt x="186690" y="129539"/>
                  </a:lnTo>
                  <a:lnTo>
                    <a:pt x="196850" y="129539"/>
                  </a:lnTo>
                  <a:lnTo>
                    <a:pt x="198120" y="128270"/>
                  </a:lnTo>
                  <a:close/>
                </a:path>
                <a:path w="326389" h="326389">
                  <a:moveTo>
                    <a:pt x="201930" y="124460"/>
                  </a:moveTo>
                  <a:lnTo>
                    <a:pt x="191770" y="124460"/>
                  </a:lnTo>
                  <a:lnTo>
                    <a:pt x="189230" y="127000"/>
                  </a:lnTo>
                  <a:lnTo>
                    <a:pt x="199390" y="127000"/>
                  </a:lnTo>
                  <a:lnTo>
                    <a:pt x="201930" y="124460"/>
                  </a:lnTo>
                  <a:close/>
                </a:path>
                <a:path w="326389" h="326389">
                  <a:moveTo>
                    <a:pt x="204470" y="121920"/>
                  </a:moveTo>
                  <a:lnTo>
                    <a:pt x="194310" y="121920"/>
                  </a:lnTo>
                  <a:lnTo>
                    <a:pt x="193040" y="123189"/>
                  </a:lnTo>
                  <a:lnTo>
                    <a:pt x="203200" y="123189"/>
                  </a:lnTo>
                  <a:lnTo>
                    <a:pt x="204470" y="121920"/>
                  </a:lnTo>
                  <a:close/>
                </a:path>
                <a:path w="326389" h="326389">
                  <a:moveTo>
                    <a:pt x="208280" y="118110"/>
                  </a:moveTo>
                  <a:lnTo>
                    <a:pt x="198120" y="118110"/>
                  </a:lnTo>
                  <a:lnTo>
                    <a:pt x="195580" y="120650"/>
                  </a:lnTo>
                  <a:lnTo>
                    <a:pt x="205740" y="120650"/>
                  </a:lnTo>
                  <a:lnTo>
                    <a:pt x="208280" y="118110"/>
                  </a:lnTo>
                  <a:close/>
                </a:path>
                <a:path w="326389" h="326389">
                  <a:moveTo>
                    <a:pt x="210820" y="115570"/>
                  </a:moveTo>
                  <a:lnTo>
                    <a:pt x="200660" y="115570"/>
                  </a:lnTo>
                  <a:lnTo>
                    <a:pt x="199390" y="116839"/>
                  </a:lnTo>
                  <a:lnTo>
                    <a:pt x="209550" y="116839"/>
                  </a:lnTo>
                  <a:lnTo>
                    <a:pt x="210820" y="115570"/>
                  </a:lnTo>
                  <a:close/>
                </a:path>
                <a:path w="326389" h="326389">
                  <a:moveTo>
                    <a:pt x="214630" y="111760"/>
                  </a:moveTo>
                  <a:lnTo>
                    <a:pt x="204470" y="111760"/>
                  </a:lnTo>
                  <a:lnTo>
                    <a:pt x="201930" y="114300"/>
                  </a:lnTo>
                  <a:lnTo>
                    <a:pt x="212090" y="114300"/>
                  </a:lnTo>
                  <a:lnTo>
                    <a:pt x="214630" y="111760"/>
                  </a:lnTo>
                  <a:close/>
                </a:path>
                <a:path w="326389" h="326389">
                  <a:moveTo>
                    <a:pt x="217170" y="109220"/>
                  </a:moveTo>
                  <a:lnTo>
                    <a:pt x="207010" y="109220"/>
                  </a:lnTo>
                  <a:lnTo>
                    <a:pt x="205740" y="110489"/>
                  </a:lnTo>
                  <a:lnTo>
                    <a:pt x="215900" y="110489"/>
                  </a:lnTo>
                  <a:lnTo>
                    <a:pt x="217170" y="109220"/>
                  </a:lnTo>
                  <a:close/>
                </a:path>
                <a:path w="326389" h="326389">
                  <a:moveTo>
                    <a:pt x="220980" y="105410"/>
                  </a:moveTo>
                  <a:lnTo>
                    <a:pt x="210820" y="105410"/>
                  </a:lnTo>
                  <a:lnTo>
                    <a:pt x="208280" y="107950"/>
                  </a:lnTo>
                  <a:lnTo>
                    <a:pt x="218440" y="107950"/>
                  </a:lnTo>
                  <a:lnTo>
                    <a:pt x="220980" y="105410"/>
                  </a:lnTo>
                  <a:close/>
                </a:path>
                <a:path w="326389" h="326389">
                  <a:moveTo>
                    <a:pt x="223520" y="102870"/>
                  </a:moveTo>
                  <a:lnTo>
                    <a:pt x="213360" y="102870"/>
                  </a:lnTo>
                  <a:lnTo>
                    <a:pt x="212090" y="104139"/>
                  </a:lnTo>
                  <a:lnTo>
                    <a:pt x="222250" y="104139"/>
                  </a:lnTo>
                  <a:lnTo>
                    <a:pt x="223520" y="102870"/>
                  </a:lnTo>
                  <a:close/>
                </a:path>
                <a:path w="326389" h="326389">
                  <a:moveTo>
                    <a:pt x="227330" y="99060"/>
                  </a:moveTo>
                  <a:lnTo>
                    <a:pt x="217170" y="99060"/>
                  </a:lnTo>
                  <a:lnTo>
                    <a:pt x="214630" y="101600"/>
                  </a:lnTo>
                  <a:lnTo>
                    <a:pt x="224790" y="101600"/>
                  </a:lnTo>
                  <a:lnTo>
                    <a:pt x="227330" y="99060"/>
                  </a:lnTo>
                  <a:close/>
                </a:path>
                <a:path w="326389" h="326389">
                  <a:moveTo>
                    <a:pt x="229870" y="96520"/>
                  </a:moveTo>
                  <a:lnTo>
                    <a:pt x="219710" y="96520"/>
                  </a:lnTo>
                  <a:lnTo>
                    <a:pt x="218440" y="97789"/>
                  </a:lnTo>
                  <a:lnTo>
                    <a:pt x="228600" y="97789"/>
                  </a:lnTo>
                  <a:lnTo>
                    <a:pt x="229870" y="96520"/>
                  </a:lnTo>
                  <a:close/>
                </a:path>
                <a:path w="326389" h="326389">
                  <a:moveTo>
                    <a:pt x="233680" y="92710"/>
                  </a:moveTo>
                  <a:lnTo>
                    <a:pt x="223520" y="92710"/>
                  </a:lnTo>
                  <a:lnTo>
                    <a:pt x="220980" y="95250"/>
                  </a:lnTo>
                  <a:lnTo>
                    <a:pt x="231140" y="95250"/>
                  </a:lnTo>
                  <a:lnTo>
                    <a:pt x="233680" y="92710"/>
                  </a:lnTo>
                  <a:close/>
                </a:path>
                <a:path w="326389" h="326389">
                  <a:moveTo>
                    <a:pt x="236220" y="90170"/>
                  </a:moveTo>
                  <a:lnTo>
                    <a:pt x="226060" y="90170"/>
                  </a:lnTo>
                  <a:lnTo>
                    <a:pt x="224790" y="91439"/>
                  </a:lnTo>
                  <a:lnTo>
                    <a:pt x="234950" y="91439"/>
                  </a:lnTo>
                  <a:lnTo>
                    <a:pt x="236220" y="90170"/>
                  </a:lnTo>
                  <a:close/>
                </a:path>
                <a:path w="326389" h="326389">
                  <a:moveTo>
                    <a:pt x="240030" y="86360"/>
                  </a:moveTo>
                  <a:lnTo>
                    <a:pt x="229870" y="86360"/>
                  </a:lnTo>
                  <a:lnTo>
                    <a:pt x="227330" y="88900"/>
                  </a:lnTo>
                  <a:lnTo>
                    <a:pt x="237490" y="88900"/>
                  </a:lnTo>
                  <a:lnTo>
                    <a:pt x="240030" y="86360"/>
                  </a:lnTo>
                  <a:close/>
                </a:path>
                <a:path w="326389" h="326389">
                  <a:moveTo>
                    <a:pt x="242570" y="83820"/>
                  </a:moveTo>
                  <a:lnTo>
                    <a:pt x="232410" y="83820"/>
                  </a:lnTo>
                  <a:lnTo>
                    <a:pt x="231140" y="85089"/>
                  </a:lnTo>
                  <a:lnTo>
                    <a:pt x="241300" y="85089"/>
                  </a:lnTo>
                  <a:lnTo>
                    <a:pt x="242570" y="83820"/>
                  </a:lnTo>
                  <a:close/>
                </a:path>
                <a:path w="326389" h="326389">
                  <a:moveTo>
                    <a:pt x="246380" y="80010"/>
                  </a:moveTo>
                  <a:lnTo>
                    <a:pt x="236220" y="80010"/>
                  </a:lnTo>
                  <a:lnTo>
                    <a:pt x="233680" y="82550"/>
                  </a:lnTo>
                  <a:lnTo>
                    <a:pt x="243840" y="82550"/>
                  </a:lnTo>
                  <a:lnTo>
                    <a:pt x="246380" y="80010"/>
                  </a:lnTo>
                  <a:close/>
                </a:path>
                <a:path w="326389" h="326389">
                  <a:moveTo>
                    <a:pt x="248920" y="77470"/>
                  </a:moveTo>
                  <a:lnTo>
                    <a:pt x="238760" y="77470"/>
                  </a:lnTo>
                  <a:lnTo>
                    <a:pt x="237490" y="78739"/>
                  </a:lnTo>
                  <a:lnTo>
                    <a:pt x="247650" y="78739"/>
                  </a:lnTo>
                  <a:lnTo>
                    <a:pt x="248920" y="77470"/>
                  </a:lnTo>
                  <a:close/>
                </a:path>
                <a:path w="326389" h="326389">
                  <a:moveTo>
                    <a:pt x="252730" y="73660"/>
                  </a:moveTo>
                  <a:lnTo>
                    <a:pt x="242570" y="73660"/>
                  </a:lnTo>
                  <a:lnTo>
                    <a:pt x="240030" y="76200"/>
                  </a:lnTo>
                  <a:lnTo>
                    <a:pt x="250190" y="76200"/>
                  </a:lnTo>
                  <a:lnTo>
                    <a:pt x="252730" y="73660"/>
                  </a:lnTo>
                  <a:close/>
                </a:path>
                <a:path w="326389" h="326389">
                  <a:moveTo>
                    <a:pt x="255270" y="71120"/>
                  </a:moveTo>
                  <a:lnTo>
                    <a:pt x="245110" y="71120"/>
                  </a:lnTo>
                  <a:lnTo>
                    <a:pt x="243840" y="72389"/>
                  </a:lnTo>
                  <a:lnTo>
                    <a:pt x="254000" y="72389"/>
                  </a:lnTo>
                  <a:lnTo>
                    <a:pt x="255270" y="71120"/>
                  </a:lnTo>
                  <a:close/>
                </a:path>
                <a:path w="326389" h="326389">
                  <a:moveTo>
                    <a:pt x="259080" y="67310"/>
                  </a:moveTo>
                  <a:lnTo>
                    <a:pt x="248920" y="67310"/>
                  </a:lnTo>
                  <a:lnTo>
                    <a:pt x="246380" y="69850"/>
                  </a:lnTo>
                  <a:lnTo>
                    <a:pt x="256540" y="69850"/>
                  </a:lnTo>
                  <a:lnTo>
                    <a:pt x="259080" y="67310"/>
                  </a:lnTo>
                  <a:close/>
                </a:path>
                <a:path w="326389" h="326389">
                  <a:moveTo>
                    <a:pt x="261620" y="64770"/>
                  </a:moveTo>
                  <a:lnTo>
                    <a:pt x="251460" y="64770"/>
                  </a:lnTo>
                  <a:lnTo>
                    <a:pt x="250190" y="66039"/>
                  </a:lnTo>
                  <a:lnTo>
                    <a:pt x="260350" y="66039"/>
                  </a:lnTo>
                  <a:lnTo>
                    <a:pt x="261620" y="64770"/>
                  </a:lnTo>
                  <a:close/>
                </a:path>
                <a:path w="326389" h="326389">
                  <a:moveTo>
                    <a:pt x="265430" y="60960"/>
                  </a:moveTo>
                  <a:lnTo>
                    <a:pt x="255270" y="60960"/>
                  </a:lnTo>
                  <a:lnTo>
                    <a:pt x="252730" y="63500"/>
                  </a:lnTo>
                  <a:lnTo>
                    <a:pt x="262890" y="63500"/>
                  </a:lnTo>
                  <a:lnTo>
                    <a:pt x="265430" y="60960"/>
                  </a:lnTo>
                  <a:close/>
                </a:path>
                <a:path w="326389" h="326389">
                  <a:moveTo>
                    <a:pt x="267970" y="58420"/>
                  </a:moveTo>
                  <a:lnTo>
                    <a:pt x="257810" y="58420"/>
                  </a:lnTo>
                  <a:lnTo>
                    <a:pt x="256540" y="59689"/>
                  </a:lnTo>
                  <a:lnTo>
                    <a:pt x="266700" y="59689"/>
                  </a:lnTo>
                  <a:lnTo>
                    <a:pt x="267970" y="58420"/>
                  </a:lnTo>
                  <a:close/>
                </a:path>
                <a:path w="326389" h="326389">
                  <a:moveTo>
                    <a:pt x="271780" y="54610"/>
                  </a:moveTo>
                  <a:lnTo>
                    <a:pt x="261620" y="54610"/>
                  </a:lnTo>
                  <a:lnTo>
                    <a:pt x="259080" y="57150"/>
                  </a:lnTo>
                  <a:lnTo>
                    <a:pt x="269240" y="57150"/>
                  </a:lnTo>
                  <a:lnTo>
                    <a:pt x="271780" y="54610"/>
                  </a:lnTo>
                  <a:close/>
                </a:path>
                <a:path w="326389" h="326389">
                  <a:moveTo>
                    <a:pt x="274320" y="52070"/>
                  </a:moveTo>
                  <a:lnTo>
                    <a:pt x="264160" y="52070"/>
                  </a:lnTo>
                  <a:lnTo>
                    <a:pt x="262890" y="53339"/>
                  </a:lnTo>
                  <a:lnTo>
                    <a:pt x="273050" y="53339"/>
                  </a:lnTo>
                  <a:lnTo>
                    <a:pt x="274320" y="52070"/>
                  </a:lnTo>
                  <a:close/>
                </a:path>
                <a:path w="326389" h="326389">
                  <a:moveTo>
                    <a:pt x="278130" y="48260"/>
                  </a:moveTo>
                  <a:lnTo>
                    <a:pt x="267970" y="48260"/>
                  </a:lnTo>
                  <a:lnTo>
                    <a:pt x="265430" y="50800"/>
                  </a:lnTo>
                  <a:lnTo>
                    <a:pt x="275590" y="50800"/>
                  </a:lnTo>
                  <a:lnTo>
                    <a:pt x="278130" y="48260"/>
                  </a:lnTo>
                  <a:close/>
                </a:path>
                <a:path w="326389" h="326389">
                  <a:moveTo>
                    <a:pt x="280670" y="45720"/>
                  </a:moveTo>
                  <a:lnTo>
                    <a:pt x="270510" y="45720"/>
                  </a:lnTo>
                  <a:lnTo>
                    <a:pt x="269240" y="46989"/>
                  </a:lnTo>
                  <a:lnTo>
                    <a:pt x="279400" y="46989"/>
                  </a:lnTo>
                  <a:lnTo>
                    <a:pt x="280670" y="45720"/>
                  </a:lnTo>
                  <a:close/>
                </a:path>
                <a:path w="326389" h="326389">
                  <a:moveTo>
                    <a:pt x="284480" y="41910"/>
                  </a:moveTo>
                  <a:lnTo>
                    <a:pt x="274320" y="41910"/>
                  </a:lnTo>
                  <a:lnTo>
                    <a:pt x="271780" y="44450"/>
                  </a:lnTo>
                  <a:lnTo>
                    <a:pt x="281940" y="44450"/>
                  </a:lnTo>
                  <a:lnTo>
                    <a:pt x="284480" y="41910"/>
                  </a:lnTo>
                  <a:close/>
                </a:path>
                <a:path w="326389" h="326389">
                  <a:moveTo>
                    <a:pt x="287020" y="39370"/>
                  </a:moveTo>
                  <a:lnTo>
                    <a:pt x="276860" y="39370"/>
                  </a:lnTo>
                  <a:lnTo>
                    <a:pt x="275590" y="40639"/>
                  </a:lnTo>
                  <a:lnTo>
                    <a:pt x="285750" y="40639"/>
                  </a:lnTo>
                  <a:lnTo>
                    <a:pt x="287020" y="39370"/>
                  </a:lnTo>
                  <a:close/>
                </a:path>
                <a:path w="326389" h="326389">
                  <a:moveTo>
                    <a:pt x="290830" y="35560"/>
                  </a:moveTo>
                  <a:lnTo>
                    <a:pt x="280670" y="35560"/>
                  </a:lnTo>
                  <a:lnTo>
                    <a:pt x="278130" y="38100"/>
                  </a:lnTo>
                  <a:lnTo>
                    <a:pt x="288290" y="38100"/>
                  </a:lnTo>
                  <a:lnTo>
                    <a:pt x="290830" y="35560"/>
                  </a:lnTo>
                  <a:close/>
                </a:path>
                <a:path w="326389" h="326389">
                  <a:moveTo>
                    <a:pt x="293370" y="33020"/>
                  </a:moveTo>
                  <a:lnTo>
                    <a:pt x="283210" y="33020"/>
                  </a:lnTo>
                  <a:lnTo>
                    <a:pt x="281940" y="34289"/>
                  </a:lnTo>
                  <a:lnTo>
                    <a:pt x="292100" y="34289"/>
                  </a:lnTo>
                  <a:lnTo>
                    <a:pt x="293370" y="33020"/>
                  </a:lnTo>
                  <a:close/>
                </a:path>
                <a:path w="326389" h="326389">
                  <a:moveTo>
                    <a:pt x="297180" y="29210"/>
                  </a:moveTo>
                  <a:lnTo>
                    <a:pt x="287020" y="29210"/>
                  </a:lnTo>
                  <a:lnTo>
                    <a:pt x="284480" y="31750"/>
                  </a:lnTo>
                  <a:lnTo>
                    <a:pt x="294640" y="31750"/>
                  </a:lnTo>
                  <a:lnTo>
                    <a:pt x="297180" y="29210"/>
                  </a:lnTo>
                  <a:close/>
                </a:path>
                <a:path w="326389" h="326389">
                  <a:moveTo>
                    <a:pt x="299720" y="26670"/>
                  </a:moveTo>
                  <a:lnTo>
                    <a:pt x="289560" y="26670"/>
                  </a:lnTo>
                  <a:lnTo>
                    <a:pt x="288290" y="27939"/>
                  </a:lnTo>
                  <a:lnTo>
                    <a:pt x="298450" y="27939"/>
                  </a:lnTo>
                  <a:lnTo>
                    <a:pt x="299720" y="26670"/>
                  </a:lnTo>
                  <a:close/>
                </a:path>
                <a:path w="326389" h="326389">
                  <a:moveTo>
                    <a:pt x="303530" y="22860"/>
                  </a:moveTo>
                  <a:lnTo>
                    <a:pt x="293370" y="22860"/>
                  </a:lnTo>
                  <a:lnTo>
                    <a:pt x="290830" y="25400"/>
                  </a:lnTo>
                  <a:lnTo>
                    <a:pt x="300990" y="25400"/>
                  </a:lnTo>
                  <a:lnTo>
                    <a:pt x="303530" y="22860"/>
                  </a:lnTo>
                  <a:close/>
                </a:path>
                <a:path w="326389" h="326389">
                  <a:moveTo>
                    <a:pt x="306070" y="20320"/>
                  </a:moveTo>
                  <a:lnTo>
                    <a:pt x="295910" y="20320"/>
                  </a:lnTo>
                  <a:lnTo>
                    <a:pt x="294640" y="21589"/>
                  </a:lnTo>
                  <a:lnTo>
                    <a:pt x="304800" y="21589"/>
                  </a:lnTo>
                  <a:lnTo>
                    <a:pt x="306070" y="20320"/>
                  </a:lnTo>
                  <a:close/>
                </a:path>
                <a:path w="326389" h="326389">
                  <a:moveTo>
                    <a:pt x="309880" y="16510"/>
                  </a:moveTo>
                  <a:lnTo>
                    <a:pt x="299720" y="16510"/>
                  </a:lnTo>
                  <a:lnTo>
                    <a:pt x="297180" y="19050"/>
                  </a:lnTo>
                  <a:lnTo>
                    <a:pt x="307340" y="19050"/>
                  </a:lnTo>
                  <a:lnTo>
                    <a:pt x="309880" y="16510"/>
                  </a:lnTo>
                  <a:close/>
                </a:path>
                <a:path w="326389" h="326389">
                  <a:moveTo>
                    <a:pt x="303530" y="12700"/>
                  </a:moveTo>
                  <a:lnTo>
                    <a:pt x="300990" y="15239"/>
                  </a:lnTo>
                  <a:lnTo>
                    <a:pt x="311150" y="15239"/>
                  </a:lnTo>
                  <a:lnTo>
                    <a:pt x="312420" y="13970"/>
                  </a:lnTo>
                  <a:lnTo>
                    <a:pt x="303530" y="13970"/>
                  </a:lnTo>
                  <a:lnTo>
                    <a:pt x="303530" y="12700"/>
                  </a:lnTo>
                  <a:close/>
                </a:path>
                <a:path w="326389" h="326389">
                  <a:moveTo>
                    <a:pt x="316230" y="10160"/>
                  </a:moveTo>
                  <a:lnTo>
                    <a:pt x="306070" y="10160"/>
                  </a:lnTo>
                  <a:lnTo>
                    <a:pt x="306070" y="12700"/>
                  </a:lnTo>
                  <a:lnTo>
                    <a:pt x="313690" y="12700"/>
                  </a:lnTo>
                  <a:lnTo>
                    <a:pt x="316230" y="10160"/>
                  </a:lnTo>
                  <a:close/>
                </a:path>
                <a:path w="326389" h="326389">
                  <a:moveTo>
                    <a:pt x="309880" y="8889"/>
                  </a:moveTo>
                  <a:lnTo>
                    <a:pt x="308610" y="8889"/>
                  </a:lnTo>
                  <a:lnTo>
                    <a:pt x="308610" y="10160"/>
                  </a:lnTo>
                  <a:lnTo>
                    <a:pt x="309880" y="10160"/>
                  </a:lnTo>
                  <a:lnTo>
                    <a:pt x="309880" y="8889"/>
                  </a:lnTo>
                  <a:close/>
                </a:path>
                <a:path w="326389" h="326389">
                  <a:moveTo>
                    <a:pt x="314960" y="6350"/>
                  </a:moveTo>
                  <a:lnTo>
                    <a:pt x="312420" y="6350"/>
                  </a:lnTo>
                  <a:lnTo>
                    <a:pt x="312420" y="8889"/>
                  </a:lnTo>
                  <a:lnTo>
                    <a:pt x="317500" y="8889"/>
                  </a:lnTo>
                  <a:lnTo>
                    <a:pt x="318770" y="7620"/>
                  </a:lnTo>
                  <a:lnTo>
                    <a:pt x="314960" y="7620"/>
                  </a:lnTo>
                  <a:lnTo>
                    <a:pt x="314960" y="6350"/>
                  </a:lnTo>
                  <a:close/>
                </a:path>
                <a:path w="326389" h="326389">
                  <a:moveTo>
                    <a:pt x="322580" y="3810"/>
                  </a:moveTo>
                  <a:lnTo>
                    <a:pt x="317500" y="3810"/>
                  </a:lnTo>
                  <a:lnTo>
                    <a:pt x="317500" y="6350"/>
                  </a:lnTo>
                  <a:lnTo>
                    <a:pt x="320040" y="6350"/>
                  </a:lnTo>
                  <a:lnTo>
                    <a:pt x="322580" y="3810"/>
                  </a:lnTo>
                  <a:close/>
                </a:path>
                <a:path w="326389" h="326389">
                  <a:moveTo>
                    <a:pt x="321310" y="2539"/>
                  </a:moveTo>
                  <a:lnTo>
                    <a:pt x="320040" y="2539"/>
                  </a:lnTo>
                  <a:lnTo>
                    <a:pt x="320040" y="3810"/>
                  </a:lnTo>
                  <a:lnTo>
                    <a:pt x="321310" y="3810"/>
                  </a:lnTo>
                  <a:lnTo>
                    <a:pt x="321310" y="2539"/>
                  </a:lnTo>
                  <a:close/>
                </a:path>
                <a:path w="326389" h="326389">
                  <a:moveTo>
                    <a:pt x="326390" y="0"/>
                  </a:moveTo>
                  <a:lnTo>
                    <a:pt x="323850" y="0"/>
                  </a:lnTo>
                  <a:lnTo>
                    <a:pt x="323850" y="2540"/>
                  </a:lnTo>
                  <a:lnTo>
                    <a:pt x="326390" y="0"/>
                  </a:lnTo>
                  <a:close/>
                </a:path>
                <a:path w="326389" h="326389">
                  <a:moveTo>
                    <a:pt x="143510" y="182880"/>
                  </a:moveTo>
                  <a:lnTo>
                    <a:pt x="133350" y="182880"/>
                  </a:lnTo>
                  <a:lnTo>
                    <a:pt x="0" y="316230"/>
                  </a:lnTo>
                  <a:lnTo>
                    <a:pt x="0" y="326390"/>
                  </a:lnTo>
                  <a:lnTo>
                    <a:pt x="143510" y="182880"/>
                  </a:lnTo>
                  <a:close/>
                </a:path>
              </a:pathLst>
            </a:custGeom>
            <a:solidFill>
              <a:srgbClr val="C9BA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9" name="object 1749"/>
            <p:cNvSpPr/>
            <p:nvPr/>
          </p:nvSpPr>
          <p:spPr>
            <a:xfrm>
              <a:off x="2860039" y="2710179"/>
              <a:ext cx="341630" cy="346710"/>
            </a:xfrm>
            <a:custGeom>
              <a:avLst/>
              <a:gdLst/>
              <a:ahLst/>
              <a:cxnLst/>
              <a:rect l="l" t="t" r="r" b="b"/>
              <a:pathLst>
                <a:path w="341630" h="346710">
                  <a:moveTo>
                    <a:pt x="158750" y="187960"/>
                  </a:moveTo>
                  <a:lnTo>
                    <a:pt x="147320" y="187960"/>
                  </a:lnTo>
                  <a:lnTo>
                    <a:pt x="146050" y="189229"/>
                  </a:lnTo>
                  <a:lnTo>
                    <a:pt x="157480" y="189229"/>
                  </a:lnTo>
                  <a:lnTo>
                    <a:pt x="158750" y="187960"/>
                  </a:lnTo>
                  <a:close/>
                </a:path>
                <a:path w="341630" h="346710">
                  <a:moveTo>
                    <a:pt x="162560" y="184150"/>
                  </a:moveTo>
                  <a:lnTo>
                    <a:pt x="151130" y="184150"/>
                  </a:lnTo>
                  <a:lnTo>
                    <a:pt x="148590" y="186689"/>
                  </a:lnTo>
                  <a:lnTo>
                    <a:pt x="160020" y="186689"/>
                  </a:lnTo>
                  <a:lnTo>
                    <a:pt x="162560" y="184150"/>
                  </a:lnTo>
                  <a:close/>
                </a:path>
                <a:path w="341630" h="346710">
                  <a:moveTo>
                    <a:pt x="165100" y="181610"/>
                  </a:moveTo>
                  <a:lnTo>
                    <a:pt x="153670" y="181610"/>
                  </a:lnTo>
                  <a:lnTo>
                    <a:pt x="152400" y="182879"/>
                  </a:lnTo>
                  <a:lnTo>
                    <a:pt x="163830" y="182879"/>
                  </a:lnTo>
                  <a:lnTo>
                    <a:pt x="165100" y="181610"/>
                  </a:lnTo>
                  <a:close/>
                </a:path>
                <a:path w="341630" h="346710">
                  <a:moveTo>
                    <a:pt x="168910" y="177800"/>
                  </a:moveTo>
                  <a:lnTo>
                    <a:pt x="157480" y="177800"/>
                  </a:lnTo>
                  <a:lnTo>
                    <a:pt x="154940" y="180339"/>
                  </a:lnTo>
                  <a:lnTo>
                    <a:pt x="166370" y="180339"/>
                  </a:lnTo>
                  <a:lnTo>
                    <a:pt x="168910" y="177800"/>
                  </a:lnTo>
                  <a:close/>
                </a:path>
                <a:path w="341630" h="346710">
                  <a:moveTo>
                    <a:pt x="171450" y="175260"/>
                  </a:moveTo>
                  <a:lnTo>
                    <a:pt x="160020" y="175260"/>
                  </a:lnTo>
                  <a:lnTo>
                    <a:pt x="158750" y="176529"/>
                  </a:lnTo>
                  <a:lnTo>
                    <a:pt x="170180" y="176529"/>
                  </a:lnTo>
                  <a:lnTo>
                    <a:pt x="171450" y="175260"/>
                  </a:lnTo>
                  <a:close/>
                </a:path>
                <a:path w="341630" h="346710">
                  <a:moveTo>
                    <a:pt x="175260" y="171450"/>
                  </a:moveTo>
                  <a:lnTo>
                    <a:pt x="163830" y="171450"/>
                  </a:lnTo>
                  <a:lnTo>
                    <a:pt x="161290" y="173989"/>
                  </a:lnTo>
                  <a:lnTo>
                    <a:pt x="172720" y="173989"/>
                  </a:lnTo>
                  <a:lnTo>
                    <a:pt x="175260" y="171450"/>
                  </a:lnTo>
                  <a:close/>
                </a:path>
                <a:path w="341630" h="346710">
                  <a:moveTo>
                    <a:pt x="177800" y="168910"/>
                  </a:moveTo>
                  <a:lnTo>
                    <a:pt x="166370" y="168910"/>
                  </a:lnTo>
                  <a:lnTo>
                    <a:pt x="165100" y="170179"/>
                  </a:lnTo>
                  <a:lnTo>
                    <a:pt x="176530" y="170179"/>
                  </a:lnTo>
                  <a:lnTo>
                    <a:pt x="177800" y="168910"/>
                  </a:lnTo>
                  <a:close/>
                </a:path>
                <a:path w="341630" h="346710">
                  <a:moveTo>
                    <a:pt x="181610" y="165100"/>
                  </a:moveTo>
                  <a:lnTo>
                    <a:pt x="170180" y="165100"/>
                  </a:lnTo>
                  <a:lnTo>
                    <a:pt x="167640" y="167639"/>
                  </a:lnTo>
                  <a:lnTo>
                    <a:pt x="179070" y="167639"/>
                  </a:lnTo>
                  <a:lnTo>
                    <a:pt x="181610" y="165100"/>
                  </a:lnTo>
                  <a:close/>
                </a:path>
                <a:path w="341630" h="346710">
                  <a:moveTo>
                    <a:pt x="184150" y="162560"/>
                  </a:moveTo>
                  <a:lnTo>
                    <a:pt x="172720" y="162560"/>
                  </a:lnTo>
                  <a:lnTo>
                    <a:pt x="171450" y="163829"/>
                  </a:lnTo>
                  <a:lnTo>
                    <a:pt x="182880" y="163829"/>
                  </a:lnTo>
                  <a:lnTo>
                    <a:pt x="184150" y="162560"/>
                  </a:lnTo>
                  <a:close/>
                </a:path>
                <a:path w="341630" h="346710">
                  <a:moveTo>
                    <a:pt x="187960" y="158750"/>
                  </a:moveTo>
                  <a:lnTo>
                    <a:pt x="176530" y="158750"/>
                  </a:lnTo>
                  <a:lnTo>
                    <a:pt x="173990" y="161289"/>
                  </a:lnTo>
                  <a:lnTo>
                    <a:pt x="185420" y="161289"/>
                  </a:lnTo>
                  <a:lnTo>
                    <a:pt x="187960" y="158750"/>
                  </a:lnTo>
                  <a:close/>
                </a:path>
                <a:path w="341630" h="346710">
                  <a:moveTo>
                    <a:pt x="190500" y="156210"/>
                  </a:moveTo>
                  <a:lnTo>
                    <a:pt x="179070" y="156210"/>
                  </a:lnTo>
                  <a:lnTo>
                    <a:pt x="177800" y="157479"/>
                  </a:lnTo>
                  <a:lnTo>
                    <a:pt x="189230" y="157479"/>
                  </a:lnTo>
                  <a:lnTo>
                    <a:pt x="190500" y="156210"/>
                  </a:lnTo>
                  <a:close/>
                </a:path>
                <a:path w="341630" h="346710">
                  <a:moveTo>
                    <a:pt x="194310" y="152400"/>
                  </a:moveTo>
                  <a:lnTo>
                    <a:pt x="182880" y="152400"/>
                  </a:lnTo>
                  <a:lnTo>
                    <a:pt x="180340" y="154939"/>
                  </a:lnTo>
                  <a:lnTo>
                    <a:pt x="191770" y="154939"/>
                  </a:lnTo>
                  <a:lnTo>
                    <a:pt x="194310" y="152400"/>
                  </a:lnTo>
                  <a:close/>
                </a:path>
                <a:path w="341630" h="346710">
                  <a:moveTo>
                    <a:pt x="196850" y="149860"/>
                  </a:moveTo>
                  <a:lnTo>
                    <a:pt x="185420" y="149860"/>
                  </a:lnTo>
                  <a:lnTo>
                    <a:pt x="184150" y="151129"/>
                  </a:lnTo>
                  <a:lnTo>
                    <a:pt x="195580" y="151129"/>
                  </a:lnTo>
                  <a:lnTo>
                    <a:pt x="196850" y="149860"/>
                  </a:lnTo>
                  <a:close/>
                </a:path>
                <a:path w="341630" h="346710">
                  <a:moveTo>
                    <a:pt x="200660" y="146050"/>
                  </a:moveTo>
                  <a:lnTo>
                    <a:pt x="189230" y="146050"/>
                  </a:lnTo>
                  <a:lnTo>
                    <a:pt x="186690" y="148589"/>
                  </a:lnTo>
                  <a:lnTo>
                    <a:pt x="198120" y="148589"/>
                  </a:lnTo>
                  <a:lnTo>
                    <a:pt x="200660" y="146050"/>
                  </a:lnTo>
                  <a:close/>
                </a:path>
                <a:path w="341630" h="346710">
                  <a:moveTo>
                    <a:pt x="203200" y="143510"/>
                  </a:moveTo>
                  <a:lnTo>
                    <a:pt x="191770" y="143510"/>
                  </a:lnTo>
                  <a:lnTo>
                    <a:pt x="190500" y="144779"/>
                  </a:lnTo>
                  <a:lnTo>
                    <a:pt x="201930" y="144779"/>
                  </a:lnTo>
                  <a:lnTo>
                    <a:pt x="203200" y="143510"/>
                  </a:lnTo>
                  <a:close/>
                </a:path>
                <a:path w="341630" h="346710">
                  <a:moveTo>
                    <a:pt x="207010" y="139700"/>
                  </a:moveTo>
                  <a:lnTo>
                    <a:pt x="195580" y="139700"/>
                  </a:lnTo>
                  <a:lnTo>
                    <a:pt x="193040" y="142239"/>
                  </a:lnTo>
                  <a:lnTo>
                    <a:pt x="204470" y="142239"/>
                  </a:lnTo>
                  <a:lnTo>
                    <a:pt x="207010" y="139700"/>
                  </a:lnTo>
                  <a:close/>
                </a:path>
                <a:path w="341630" h="346710">
                  <a:moveTo>
                    <a:pt x="209550" y="137160"/>
                  </a:moveTo>
                  <a:lnTo>
                    <a:pt x="198120" y="137160"/>
                  </a:lnTo>
                  <a:lnTo>
                    <a:pt x="196850" y="138429"/>
                  </a:lnTo>
                  <a:lnTo>
                    <a:pt x="208280" y="138429"/>
                  </a:lnTo>
                  <a:lnTo>
                    <a:pt x="209550" y="137160"/>
                  </a:lnTo>
                  <a:close/>
                </a:path>
                <a:path w="341630" h="346710">
                  <a:moveTo>
                    <a:pt x="213360" y="133350"/>
                  </a:moveTo>
                  <a:lnTo>
                    <a:pt x="201930" y="133350"/>
                  </a:lnTo>
                  <a:lnTo>
                    <a:pt x="199390" y="135889"/>
                  </a:lnTo>
                  <a:lnTo>
                    <a:pt x="210820" y="135889"/>
                  </a:lnTo>
                  <a:lnTo>
                    <a:pt x="213360" y="133350"/>
                  </a:lnTo>
                  <a:close/>
                </a:path>
                <a:path w="341630" h="346710">
                  <a:moveTo>
                    <a:pt x="215900" y="130810"/>
                  </a:moveTo>
                  <a:lnTo>
                    <a:pt x="204470" y="130810"/>
                  </a:lnTo>
                  <a:lnTo>
                    <a:pt x="203200" y="132079"/>
                  </a:lnTo>
                  <a:lnTo>
                    <a:pt x="214630" y="132079"/>
                  </a:lnTo>
                  <a:lnTo>
                    <a:pt x="215900" y="130810"/>
                  </a:lnTo>
                  <a:close/>
                </a:path>
                <a:path w="341630" h="346710">
                  <a:moveTo>
                    <a:pt x="219710" y="127000"/>
                  </a:moveTo>
                  <a:lnTo>
                    <a:pt x="208280" y="127000"/>
                  </a:lnTo>
                  <a:lnTo>
                    <a:pt x="205740" y="129539"/>
                  </a:lnTo>
                  <a:lnTo>
                    <a:pt x="217170" y="129539"/>
                  </a:lnTo>
                  <a:lnTo>
                    <a:pt x="219710" y="127000"/>
                  </a:lnTo>
                  <a:close/>
                </a:path>
                <a:path w="341630" h="346710">
                  <a:moveTo>
                    <a:pt x="222250" y="124460"/>
                  </a:moveTo>
                  <a:lnTo>
                    <a:pt x="210820" y="124460"/>
                  </a:lnTo>
                  <a:lnTo>
                    <a:pt x="209550" y="125729"/>
                  </a:lnTo>
                  <a:lnTo>
                    <a:pt x="220980" y="125729"/>
                  </a:lnTo>
                  <a:lnTo>
                    <a:pt x="222250" y="124460"/>
                  </a:lnTo>
                  <a:close/>
                </a:path>
                <a:path w="341630" h="346710">
                  <a:moveTo>
                    <a:pt x="226060" y="120650"/>
                  </a:moveTo>
                  <a:lnTo>
                    <a:pt x="214630" y="120650"/>
                  </a:lnTo>
                  <a:lnTo>
                    <a:pt x="212090" y="123189"/>
                  </a:lnTo>
                  <a:lnTo>
                    <a:pt x="223520" y="123189"/>
                  </a:lnTo>
                  <a:lnTo>
                    <a:pt x="226060" y="120650"/>
                  </a:lnTo>
                  <a:close/>
                </a:path>
                <a:path w="341630" h="346710">
                  <a:moveTo>
                    <a:pt x="228600" y="118110"/>
                  </a:moveTo>
                  <a:lnTo>
                    <a:pt x="217170" y="118110"/>
                  </a:lnTo>
                  <a:lnTo>
                    <a:pt x="215900" y="119379"/>
                  </a:lnTo>
                  <a:lnTo>
                    <a:pt x="227330" y="119379"/>
                  </a:lnTo>
                  <a:lnTo>
                    <a:pt x="228600" y="118110"/>
                  </a:lnTo>
                  <a:close/>
                </a:path>
                <a:path w="341630" h="346710">
                  <a:moveTo>
                    <a:pt x="232410" y="114300"/>
                  </a:moveTo>
                  <a:lnTo>
                    <a:pt x="220980" y="114300"/>
                  </a:lnTo>
                  <a:lnTo>
                    <a:pt x="218440" y="116839"/>
                  </a:lnTo>
                  <a:lnTo>
                    <a:pt x="229870" y="116839"/>
                  </a:lnTo>
                  <a:lnTo>
                    <a:pt x="232410" y="114300"/>
                  </a:lnTo>
                  <a:close/>
                </a:path>
                <a:path w="341630" h="346710">
                  <a:moveTo>
                    <a:pt x="234950" y="111760"/>
                  </a:moveTo>
                  <a:lnTo>
                    <a:pt x="223520" y="111760"/>
                  </a:lnTo>
                  <a:lnTo>
                    <a:pt x="222250" y="113029"/>
                  </a:lnTo>
                  <a:lnTo>
                    <a:pt x="233680" y="113029"/>
                  </a:lnTo>
                  <a:lnTo>
                    <a:pt x="234950" y="111760"/>
                  </a:lnTo>
                  <a:close/>
                </a:path>
                <a:path w="341630" h="346710">
                  <a:moveTo>
                    <a:pt x="238760" y="107950"/>
                  </a:moveTo>
                  <a:lnTo>
                    <a:pt x="227330" y="107950"/>
                  </a:lnTo>
                  <a:lnTo>
                    <a:pt x="224790" y="110489"/>
                  </a:lnTo>
                  <a:lnTo>
                    <a:pt x="236220" y="110489"/>
                  </a:lnTo>
                  <a:lnTo>
                    <a:pt x="238760" y="107950"/>
                  </a:lnTo>
                  <a:close/>
                </a:path>
                <a:path w="341630" h="346710">
                  <a:moveTo>
                    <a:pt x="241300" y="105410"/>
                  </a:moveTo>
                  <a:lnTo>
                    <a:pt x="229870" y="105410"/>
                  </a:lnTo>
                  <a:lnTo>
                    <a:pt x="228600" y="106679"/>
                  </a:lnTo>
                  <a:lnTo>
                    <a:pt x="240030" y="106679"/>
                  </a:lnTo>
                  <a:lnTo>
                    <a:pt x="241300" y="105410"/>
                  </a:lnTo>
                  <a:close/>
                </a:path>
                <a:path w="341630" h="346710">
                  <a:moveTo>
                    <a:pt x="245110" y="101600"/>
                  </a:moveTo>
                  <a:lnTo>
                    <a:pt x="233680" y="101600"/>
                  </a:lnTo>
                  <a:lnTo>
                    <a:pt x="231140" y="104139"/>
                  </a:lnTo>
                  <a:lnTo>
                    <a:pt x="242570" y="104139"/>
                  </a:lnTo>
                  <a:lnTo>
                    <a:pt x="245110" y="101600"/>
                  </a:lnTo>
                  <a:close/>
                </a:path>
                <a:path w="341630" h="346710">
                  <a:moveTo>
                    <a:pt x="247650" y="99060"/>
                  </a:moveTo>
                  <a:lnTo>
                    <a:pt x="236220" y="99060"/>
                  </a:lnTo>
                  <a:lnTo>
                    <a:pt x="234950" y="100329"/>
                  </a:lnTo>
                  <a:lnTo>
                    <a:pt x="246380" y="100329"/>
                  </a:lnTo>
                  <a:lnTo>
                    <a:pt x="247650" y="99060"/>
                  </a:lnTo>
                  <a:close/>
                </a:path>
                <a:path w="341630" h="346710">
                  <a:moveTo>
                    <a:pt x="251460" y="95250"/>
                  </a:moveTo>
                  <a:lnTo>
                    <a:pt x="240030" y="95250"/>
                  </a:lnTo>
                  <a:lnTo>
                    <a:pt x="237490" y="97789"/>
                  </a:lnTo>
                  <a:lnTo>
                    <a:pt x="248920" y="97789"/>
                  </a:lnTo>
                  <a:lnTo>
                    <a:pt x="251460" y="95250"/>
                  </a:lnTo>
                  <a:close/>
                </a:path>
                <a:path w="341630" h="346710">
                  <a:moveTo>
                    <a:pt x="254000" y="92710"/>
                  </a:moveTo>
                  <a:lnTo>
                    <a:pt x="242570" y="92710"/>
                  </a:lnTo>
                  <a:lnTo>
                    <a:pt x="241300" y="93979"/>
                  </a:lnTo>
                  <a:lnTo>
                    <a:pt x="252730" y="93979"/>
                  </a:lnTo>
                  <a:lnTo>
                    <a:pt x="254000" y="92710"/>
                  </a:lnTo>
                  <a:close/>
                </a:path>
                <a:path w="341630" h="346710">
                  <a:moveTo>
                    <a:pt x="257810" y="88900"/>
                  </a:moveTo>
                  <a:lnTo>
                    <a:pt x="246380" y="88900"/>
                  </a:lnTo>
                  <a:lnTo>
                    <a:pt x="243840" y="91439"/>
                  </a:lnTo>
                  <a:lnTo>
                    <a:pt x="255270" y="91439"/>
                  </a:lnTo>
                  <a:lnTo>
                    <a:pt x="257810" y="88900"/>
                  </a:lnTo>
                  <a:close/>
                </a:path>
                <a:path w="341630" h="346710">
                  <a:moveTo>
                    <a:pt x="260350" y="86360"/>
                  </a:moveTo>
                  <a:lnTo>
                    <a:pt x="248920" y="86360"/>
                  </a:lnTo>
                  <a:lnTo>
                    <a:pt x="247650" y="87629"/>
                  </a:lnTo>
                  <a:lnTo>
                    <a:pt x="259080" y="87629"/>
                  </a:lnTo>
                  <a:lnTo>
                    <a:pt x="260350" y="86360"/>
                  </a:lnTo>
                  <a:close/>
                </a:path>
                <a:path w="341630" h="346710">
                  <a:moveTo>
                    <a:pt x="264160" y="82550"/>
                  </a:moveTo>
                  <a:lnTo>
                    <a:pt x="252730" y="82550"/>
                  </a:lnTo>
                  <a:lnTo>
                    <a:pt x="250190" y="85089"/>
                  </a:lnTo>
                  <a:lnTo>
                    <a:pt x="261620" y="85089"/>
                  </a:lnTo>
                  <a:lnTo>
                    <a:pt x="264160" y="82550"/>
                  </a:lnTo>
                  <a:close/>
                </a:path>
                <a:path w="341630" h="346710">
                  <a:moveTo>
                    <a:pt x="266700" y="80010"/>
                  </a:moveTo>
                  <a:lnTo>
                    <a:pt x="255270" y="80010"/>
                  </a:lnTo>
                  <a:lnTo>
                    <a:pt x="254000" y="81279"/>
                  </a:lnTo>
                  <a:lnTo>
                    <a:pt x="265430" y="81279"/>
                  </a:lnTo>
                  <a:lnTo>
                    <a:pt x="266700" y="80010"/>
                  </a:lnTo>
                  <a:close/>
                </a:path>
                <a:path w="341630" h="346710">
                  <a:moveTo>
                    <a:pt x="270510" y="76200"/>
                  </a:moveTo>
                  <a:lnTo>
                    <a:pt x="259080" y="76200"/>
                  </a:lnTo>
                  <a:lnTo>
                    <a:pt x="256540" y="78739"/>
                  </a:lnTo>
                  <a:lnTo>
                    <a:pt x="267970" y="78739"/>
                  </a:lnTo>
                  <a:lnTo>
                    <a:pt x="270510" y="76200"/>
                  </a:lnTo>
                  <a:close/>
                </a:path>
                <a:path w="341630" h="346710">
                  <a:moveTo>
                    <a:pt x="273050" y="73660"/>
                  </a:moveTo>
                  <a:lnTo>
                    <a:pt x="261620" y="73660"/>
                  </a:lnTo>
                  <a:lnTo>
                    <a:pt x="260350" y="74929"/>
                  </a:lnTo>
                  <a:lnTo>
                    <a:pt x="271780" y="74929"/>
                  </a:lnTo>
                  <a:lnTo>
                    <a:pt x="273050" y="73660"/>
                  </a:lnTo>
                  <a:close/>
                </a:path>
                <a:path w="341630" h="346710">
                  <a:moveTo>
                    <a:pt x="276860" y="69850"/>
                  </a:moveTo>
                  <a:lnTo>
                    <a:pt x="265430" y="69850"/>
                  </a:lnTo>
                  <a:lnTo>
                    <a:pt x="262890" y="72389"/>
                  </a:lnTo>
                  <a:lnTo>
                    <a:pt x="274320" y="72389"/>
                  </a:lnTo>
                  <a:lnTo>
                    <a:pt x="276860" y="69850"/>
                  </a:lnTo>
                  <a:close/>
                </a:path>
                <a:path w="341630" h="346710">
                  <a:moveTo>
                    <a:pt x="279400" y="67310"/>
                  </a:moveTo>
                  <a:lnTo>
                    <a:pt x="267970" y="67310"/>
                  </a:lnTo>
                  <a:lnTo>
                    <a:pt x="266700" y="68579"/>
                  </a:lnTo>
                  <a:lnTo>
                    <a:pt x="278130" y="68579"/>
                  </a:lnTo>
                  <a:lnTo>
                    <a:pt x="279400" y="67310"/>
                  </a:lnTo>
                  <a:close/>
                </a:path>
                <a:path w="341630" h="346710">
                  <a:moveTo>
                    <a:pt x="283210" y="63500"/>
                  </a:moveTo>
                  <a:lnTo>
                    <a:pt x="271780" y="63500"/>
                  </a:lnTo>
                  <a:lnTo>
                    <a:pt x="269240" y="66039"/>
                  </a:lnTo>
                  <a:lnTo>
                    <a:pt x="280670" y="66039"/>
                  </a:lnTo>
                  <a:lnTo>
                    <a:pt x="283210" y="63500"/>
                  </a:lnTo>
                  <a:close/>
                </a:path>
                <a:path w="341630" h="346710">
                  <a:moveTo>
                    <a:pt x="285750" y="60960"/>
                  </a:moveTo>
                  <a:lnTo>
                    <a:pt x="274320" y="60960"/>
                  </a:lnTo>
                  <a:lnTo>
                    <a:pt x="273050" y="62229"/>
                  </a:lnTo>
                  <a:lnTo>
                    <a:pt x="284480" y="62229"/>
                  </a:lnTo>
                  <a:lnTo>
                    <a:pt x="285750" y="60960"/>
                  </a:lnTo>
                  <a:close/>
                </a:path>
                <a:path w="341630" h="346710">
                  <a:moveTo>
                    <a:pt x="289560" y="57150"/>
                  </a:moveTo>
                  <a:lnTo>
                    <a:pt x="278130" y="57150"/>
                  </a:lnTo>
                  <a:lnTo>
                    <a:pt x="275590" y="59689"/>
                  </a:lnTo>
                  <a:lnTo>
                    <a:pt x="287020" y="59689"/>
                  </a:lnTo>
                  <a:lnTo>
                    <a:pt x="289560" y="57150"/>
                  </a:lnTo>
                  <a:close/>
                </a:path>
                <a:path w="341630" h="346710">
                  <a:moveTo>
                    <a:pt x="292100" y="54610"/>
                  </a:moveTo>
                  <a:lnTo>
                    <a:pt x="280670" y="54610"/>
                  </a:lnTo>
                  <a:lnTo>
                    <a:pt x="279400" y="55879"/>
                  </a:lnTo>
                  <a:lnTo>
                    <a:pt x="290830" y="55879"/>
                  </a:lnTo>
                  <a:lnTo>
                    <a:pt x="292100" y="54610"/>
                  </a:lnTo>
                  <a:close/>
                </a:path>
                <a:path w="341630" h="346710">
                  <a:moveTo>
                    <a:pt x="295910" y="50800"/>
                  </a:moveTo>
                  <a:lnTo>
                    <a:pt x="284480" y="50800"/>
                  </a:lnTo>
                  <a:lnTo>
                    <a:pt x="281940" y="53339"/>
                  </a:lnTo>
                  <a:lnTo>
                    <a:pt x="293370" y="53339"/>
                  </a:lnTo>
                  <a:lnTo>
                    <a:pt x="295910" y="50800"/>
                  </a:lnTo>
                  <a:close/>
                </a:path>
                <a:path w="341630" h="346710">
                  <a:moveTo>
                    <a:pt x="298450" y="48260"/>
                  </a:moveTo>
                  <a:lnTo>
                    <a:pt x="287020" y="48260"/>
                  </a:lnTo>
                  <a:lnTo>
                    <a:pt x="285750" y="49529"/>
                  </a:lnTo>
                  <a:lnTo>
                    <a:pt x="297180" y="49529"/>
                  </a:lnTo>
                  <a:lnTo>
                    <a:pt x="298450" y="48260"/>
                  </a:lnTo>
                  <a:close/>
                </a:path>
                <a:path w="341630" h="346710">
                  <a:moveTo>
                    <a:pt x="302260" y="44450"/>
                  </a:moveTo>
                  <a:lnTo>
                    <a:pt x="290830" y="44450"/>
                  </a:lnTo>
                  <a:lnTo>
                    <a:pt x="288290" y="46989"/>
                  </a:lnTo>
                  <a:lnTo>
                    <a:pt x="299720" y="46989"/>
                  </a:lnTo>
                  <a:lnTo>
                    <a:pt x="302260" y="44450"/>
                  </a:lnTo>
                  <a:close/>
                </a:path>
                <a:path w="341630" h="346710">
                  <a:moveTo>
                    <a:pt x="304800" y="41910"/>
                  </a:moveTo>
                  <a:lnTo>
                    <a:pt x="293370" y="41910"/>
                  </a:lnTo>
                  <a:lnTo>
                    <a:pt x="292100" y="43179"/>
                  </a:lnTo>
                  <a:lnTo>
                    <a:pt x="303530" y="43179"/>
                  </a:lnTo>
                  <a:lnTo>
                    <a:pt x="304800" y="41910"/>
                  </a:lnTo>
                  <a:close/>
                </a:path>
                <a:path w="341630" h="346710">
                  <a:moveTo>
                    <a:pt x="308610" y="38100"/>
                  </a:moveTo>
                  <a:lnTo>
                    <a:pt x="297180" y="38100"/>
                  </a:lnTo>
                  <a:lnTo>
                    <a:pt x="294640" y="40639"/>
                  </a:lnTo>
                  <a:lnTo>
                    <a:pt x="306070" y="40639"/>
                  </a:lnTo>
                  <a:lnTo>
                    <a:pt x="308610" y="38100"/>
                  </a:lnTo>
                  <a:close/>
                </a:path>
                <a:path w="341630" h="346710">
                  <a:moveTo>
                    <a:pt x="311150" y="35560"/>
                  </a:moveTo>
                  <a:lnTo>
                    <a:pt x="299720" y="35560"/>
                  </a:lnTo>
                  <a:lnTo>
                    <a:pt x="298450" y="36829"/>
                  </a:lnTo>
                  <a:lnTo>
                    <a:pt x="309880" y="36829"/>
                  </a:lnTo>
                  <a:lnTo>
                    <a:pt x="311150" y="35560"/>
                  </a:lnTo>
                  <a:close/>
                </a:path>
                <a:path w="341630" h="346710">
                  <a:moveTo>
                    <a:pt x="314960" y="31750"/>
                  </a:moveTo>
                  <a:lnTo>
                    <a:pt x="303530" y="31750"/>
                  </a:lnTo>
                  <a:lnTo>
                    <a:pt x="300990" y="34289"/>
                  </a:lnTo>
                  <a:lnTo>
                    <a:pt x="312420" y="34289"/>
                  </a:lnTo>
                  <a:lnTo>
                    <a:pt x="314960" y="31750"/>
                  </a:lnTo>
                  <a:close/>
                </a:path>
                <a:path w="341630" h="346710">
                  <a:moveTo>
                    <a:pt x="317500" y="29210"/>
                  </a:moveTo>
                  <a:lnTo>
                    <a:pt x="306070" y="29210"/>
                  </a:lnTo>
                  <a:lnTo>
                    <a:pt x="304800" y="30479"/>
                  </a:lnTo>
                  <a:lnTo>
                    <a:pt x="316230" y="30479"/>
                  </a:lnTo>
                  <a:lnTo>
                    <a:pt x="317500" y="29210"/>
                  </a:lnTo>
                  <a:close/>
                </a:path>
                <a:path w="341630" h="346710">
                  <a:moveTo>
                    <a:pt x="321310" y="25400"/>
                  </a:moveTo>
                  <a:lnTo>
                    <a:pt x="309880" y="25400"/>
                  </a:lnTo>
                  <a:lnTo>
                    <a:pt x="307340" y="27939"/>
                  </a:lnTo>
                  <a:lnTo>
                    <a:pt x="318770" y="27939"/>
                  </a:lnTo>
                  <a:lnTo>
                    <a:pt x="321310" y="25400"/>
                  </a:lnTo>
                  <a:close/>
                </a:path>
                <a:path w="341630" h="346710">
                  <a:moveTo>
                    <a:pt x="323850" y="22860"/>
                  </a:moveTo>
                  <a:lnTo>
                    <a:pt x="312420" y="22860"/>
                  </a:lnTo>
                  <a:lnTo>
                    <a:pt x="311150" y="24129"/>
                  </a:lnTo>
                  <a:lnTo>
                    <a:pt x="322580" y="24129"/>
                  </a:lnTo>
                  <a:lnTo>
                    <a:pt x="323850" y="22860"/>
                  </a:lnTo>
                  <a:close/>
                </a:path>
                <a:path w="341630" h="346710">
                  <a:moveTo>
                    <a:pt x="327660" y="19050"/>
                  </a:moveTo>
                  <a:lnTo>
                    <a:pt x="316230" y="19050"/>
                  </a:lnTo>
                  <a:lnTo>
                    <a:pt x="313690" y="21589"/>
                  </a:lnTo>
                  <a:lnTo>
                    <a:pt x="325120" y="21589"/>
                  </a:lnTo>
                  <a:lnTo>
                    <a:pt x="327660" y="19050"/>
                  </a:lnTo>
                  <a:close/>
                </a:path>
                <a:path w="341630" h="346710">
                  <a:moveTo>
                    <a:pt x="330200" y="16510"/>
                  </a:moveTo>
                  <a:lnTo>
                    <a:pt x="318770" y="16510"/>
                  </a:lnTo>
                  <a:lnTo>
                    <a:pt x="317500" y="17779"/>
                  </a:lnTo>
                  <a:lnTo>
                    <a:pt x="328930" y="17779"/>
                  </a:lnTo>
                  <a:lnTo>
                    <a:pt x="330200" y="16510"/>
                  </a:lnTo>
                  <a:close/>
                </a:path>
                <a:path w="341630" h="346710">
                  <a:moveTo>
                    <a:pt x="334010" y="12700"/>
                  </a:moveTo>
                  <a:lnTo>
                    <a:pt x="322580" y="12700"/>
                  </a:lnTo>
                  <a:lnTo>
                    <a:pt x="320040" y="15239"/>
                  </a:lnTo>
                  <a:lnTo>
                    <a:pt x="331470" y="15239"/>
                  </a:lnTo>
                  <a:lnTo>
                    <a:pt x="334010" y="12700"/>
                  </a:lnTo>
                  <a:close/>
                </a:path>
                <a:path w="341630" h="346710">
                  <a:moveTo>
                    <a:pt x="326390" y="8889"/>
                  </a:moveTo>
                  <a:lnTo>
                    <a:pt x="323850" y="11430"/>
                  </a:lnTo>
                  <a:lnTo>
                    <a:pt x="335280" y="11430"/>
                  </a:lnTo>
                  <a:lnTo>
                    <a:pt x="336550" y="10160"/>
                  </a:lnTo>
                  <a:lnTo>
                    <a:pt x="326390" y="10160"/>
                  </a:lnTo>
                  <a:lnTo>
                    <a:pt x="326390" y="8889"/>
                  </a:lnTo>
                  <a:close/>
                </a:path>
                <a:path w="341630" h="346710">
                  <a:moveTo>
                    <a:pt x="340360" y="6350"/>
                  </a:moveTo>
                  <a:lnTo>
                    <a:pt x="328930" y="6350"/>
                  </a:lnTo>
                  <a:lnTo>
                    <a:pt x="328930" y="8889"/>
                  </a:lnTo>
                  <a:lnTo>
                    <a:pt x="337820" y="8889"/>
                  </a:lnTo>
                  <a:lnTo>
                    <a:pt x="340360" y="6350"/>
                  </a:lnTo>
                  <a:close/>
                </a:path>
                <a:path w="341630" h="346710">
                  <a:moveTo>
                    <a:pt x="332740" y="5079"/>
                  </a:moveTo>
                  <a:lnTo>
                    <a:pt x="330200" y="5079"/>
                  </a:lnTo>
                  <a:lnTo>
                    <a:pt x="330200" y="6350"/>
                  </a:lnTo>
                  <a:lnTo>
                    <a:pt x="332740" y="6350"/>
                  </a:lnTo>
                  <a:lnTo>
                    <a:pt x="332740" y="5079"/>
                  </a:lnTo>
                  <a:close/>
                </a:path>
                <a:path w="341630" h="346710">
                  <a:moveTo>
                    <a:pt x="337820" y="2539"/>
                  </a:moveTo>
                  <a:lnTo>
                    <a:pt x="335280" y="2539"/>
                  </a:lnTo>
                  <a:lnTo>
                    <a:pt x="335280" y="5079"/>
                  </a:lnTo>
                  <a:lnTo>
                    <a:pt x="341630" y="5079"/>
                  </a:lnTo>
                  <a:lnTo>
                    <a:pt x="341630" y="3810"/>
                  </a:lnTo>
                  <a:lnTo>
                    <a:pt x="337820" y="3810"/>
                  </a:lnTo>
                  <a:lnTo>
                    <a:pt x="337820" y="2539"/>
                  </a:lnTo>
                  <a:close/>
                </a:path>
                <a:path w="341630" h="346710">
                  <a:moveTo>
                    <a:pt x="341630" y="0"/>
                  </a:moveTo>
                  <a:lnTo>
                    <a:pt x="340360" y="0"/>
                  </a:lnTo>
                  <a:lnTo>
                    <a:pt x="340360" y="2539"/>
                  </a:lnTo>
                  <a:lnTo>
                    <a:pt x="341630" y="2539"/>
                  </a:lnTo>
                  <a:lnTo>
                    <a:pt x="341630" y="0"/>
                  </a:lnTo>
                  <a:close/>
                </a:path>
                <a:path w="341630" h="346710">
                  <a:moveTo>
                    <a:pt x="154940" y="191770"/>
                  </a:moveTo>
                  <a:lnTo>
                    <a:pt x="143510" y="191770"/>
                  </a:lnTo>
                  <a:lnTo>
                    <a:pt x="0" y="335280"/>
                  </a:lnTo>
                  <a:lnTo>
                    <a:pt x="0" y="346710"/>
                  </a:lnTo>
                  <a:lnTo>
                    <a:pt x="154940" y="191770"/>
                  </a:lnTo>
                  <a:close/>
                </a:path>
              </a:pathLst>
            </a:custGeom>
            <a:solidFill>
              <a:srgbClr val="CABA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0" name="object 1750"/>
            <p:cNvSpPr/>
            <p:nvPr/>
          </p:nvSpPr>
          <p:spPr>
            <a:xfrm>
              <a:off x="2860039" y="2716529"/>
              <a:ext cx="341630" cy="350520"/>
            </a:xfrm>
            <a:custGeom>
              <a:avLst/>
              <a:gdLst/>
              <a:ahLst/>
              <a:cxnLst/>
              <a:rect l="l" t="t" r="r" b="b"/>
              <a:pathLst>
                <a:path w="341630" h="350519">
                  <a:moveTo>
                    <a:pt x="168910" y="181610"/>
                  </a:moveTo>
                  <a:lnTo>
                    <a:pt x="158750" y="181610"/>
                  </a:lnTo>
                  <a:lnTo>
                    <a:pt x="157480" y="182879"/>
                  </a:lnTo>
                  <a:lnTo>
                    <a:pt x="167640" y="182879"/>
                  </a:lnTo>
                  <a:lnTo>
                    <a:pt x="168910" y="181610"/>
                  </a:lnTo>
                  <a:close/>
                </a:path>
                <a:path w="341630" h="350519">
                  <a:moveTo>
                    <a:pt x="172720" y="177800"/>
                  </a:moveTo>
                  <a:lnTo>
                    <a:pt x="162560" y="177800"/>
                  </a:lnTo>
                  <a:lnTo>
                    <a:pt x="160020" y="180339"/>
                  </a:lnTo>
                  <a:lnTo>
                    <a:pt x="170180" y="180339"/>
                  </a:lnTo>
                  <a:lnTo>
                    <a:pt x="172720" y="177800"/>
                  </a:lnTo>
                  <a:close/>
                </a:path>
                <a:path w="341630" h="350519">
                  <a:moveTo>
                    <a:pt x="175260" y="175260"/>
                  </a:moveTo>
                  <a:lnTo>
                    <a:pt x="165100" y="175260"/>
                  </a:lnTo>
                  <a:lnTo>
                    <a:pt x="163830" y="176529"/>
                  </a:lnTo>
                  <a:lnTo>
                    <a:pt x="173990" y="176529"/>
                  </a:lnTo>
                  <a:lnTo>
                    <a:pt x="175260" y="175260"/>
                  </a:lnTo>
                  <a:close/>
                </a:path>
                <a:path w="341630" h="350519">
                  <a:moveTo>
                    <a:pt x="179070" y="171450"/>
                  </a:moveTo>
                  <a:lnTo>
                    <a:pt x="168910" y="171450"/>
                  </a:lnTo>
                  <a:lnTo>
                    <a:pt x="166370" y="173989"/>
                  </a:lnTo>
                  <a:lnTo>
                    <a:pt x="176530" y="173989"/>
                  </a:lnTo>
                  <a:lnTo>
                    <a:pt x="179070" y="171450"/>
                  </a:lnTo>
                  <a:close/>
                </a:path>
                <a:path w="341630" h="350519">
                  <a:moveTo>
                    <a:pt x="181610" y="168910"/>
                  </a:moveTo>
                  <a:lnTo>
                    <a:pt x="171450" y="168910"/>
                  </a:lnTo>
                  <a:lnTo>
                    <a:pt x="170180" y="170179"/>
                  </a:lnTo>
                  <a:lnTo>
                    <a:pt x="180340" y="170179"/>
                  </a:lnTo>
                  <a:lnTo>
                    <a:pt x="181610" y="168910"/>
                  </a:lnTo>
                  <a:close/>
                </a:path>
                <a:path w="341630" h="350519">
                  <a:moveTo>
                    <a:pt x="185420" y="165100"/>
                  </a:moveTo>
                  <a:lnTo>
                    <a:pt x="175260" y="165100"/>
                  </a:lnTo>
                  <a:lnTo>
                    <a:pt x="172720" y="167639"/>
                  </a:lnTo>
                  <a:lnTo>
                    <a:pt x="182880" y="167639"/>
                  </a:lnTo>
                  <a:lnTo>
                    <a:pt x="185420" y="165100"/>
                  </a:lnTo>
                  <a:close/>
                </a:path>
                <a:path w="341630" h="350519">
                  <a:moveTo>
                    <a:pt x="187960" y="162560"/>
                  </a:moveTo>
                  <a:lnTo>
                    <a:pt x="177800" y="162560"/>
                  </a:lnTo>
                  <a:lnTo>
                    <a:pt x="176530" y="163829"/>
                  </a:lnTo>
                  <a:lnTo>
                    <a:pt x="186690" y="163829"/>
                  </a:lnTo>
                  <a:lnTo>
                    <a:pt x="187960" y="162560"/>
                  </a:lnTo>
                  <a:close/>
                </a:path>
                <a:path w="341630" h="350519">
                  <a:moveTo>
                    <a:pt x="191770" y="158750"/>
                  </a:moveTo>
                  <a:lnTo>
                    <a:pt x="181610" y="158750"/>
                  </a:lnTo>
                  <a:lnTo>
                    <a:pt x="179070" y="161289"/>
                  </a:lnTo>
                  <a:lnTo>
                    <a:pt x="189230" y="161289"/>
                  </a:lnTo>
                  <a:lnTo>
                    <a:pt x="191770" y="158750"/>
                  </a:lnTo>
                  <a:close/>
                </a:path>
                <a:path w="341630" h="350519">
                  <a:moveTo>
                    <a:pt x="194310" y="156210"/>
                  </a:moveTo>
                  <a:lnTo>
                    <a:pt x="184150" y="156210"/>
                  </a:lnTo>
                  <a:lnTo>
                    <a:pt x="182880" y="157479"/>
                  </a:lnTo>
                  <a:lnTo>
                    <a:pt x="193040" y="157479"/>
                  </a:lnTo>
                  <a:lnTo>
                    <a:pt x="194310" y="156210"/>
                  </a:lnTo>
                  <a:close/>
                </a:path>
                <a:path w="341630" h="350519">
                  <a:moveTo>
                    <a:pt x="198120" y="152400"/>
                  </a:moveTo>
                  <a:lnTo>
                    <a:pt x="187960" y="152400"/>
                  </a:lnTo>
                  <a:lnTo>
                    <a:pt x="185420" y="154939"/>
                  </a:lnTo>
                  <a:lnTo>
                    <a:pt x="195580" y="154939"/>
                  </a:lnTo>
                  <a:lnTo>
                    <a:pt x="198120" y="152400"/>
                  </a:lnTo>
                  <a:close/>
                </a:path>
                <a:path w="341630" h="350519">
                  <a:moveTo>
                    <a:pt x="200660" y="149860"/>
                  </a:moveTo>
                  <a:lnTo>
                    <a:pt x="190500" y="149860"/>
                  </a:lnTo>
                  <a:lnTo>
                    <a:pt x="189230" y="151129"/>
                  </a:lnTo>
                  <a:lnTo>
                    <a:pt x="199390" y="151129"/>
                  </a:lnTo>
                  <a:lnTo>
                    <a:pt x="200660" y="149860"/>
                  </a:lnTo>
                  <a:close/>
                </a:path>
                <a:path w="341630" h="350519">
                  <a:moveTo>
                    <a:pt x="204470" y="146050"/>
                  </a:moveTo>
                  <a:lnTo>
                    <a:pt x="194310" y="146050"/>
                  </a:lnTo>
                  <a:lnTo>
                    <a:pt x="191770" y="148589"/>
                  </a:lnTo>
                  <a:lnTo>
                    <a:pt x="201930" y="148589"/>
                  </a:lnTo>
                  <a:lnTo>
                    <a:pt x="204470" y="146050"/>
                  </a:lnTo>
                  <a:close/>
                </a:path>
                <a:path w="341630" h="350519">
                  <a:moveTo>
                    <a:pt x="207010" y="143510"/>
                  </a:moveTo>
                  <a:lnTo>
                    <a:pt x="196850" y="143510"/>
                  </a:lnTo>
                  <a:lnTo>
                    <a:pt x="195580" y="144779"/>
                  </a:lnTo>
                  <a:lnTo>
                    <a:pt x="205740" y="144779"/>
                  </a:lnTo>
                  <a:lnTo>
                    <a:pt x="207010" y="143510"/>
                  </a:lnTo>
                  <a:close/>
                </a:path>
                <a:path w="341630" h="350519">
                  <a:moveTo>
                    <a:pt x="210820" y="139700"/>
                  </a:moveTo>
                  <a:lnTo>
                    <a:pt x="200660" y="139700"/>
                  </a:lnTo>
                  <a:lnTo>
                    <a:pt x="198120" y="142239"/>
                  </a:lnTo>
                  <a:lnTo>
                    <a:pt x="208280" y="142239"/>
                  </a:lnTo>
                  <a:lnTo>
                    <a:pt x="210820" y="139700"/>
                  </a:lnTo>
                  <a:close/>
                </a:path>
                <a:path w="341630" h="350519">
                  <a:moveTo>
                    <a:pt x="213360" y="137160"/>
                  </a:moveTo>
                  <a:lnTo>
                    <a:pt x="203200" y="137160"/>
                  </a:lnTo>
                  <a:lnTo>
                    <a:pt x="201930" y="138429"/>
                  </a:lnTo>
                  <a:lnTo>
                    <a:pt x="212090" y="138429"/>
                  </a:lnTo>
                  <a:lnTo>
                    <a:pt x="213360" y="137160"/>
                  </a:lnTo>
                  <a:close/>
                </a:path>
                <a:path w="341630" h="350519">
                  <a:moveTo>
                    <a:pt x="217170" y="133350"/>
                  </a:moveTo>
                  <a:lnTo>
                    <a:pt x="207010" y="133350"/>
                  </a:lnTo>
                  <a:lnTo>
                    <a:pt x="204470" y="135889"/>
                  </a:lnTo>
                  <a:lnTo>
                    <a:pt x="214630" y="135889"/>
                  </a:lnTo>
                  <a:lnTo>
                    <a:pt x="217170" y="133350"/>
                  </a:lnTo>
                  <a:close/>
                </a:path>
                <a:path w="341630" h="350519">
                  <a:moveTo>
                    <a:pt x="219710" y="130810"/>
                  </a:moveTo>
                  <a:lnTo>
                    <a:pt x="209550" y="130810"/>
                  </a:lnTo>
                  <a:lnTo>
                    <a:pt x="208280" y="132079"/>
                  </a:lnTo>
                  <a:lnTo>
                    <a:pt x="218440" y="132079"/>
                  </a:lnTo>
                  <a:lnTo>
                    <a:pt x="219710" y="130810"/>
                  </a:lnTo>
                  <a:close/>
                </a:path>
                <a:path w="341630" h="350519">
                  <a:moveTo>
                    <a:pt x="223520" y="127000"/>
                  </a:moveTo>
                  <a:lnTo>
                    <a:pt x="213360" y="127000"/>
                  </a:lnTo>
                  <a:lnTo>
                    <a:pt x="210820" y="129539"/>
                  </a:lnTo>
                  <a:lnTo>
                    <a:pt x="220980" y="129539"/>
                  </a:lnTo>
                  <a:lnTo>
                    <a:pt x="223520" y="127000"/>
                  </a:lnTo>
                  <a:close/>
                </a:path>
                <a:path w="341630" h="350519">
                  <a:moveTo>
                    <a:pt x="226060" y="124460"/>
                  </a:moveTo>
                  <a:lnTo>
                    <a:pt x="215900" y="124460"/>
                  </a:lnTo>
                  <a:lnTo>
                    <a:pt x="214630" y="125729"/>
                  </a:lnTo>
                  <a:lnTo>
                    <a:pt x="224790" y="125729"/>
                  </a:lnTo>
                  <a:lnTo>
                    <a:pt x="226060" y="124460"/>
                  </a:lnTo>
                  <a:close/>
                </a:path>
                <a:path w="341630" h="350519">
                  <a:moveTo>
                    <a:pt x="229870" y="120650"/>
                  </a:moveTo>
                  <a:lnTo>
                    <a:pt x="219710" y="120650"/>
                  </a:lnTo>
                  <a:lnTo>
                    <a:pt x="217170" y="123189"/>
                  </a:lnTo>
                  <a:lnTo>
                    <a:pt x="227330" y="123189"/>
                  </a:lnTo>
                  <a:lnTo>
                    <a:pt x="229870" y="120650"/>
                  </a:lnTo>
                  <a:close/>
                </a:path>
                <a:path w="341630" h="350519">
                  <a:moveTo>
                    <a:pt x="232410" y="118110"/>
                  </a:moveTo>
                  <a:lnTo>
                    <a:pt x="222250" y="118110"/>
                  </a:lnTo>
                  <a:lnTo>
                    <a:pt x="220980" y="119379"/>
                  </a:lnTo>
                  <a:lnTo>
                    <a:pt x="231140" y="119379"/>
                  </a:lnTo>
                  <a:lnTo>
                    <a:pt x="232410" y="118110"/>
                  </a:lnTo>
                  <a:close/>
                </a:path>
                <a:path w="341630" h="350519">
                  <a:moveTo>
                    <a:pt x="236220" y="114300"/>
                  </a:moveTo>
                  <a:lnTo>
                    <a:pt x="226060" y="114300"/>
                  </a:lnTo>
                  <a:lnTo>
                    <a:pt x="223520" y="116839"/>
                  </a:lnTo>
                  <a:lnTo>
                    <a:pt x="233680" y="116839"/>
                  </a:lnTo>
                  <a:lnTo>
                    <a:pt x="236220" y="114300"/>
                  </a:lnTo>
                  <a:close/>
                </a:path>
                <a:path w="341630" h="350519">
                  <a:moveTo>
                    <a:pt x="238760" y="111760"/>
                  </a:moveTo>
                  <a:lnTo>
                    <a:pt x="228600" y="111760"/>
                  </a:lnTo>
                  <a:lnTo>
                    <a:pt x="227330" y="113029"/>
                  </a:lnTo>
                  <a:lnTo>
                    <a:pt x="237490" y="113029"/>
                  </a:lnTo>
                  <a:lnTo>
                    <a:pt x="238760" y="111760"/>
                  </a:lnTo>
                  <a:close/>
                </a:path>
                <a:path w="341630" h="350519">
                  <a:moveTo>
                    <a:pt x="242570" y="107950"/>
                  </a:moveTo>
                  <a:lnTo>
                    <a:pt x="232410" y="107950"/>
                  </a:lnTo>
                  <a:lnTo>
                    <a:pt x="229870" y="110489"/>
                  </a:lnTo>
                  <a:lnTo>
                    <a:pt x="240030" y="110489"/>
                  </a:lnTo>
                  <a:lnTo>
                    <a:pt x="242570" y="107950"/>
                  </a:lnTo>
                  <a:close/>
                </a:path>
                <a:path w="341630" h="350519">
                  <a:moveTo>
                    <a:pt x="245110" y="105410"/>
                  </a:moveTo>
                  <a:lnTo>
                    <a:pt x="234950" y="105410"/>
                  </a:lnTo>
                  <a:lnTo>
                    <a:pt x="233680" y="106679"/>
                  </a:lnTo>
                  <a:lnTo>
                    <a:pt x="243840" y="106679"/>
                  </a:lnTo>
                  <a:lnTo>
                    <a:pt x="245110" y="105410"/>
                  </a:lnTo>
                  <a:close/>
                </a:path>
                <a:path w="341630" h="350519">
                  <a:moveTo>
                    <a:pt x="248920" y="101600"/>
                  </a:moveTo>
                  <a:lnTo>
                    <a:pt x="238760" y="101600"/>
                  </a:lnTo>
                  <a:lnTo>
                    <a:pt x="236220" y="104139"/>
                  </a:lnTo>
                  <a:lnTo>
                    <a:pt x="246380" y="104139"/>
                  </a:lnTo>
                  <a:lnTo>
                    <a:pt x="248920" y="101600"/>
                  </a:lnTo>
                  <a:close/>
                </a:path>
                <a:path w="341630" h="350519">
                  <a:moveTo>
                    <a:pt x="251460" y="99060"/>
                  </a:moveTo>
                  <a:lnTo>
                    <a:pt x="241300" y="99060"/>
                  </a:lnTo>
                  <a:lnTo>
                    <a:pt x="240030" y="100329"/>
                  </a:lnTo>
                  <a:lnTo>
                    <a:pt x="250190" y="100329"/>
                  </a:lnTo>
                  <a:lnTo>
                    <a:pt x="251460" y="99060"/>
                  </a:lnTo>
                  <a:close/>
                </a:path>
                <a:path w="341630" h="350519">
                  <a:moveTo>
                    <a:pt x="255270" y="95250"/>
                  </a:moveTo>
                  <a:lnTo>
                    <a:pt x="245110" y="95250"/>
                  </a:lnTo>
                  <a:lnTo>
                    <a:pt x="242570" y="97789"/>
                  </a:lnTo>
                  <a:lnTo>
                    <a:pt x="252730" y="97789"/>
                  </a:lnTo>
                  <a:lnTo>
                    <a:pt x="255270" y="95250"/>
                  </a:lnTo>
                  <a:close/>
                </a:path>
                <a:path w="341630" h="350519">
                  <a:moveTo>
                    <a:pt x="257810" y="92710"/>
                  </a:moveTo>
                  <a:lnTo>
                    <a:pt x="247650" y="92710"/>
                  </a:lnTo>
                  <a:lnTo>
                    <a:pt x="246380" y="93979"/>
                  </a:lnTo>
                  <a:lnTo>
                    <a:pt x="256540" y="93979"/>
                  </a:lnTo>
                  <a:lnTo>
                    <a:pt x="257810" y="92710"/>
                  </a:lnTo>
                  <a:close/>
                </a:path>
                <a:path w="341630" h="350519">
                  <a:moveTo>
                    <a:pt x="261620" y="88900"/>
                  </a:moveTo>
                  <a:lnTo>
                    <a:pt x="251460" y="88900"/>
                  </a:lnTo>
                  <a:lnTo>
                    <a:pt x="248920" y="91439"/>
                  </a:lnTo>
                  <a:lnTo>
                    <a:pt x="259080" y="91439"/>
                  </a:lnTo>
                  <a:lnTo>
                    <a:pt x="261620" y="88900"/>
                  </a:lnTo>
                  <a:close/>
                </a:path>
                <a:path w="341630" h="350519">
                  <a:moveTo>
                    <a:pt x="264160" y="86360"/>
                  </a:moveTo>
                  <a:lnTo>
                    <a:pt x="254000" y="86360"/>
                  </a:lnTo>
                  <a:lnTo>
                    <a:pt x="252730" y="87629"/>
                  </a:lnTo>
                  <a:lnTo>
                    <a:pt x="262890" y="87629"/>
                  </a:lnTo>
                  <a:lnTo>
                    <a:pt x="264160" y="86360"/>
                  </a:lnTo>
                  <a:close/>
                </a:path>
                <a:path w="341630" h="350519">
                  <a:moveTo>
                    <a:pt x="267970" y="82550"/>
                  </a:moveTo>
                  <a:lnTo>
                    <a:pt x="257810" y="82550"/>
                  </a:lnTo>
                  <a:lnTo>
                    <a:pt x="255270" y="85089"/>
                  </a:lnTo>
                  <a:lnTo>
                    <a:pt x="265430" y="85089"/>
                  </a:lnTo>
                  <a:lnTo>
                    <a:pt x="267970" y="82550"/>
                  </a:lnTo>
                  <a:close/>
                </a:path>
                <a:path w="341630" h="350519">
                  <a:moveTo>
                    <a:pt x="270510" y="80010"/>
                  </a:moveTo>
                  <a:lnTo>
                    <a:pt x="260350" y="80010"/>
                  </a:lnTo>
                  <a:lnTo>
                    <a:pt x="259080" y="81279"/>
                  </a:lnTo>
                  <a:lnTo>
                    <a:pt x="269240" y="81279"/>
                  </a:lnTo>
                  <a:lnTo>
                    <a:pt x="270510" y="80010"/>
                  </a:lnTo>
                  <a:close/>
                </a:path>
                <a:path w="341630" h="350519">
                  <a:moveTo>
                    <a:pt x="274320" y="76200"/>
                  </a:moveTo>
                  <a:lnTo>
                    <a:pt x="264160" y="76200"/>
                  </a:lnTo>
                  <a:lnTo>
                    <a:pt x="261620" y="78739"/>
                  </a:lnTo>
                  <a:lnTo>
                    <a:pt x="271780" y="78739"/>
                  </a:lnTo>
                  <a:lnTo>
                    <a:pt x="274320" y="76200"/>
                  </a:lnTo>
                  <a:close/>
                </a:path>
                <a:path w="341630" h="350519">
                  <a:moveTo>
                    <a:pt x="276860" y="73660"/>
                  </a:moveTo>
                  <a:lnTo>
                    <a:pt x="266700" y="73660"/>
                  </a:lnTo>
                  <a:lnTo>
                    <a:pt x="265430" y="74929"/>
                  </a:lnTo>
                  <a:lnTo>
                    <a:pt x="275590" y="74929"/>
                  </a:lnTo>
                  <a:lnTo>
                    <a:pt x="276860" y="73660"/>
                  </a:lnTo>
                  <a:close/>
                </a:path>
                <a:path w="341630" h="350519">
                  <a:moveTo>
                    <a:pt x="280670" y="69850"/>
                  </a:moveTo>
                  <a:lnTo>
                    <a:pt x="270510" y="69850"/>
                  </a:lnTo>
                  <a:lnTo>
                    <a:pt x="267970" y="72389"/>
                  </a:lnTo>
                  <a:lnTo>
                    <a:pt x="278130" y="72389"/>
                  </a:lnTo>
                  <a:lnTo>
                    <a:pt x="280670" y="69850"/>
                  </a:lnTo>
                  <a:close/>
                </a:path>
                <a:path w="341630" h="350519">
                  <a:moveTo>
                    <a:pt x="283210" y="67310"/>
                  </a:moveTo>
                  <a:lnTo>
                    <a:pt x="273050" y="67310"/>
                  </a:lnTo>
                  <a:lnTo>
                    <a:pt x="271780" y="68579"/>
                  </a:lnTo>
                  <a:lnTo>
                    <a:pt x="281940" y="68579"/>
                  </a:lnTo>
                  <a:lnTo>
                    <a:pt x="283210" y="67310"/>
                  </a:lnTo>
                  <a:close/>
                </a:path>
                <a:path w="341630" h="350519">
                  <a:moveTo>
                    <a:pt x="287020" y="63500"/>
                  </a:moveTo>
                  <a:lnTo>
                    <a:pt x="276860" y="63500"/>
                  </a:lnTo>
                  <a:lnTo>
                    <a:pt x="274320" y="66039"/>
                  </a:lnTo>
                  <a:lnTo>
                    <a:pt x="284480" y="66039"/>
                  </a:lnTo>
                  <a:lnTo>
                    <a:pt x="287020" y="63500"/>
                  </a:lnTo>
                  <a:close/>
                </a:path>
                <a:path w="341630" h="350519">
                  <a:moveTo>
                    <a:pt x="289560" y="60960"/>
                  </a:moveTo>
                  <a:lnTo>
                    <a:pt x="279400" y="60960"/>
                  </a:lnTo>
                  <a:lnTo>
                    <a:pt x="278130" y="62229"/>
                  </a:lnTo>
                  <a:lnTo>
                    <a:pt x="288290" y="62229"/>
                  </a:lnTo>
                  <a:lnTo>
                    <a:pt x="289560" y="60960"/>
                  </a:lnTo>
                  <a:close/>
                </a:path>
                <a:path w="341630" h="350519">
                  <a:moveTo>
                    <a:pt x="293370" y="57150"/>
                  </a:moveTo>
                  <a:lnTo>
                    <a:pt x="283210" y="57150"/>
                  </a:lnTo>
                  <a:lnTo>
                    <a:pt x="280670" y="59689"/>
                  </a:lnTo>
                  <a:lnTo>
                    <a:pt x="290830" y="59689"/>
                  </a:lnTo>
                  <a:lnTo>
                    <a:pt x="293370" y="57150"/>
                  </a:lnTo>
                  <a:close/>
                </a:path>
                <a:path w="341630" h="350519">
                  <a:moveTo>
                    <a:pt x="295910" y="54610"/>
                  </a:moveTo>
                  <a:lnTo>
                    <a:pt x="285750" y="54610"/>
                  </a:lnTo>
                  <a:lnTo>
                    <a:pt x="284480" y="55879"/>
                  </a:lnTo>
                  <a:lnTo>
                    <a:pt x="294640" y="55879"/>
                  </a:lnTo>
                  <a:lnTo>
                    <a:pt x="295910" y="54610"/>
                  </a:lnTo>
                  <a:close/>
                </a:path>
                <a:path w="341630" h="350519">
                  <a:moveTo>
                    <a:pt x="299720" y="50800"/>
                  </a:moveTo>
                  <a:lnTo>
                    <a:pt x="289560" y="50800"/>
                  </a:lnTo>
                  <a:lnTo>
                    <a:pt x="287020" y="53339"/>
                  </a:lnTo>
                  <a:lnTo>
                    <a:pt x="297180" y="53339"/>
                  </a:lnTo>
                  <a:lnTo>
                    <a:pt x="299720" y="50800"/>
                  </a:lnTo>
                  <a:close/>
                </a:path>
                <a:path w="341630" h="350519">
                  <a:moveTo>
                    <a:pt x="302260" y="48260"/>
                  </a:moveTo>
                  <a:lnTo>
                    <a:pt x="292100" y="48260"/>
                  </a:lnTo>
                  <a:lnTo>
                    <a:pt x="290830" y="49529"/>
                  </a:lnTo>
                  <a:lnTo>
                    <a:pt x="300990" y="49529"/>
                  </a:lnTo>
                  <a:lnTo>
                    <a:pt x="302260" y="48260"/>
                  </a:lnTo>
                  <a:close/>
                </a:path>
                <a:path w="341630" h="350519">
                  <a:moveTo>
                    <a:pt x="306070" y="44450"/>
                  </a:moveTo>
                  <a:lnTo>
                    <a:pt x="295910" y="44450"/>
                  </a:lnTo>
                  <a:lnTo>
                    <a:pt x="293370" y="46989"/>
                  </a:lnTo>
                  <a:lnTo>
                    <a:pt x="303530" y="46989"/>
                  </a:lnTo>
                  <a:lnTo>
                    <a:pt x="306070" y="44450"/>
                  </a:lnTo>
                  <a:close/>
                </a:path>
                <a:path w="341630" h="350519">
                  <a:moveTo>
                    <a:pt x="308610" y="41910"/>
                  </a:moveTo>
                  <a:lnTo>
                    <a:pt x="298450" y="41910"/>
                  </a:lnTo>
                  <a:lnTo>
                    <a:pt x="297180" y="43179"/>
                  </a:lnTo>
                  <a:lnTo>
                    <a:pt x="307340" y="43179"/>
                  </a:lnTo>
                  <a:lnTo>
                    <a:pt x="308610" y="41910"/>
                  </a:lnTo>
                  <a:close/>
                </a:path>
                <a:path w="341630" h="350519">
                  <a:moveTo>
                    <a:pt x="312420" y="38100"/>
                  </a:moveTo>
                  <a:lnTo>
                    <a:pt x="302260" y="38100"/>
                  </a:lnTo>
                  <a:lnTo>
                    <a:pt x="299720" y="40639"/>
                  </a:lnTo>
                  <a:lnTo>
                    <a:pt x="309880" y="40639"/>
                  </a:lnTo>
                  <a:lnTo>
                    <a:pt x="312420" y="38100"/>
                  </a:lnTo>
                  <a:close/>
                </a:path>
                <a:path w="341630" h="350519">
                  <a:moveTo>
                    <a:pt x="314960" y="35560"/>
                  </a:moveTo>
                  <a:lnTo>
                    <a:pt x="304800" y="35560"/>
                  </a:lnTo>
                  <a:lnTo>
                    <a:pt x="303530" y="36829"/>
                  </a:lnTo>
                  <a:lnTo>
                    <a:pt x="313690" y="36829"/>
                  </a:lnTo>
                  <a:lnTo>
                    <a:pt x="314960" y="35560"/>
                  </a:lnTo>
                  <a:close/>
                </a:path>
                <a:path w="341630" h="350519">
                  <a:moveTo>
                    <a:pt x="318770" y="31750"/>
                  </a:moveTo>
                  <a:lnTo>
                    <a:pt x="308610" y="31750"/>
                  </a:lnTo>
                  <a:lnTo>
                    <a:pt x="306070" y="34289"/>
                  </a:lnTo>
                  <a:lnTo>
                    <a:pt x="316230" y="34289"/>
                  </a:lnTo>
                  <a:lnTo>
                    <a:pt x="318770" y="31750"/>
                  </a:lnTo>
                  <a:close/>
                </a:path>
                <a:path w="341630" h="350519">
                  <a:moveTo>
                    <a:pt x="321310" y="29210"/>
                  </a:moveTo>
                  <a:lnTo>
                    <a:pt x="311150" y="29210"/>
                  </a:lnTo>
                  <a:lnTo>
                    <a:pt x="309880" y="30479"/>
                  </a:lnTo>
                  <a:lnTo>
                    <a:pt x="320040" y="30479"/>
                  </a:lnTo>
                  <a:lnTo>
                    <a:pt x="321310" y="29210"/>
                  </a:lnTo>
                  <a:close/>
                </a:path>
                <a:path w="341630" h="350519">
                  <a:moveTo>
                    <a:pt x="325120" y="25400"/>
                  </a:moveTo>
                  <a:lnTo>
                    <a:pt x="314960" y="25400"/>
                  </a:lnTo>
                  <a:lnTo>
                    <a:pt x="312420" y="27939"/>
                  </a:lnTo>
                  <a:lnTo>
                    <a:pt x="322580" y="27939"/>
                  </a:lnTo>
                  <a:lnTo>
                    <a:pt x="325120" y="25400"/>
                  </a:lnTo>
                  <a:close/>
                </a:path>
                <a:path w="341630" h="350519">
                  <a:moveTo>
                    <a:pt x="327660" y="22860"/>
                  </a:moveTo>
                  <a:lnTo>
                    <a:pt x="317500" y="22860"/>
                  </a:lnTo>
                  <a:lnTo>
                    <a:pt x="316230" y="24129"/>
                  </a:lnTo>
                  <a:lnTo>
                    <a:pt x="326390" y="24129"/>
                  </a:lnTo>
                  <a:lnTo>
                    <a:pt x="327660" y="22860"/>
                  </a:lnTo>
                  <a:close/>
                </a:path>
                <a:path w="341630" h="350519">
                  <a:moveTo>
                    <a:pt x="331470" y="19050"/>
                  </a:moveTo>
                  <a:lnTo>
                    <a:pt x="321310" y="19050"/>
                  </a:lnTo>
                  <a:lnTo>
                    <a:pt x="318770" y="21589"/>
                  </a:lnTo>
                  <a:lnTo>
                    <a:pt x="328930" y="21589"/>
                  </a:lnTo>
                  <a:lnTo>
                    <a:pt x="331470" y="19050"/>
                  </a:lnTo>
                  <a:close/>
                </a:path>
                <a:path w="341630" h="350519">
                  <a:moveTo>
                    <a:pt x="334010" y="16510"/>
                  </a:moveTo>
                  <a:lnTo>
                    <a:pt x="323850" y="16510"/>
                  </a:lnTo>
                  <a:lnTo>
                    <a:pt x="322580" y="17779"/>
                  </a:lnTo>
                  <a:lnTo>
                    <a:pt x="332740" y="17779"/>
                  </a:lnTo>
                  <a:lnTo>
                    <a:pt x="334010" y="16510"/>
                  </a:lnTo>
                  <a:close/>
                </a:path>
                <a:path w="341630" h="350519">
                  <a:moveTo>
                    <a:pt x="337820" y="12700"/>
                  </a:moveTo>
                  <a:lnTo>
                    <a:pt x="327660" y="12700"/>
                  </a:lnTo>
                  <a:lnTo>
                    <a:pt x="325120" y="15239"/>
                  </a:lnTo>
                  <a:lnTo>
                    <a:pt x="335280" y="15239"/>
                  </a:lnTo>
                  <a:lnTo>
                    <a:pt x="337820" y="12700"/>
                  </a:lnTo>
                  <a:close/>
                </a:path>
                <a:path w="341630" h="350519">
                  <a:moveTo>
                    <a:pt x="340360" y="10160"/>
                  </a:moveTo>
                  <a:lnTo>
                    <a:pt x="330200" y="10160"/>
                  </a:lnTo>
                  <a:lnTo>
                    <a:pt x="328930" y="11429"/>
                  </a:lnTo>
                  <a:lnTo>
                    <a:pt x="339090" y="11429"/>
                  </a:lnTo>
                  <a:lnTo>
                    <a:pt x="340360" y="10160"/>
                  </a:lnTo>
                  <a:close/>
                </a:path>
                <a:path w="341630" h="350519">
                  <a:moveTo>
                    <a:pt x="341630" y="6350"/>
                  </a:moveTo>
                  <a:lnTo>
                    <a:pt x="334010" y="6350"/>
                  </a:lnTo>
                  <a:lnTo>
                    <a:pt x="331470" y="8889"/>
                  </a:lnTo>
                  <a:lnTo>
                    <a:pt x="341630" y="8889"/>
                  </a:lnTo>
                  <a:lnTo>
                    <a:pt x="341630" y="6350"/>
                  </a:lnTo>
                  <a:close/>
                </a:path>
                <a:path w="341630" h="350519">
                  <a:moveTo>
                    <a:pt x="341630" y="3810"/>
                  </a:moveTo>
                  <a:lnTo>
                    <a:pt x="336550" y="3810"/>
                  </a:lnTo>
                  <a:lnTo>
                    <a:pt x="335280" y="5079"/>
                  </a:lnTo>
                  <a:lnTo>
                    <a:pt x="341630" y="5079"/>
                  </a:lnTo>
                  <a:lnTo>
                    <a:pt x="341630" y="3810"/>
                  </a:lnTo>
                  <a:close/>
                </a:path>
                <a:path w="341630" h="350519">
                  <a:moveTo>
                    <a:pt x="341630" y="0"/>
                  </a:moveTo>
                  <a:lnTo>
                    <a:pt x="340360" y="0"/>
                  </a:lnTo>
                  <a:lnTo>
                    <a:pt x="337820" y="2539"/>
                  </a:lnTo>
                  <a:lnTo>
                    <a:pt x="341630" y="2539"/>
                  </a:lnTo>
                  <a:lnTo>
                    <a:pt x="341630" y="0"/>
                  </a:lnTo>
                  <a:close/>
                </a:path>
                <a:path w="341630" h="350519">
                  <a:moveTo>
                    <a:pt x="165100" y="185420"/>
                  </a:moveTo>
                  <a:lnTo>
                    <a:pt x="154940" y="185420"/>
                  </a:lnTo>
                  <a:lnTo>
                    <a:pt x="0" y="340360"/>
                  </a:lnTo>
                  <a:lnTo>
                    <a:pt x="0" y="350520"/>
                  </a:lnTo>
                  <a:lnTo>
                    <a:pt x="165100" y="185420"/>
                  </a:lnTo>
                  <a:close/>
                </a:path>
              </a:pathLst>
            </a:custGeom>
            <a:solidFill>
              <a:srgbClr val="CABB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1" name="object 1751"/>
            <p:cNvSpPr/>
            <p:nvPr/>
          </p:nvSpPr>
          <p:spPr>
            <a:xfrm>
              <a:off x="2860040" y="2726689"/>
              <a:ext cx="341630" cy="363220"/>
            </a:xfrm>
            <a:custGeom>
              <a:avLst/>
              <a:gdLst/>
              <a:ahLst/>
              <a:cxnLst/>
              <a:rect l="l" t="t" r="r" b="b"/>
              <a:pathLst>
                <a:path w="341630" h="363219">
                  <a:moveTo>
                    <a:pt x="187947" y="175260"/>
                  </a:moveTo>
                  <a:lnTo>
                    <a:pt x="176517" y="175260"/>
                  </a:lnTo>
                  <a:lnTo>
                    <a:pt x="165100" y="175260"/>
                  </a:lnTo>
                  <a:lnTo>
                    <a:pt x="0" y="340360"/>
                  </a:lnTo>
                  <a:lnTo>
                    <a:pt x="0" y="351790"/>
                  </a:lnTo>
                  <a:lnTo>
                    <a:pt x="0" y="363220"/>
                  </a:lnTo>
                  <a:lnTo>
                    <a:pt x="187947" y="175260"/>
                  </a:lnTo>
                  <a:close/>
                </a:path>
                <a:path w="341630" h="363219">
                  <a:moveTo>
                    <a:pt x="191757" y="171450"/>
                  </a:moveTo>
                  <a:lnTo>
                    <a:pt x="180327" y="171450"/>
                  </a:lnTo>
                  <a:lnTo>
                    <a:pt x="168910" y="171450"/>
                  </a:lnTo>
                  <a:lnTo>
                    <a:pt x="167640" y="172720"/>
                  </a:lnTo>
                  <a:lnTo>
                    <a:pt x="179070" y="172720"/>
                  </a:lnTo>
                  <a:lnTo>
                    <a:pt x="190500" y="172720"/>
                  </a:lnTo>
                  <a:lnTo>
                    <a:pt x="191757" y="171450"/>
                  </a:lnTo>
                  <a:close/>
                </a:path>
                <a:path w="341630" h="363219">
                  <a:moveTo>
                    <a:pt x="195580" y="167640"/>
                  </a:moveTo>
                  <a:lnTo>
                    <a:pt x="184150" y="167640"/>
                  </a:lnTo>
                  <a:lnTo>
                    <a:pt x="172720" y="167640"/>
                  </a:lnTo>
                  <a:lnTo>
                    <a:pt x="170180" y="170180"/>
                  </a:lnTo>
                  <a:lnTo>
                    <a:pt x="181610" y="170180"/>
                  </a:lnTo>
                  <a:lnTo>
                    <a:pt x="193040" y="170180"/>
                  </a:lnTo>
                  <a:lnTo>
                    <a:pt x="195580" y="167640"/>
                  </a:lnTo>
                  <a:close/>
                </a:path>
                <a:path w="341630" h="363219">
                  <a:moveTo>
                    <a:pt x="198107" y="165100"/>
                  </a:moveTo>
                  <a:lnTo>
                    <a:pt x="186677" y="165100"/>
                  </a:lnTo>
                  <a:lnTo>
                    <a:pt x="175260" y="165100"/>
                  </a:lnTo>
                  <a:lnTo>
                    <a:pt x="173990" y="166370"/>
                  </a:lnTo>
                  <a:lnTo>
                    <a:pt x="185420" y="166370"/>
                  </a:lnTo>
                  <a:lnTo>
                    <a:pt x="196850" y="166370"/>
                  </a:lnTo>
                  <a:lnTo>
                    <a:pt x="198107" y="165100"/>
                  </a:lnTo>
                  <a:close/>
                </a:path>
                <a:path w="341630" h="363219">
                  <a:moveTo>
                    <a:pt x="201930" y="161290"/>
                  </a:moveTo>
                  <a:lnTo>
                    <a:pt x="190500" y="161290"/>
                  </a:lnTo>
                  <a:lnTo>
                    <a:pt x="179070" y="161290"/>
                  </a:lnTo>
                  <a:lnTo>
                    <a:pt x="176530" y="163830"/>
                  </a:lnTo>
                  <a:lnTo>
                    <a:pt x="187960" y="163830"/>
                  </a:lnTo>
                  <a:lnTo>
                    <a:pt x="199390" y="163830"/>
                  </a:lnTo>
                  <a:lnTo>
                    <a:pt x="201930" y="161290"/>
                  </a:lnTo>
                  <a:close/>
                </a:path>
                <a:path w="341630" h="363219">
                  <a:moveTo>
                    <a:pt x="204457" y="158750"/>
                  </a:moveTo>
                  <a:lnTo>
                    <a:pt x="193027" y="158750"/>
                  </a:lnTo>
                  <a:lnTo>
                    <a:pt x="181610" y="158750"/>
                  </a:lnTo>
                  <a:lnTo>
                    <a:pt x="180340" y="160020"/>
                  </a:lnTo>
                  <a:lnTo>
                    <a:pt x="191770" y="160020"/>
                  </a:lnTo>
                  <a:lnTo>
                    <a:pt x="203200" y="160020"/>
                  </a:lnTo>
                  <a:lnTo>
                    <a:pt x="204457" y="158750"/>
                  </a:lnTo>
                  <a:close/>
                </a:path>
                <a:path w="341630" h="363219">
                  <a:moveTo>
                    <a:pt x="208280" y="154940"/>
                  </a:moveTo>
                  <a:lnTo>
                    <a:pt x="196850" y="154940"/>
                  </a:lnTo>
                  <a:lnTo>
                    <a:pt x="185420" y="154940"/>
                  </a:lnTo>
                  <a:lnTo>
                    <a:pt x="182880" y="157480"/>
                  </a:lnTo>
                  <a:lnTo>
                    <a:pt x="194310" y="157480"/>
                  </a:lnTo>
                  <a:lnTo>
                    <a:pt x="205740" y="157480"/>
                  </a:lnTo>
                  <a:lnTo>
                    <a:pt x="208280" y="154940"/>
                  </a:lnTo>
                  <a:close/>
                </a:path>
                <a:path w="341630" h="363219">
                  <a:moveTo>
                    <a:pt x="210807" y="152400"/>
                  </a:moveTo>
                  <a:lnTo>
                    <a:pt x="199377" y="152400"/>
                  </a:lnTo>
                  <a:lnTo>
                    <a:pt x="187960" y="152400"/>
                  </a:lnTo>
                  <a:lnTo>
                    <a:pt x="186690" y="153670"/>
                  </a:lnTo>
                  <a:lnTo>
                    <a:pt x="198120" y="153670"/>
                  </a:lnTo>
                  <a:lnTo>
                    <a:pt x="209550" y="153670"/>
                  </a:lnTo>
                  <a:lnTo>
                    <a:pt x="210807" y="152400"/>
                  </a:lnTo>
                  <a:close/>
                </a:path>
                <a:path w="341630" h="363219">
                  <a:moveTo>
                    <a:pt x="214630" y="148590"/>
                  </a:moveTo>
                  <a:lnTo>
                    <a:pt x="203200" y="148590"/>
                  </a:lnTo>
                  <a:lnTo>
                    <a:pt x="191770" y="148590"/>
                  </a:lnTo>
                  <a:lnTo>
                    <a:pt x="189230" y="151130"/>
                  </a:lnTo>
                  <a:lnTo>
                    <a:pt x="200660" y="151130"/>
                  </a:lnTo>
                  <a:lnTo>
                    <a:pt x="212090" y="151130"/>
                  </a:lnTo>
                  <a:lnTo>
                    <a:pt x="214630" y="148590"/>
                  </a:lnTo>
                  <a:close/>
                </a:path>
                <a:path w="341630" h="363219">
                  <a:moveTo>
                    <a:pt x="217157" y="146050"/>
                  </a:moveTo>
                  <a:lnTo>
                    <a:pt x="205727" y="146050"/>
                  </a:lnTo>
                  <a:lnTo>
                    <a:pt x="194310" y="146050"/>
                  </a:lnTo>
                  <a:lnTo>
                    <a:pt x="193040" y="147320"/>
                  </a:lnTo>
                  <a:lnTo>
                    <a:pt x="204470" y="147320"/>
                  </a:lnTo>
                  <a:lnTo>
                    <a:pt x="215900" y="147320"/>
                  </a:lnTo>
                  <a:lnTo>
                    <a:pt x="217157" y="146050"/>
                  </a:lnTo>
                  <a:close/>
                </a:path>
                <a:path w="341630" h="363219">
                  <a:moveTo>
                    <a:pt x="220980" y="142240"/>
                  </a:moveTo>
                  <a:lnTo>
                    <a:pt x="209550" y="142240"/>
                  </a:lnTo>
                  <a:lnTo>
                    <a:pt x="198120" y="142240"/>
                  </a:lnTo>
                  <a:lnTo>
                    <a:pt x="195580" y="144780"/>
                  </a:lnTo>
                  <a:lnTo>
                    <a:pt x="207010" y="144780"/>
                  </a:lnTo>
                  <a:lnTo>
                    <a:pt x="218440" y="144780"/>
                  </a:lnTo>
                  <a:lnTo>
                    <a:pt x="220980" y="142240"/>
                  </a:lnTo>
                  <a:close/>
                </a:path>
                <a:path w="341630" h="363219">
                  <a:moveTo>
                    <a:pt x="223507" y="139700"/>
                  </a:moveTo>
                  <a:lnTo>
                    <a:pt x="212077" y="139700"/>
                  </a:lnTo>
                  <a:lnTo>
                    <a:pt x="200660" y="139700"/>
                  </a:lnTo>
                  <a:lnTo>
                    <a:pt x="199390" y="140970"/>
                  </a:lnTo>
                  <a:lnTo>
                    <a:pt x="210820" y="140970"/>
                  </a:lnTo>
                  <a:lnTo>
                    <a:pt x="222250" y="140970"/>
                  </a:lnTo>
                  <a:lnTo>
                    <a:pt x="223507" y="139700"/>
                  </a:lnTo>
                  <a:close/>
                </a:path>
                <a:path w="341630" h="363219">
                  <a:moveTo>
                    <a:pt x="227330" y="135890"/>
                  </a:moveTo>
                  <a:lnTo>
                    <a:pt x="215900" y="135890"/>
                  </a:lnTo>
                  <a:lnTo>
                    <a:pt x="204470" y="135890"/>
                  </a:lnTo>
                  <a:lnTo>
                    <a:pt x="201930" y="138430"/>
                  </a:lnTo>
                  <a:lnTo>
                    <a:pt x="213360" y="138430"/>
                  </a:lnTo>
                  <a:lnTo>
                    <a:pt x="224790" y="138430"/>
                  </a:lnTo>
                  <a:lnTo>
                    <a:pt x="227330" y="135890"/>
                  </a:lnTo>
                  <a:close/>
                </a:path>
                <a:path w="341630" h="363219">
                  <a:moveTo>
                    <a:pt x="229857" y="133350"/>
                  </a:moveTo>
                  <a:lnTo>
                    <a:pt x="218427" y="133350"/>
                  </a:lnTo>
                  <a:lnTo>
                    <a:pt x="207010" y="133350"/>
                  </a:lnTo>
                  <a:lnTo>
                    <a:pt x="205740" y="134620"/>
                  </a:lnTo>
                  <a:lnTo>
                    <a:pt x="217170" y="134620"/>
                  </a:lnTo>
                  <a:lnTo>
                    <a:pt x="228600" y="134620"/>
                  </a:lnTo>
                  <a:lnTo>
                    <a:pt x="229857" y="133350"/>
                  </a:lnTo>
                  <a:close/>
                </a:path>
                <a:path w="341630" h="363219">
                  <a:moveTo>
                    <a:pt x="233680" y="129540"/>
                  </a:moveTo>
                  <a:lnTo>
                    <a:pt x="222250" y="129540"/>
                  </a:lnTo>
                  <a:lnTo>
                    <a:pt x="210820" y="129540"/>
                  </a:lnTo>
                  <a:lnTo>
                    <a:pt x="208280" y="132080"/>
                  </a:lnTo>
                  <a:lnTo>
                    <a:pt x="219710" y="132080"/>
                  </a:lnTo>
                  <a:lnTo>
                    <a:pt x="231140" y="132080"/>
                  </a:lnTo>
                  <a:lnTo>
                    <a:pt x="233680" y="129540"/>
                  </a:lnTo>
                  <a:close/>
                </a:path>
                <a:path w="341630" h="363219">
                  <a:moveTo>
                    <a:pt x="236207" y="127000"/>
                  </a:moveTo>
                  <a:lnTo>
                    <a:pt x="224777" y="127000"/>
                  </a:lnTo>
                  <a:lnTo>
                    <a:pt x="213360" y="127000"/>
                  </a:lnTo>
                  <a:lnTo>
                    <a:pt x="212090" y="128270"/>
                  </a:lnTo>
                  <a:lnTo>
                    <a:pt x="223520" y="128270"/>
                  </a:lnTo>
                  <a:lnTo>
                    <a:pt x="234950" y="128270"/>
                  </a:lnTo>
                  <a:lnTo>
                    <a:pt x="236207" y="127000"/>
                  </a:lnTo>
                  <a:close/>
                </a:path>
                <a:path w="341630" h="363219">
                  <a:moveTo>
                    <a:pt x="240030" y="123190"/>
                  </a:moveTo>
                  <a:lnTo>
                    <a:pt x="228600" y="123190"/>
                  </a:lnTo>
                  <a:lnTo>
                    <a:pt x="217170" y="123190"/>
                  </a:lnTo>
                  <a:lnTo>
                    <a:pt x="214630" y="125730"/>
                  </a:lnTo>
                  <a:lnTo>
                    <a:pt x="226060" y="125730"/>
                  </a:lnTo>
                  <a:lnTo>
                    <a:pt x="237490" y="125730"/>
                  </a:lnTo>
                  <a:lnTo>
                    <a:pt x="240030" y="123190"/>
                  </a:lnTo>
                  <a:close/>
                </a:path>
                <a:path w="341630" h="363219">
                  <a:moveTo>
                    <a:pt x="242557" y="120650"/>
                  </a:moveTo>
                  <a:lnTo>
                    <a:pt x="231127" y="120650"/>
                  </a:lnTo>
                  <a:lnTo>
                    <a:pt x="219710" y="120650"/>
                  </a:lnTo>
                  <a:lnTo>
                    <a:pt x="218440" y="121920"/>
                  </a:lnTo>
                  <a:lnTo>
                    <a:pt x="229870" y="121920"/>
                  </a:lnTo>
                  <a:lnTo>
                    <a:pt x="241300" y="121920"/>
                  </a:lnTo>
                  <a:lnTo>
                    <a:pt x="242557" y="120650"/>
                  </a:lnTo>
                  <a:close/>
                </a:path>
                <a:path w="341630" h="363219">
                  <a:moveTo>
                    <a:pt x="246380" y="116840"/>
                  </a:moveTo>
                  <a:lnTo>
                    <a:pt x="234950" y="116840"/>
                  </a:lnTo>
                  <a:lnTo>
                    <a:pt x="223520" y="116840"/>
                  </a:lnTo>
                  <a:lnTo>
                    <a:pt x="220980" y="119380"/>
                  </a:lnTo>
                  <a:lnTo>
                    <a:pt x="232410" y="119380"/>
                  </a:lnTo>
                  <a:lnTo>
                    <a:pt x="243840" y="119380"/>
                  </a:lnTo>
                  <a:lnTo>
                    <a:pt x="246380" y="116840"/>
                  </a:lnTo>
                  <a:close/>
                </a:path>
                <a:path w="341630" h="363219">
                  <a:moveTo>
                    <a:pt x="248907" y="114300"/>
                  </a:moveTo>
                  <a:lnTo>
                    <a:pt x="237477" y="114300"/>
                  </a:lnTo>
                  <a:lnTo>
                    <a:pt x="226060" y="114300"/>
                  </a:lnTo>
                  <a:lnTo>
                    <a:pt x="224790" y="115570"/>
                  </a:lnTo>
                  <a:lnTo>
                    <a:pt x="236220" y="115570"/>
                  </a:lnTo>
                  <a:lnTo>
                    <a:pt x="247650" y="115570"/>
                  </a:lnTo>
                  <a:lnTo>
                    <a:pt x="248907" y="114300"/>
                  </a:lnTo>
                  <a:close/>
                </a:path>
                <a:path w="341630" h="363219">
                  <a:moveTo>
                    <a:pt x="252730" y="110490"/>
                  </a:moveTo>
                  <a:lnTo>
                    <a:pt x="241300" y="110490"/>
                  </a:lnTo>
                  <a:lnTo>
                    <a:pt x="229870" y="110490"/>
                  </a:lnTo>
                  <a:lnTo>
                    <a:pt x="227330" y="113030"/>
                  </a:lnTo>
                  <a:lnTo>
                    <a:pt x="238760" y="113030"/>
                  </a:lnTo>
                  <a:lnTo>
                    <a:pt x="250190" y="113030"/>
                  </a:lnTo>
                  <a:lnTo>
                    <a:pt x="252730" y="110490"/>
                  </a:lnTo>
                  <a:close/>
                </a:path>
                <a:path w="341630" h="363219">
                  <a:moveTo>
                    <a:pt x="255257" y="107950"/>
                  </a:moveTo>
                  <a:lnTo>
                    <a:pt x="243827" y="107950"/>
                  </a:lnTo>
                  <a:lnTo>
                    <a:pt x="232410" y="107950"/>
                  </a:lnTo>
                  <a:lnTo>
                    <a:pt x="231140" y="109220"/>
                  </a:lnTo>
                  <a:lnTo>
                    <a:pt x="242570" y="109220"/>
                  </a:lnTo>
                  <a:lnTo>
                    <a:pt x="254000" y="109220"/>
                  </a:lnTo>
                  <a:lnTo>
                    <a:pt x="255257" y="107950"/>
                  </a:lnTo>
                  <a:close/>
                </a:path>
                <a:path w="341630" h="363219">
                  <a:moveTo>
                    <a:pt x="259080" y="104140"/>
                  </a:moveTo>
                  <a:lnTo>
                    <a:pt x="247650" y="104140"/>
                  </a:lnTo>
                  <a:lnTo>
                    <a:pt x="236220" y="104140"/>
                  </a:lnTo>
                  <a:lnTo>
                    <a:pt x="233680" y="106680"/>
                  </a:lnTo>
                  <a:lnTo>
                    <a:pt x="245110" y="106680"/>
                  </a:lnTo>
                  <a:lnTo>
                    <a:pt x="256540" y="106680"/>
                  </a:lnTo>
                  <a:lnTo>
                    <a:pt x="259080" y="104140"/>
                  </a:lnTo>
                  <a:close/>
                </a:path>
                <a:path w="341630" h="363219">
                  <a:moveTo>
                    <a:pt x="261607" y="101600"/>
                  </a:moveTo>
                  <a:lnTo>
                    <a:pt x="250177" y="101600"/>
                  </a:lnTo>
                  <a:lnTo>
                    <a:pt x="238760" y="101600"/>
                  </a:lnTo>
                  <a:lnTo>
                    <a:pt x="237490" y="102870"/>
                  </a:lnTo>
                  <a:lnTo>
                    <a:pt x="248920" y="102870"/>
                  </a:lnTo>
                  <a:lnTo>
                    <a:pt x="260350" y="102870"/>
                  </a:lnTo>
                  <a:lnTo>
                    <a:pt x="261607" y="101600"/>
                  </a:lnTo>
                  <a:close/>
                </a:path>
                <a:path w="341630" h="363219">
                  <a:moveTo>
                    <a:pt x="265430" y="97790"/>
                  </a:moveTo>
                  <a:lnTo>
                    <a:pt x="254000" y="97790"/>
                  </a:lnTo>
                  <a:lnTo>
                    <a:pt x="242570" y="97790"/>
                  </a:lnTo>
                  <a:lnTo>
                    <a:pt x="240030" y="100330"/>
                  </a:lnTo>
                  <a:lnTo>
                    <a:pt x="251460" y="100330"/>
                  </a:lnTo>
                  <a:lnTo>
                    <a:pt x="262890" y="100330"/>
                  </a:lnTo>
                  <a:lnTo>
                    <a:pt x="265430" y="97790"/>
                  </a:lnTo>
                  <a:close/>
                </a:path>
                <a:path w="341630" h="363219">
                  <a:moveTo>
                    <a:pt x="267957" y="95250"/>
                  </a:moveTo>
                  <a:lnTo>
                    <a:pt x="256527" y="95250"/>
                  </a:lnTo>
                  <a:lnTo>
                    <a:pt x="245110" y="95250"/>
                  </a:lnTo>
                  <a:lnTo>
                    <a:pt x="243840" y="96520"/>
                  </a:lnTo>
                  <a:lnTo>
                    <a:pt x="255270" y="96520"/>
                  </a:lnTo>
                  <a:lnTo>
                    <a:pt x="266700" y="96520"/>
                  </a:lnTo>
                  <a:lnTo>
                    <a:pt x="267957" y="95250"/>
                  </a:lnTo>
                  <a:close/>
                </a:path>
                <a:path w="341630" h="363219">
                  <a:moveTo>
                    <a:pt x="271780" y="91440"/>
                  </a:moveTo>
                  <a:lnTo>
                    <a:pt x="260350" y="91440"/>
                  </a:lnTo>
                  <a:lnTo>
                    <a:pt x="248920" y="91440"/>
                  </a:lnTo>
                  <a:lnTo>
                    <a:pt x="246380" y="93980"/>
                  </a:lnTo>
                  <a:lnTo>
                    <a:pt x="257810" y="93980"/>
                  </a:lnTo>
                  <a:lnTo>
                    <a:pt x="269240" y="93980"/>
                  </a:lnTo>
                  <a:lnTo>
                    <a:pt x="271780" y="91440"/>
                  </a:lnTo>
                  <a:close/>
                </a:path>
                <a:path w="341630" h="363219">
                  <a:moveTo>
                    <a:pt x="274307" y="88900"/>
                  </a:moveTo>
                  <a:lnTo>
                    <a:pt x="262877" y="88900"/>
                  </a:lnTo>
                  <a:lnTo>
                    <a:pt x="251460" y="88900"/>
                  </a:lnTo>
                  <a:lnTo>
                    <a:pt x="250190" y="90170"/>
                  </a:lnTo>
                  <a:lnTo>
                    <a:pt x="261620" y="90170"/>
                  </a:lnTo>
                  <a:lnTo>
                    <a:pt x="273050" y="90170"/>
                  </a:lnTo>
                  <a:lnTo>
                    <a:pt x="274307" y="88900"/>
                  </a:lnTo>
                  <a:close/>
                </a:path>
                <a:path w="341630" h="363219">
                  <a:moveTo>
                    <a:pt x="278130" y="85090"/>
                  </a:moveTo>
                  <a:lnTo>
                    <a:pt x="266700" y="85090"/>
                  </a:lnTo>
                  <a:lnTo>
                    <a:pt x="255270" y="85090"/>
                  </a:lnTo>
                  <a:lnTo>
                    <a:pt x="252730" y="87630"/>
                  </a:lnTo>
                  <a:lnTo>
                    <a:pt x="264160" y="87630"/>
                  </a:lnTo>
                  <a:lnTo>
                    <a:pt x="275590" y="87630"/>
                  </a:lnTo>
                  <a:lnTo>
                    <a:pt x="278130" y="85090"/>
                  </a:lnTo>
                  <a:close/>
                </a:path>
                <a:path w="341630" h="363219">
                  <a:moveTo>
                    <a:pt x="280657" y="82550"/>
                  </a:moveTo>
                  <a:lnTo>
                    <a:pt x="269227" y="82550"/>
                  </a:lnTo>
                  <a:lnTo>
                    <a:pt x="257810" y="82550"/>
                  </a:lnTo>
                  <a:lnTo>
                    <a:pt x="256540" y="83820"/>
                  </a:lnTo>
                  <a:lnTo>
                    <a:pt x="267970" y="83820"/>
                  </a:lnTo>
                  <a:lnTo>
                    <a:pt x="279400" y="83820"/>
                  </a:lnTo>
                  <a:lnTo>
                    <a:pt x="280657" y="82550"/>
                  </a:lnTo>
                  <a:close/>
                </a:path>
                <a:path w="341630" h="363219">
                  <a:moveTo>
                    <a:pt x="284480" y="78740"/>
                  </a:moveTo>
                  <a:lnTo>
                    <a:pt x="273050" y="78740"/>
                  </a:lnTo>
                  <a:lnTo>
                    <a:pt x="261620" y="78740"/>
                  </a:lnTo>
                  <a:lnTo>
                    <a:pt x="259080" y="81280"/>
                  </a:lnTo>
                  <a:lnTo>
                    <a:pt x="270510" y="81280"/>
                  </a:lnTo>
                  <a:lnTo>
                    <a:pt x="281940" y="81280"/>
                  </a:lnTo>
                  <a:lnTo>
                    <a:pt x="284480" y="78740"/>
                  </a:lnTo>
                  <a:close/>
                </a:path>
                <a:path w="341630" h="363219">
                  <a:moveTo>
                    <a:pt x="287007" y="76200"/>
                  </a:moveTo>
                  <a:lnTo>
                    <a:pt x="275577" y="76200"/>
                  </a:lnTo>
                  <a:lnTo>
                    <a:pt x="264160" y="76200"/>
                  </a:lnTo>
                  <a:lnTo>
                    <a:pt x="262890" y="77470"/>
                  </a:lnTo>
                  <a:lnTo>
                    <a:pt x="274320" y="77470"/>
                  </a:lnTo>
                  <a:lnTo>
                    <a:pt x="285750" y="77470"/>
                  </a:lnTo>
                  <a:lnTo>
                    <a:pt x="287007" y="76200"/>
                  </a:lnTo>
                  <a:close/>
                </a:path>
                <a:path w="341630" h="363219">
                  <a:moveTo>
                    <a:pt x="290830" y="72390"/>
                  </a:moveTo>
                  <a:lnTo>
                    <a:pt x="279400" y="72390"/>
                  </a:lnTo>
                  <a:lnTo>
                    <a:pt x="267970" y="72390"/>
                  </a:lnTo>
                  <a:lnTo>
                    <a:pt x="265430" y="74930"/>
                  </a:lnTo>
                  <a:lnTo>
                    <a:pt x="276860" y="74930"/>
                  </a:lnTo>
                  <a:lnTo>
                    <a:pt x="288290" y="74930"/>
                  </a:lnTo>
                  <a:lnTo>
                    <a:pt x="290830" y="72390"/>
                  </a:lnTo>
                  <a:close/>
                </a:path>
                <a:path w="341630" h="363219">
                  <a:moveTo>
                    <a:pt x="293357" y="69850"/>
                  </a:moveTo>
                  <a:lnTo>
                    <a:pt x="281927" y="69850"/>
                  </a:lnTo>
                  <a:lnTo>
                    <a:pt x="270510" y="69850"/>
                  </a:lnTo>
                  <a:lnTo>
                    <a:pt x="269240" y="71120"/>
                  </a:lnTo>
                  <a:lnTo>
                    <a:pt x="280670" y="71120"/>
                  </a:lnTo>
                  <a:lnTo>
                    <a:pt x="292100" y="71120"/>
                  </a:lnTo>
                  <a:lnTo>
                    <a:pt x="293357" y="69850"/>
                  </a:lnTo>
                  <a:close/>
                </a:path>
                <a:path w="341630" h="363219">
                  <a:moveTo>
                    <a:pt x="297180" y="66040"/>
                  </a:moveTo>
                  <a:lnTo>
                    <a:pt x="285750" y="66040"/>
                  </a:lnTo>
                  <a:lnTo>
                    <a:pt x="274320" y="66040"/>
                  </a:lnTo>
                  <a:lnTo>
                    <a:pt x="271780" y="68580"/>
                  </a:lnTo>
                  <a:lnTo>
                    <a:pt x="283210" y="68580"/>
                  </a:lnTo>
                  <a:lnTo>
                    <a:pt x="294640" y="68580"/>
                  </a:lnTo>
                  <a:lnTo>
                    <a:pt x="297180" y="66040"/>
                  </a:lnTo>
                  <a:close/>
                </a:path>
                <a:path w="341630" h="363219">
                  <a:moveTo>
                    <a:pt x="299707" y="63500"/>
                  </a:moveTo>
                  <a:lnTo>
                    <a:pt x="288277" y="63500"/>
                  </a:lnTo>
                  <a:lnTo>
                    <a:pt x="276860" y="63500"/>
                  </a:lnTo>
                  <a:lnTo>
                    <a:pt x="275590" y="64770"/>
                  </a:lnTo>
                  <a:lnTo>
                    <a:pt x="287020" y="64770"/>
                  </a:lnTo>
                  <a:lnTo>
                    <a:pt x="298450" y="64770"/>
                  </a:lnTo>
                  <a:lnTo>
                    <a:pt x="299707" y="63500"/>
                  </a:lnTo>
                  <a:close/>
                </a:path>
                <a:path w="341630" h="363219">
                  <a:moveTo>
                    <a:pt x="303530" y="59690"/>
                  </a:moveTo>
                  <a:lnTo>
                    <a:pt x="292100" y="59690"/>
                  </a:lnTo>
                  <a:lnTo>
                    <a:pt x="280670" y="59690"/>
                  </a:lnTo>
                  <a:lnTo>
                    <a:pt x="278130" y="62230"/>
                  </a:lnTo>
                  <a:lnTo>
                    <a:pt x="289560" y="62230"/>
                  </a:lnTo>
                  <a:lnTo>
                    <a:pt x="300990" y="62230"/>
                  </a:lnTo>
                  <a:lnTo>
                    <a:pt x="303530" y="59690"/>
                  </a:lnTo>
                  <a:close/>
                </a:path>
                <a:path w="341630" h="363219">
                  <a:moveTo>
                    <a:pt x="306057" y="57150"/>
                  </a:moveTo>
                  <a:lnTo>
                    <a:pt x="294627" y="57150"/>
                  </a:lnTo>
                  <a:lnTo>
                    <a:pt x="283210" y="57150"/>
                  </a:lnTo>
                  <a:lnTo>
                    <a:pt x="281940" y="58420"/>
                  </a:lnTo>
                  <a:lnTo>
                    <a:pt x="293370" y="58420"/>
                  </a:lnTo>
                  <a:lnTo>
                    <a:pt x="304800" y="58420"/>
                  </a:lnTo>
                  <a:lnTo>
                    <a:pt x="306057" y="57150"/>
                  </a:lnTo>
                  <a:close/>
                </a:path>
                <a:path w="341630" h="363219">
                  <a:moveTo>
                    <a:pt x="309880" y="53340"/>
                  </a:moveTo>
                  <a:lnTo>
                    <a:pt x="298450" y="53340"/>
                  </a:lnTo>
                  <a:lnTo>
                    <a:pt x="287020" y="53340"/>
                  </a:lnTo>
                  <a:lnTo>
                    <a:pt x="284480" y="55880"/>
                  </a:lnTo>
                  <a:lnTo>
                    <a:pt x="295910" y="55880"/>
                  </a:lnTo>
                  <a:lnTo>
                    <a:pt x="307340" y="55880"/>
                  </a:lnTo>
                  <a:lnTo>
                    <a:pt x="309880" y="53340"/>
                  </a:lnTo>
                  <a:close/>
                </a:path>
                <a:path w="341630" h="363219">
                  <a:moveTo>
                    <a:pt x="312407" y="50800"/>
                  </a:moveTo>
                  <a:lnTo>
                    <a:pt x="300977" y="50800"/>
                  </a:lnTo>
                  <a:lnTo>
                    <a:pt x="289560" y="50800"/>
                  </a:lnTo>
                  <a:lnTo>
                    <a:pt x="288290" y="52070"/>
                  </a:lnTo>
                  <a:lnTo>
                    <a:pt x="299720" y="52070"/>
                  </a:lnTo>
                  <a:lnTo>
                    <a:pt x="311150" y="52070"/>
                  </a:lnTo>
                  <a:lnTo>
                    <a:pt x="312407" y="50800"/>
                  </a:lnTo>
                  <a:close/>
                </a:path>
                <a:path w="341630" h="363219">
                  <a:moveTo>
                    <a:pt x="316230" y="46990"/>
                  </a:moveTo>
                  <a:lnTo>
                    <a:pt x="304800" y="46990"/>
                  </a:lnTo>
                  <a:lnTo>
                    <a:pt x="293370" y="46990"/>
                  </a:lnTo>
                  <a:lnTo>
                    <a:pt x="290830" y="49530"/>
                  </a:lnTo>
                  <a:lnTo>
                    <a:pt x="302260" y="49530"/>
                  </a:lnTo>
                  <a:lnTo>
                    <a:pt x="313690" y="49530"/>
                  </a:lnTo>
                  <a:lnTo>
                    <a:pt x="316230" y="46990"/>
                  </a:lnTo>
                  <a:close/>
                </a:path>
                <a:path w="341630" h="363219">
                  <a:moveTo>
                    <a:pt x="318757" y="44450"/>
                  </a:moveTo>
                  <a:lnTo>
                    <a:pt x="307327" y="44450"/>
                  </a:lnTo>
                  <a:lnTo>
                    <a:pt x="295910" y="44450"/>
                  </a:lnTo>
                  <a:lnTo>
                    <a:pt x="294640" y="45720"/>
                  </a:lnTo>
                  <a:lnTo>
                    <a:pt x="306070" y="45720"/>
                  </a:lnTo>
                  <a:lnTo>
                    <a:pt x="317500" y="45720"/>
                  </a:lnTo>
                  <a:lnTo>
                    <a:pt x="318757" y="44450"/>
                  </a:lnTo>
                  <a:close/>
                </a:path>
                <a:path w="341630" h="363219">
                  <a:moveTo>
                    <a:pt x="322580" y="40640"/>
                  </a:moveTo>
                  <a:lnTo>
                    <a:pt x="311150" y="40640"/>
                  </a:lnTo>
                  <a:lnTo>
                    <a:pt x="299720" y="40640"/>
                  </a:lnTo>
                  <a:lnTo>
                    <a:pt x="297180" y="43180"/>
                  </a:lnTo>
                  <a:lnTo>
                    <a:pt x="308610" y="43180"/>
                  </a:lnTo>
                  <a:lnTo>
                    <a:pt x="320040" y="43180"/>
                  </a:lnTo>
                  <a:lnTo>
                    <a:pt x="322580" y="40640"/>
                  </a:lnTo>
                  <a:close/>
                </a:path>
                <a:path w="341630" h="363219">
                  <a:moveTo>
                    <a:pt x="325107" y="38100"/>
                  </a:moveTo>
                  <a:lnTo>
                    <a:pt x="313677" y="38100"/>
                  </a:lnTo>
                  <a:lnTo>
                    <a:pt x="302260" y="38100"/>
                  </a:lnTo>
                  <a:lnTo>
                    <a:pt x="300990" y="39370"/>
                  </a:lnTo>
                  <a:lnTo>
                    <a:pt x="312420" y="39370"/>
                  </a:lnTo>
                  <a:lnTo>
                    <a:pt x="323850" y="39370"/>
                  </a:lnTo>
                  <a:lnTo>
                    <a:pt x="325107" y="38100"/>
                  </a:lnTo>
                  <a:close/>
                </a:path>
                <a:path w="341630" h="363219">
                  <a:moveTo>
                    <a:pt x="328930" y="34290"/>
                  </a:moveTo>
                  <a:lnTo>
                    <a:pt x="317500" y="34290"/>
                  </a:lnTo>
                  <a:lnTo>
                    <a:pt x="306070" y="34290"/>
                  </a:lnTo>
                  <a:lnTo>
                    <a:pt x="303530" y="36830"/>
                  </a:lnTo>
                  <a:lnTo>
                    <a:pt x="314960" y="36830"/>
                  </a:lnTo>
                  <a:lnTo>
                    <a:pt x="326390" y="36830"/>
                  </a:lnTo>
                  <a:lnTo>
                    <a:pt x="328930" y="34290"/>
                  </a:lnTo>
                  <a:close/>
                </a:path>
                <a:path w="341630" h="363219">
                  <a:moveTo>
                    <a:pt x="331457" y="31750"/>
                  </a:moveTo>
                  <a:lnTo>
                    <a:pt x="320027" y="31750"/>
                  </a:lnTo>
                  <a:lnTo>
                    <a:pt x="308610" y="31750"/>
                  </a:lnTo>
                  <a:lnTo>
                    <a:pt x="307340" y="33020"/>
                  </a:lnTo>
                  <a:lnTo>
                    <a:pt x="318770" y="33020"/>
                  </a:lnTo>
                  <a:lnTo>
                    <a:pt x="330200" y="33020"/>
                  </a:lnTo>
                  <a:lnTo>
                    <a:pt x="331457" y="31750"/>
                  </a:lnTo>
                  <a:close/>
                </a:path>
                <a:path w="341630" h="363219">
                  <a:moveTo>
                    <a:pt x="335280" y="27940"/>
                  </a:moveTo>
                  <a:lnTo>
                    <a:pt x="323850" y="27940"/>
                  </a:lnTo>
                  <a:lnTo>
                    <a:pt x="312420" y="27940"/>
                  </a:lnTo>
                  <a:lnTo>
                    <a:pt x="309880" y="30480"/>
                  </a:lnTo>
                  <a:lnTo>
                    <a:pt x="321310" y="30480"/>
                  </a:lnTo>
                  <a:lnTo>
                    <a:pt x="332740" y="30480"/>
                  </a:lnTo>
                  <a:lnTo>
                    <a:pt x="335280" y="27940"/>
                  </a:lnTo>
                  <a:close/>
                </a:path>
                <a:path w="341630" h="363219">
                  <a:moveTo>
                    <a:pt x="337807" y="25400"/>
                  </a:moveTo>
                  <a:lnTo>
                    <a:pt x="326377" y="25400"/>
                  </a:lnTo>
                  <a:lnTo>
                    <a:pt x="314960" y="25400"/>
                  </a:lnTo>
                  <a:lnTo>
                    <a:pt x="313690" y="26670"/>
                  </a:lnTo>
                  <a:lnTo>
                    <a:pt x="325120" y="26670"/>
                  </a:lnTo>
                  <a:lnTo>
                    <a:pt x="336550" y="26670"/>
                  </a:lnTo>
                  <a:lnTo>
                    <a:pt x="337807" y="25400"/>
                  </a:lnTo>
                  <a:close/>
                </a:path>
                <a:path w="341630" h="363219">
                  <a:moveTo>
                    <a:pt x="341630" y="21590"/>
                  </a:moveTo>
                  <a:lnTo>
                    <a:pt x="330200" y="21590"/>
                  </a:lnTo>
                  <a:lnTo>
                    <a:pt x="318770" y="21590"/>
                  </a:lnTo>
                  <a:lnTo>
                    <a:pt x="316230" y="24130"/>
                  </a:lnTo>
                  <a:lnTo>
                    <a:pt x="327660" y="24130"/>
                  </a:lnTo>
                  <a:lnTo>
                    <a:pt x="339090" y="24130"/>
                  </a:lnTo>
                  <a:lnTo>
                    <a:pt x="341630" y="21590"/>
                  </a:lnTo>
                  <a:close/>
                </a:path>
                <a:path w="341630" h="363219">
                  <a:moveTo>
                    <a:pt x="341630" y="19050"/>
                  </a:moveTo>
                  <a:lnTo>
                    <a:pt x="332727" y="19050"/>
                  </a:lnTo>
                  <a:lnTo>
                    <a:pt x="321310" y="19050"/>
                  </a:lnTo>
                  <a:lnTo>
                    <a:pt x="320040" y="20320"/>
                  </a:lnTo>
                  <a:lnTo>
                    <a:pt x="331470" y="20320"/>
                  </a:lnTo>
                  <a:lnTo>
                    <a:pt x="341630" y="20320"/>
                  </a:lnTo>
                  <a:lnTo>
                    <a:pt x="341630" y="19050"/>
                  </a:lnTo>
                  <a:close/>
                </a:path>
                <a:path w="341630" h="363219">
                  <a:moveTo>
                    <a:pt x="341630" y="15240"/>
                  </a:moveTo>
                  <a:lnTo>
                    <a:pt x="336550" y="15240"/>
                  </a:lnTo>
                  <a:lnTo>
                    <a:pt x="325120" y="15240"/>
                  </a:lnTo>
                  <a:lnTo>
                    <a:pt x="322580" y="17780"/>
                  </a:lnTo>
                  <a:lnTo>
                    <a:pt x="334010" y="17780"/>
                  </a:lnTo>
                  <a:lnTo>
                    <a:pt x="341630" y="17780"/>
                  </a:lnTo>
                  <a:lnTo>
                    <a:pt x="341630" y="15240"/>
                  </a:lnTo>
                  <a:close/>
                </a:path>
                <a:path w="341630" h="363219">
                  <a:moveTo>
                    <a:pt x="341630" y="12700"/>
                  </a:moveTo>
                  <a:lnTo>
                    <a:pt x="339077" y="12700"/>
                  </a:lnTo>
                  <a:lnTo>
                    <a:pt x="327660" y="12700"/>
                  </a:lnTo>
                  <a:lnTo>
                    <a:pt x="326390" y="13970"/>
                  </a:lnTo>
                  <a:lnTo>
                    <a:pt x="337820" y="13970"/>
                  </a:lnTo>
                  <a:lnTo>
                    <a:pt x="341630" y="13970"/>
                  </a:lnTo>
                  <a:lnTo>
                    <a:pt x="341630" y="12700"/>
                  </a:lnTo>
                  <a:close/>
                </a:path>
                <a:path w="341630" h="363219">
                  <a:moveTo>
                    <a:pt x="341630" y="8890"/>
                  </a:moveTo>
                  <a:lnTo>
                    <a:pt x="331470" y="8890"/>
                  </a:lnTo>
                  <a:lnTo>
                    <a:pt x="328930" y="11430"/>
                  </a:lnTo>
                  <a:lnTo>
                    <a:pt x="340360" y="11430"/>
                  </a:lnTo>
                  <a:lnTo>
                    <a:pt x="341630" y="11430"/>
                  </a:lnTo>
                  <a:lnTo>
                    <a:pt x="341630" y="10160"/>
                  </a:lnTo>
                  <a:lnTo>
                    <a:pt x="341630" y="8890"/>
                  </a:lnTo>
                  <a:close/>
                </a:path>
                <a:path w="341630" h="363219">
                  <a:moveTo>
                    <a:pt x="341630" y="6350"/>
                  </a:moveTo>
                  <a:lnTo>
                    <a:pt x="334010" y="6350"/>
                  </a:lnTo>
                  <a:lnTo>
                    <a:pt x="332740" y="7620"/>
                  </a:lnTo>
                  <a:lnTo>
                    <a:pt x="341630" y="7620"/>
                  </a:lnTo>
                  <a:lnTo>
                    <a:pt x="341630" y="6350"/>
                  </a:lnTo>
                  <a:close/>
                </a:path>
                <a:path w="341630" h="363219">
                  <a:moveTo>
                    <a:pt x="341630" y="2540"/>
                  </a:moveTo>
                  <a:lnTo>
                    <a:pt x="337820" y="2540"/>
                  </a:lnTo>
                  <a:lnTo>
                    <a:pt x="335280" y="5080"/>
                  </a:lnTo>
                  <a:lnTo>
                    <a:pt x="341630" y="5080"/>
                  </a:lnTo>
                  <a:lnTo>
                    <a:pt x="341630" y="2540"/>
                  </a:lnTo>
                  <a:close/>
                </a:path>
                <a:path w="341630" h="363219">
                  <a:moveTo>
                    <a:pt x="341630" y="0"/>
                  </a:moveTo>
                  <a:lnTo>
                    <a:pt x="340360" y="0"/>
                  </a:lnTo>
                  <a:lnTo>
                    <a:pt x="339090" y="1270"/>
                  </a:lnTo>
                  <a:lnTo>
                    <a:pt x="341630" y="1270"/>
                  </a:lnTo>
                  <a:lnTo>
                    <a:pt x="341630" y="0"/>
                  </a:lnTo>
                  <a:close/>
                </a:path>
              </a:pathLst>
            </a:custGeom>
            <a:solidFill>
              <a:srgbClr val="CCBC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2" name="object 1752"/>
            <p:cNvSpPr/>
            <p:nvPr/>
          </p:nvSpPr>
          <p:spPr>
            <a:xfrm>
              <a:off x="2860039" y="2748279"/>
              <a:ext cx="341630" cy="351790"/>
            </a:xfrm>
            <a:custGeom>
              <a:avLst/>
              <a:gdLst/>
              <a:ahLst/>
              <a:cxnLst/>
              <a:rect l="l" t="t" r="r" b="b"/>
              <a:pathLst>
                <a:path w="341630" h="351789">
                  <a:moveTo>
                    <a:pt x="201930" y="149860"/>
                  </a:moveTo>
                  <a:lnTo>
                    <a:pt x="191769" y="149860"/>
                  </a:lnTo>
                  <a:lnTo>
                    <a:pt x="190500" y="151129"/>
                  </a:lnTo>
                  <a:lnTo>
                    <a:pt x="200660" y="151129"/>
                  </a:lnTo>
                  <a:lnTo>
                    <a:pt x="201930" y="149860"/>
                  </a:lnTo>
                  <a:close/>
                </a:path>
                <a:path w="341630" h="351789">
                  <a:moveTo>
                    <a:pt x="205740" y="146050"/>
                  </a:moveTo>
                  <a:lnTo>
                    <a:pt x="195580" y="146050"/>
                  </a:lnTo>
                  <a:lnTo>
                    <a:pt x="193040" y="148589"/>
                  </a:lnTo>
                  <a:lnTo>
                    <a:pt x="203200" y="148589"/>
                  </a:lnTo>
                  <a:lnTo>
                    <a:pt x="205740" y="146050"/>
                  </a:lnTo>
                  <a:close/>
                </a:path>
                <a:path w="341630" h="351789">
                  <a:moveTo>
                    <a:pt x="208280" y="143510"/>
                  </a:moveTo>
                  <a:lnTo>
                    <a:pt x="198119" y="143510"/>
                  </a:lnTo>
                  <a:lnTo>
                    <a:pt x="196850" y="144779"/>
                  </a:lnTo>
                  <a:lnTo>
                    <a:pt x="207010" y="144779"/>
                  </a:lnTo>
                  <a:lnTo>
                    <a:pt x="208280" y="143510"/>
                  </a:lnTo>
                  <a:close/>
                </a:path>
                <a:path w="341630" h="351789">
                  <a:moveTo>
                    <a:pt x="212090" y="139700"/>
                  </a:moveTo>
                  <a:lnTo>
                    <a:pt x="201930" y="139700"/>
                  </a:lnTo>
                  <a:lnTo>
                    <a:pt x="199390" y="142239"/>
                  </a:lnTo>
                  <a:lnTo>
                    <a:pt x="209550" y="142239"/>
                  </a:lnTo>
                  <a:lnTo>
                    <a:pt x="212090" y="139700"/>
                  </a:lnTo>
                  <a:close/>
                </a:path>
                <a:path w="341630" h="351789">
                  <a:moveTo>
                    <a:pt x="214630" y="137160"/>
                  </a:moveTo>
                  <a:lnTo>
                    <a:pt x="204469" y="137160"/>
                  </a:lnTo>
                  <a:lnTo>
                    <a:pt x="203200" y="138429"/>
                  </a:lnTo>
                  <a:lnTo>
                    <a:pt x="213360" y="138429"/>
                  </a:lnTo>
                  <a:lnTo>
                    <a:pt x="214630" y="137160"/>
                  </a:lnTo>
                  <a:close/>
                </a:path>
                <a:path w="341630" h="351789">
                  <a:moveTo>
                    <a:pt x="218440" y="133350"/>
                  </a:moveTo>
                  <a:lnTo>
                    <a:pt x="208280" y="133350"/>
                  </a:lnTo>
                  <a:lnTo>
                    <a:pt x="205740" y="135889"/>
                  </a:lnTo>
                  <a:lnTo>
                    <a:pt x="215900" y="135889"/>
                  </a:lnTo>
                  <a:lnTo>
                    <a:pt x="218440" y="133350"/>
                  </a:lnTo>
                  <a:close/>
                </a:path>
                <a:path w="341630" h="351789">
                  <a:moveTo>
                    <a:pt x="220980" y="130810"/>
                  </a:moveTo>
                  <a:lnTo>
                    <a:pt x="210819" y="130810"/>
                  </a:lnTo>
                  <a:lnTo>
                    <a:pt x="209550" y="132079"/>
                  </a:lnTo>
                  <a:lnTo>
                    <a:pt x="219710" y="132079"/>
                  </a:lnTo>
                  <a:lnTo>
                    <a:pt x="220980" y="130810"/>
                  </a:lnTo>
                  <a:close/>
                </a:path>
                <a:path w="341630" h="351789">
                  <a:moveTo>
                    <a:pt x="224790" y="127000"/>
                  </a:moveTo>
                  <a:lnTo>
                    <a:pt x="214630" y="127000"/>
                  </a:lnTo>
                  <a:lnTo>
                    <a:pt x="212090" y="129539"/>
                  </a:lnTo>
                  <a:lnTo>
                    <a:pt x="222250" y="129539"/>
                  </a:lnTo>
                  <a:lnTo>
                    <a:pt x="224790" y="127000"/>
                  </a:lnTo>
                  <a:close/>
                </a:path>
                <a:path w="341630" h="351789">
                  <a:moveTo>
                    <a:pt x="227330" y="124460"/>
                  </a:moveTo>
                  <a:lnTo>
                    <a:pt x="217169" y="124460"/>
                  </a:lnTo>
                  <a:lnTo>
                    <a:pt x="215900" y="125729"/>
                  </a:lnTo>
                  <a:lnTo>
                    <a:pt x="226060" y="125729"/>
                  </a:lnTo>
                  <a:lnTo>
                    <a:pt x="227330" y="124460"/>
                  </a:lnTo>
                  <a:close/>
                </a:path>
                <a:path w="341630" h="351789">
                  <a:moveTo>
                    <a:pt x="231140" y="120650"/>
                  </a:moveTo>
                  <a:lnTo>
                    <a:pt x="220980" y="120650"/>
                  </a:lnTo>
                  <a:lnTo>
                    <a:pt x="218440" y="123189"/>
                  </a:lnTo>
                  <a:lnTo>
                    <a:pt x="228600" y="123189"/>
                  </a:lnTo>
                  <a:lnTo>
                    <a:pt x="231140" y="120650"/>
                  </a:lnTo>
                  <a:close/>
                </a:path>
                <a:path w="341630" h="351789">
                  <a:moveTo>
                    <a:pt x="233680" y="118110"/>
                  </a:moveTo>
                  <a:lnTo>
                    <a:pt x="223519" y="118110"/>
                  </a:lnTo>
                  <a:lnTo>
                    <a:pt x="222250" y="119379"/>
                  </a:lnTo>
                  <a:lnTo>
                    <a:pt x="232410" y="119379"/>
                  </a:lnTo>
                  <a:lnTo>
                    <a:pt x="233680" y="118110"/>
                  </a:lnTo>
                  <a:close/>
                </a:path>
                <a:path w="341630" h="351789">
                  <a:moveTo>
                    <a:pt x="237490" y="114300"/>
                  </a:moveTo>
                  <a:lnTo>
                    <a:pt x="227330" y="114300"/>
                  </a:lnTo>
                  <a:lnTo>
                    <a:pt x="224790" y="116839"/>
                  </a:lnTo>
                  <a:lnTo>
                    <a:pt x="234950" y="116839"/>
                  </a:lnTo>
                  <a:lnTo>
                    <a:pt x="237490" y="114300"/>
                  </a:lnTo>
                  <a:close/>
                </a:path>
                <a:path w="341630" h="351789">
                  <a:moveTo>
                    <a:pt x="240030" y="111760"/>
                  </a:moveTo>
                  <a:lnTo>
                    <a:pt x="229870" y="111760"/>
                  </a:lnTo>
                  <a:lnTo>
                    <a:pt x="228600" y="113029"/>
                  </a:lnTo>
                  <a:lnTo>
                    <a:pt x="238760" y="113029"/>
                  </a:lnTo>
                  <a:lnTo>
                    <a:pt x="240030" y="111760"/>
                  </a:lnTo>
                  <a:close/>
                </a:path>
                <a:path w="341630" h="351789">
                  <a:moveTo>
                    <a:pt x="243840" y="107950"/>
                  </a:moveTo>
                  <a:lnTo>
                    <a:pt x="233680" y="107950"/>
                  </a:lnTo>
                  <a:lnTo>
                    <a:pt x="231140" y="110489"/>
                  </a:lnTo>
                  <a:lnTo>
                    <a:pt x="241300" y="110489"/>
                  </a:lnTo>
                  <a:lnTo>
                    <a:pt x="243840" y="107950"/>
                  </a:lnTo>
                  <a:close/>
                </a:path>
                <a:path w="341630" h="351789">
                  <a:moveTo>
                    <a:pt x="246380" y="105410"/>
                  </a:moveTo>
                  <a:lnTo>
                    <a:pt x="236219" y="105410"/>
                  </a:lnTo>
                  <a:lnTo>
                    <a:pt x="234950" y="106679"/>
                  </a:lnTo>
                  <a:lnTo>
                    <a:pt x="245110" y="106679"/>
                  </a:lnTo>
                  <a:lnTo>
                    <a:pt x="246380" y="105410"/>
                  </a:lnTo>
                  <a:close/>
                </a:path>
                <a:path w="341630" h="351789">
                  <a:moveTo>
                    <a:pt x="250190" y="101600"/>
                  </a:moveTo>
                  <a:lnTo>
                    <a:pt x="240030" y="101600"/>
                  </a:lnTo>
                  <a:lnTo>
                    <a:pt x="237490" y="104139"/>
                  </a:lnTo>
                  <a:lnTo>
                    <a:pt x="247650" y="104139"/>
                  </a:lnTo>
                  <a:lnTo>
                    <a:pt x="250190" y="101600"/>
                  </a:lnTo>
                  <a:close/>
                </a:path>
                <a:path w="341630" h="351789">
                  <a:moveTo>
                    <a:pt x="252730" y="99060"/>
                  </a:moveTo>
                  <a:lnTo>
                    <a:pt x="242569" y="99060"/>
                  </a:lnTo>
                  <a:lnTo>
                    <a:pt x="241300" y="100329"/>
                  </a:lnTo>
                  <a:lnTo>
                    <a:pt x="251460" y="100329"/>
                  </a:lnTo>
                  <a:lnTo>
                    <a:pt x="252730" y="99060"/>
                  </a:lnTo>
                  <a:close/>
                </a:path>
                <a:path w="341630" h="351789">
                  <a:moveTo>
                    <a:pt x="256540" y="95250"/>
                  </a:moveTo>
                  <a:lnTo>
                    <a:pt x="246380" y="95250"/>
                  </a:lnTo>
                  <a:lnTo>
                    <a:pt x="243840" y="97789"/>
                  </a:lnTo>
                  <a:lnTo>
                    <a:pt x="254000" y="97789"/>
                  </a:lnTo>
                  <a:lnTo>
                    <a:pt x="256540" y="95250"/>
                  </a:lnTo>
                  <a:close/>
                </a:path>
                <a:path w="341630" h="351789">
                  <a:moveTo>
                    <a:pt x="259080" y="92710"/>
                  </a:moveTo>
                  <a:lnTo>
                    <a:pt x="248919" y="92710"/>
                  </a:lnTo>
                  <a:lnTo>
                    <a:pt x="247650" y="93979"/>
                  </a:lnTo>
                  <a:lnTo>
                    <a:pt x="257810" y="93979"/>
                  </a:lnTo>
                  <a:lnTo>
                    <a:pt x="259080" y="92710"/>
                  </a:lnTo>
                  <a:close/>
                </a:path>
                <a:path w="341630" h="351789">
                  <a:moveTo>
                    <a:pt x="262890" y="88900"/>
                  </a:moveTo>
                  <a:lnTo>
                    <a:pt x="252730" y="88900"/>
                  </a:lnTo>
                  <a:lnTo>
                    <a:pt x="250190" y="91439"/>
                  </a:lnTo>
                  <a:lnTo>
                    <a:pt x="260350" y="91439"/>
                  </a:lnTo>
                  <a:lnTo>
                    <a:pt x="262890" y="88900"/>
                  </a:lnTo>
                  <a:close/>
                </a:path>
                <a:path w="341630" h="351789">
                  <a:moveTo>
                    <a:pt x="265430" y="86360"/>
                  </a:moveTo>
                  <a:lnTo>
                    <a:pt x="255269" y="86360"/>
                  </a:lnTo>
                  <a:lnTo>
                    <a:pt x="254000" y="87629"/>
                  </a:lnTo>
                  <a:lnTo>
                    <a:pt x="264160" y="87629"/>
                  </a:lnTo>
                  <a:lnTo>
                    <a:pt x="265430" y="86360"/>
                  </a:lnTo>
                  <a:close/>
                </a:path>
                <a:path w="341630" h="351789">
                  <a:moveTo>
                    <a:pt x="269240" y="82550"/>
                  </a:moveTo>
                  <a:lnTo>
                    <a:pt x="259080" y="82550"/>
                  </a:lnTo>
                  <a:lnTo>
                    <a:pt x="256540" y="85089"/>
                  </a:lnTo>
                  <a:lnTo>
                    <a:pt x="266700" y="85089"/>
                  </a:lnTo>
                  <a:lnTo>
                    <a:pt x="269240" y="82550"/>
                  </a:lnTo>
                  <a:close/>
                </a:path>
                <a:path w="341630" h="351789">
                  <a:moveTo>
                    <a:pt x="271780" y="80010"/>
                  </a:moveTo>
                  <a:lnTo>
                    <a:pt x="261619" y="80010"/>
                  </a:lnTo>
                  <a:lnTo>
                    <a:pt x="260350" y="81279"/>
                  </a:lnTo>
                  <a:lnTo>
                    <a:pt x="270510" y="81279"/>
                  </a:lnTo>
                  <a:lnTo>
                    <a:pt x="271780" y="80010"/>
                  </a:lnTo>
                  <a:close/>
                </a:path>
                <a:path w="341630" h="351789">
                  <a:moveTo>
                    <a:pt x="275590" y="76200"/>
                  </a:moveTo>
                  <a:lnTo>
                    <a:pt x="265430" y="76200"/>
                  </a:lnTo>
                  <a:lnTo>
                    <a:pt x="262890" y="78739"/>
                  </a:lnTo>
                  <a:lnTo>
                    <a:pt x="273050" y="78739"/>
                  </a:lnTo>
                  <a:lnTo>
                    <a:pt x="275590" y="76200"/>
                  </a:lnTo>
                  <a:close/>
                </a:path>
                <a:path w="341630" h="351789">
                  <a:moveTo>
                    <a:pt x="278130" y="73660"/>
                  </a:moveTo>
                  <a:lnTo>
                    <a:pt x="267969" y="73660"/>
                  </a:lnTo>
                  <a:lnTo>
                    <a:pt x="266700" y="74929"/>
                  </a:lnTo>
                  <a:lnTo>
                    <a:pt x="276860" y="74929"/>
                  </a:lnTo>
                  <a:lnTo>
                    <a:pt x="278130" y="73660"/>
                  </a:lnTo>
                  <a:close/>
                </a:path>
                <a:path w="341630" h="351789">
                  <a:moveTo>
                    <a:pt x="281940" y="69850"/>
                  </a:moveTo>
                  <a:lnTo>
                    <a:pt x="271780" y="69850"/>
                  </a:lnTo>
                  <a:lnTo>
                    <a:pt x="269240" y="72389"/>
                  </a:lnTo>
                  <a:lnTo>
                    <a:pt x="279400" y="72389"/>
                  </a:lnTo>
                  <a:lnTo>
                    <a:pt x="281940" y="69850"/>
                  </a:lnTo>
                  <a:close/>
                </a:path>
                <a:path w="341630" h="351789">
                  <a:moveTo>
                    <a:pt x="284480" y="67310"/>
                  </a:moveTo>
                  <a:lnTo>
                    <a:pt x="274319" y="67310"/>
                  </a:lnTo>
                  <a:lnTo>
                    <a:pt x="273050" y="68579"/>
                  </a:lnTo>
                  <a:lnTo>
                    <a:pt x="283210" y="68579"/>
                  </a:lnTo>
                  <a:lnTo>
                    <a:pt x="284480" y="67310"/>
                  </a:lnTo>
                  <a:close/>
                </a:path>
                <a:path w="341630" h="351789">
                  <a:moveTo>
                    <a:pt x="288290" y="63500"/>
                  </a:moveTo>
                  <a:lnTo>
                    <a:pt x="278130" y="63500"/>
                  </a:lnTo>
                  <a:lnTo>
                    <a:pt x="275590" y="66039"/>
                  </a:lnTo>
                  <a:lnTo>
                    <a:pt x="285750" y="66039"/>
                  </a:lnTo>
                  <a:lnTo>
                    <a:pt x="288290" y="63500"/>
                  </a:lnTo>
                  <a:close/>
                </a:path>
                <a:path w="341630" h="351789">
                  <a:moveTo>
                    <a:pt x="290830" y="60960"/>
                  </a:moveTo>
                  <a:lnTo>
                    <a:pt x="280669" y="60960"/>
                  </a:lnTo>
                  <a:lnTo>
                    <a:pt x="279400" y="62229"/>
                  </a:lnTo>
                  <a:lnTo>
                    <a:pt x="289560" y="62229"/>
                  </a:lnTo>
                  <a:lnTo>
                    <a:pt x="290830" y="60960"/>
                  </a:lnTo>
                  <a:close/>
                </a:path>
                <a:path w="341630" h="351789">
                  <a:moveTo>
                    <a:pt x="294640" y="57150"/>
                  </a:moveTo>
                  <a:lnTo>
                    <a:pt x="284480" y="57150"/>
                  </a:lnTo>
                  <a:lnTo>
                    <a:pt x="281940" y="59689"/>
                  </a:lnTo>
                  <a:lnTo>
                    <a:pt x="292100" y="59689"/>
                  </a:lnTo>
                  <a:lnTo>
                    <a:pt x="294640" y="57150"/>
                  </a:lnTo>
                  <a:close/>
                </a:path>
                <a:path w="341630" h="351789">
                  <a:moveTo>
                    <a:pt x="297180" y="54610"/>
                  </a:moveTo>
                  <a:lnTo>
                    <a:pt x="287019" y="54610"/>
                  </a:lnTo>
                  <a:lnTo>
                    <a:pt x="285750" y="55879"/>
                  </a:lnTo>
                  <a:lnTo>
                    <a:pt x="295910" y="55879"/>
                  </a:lnTo>
                  <a:lnTo>
                    <a:pt x="297180" y="54610"/>
                  </a:lnTo>
                  <a:close/>
                </a:path>
                <a:path w="341630" h="351789">
                  <a:moveTo>
                    <a:pt x="300990" y="50800"/>
                  </a:moveTo>
                  <a:lnTo>
                    <a:pt x="290830" y="50800"/>
                  </a:lnTo>
                  <a:lnTo>
                    <a:pt x="288290" y="53339"/>
                  </a:lnTo>
                  <a:lnTo>
                    <a:pt x="298450" y="53339"/>
                  </a:lnTo>
                  <a:lnTo>
                    <a:pt x="300990" y="50800"/>
                  </a:lnTo>
                  <a:close/>
                </a:path>
                <a:path w="341630" h="351789">
                  <a:moveTo>
                    <a:pt x="303530" y="48260"/>
                  </a:moveTo>
                  <a:lnTo>
                    <a:pt x="293369" y="48260"/>
                  </a:lnTo>
                  <a:lnTo>
                    <a:pt x="292100" y="49529"/>
                  </a:lnTo>
                  <a:lnTo>
                    <a:pt x="302260" y="49529"/>
                  </a:lnTo>
                  <a:lnTo>
                    <a:pt x="303530" y="48260"/>
                  </a:lnTo>
                  <a:close/>
                </a:path>
                <a:path w="341630" h="351789">
                  <a:moveTo>
                    <a:pt x="307340" y="44450"/>
                  </a:moveTo>
                  <a:lnTo>
                    <a:pt x="297180" y="44450"/>
                  </a:lnTo>
                  <a:lnTo>
                    <a:pt x="294640" y="46989"/>
                  </a:lnTo>
                  <a:lnTo>
                    <a:pt x="304800" y="46989"/>
                  </a:lnTo>
                  <a:lnTo>
                    <a:pt x="307340" y="44450"/>
                  </a:lnTo>
                  <a:close/>
                </a:path>
                <a:path w="341630" h="351789">
                  <a:moveTo>
                    <a:pt x="309880" y="41910"/>
                  </a:moveTo>
                  <a:lnTo>
                    <a:pt x="299719" y="41910"/>
                  </a:lnTo>
                  <a:lnTo>
                    <a:pt x="298450" y="43179"/>
                  </a:lnTo>
                  <a:lnTo>
                    <a:pt x="308610" y="43179"/>
                  </a:lnTo>
                  <a:lnTo>
                    <a:pt x="309880" y="41910"/>
                  </a:lnTo>
                  <a:close/>
                </a:path>
                <a:path w="341630" h="351789">
                  <a:moveTo>
                    <a:pt x="313690" y="38100"/>
                  </a:moveTo>
                  <a:lnTo>
                    <a:pt x="303530" y="38100"/>
                  </a:lnTo>
                  <a:lnTo>
                    <a:pt x="300990" y="40639"/>
                  </a:lnTo>
                  <a:lnTo>
                    <a:pt x="311150" y="40639"/>
                  </a:lnTo>
                  <a:lnTo>
                    <a:pt x="313690" y="38100"/>
                  </a:lnTo>
                  <a:close/>
                </a:path>
                <a:path w="341630" h="351789">
                  <a:moveTo>
                    <a:pt x="316230" y="35560"/>
                  </a:moveTo>
                  <a:lnTo>
                    <a:pt x="306069" y="35560"/>
                  </a:lnTo>
                  <a:lnTo>
                    <a:pt x="304800" y="36829"/>
                  </a:lnTo>
                  <a:lnTo>
                    <a:pt x="314960" y="36829"/>
                  </a:lnTo>
                  <a:lnTo>
                    <a:pt x="316230" y="35560"/>
                  </a:lnTo>
                  <a:close/>
                </a:path>
                <a:path w="341630" h="351789">
                  <a:moveTo>
                    <a:pt x="320040" y="31750"/>
                  </a:moveTo>
                  <a:lnTo>
                    <a:pt x="309880" y="31750"/>
                  </a:lnTo>
                  <a:lnTo>
                    <a:pt x="307340" y="34289"/>
                  </a:lnTo>
                  <a:lnTo>
                    <a:pt x="317500" y="34289"/>
                  </a:lnTo>
                  <a:lnTo>
                    <a:pt x="320040" y="31750"/>
                  </a:lnTo>
                  <a:close/>
                </a:path>
                <a:path w="341630" h="351789">
                  <a:moveTo>
                    <a:pt x="322580" y="29210"/>
                  </a:moveTo>
                  <a:lnTo>
                    <a:pt x="312419" y="29210"/>
                  </a:lnTo>
                  <a:lnTo>
                    <a:pt x="311150" y="30479"/>
                  </a:lnTo>
                  <a:lnTo>
                    <a:pt x="321310" y="30479"/>
                  </a:lnTo>
                  <a:lnTo>
                    <a:pt x="322580" y="29210"/>
                  </a:lnTo>
                  <a:close/>
                </a:path>
                <a:path w="341630" h="351789">
                  <a:moveTo>
                    <a:pt x="326390" y="25400"/>
                  </a:moveTo>
                  <a:lnTo>
                    <a:pt x="316230" y="25400"/>
                  </a:lnTo>
                  <a:lnTo>
                    <a:pt x="313690" y="27939"/>
                  </a:lnTo>
                  <a:lnTo>
                    <a:pt x="323850" y="27939"/>
                  </a:lnTo>
                  <a:lnTo>
                    <a:pt x="326390" y="25400"/>
                  </a:lnTo>
                  <a:close/>
                </a:path>
                <a:path w="341630" h="351789">
                  <a:moveTo>
                    <a:pt x="328930" y="22860"/>
                  </a:moveTo>
                  <a:lnTo>
                    <a:pt x="318769" y="22860"/>
                  </a:lnTo>
                  <a:lnTo>
                    <a:pt x="317500" y="24129"/>
                  </a:lnTo>
                  <a:lnTo>
                    <a:pt x="327660" y="24129"/>
                  </a:lnTo>
                  <a:lnTo>
                    <a:pt x="328930" y="22860"/>
                  </a:lnTo>
                  <a:close/>
                </a:path>
                <a:path w="341630" h="351789">
                  <a:moveTo>
                    <a:pt x="332740" y="19050"/>
                  </a:moveTo>
                  <a:lnTo>
                    <a:pt x="322580" y="19050"/>
                  </a:lnTo>
                  <a:lnTo>
                    <a:pt x="320040" y="21589"/>
                  </a:lnTo>
                  <a:lnTo>
                    <a:pt x="330200" y="21589"/>
                  </a:lnTo>
                  <a:lnTo>
                    <a:pt x="332740" y="19050"/>
                  </a:lnTo>
                  <a:close/>
                </a:path>
                <a:path w="341630" h="351789">
                  <a:moveTo>
                    <a:pt x="335280" y="16510"/>
                  </a:moveTo>
                  <a:lnTo>
                    <a:pt x="325119" y="16510"/>
                  </a:lnTo>
                  <a:lnTo>
                    <a:pt x="323850" y="17779"/>
                  </a:lnTo>
                  <a:lnTo>
                    <a:pt x="334010" y="17779"/>
                  </a:lnTo>
                  <a:lnTo>
                    <a:pt x="335280" y="16510"/>
                  </a:lnTo>
                  <a:close/>
                </a:path>
                <a:path w="341630" h="351789">
                  <a:moveTo>
                    <a:pt x="339090" y="12700"/>
                  </a:moveTo>
                  <a:lnTo>
                    <a:pt x="328930" y="12700"/>
                  </a:lnTo>
                  <a:lnTo>
                    <a:pt x="326390" y="15239"/>
                  </a:lnTo>
                  <a:lnTo>
                    <a:pt x="336550" y="15239"/>
                  </a:lnTo>
                  <a:lnTo>
                    <a:pt x="339090" y="12700"/>
                  </a:lnTo>
                  <a:close/>
                </a:path>
                <a:path w="341630" h="351789">
                  <a:moveTo>
                    <a:pt x="341630" y="10160"/>
                  </a:moveTo>
                  <a:lnTo>
                    <a:pt x="331469" y="10160"/>
                  </a:lnTo>
                  <a:lnTo>
                    <a:pt x="330200" y="11429"/>
                  </a:lnTo>
                  <a:lnTo>
                    <a:pt x="340360" y="11429"/>
                  </a:lnTo>
                  <a:lnTo>
                    <a:pt x="341630" y="10160"/>
                  </a:lnTo>
                  <a:close/>
                </a:path>
                <a:path w="341630" h="351789">
                  <a:moveTo>
                    <a:pt x="341630" y="6350"/>
                  </a:moveTo>
                  <a:lnTo>
                    <a:pt x="335280" y="6350"/>
                  </a:lnTo>
                  <a:lnTo>
                    <a:pt x="332740" y="8889"/>
                  </a:lnTo>
                  <a:lnTo>
                    <a:pt x="341630" y="8889"/>
                  </a:lnTo>
                  <a:lnTo>
                    <a:pt x="341630" y="6350"/>
                  </a:lnTo>
                  <a:close/>
                </a:path>
                <a:path w="341630" h="351789">
                  <a:moveTo>
                    <a:pt x="341630" y="3810"/>
                  </a:moveTo>
                  <a:lnTo>
                    <a:pt x="337819" y="3810"/>
                  </a:lnTo>
                  <a:lnTo>
                    <a:pt x="336550" y="5079"/>
                  </a:lnTo>
                  <a:lnTo>
                    <a:pt x="341630" y="5079"/>
                  </a:lnTo>
                  <a:lnTo>
                    <a:pt x="341630" y="3810"/>
                  </a:lnTo>
                  <a:close/>
                </a:path>
                <a:path w="341630" h="351789">
                  <a:moveTo>
                    <a:pt x="341630" y="0"/>
                  </a:moveTo>
                  <a:lnTo>
                    <a:pt x="339090" y="2539"/>
                  </a:lnTo>
                  <a:lnTo>
                    <a:pt x="341630" y="2539"/>
                  </a:lnTo>
                  <a:lnTo>
                    <a:pt x="341630" y="0"/>
                  </a:lnTo>
                  <a:close/>
                </a:path>
                <a:path w="341630" h="351789">
                  <a:moveTo>
                    <a:pt x="198120" y="153670"/>
                  </a:moveTo>
                  <a:lnTo>
                    <a:pt x="187959" y="153670"/>
                  </a:lnTo>
                  <a:lnTo>
                    <a:pt x="0" y="341630"/>
                  </a:lnTo>
                  <a:lnTo>
                    <a:pt x="0" y="351790"/>
                  </a:lnTo>
                  <a:lnTo>
                    <a:pt x="198120" y="153670"/>
                  </a:lnTo>
                  <a:close/>
                </a:path>
              </a:pathLst>
            </a:custGeom>
            <a:solidFill>
              <a:srgbClr val="CCBD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3" name="object 1753"/>
            <p:cNvSpPr/>
            <p:nvPr/>
          </p:nvSpPr>
          <p:spPr>
            <a:xfrm>
              <a:off x="2860039" y="2758439"/>
              <a:ext cx="341630" cy="351790"/>
            </a:xfrm>
            <a:custGeom>
              <a:avLst/>
              <a:gdLst/>
              <a:ahLst/>
              <a:cxnLst/>
              <a:rect l="l" t="t" r="r" b="b"/>
              <a:pathLst>
                <a:path w="341630" h="351789">
                  <a:moveTo>
                    <a:pt x="212090" y="139700"/>
                  </a:moveTo>
                  <a:lnTo>
                    <a:pt x="201930" y="139700"/>
                  </a:lnTo>
                  <a:lnTo>
                    <a:pt x="200660" y="140969"/>
                  </a:lnTo>
                  <a:lnTo>
                    <a:pt x="210820" y="140969"/>
                  </a:lnTo>
                  <a:lnTo>
                    <a:pt x="212090" y="139700"/>
                  </a:lnTo>
                  <a:close/>
                </a:path>
                <a:path w="341630" h="351789">
                  <a:moveTo>
                    <a:pt x="215900" y="135889"/>
                  </a:moveTo>
                  <a:lnTo>
                    <a:pt x="205740" y="135889"/>
                  </a:lnTo>
                  <a:lnTo>
                    <a:pt x="203200" y="138429"/>
                  </a:lnTo>
                  <a:lnTo>
                    <a:pt x="213360" y="138429"/>
                  </a:lnTo>
                  <a:lnTo>
                    <a:pt x="215900" y="135889"/>
                  </a:lnTo>
                  <a:close/>
                </a:path>
                <a:path w="341630" h="351789">
                  <a:moveTo>
                    <a:pt x="218440" y="133350"/>
                  </a:moveTo>
                  <a:lnTo>
                    <a:pt x="208280" y="133350"/>
                  </a:lnTo>
                  <a:lnTo>
                    <a:pt x="207010" y="134619"/>
                  </a:lnTo>
                  <a:lnTo>
                    <a:pt x="217170" y="134619"/>
                  </a:lnTo>
                  <a:lnTo>
                    <a:pt x="218440" y="133350"/>
                  </a:lnTo>
                  <a:close/>
                </a:path>
                <a:path w="341630" h="351789">
                  <a:moveTo>
                    <a:pt x="222250" y="129539"/>
                  </a:moveTo>
                  <a:lnTo>
                    <a:pt x="212090" y="129539"/>
                  </a:lnTo>
                  <a:lnTo>
                    <a:pt x="209550" y="132079"/>
                  </a:lnTo>
                  <a:lnTo>
                    <a:pt x="219710" y="132079"/>
                  </a:lnTo>
                  <a:lnTo>
                    <a:pt x="222250" y="129539"/>
                  </a:lnTo>
                  <a:close/>
                </a:path>
                <a:path w="341630" h="351789">
                  <a:moveTo>
                    <a:pt x="224790" y="127000"/>
                  </a:moveTo>
                  <a:lnTo>
                    <a:pt x="214630" y="127000"/>
                  </a:lnTo>
                  <a:lnTo>
                    <a:pt x="213360" y="128269"/>
                  </a:lnTo>
                  <a:lnTo>
                    <a:pt x="223520" y="128269"/>
                  </a:lnTo>
                  <a:lnTo>
                    <a:pt x="224790" y="127000"/>
                  </a:lnTo>
                  <a:close/>
                </a:path>
                <a:path w="341630" h="351789">
                  <a:moveTo>
                    <a:pt x="228600" y="123189"/>
                  </a:moveTo>
                  <a:lnTo>
                    <a:pt x="218440" y="123189"/>
                  </a:lnTo>
                  <a:lnTo>
                    <a:pt x="215900" y="125729"/>
                  </a:lnTo>
                  <a:lnTo>
                    <a:pt x="226060" y="125729"/>
                  </a:lnTo>
                  <a:lnTo>
                    <a:pt x="228600" y="123189"/>
                  </a:lnTo>
                  <a:close/>
                </a:path>
                <a:path w="341630" h="351789">
                  <a:moveTo>
                    <a:pt x="231140" y="120650"/>
                  </a:moveTo>
                  <a:lnTo>
                    <a:pt x="220980" y="120650"/>
                  </a:lnTo>
                  <a:lnTo>
                    <a:pt x="219710" y="121919"/>
                  </a:lnTo>
                  <a:lnTo>
                    <a:pt x="229870" y="121919"/>
                  </a:lnTo>
                  <a:lnTo>
                    <a:pt x="231140" y="120650"/>
                  </a:lnTo>
                  <a:close/>
                </a:path>
                <a:path w="341630" h="351789">
                  <a:moveTo>
                    <a:pt x="234950" y="116839"/>
                  </a:moveTo>
                  <a:lnTo>
                    <a:pt x="224790" y="116839"/>
                  </a:lnTo>
                  <a:lnTo>
                    <a:pt x="222250" y="119379"/>
                  </a:lnTo>
                  <a:lnTo>
                    <a:pt x="232410" y="119379"/>
                  </a:lnTo>
                  <a:lnTo>
                    <a:pt x="234950" y="116839"/>
                  </a:lnTo>
                  <a:close/>
                </a:path>
                <a:path w="341630" h="351789">
                  <a:moveTo>
                    <a:pt x="237490" y="114300"/>
                  </a:moveTo>
                  <a:lnTo>
                    <a:pt x="227330" y="114300"/>
                  </a:lnTo>
                  <a:lnTo>
                    <a:pt x="226060" y="115569"/>
                  </a:lnTo>
                  <a:lnTo>
                    <a:pt x="236220" y="115569"/>
                  </a:lnTo>
                  <a:lnTo>
                    <a:pt x="237490" y="114300"/>
                  </a:lnTo>
                  <a:close/>
                </a:path>
                <a:path w="341630" h="351789">
                  <a:moveTo>
                    <a:pt x="241300" y="110489"/>
                  </a:moveTo>
                  <a:lnTo>
                    <a:pt x="231140" y="110489"/>
                  </a:lnTo>
                  <a:lnTo>
                    <a:pt x="228600" y="113029"/>
                  </a:lnTo>
                  <a:lnTo>
                    <a:pt x="238760" y="113029"/>
                  </a:lnTo>
                  <a:lnTo>
                    <a:pt x="241300" y="110489"/>
                  </a:lnTo>
                  <a:close/>
                </a:path>
                <a:path w="341630" h="351789">
                  <a:moveTo>
                    <a:pt x="243840" y="107950"/>
                  </a:moveTo>
                  <a:lnTo>
                    <a:pt x="233680" y="107950"/>
                  </a:lnTo>
                  <a:lnTo>
                    <a:pt x="232410" y="109219"/>
                  </a:lnTo>
                  <a:lnTo>
                    <a:pt x="242570" y="109219"/>
                  </a:lnTo>
                  <a:lnTo>
                    <a:pt x="243840" y="107950"/>
                  </a:lnTo>
                  <a:close/>
                </a:path>
                <a:path w="341630" h="351789">
                  <a:moveTo>
                    <a:pt x="247650" y="104139"/>
                  </a:moveTo>
                  <a:lnTo>
                    <a:pt x="237490" y="104139"/>
                  </a:lnTo>
                  <a:lnTo>
                    <a:pt x="234950" y="106679"/>
                  </a:lnTo>
                  <a:lnTo>
                    <a:pt x="245110" y="106679"/>
                  </a:lnTo>
                  <a:lnTo>
                    <a:pt x="247650" y="104139"/>
                  </a:lnTo>
                  <a:close/>
                </a:path>
                <a:path w="341630" h="351789">
                  <a:moveTo>
                    <a:pt x="250190" y="101600"/>
                  </a:moveTo>
                  <a:lnTo>
                    <a:pt x="240030" y="101600"/>
                  </a:lnTo>
                  <a:lnTo>
                    <a:pt x="238760" y="102869"/>
                  </a:lnTo>
                  <a:lnTo>
                    <a:pt x="248920" y="102869"/>
                  </a:lnTo>
                  <a:lnTo>
                    <a:pt x="250190" y="101600"/>
                  </a:lnTo>
                  <a:close/>
                </a:path>
                <a:path w="341630" h="351789">
                  <a:moveTo>
                    <a:pt x="254000" y="97789"/>
                  </a:moveTo>
                  <a:lnTo>
                    <a:pt x="243840" y="97789"/>
                  </a:lnTo>
                  <a:lnTo>
                    <a:pt x="241300" y="100329"/>
                  </a:lnTo>
                  <a:lnTo>
                    <a:pt x="251460" y="100329"/>
                  </a:lnTo>
                  <a:lnTo>
                    <a:pt x="254000" y="97789"/>
                  </a:lnTo>
                  <a:close/>
                </a:path>
                <a:path w="341630" h="351789">
                  <a:moveTo>
                    <a:pt x="256540" y="95250"/>
                  </a:moveTo>
                  <a:lnTo>
                    <a:pt x="246380" y="95250"/>
                  </a:lnTo>
                  <a:lnTo>
                    <a:pt x="245110" y="96519"/>
                  </a:lnTo>
                  <a:lnTo>
                    <a:pt x="255270" y="96519"/>
                  </a:lnTo>
                  <a:lnTo>
                    <a:pt x="256540" y="95250"/>
                  </a:lnTo>
                  <a:close/>
                </a:path>
                <a:path w="341630" h="351789">
                  <a:moveTo>
                    <a:pt x="260350" y="91439"/>
                  </a:moveTo>
                  <a:lnTo>
                    <a:pt x="250190" y="91439"/>
                  </a:lnTo>
                  <a:lnTo>
                    <a:pt x="247650" y="93979"/>
                  </a:lnTo>
                  <a:lnTo>
                    <a:pt x="257810" y="93979"/>
                  </a:lnTo>
                  <a:lnTo>
                    <a:pt x="260350" y="91439"/>
                  </a:lnTo>
                  <a:close/>
                </a:path>
                <a:path w="341630" h="351789">
                  <a:moveTo>
                    <a:pt x="262890" y="88900"/>
                  </a:moveTo>
                  <a:lnTo>
                    <a:pt x="252730" y="88900"/>
                  </a:lnTo>
                  <a:lnTo>
                    <a:pt x="251460" y="90169"/>
                  </a:lnTo>
                  <a:lnTo>
                    <a:pt x="261620" y="90169"/>
                  </a:lnTo>
                  <a:lnTo>
                    <a:pt x="262890" y="88900"/>
                  </a:lnTo>
                  <a:close/>
                </a:path>
                <a:path w="341630" h="351789">
                  <a:moveTo>
                    <a:pt x="266700" y="85089"/>
                  </a:moveTo>
                  <a:lnTo>
                    <a:pt x="256540" y="85089"/>
                  </a:lnTo>
                  <a:lnTo>
                    <a:pt x="254000" y="87629"/>
                  </a:lnTo>
                  <a:lnTo>
                    <a:pt x="264160" y="87629"/>
                  </a:lnTo>
                  <a:lnTo>
                    <a:pt x="266700" y="85089"/>
                  </a:lnTo>
                  <a:close/>
                </a:path>
                <a:path w="341630" h="351789">
                  <a:moveTo>
                    <a:pt x="269240" y="82550"/>
                  </a:moveTo>
                  <a:lnTo>
                    <a:pt x="259080" y="82550"/>
                  </a:lnTo>
                  <a:lnTo>
                    <a:pt x="257810" y="83819"/>
                  </a:lnTo>
                  <a:lnTo>
                    <a:pt x="267970" y="83819"/>
                  </a:lnTo>
                  <a:lnTo>
                    <a:pt x="269240" y="82550"/>
                  </a:lnTo>
                  <a:close/>
                </a:path>
                <a:path w="341630" h="351789">
                  <a:moveTo>
                    <a:pt x="273050" y="78739"/>
                  </a:moveTo>
                  <a:lnTo>
                    <a:pt x="262890" y="78739"/>
                  </a:lnTo>
                  <a:lnTo>
                    <a:pt x="260350" y="81279"/>
                  </a:lnTo>
                  <a:lnTo>
                    <a:pt x="270510" y="81279"/>
                  </a:lnTo>
                  <a:lnTo>
                    <a:pt x="273050" y="78739"/>
                  </a:lnTo>
                  <a:close/>
                </a:path>
                <a:path w="341630" h="351789">
                  <a:moveTo>
                    <a:pt x="275590" y="76200"/>
                  </a:moveTo>
                  <a:lnTo>
                    <a:pt x="265430" y="76200"/>
                  </a:lnTo>
                  <a:lnTo>
                    <a:pt x="264160" y="77469"/>
                  </a:lnTo>
                  <a:lnTo>
                    <a:pt x="274320" y="77469"/>
                  </a:lnTo>
                  <a:lnTo>
                    <a:pt x="275590" y="76200"/>
                  </a:lnTo>
                  <a:close/>
                </a:path>
                <a:path w="341630" h="351789">
                  <a:moveTo>
                    <a:pt x="279400" y="72389"/>
                  </a:moveTo>
                  <a:lnTo>
                    <a:pt x="269240" y="72389"/>
                  </a:lnTo>
                  <a:lnTo>
                    <a:pt x="266700" y="74929"/>
                  </a:lnTo>
                  <a:lnTo>
                    <a:pt x="276860" y="74929"/>
                  </a:lnTo>
                  <a:lnTo>
                    <a:pt x="279400" y="72389"/>
                  </a:lnTo>
                  <a:close/>
                </a:path>
                <a:path w="341630" h="351789">
                  <a:moveTo>
                    <a:pt x="281940" y="69850"/>
                  </a:moveTo>
                  <a:lnTo>
                    <a:pt x="271780" y="69850"/>
                  </a:lnTo>
                  <a:lnTo>
                    <a:pt x="270510" y="71119"/>
                  </a:lnTo>
                  <a:lnTo>
                    <a:pt x="280670" y="71119"/>
                  </a:lnTo>
                  <a:lnTo>
                    <a:pt x="281940" y="69850"/>
                  </a:lnTo>
                  <a:close/>
                </a:path>
                <a:path w="341630" h="351789">
                  <a:moveTo>
                    <a:pt x="285750" y="66039"/>
                  </a:moveTo>
                  <a:lnTo>
                    <a:pt x="275590" y="66039"/>
                  </a:lnTo>
                  <a:lnTo>
                    <a:pt x="273050" y="68579"/>
                  </a:lnTo>
                  <a:lnTo>
                    <a:pt x="283210" y="68579"/>
                  </a:lnTo>
                  <a:lnTo>
                    <a:pt x="285750" y="66039"/>
                  </a:lnTo>
                  <a:close/>
                </a:path>
                <a:path w="341630" h="351789">
                  <a:moveTo>
                    <a:pt x="288290" y="63500"/>
                  </a:moveTo>
                  <a:lnTo>
                    <a:pt x="278130" y="63500"/>
                  </a:lnTo>
                  <a:lnTo>
                    <a:pt x="276860" y="64769"/>
                  </a:lnTo>
                  <a:lnTo>
                    <a:pt x="287020" y="64769"/>
                  </a:lnTo>
                  <a:lnTo>
                    <a:pt x="288290" y="63500"/>
                  </a:lnTo>
                  <a:close/>
                </a:path>
                <a:path w="341630" h="351789">
                  <a:moveTo>
                    <a:pt x="292100" y="59689"/>
                  </a:moveTo>
                  <a:lnTo>
                    <a:pt x="281940" y="59689"/>
                  </a:lnTo>
                  <a:lnTo>
                    <a:pt x="279400" y="62229"/>
                  </a:lnTo>
                  <a:lnTo>
                    <a:pt x="289560" y="62229"/>
                  </a:lnTo>
                  <a:lnTo>
                    <a:pt x="292100" y="59689"/>
                  </a:lnTo>
                  <a:close/>
                </a:path>
                <a:path w="341630" h="351789">
                  <a:moveTo>
                    <a:pt x="294640" y="57150"/>
                  </a:moveTo>
                  <a:lnTo>
                    <a:pt x="284480" y="57150"/>
                  </a:lnTo>
                  <a:lnTo>
                    <a:pt x="283210" y="58419"/>
                  </a:lnTo>
                  <a:lnTo>
                    <a:pt x="293370" y="58419"/>
                  </a:lnTo>
                  <a:lnTo>
                    <a:pt x="294640" y="57150"/>
                  </a:lnTo>
                  <a:close/>
                </a:path>
                <a:path w="341630" h="351789">
                  <a:moveTo>
                    <a:pt x="298450" y="53339"/>
                  </a:moveTo>
                  <a:lnTo>
                    <a:pt x="288290" y="53339"/>
                  </a:lnTo>
                  <a:lnTo>
                    <a:pt x="285750" y="55879"/>
                  </a:lnTo>
                  <a:lnTo>
                    <a:pt x="295910" y="55879"/>
                  </a:lnTo>
                  <a:lnTo>
                    <a:pt x="298450" y="53339"/>
                  </a:lnTo>
                  <a:close/>
                </a:path>
                <a:path w="341630" h="351789">
                  <a:moveTo>
                    <a:pt x="300990" y="50800"/>
                  </a:moveTo>
                  <a:lnTo>
                    <a:pt x="290830" y="50800"/>
                  </a:lnTo>
                  <a:lnTo>
                    <a:pt x="289560" y="52069"/>
                  </a:lnTo>
                  <a:lnTo>
                    <a:pt x="299720" y="52069"/>
                  </a:lnTo>
                  <a:lnTo>
                    <a:pt x="300990" y="50800"/>
                  </a:lnTo>
                  <a:close/>
                </a:path>
                <a:path w="341630" h="351789">
                  <a:moveTo>
                    <a:pt x="304800" y="46989"/>
                  </a:moveTo>
                  <a:lnTo>
                    <a:pt x="294640" y="46989"/>
                  </a:lnTo>
                  <a:lnTo>
                    <a:pt x="292100" y="49529"/>
                  </a:lnTo>
                  <a:lnTo>
                    <a:pt x="302260" y="49529"/>
                  </a:lnTo>
                  <a:lnTo>
                    <a:pt x="304800" y="46989"/>
                  </a:lnTo>
                  <a:close/>
                </a:path>
                <a:path w="341630" h="351789">
                  <a:moveTo>
                    <a:pt x="307340" y="44450"/>
                  </a:moveTo>
                  <a:lnTo>
                    <a:pt x="297180" y="44450"/>
                  </a:lnTo>
                  <a:lnTo>
                    <a:pt x="295910" y="45719"/>
                  </a:lnTo>
                  <a:lnTo>
                    <a:pt x="306070" y="45719"/>
                  </a:lnTo>
                  <a:lnTo>
                    <a:pt x="307340" y="44450"/>
                  </a:lnTo>
                  <a:close/>
                </a:path>
                <a:path w="341630" h="351789">
                  <a:moveTo>
                    <a:pt x="311150" y="40639"/>
                  </a:moveTo>
                  <a:lnTo>
                    <a:pt x="300990" y="40639"/>
                  </a:lnTo>
                  <a:lnTo>
                    <a:pt x="298450" y="43179"/>
                  </a:lnTo>
                  <a:lnTo>
                    <a:pt x="308610" y="43179"/>
                  </a:lnTo>
                  <a:lnTo>
                    <a:pt x="311150" y="40639"/>
                  </a:lnTo>
                  <a:close/>
                </a:path>
                <a:path w="341630" h="351789">
                  <a:moveTo>
                    <a:pt x="313690" y="38100"/>
                  </a:moveTo>
                  <a:lnTo>
                    <a:pt x="303530" y="38100"/>
                  </a:lnTo>
                  <a:lnTo>
                    <a:pt x="302260" y="39369"/>
                  </a:lnTo>
                  <a:lnTo>
                    <a:pt x="312420" y="39369"/>
                  </a:lnTo>
                  <a:lnTo>
                    <a:pt x="313690" y="38100"/>
                  </a:lnTo>
                  <a:close/>
                </a:path>
                <a:path w="341630" h="351789">
                  <a:moveTo>
                    <a:pt x="317500" y="34289"/>
                  </a:moveTo>
                  <a:lnTo>
                    <a:pt x="307340" y="34289"/>
                  </a:lnTo>
                  <a:lnTo>
                    <a:pt x="304800" y="36829"/>
                  </a:lnTo>
                  <a:lnTo>
                    <a:pt x="314960" y="36829"/>
                  </a:lnTo>
                  <a:lnTo>
                    <a:pt x="317500" y="34289"/>
                  </a:lnTo>
                  <a:close/>
                </a:path>
                <a:path w="341630" h="351789">
                  <a:moveTo>
                    <a:pt x="320040" y="31750"/>
                  </a:moveTo>
                  <a:lnTo>
                    <a:pt x="309880" y="31750"/>
                  </a:lnTo>
                  <a:lnTo>
                    <a:pt x="308610" y="33019"/>
                  </a:lnTo>
                  <a:lnTo>
                    <a:pt x="318770" y="33019"/>
                  </a:lnTo>
                  <a:lnTo>
                    <a:pt x="320040" y="31750"/>
                  </a:lnTo>
                  <a:close/>
                </a:path>
                <a:path w="341630" h="351789">
                  <a:moveTo>
                    <a:pt x="323850" y="27939"/>
                  </a:moveTo>
                  <a:lnTo>
                    <a:pt x="313690" y="27939"/>
                  </a:lnTo>
                  <a:lnTo>
                    <a:pt x="311150" y="30479"/>
                  </a:lnTo>
                  <a:lnTo>
                    <a:pt x="321310" y="30479"/>
                  </a:lnTo>
                  <a:lnTo>
                    <a:pt x="323850" y="27939"/>
                  </a:lnTo>
                  <a:close/>
                </a:path>
                <a:path w="341630" h="351789">
                  <a:moveTo>
                    <a:pt x="326390" y="25400"/>
                  </a:moveTo>
                  <a:lnTo>
                    <a:pt x="316230" y="25400"/>
                  </a:lnTo>
                  <a:lnTo>
                    <a:pt x="314960" y="26669"/>
                  </a:lnTo>
                  <a:lnTo>
                    <a:pt x="325120" y="26669"/>
                  </a:lnTo>
                  <a:lnTo>
                    <a:pt x="326390" y="25400"/>
                  </a:lnTo>
                  <a:close/>
                </a:path>
                <a:path w="341630" h="351789">
                  <a:moveTo>
                    <a:pt x="330200" y="21589"/>
                  </a:moveTo>
                  <a:lnTo>
                    <a:pt x="320040" y="21589"/>
                  </a:lnTo>
                  <a:lnTo>
                    <a:pt x="317500" y="24129"/>
                  </a:lnTo>
                  <a:lnTo>
                    <a:pt x="327660" y="24129"/>
                  </a:lnTo>
                  <a:lnTo>
                    <a:pt x="330200" y="21589"/>
                  </a:lnTo>
                  <a:close/>
                </a:path>
                <a:path w="341630" h="351789">
                  <a:moveTo>
                    <a:pt x="332740" y="19050"/>
                  </a:moveTo>
                  <a:lnTo>
                    <a:pt x="322580" y="19050"/>
                  </a:lnTo>
                  <a:lnTo>
                    <a:pt x="321310" y="20319"/>
                  </a:lnTo>
                  <a:lnTo>
                    <a:pt x="331470" y="20319"/>
                  </a:lnTo>
                  <a:lnTo>
                    <a:pt x="332740" y="19050"/>
                  </a:lnTo>
                  <a:close/>
                </a:path>
                <a:path w="341630" h="351789">
                  <a:moveTo>
                    <a:pt x="336550" y="15239"/>
                  </a:moveTo>
                  <a:lnTo>
                    <a:pt x="326390" y="15239"/>
                  </a:lnTo>
                  <a:lnTo>
                    <a:pt x="323850" y="17779"/>
                  </a:lnTo>
                  <a:lnTo>
                    <a:pt x="334010" y="17779"/>
                  </a:lnTo>
                  <a:lnTo>
                    <a:pt x="336550" y="15239"/>
                  </a:lnTo>
                  <a:close/>
                </a:path>
                <a:path w="341630" h="351789">
                  <a:moveTo>
                    <a:pt x="339090" y="12700"/>
                  </a:moveTo>
                  <a:lnTo>
                    <a:pt x="328930" y="12700"/>
                  </a:lnTo>
                  <a:lnTo>
                    <a:pt x="327660" y="13969"/>
                  </a:lnTo>
                  <a:lnTo>
                    <a:pt x="337820" y="13969"/>
                  </a:lnTo>
                  <a:lnTo>
                    <a:pt x="339090" y="12700"/>
                  </a:lnTo>
                  <a:close/>
                </a:path>
                <a:path w="341630" h="351789">
                  <a:moveTo>
                    <a:pt x="341630" y="8889"/>
                  </a:moveTo>
                  <a:lnTo>
                    <a:pt x="332740" y="8889"/>
                  </a:lnTo>
                  <a:lnTo>
                    <a:pt x="330200" y="11429"/>
                  </a:lnTo>
                  <a:lnTo>
                    <a:pt x="340360" y="11429"/>
                  </a:lnTo>
                  <a:lnTo>
                    <a:pt x="341630" y="10160"/>
                  </a:lnTo>
                  <a:lnTo>
                    <a:pt x="341630" y="8889"/>
                  </a:lnTo>
                  <a:close/>
                </a:path>
                <a:path w="341630" h="351789">
                  <a:moveTo>
                    <a:pt x="341630" y="6350"/>
                  </a:moveTo>
                  <a:lnTo>
                    <a:pt x="335280" y="6350"/>
                  </a:lnTo>
                  <a:lnTo>
                    <a:pt x="334010" y="7619"/>
                  </a:lnTo>
                  <a:lnTo>
                    <a:pt x="341630" y="7619"/>
                  </a:lnTo>
                  <a:lnTo>
                    <a:pt x="341630" y="6350"/>
                  </a:lnTo>
                  <a:close/>
                </a:path>
                <a:path w="341630" h="351789">
                  <a:moveTo>
                    <a:pt x="341630" y="2539"/>
                  </a:moveTo>
                  <a:lnTo>
                    <a:pt x="339090" y="2539"/>
                  </a:lnTo>
                  <a:lnTo>
                    <a:pt x="336550" y="5079"/>
                  </a:lnTo>
                  <a:lnTo>
                    <a:pt x="341630" y="5079"/>
                  </a:lnTo>
                  <a:lnTo>
                    <a:pt x="341630" y="2539"/>
                  </a:lnTo>
                  <a:close/>
                </a:path>
                <a:path w="341630" h="351789">
                  <a:moveTo>
                    <a:pt x="341630" y="0"/>
                  </a:moveTo>
                  <a:lnTo>
                    <a:pt x="340360" y="1269"/>
                  </a:lnTo>
                  <a:lnTo>
                    <a:pt x="341630" y="1269"/>
                  </a:lnTo>
                  <a:lnTo>
                    <a:pt x="341630" y="0"/>
                  </a:lnTo>
                  <a:close/>
                </a:path>
                <a:path w="341630" h="351789">
                  <a:moveTo>
                    <a:pt x="208280" y="143510"/>
                  </a:moveTo>
                  <a:lnTo>
                    <a:pt x="198120" y="143510"/>
                  </a:lnTo>
                  <a:lnTo>
                    <a:pt x="0" y="341630"/>
                  </a:lnTo>
                  <a:lnTo>
                    <a:pt x="0" y="351789"/>
                  </a:lnTo>
                  <a:lnTo>
                    <a:pt x="208280" y="143510"/>
                  </a:lnTo>
                  <a:close/>
                </a:path>
              </a:pathLst>
            </a:custGeom>
            <a:solidFill>
              <a:srgbClr val="CCBE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4" name="object 1754"/>
            <p:cNvSpPr/>
            <p:nvPr/>
          </p:nvSpPr>
          <p:spPr>
            <a:xfrm>
              <a:off x="2860039" y="2768600"/>
              <a:ext cx="341630" cy="354330"/>
            </a:xfrm>
            <a:custGeom>
              <a:avLst/>
              <a:gdLst/>
              <a:ahLst/>
              <a:cxnLst/>
              <a:rect l="l" t="t" r="r" b="b"/>
              <a:pathLst>
                <a:path w="341630" h="354330">
                  <a:moveTo>
                    <a:pt x="223900" y="129539"/>
                  </a:moveTo>
                  <a:lnTo>
                    <a:pt x="212090" y="129539"/>
                  </a:lnTo>
                  <a:lnTo>
                    <a:pt x="210820" y="130809"/>
                  </a:lnTo>
                  <a:lnTo>
                    <a:pt x="222633" y="130809"/>
                  </a:lnTo>
                  <a:lnTo>
                    <a:pt x="223900" y="129539"/>
                  </a:lnTo>
                  <a:close/>
                </a:path>
                <a:path w="341630" h="354330">
                  <a:moveTo>
                    <a:pt x="227700" y="125729"/>
                  </a:moveTo>
                  <a:lnTo>
                    <a:pt x="215900" y="125729"/>
                  </a:lnTo>
                  <a:lnTo>
                    <a:pt x="213360" y="128269"/>
                  </a:lnTo>
                  <a:lnTo>
                    <a:pt x="225167" y="128269"/>
                  </a:lnTo>
                  <a:lnTo>
                    <a:pt x="227700" y="125729"/>
                  </a:lnTo>
                  <a:close/>
                </a:path>
                <a:path w="341630" h="354330">
                  <a:moveTo>
                    <a:pt x="230234" y="123189"/>
                  </a:moveTo>
                  <a:lnTo>
                    <a:pt x="218440" y="123189"/>
                  </a:lnTo>
                  <a:lnTo>
                    <a:pt x="217170" y="124459"/>
                  </a:lnTo>
                  <a:lnTo>
                    <a:pt x="228967" y="124459"/>
                  </a:lnTo>
                  <a:lnTo>
                    <a:pt x="230234" y="123189"/>
                  </a:lnTo>
                  <a:close/>
                </a:path>
                <a:path w="341630" h="354330">
                  <a:moveTo>
                    <a:pt x="234035" y="119379"/>
                  </a:moveTo>
                  <a:lnTo>
                    <a:pt x="222250" y="119379"/>
                  </a:lnTo>
                  <a:lnTo>
                    <a:pt x="219710" y="121919"/>
                  </a:lnTo>
                  <a:lnTo>
                    <a:pt x="231501" y="121919"/>
                  </a:lnTo>
                  <a:lnTo>
                    <a:pt x="234035" y="119379"/>
                  </a:lnTo>
                  <a:close/>
                </a:path>
                <a:path w="341630" h="354330">
                  <a:moveTo>
                    <a:pt x="236568" y="116839"/>
                  </a:moveTo>
                  <a:lnTo>
                    <a:pt x="224790" y="116839"/>
                  </a:lnTo>
                  <a:lnTo>
                    <a:pt x="223520" y="118109"/>
                  </a:lnTo>
                  <a:lnTo>
                    <a:pt x="235302" y="118109"/>
                  </a:lnTo>
                  <a:lnTo>
                    <a:pt x="236568" y="116839"/>
                  </a:lnTo>
                  <a:close/>
                </a:path>
                <a:path w="341630" h="354330">
                  <a:moveTo>
                    <a:pt x="240369" y="113029"/>
                  </a:moveTo>
                  <a:lnTo>
                    <a:pt x="228600" y="113029"/>
                  </a:lnTo>
                  <a:lnTo>
                    <a:pt x="226060" y="115569"/>
                  </a:lnTo>
                  <a:lnTo>
                    <a:pt x="237835" y="115569"/>
                  </a:lnTo>
                  <a:lnTo>
                    <a:pt x="240369" y="113029"/>
                  </a:lnTo>
                  <a:close/>
                </a:path>
                <a:path w="341630" h="354330">
                  <a:moveTo>
                    <a:pt x="242903" y="110489"/>
                  </a:moveTo>
                  <a:lnTo>
                    <a:pt x="231140" y="110489"/>
                  </a:lnTo>
                  <a:lnTo>
                    <a:pt x="229870" y="111759"/>
                  </a:lnTo>
                  <a:lnTo>
                    <a:pt x="241636" y="111759"/>
                  </a:lnTo>
                  <a:lnTo>
                    <a:pt x="242903" y="110489"/>
                  </a:lnTo>
                  <a:close/>
                </a:path>
                <a:path w="341630" h="354330">
                  <a:moveTo>
                    <a:pt x="246703" y="106679"/>
                  </a:moveTo>
                  <a:lnTo>
                    <a:pt x="234950" y="106679"/>
                  </a:lnTo>
                  <a:lnTo>
                    <a:pt x="232410" y="109219"/>
                  </a:lnTo>
                  <a:lnTo>
                    <a:pt x="244170" y="109219"/>
                  </a:lnTo>
                  <a:lnTo>
                    <a:pt x="246703" y="106679"/>
                  </a:lnTo>
                  <a:close/>
                </a:path>
                <a:path w="341630" h="354330">
                  <a:moveTo>
                    <a:pt x="249237" y="104139"/>
                  </a:moveTo>
                  <a:lnTo>
                    <a:pt x="237490" y="104139"/>
                  </a:lnTo>
                  <a:lnTo>
                    <a:pt x="236220" y="105409"/>
                  </a:lnTo>
                  <a:lnTo>
                    <a:pt x="247970" y="105409"/>
                  </a:lnTo>
                  <a:lnTo>
                    <a:pt x="249237" y="104139"/>
                  </a:lnTo>
                  <a:close/>
                </a:path>
                <a:path w="341630" h="354330">
                  <a:moveTo>
                    <a:pt x="253038" y="100329"/>
                  </a:moveTo>
                  <a:lnTo>
                    <a:pt x="241300" y="100329"/>
                  </a:lnTo>
                  <a:lnTo>
                    <a:pt x="238760" y="102869"/>
                  </a:lnTo>
                  <a:lnTo>
                    <a:pt x="250504" y="102869"/>
                  </a:lnTo>
                  <a:lnTo>
                    <a:pt x="253038" y="100329"/>
                  </a:lnTo>
                  <a:close/>
                </a:path>
                <a:path w="341630" h="354330">
                  <a:moveTo>
                    <a:pt x="255571" y="97789"/>
                  </a:moveTo>
                  <a:lnTo>
                    <a:pt x="243840" y="97789"/>
                  </a:lnTo>
                  <a:lnTo>
                    <a:pt x="242570" y="99059"/>
                  </a:lnTo>
                  <a:lnTo>
                    <a:pt x="254304" y="99059"/>
                  </a:lnTo>
                  <a:lnTo>
                    <a:pt x="255571" y="97789"/>
                  </a:lnTo>
                  <a:close/>
                </a:path>
                <a:path w="341630" h="354330">
                  <a:moveTo>
                    <a:pt x="259372" y="93979"/>
                  </a:moveTo>
                  <a:lnTo>
                    <a:pt x="247650" y="93979"/>
                  </a:lnTo>
                  <a:lnTo>
                    <a:pt x="245110" y="96519"/>
                  </a:lnTo>
                  <a:lnTo>
                    <a:pt x="256838" y="96519"/>
                  </a:lnTo>
                  <a:lnTo>
                    <a:pt x="259372" y="93979"/>
                  </a:lnTo>
                  <a:close/>
                </a:path>
                <a:path w="341630" h="354330">
                  <a:moveTo>
                    <a:pt x="261906" y="91439"/>
                  </a:moveTo>
                  <a:lnTo>
                    <a:pt x="250190" y="91439"/>
                  </a:lnTo>
                  <a:lnTo>
                    <a:pt x="248920" y="92709"/>
                  </a:lnTo>
                  <a:lnTo>
                    <a:pt x="260639" y="92709"/>
                  </a:lnTo>
                  <a:lnTo>
                    <a:pt x="261906" y="91439"/>
                  </a:lnTo>
                  <a:close/>
                </a:path>
                <a:path w="341630" h="354330">
                  <a:moveTo>
                    <a:pt x="265706" y="87629"/>
                  </a:moveTo>
                  <a:lnTo>
                    <a:pt x="254000" y="87629"/>
                  </a:lnTo>
                  <a:lnTo>
                    <a:pt x="251460" y="90169"/>
                  </a:lnTo>
                  <a:lnTo>
                    <a:pt x="263172" y="90169"/>
                  </a:lnTo>
                  <a:lnTo>
                    <a:pt x="265706" y="87629"/>
                  </a:lnTo>
                  <a:close/>
                </a:path>
                <a:path w="341630" h="354330">
                  <a:moveTo>
                    <a:pt x="268240" y="85089"/>
                  </a:moveTo>
                  <a:lnTo>
                    <a:pt x="256540" y="85089"/>
                  </a:lnTo>
                  <a:lnTo>
                    <a:pt x="255270" y="86359"/>
                  </a:lnTo>
                  <a:lnTo>
                    <a:pt x="266973" y="86359"/>
                  </a:lnTo>
                  <a:lnTo>
                    <a:pt x="268240" y="85089"/>
                  </a:lnTo>
                  <a:close/>
                </a:path>
                <a:path w="341630" h="354330">
                  <a:moveTo>
                    <a:pt x="272040" y="81279"/>
                  </a:moveTo>
                  <a:lnTo>
                    <a:pt x="260350" y="81279"/>
                  </a:lnTo>
                  <a:lnTo>
                    <a:pt x="257810" y="83819"/>
                  </a:lnTo>
                  <a:lnTo>
                    <a:pt x="269507" y="83819"/>
                  </a:lnTo>
                  <a:lnTo>
                    <a:pt x="272040" y="81279"/>
                  </a:lnTo>
                  <a:close/>
                </a:path>
                <a:path w="341630" h="354330">
                  <a:moveTo>
                    <a:pt x="274574" y="78739"/>
                  </a:moveTo>
                  <a:lnTo>
                    <a:pt x="262890" y="78739"/>
                  </a:lnTo>
                  <a:lnTo>
                    <a:pt x="261620" y="80009"/>
                  </a:lnTo>
                  <a:lnTo>
                    <a:pt x="273307" y="80009"/>
                  </a:lnTo>
                  <a:lnTo>
                    <a:pt x="274574" y="78739"/>
                  </a:lnTo>
                  <a:close/>
                </a:path>
                <a:path w="341630" h="354330">
                  <a:moveTo>
                    <a:pt x="278375" y="74929"/>
                  </a:moveTo>
                  <a:lnTo>
                    <a:pt x="266700" y="74929"/>
                  </a:lnTo>
                  <a:lnTo>
                    <a:pt x="264160" y="77469"/>
                  </a:lnTo>
                  <a:lnTo>
                    <a:pt x="275841" y="77469"/>
                  </a:lnTo>
                  <a:lnTo>
                    <a:pt x="278375" y="74929"/>
                  </a:lnTo>
                  <a:close/>
                </a:path>
                <a:path w="341630" h="354330">
                  <a:moveTo>
                    <a:pt x="280908" y="72389"/>
                  </a:moveTo>
                  <a:lnTo>
                    <a:pt x="269240" y="72389"/>
                  </a:lnTo>
                  <a:lnTo>
                    <a:pt x="267970" y="73659"/>
                  </a:lnTo>
                  <a:lnTo>
                    <a:pt x="279642" y="73659"/>
                  </a:lnTo>
                  <a:lnTo>
                    <a:pt x="280908" y="72389"/>
                  </a:lnTo>
                  <a:close/>
                </a:path>
                <a:path w="341630" h="354330">
                  <a:moveTo>
                    <a:pt x="284709" y="68579"/>
                  </a:moveTo>
                  <a:lnTo>
                    <a:pt x="273050" y="68579"/>
                  </a:lnTo>
                  <a:lnTo>
                    <a:pt x="270510" y="71119"/>
                  </a:lnTo>
                  <a:lnTo>
                    <a:pt x="282175" y="71119"/>
                  </a:lnTo>
                  <a:lnTo>
                    <a:pt x="284709" y="68579"/>
                  </a:lnTo>
                  <a:close/>
                </a:path>
                <a:path w="341630" h="354330">
                  <a:moveTo>
                    <a:pt x="287243" y="66039"/>
                  </a:moveTo>
                  <a:lnTo>
                    <a:pt x="275590" y="66039"/>
                  </a:lnTo>
                  <a:lnTo>
                    <a:pt x="274320" y="67309"/>
                  </a:lnTo>
                  <a:lnTo>
                    <a:pt x="285976" y="67309"/>
                  </a:lnTo>
                  <a:lnTo>
                    <a:pt x="287243" y="66039"/>
                  </a:lnTo>
                  <a:close/>
                </a:path>
                <a:path w="341630" h="354330">
                  <a:moveTo>
                    <a:pt x="291043" y="62229"/>
                  </a:moveTo>
                  <a:lnTo>
                    <a:pt x="279400" y="62229"/>
                  </a:lnTo>
                  <a:lnTo>
                    <a:pt x="276860" y="64769"/>
                  </a:lnTo>
                  <a:lnTo>
                    <a:pt x="288510" y="64769"/>
                  </a:lnTo>
                  <a:lnTo>
                    <a:pt x="291043" y="62229"/>
                  </a:lnTo>
                  <a:close/>
                </a:path>
                <a:path w="341630" h="354330">
                  <a:moveTo>
                    <a:pt x="293577" y="59689"/>
                  </a:moveTo>
                  <a:lnTo>
                    <a:pt x="281940" y="59689"/>
                  </a:lnTo>
                  <a:lnTo>
                    <a:pt x="280670" y="60959"/>
                  </a:lnTo>
                  <a:lnTo>
                    <a:pt x="292310" y="60959"/>
                  </a:lnTo>
                  <a:lnTo>
                    <a:pt x="293577" y="59689"/>
                  </a:lnTo>
                  <a:close/>
                </a:path>
                <a:path w="341630" h="354330">
                  <a:moveTo>
                    <a:pt x="297378" y="55879"/>
                  </a:moveTo>
                  <a:lnTo>
                    <a:pt x="285750" y="55879"/>
                  </a:lnTo>
                  <a:lnTo>
                    <a:pt x="283210" y="58419"/>
                  </a:lnTo>
                  <a:lnTo>
                    <a:pt x="294844" y="58419"/>
                  </a:lnTo>
                  <a:lnTo>
                    <a:pt x="297378" y="55879"/>
                  </a:lnTo>
                  <a:close/>
                </a:path>
                <a:path w="341630" h="354330">
                  <a:moveTo>
                    <a:pt x="299911" y="53339"/>
                  </a:moveTo>
                  <a:lnTo>
                    <a:pt x="288290" y="53339"/>
                  </a:lnTo>
                  <a:lnTo>
                    <a:pt x="287020" y="54609"/>
                  </a:lnTo>
                  <a:lnTo>
                    <a:pt x="298644" y="54609"/>
                  </a:lnTo>
                  <a:lnTo>
                    <a:pt x="299911" y="53339"/>
                  </a:lnTo>
                  <a:close/>
                </a:path>
                <a:path w="341630" h="354330">
                  <a:moveTo>
                    <a:pt x="303712" y="49529"/>
                  </a:moveTo>
                  <a:lnTo>
                    <a:pt x="292100" y="49529"/>
                  </a:lnTo>
                  <a:lnTo>
                    <a:pt x="289560" y="52069"/>
                  </a:lnTo>
                  <a:lnTo>
                    <a:pt x="301178" y="52069"/>
                  </a:lnTo>
                  <a:lnTo>
                    <a:pt x="303712" y="49529"/>
                  </a:lnTo>
                  <a:close/>
                </a:path>
                <a:path w="341630" h="354330">
                  <a:moveTo>
                    <a:pt x="306246" y="46989"/>
                  </a:moveTo>
                  <a:lnTo>
                    <a:pt x="294640" y="46989"/>
                  </a:lnTo>
                  <a:lnTo>
                    <a:pt x="293370" y="48259"/>
                  </a:lnTo>
                  <a:lnTo>
                    <a:pt x="304979" y="48259"/>
                  </a:lnTo>
                  <a:lnTo>
                    <a:pt x="306246" y="46989"/>
                  </a:lnTo>
                  <a:close/>
                </a:path>
                <a:path w="341630" h="354330">
                  <a:moveTo>
                    <a:pt x="310046" y="43179"/>
                  </a:moveTo>
                  <a:lnTo>
                    <a:pt x="298450" y="43179"/>
                  </a:lnTo>
                  <a:lnTo>
                    <a:pt x="295910" y="45719"/>
                  </a:lnTo>
                  <a:lnTo>
                    <a:pt x="307512" y="45719"/>
                  </a:lnTo>
                  <a:lnTo>
                    <a:pt x="310046" y="43179"/>
                  </a:lnTo>
                  <a:close/>
                </a:path>
                <a:path w="341630" h="354330">
                  <a:moveTo>
                    <a:pt x="312580" y="40639"/>
                  </a:moveTo>
                  <a:lnTo>
                    <a:pt x="300990" y="40639"/>
                  </a:lnTo>
                  <a:lnTo>
                    <a:pt x="299720" y="41909"/>
                  </a:lnTo>
                  <a:lnTo>
                    <a:pt x="311313" y="41909"/>
                  </a:lnTo>
                  <a:lnTo>
                    <a:pt x="312580" y="40639"/>
                  </a:lnTo>
                  <a:close/>
                </a:path>
                <a:path w="341630" h="354330">
                  <a:moveTo>
                    <a:pt x="316380" y="36829"/>
                  </a:moveTo>
                  <a:lnTo>
                    <a:pt x="304800" y="36829"/>
                  </a:lnTo>
                  <a:lnTo>
                    <a:pt x="302260" y="39369"/>
                  </a:lnTo>
                  <a:lnTo>
                    <a:pt x="313847" y="39369"/>
                  </a:lnTo>
                  <a:lnTo>
                    <a:pt x="316380" y="36829"/>
                  </a:lnTo>
                  <a:close/>
                </a:path>
                <a:path w="341630" h="354330">
                  <a:moveTo>
                    <a:pt x="318914" y="34289"/>
                  </a:moveTo>
                  <a:lnTo>
                    <a:pt x="307340" y="34289"/>
                  </a:lnTo>
                  <a:lnTo>
                    <a:pt x="306070" y="35559"/>
                  </a:lnTo>
                  <a:lnTo>
                    <a:pt x="317647" y="35559"/>
                  </a:lnTo>
                  <a:lnTo>
                    <a:pt x="318914" y="34289"/>
                  </a:lnTo>
                  <a:close/>
                </a:path>
                <a:path w="341630" h="354330">
                  <a:moveTo>
                    <a:pt x="322715" y="30479"/>
                  </a:moveTo>
                  <a:lnTo>
                    <a:pt x="311150" y="30479"/>
                  </a:lnTo>
                  <a:lnTo>
                    <a:pt x="308610" y="33019"/>
                  </a:lnTo>
                  <a:lnTo>
                    <a:pt x="320181" y="33019"/>
                  </a:lnTo>
                  <a:lnTo>
                    <a:pt x="322715" y="30479"/>
                  </a:lnTo>
                  <a:close/>
                </a:path>
                <a:path w="341630" h="354330">
                  <a:moveTo>
                    <a:pt x="325248" y="27939"/>
                  </a:moveTo>
                  <a:lnTo>
                    <a:pt x="313690" y="27939"/>
                  </a:lnTo>
                  <a:lnTo>
                    <a:pt x="312420" y="29209"/>
                  </a:lnTo>
                  <a:lnTo>
                    <a:pt x="323982" y="29209"/>
                  </a:lnTo>
                  <a:lnTo>
                    <a:pt x="325248" y="27939"/>
                  </a:lnTo>
                  <a:close/>
                </a:path>
                <a:path w="341630" h="354330">
                  <a:moveTo>
                    <a:pt x="329049" y="24129"/>
                  </a:moveTo>
                  <a:lnTo>
                    <a:pt x="317500" y="24129"/>
                  </a:lnTo>
                  <a:lnTo>
                    <a:pt x="314960" y="26669"/>
                  </a:lnTo>
                  <a:lnTo>
                    <a:pt x="326515" y="26669"/>
                  </a:lnTo>
                  <a:lnTo>
                    <a:pt x="329049" y="24129"/>
                  </a:lnTo>
                  <a:close/>
                </a:path>
                <a:path w="341630" h="354330">
                  <a:moveTo>
                    <a:pt x="331583" y="21589"/>
                  </a:moveTo>
                  <a:lnTo>
                    <a:pt x="320040" y="21589"/>
                  </a:lnTo>
                  <a:lnTo>
                    <a:pt x="318770" y="22859"/>
                  </a:lnTo>
                  <a:lnTo>
                    <a:pt x="330316" y="22859"/>
                  </a:lnTo>
                  <a:lnTo>
                    <a:pt x="331583" y="21589"/>
                  </a:lnTo>
                  <a:close/>
                </a:path>
                <a:path w="341630" h="354330">
                  <a:moveTo>
                    <a:pt x="335383" y="17779"/>
                  </a:moveTo>
                  <a:lnTo>
                    <a:pt x="323850" y="17779"/>
                  </a:lnTo>
                  <a:lnTo>
                    <a:pt x="321310" y="20319"/>
                  </a:lnTo>
                  <a:lnTo>
                    <a:pt x="332850" y="20319"/>
                  </a:lnTo>
                  <a:lnTo>
                    <a:pt x="335383" y="17779"/>
                  </a:lnTo>
                  <a:close/>
                </a:path>
                <a:path w="341630" h="354330">
                  <a:moveTo>
                    <a:pt x="337917" y="15239"/>
                  </a:moveTo>
                  <a:lnTo>
                    <a:pt x="326390" y="15239"/>
                  </a:lnTo>
                  <a:lnTo>
                    <a:pt x="325120" y="16509"/>
                  </a:lnTo>
                  <a:lnTo>
                    <a:pt x="336650" y="16509"/>
                  </a:lnTo>
                  <a:lnTo>
                    <a:pt x="337917" y="15239"/>
                  </a:lnTo>
                  <a:close/>
                </a:path>
                <a:path w="341630" h="354330">
                  <a:moveTo>
                    <a:pt x="341630" y="11429"/>
                  </a:moveTo>
                  <a:lnTo>
                    <a:pt x="330200" y="11429"/>
                  </a:lnTo>
                  <a:lnTo>
                    <a:pt x="327660" y="13969"/>
                  </a:lnTo>
                  <a:lnTo>
                    <a:pt x="339184" y="13969"/>
                  </a:lnTo>
                  <a:lnTo>
                    <a:pt x="341630" y="11518"/>
                  </a:lnTo>
                  <a:close/>
                </a:path>
                <a:path w="341630" h="354330">
                  <a:moveTo>
                    <a:pt x="341630" y="8889"/>
                  </a:moveTo>
                  <a:lnTo>
                    <a:pt x="332740" y="8889"/>
                  </a:lnTo>
                  <a:lnTo>
                    <a:pt x="331470" y="10159"/>
                  </a:lnTo>
                  <a:lnTo>
                    <a:pt x="341630" y="10159"/>
                  </a:lnTo>
                  <a:lnTo>
                    <a:pt x="341630" y="8889"/>
                  </a:lnTo>
                  <a:close/>
                </a:path>
                <a:path w="341630" h="354330">
                  <a:moveTo>
                    <a:pt x="341630" y="5079"/>
                  </a:moveTo>
                  <a:lnTo>
                    <a:pt x="336550" y="5079"/>
                  </a:lnTo>
                  <a:lnTo>
                    <a:pt x="334010" y="7619"/>
                  </a:lnTo>
                  <a:lnTo>
                    <a:pt x="341630" y="7619"/>
                  </a:lnTo>
                  <a:lnTo>
                    <a:pt x="341630" y="5079"/>
                  </a:lnTo>
                  <a:close/>
                </a:path>
                <a:path w="341630" h="354330">
                  <a:moveTo>
                    <a:pt x="341630" y="2539"/>
                  </a:moveTo>
                  <a:lnTo>
                    <a:pt x="339090" y="2539"/>
                  </a:lnTo>
                  <a:lnTo>
                    <a:pt x="337820" y="3809"/>
                  </a:lnTo>
                  <a:lnTo>
                    <a:pt x="341630" y="3809"/>
                  </a:lnTo>
                  <a:lnTo>
                    <a:pt x="341630" y="2539"/>
                  </a:lnTo>
                  <a:close/>
                </a:path>
                <a:path w="341630" h="354330">
                  <a:moveTo>
                    <a:pt x="341630" y="0"/>
                  </a:moveTo>
                  <a:lnTo>
                    <a:pt x="340360" y="1269"/>
                  </a:lnTo>
                  <a:lnTo>
                    <a:pt x="341630" y="1269"/>
                  </a:lnTo>
                  <a:lnTo>
                    <a:pt x="341630" y="0"/>
                  </a:lnTo>
                  <a:close/>
                </a:path>
                <a:path w="341630" h="354330">
                  <a:moveTo>
                    <a:pt x="220099" y="133350"/>
                  </a:moveTo>
                  <a:lnTo>
                    <a:pt x="208280" y="133350"/>
                  </a:lnTo>
                  <a:lnTo>
                    <a:pt x="0" y="341629"/>
                  </a:lnTo>
                  <a:lnTo>
                    <a:pt x="0" y="353995"/>
                  </a:lnTo>
                  <a:lnTo>
                    <a:pt x="220099" y="133350"/>
                  </a:lnTo>
                  <a:close/>
                </a:path>
              </a:pathLst>
            </a:custGeom>
            <a:solidFill>
              <a:srgbClr val="CDBE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5" name="object 1755"/>
            <p:cNvSpPr/>
            <p:nvPr/>
          </p:nvSpPr>
          <p:spPr>
            <a:xfrm>
              <a:off x="2860039" y="2780118"/>
              <a:ext cx="341630" cy="353060"/>
            </a:xfrm>
            <a:custGeom>
              <a:avLst/>
              <a:gdLst/>
              <a:ahLst/>
              <a:cxnLst/>
              <a:rect l="l" t="t" r="r" b="b"/>
              <a:pathLst>
                <a:path w="341630" h="353060">
                  <a:moveTo>
                    <a:pt x="234950" y="118021"/>
                  </a:moveTo>
                  <a:lnTo>
                    <a:pt x="223900" y="118021"/>
                  </a:lnTo>
                  <a:lnTo>
                    <a:pt x="222633" y="119291"/>
                  </a:lnTo>
                  <a:lnTo>
                    <a:pt x="233680" y="119291"/>
                  </a:lnTo>
                  <a:lnTo>
                    <a:pt x="234950" y="118021"/>
                  </a:lnTo>
                  <a:close/>
                </a:path>
                <a:path w="341630" h="353060">
                  <a:moveTo>
                    <a:pt x="238760" y="114211"/>
                  </a:moveTo>
                  <a:lnTo>
                    <a:pt x="227700" y="114211"/>
                  </a:lnTo>
                  <a:lnTo>
                    <a:pt x="225167" y="116751"/>
                  </a:lnTo>
                  <a:lnTo>
                    <a:pt x="236220" y="116751"/>
                  </a:lnTo>
                  <a:lnTo>
                    <a:pt x="238760" y="114211"/>
                  </a:lnTo>
                  <a:close/>
                </a:path>
                <a:path w="341630" h="353060">
                  <a:moveTo>
                    <a:pt x="241300" y="111671"/>
                  </a:moveTo>
                  <a:lnTo>
                    <a:pt x="230234" y="111671"/>
                  </a:lnTo>
                  <a:lnTo>
                    <a:pt x="228967" y="112941"/>
                  </a:lnTo>
                  <a:lnTo>
                    <a:pt x="240030" y="112941"/>
                  </a:lnTo>
                  <a:lnTo>
                    <a:pt x="241300" y="111671"/>
                  </a:lnTo>
                  <a:close/>
                </a:path>
                <a:path w="341630" h="353060">
                  <a:moveTo>
                    <a:pt x="245110" y="107861"/>
                  </a:moveTo>
                  <a:lnTo>
                    <a:pt x="234035" y="107861"/>
                  </a:lnTo>
                  <a:lnTo>
                    <a:pt x="231501" y="110401"/>
                  </a:lnTo>
                  <a:lnTo>
                    <a:pt x="242570" y="110401"/>
                  </a:lnTo>
                  <a:lnTo>
                    <a:pt x="245110" y="107861"/>
                  </a:lnTo>
                  <a:close/>
                </a:path>
                <a:path w="341630" h="353060">
                  <a:moveTo>
                    <a:pt x="247650" y="105321"/>
                  </a:moveTo>
                  <a:lnTo>
                    <a:pt x="236568" y="105321"/>
                  </a:lnTo>
                  <a:lnTo>
                    <a:pt x="235302" y="106591"/>
                  </a:lnTo>
                  <a:lnTo>
                    <a:pt x="246380" y="106591"/>
                  </a:lnTo>
                  <a:lnTo>
                    <a:pt x="247650" y="105321"/>
                  </a:lnTo>
                  <a:close/>
                </a:path>
                <a:path w="341630" h="353060">
                  <a:moveTo>
                    <a:pt x="251460" y="101511"/>
                  </a:moveTo>
                  <a:lnTo>
                    <a:pt x="240369" y="101511"/>
                  </a:lnTo>
                  <a:lnTo>
                    <a:pt x="237835" y="104051"/>
                  </a:lnTo>
                  <a:lnTo>
                    <a:pt x="248920" y="104051"/>
                  </a:lnTo>
                  <a:lnTo>
                    <a:pt x="251460" y="101511"/>
                  </a:lnTo>
                  <a:close/>
                </a:path>
                <a:path w="341630" h="353060">
                  <a:moveTo>
                    <a:pt x="254000" y="98971"/>
                  </a:moveTo>
                  <a:lnTo>
                    <a:pt x="242903" y="98971"/>
                  </a:lnTo>
                  <a:lnTo>
                    <a:pt x="241636" y="100241"/>
                  </a:lnTo>
                  <a:lnTo>
                    <a:pt x="252730" y="100241"/>
                  </a:lnTo>
                  <a:lnTo>
                    <a:pt x="254000" y="98971"/>
                  </a:lnTo>
                  <a:close/>
                </a:path>
                <a:path w="341630" h="353060">
                  <a:moveTo>
                    <a:pt x="257810" y="95161"/>
                  </a:moveTo>
                  <a:lnTo>
                    <a:pt x="246703" y="95161"/>
                  </a:lnTo>
                  <a:lnTo>
                    <a:pt x="244170" y="97701"/>
                  </a:lnTo>
                  <a:lnTo>
                    <a:pt x="255270" y="97701"/>
                  </a:lnTo>
                  <a:lnTo>
                    <a:pt x="257810" y="95161"/>
                  </a:lnTo>
                  <a:close/>
                </a:path>
                <a:path w="341630" h="353060">
                  <a:moveTo>
                    <a:pt x="260350" y="92621"/>
                  </a:moveTo>
                  <a:lnTo>
                    <a:pt x="249237" y="92621"/>
                  </a:lnTo>
                  <a:lnTo>
                    <a:pt x="247970" y="93891"/>
                  </a:lnTo>
                  <a:lnTo>
                    <a:pt x="259080" y="93891"/>
                  </a:lnTo>
                  <a:lnTo>
                    <a:pt x="260350" y="92621"/>
                  </a:lnTo>
                  <a:close/>
                </a:path>
                <a:path w="341630" h="353060">
                  <a:moveTo>
                    <a:pt x="264160" y="88811"/>
                  </a:moveTo>
                  <a:lnTo>
                    <a:pt x="253038" y="88811"/>
                  </a:lnTo>
                  <a:lnTo>
                    <a:pt x="250504" y="91351"/>
                  </a:lnTo>
                  <a:lnTo>
                    <a:pt x="261620" y="91351"/>
                  </a:lnTo>
                  <a:lnTo>
                    <a:pt x="264160" y="88811"/>
                  </a:lnTo>
                  <a:close/>
                </a:path>
                <a:path w="341630" h="353060">
                  <a:moveTo>
                    <a:pt x="266700" y="86271"/>
                  </a:moveTo>
                  <a:lnTo>
                    <a:pt x="255571" y="86271"/>
                  </a:lnTo>
                  <a:lnTo>
                    <a:pt x="254304" y="87541"/>
                  </a:lnTo>
                  <a:lnTo>
                    <a:pt x="265430" y="87541"/>
                  </a:lnTo>
                  <a:lnTo>
                    <a:pt x="266700" y="86271"/>
                  </a:lnTo>
                  <a:close/>
                </a:path>
                <a:path w="341630" h="353060">
                  <a:moveTo>
                    <a:pt x="270510" y="82461"/>
                  </a:moveTo>
                  <a:lnTo>
                    <a:pt x="259372" y="82461"/>
                  </a:lnTo>
                  <a:lnTo>
                    <a:pt x="256838" y="85001"/>
                  </a:lnTo>
                  <a:lnTo>
                    <a:pt x="267970" y="85001"/>
                  </a:lnTo>
                  <a:lnTo>
                    <a:pt x="270510" y="82461"/>
                  </a:lnTo>
                  <a:close/>
                </a:path>
                <a:path w="341630" h="353060">
                  <a:moveTo>
                    <a:pt x="273050" y="79921"/>
                  </a:moveTo>
                  <a:lnTo>
                    <a:pt x="261906" y="79921"/>
                  </a:lnTo>
                  <a:lnTo>
                    <a:pt x="260639" y="81191"/>
                  </a:lnTo>
                  <a:lnTo>
                    <a:pt x="271780" y="81191"/>
                  </a:lnTo>
                  <a:lnTo>
                    <a:pt x="273050" y="79921"/>
                  </a:lnTo>
                  <a:close/>
                </a:path>
                <a:path w="341630" h="353060">
                  <a:moveTo>
                    <a:pt x="276860" y="76111"/>
                  </a:moveTo>
                  <a:lnTo>
                    <a:pt x="265706" y="76111"/>
                  </a:lnTo>
                  <a:lnTo>
                    <a:pt x="263172" y="78651"/>
                  </a:lnTo>
                  <a:lnTo>
                    <a:pt x="274320" y="78651"/>
                  </a:lnTo>
                  <a:lnTo>
                    <a:pt x="276860" y="76111"/>
                  </a:lnTo>
                  <a:close/>
                </a:path>
                <a:path w="341630" h="353060">
                  <a:moveTo>
                    <a:pt x="279400" y="73571"/>
                  </a:moveTo>
                  <a:lnTo>
                    <a:pt x="268240" y="73571"/>
                  </a:lnTo>
                  <a:lnTo>
                    <a:pt x="266973" y="74841"/>
                  </a:lnTo>
                  <a:lnTo>
                    <a:pt x="278130" y="74841"/>
                  </a:lnTo>
                  <a:lnTo>
                    <a:pt x="279400" y="73571"/>
                  </a:lnTo>
                  <a:close/>
                </a:path>
                <a:path w="341630" h="353060">
                  <a:moveTo>
                    <a:pt x="283210" y="69761"/>
                  </a:moveTo>
                  <a:lnTo>
                    <a:pt x="272040" y="69761"/>
                  </a:lnTo>
                  <a:lnTo>
                    <a:pt x="269507" y="72301"/>
                  </a:lnTo>
                  <a:lnTo>
                    <a:pt x="280670" y="72301"/>
                  </a:lnTo>
                  <a:lnTo>
                    <a:pt x="283210" y="69761"/>
                  </a:lnTo>
                  <a:close/>
                </a:path>
                <a:path w="341630" h="353060">
                  <a:moveTo>
                    <a:pt x="285750" y="67221"/>
                  </a:moveTo>
                  <a:lnTo>
                    <a:pt x="274574" y="67221"/>
                  </a:lnTo>
                  <a:lnTo>
                    <a:pt x="273307" y="68491"/>
                  </a:lnTo>
                  <a:lnTo>
                    <a:pt x="284480" y="68491"/>
                  </a:lnTo>
                  <a:lnTo>
                    <a:pt x="285750" y="67221"/>
                  </a:lnTo>
                  <a:close/>
                </a:path>
                <a:path w="341630" h="353060">
                  <a:moveTo>
                    <a:pt x="289560" y="63411"/>
                  </a:moveTo>
                  <a:lnTo>
                    <a:pt x="278375" y="63411"/>
                  </a:lnTo>
                  <a:lnTo>
                    <a:pt x="275841" y="65951"/>
                  </a:lnTo>
                  <a:lnTo>
                    <a:pt x="287020" y="65951"/>
                  </a:lnTo>
                  <a:lnTo>
                    <a:pt x="289560" y="63411"/>
                  </a:lnTo>
                  <a:close/>
                </a:path>
                <a:path w="341630" h="353060">
                  <a:moveTo>
                    <a:pt x="292100" y="60871"/>
                  </a:moveTo>
                  <a:lnTo>
                    <a:pt x="280908" y="60871"/>
                  </a:lnTo>
                  <a:lnTo>
                    <a:pt x="279642" y="62141"/>
                  </a:lnTo>
                  <a:lnTo>
                    <a:pt x="290830" y="62141"/>
                  </a:lnTo>
                  <a:lnTo>
                    <a:pt x="292100" y="60871"/>
                  </a:lnTo>
                  <a:close/>
                </a:path>
                <a:path w="341630" h="353060">
                  <a:moveTo>
                    <a:pt x="295910" y="57061"/>
                  </a:moveTo>
                  <a:lnTo>
                    <a:pt x="284709" y="57061"/>
                  </a:lnTo>
                  <a:lnTo>
                    <a:pt x="282175" y="59601"/>
                  </a:lnTo>
                  <a:lnTo>
                    <a:pt x="293370" y="59601"/>
                  </a:lnTo>
                  <a:lnTo>
                    <a:pt x="295910" y="57061"/>
                  </a:lnTo>
                  <a:close/>
                </a:path>
                <a:path w="341630" h="353060">
                  <a:moveTo>
                    <a:pt x="298450" y="54521"/>
                  </a:moveTo>
                  <a:lnTo>
                    <a:pt x="287243" y="54521"/>
                  </a:lnTo>
                  <a:lnTo>
                    <a:pt x="285976" y="55791"/>
                  </a:lnTo>
                  <a:lnTo>
                    <a:pt x="297180" y="55791"/>
                  </a:lnTo>
                  <a:lnTo>
                    <a:pt x="298450" y="54521"/>
                  </a:lnTo>
                  <a:close/>
                </a:path>
                <a:path w="341630" h="353060">
                  <a:moveTo>
                    <a:pt x="302260" y="50711"/>
                  </a:moveTo>
                  <a:lnTo>
                    <a:pt x="291043" y="50711"/>
                  </a:lnTo>
                  <a:lnTo>
                    <a:pt x="288510" y="53251"/>
                  </a:lnTo>
                  <a:lnTo>
                    <a:pt x="299720" y="53251"/>
                  </a:lnTo>
                  <a:lnTo>
                    <a:pt x="302260" y="50711"/>
                  </a:lnTo>
                  <a:close/>
                </a:path>
                <a:path w="341630" h="353060">
                  <a:moveTo>
                    <a:pt x="304800" y="48171"/>
                  </a:moveTo>
                  <a:lnTo>
                    <a:pt x="293577" y="48171"/>
                  </a:lnTo>
                  <a:lnTo>
                    <a:pt x="292310" y="49441"/>
                  </a:lnTo>
                  <a:lnTo>
                    <a:pt x="303530" y="49441"/>
                  </a:lnTo>
                  <a:lnTo>
                    <a:pt x="304800" y="48171"/>
                  </a:lnTo>
                  <a:close/>
                </a:path>
                <a:path w="341630" h="353060">
                  <a:moveTo>
                    <a:pt x="308610" y="44361"/>
                  </a:moveTo>
                  <a:lnTo>
                    <a:pt x="297378" y="44361"/>
                  </a:lnTo>
                  <a:lnTo>
                    <a:pt x="294844" y="46901"/>
                  </a:lnTo>
                  <a:lnTo>
                    <a:pt x="306070" y="46901"/>
                  </a:lnTo>
                  <a:lnTo>
                    <a:pt x="308610" y="44361"/>
                  </a:lnTo>
                  <a:close/>
                </a:path>
                <a:path w="341630" h="353060">
                  <a:moveTo>
                    <a:pt x="311150" y="41821"/>
                  </a:moveTo>
                  <a:lnTo>
                    <a:pt x="299911" y="41821"/>
                  </a:lnTo>
                  <a:lnTo>
                    <a:pt x="298644" y="43091"/>
                  </a:lnTo>
                  <a:lnTo>
                    <a:pt x="309880" y="43091"/>
                  </a:lnTo>
                  <a:lnTo>
                    <a:pt x="311150" y="41821"/>
                  </a:lnTo>
                  <a:close/>
                </a:path>
                <a:path w="341630" h="353060">
                  <a:moveTo>
                    <a:pt x="314960" y="38011"/>
                  </a:moveTo>
                  <a:lnTo>
                    <a:pt x="303712" y="38011"/>
                  </a:lnTo>
                  <a:lnTo>
                    <a:pt x="301178" y="40551"/>
                  </a:lnTo>
                  <a:lnTo>
                    <a:pt x="312420" y="40551"/>
                  </a:lnTo>
                  <a:lnTo>
                    <a:pt x="314960" y="38011"/>
                  </a:lnTo>
                  <a:close/>
                </a:path>
                <a:path w="341630" h="353060">
                  <a:moveTo>
                    <a:pt x="317500" y="35471"/>
                  </a:moveTo>
                  <a:lnTo>
                    <a:pt x="306246" y="35471"/>
                  </a:lnTo>
                  <a:lnTo>
                    <a:pt x="304979" y="36741"/>
                  </a:lnTo>
                  <a:lnTo>
                    <a:pt x="316230" y="36741"/>
                  </a:lnTo>
                  <a:lnTo>
                    <a:pt x="317500" y="35471"/>
                  </a:lnTo>
                  <a:close/>
                </a:path>
                <a:path w="341630" h="353060">
                  <a:moveTo>
                    <a:pt x="321310" y="31661"/>
                  </a:moveTo>
                  <a:lnTo>
                    <a:pt x="310046" y="31661"/>
                  </a:lnTo>
                  <a:lnTo>
                    <a:pt x="307512" y="34201"/>
                  </a:lnTo>
                  <a:lnTo>
                    <a:pt x="318770" y="34201"/>
                  </a:lnTo>
                  <a:lnTo>
                    <a:pt x="321310" y="31661"/>
                  </a:lnTo>
                  <a:close/>
                </a:path>
                <a:path w="341630" h="353060">
                  <a:moveTo>
                    <a:pt x="323850" y="29121"/>
                  </a:moveTo>
                  <a:lnTo>
                    <a:pt x="312580" y="29121"/>
                  </a:lnTo>
                  <a:lnTo>
                    <a:pt x="311313" y="30391"/>
                  </a:lnTo>
                  <a:lnTo>
                    <a:pt x="322580" y="30391"/>
                  </a:lnTo>
                  <a:lnTo>
                    <a:pt x="323850" y="29121"/>
                  </a:lnTo>
                  <a:close/>
                </a:path>
                <a:path w="341630" h="353060">
                  <a:moveTo>
                    <a:pt x="327660" y="25311"/>
                  </a:moveTo>
                  <a:lnTo>
                    <a:pt x="316380" y="25311"/>
                  </a:lnTo>
                  <a:lnTo>
                    <a:pt x="313847" y="27851"/>
                  </a:lnTo>
                  <a:lnTo>
                    <a:pt x="325120" y="27851"/>
                  </a:lnTo>
                  <a:lnTo>
                    <a:pt x="327660" y="25311"/>
                  </a:lnTo>
                  <a:close/>
                </a:path>
                <a:path w="341630" h="353060">
                  <a:moveTo>
                    <a:pt x="330200" y="22771"/>
                  </a:moveTo>
                  <a:lnTo>
                    <a:pt x="318914" y="22771"/>
                  </a:lnTo>
                  <a:lnTo>
                    <a:pt x="317647" y="24041"/>
                  </a:lnTo>
                  <a:lnTo>
                    <a:pt x="328930" y="24041"/>
                  </a:lnTo>
                  <a:lnTo>
                    <a:pt x="330200" y="22771"/>
                  </a:lnTo>
                  <a:close/>
                </a:path>
                <a:path w="341630" h="353060">
                  <a:moveTo>
                    <a:pt x="334010" y="18961"/>
                  </a:moveTo>
                  <a:lnTo>
                    <a:pt x="322715" y="18961"/>
                  </a:lnTo>
                  <a:lnTo>
                    <a:pt x="320181" y="21501"/>
                  </a:lnTo>
                  <a:lnTo>
                    <a:pt x="331470" y="21501"/>
                  </a:lnTo>
                  <a:lnTo>
                    <a:pt x="334010" y="18961"/>
                  </a:lnTo>
                  <a:close/>
                </a:path>
                <a:path w="341630" h="353060">
                  <a:moveTo>
                    <a:pt x="336550" y="16421"/>
                  </a:moveTo>
                  <a:lnTo>
                    <a:pt x="325248" y="16421"/>
                  </a:lnTo>
                  <a:lnTo>
                    <a:pt x="323982" y="17691"/>
                  </a:lnTo>
                  <a:lnTo>
                    <a:pt x="335280" y="17691"/>
                  </a:lnTo>
                  <a:lnTo>
                    <a:pt x="336550" y="16421"/>
                  </a:lnTo>
                  <a:close/>
                </a:path>
                <a:path w="341630" h="353060">
                  <a:moveTo>
                    <a:pt x="340360" y="12611"/>
                  </a:moveTo>
                  <a:lnTo>
                    <a:pt x="329049" y="12611"/>
                  </a:lnTo>
                  <a:lnTo>
                    <a:pt x="326515" y="15151"/>
                  </a:lnTo>
                  <a:lnTo>
                    <a:pt x="337820" y="15151"/>
                  </a:lnTo>
                  <a:lnTo>
                    <a:pt x="340360" y="12611"/>
                  </a:lnTo>
                  <a:close/>
                </a:path>
                <a:path w="341630" h="353060">
                  <a:moveTo>
                    <a:pt x="341630" y="10071"/>
                  </a:moveTo>
                  <a:lnTo>
                    <a:pt x="331583" y="10071"/>
                  </a:lnTo>
                  <a:lnTo>
                    <a:pt x="330316" y="11341"/>
                  </a:lnTo>
                  <a:lnTo>
                    <a:pt x="341630" y="11341"/>
                  </a:lnTo>
                  <a:lnTo>
                    <a:pt x="341630" y="10071"/>
                  </a:lnTo>
                  <a:close/>
                </a:path>
                <a:path w="341630" h="353060">
                  <a:moveTo>
                    <a:pt x="341630" y="6261"/>
                  </a:moveTo>
                  <a:lnTo>
                    <a:pt x="335383" y="6261"/>
                  </a:lnTo>
                  <a:lnTo>
                    <a:pt x="332850" y="8801"/>
                  </a:lnTo>
                  <a:lnTo>
                    <a:pt x="341630" y="8801"/>
                  </a:lnTo>
                  <a:lnTo>
                    <a:pt x="341630" y="6261"/>
                  </a:lnTo>
                  <a:close/>
                </a:path>
                <a:path w="341630" h="353060">
                  <a:moveTo>
                    <a:pt x="341630" y="3721"/>
                  </a:moveTo>
                  <a:lnTo>
                    <a:pt x="337917" y="3721"/>
                  </a:lnTo>
                  <a:lnTo>
                    <a:pt x="336650" y="4991"/>
                  </a:lnTo>
                  <a:lnTo>
                    <a:pt x="341630" y="4991"/>
                  </a:lnTo>
                  <a:lnTo>
                    <a:pt x="341630" y="3721"/>
                  </a:lnTo>
                  <a:close/>
                </a:path>
                <a:path w="341630" h="353060">
                  <a:moveTo>
                    <a:pt x="341630" y="0"/>
                  </a:moveTo>
                  <a:lnTo>
                    <a:pt x="339184" y="2451"/>
                  </a:lnTo>
                  <a:lnTo>
                    <a:pt x="341630" y="2451"/>
                  </a:lnTo>
                  <a:lnTo>
                    <a:pt x="341630" y="0"/>
                  </a:lnTo>
                  <a:close/>
                </a:path>
                <a:path w="341630" h="353060">
                  <a:moveTo>
                    <a:pt x="231140" y="121831"/>
                  </a:moveTo>
                  <a:lnTo>
                    <a:pt x="220099" y="121831"/>
                  </a:lnTo>
                  <a:lnTo>
                    <a:pt x="0" y="342477"/>
                  </a:lnTo>
                  <a:lnTo>
                    <a:pt x="0" y="352971"/>
                  </a:lnTo>
                  <a:lnTo>
                    <a:pt x="231140" y="121831"/>
                  </a:lnTo>
                  <a:close/>
                </a:path>
              </a:pathLst>
            </a:custGeom>
            <a:solidFill>
              <a:srgbClr val="CDBF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6" name="object 1756"/>
            <p:cNvSpPr/>
            <p:nvPr/>
          </p:nvSpPr>
          <p:spPr>
            <a:xfrm>
              <a:off x="2860039" y="2792729"/>
              <a:ext cx="341630" cy="350520"/>
            </a:xfrm>
            <a:custGeom>
              <a:avLst/>
              <a:gdLst/>
              <a:ahLst/>
              <a:cxnLst/>
              <a:rect l="l" t="t" r="r" b="b"/>
              <a:pathLst>
                <a:path w="341630" h="350519">
                  <a:moveTo>
                    <a:pt x="245110" y="105410"/>
                  </a:moveTo>
                  <a:lnTo>
                    <a:pt x="234950" y="105410"/>
                  </a:lnTo>
                  <a:lnTo>
                    <a:pt x="233680" y="106679"/>
                  </a:lnTo>
                  <a:lnTo>
                    <a:pt x="243840" y="106679"/>
                  </a:lnTo>
                  <a:lnTo>
                    <a:pt x="245110" y="105410"/>
                  </a:lnTo>
                  <a:close/>
                </a:path>
                <a:path w="341630" h="350519">
                  <a:moveTo>
                    <a:pt x="248920" y="101600"/>
                  </a:moveTo>
                  <a:lnTo>
                    <a:pt x="238760" y="101600"/>
                  </a:lnTo>
                  <a:lnTo>
                    <a:pt x="236220" y="104139"/>
                  </a:lnTo>
                  <a:lnTo>
                    <a:pt x="246380" y="104139"/>
                  </a:lnTo>
                  <a:lnTo>
                    <a:pt x="248920" y="101600"/>
                  </a:lnTo>
                  <a:close/>
                </a:path>
                <a:path w="341630" h="350519">
                  <a:moveTo>
                    <a:pt x="251460" y="99060"/>
                  </a:moveTo>
                  <a:lnTo>
                    <a:pt x="241300" y="99060"/>
                  </a:lnTo>
                  <a:lnTo>
                    <a:pt x="240030" y="100329"/>
                  </a:lnTo>
                  <a:lnTo>
                    <a:pt x="250190" y="100329"/>
                  </a:lnTo>
                  <a:lnTo>
                    <a:pt x="251460" y="99060"/>
                  </a:lnTo>
                  <a:close/>
                </a:path>
                <a:path w="341630" h="350519">
                  <a:moveTo>
                    <a:pt x="255270" y="95250"/>
                  </a:moveTo>
                  <a:lnTo>
                    <a:pt x="245110" y="95250"/>
                  </a:lnTo>
                  <a:lnTo>
                    <a:pt x="242570" y="97789"/>
                  </a:lnTo>
                  <a:lnTo>
                    <a:pt x="252730" y="97789"/>
                  </a:lnTo>
                  <a:lnTo>
                    <a:pt x="255270" y="95250"/>
                  </a:lnTo>
                  <a:close/>
                </a:path>
                <a:path w="341630" h="350519">
                  <a:moveTo>
                    <a:pt x="257810" y="92710"/>
                  </a:moveTo>
                  <a:lnTo>
                    <a:pt x="247650" y="92710"/>
                  </a:lnTo>
                  <a:lnTo>
                    <a:pt x="246380" y="93979"/>
                  </a:lnTo>
                  <a:lnTo>
                    <a:pt x="256540" y="93979"/>
                  </a:lnTo>
                  <a:lnTo>
                    <a:pt x="257810" y="92710"/>
                  </a:lnTo>
                  <a:close/>
                </a:path>
                <a:path w="341630" h="350519">
                  <a:moveTo>
                    <a:pt x="261620" y="88900"/>
                  </a:moveTo>
                  <a:lnTo>
                    <a:pt x="251460" y="88900"/>
                  </a:lnTo>
                  <a:lnTo>
                    <a:pt x="248920" y="91439"/>
                  </a:lnTo>
                  <a:lnTo>
                    <a:pt x="259080" y="91439"/>
                  </a:lnTo>
                  <a:lnTo>
                    <a:pt x="261620" y="88900"/>
                  </a:lnTo>
                  <a:close/>
                </a:path>
                <a:path w="341630" h="350519">
                  <a:moveTo>
                    <a:pt x="264160" y="86360"/>
                  </a:moveTo>
                  <a:lnTo>
                    <a:pt x="254000" y="86360"/>
                  </a:lnTo>
                  <a:lnTo>
                    <a:pt x="252730" y="87629"/>
                  </a:lnTo>
                  <a:lnTo>
                    <a:pt x="262890" y="87629"/>
                  </a:lnTo>
                  <a:lnTo>
                    <a:pt x="264160" y="86360"/>
                  </a:lnTo>
                  <a:close/>
                </a:path>
                <a:path w="341630" h="350519">
                  <a:moveTo>
                    <a:pt x="267970" y="82550"/>
                  </a:moveTo>
                  <a:lnTo>
                    <a:pt x="257810" y="82550"/>
                  </a:lnTo>
                  <a:lnTo>
                    <a:pt x="255270" y="85089"/>
                  </a:lnTo>
                  <a:lnTo>
                    <a:pt x="265430" y="85089"/>
                  </a:lnTo>
                  <a:lnTo>
                    <a:pt x="267970" y="82550"/>
                  </a:lnTo>
                  <a:close/>
                </a:path>
                <a:path w="341630" h="350519">
                  <a:moveTo>
                    <a:pt x="270510" y="80010"/>
                  </a:moveTo>
                  <a:lnTo>
                    <a:pt x="260350" y="80010"/>
                  </a:lnTo>
                  <a:lnTo>
                    <a:pt x="259080" y="81279"/>
                  </a:lnTo>
                  <a:lnTo>
                    <a:pt x="269240" y="81279"/>
                  </a:lnTo>
                  <a:lnTo>
                    <a:pt x="270510" y="80010"/>
                  </a:lnTo>
                  <a:close/>
                </a:path>
                <a:path w="341630" h="350519">
                  <a:moveTo>
                    <a:pt x="274320" y="76200"/>
                  </a:moveTo>
                  <a:lnTo>
                    <a:pt x="264160" y="76200"/>
                  </a:lnTo>
                  <a:lnTo>
                    <a:pt x="261620" y="78739"/>
                  </a:lnTo>
                  <a:lnTo>
                    <a:pt x="271780" y="78739"/>
                  </a:lnTo>
                  <a:lnTo>
                    <a:pt x="274320" y="76200"/>
                  </a:lnTo>
                  <a:close/>
                </a:path>
                <a:path w="341630" h="350519">
                  <a:moveTo>
                    <a:pt x="276860" y="73660"/>
                  </a:moveTo>
                  <a:lnTo>
                    <a:pt x="266700" y="73660"/>
                  </a:lnTo>
                  <a:lnTo>
                    <a:pt x="265430" y="74929"/>
                  </a:lnTo>
                  <a:lnTo>
                    <a:pt x="275590" y="74929"/>
                  </a:lnTo>
                  <a:lnTo>
                    <a:pt x="276860" y="73660"/>
                  </a:lnTo>
                  <a:close/>
                </a:path>
                <a:path w="341630" h="350519">
                  <a:moveTo>
                    <a:pt x="280670" y="69850"/>
                  </a:moveTo>
                  <a:lnTo>
                    <a:pt x="270510" y="69850"/>
                  </a:lnTo>
                  <a:lnTo>
                    <a:pt x="267970" y="72389"/>
                  </a:lnTo>
                  <a:lnTo>
                    <a:pt x="278130" y="72389"/>
                  </a:lnTo>
                  <a:lnTo>
                    <a:pt x="280670" y="69850"/>
                  </a:lnTo>
                  <a:close/>
                </a:path>
                <a:path w="341630" h="350519">
                  <a:moveTo>
                    <a:pt x="283210" y="67310"/>
                  </a:moveTo>
                  <a:lnTo>
                    <a:pt x="273050" y="67310"/>
                  </a:lnTo>
                  <a:lnTo>
                    <a:pt x="271780" y="68579"/>
                  </a:lnTo>
                  <a:lnTo>
                    <a:pt x="281940" y="68579"/>
                  </a:lnTo>
                  <a:lnTo>
                    <a:pt x="283210" y="67310"/>
                  </a:lnTo>
                  <a:close/>
                </a:path>
                <a:path w="341630" h="350519">
                  <a:moveTo>
                    <a:pt x="287020" y="63500"/>
                  </a:moveTo>
                  <a:lnTo>
                    <a:pt x="276860" y="63500"/>
                  </a:lnTo>
                  <a:lnTo>
                    <a:pt x="274320" y="66039"/>
                  </a:lnTo>
                  <a:lnTo>
                    <a:pt x="284480" y="66039"/>
                  </a:lnTo>
                  <a:lnTo>
                    <a:pt x="287020" y="63500"/>
                  </a:lnTo>
                  <a:close/>
                </a:path>
                <a:path w="341630" h="350519">
                  <a:moveTo>
                    <a:pt x="289560" y="60960"/>
                  </a:moveTo>
                  <a:lnTo>
                    <a:pt x="279400" y="60960"/>
                  </a:lnTo>
                  <a:lnTo>
                    <a:pt x="278130" y="62229"/>
                  </a:lnTo>
                  <a:lnTo>
                    <a:pt x="288290" y="62229"/>
                  </a:lnTo>
                  <a:lnTo>
                    <a:pt x="289560" y="60960"/>
                  </a:lnTo>
                  <a:close/>
                </a:path>
                <a:path w="341630" h="350519">
                  <a:moveTo>
                    <a:pt x="293370" y="57150"/>
                  </a:moveTo>
                  <a:lnTo>
                    <a:pt x="283210" y="57150"/>
                  </a:lnTo>
                  <a:lnTo>
                    <a:pt x="280670" y="59689"/>
                  </a:lnTo>
                  <a:lnTo>
                    <a:pt x="290830" y="59689"/>
                  </a:lnTo>
                  <a:lnTo>
                    <a:pt x="293370" y="57150"/>
                  </a:lnTo>
                  <a:close/>
                </a:path>
                <a:path w="341630" h="350519">
                  <a:moveTo>
                    <a:pt x="295910" y="54610"/>
                  </a:moveTo>
                  <a:lnTo>
                    <a:pt x="285750" y="54610"/>
                  </a:lnTo>
                  <a:lnTo>
                    <a:pt x="284480" y="55879"/>
                  </a:lnTo>
                  <a:lnTo>
                    <a:pt x="294640" y="55879"/>
                  </a:lnTo>
                  <a:lnTo>
                    <a:pt x="295910" y="54610"/>
                  </a:lnTo>
                  <a:close/>
                </a:path>
                <a:path w="341630" h="350519">
                  <a:moveTo>
                    <a:pt x="299720" y="50800"/>
                  </a:moveTo>
                  <a:lnTo>
                    <a:pt x="289560" y="50800"/>
                  </a:lnTo>
                  <a:lnTo>
                    <a:pt x="287020" y="53339"/>
                  </a:lnTo>
                  <a:lnTo>
                    <a:pt x="297180" y="53339"/>
                  </a:lnTo>
                  <a:lnTo>
                    <a:pt x="299720" y="50800"/>
                  </a:lnTo>
                  <a:close/>
                </a:path>
                <a:path w="341630" h="350519">
                  <a:moveTo>
                    <a:pt x="302260" y="48260"/>
                  </a:moveTo>
                  <a:lnTo>
                    <a:pt x="292100" y="48260"/>
                  </a:lnTo>
                  <a:lnTo>
                    <a:pt x="290830" y="49529"/>
                  </a:lnTo>
                  <a:lnTo>
                    <a:pt x="300990" y="49529"/>
                  </a:lnTo>
                  <a:lnTo>
                    <a:pt x="302260" y="48260"/>
                  </a:lnTo>
                  <a:close/>
                </a:path>
                <a:path w="341630" h="350519">
                  <a:moveTo>
                    <a:pt x="306070" y="44450"/>
                  </a:moveTo>
                  <a:lnTo>
                    <a:pt x="295910" y="44450"/>
                  </a:lnTo>
                  <a:lnTo>
                    <a:pt x="293370" y="46989"/>
                  </a:lnTo>
                  <a:lnTo>
                    <a:pt x="303530" y="46989"/>
                  </a:lnTo>
                  <a:lnTo>
                    <a:pt x="306070" y="44450"/>
                  </a:lnTo>
                  <a:close/>
                </a:path>
                <a:path w="341630" h="350519">
                  <a:moveTo>
                    <a:pt x="308610" y="41910"/>
                  </a:moveTo>
                  <a:lnTo>
                    <a:pt x="298450" y="41910"/>
                  </a:lnTo>
                  <a:lnTo>
                    <a:pt x="297180" y="43179"/>
                  </a:lnTo>
                  <a:lnTo>
                    <a:pt x="307340" y="43179"/>
                  </a:lnTo>
                  <a:lnTo>
                    <a:pt x="308610" y="41910"/>
                  </a:lnTo>
                  <a:close/>
                </a:path>
                <a:path w="341630" h="350519">
                  <a:moveTo>
                    <a:pt x="312420" y="38100"/>
                  </a:moveTo>
                  <a:lnTo>
                    <a:pt x="302260" y="38100"/>
                  </a:lnTo>
                  <a:lnTo>
                    <a:pt x="299720" y="40639"/>
                  </a:lnTo>
                  <a:lnTo>
                    <a:pt x="309880" y="40639"/>
                  </a:lnTo>
                  <a:lnTo>
                    <a:pt x="312420" y="38100"/>
                  </a:lnTo>
                  <a:close/>
                </a:path>
                <a:path w="341630" h="350519">
                  <a:moveTo>
                    <a:pt x="314960" y="35560"/>
                  </a:moveTo>
                  <a:lnTo>
                    <a:pt x="304800" y="35560"/>
                  </a:lnTo>
                  <a:lnTo>
                    <a:pt x="303530" y="36829"/>
                  </a:lnTo>
                  <a:lnTo>
                    <a:pt x="313690" y="36829"/>
                  </a:lnTo>
                  <a:lnTo>
                    <a:pt x="314960" y="35560"/>
                  </a:lnTo>
                  <a:close/>
                </a:path>
                <a:path w="341630" h="350519">
                  <a:moveTo>
                    <a:pt x="318770" y="31750"/>
                  </a:moveTo>
                  <a:lnTo>
                    <a:pt x="308610" y="31750"/>
                  </a:lnTo>
                  <a:lnTo>
                    <a:pt x="306070" y="34289"/>
                  </a:lnTo>
                  <a:lnTo>
                    <a:pt x="316230" y="34289"/>
                  </a:lnTo>
                  <a:lnTo>
                    <a:pt x="318770" y="31750"/>
                  </a:lnTo>
                  <a:close/>
                </a:path>
                <a:path w="341630" h="350519">
                  <a:moveTo>
                    <a:pt x="321310" y="29210"/>
                  </a:moveTo>
                  <a:lnTo>
                    <a:pt x="311150" y="29210"/>
                  </a:lnTo>
                  <a:lnTo>
                    <a:pt x="309880" y="30479"/>
                  </a:lnTo>
                  <a:lnTo>
                    <a:pt x="320040" y="30479"/>
                  </a:lnTo>
                  <a:lnTo>
                    <a:pt x="321310" y="29210"/>
                  </a:lnTo>
                  <a:close/>
                </a:path>
                <a:path w="341630" h="350519">
                  <a:moveTo>
                    <a:pt x="325120" y="25400"/>
                  </a:moveTo>
                  <a:lnTo>
                    <a:pt x="314960" y="25400"/>
                  </a:lnTo>
                  <a:lnTo>
                    <a:pt x="312420" y="27939"/>
                  </a:lnTo>
                  <a:lnTo>
                    <a:pt x="322580" y="27939"/>
                  </a:lnTo>
                  <a:lnTo>
                    <a:pt x="325120" y="25400"/>
                  </a:lnTo>
                  <a:close/>
                </a:path>
                <a:path w="341630" h="350519">
                  <a:moveTo>
                    <a:pt x="327660" y="22860"/>
                  </a:moveTo>
                  <a:lnTo>
                    <a:pt x="317500" y="22860"/>
                  </a:lnTo>
                  <a:lnTo>
                    <a:pt x="316230" y="24129"/>
                  </a:lnTo>
                  <a:lnTo>
                    <a:pt x="326390" y="24129"/>
                  </a:lnTo>
                  <a:lnTo>
                    <a:pt x="327660" y="22860"/>
                  </a:lnTo>
                  <a:close/>
                </a:path>
                <a:path w="341630" h="350519">
                  <a:moveTo>
                    <a:pt x="331470" y="19050"/>
                  </a:moveTo>
                  <a:lnTo>
                    <a:pt x="321310" y="19050"/>
                  </a:lnTo>
                  <a:lnTo>
                    <a:pt x="318770" y="21589"/>
                  </a:lnTo>
                  <a:lnTo>
                    <a:pt x="328930" y="21589"/>
                  </a:lnTo>
                  <a:lnTo>
                    <a:pt x="331470" y="19050"/>
                  </a:lnTo>
                  <a:close/>
                </a:path>
                <a:path w="341630" h="350519">
                  <a:moveTo>
                    <a:pt x="334010" y="16510"/>
                  </a:moveTo>
                  <a:lnTo>
                    <a:pt x="323850" y="16510"/>
                  </a:lnTo>
                  <a:lnTo>
                    <a:pt x="322580" y="17779"/>
                  </a:lnTo>
                  <a:lnTo>
                    <a:pt x="332740" y="17779"/>
                  </a:lnTo>
                  <a:lnTo>
                    <a:pt x="334010" y="16510"/>
                  </a:lnTo>
                  <a:close/>
                </a:path>
                <a:path w="341630" h="350519">
                  <a:moveTo>
                    <a:pt x="337820" y="12700"/>
                  </a:moveTo>
                  <a:lnTo>
                    <a:pt x="327660" y="12700"/>
                  </a:lnTo>
                  <a:lnTo>
                    <a:pt x="325120" y="15239"/>
                  </a:lnTo>
                  <a:lnTo>
                    <a:pt x="335280" y="15239"/>
                  </a:lnTo>
                  <a:lnTo>
                    <a:pt x="337820" y="12700"/>
                  </a:lnTo>
                  <a:close/>
                </a:path>
                <a:path w="341630" h="350519">
                  <a:moveTo>
                    <a:pt x="340360" y="10160"/>
                  </a:moveTo>
                  <a:lnTo>
                    <a:pt x="330200" y="10160"/>
                  </a:lnTo>
                  <a:lnTo>
                    <a:pt x="328930" y="11429"/>
                  </a:lnTo>
                  <a:lnTo>
                    <a:pt x="339090" y="11429"/>
                  </a:lnTo>
                  <a:lnTo>
                    <a:pt x="340360" y="10160"/>
                  </a:lnTo>
                  <a:close/>
                </a:path>
                <a:path w="341630" h="350519">
                  <a:moveTo>
                    <a:pt x="341630" y="6350"/>
                  </a:moveTo>
                  <a:lnTo>
                    <a:pt x="334010" y="6350"/>
                  </a:lnTo>
                  <a:lnTo>
                    <a:pt x="331470" y="8889"/>
                  </a:lnTo>
                  <a:lnTo>
                    <a:pt x="341630" y="8889"/>
                  </a:lnTo>
                  <a:lnTo>
                    <a:pt x="341630" y="6350"/>
                  </a:lnTo>
                  <a:close/>
                </a:path>
                <a:path w="341630" h="350519">
                  <a:moveTo>
                    <a:pt x="341630" y="3810"/>
                  </a:moveTo>
                  <a:lnTo>
                    <a:pt x="336550" y="3810"/>
                  </a:lnTo>
                  <a:lnTo>
                    <a:pt x="335280" y="5079"/>
                  </a:lnTo>
                  <a:lnTo>
                    <a:pt x="341630" y="5079"/>
                  </a:lnTo>
                  <a:lnTo>
                    <a:pt x="341630" y="3810"/>
                  </a:lnTo>
                  <a:close/>
                </a:path>
                <a:path w="341630" h="350519">
                  <a:moveTo>
                    <a:pt x="341630" y="0"/>
                  </a:moveTo>
                  <a:lnTo>
                    <a:pt x="340360" y="0"/>
                  </a:lnTo>
                  <a:lnTo>
                    <a:pt x="337820" y="2539"/>
                  </a:lnTo>
                  <a:lnTo>
                    <a:pt x="341630" y="2539"/>
                  </a:lnTo>
                  <a:lnTo>
                    <a:pt x="341630" y="0"/>
                  </a:lnTo>
                  <a:close/>
                </a:path>
                <a:path w="341630" h="350519">
                  <a:moveTo>
                    <a:pt x="241300" y="109220"/>
                  </a:moveTo>
                  <a:lnTo>
                    <a:pt x="231140" y="109220"/>
                  </a:lnTo>
                  <a:lnTo>
                    <a:pt x="0" y="340360"/>
                  </a:lnTo>
                  <a:lnTo>
                    <a:pt x="0" y="350520"/>
                  </a:lnTo>
                  <a:lnTo>
                    <a:pt x="241300" y="109220"/>
                  </a:lnTo>
                  <a:close/>
                </a:path>
              </a:pathLst>
            </a:custGeom>
            <a:solidFill>
              <a:srgbClr val="CEC0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7" name="object 1757"/>
            <p:cNvSpPr/>
            <p:nvPr/>
          </p:nvSpPr>
          <p:spPr>
            <a:xfrm>
              <a:off x="2860039" y="2802889"/>
              <a:ext cx="341630" cy="351790"/>
            </a:xfrm>
            <a:custGeom>
              <a:avLst/>
              <a:gdLst/>
              <a:ahLst/>
              <a:cxnLst/>
              <a:rect l="l" t="t" r="r" b="b"/>
              <a:pathLst>
                <a:path w="341630" h="351789">
                  <a:moveTo>
                    <a:pt x="256539" y="95250"/>
                  </a:moveTo>
                  <a:lnTo>
                    <a:pt x="245110" y="95250"/>
                  </a:lnTo>
                  <a:lnTo>
                    <a:pt x="243840" y="96519"/>
                  </a:lnTo>
                  <a:lnTo>
                    <a:pt x="255270" y="96519"/>
                  </a:lnTo>
                  <a:lnTo>
                    <a:pt x="256539" y="95250"/>
                  </a:lnTo>
                  <a:close/>
                </a:path>
                <a:path w="341630" h="351789">
                  <a:moveTo>
                    <a:pt x="260350" y="91439"/>
                  </a:moveTo>
                  <a:lnTo>
                    <a:pt x="248920" y="91439"/>
                  </a:lnTo>
                  <a:lnTo>
                    <a:pt x="246380" y="93979"/>
                  </a:lnTo>
                  <a:lnTo>
                    <a:pt x="257810" y="93979"/>
                  </a:lnTo>
                  <a:lnTo>
                    <a:pt x="260350" y="91439"/>
                  </a:lnTo>
                  <a:close/>
                </a:path>
                <a:path w="341630" h="351789">
                  <a:moveTo>
                    <a:pt x="262889" y="88900"/>
                  </a:moveTo>
                  <a:lnTo>
                    <a:pt x="251460" y="88900"/>
                  </a:lnTo>
                  <a:lnTo>
                    <a:pt x="250190" y="90169"/>
                  </a:lnTo>
                  <a:lnTo>
                    <a:pt x="261620" y="90169"/>
                  </a:lnTo>
                  <a:lnTo>
                    <a:pt x="262889" y="88900"/>
                  </a:lnTo>
                  <a:close/>
                </a:path>
                <a:path w="341630" h="351789">
                  <a:moveTo>
                    <a:pt x="266700" y="85089"/>
                  </a:moveTo>
                  <a:lnTo>
                    <a:pt x="255270" y="85089"/>
                  </a:lnTo>
                  <a:lnTo>
                    <a:pt x="252730" y="87629"/>
                  </a:lnTo>
                  <a:lnTo>
                    <a:pt x="264160" y="87629"/>
                  </a:lnTo>
                  <a:lnTo>
                    <a:pt x="266700" y="85089"/>
                  </a:lnTo>
                  <a:close/>
                </a:path>
                <a:path w="341630" h="351789">
                  <a:moveTo>
                    <a:pt x="269239" y="82550"/>
                  </a:moveTo>
                  <a:lnTo>
                    <a:pt x="257810" y="82550"/>
                  </a:lnTo>
                  <a:lnTo>
                    <a:pt x="256540" y="83819"/>
                  </a:lnTo>
                  <a:lnTo>
                    <a:pt x="267970" y="83819"/>
                  </a:lnTo>
                  <a:lnTo>
                    <a:pt x="269239" y="82550"/>
                  </a:lnTo>
                  <a:close/>
                </a:path>
                <a:path w="341630" h="351789">
                  <a:moveTo>
                    <a:pt x="273050" y="78739"/>
                  </a:moveTo>
                  <a:lnTo>
                    <a:pt x="261620" y="78739"/>
                  </a:lnTo>
                  <a:lnTo>
                    <a:pt x="259080" y="81279"/>
                  </a:lnTo>
                  <a:lnTo>
                    <a:pt x="270510" y="81279"/>
                  </a:lnTo>
                  <a:lnTo>
                    <a:pt x="273050" y="78739"/>
                  </a:lnTo>
                  <a:close/>
                </a:path>
                <a:path w="341630" h="351789">
                  <a:moveTo>
                    <a:pt x="275589" y="76200"/>
                  </a:moveTo>
                  <a:lnTo>
                    <a:pt x="264160" y="76200"/>
                  </a:lnTo>
                  <a:lnTo>
                    <a:pt x="262890" y="77469"/>
                  </a:lnTo>
                  <a:lnTo>
                    <a:pt x="274320" y="77469"/>
                  </a:lnTo>
                  <a:lnTo>
                    <a:pt x="275589" y="76200"/>
                  </a:lnTo>
                  <a:close/>
                </a:path>
                <a:path w="341630" h="351789">
                  <a:moveTo>
                    <a:pt x="279400" y="72389"/>
                  </a:moveTo>
                  <a:lnTo>
                    <a:pt x="267970" y="72389"/>
                  </a:lnTo>
                  <a:lnTo>
                    <a:pt x="265430" y="74929"/>
                  </a:lnTo>
                  <a:lnTo>
                    <a:pt x="276860" y="74929"/>
                  </a:lnTo>
                  <a:lnTo>
                    <a:pt x="279400" y="72389"/>
                  </a:lnTo>
                  <a:close/>
                </a:path>
                <a:path w="341630" h="351789">
                  <a:moveTo>
                    <a:pt x="281939" y="69850"/>
                  </a:moveTo>
                  <a:lnTo>
                    <a:pt x="270510" y="69850"/>
                  </a:lnTo>
                  <a:lnTo>
                    <a:pt x="269240" y="71119"/>
                  </a:lnTo>
                  <a:lnTo>
                    <a:pt x="280670" y="71119"/>
                  </a:lnTo>
                  <a:lnTo>
                    <a:pt x="281939" y="69850"/>
                  </a:lnTo>
                  <a:close/>
                </a:path>
                <a:path w="341630" h="351789">
                  <a:moveTo>
                    <a:pt x="285750" y="66039"/>
                  </a:moveTo>
                  <a:lnTo>
                    <a:pt x="274320" y="66039"/>
                  </a:lnTo>
                  <a:lnTo>
                    <a:pt x="271780" y="68579"/>
                  </a:lnTo>
                  <a:lnTo>
                    <a:pt x="283210" y="68579"/>
                  </a:lnTo>
                  <a:lnTo>
                    <a:pt x="285750" y="66039"/>
                  </a:lnTo>
                  <a:close/>
                </a:path>
                <a:path w="341630" h="351789">
                  <a:moveTo>
                    <a:pt x="288289" y="63500"/>
                  </a:moveTo>
                  <a:lnTo>
                    <a:pt x="276860" y="63500"/>
                  </a:lnTo>
                  <a:lnTo>
                    <a:pt x="275590" y="64769"/>
                  </a:lnTo>
                  <a:lnTo>
                    <a:pt x="287020" y="64769"/>
                  </a:lnTo>
                  <a:lnTo>
                    <a:pt x="288289" y="63500"/>
                  </a:lnTo>
                  <a:close/>
                </a:path>
                <a:path w="341630" h="351789">
                  <a:moveTo>
                    <a:pt x="292100" y="59689"/>
                  </a:moveTo>
                  <a:lnTo>
                    <a:pt x="280670" y="59689"/>
                  </a:lnTo>
                  <a:lnTo>
                    <a:pt x="278130" y="62229"/>
                  </a:lnTo>
                  <a:lnTo>
                    <a:pt x="289560" y="62229"/>
                  </a:lnTo>
                  <a:lnTo>
                    <a:pt x="292100" y="59689"/>
                  </a:lnTo>
                  <a:close/>
                </a:path>
                <a:path w="341630" h="351789">
                  <a:moveTo>
                    <a:pt x="294639" y="57150"/>
                  </a:moveTo>
                  <a:lnTo>
                    <a:pt x="283210" y="57150"/>
                  </a:lnTo>
                  <a:lnTo>
                    <a:pt x="281940" y="58419"/>
                  </a:lnTo>
                  <a:lnTo>
                    <a:pt x="293370" y="58419"/>
                  </a:lnTo>
                  <a:lnTo>
                    <a:pt x="294639" y="57150"/>
                  </a:lnTo>
                  <a:close/>
                </a:path>
                <a:path w="341630" h="351789">
                  <a:moveTo>
                    <a:pt x="298450" y="53339"/>
                  </a:moveTo>
                  <a:lnTo>
                    <a:pt x="287020" y="53339"/>
                  </a:lnTo>
                  <a:lnTo>
                    <a:pt x="284480" y="55879"/>
                  </a:lnTo>
                  <a:lnTo>
                    <a:pt x="295910" y="55879"/>
                  </a:lnTo>
                  <a:lnTo>
                    <a:pt x="298450" y="53339"/>
                  </a:lnTo>
                  <a:close/>
                </a:path>
                <a:path w="341630" h="351789">
                  <a:moveTo>
                    <a:pt x="300989" y="50800"/>
                  </a:moveTo>
                  <a:lnTo>
                    <a:pt x="289560" y="50800"/>
                  </a:lnTo>
                  <a:lnTo>
                    <a:pt x="288290" y="52069"/>
                  </a:lnTo>
                  <a:lnTo>
                    <a:pt x="299720" y="52069"/>
                  </a:lnTo>
                  <a:lnTo>
                    <a:pt x="300989" y="50800"/>
                  </a:lnTo>
                  <a:close/>
                </a:path>
                <a:path w="341630" h="351789">
                  <a:moveTo>
                    <a:pt x="304800" y="46989"/>
                  </a:moveTo>
                  <a:lnTo>
                    <a:pt x="293370" y="46989"/>
                  </a:lnTo>
                  <a:lnTo>
                    <a:pt x="290830" y="49529"/>
                  </a:lnTo>
                  <a:lnTo>
                    <a:pt x="302260" y="49529"/>
                  </a:lnTo>
                  <a:lnTo>
                    <a:pt x="304800" y="46989"/>
                  </a:lnTo>
                  <a:close/>
                </a:path>
                <a:path w="341630" h="351789">
                  <a:moveTo>
                    <a:pt x="307339" y="44450"/>
                  </a:moveTo>
                  <a:lnTo>
                    <a:pt x="295910" y="44450"/>
                  </a:lnTo>
                  <a:lnTo>
                    <a:pt x="294640" y="45719"/>
                  </a:lnTo>
                  <a:lnTo>
                    <a:pt x="306070" y="45719"/>
                  </a:lnTo>
                  <a:lnTo>
                    <a:pt x="307339" y="44450"/>
                  </a:lnTo>
                  <a:close/>
                </a:path>
                <a:path w="341630" h="351789">
                  <a:moveTo>
                    <a:pt x="311150" y="40639"/>
                  </a:moveTo>
                  <a:lnTo>
                    <a:pt x="299720" y="40639"/>
                  </a:lnTo>
                  <a:lnTo>
                    <a:pt x="297180" y="43179"/>
                  </a:lnTo>
                  <a:lnTo>
                    <a:pt x="308610" y="43179"/>
                  </a:lnTo>
                  <a:lnTo>
                    <a:pt x="311150" y="40639"/>
                  </a:lnTo>
                  <a:close/>
                </a:path>
                <a:path w="341630" h="351789">
                  <a:moveTo>
                    <a:pt x="313689" y="38100"/>
                  </a:moveTo>
                  <a:lnTo>
                    <a:pt x="302260" y="38100"/>
                  </a:lnTo>
                  <a:lnTo>
                    <a:pt x="300990" y="39369"/>
                  </a:lnTo>
                  <a:lnTo>
                    <a:pt x="312420" y="39369"/>
                  </a:lnTo>
                  <a:lnTo>
                    <a:pt x="313689" y="38100"/>
                  </a:lnTo>
                  <a:close/>
                </a:path>
                <a:path w="341630" h="351789">
                  <a:moveTo>
                    <a:pt x="317500" y="34289"/>
                  </a:moveTo>
                  <a:lnTo>
                    <a:pt x="306070" y="34289"/>
                  </a:lnTo>
                  <a:lnTo>
                    <a:pt x="303530" y="36829"/>
                  </a:lnTo>
                  <a:lnTo>
                    <a:pt x="314960" y="36829"/>
                  </a:lnTo>
                  <a:lnTo>
                    <a:pt x="317500" y="34289"/>
                  </a:lnTo>
                  <a:close/>
                </a:path>
                <a:path w="341630" h="351789">
                  <a:moveTo>
                    <a:pt x="320039" y="31750"/>
                  </a:moveTo>
                  <a:lnTo>
                    <a:pt x="308610" y="31750"/>
                  </a:lnTo>
                  <a:lnTo>
                    <a:pt x="307340" y="33019"/>
                  </a:lnTo>
                  <a:lnTo>
                    <a:pt x="318770" y="33019"/>
                  </a:lnTo>
                  <a:lnTo>
                    <a:pt x="320039" y="31750"/>
                  </a:lnTo>
                  <a:close/>
                </a:path>
                <a:path w="341630" h="351789">
                  <a:moveTo>
                    <a:pt x="323850" y="27939"/>
                  </a:moveTo>
                  <a:lnTo>
                    <a:pt x="312420" y="27939"/>
                  </a:lnTo>
                  <a:lnTo>
                    <a:pt x="309880" y="30479"/>
                  </a:lnTo>
                  <a:lnTo>
                    <a:pt x="321310" y="30479"/>
                  </a:lnTo>
                  <a:lnTo>
                    <a:pt x="323850" y="27939"/>
                  </a:lnTo>
                  <a:close/>
                </a:path>
                <a:path w="341630" h="351789">
                  <a:moveTo>
                    <a:pt x="326389" y="25400"/>
                  </a:moveTo>
                  <a:lnTo>
                    <a:pt x="314960" y="25400"/>
                  </a:lnTo>
                  <a:lnTo>
                    <a:pt x="313690" y="26669"/>
                  </a:lnTo>
                  <a:lnTo>
                    <a:pt x="325120" y="26669"/>
                  </a:lnTo>
                  <a:lnTo>
                    <a:pt x="326389" y="25400"/>
                  </a:lnTo>
                  <a:close/>
                </a:path>
                <a:path w="341630" h="351789">
                  <a:moveTo>
                    <a:pt x="330200" y="21589"/>
                  </a:moveTo>
                  <a:lnTo>
                    <a:pt x="318770" y="21589"/>
                  </a:lnTo>
                  <a:lnTo>
                    <a:pt x="316230" y="24129"/>
                  </a:lnTo>
                  <a:lnTo>
                    <a:pt x="327660" y="24129"/>
                  </a:lnTo>
                  <a:lnTo>
                    <a:pt x="330200" y="21589"/>
                  </a:lnTo>
                  <a:close/>
                </a:path>
                <a:path w="341630" h="351789">
                  <a:moveTo>
                    <a:pt x="332739" y="19050"/>
                  </a:moveTo>
                  <a:lnTo>
                    <a:pt x="321310" y="19050"/>
                  </a:lnTo>
                  <a:lnTo>
                    <a:pt x="320040" y="20319"/>
                  </a:lnTo>
                  <a:lnTo>
                    <a:pt x="331470" y="20319"/>
                  </a:lnTo>
                  <a:lnTo>
                    <a:pt x="332739" y="19050"/>
                  </a:lnTo>
                  <a:close/>
                </a:path>
                <a:path w="341630" h="351789">
                  <a:moveTo>
                    <a:pt x="336550" y="15239"/>
                  </a:moveTo>
                  <a:lnTo>
                    <a:pt x="325120" y="15239"/>
                  </a:lnTo>
                  <a:lnTo>
                    <a:pt x="322580" y="17779"/>
                  </a:lnTo>
                  <a:lnTo>
                    <a:pt x="334010" y="17779"/>
                  </a:lnTo>
                  <a:lnTo>
                    <a:pt x="336550" y="15239"/>
                  </a:lnTo>
                  <a:close/>
                </a:path>
                <a:path w="341630" h="351789">
                  <a:moveTo>
                    <a:pt x="339089" y="12700"/>
                  </a:moveTo>
                  <a:lnTo>
                    <a:pt x="327660" y="12700"/>
                  </a:lnTo>
                  <a:lnTo>
                    <a:pt x="326390" y="13969"/>
                  </a:lnTo>
                  <a:lnTo>
                    <a:pt x="337820" y="13969"/>
                  </a:lnTo>
                  <a:lnTo>
                    <a:pt x="339089" y="12700"/>
                  </a:lnTo>
                  <a:close/>
                </a:path>
                <a:path w="341630" h="351789">
                  <a:moveTo>
                    <a:pt x="341630" y="8889"/>
                  </a:moveTo>
                  <a:lnTo>
                    <a:pt x="331470" y="8889"/>
                  </a:lnTo>
                  <a:lnTo>
                    <a:pt x="328930" y="11429"/>
                  </a:lnTo>
                  <a:lnTo>
                    <a:pt x="340360" y="11429"/>
                  </a:lnTo>
                  <a:lnTo>
                    <a:pt x="341630" y="10160"/>
                  </a:lnTo>
                  <a:lnTo>
                    <a:pt x="341630" y="8889"/>
                  </a:lnTo>
                  <a:close/>
                </a:path>
                <a:path w="341630" h="351789">
                  <a:moveTo>
                    <a:pt x="341630" y="6350"/>
                  </a:moveTo>
                  <a:lnTo>
                    <a:pt x="334010" y="6350"/>
                  </a:lnTo>
                  <a:lnTo>
                    <a:pt x="332740" y="7619"/>
                  </a:lnTo>
                  <a:lnTo>
                    <a:pt x="341630" y="7619"/>
                  </a:lnTo>
                  <a:lnTo>
                    <a:pt x="341630" y="6350"/>
                  </a:lnTo>
                  <a:close/>
                </a:path>
                <a:path w="341630" h="351789">
                  <a:moveTo>
                    <a:pt x="341630" y="2539"/>
                  </a:moveTo>
                  <a:lnTo>
                    <a:pt x="337820" y="2539"/>
                  </a:lnTo>
                  <a:lnTo>
                    <a:pt x="335280" y="5079"/>
                  </a:lnTo>
                  <a:lnTo>
                    <a:pt x="341630" y="5079"/>
                  </a:lnTo>
                  <a:lnTo>
                    <a:pt x="341630" y="2539"/>
                  </a:lnTo>
                  <a:close/>
                </a:path>
                <a:path w="341630" h="351789">
                  <a:moveTo>
                    <a:pt x="341630" y="0"/>
                  </a:moveTo>
                  <a:lnTo>
                    <a:pt x="340360" y="0"/>
                  </a:lnTo>
                  <a:lnTo>
                    <a:pt x="339090" y="1269"/>
                  </a:lnTo>
                  <a:lnTo>
                    <a:pt x="341630" y="1269"/>
                  </a:lnTo>
                  <a:lnTo>
                    <a:pt x="341630" y="0"/>
                  </a:lnTo>
                  <a:close/>
                </a:path>
                <a:path w="341630" h="351789">
                  <a:moveTo>
                    <a:pt x="252729" y="99060"/>
                  </a:moveTo>
                  <a:lnTo>
                    <a:pt x="241300" y="99060"/>
                  </a:lnTo>
                  <a:lnTo>
                    <a:pt x="0" y="340360"/>
                  </a:lnTo>
                  <a:lnTo>
                    <a:pt x="0" y="351789"/>
                  </a:lnTo>
                  <a:lnTo>
                    <a:pt x="252729" y="99060"/>
                  </a:lnTo>
                  <a:close/>
                </a:path>
              </a:pathLst>
            </a:custGeom>
            <a:solidFill>
              <a:srgbClr val="CEC0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8" name="object 1758"/>
            <p:cNvSpPr/>
            <p:nvPr/>
          </p:nvSpPr>
          <p:spPr>
            <a:xfrm>
              <a:off x="2860039" y="2813050"/>
              <a:ext cx="341630" cy="353060"/>
            </a:xfrm>
            <a:custGeom>
              <a:avLst/>
              <a:gdLst/>
              <a:ahLst/>
              <a:cxnLst/>
              <a:rect l="l" t="t" r="r" b="b"/>
              <a:pathLst>
                <a:path w="341630" h="353060">
                  <a:moveTo>
                    <a:pt x="267026" y="85089"/>
                  </a:moveTo>
                  <a:lnTo>
                    <a:pt x="256539" y="85089"/>
                  </a:lnTo>
                  <a:lnTo>
                    <a:pt x="255270" y="86359"/>
                  </a:lnTo>
                  <a:lnTo>
                    <a:pt x="265760" y="86359"/>
                  </a:lnTo>
                  <a:lnTo>
                    <a:pt x="267026" y="85089"/>
                  </a:lnTo>
                  <a:close/>
                </a:path>
                <a:path w="341630" h="353060">
                  <a:moveTo>
                    <a:pt x="270827" y="81279"/>
                  </a:moveTo>
                  <a:lnTo>
                    <a:pt x="260350" y="81279"/>
                  </a:lnTo>
                  <a:lnTo>
                    <a:pt x="257810" y="83819"/>
                  </a:lnTo>
                  <a:lnTo>
                    <a:pt x="268293" y="83819"/>
                  </a:lnTo>
                  <a:lnTo>
                    <a:pt x="270827" y="81279"/>
                  </a:lnTo>
                  <a:close/>
                </a:path>
                <a:path w="341630" h="353060">
                  <a:moveTo>
                    <a:pt x="273361" y="78739"/>
                  </a:moveTo>
                  <a:lnTo>
                    <a:pt x="262889" y="78739"/>
                  </a:lnTo>
                  <a:lnTo>
                    <a:pt x="261620" y="80009"/>
                  </a:lnTo>
                  <a:lnTo>
                    <a:pt x="272094" y="80009"/>
                  </a:lnTo>
                  <a:lnTo>
                    <a:pt x="273361" y="78739"/>
                  </a:lnTo>
                  <a:close/>
                </a:path>
                <a:path w="341630" h="353060">
                  <a:moveTo>
                    <a:pt x="277161" y="74929"/>
                  </a:moveTo>
                  <a:lnTo>
                    <a:pt x="266700" y="74929"/>
                  </a:lnTo>
                  <a:lnTo>
                    <a:pt x="264160" y="77469"/>
                  </a:lnTo>
                  <a:lnTo>
                    <a:pt x="274628" y="77469"/>
                  </a:lnTo>
                  <a:lnTo>
                    <a:pt x="277161" y="74929"/>
                  </a:lnTo>
                  <a:close/>
                </a:path>
                <a:path w="341630" h="353060">
                  <a:moveTo>
                    <a:pt x="279695" y="72389"/>
                  </a:moveTo>
                  <a:lnTo>
                    <a:pt x="269239" y="72389"/>
                  </a:lnTo>
                  <a:lnTo>
                    <a:pt x="267970" y="73659"/>
                  </a:lnTo>
                  <a:lnTo>
                    <a:pt x="278428" y="73659"/>
                  </a:lnTo>
                  <a:lnTo>
                    <a:pt x="279695" y="72389"/>
                  </a:lnTo>
                  <a:close/>
                </a:path>
                <a:path w="341630" h="353060">
                  <a:moveTo>
                    <a:pt x="283496" y="68579"/>
                  </a:moveTo>
                  <a:lnTo>
                    <a:pt x="273050" y="68579"/>
                  </a:lnTo>
                  <a:lnTo>
                    <a:pt x="270510" y="71119"/>
                  </a:lnTo>
                  <a:lnTo>
                    <a:pt x="280962" y="71119"/>
                  </a:lnTo>
                  <a:lnTo>
                    <a:pt x="283496" y="68579"/>
                  </a:lnTo>
                  <a:close/>
                </a:path>
                <a:path w="341630" h="353060">
                  <a:moveTo>
                    <a:pt x="286029" y="66039"/>
                  </a:moveTo>
                  <a:lnTo>
                    <a:pt x="275589" y="66039"/>
                  </a:lnTo>
                  <a:lnTo>
                    <a:pt x="274320" y="67309"/>
                  </a:lnTo>
                  <a:lnTo>
                    <a:pt x="284762" y="67309"/>
                  </a:lnTo>
                  <a:lnTo>
                    <a:pt x="286029" y="66039"/>
                  </a:lnTo>
                  <a:close/>
                </a:path>
                <a:path w="341630" h="353060">
                  <a:moveTo>
                    <a:pt x="289830" y="62229"/>
                  </a:moveTo>
                  <a:lnTo>
                    <a:pt x="279400" y="62229"/>
                  </a:lnTo>
                  <a:lnTo>
                    <a:pt x="276860" y="64769"/>
                  </a:lnTo>
                  <a:lnTo>
                    <a:pt x="287296" y="64769"/>
                  </a:lnTo>
                  <a:lnTo>
                    <a:pt x="289830" y="62229"/>
                  </a:lnTo>
                  <a:close/>
                </a:path>
                <a:path w="341630" h="353060">
                  <a:moveTo>
                    <a:pt x="292364" y="59689"/>
                  </a:moveTo>
                  <a:lnTo>
                    <a:pt x="281939" y="59689"/>
                  </a:lnTo>
                  <a:lnTo>
                    <a:pt x="280670" y="60959"/>
                  </a:lnTo>
                  <a:lnTo>
                    <a:pt x="291097" y="60959"/>
                  </a:lnTo>
                  <a:lnTo>
                    <a:pt x="292364" y="59689"/>
                  </a:lnTo>
                  <a:close/>
                </a:path>
                <a:path w="341630" h="353060">
                  <a:moveTo>
                    <a:pt x="296164" y="55879"/>
                  </a:moveTo>
                  <a:lnTo>
                    <a:pt x="285750" y="55879"/>
                  </a:lnTo>
                  <a:lnTo>
                    <a:pt x="283210" y="58419"/>
                  </a:lnTo>
                  <a:lnTo>
                    <a:pt x="293630" y="58419"/>
                  </a:lnTo>
                  <a:lnTo>
                    <a:pt x="296164" y="55879"/>
                  </a:lnTo>
                  <a:close/>
                </a:path>
                <a:path w="341630" h="353060">
                  <a:moveTo>
                    <a:pt x="298698" y="53339"/>
                  </a:moveTo>
                  <a:lnTo>
                    <a:pt x="288289" y="53339"/>
                  </a:lnTo>
                  <a:lnTo>
                    <a:pt x="287020" y="54609"/>
                  </a:lnTo>
                  <a:lnTo>
                    <a:pt x="297431" y="54609"/>
                  </a:lnTo>
                  <a:lnTo>
                    <a:pt x="298698" y="53339"/>
                  </a:lnTo>
                  <a:close/>
                </a:path>
                <a:path w="341630" h="353060">
                  <a:moveTo>
                    <a:pt x="302498" y="49529"/>
                  </a:moveTo>
                  <a:lnTo>
                    <a:pt x="292100" y="49529"/>
                  </a:lnTo>
                  <a:lnTo>
                    <a:pt x="289560" y="52069"/>
                  </a:lnTo>
                  <a:lnTo>
                    <a:pt x="299965" y="52069"/>
                  </a:lnTo>
                  <a:lnTo>
                    <a:pt x="302498" y="49529"/>
                  </a:lnTo>
                  <a:close/>
                </a:path>
                <a:path w="341630" h="353060">
                  <a:moveTo>
                    <a:pt x="305032" y="46989"/>
                  </a:moveTo>
                  <a:lnTo>
                    <a:pt x="294639" y="46989"/>
                  </a:lnTo>
                  <a:lnTo>
                    <a:pt x="293370" y="48259"/>
                  </a:lnTo>
                  <a:lnTo>
                    <a:pt x="303765" y="48259"/>
                  </a:lnTo>
                  <a:lnTo>
                    <a:pt x="305032" y="46989"/>
                  </a:lnTo>
                  <a:close/>
                </a:path>
                <a:path w="341630" h="353060">
                  <a:moveTo>
                    <a:pt x="308833" y="43179"/>
                  </a:moveTo>
                  <a:lnTo>
                    <a:pt x="298450" y="43179"/>
                  </a:lnTo>
                  <a:lnTo>
                    <a:pt x="295910" y="45719"/>
                  </a:lnTo>
                  <a:lnTo>
                    <a:pt x="306299" y="45719"/>
                  </a:lnTo>
                  <a:lnTo>
                    <a:pt x="308833" y="43179"/>
                  </a:lnTo>
                  <a:close/>
                </a:path>
                <a:path w="341630" h="353060">
                  <a:moveTo>
                    <a:pt x="311366" y="40639"/>
                  </a:moveTo>
                  <a:lnTo>
                    <a:pt x="300989" y="40639"/>
                  </a:lnTo>
                  <a:lnTo>
                    <a:pt x="299720" y="41909"/>
                  </a:lnTo>
                  <a:lnTo>
                    <a:pt x="310100" y="41909"/>
                  </a:lnTo>
                  <a:lnTo>
                    <a:pt x="311366" y="40639"/>
                  </a:lnTo>
                  <a:close/>
                </a:path>
                <a:path w="341630" h="353060">
                  <a:moveTo>
                    <a:pt x="315167" y="36829"/>
                  </a:moveTo>
                  <a:lnTo>
                    <a:pt x="304800" y="36829"/>
                  </a:lnTo>
                  <a:lnTo>
                    <a:pt x="302260" y="39369"/>
                  </a:lnTo>
                  <a:lnTo>
                    <a:pt x="312633" y="39369"/>
                  </a:lnTo>
                  <a:lnTo>
                    <a:pt x="315167" y="36829"/>
                  </a:lnTo>
                  <a:close/>
                </a:path>
                <a:path w="341630" h="353060">
                  <a:moveTo>
                    <a:pt x="317701" y="34289"/>
                  </a:moveTo>
                  <a:lnTo>
                    <a:pt x="307339" y="34289"/>
                  </a:lnTo>
                  <a:lnTo>
                    <a:pt x="306070" y="35559"/>
                  </a:lnTo>
                  <a:lnTo>
                    <a:pt x="316434" y="35559"/>
                  </a:lnTo>
                  <a:lnTo>
                    <a:pt x="317701" y="34289"/>
                  </a:lnTo>
                  <a:close/>
                </a:path>
                <a:path w="341630" h="353060">
                  <a:moveTo>
                    <a:pt x="321501" y="30479"/>
                  </a:moveTo>
                  <a:lnTo>
                    <a:pt x="311150" y="30479"/>
                  </a:lnTo>
                  <a:lnTo>
                    <a:pt x="308610" y="33019"/>
                  </a:lnTo>
                  <a:lnTo>
                    <a:pt x="318968" y="33019"/>
                  </a:lnTo>
                  <a:lnTo>
                    <a:pt x="321501" y="30479"/>
                  </a:lnTo>
                  <a:close/>
                </a:path>
                <a:path w="341630" h="353060">
                  <a:moveTo>
                    <a:pt x="324035" y="27939"/>
                  </a:moveTo>
                  <a:lnTo>
                    <a:pt x="313689" y="27939"/>
                  </a:lnTo>
                  <a:lnTo>
                    <a:pt x="312420" y="29209"/>
                  </a:lnTo>
                  <a:lnTo>
                    <a:pt x="322768" y="29209"/>
                  </a:lnTo>
                  <a:lnTo>
                    <a:pt x="324035" y="27939"/>
                  </a:lnTo>
                  <a:close/>
                </a:path>
                <a:path w="341630" h="353060">
                  <a:moveTo>
                    <a:pt x="327836" y="24129"/>
                  </a:moveTo>
                  <a:lnTo>
                    <a:pt x="317500" y="24129"/>
                  </a:lnTo>
                  <a:lnTo>
                    <a:pt x="314960" y="26669"/>
                  </a:lnTo>
                  <a:lnTo>
                    <a:pt x="325302" y="26669"/>
                  </a:lnTo>
                  <a:lnTo>
                    <a:pt x="327836" y="24129"/>
                  </a:lnTo>
                  <a:close/>
                </a:path>
                <a:path w="341630" h="353060">
                  <a:moveTo>
                    <a:pt x="330369" y="21589"/>
                  </a:moveTo>
                  <a:lnTo>
                    <a:pt x="320039" y="21589"/>
                  </a:lnTo>
                  <a:lnTo>
                    <a:pt x="318770" y="22859"/>
                  </a:lnTo>
                  <a:lnTo>
                    <a:pt x="329102" y="22859"/>
                  </a:lnTo>
                  <a:lnTo>
                    <a:pt x="330369" y="21589"/>
                  </a:lnTo>
                  <a:close/>
                </a:path>
                <a:path w="341630" h="353060">
                  <a:moveTo>
                    <a:pt x="334170" y="17779"/>
                  </a:moveTo>
                  <a:lnTo>
                    <a:pt x="323850" y="17779"/>
                  </a:lnTo>
                  <a:lnTo>
                    <a:pt x="321310" y="20319"/>
                  </a:lnTo>
                  <a:lnTo>
                    <a:pt x="331636" y="20319"/>
                  </a:lnTo>
                  <a:lnTo>
                    <a:pt x="334170" y="17779"/>
                  </a:lnTo>
                  <a:close/>
                </a:path>
                <a:path w="341630" h="353060">
                  <a:moveTo>
                    <a:pt x="336704" y="15239"/>
                  </a:moveTo>
                  <a:lnTo>
                    <a:pt x="326389" y="15239"/>
                  </a:lnTo>
                  <a:lnTo>
                    <a:pt x="325120" y="16509"/>
                  </a:lnTo>
                  <a:lnTo>
                    <a:pt x="335437" y="16509"/>
                  </a:lnTo>
                  <a:lnTo>
                    <a:pt x="336704" y="15239"/>
                  </a:lnTo>
                  <a:close/>
                </a:path>
                <a:path w="341630" h="353060">
                  <a:moveTo>
                    <a:pt x="340504" y="11429"/>
                  </a:moveTo>
                  <a:lnTo>
                    <a:pt x="330200" y="11429"/>
                  </a:lnTo>
                  <a:lnTo>
                    <a:pt x="327660" y="13969"/>
                  </a:lnTo>
                  <a:lnTo>
                    <a:pt x="337970" y="13969"/>
                  </a:lnTo>
                  <a:lnTo>
                    <a:pt x="340504" y="11429"/>
                  </a:lnTo>
                  <a:close/>
                </a:path>
                <a:path w="341630" h="353060">
                  <a:moveTo>
                    <a:pt x="341630" y="8889"/>
                  </a:moveTo>
                  <a:lnTo>
                    <a:pt x="332739" y="8889"/>
                  </a:lnTo>
                  <a:lnTo>
                    <a:pt x="331470" y="10159"/>
                  </a:lnTo>
                  <a:lnTo>
                    <a:pt x="341630" y="10159"/>
                  </a:lnTo>
                  <a:lnTo>
                    <a:pt x="341630" y="8889"/>
                  </a:lnTo>
                  <a:close/>
                </a:path>
                <a:path w="341630" h="353060">
                  <a:moveTo>
                    <a:pt x="341630" y="5079"/>
                  </a:moveTo>
                  <a:lnTo>
                    <a:pt x="336550" y="5079"/>
                  </a:lnTo>
                  <a:lnTo>
                    <a:pt x="334010" y="7619"/>
                  </a:lnTo>
                  <a:lnTo>
                    <a:pt x="341630" y="7619"/>
                  </a:lnTo>
                  <a:lnTo>
                    <a:pt x="341630" y="5079"/>
                  </a:lnTo>
                  <a:close/>
                </a:path>
                <a:path w="341630" h="353060">
                  <a:moveTo>
                    <a:pt x="341630" y="2539"/>
                  </a:moveTo>
                  <a:lnTo>
                    <a:pt x="339089" y="2539"/>
                  </a:lnTo>
                  <a:lnTo>
                    <a:pt x="337820" y="3809"/>
                  </a:lnTo>
                  <a:lnTo>
                    <a:pt x="341630" y="3809"/>
                  </a:lnTo>
                  <a:lnTo>
                    <a:pt x="341630" y="2539"/>
                  </a:lnTo>
                  <a:close/>
                </a:path>
                <a:path w="341630" h="353060">
                  <a:moveTo>
                    <a:pt x="341630" y="0"/>
                  </a:moveTo>
                  <a:lnTo>
                    <a:pt x="340360" y="1269"/>
                  </a:lnTo>
                  <a:lnTo>
                    <a:pt x="341630" y="1269"/>
                  </a:lnTo>
                  <a:lnTo>
                    <a:pt x="341630" y="0"/>
                  </a:lnTo>
                  <a:close/>
                </a:path>
                <a:path w="341630" h="353060">
                  <a:moveTo>
                    <a:pt x="263226" y="88900"/>
                  </a:moveTo>
                  <a:lnTo>
                    <a:pt x="252729" y="88900"/>
                  </a:lnTo>
                  <a:lnTo>
                    <a:pt x="0" y="341629"/>
                  </a:lnTo>
                  <a:lnTo>
                    <a:pt x="0" y="352779"/>
                  </a:lnTo>
                  <a:lnTo>
                    <a:pt x="263226" y="88900"/>
                  </a:lnTo>
                  <a:close/>
                </a:path>
              </a:pathLst>
            </a:custGeom>
            <a:solidFill>
              <a:srgbClr val="CFC1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9" name="object 1759"/>
            <p:cNvSpPr/>
            <p:nvPr/>
          </p:nvSpPr>
          <p:spPr>
            <a:xfrm>
              <a:off x="2860039" y="2824479"/>
              <a:ext cx="341630" cy="351790"/>
            </a:xfrm>
            <a:custGeom>
              <a:avLst/>
              <a:gdLst/>
              <a:ahLst/>
              <a:cxnLst/>
              <a:rect l="l" t="t" r="r" b="b"/>
              <a:pathLst>
                <a:path w="341630" h="351789">
                  <a:moveTo>
                    <a:pt x="278130" y="73660"/>
                  </a:moveTo>
                  <a:lnTo>
                    <a:pt x="267026" y="73660"/>
                  </a:lnTo>
                  <a:lnTo>
                    <a:pt x="265760" y="74929"/>
                  </a:lnTo>
                  <a:lnTo>
                    <a:pt x="276860" y="74929"/>
                  </a:lnTo>
                  <a:lnTo>
                    <a:pt x="278130" y="73660"/>
                  </a:lnTo>
                  <a:close/>
                </a:path>
                <a:path w="341630" h="351789">
                  <a:moveTo>
                    <a:pt x="281940" y="69850"/>
                  </a:moveTo>
                  <a:lnTo>
                    <a:pt x="270827" y="69850"/>
                  </a:lnTo>
                  <a:lnTo>
                    <a:pt x="268293" y="72389"/>
                  </a:lnTo>
                  <a:lnTo>
                    <a:pt x="279400" y="72389"/>
                  </a:lnTo>
                  <a:lnTo>
                    <a:pt x="281940" y="69850"/>
                  </a:lnTo>
                  <a:close/>
                </a:path>
                <a:path w="341630" h="351789">
                  <a:moveTo>
                    <a:pt x="284480" y="67310"/>
                  </a:moveTo>
                  <a:lnTo>
                    <a:pt x="273361" y="67310"/>
                  </a:lnTo>
                  <a:lnTo>
                    <a:pt x="272094" y="68579"/>
                  </a:lnTo>
                  <a:lnTo>
                    <a:pt x="283210" y="68579"/>
                  </a:lnTo>
                  <a:lnTo>
                    <a:pt x="284480" y="67310"/>
                  </a:lnTo>
                  <a:close/>
                </a:path>
                <a:path w="341630" h="351789">
                  <a:moveTo>
                    <a:pt x="288290" y="63500"/>
                  </a:moveTo>
                  <a:lnTo>
                    <a:pt x="277161" y="63500"/>
                  </a:lnTo>
                  <a:lnTo>
                    <a:pt x="274628" y="66039"/>
                  </a:lnTo>
                  <a:lnTo>
                    <a:pt x="285750" y="66039"/>
                  </a:lnTo>
                  <a:lnTo>
                    <a:pt x="288290" y="63500"/>
                  </a:lnTo>
                  <a:close/>
                </a:path>
                <a:path w="341630" h="351789">
                  <a:moveTo>
                    <a:pt x="290830" y="60960"/>
                  </a:moveTo>
                  <a:lnTo>
                    <a:pt x="279695" y="60960"/>
                  </a:lnTo>
                  <a:lnTo>
                    <a:pt x="278428" y="62229"/>
                  </a:lnTo>
                  <a:lnTo>
                    <a:pt x="289560" y="62229"/>
                  </a:lnTo>
                  <a:lnTo>
                    <a:pt x="290830" y="60960"/>
                  </a:lnTo>
                  <a:close/>
                </a:path>
                <a:path w="341630" h="351789">
                  <a:moveTo>
                    <a:pt x="294640" y="57150"/>
                  </a:moveTo>
                  <a:lnTo>
                    <a:pt x="283496" y="57150"/>
                  </a:lnTo>
                  <a:lnTo>
                    <a:pt x="280962" y="59689"/>
                  </a:lnTo>
                  <a:lnTo>
                    <a:pt x="292100" y="59689"/>
                  </a:lnTo>
                  <a:lnTo>
                    <a:pt x="294640" y="57150"/>
                  </a:lnTo>
                  <a:close/>
                </a:path>
                <a:path w="341630" h="351789">
                  <a:moveTo>
                    <a:pt x="297180" y="54610"/>
                  </a:moveTo>
                  <a:lnTo>
                    <a:pt x="286029" y="54610"/>
                  </a:lnTo>
                  <a:lnTo>
                    <a:pt x="284762" y="55879"/>
                  </a:lnTo>
                  <a:lnTo>
                    <a:pt x="295910" y="55879"/>
                  </a:lnTo>
                  <a:lnTo>
                    <a:pt x="297180" y="54610"/>
                  </a:lnTo>
                  <a:close/>
                </a:path>
                <a:path w="341630" h="351789">
                  <a:moveTo>
                    <a:pt x="300990" y="50800"/>
                  </a:moveTo>
                  <a:lnTo>
                    <a:pt x="289830" y="50800"/>
                  </a:lnTo>
                  <a:lnTo>
                    <a:pt x="287296" y="53339"/>
                  </a:lnTo>
                  <a:lnTo>
                    <a:pt x="298450" y="53339"/>
                  </a:lnTo>
                  <a:lnTo>
                    <a:pt x="300990" y="50800"/>
                  </a:lnTo>
                  <a:close/>
                </a:path>
                <a:path w="341630" h="351789">
                  <a:moveTo>
                    <a:pt x="303530" y="48260"/>
                  </a:moveTo>
                  <a:lnTo>
                    <a:pt x="292364" y="48260"/>
                  </a:lnTo>
                  <a:lnTo>
                    <a:pt x="291097" y="49529"/>
                  </a:lnTo>
                  <a:lnTo>
                    <a:pt x="302260" y="49529"/>
                  </a:lnTo>
                  <a:lnTo>
                    <a:pt x="303530" y="48260"/>
                  </a:lnTo>
                  <a:close/>
                </a:path>
                <a:path w="341630" h="351789">
                  <a:moveTo>
                    <a:pt x="307340" y="44450"/>
                  </a:moveTo>
                  <a:lnTo>
                    <a:pt x="296164" y="44450"/>
                  </a:lnTo>
                  <a:lnTo>
                    <a:pt x="293630" y="46989"/>
                  </a:lnTo>
                  <a:lnTo>
                    <a:pt x="304800" y="46989"/>
                  </a:lnTo>
                  <a:lnTo>
                    <a:pt x="307340" y="44450"/>
                  </a:lnTo>
                  <a:close/>
                </a:path>
                <a:path w="341630" h="351789">
                  <a:moveTo>
                    <a:pt x="309880" y="41910"/>
                  </a:moveTo>
                  <a:lnTo>
                    <a:pt x="298698" y="41910"/>
                  </a:lnTo>
                  <a:lnTo>
                    <a:pt x="297431" y="43179"/>
                  </a:lnTo>
                  <a:lnTo>
                    <a:pt x="308610" y="43179"/>
                  </a:lnTo>
                  <a:lnTo>
                    <a:pt x="309880" y="41910"/>
                  </a:lnTo>
                  <a:close/>
                </a:path>
                <a:path w="341630" h="351789">
                  <a:moveTo>
                    <a:pt x="313690" y="38100"/>
                  </a:moveTo>
                  <a:lnTo>
                    <a:pt x="302498" y="38100"/>
                  </a:lnTo>
                  <a:lnTo>
                    <a:pt x="299965" y="40639"/>
                  </a:lnTo>
                  <a:lnTo>
                    <a:pt x="311150" y="40639"/>
                  </a:lnTo>
                  <a:lnTo>
                    <a:pt x="313690" y="38100"/>
                  </a:lnTo>
                  <a:close/>
                </a:path>
                <a:path w="341630" h="351789">
                  <a:moveTo>
                    <a:pt x="316230" y="35560"/>
                  </a:moveTo>
                  <a:lnTo>
                    <a:pt x="305032" y="35560"/>
                  </a:lnTo>
                  <a:lnTo>
                    <a:pt x="303765" y="36829"/>
                  </a:lnTo>
                  <a:lnTo>
                    <a:pt x="314960" y="36829"/>
                  </a:lnTo>
                  <a:lnTo>
                    <a:pt x="316230" y="35560"/>
                  </a:lnTo>
                  <a:close/>
                </a:path>
                <a:path w="341630" h="351789">
                  <a:moveTo>
                    <a:pt x="320040" y="31750"/>
                  </a:moveTo>
                  <a:lnTo>
                    <a:pt x="308833" y="31750"/>
                  </a:lnTo>
                  <a:lnTo>
                    <a:pt x="306299" y="34289"/>
                  </a:lnTo>
                  <a:lnTo>
                    <a:pt x="317500" y="34289"/>
                  </a:lnTo>
                  <a:lnTo>
                    <a:pt x="320040" y="31750"/>
                  </a:lnTo>
                  <a:close/>
                </a:path>
                <a:path w="341630" h="351789">
                  <a:moveTo>
                    <a:pt x="322580" y="29210"/>
                  </a:moveTo>
                  <a:lnTo>
                    <a:pt x="311366" y="29210"/>
                  </a:lnTo>
                  <a:lnTo>
                    <a:pt x="310100" y="30479"/>
                  </a:lnTo>
                  <a:lnTo>
                    <a:pt x="321310" y="30479"/>
                  </a:lnTo>
                  <a:lnTo>
                    <a:pt x="322580" y="29210"/>
                  </a:lnTo>
                  <a:close/>
                </a:path>
                <a:path w="341630" h="351789">
                  <a:moveTo>
                    <a:pt x="326390" y="25400"/>
                  </a:moveTo>
                  <a:lnTo>
                    <a:pt x="315167" y="25400"/>
                  </a:lnTo>
                  <a:lnTo>
                    <a:pt x="312633" y="27939"/>
                  </a:lnTo>
                  <a:lnTo>
                    <a:pt x="323850" y="27939"/>
                  </a:lnTo>
                  <a:lnTo>
                    <a:pt x="326390" y="25400"/>
                  </a:lnTo>
                  <a:close/>
                </a:path>
                <a:path w="341630" h="351789">
                  <a:moveTo>
                    <a:pt x="328930" y="22860"/>
                  </a:moveTo>
                  <a:lnTo>
                    <a:pt x="317701" y="22860"/>
                  </a:lnTo>
                  <a:lnTo>
                    <a:pt x="316434" y="24129"/>
                  </a:lnTo>
                  <a:lnTo>
                    <a:pt x="327660" y="24129"/>
                  </a:lnTo>
                  <a:lnTo>
                    <a:pt x="328930" y="22860"/>
                  </a:lnTo>
                  <a:close/>
                </a:path>
                <a:path w="341630" h="351789">
                  <a:moveTo>
                    <a:pt x="332740" y="19050"/>
                  </a:moveTo>
                  <a:lnTo>
                    <a:pt x="321501" y="19050"/>
                  </a:lnTo>
                  <a:lnTo>
                    <a:pt x="318968" y="21589"/>
                  </a:lnTo>
                  <a:lnTo>
                    <a:pt x="330200" y="21589"/>
                  </a:lnTo>
                  <a:lnTo>
                    <a:pt x="332740" y="19050"/>
                  </a:lnTo>
                  <a:close/>
                </a:path>
                <a:path w="341630" h="351789">
                  <a:moveTo>
                    <a:pt x="335280" y="16510"/>
                  </a:moveTo>
                  <a:lnTo>
                    <a:pt x="324035" y="16510"/>
                  </a:lnTo>
                  <a:lnTo>
                    <a:pt x="322768" y="17779"/>
                  </a:lnTo>
                  <a:lnTo>
                    <a:pt x="334010" y="17779"/>
                  </a:lnTo>
                  <a:lnTo>
                    <a:pt x="335280" y="16510"/>
                  </a:lnTo>
                  <a:close/>
                </a:path>
                <a:path w="341630" h="351789">
                  <a:moveTo>
                    <a:pt x="339090" y="12700"/>
                  </a:moveTo>
                  <a:lnTo>
                    <a:pt x="327836" y="12700"/>
                  </a:lnTo>
                  <a:lnTo>
                    <a:pt x="325302" y="15239"/>
                  </a:lnTo>
                  <a:lnTo>
                    <a:pt x="336550" y="15239"/>
                  </a:lnTo>
                  <a:lnTo>
                    <a:pt x="339090" y="12700"/>
                  </a:lnTo>
                  <a:close/>
                </a:path>
                <a:path w="341630" h="351789">
                  <a:moveTo>
                    <a:pt x="341630" y="10160"/>
                  </a:moveTo>
                  <a:lnTo>
                    <a:pt x="330369" y="10160"/>
                  </a:lnTo>
                  <a:lnTo>
                    <a:pt x="329102" y="11429"/>
                  </a:lnTo>
                  <a:lnTo>
                    <a:pt x="340360" y="11429"/>
                  </a:lnTo>
                  <a:lnTo>
                    <a:pt x="341630" y="10160"/>
                  </a:lnTo>
                  <a:close/>
                </a:path>
                <a:path w="341630" h="351789">
                  <a:moveTo>
                    <a:pt x="341630" y="6350"/>
                  </a:moveTo>
                  <a:lnTo>
                    <a:pt x="334170" y="6350"/>
                  </a:lnTo>
                  <a:lnTo>
                    <a:pt x="331636" y="8889"/>
                  </a:lnTo>
                  <a:lnTo>
                    <a:pt x="341630" y="8889"/>
                  </a:lnTo>
                  <a:lnTo>
                    <a:pt x="341630" y="6350"/>
                  </a:lnTo>
                  <a:close/>
                </a:path>
                <a:path w="341630" h="351789">
                  <a:moveTo>
                    <a:pt x="341630" y="3810"/>
                  </a:moveTo>
                  <a:lnTo>
                    <a:pt x="336704" y="3810"/>
                  </a:lnTo>
                  <a:lnTo>
                    <a:pt x="335437" y="5079"/>
                  </a:lnTo>
                  <a:lnTo>
                    <a:pt x="341630" y="5079"/>
                  </a:lnTo>
                  <a:lnTo>
                    <a:pt x="341630" y="3810"/>
                  </a:lnTo>
                  <a:close/>
                </a:path>
                <a:path w="341630" h="351789">
                  <a:moveTo>
                    <a:pt x="341630" y="0"/>
                  </a:moveTo>
                  <a:lnTo>
                    <a:pt x="340504" y="0"/>
                  </a:lnTo>
                  <a:lnTo>
                    <a:pt x="337970" y="2539"/>
                  </a:lnTo>
                  <a:lnTo>
                    <a:pt x="341630" y="2539"/>
                  </a:lnTo>
                  <a:lnTo>
                    <a:pt x="341630" y="0"/>
                  </a:lnTo>
                  <a:close/>
                </a:path>
                <a:path w="341630" h="351789">
                  <a:moveTo>
                    <a:pt x="274320" y="77470"/>
                  </a:moveTo>
                  <a:lnTo>
                    <a:pt x="263226" y="77470"/>
                  </a:lnTo>
                  <a:lnTo>
                    <a:pt x="0" y="341349"/>
                  </a:lnTo>
                  <a:lnTo>
                    <a:pt x="0" y="351790"/>
                  </a:lnTo>
                  <a:lnTo>
                    <a:pt x="274320" y="77470"/>
                  </a:lnTo>
                  <a:close/>
                </a:path>
              </a:pathLst>
            </a:custGeom>
            <a:solidFill>
              <a:srgbClr val="CFC1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0" name="object 1760"/>
            <p:cNvSpPr/>
            <p:nvPr/>
          </p:nvSpPr>
          <p:spPr>
            <a:xfrm>
              <a:off x="2860039" y="2834639"/>
              <a:ext cx="341630" cy="351790"/>
            </a:xfrm>
            <a:custGeom>
              <a:avLst/>
              <a:gdLst/>
              <a:ahLst/>
              <a:cxnLst/>
              <a:rect l="l" t="t" r="r" b="b"/>
              <a:pathLst>
                <a:path w="341630" h="351789">
                  <a:moveTo>
                    <a:pt x="288289" y="63499"/>
                  </a:moveTo>
                  <a:lnTo>
                    <a:pt x="278130" y="63499"/>
                  </a:lnTo>
                  <a:lnTo>
                    <a:pt x="276860" y="64769"/>
                  </a:lnTo>
                  <a:lnTo>
                    <a:pt x="287020" y="64769"/>
                  </a:lnTo>
                  <a:lnTo>
                    <a:pt x="288289" y="63499"/>
                  </a:lnTo>
                  <a:close/>
                </a:path>
                <a:path w="341630" h="351789">
                  <a:moveTo>
                    <a:pt x="292100" y="59689"/>
                  </a:moveTo>
                  <a:lnTo>
                    <a:pt x="281940" y="59689"/>
                  </a:lnTo>
                  <a:lnTo>
                    <a:pt x="279400" y="62229"/>
                  </a:lnTo>
                  <a:lnTo>
                    <a:pt x="289560" y="62229"/>
                  </a:lnTo>
                  <a:lnTo>
                    <a:pt x="292100" y="59689"/>
                  </a:lnTo>
                  <a:close/>
                </a:path>
                <a:path w="341630" h="351789">
                  <a:moveTo>
                    <a:pt x="294639" y="57149"/>
                  </a:moveTo>
                  <a:lnTo>
                    <a:pt x="284480" y="57149"/>
                  </a:lnTo>
                  <a:lnTo>
                    <a:pt x="283210" y="58419"/>
                  </a:lnTo>
                  <a:lnTo>
                    <a:pt x="293370" y="58419"/>
                  </a:lnTo>
                  <a:lnTo>
                    <a:pt x="294639" y="57149"/>
                  </a:lnTo>
                  <a:close/>
                </a:path>
                <a:path w="341630" h="351789">
                  <a:moveTo>
                    <a:pt x="298450" y="53339"/>
                  </a:moveTo>
                  <a:lnTo>
                    <a:pt x="288290" y="53339"/>
                  </a:lnTo>
                  <a:lnTo>
                    <a:pt x="285750" y="55879"/>
                  </a:lnTo>
                  <a:lnTo>
                    <a:pt x="295910" y="55879"/>
                  </a:lnTo>
                  <a:lnTo>
                    <a:pt x="298450" y="53339"/>
                  </a:lnTo>
                  <a:close/>
                </a:path>
                <a:path w="341630" h="351789">
                  <a:moveTo>
                    <a:pt x="300989" y="50799"/>
                  </a:moveTo>
                  <a:lnTo>
                    <a:pt x="290830" y="50799"/>
                  </a:lnTo>
                  <a:lnTo>
                    <a:pt x="289560" y="52069"/>
                  </a:lnTo>
                  <a:lnTo>
                    <a:pt x="299720" y="52069"/>
                  </a:lnTo>
                  <a:lnTo>
                    <a:pt x="300989" y="50799"/>
                  </a:lnTo>
                  <a:close/>
                </a:path>
                <a:path w="341630" h="351789">
                  <a:moveTo>
                    <a:pt x="304800" y="46989"/>
                  </a:moveTo>
                  <a:lnTo>
                    <a:pt x="294640" y="46989"/>
                  </a:lnTo>
                  <a:lnTo>
                    <a:pt x="292100" y="49529"/>
                  </a:lnTo>
                  <a:lnTo>
                    <a:pt x="302260" y="49529"/>
                  </a:lnTo>
                  <a:lnTo>
                    <a:pt x="304800" y="46989"/>
                  </a:lnTo>
                  <a:close/>
                </a:path>
                <a:path w="341630" h="351789">
                  <a:moveTo>
                    <a:pt x="307339" y="44449"/>
                  </a:moveTo>
                  <a:lnTo>
                    <a:pt x="297180" y="44449"/>
                  </a:lnTo>
                  <a:lnTo>
                    <a:pt x="295910" y="45719"/>
                  </a:lnTo>
                  <a:lnTo>
                    <a:pt x="306070" y="45719"/>
                  </a:lnTo>
                  <a:lnTo>
                    <a:pt x="307339" y="44449"/>
                  </a:lnTo>
                  <a:close/>
                </a:path>
                <a:path w="341630" h="351789">
                  <a:moveTo>
                    <a:pt x="311150" y="40639"/>
                  </a:moveTo>
                  <a:lnTo>
                    <a:pt x="300990" y="40639"/>
                  </a:lnTo>
                  <a:lnTo>
                    <a:pt x="298450" y="43179"/>
                  </a:lnTo>
                  <a:lnTo>
                    <a:pt x="308610" y="43179"/>
                  </a:lnTo>
                  <a:lnTo>
                    <a:pt x="311150" y="40639"/>
                  </a:lnTo>
                  <a:close/>
                </a:path>
                <a:path w="341630" h="351789">
                  <a:moveTo>
                    <a:pt x="313689" y="38099"/>
                  </a:moveTo>
                  <a:lnTo>
                    <a:pt x="303530" y="38099"/>
                  </a:lnTo>
                  <a:lnTo>
                    <a:pt x="302260" y="39369"/>
                  </a:lnTo>
                  <a:lnTo>
                    <a:pt x="312420" y="39369"/>
                  </a:lnTo>
                  <a:lnTo>
                    <a:pt x="313689" y="38099"/>
                  </a:lnTo>
                  <a:close/>
                </a:path>
                <a:path w="341630" h="351789">
                  <a:moveTo>
                    <a:pt x="317500" y="34289"/>
                  </a:moveTo>
                  <a:lnTo>
                    <a:pt x="307340" y="34289"/>
                  </a:lnTo>
                  <a:lnTo>
                    <a:pt x="304800" y="36829"/>
                  </a:lnTo>
                  <a:lnTo>
                    <a:pt x="314960" y="36829"/>
                  </a:lnTo>
                  <a:lnTo>
                    <a:pt x="317500" y="34289"/>
                  </a:lnTo>
                  <a:close/>
                </a:path>
                <a:path w="341630" h="351789">
                  <a:moveTo>
                    <a:pt x="320039" y="31749"/>
                  </a:moveTo>
                  <a:lnTo>
                    <a:pt x="309880" y="31749"/>
                  </a:lnTo>
                  <a:lnTo>
                    <a:pt x="308610" y="33019"/>
                  </a:lnTo>
                  <a:lnTo>
                    <a:pt x="318770" y="33019"/>
                  </a:lnTo>
                  <a:lnTo>
                    <a:pt x="320039" y="31749"/>
                  </a:lnTo>
                  <a:close/>
                </a:path>
                <a:path w="341630" h="351789">
                  <a:moveTo>
                    <a:pt x="323850" y="27939"/>
                  </a:moveTo>
                  <a:lnTo>
                    <a:pt x="313690" y="27939"/>
                  </a:lnTo>
                  <a:lnTo>
                    <a:pt x="311150" y="30479"/>
                  </a:lnTo>
                  <a:lnTo>
                    <a:pt x="321310" y="30479"/>
                  </a:lnTo>
                  <a:lnTo>
                    <a:pt x="323850" y="27939"/>
                  </a:lnTo>
                  <a:close/>
                </a:path>
                <a:path w="341630" h="351789">
                  <a:moveTo>
                    <a:pt x="326389" y="25399"/>
                  </a:moveTo>
                  <a:lnTo>
                    <a:pt x="316230" y="25399"/>
                  </a:lnTo>
                  <a:lnTo>
                    <a:pt x="314960" y="26669"/>
                  </a:lnTo>
                  <a:lnTo>
                    <a:pt x="325120" y="26669"/>
                  </a:lnTo>
                  <a:lnTo>
                    <a:pt x="326389" y="25399"/>
                  </a:lnTo>
                  <a:close/>
                </a:path>
                <a:path w="341630" h="351789">
                  <a:moveTo>
                    <a:pt x="330200" y="21589"/>
                  </a:moveTo>
                  <a:lnTo>
                    <a:pt x="320040" y="21589"/>
                  </a:lnTo>
                  <a:lnTo>
                    <a:pt x="317500" y="24129"/>
                  </a:lnTo>
                  <a:lnTo>
                    <a:pt x="327660" y="24129"/>
                  </a:lnTo>
                  <a:lnTo>
                    <a:pt x="330200" y="21589"/>
                  </a:lnTo>
                  <a:close/>
                </a:path>
                <a:path w="341630" h="351789">
                  <a:moveTo>
                    <a:pt x="332739" y="19049"/>
                  </a:moveTo>
                  <a:lnTo>
                    <a:pt x="322580" y="19049"/>
                  </a:lnTo>
                  <a:lnTo>
                    <a:pt x="321310" y="20319"/>
                  </a:lnTo>
                  <a:lnTo>
                    <a:pt x="331470" y="20319"/>
                  </a:lnTo>
                  <a:lnTo>
                    <a:pt x="332739" y="19049"/>
                  </a:lnTo>
                  <a:close/>
                </a:path>
                <a:path w="341630" h="351789">
                  <a:moveTo>
                    <a:pt x="336550" y="15239"/>
                  </a:moveTo>
                  <a:lnTo>
                    <a:pt x="326390" y="15239"/>
                  </a:lnTo>
                  <a:lnTo>
                    <a:pt x="323850" y="17779"/>
                  </a:lnTo>
                  <a:lnTo>
                    <a:pt x="334010" y="17779"/>
                  </a:lnTo>
                  <a:lnTo>
                    <a:pt x="336550" y="15239"/>
                  </a:lnTo>
                  <a:close/>
                </a:path>
                <a:path w="341630" h="351789">
                  <a:moveTo>
                    <a:pt x="339089" y="12699"/>
                  </a:moveTo>
                  <a:lnTo>
                    <a:pt x="328930" y="12699"/>
                  </a:lnTo>
                  <a:lnTo>
                    <a:pt x="327660" y="13969"/>
                  </a:lnTo>
                  <a:lnTo>
                    <a:pt x="337820" y="13969"/>
                  </a:lnTo>
                  <a:lnTo>
                    <a:pt x="339089" y="12699"/>
                  </a:lnTo>
                  <a:close/>
                </a:path>
                <a:path w="341630" h="351789">
                  <a:moveTo>
                    <a:pt x="341630" y="8889"/>
                  </a:moveTo>
                  <a:lnTo>
                    <a:pt x="332740" y="8889"/>
                  </a:lnTo>
                  <a:lnTo>
                    <a:pt x="330200" y="11429"/>
                  </a:lnTo>
                  <a:lnTo>
                    <a:pt x="340360" y="11429"/>
                  </a:lnTo>
                  <a:lnTo>
                    <a:pt x="341630" y="10159"/>
                  </a:lnTo>
                  <a:lnTo>
                    <a:pt x="341630" y="8889"/>
                  </a:lnTo>
                  <a:close/>
                </a:path>
                <a:path w="341630" h="351789">
                  <a:moveTo>
                    <a:pt x="341630" y="6349"/>
                  </a:moveTo>
                  <a:lnTo>
                    <a:pt x="335280" y="6349"/>
                  </a:lnTo>
                  <a:lnTo>
                    <a:pt x="334010" y="7619"/>
                  </a:lnTo>
                  <a:lnTo>
                    <a:pt x="341630" y="7619"/>
                  </a:lnTo>
                  <a:lnTo>
                    <a:pt x="341630" y="6349"/>
                  </a:lnTo>
                  <a:close/>
                </a:path>
                <a:path w="341630" h="351789">
                  <a:moveTo>
                    <a:pt x="341630" y="2539"/>
                  </a:moveTo>
                  <a:lnTo>
                    <a:pt x="339090" y="2539"/>
                  </a:lnTo>
                  <a:lnTo>
                    <a:pt x="336550" y="5079"/>
                  </a:lnTo>
                  <a:lnTo>
                    <a:pt x="341630" y="5079"/>
                  </a:lnTo>
                  <a:lnTo>
                    <a:pt x="341630" y="2539"/>
                  </a:lnTo>
                  <a:close/>
                </a:path>
                <a:path w="341630" h="351789">
                  <a:moveTo>
                    <a:pt x="341630" y="0"/>
                  </a:moveTo>
                  <a:lnTo>
                    <a:pt x="340360" y="1269"/>
                  </a:lnTo>
                  <a:lnTo>
                    <a:pt x="341630" y="1269"/>
                  </a:lnTo>
                  <a:lnTo>
                    <a:pt x="341630" y="0"/>
                  </a:lnTo>
                  <a:close/>
                </a:path>
                <a:path w="341630" h="351789">
                  <a:moveTo>
                    <a:pt x="284479" y="67309"/>
                  </a:moveTo>
                  <a:lnTo>
                    <a:pt x="274320" y="67309"/>
                  </a:lnTo>
                  <a:lnTo>
                    <a:pt x="0" y="341629"/>
                  </a:lnTo>
                  <a:lnTo>
                    <a:pt x="0" y="351789"/>
                  </a:lnTo>
                  <a:lnTo>
                    <a:pt x="284479" y="67309"/>
                  </a:lnTo>
                  <a:close/>
                </a:path>
              </a:pathLst>
            </a:custGeom>
            <a:solidFill>
              <a:srgbClr val="D0C2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1" name="object 1761"/>
            <p:cNvSpPr/>
            <p:nvPr/>
          </p:nvSpPr>
          <p:spPr>
            <a:xfrm>
              <a:off x="2860039" y="2844800"/>
              <a:ext cx="341630" cy="354330"/>
            </a:xfrm>
            <a:custGeom>
              <a:avLst/>
              <a:gdLst/>
              <a:ahLst/>
              <a:cxnLst/>
              <a:rect l="l" t="t" r="r" b="b"/>
              <a:pathLst>
                <a:path w="341630" h="354330">
                  <a:moveTo>
                    <a:pt x="300006" y="53339"/>
                  </a:moveTo>
                  <a:lnTo>
                    <a:pt x="288289" y="53339"/>
                  </a:lnTo>
                  <a:lnTo>
                    <a:pt x="287020" y="54609"/>
                  </a:lnTo>
                  <a:lnTo>
                    <a:pt x="298739" y="54609"/>
                  </a:lnTo>
                  <a:lnTo>
                    <a:pt x="300006" y="53339"/>
                  </a:lnTo>
                  <a:close/>
                </a:path>
                <a:path w="341630" h="354330">
                  <a:moveTo>
                    <a:pt x="303806" y="49529"/>
                  </a:moveTo>
                  <a:lnTo>
                    <a:pt x="292100" y="49529"/>
                  </a:lnTo>
                  <a:lnTo>
                    <a:pt x="289560" y="52069"/>
                  </a:lnTo>
                  <a:lnTo>
                    <a:pt x="301272" y="52069"/>
                  </a:lnTo>
                  <a:lnTo>
                    <a:pt x="303806" y="49529"/>
                  </a:lnTo>
                  <a:close/>
                </a:path>
                <a:path w="341630" h="354330">
                  <a:moveTo>
                    <a:pt x="306340" y="46989"/>
                  </a:moveTo>
                  <a:lnTo>
                    <a:pt x="294639" y="46989"/>
                  </a:lnTo>
                  <a:lnTo>
                    <a:pt x="293370" y="48259"/>
                  </a:lnTo>
                  <a:lnTo>
                    <a:pt x="305073" y="48259"/>
                  </a:lnTo>
                  <a:lnTo>
                    <a:pt x="306340" y="46989"/>
                  </a:lnTo>
                  <a:close/>
                </a:path>
                <a:path w="341630" h="354330">
                  <a:moveTo>
                    <a:pt x="310140" y="43179"/>
                  </a:moveTo>
                  <a:lnTo>
                    <a:pt x="298450" y="43179"/>
                  </a:lnTo>
                  <a:lnTo>
                    <a:pt x="295910" y="45719"/>
                  </a:lnTo>
                  <a:lnTo>
                    <a:pt x="307607" y="45719"/>
                  </a:lnTo>
                  <a:lnTo>
                    <a:pt x="310140" y="43179"/>
                  </a:lnTo>
                  <a:close/>
                </a:path>
                <a:path w="341630" h="354330">
                  <a:moveTo>
                    <a:pt x="312674" y="40639"/>
                  </a:moveTo>
                  <a:lnTo>
                    <a:pt x="300989" y="40639"/>
                  </a:lnTo>
                  <a:lnTo>
                    <a:pt x="299720" y="41909"/>
                  </a:lnTo>
                  <a:lnTo>
                    <a:pt x="311407" y="41909"/>
                  </a:lnTo>
                  <a:lnTo>
                    <a:pt x="312674" y="40639"/>
                  </a:lnTo>
                  <a:close/>
                </a:path>
                <a:path w="341630" h="354330">
                  <a:moveTo>
                    <a:pt x="316475" y="36829"/>
                  </a:moveTo>
                  <a:lnTo>
                    <a:pt x="304800" y="36829"/>
                  </a:lnTo>
                  <a:lnTo>
                    <a:pt x="302260" y="39369"/>
                  </a:lnTo>
                  <a:lnTo>
                    <a:pt x="313941" y="39369"/>
                  </a:lnTo>
                  <a:lnTo>
                    <a:pt x="316475" y="36829"/>
                  </a:lnTo>
                  <a:close/>
                </a:path>
                <a:path w="341630" h="354330">
                  <a:moveTo>
                    <a:pt x="319008" y="34289"/>
                  </a:moveTo>
                  <a:lnTo>
                    <a:pt x="307339" y="34289"/>
                  </a:lnTo>
                  <a:lnTo>
                    <a:pt x="306070" y="35559"/>
                  </a:lnTo>
                  <a:lnTo>
                    <a:pt x="317742" y="35559"/>
                  </a:lnTo>
                  <a:lnTo>
                    <a:pt x="319008" y="34289"/>
                  </a:lnTo>
                  <a:close/>
                </a:path>
                <a:path w="341630" h="354330">
                  <a:moveTo>
                    <a:pt x="322809" y="30479"/>
                  </a:moveTo>
                  <a:lnTo>
                    <a:pt x="311150" y="30479"/>
                  </a:lnTo>
                  <a:lnTo>
                    <a:pt x="308610" y="33019"/>
                  </a:lnTo>
                  <a:lnTo>
                    <a:pt x="320275" y="33019"/>
                  </a:lnTo>
                  <a:lnTo>
                    <a:pt x="322809" y="30479"/>
                  </a:lnTo>
                  <a:close/>
                </a:path>
                <a:path w="341630" h="354330">
                  <a:moveTo>
                    <a:pt x="325343" y="27939"/>
                  </a:moveTo>
                  <a:lnTo>
                    <a:pt x="313689" y="27939"/>
                  </a:lnTo>
                  <a:lnTo>
                    <a:pt x="312420" y="29209"/>
                  </a:lnTo>
                  <a:lnTo>
                    <a:pt x="324076" y="29209"/>
                  </a:lnTo>
                  <a:lnTo>
                    <a:pt x="325343" y="27939"/>
                  </a:lnTo>
                  <a:close/>
                </a:path>
                <a:path w="341630" h="354330">
                  <a:moveTo>
                    <a:pt x="329143" y="24129"/>
                  </a:moveTo>
                  <a:lnTo>
                    <a:pt x="317500" y="24129"/>
                  </a:lnTo>
                  <a:lnTo>
                    <a:pt x="314960" y="26669"/>
                  </a:lnTo>
                  <a:lnTo>
                    <a:pt x="326610" y="26669"/>
                  </a:lnTo>
                  <a:lnTo>
                    <a:pt x="329143" y="24129"/>
                  </a:lnTo>
                  <a:close/>
                </a:path>
                <a:path w="341630" h="354330">
                  <a:moveTo>
                    <a:pt x="331677" y="21589"/>
                  </a:moveTo>
                  <a:lnTo>
                    <a:pt x="320039" y="21589"/>
                  </a:lnTo>
                  <a:lnTo>
                    <a:pt x="318770" y="22859"/>
                  </a:lnTo>
                  <a:lnTo>
                    <a:pt x="330410" y="22859"/>
                  </a:lnTo>
                  <a:lnTo>
                    <a:pt x="331677" y="21589"/>
                  </a:lnTo>
                  <a:close/>
                </a:path>
                <a:path w="341630" h="354330">
                  <a:moveTo>
                    <a:pt x="335478" y="17779"/>
                  </a:moveTo>
                  <a:lnTo>
                    <a:pt x="323850" y="17779"/>
                  </a:lnTo>
                  <a:lnTo>
                    <a:pt x="321310" y="20319"/>
                  </a:lnTo>
                  <a:lnTo>
                    <a:pt x="332944" y="20319"/>
                  </a:lnTo>
                  <a:lnTo>
                    <a:pt x="335478" y="17779"/>
                  </a:lnTo>
                  <a:close/>
                </a:path>
                <a:path w="341630" h="354330">
                  <a:moveTo>
                    <a:pt x="338011" y="15239"/>
                  </a:moveTo>
                  <a:lnTo>
                    <a:pt x="326389" y="15239"/>
                  </a:lnTo>
                  <a:lnTo>
                    <a:pt x="325120" y="16509"/>
                  </a:lnTo>
                  <a:lnTo>
                    <a:pt x="336744" y="16509"/>
                  </a:lnTo>
                  <a:lnTo>
                    <a:pt x="338011" y="15239"/>
                  </a:lnTo>
                  <a:close/>
                </a:path>
                <a:path w="341630" h="354330">
                  <a:moveTo>
                    <a:pt x="341630" y="11429"/>
                  </a:moveTo>
                  <a:lnTo>
                    <a:pt x="330200" y="11429"/>
                  </a:lnTo>
                  <a:lnTo>
                    <a:pt x="327660" y="13969"/>
                  </a:lnTo>
                  <a:lnTo>
                    <a:pt x="339278" y="13969"/>
                  </a:lnTo>
                  <a:lnTo>
                    <a:pt x="341630" y="11612"/>
                  </a:lnTo>
                  <a:lnTo>
                    <a:pt x="341630" y="11429"/>
                  </a:lnTo>
                  <a:close/>
                </a:path>
                <a:path w="341630" h="354330">
                  <a:moveTo>
                    <a:pt x="341630" y="8889"/>
                  </a:moveTo>
                  <a:lnTo>
                    <a:pt x="332739" y="8889"/>
                  </a:lnTo>
                  <a:lnTo>
                    <a:pt x="331470" y="10159"/>
                  </a:lnTo>
                  <a:lnTo>
                    <a:pt x="341630" y="10159"/>
                  </a:lnTo>
                  <a:lnTo>
                    <a:pt x="341630" y="8889"/>
                  </a:lnTo>
                  <a:close/>
                </a:path>
                <a:path w="341630" h="354330">
                  <a:moveTo>
                    <a:pt x="341630" y="5079"/>
                  </a:moveTo>
                  <a:lnTo>
                    <a:pt x="336550" y="5079"/>
                  </a:lnTo>
                  <a:lnTo>
                    <a:pt x="334010" y="7619"/>
                  </a:lnTo>
                  <a:lnTo>
                    <a:pt x="341630" y="7619"/>
                  </a:lnTo>
                  <a:lnTo>
                    <a:pt x="341630" y="5079"/>
                  </a:lnTo>
                  <a:close/>
                </a:path>
                <a:path w="341630" h="354330">
                  <a:moveTo>
                    <a:pt x="341630" y="2539"/>
                  </a:moveTo>
                  <a:lnTo>
                    <a:pt x="339089" y="2539"/>
                  </a:lnTo>
                  <a:lnTo>
                    <a:pt x="337820" y="3809"/>
                  </a:lnTo>
                  <a:lnTo>
                    <a:pt x="341630" y="3809"/>
                  </a:lnTo>
                  <a:lnTo>
                    <a:pt x="341630" y="2539"/>
                  </a:lnTo>
                  <a:close/>
                </a:path>
                <a:path w="341630" h="354330">
                  <a:moveTo>
                    <a:pt x="341630" y="0"/>
                  </a:moveTo>
                  <a:lnTo>
                    <a:pt x="340360" y="1269"/>
                  </a:lnTo>
                  <a:lnTo>
                    <a:pt x="341630" y="1269"/>
                  </a:lnTo>
                  <a:lnTo>
                    <a:pt x="341630" y="0"/>
                  </a:lnTo>
                  <a:close/>
                </a:path>
                <a:path w="341630" h="354330">
                  <a:moveTo>
                    <a:pt x="296205" y="57150"/>
                  </a:moveTo>
                  <a:lnTo>
                    <a:pt x="284479" y="57150"/>
                  </a:lnTo>
                  <a:lnTo>
                    <a:pt x="0" y="341629"/>
                  </a:lnTo>
                  <a:lnTo>
                    <a:pt x="0" y="354090"/>
                  </a:lnTo>
                  <a:lnTo>
                    <a:pt x="296205" y="57150"/>
                  </a:lnTo>
                  <a:close/>
                </a:path>
              </a:pathLst>
            </a:custGeom>
            <a:solidFill>
              <a:srgbClr val="D0C3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2" name="object 1762"/>
            <p:cNvSpPr/>
            <p:nvPr/>
          </p:nvSpPr>
          <p:spPr>
            <a:xfrm>
              <a:off x="2860039" y="2856412"/>
              <a:ext cx="341630" cy="351790"/>
            </a:xfrm>
            <a:custGeom>
              <a:avLst/>
              <a:gdLst/>
              <a:ahLst/>
              <a:cxnLst/>
              <a:rect l="l" t="t" r="r" b="b"/>
              <a:pathLst>
                <a:path w="341630" h="351789">
                  <a:moveTo>
                    <a:pt x="311150" y="41727"/>
                  </a:moveTo>
                  <a:lnTo>
                    <a:pt x="300006" y="41727"/>
                  </a:lnTo>
                  <a:lnTo>
                    <a:pt x="298739" y="42997"/>
                  </a:lnTo>
                  <a:lnTo>
                    <a:pt x="309880" y="42997"/>
                  </a:lnTo>
                  <a:lnTo>
                    <a:pt x="311150" y="41727"/>
                  </a:lnTo>
                  <a:close/>
                </a:path>
                <a:path w="341630" h="351789">
                  <a:moveTo>
                    <a:pt x="314960" y="37917"/>
                  </a:moveTo>
                  <a:lnTo>
                    <a:pt x="303806" y="37917"/>
                  </a:lnTo>
                  <a:lnTo>
                    <a:pt x="301272" y="40457"/>
                  </a:lnTo>
                  <a:lnTo>
                    <a:pt x="312420" y="40457"/>
                  </a:lnTo>
                  <a:lnTo>
                    <a:pt x="314960" y="37917"/>
                  </a:lnTo>
                  <a:close/>
                </a:path>
                <a:path w="341630" h="351789">
                  <a:moveTo>
                    <a:pt x="317500" y="35377"/>
                  </a:moveTo>
                  <a:lnTo>
                    <a:pt x="306340" y="35377"/>
                  </a:lnTo>
                  <a:lnTo>
                    <a:pt x="305073" y="36647"/>
                  </a:lnTo>
                  <a:lnTo>
                    <a:pt x="316230" y="36647"/>
                  </a:lnTo>
                  <a:lnTo>
                    <a:pt x="317500" y="35377"/>
                  </a:lnTo>
                  <a:close/>
                </a:path>
                <a:path w="341630" h="351789">
                  <a:moveTo>
                    <a:pt x="321310" y="31567"/>
                  </a:moveTo>
                  <a:lnTo>
                    <a:pt x="310140" y="31567"/>
                  </a:lnTo>
                  <a:lnTo>
                    <a:pt x="307607" y="34107"/>
                  </a:lnTo>
                  <a:lnTo>
                    <a:pt x="318770" y="34107"/>
                  </a:lnTo>
                  <a:lnTo>
                    <a:pt x="321310" y="31567"/>
                  </a:lnTo>
                  <a:close/>
                </a:path>
                <a:path w="341630" h="351789">
                  <a:moveTo>
                    <a:pt x="323850" y="29027"/>
                  </a:moveTo>
                  <a:lnTo>
                    <a:pt x="312674" y="29027"/>
                  </a:lnTo>
                  <a:lnTo>
                    <a:pt x="311407" y="30297"/>
                  </a:lnTo>
                  <a:lnTo>
                    <a:pt x="322580" y="30297"/>
                  </a:lnTo>
                  <a:lnTo>
                    <a:pt x="323850" y="29027"/>
                  </a:lnTo>
                  <a:close/>
                </a:path>
                <a:path w="341630" h="351789">
                  <a:moveTo>
                    <a:pt x="327660" y="25217"/>
                  </a:moveTo>
                  <a:lnTo>
                    <a:pt x="316475" y="25217"/>
                  </a:lnTo>
                  <a:lnTo>
                    <a:pt x="313941" y="27757"/>
                  </a:lnTo>
                  <a:lnTo>
                    <a:pt x="325120" y="27757"/>
                  </a:lnTo>
                  <a:lnTo>
                    <a:pt x="327660" y="25217"/>
                  </a:lnTo>
                  <a:close/>
                </a:path>
                <a:path w="341630" h="351789">
                  <a:moveTo>
                    <a:pt x="330200" y="22677"/>
                  </a:moveTo>
                  <a:lnTo>
                    <a:pt x="319008" y="22677"/>
                  </a:lnTo>
                  <a:lnTo>
                    <a:pt x="317742" y="23947"/>
                  </a:lnTo>
                  <a:lnTo>
                    <a:pt x="328930" y="23947"/>
                  </a:lnTo>
                  <a:lnTo>
                    <a:pt x="330200" y="22677"/>
                  </a:lnTo>
                  <a:close/>
                </a:path>
                <a:path w="341630" h="351789">
                  <a:moveTo>
                    <a:pt x="334010" y="18867"/>
                  </a:moveTo>
                  <a:lnTo>
                    <a:pt x="322809" y="18867"/>
                  </a:lnTo>
                  <a:lnTo>
                    <a:pt x="320275" y="21407"/>
                  </a:lnTo>
                  <a:lnTo>
                    <a:pt x="331470" y="21407"/>
                  </a:lnTo>
                  <a:lnTo>
                    <a:pt x="334010" y="18867"/>
                  </a:lnTo>
                  <a:close/>
                </a:path>
                <a:path w="341630" h="351789">
                  <a:moveTo>
                    <a:pt x="336550" y="16327"/>
                  </a:moveTo>
                  <a:lnTo>
                    <a:pt x="325343" y="16327"/>
                  </a:lnTo>
                  <a:lnTo>
                    <a:pt x="324076" y="17597"/>
                  </a:lnTo>
                  <a:lnTo>
                    <a:pt x="335280" y="17597"/>
                  </a:lnTo>
                  <a:lnTo>
                    <a:pt x="336550" y="16327"/>
                  </a:lnTo>
                  <a:close/>
                </a:path>
                <a:path w="341630" h="351789">
                  <a:moveTo>
                    <a:pt x="340360" y="12517"/>
                  </a:moveTo>
                  <a:lnTo>
                    <a:pt x="329143" y="12517"/>
                  </a:lnTo>
                  <a:lnTo>
                    <a:pt x="326610" y="15057"/>
                  </a:lnTo>
                  <a:lnTo>
                    <a:pt x="337820" y="15057"/>
                  </a:lnTo>
                  <a:lnTo>
                    <a:pt x="340360" y="12517"/>
                  </a:lnTo>
                  <a:close/>
                </a:path>
                <a:path w="341630" h="351789">
                  <a:moveTo>
                    <a:pt x="341630" y="9977"/>
                  </a:moveTo>
                  <a:lnTo>
                    <a:pt x="331677" y="9977"/>
                  </a:lnTo>
                  <a:lnTo>
                    <a:pt x="330410" y="11247"/>
                  </a:lnTo>
                  <a:lnTo>
                    <a:pt x="341630" y="11247"/>
                  </a:lnTo>
                  <a:lnTo>
                    <a:pt x="341630" y="9977"/>
                  </a:lnTo>
                  <a:close/>
                </a:path>
                <a:path w="341630" h="351789">
                  <a:moveTo>
                    <a:pt x="341630" y="6167"/>
                  </a:moveTo>
                  <a:lnTo>
                    <a:pt x="335478" y="6167"/>
                  </a:lnTo>
                  <a:lnTo>
                    <a:pt x="332944" y="8707"/>
                  </a:lnTo>
                  <a:lnTo>
                    <a:pt x="341630" y="8707"/>
                  </a:lnTo>
                  <a:lnTo>
                    <a:pt x="341630" y="6167"/>
                  </a:lnTo>
                  <a:close/>
                </a:path>
                <a:path w="341630" h="351789">
                  <a:moveTo>
                    <a:pt x="341630" y="3627"/>
                  </a:moveTo>
                  <a:lnTo>
                    <a:pt x="338011" y="3627"/>
                  </a:lnTo>
                  <a:lnTo>
                    <a:pt x="336744" y="4897"/>
                  </a:lnTo>
                  <a:lnTo>
                    <a:pt x="341630" y="4897"/>
                  </a:lnTo>
                  <a:lnTo>
                    <a:pt x="341630" y="3627"/>
                  </a:lnTo>
                  <a:close/>
                </a:path>
                <a:path w="341630" h="351789">
                  <a:moveTo>
                    <a:pt x="341630" y="0"/>
                  </a:moveTo>
                  <a:lnTo>
                    <a:pt x="339278" y="2357"/>
                  </a:lnTo>
                  <a:lnTo>
                    <a:pt x="341630" y="2357"/>
                  </a:lnTo>
                  <a:lnTo>
                    <a:pt x="341630" y="0"/>
                  </a:lnTo>
                  <a:close/>
                </a:path>
                <a:path w="341630" h="351789">
                  <a:moveTo>
                    <a:pt x="3810" y="349067"/>
                  </a:moveTo>
                  <a:lnTo>
                    <a:pt x="0" y="349067"/>
                  </a:lnTo>
                  <a:lnTo>
                    <a:pt x="0" y="351607"/>
                  </a:lnTo>
                  <a:lnTo>
                    <a:pt x="1269" y="351607"/>
                  </a:lnTo>
                  <a:lnTo>
                    <a:pt x="3810" y="349067"/>
                  </a:lnTo>
                  <a:close/>
                </a:path>
                <a:path w="341630" h="351789">
                  <a:moveTo>
                    <a:pt x="307340" y="45537"/>
                  </a:moveTo>
                  <a:lnTo>
                    <a:pt x="296205" y="45537"/>
                  </a:lnTo>
                  <a:lnTo>
                    <a:pt x="0" y="342477"/>
                  </a:lnTo>
                  <a:lnTo>
                    <a:pt x="0" y="347797"/>
                  </a:lnTo>
                  <a:lnTo>
                    <a:pt x="5079" y="347797"/>
                  </a:lnTo>
                  <a:lnTo>
                    <a:pt x="307340" y="45537"/>
                  </a:lnTo>
                  <a:close/>
                </a:path>
              </a:pathLst>
            </a:custGeom>
            <a:solidFill>
              <a:srgbClr val="D1C3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3" name="object 1763"/>
            <p:cNvSpPr/>
            <p:nvPr/>
          </p:nvSpPr>
          <p:spPr>
            <a:xfrm>
              <a:off x="2860039" y="2868929"/>
              <a:ext cx="341630" cy="350520"/>
            </a:xfrm>
            <a:custGeom>
              <a:avLst/>
              <a:gdLst/>
              <a:ahLst/>
              <a:cxnLst/>
              <a:rect l="l" t="t" r="r" b="b"/>
              <a:pathLst>
                <a:path w="341630" h="350519">
                  <a:moveTo>
                    <a:pt x="321310" y="29210"/>
                  </a:moveTo>
                  <a:lnTo>
                    <a:pt x="311150" y="29210"/>
                  </a:lnTo>
                  <a:lnTo>
                    <a:pt x="309880" y="30479"/>
                  </a:lnTo>
                  <a:lnTo>
                    <a:pt x="320040" y="30479"/>
                  </a:lnTo>
                  <a:lnTo>
                    <a:pt x="321310" y="29210"/>
                  </a:lnTo>
                  <a:close/>
                </a:path>
                <a:path w="341630" h="350519">
                  <a:moveTo>
                    <a:pt x="325120" y="25400"/>
                  </a:moveTo>
                  <a:lnTo>
                    <a:pt x="314960" y="25400"/>
                  </a:lnTo>
                  <a:lnTo>
                    <a:pt x="312420" y="27939"/>
                  </a:lnTo>
                  <a:lnTo>
                    <a:pt x="322580" y="27939"/>
                  </a:lnTo>
                  <a:lnTo>
                    <a:pt x="325120" y="25400"/>
                  </a:lnTo>
                  <a:close/>
                </a:path>
                <a:path w="341630" h="350519">
                  <a:moveTo>
                    <a:pt x="327660" y="22860"/>
                  </a:moveTo>
                  <a:lnTo>
                    <a:pt x="317500" y="22860"/>
                  </a:lnTo>
                  <a:lnTo>
                    <a:pt x="316230" y="24129"/>
                  </a:lnTo>
                  <a:lnTo>
                    <a:pt x="326390" y="24129"/>
                  </a:lnTo>
                  <a:lnTo>
                    <a:pt x="327660" y="22860"/>
                  </a:lnTo>
                  <a:close/>
                </a:path>
                <a:path w="341630" h="350519">
                  <a:moveTo>
                    <a:pt x="331470" y="19050"/>
                  </a:moveTo>
                  <a:lnTo>
                    <a:pt x="321310" y="19050"/>
                  </a:lnTo>
                  <a:lnTo>
                    <a:pt x="318770" y="21589"/>
                  </a:lnTo>
                  <a:lnTo>
                    <a:pt x="328930" y="21589"/>
                  </a:lnTo>
                  <a:lnTo>
                    <a:pt x="331470" y="19050"/>
                  </a:lnTo>
                  <a:close/>
                </a:path>
                <a:path w="341630" h="350519">
                  <a:moveTo>
                    <a:pt x="334010" y="16510"/>
                  </a:moveTo>
                  <a:lnTo>
                    <a:pt x="323850" y="16510"/>
                  </a:lnTo>
                  <a:lnTo>
                    <a:pt x="322580" y="17779"/>
                  </a:lnTo>
                  <a:lnTo>
                    <a:pt x="332740" y="17779"/>
                  </a:lnTo>
                  <a:lnTo>
                    <a:pt x="334010" y="16510"/>
                  </a:lnTo>
                  <a:close/>
                </a:path>
                <a:path w="341630" h="350519">
                  <a:moveTo>
                    <a:pt x="337820" y="12700"/>
                  </a:moveTo>
                  <a:lnTo>
                    <a:pt x="327660" y="12700"/>
                  </a:lnTo>
                  <a:lnTo>
                    <a:pt x="325120" y="15239"/>
                  </a:lnTo>
                  <a:lnTo>
                    <a:pt x="335280" y="15239"/>
                  </a:lnTo>
                  <a:lnTo>
                    <a:pt x="337820" y="12700"/>
                  </a:lnTo>
                  <a:close/>
                </a:path>
                <a:path w="341630" h="350519">
                  <a:moveTo>
                    <a:pt x="340360" y="10160"/>
                  </a:moveTo>
                  <a:lnTo>
                    <a:pt x="330200" y="10160"/>
                  </a:lnTo>
                  <a:lnTo>
                    <a:pt x="328930" y="11429"/>
                  </a:lnTo>
                  <a:lnTo>
                    <a:pt x="339090" y="11429"/>
                  </a:lnTo>
                  <a:lnTo>
                    <a:pt x="340360" y="10160"/>
                  </a:lnTo>
                  <a:close/>
                </a:path>
                <a:path w="341630" h="350519">
                  <a:moveTo>
                    <a:pt x="341630" y="6350"/>
                  </a:moveTo>
                  <a:lnTo>
                    <a:pt x="334010" y="6350"/>
                  </a:lnTo>
                  <a:lnTo>
                    <a:pt x="331470" y="8889"/>
                  </a:lnTo>
                  <a:lnTo>
                    <a:pt x="341630" y="8889"/>
                  </a:lnTo>
                  <a:lnTo>
                    <a:pt x="341630" y="6350"/>
                  </a:lnTo>
                  <a:close/>
                </a:path>
                <a:path w="341630" h="350519">
                  <a:moveTo>
                    <a:pt x="341630" y="3810"/>
                  </a:moveTo>
                  <a:lnTo>
                    <a:pt x="336550" y="3810"/>
                  </a:lnTo>
                  <a:lnTo>
                    <a:pt x="335280" y="5079"/>
                  </a:lnTo>
                  <a:lnTo>
                    <a:pt x="341630" y="5079"/>
                  </a:lnTo>
                  <a:lnTo>
                    <a:pt x="341630" y="3810"/>
                  </a:lnTo>
                  <a:close/>
                </a:path>
                <a:path w="341630" h="350519">
                  <a:moveTo>
                    <a:pt x="341630" y="0"/>
                  </a:moveTo>
                  <a:lnTo>
                    <a:pt x="340360" y="0"/>
                  </a:lnTo>
                  <a:lnTo>
                    <a:pt x="337820" y="2539"/>
                  </a:lnTo>
                  <a:lnTo>
                    <a:pt x="341630" y="2539"/>
                  </a:lnTo>
                  <a:lnTo>
                    <a:pt x="341630" y="0"/>
                  </a:lnTo>
                  <a:close/>
                </a:path>
                <a:path w="341630" h="350519">
                  <a:moveTo>
                    <a:pt x="1270" y="349250"/>
                  </a:moveTo>
                  <a:lnTo>
                    <a:pt x="0" y="349250"/>
                  </a:lnTo>
                  <a:lnTo>
                    <a:pt x="0" y="350520"/>
                  </a:lnTo>
                  <a:lnTo>
                    <a:pt x="1270" y="349250"/>
                  </a:lnTo>
                  <a:close/>
                </a:path>
                <a:path w="341630" h="350519">
                  <a:moveTo>
                    <a:pt x="3810" y="346710"/>
                  </a:moveTo>
                  <a:lnTo>
                    <a:pt x="0" y="346710"/>
                  </a:lnTo>
                  <a:lnTo>
                    <a:pt x="0" y="347980"/>
                  </a:lnTo>
                  <a:lnTo>
                    <a:pt x="2540" y="347980"/>
                  </a:lnTo>
                  <a:lnTo>
                    <a:pt x="3810" y="346710"/>
                  </a:lnTo>
                  <a:close/>
                </a:path>
                <a:path w="341630" h="350519">
                  <a:moveTo>
                    <a:pt x="7620" y="342900"/>
                  </a:moveTo>
                  <a:lnTo>
                    <a:pt x="0" y="342900"/>
                  </a:lnTo>
                  <a:lnTo>
                    <a:pt x="0" y="345440"/>
                  </a:lnTo>
                  <a:lnTo>
                    <a:pt x="5080" y="345440"/>
                  </a:lnTo>
                  <a:lnTo>
                    <a:pt x="7620" y="342900"/>
                  </a:lnTo>
                  <a:close/>
                </a:path>
                <a:path w="341630" h="350519">
                  <a:moveTo>
                    <a:pt x="10160" y="340360"/>
                  </a:moveTo>
                  <a:lnTo>
                    <a:pt x="0" y="340360"/>
                  </a:lnTo>
                  <a:lnTo>
                    <a:pt x="0" y="341630"/>
                  </a:lnTo>
                  <a:lnTo>
                    <a:pt x="8890" y="341630"/>
                  </a:lnTo>
                  <a:lnTo>
                    <a:pt x="10160" y="340360"/>
                  </a:lnTo>
                  <a:close/>
                </a:path>
                <a:path w="341630" h="350519">
                  <a:moveTo>
                    <a:pt x="13970" y="336550"/>
                  </a:moveTo>
                  <a:lnTo>
                    <a:pt x="3810" y="336550"/>
                  </a:lnTo>
                  <a:lnTo>
                    <a:pt x="1269" y="339090"/>
                  </a:lnTo>
                  <a:lnTo>
                    <a:pt x="11430" y="339090"/>
                  </a:lnTo>
                  <a:lnTo>
                    <a:pt x="13970" y="336550"/>
                  </a:lnTo>
                  <a:close/>
                </a:path>
                <a:path w="341630" h="350519">
                  <a:moveTo>
                    <a:pt x="317500" y="33020"/>
                  </a:moveTo>
                  <a:lnTo>
                    <a:pt x="307340" y="33020"/>
                  </a:lnTo>
                  <a:lnTo>
                    <a:pt x="5079" y="335280"/>
                  </a:lnTo>
                  <a:lnTo>
                    <a:pt x="15240" y="335280"/>
                  </a:lnTo>
                  <a:lnTo>
                    <a:pt x="317500" y="33020"/>
                  </a:lnTo>
                  <a:close/>
                </a:path>
              </a:pathLst>
            </a:custGeom>
            <a:solidFill>
              <a:srgbClr val="D1C4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4" name="object 1764"/>
            <p:cNvSpPr/>
            <p:nvPr/>
          </p:nvSpPr>
          <p:spPr>
            <a:xfrm>
              <a:off x="2860039" y="2879089"/>
              <a:ext cx="341630" cy="350520"/>
            </a:xfrm>
            <a:custGeom>
              <a:avLst/>
              <a:gdLst/>
              <a:ahLst/>
              <a:cxnLst/>
              <a:rect l="l" t="t" r="r" b="b"/>
              <a:pathLst>
                <a:path w="341630" h="350519">
                  <a:moveTo>
                    <a:pt x="332739" y="19050"/>
                  </a:moveTo>
                  <a:lnTo>
                    <a:pt x="321310" y="19050"/>
                  </a:lnTo>
                  <a:lnTo>
                    <a:pt x="320040" y="20319"/>
                  </a:lnTo>
                  <a:lnTo>
                    <a:pt x="331470" y="20319"/>
                  </a:lnTo>
                  <a:lnTo>
                    <a:pt x="332739" y="19050"/>
                  </a:lnTo>
                  <a:close/>
                </a:path>
                <a:path w="341630" h="350519">
                  <a:moveTo>
                    <a:pt x="336550" y="15239"/>
                  </a:moveTo>
                  <a:lnTo>
                    <a:pt x="325120" y="15239"/>
                  </a:lnTo>
                  <a:lnTo>
                    <a:pt x="322580" y="17779"/>
                  </a:lnTo>
                  <a:lnTo>
                    <a:pt x="334010" y="17779"/>
                  </a:lnTo>
                  <a:lnTo>
                    <a:pt x="336550" y="15239"/>
                  </a:lnTo>
                  <a:close/>
                </a:path>
                <a:path w="341630" h="350519">
                  <a:moveTo>
                    <a:pt x="339089" y="12700"/>
                  </a:moveTo>
                  <a:lnTo>
                    <a:pt x="327660" y="12700"/>
                  </a:lnTo>
                  <a:lnTo>
                    <a:pt x="326390" y="13969"/>
                  </a:lnTo>
                  <a:lnTo>
                    <a:pt x="337820" y="13969"/>
                  </a:lnTo>
                  <a:lnTo>
                    <a:pt x="339089" y="12700"/>
                  </a:lnTo>
                  <a:close/>
                </a:path>
                <a:path w="341630" h="350519">
                  <a:moveTo>
                    <a:pt x="341630" y="8889"/>
                  </a:moveTo>
                  <a:lnTo>
                    <a:pt x="331470" y="8889"/>
                  </a:lnTo>
                  <a:lnTo>
                    <a:pt x="328930" y="11429"/>
                  </a:lnTo>
                  <a:lnTo>
                    <a:pt x="340360" y="11429"/>
                  </a:lnTo>
                  <a:lnTo>
                    <a:pt x="341630" y="10160"/>
                  </a:lnTo>
                  <a:lnTo>
                    <a:pt x="341630" y="8889"/>
                  </a:lnTo>
                  <a:close/>
                </a:path>
                <a:path w="341630" h="350519">
                  <a:moveTo>
                    <a:pt x="341630" y="6350"/>
                  </a:moveTo>
                  <a:lnTo>
                    <a:pt x="334010" y="6350"/>
                  </a:lnTo>
                  <a:lnTo>
                    <a:pt x="332740" y="7619"/>
                  </a:lnTo>
                  <a:lnTo>
                    <a:pt x="341630" y="7619"/>
                  </a:lnTo>
                  <a:lnTo>
                    <a:pt x="341630" y="6350"/>
                  </a:lnTo>
                  <a:close/>
                </a:path>
                <a:path w="341630" h="350519">
                  <a:moveTo>
                    <a:pt x="341630" y="2539"/>
                  </a:moveTo>
                  <a:lnTo>
                    <a:pt x="337820" y="2539"/>
                  </a:lnTo>
                  <a:lnTo>
                    <a:pt x="335280" y="5079"/>
                  </a:lnTo>
                  <a:lnTo>
                    <a:pt x="341630" y="5079"/>
                  </a:lnTo>
                  <a:lnTo>
                    <a:pt x="341630" y="2539"/>
                  </a:lnTo>
                  <a:close/>
                </a:path>
                <a:path w="341630" h="350519">
                  <a:moveTo>
                    <a:pt x="341630" y="0"/>
                  </a:moveTo>
                  <a:lnTo>
                    <a:pt x="340360" y="0"/>
                  </a:lnTo>
                  <a:lnTo>
                    <a:pt x="339090" y="1269"/>
                  </a:lnTo>
                  <a:lnTo>
                    <a:pt x="341630" y="1269"/>
                  </a:lnTo>
                  <a:lnTo>
                    <a:pt x="341630" y="0"/>
                  </a:lnTo>
                  <a:close/>
                </a:path>
                <a:path w="341630" h="350519">
                  <a:moveTo>
                    <a:pt x="2540" y="349250"/>
                  </a:moveTo>
                  <a:lnTo>
                    <a:pt x="0" y="349250"/>
                  </a:lnTo>
                  <a:lnTo>
                    <a:pt x="0" y="350520"/>
                  </a:lnTo>
                  <a:lnTo>
                    <a:pt x="1269" y="350520"/>
                  </a:lnTo>
                  <a:lnTo>
                    <a:pt x="2540" y="349250"/>
                  </a:lnTo>
                  <a:close/>
                </a:path>
                <a:path w="341630" h="350519">
                  <a:moveTo>
                    <a:pt x="6350" y="345439"/>
                  </a:moveTo>
                  <a:lnTo>
                    <a:pt x="0" y="345439"/>
                  </a:lnTo>
                  <a:lnTo>
                    <a:pt x="0" y="347980"/>
                  </a:lnTo>
                  <a:lnTo>
                    <a:pt x="3809" y="347980"/>
                  </a:lnTo>
                  <a:lnTo>
                    <a:pt x="6350" y="345439"/>
                  </a:lnTo>
                  <a:close/>
                </a:path>
                <a:path w="341630" h="350519">
                  <a:moveTo>
                    <a:pt x="8890" y="342900"/>
                  </a:moveTo>
                  <a:lnTo>
                    <a:pt x="0" y="342900"/>
                  </a:lnTo>
                  <a:lnTo>
                    <a:pt x="0" y="344170"/>
                  </a:lnTo>
                  <a:lnTo>
                    <a:pt x="7619" y="344170"/>
                  </a:lnTo>
                  <a:lnTo>
                    <a:pt x="8890" y="342900"/>
                  </a:lnTo>
                  <a:close/>
                </a:path>
                <a:path w="341630" h="350519">
                  <a:moveTo>
                    <a:pt x="12700" y="339089"/>
                  </a:moveTo>
                  <a:lnTo>
                    <a:pt x="1270" y="339089"/>
                  </a:lnTo>
                  <a:lnTo>
                    <a:pt x="0" y="340360"/>
                  </a:lnTo>
                  <a:lnTo>
                    <a:pt x="0" y="341630"/>
                  </a:lnTo>
                  <a:lnTo>
                    <a:pt x="10159" y="341630"/>
                  </a:lnTo>
                  <a:lnTo>
                    <a:pt x="12700" y="339089"/>
                  </a:lnTo>
                  <a:close/>
                </a:path>
                <a:path w="341630" h="350519">
                  <a:moveTo>
                    <a:pt x="15240" y="336550"/>
                  </a:moveTo>
                  <a:lnTo>
                    <a:pt x="3810" y="336550"/>
                  </a:lnTo>
                  <a:lnTo>
                    <a:pt x="2540" y="337820"/>
                  </a:lnTo>
                  <a:lnTo>
                    <a:pt x="13969" y="337820"/>
                  </a:lnTo>
                  <a:lnTo>
                    <a:pt x="15240" y="336550"/>
                  </a:lnTo>
                  <a:close/>
                </a:path>
                <a:path w="341630" h="350519">
                  <a:moveTo>
                    <a:pt x="19050" y="332739"/>
                  </a:moveTo>
                  <a:lnTo>
                    <a:pt x="7620" y="332739"/>
                  </a:lnTo>
                  <a:lnTo>
                    <a:pt x="5080" y="335280"/>
                  </a:lnTo>
                  <a:lnTo>
                    <a:pt x="16509" y="335280"/>
                  </a:lnTo>
                  <a:lnTo>
                    <a:pt x="19050" y="332739"/>
                  </a:lnTo>
                  <a:close/>
                </a:path>
                <a:path w="341630" h="350519">
                  <a:moveTo>
                    <a:pt x="21590" y="330200"/>
                  </a:moveTo>
                  <a:lnTo>
                    <a:pt x="10160" y="330200"/>
                  </a:lnTo>
                  <a:lnTo>
                    <a:pt x="8890" y="331470"/>
                  </a:lnTo>
                  <a:lnTo>
                    <a:pt x="20319" y="331470"/>
                  </a:lnTo>
                  <a:lnTo>
                    <a:pt x="21590" y="330200"/>
                  </a:lnTo>
                  <a:close/>
                </a:path>
                <a:path w="341630" h="350519">
                  <a:moveTo>
                    <a:pt x="25400" y="326389"/>
                  </a:moveTo>
                  <a:lnTo>
                    <a:pt x="13970" y="326389"/>
                  </a:lnTo>
                  <a:lnTo>
                    <a:pt x="11430" y="328930"/>
                  </a:lnTo>
                  <a:lnTo>
                    <a:pt x="22859" y="328930"/>
                  </a:lnTo>
                  <a:lnTo>
                    <a:pt x="25400" y="326389"/>
                  </a:lnTo>
                  <a:close/>
                </a:path>
                <a:path w="341630" h="350519">
                  <a:moveTo>
                    <a:pt x="328929" y="22860"/>
                  </a:moveTo>
                  <a:lnTo>
                    <a:pt x="317500" y="22860"/>
                  </a:lnTo>
                  <a:lnTo>
                    <a:pt x="15240" y="325120"/>
                  </a:lnTo>
                  <a:lnTo>
                    <a:pt x="26669" y="325120"/>
                  </a:lnTo>
                  <a:lnTo>
                    <a:pt x="328929" y="22860"/>
                  </a:lnTo>
                  <a:close/>
                </a:path>
              </a:pathLst>
            </a:custGeom>
            <a:solidFill>
              <a:srgbClr val="D2C5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5" name="object 1765"/>
            <p:cNvSpPr/>
            <p:nvPr/>
          </p:nvSpPr>
          <p:spPr>
            <a:xfrm>
              <a:off x="2860039" y="2889250"/>
              <a:ext cx="341630" cy="353060"/>
            </a:xfrm>
            <a:custGeom>
              <a:avLst/>
              <a:gdLst/>
              <a:ahLst/>
              <a:cxnLst/>
              <a:rect l="l" t="t" r="r" b="b"/>
              <a:pathLst>
                <a:path w="341630" h="353060">
                  <a:moveTo>
                    <a:pt x="341630" y="8889"/>
                  </a:moveTo>
                  <a:lnTo>
                    <a:pt x="332739" y="8889"/>
                  </a:lnTo>
                  <a:lnTo>
                    <a:pt x="331470" y="10159"/>
                  </a:lnTo>
                  <a:lnTo>
                    <a:pt x="341630" y="10159"/>
                  </a:lnTo>
                  <a:lnTo>
                    <a:pt x="341630" y="8889"/>
                  </a:lnTo>
                  <a:close/>
                </a:path>
                <a:path w="341630" h="353060">
                  <a:moveTo>
                    <a:pt x="341630" y="5079"/>
                  </a:moveTo>
                  <a:lnTo>
                    <a:pt x="336550" y="5079"/>
                  </a:lnTo>
                  <a:lnTo>
                    <a:pt x="334010" y="7619"/>
                  </a:lnTo>
                  <a:lnTo>
                    <a:pt x="341630" y="7619"/>
                  </a:lnTo>
                  <a:lnTo>
                    <a:pt x="341630" y="5079"/>
                  </a:lnTo>
                  <a:close/>
                </a:path>
                <a:path w="341630" h="353060">
                  <a:moveTo>
                    <a:pt x="341630" y="2539"/>
                  </a:moveTo>
                  <a:lnTo>
                    <a:pt x="339089" y="2539"/>
                  </a:lnTo>
                  <a:lnTo>
                    <a:pt x="337820" y="3809"/>
                  </a:lnTo>
                  <a:lnTo>
                    <a:pt x="341630" y="3809"/>
                  </a:lnTo>
                  <a:lnTo>
                    <a:pt x="341630" y="2539"/>
                  </a:lnTo>
                  <a:close/>
                </a:path>
                <a:path w="341630" h="353060">
                  <a:moveTo>
                    <a:pt x="341630" y="0"/>
                  </a:moveTo>
                  <a:lnTo>
                    <a:pt x="340360" y="1269"/>
                  </a:lnTo>
                  <a:lnTo>
                    <a:pt x="341630" y="1269"/>
                  </a:lnTo>
                  <a:lnTo>
                    <a:pt x="341630" y="0"/>
                  </a:lnTo>
                  <a:close/>
                </a:path>
                <a:path w="341630" h="353060">
                  <a:moveTo>
                    <a:pt x="1081" y="351789"/>
                  </a:moveTo>
                  <a:lnTo>
                    <a:pt x="0" y="351789"/>
                  </a:lnTo>
                  <a:lnTo>
                    <a:pt x="0" y="352874"/>
                  </a:lnTo>
                  <a:lnTo>
                    <a:pt x="1081" y="351789"/>
                  </a:lnTo>
                  <a:close/>
                </a:path>
                <a:path w="341630" h="353060">
                  <a:moveTo>
                    <a:pt x="4881" y="347979"/>
                  </a:moveTo>
                  <a:lnTo>
                    <a:pt x="0" y="347979"/>
                  </a:lnTo>
                  <a:lnTo>
                    <a:pt x="0" y="350520"/>
                  </a:lnTo>
                  <a:lnTo>
                    <a:pt x="2348" y="350520"/>
                  </a:lnTo>
                  <a:lnTo>
                    <a:pt x="4881" y="347979"/>
                  </a:lnTo>
                  <a:close/>
                </a:path>
                <a:path w="341630" h="353060">
                  <a:moveTo>
                    <a:pt x="7415" y="345439"/>
                  </a:moveTo>
                  <a:lnTo>
                    <a:pt x="0" y="345439"/>
                  </a:lnTo>
                  <a:lnTo>
                    <a:pt x="0" y="346710"/>
                  </a:lnTo>
                  <a:lnTo>
                    <a:pt x="6148" y="346710"/>
                  </a:lnTo>
                  <a:lnTo>
                    <a:pt x="7415" y="345439"/>
                  </a:lnTo>
                  <a:close/>
                </a:path>
                <a:path w="341630" h="353060">
                  <a:moveTo>
                    <a:pt x="11216" y="341629"/>
                  </a:moveTo>
                  <a:lnTo>
                    <a:pt x="0" y="341629"/>
                  </a:lnTo>
                  <a:lnTo>
                    <a:pt x="0" y="344170"/>
                  </a:lnTo>
                  <a:lnTo>
                    <a:pt x="8682" y="344170"/>
                  </a:lnTo>
                  <a:lnTo>
                    <a:pt x="11216" y="341629"/>
                  </a:lnTo>
                  <a:close/>
                </a:path>
                <a:path w="341630" h="353060">
                  <a:moveTo>
                    <a:pt x="13749" y="339089"/>
                  </a:moveTo>
                  <a:lnTo>
                    <a:pt x="2540" y="339089"/>
                  </a:lnTo>
                  <a:lnTo>
                    <a:pt x="1269" y="340360"/>
                  </a:lnTo>
                  <a:lnTo>
                    <a:pt x="12483" y="340360"/>
                  </a:lnTo>
                  <a:lnTo>
                    <a:pt x="13749" y="339089"/>
                  </a:lnTo>
                  <a:close/>
                </a:path>
                <a:path w="341630" h="353060">
                  <a:moveTo>
                    <a:pt x="17550" y="335279"/>
                  </a:moveTo>
                  <a:lnTo>
                    <a:pt x="6350" y="335279"/>
                  </a:lnTo>
                  <a:lnTo>
                    <a:pt x="3809" y="337820"/>
                  </a:lnTo>
                  <a:lnTo>
                    <a:pt x="15016" y="337820"/>
                  </a:lnTo>
                  <a:lnTo>
                    <a:pt x="17550" y="335279"/>
                  </a:lnTo>
                  <a:close/>
                </a:path>
                <a:path w="341630" h="353060">
                  <a:moveTo>
                    <a:pt x="20084" y="332739"/>
                  </a:moveTo>
                  <a:lnTo>
                    <a:pt x="8890" y="332739"/>
                  </a:lnTo>
                  <a:lnTo>
                    <a:pt x="7619" y="334010"/>
                  </a:lnTo>
                  <a:lnTo>
                    <a:pt x="18817" y="334010"/>
                  </a:lnTo>
                  <a:lnTo>
                    <a:pt x="20084" y="332739"/>
                  </a:lnTo>
                  <a:close/>
                </a:path>
                <a:path w="341630" h="353060">
                  <a:moveTo>
                    <a:pt x="23884" y="328929"/>
                  </a:moveTo>
                  <a:lnTo>
                    <a:pt x="12700" y="328929"/>
                  </a:lnTo>
                  <a:lnTo>
                    <a:pt x="10159" y="331470"/>
                  </a:lnTo>
                  <a:lnTo>
                    <a:pt x="21351" y="331470"/>
                  </a:lnTo>
                  <a:lnTo>
                    <a:pt x="23884" y="328929"/>
                  </a:lnTo>
                  <a:close/>
                </a:path>
                <a:path w="341630" h="353060">
                  <a:moveTo>
                    <a:pt x="26418" y="326389"/>
                  </a:moveTo>
                  <a:lnTo>
                    <a:pt x="15240" y="326389"/>
                  </a:lnTo>
                  <a:lnTo>
                    <a:pt x="13969" y="327660"/>
                  </a:lnTo>
                  <a:lnTo>
                    <a:pt x="25151" y="327660"/>
                  </a:lnTo>
                  <a:lnTo>
                    <a:pt x="26418" y="326389"/>
                  </a:lnTo>
                  <a:close/>
                </a:path>
                <a:path w="341630" h="353060">
                  <a:moveTo>
                    <a:pt x="30219" y="322579"/>
                  </a:moveTo>
                  <a:lnTo>
                    <a:pt x="19050" y="322579"/>
                  </a:lnTo>
                  <a:lnTo>
                    <a:pt x="16509" y="325120"/>
                  </a:lnTo>
                  <a:lnTo>
                    <a:pt x="27685" y="325120"/>
                  </a:lnTo>
                  <a:lnTo>
                    <a:pt x="30219" y="322579"/>
                  </a:lnTo>
                  <a:close/>
                </a:path>
                <a:path w="341630" h="353060">
                  <a:moveTo>
                    <a:pt x="32752" y="320039"/>
                  </a:moveTo>
                  <a:lnTo>
                    <a:pt x="21590" y="320039"/>
                  </a:lnTo>
                  <a:lnTo>
                    <a:pt x="20319" y="321310"/>
                  </a:lnTo>
                  <a:lnTo>
                    <a:pt x="31485" y="321310"/>
                  </a:lnTo>
                  <a:lnTo>
                    <a:pt x="32752" y="320039"/>
                  </a:lnTo>
                  <a:close/>
                </a:path>
                <a:path w="341630" h="353060">
                  <a:moveTo>
                    <a:pt x="36553" y="316229"/>
                  </a:moveTo>
                  <a:lnTo>
                    <a:pt x="25400" y="316229"/>
                  </a:lnTo>
                  <a:lnTo>
                    <a:pt x="22859" y="318770"/>
                  </a:lnTo>
                  <a:lnTo>
                    <a:pt x="34019" y="318770"/>
                  </a:lnTo>
                  <a:lnTo>
                    <a:pt x="36553" y="316229"/>
                  </a:lnTo>
                  <a:close/>
                </a:path>
                <a:path w="341630" h="353060">
                  <a:moveTo>
                    <a:pt x="339332" y="12700"/>
                  </a:moveTo>
                  <a:lnTo>
                    <a:pt x="328929" y="12700"/>
                  </a:lnTo>
                  <a:lnTo>
                    <a:pt x="26669" y="314960"/>
                  </a:lnTo>
                  <a:lnTo>
                    <a:pt x="37820" y="314960"/>
                  </a:lnTo>
                  <a:lnTo>
                    <a:pt x="339332" y="12700"/>
                  </a:lnTo>
                  <a:close/>
                </a:path>
              </a:pathLst>
            </a:custGeom>
            <a:solidFill>
              <a:srgbClr val="D2C5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6" name="object 1766"/>
            <p:cNvSpPr/>
            <p:nvPr/>
          </p:nvSpPr>
          <p:spPr>
            <a:xfrm>
              <a:off x="2860039" y="2901950"/>
              <a:ext cx="341630" cy="350520"/>
            </a:xfrm>
            <a:custGeom>
              <a:avLst/>
              <a:gdLst/>
              <a:ahLst/>
              <a:cxnLst/>
              <a:rect l="l" t="t" r="r" b="b"/>
              <a:pathLst>
                <a:path w="341630" h="350520">
                  <a:moveTo>
                    <a:pt x="2540" y="347979"/>
                  </a:moveTo>
                  <a:lnTo>
                    <a:pt x="0" y="347979"/>
                  </a:lnTo>
                  <a:lnTo>
                    <a:pt x="0" y="350520"/>
                  </a:lnTo>
                  <a:lnTo>
                    <a:pt x="2540" y="347979"/>
                  </a:lnTo>
                  <a:close/>
                </a:path>
                <a:path w="341630" h="350520">
                  <a:moveTo>
                    <a:pt x="5080" y="345439"/>
                  </a:moveTo>
                  <a:lnTo>
                    <a:pt x="0" y="345439"/>
                  </a:lnTo>
                  <a:lnTo>
                    <a:pt x="0" y="346710"/>
                  </a:lnTo>
                  <a:lnTo>
                    <a:pt x="3810" y="346710"/>
                  </a:lnTo>
                  <a:lnTo>
                    <a:pt x="5080" y="345439"/>
                  </a:lnTo>
                  <a:close/>
                </a:path>
                <a:path w="341630" h="350520">
                  <a:moveTo>
                    <a:pt x="8890" y="341629"/>
                  </a:moveTo>
                  <a:lnTo>
                    <a:pt x="0" y="341629"/>
                  </a:lnTo>
                  <a:lnTo>
                    <a:pt x="0" y="344170"/>
                  </a:lnTo>
                  <a:lnTo>
                    <a:pt x="6350" y="344170"/>
                  </a:lnTo>
                  <a:lnTo>
                    <a:pt x="8890" y="341629"/>
                  </a:lnTo>
                  <a:close/>
                </a:path>
                <a:path w="341630" h="350520">
                  <a:moveTo>
                    <a:pt x="11430" y="339089"/>
                  </a:moveTo>
                  <a:lnTo>
                    <a:pt x="1081" y="339089"/>
                  </a:lnTo>
                  <a:lnTo>
                    <a:pt x="0" y="340174"/>
                  </a:lnTo>
                  <a:lnTo>
                    <a:pt x="0" y="340360"/>
                  </a:lnTo>
                  <a:lnTo>
                    <a:pt x="10160" y="340360"/>
                  </a:lnTo>
                  <a:lnTo>
                    <a:pt x="11430" y="339089"/>
                  </a:lnTo>
                  <a:close/>
                </a:path>
                <a:path w="341630" h="350520">
                  <a:moveTo>
                    <a:pt x="15240" y="335279"/>
                  </a:moveTo>
                  <a:lnTo>
                    <a:pt x="4881" y="335279"/>
                  </a:lnTo>
                  <a:lnTo>
                    <a:pt x="2348" y="337820"/>
                  </a:lnTo>
                  <a:lnTo>
                    <a:pt x="12700" y="337820"/>
                  </a:lnTo>
                  <a:lnTo>
                    <a:pt x="15240" y="335279"/>
                  </a:lnTo>
                  <a:close/>
                </a:path>
                <a:path w="341630" h="350520">
                  <a:moveTo>
                    <a:pt x="17780" y="332739"/>
                  </a:moveTo>
                  <a:lnTo>
                    <a:pt x="7415" y="332739"/>
                  </a:lnTo>
                  <a:lnTo>
                    <a:pt x="6148" y="334010"/>
                  </a:lnTo>
                  <a:lnTo>
                    <a:pt x="16510" y="334010"/>
                  </a:lnTo>
                  <a:lnTo>
                    <a:pt x="17780" y="332739"/>
                  </a:lnTo>
                  <a:close/>
                </a:path>
                <a:path w="341630" h="350520">
                  <a:moveTo>
                    <a:pt x="21590" y="328929"/>
                  </a:moveTo>
                  <a:lnTo>
                    <a:pt x="11216" y="328929"/>
                  </a:lnTo>
                  <a:lnTo>
                    <a:pt x="8682" y="331470"/>
                  </a:lnTo>
                  <a:lnTo>
                    <a:pt x="19050" y="331470"/>
                  </a:lnTo>
                  <a:lnTo>
                    <a:pt x="21590" y="328929"/>
                  </a:lnTo>
                  <a:close/>
                </a:path>
                <a:path w="341630" h="350520">
                  <a:moveTo>
                    <a:pt x="24130" y="326389"/>
                  </a:moveTo>
                  <a:lnTo>
                    <a:pt x="13749" y="326389"/>
                  </a:lnTo>
                  <a:lnTo>
                    <a:pt x="12483" y="327660"/>
                  </a:lnTo>
                  <a:lnTo>
                    <a:pt x="22860" y="327660"/>
                  </a:lnTo>
                  <a:lnTo>
                    <a:pt x="24130" y="326389"/>
                  </a:lnTo>
                  <a:close/>
                </a:path>
                <a:path w="341630" h="350520">
                  <a:moveTo>
                    <a:pt x="27940" y="322579"/>
                  </a:moveTo>
                  <a:lnTo>
                    <a:pt x="17550" y="322579"/>
                  </a:lnTo>
                  <a:lnTo>
                    <a:pt x="15016" y="325120"/>
                  </a:lnTo>
                  <a:lnTo>
                    <a:pt x="25400" y="325120"/>
                  </a:lnTo>
                  <a:lnTo>
                    <a:pt x="27940" y="322579"/>
                  </a:lnTo>
                  <a:close/>
                </a:path>
                <a:path w="341630" h="350520">
                  <a:moveTo>
                    <a:pt x="30480" y="320039"/>
                  </a:moveTo>
                  <a:lnTo>
                    <a:pt x="20084" y="320039"/>
                  </a:lnTo>
                  <a:lnTo>
                    <a:pt x="18817" y="321310"/>
                  </a:lnTo>
                  <a:lnTo>
                    <a:pt x="29210" y="321310"/>
                  </a:lnTo>
                  <a:lnTo>
                    <a:pt x="30480" y="320039"/>
                  </a:lnTo>
                  <a:close/>
                </a:path>
                <a:path w="341630" h="350520">
                  <a:moveTo>
                    <a:pt x="34290" y="316229"/>
                  </a:moveTo>
                  <a:lnTo>
                    <a:pt x="23884" y="316229"/>
                  </a:lnTo>
                  <a:lnTo>
                    <a:pt x="21351" y="318770"/>
                  </a:lnTo>
                  <a:lnTo>
                    <a:pt x="31750" y="318770"/>
                  </a:lnTo>
                  <a:lnTo>
                    <a:pt x="34290" y="316229"/>
                  </a:lnTo>
                  <a:close/>
                </a:path>
                <a:path w="341630" h="350520">
                  <a:moveTo>
                    <a:pt x="36830" y="313689"/>
                  </a:moveTo>
                  <a:lnTo>
                    <a:pt x="26418" y="313689"/>
                  </a:lnTo>
                  <a:lnTo>
                    <a:pt x="25151" y="314960"/>
                  </a:lnTo>
                  <a:lnTo>
                    <a:pt x="35560" y="314960"/>
                  </a:lnTo>
                  <a:lnTo>
                    <a:pt x="36830" y="313689"/>
                  </a:lnTo>
                  <a:close/>
                </a:path>
                <a:path w="341630" h="350520">
                  <a:moveTo>
                    <a:pt x="40640" y="309879"/>
                  </a:moveTo>
                  <a:lnTo>
                    <a:pt x="30219" y="309879"/>
                  </a:lnTo>
                  <a:lnTo>
                    <a:pt x="27685" y="312420"/>
                  </a:lnTo>
                  <a:lnTo>
                    <a:pt x="38100" y="312420"/>
                  </a:lnTo>
                  <a:lnTo>
                    <a:pt x="40640" y="309879"/>
                  </a:lnTo>
                  <a:close/>
                </a:path>
                <a:path w="341630" h="350520">
                  <a:moveTo>
                    <a:pt x="43180" y="307339"/>
                  </a:moveTo>
                  <a:lnTo>
                    <a:pt x="32752" y="307339"/>
                  </a:lnTo>
                  <a:lnTo>
                    <a:pt x="31485" y="308610"/>
                  </a:lnTo>
                  <a:lnTo>
                    <a:pt x="41910" y="308610"/>
                  </a:lnTo>
                  <a:lnTo>
                    <a:pt x="43180" y="307339"/>
                  </a:lnTo>
                  <a:close/>
                </a:path>
                <a:path w="341630" h="350520">
                  <a:moveTo>
                    <a:pt x="46990" y="303529"/>
                  </a:moveTo>
                  <a:lnTo>
                    <a:pt x="36553" y="303529"/>
                  </a:lnTo>
                  <a:lnTo>
                    <a:pt x="34019" y="306070"/>
                  </a:lnTo>
                  <a:lnTo>
                    <a:pt x="44450" y="306070"/>
                  </a:lnTo>
                  <a:lnTo>
                    <a:pt x="46990" y="303529"/>
                  </a:lnTo>
                  <a:close/>
                </a:path>
                <a:path w="341630" h="350520">
                  <a:moveTo>
                    <a:pt x="341630" y="0"/>
                  </a:moveTo>
                  <a:lnTo>
                    <a:pt x="339332" y="0"/>
                  </a:lnTo>
                  <a:lnTo>
                    <a:pt x="37820" y="302260"/>
                  </a:lnTo>
                  <a:lnTo>
                    <a:pt x="48260" y="302260"/>
                  </a:lnTo>
                  <a:lnTo>
                    <a:pt x="341630" y="8889"/>
                  </a:lnTo>
                  <a:lnTo>
                    <a:pt x="341630" y="0"/>
                  </a:lnTo>
                  <a:close/>
                </a:path>
              </a:pathLst>
            </a:custGeom>
            <a:solidFill>
              <a:srgbClr val="D3C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7" name="object 1767"/>
            <p:cNvSpPr/>
            <p:nvPr/>
          </p:nvSpPr>
          <p:spPr>
            <a:xfrm>
              <a:off x="2860039" y="2910839"/>
              <a:ext cx="341630" cy="350520"/>
            </a:xfrm>
            <a:custGeom>
              <a:avLst/>
              <a:gdLst/>
              <a:ahLst/>
              <a:cxnLst/>
              <a:rect l="l" t="t" r="r" b="b"/>
              <a:pathLst>
                <a:path w="341630" h="350520">
                  <a:moveTo>
                    <a:pt x="2540" y="349249"/>
                  </a:moveTo>
                  <a:lnTo>
                    <a:pt x="0" y="349249"/>
                  </a:lnTo>
                  <a:lnTo>
                    <a:pt x="0" y="350519"/>
                  </a:lnTo>
                  <a:lnTo>
                    <a:pt x="1269" y="350519"/>
                  </a:lnTo>
                  <a:lnTo>
                    <a:pt x="2540" y="349249"/>
                  </a:lnTo>
                  <a:close/>
                </a:path>
                <a:path w="341630" h="350520">
                  <a:moveTo>
                    <a:pt x="6350" y="345439"/>
                  </a:moveTo>
                  <a:lnTo>
                    <a:pt x="0" y="345439"/>
                  </a:lnTo>
                  <a:lnTo>
                    <a:pt x="0" y="347979"/>
                  </a:lnTo>
                  <a:lnTo>
                    <a:pt x="3809" y="347979"/>
                  </a:lnTo>
                  <a:lnTo>
                    <a:pt x="6350" y="345439"/>
                  </a:lnTo>
                  <a:close/>
                </a:path>
                <a:path w="341630" h="350520">
                  <a:moveTo>
                    <a:pt x="8890" y="342899"/>
                  </a:moveTo>
                  <a:lnTo>
                    <a:pt x="0" y="342899"/>
                  </a:lnTo>
                  <a:lnTo>
                    <a:pt x="0" y="344169"/>
                  </a:lnTo>
                  <a:lnTo>
                    <a:pt x="7619" y="344169"/>
                  </a:lnTo>
                  <a:lnTo>
                    <a:pt x="8890" y="342899"/>
                  </a:lnTo>
                  <a:close/>
                </a:path>
                <a:path w="341630" h="350520">
                  <a:moveTo>
                    <a:pt x="12700" y="339089"/>
                  </a:moveTo>
                  <a:lnTo>
                    <a:pt x="2540" y="339089"/>
                  </a:lnTo>
                  <a:lnTo>
                    <a:pt x="0" y="341629"/>
                  </a:lnTo>
                  <a:lnTo>
                    <a:pt x="10159" y="341629"/>
                  </a:lnTo>
                  <a:lnTo>
                    <a:pt x="12700" y="339089"/>
                  </a:lnTo>
                  <a:close/>
                </a:path>
                <a:path w="341630" h="350520">
                  <a:moveTo>
                    <a:pt x="15240" y="336549"/>
                  </a:moveTo>
                  <a:lnTo>
                    <a:pt x="5080" y="336549"/>
                  </a:lnTo>
                  <a:lnTo>
                    <a:pt x="3810" y="337819"/>
                  </a:lnTo>
                  <a:lnTo>
                    <a:pt x="13969" y="337819"/>
                  </a:lnTo>
                  <a:lnTo>
                    <a:pt x="15240" y="336549"/>
                  </a:lnTo>
                  <a:close/>
                </a:path>
                <a:path w="341630" h="350520">
                  <a:moveTo>
                    <a:pt x="19050" y="332739"/>
                  </a:moveTo>
                  <a:lnTo>
                    <a:pt x="8890" y="332739"/>
                  </a:lnTo>
                  <a:lnTo>
                    <a:pt x="6350" y="335279"/>
                  </a:lnTo>
                  <a:lnTo>
                    <a:pt x="16509" y="335279"/>
                  </a:lnTo>
                  <a:lnTo>
                    <a:pt x="19050" y="332739"/>
                  </a:lnTo>
                  <a:close/>
                </a:path>
                <a:path w="341630" h="350520">
                  <a:moveTo>
                    <a:pt x="21590" y="330199"/>
                  </a:moveTo>
                  <a:lnTo>
                    <a:pt x="11430" y="330199"/>
                  </a:lnTo>
                  <a:lnTo>
                    <a:pt x="10160" y="331469"/>
                  </a:lnTo>
                  <a:lnTo>
                    <a:pt x="20319" y="331469"/>
                  </a:lnTo>
                  <a:lnTo>
                    <a:pt x="21590" y="330199"/>
                  </a:lnTo>
                  <a:close/>
                </a:path>
                <a:path w="341630" h="350520">
                  <a:moveTo>
                    <a:pt x="25400" y="326389"/>
                  </a:moveTo>
                  <a:lnTo>
                    <a:pt x="15240" y="326389"/>
                  </a:lnTo>
                  <a:lnTo>
                    <a:pt x="12700" y="328929"/>
                  </a:lnTo>
                  <a:lnTo>
                    <a:pt x="22859" y="328929"/>
                  </a:lnTo>
                  <a:lnTo>
                    <a:pt x="25400" y="326389"/>
                  </a:lnTo>
                  <a:close/>
                </a:path>
                <a:path w="341630" h="350520">
                  <a:moveTo>
                    <a:pt x="27940" y="323849"/>
                  </a:moveTo>
                  <a:lnTo>
                    <a:pt x="17780" y="323849"/>
                  </a:lnTo>
                  <a:lnTo>
                    <a:pt x="16510" y="325119"/>
                  </a:lnTo>
                  <a:lnTo>
                    <a:pt x="26669" y="325119"/>
                  </a:lnTo>
                  <a:lnTo>
                    <a:pt x="27940" y="323849"/>
                  </a:lnTo>
                  <a:close/>
                </a:path>
                <a:path w="341630" h="350520">
                  <a:moveTo>
                    <a:pt x="31750" y="320039"/>
                  </a:moveTo>
                  <a:lnTo>
                    <a:pt x="21590" y="320039"/>
                  </a:lnTo>
                  <a:lnTo>
                    <a:pt x="19050" y="322579"/>
                  </a:lnTo>
                  <a:lnTo>
                    <a:pt x="29209" y="322579"/>
                  </a:lnTo>
                  <a:lnTo>
                    <a:pt x="31750" y="320039"/>
                  </a:lnTo>
                  <a:close/>
                </a:path>
                <a:path w="341630" h="350520">
                  <a:moveTo>
                    <a:pt x="34290" y="317499"/>
                  </a:moveTo>
                  <a:lnTo>
                    <a:pt x="24130" y="317499"/>
                  </a:lnTo>
                  <a:lnTo>
                    <a:pt x="22860" y="318769"/>
                  </a:lnTo>
                  <a:lnTo>
                    <a:pt x="33019" y="318769"/>
                  </a:lnTo>
                  <a:lnTo>
                    <a:pt x="34290" y="317499"/>
                  </a:lnTo>
                  <a:close/>
                </a:path>
                <a:path w="341630" h="350520">
                  <a:moveTo>
                    <a:pt x="38100" y="313689"/>
                  </a:moveTo>
                  <a:lnTo>
                    <a:pt x="27940" y="313689"/>
                  </a:lnTo>
                  <a:lnTo>
                    <a:pt x="25400" y="316229"/>
                  </a:lnTo>
                  <a:lnTo>
                    <a:pt x="35559" y="316229"/>
                  </a:lnTo>
                  <a:lnTo>
                    <a:pt x="38100" y="313689"/>
                  </a:lnTo>
                  <a:close/>
                </a:path>
                <a:path w="341630" h="350520">
                  <a:moveTo>
                    <a:pt x="40640" y="311149"/>
                  </a:moveTo>
                  <a:lnTo>
                    <a:pt x="30480" y="311149"/>
                  </a:lnTo>
                  <a:lnTo>
                    <a:pt x="29210" y="312419"/>
                  </a:lnTo>
                  <a:lnTo>
                    <a:pt x="39369" y="312419"/>
                  </a:lnTo>
                  <a:lnTo>
                    <a:pt x="40640" y="311149"/>
                  </a:lnTo>
                  <a:close/>
                </a:path>
                <a:path w="341630" h="350520">
                  <a:moveTo>
                    <a:pt x="44450" y="307339"/>
                  </a:moveTo>
                  <a:lnTo>
                    <a:pt x="34290" y="307339"/>
                  </a:lnTo>
                  <a:lnTo>
                    <a:pt x="31750" y="309879"/>
                  </a:lnTo>
                  <a:lnTo>
                    <a:pt x="41909" y="309879"/>
                  </a:lnTo>
                  <a:lnTo>
                    <a:pt x="44450" y="307339"/>
                  </a:lnTo>
                  <a:close/>
                </a:path>
                <a:path w="341630" h="350520">
                  <a:moveTo>
                    <a:pt x="46990" y="304799"/>
                  </a:moveTo>
                  <a:lnTo>
                    <a:pt x="36830" y="304799"/>
                  </a:lnTo>
                  <a:lnTo>
                    <a:pt x="35560" y="306069"/>
                  </a:lnTo>
                  <a:lnTo>
                    <a:pt x="45719" y="306069"/>
                  </a:lnTo>
                  <a:lnTo>
                    <a:pt x="46990" y="304799"/>
                  </a:lnTo>
                  <a:close/>
                </a:path>
                <a:path w="341630" h="350520">
                  <a:moveTo>
                    <a:pt x="50800" y="300989"/>
                  </a:moveTo>
                  <a:lnTo>
                    <a:pt x="40640" y="300989"/>
                  </a:lnTo>
                  <a:lnTo>
                    <a:pt x="38100" y="303529"/>
                  </a:lnTo>
                  <a:lnTo>
                    <a:pt x="48259" y="303529"/>
                  </a:lnTo>
                  <a:lnTo>
                    <a:pt x="50800" y="300989"/>
                  </a:lnTo>
                  <a:close/>
                </a:path>
                <a:path w="341630" h="350520">
                  <a:moveTo>
                    <a:pt x="53340" y="298449"/>
                  </a:moveTo>
                  <a:lnTo>
                    <a:pt x="43180" y="298449"/>
                  </a:lnTo>
                  <a:lnTo>
                    <a:pt x="41910" y="299719"/>
                  </a:lnTo>
                  <a:lnTo>
                    <a:pt x="52069" y="299719"/>
                  </a:lnTo>
                  <a:lnTo>
                    <a:pt x="53340" y="298449"/>
                  </a:lnTo>
                  <a:close/>
                </a:path>
                <a:path w="341630" h="350520">
                  <a:moveTo>
                    <a:pt x="57150" y="294639"/>
                  </a:moveTo>
                  <a:lnTo>
                    <a:pt x="46990" y="294639"/>
                  </a:lnTo>
                  <a:lnTo>
                    <a:pt x="44450" y="297179"/>
                  </a:lnTo>
                  <a:lnTo>
                    <a:pt x="54609" y="297179"/>
                  </a:lnTo>
                  <a:lnTo>
                    <a:pt x="57150" y="294639"/>
                  </a:lnTo>
                  <a:close/>
                </a:path>
                <a:path w="341630" h="350520">
                  <a:moveTo>
                    <a:pt x="341630" y="0"/>
                  </a:moveTo>
                  <a:lnTo>
                    <a:pt x="48260" y="293369"/>
                  </a:lnTo>
                  <a:lnTo>
                    <a:pt x="58419" y="293369"/>
                  </a:lnTo>
                  <a:lnTo>
                    <a:pt x="341630" y="10159"/>
                  </a:lnTo>
                  <a:lnTo>
                    <a:pt x="341630" y="0"/>
                  </a:lnTo>
                  <a:close/>
                </a:path>
              </a:pathLst>
            </a:custGeom>
            <a:solidFill>
              <a:srgbClr val="D3C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8" name="object 1768"/>
            <p:cNvSpPr/>
            <p:nvPr/>
          </p:nvSpPr>
          <p:spPr>
            <a:xfrm>
              <a:off x="2860039" y="2921000"/>
              <a:ext cx="341630" cy="353060"/>
            </a:xfrm>
            <a:custGeom>
              <a:avLst/>
              <a:gdLst/>
              <a:ahLst/>
              <a:cxnLst/>
              <a:rect l="l" t="t" r="r" b="b"/>
              <a:pathLst>
                <a:path w="341630" h="353060">
                  <a:moveTo>
                    <a:pt x="2540" y="351789"/>
                  </a:moveTo>
                  <a:lnTo>
                    <a:pt x="0" y="351789"/>
                  </a:lnTo>
                  <a:lnTo>
                    <a:pt x="0" y="353060"/>
                  </a:lnTo>
                  <a:lnTo>
                    <a:pt x="1269" y="353060"/>
                  </a:lnTo>
                  <a:lnTo>
                    <a:pt x="2540" y="351789"/>
                  </a:lnTo>
                  <a:close/>
                </a:path>
                <a:path w="341630" h="353060">
                  <a:moveTo>
                    <a:pt x="6350" y="347979"/>
                  </a:moveTo>
                  <a:lnTo>
                    <a:pt x="0" y="347979"/>
                  </a:lnTo>
                  <a:lnTo>
                    <a:pt x="0" y="350520"/>
                  </a:lnTo>
                  <a:lnTo>
                    <a:pt x="3809" y="350520"/>
                  </a:lnTo>
                  <a:lnTo>
                    <a:pt x="6350" y="347979"/>
                  </a:lnTo>
                  <a:close/>
                </a:path>
                <a:path w="341630" h="353060">
                  <a:moveTo>
                    <a:pt x="8890" y="345439"/>
                  </a:moveTo>
                  <a:lnTo>
                    <a:pt x="0" y="345439"/>
                  </a:lnTo>
                  <a:lnTo>
                    <a:pt x="0" y="346710"/>
                  </a:lnTo>
                  <a:lnTo>
                    <a:pt x="7619" y="346710"/>
                  </a:lnTo>
                  <a:lnTo>
                    <a:pt x="8890" y="345439"/>
                  </a:lnTo>
                  <a:close/>
                </a:path>
                <a:path w="341630" h="353060">
                  <a:moveTo>
                    <a:pt x="12700" y="341629"/>
                  </a:moveTo>
                  <a:lnTo>
                    <a:pt x="0" y="341629"/>
                  </a:lnTo>
                  <a:lnTo>
                    <a:pt x="0" y="344170"/>
                  </a:lnTo>
                  <a:lnTo>
                    <a:pt x="10159" y="344170"/>
                  </a:lnTo>
                  <a:lnTo>
                    <a:pt x="12700" y="341629"/>
                  </a:lnTo>
                  <a:close/>
                </a:path>
                <a:path w="341630" h="353060">
                  <a:moveTo>
                    <a:pt x="15240" y="339089"/>
                  </a:moveTo>
                  <a:lnTo>
                    <a:pt x="2540" y="339089"/>
                  </a:lnTo>
                  <a:lnTo>
                    <a:pt x="1269" y="340360"/>
                  </a:lnTo>
                  <a:lnTo>
                    <a:pt x="13969" y="340360"/>
                  </a:lnTo>
                  <a:lnTo>
                    <a:pt x="15240" y="339089"/>
                  </a:lnTo>
                  <a:close/>
                </a:path>
                <a:path w="341630" h="353060">
                  <a:moveTo>
                    <a:pt x="19050" y="335279"/>
                  </a:moveTo>
                  <a:lnTo>
                    <a:pt x="6350" y="335279"/>
                  </a:lnTo>
                  <a:lnTo>
                    <a:pt x="3809" y="337820"/>
                  </a:lnTo>
                  <a:lnTo>
                    <a:pt x="16509" y="337820"/>
                  </a:lnTo>
                  <a:lnTo>
                    <a:pt x="19050" y="335279"/>
                  </a:lnTo>
                  <a:close/>
                </a:path>
                <a:path w="341630" h="353060">
                  <a:moveTo>
                    <a:pt x="21590" y="332739"/>
                  </a:moveTo>
                  <a:lnTo>
                    <a:pt x="8890" y="332739"/>
                  </a:lnTo>
                  <a:lnTo>
                    <a:pt x="7619" y="334010"/>
                  </a:lnTo>
                  <a:lnTo>
                    <a:pt x="20319" y="334010"/>
                  </a:lnTo>
                  <a:lnTo>
                    <a:pt x="21590" y="332739"/>
                  </a:lnTo>
                  <a:close/>
                </a:path>
                <a:path w="341630" h="353060">
                  <a:moveTo>
                    <a:pt x="25400" y="328929"/>
                  </a:moveTo>
                  <a:lnTo>
                    <a:pt x="12700" y="328929"/>
                  </a:lnTo>
                  <a:lnTo>
                    <a:pt x="10159" y="331470"/>
                  </a:lnTo>
                  <a:lnTo>
                    <a:pt x="22859" y="331470"/>
                  </a:lnTo>
                  <a:lnTo>
                    <a:pt x="25400" y="328929"/>
                  </a:lnTo>
                  <a:close/>
                </a:path>
                <a:path w="341630" h="353060">
                  <a:moveTo>
                    <a:pt x="27940" y="326389"/>
                  </a:moveTo>
                  <a:lnTo>
                    <a:pt x="15240" y="326389"/>
                  </a:lnTo>
                  <a:lnTo>
                    <a:pt x="13969" y="327660"/>
                  </a:lnTo>
                  <a:lnTo>
                    <a:pt x="26669" y="327660"/>
                  </a:lnTo>
                  <a:lnTo>
                    <a:pt x="27940" y="326389"/>
                  </a:lnTo>
                  <a:close/>
                </a:path>
                <a:path w="341630" h="353060">
                  <a:moveTo>
                    <a:pt x="31750" y="322579"/>
                  </a:moveTo>
                  <a:lnTo>
                    <a:pt x="19050" y="322579"/>
                  </a:lnTo>
                  <a:lnTo>
                    <a:pt x="16509" y="325120"/>
                  </a:lnTo>
                  <a:lnTo>
                    <a:pt x="29209" y="325120"/>
                  </a:lnTo>
                  <a:lnTo>
                    <a:pt x="31750" y="322579"/>
                  </a:lnTo>
                  <a:close/>
                </a:path>
                <a:path w="341630" h="353060">
                  <a:moveTo>
                    <a:pt x="34290" y="320039"/>
                  </a:moveTo>
                  <a:lnTo>
                    <a:pt x="21590" y="320039"/>
                  </a:lnTo>
                  <a:lnTo>
                    <a:pt x="20319" y="321310"/>
                  </a:lnTo>
                  <a:lnTo>
                    <a:pt x="33019" y="321310"/>
                  </a:lnTo>
                  <a:lnTo>
                    <a:pt x="34290" y="320039"/>
                  </a:lnTo>
                  <a:close/>
                </a:path>
                <a:path w="341630" h="353060">
                  <a:moveTo>
                    <a:pt x="38100" y="316229"/>
                  </a:moveTo>
                  <a:lnTo>
                    <a:pt x="25400" y="316229"/>
                  </a:lnTo>
                  <a:lnTo>
                    <a:pt x="22859" y="318770"/>
                  </a:lnTo>
                  <a:lnTo>
                    <a:pt x="35559" y="318770"/>
                  </a:lnTo>
                  <a:lnTo>
                    <a:pt x="38100" y="316229"/>
                  </a:lnTo>
                  <a:close/>
                </a:path>
                <a:path w="341630" h="353060">
                  <a:moveTo>
                    <a:pt x="40640" y="313689"/>
                  </a:moveTo>
                  <a:lnTo>
                    <a:pt x="27940" y="313689"/>
                  </a:lnTo>
                  <a:lnTo>
                    <a:pt x="26669" y="314960"/>
                  </a:lnTo>
                  <a:lnTo>
                    <a:pt x="39369" y="314960"/>
                  </a:lnTo>
                  <a:lnTo>
                    <a:pt x="40640" y="313689"/>
                  </a:lnTo>
                  <a:close/>
                </a:path>
                <a:path w="341630" h="353060">
                  <a:moveTo>
                    <a:pt x="44450" y="309879"/>
                  </a:moveTo>
                  <a:lnTo>
                    <a:pt x="31750" y="309879"/>
                  </a:lnTo>
                  <a:lnTo>
                    <a:pt x="29209" y="312420"/>
                  </a:lnTo>
                  <a:lnTo>
                    <a:pt x="41909" y="312420"/>
                  </a:lnTo>
                  <a:lnTo>
                    <a:pt x="44450" y="309879"/>
                  </a:lnTo>
                  <a:close/>
                </a:path>
                <a:path w="341630" h="353060">
                  <a:moveTo>
                    <a:pt x="46990" y="307339"/>
                  </a:moveTo>
                  <a:lnTo>
                    <a:pt x="34290" y="307339"/>
                  </a:lnTo>
                  <a:lnTo>
                    <a:pt x="33019" y="308610"/>
                  </a:lnTo>
                  <a:lnTo>
                    <a:pt x="45719" y="308610"/>
                  </a:lnTo>
                  <a:lnTo>
                    <a:pt x="46990" y="307339"/>
                  </a:lnTo>
                  <a:close/>
                </a:path>
                <a:path w="341630" h="353060">
                  <a:moveTo>
                    <a:pt x="50800" y="303529"/>
                  </a:moveTo>
                  <a:lnTo>
                    <a:pt x="38100" y="303529"/>
                  </a:lnTo>
                  <a:lnTo>
                    <a:pt x="35559" y="306070"/>
                  </a:lnTo>
                  <a:lnTo>
                    <a:pt x="48259" y="306070"/>
                  </a:lnTo>
                  <a:lnTo>
                    <a:pt x="50800" y="303529"/>
                  </a:lnTo>
                  <a:close/>
                </a:path>
                <a:path w="341630" h="353060">
                  <a:moveTo>
                    <a:pt x="53340" y="300989"/>
                  </a:moveTo>
                  <a:lnTo>
                    <a:pt x="40640" y="300989"/>
                  </a:lnTo>
                  <a:lnTo>
                    <a:pt x="39369" y="302260"/>
                  </a:lnTo>
                  <a:lnTo>
                    <a:pt x="52069" y="302260"/>
                  </a:lnTo>
                  <a:lnTo>
                    <a:pt x="53340" y="300989"/>
                  </a:lnTo>
                  <a:close/>
                </a:path>
                <a:path w="341630" h="353060">
                  <a:moveTo>
                    <a:pt x="57150" y="297179"/>
                  </a:moveTo>
                  <a:lnTo>
                    <a:pt x="44450" y="297179"/>
                  </a:lnTo>
                  <a:lnTo>
                    <a:pt x="41909" y="299720"/>
                  </a:lnTo>
                  <a:lnTo>
                    <a:pt x="54609" y="299720"/>
                  </a:lnTo>
                  <a:lnTo>
                    <a:pt x="57150" y="297179"/>
                  </a:lnTo>
                  <a:close/>
                </a:path>
                <a:path w="341630" h="353060">
                  <a:moveTo>
                    <a:pt x="59690" y="294639"/>
                  </a:moveTo>
                  <a:lnTo>
                    <a:pt x="46990" y="294639"/>
                  </a:lnTo>
                  <a:lnTo>
                    <a:pt x="45719" y="295910"/>
                  </a:lnTo>
                  <a:lnTo>
                    <a:pt x="58419" y="295910"/>
                  </a:lnTo>
                  <a:lnTo>
                    <a:pt x="59690" y="294639"/>
                  </a:lnTo>
                  <a:close/>
                </a:path>
                <a:path w="341630" h="353060">
                  <a:moveTo>
                    <a:pt x="63500" y="290829"/>
                  </a:moveTo>
                  <a:lnTo>
                    <a:pt x="50800" y="290829"/>
                  </a:lnTo>
                  <a:lnTo>
                    <a:pt x="48259" y="293370"/>
                  </a:lnTo>
                  <a:lnTo>
                    <a:pt x="60959" y="293370"/>
                  </a:lnTo>
                  <a:lnTo>
                    <a:pt x="63500" y="290829"/>
                  </a:lnTo>
                  <a:close/>
                </a:path>
                <a:path w="341630" h="353060">
                  <a:moveTo>
                    <a:pt x="66040" y="288289"/>
                  </a:moveTo>
                  <a:lnTo>
                    <a:pt x="53340" y="288289"/>
                  </a:lnTo>
                  <a:lnTo>
                    <a:pt x="52069" y="289560"/>
                  </a:lnTo>
                  <a:lnTo>
                    <a:pt x="64769" y="289560"/>
                  </a:lnTo>
                  <a:lnTo>
                    <a:pt x="66040" y="288289"/>
                  </a:lnTo>
                  <a:close/>
                </a:path>
                <a:path w="341630" h="353060">
                  <a:moveTo>
                    <a:pt x="69850" y="284479"/>
                  </a:moveTo>
                  <a:lnTo>
                    <a:pt x="57150" y="284479"/>
                  </a:lnTo>
                  <a:lnTo>
                    <a:pt x="54609" y="287020"/>
                  </a:lnTo>
                  <a:lnTo>
                    <a:pt x="67309" y="287020"/>
                  </a:lnTo>
                  <a:lnTo>
                    <a:pt x="69850" y="284479"/>
                  </a:lnTo>
                  <a:close/>
                </a:path>
                <a:path w="341630" h="353060">
                  <a:moveTo>
                    <a:pt x="341630" y="0"/>
                  </a:moveTo>
                  <a:lnTo>
                    <a:pt x="58419" y="283210"/>
                  </a:lnTo>
                  <a:lnTo>
                    <a:pt x="71119" y="283210"/>
                  </a:lnTo>
                  <a:lnTo>
                    <a:pt x="341630" y="12700"/>
                  </a:lnTo>
                  <a:lnTo>
                    <a:pt x="341630" y="0"/>
                  </a:lnTo>
                  <a:close/>
                </a:path>
              </a:pathLst>
            </a:custGeom>
            <a:solidFill>
              <a:srgbClr val="D4C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9" name="object 1769"/>
            <p:cNvSpPr/>
            <p:nvPr/>
          </p:nvSpPr>
          <p:spPr>
            <a:xfrm>
              <a:off x="2860039" y="2933700"/>
              <a:ext cx="341630" cy="350520"/>
            </a:xfrm>
            <a:custGeom>
              <a:avLst/>
              <a:gdLst/>
              <a:ahLst/>
              <a:cxnLst/>
              <a:rect l="l" t="t" r="r" b="b"/>
              <a:pathLst>
                <a:path w="341630" h="350520">
                  <a:moveTo>
                    <a:pt x="3810" y="347979"/>
                  </a:moveTo>
                  <a:lnTo>
                    <a:pt x="0" y="347979"/>
                  </a:lnTo>
                  <a:lnTo>
                    <a:pt x="0" y="350520"/>
                  </a:lnTo>
                  <a:lnTo>
                    <a:pt x="1269" y="350520"/>
                  </a:lnTo>
                  <a:lnTo>
                    <a:pt x="3810" y="347979"/>
                  </a:lnTo>
                  <a:close/>
                </a:path>
                <a:path w="341630" h="350520">
                  <a:moveTo>
                    <a:pt x="6350" y="345439"/>
                  </a:moveTo>
                  <a:lnTo>
                    <a:pt x="0" y="345439"/>
                  </a:lnTo>
                  <a:lnTo>
                    <a:pt x="0" y="346710"/>
                  </a:lnTo>
                  <a:lnTo>
                    <a:pt x="5079" y="346710"/>
                  </a:lnTo>
                  <a:lnTo>
                    <a:pt x="6350" y="345439"/>
                  </a:lnTo>
                  <a:close/>
                </a:path>
                <a:path w="341630" h="350520">
                  <a:moveTo>
                    <a:pt x="10160" y="341629"/>
                  </a:moveTo>
                  <a:lnTo>
                    <a:pt x="0" y="341629"/>
                  </a:lnTo>
                  <a:lnTo>
                    <a:pt x="0" y="344170"/>
                  </a:lnTo>
                  <a:lnTo>
                    <a:pt x="7619" y="344170"/>
                  </a:lnTo>
                  <a:lnTo>
                    <a:pt x="10160" y="341629"/>
                  </a:lnTo>
                  <a:close/>
                </a:path>
                <a:path w="341630" h="350520">
                  <a:moveTo>
                    <a:pt x="12700" y="339089"/>
                  </a:moveTo>
                  <a:lnTo>
                    <a:pt x="2540" y="339089"/>
                  </a:lnTo>
                  <a:lnTo>
                    <a:pt x="1269" y="340360"/>
                  </a:lnTo>
                  <a:lnTo>
                    <a:pt x="11429" y="340360"/>
                  </a:lnTo>
                  <a:lnTo>
                    <a:pt x="12700" y="339089"/>
                  </a:lnTo>
                  <a:close/>
                </a:path>
                <a:path w="341630" h="350520">
                  <a:moveTo>
                    <a:pt x="16510" y="335279"/>
                  </a:moveTo>
                  <a:lnTo>
                    <a:pt x="6350" y="335279"/>
                  </a:lnTo>
                  <a:lnTo>
                    <a:pt x="3809" y="337820"/>
                  </a:lnTo>
                  <a:lnTo>
                    <a:pt x="13969" y="337820"/>
                  </a:lnTo>
                  <a:lnTo>
                    <a:pt x="16510" y="335279"/>
                  </a:lnTo>
                  <a:close/>
                </a:path>
                <a:path w="341630" h="350520">
                  <a:moveTo>
                    <a:pt x="19050" y="332739"/>
                  </a:moveTo>
                  <a:lnTo>
                    <a:pt x="8890" y="332739"/>
                  </a:lnTo>
                  <a:lnTo>
                    <a:pt x="7619" y="334010"/>
                  </a:lnTo>
                  <a:lnTo>
                    <a:pt x="17779" y="334010"/>
                  </a:lnTo>
                  <a:lnTo>
                    <a:pt x="19050" y="332739"/>
                  </a:lnTo>
                  <a:close/>
                </a:path>
                <a:path w="341630" h="350520">
                  <a:moveTo>
                    <a:pt x="22860" y="328929"/>
                  </a:moveTo>
                  <a:lnTo>
                    <a:pt x="12700" y="328929"/>
                  </a:lnTo>
                  <a:lnTo>
                    <a:pt x="10159" y="331470"/>
                  </a:lnTo>
                  <a:lnTo>
                    <a:pt x="20319" y="331470"/>
                  </a:lnTo>
                  <a:lnTo>
                    <a:pt x="22860" y="328929"/>
                  </a:lnTo>
                  <a:close/>
                </a:path>
                <a:path w="341630" h="350520">
                  <a:moveTo>
                    <a:pt x="25400" y="326389"/>
                  </a:moveTo>
                  <a:lnTo>
                    <a:pt x="15240" y="326389"/>
                  </a:lnTo>
                  <a:lnTo>
                    <a:pt x="13969" y="327660"/>
                  </a:lnTo>
                  <a:lnTo>
                    <a:pt x="24129" y="327660"/>
                  </a:lnTo>
                  <a:lnTo>
                    <a:pt x="25400" y="326389"/>
                  </a:lnTo>
                  <a:close/>
                </a:path>
                <a:path w="341630" h="350520">
                  <a:moveTo>
                    <a:pt x="29210" y="322579"/>
                  </a:moveTo>
                  <a:lnTo>
                    <a:pt x="19050" y="322579"/>
                  </a:lnTo>
                  <a:lnTo>
                    <a:pt x="16509" y="325120"/>
                  </a:lnTo>
                  <a:lnTo>
                    <a:pt x="26669" y="325120"/>
                  </a:lnTo>
                  <a:lnTo>
                    <a:pt x="29210" y="322579"/>
                  </a:lnTo>
                  <a:close/>
                </a:path>
                <a:path w="341630" h="350520">
                  <a:moveTo>
                    <a:pt x="31750" y="320039"/>
                  </a:moveTo>
                  <a:lnTo>
                    <a:pt x="21590" y="320039"/>
                  </a:lnTo>
                  <a:lnTo>
                    <a:pt x="20319" y="321310"/>
                  </a:lnTo>
                  <a:lnTo>
                    <a:pt x="30479" y="321310"/>
                  </a:lnTo>
                  <a:lnTo>
                    <a:pt x="31750" y="320039"/>
                  </a:lnTo>
                  <a:close/>
                </a:path>
                <a:path w="341630" h="350520">
                  <a:moveTo>
                    <a:pt x="35560" y="316229"/>
                  </a:moveTo>
                  <a:lnTo>
                    <a:pt x="25400" y="316229"/>
                  </a:lnTo>
                  <a:lnTo>
                    <a:pt x="22859" y="318770"/>
                  </a:lnTo>
                  <a:lnTo>
                    <a:pt x="33019" y="318770"/>
                  </a:lnTo>
                  <a:lnTo>
                    <a:pt x="35560" y="316229"/>
                  </a:lnTo>
                  <a:close/>
                </a:path>
                <a:path w="341630" h="350520">
                  <a:moveTo>
                    <a:pt x="38100" y="313689"/>
                  </a:moveTo>
                  <a:lnTo>
                    <a:pt x="27940" y="313689"/>
                  </a:lnTo>
                  <a:lnTo>
                    <a:pt x="26669" y="314960"/>
                  </a:lnTo>
                  <a:lnTo>
                    <a:pt x="36829" y="314960"/>
                  </a:lnTo>
                  <a:lnTo>
                    <a:pt x="38100" y="313689"/>
                  </a:lnTo>
                  <a:close/>
                </a:path>
                <a:path w="341630" h="350520">
                  <a:moveTo>
                    <a:pt x="41910" y="309879"/>
                  </a:moveTo>
                  <a:lnTo>
                    <a:pt x="31750" y="309879"/>
                  </a:lnTo>
                  <a:lnTo>
                    <a:pt x="29209" y="312420"/>
                  </a:lnTo>
                  <a:lnTo>
                    <a:pt x="39369" y="312420"/>
                  </a:lnTo>
                  <a:lnTo>
                    <a:pt x="41910" y="309879"/>
                  </a:lnTo>
                  <a:close/>
                </a:path>
                <a:path w="341630" h="350520">
                  <a:moveTo>
                    <a:pt x="44450" y="307339"/>
                  </a:moveTo>
                  <a:lnTo>
                    <a:pt x="34290" y="307339"/>
                  </a:lnTo>
                  <a:lnTo>
                    <a:pt x="33019" y="308610"/>
                  </a:lnTo>
                  <a:lnTo>
                    <a:pt x="43179" y="308610"/>
                  </a:lnTo>
                  <a:lnTo>
                    <a:pt x="44450" y="307339"/>
                  </a:lnTo>
                  <a:close/>
                </a:path>
                <a:path w="341630" h="350520">
                  <a:moveTo>
                    <a:pt x="48260" y="303529"/>
                  </a:moveTo>
                  <a:lnTo>
                    <a:pt x="38100" y="303529"/>
                  </a:lnTo>
                  <a:lnTo>
                    <a:pt x="35559" y="306070"/>
                  </a:lnTo>
                  <a:lnTo>
                    <a:pt x="45719" y="306070"/>
                  </a:lnTo>
                  <a:lnTo>
                    <a:pt x="48260" y="303529"/>
                  </a:lnTo>
                  <a:close/>
                </a:path>
                <a:path w="341630" h="350520">
                  <a:moveTo>
                    <a:pt x="50800" y="300989"/>
                  </a:moveTo>
                  <a:lnTo>
                    <a:pt x="40640" y="300989"/>
                  </a:lnTo>
                  <a:lnTo>
                    <a:pt x="39369" y="302260"/>
                  </a:lnTo>
                  <a:lnTo>
                    <a:pt x="49529" y="302260"/>
                  </a:lnTo>
                  <a:lnTo>
                    <a:pt x="50800" y="300989"/>
                  </a:lnTo>
                  <a:close/>
                </a:path>
                <a:path w="341630" h="350520">
                  <a:moveTo>
                    <a:pt x="54610" y="297179"/>
                  </a:moveTo>
                  <a:lnTo>
                    <a:pt x="44450" y="297179"/>
                  </a:lnTo>
                  <a:lnTo>
                    <a:pt x="41909" y="299720"/>
                  </a:lnTo>
                  <a:lnTo>
                    <a:pt x="52069" y="299720"/>
                  </a:lnTo>
                  <a:lnTo>
                    <a:pt x="54610" y="297179"/>
                  </a:lnTo>
                  <a:close/>
                </a:path>
                <a:path w="341630" h="350520">
                  <a:moveTo>
                    <a:pt x="57150" y="294639"/>
                  </a:moveTo>
                  <a:lnTo>
                    <a:pt x="46990" y="294639"/>
                  </a:lnTo>
                  <a:lnTo>
                    <a:pt x="45719" y="295910"/>
                  </a:lnTo>
                  <a:lnTo>
                    <a:pt x="55879" y="295910"/>
                  </a:lnTo>
                  <a:lnTo>
                    <a:pt x="57150" y="294639"/>
                  </a:lnTo>
                  <a:close/>
                </a:path>
                <a:path w="341630" h="350520">
                  <a:moveTo>
                    <a:pt x="60960" y="290829"/>
                  </a:moveTo>
                  <a:lnTo>
                    <a:pt x="50800" y="290829"/>
                  </a:lnTo>
                  <a:lnTo>
                    <a:pt x="48259" y="293370"/>
                  </a:lnTo>
                  <a:lnTo>
                    <a:pt x="58419" y="293370"/>
                  </a:lnTo>
                  <a:lnTo>
                    <a:pt x="60960" y="290829"/>
                  </a:lnTo>
                  <a:close/>
                </a:path>
                <a:path w="341630" h="350520">
                  <a:moveTo>
                    <a:pt x="63500" y="288289"/>
                  </a:moveTo>
                  <a:lnTo>
                    <a:pt x="53340" y="288289"/>
                  </a:lnTo>
                  <a:lnTo>
                    <a:pt x="52069" y="289560"/>
                  </a:lnTo>
                  <a:lnTo>
                    <a:pt x="62229" y="289560"/>
                  </a:lnTo>
                  <a:lnTo>
                    <a:pt x="63500" y="288289"/>
                  </a:lnTo>
                  <a:close/>
                </a:path>
                <a:path w="341630" h="350520">
                  <a:moveTo>
                    <a:pt x="67310" y="284479"/>
                  </a:moveTo>
                  <a:lnTo>
                    <a:pt x="57150" y="284479"/>
                  </a:lnTo>
                  <a:lnTo>
                    <a:pt x="54609" y="287020"/>
                  </a:lnTo>
                  <a:lnTo>
                    <a:pt x="64769" y="287020"/>
                  </a:lnTo>
                  <a:lnTo>
                    <a:pt x="67310" y="284479"/>
                  </a:lnTo>
                  <a:close/>
                </a:path>
                <a:path w="341630" h="350520">
                  <a:moveTo>
                    <a:pt x="69850" y="281939"/>
                  </a:moveTo>
                  <a:lnTo>
                    <a:pt x="59690" y="281939"/>
                  </a:lnTo>
                  <a:lnTo>
                    <a:pt x="58419" y="283210"/>
                  </a:lnTo>
                  <a:lnTo>
                    <a:pt x="68579" y="283210"/>
                  </a:lnTo>
                  <a:lnTo>
                    <a:pt x="69850" y="281939"/>
                  </a:lnTo>
                  <a:close/>
                </a:path>
                <a:path w="341630" h="350520">
                  <a:moveTo>
                    <a:pt x="73660" y="278129"/>
                  </a:moveTo>
                  <a:lnTo>
                    <a:pt x="63500" y="278129"/>
                  </a:lnTo>
                  <a:lnTo>
                    <a:pt x="60959" y="280670"/>
                  </a:lnTo>
                  <a:lnTo>
                    <a:pt x="71119" y="280670"/>
                  </a:lnTo>
                  <a:lnTo>
                    <a:pt x="73660" y="278129"/>
                  </a:lnTo>
                  <a:close/>
                </a:path>
                <a:path w="341630" h="350520">
                  <a:moveTo>
                    <a:pt x="76200" y="275589"/>
                  </a:moveTo>
                  <a:lnTo>
                    <a:pt x="66040" y="275589"/>
                  </a:lnTo>
                  <a:lnTo>
                    <a:pt x="64769" y="276860"/>
                  </a:lnTo>
                  <a:lnTo>
                    <a:pt x="74929" y="276860"/>
                  </a:lnTo>
                  <a:lnTo>
                    <a:pt x="76200" y="275589"/>
                  </a:lnTo>
                  <a:close/>
                </a:path>
                <a:path w="341630" h="350520">
                  <a:moveTo>
                    <a:pt x="80010" y="271779"/>
                  </a:moveTo>
                  <a:lnTo>
                    <a:pt x="69850" y="271779"/>
                  </a:lnTo>
                  <a:lnTo>
                    <a:pt x="67309" y="274320"/>
                  </a:lnTo>
                  <a:lnTo>
                    <a:pt x="77469" y="274320"/>
                  </a:lnTo>
                  <a:lnTo>
                    <a:pt x="80010" y="271779"/>
                  </a:lnTo>
                  <a:close/>
                </a:path>
                <a:path w="341630" h="350520">
                  <a:moveTo>
                    <a:pt x="341630" y="0"/>
                  </a:moveTo>
                  <a:lnTo>
                    <a:pt x="71119" y="270510"/>
                  </a:lnTo>
                  <a:lnTo>
                    <a:pt x="81280" y="270510"/>
                  </a:lnTo>
                  <a:lnTo>
                    <a:pt x="341630" y="10160"/>
                  </a:lnTo>
                  <a:lnTo>
                    <a:pt x="341630" y="0"/>
                  </a:lnTo>
                  <a:close/>
                </a:path>
              </a:pathLst>
            </a:custGeom>
            <a:solidFill>
              <a:srgbClr val="D4C8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0" name="object 1770"/>
            <p:cNvSpPr/>
            <p:nvPr/>
          </p:nvSpPr>
          <p:spPr>
            <a:xfrm>
              <a:off x="2860039" y="2943860"/>
              <a:ext cx="341630" cy="351790"/>
            </a:xfrm>
            <a:custGeom>
              <a:avLst/>
              <a:gdLst/>
              <a:ahLst/>
              <a:cxnLst/>
              <a:rect l="l" t="t" r="r" b="b"/>
              <a:pathLst>
                <a:path w="341630" h="351789">
                  <a:moveTo>
                    <a:pt x="1270" y="350519"/>
                  </a:moveTo>
                  <a:lnTo>
                    <a:pt x="0" y="350519"/>
                  </a:lnTo>
                  <a:lnTo>
                    <a:pt x="0" y="351789"/>
                  </a:lnTo>
                  <a:lnTo>
                    <a:pt x="1270" y="350519"/>
                  </a:lnTo>
                  <a:close/>
                </a:path>
                <a:path w="341630" h="351789">
                  <a:moveTo>
                    <a:pt x="3810" y="347979"/>
                  </a:moveTo>
                  <a:lnTo>
                    <a:pt x="0" y="347979"/>
                  </a:lnTo>
                  <a:lnTo>
                    <a:pt x="0" y="349250"/>
                  </a:lnTo>
                  <a:lnTo>
                    <a:pt x="2540" y="349250"/>
                  </a:lnTo>
                  <a:lnTo>
                    <a:pt x="3810" y="347979"/>
                  </a:lnTo>
                  <a:close/>
                </a:path>
                <a:path w="341630" h="351789">
                  <a:moveTo>
                    <a:pt x="7620" y="344169"/>
                  </a:moveTo>
                  <a:lnTo>
                    <a:pt x="0" y="344169"/>
                  </a:lnTo>
                  <a:lnTo>
                    <a:pt x="0" y="346710"/>
                  </a:lnTo>
                  <a:lnTo>
                    <a:pt x="5080" y="346710"/>
                  </a:lnTo>
                  <a:lnTo>
                    <a:pt x="7620" y="344169"/>
                  </a:lnTo>
                  <a:close/>
                </a:path>
                <a:path w="341630" h="351789">
                  <a:moveTo>
                    <a:pt x="10160" y="341629"/>
                  </a:moveTo>
                  <a:lnTo>
                    <a:pt x="0" y="341629"/>
                  </a:lnTo>
                  <a:lnTo>
                    <a:pt x="0" y="342900"/>
                  </a:lnTo>
                  <a:lnTo>
                    <a:pt x="8890" y="342900"/>
                  </a:lnTo>
                  <a:lnTo>
                    <a:pt x="10160" y="341629"/>
                  </a:lnTo>
                  <a:close/>
                </a:path>
                <a:path w="341630" h="351789">
                  <a:moveTo>
                    <a:pt x="13970" y="337819"/>
                  </a:moveTo>
                  <a:lnTo>
                    <a:pt x="3810" y="337819"/>
                  </a:lnTo>
                  <a:lnTo>
                    <a:pt x="1269" y="340360"/>
                  </a:lnTo>
                  <a:lnTo>
                    <a:pt x="11430" y="340360"/>
                  </a:lnTo>
                  <a:lnTo>
                    <a:pt x="13970" y="337819"/>
                  </a:lnTo>
                  <a:close/>
                </a:path>
                <a:path w="341630" h="351789">
                  <a:moveTo>
                    <a:pt x="16510" y="335279"/>
                  </a:moveTo>
                  <a:lnTo>
                    <a:pt x="6350" y="335279"/>
                  </a:lnTo>
                  <a:lnTo>
                    <a:pt x="5079" y="336550"/>
                  </a:lnTo>
                  <a:lnTo>
                    <a:pt x="15240" y="336550"/>
                  </a:lnTo>
                  <a:lnTo>
                    <a:pt x="16510" y="335279"/>
                  </a:lnTo>
                  <a:close/>
                </a:path>
                <a:path w="341630" h="351789">
                  <a:moveTo>
                    <a:pt x="20320" y="331469"/>
                  </a:moveTo>
                  <a:lnTo>
                    <a:pt x="10160" y="331469"/>
                  </a:lnTo>
                  <a:lnTo>
                    <a:pt x="7619" y="334010"/>
                  </a:lnTo>
                  <a:lnTo>
                    <a:pt x="17780" y="334010"/>
                  </a:lnTo>
                  <a:lnTo>
                    <a:pt x="20320" y="331469"/>
                  </a:lnTo>
                  <a:close/>
                </a:path>
                <a:path w="341630" h="351789">
                  <a:moveTo>
                    <a:pt x="22860" y="328929"/>
                  </a:moveTo>
                  <a:lnTo>
                    <a:pt x="12700" y="328929"/>
                  </a:lnTo>
                  <a:lnTo>
                    <a:pt x="11429" y="330200"/>
                  </a:lnTo>
                  <a:lnTo>
                    <a:pt x="21590" y="330200"/>
                  </a:lnTo>
                  <a:lnTo>
                    <a:pt x="22860" y="328929"/>
                  </a:lnTo>
                  <a:close/>
                </a:path>
                <a:path w="341630" h="351789">
                  <a:moveTo>
                    <a:pt x="26670" y="325119"/>
                  </a:moveTo>
                  <a:lnTo>
                    <a:pt x="16510" y="325119"/>
                  </a:lnTo>
                  <a:lnTo>
                    <a:pt x="13969" y="327660"/>
                  </a:lnTo>
                  <a:lnTo>
                    <a:pt x="24130" y="327660"/>
                  </a:lnTo>
                  <a:lnTo>
                    <a:pt x="26670" y="325119"/>
                  </a:lnTo>
                  <a:close/>
                </a:path>
                <a:path w="341630" h="351789">
                  <a:moveTo>
                    <a:pt x="29210" y="322579"/>
                  </a:moveTo>
                  <a:lnTo>
                    <a:pt x="19050" y="322579"/>
                  </a:lnTo>
                  <a:lnTo>
                    <a:pt x="17779" y="323850"/>
                  </a:lnTo>
                  <a:lnTo>
                    <a:pt x="27940" y="323850"/>
                  </a:lnTo>
                  <a:lnTo>
                    <a:pt x="29210" y="322579"/>
                  </a:lnTo>
                  <a:close/>
                </a:path>
                <a:path w="341630" h="351789">
                  <a:moveTo>
                    <a:pt x="33020" y="318769"/>
                  </a:moveTo>
                  <a:lnTo>
                    <a:pt x="22860" y="318769"/>
                  </a:lnTo>
                  <a:lnTo>
                    <a:pt x="20319" y="321310"/>
                  </a:lnTo>
                  <a:lnTo>
                    <a:pt x="30480" y="321310"/>
                  </a:lnTo>
                  <a:lnTo>
                    <a:pt x="33020" y="318769"/>
                  </a:lnTo>
                  <a:close/>
                </a:path>
                <a:path w="341630" h="351789">
                  <a:moveTo>
                    <a:pt x="35560" y="316229"/>
                  </a:moveTo>
                  <a:lnTo>
                    <a:pt x="25400" y="316229"/>
                  </a:lnTo>
                  <a:lnTo>
                    <a:pt x="24129" y="317500"/>
                  </a:lnTo>
                  <a:lnTo>
                    <a:pt x="34290" y="317500"/>
                  </a:lnTo>
                  <a:lnTo>
                    <a:pt x="35560" y="316229"/>
                  </a:lnTo>
                  <a:close/>
                </a:path>
                <a:path w="341630" h="351789">
                  <a:moveTo>
                    <a:pt x="39370" y="312419"/>
                  </a:moveTo>
                  <a:lnTo>
                    <a:pt x="29210" y="312419"/>
                  </a:lnTo>
                  <a:lnTo>
                    <a:pt x="26669" y="314960"/>
                  </a:lnTo>
                  <a:lnTo>
                    <a:pt x="36830" y="314960"/>
                  </a:lnTo>
                  <a:lnTo>
                    <a:pt x="39370" y="312419"/>
                  </a:lnTo>
                  <a:close/>
                </a:path>
                <a:path w="341630" h="351789">
                  <a:moveTo>
                    <a:pt x="41910" y="309879"/>
                  </a:moveTo>
                  <a:lnTo>
                    <a:pt x="31750" y="309879"/>
                  </a:lnTo>
                  <a:lnTo>
                    <a:pt x="30479" y="311150"/>
                  </a:lnTo>
                  <a:lnTo>
                    <a:pt x="40640" y="311150"/>
                  </a:lnTo>
                  <a:lnTo>
                    <a:pt x="41910" y="309879"/>
                  </a:lnTo>
                  <a:close/>
                </a:path>
                <a:path w="341630" h="351789">
                  <a:moveTo>
                    <a:pt x="45720" y="306069"/>
                  </a:moveTo>
                  <a:lnTo>
                    <a:pt x="35560" y="306069"/>
                  </a:lnTo>
                  <a:lnTo>
                    <a:pt x="33019" y="308610"/>
                  </a:lnTo>
                  <a:lnTo>
                    <a:pt x="43180" y="308610"/>
                  </a:lnTo>
                  <a:lnTo>
                    <a:pt x="45720" y="306069"/>
                  </a:lnTo>
                  <a:close/>
                </a:path>
                <a:path w="341630" h="351789">
                  <a:moveTo>
                    <a:pt x="48260" y="303529"/>
                  </a:moveTo>
                  <a:lnTo>
                    <a:pt x="38100" y="303529"/>
                  </a:lnTo>
                  <a:lnTo>
                    <a:pt x="36829" y="304800"/>
                  </a:lnTo>
                  <a:lnTo>
                    <a:pt x="46990" y="304800"/>
                  </a:lnTo>
                  <a:lnTo>
                    <a:pt x="48260" y="303529"/>
                  </a:lnTo>
                  <a:close/>
                </a:path>
                <a:path w="341630" h="351789">
                  <a:moveTo>
                    <a:pt x="52070" y="299719"/>
                  </a:moveTo>
                  <a:lnTo>
                    <a:pt x="41910" y="299719"/>
                  </a:lnTo>
                  <a:lnTo>
                    <a:pt x="39369" y="302260"/>
                  </a:lnTo>
                  <a:lnTo>
                    <a:pt x="49530" y="302260"/>
                  </a:lnTo>
                  <a:lnTo>
                    <a:pt x="52070" y="299719"/>
                  </a:lnTo>
                  <a:close/>
                </a:path>
                <a:path w="341630" h="351789">
                  <a:moveTo>
                    <a:pt x="54610" y="297179"/>
                  </a:moveTo>
                  <a:lnTo>
                    <a:pt x="44450" y="297179"/>
                  </a:lnTo>
                  <a:lnTo>
                    <a:pt x="43179" y="298450"/>
                  </a:lnTo>
                  <a:lnTo>
                    <a:pt x="53340" y="298450"/>
                  </a:lnTo>
                  <a:lnTo>
                    <a:pt x="54610" y="297179"/>
                  </a:lnTo>
                  <a:close/>
                </a:path>
                <a:path w="341630" h="351789">
                  <a:moveTo>
                    <a:pt x="58420" y="293369"/>
                  </a:moveTo>
                  <a:lnTo>
                    <a:pt x="48260" y="293369"/>
                  </a:lnTo>
                  <a:lnTo>
                    <a:pt x="45719" y="295910"/>
                  </a:lnTo>
                  <a:lnTo>
                    <a:pt x="55880" y="295910"/>
                  </a:lnTo>
                  <a:lnTo>
                    <a:pt x="58420" y="293369"/>
                  </a:lnTo>
                  <a:close/>
                </a:path>
                <a:path w="341630" h="351789">
                  <a:moveTo>
                    <a:pt x="60960" y="290829"/>
                  </a:moveTo>
                  <a:lnTo>
                    <a:pt x="50800" y="290829"/>
                  </a:lnTo>
                  <a:lnTo>
                    <a:pt x="49529" y="292100"/>
                  </a:lnTo>
                  <a:lnTo>
                    <a:pt x="59690" y="292100"/>
                  </a:lnTo>
                  <a:lnTo>
                    <a:pt x="60960" y="290829"/>
                  </a:lnTo>
                  <a:close/>
                </a:path>
                <a:path w="341630" h="351789">
                  <a:moveTo>
                    <a:pt x="64770" y="287019"/>
                  </a:moveTo>
                  <a:lnTo>
                    <a:pt x="54610" y="287019"/>
                  </a:lnTo>
                  <a:lnTo>
                    <a:pt x="52069" y="289560"/>
                  </a:lnTo>
                  <a:lnTo>
                    <a:pt x="62230" y="289560"/>
                  </a:lnTo>
                  <a:lnTo>
                    <a:pt x="64770" y="287019"/>
                  </a:lnTo>
                  <a:close/>
                </a:path>
                <a:path w="341630" h="351789">
                  <a:moveTo>
                    <a:pt x="67310" y="284479"/>
                  </a:moveTo>
                  <a:lnTo>
                    <a:pt x="57150" y="284479"/>
                  </a:lnTo>
                  <a:lnTo>
                    <a:pt x="55879" y="285750"/>
                  </a:lnTo>
                  <a:lnTo>
                    <a:pt x="66040" y="285750"/>
                  </a:lnTo>
                  <a:lnTo>
                    <a:pt x="67310" y="284479"/>
                  </a:lnTo>
                  <a:close/>
                </a:path>
                <a:path w="341630" h="351789">
                  <a:moveTo>
                    <a:pt x="71120" y="280669"/>
                  </a:moveTo>
                  <a:lnTo>
                    <a:pt x="60960" y="280669"/>
                  </a:lnTo>
                  <a:lnTo>
                    <a:pt x="58419" y="283210"/>
                  </a:lnTo>
                  <a:lnTo>
                    <a:pt x="68580" y="283210"/>
                  </a:lnTo>
                  <a:lnTo>
                    <a:pt x="71120" y="280669"/>
                  </a:lnTo>
                  <a:close/>
                </a:path>
                <a:path w="341630" h="351789">
                  <a:moveTo>
                    <a:pt x="73660" y="278129"/>
                  </a:moveTo>
                  <a:lnTo>
                    <a:pt x="63500" y="278129"/>
                  </a:lnTo>
                  <a:lnTo>
                    <a:pt x="62229" y="279400"/>
                  </a:lnTo>
                  <a:lnTo>
                    <a:pt x="72390" y="279400"/>
                  </a:lnTo>
                  <a:lnTo>
                    <a:pt x="73660" y="278129"/>
                  </a:lnTo>
                  <a:close/>
                </a:path>
                <a:path w="341630" h="351789">
                  <a:moveTo>
                    <a:pt x="77470" y="274319"/>
                  </a:moveTo>
                  <a:lnTo>
                    <a:pt x="67310" y="274319"/>
                  </a:lnTo>
                  <a:lnTo>
                    <a:pt x="64769" y="276860"/>
                  </a:lnTo>
                  <a:lnTo>
                    <a:pt x="74930" y="276860"/>
                  </a:lnTo>
                  <a:lnTo>
                    <a:pt x="77470" y="274319"/>
                  </a:lnTo>
                  <a:close/>
                </a:path>
                <a:path w="341630" h="351789">
                  <a:moveTo>
                    <a:pt x="80010" y="271779"/>
                  </a:moveTo>
                  <a:lnTo>
                    <a:pt x="69850" y="271779"/>
                  </a:lnTo>
                  <a:lnTo>
                    <a:pt x="68579" y="273050"/>
                  </a:lnTo>
                  <a:lnTo>
                    <a:pt x="78740" y="273050"/>
                  </a:lnTo>
                  <a:lnTo>
                    <a:pt x="80010" y="271779"/>
                  </a:lnTo>
                  <a:close/>
                </a:path>
                <a:path w="341630" h="351789">
                  <a:moveTo>
                    <a:pt x="83820" y="267969"/>
                  </a:moveTo>
                  <a:lnTo>
                    <a:pt x="73660" y="267969"/>
                  </a:lnTo>
                  <a:lnTo>
                    <a:pt x="71119" y="270510"/>
                  </a:lnTo>
                  <a:lnTo>
                    <a:pt x="81280" y="270510"/>
                  </a:lnTo>
                  <a:lnTo>
                    <a:pt x="83820" y="267969"/>
                  </a:lnTo>
                  <a:close/>
                </a:path>
                <a:path w="341630" h="351789">
                  <a:moveTo>
                    <a:pt x="86360" y="265429"/>
                  </a:moveTo>
                  <a:lnTo>
                    <a:pt x="76200" y="265429"/>
                  </a:lnTo>
                  <a:lnTo>
                    <a:pt x="74929" y="266700"/>
                  </a:lnTo>
                  <a:lnTo>
                    <a:pt x="85090" y="266700"/>
                  </a:lnTo>
                  <a:lnTo>
                    <a:pt x="86360" y="265429"/>
                  </a:lnTo>
                  <a:close/>
                </a:path>
                <a:path w="341630" h="351789">
                  <a:moveTo>
                    <a:pt x="90170" y="261619"/>
                  </a:moveTo>
                  <a:lnTo>
                    <a:pt x="80010" y="261619"/>
                  </a:lnTo>
                  <a:lnTo>
                    <a:pt x="77469" y="264160"/>
                  </a:lnTo>
                  <a:lnTo>
                    <a:pt x="87630" y="264160"/>
                  </a:lnTo>
                  <a:lnTo>
                    <a:pt x="90170" y="261619"/>
                  </a:lnTo>
                  <a:close/>
                </a:path>
                <a:path w="341630" h="351789">
                  <a:moveTo>
                    <a:pt x="341630" y="0"/>
                  </a:moveTo>
                  <a:lnTo>
                    <a:pt x="81279" y="260350"/>
                  </a:lnTo>
                  <a:lnTo>
                    <a:pt x="91440" y="260350"/>
                  </a:lnTo>
                  <a:lnTo>
                    <a:pt x="341630" y="10160"/>
                  </a:lnTo>
                  <a:lnTo>
                    <a:pt x="341630" y="0"/>
                  </a:lnTo>
                  <a:close/>
                </a:path>
              </a:pathLst>
            </a:custGeom>
            <a:solidFill>
              <a:srgbClr val="D5C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1" name="object 1771"/>
            <p:cNvSpPr/>
            <p:nvPr/>
          </p:nvSpPr>
          <p:spPr>
            <a:xfrm>
              <a:off x="2860039" y="2954019"/>
              <a:ext cx="341630" cy="351790"/>
            </a:xfrm>
            <a:custGeom>
              <a:avLst/>
              <a:gdLst/>
              <a:ahLst/>
              <a:cxnLst/>
              <a:rect l="l" t="t" r="r" b="b"/>
              <a:pathLst>
                <a:path w="341630" h="351789">
                  <a:moveTo>
                    <a:pt x="2540" y="350519"/>
                  </a:moveTo>
                  <a:lnTo>
                    <a:pt x="0" y="350519"/>
                  </a:lnTo>
                  <a:lnTo>
                    <a:pt x="0" y="351789"/>
                  </a:lnTo>
                  <a:lnTo>
                    <a:pt x="1269" y="351789"/>
                  </a:lnTo>
                  <a:lnTo>
                    <a:pt x="2540" y="350519"/>
                  </a:lnTo>
                  <a:close/>
                </a:path>
                <a:path w="341630" h="351789">
                  <a:moveTo>
                    <a:pt x="6350" y="346709"/>
                  </a:moveTo>
                  <a:lnTo>
                    <a:pt x="0" y="346709"/>
                  </a:lnTo>
                  <a:lnTo>
                    <a:pt x="0" y="349250"/>
                  </a:lnTo>
                  <a:lnTo>
                    <a:pt x="3809" y="349250"/>
                  </a:lnTo>
                  <a:lnTo>
                    <a:pt x="6350" y="346709"/>
                  </a:lnTo>
                  <a:close/>
                </a:path>
                <a:path w="341630" h="351789">
                  <a:moveTo>
                    <a:pt x="8890" y="344169"/>
                  </a:moveTo>
                  <a:lnTo>
                    <a:pt x="0" y="344169"/>
                  </a:lnTo>
                  <a:lnTo>
                    <a:pt x="0" y="345439"/>
                  </a:lnTo>
                  <a:lnTo>
                    <a:pt x="7619" y="345439"/>
                  </a:lnTo>
                  <a:lnTo>
                    <a:pt x="8890" y="344169"/>
                  </a:lnTo>
                  <a:close/>
                </a:path>
                <a:path w="341630" h="351789">
                  <a:moveTo>
                    <a:pt x="12700" y="340359"/>
                  </a:moveTo>
                  <a:lnTo>
                    <a:pt x="1270" y="340359"/>
                  </a:lnTo>
                  <a:lnTo>
                    <a:pt x="0" y="341629"/>
                  </a:lnTo>
                  <a:lnTo>
                    <a:pt x="0" y="342900"/>
                  </a:lnTo>
                  <a:lnTo>
                    <a:pt x="10159" y="342900"/>
                  </a:lnTo>
                  <a:lnTo>
                    <a:pt x="12700" y="340359"/>
                  </a:lnTo>
                  <a:close/>
                </a:path>
                <a:path w="341630" h="351789">
                  <a:moveTo>
                    <a:pt x="15240" y="337819"/>
                  </a:moveTo>
                  <a:lnTo>
                    <a:pt x="3810" y="337819"/>
                  </a:lnTo>
                  <a:lnTo>
                    <a:pt x="2540" y="339089"/>
                  </a:lnTo>
                  <a:lnTo>
                    <a:pt x="13969" y="339089"/>
                  </a:lnTo>
                  <a:lnTo>
                    <a:pt x="15240" y="337819"/>
                  </a:lnTo>
                  <a:close/>
                </a:path>
                <a:path w="341630" h="351789">
                  <a:moveTo>
                    <a:pt x="19050" y="334009"/>
                  </a:moveTo>
                  <a:lnTo>
                    <a:pt x="7620" y="334009"/>
                  </a:lnTo>
                  <a:lnTo>
                    <a:pt x="5080" y="336550"/>
                  </a:lnTo>
                  <a:lnTo>
                    <a:pt x="16509" y="336550"/>
                  </a:lnTo>
                  <a:lnTo>
                    <a:pt x="19050" y="334009"/>
                  </a:lnTo>
                  <a:close/>
                </a:path>
                <a:path w="341630" h="351789">
                  <a:moveTo>
                    <a:pt x="21590" y="331469"/>
                  </a:moveTo>
                  <a:lnTo>
                    <a:pt x="10160" y="331469"/>
                  </a:lnTo>
                  <a:lnTo>
                    <a:pt x="8890" y="332739"/>
                  </a:lnTo>
                  <a:lnTo>
                    <a:pt x="20319" y="332739"/>
                  </a:lnTo>
                  <a:lnTo>
                    <a:pt x="21590" y="331469"/>
                  </a:lnTo>
                  <a:close/>
                </a:path>
                <a:path w="341630" h="351789">
                  <a:moveTo>
                    <a:pt x="25400" y="327659"/>
                  </a:moveTo>
                  <a:lnTo>
                    <a:pt x="13970" y="327659"/>
                  </a:lnTo>
                  <a:lnTo>
                    <a:pt x="11430" y="330200"/>
                  </a:lnTo>
                  <a:lnTo>
                    <a:pt x="22859" y="330200"/>
                  </a:lnTo>
                  <a:lnTo>
                    <a:pt x="25400" y="327659"/>
                  </a:lnTo>
                  <a:close/>
                </a:path>
                <a:path w="341630" h="351789">
                  <a:moveTo>
                    <a:pt x="27940" y="325119"/>
                  </a:moveTo>
                  <a:lnTo>
                    <a:pt x="16510" y="325119"/>
                  </a:lnTo>
                  <a:lnTo>
                    <a:pt x="15240" y="326389"/>
                  </a:lnTo>
                  <a:lnTo>
                    <a:pt x="26669" y="326389"/>
                  </a:lnTo>
                  <a:lnTo>
                    <a:pt x="27940" y="325119"/>
                  </a:lnTo>
                  <a:close/>
                </a:path>
                <a:path w="341630" h="351789">
                  <a:moveTo>
                    <a:pt x="31750" y="321309"/>
                  </a:moveTo>
                  <a:lnTo>
                    <a:pt x="20320" y="321309"/>
                  </a:lnTo>
                  <a:lnTo>
                    <a:pt x="17780" y="323850"/>
                  </a:lnTo>
                  <a:lnTo>
                    <a:pt x="29209" y="323850"/>
                  </a:lnTo>
                  <a:lnTo>
                    <a:pt x="31750" y="321309"/>
                  </a:lnTo>
                  <a:close/>
                </a:path>
                <a:path w="341630" h="351789">
                  <a:moveTo>
                    <a:pt x="34290" y="318769"/>
                  </a:moveTo>
                  <a:lnTo>
                    <a:pt x="22860" y="318769"/>
                  </a:lnTo>
                  <a:lnTo>
                    <a:pt x="21590" y="320039"/>
                  </a:lnTo>
                  <a:lnTo>
                    <a:pt x="33019" y="320039"/>
                  </a:lnTo>
                  <a:lnTo>
                    <a:pt x="34290" y="318769"/>
                  </a:lnTo>
                  <a:close/>
                </a:path>
                <a:path w="341630" h="351789">
                  <a:moveTo>
                    <a:pt x="38100" y="314959"/>
                  </a:moveTo>
                  <a:lnTo>
                    <a:pt x="26670" y="314959"/>
                  </a:lnTo>
                  <a:lnTo>
                    <a:pt x="24130" y="317500"/>
                  </a:lnTo>
                  <a:lnTo>
                    <a:pt x="35559" y="317500"/>
                  </a:lnTo>
                  <a:lnTo>
                    <a:pt x="38100" y="314959"/>
                  </a:lnTo>
                  <a:close/>
                </a:path>
                <a:path w="341630" h="351789">
                  <a:moveTo>
                    <a:pt x="40640" y="312419"/>
                  </a:moveTo>
                  <a:lnTo>
                    <a:pt x="29210" y="312419"/>
                  </a:lnTo>
                  <a:lnTo>
                    <a:pt x="27940" y="313689"/>
                  </a:lnTo>
                  <a:lnTo>
                    <a:pt x="39369" y="313689"/>
                  </a:lnTo>
                  <a:lnTo>
                    <a:pt x="40640" y="312419"/>
                  </a:lnTo>
                  <a:close/>
                </a:path>
                <a:path w="341630" h="351789">
                  <a:moveTo>
                    <a:pt x="44450" y="308609"/>
                  </a:moveTo>
                  <a:lnTo>
                    <a:pt x="33020" y="308609"/>
                  </a:lnTo>
                  <a:lnTo>
                    <a:pt x="30480" y="311150"/>
                  </a:lnTo>
                  <a:lnTo>
                    <a:pt x="41909" y="311150"/>
                  </a:lnTo>
                  <a:lnTo>
                    <a:pt x="44450" y="308609"/>
                  </a:lnTo>
                  <a:close/>
                </a:path>
                <a:path w="341630" h="351789">
                  <a:moveTo>
                    <a:pt x="46990" y="306069"/>
                  </a:moveTo>
                  <a:lnTo>
                    <a:pt x="35560" y="306069"/>
                  </a:lnTo>
                  <a:lnTo>
                    <a:pt x="34290" y="307339"/>
                  </a:lnTo>
                  <a:lnTo>
                    <a:pt x="45719" y="307339"/>
                  </a:lnTo>
                  <a:lnTo>
                    <a:pt x="46990" y="306069"/>
                  </a:lnTo>
                  <a:close/>
                </a:path>
                <a:path w="341630" h="351789">
                  <a:moveTo>
                    <a:pt x="50800" y="302259"/>
                  </a:moveTo>
                  <a:lnTo>
                    <a:pt x="39370" y="302259"/>
                  </a:lnTo>
                  <a:lnTo>
                    <a:pt x="36830" y="304800"/>
                  </a:lnTo>
                  <a:lnTo>
                    <a:pt x="48259" y="304800"/>
                  </a:lnTo>
                  <a:lnTo>
                    <a:pt x="50800" y="302259"/>
                  </a:lnTo>
                  <a:close/>
                </a:path>
                <a:path w="341630" h="351789">
                  <a:moveTo>
                    <a:pt x="53340" y="299719"/>
                  </a:moveTo>
                  <a:lnTo>
                    <a:pt x="41910" y="299719"/>
                  </a:lnTo>
                  <a:lnTo>
                    <a:pt x="40640" y="300989"/>
                  </a:lnTo>
                  <a:lnTo>
                    <a:pt x="52069" y="300989"/>
                  </a:lnTo>
                  <a:lnTo>
                    <a:pt x="53340" y="299719"/>
                  </a:lnTo>
                  <a:close/>
                </a:path>
                <a:path w="341630" h="351789">
                  <a:moveTo>
                    <a:pt x="57150" y="295909"/>
                  </a:moveTo>
                  <a:lnTo>
                    <a:pt x="45720" y="295909"/>
                  </a:lnTo>
                  <a:lnTo>
                    <a:pt x="43180" y="298450"/>
                  </a:lnTo>
                  <a:lnTo>
                    <a:pt x="54609" y="298450"/>
                  </a:lnTo>
                  <a:lnTo>
                    <a:pt x="57150" y="295909"/>
                  </a:lnTo>
                  <a:close/>
                </a:path>
                <a:path w="341630" h="351789">
                  <a:moveTo>
                    <a:pt x="59690" y="293369"/>
                  </a:moveTo>
                  <a:lnTo>
                    <a:pt x="48260" y="293369"/>
                  </a:lnTo>
                  <a:lnTo>
                    <a:pt x="46990" y="294639"/>
                  </a:lnTo>
                  <a:lnTo>
                    <a:pt x="58419" y="294639"/>
                  </a:lnTo>
                  <a:lnTo>
                    <a:pt x="59690" y="293369"/>
                  </a:lnTo>
                  <a:close/>
                </a:path>
                <a:path w="341630" h="351789">
                  <a:moveTo>
                    <a:pt x="63500" y="289559"/>
                  </a:moveTo>
                  <a:lnTo>
                    <a:pt x="52070" y="289559"/>
                  </a:lnTo>
                  <a:lnTo>
                    <a:pt x="49530" y="292100"/>
                  </a:lnTo>
                  <a:lnTo>
                    <a:pt x="60959" y="292100"/>
                  </a:lnTo>
                  <a:lnTo>
                    <a:pt x="63500" y="289559"/>
                  </a:lnTo>
                  <a:close/>
                </a:path>
                <a:path w="341630" h="351789">
                  <a:moveTo>
                    <a:pt x="66040" y="287019"/>
                  </a:moveTo>
                  <a:lnTo>
                    <a:pt x="54610" y="287019"/>
                  </a:lnTo>
                  <a:lnTo>
                    <a:pt x="53340" y="288289"/>
                  </a:lnTo>
                  <a:lnTo>
                    <a:pt x="64769" y="288289"/>
                  </a:lnTo>
                  <a:lnTo>
                    <a:pt x="66040" y="287019"/>
                  </a:lnTo>
                  <a:close/>
                </a:path>
                <a:path w="341630" h="351789">
                  <a:moveTo>
                    <a:pt x="69850" y="283209"/>
                  </a:moveTo>
                  <a:lnTo>
                    <a:pt x="58420" y="283209"/>
                  </a:lnTo>
                  <a:lnTo>
                    <a:pt x="55880" y="285750"/>
                  </a:lnTo>
                  <a:lnTo>
                    <a:pt x="67309" y="285750"/>
                  </a:lnTo>
                  <a:lnTo>
                    <a:pt x="69850" y="283209"/>
                  </a:lnTo>
                  <a:close/>
                </a:path>
                <a:path w="341630" h="351789">
                  <a:moveTo>
                    <a:pt x="72390" y="280669"/>
                  </a:moveTo>
                  <a:lnTo>
                    <a:pt x="60960" y="280669"/>
                  </a:lnTo>
                  <a:lnTo>
                    <a:pt x="59690" y="281939"/>
                  </a:lnTo>
                  <a:lnTo>
                    <a:pt x="71119" y="281939"/>
                  </a:lnTo>
                  <a:lnTo>
                    <a:pt x="72390" y="280669"/>
                  </a:lnTo>
                  <a:close/>
                </a:path>
                <a:path w="341630" h="351789">
                  <a:moveTo>
                    <a:pt x="76200" y="276859"/>
                  </a:moveTo>
                  <a:lnTo>
                    <a:pt x="64770" y="276859"/>
                  </a:lnTo>
                  <a:lnTo>
                    <a:pt x="62230" y="279400"/>
                  </a:lnTo>
                  <a:lnTo>
                    <a:pt x="73659" y="279400"/>
                  </a:lnTo>
                  <a:lnTo>
                    <a:pt x="76200" y="276859"/>
                  </a:lnTo>
                  <a:close/>
                </a:path>
                <a:path w="341630" h="351789">
                  <a:moveTo>
                    <a:pt x="78740" y="274319"/>
                  </a:moveTo>
                  <a:lnTo>
                    <a:pt x="67310" y="274319"/>
                  </a:lnTo>
                  <a:lnTo>
                    <a:pt x="66040" y="275589"/>
                  </a:lnTo>
                  <a:lnTo>
                    <a:pt x="77469" y="275589"/>
                  </a:lnTo>
                  <a:lnTo>
                    <a:pt x="78740" y="274319"/>
                  </a:lnTo>
                  <a:close/>
                </a:path>
                <a:path w="341630" h="351789">
                  <a:moveTo>
                    <a:pt x="82550" y="270509"/>
                  </a:moveTo>
                  <a:lnTo>
                    <a:pt x="71120" y="270509"/>
                  </a:lnTo>
                  <a:lnTo>
                    <a:pt x="68580" y="273050"/>
                  </a:lnTo>
                  <a:lnTo>
                    <a:pt x="80009" y="273050"/>
                  </a:lnTo>
                  <a:lnTo>
                    <a:pt x="82550" y="270509"/>
                  </a:lnTo>
                  <a:close/>
                </a:path>
                <a:path w="341630" h="351789">
                  <a:moveTo>
                    <a:pt x="85090" y="267969"/>
                  </a:moveTo>
                  <a:lnTo>
                    <a:pt x="73660" y="267969"/>
                  </a:lnTo>
                  <a:lnTo>
                    <a:pt x="72390" y="269239"/>
                  </a:lnTo>
                  <a:lnTo>
                    <a:pt x="83819" y="269239"/>
                  </a:lnTo>
                  <a:lnTo>
                    <a:pt x="85090" y="267969"/>
                  </a:lnTo>
                  <a:close/>
                </a:path>
                <a:path w="341630" h="351789">
                  <a:moveTo>
                    <a:pt x="88900" y="264159"/>
                  </a:moveTo>
                  <a:lnTo>
                    <a:pt x="77470" y="264159"/>
                  </a:lnTo>
                  <a:lnTo>
                    <a:pt x="74930" y="266700"/>
                  </a:lnTo>
                  <a:lnTo>
                    <a:pt x="86359" y="266700"/>
                  </a:lnTo>
                  <a:lnTo>
                    <a:pt x="88900" y="264159"/>
                  </a:lnTo>
                  <a:close/>
                </a:path>
                <a:path w="341630" h="351789">
                  <a:moveTo>
                    <a:pt x="91440" y="261619"/>
                  </a:moveTo>
                  <a:lnTo>
                    <a:pt x="80010" y="261619"/>
                  </a:lnTo>
                  <a:lnTo>
                    <a:pt x="78740" y="262889"/>
                  </a:lnTo>
                  <a:lnTo>
                    <a:pt x="90169" y="262889"/>
                  </a:lnTo>
                  <a:lnTo>
                    <a:pt x="91440" y="261619"/>
                  </a:lnTo>
                  <a:close/>
                </a:path>
                <a:path w="341630" h="351789">
                  <a:moveTo>
                    <a:pt x="95250" y="257809"/>
                  </a:moveTo>
                  <a:lnTo>
                    <a:pt x="83820" y="257809"/>
                  </a:lnTo>
                  <a:lnTo>
                    <a:pt x="81280" y="260350"/>
                  </a:lnTo>
                  <a:lnTo>
                    <a:pt x="92709" y="260350"/>
                  </a:lnTo>
                  <a:lnTo>
                    <a:pt x="95250" y="257809"/>
                  </a:lnTo>
                  <a:close/>
                </a:path>
                <a:path w="341630" h="351789">
                  <a:moveTo>
                    <a:pt x="97789" y="255269"/>
                  </a:moveTo>
                  <a:lnTo>
                    <a:pt x="86360" y="255269"/>
                  </a:lnTo>
                  <a:lnTo>
                    <a:pt x="85090" y="256539"/>
                  </a:lnTo>
                  <a:lnTo>
                    <a:pt x="96519" y="256539"/>
                  </a:lnTo>
                  <a:lnTo>
                    <a:pt x="97789" y="255269"/>
                  </a:lnTo>
                  <a:close/>
                </a:path>
                <a:path w="341630" h="351789">
                  <a:moveTo>
                    <a:pt x="101600" y="251459"/>
                  </a:moveTo>
                  <a:lnTo>
                    <a:pt x="90170" y="251459"/>
                  </a:lnTo>
                  <a:lnTo>
                    <a:pt x="87630" y="254000"/>
                  </a:lnTo>
                  <a:lnTo>
                    <a:pt x="99059" y="254000"/>
                  </a:lnTo>
                  <a:lnTo>
                    <a:pt x="101600" y="251459"/>
                  </a:lnTo>
                  <a:close/>
                </a:path>
                <a:path w="341630" h="351789">
                  <a:moveTo>
                    <a:pt x="341630" y="0"/>
                  </a:moveTo>
                  <a:lnTo>
                    <a:pt x="91440" y="250189"/>
                  </a:lnTo>
                  <a:lnTo>
                    <a:pt x="102869" y="250189"/>
                  </a:lnTo>
                  <a:lnTo>
                    <a:pt x="341630" y="11429"/>
                  </a:lnTo>
                  <a:lnTo>
                    <a:pt x="341630" y="0"/>
                  </a:lnTo>
                  <a:close/>
                </a:path>
              </a:pathLst>
            </a:custGeom>
            <a:solidFill>
              <a:srgbClr val="D5C9A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2" name="object 1772"/>
            <p:cNvSpPr/>
            <p:nvPr/>
          </p:nvSpPr>
          <p:spPr>
            <a:xfrm>
              <a:off x="2860039" y="2965450"/>
              <a:ext cx="341630" cy="353060"/>
            </a:xfrm>
            <a:custGeom>
              <a:avLst/>
              <a:gdLst/>
              <a:ahLst/>
              <a:cxnLst/>
              <a:rect l="l" t="t" r="r" b="b"/>
              <a:pathLst>
                <a:path w="341630" h="353060">
                  <a:moveTo>
                    <a:pt x="1270" y="351789"/>
                  </a:moveTo>
                  <a:lnTo>
                    <a:pt x="0" y="351789"/>
                  </a:lnTo>
                  <a:lnTo>
                    <a:pt x="0" y="353060"/>
                  </a:lnTo>
                  <a:lnTo>
                    <a:pt x="1270" y="351789"/>
                  </a:lnTo>
                  <a:close/>
                </a:path>
                <a:path w="341630" h="353060">
                  <a:moveTo>
                    <a:pt x="5080" y="347979"/>
                  </a:moveTo>
                  <a:lnTo>
                    <a:pt x="0" y="347979"/>
                  </a:lnTo>
                  <a:lnTo>
                    <a:pt x="0" y="350520"/>
                  </a:lnTo>
                  <a:lnTo>
                    <a:pt x="2539" y="350520"/>
                  </a:lnTo>
                  <a:lnTo>
                    <a:pt x="5080" y="347979"/>
                  </a:lnTo>
                  <a:close/>
                </a:path>
                <a:path w="341630" h="353060">
                  <a:moveTo>
                    <a:pt x="7620" y="345439"/>
                  </a:moveTo>
                  <a:lnTo>
                    <a:pt x="0" y="345439"/>
                  </a:lnTo>
                  <a:lnTo>
                    <a:pt x="0" y="346710"/>
                  </a:lnTo>
                  <a:lnTo>
                    <a:pt x="6350" y="346710"/>
                  </a:lnTo>
                  <a:lnTo>
                    <a:pt x="7620" y="345439"/>
                  </a:lnTo>
                  <a:close/>
                </a:path>
                <a:path w="341630" h="353060">
                  <a:moveTo>
                    <a:pt x="11430" y="341629"/>
                  </a:moveTo>
                  <a:lnTo>
                    <a:pt x="0" y="341629"/>
                  </a:lnTo>
                  <a:lnTo>
                    <a:pt x="0" y="344170"/>
                  </a:lnTo>
                  <a:lnTo>
                    <a:pt x="8889" y="344170"/>
                  </a:lnTo>
                  <a:lnTo>
                    <a:pt x="11430" y="341629"/>
                  </a:lnTo>
                  <a:close/>
                </a:path>
                <a:path w="341630" h="353060">
                  <a:moveTo>
                    <a:pt x="13970" y="339089"/>
                  </a:moveTo>
                  <a:lnTo>
                    <a:pt x="2540" y="339089"/>
                  </a:lnTo>
                  <a:lnTo>
                    <a:pt x="1269" y="340360"/>
                  </a:lnTo>
                  <a:lnTo>
                    <a:pt x="12700" y="340360"/>
                  </a:lnTo>
                  <a:lnTo>
                    <a:pt x="13970" y="339089"/>
                  </a:lnTo>
                  <a:close/>
                </a:path>
                <a:path w="341630" h="353060">
                  <a:moveTo>
                    <a:pt x="17780" y="335279"/>
                  </a:moveTo>
                  <a:lnTo>
                    <a:pt x="6350" y="335279"/>
                  </a:lnTo>
                  <a:lnTo>
                    <a:pt x="3809" y="337820"/>
                  </a:lnTo>
                  <a:lnTo>
                    <a:pt x="15239" y="337820"/>
                  </a:lnTo>
                  <a:lnTo>
                    <a:pt x="17780" y="335279"/>
                  </a:lnTo>
                  <a:close/>
                </a:path>
                <a:path w="341630" h="353060">
                  <a:moveTo>
                    <a:pt x="20320" y="332739"/>
                  </a:moveTo>
                  <a:lnTo>
                    <a:pt x="8890" y="332739"/>
                  </a:lnTo>
                  <a:lnTo>
                    <a:pt x="7619" y="334010"/>
                  </a:lnTo>
                  <a:lnTo>
                    <a:pt x="19050" y="334010"/>
                  </a:lnTo>
                  <a:lnTo>
                    <a:pt x="20320" y="332739"/>
                  </a:lnTo>
                  <a:close/>
                </a:path>
                <a:path w="341630" h="353060">
                  <a:moveTo>
                    <a:pt x="24130" y="328929"/>
                  </a:moveTo>
                  <a:lnTo>
                    <a:pt x="12700" y="328929"/>
                  </a:lnTo>
                  <a:lnTo>
                    <a:pt x="10159" y="331470"/>
                  </a:lnTo>
                  <a:lnTo>
                    <a:pt x="21589" y="331470"/>
                  </a:lnTo>
                  <a:lnTo>
                    <a:pt x="24130" y="328929"/>
                  </a:lnTo>
                  <a:close/>
                </a:path>
                <a:path w="341630" h="353060">
                  <a:moveTo>
                    <a:pt x="26670" y="326389"/>
                  </a:moveTo>
                  <a:lnTo>
                    <a:pt x="15240" y="326389"/>
                  </a:lnTo>
                  <a:lnTo>
                    <a:pt x="13969" y="327660"/>
                  </a:lnTo>
                  <a:lnTo>
                    <a:pt x="25400" y="327660"/>
                  </a:lnTo>
                  <a:lnTo>
                    <a:pt x="26670" y="326389"/>
                  </a:lnTo>
                  <a:close/>
                </a:path>
                <a:path w="341630" h="353060">
                  <a:moveTo>
                    <a:pt x="30480" y="322579"/>
                  </a:moveTo>
                  <a:lnTo>
                    <a:pt x="19050" y="322579"/>
                  </a:lnTo>
                  <a:lnTo>
                    <a:pt x="16509" y="325120"/>
                  </a:lnTo>
                  <a:lnTo>
                    <a:pt x="27939" y="325120"/>
                  </a:lnTo>
                  <a:lnTo>
                    <a:pt x="30480" y="322579"/>
                  </a:lnTo>
                  <a:close/>
                </a:path>
                <a:path w="341630" h="353060">
                  <a:moveTo>
                    <a:pt x="33020" y="320039"/>
                  </a:moveTo>
                  <a:lnTo>
                    <a:pt x="21590" y="320039"/>
                  </a:lnTo>
                  <a:lnTo>
                    <a:pt x="20319" y="321310"/>
                  </a:lnTo>
                  <a:lnTo>
                    <a:pt x="31750" y="321310"/>
                  </a:lnTo>
                  <a:lnTo>
                    <a:pt x="33020" y="320039"/>
                  </a:lnTo>
                  <a:close/>
                </a:path>
                <a:path w="341630" h="353060">
                  <a:moveTo>
                    <a:pt x="36830" y="316229"/>
                  </a:moveTo>
                  <a:lnTo>
                    <a:pt x="25400" y="316229"/>
                  </a:lnTo>
                  <a:lnTo>
                    <a:pt x="22859" y="318770"/>
                  </a:lnTo>
                  <a:lnTo>
                    <a:pt x="34289" y="318770"/>
                  </a:lnTo>
                  <a:lnTo>
                    <a:pt x="36830" y="316229"/>
                  </a:lnTo>
                  <a:close/>
                </a:path>
                <a:path w="341630" h="353060">
                  <a:moveTo>
                    <a:pt x="39370" y="313689"/>
                  </a:moveTo>
                  <a:lnTo>
                    <a:pt x="27940" y="313689"/>
                  </a:lnTo>
                  <a:lnTo>
                    <a:pt x="26669" y="314960"/>
                  </a:lnTo>
                  <a:lnTo>
                    <a:pt x="38100" y="314960"/>
                  </a:lnTo>
                  <a:lnTo>
                    <a:pt x="39370" y="313689"/>
                  </a:lnTo>
                  <a:close/>
                </a:path>
                <a:path w="341630" h="353060">
                  <a:moveTo>
                    <a:pt x="43180" y="309879"/>
                  </a:moveTo>
                  <a:lnTo>
                    <a:pt x="31750" y="309879"/>
                  </a:lnTo>
                  <a:lnTo>
                    <a:pt x="29209" y="312420"/>
                  </a:lnTo>
                  <a:lnTo>
                    <a:pt x="40639" y="312420"/>
                  </a:lnTo>
                  <a:lnTo>
                    <a:pt x="43180" y="309879"/>
                  </a:lnTo>
                  <a:close/>
                </a:path>
                <a:path w="341630" h="353060">
                  <a:moveTo>
                    <a:pt x="45720" y="307339"/>
                  </a:moveTo>
                  <a:lnTo>
                    <a:pt x="34290" y="307339"/>
                  </a:lnTo>
                  <a:lnTo>
                    <a:pt x="33019" y="308610"/>
                  </a:lnTo>
                  <a:lnTo>
                    <a:pt x="44450" y="308610"/>
                  </a:lnTo>
                  <a:lnTo>
                    <a:pt x="45720" y="307339"/>
                  </a:lnTo>
                  <a:close/>
                </a:path>
                <a:path w="341630" h="353060">
                  <a:moveTo>
                    <a:pt x="49530" y="303529"/>
                  </a:moveTo>
                  <a:lnTo>
                    <a:pt x="38100" y="303529"/>
                  </a:lnTo>
                  <a:lnTo>
                    <a:pt x="35559" y="306070"/>
                  </a:lnTo>
                  <a:lnTo>
                    <a:pt x="46989" y="306070"/>
                  </a:lnTo>
                  <a:lnTo>
                    <a:pt x="49530" y="303529"/>
                  </a:lnTo>
                  <a:close/>
                </a:path>
                <a:path w="341630" h="353060">
                  <a:moveTo>
                    <a:pt x="52070" y="300989"/>
                  </a:moveTo>
                  <a:lnTo>
                    <a:pt x="40640" y="300989"/>
                  </a:lnTo>
                  <a:lnTo>
                    <a:pt x="39369" y="302260"/>
                  </a:lnTo>
                  <a:lnTo>
                    <a:pt x="50800" y="302260"/>
                  </a:lnTo>
                  <a:lnTo>
                    <a:pt x="52070" y="300989"/>
                  </a:lnTo>
                  <a:close/>
                </a:path>
                <a:path w="341630" h="353060">
                  <a:moveTo>
                    <a:pt x="55880" y="297179"/>
                  </a:moveTo>
                  <a:lnTo>
                    <a:pt x="44450" y="297179"/>
                  </a:lnTo>
                  <a:lnTo>
                    <a:pt x="41909" y="299720"/>
                  </a:lnTo>
                  <a:lnTo>
                    <a:pt x="53339" y="299720"/>
                  </a:lnTo>
                  <a:lnTo>
                    <a:pt x="55880" y="297179"/>
                  </a:lnTo>
                  <a:close/>
                </a:path>
                <a:path w="341630" h="353060">
                  <a:moveTo>
                    <a:pt x="58420" y="294639"/>
                  </a:moveTo>
                  <a:lnTo>
                    <a:pt x="46990" y="294639"/>
                  </a:lnTo>
                  <a:lnTo>
                    <a:pt x="45719" y="295910"/>
                  </a:lnTo>
                  <a:lnTo>
                    <a:pt x="57150" y="295910"/>
                  </a:lnTo>
                  <a:lnTo>
                    <a:pt x="58420" y="294639"/>
                  </a:lnTo>
                  <a:close/>
                </a:path>
                <a:path w="341630" h="353060">
                  <a:moveTo>
                    <a:pt x="62230" y="290829"/>
                  </a:moveTo>
                  <a:lnTo>
                    <a:pt x="50800" y="290829"/>
                  </a:lnTo>
                  <a:lnTo>
                    <a:pt x="48259" y="293370"/>
                  </a:lnTo>
                  <a:lnTo>
                    <a:pt x="59689" y="293370"/>
                  </a:lnTo>
                  <a:lnTo>
                    <a:pt x="62230" y="290829"/>
                  </a:lnTo>
                  <a:close/>
                </a:path>
                <a:path w="341630" h="353060">
                  <a:moveTo>
                    <a:pt x="64770" y="288289"/>
                  </a:moveTo>
                  <a:lnTo>
                    <a:pt x="53340" y="288289"/>
                  </a:lnTo>
                  <a:lnTo>
                    <a:pt x="52069" y="289560"/>
                  </a:lnTo>
                  <a:lnTo>
                    <a:pt x="63500" y="289560"/>
                  </a:lnTo>
                  <a:lnTo>
                    <a:pt x="64770" y="288289"/>
                  </a:lnTo>
                  <a:close/>
                </a:path>
                <a:path w="341630" h="353060">
                  <a:moveTo>
                    <a:pt x="68580" y="284479"/>
                  </a:moveTo>
                  <a:lnTo>
                    <a:pt x="57150" y="284479"/>
                  </a:lnTo>
                  <a:lnTo>
                    <a:pt x="54609" y="287020"/>
                  </a:lnTo>
                  <a:lnTo>
                    <a:pt x="66039" y="287020"/>
                  </a:lnTo>
                  <a:lnTo>
                    <a:pt x="68580" y="284479"/>
                  </a:lnTo>
                  <a:close/>
                </a:path>
                <a:path w="341630" h="353060">
                  <a:moveTo>
                    <a:pt x="71120" y="281939"/>
                  </a:moveTo>
                  <a:lnTo>
                    <a:pt x="59690" y="281939"/>
                  </a:lnTo>
                  <a:lnTo>
                    <a:pt x="58419" y="283210"/>
                  </a:lnTo>
                  <a:lnTo>
                    <a:pt x="69850" y="283210"/>
                  </a:lnTo>
                  <a:lnTo>
                    <a:pt x="71120" y="281939"/>
                  </a:lnTo>
                  <a:close/>
                </a:path>
                <a:path w="341630" h="353060">
                  <a:moveTo>
                    <a:pt x="74930" y="278129"/>
                  </a:moveTo>
                  <a:lnTo>
                    <a:pt x="63500" y="278129"/>
                  </a:lnTo>
                  <a:lnTo>
                    <a:pt x="60959" y="280670"/>
                  </a:lnTo>
                  <a:lnTo>
                    <a:pt x="72389" y="280670"/>
                  </a:lnTo>
                  <a:lnTo>
                    <a:pt x="74930" y="278129"/>
                  </a:lnTo>
                  <a:close/>
                </a:path>
                <a:path w="341630" h="353060">
                  <a:moveTo>
                    <a:pt x="77470" y="275589"/>
                  </a:moveTo>
                  <a:lnTo>
                    <a:pt x="66040" y="275589"/>
                  </a:lnTo>
                  <a:lnTo>
                    <a:pt x="64769" y="276860"/>
                  </a:lnTo>
                  <a:lnTo>
                    <a:pt x="76200" y="276860"/>
                  </a:lnTo>
                  <a:lnTo>
                    <a:pt x="77470" y="275589"/>
                  </a:lnTo>
                  <a:close/>
                </a:path>
                <a:path w="341630" h="353060">
                  <a:moveTo>
                    <a:pt x="81280" y="271779"/>
                  </a:moveTo>
                  <a:lnTo>
                    <a:pt x="69850" y="271779"/>
                  </a:lnTo>
                  <a:lnTo>
                    <a:pt x="67309" y="274320"/>
                  </a:lnTo>
                  <a:lnTo>
                    <a:pt x="78739" y="274320"/>
                  </a:lnTo>
                  <a:lnTo>
                    <a:pt x="81280" y="271779"/>
                  </a:lnTo>
                  <a:close/>
                </a:path>
                <a:path w="341630" h="353060">
                  <a:moveTo>
                    <a:pt x="83820" y="269239"/>
                  </a:moveTo>
                  <a:lnTo>
                    <a:pt x="72390" y="269239"/>
                  </a:lnTo>
                  <a:lnTo>
                    <a:pt x="71119" y="270510"/>
                  </a:lnTo>
                  <a:lnTo>
                    <a:pt x="82550" y="270510"/>
                  </a:lnTo>
                  <a:lnTo>
                    <a:pt x="83820" y="269239"/>
                  </a:lnTo>
                  <a:close/>
                </a:path>
                <a:path w="341630" h="353060">
                  <a:moveTo>
                    <a:pt x="87630" y="265429"/>
                  </a:moveTo>
                  <a:lnTo>
                    <a:pt x="76200" y="265429"/>
                  </a:lnTo>
                  <a:lnTo>
                    <a:pt x="73659" y="267970"/>
                  </a:lnTo>
                  <a:lnTo>
                    <a:pt x="85089" y="267970"/>
                  </a:lnTo>
                  <a:lnTo>
                    <a:pt x="87630" y="265429"/>
                  </a:lnTo>
                  <a:close/>
                </a:path>
                <a:path w="341630" h="353060">
                  <a:moveTo>
                    <a:pt x="90170" y="262889"/>
                  </a:moveTo>
                  <a:lnTo>
                    <a:pt x="78740" y="262889"/>
                  </a:lnTo>
                  <a:lnTo>
                    <a:pt x="77469" y="264160"/>
                  </a:lnTo>
                  <a:lnTo>
                    <a:pt x="88900" y="264160"/>
                  </a:lnTo>
                  <a:lnTo>
                    <a:pt x="90170" y="262889"/>
                  </a:lnTo>
                  <a:close/>
                </a:path>
                <a:path w="341630" h="353060">
                  <a:moveTo>
                    <a:pt x="93980" y="259079"/>
                  </a:moveTo>
                  <a:lnTo>
                    <a:pt x="82550" y="259079"/>
                  </a:lnTo>
                  <a:lnTo>
                    <a:pt x="80009" y="261620"/>
                  </a:lnTo>
                  <a:lnTo>
                    <a:pt x="91439" y="261620"/>
                  </a:lnTo>
                  <a:lnTo>
                    <a:pt x="93980" y="259079"/>
                  </a:lnTo>
                  <a:close/>
                </a:path>
                <a:path w="341630" h="353060">
                  <a:moveTo>
                    <a:pt x="96520" y="256539"/>
                  </a:moveTo>
                  <a:lnTo>
                    <a:pt x="85090" y="256539"/>
                  </a:lnTo>
                  <a:lnTo>
                    <a:pt x="83819" y="257810"/>
                  </a:lnTo>
                  <a:lnTo>
                    <a:pt x="95250" y="257810"/>
                  </a:lnTo>
                  <a:lnTo>
                    <a:pt x="96520" y="256539"/>
                  </a:lnTo>
                  <a:close/>
                </a:path>
                <a:path w="341630" h="353060">
                  <a:moveTo>
                    <a:pt x="100330" y="252729"/>
                  </a:moveTo>
                  <a:lnTo>
                    <a:pt x="88900" y="252729"/>
                  </a:lnTo>
                  <a:lnTo>
                    <a:pt x="86359" y="255270"/>
                  </a:lnTo>
                  <a:lnTo>
                    <a:pt x="97789" y="255270"/>
                  </a:lnTo>
                  <a:lnTo>
                    <a:pt x="100330" y="252729"/>
                  </a:lnTo>
                  <a:close/>
                </a:path>
                <a:path w="341630" h="353060">
                  <a:moveTo>
                    <a:pt x="102870" y="250189"/>
                  </a:moveTo>
                  <a:lnTo>
                    <a:pt x="91440" y="250189"/>
                  </a:lnTo>
                  <a:lnTo>
                    <a:pt x="90169" y="251460"/>
                  </a:lnTo>
                  <a:lnTo>
                    <a:pt x="101600" y="251460"/>
                  </a:lnTo>
                  <a:lnTo>
                    <a:pt x="102870" y="250189"/>
                  </a:lnTo>
                  <a:close/>
                </a:path>
                <a:path w="341630" h="353060">
                  <a:moveTo>
                    <a:pt x="106680" y="246379"/>
                  </a:moveTo>
                  <a:lnTo>
                    <a:pt x="95250" y="246379"/>
                  </a:lnTo>
                  <a:lnTo>
                    <a:pt x="92709" y="248920"/>
                  </a:lnTo>
                  <a:lnTo>
                    <a:pt x="104139" y="248920"/>
                  </a:lnTo>
                  <a:lnTo>
                    <a:pt x="106680" y="246379"/>
                  </a:lnTo>
                  <a:close/>
                </a:path>
                <a:path w="341630" h="353060">
                  <a:moveTo>
                    <a:pt x="109220" y="243839"/>
                  </a:moveTo>
                  <a:lnTo>
                    <a:pt x="97790" y="243839"/>
                  </a:lnTo>
                  <a:lnTo>
                    <a:pt x="96519" y="245110"/>
                  </a:lnTo>
                  <a:lnTo>
                    <a:pt x="107950" y="245110"/>
                  </a:lnTo>
                  <a:lnTo>
                    <a:pt x="109220" y="243839"/>
                  </a:lnTo>
                  <a:close/>
                </a:path>
                <a:path w="341630" h="353060">
                  <a:moveTo>
                    <a:pt x="113030" y="240029"/>
                  </a:moveTo>
                  <a:lnTo>
                    <a:pt x="101600" y="240029"/>
                  </a:lnTo>
                  <a:lnTo>
                    <a:pt x="99059" y="242570"/>
                  </a:lnTo>
                  <a:lnTo>
                    <a:pt x="110489" y="242570"/>
                  </a:lnTo>
                  <a:lnTo>
                    <a:pt x="113030" y="240029"/>
                  </a:lnTo>
                  <a:close/>
                </a:path>
                <a:path w="341630" h="353060">
                  <a:moveTo>
                    <a:pt x="341630" y="0"/>
                  </a:moveTo>
                  <a:lnTo>
                    <a:pt x="102869" y="238760"/>
                  </a:lnTo>
                  <a:lnTo>
                    <a:pt x="114300" y="238760"/>
                  </a:lnTo>
                  <a:lnTo>
                    <a:pt x="341630" y="11429"/>
                  </a:lnTo>
                  <a:lnTo>
                    <a:pt x="341630" y="0"/>
                  </a:lnTo>
                  <a:close/>
                </a:path>
              </a:pathLst>
            </a:custGeom>
            <a:solidFill>
              <a:srgbClr val="D6CA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3" name="object 1773"/>
            <p:cNvSpPr/>
            <p:nvPr/>
          </p:nvSpPr>
          <p:spPr>
            <a:xfrm>
              <a:off x="2860039" y="2976879"/>
              <a:ext cx="341630" cy="351790"/>
            </a:xfrm>
            <a:custGeom>
              <a:avLst/>
              <a:gdLst/>
              <a:ahLst/>
              <a:cxnLst/>
              <a:rect l="l" t="t" r="r" b="b"/>
              <a:pathLst>
                <a:path w="341630" h="351789">
                  <a:moveTo>
                    <a:pt x="2540" y="349249"/>
                  </a:moveTo>
                  <a:lnTo>
                    <a:pt x="0" y="349249"/>
                  </a:lnTo>
                  <a:lnTo>
                    <a:pt x="0" y="351789"/>
                  </a:lnTo>
                  <a:lnTo>
                    <a:pt x="2540" y="349249"/>
                  </a:lnTo>
                  <a:close/>
                </a:path>
                <a:path w="341630" h="351789">
                  <a:moveTo>
                    <a:pt x="5080" y="346709"/>
                  </a:moveTo>
                  <a:lnTo>
                    <a:pt x="0" y="346709"/>
                  </a:lnTo>
                  <a:lnTo>
                    <a:pt x="0" y="347979"/>
                  </a:lnTo>
                  <a:lnTo>
                    <a:pt x="3810" y="347979"/>
                  </a:lnTo>
                  <a:lnTo>
                    <a:pt x="5080" y="346709"/>
                  </a:lnTo>
                  <a:close/>
                </a:path>
                <a:path w="341630" h="351789">
                  <a:moveTo>
                    <a:pt x="8890" y="342899"/>
                  </a:moveTo>
                  <a:lnTo>
                    <a:pt x="0" y="342899"/>
                  </a:lnTo>
                  <a:lnTo>
                    <a:pt x="0" y="345439"/>
                  </a:lnTo>
                  <a:lnTo>
                    <a:pt x="6350" y="345439"/>
                  </a:lnTo>
                  <a:lnTo>
                    <a:pt x="8890" y="342899"/>
                  </a:lnTo>
                  <a:close/>
                </a:path>
                <a:path w="341630" h="351789">
                  <a:moveTo>
                    <a:pt x="11430" y="340359"/>
                  </a:moveTo>
                  <a:lnTo>
                    <a:pt x="1270" y="340359"/>
                  </a:lnTo>
                  <a:lnTo>
                    <a:pt x="0" y="341629"/>
                  </a:lnTo>
                  <a:lnTo>
                    <a:pt x="10160" y="341629"/>
                  </a:lnTo>
                  <a:lnTo>
                    <a:pt x="11430" y="340359"/>
                  </a:lnTo>
                  <a:close/>
                </a:path>
                <a:path w="341630" h="351789">
                  <a:moveTo>
                    <a:pt x="15240" y="336549"/>
                  </a:moveTo>
                  <a:lnTo>
                    <a:pt x="5080" y="336549"/>
                  </a:lnTo>
                  <a:lnTo>
                    <a:pt x="2539" y="339089"/>
                  </a:lnTo>
                  <a:lnTo>
                    <a:pt x="12700" y="339089"/>
                  </a:lnTo>
                  <a:lnTo>
                    <a:pt x="15240" y="336549"/>
                  </a:lnTo>
                  <a:close/>
                </a:path>
                <a:path w="341630" h="351789">
                  <a:moveTo>
                    <a:pt x="17780" y="334009"/>
                  </a:moveTo>
                  <a:lnTo>
                    <a:pt x="7620" y="334009"/>
                  </a:lnTo>
                  <a:lnTo>
                    <a:pt x="6350" y="335279"/>
                  </a:lnTo>
                  <a:lnTo>
                    <a:pt x="16510" y="335279"/>
                  </a:lnTo>
                  <a:lnTo>
                    <a:pt x="17780" y="334009"/>
                  </a:lnTo>
                  <a:close/>
                </a:path>
                <a:path w="341630" h="351789">
                  <a:moveTo>
                    <a:pt x="21590" y="330199"/>
                  </a:moveTo>
                  <a:lnTo>
                    <a:pt x="11430" y="330199"/>
                  </a:lnTo>
                  <a:lnTo>
                    <a:pt x="8889" y="332739"/>
                  </a:lnTo>
                  <a:lnTo>
                    <a:pt x="19050" y="332739"/>
                  </a:lnTo>
                  <a:lnTo>
                    <a:pt x="21590" y="330199"/>
                  </a:lnTo>
                  <a:close/>
                </a:path>
                <a:path w="341630" h="351789">
                  <a:moveTo>
                    <a:pt x="24130" y="327659"/>
                  </a:moveTo>
                  <a:lnTo>
                    <a:pt x="13970" y="327659"/>
                  </a:lnTo>
                  <a:lnTo>
                    <a:pt x="12700" y="328929"/>
                  </a:lnTo>
                  <a:lnTo>
                    <a:pt x="22860" y="328929"/>
                  </a:lnTo>
                  <a:lnTo>
                    <a:pt x="24130" y="327659"/>
                  </a:lnTo>
                  <a:close/>
                </a:path>
                <a:path w="341630" h="351789">
                  <a:moveTo>
                    <a:pt x="27940" y="323849"/>
                  </a:moveTo>
                  <a:lnTo>
                    <a:pt x="17780" y="323849"/>
                  </a:lnTo>
                  <a:lnTo>
                    <a:pt x="15239" y="326389"/>
                  </a:lnTo>
                  <a:lnTo>
                    <a:pt x="25400" y="326389"/>
                  </a:lnTo>
                  <a:lnTo>
                    <a:pt x="27940" y="323849"/>
                  </a:lnTo>
                  <a:close/>
                </a:path>
                <a:path w="341630" h="351789">
                  <a:moveTo>
                    <a:pt x="30480" y="321309"/>
                  </a:moveTo>
                  <a:lnTo>
                    <a:pt x="20320" y="321309"/>
                  </a:lnTo>
                  <a:lnTo>
                    <a:pt x="19050" y="322579"/>
                  </a:lnTo>
                  <a:lnTo>
                    <a:pt x="29210" y="322579"/>
                  </a:lnTo>
                  <a:lnTo>
                    <a:pt x="30480" y="321309"/>
                  </a:lnTo>
                  <a:close/>
                </a:path>
                <a:path w="341630" h="351789">
                  <a:moveTo>
                    <a:pt x="34290" y="317499"/>
                  </a:moveTo>
                  <a:lnTo>
                    <a:pt x="24130" y="317499"/>
                  </a:lnTo>
                  <a:lnTo>
                    <a:pt x="21589" y="320039"/>
                  </a:lnTo>
                  <a:lnTo>
                    <a:pt x="31750" y="320039"/>
                  </a:lnTo>
                  <a:lnTo>
                    <a:pt x="34290" y="317499"/>
                  </a:lnTo>
                  <a:close/>
                </a:path>
                <a:path w="341630" h="351789">
                  <a:moveTo>
                    <a:pt x="36830" y="314959"/>
                  </a:moveTo>
                  <a:lnTo>
                    <a:pt x="26670" y="314959"/>
                  </a:lnTo>
                  <a:lnTo>
                    <a:pt x="25400" y="316229"/>
                  </a:lnTo>
                  <a:lnTo>
                    <a:pt x="35560" y="316229"/>
                  </a:lnTo>
                  <a:lnTo>
                    <a:pt x="36830" y="314959"/>
                  </a:lnTo>
                  <a:close/>
                </a:path>
                <a:path w="341630" h="351789">
                  <a:moveTo>
                    <a:pt x="40640" y="311149"/>
                  </a:moveTo>
                  <a:lnTo>
                    <a:pt x="30480" y="311149"/>
                  </a:lnTo>
                  <a:lnTo>
                    <a:pt x="27939" y="313689"/>
                  </a:lnTo>
                  <a:lnTo>
                    <a:pt x="38100" y="313689"/>
                  </a:lnTo>
                  <a:lnTo>
                    <a:pt x="40640" y="311149"/>
                  </a:lnTo>
                  <a:close/>
                </a:path>
                <a:path w="341630" h="351789">
                  <a:moveTo>
                    <a:pt x="43180" y="308609"/>
                  </a:moveTo>
                  <a:lnTo>
                    <a:pt x="33020" y="308609"/>
                  </a:lnTo>
                  <a:lnTo>
                    <a:pt x="31750" y="309879"/>
                  </a:lnTo>
                  <a:lnTo>
                    <a:pt x="41910" y="309879"/>
                  </a:lnTo>
                  <a:lnTo>
                    <a:pt x="43180" y="308609"/>
                  </a:lnTo>
                  <a:close/>
                </a:path>
                <a:path w="341630" h="351789">
                  <a:moveTo>
                    <a:pt x="46990" y="304799"/>
                  </a:moveTo>
                  <a:lnTo>
                    <a:pt x="36830" y="304799"/>
                  </a:lnTo>
                  <a:lnTo>
                    <a:pt x="34289" y="307339"/>
                  </a:lnTo>
                  <a:lnTo>
                    <a:pt x="44450" y="307339"/>
                  </a:lnTo>
                  <a:lnTo>
                    <a:pt x="46990" y="304799"/>
                  </a:lnTo>
                  <a:close/>
                </a:path>
                <a:path w="341630" h="351789">
                  <a:moveTo>
                    <a:pt x="49530" y="302259"/>
                  </a:moveTo>
                  <a:lnTo>
                    <a:pt x="39370" y="302259"/>
                  </a:lnTo>
                  <a:lnTo>
                    <a:pt x="38100" y="303529"/>
                  </a:lnTo>
                  <a:lnTo>
                    <a:pt x="48260" y="303529"/>
                  </a:lnTo>
                  <a:lnTo>
                    <a:pt x="49530" y="302259"/>
                  </a:lnTo>
                  <a:close/>
                </a:path>
                <a:path w="341630" h="351789">
                  <a:moveTo>
                    <a:pt x="53340" y="298449"/>
                  </a:moveTo>
                  <a:lnTo>
                    <a:pt x="43180" y="298449"/>
                  </a:lnTo>
                  <a:lnTo>
                    <a:pt x="40639" y="300989"/>
                  </a:lnTo>
                  <a:lnTo>
                    <a:pt x="50800" y="300989"/>
                  </a:lnTo>
                  <a:lnTo>
                    <a:pt x="53340" y="298449"/>
                  </a:lnTo>
                  <a:close/>
                </a:path>
                <a:path w="341630" h="351789">
                  <a:moveTo>
                    <a:pt x="55880" y="295909"/>
                  </a:moveTo>
                  <a:lnTo>
                    <a:pt x="45720" y="295909"/>
                  </a:lnTo>
                  <a:lnTo>
                    <a:pt x="44450" y="297179"/>
                  </a:lnTo>
                  <a:lnTo>
                    <a:pt x="54610" y="297179"/>
                  </a:lnTo>
                  <a:lnTo>
                    <a:pt x="55880" y="295909"/>
                  </a:lnTo>
                  <a:close/>
                </a:path>
                <a:path w="341630" h="351789">
                  <a:moveTo>
                    <a:pt x="59690" y="292099"/>
                  </a:moveTo>
                  <a:lnTo>
                    <a:pt x="49530" y="292099"/>
                  </a:lnTo>
                  <a:lnTo>
                    <a:pt x="46989" y="294639"/>
                  </a:lnTo>
                  <a:lnTo>
                    <a:pt x="57150" y="294639"/>
                  </a:lnTo>
                  <a:lnTo>
                    <a:pt x="59690" y="292099"/>
                  </a:lnTo>
                  <a:close/>
                </a:path>
                <a:path w="341630" h="351789">
                  <a:moveTo>
                    <a:pt x="62230" y="289559"/>
                  </a:moveTo>
                  <a:lnTo>
                    <a:pt x="52070" y="289559"/>
                  </a:lnTo>
                  <a:lnTo>
                    <a:pt x="50800" y="290829"/>
                  </a:lnTo>
                  <a:lnTo>
                    <a:pt x="60960" y="290829"/>
                  </a:lnTo>
                  <a:lnTo>
                    <a:pt x="62230" y="289559"/>
                  </a:lnTo>
                  <a:close/>
                </a:path>
                <a:path w="341630" h="351789">
                  <a:moveTo>
                    <a:pt x="66040" y="285749"/>
                  </a:moveTo>
                  <a:lnTo>
                    <a:pt x="55880" y="285749"/>
                  </a:lnTo>
                  <a:lnTo>
                    <a:pt x="53339" y="288289"/>
                  </a:lnTo>
                  <a:lnTo>
                    <a:pt x="63500" y="288289"/>
                  </a:lnTo>
                  <a:lnTo>
                    <a:pt x="66040" y="285749"/>
                  </a:lnTo>
                  <a:close/>
                </a:path>
                <a:path w="341630" h="351789">
                  <a:moveTo>
                    <a:pt x="68580" y="283209"/>
                  </a:moveTo>
                  <a:lnTo>
                    <a:pt x="58420" y="283209"/>
                  </a:lnTo>
                  <a:lnTo>
                    <a:pt x="57150" y="284479"/>
                  </a:lnTo>
                  <a:lnTo>
                    <a:pt x="67310" y="284479"/>
                  </a:lnTo>
                  <a:lnTo>
                    <a:pt x="68580" y="283209"/>
                  </a:lnTo>
                  <a:close/>
                </a:path>
                <a:path w="341630" h="351789">
                  <a:moveTo>
                    <a:pt x="72390" y="279399"/>
                  </a:moveTo>
                  <a:lnTo>
                    <a:pt x="62230" y="279399"/>
                  </a:lnTo>
                  <a:lnTo>
                    <a:pt x="59689" y="281939"/>
                  </a:lnTo>
                  <a:lnTo>
                    <a:pt x="69850" y="281939"/>
                  </a:lnTo>
                  <a:lnTo>
                    <a:pt x="72390" y="279399"/>
                  </a:lnTo>
                  <a:close/>
                </a:path>
                <a:path w="341630" h="351789">
                  <a:moveTo>
                    <a:pt x="74930" y="276859"/>
                  </a:moveTo>
                  <a:lnTo>
                    <a:pt x="64770" y="276859"/>
                  </a:lnTo>
                  <a:lnTo>
                    <a:pt x="63500" y="278129"/>
                  </a:lnTo>
                  <a:lnTo>
                    <a:pt x="73660" y="278129"/>
                  </a:lnTo>
                  <a:lnTo>
                    <a:pt x="74930" y="276859"/>
                  </a:lnTo>
                  <a:close/>
                </a:path>
                <a:path w="341630" h="351789">
                  <a:moveTo>
                    <a:pt x="78740" y="273049"/>
                  </a:moveTo>
                  <a:lnTo>
                    <a:pt x="68580" y="273049"/>
                  </a:lnTo>
                  <a:lnTo>
                    <a:pt x="66039" y="275589"/>
                  </a:lnTo>
                  <a:lnTo>
                    <a:pt x="76200" y="275589"/>
                  </a:lnTo>
                  <a:lnTo>
                    <a:pt x="78740" y="273049"/>
                  </a:lnTo>
                  <a:close/>
                </a:path>
                <a:path w="341630" h="351789">
                  <a:moveTo>
                    <a:pt x="81280" y="270509"/>
                  </a:moveTo>
                  <a:lnTo>
                    <a:pt x="71120" y="270509"/>
                  </a:lnTo>
                  <a:lnTo>
                    <a:pt x="69850" y="271779"/>
                  </a:lnTo>
                  <a:lnTo>
                    <a:pt x="80010" y="271779"/>
                  </a:lnTo>
                  <a:lnTo>
                    <a:pt x="81280" y="270509"/>
                  </a:lnTo>
                  <a:close/>
                </a:path>
                <a:path w="341630" h="351789">
                  <a:moveTo>
                    <a:pt x="85090" y="266699"/>
                  </a:moveTo>
                  <a:lnTo>
                    <a:pt x="74930" y="266699"/>
                  </a:lnTo>
                  <a:lnTo>
                    <a:pt x="72389" y="269239"/>
                  </a:lnTo>
                  <a:lnTo>
                    <a:pt x="82550" y="269239"/>
                  </a:lnTo>
                  <a:lnTo>
                    <a:pt x="85090" y="266699"/>
                  </a:lnTo>
                  <a:close/>
                </a:path>
                <a:path w="341630" h="351789">
                  <a:moveTo>
                    <a:pt x="87630" y="264159"/>
                  </a:moveTo>
                  <a:lnTo>
                    <a:pt x="77470" y="264159"/>
                  </a:lnTo>
                  <a:lnTo>
                    <a:pt x="76200" y="265429"/>
                  </a:lnTo>
                  <a:lnTo>
                    <a:pt x="86360" y="265429"/>
                  </a:lnTo>
                  <a:lnTo>
                    <a:pt x="87630" y="264159"/>
                  </a:lnTo>
                  <a:close/>
                </a:path>
                <a:path w="341630" h="351789">
                  <a:moveTo>
                    <a:pt x="91440" y="260349"/>
                  </a:moveTo>
                  <a:lnTo>
                    <a:pt x="81280" y="260349"/>
                  </a:lnTo>
                  <a:lnTo>
                    <a:pt x="78739" y="262889"/>
                  </a:lnTo>
                  <a:lnTo>
                    <a:pt x="88900" y="262889"/>
                  </a:lnTo>
                  <a:lnTo>
                    <a:pt x="91440" y="260349"/>
                  </a:lnTo>
                  <a:close/>
                </a:path>
                <a:path w="341630" h="351789">
                  <a:moveTo>
                    <a:pt x="93980" y="257809"/>
                  </a:moveTo>
                  <a:lnTo>
                    <a:pt x="83820" y="257809"/>
                  </a:lnTo>
                  <a:lnTo>
                    <a:pt x="82550" y="259079"/>
                  </a:lnTo>
                  <a:lnTo>
                    <a:pt x="92710" y="259079"/>
                  </a:lnTo>
                  <a:lnTo>
                    <a:pt x="93980" y="257809"/>
                  </a:lnTo>
                  <a:close/>
                </a:path>
                <a:path w="341630" h="351789">
                  <a:moveTo>
                    <a:pt x="97790" y="253999"/>
                  </a:moveTo>
                  <a:lnTo>
                    <a:pt x="87630" y="253999"/>
                  </a:lnTo>
                  <a:lnTo>
                    <a:pt x="85089" y="256539"/>
                  </a:lnTo>
                  <a:lnTo>
                    <a:pt x="95250" y="256539"/>
                  </a:lnTo>
                  <a:lnTo>
                    <a:pt x="97790" y="253999"/>
                  </a:lnTo>
                  <a:close/>
                </a:path>
                <a:path w="341630" h="351789">
                  <a:moveTo>
                    <a:pt x="100330" y="251459"/>
                  </a:moveTo>
                  <a:lnTo>
                    <a:pt x="90170" y="251459"/>
                  </a:lnTo>
                  <a:lnTo>
                    <a:pt x="88900" y="252729"/>
                  </a:lnTo>
                  <a:lnTo>
                    <a:pt x="99060" y="252729"/>
                  </a:lnTo>
                  <a:lnTo>
                    <a:pt x="100330" y="251459"/>
                  </a:lnTo>
                  <a:close/>
                </a:path>
                <a:path w="341630" h="351789">
                  <a:moveTo>
                    <a:pt x="104140" y="247649"/>
                  </a:moveTo>
                  <a:lnTo>
                    <a:pt x="93980" y="247649"/>
                  </a:lnTo>
                  <a:lnTo>
                    <a:pt x="91439" y="250189"/>
                  </a:lnTo>
                  <a:lnTo>
                    <a:pt x="101600" y="250189"/>
                  </a:lnTo>
                  <a:lnTo>
                    <a:pt x="104140" y="247649"/>
                  </a:lnTo>
                  <a:close/>
                </a:path>
                <a:path w="341630" h="351789">
                  <a:moveTo>
                    <a:pt x="106680" y="245109"/>
                  </a:moveTo>
                  <a:lnTo>
                    <a:pt x="96520" y="245109"/>
                  </a:lnTo>
                  <a:lnTo>
                    <a:pt x="95250" y="246379"/>
                  </a:lnTo>
                  <a:lnTo>
                    <a:pt x="105410" y="246379"/>
                  </a:lnTo>
                  <a:lnTo>
                    <a:pt x="106680" y="245109"/>
                  </a:lnTo>
                  <a:close/>
                </a:path>
                <a:path w="341630" h="351789">
                  <a:moveTo>
                    <a:pt x="110490" y="241299"/>
                  </a:moveTo>
                  <a:lnTo>
                    <a:pt x="100330" y="241299"/>
                  </a:lnTo>
                  <a:lnTo>
                    <a:pt x="97789" y="243839"/>
                  </a:lnTo>
                  <a:lnTo>
                    <a:pt x="107950" y="243839"/>
                  </a:lnTo>
                  <a:lnTo>
                    <a:pt x="110490" y="241299"/>
                  </a:lnTo>
                  <a:close/>
                </a:path>
                <a:path w="341630" h="351789">
                  <a:moveTo>
                    <a:pt x="113030" y="238759"/>
                  </a:moveTo>
                  <a:lnTo>
                    <a:pt x="102870" y="238759"/>
                  </a:lnTo>
                  <a:lnTo>
                    <a:pt x="101600" y="240029"/>
                  </a:lnTo>
                  <a:lnTo>
                    <a:pt x="111760" y="240029"/>
                  </a:lnTo>
                  <a:lnTo>
                    <a:pt x="113030" y="238759"/>
                  </a:lnTo>
                  <a:close/>
                </a:path>
                <a:path w="341630" h="351789">
                  <a:moveTo>
                    <a:pt x="116840" y="234949"/>
                  </a:moveTo>
                  <a:lnTo>
                    <a:pt x="106680" y="234949"/>
                  </a:lnTo>
                  <a:lnTo>
                    <a:pt x="104139" y="237489"/>
                  </a:lnTo>
                  <a:lnTo>
                    <a:pt x="114300" y="237489"/>
                  </a:lnTo>
                  <a:lnTo>
                    <a:pt x="116840" y="234949"/>
                  </a:lnTo>
                  <a:close/>
                </a:path>
                <a:path w="341630" h="351789">
                  <a:moveTo>
                    <a:pt x="119380" y="232409"/>
                  </a:moveTo>
                  <a:lnTo>
                    <a:pt x="109220" y="232409"/>
                  </a:lnTo>
                  <a:lnTo>
                    <a:pt x="107950" y="233679"/>
                  </a:lnTo>
                  <a:lnTo>
                    <a:pt x="118110" y="233679"/>
                  </a:lnTo>
                  <a:lnTo>
                    <a:pt x="119380" y="232409"/>
                  </a:lnTo>
                  <a:close/>
                </a:path>
                <a:path w="341630" h="351789">
                  <a:moveTo>
                    <a:pt x="123190" y="228599"/>
                  </a:moveTo>
                  <a:lnTo>
                    <a:pt x="113030" y="228599"/>
                  </a:lnTo>
                  <a:lnTo>
                    <a:pt x="110489" y="231139"/>
                  </a:lnTo>
                  <a:lnTo>
                    <a:pt x="120650" y="231139"/>
                  </a:lnTo>
                  <a:lnTo>
                    <a:pt x="123190" y="228599"/>
                  </a:lnTo>
                  <a:close/>
                </a:path>
                <a:path w="341630" h="351789">
                  <a:moveTo>
                    <a:pt x="341630" y="0"/>
                  </a:moveTo>
                  <a:lnTo>
                    <a:pt x="114300" y="227329"/>
                  </a:lnTo>
                  <a:lnTo>
                    <a:pt x="124460" y="227329"/>
                  </a:lnTo>
                  <a:lnTo>
                    <a:pt x="341630" y="10160"/>
                  </a:lnTo>
                  <a:lnTo>
                    <a:pt x="341630" y="0"/>
                  </a:lnTo>
                  <a:close/>
                </a:path>
              </a:pathLst>
            </a:custGeom>
            <a:solidFill>
              <a:srgbClr val="D6CA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4" name="object 1774"/>
            <p:cNvSpPr/>
            <p:nvPr/>
          </p:nvSpPr>
          <p:spPr>
            <a:xfrm>
              <a:off x="2860039" y="2987039"/>
              <a:ext cx="341630" cy="352425"/>
            </a:xfrm>
            <a:custGeom>
              <a:avLst/>
              <a:gdLst/>
              <a:ahLst/>
              <a:cxnLst/>
              <a:rect l="l" t="t" r="r" b="b"/>
              <a:pathLst>
                <a:path w="341630" h="352425">
                  <a:moveTo>
                    <a:pt x="66" y="351789"/>
                  </a:moveTo>
                  <a:close/>
                </a:path>
                <a:path w="341630" h="352425">
                  <a:moveTo>
                    <a:pt x="2612" y="349250"/>
                  </a:moveTo>
                  <a:lnTo>
                    <a:pt x="0" y="349250"/>
                  </a:lnTo>
                  <a:lnTo>
                    <a:pt x="0" y="350520"/>
                  </a:lnTo>
                  <a:lnTo>
                    <a:pt x="1339" y="350520"/>
                  </a:lnTo>
                  <a:lnTo>
                    <a:pt x="2612" y="349250"/>
                  </a:lnTo>
                  <a:close/>
                </a:path>
                <a:path w="341630" h="352425">
                  <a:moveTo>
                    <a:pt x="6431" y="345439"/>
                  </a:moveTo>
                  <a:lnTo>
                    <a:pt x="0" y="345439"/>
                  </a:lnTo>
                  <a:lnTo>
                    <a:pt x="0" y="347980"/>
                  </a:lnTo>
                  <a:lnTo>
                    <a:pt x="3885" y="347980"/>
                  </a:lnTo>
                  <a:lnTo>
                    <a:pt x="6431" y="345439"/>
                  </a:lnTo>
                  <a:close/>
                </a:path>
                <a:path w="341630" h="352425">
                  <a:moveTo>
                    <a:pt x="8978" y="342900"/>
                  </a:moveTo>
                  <a:lnTo>
                    <a:pt x="0" y="342900"/>
                  </a:lnTo>
                  <a:lnTo>
                    <a:pt x="0" y="344170"/>
                  </a:lnTo>
                  <a:lnTo>
                    <a:pt x="7705" y="344170"/>
                  </a:lnTo>
                  <a:lnTo>
                    <a:pt x="8978" y="342900"/>
                  </a:lnTo>
                  <a:close/>
                </a:path>
                <a:path w="341630" h="352425">
                  <a:moveTo>
                    <a:pt x="12797" y="339089"/>
                  </a:moveTo>
                  <a:lnTo>
                    <a:pt x="2540" y="339089"/>
                  </a:lnTo>
                  <a:lnTo>
                    <a:pt x="0" y="341630"/>
                  </a:lnTo>
                  <a:lnTo>
                    <a:pt x="10251" y="341630"/>
                  </a:lnTo>
                  <a:lnTo>
                    <a:pt x="12797" y="339089"/>
                  </a:lnTo>
                  <a:close/>
                </a:path>
                <a:path w="341630" h="352425">
                  <a:moveTo>
                    <a:pt x="15343" y="336550"/>
                  </a:moveTo>
                  <a:lnTo>
                    <a:pt x="5080" y="336550"/>
                  </a:lnTo>
                  <a:lnTo>
                    <a:pt x="3810" y="337820"/>
                  </a:lnTo>
                  <a:lnTo>
                    <a:pt x="14070" y="337820"/>
                  </a:lnTo>
                  <a:lnTo>
                    <a:pt x="15343" y="336550"/>
                  </a:lnTo>
                  <a:close/>
                </a:path>
                <a:path w="341630" h="352425">
                  <a:moveTo>
                    <a:pt x="19163" y="332739"/>
                  </a:moveTo>
                  <a:lnTo>
                    <a:pt x="8890" y="332739"/>
                  </a:lnTo>
                  <a:lnTo>
                    <a:pt x="6350" y="335280"/>
                  </a:lnTo>
                  <a:lnTo>
                    <a:pt x="16617" y="335280"/>
                  </a:lnTo>
                  <a:lnTo>
                    <a:pt x="19163" y="332739"/>
                  </a:lnTo>
                  <a:close/>
                </a:path>
                <a:path w="341630" h="352425">
                  <a:moveTo>
                    <a:pt x="21709" y="330200"/>
                  </a:moveTo>
                  <a:lnTo>
                    <a:pt x="11430" y="330200"/>
                  </a:lnTo>
                  <a:lnTo>
                    <a:pt x="10160" y="331470"/>
                  </a:lnTo>
                  <a:lnTo>
                    <a:pt x="20436" y="331470"/>
                  </a:lnTo>
                  <a:lnTo>
                    <a:pt x="21709" y="330200"/>
                  </a:lnTo>
                  <a:close/>
                </a:path>
                <a:path w="341630" h="352425">
                  <a:moveTo>
                    <a:pt x="25529" y="326389"/>
                  </a:moveTo>
                  <a:lnTo>
                    <a:pt x="15240" y="326389"/>
                  </a:lnTo>
                  <a:lnTo>
                    <a:pt x="12700" y="328930"/>
                  </a:lnTo>
                  <a:lnTo>
                    <a:pt x="22982" y="328930"/>
                  </a:lnTo>
                  <a:lnTo>
                    <a:pt x="25529" y="326389"/>
                  </a:lnTo>
                  <a:close/>
                </a:path>
                <a:path w="341630" h="352425">
                  <a:moveTo>
                    <a:pt x="28075" y="323850"/>
                  </a:moveTo>
                  <a:lnTo>
                    <a:pt x="17780" y="323850"/>
                  </a:lnTo>
                  <a:lnTo>
                    <a:pt x="16510" y="325120"/>
                  </a:lnTo>
                  <a:lnTo>
                    <a:pt x="26802" y="325120"/>
                  </a:lnTo>
                  <a:lnTo>
                    <a:pt x="28075" y="323850"/>
                  </a:lnTo>
                  <a:close/>
                </a:path>
                <a:path w="341630" h="352425">
                  <a:moveTo>
                    <a:pt x="31894" y="320039"/>
                  </a:moveTo>
                  <a:lnTo>
                    <a:pt x="21590" y="320039"/>
                  </a:lnTo>
                  <a:lnTo>
                    <a:pt x="19050" y="322580"/>
                  </a:lnTo>
                  <a:lnTo>
                    <a:pt x="29348" y="322580"/>
                  </a:lnTo>
                  <a:lnTo>
                    <a:pt x="31894" y="320039"/>
                  </a:lnTo>
                  <a:close/>
                </a:path>
                <a:path w="341630" h="352425">
                  <a:moveTo>
                    <a:pt x="34441" y="317500"/>
                  </a:moveTo>
                  <a:lnTo>
                    <a:pt x="24130" y="317500"/>
                  </a:lnTo>
                  <a:lnTo>
                    <a:pt x="22860" y="318770"/>
                  </a:lnTo>
                  <a:lnTo>
                    <a:pt x="33168" y="318770"/>
                  </a:lnTo>
                  <a:lnTo>
                    <a:pt x="34441" y="317500"/>
                  </a:lnTo>
                  <a:close/>
                </a:path>
                <a:path w="341630" h="352425">
                  <a:moveTo>
                    <a:pt x="38260" y="313689"/>
                  </a:moveTo>
                  <a:lnTo>
                    <a:pt x="27940" y="313689"/>
                  </a:lnTo>
                  <a:lnTo>
                    <a:pt x="25400" y="316230"/>
                  </a:lnTo>
                  <a:lnTo>
                    <a:pt x="35714" y="316230"/>
                  </a:lnTo>
                  <a:lnTo>
                    <a:pt x="38260" y="313689"/>
                  </a:lnTo>
                  <a:close/>
                </a:path>
                <a:path w="341630" h="352425">
                  <a:moveTo>
                    <a:pt x="40807" y="311150"/>
                  </a:moveTo>
                  <a:lnTo>
                    <a:pt x="30480" y="311150"/>
                  </a:lnTo>
                  <a:lnTo>
                    <a:pt x="29210" y="312420"/>
                  </a:lnTo>
                  <a:lnTo>
                    <a:pt x="39533" y="312420"/>
                  </a:lnTo>
                  <a:lnTo>
                    <a:pt x="40807" y="311150"/>
                  </a:lnTo>
                  <a:close/>
                </a:path>
                <a:path w="341630" h="352425">
                  <a:moveTo>
                    <a:pt x="44626" y="307339"/>
                  </a:moveTo>
                  <a:lnTo>
                    <a:pt x="34290" y="307339"/>
                  </a:lnTo>
                  <a:lnTo>
                    <a:pt x="31750" y="309880"/>
                  </a:lnTo>
                  <a:lnTo>
                    <a:pt x="42080" y="309880"/>
                  </a:lnTo>
                  <a:lnTo>
                    <a:pt x="44626" y="307339"/>
                  </a:lnTo>
                  <a:close/>
                </a:path>
                <a:path w="341630" h="352425">
                  <a:moveTo>
                    <a:pt x="47172" y="304800"/>
                  </a:moveTo>
                  <a:lnTo>
                    <a:pt x="36830" y="304800"/>
                  </a:lnTo>
                  <a:lnTo>
                    <a:pt x="35560" y="306070"/>
                  </a:lnTo>
                  <a:lnTo>
                    <a:pt x="45899" y="306070"/>
                  </a:lnTo>
                  <a:lnTo>
                    <a:pt x="47172" y="304800"/>
                  </a:lnTo>
                  <a:close/>
                </a:path>
                <a:path w="341630" h="352425">
                  <a:moveTo>
                    <a:pt x="50992" y="300989"/>
                  </a:moveTo>
                  <a:lnTo>
                    <a:pt x="40640" y="300989"/>
                  </a:lnTo>
                  <a:lnTo>
                    <a:pt x="38100" y="303530"/>
                  </a:lnTo>
                  <a:lnTo>
                    <a:pt x="48445" y="303530"/>
                  </a:lnTo>
                  <a:lnTo>
                    <a:pt x="50992" y="300989"/>
                  </a:lnTo>
                  <a:close/>
                </a:path>
                <a:path w="341630" h="352425">
                  <a:moveTo>
                    <a:pt x="53538" y="298450"/>
                  </a:moveTo>
                  <a:lnTo>
                    <a:pt x="43180" y="298450"/>
                  </a:lnTo>
                  <a:lnTo>
                    <a:pt x="41910" y="299720"/>
                  </a:lnTo>
                  <a:lnTo>
                    <a:pt x="52265" y="299720"/>
                  </a:lnTo>
                  <a:lnTo>
                    <a:pt x="53538" y="298450"/>
                  </a:lnTo>
                  <a:close/>
                </a:path>
                <a:path w="341630" h="352425">
                  <a:moveTo>
                    <a:pt x="57357" y="294639"/>
                  </a:moveTo>
                  <a:lnTo>
                    <a:pt x="46990" y="294639"/>
                  </a:lnTo>
                  <a:lnTo>
                    <a:pt x="44450" y="297180"/>
                  </a:lnTo>
                  <a:lnTo>
                    <a:pt x="54811" y="297180"/>
                  </a:lnTo>
                  <a:lnTo>
                    <a:pt x="57357" y="294639"/>
                  </a:lnTo>
                  <a:close/>
                </a:path>
                <a:path w="341630" h="352425">
                  <a:moveTo>
                    <a:pt x="59904" y="292100"/>
                  </a:moveTo>
                  <a:lnTo>
                    <a:pt x="49530" y="292100"/>
                  </a:lnTo>
                  <a:lnTo>
                    <a:pt x="48260" y="293370"/>
                  </a:lnTo>
                  <a:lnTo>
                    <a:pt x="58631" y="293370"/>
                  </a:lnTo>
                  <a:lnTo>
                    <a:pt x="59904" y="292100"/>
                  </a:lnTo>
                  <a:close/>
                </a:path>
                <a:path w="341630" h="352425">
                  <a:moveTo>
                    <a:pt x="63723" y="288289"/>
                  </a:moveTo>
                  <a:lnTo>
                    <a:pt x="53340" y="288289"/>
                  </a:lnTo>
                  <a:lnTo>
                    <a:pt x="50800" y="290830"/>
                  </a:lnTo>
                  <a:lnTo>
                    <a:pt x="61177" y="290830"/>
                  </a:lnTo>
                  <a:lnTo>
                    <a:pt x="63723" y="288289"/>
                  </a:lnTo>
                  <a:close/>
                </a:path>
                <a:path w="341630" h="352425">
                  <a:moveTo>
                    <a:pt x="66270" y="285750"/>
                  </a:moveTo>
                  <a:lnTo>
                    <a:pt x="55880" y="285750"/>
                  </a:lnTo>
                  <a:lnTo>
                    <a:pt x="54610" y="287020"/>
                  </a:lnTo>
                  <a:lnTo>
                    <a:pt x="64996" y="287020"/>
                  </a:lnTo>
                  <a:lnTo>
                    <a:pt x="66270" y="285750"/>
                  </a:lnTo>
                  <a:close/>
                </a:path>
                <a:path w="341630" h="352425">
                  <a:moveTo>
                    <a:pt x="70089" y="281939"/>
                  </a:moveTo>
                  <a:lnTo>
                    <a:pt x="59690" y="281939"/>
                  </a:lnTo>
                  <a:lnTo>
                    <a:pt x="57150" y="284480"/>
                  </a:lnTo>
                  <a:lnTo>
                    <a:pt x="67543" y="284480"/>
                  </a:lnTo>
                  <a:lnTo>
                    <a:pt x="70089" y="281939"/>
                  </a:lnTo>
                  <a:close/>
                </a:path>
                <a:path w="341630" h="352425">
                  <a:moveTo>
                    <a:pt x="72635" y="279400"/>
                  </a:moveTo>
                  <a:lnTo>
                    <a:pt x="62230" y="279400"/>
                  </a:lnTo>
                  <a:lnTo>
                    <a:pt x="60960" y="280670"/>
                  </a:lnTo>
                  <a:lnTo>
                    <a:pt x="71362" y="280670"/>
                  </a:lnTo>
                  <a:lnTo>
                    <a:pt x="72635" y="279400"/>
                  </a:lnTo>
                  <a:close/>
                </a:path>
                <a:path w="341630" h="352425">
                  <a:moveTo>
                    <a:pt x="76455" y="275589"/>
                  </a:moveTo>
                  <a:lnTo>
                    <a:pt x="66040" y="275589"/>
                  </a:lnTo>
                  <a:lnTo>
                    <a:pt x="63500" y="278130"/>
                  </a:lnTo>
                  <a:lnTo>
                    <a:pt x="73908" y="278130"/>
                  </a:lnTo>
                  <a:lnTo>
                    <a:pt x="76455" y="275589"/>
                  </a:lnTo>
                  <a:close/>
                </a:path>
                <a:path w="341630" h="352425">
                  <a:moveTo>
                    <a:pt x="79001" y="273050"/>
                  </a:moveTo>
                  <a:lnTo>
                    <a:pt x="68580" y="273050"/>
                  </a:lnTo>
                  <a:lnTo>
                    <a:pt x="67310" y="274320"/>
                  </a:lnTo>
                  <a:lnTo>
                    <a:pt x="77728" y="274320"/>
                  </a:lnTo>
                  <a:lnTo>
                    <a:pt x="79001" y="273050"/>
                  </a:lnTo>
                  <a:close/>
                </a:path>
                <a:path w="341630" h="352425">
                  <a:moveTo>
                    <a:pt x="82821" y="269239"/>
                  </a:moveTo>
                  <a:lnTo>
                    <a:pt x="72390" y="269239"/>
                  </a:lnTo>
                  <a:lnTo>
                    <a:pt x="69850" y="271780"/>
                  </a:lnTo>
                  <a:lnTo>
                    <a:pt x="80274" y="271780"/>
                  </a:lnTo>
                  <a:lnTo>
                    <a:pt x="82821" y="269239"/>
                  </a:lnTo>
                  <a:close/>
                </a:path>
                <a:path w="341630" h="352425">
                  <a:moveTo>
                    <a:pt x="85367" y="266700"/>
                  </a:moveTo>
                  <a:lnTo>
                    <a:pt x="74930" y="266700"/>
                  </a:lnTo>
                  <a:lnTo>
                    <a:pt x="73660" y="267970"/>
                  </a:lnTo>
                  <a:lnTo>
                    <a:pt x="84094" y="267970"/>
                  </a:lnTo>
                  <a:lnTo>
                    <a:pt x="85367" y="266700"/>
                  </a:lnTo>
                  <a:close/>
                </a:path>
                <a:path w="341630" h="352425">
                  <a:moveTo>
                    <a:pt x="89186" y="262889"/>
                  </a:moveTo>
                  <a:lnTo>
                    <a:pt x="78740" y="262889"/>
                  </a:lnTo>
                  <a:lnTo>
                    <a:pt x="76200" y="265430"/>
                  </a:lnTo>
                  <a:lnTo>
                    <a:pt x="86640" y="265430"/>
                  </a:lnTo>
                  <a:lnTo>
                    <a:pt x="89186" y="262889"/>
                  </a:lnTo>
                  <a:close/>
                </a:path>
                <a:path w="341630" h="352425">
                  <a:moveTo>
                    <a:pt x="91733" y="260350"/>
                  </a:moveTo>
                  <a:lnTo>
                    <a:pt x="81280" y="260350"/>
                  </a:lnTo>
                  <a:lnTo>
                    <a:pt x="80010" y="261620"/>
                  </a:lnTo>
                  <a:lnTo>
                    <a:pt x="90459" y="261620"/>
                  </a:lnTo>
                  <a:lnTo>
                    <a:pt x="91733" y="260350"/>
                  </a:lnTo>
                  <a:close/>
                </a:path>
                <a:path w="341630" h="352425">
                  <a:moveTo>
                    <a:pt x="95552" y="256539"/>
                  </a:moveTo>
                  <a:lnTo>
                    <a:pt x="85090" y="256539"/>
                  </a:lnTo>
                  <a:lnTo>
                    <a:pt x="82550" y="259080"/>
                  </a:lnTo>
                  <a:lnTo>
                    <a:pt x="93006" y="259080"/>
                  </a:lnTo>
                  <a:lnTo>
                    <a:pt x="95552" y="256539"/>
                  </a:lnTo>
                  <a:close/>
                </a:path>
                <a:path w="341630" h="352425">
                  <a:moveTo>
                    <a:pt x="98098" y="254000"/>
                  </a:moveTo>
                  <a:lnTo>
                    <a:pt x="87630" y="254000"/>
                  </a:lnTo>
                  <a:lnTo>
                    <a:pt x="86360" y="255270"/>
                  </a:lnTo>
                  <a:lnTo>
                    <a:pt x="96825" y="255270"/>
                  </a:lnTo>
                  <a:lnTo>
                    <a:pt x="98098" y="254000"/>
                  </a:lnTo>
                  <a:close/>
                </a:path>
                <a:path w="341630" h="352425">
                  <a:moveTo>
                    <a:pt x="101918" y="250189"/>
                  </a:moveTo>
                  <a:lnTo>
                    <a:pt x="91440" y="250189"/>
                  </a:lnTo>
                  <a:lnTo>
                    <a:pt x="88900" y="252730"/>
                  </a:lnTo>
                  <a:lnTo>
                    <a:pt x="99371" y="252730"/>
                  </a:lnTo>
                  <a:lnTo>
                    <a:pt x="101918" y="250189"/>
                  </a:lnTo>
                  <a:close/>
                </a:path>
                <a:path w="341630" h="352425">
                  <a:moveTo>
                    <a:pt x="104464" y="247650"/>
                  </a:moveTo>
                  <a:lnTo>
                    <a:pt x="93980" y="247650"/>
                  </a:lnTo>
                  <a:lnTo>
                    <a:pt x="92710" y="248920"/>
                  </a:lnTo>
                  <a:lnTo>
                    <a:pt x="103191" y="248920"/>
                  </a:lnTo>
                  <a:lnTo>
                    <a:pt x="104464" y="247650"/>
                  </a:lnTo>
                  <a:close/>
                </a:path>
                <a:path w="341630" h="352425">
                  <a:moveTo>
                    <a:pt x="108284" y="243839"/>
                  </a:moveTo>
                  <a:lnTo>
                    <a:pt x="97790" y="243839"/>
                  </a:lnTo>
                  <a:lnTo>
                    <a:pt x="95250" y="246380"/>
                  </a:lnTo>
                  <a:lnTo>
                    <a:pt x="105737" y="246380"/>
                  </a:lnTo>
                  <a:lnTo>
                    <a:pt x="108284" y="243839"/>
                  </a:lnTo>
                  <a:close/>
                </a:path>
                <a:path w="341630" h="352425">
                  <a:moveTo>
                    <a:pt x="110830" y="241300"/>
                  </a:moveTo>
                  <a:lnTo>
                    <a:pt x="100330" y="241300"/>
                  </a:lnTo>
                  <a:lnTo>
                    <a:pt x="99060" y="242570"/>
                  </a:lnTo>
                  <a:lnTo>
                    <a:pt x="109557" y="242570"/>
                  </a:lnTo>
                  <a:lnTo>
                    <a:pt x="110830" y="241300"/>
                  </a:lnTo>
                  <a:close/>
                </a:path>
                <a:path w="341630" h="352425">
                  <a:moveTo>
                    <a:pt x="114649" y="237489"/>
                  </a:moveTo>
                  <a:lnTo>
                    <a:pt x="104140" y="237489"/>
                  </a:lnTo>
                  <a:lnTo>
                    <a:pt x="101600" y="240030"/>
                  </a:lnTo>
                  <a:lnTo>
                    <a:pt x="112103" y="240030"/>
                  </a:lnTo>
                  <a:lnTo>
                    <a:pt x="114649" y="237489"/>
                  </a:lnTo>
                  <a:close/>
                </a:path>
                <a:path w="341630" h="352425">
                  <a:moveTo>
                    <a:pt x="117196" y="234950"/>
                  </a:moveTo>
                  <a:lnTo>
                    <a:pt x="106680" y="234950"/>
                  </a:lnTo>
                  <a:lnTo>
                    <a:pt x="105410" y="236220"/>
                  </a:lnTo>
                  <a:lnTo>
                    <a:pt x="115922" y="236220"/>
                  </a:lnTo>
                  <a:lnTo>
                    <a:pt x="117196" y="234950"/>
                  </a:lnTo>
                  <a:close/>
                </a:path>
                <a:path w="341630" h="352425">
                  <a:moveTo>
                    <a:pt x="121015" y="231139"/>
                  </a:moveTo>
                  <a:lnTo>
                    <a:pt x="110490" y="231139"/>
                  </a:lnTo>
                  <a:lnTo>
                    <a:pt x="107950" y="233680"/>
                  </a:lnTo>
                  <a:lnTo>
                    <a:pt x="118469" y="233680"/>
                  </a:lnTo>
                  <a:lnTo>
                    <a:pt x="121015" y="231139"/>
                  </a:lnTo>
                  <a:close/>
                </a:path>
                <a:path w="341630" h="352425">
                  <a:moveTo>
                    <a:pt x="123561" y="228600"/>
                  </a:moveTo>
                  <a:lnTo>
                    <a:pt x="113030" y="228600"/>
                  </a:lnTo>
                  <a:lnTo>
                    <a:pt x="111760" y="229870"/>
                  </a:lnTo>
                  <a:lnTo>
                    <a:pt x="122288" y="229870"/>
                  </a:lnTo>
                  <a:lnTo>
                    <a:pt x="123561" y="228600"/>
                  </a:lnTo>
                  <a:close/>
                </a:path>
                <a:path w="341630" h="352425">
                  <a:moveTo>
                    <a:pt x="127381" y="224789"/>
                  </a:moveTo>
                  <a:lnTo>
                    <a:pt x="116840" y="224789"/>
                  </a:lnTo>
                  <a:lnTo>
                    <a:pt x="114300" y="227330"/>
                  </a:lnTo>
                  <a:lnTo>
                    <a:pt x="124835" y="227330"/>
                  </a:lnTo>
                  <a:lnTo>
                    <a:pt x="127381" y="224789"/>
                  </a:lnTo>
                  <a:close/>
                </a:path>
                <a:path w="341630" h="352425">
                  <a:moveTo>
                    <a:pt x="129927" y="222250"/>
                  </a:moveTo>
                  <a:lnTo>
                    <a:pt x="119380" y="222250"/>
                  </a:lnTo>
                  <a:lnTo>
                    <a:pt x="118110" y="223520"/>
                  </a:lnTo>
                  <a:lnTo>
                    <a:pt x="128654" y="223520"/>
                  </a:lnTo>
                  <a:lnTo>
                    <a:pt x="129927" y="222250"/>
                  </a:lnTo>
                  <a:close/>
                </a:path>
                <a:path w="341630" h="352425">
                  <a:moveTo>
                    <a:pt x="133747" y="218439"/>
                  </a:moveTo>
                  <a:lnTo>
                    <a:pt x="123190" y="218439"/>
                  </a:lnTo>
                  <a:lnTo>
                    <a:pt x="120650" y="220980"/>
                  </a:lnTo>
                  <a:lnTo>
                    <a:pt x="131200" y="220980"/>
                  </a:lnTo>
                  <a:lnTo>
                    <a:pt x="133747" y="218439"/>
                  </a:lnTo>
                  <a:close/>
                </a:path>
                <a:path w="341630" h="352425">
                  <a:moveTo>
                    <a:pt x="341630" y="0"/>
                  </a:moveTo>
                  <a:lnTo>
                    <a:pt x="124460" y="217170"/>
                  </a:lnTo>
                  <a:lnTo>
                    <a:pt x="135020" y="217170"/>
                  </a:lnTo>
                  <a:lnTo>
                    <a:pt x="341630" y="11071"/>
                  </a:lnTo>
                  <a:lnTo>
                    <a:pt x="341630" y="0"/>
                  </a:lnTo>
                  <a:close/>
                </a:path>
              </a:pathLst>
            </a:custGeom>
            <a:solidFill>
              <a:srgbClr val="D7CC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5" name="object 1775"/>
            <p:cNvSpPr/>
            <p:nvPr/>
          </p:nvSpPr>
          <p:spPr>
            <a:xfrm>
              <a:off x="2860039" y="2998111"/>
              <a:ext cx="341630" cy="352425"/>
            </a:xfrm>
            <a:custGeom>
              <a:avLst/>
              <a:gdLst/>
              <a:ahLst/>
              <a:cxnLst/>
              <a:rect l="l" t="t" r="r" b="b"/>
              <a:pathLst>
                <a:path w="341630" h="352425">
                  <a:moveTo>
                    <a:pt x="1269" y="350878"/>
                  </a:moveTo>
                  <a:lnTo>
                    <a:pt x="0" y="350878"/>
                  </a:lnTo>
                  <a:lnTo>
                    <a:pt x="0" y="352148"/>
                  </a:lnTo>
                  <a:lnTo>
                    <a:pt x="1269" y="350878"/>
                  </a:lnTo>
                  <a:close/>
                </a:path>
                <a:path w="341630" h="352425">
                  <a:moveTo>
                    <a:pt x="5080" y="347068"/>
                  </a:moveTo>
                  <a:lnTo>
                    <a:pt x="0" y="347068"/>
                  </a:lnTo>
                  <a:lnTo>
                    <a:pt x="0" y="349608"/>
                  </a:lnTo>
                  <a:lnTo>
                    <a:pt x="2539" y="349608"/>
                  </a:lnTo>
                  <a:lnTo>
                    <a:pt x="5080" y="347068"/>
                  </a:lnTo>
                  <a:close/>
                </a:path>
                <a:path w="341630" h="352425">
                  <a:moveTo>
                    <a:pt x="7619" y="344528"/>
                  </a:moveTo>
                  <a:lnTo>
                    <a:pt x="0" y="344528"/>
                  </a:lnTo>
                  <a:lnTo>
                    <a:pt x="0" y="345798"/>
                  </a:lnTo>
                  <a:lnTo>
                    <a:pt x="6349" y="345798"/>
                  </a:lnTo>
                  <a:lnTo>
                    <a:pt x="7619" y="344528"/>
                  </a:lnTo>
                  <a:close/>
                </a:path>
                <a:path w="341630" h="352425">
                  <a:moveTo>
                    <a:pt x="11430" y="340718"/>
                  </a:moveTo>
                  <a:lnTo>
                    <a:pt x="66" y="340718"/>
                  </a:lnTo>
                  <a:lnTo>
                    <a:pt x="0" y="343258"/>
                  </a:lnTo>
                  <a:lnTo>
                    <a:pt x="8889" y="343258"/>
                  </a:lnTo>
                  <a:lnTo>
                    <a:pt x="11430" y="340718"/>
                  </a:lnTo>
                  <a:close/>
                </a:path>
                <a:path w="341630" h="352425">
                  <a:moveTo>
                    <a:pt x="13969" y="338178"/>
                  </a:moveTo>
                  <a:lnTo>
                    <a:pt x="2612" y="338178"/>
                  </a:lnTo>
                  <a:lnTo>
                    <a:pt x="1339" y="339448"/>
                  </a:lnTo>
                  <a:lnTo>
                    <a:pt x="12699" y="339448"/>
                  </a:lnTo>
                  <a:lnTo>
                    <a:pt x="13969" y="338178"/>
                  </a:lnTo>
                  <a:close/>
                </a:path>
                <a:path w="341630" h="352425">
                  <a:moveTo>
                    <a:pt x="17780" y="334368"/>
                  </a:moveTo>
                  <a:lnTo>
                    <a:pt x="6431" y="334368"/>
                  </a:lnTo>
                  <a:lnTo>
                    <a:pt x="3885" y="336908"/>
                  </a:lnTo>
                  <a:lnTo>
                    <a:pt x="15239" y="336908"/>
                  </a:lnTo>
                  <a:lnTo>
                    <a:pt x="17780" y="334368"/>
                  </a:lnTo>
                  <a:close/>
                </a:path>
                <a:path w="341630" h="352425">
                  <a:moveTo>
                    <a:pt x="20319" y="331828"/>
                  </a:moveTo>
                  <a:lnTo>
                    <a:pt x="8978" y="331828"/>
                  </a:lnTo>
                  <a:lnTo>
                    <a:pt x="7705" y="333098"/>
                  </a:lnTo>
                  <a:lnTo>
                    <a:pt x="19049" y="333098"/>
                  </a:lnTo>
                  <a:lnTo>
                    <a:pt x="20319" y="331828"/>
                  </a:lnTo>
                  <a:close/>
                </a:path>
                <a:path w="341630" h="352425">
                  <a:moveTo>
                    <a:pt x="24130" y="328018"/>
                  </a:moveTo>
                  <a:lnTo>
                    <a:pt x="12797" y="328018"/>
                  </a:lnTo>
                  <a:lnTo>
                    <a:pt x="10251" y="330558"/>
                  </a:lnTo>
                  <a:lnTo>
                    <a:pt x="21589" y="330558"/>
                  </a:lnTo>
                  <a:lnTo>
                    <a:pt x="24130" y="328018"/>
                  </a:lnTo>
                  <a:close/>
                </a:path>
                <a:path w="341630" h="352425">
                  <a:moveTo>
                    <a:pt x="26669" y="325478"/>
                  </a:moveTo>
                  <a:lnTo>
                    <a:pt x="15343" y="325478"/>
                  </a:lnTo>
                  <a:lnTo>
                    <a:pt x="14070" y="326748"/>
                  </a:lnTo>
                  <a:lnTo>
                    <a:pt x="25399" y="326748"/>
                  </a:lnTo>
                  <a:lnTo>
                    <a:pt x="26669" y="325478"/>
                  </a:lnTo>
                  <a:close/>
                </a:path>
                <a:path w="341630" h="352425">
                  <a:moveTo>
                    <a:pt x="30480" y="321668"/>
                  </a:moveTo>
                  <a:lnTo>
                    <a:pt x="19163" y="321668"/>
                  </a:lnTo>
                  <a:lnTo>
                    <a:pt x="16617" y="324208"/>
                  </a:lnTo>
                  <a:lnTo>
                    <a:pt x="27939" y="324208"/>
                  </a:lnTo>
                  <a:lnTo>
                    <a:pt x="30480" y="321668"/>
                  </a:lnTo>
                  <a:close/>
                </a:path>
                <a:path w="341630" h="352425">
                  <a:moveTo>
                    <a:pt x="33019" y="319128"/>
                  </a:moveTo>
                  <a:lnTo>
                    <a:pt x="21709" y="319128"/>
                  </a:lnTo>
                  <a:lnTo>
                    <a:pt x="20436" y="320398"/>
                  </a:lnTo>
                  <a:lnTo>
                    <a:pt x="31749" y="320398"/>
                  </a:lnTo>
                  <a:lnTo>
                    <a:pt x="33019" y="319128"/>
                  </a:lnTo>
                  <a:close/>
                </a:path>
                <a:path w="341630" h="352425">
                  <a:moveTo>
                    <a:pt x="36830" y="315318"/>
                  </a:moveTo>
                  <a:lnTo>
                    <a:pt x="25529" y="315318"/>
                  </a:lnTo>
                  <a:lnTo>
                    <a:pt x="22982" y="317858"/>
                  </a:lnTo>
                  <a:lnTo>
                    <a:pt x="34289" y="317858"/>
                  </a:lnTo>
                  <a:lnTo>
                    <a:pt x="36830" y="315318"/>
                  </a:lnTo>
                  <a:close/>
                </a:path>
                <a:path w="341630" h="352425">
                  <a:moveTo>
                    <a:pt x="39369" y="312778"/>
                  </a:moveTo>
                  <a:lnTo>
                    <a:pt x="28075" y="312778"/>
                  </a:lnTo>
                  <a:lnTo>
                    <a:pt x="26802" y="314048"/>
                  </a:lnTo>
                  <a:lnTo>
                    <a:pt x="38099" y="314048"/>
                  </a:lnTo>
                  <a:lnTo>
                    <a:pt x="39369" y="312778"/>
                  </a:lnTo>
                  <a:close/>
                </a:path>
                <a:path w="341630" h="352425">
                  <a:moveTo>
                    <a:pt x="43180" y="308968"/>
                  </a:moveTo>
                  <a:lnTo>
                    <a:pt x="31894" y="308968"/>
                  </a:lnTo>
                  <a:lnTo>
                    <a:pt x="29348" y="311508"/>
                  </a:lnTo>
                  <a:lnTo>
                    <a:pt x="40639" y="311508"/>
                  </a:lnTo>
                  <a:lnTo>
                    <a:pt x="43180" y="308968"/>
                  </a:lnTo>
                  <a:close/>
                </a:path>
                <a:path w="341630" h="352425">
                  <a:moveTo>
                    <a:pt x="45719" y="306428"/>
                  </a:moveTo>
                  <a:lnTo>
                    <a:pt x="34441" y="306428"/>
                  </a:lnTo>
                  <a:lnTo>
                    <a:pt x="33168" y="307698"/>
                  </a:lnTo>
                  <a:lnTo>
                    <a:pt x="44449" y="307698"/>
                  </a:lnTo>
                  <a:lnTo>
                    <a:pt x="45719" y="306428"/>
                  </a:lnTo>
                  <a:close/>
                </a:path>
                <a:path w="341630" h="352425">
                  <a:moveTo>
                    <a:pt x="49530" y="302618"/>
                  </a:moveTo>
                  <a:lnTo>
                    <a:pt x="38260" y="302618"/>
                  </a:lnTo>
                  <a:lnTo>
                    <a:pt x="35714" y="305158"/>
                  </a:lnTo>
                  <a:lnTo>
                    <a:pt x="46989" y="305158"/>
                  </a:lnTo>
                  <a:lnTo>
                    <a:pt x="49530" y="302618"/>
                  </a:lnTo>
                  <a:close/>
                </a:path>
                <a:path w="341630" h="352425">
                  <a:moveTo>
                    <a:pt x="52069" y="300078"/>
                  </a:moveTo>
                  <a:lnTo>
                    <a:pt x="40807" y="300078"/>
                  </a:lnTo>
                  <a:lnTo>
                    <a:pt x="39533" y="301348"/>
                  </a:lnTo>
                  <a:lnTo>
                    <a:pt x="50799" y="301348"/>
                  </a:lnTo>
                  <a:lnTo>
                    <a:pt x="52069" y="300078"/>
                  </a:lnTo>
                  <a:close/>
                </a:path>
                <a:path w="341630" h="352425">
                  <a:moveTo>
                    <a:pt x="55880" y="296268"/>
                  </a:moveTo>
                  <a:lnTo>
                    <a:pt x="44626" y="296268"/>
                  </a:lnTo>
                  <a:lnTo>
                    <a:pt x="42080" y="298808"/>
                  </a:lnTo>
                  <a:lnTo>
                    <a:pt x="53339" y="298808"/>
                  </a:lnTo>
                  <a:lnTo>
                    <a:pt x="55880" y="296268"/>
                  </a:lnTo>
                  <a:close/>
                </a:path>
                <a:path w="341630" h="352425">
                  <a:moveTo>
                    <a:pt x="58419" y="293728"/>
                  </a:moveTo>
                  <a:lnTo>
                    <a:pt x="47172" y="293728"/>
                  </a:lnTo>
                  <a:lnTo>
                    <a:pt x="45899" y="294998"/>
                  </a:lnTo>
                  <a:lnTo>
                    <a:pt x="57149" y="294998"/>
                  </a:lnTo>
                  <a:lnTo>
                    <a:pt x="58419" y="293728"/>
                  </a:lnTo>
                  <a:close/>
                </a:path>
                <a:path w="341630" h="352425">
                  <a:moveTo>
                    <a:pt x="62230" y="289918"/>
                  </a:moveTo>
                  <a:lnTo>
                    <a:pt x="50992" y="289918"/>
                  </a:lnTo>
                  <a:lnTo>
                    <a:pt x="48445" y="292458"/>
                  </a:lnTo>
                  <a:lnTo>
                    <a:pt x="59689" y="292458"/>
                  </a:lnTo>
                  <a:lnTo>
                    <a:pt x="62230" y="289918"/>
                  </a:lnTo>
                  <a:close/>
                </a:path>
                <a:path w="341630" h="352425">
                  <a:moveTo>
                    <a:pt x="64769" y="287378"/>
                  </a:moveTo>
                  <a:lnTo>
                    <a:pt x="53538" y="287378"/>
                  </a:lnTo>
                  <a:lnTo>
                    <a:pt x="52265" y="288648"/>
                  </a:lnTo>
                  <a:lnTo>
                    <a:pt x="63499" y="288648"/>
                  </a:lnTo>
                  <a:lnTo>
                    <a:pt x="64769" y="287378"/>
                  </a:lnTo>
                  <a:close/>
                </a:path>
                <a:path w="341630" h="352425">
                  <a:moveTo>
                    <a:pt x="68580" y="283568"/>
                  </a:moveTo>
                  <a:lnTo>
                    <a:pt x="57357" y="283568"/>
                  </a:lnTo>
                  <a:lnTo>
                    <a:pt x="54811" y="286108"/>
                  </a:lnTo>
                  <a:lnTo>
                    <a:pt x="66039" y="286108"/>
                  </a:lnTo>
                  <a:lnTo>
                    <a:pt x="68580" y="283568"/>
                  </a:lnTo>
                  <a:close/>
                </a:path>
                <a:path w="341630" h="352425">
                  <a:moveTo>
                    <a:pt x="71119" y="281028"/>
                  </a:moveTo>
                  <a:lnTo>
                    <a:pt x="59904" y="281028"/>
                  </a:lnTo>
                  <a:lnTo>
                    <a:pt x="58631" y="282298"/>
                  </a:lnTo>
                  <a:lnTo>
                    <a:pt x="69849" y="282298"/>
                  </a:lnTo>
                  <a:lnTo>
                    <a:pt x="71119" y="281028"/>
                  </a:lnTo>
                  <a:close/>
                </a:path>
                <a:path w="341630" h="352425">
                  <a:moveTo>
                    <a:pt x="74930" y="277218"/>
                  </a:moveTo>
                  <a:lnTo>
                    <a:pt x="63723" y="277218"/>
                  </a:lnTo>
                  <a:lnTo>
                    <a:pt x="61177" y="279758"/>
                  </a:lnTo>
                  <a:lnTo>
                    <a:pt x="72389" y="279758"/>
                  </a:lnTo>
                  <a:lnTo>
                    <a:pt x="74930" y="277218"/>
                  </a:lnTo>
                  <a:close/>
                </a:path>
                <a:path w="341630" h="352425">
                  <a:moveTo>
                    <a:pt x="77469" y="274678"/>
                  </a:moveTo>
                  <a:lnTo>
                    <a:pt x="66270" y="274678"/>
                  </a:lnTo>
                  <a:lnTo>
                    <a:pt x="64996" y="275948"/>
                  </a:lnTo>
                  <a:lnTo>
                    <a:pt x="76199" y="275948"/>
                  </a:lnTo>
                  <a:lnTo>
                    <a:pt x="77469" y="274678"/>
                  </a:lnTo>
                  <a:close/>
                </a:path>
                <a:path w="341630" h="352425">
                  <a:moveTo>
                    <a:pt x="81280" y="270868"/>
                  </a:moveTo>
                  <a:lnTo>
                    <a:pt x="70089" y="270868"/>
                  </a:lnTo>
                  <a:lnTo>
                    <a:pt x="67543" y="273408"/>
                  </a:lnTo>
                  <a:lnTo>
                    <a:pt x="78739" y="273408"/>
                  </a:lnTo>
                  <a:lnTo>
                    <a:pt x="81280" y="270868"/>
                  </a:lnTo>
                  <a:close/>
                </a:path>
                <a:path w="341630" h="352425">
                  <a:moveTo>
                    <a:pt x="83819" y="268328"/>
                  </a:moveTo>
                  <a:lnTo>
                    <a:pt x="72635" y="268328"/>
                  </a:lnTo>
                  <a:lnTo>
                    <a:pt x="71362" y="269598"/>
                  </a:lnTo>
                  <a:lnTo>
                    <a:pt x="82549" y="269598"/>
                  </a:lnTo>
                  <a:lnTo>
                    <a:pt x="83819" y="268328"/>
                  </a:lnTo>
                  <a:close/>
                </a:path>
                <a:path w="341630" h="352425">
                  <a:moveTo>
                    <a:pt x="87630" y="264518"/>
                  </a:moveTo>
                  <a:lnTo>
                    <a:pt x="76455" y="264518"/>
                  </a:lnTo>
                  <a:lnTo>
                    <a:pt x="73908" y="267058"/>
                  </a:lnTo>
                  <a:lnTo>
                    <a:pt x="85089" y="267058"/>
                  </a:lnTo>
                  <a:lnTo>
                    <a:pt x="87630" y="264518"/>
                  </a:lnTo>
                  <a:close/>
                </a:path>
                <a:path w="341630" h="352425">
                  <a:moveTo>
                    <a:pt x="90169" y="261978"/>
                  </a:moveTo>
                  <a:lnTo>
                    <a:pt x="79001" y="261978"/>
                  </a:lnTo>
                  <a:lnTo>
                    <a:pt x="77728" y="263248"/>
                  </a:lnTo>
                  <a:lnTo>
                    <a:pt x="88899" y="263248"/>
                  </a:lnTo>
                  <a:lnTo>
                    <a:pt x="90169" y="261978"/>
                  </a:lnTo>
                  <a:close/>
                </a:path>
                <a:path w="341630" h="352425">
                  <a:moveTo>
                    <a:pt x="93980" y="258168"/>
                  </a:moveTo>
                  <a:lnTo>
                    <a:pt x="82821" y="258168"/>
                  </a:lnTo>
                  <a:lnTo>
                    <a:pt x="80274" y="260708"/>
                  </a:lnTo>
                  <a:lnTo>
                    <a:pt x="91439" y="260708"/>
                  </a:lnTo>
                  <a:lnTo>
                    <a:pt x="93980" y="258168"/>
                  </a:lnTo>
                  <a:close/>
                </a:path>
                <a:path w="341630" h="352425">
                  <a:moveTo>
                    <a:pt x="96519" y="255628"/>
                  </a:moveTo>
                  <a:lnTo>
                    <a:pt x="85367" y="255628"/>
                  </a:lnTo>
                  <a:lnTo>
                    <a:pt x="84094" y="256898"/>
                  </a:lnTo>
                  <a:lnTo>
                    <a:pt x="95249" y="256898"/>
                  </a:lnTo>
                  <a:lnTo>
                    <a:pt x="96519" y="255628"/>
                  </a:lnTo>
                  <a:close/>
                </a:path>
                <a:path w="341630" h="352425">
                  <a:moveTo>
                    <a:pt x="100330" y="251818"/>
                  </a:moveTo>
                  <a:lnTo>
                    <a:pt x="89186" y="251818"/>
                  </a:lnTo>
                  <a:lnTo>
                    <a:pt x="86640" y="254358"/>
                  </a:lnTo>
                  <a:lnTo>
                    <a:pt x="97789" y="254358"/>
                  </a:lnTo>
                  <a:lnTo>
                    <a:pt x="100330" y="251818"/>
                  </a:lnTo>
                  <a:close/>
                </a:path>
                <a:path w="341630" h="352425">
                  <a:moveTo>
                    <a:pt x="102869" y="249278"/>
                  </a:moveTo>
                  <a:lnTo>
                    <a:pt x="91733" y="249278"/>
                  </a:lnTo>
                  <a:lnTo>
                    <a:pt x="90459" y="250548"/>
                  </a:lnTo>
                  <a:lnTo>
                    <a:pt x="101599" y="250548"/>
                  </a:lnTo>
                  <a:lnTo>
                    <a:pt x="102869" y="249278"/>
                  </a:lnTo>
                  <a:close/>
                </a:path>
                <a:path w="341630" h="352425">
                  <a:moveTo>
                    <a:pt x="106680" y="245468"/>
                  </a:moveTo>
                  <a:lnTo>
                    <a:pt x="95552" y="245468"/>
                  </a:lnTo>
                  <a:lnTo>
                    <a:pt x="93006" y="248008"/>
                  </a:lnTo>
                  <a:lnTo>
                    <a:pt x="104139" y="248008"/>
                  </a:lnTo>
                  <a:lnTo>
                    <a:pt x="106680" y="245468"/>
                  </a:lnTo>
                  <a:close/>
                </a:path>
                <a:path w="341630" h="352425">
                  <a:moveTo>
                    <a:pt x="109219" y="242928"/>
                  </a:moveTo>
                  <a:lnTo>
                    <a:pt x="98098" y="242928"/>
                  </a:lnTo>
                  <a:lnTo>
                    <a:pt x="96825" y="244198"/>
                  </a:lnTo>
                  <a:lnTo>
                    <a:pt x="107949" y="244198"/>
                  </a:lnTo>
                  <a:lnTo>
                    <a:pt x="109219" y="242928"/>
                  </a:lnTo>
                  <a:close/>
                </a:path>
                <a:path w="341630" h="352425">
                  <a:moveTo>
                    <a:pt x="113030" y="239118"/>
                  </a:moveTo>
                  <a:lnTo>
                    <a:pt x="101918" y="239118"/>
                  </a:lnTo>
                  <a:lnTo>
                    <a:pt x="99371" y="241658"/>
                  </a:lnTo>
                  <a:lnTo>
                    <a:pt x="110489" y="241658"/>
                  </a:lnTo>
                  <a:lnTo>
                    <a:pt x="113030" y="239118"/>
                  </a:lnTo>
                  <a:close/>
                </a:path>
                <a:path w="341630" h="352425">
                  <a:moveTo>
                    <a:pt x="115569" y="236578"/>
                  </a:moveTo>
                  <a:lnTo>
                    <a:pt x="104464" y="236578"/>
                  </a:lnTo>
                  <a:lnTo>
                    <a:pt x="103191" y="237848"/>
                  </a:lnTo>
                  <a:lnTo>
                    <a:pt x="114299" y="237848"/>
                  </a:lnTo>
                  <a:lnTo>
                    <a:pt x="115569" y="236578"/>
                  </a:lnTo>
                  <a:close/>
                </a:path>
                <a:path w="341630" h="352425">
                  <a:moveTo>
                    <a:pt x="119380" y="232768"/>
                  </a:moveTo>
                  <a:lnTo>
                    <a:pt x="108284" y="232768"/>
                  </a:lnTo>
                  <a:lnTo>
                    <a:pt x="105737" y="235308"/>
                  </a:lnTo>
                  <a:lnTo>
                    <a:pt x="116839" y="235308"/>
                  </a:lnTo>
                  <a:lnTo>
                    <a:pt x="119380" y="232768"/>
                  </a:lnTo>
                  <a:close/>
                </a:path>
                <a:path w="341630" h="352425">
                  <a:moveTo>
                    <a:pt x="121919" y="230228"/>
                  </a:moveTo>
                  <a:lnTo>
                    <a:pt x="110830" y="230228"/>
                  </a:lnTo>
                  <a:lnTo>
                    <a:pt x="109557" y="231498"/>
                  </a:lnTo>
                  <a:lnTo>
                    <a:pt x="120649" y="231498"/>
                  </a:lnTo>
                  <a:lnTo>
                    <a:pt x="121919" y="230228"/>
                  </a:lnTo>
                  <a:close/>
                </a:path>
                <a:path w="341630" h="352425">
                  <a:moveTo>
                    <a:pt x="125730" y="226418"/>
                  </a:moveTo>
                  <a:lnTo>
                    <a:pt x="114649" y="226418"/>
                  </a:lnTo>
                  <a:lnTo>
                    <a:pt x="112103" y="228958"/>
                  </a:lnTo>
                  <a:lnTo>
                    <a:pt x="123189" y="228958"/>
                  </a:lnTo>
                  <a:lnTo>
                    <a:pt x="125730" y="226418"/>
                  </a:lnTo>
                  <a:close/>
                </a:path>
                <a:path w="341630" h="352425">
                  <a:moveTo>
                    <a:pt x="128269" y="223878"/>
                  </a:moveTo>
                  <a:lnTo>
                    <a:pt x="117196" y="223878"/>
                  </a:lnTo>
                  <a:lnTo>
                    <a:pt x="115922" y="225148"/>
                  </a:lnTo>
                  <a:lnTo>
                    <a:pt x="126999" y="225148"/>
                  </a:lnTo>
                  <a:lnTo>
                    <a:pt x="128269" y="223878"/>
                  </a:lnTo>
                  <a:close/>
                </a:path>
                <a:path w="341630" h="352425">
                  <a:moveTo>
                    <a:pt x="132080" y="220068"/>
                  </a:moveTo>
                  <a:lnTo>
                    <a:pt x="121015" y="220068"/>
                  </a:lnTo>
                  <a:lnTo>
                    <a:pt x="118469" y="222608"/>
                  </a:lnTo>
                  <a:lnTo>
                    <a:pt x="129539" y="222608"/>
                  </a:lnTo>
                  <a:lnTo>
                    <a:pt x="132080" y="220068"/>
                  </a:lnTo>
                  <a:close/>
                </a:path>
                <a:path w="341630" h="352425">
                  <a:moveTo>
                    <a:pt x="134619" y="217528"/>
                  </a:moveTo>
                  <a:lnTo>
                    <a:pt x="123561" y="217528"/>
                  </a:lnTo>
                  <a:lnTo>
                    <a:pt x="122288" y="218798"/>
                  </a:lnTo>
                  <a:lnTo>
                    <a:pt x="133349" y="218798"/>
                  </a:lnTo>
                  <a:lnTo>
                    <a:pt x="134619" y="217528"/>
                  </a:lnTo>
                  <a:close/>
                </a:path>
                <a:path w="341630" h="352425">
                  <a:moveTo>
                    <a:pt x="138430" y="213718"/>
                  </a:moveTo>
                  <a:lnTo>
                    <a:pt x="127381" y="213718"/>
                  </a:lnTo>
                  <a:lnTo>
                    <a:pt x="124835" y="216258"/>
                  </a:lnTo>
                  <a:lnTo>
                    <a:pt x="135889" y="216258"/>
                  </a:lnTo>
                  <a:lnTo>
                    <a:pt x="138430" y="213718"/>
                  </a:lnTo>
                  <a:close/>
                </a:path>
                <a:path w="341630" h="352425">
                  <a:moveTo>
                    <a:pt x="140969" y="211178"/>
                  </a:moveTo>
                  <a:lnTo>
                    <a:pt x="129927" y="211178"/>
                  </a:lnTo>
                  <a:lnTo>
                    <a:pt x="128654" y="212448"/>
                  </a:lnTo>
                  <a:lnTo>
                    <a:pt x="139700" y="212448"/>
                  </a:lnTo>
                  <a:lnTo>
                    <a:pt x="140969" y="211178"/>
                  </a:lnTo>
                  <a:close/>
                </a:path>
                <a:path w="341630" h="352425">
                  <a:moveTo>
                    <a:pt x="144780" y="207368"/>
                  </a:moveTo>
                  <a:lnTo>
                    <a:pt x="133747" y="207368"/>
                  </a:lnTo>
                  <a:lnTo>
                    <a:pt x="131200" y="209908"/>
                  </a:lnTo>
                  <a:lnTo>
                    <a:pt x="142239" y="209908"/>
                  </a:lnTo>
                  <a:lnTo>
                    <a:pt x="144780" y="207368"/>
                  </a:lnTo>
                  <a:close/>
                </a:path>
                <a:path w="341630" h="352425">
                  <a:moveTo>
                    <a:pt x="341630" y="0"/>
                  </a:moveTo>
                  <a:lnTo>
                    <a:pt x="135020" y="206098"/>
                  </a:lnTo>
                  <a:lnTo>
                    <a:pt x="146049" y="206098"/>
                  </a:lnTo>
                  <a:lnTo>
                    <a:pt x="341630" y="10518"/>
                  </a:lnTo>
                  <a:lnTo>
                    <a:pt x="341630" y="0"/>
                  </a:lnTo>
                  <a:close/>
                </a:path>
              </a:pathLst>
            </a:custGeom>
            <a:solidFill>
              <a:srgbClr val="D7CC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6" name="object 1776"/>
            <p:cNvSpPr/>
            <p:nvPr/>
          </p:nvSpPr>
          <p:spPr>
            <a:xfrm>
              <a:off x="2860039" y="3008629"/>
              <a:ext cx="341630" cy="351790"/>
            </a:xfrm>
            <a:custGeom>
              <a:avLst/>
              <a:gdLst/>
              <a:ahLst/>
              <a:cxnLst/>
              <a:rect l="l" t="t" r="r" b="b"/>
              <a:pathLst>
                <a:path w="341630" h="351789">
                  <a:moveTo>
                    <a:pt x="3810" y="349250"/>
                  </a:moveTo>
                  <a:lnTo>
                    <a:pt x="0" y="349250"/>
                  </a:lnTo>
                  <a:lnTo>
                    <a:pt x="0" y="351790"/>
                  </a:lnTo>
                  <a:lnTo>
                    <a:pt x="1269" y="351790"/>
                  </a:lnTo>
                  <a:lnTo>
                    <a:pt x="3810" y="349250"/>
                  </a:lnTo>
                  <a:close/>
                </a:path>
                <a:path w="341630" h="351789">
                  <a:moveTo>
                    <a:pt x="6350" y="346710"/>
                  </a:moveTo>
                  <a:lnTo>
                    <a:pt x="0" y="346710"/>
                  </a:lnTo>
                  <a:lnTo>
                    <a:pt x="0" y="347980"/>
                  </a:lnTo>
                  <a:lnTo>
                    <a:pt x="5079" y="347980"/>
                  </a:lnTo>
                  <a:lnTo>
                    <a:pt x="6350" y="346710"/>
                  </a:lnTo>
                  <a:close/>
                </a:path>
                <a:path w="341630" h="351789">
                  <a:moveTo>
                    <a:pt x="10160" y="342900"/>
                  </a:moveTo>
                  <a:lnTo>
                    <a:pt x="0" y="342900"/>
                  </a:lnTo>
                  <a:lnTo>
                    <a:pt x="0" y="345440"/>
                  </a:lnTo>
                  <a:lnTo>
                    <a:pt x="7619" y="345440"/>
                  </a:lnTo>
                  <a:lnTo>
                    <a:pt x="10160" y="342900"/>
                  </a:lnTo>
                  <a:close/>
                </a:path>
                <a:path w="341630" h="351789">
                  <a:moveTo>
                    <a:pt x="12700" y="340360"/>
                  </a:moveTo>
                  <a:lnTo>
                    <a:pt x="1269" y="340360"/>
                  </a:lnTo>
                  <a:lnTo>
                    <a:pt x="0" y="341630"/>
                  </a:lnTo>
                  <a:lnTo>
                    <a:pt x="11429" y="341630"/>
                  </a:lnTo>
                  <a:lnTo>
                    <a:pt x="12700" y="340360"/>
                  </a:lnTo>
                  <a:close/>
                </a:path>
                <a:path w="341630" h="351789">
                  <a:moveTo>
                    <a:pt x="16510" y="336550"/>
                  </a:moveTo>
                  <a:lnTo>
                    <a:pt x="5080" y="336550"/>
                  </a:lnTo>
                  <a:lnTo>
                    <a:pt x="2539" y="339090"/>
                  </a:lnTo>
                  <a:lnTo>
                    <a:pt x="13969" y="339090"/>
                  </a:lnTo>
                  <a:lnTo>
                    <a:pt x="16510" y="336550"/>
                  </a:lnTo>
                  <a:close/>
                </a:path>
                <a:path w="341630" h="351789">
                  <a:moveTo>
                    <a:pt x="19050" y="334010"/>
                  </a:moveTo>
                  <a:lnTo>
                    <a:pt x="7619" y="334010"/>
                  </a:lnTo>
                  <a:lnTo>
                    <a:pt x="6349" y="335280"/>
                  </a:lnTo>
                  <a:lnTo>
                    <a:pt x="17779" y="335280"/>
                  </a:lnTo>
                  <a:lnTo>
                    <a:pt x="19050" y="334010"/>
                  </a:lnTo>
                  <a:close/>
                </a:path>
                <a:path w="341630" h="351789">
                  <a:moveTo>
                    <a:pt x="22860" y="330200"/>
                  </a:moveTo>
                  <a:lnTo>
                    <a:pt x="11430" y="330200"/>
                  </a:lnTo>
                  <a:lnTo>
                    <a:pt x="8889" y="332740"/>
                  </a:lnTo>
                  <a:lnTo>
                    <a:pt x="20319" y="332740"/>
                  </a:lnTo>
                  <a:lnTo>
                    <a:pt x="22860" y="330200"/>
                  </a:lnTo>
                  <a:close/>
                </a:path>
                <a:path w="341630" h="351789">
                  <a:moveTo>
                    <a:pt x="25400" y="327660"/>
                  </a:moveTo>
                  <a:lnTo>
                    <a:pt x="13969" y="327660"/>
                  </a:lnTo>
                  <a:lnTo>
                    <a:pt x="12699" y="328930"/>
                  </a:lnTo>
                  <a:lnTo>
                    <a:pt x="24129" y="328930"/>
                  </a:lnTo>
                  <a:lnTo>
                    <a:pt x="25400" y="327660"/>
                  </a:lnTo>
                  <a:close/>
                </a:path>
                <a:path w="341630" h="351789">
                  <a:moveTo>
                    <a:pt x="29210" y="323850"/>
                  </a:moveTo>
                  <a:lnTo>
                    <a:pt x="17780" y="323850"/>
                  </a:lnTo>
                  <a:lnTo>
                    <a:pt x="15239" y="326390"/>
                  </a:lnTo>
                  <a:lnTo>
                    <a:pt x="26669" y="326390"/>
                  </a:lnTo>
                  <a:lnTo>
                    <a:pt x="29210" y="323850"/>
                  </a:lnTo>
                  <a:close/>
                </a:path>
                <a:path w="341630" h="351789">
                  <a:moveTo>
                    <a:pt x="31750" y="321310"/>
                  </a:moveTo>
                  <a:lnTo>
                    <a:pt x="20319" y="321310"/>
                  </a:lnTo>
                  <a:lnTo>
                    <a:pt x="19049" y="322580"/>
                  </a:lnTo>
                  <a:lnTo>
                    <a:pt x="30479" y="322580"/>
                  </a:lnTo>
                  <a:lnTo>
                    <a:pt x="31750" y="321310"/>
                  </a:lnTo>
                  <a:close/>
                </a:path>
                <a:path w="341630" h="351789">
                  <a:moveTo>
                    <a:pt x="35560" y="317500"/>
                  </a:moveTo>
                  <a:lnTo>
                    <a:pt x="24130" y="317500"/>
                  </a:lnTo>
                  <a:lnTo>
                    <a:pt x="21589" y="320040"/>
                  </a:lnTo>
                  <a:lnTo>
                    <a:pt x="33019" y="320040"/>
                  </a:lnTo>
                  <a:lnTo>
                    <a:pt x="35560" y="317500"/>
                  </a:lnTo>
                  <a:close/>
                </a:path>
                <a:path w="341630" h="351789">
                  <a:moveTo>
                    <a:pt x="38100" y="314960"/>
                  </a:moveTo>
                  <a:lnTo>
                    <a:pt x="26669" y="314960"/>
                  </a:lnTo>
                  <a:lnTo>
                    <a:pt x="25399" y="316230"/>
                  </a:lnTo>
                  <a:lnTo>
                    <a:pt x="36829" y="316230"/>
                  </a:lnTo>
                  <a:lnTo>
                    <a:pt x="38100" y="314960"/>
                  </a:lnTo>
                  <a:close/>
                </a:path>
                <a:path w="341630" h="351789">
                  <a:moveTo>
                    <a:pt x="41910" y="311150"/>
                  </a:moveTo>
                  <a:lnTo>
                    <a:pt x="30480" y="311150"/>
                  </a:lnTo>
                  <a:lnTo>
                    <a:pt x="27939" y="313690"/>
                  </a:lnTo>
                  <a:lnTo>
                    <a:pt x="39369" y="313690"/>
                  </a:lnTo>
                  <a:lnTo>
                    <a:pt x="41910" y="311150"/>
                  </a:lnTo>
                  <a:close/>
                </a:path>
                <a:path w="341630" h="351789">
                  <a:moveTo>
                    <a:pt x="44450" y="308610"/>
                  </a:moveTo>
                  <a:lnTo>
                    <a:pt x="33019" y="308610"/>
                  </a:lnTo>
                  <a:lnTo>
                    <a:pt x="31749" y="309880"/>
                  </a:lnTo>
                  <a:lnTo>
                    <a:pt x="43179" y="309880"/>
                  </a:lnTo>
                  <a:lnTo>
                    <a:pt x="44450" y="308610"/>
                  </a:lnTo>
                  <a:close/>
                </a:path>
                <a:path w="341630" h="351789">
                  <a:moveTo>
                    <a:pt x="48260" y="304800"/>
                  </a:moveTo>
                  <a:lnTo>
                    <a:pt x="36830" y="304800"/>
                  </a:lnTo>
                  <a:lnTo>
                    <a:pt x="34289" y="307340"/>
                  </a:lnTo>
                  <a:lnTo>
                    <a:pt x="45719" y="307340"/>
                  </a:lnTo>
                  <a:lnTo>
                    <a:pt x="48260" y="304800"/>
                  </a:lnTo>
                  <a:close/>
                </a:path>
                <a:path w="341630" h="351789">
                  <a:moveTo>
                    <a:pt x="50800" y="302260"/>
                  </a:moveTo>
                  <a:lnTo>
                    <a:pt x="39369" y="302260"/>
                  </a:lnTo>
                  <a:lnTo>
                    <a:pt x="38099" y="303530"/>
                  </a:lnTo>
                  <a:lnTo>
                    <a:pt x="49529" y="303530"/>
                  </a:lnTo>
                  <a:lnTo>
                    <a:pt x="50800" y="302260"/>
                  </a:lnTo>
                  <a:close/>
                </a:path>
                <a:path w="341630" h="351789">
                  <a:moveTo>
                    <a:pt x="54610" y="298450"/>
                  </a:moveTo>
                  <a:lnTo>
                    <a:pt x="43180" y="298450"/>
                  </a:lnTo>
                  <a:lnTo>
                    <a:pt x="40639" y="300990"/>
                  </a:lnTo>
                  <a:lnTo>
                    <a:pt x="52069" y="300990"/>
                  </a:lnTo>
                  <a:lnTo>
                    <a:pt x="54610" y="298450"/>
                  </a:lnTo>
                  <a:close/>
                </a:path>
                <a:path w="341630" h="351789">
                  <a:moveTo>
                    <a:pt x="57150" y="295910"/>
                  </a:moveTo>
                  <a:lnTo>
                    <a:pt x="45719" y="295910"/>
                  </a:lnTo>
                  <a:lnTo>
                    <a:pt x="44449" y="297180"/>
                  </a:lnTo>
                  <a:lnTo>
                    <a:pt x="55879" y="297180"/>
                  </a:lnTo>
                  <a:lnTo>
                    <a:pt x="57150" y="295910"/>
                  </a:lnTo>
                  <a:close/>
                </a:path>
                <a:path w="341630" h="351789">
                  <a:moveTo>
                    <a:pt x="60960" y="292100"/>
                  </a:moveTo>
                  <a:lnTo>
                    <a:pt x="49530" y="292100"/>
                  </a:lnTo>
                  <a:lnTo>
                    <a:pt x="46989" y="294640"/>
                  </a:lnTo>
                  <a:lnTo>
                    <a:pt x="58419" y="294640"/>
                  </a:lnTo>
                  <a:lnTo>
                    <a:pt x="60960" y="292100"/>
                  </a:lnTo>
                  <a:close/>
                </a:path>
                <a:path w="341630" h="351789">
                  <a:moveTo>
                    <a:pt x="63500" y="289560"/>
                  </a:moveTo>
                  <a:lnTo>
                    <a:pt x="52069" y="289560"/>
                  </a:lnTo>
                  <a:lnTo>
                    <a:pt x="50799" y="290830"/>
                  </a:lnTo>
                  <a:lnTo>
                    <a:pt x="62229" y="290830"/>
                  </a:lnTo>
                  <a:lnTo>
                    <a:pt x="63500" y="289560"/>
                  </a:lnTo>
                  <a:close/>
                </a:path>
                <a:path w="341630" h="351789">
                  <a:moveTo>
                    <a:pt x="67310" y="285750"/>
                  </a:moveTo>
                  <a:lnTo>
                    <a:pt x="55880" y="285750"/>
                  </a:lnTo>
                  <a:lnTo>
                    <a:pt x="53339" y="288290"/>
                  </a:lnTo>
                  <a:lnTo>
                    <a:pt x="64769" y="288290"/>
                  </a:lnTo>
                  <a:lnTo>
                    <a:pt x="67310" y="285750"/>
                  </a:lnTo>
                  <a:close/>
                </a:path>
                <a:path w="341630" h="351789">
                  <a:moveTo>
                    <a:pt x="69850" y="283210"/>
                  </a:moveTo>
                  <a:lnTo>
                    <a:pt x="58419" y="283210"/>
                  </a:lnTo>
                  <a:lnTo>
                    <a:pt x="57149" y="284480"/>
                  </a:lnTo>
                  <a:lnTo>
                    <a:pt x="68579" y="284480"/>
                  </a:lnTo>
                  <a:lnTo>
                    <a:pt x="69850" y="283210"/>
                  </a:lnTo>
                  <a:close/>
                </a:path>
                <a:path w="341630" h="351789">
                  <a:moveTo>
                    <a:pt x="73660" y="279400"/>
                  </a:moveTo>
                  <a:lnTo>
                    <a:pt x="62230" y="279400"/>
                  </a:lnTo>
                  <a:lnTo>
                    <a:pt x="59689" y="281940"/>
                  </a:lnTo>
                  <a:lnTo>
                    <a:pt x="71119" y="281940"/>
                  </a:lnTo>
                  <a:lnTo>
                    <a:pt x="73660" y="279400"/>
                  </a:lnTo>
                  <a:close/>
                </a:path>
                <a:path w="341630" h="351789">
                  <a:moveTo>
                    <a:pt x="76200" y="276860"/>
                  </a:moveTo>
                  <a:lnTo>
                    <a:pt x="64769" y="276860"/>
                  </a:lnTo>
                  <a:lnTo>
                    <a:pt x="63499" y="278130"/>
                  </a:lnTo>
                  <a:lnTo>
                    <a:pt x="74929" y="278130"/>
                  </a:lnTo>
                  <a:lnTo>
                    <a:pt x="76200" y="276860"/>
                  </a:lnTo>
                  <a:close/>
                </a:path>
                <a:path w="341630" h="351789">
                  <a:moveTo>
                    <a:pt x="80010" y="273050"/>
                  </a:moveTo>
                  <a:lnTo>
                    <a:pt x="68580" y="273050"/>
                  </a:lnTo>
                  <a:lnTo>
                    <a:pt x="66039" y="275590"/>
                  </a:lnTo>
                  <a:lnTo>
                    <a:pt x="77469" y="275590"/>
                  </a:lnTo>
                  <a:lnTo>
                    <a:pt x="80010" y="273050"/>
                  </a:lnTo>
                  <a:close/>
                </a:path>
                <a:path w="341630" h="351789">
                  <a:moveTo>
                    <a:pt x="82550" y="270510"/>
                  </a:moveTo>
                  <a:lnTo>
                    <a:pt x="71119" y="270510"/>
                  </a:lnTo>
                  <a:lnTo>
                    <a:pt x="69849" y="271780"/>
                  </a:lnTo>
                  <a:lnTo>
                    <a:pt x="81279" y="271780"/>
                  </a:lnTo>
                  <a:lnTo>
                    <a:pt x="82550" y="270510"/>
                  </a:lnTo>
                  <a:close/>
                </a:path>
                <a:path w="341630" h="351789">
                  <a:moveTo>
                    <a:pt x="86360" y="266700"/>
                  </a:moveTo>
                  <a:lnTo>
                    <a:pt x="74930" y="266700"/>
                  </a:lnTo>
                  <a:lnTo>
                    <a:pt x="72389" y="269240"/>
                  </a:lnTo>
                  <a:lnTo>
                    <a:pt x="83819" y="269240"/>
                  </a:lnTo>
                  <a:lnTo>
                    <a:pt x="86360" y="266700"/>
                  </a:lnTo>
                  <a:close/>
                </a:path>
                <a:path w="341630" h="351789">
                  <a:moveTo>
                    <a:pt x="88900" y="264160"/>
                  </a:moveTo>
                  <a:lnTo>
                    <a:pt x="77469" y="264160"/>
                  </a:lnTo>
                  <a:lnTo>
                    <a:pt x="76199" y="265430"/>
                  </a:lnTo>
                  <a:lnTo>
                    <a:pt x="87629" y="265430"/>
                  </a:lnTo>
                  <a:lnTo>
                    <a:pt x="88900" y="264160"/>
                  </a:lnTo>
                  <a:close/>
                </a:path>
                <a:path w="341630" h="351789">
                  <a:moveTo>
                    <a:pt x="92710" y="260350"/>
                  </a:moveTo>
                  <a:lnTo>
                    <a:pt x="81280" y="260350"/>
                  </a:lnTo>
                  <a:lnTo>
                    <a:pt x="78739" y="262890"/>
                  </a:lnTo>
                  <a:lnTo>
                    <a:pt x="90169" y="262890"/>
                  </a:lnTo>
                  <a:lnTo>
                    <a:pt x="92710" y="260350"/>
                  </a:lnTo>
                  <a:close/>
                </a:path>
                <a:path w="341630" h="351789">
                  <a:moveTo>
                    <a:pt x="95250" y="257810"/>
                  </a:moveTo>
                  <a:lnTo>
                    <a:pt x="83819" y="257810"/>
                  </a:lnTo>
                  <a:lnTo>
                    <a:pt x="82549" y="259080"/>
                  </a:lnTo>
                  <a:lnTo>
                    <a:pt x="93979" y="259080"/>
                  </a:lnTo>
                  <a:lnTo>
                    <a:pt x="95250" y="257810"/>
                  </a:lnTo>
                  <a:close/>
                </a:path>
                <a:path w="341630" h="351789">
                  <a:moveTo>
                    <a:pt x="99060" y="254000"/>
                  </a:moveTo>
                  <a:lnTo>
                    <a:pt x="87630" y="254000"/>
                  </a:lnTo>
                  <a:lnTo>
                    <a:pt x="85089" y="256540"/>
                  </a:lnTo>
                  <a:lnTo>
                    <a:pt x="96519" y="256540"/>
                  </a:lnTo>
                  <a:lnTo>
                    <a:pt x="99060" y="254000"/>
                  </a:lnTo>
                  <a:close/>
                </a:path>
                <a:path w="341630" h="351789">
                  <a:moveTo>
                    <a:pt x="101600" y="251460"/>
                  </a:moveTo>
                  <a:lnTo>
                    <a:pt x="90169" y="251460"/>
                  </a:lnTo>
                  <a:lnTo>
                    <a:pt x="88899" y="252730"/>
                  </a:lnTo>
                  <a:lnTo>
                    <a:pt x="100329" y="252730"/>
                  </a:lnTo>
                  <a:lnTo>
                    <a:pt x="101600" y="251460"/>
                  </a:lnTo>
                  <a:close/>
                </a:path>
                <a:path w="341630" h="351789">
                  <a:moveTo>
                    <a:pt x="105410" y="247650"/>
                  </a:moveTo>
                  <a:lnTo>
                    <a:pt x="93980" y="247650"/>
                  </a:lnTo>
                  <a:lnTo>
                    <a:pt x="91439" y="250190"/>
                  </a:lnTo>
                  <a:lnTo>
                    <a:pt x="102869" y="250190"/>
                  </a:lnTo>
                  <a:lnTo>
                    <a:pt x="105410" y="247650"/>
                  </a:lnTo>
                  <a:close/>
                </a:path>
                <a:path w="341630" h="351789">
                  <a:moveTo>
                    <a:pt x="107950" y="245110"/>
                  </a:moveTo>
                  <a:lnTo>
                    <a:pt x="96519" y="245110"/>
                  </a:lnTo>
                  <a:lnTo>
                    <a:pt x="95249" y="246380"/>
                  </a:lnTo>
                  <a:lnTo>
                    <a:pt x="106679" y="246380"/>
                  </a:lnTo>
                  <a:lnTo>
                    <a:pt x="107950" y="245110"/>
                  </a:lnTo>
                  <a:close/>
                </a:path>
                <a:path w="341630" h="351789">
                  <a:moveTo>
                    <a:pt x="111760" y="241300"/>
                  </a:moveTo>
                  <a:lnTo>
                    <a:pt x="100330" y="241300"/>
                  </a:lnTo>
                  <a:lnTo>
                    <a:pt x="97789" y="243840"/>
                  </a:lnTo>
                  <a:lnTo>
                    <a:pt x="109219" y="243840"/>
                  </a:lnTo>
                  <a:lnTo>
                    <a:pt x="111760" y="241300"/>
                  </a:lnTo>
                  <a:close/>
                </a:path>
                <a:path w="341630" h="351789">
                  <a:moveTo>
                    <a:pt x="114300" y="238760"/>
                  </a:moveTo>
                  <a:lnTo>
                    <a:pt x="102869" y="238760"/>
                  </a:lnTo>
                  <a:lnTo>
                    <a:pt x="101599" y="240030"/>
                  </a:lnTo>
                  <a:lnTo>
                    <a:pt x="113029" y="240030"/>
                  </a:lnTo>
                  <a:lnTo>
                    <a:pt x="114300" y="238760"/>
                  </a:lnTo>
                  <a:close/>
                </a:path>
                <a:path w="341630" h="351789">
                  <a:moveTo>
                    <a:pt x="118110" y="234950"/>
                  </a:moveTo>
                  <a:lnTo>
                    <a:pt x="106680" y="234950"/>
                  </a:lnTo>
                  <a:lnTo>
                    <a:pt x="104139" y="237490"/>
                  </a:lnTo>
                  <a:lnTo>
                    <a:pt x="115569" y="237490"/>
                  </a:lnTo>
                  <a:lnTo>
                    <a:pt x="118110" y="234950"/>
                  </a:lnTo>
                  <a:close/>
                </a:path>
                <a:path w="341630" h="351789">
                  <a:moveTo>
                    <a:pt x="120650" y="232410"/>
                  </a:moveTo>
                  <a:lnTo>
                    <a:pt x="109219" y="232410"/>
                  </a:lnTo>
                  <a:lnTo>
                    <a:pt x="107949" y="233680"/>
                  </a:lnTo>
                  <a:lnTo>
                    <a:pt x="119380" y="233680"/>
                  </a:lnTo>
                  <a:lnTo>
                    <a:pt x="120650" y="232410"/>
                  </a:lnTo>
                  <a:close/>
                </a:path>
                <a:path w="341630" h="351789">
                  <a:moveTo>
                    <a:pt x="124460" y="228600"/>
                  </a:moveTo>
                  <a:lnTo>
                    <a:pt x="113030" y="228600"/>
                  </a:lnTo>
                  <a:lnTo>
                    <a:pt x="110489" y="231140"/>
                  </a:lnTo>
                  <a:lnTo>
                    <a:pt x="121919" y="231140"/>
                  </a:lnTo>
                  <a:lnTo>
                    <a:pt x="124460" y="228600"/>
                  </a:lnTo>
                  <a:close/>
                </a:path>
                <a:path w="341630" h="351789">
                  <a:moveTo>
                    <a:pt x="127000" y="226060"/>
                  </a:moveTo>
                  <a:lnTo>
                    <a:pt x="115569" y="226060"/>
                  </a:lnTo>
                  <a:lnTo>
                    <a:pt x="114299" y="227330"/>
                  </a:lnTo>
                  <a:lnTo>
                    <a:pt x="125729" y="227330"/>
                  </a:lnTo>
                  <a:lnTo>
                    <a:pt x="127000" y="226060"/>
                  </a:lnTo>
                  <a:close/>
                </a:path>
                <a:path w="341630" h="351789">
                  <a:moveTo>
                    <a:pt x="130810" y="222250"/>
                  </a:moveTo>
                  <a:lnTo>
                    <a:pt x="119380" y="222250"/>
                  </a:lnTo>
                  <a:lnTo>
                    <a:pt x="116839" y="224790"/>
                  </a:lnTo>
                  <a:lnTo>
                    <a:pt x="128269" y="224790"/>
                  </a:lnTo>
                  <a:lnTo>
                    <a:pt x="130810" y="222250"/>
                  </a:lnTo>
                  <a:close/>
                </a:path>
                <a:path w="341630" h="351789">
                  <a:moveTo>
                    <a:pt x="133350" y="219710"/>
                  </a:moveTo>
                  <a:lnTo>
                    <a:pt x="121919" y="219710"/>
                  </a:lnTo>
                  <a:lnTo>
                    <a:pt x="120649" y="220980"/>
                  </a:lnTo>
                  <a:lnTo>
                    <a:pt x="132080" y="220980"/>
                  </a:lnTo>
                  <a:lnTo>
                    <a:pt x="133350" y="219710"/>
                  </a:lnTo>
                  <a:close/>
                </a:path>
                <a:path w="341630" h="351789">
                  <a:moveTo>
                    <a:pt x="137160" y="215900"/>
                  </a:moveTo>
                  <a:lnTo>
                    <a:pt x="125730" y="215900"/>
                  </a:lnTo>
                  <a:lnTo>
                    <a:pt x="123189" y="218440"/>
                  </a:lnTo>
                  <a:lnTo>
                    <a:pt x="134619" y="218440"/>
                  </a:lnTo>
                  <a:lnTo>
                    <a:pt x="137160" y="215900"/>
                  </a:lnTo>
                  <a:close/>
                </a:path>
                <a:path w="341630" h="351789">
                  <a:moveTo>
                    <a:pt x="139700" y="213360"/>
                  </a:moveTo>
                  <a:lnTo>
                    <a:pt x="128269" y="213360"/>
                  </a:lnTo>
                  <a:lnTo>
                    <a:pt x="126999" y="214630"/>
                  </a:lnTo>
                  <a:lnTo>
                    <a:pt x="138430" y="214630"/>
                  </a:lnTo>
                  <a:lnTo>
                    <a:pt x="139700" y="213360"/>
                  </a:lnTo>
                  <a:close/>
                </a:path>
                <a:path w="341630" h="351789">
                  <a:moveTo>
                    <a:pt x="143510" y="209550"/>
                  </a:moveTo>
                  <a:lnTo>
                    <a:pt x="132080" y="209550"/>
                  </a:lnTo>
                  <a:lnTo>
                    <a:pt x="129539" y="212090"/>
                  </a:lnTo>
                  <a:lnTo>
                    <a:pt x="140969" y="212090"/>
                  </a:lnTo>
                  <a:lnTo>
                    <a:pt x="143510" y="209550"/>
                  </a:lnTo>
                  <a:close/>
                </a:path>
                <a:path w="341630" h="351789">
                  <a:moveTo>
                    <a:pt x="146050" y="207010"/>
                  </a:moveTo>
                  <a:lnTo>
                    <a:pt x="134619" y="207010"/>
                  </a:lnTo>
                  <a:lnTo>
                    <a:pt x="133349" y="208280"/>
                  </a:lnTo>
                  <a:lnTo>
                    <a:pt x="144780" y="208280"/>
                  </a:lnTo>
                  <a:lnTo>
                    <a:pt x="146050" y="207010"/>
                  </a:lnTo>
                  <a:close/>
                </a:path>
                <a:path w="341630" h="351789">
                  <a:moveTo>
                    <a:pt x="149860" y="203200"/>
                  </a:moveTo>
                  <a:lnTo>
                    <a:pt x="138430" y="203200"/>
                  </a:lnTo>
                  <a:lnTo>
                    <a:pt x="135889" y="205740"/>
                  </a:lnTo>
                  <a:lnTo>
                    <a:pt x="147319" y="205740"/>
                  </a:lnTo>
                  <a:lnTo>
                    <a:pt x="149860" y="203200"/>
                  </a:lnTo>
                  <a:close/>
                </a:path>
                <a:path w="341630" h="351789">
                  <a:moveTo>
                    <a:pt x="152400" y="200660"/>
                  </a:moveTo>
                  <a:lnTo>
                    <a:pt x="140969" y="200660"/>
                  </a:lnTo>
                  <a:lnTo>
                    <a:pt x="139699" y="201930"/>
                  </a:lnTo>
                  <a:lnTo>
                    <a:pt x="151130" y="201930"/>
                  </a:lnTo>
                  <a:lnTo>
                    <a:pt x="152400" y="200660"/>
                  </a:lnTo>
                  <a:close/>
                </a:path>
                <a:path w="341630" h="351789">
                  <a:moveTo>
                    <a:pt x="156210" y="196850"/>
                  </a:moveTo>
                  <a:lnTo>
                    <a:pt x="144780" y="196850"/>
                  </a:lnTo>
                  <a:lnTo>
                    <a:pt x="142239" y="199390"/>
                  </a:lnTo>
                  <a:lnTo>
                    <a:pt x="153669" y="199390"/>
                  </a:lnTo>
                  <a:lnTo>
                    <a:pt x="156210" y="196850"/>
                  </a:lnTo>
                  <a:close/>
                </a:path>
                <a:path w="341630" h="351789">
                  <a:moveTo>
                    <a:pt x="341630" y="0"/>
                  </a:moveTo>
                  <a:lnTo>
                    <a:pt x="146049" y="195580"/>
                  </a:lnTo>
                  <a:lnTo>
                    <a:pt x="157480" y="195580"/>
                  </a:lnTo>
                  <a:lnTo>
                    <a:pt x="341630" y="11430"/>
                  </a:lnTo>
                  <a:lnTo>
                    <a:pt x="341630" y="0"/>
                  </a:lnTo>
                  <a:close/>
                </a:path>
              </a:pathLst>
            </a:custGeom>
            <a:solidFill>
              <a:srgbClr val="D8CC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7" name="object 1777"/>
            <p:cNvSpPr/>
            <p:nvPr/>
          </p:nvSpPr>
          <p:spPr>
            <a:xfrm>
              <a:off x="2860039" y="3020060"/>
              <a:ext cx="341630" cy="351790"/>
            </a:xfrm>
            <a:custGeom>
              <a:avLst/>
              <a:gdLst/>
              <a:ahLst/>
              <a:cxnLst/>
              <a:rect l="l" t="t" r="r" b="b"/>
              <a:pathLst>
                <a:path w="341630" h="351789">
                  <a:moveTo>
                    <a:pt x="1270" y="350519"/>
                  </a:moveTo>
                  <a:lnTo>
                    <a:pt x="0" y="350519"/>
                  </a:lnTo>
                  <a:lnTo>
                    <a:pt x="0" y="351789"/>
                  </a:lnTo>
                  <a:lnTo>
                    <a:pt x="1270" y="350519"/>
                  </a:lnTo>
                  <a:close/>
                </a:path>
                <a:path w="341630" h="351789">
                  <a:moveTo>
                    <a:pt x="3810" y="347979"/>
                  </a:moveTo>
                  <a:lnTo>
                    <a:pt x="0" y="347979"/>
                  </a:lnTo>
                  <a:lnTo>
                    <a:pt x="0" y="349250"/>
                  </a:lnTo>
                  <a:lnTo>
                    <a:pt x="2540" y="349250"/>
                  </a:lnTo>
                  <a:lnTo>
                    <a:pt x="3810" y="347979"/>
                  </a:lnTo>
                  <a:close/>
                </a:path>
                <a:path w="341630" h="351789">
                  <a:moveTo>
                    <a:pt x="7620" y="344169"/>
                  </a:moveTo>
                  <a:lnTo>
                    <a:pt x="0" y="344169"/>
                  </a:lnTo>
                  <a:lnTo>
                    <a:pt x="0" y="346710"/>
                  </a:lnTo>
                  <a:lnTo>
                    <a:pt x="5080" y="346710"/>
                  </a:lnTo>
                  <a:lnTo>
                    <a:pt x="7620" y="344169"/>
                  </a:lnTo>
                  <a:close/>
                </a:path>
                <a:path w="341630" h="351789">
                  <a:moveTo>
                    <a:pt x="10160" y="341629"/>
                  </a:moveTo>
                  <a:lnTo>
                    <a:pt x="0" y="341629"/>
                  </a:lnTo>
                  <a:lnTo>
                    <a:pt x="0" y="342900"/>
                  </a:lnTo>
                  <a:lnTo>
                    <a:pt x="8890" y="342900"/>
                  </a:lnTo>
                  <a:lnTo>
                    <a:pt x="10160" y="341629"/>
                  </a:lnTo>
                  <a:close/>
                </a:path>
                <a:path w="341630" h="351789">
                  <a:moveTo>
                    <a:pt x="13970" y="337819"/>
                  </a:moveTo>
                  <a:lnTo>
                    <a:pt x="3810" y="337819"/>
                  </a:lnTo>
                  <a:lnTo>
                    <a:pt x="1269" y="340360"/>
                  </a:lnTo>
                  <a:lnTo>
                    <a:pt x="11430" y="340360"/>
                  </a:lnTo>
                  <a:lnTo>
                    <a:pt x="13970" y="337819"/>
                  </a:lnTo>
                  <a:close/>
                </a:path>
                <a:path w="341630" h="351789">
                  <a:moveTo>
                    <a:pt x="16510" y="335279"/>
                  </a:moveTo>
                  <a:lnTo>
                    <a:pt x="6350" y="335279"/>
                  </a:lnTo>
                  <a:lnTo>
                    <a:pt x="5079" y="336550"/>
                  </a:lnTo>
                  <a:lnTo>
                    <a:pt x="15240" y="336550"/>
                  </a:lnTo>
                  <a:lnTo>
                    <a:pt x="16510" y="335279"/>
                  </a:lnTo>
                  <a:close/>
                </a:path>
                <a:path w="341630" h="351789">
                  <a:moveTo>
                    <a:pt x="20320" y="331469"/>
                  </a:moveTo>
                  <a:lnTo>
                    <a:pt x="10160" y="331469"/>
                  </a:lnTo>
                  <a:lnTo>
                    <a:pt x="7619" y="334010"/>
                  </a:lnTo>
                  <a:lnTo>
                    <a:pt x="17780" y="334010"/>
                  </a:lnTo>
                  <a:lnTo>
                    <a:pt x="20320" y="331469"/>
                  </a:lnTo>
                  <a:close/>
                </a:path>
                <a:path w="341630" h="351789">
                  <a:moveTo>
                    <a:pt x="22860" y="328929"/>
                  </a:moveTo>
                  <a:lnTo>
                    <a:pt x="12700" y="328929"/>
                  </a:lnTo>
                  <a:lnTo>
                    <a:pt x="11429" y="330200"/>
                  </a:lnTo>
                  <a:lnTo>
                    <a:pt x="21590" y="330200"/>
                  </a:lnTo>
                  <a:lnTo>
                    <a:pt x="22860" y="328929"/>
                  </a:lnTo>
                  <a:close/>
                </a:path>
                <a:path w="341630" h="351789">
                  <a:moveTo>
                    <a:pt x="26670" y="325119"/>
                  </a:moveTo>
                  <a:lnTo>
                    <a:pt x="16510" y="325119"/>
                  </a:lnTo>
                  <a:lnTo>
                    <a:pt x="13969" y="327660"/>
                  </a:lnTo>
                  <a:lnTo>
                    <a:pt x="24130" y="327660"/>
                  </a:lnTo>
                  <a:lnTo>
                    <a:pt x="26670" y="325119"/>
                  </a:lnTo>
                  <a:close/>
                </a:path>
                <a:path w="341630" h="351789">
                  <a:moveTo>
                    <a:pt x="29210" y="322579"/>
                  </a:moveTo>
                  <a:lnTo>
                    <a:pt x="19050" y="322579"/>
                  </a:lnTo>
                  <a:lnTo>
                    <a:pt x="17779" y="323850"/>
                  </a:lnTo>
                  <a:lnTo>
                    <a:pt x="27940" y="323850"/>
                  </a:lnTo>
                  <a:lnTo>
                    <a:pt x="29210" y="322579"/>
                  </a:lnTo>
                  <a:close/>
                </a:path>
                <a:path w="341630" h="351789">
                  <a:moveTo>
                    <a:pt x="33020" y="318769"/>
                  </a:moveTo>
                  <a:lnTo>
                    <a:pt x="22860" y="318769"/>
                  </a:lnTo>
                  <a:lnTo>
                    <a:pt x="20319" y="321310"/>
                  </a:lnTo>
                  <a:lnTo>
                    <a:pt x="30480" y="321310"/>
                  </a:lnTo>
                  <a:lnTo>
                    <a:pt x="33020" y="318769"/>
                  </a:lnTo>
                  <a:close/>
                </a:path>
                <a:path w="341630" h="351789">
                  <a:moveTo>
                    <a:pt x="35560" y="316229"/>
                  </a:moveTo>
                  <a:lnTo>
                    <a:pt x="25400" y="316229"/>
                  </a:lnTo>
                  <a:lnTo>
                    <a:pt x="24129" y="317500"/>
                  </a:lnTo>
                  <a:lnTo>
                    <a:pt x="34290" y="317500"/>
                  </a:lnTo>
                  <a:lnTo>
                    <a:pt x="35560" y="316229"/>
                  </a:lnTo>
                  <a:close/>
                </a:path>
                <a:path w="341630" h="351789">
                  <a:moveTo>
                    <a:pt x="39370" y="312419"/>
                  </a:moveTo>
                  <a:lnTo>
                    <a:pt x="29210" y="312419"/>
                  </a:lnTo>
                  <a:lnTo>
                    <a:pt x="26669" y="314960"/>
                  </a:lnTo>
                  <a:lnTo>
                    <a:pt x="36830" y="314960"/>
                  </a:lnTo>
                  <a:lnTo>
                    <a:pt x="39370" y="312419"/>
                  </a:lnTo>
                  <a:close/>
                </a:path>
                <a:path w="341630" h="351789">
                  <a:moveTo>
                    <a:pt x="41910" y="309879"/>
                  </a:moveTo>
                  <a:lnTo>
                    <a:pt x="31750" y="309879"/>
                  </a:lnTo>
                  <a:lnTo>
                    <a:pt x="30479" y="311150"/>
                  </a:lnTo>
                  <a:lnTo>
                    <a:pt x="40640" y="311150"/>
                  </a:lnTo>
                  <a:lnTo>
                    <a:pt x="41910" y="309879"/>
                  </a:lnTo>
                  <a:close/>
                </a:path>
                <a:path w="341630" h="351789">
                  <a:moveTo>
                    <a:pt x="45720" y="306069"/>
                  </a:moveTo>
                  <a:lnTo>
                    <a:pt x="35560" y="306069"/>
                  </a:lnTo>
                  <a:lnTo>
                    <a:pt x="33019" y="308610"/>
                  </a:lnTo>
                  <a:lnTo>
                    <a:pt x="43180" y="308610"/>
                  </a:lnTo>
                  <a:lnTo>
                    <a:pt x="45720" y="306069"/>
                  </a:lnTo>
                  <a:close/>
                </a:path>
                <a:path w="341630" h="351789">
                  <a:moveTo>
                    <a:pt x="48260" y="303529"/>
                  </a:moveTo>
                  <a:lnTo>
                    <a:pt x="38100" y="303529"/>
                  </a:lnTo>
                  <a:lnTo>
                    <a:pt x="36829" y="304800"/>
                  </a:lnTo>
                  <a:lnTo>
                    <a:pt x="46990" y="304800"/>
                  </a:lnTo>
                  <a:lnTo>
                    <a:pt x="48260" y="303529"/>
                  </a:lnTo>
                  <a:close/>
                </a:path>
                <a:path w="341630" h="351789">
                  <a:moveTo>
                    <a:pt x="52070" y="299719"/>
                  </a:moveTo>
                  <a:lnTo>
                    <a:pt x="41910" y="299719"/>
                  </a:lnTo>
                  <a:lnTo>
                    <a:pt x="39369" y="302260"/>
                  </a:lnTo>
                  <a:lnTo>
                    <a:pt x="49530" y="302260"/>
                  </a:lnTo>
                  <a:lnTo>
                    <a:pt x="52070" y="299719"/>
                  </a:lnTo>
                  <a:close/>
                </a:path>
                <a:path w="341630" h="351789">
                  <a:moveTo>
                    <a:pt x="54610" y="297179"/>
                  </a:moveTo>
                  <a:lnTo>
                    <a:pt x="44450" y="297179"/>
                  </a:lnTo>
                  <a:lnTo>
                    <a:pt x="43179" y="298450"/>
                  </a:lnTo>
                  <a:lnTo>
                    <a:pt x="53340" y="298450"/>
                  </a:lnTo>
                  <a:lnTo>
                    <a:pt x="54610" y="297179"/>
                  </a:lnTo>
                  <a:close/>
                </a:path>
                <a:path w="341630" h="351789">
                  <a:moveTo>
                    <a:pt x="58420" y="293369"/>
                  </a:moveTo>
                  <a:lnTo>
                    <a:pt x="48260" y="293369"/>
                  </a:lnTo>
                  <a:lnTo>
                    <a:pt x="45719" y="295910"/>
                  </a:lnTo>
                  <a:lnTo>
                    <a:pt x="55880" y="295910"/>
                  </a:lnTo>
                  <a:lnTo>
                    <a:pt x="58420" y="293369"/>
                  </a:lnTo>
                  <a:close/>
                </a:path>
                <a:path w="341630" h="351789">
                  <a:moveTo>
                    <a:pt x="60960" y="290829"/>
                  </a:moveTo>
                  <a:lnTo>
                    <a:pt x="50800" y="290829"/>
                  </a:lnTo>
                  <a:lnTo>
                    <a:pt x="49529" y="292100"/>
                  </a:lnTo>
                  <a:lnTo>
                    <a:pt x="59690" y="292100"/>
                  </a:lnTo>
                  <a:lnTo>
                    <a:pt x="60960" y="290829"/>
                  </a:lnTo>
                  <a:close/>
                </a:path>
                <a:path w="341630" h="351789">
                  <a:moveTo>
                    <a:pt x="64770" y="287019"/>
                  </a:moveTo>
                  <a:lnTo>
                    <a:pt x="54610" y="287019"/>
                  </a:lnTo>
                  <a:lnTo>
                    <a:pt x="52069" y="289560"/>
                  </a:lnTo>
                  <a:lnTo>
                    <a:pt x="62230" y="289560"/>
                  </a:lnTo>
                  <a:lnTo>
                    <a:pt x="64770" y="287019"/>
                  </a:lnTo>
                  <a:close/>
                </a:path>
                <a:path w="341630" h="351789">
                  <a:moveTo>
                    <a:pt x="67310" y="284479"/>
                  </a:moveTo>
                  <a:lnTo>
                    <a:pt x="57150" y="284479"/>
                  </a:lnTo>
                  <a:lnTo>
                    <a:pt x="55879" y="285750"/>
                  </a:lnTo>
                  <a:lnTo>
                    <a:pt x="66040" y="285750"/>
                  </a:lnTo>
                  <a:lnTo>
                    <a:pt x="67310" y="284479"/>
                  </a:lnTo>
                  <a:close/>
                </a:path>
                <a:path w="341630" h="351789">
                  <a:moveTo>
                    <a:pt x="71120" y="280669"/>
                  </a:moveTo>
                  <a:lnTo>
                    <a:pt x="60960" y="280669"/>
                  </a:lnTo>
                  <a:lnTo>
                    <a:pt x="58419" y="283210"/>
                  </a:lnTo>
                  <a:lnTo>
                    <a:pt x="68580" y="283210"/>
                  </a:lnTo>
                  <a:lnTo>
                    <a:pt x="71120" y="280669"/>
                  </a:lnTo>
                  <a:close/>
                </a:path>
                <a:path w="341630" h="351789">
                  <a:moveTo>
                    <a:pt x="73660" y="278129"/>
                  </a:moveTo>
                  <a:lnTo>
                    <a:pt x="63500" y="278129"/>
                  </a:lnTo>
                  <a:lnTo>
                    <a:pt x="62229" y="279400"/>
                  </a:lnTo>
                  <a:lnTo>
                    <a:pt x="72390" y="279400"/>
                  </a:lnTo>
                  <a:lnTo>
                    <a:pt x="73660" y="278129"/>
                  </a:lnTo>
                  <a:close/>
                </a:path>
                <a:path w="341630" h="351789">
                  <a:moveTo>
                    <a:pt x="77470" y="274319"/>
                  </a:moveTo>
                  <a:lnTo>
                    <a:pt x="67310" y="274319"/>
                  </a:lnTo>
                  <a:lnTo>
                    <a:pt x="64769" y="276860"/>
                  </a:lnTo>
                  <a:lnTo>
                    <a:pt x="74930" y="276860"/>
                  </a:lnTo>
                  <a:lnTo>
                    <a:pt x="77470" y="274319"/>
                  </a:lnTo>
                  <a:close/>
                </a:path>
                <a:path w="341630" h="351789">
                  <a:moveTo>
                    <a:pt x="80010" y="271779"/>
                  </a:moveTo>
                  <a:lnTo>
                    <a:pt x="69850" y="271779"/>
                  </a:lnTo>
                  <a:lnTo>
                    <a:pt x="68579" y="273050"/>
                  </a:lnTo>
                  <a:lnTo>
                    <a:pt x="78740" y="273050"/>
                  </a:lnTo>
                  <a:lnTo>
                    <a:pt x="80010" y="271779"/>
                  </a:lnTo>
                  <a:close/>
                </a:path>
                <a:path w="341630" h="351789">
                  <a:moveTo>
                    <a:pt x="83820" y="267969"/>
                  </a:moveTo>
                  <a:lnTo>
                    <a:pt x="73660" y="267969"/>
                  </a:lnTo>
                  <a:lnTo>
                    <a:pt x="71119" y="270510"/>
                  </a:lnTo>
                  <a:lnTo>
                    <a:pt x="81280" y="270510"/>
                  </a:lnTo>
                  <a:lnTo>
                    <a:pt x="83820" y="267969"/>
                  </a:lnTo>
                  <a:close/>
                </a:path>
                <a:path w="341630" h="351789">
                  <a:moveTo>
                    <a:pt x="86360" y="265429"/>
                  </a:moveTo>
                  <a:lnTo>
                    <a:pt x="76200" y="265429"/>
                  </a:lnTo>
                  <a:lnTo>
                    <a:pt x="74929" y="266700"/>
                  </a:lnTo>
                  <a:lnTo>
                    <a:pt x="85090" y="266700"/>
                  </a:lnTo>
                  <a:lnTo>
                    <a:pt x="86360" y="265429"/>
                  </a:lnTo>
                  <a:close/>
                </a:path>
                <a:path w="341630" h="351789">
                  <a:moveTo>
                    <a:pt x="90170" y="261619"/>
                  </a:moveTo>
                  <a:lnTo>
                    <a:pt x="80010" y="261619"/>
                  </a:lnTo>
                  <a:lnTo>
                    <a:pt x="77469" y="264160"/>
                  </a:lnTo>
                  <a:lnTo>
                    <a:pt x="87630" y="264160"/>
                  </a:lnTo>
                  <a:lnTo>
                    <a:pt x="90170" y="261619"/>
                  </a:lnTo>
                  <a:close/>
                </a:path>
                <a:path w="341630" h="351789">
                  <a:moveTo>
                    <a:pt x="92710" y="259079"/>
                  </a:moveTo>
                  <a:lnTo>
                    <a:pt x="82550" y="259079"/>
                  </a:lnTo>
                  <a:lnTo>
                    <a:pt x="81279" y="260350"/>
                  </a:lnTo>
                  <a:lnTo>
                    <a:pt x="91440" y="260350"/>
                  </a:lnTo>
                  <a:lnTo>
                    <a:pt x="92710" y="259079"/>
                  </a:lnTo>
                  <a:close/>
                </a:path>
                <a:path w="341630" h="351789">
                  <a:moveTo>
                    <a:pt x="96520" y="255269"/>
                  </a:moveTo>
                  <a:lnTo>
                    <a:pt x="86360" y="255269"/>
                  </a:lnTo>
                  <a:lnTo>
                    <a:pt x="83819" y="257810"/>
                  </a:lnTo>
                  <a:lnTo>
                    <a:pt x="93980" y="257810"/>
                  </a:lnTo>
                  <a:lnTo>
                    <a:pt x="96520" y="255269"/>
                  </a:lnTo>
                  <a:close/>
                </a:path>
                <a:path w="341630" h="351789">
                  <a:moveTo>
                    <a:pt x="99060" y="252729"/>
                  </a:moveTo>
                  <a:lnTo>
                    <a:pt x="88900" y="252729"/>
                  </a:lnTo>
                  <a:lnTo>
                    <a:pt x="87629" y="254000"/>
                  </a:lnTo>
                  <a:lnTo>
                    <a:pt x="97790" y="254000"/>
                  </a:lnTo>
                  <a:lnTo>
                    <a:pt x="99060" y="252729"/>
                  </a:lnTo>
                  <a:close/>
                </a:path>
                <a:path w="341630" h="351789">
                  <a:moveTo>
                    <a:pt x="102870" y="248919"/>
                  </a:moveTo>
                  <a:lnTo>
                    <a:pt x="92710" y="248919"/>
                  </a:lnTo>
                  <a:lnTo>
                    <a:pt x="90169" y="251460"/>
                  </a:lnTo>
                  <a:lnTo>
                    <a:pt x="100330" y="251460"/>
                  </a:lnTo>
                  <a:lnTo>
                    <a:pt x="102870" y="248919"/>
                  </a:lnTo>
                  <a:close/>
                </a:path>
                <a:path w="341630" h="351789">
                  <a:moveTo>
                    <a:pt x="105410" y="246379"/>
                  </a:moveTo>
                  <a:lnTo>
                    <a:pt x="95250" y="246379"/>
                  </a:lnTo>
                  <a:lnTo>
                    <a:pt x="93979" y="247650"/>
                  </a:lnTo>
                  <a:lnTo>
                    <a:pt x="104140" y="247650"/>
                  </a:lnTo>
                  <a:lnTo>
                    <a:pt x="105410" y="246379"/>
                  </a:lnTo>
                  <a:close/>
                </a:path>
                <a:path w="341630" h="351789">
                  <a:moveTo>
                    <a:pt x="109220" y="242569"/>
                  </a:moveTo>
                  <a:lnTo>
                    <a:pt x="99060" y="242569"/>
                  </a:lnTo>
                  <a:lnTo>
                    <a:pt x="96519" y="245110"/>
                  </a:lnTo>
                  <a:lnTo>
                    <a:pt x="106680" y="245110"/>
                  </a:lnTo>
                  <a:lnTo>
                    <a:pt x="109220" y="242569"/>
                  </a:lnTo>
                  <a:close/>
                </a:path>
                <a:path w="341630" h="351789">
                  <a:moveTo>
                    <a:pt x="111760" y="240029"/>
                  </a:moveTo>
                  <a:lnTo>
                    <a:pt x="101600" y="240029"/>
                  </a:lnTo>
                  <a:lnTo>
                    <a:pt x="100329" y="241300"/>
                  </a:lnTo>
                  <a:lnTo>
                    <a:pt x="110490" y="241300"/>
                  </a:lnTo>
                  <a:lnTo>
                    <a:pt x="111760" y="240029"/>
                  </a:lnTo>
                  <a:close/>
                </a:path>
                <a:path w="341630" h="351789">
                  <a:moveTo>
                    <a:pt x="115570" y="236219"/>
                  </a:moveTo>
                  <a:lnTo>
                    <a:pt x="105410" y="236219"/>
                  </a:lnTo>
                  <a:lnTo>
                    <a:pt x="102869" y="238760"/>
                  </a:lnTo>
                  <a:lnTo>
                    <a:pt x="113030" y="238760"/>
                  </a:lnTo>
                  <a:lnTo>
                    <a:pt x="115570" y="236219"/>
                  </a:lnTo>
                  <a:close/>
                </a:path>
                <a:path w="341630" h="351789">
                  <a:moveTo>
                    <a:pt x="118110" y="233679"/>
                  </a:moveTo>
                  <a:lnTo>
                    <a:pt x="107950" y="233679"/>
                  </a:lnTo>
                  <a:lnTo>
                    <a:pt x="106679" y="234950"/>
                  </a:lnTo>
                  <a:lnTo>
                    <a:pt x="116840" y="234950"/>
                  </a:lnTo>
                  <a:lnTo>
                    <a:pt x="118110" y="233679"/>
                  </a:lnTo>
                  <a:close/>
                </a:path>
                <a:path w="341630" h="351789">
                  <a:moveTo>
                    <a:pt x="121920" y="229869"/>
                  </a:moveTo>
                  <a:lnTo>
                    <a:pt x="111760" y="229869"/>
                  </a:lnTo>
                  <a:lnTo>
                    <a:pt x="109219" y="232410"/>
                  </a:lnTo>
                  <a:lnTo>
                    <a:pt x="119380" y="232410"/>
                  </a:lnTo>
                  <a:lnTo>
                    <a:pt x="121920" y="229869"/>
                  </a:lnTo>
                  <a:close/>
                </a:path>
                <a:path w="341630" h="351789">
                  <a:moveTo>
                    <a:pt x="124460" y="227329"/>
                  </a:moveTo>
                  <a:lnTo>
                    <a:pt x="114300" y="227329"/>
                  </a:lnTo>
                  <a:lnTo>
                    <a:pt x="113029" y="228600"/>
                  </a:lnTo>
                  <a:lnTo>
                    <a:pt x="123190" y="228600"/>
                  </a:lnTo>
                  <a:lnTo>
                    <a:pt x="124460" y="227329"/>
                  </a:lnTo>
                  <a:close/>
                </a:path>
                <a:path w="341630" h="351789">
                  <a:moveTo>
                    <a:pt x="128270" y="223519"/>
                  </a:moveTo>
                  <a:lnTo>
                    <a:pt x="118110" y="223519"/>
                  </a:lnTo>
                  <a:lnTo>
                    <a:pt x="115569" y="226060"/>
                  </a:lnTo>
                  <a:lnTo>
                    <a:pt x="125730" y="226060"/>
                  </a:lnTo>
                  <a:lnTo>
                    <a:pt x="128270" y="223519"/>
                  </a:lnTo>
                  <a:close/>
                </a:path>
                <a:path w="341630" h="351789">
                  <a:moveTo>
                    <a:pt x="130810" y="220979"/>
                  </a:moveTo>
                  <a:lnTo>
                    <a:pt x="120650" y="220979"/>
                  </a:lnTo>
                  <a:lnTo>
                    <a:pt x="119379" y="222250"/>
                  </a:lnTo>
                  <a:lnTo>
                    <a:pt x="129540" y="222250"/>
                  </a:lnTo>
                  <a:lnTo>
                    <a:pt x="130810" y="220979"/>
                  </a:lnTo>
                  <a:close/>
                </a:path>
                <a:path w="341630" h="351789">
                  <a:moveTo>
                    <a:pt x="134620" y="217169"/>
                  </a:moveTo>
                  <a:lnTo>
                    <a:pt x="124460" y="217169"/>
                  </a:lnTo>
                  <a:lnTo>
                    <a:pt x="121919" y="219710"/>
                  </a:lnTo>
                  <a:lnTo>
                    <a:pt x="132080" y="219710"/>
                  </a:lnTo>
                  <a:lnTo>
                    <a:pt x="134620" y="217169"/>
                  </a:lnTo>
                  <a:close/>
                </a:path>
                <a:path w="341630" h="351789">
                  <a:moveTo>
                    <a:pt x="137160" y="214629"/>
                  </a:moveTo>
                  <a:lnTo>
                    <a:pt x="127000" y="214629"/>
                  </a:lnTo>
                  <a:lnTo>
                    <a:pt x="125730" y="215900"/>
                  </a:lnTo>
                  <a:lnTo>
                    <a:pt x="135890" y="215900"/>
                  </a:lnTo>
                  <a:lnTo>
                    <a:pt x="137160" y="214629"/>
                  </a:lnTo>
                  <a:close/>
                </a:path>
                <a:path w="341630" h="351789">
                  <a:moveTo>
                    <a:pt x="140970" y="210819"/>
                  </a:moveTo>
                  <a:lnTo>
                    <a:pt x="130810" y="210819"/>
                  </a:lnTo>
                  <a:lnTo>
                    <a:pt x="128269" y="213360"/>
                  </a:lnTo>
                  <a:lnTo>
                    <a:pt x="138430" y="213360"/>
                  </a:lnTo>
                  <a:lnTo>
                    <a:pt x="140970" y="210819"/>
                  </a:lnTo>
                  <a:close/>
                </a:path>
                <a:path w="341630" h="351789">
                  <a:moveTo>
                    <a:pt x="143510" y="208279"/>
                  </a:moveTo>
                  <a:lnTo>
                    <a:pt x="133350" y="208279"/>
                  </a:lnTo>
                  <a:lnTo>
                    <a:pt x="132079" y="209550"/>
                  </a:lnTo>
                  <a:lnTo>
                    <a:pt x="142240" y="209550"/>
                  </a:lnTo>
                  <a:lnTo>
                    <a:pt x="143510" y="208279"/>
                  </a:lnTo>
                  <a:close/>
                </a:path>
                <a:path w="341630" h="351789">
                  <a:moveTo>
                    <a:pt x="147320" y="204469"/>
                  </a:moveTo>
                  <a:lnTo>
                    <a:pt x="137160" y="204469"/>
                  </a:lnTo>
                  <a:lnTo>
                    <a:pt x="134619" y="207010"/>
                  </a:lnTo>
                  <a:lnTo>
                    <a:pt x="144780" y="207010"/>
                  </a:lnTo>
                  <a:lnTo>
                    <a:pt x="147320" y="204469"/>
                  </a:lnTo>
                  <a:close/>
                </a:path>
                <a:path w="341630" h="351789">
                  <a:moveTo>
                    <a:pt x="149860" y="201929"/>
                  </a:moveTo>
                  <a:lnTo>
                    <a:pt x="139700" y="201929"/>
                  </a:lnTo>
                  <a:lnTo>
                    <a:pt x="138430" y="203200"/>
                  </a:lnTo>
                  <a:lnTo>
                    <a:pt x="148590" y="203200"/>
                  </a:lnTo>
                  <a:lnTo>
                    <a:pt x="149860" y="201929"/>
                  </a:lnTo>
                  <a:close/>
                </a:path>
                <a:path w="341630" h="351789">
                  <a:moveTo>
                    <a:pt x="153670" y="198119"/>
                  </a:moveTo>
                  <a:lnTo>
                    <a:pt x="143510" y="198119"/>
                  </a:lnTo>
                  <a:lnTo>
                    <a:pt x="140969" y="200660"/>
                  </a:lnTo>
                  <a:lnTo>
                    <a:pt x="151130" y="200660"/>
                  </a:lnTo>
                  <a:lnTo>
                    <a:pt x="153670" y="198119"/>
                  </a:lnTo>
                  <a:close/>
                </a:path>
                <a:path w="341630" h="351789">
                  <a:moveTo>
                    <a:pt x="156210" y="195579"/>
                  </a:moveTo>
                  <a:lnTo>
                    <a:pt x="146050" y="195579"/>
                  </a:lnTo>
                  <a:lnTo>
                    <a:pt x="144780" y="196850"/>
                  </a:lnTo>
                  <a:lnTo>
                    <a:pt x="154940" y="196850"/>
                  </a:lnTo>
                  <a:lnTo>
                    <a:pt x="156210" y="195579"/>
                  </a:lnTo>
                  <a:close/>
                </a:path>
                <a:path w="341630" h="351789">
                  <a:moveTo>
                    <a:pt x="160020" y="191769"/>
                  </a:moveTo>
                  <a:lnTo>
                    <a:pt x="149860" y="191769"/>
                  </a:lnTo>
                  <a:lnTo>
                    <a:pt x="147319" y="194310"/>
                  </a:lnTo>
                  <a:lnTo>
                    <a:pt x="157479" y="194310"/>
                  </a:lnTo>
                  <a:lnTo>
                    <a:pt x="160020" y="191769"/>
                  </a:lnTo>
                  <a:close/>
                </a:path>
                <a:path w="341630" h="351789">
                  <a:moveTo>
                    <a:pt x="162560" y="189229"/>
                  </a:moveTo>
                  <a:lnTo>
                    <a:pt x="152400" y="189229"/>
                  </a:lnTo>
                  <a:lnTo>
                    <a:pt x="151130" y="190500"/>
                  </a:lnTo>
                  <a:lnTo>
                    <a:pt x="161289" y="190500"/>
                  </a:lnTo>
                  <a:lnTo>
                    <a:pt x="162560" y="189229"/>
                  </a:lnTo>
                  <a:close/>
                </a:path>
                <a:path w="341630" h="351789">
                  <a:moveTo>
                    <a:pt x="166370" y="185419"/>
                  </a:moveTo>
                  <a:lnTo>
                    <a:pt x="156210" y="185419"/>
                  </a:lnTo>
                  <a:lnTo>
                    <a:pt x="153669" y="187960"/>
                  </a:lnTo>
                  <a:lnTo>
                    <a:pt x="163830" y="187960"/>
                  </a:lnTo>
                  <a:lnTo>
                    <a:pt x="166370" y="185419"/>
                  </a:lnTo>
                  <a:close/>
                </a:path>
                <a:path w="341630" h="351789">
                  <a:moveTo>
                    <a:pt x="341630" y="0"/>
                  </a:moveTo>
                  <a:lnTo>
                    <a:pt x="157480" y="184150"/>
                  </a:lnTo>
                  <a:lnTo>
                    <a:pt x="167640" y="184150"/>
                  </a:lnTo>
                  <a:lnTo>
                    <a:pt x="341630" y="10160"/>
                  </a:lnTo>
                  <a:lnTo>
                    <a:pt x="341630" y="0"/>
                  </a:lnTo>
                  <a:close/>
                </a:path>
              </a:pathLst>
            </a:custGeom>
            <a:solidFill>
              <a:srgbClr val="D8CD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8" name="object 1778"/>
            <p:cNvSpPr/>
            <p:nvPr/>
          </p:nvSpPr>
          <p:spPr>
            <a:xfrm>
              <a:off x="2860039" y="3030219"/>
              <a:ext cx="341630" cy="351790"/>
            </a:xfrm>
            <a:custGeom>
              <a:avLst/>
              <a:gdLst/>
              <a:ahLst/>
              <a:cxnLst/>
              <a:rect l="l" t="t" r="r" b="b"/>
              <a:pathLst>
                <a:path w="341630" h="351789">
                  <a:moveTo>
                    <a:pt x="2540" y="350519"/>
                  </a:moveTo>
                  <a:lnTo>
                    <a:pt x="0" y="350519"/>
                  </a:lnTo>
                  <a:lnTo>
                    <a:pt x="0" y="351789"/>
                  </a:lnTo>
                  <a:lnTo>
                    <a:pt x="1269" y="351789"/>
                  </a:lnTo>
                  <a:lnTo>
                    <a:pt x="2540" y="350519"/>
                  </a:lnTo>
                  <a:close/>
                </a:path>
                <a:path w="341630" h="351789">
                  <a:moveTo>
                    <a:pt x="6350" y="346709"/>
                  </a:moveTo>
                  <a:lnTo>
                    <a:pt x="0" y="346709"/>
                  </a:lnTo>
                  <a:lnTo>
                    <a:pt x="0" y="349250"/>
                  </a:lnTo>
                  <a:lnTo>
                    <a:pt x="3809" y="349250"/>
                  </a:lnTo>
                  <a:lnTo>
                    <a:pt x="6350" y="346709"/>
                  </a:lnTo>
                  <a:close/>
                </a:path>
                <a:path w="341630" h="351789">
                  <a:moveTo>
                    <a:pt x="8890" y="344169"/>
                  </a:moveTo>
                  <a:lnTo>
                    <a:pt x="0" y="344169"/>
                  </a:lnTo>
                  <a:lnTo>
                    <a:pt x="0" y="345439"/>
                  </a:lnTo>
                  <a:lnTo>
                    <a:pt x="7619" y="345439"/>
                  </a:lnTo>
                  <a:lnTo>
                    <a:pt x="8890" y="344169"/>
                  </a:lnTo>
                  <a:close/>
                </a:path>
                <a:path w="341630" h="351789">
                  <a:moveTo>
                    <a:pt x="12700" y="340359"/>
                  </a:moveTo>
                  <a:lnTo>
                    <a:pt x="1270" y="340359"/>
                  </a:lnTo>
                  <a:lnTo>
                    <a:pt x="0" y="341629"/>
                  </a:lnTo>
                  <a:lnTo>
                    <a:pt x="0" y="342900"/>
                  </a:lnTo>
                  <a:lnTo>
                    <a:pt x="10159" y="342900"/>
                  </a:lnTo>
                  <a:lnTo>
                    <a:pt x="12700" y="340359"/>
                  </a:lnTo>
                  <a:close/>
                </a:path>
                <a:path w="341630" h="351789">
                  <a:moveTo>
                    <a:pt x="15240" y="337819"/>
                  </a:moveTo>
                  <a:lnTo>
                    <a:pt x="3810" y="337819"/>
                  </a:lnTo>
                  <a:lnTo>
                    <a:pt x="2540" y="339089"/>
                  </a:lnTo>
                  <a:lnTo>
                    <a:pt x="13969" y="339089"/>
                  </a:lnTo>
                  <a:lnTo>
                    <a:pt x="15240" y="337819"/>
                  </a:lnTo>
                  <a:close/>
                </a:path>
                <a:path w="341630" h="351789">
                  <a:moveTo>
                    <a:pt x="19050" y="334009"/>
                  </a:moveTo>
                  <a:lnTo>
                    <a:pt x="7620" y="334009"/>
                  </a:lnTo>
                  <a:lnTo>
                    <a:pt x="5080" y="336550"/>
                  </a:lnTo>
                  <a:lnTo>
                    <a:pt x="16509" y="336550"/>
                  </a:lnTo>
                  <a:lnTo>
                    <a:pt x="19050" y="334009"/>
                  </a:lnTo>
                  <a:close/>
                </a:path>
                <a:path w="341630" h="351789">
                  <a:moveTo>
                    <a:pt x="21590" y="331469"/>
                  </a:moveTo>
                  <a:lnTo>
                    <a:pt x="10160" y="331469"/>
                  </a:lnTo>
                  <a:lnTo>
                    <a:pt x="8890" y="332739"/>
                  </a:lnTo>
                  <a:lnTo>
                    <a:pt x="20319" y="332739"/>
                  </a:lnTo>
                  <a:lnTo>
                    <a:pt x="21590" y="331469"/>
                  </a:lnTo>
                  <a:close/>
                </a:path>
                <a:path w="341630" h="351789">
                  <a:moveTo>
                    <a:pt x="25400" y="327659"/>
                  </a:moveTo>
                  <a:lnTo>
                    <a:pt x="13970" y="327659"/>
                  </a:lnTo>
                  <a:lnTo>
                    <a:pt x="11430" y="330200"/>
                  </a:lnTo>
                  <a:lnTo>
                    <a:pt x="22859" y="330200"/>
                  </a:lnTo>
                  <a:lnTo>
                    <a:pt x="25400" y="327659"/>
                  </a:lnTo>
                  <a:close/>
                </a:path>
                <a:path w="341630" h="351789">
                  <a:moveTo>
                    <a:pt x="27940" y="325119"/>
                  </a:moveTo>
                  <a:lnTo>
                    <a:pt x="16510" y="325119"/>
                  </a:lnTo>
                  <a:lnTo>
                    <a:pt x="15240" y="326389"/>
                  </a:lnTo>
                  <a:lnTo>
                    <a:pt x="26669" y="326389"/>
                  </a:lnTo>
                  <a:lnTo>
                    <a:pt x="27940" y="325119"/>
                  </a:lnTo>
                  <a:close/>
                </a:path>
                <a:path w="341630" h="351789">
                  <a:moveTo>
                    <a:pt x="31750" y="321309"/>
                  </a:moveTo>
                  <a:lnTo>
                    <a:pt x="20320" y="321309"/>
                  </a:lnTo>
                  <a:lnTo>
                    <a:pt x="17780" y="323850"/>
                  </a:lnTo>
                  <a:lnTo>
                    <a:pt x="29209" y="323850"/>
                  </a:lnTo>
                  <a:lnTo>
                    <a:pt x="31750" y="321309"/>
                  </a:lnTo>
                  <a:close/>
                </a:path>
                <a:path w="341630" h="351789">
                  <a:moveTo>
                    <a:pt x="34290" y="318769"/>
                  </a:moveTo>
                  <a:lnTo>
                    <a:pt x="22860" y="318769"/>
                  </a:lnTo>
                  <a:lnTo>
                    <a:pt x="21590" y="320039"/>
                  </a:lnTo>
                  <a:lnTo>
                    <a:pt x="33019" y="320039"/>
                  </a:lnTo>
                  <a:lnTo>
                    <a:pt x="34290" y="318769"/>
                  </a:lnTo>
                  <a:close/>
                </a:path>
                <a:path w="341630" h="351789">
                  <a:moveTo>
                    <a:pt x="38100" y="314959"/>
                  </a:moveTo>
                  <a:lnTo>
                    <a:pt x="26670" y="314959"/>
                  </a:lnTo>
                  <a:lnTo>
                    <a:pt x="24130" y="317500"/>
                  </a:lnTo>
                  <a:lnTo>
                    <a:pt x="35559" y="317500"/>
                  </a:lnTo>
                  <a:lnTo>
                    <a:pt x="38100" y="314959"/>
                  </a:lnTo>
                  <a:close/>
                </a:path>
                <a:path w="341630" h="351789">
                  <a:moveTo>
                    <a:pt x="40640" y="312419"/>
                  </a:moveTo>
                  <a:lnTo>
                    <a:pt x="29210" y="312419"/>
                  </a:lnTo>
                  <a:lnTo>
                    <a:pt x="27940" y="313689"/>
                  </a:lnTo>
                  <a:lnTo>
                    <a:pt x="39369" y="313689"/>
                  </a:lnTo>
                  <a:lnTo>
                    <a:pt x="40640" y="312419"/>
                  </a:lnTo>
                  <a:close/>
                </a:path>
                <a:path w="341630" h="351789">
                  <a:moveTo>
                    <a:pt x="44450" y="308609"/>
                  </a:moveTo>
                  <a:lnTo>
                    <a:pt x="33020" y="308609"/>
                  </a:lnTo>
                  <a:lnTo>
                    <a:pt x="30480" y="311150"/>
                  </a:lnTo>
                  <a:lnTo>
                    <a:pt x="41909" y="311150"/>
                  </a:lnTo>
                  <a:lnTo>
                    <a:pt x="44450" y="308609"/>
                  </a:lnTo>
                  <a:close/>
                </a:path>
                <a:path w="341630" h="351789">
                  <a:moveTo>
                    <a:pt x="46990" y="306069"/>
                  </a:moveTo>
                  <a:lnTo>
                    <a:pt x="35560" y="306069"/>
                  </a:lnTo>
                  <a:lnTo>
                    <a:pt x="34290" y="307339"/>
                  </a:lnTo>
                  <a:lnTo>
                    <a:pt x="45719" y="307339"/>
                  </a:lnTo>
                  <a:lnTo>
                    <a:pt x="46990" y="306069"/>
                  </a:lnTo>
                  <a:close/>
                </a:path>
                <a:path w="341630" h="351789">
                  <a:moveTo>
                    <a:pt x="50800" y="302259"/>
                  </a:moveTo>
                  <a:lnTo>
                    <a:pt x="39370" y="302259"/>
                  </a:lnTo>
                  <a:lnTo>
                    <a:pt x="36830" y="304800"/>
                  </a:lnTo>
                  <a:lnTo>
                    <a:pt x="48259" y="304800"/>
                  </a:lnTo>
                  <a:lnTo>
                    <a:pt x="50800" y="302259"/>
                  </a:lnTo>
                  <a:close/>
                </a:path>
                <a:path w="341630" h="351789">
                  <a:moveTo>
                    <a:pt x="53340" y="299719"/>
                  </a:moveTo>
                  <a:lnTo>
                    <a:pt x="41910" y="299719"/>
                  </a:lnTo>
                  <a:lnTo>
                    <a:pt x="40640" y="300989"/>
                  </a:lnTo>
                  <a:lnTo>
                    <a:pt x="52069" y="300989"/>
                  </a:lnTo>
                  <a:lnTo>
                    <a:pt x="53340" y="299719"/>
                  </a:lnTo>
                  <a:close/>
                </a:path>
                <a:path w="341630" h="351789">
                  <a:moveTo>
                    <a:pt x="57150" y="295909"/>
                  </a:moveTo>
                  <a:lnTo>
                    <a:pt x="45720" y="295909"/>
                  </a:lnTo>
                  <a:lnTo>
                    <a:pt x="43180" y="298450"/>
                  </a:lnTo>
                  <a:lnTo>
                    <a:pt x="54609" y="298450"/>
                  </a:lnTo>
                  <a:lnTo>
                    <a:pt x="57150" y="295909"/>
                  </a:lnTo>
                  <a:close/>
                </a:path>
                <a:path w="341630" h="351789">
                  <a:moveTo>
                    <a:pt x="59690" y="293369"/>
                  </a:moveTo>
                  <a:lnTo>
                    <a:pt x="48260" y="293369"/>
                  </a:lnTo>
                  <a:lnTo>
                    <a:pt x="46990" y="294639"/>
                  </a:lnTo>
                  <a:lnTo>
                    <a:pt x="58419" y="294639"/>
                  </a:lnTo>
                  <a:lnTo>
                    <a:pt x="59690" y="293369"/>
                  </a:lnTo>
                  <a:close/>
                </a:path>
                <a:path w="341630" h="351789">
                  <a:moveTo>
                    <a:pt x="63500" y="289559"/>
                  </a:moveTo>
                  <a:lnTo>
                    <a:pt x="52070" y="289559"/>
                  </a:lnTo>
                  <a:lnTo>
                    <a:pt x="49530" y="292100"/>
                  </a:lnTo>
                  <a:lnTo>
                    <a:pt x="60959" y="292100"/>
                  </a:lnTo>
                  <a:lnTo>
                    <a:pt x="63500" y="289559"/>
                  </a:lnTo>
                  <a:close/>
                </a:path>
                <a:path w="341630" h="351789">
                  <a:moveTo>
                    <a:pt x="66040" y="287019"/>
                  </a:moveTo>
                  <a:lnTo>
                    <a:pt x="54610" y="287019"/>
                  </a:lnTo>
                  <a:lnTo>
                    <a:pt x="53340" y="288289"/>
                  </a:lnTo>
                  <a:lnTo>
                    <a:pt x="64769" y="288289"/>
                  </a:lnTo>
                  <a:lnTo>
                    <a:pt x="66040" y="287019"/>
                  </a:lnTo>
                  <a:close/>
                </a:path>
                <a:path w="341630" h="351789">
                  <a:moveTo>
                    <a:pt x="69850" y="283209"/>
                  </a:moveTo>
                  <a:lnTo>
                    <a:pt x="58420" y="283209"/>
                  </a:lnTo>
                  <a:lnTo>
                    <a:pt x="55880" y="285750"/>
                  </a:lnTo>
                  <a:lnTo>
                    <a:pt x="67309" y="285750"/>
                  </a:lnTo>
                  <a:lnTo>
                    <a:pt x="69850" y="283209"/>
                  </a:lnTo>
                  <a:close/>
                </a:path>
                <a:path w="341630" h="351789">
                  <a:moveTo>
                    <a:pt x="72390" y="280669"/>
                  </a:moveTo>
                  <a:lnTo>
                    <a:pt x="60960" y="280669"/>
                  </a:lnTo>
                  <a:lnTo>
                    <a:pt x="59690" y="281939"/>
                  </a:lnTo>
                  <a:lnTo>
                    <a:pt x="71119" y="281939"/>
                  </a:lnTo>
                  <a:lnTo>
                    <a:pt x="72390" y="280669"/>
                  </a:lnTo>
                  <a:close/>
                </a:path>
                <a:path w="341630" h="351789">
                  <a:moveTo>
                    <a:pt x="76200" y="276859"/>
                  </a:moveTo>
                  <a:lnTo>
                    <a:pt x="64770" y="276859"/>
                  </a:lnTo>
                  <a:lnTo>
                    <a:pt x="62230" y="279400"/>
                  </a:lnTo>
                  <a:lnTo>
                    <a:pt x="73659" y="279400"/>
                  </a:lnTo>
                  <a:lnTo>
                    <a:pt x="76200" y="276859"/>
                  </a:lnTo>
                  <a:close/>
                </a:path>
                <a:path w="341630" h="351789">
                  <a:moveTo>
                    <a:pt x="78740" y="274319"/>
                  </a:moveTo>
                  <a:lnTo>
                    <a:pt x="67310" y="274319"/>
                  </a:lnTo>
                  <a:lnTo>
                    <a:pt x="66040" y="275589"/>
                  </a:lnTo>
                  <a:lnTo>
                    <a:pt x="77469" y="275589"/>
                  </a:lnTo>
                  <a:lnTo>
                    <a:pt x="78740" y="274319"/>
                  </a:lnTo>
                  <a:close/>
                </a:path>
                <a:path w="341630" h="351789">
                  <a:moveTo>
                    <a:pt x="82550" y="270509"/>
                  </a:moveTo>
                  <a:lnTo>
                    <a:pt x="71120" y="270509"/>
                  </a:lnTo>
                  <a:lnTo>
                    <a:pt x="68580" y="273050"/>
                  </a:lnTo>
                  <a:lnTo>
                    <a:pt x="80009" y="273050"/>
                  </a:lnTo>
                  <a:lnTo>
                    <a:pt x="82550" y="270509"/>
                  </a:lnTo>
                  <a:close/>
                </a:path>
                <a:path w="341630" h="351789">
                  <a:moveTo>
                    <a:pt x="85090" y="267969"/>
                  </a:moveTo>
                  <a:lnTo>
                    <a:pt x="73660" y="267969"/>
                  </a:lnTo>
                  <a:lnTo>
                    <a:pt x="72390" y="269239"/>
                  </a:lnTo>
                  <a:lnTo>
                    <a:pt x="83819" y="269239"/>
                  </a:lnTo>
                  <a:lnTo>
                    <a:pt x="85090" y="267969"/>
                  </a:lnTo>
                  <a:close/>
                </a:path>
                <a:path w="341630" h="351789">
                  <a:moveTo>
                    <a:pt x="88900" y="264159"/>
                  </a:moveTo>
                  <a:lnTo>
                    <a:pt x="77470" y="264159"/>
                  </a:lnTo>
                  <a:lnTo>
                    <a:pt x="74930" y="266700"/>
                  </a:lnTo>
                  <a:lnTo>
                    <a:pt x="86359" y="266700"/>
                  </a:lnTo>
                  <a:lnTo>
                    <a:pt x="88900" y="264159"/>
                  </a:lnTo>
                  <a:close/>
                </a:path>
                <a:path w="341630" h="351789">
                  <a:moveTo>
                    <a:pt x="91440" y="261619"/>
                  </a:moveTo>
                  <a:lnTo>
                    <a:pt x="80010" y="261619"/>
                  </a:lnTo>
                  <a:lnTo>
                    <a:pt x="78740" y="262889"/>
                  </a:lnTo>
                  <a:lnTo>
                    <a:pt x="90169" y="262889"/>
                  </a:lnTo>
                  <a:lnTo>
                    <a:pt x="91440" y="261619"/>
                  </a:lnTo>
                  <a:close/>
                </a:path>
                <a:path w="341630" h="351789">
                  <a:moveTo>
                    <a:pt x="95250" y="257809"/>
                  </a:moveTo>
                  <a:lnTo>
                    <a:pt x="83820" y="257809"/>
                  </a:lnTo>
                  <a:lnTo>
                    <a:pt x="81280" y="260350"/>
                  </a:lnTo>
                  <a:lnTo>
                    <a:pt x="92709" y="260350"/>
                  </a:lnTo>
                  <a:lnTo>
                    <a:pt x="95250" y="257809"/>
                  </a:lnTo>
                  <a:close/>
                </a:path>
                <a:path w="341630" h="351789">
                  <a:moveTo>
                    <a:pt x="97790" y="255269"/>
                  </a:moveTo>
                  <a:lnTo>
                    <a:pt x="86360" y="255269"/>
                  </a:lnTo>
                  <a:lnTo>
                    <a:pt x="85090" y="256539"/>
                  </a:lnTo>
                  <a:lnTo>
                    <a:pt x="96519" y="256539"/>
                  </a:lnTo>
                  <a:lnTo>
                    <a:pt x="97790" y="255269"/>
                  </a:lnTo>
                  <a:close/>
                </a:path>
                <a:path w="341630" h="351789">
                  <a:moveTo>
                    <a:pt x="101600" y="251459"/>
                  </a:moveTo>
                  <a:lnTo>
                    <a:pt x="90170" y="251459"/>
                  </a:lnTo>
                  <a:lnTo>
                    <a:pt x="87630" y="254000"/>
                  </a:lnTo>
                  <a:lnTo>
                    <a:pt x="99059" y="254000"/>
                  </a:lnTo>
                  <a:lnTo>
                    <a:pt x="101600" y="251459"/>
                  </a:lnTo>
                  <a:close/>
                </a:path>
                <a:path w="341630" h="351789">
                  <a:moveTo>
                    <a:pt x="104140" y="248919"/>
                  </a:moveTo>
                  <a:lnTo>
                    <a:pt x="92710" y="248919"/>
                  </a:lnTo>
                  <a:lnTo>
                    <a:pt x="91440" y="250189"/>
                  </a:lnTo>
                  <a:lnTo>
                    <a:pt x="102869" y="250189"/>
                  </a:lnTo>
                  <a:lnTo>
                    <a:pt x="104140" y="248919"/>
                  </a:lnTo>
                  <a:close/>
                </a:path>
                <a:path w="341630" h="351789">
                  <a:moveTo>
                    <a:pt x="107950" y="245109"/>
                  </a:moveTo>
                  <a:lnTo>
                    <a:pt x="96520" y="245109"/>
                  </a:lnTo>
                  <a:lnTo>
                    <a:pt x="93980" y="247650"/>
                  </a:lnTo>
                  <a:lnTo>
                    <a:pt x="105409" y="247650"/>
                  </a:lnTo>
                  <a:lnTo>
                    <a:pt x="107950" y="245109"/>
                  </a:lnTo>
                  <a:close/>
                </a:path>
                <a:path w="341630" h="351789">
                  <a:moveTo>
                    <a:pt x="110490" y="242569"/>
                  </a:moveTo>
                  <a:lnTo>
                    <a:pt x="99060" y="242569"/>
                  </a:lnTo>
                  <a:lnTo>
                    <a:pt x="97790" y="243839"/>
                  </a:lnTo>
                  <a:lnTo>
                    <a:pt x="109219" y="243839"/>
                  </a:lnTo>
                  <a:lnTo>
                    <a:pt x="110490" y="242569"/>
                  </a:lnTo>
                  <a:close/>
                </a:path>
                <a:path w="341630" h="351789">
                  <a:moveTo>
                    <a:pt x="114300" y="238759"/>
                  </a:moveTo>
                  <a:lnTo>
                    <a:pt x="102870" y="238759"/>
                  </a:lnTo>
                  <a:lnTo>
                    <a:pt x="100330" y="241300"/>
                  </a:lnTo>
                  <a:lnTo>
                    <a:pt x="111759" y="241300"/>
                  </a:lnTo>
                  <a:lnTo>
                    <a:pt x="114300" y="238759"/>
                  </a:lnTo>
                  <a:close/>
                </a:path>
                <a:path w="341630" h="351789">
                  <a:moveTo>
                    <a:pt x="116840" y="236219"/>
                  </a:moveTo>
                  <a:lnTo>
                    <a:pt x="105410" y="236219"/>
                  </a:lnTo>
                  <a:lnTo>
                    <a:pt x="104140" y="237489"/>
                  </a:lnTo>
                  <a:lnTo>
                    <a:pt x="115569" y="237489"/>
                  </a:lnTo>
                  <a:lnTo>
                    <a:pt x="116840" y="236219"/>
                  </a:lnTo>
                  <a:close/>
                </a:path>
                <a:path w="341630" h="351789">
                  <a:moveTo>
                    <a:pt x="120650" y="232409"/>
                  </a:moveTo>
                  <a:lnTo>
                    <a:pt x="109220" y="232409"/>
                  </a:lnTo>
                  <a:lnTo>
                    <a:pt x="106680" y="234950"/>
                  </a:lnTo>
                  <a:lnTo>
                    <a:pt x="118109" y="234950"/>
                  </a:lnTo>
                  <a:lnTo>
                    <a:pt x="120650" y="232409"/>
                  </a:lnTo>
                  <a:close/>
                </a:path>
                <a:path w="341630" h="351789">
                  <a:moveTo>
                    <a:pt x="123190" y="229869"/>
                  </a:moveTo>
                  <a:lnTo>
                    <a:pt x="111760" y="229869"/>
                  </a:lnTo>
                  <a:lnTo>
                    <a:pt x="110490" y="231139"/>
                  </a:lnTo>
                  <a:lnTo>
                    <a:pt x="121919" y="231139"/>
                  </a:lnTo>
                  <a:lnTo>
                    <a:pt x="123190" y="229869"/>
                  </a:lnTo>
                  <a:close/>
                </a:path>
                <a:path w="341630" h="351789">
                  <a:moveTo>
                    <a:pt x="127000" y="226059"/>
                  </a:moveTo>
                  <a:lnTo>
                    <a:pt x="115570" y="226059"/>
                  </a:lnTo>
                  <a:lnTo>
                    <a:pt x="113030" y="228600"/>
                  </a:lnTo>
                  <a:lnTo>
                    <a:pt x="124459" y="228600"/>
                  </a:lnTo>
                  <a:lnTo>
                    <a:pt x="127000" y="226059"/>
                  </a:lnTo>
                  <a:close/>
                </a:path>
                <a:path w="341630" h="351789">
                  <a:moveTo>
                    <a:pt x="129540" y="223519"/>
                  </a:moveTo>
                  <a:lnTo>
                    <a:pt x="118110" y="223519"/>
                  </a:lnTo>
                  <a:lnTo>
                    <a:pt x="116840" y="224789"/>
                  </a:lnTo>
                  <a:lnTo>
                    <a:pt x="128269" y="224789"/>
                  </a:lnTo>
                  <a:lnTo>
                    <a:pt x="129540" y="223519"/>
                  </a:lnTo>
                  <a:close/>
                </a:path>
                <a:path w="341630" h="351789">
                  <a:moveTo>
                    <a:pt x="133350" y="219709"/>
                  </a:moveTo>
                  <a:lnTo>
                    <a:pt x="121920" y="219709"/>
                  </a:lnTo>
                  <a:lnTo>
                    <a:pt x="119380" y="222250"/>
                  </a:lnTo>
                  <a:lnTo>
                    <a:pt x="130809" y="222250"/>
                  </a:lnTo>
                  <a:lnTo>
                    <a:pt x="133350" y="219709"/>
                  </a:lnTo>
                  <a:close/>
                </a:path>
                <a:path w="341630" h="351789">
                  <a:moveTo>
                    <a:pt x="135890" y="217169"/>
                  </a:moveTo>
                  <a:lnTo>
                    <a:pt x="124460" y="217169"/>
                  </a:lnTo>
                  <a:lnTo>
                    <a:pt x="123190" y="218439"/>
                  </a:lnTo>
                  <a:lnTo>
                    <a:pt x="134619" y="218439"/>
                  </a:lnTo>
                  <a:lnTo>
                    <a:pt x="135890" y="217169"/>
                  </a:lnTo>
                  <a:close/>
                </a:path>
                <a:path w="341630" h="351789">
                  <a:moveTo>
                    <a:pt x="139700" y="213359"/>
                  </a:moveTo>
                  <a:lnTo>
                    <a:pt x="128270" y="213359"/>
                  </a:lnTo>
                  <a:lnTo>
                    <a:pt x="125730" y="215900"/>
                  </a:lnTo>
                  <a:lnTo>
                    <a:pt x="137159" y="215900"/>
                  </a:lnTo>
                  <a:lnTo>
                    <a:pt x="139700" y="213359"/>
                  </a:lnTo>
                  <a:close/>
                </a:path>
                <a:path w="341630" h="351789">
                  <a:moveTo>
                    <a:pt x="142240" y="210819"/>
                  </a:moveTo>
                  <a:lnTo>
                    <a:pt x="130810" y="210819"/>
                  </a:lnTo>
                  <a:lnTo>
                    <a:pt x="129540" y="212089"/>
                  </a:lnTo>
                  <a:lnTo>
                    <a:pt x="140969" y="212089"/>
                  </a:lnTo>
                  <a:lnTo>
                    <a:pt x="142240" y="210819"/>
                  </a:lnTo>
                  <a:close/>
                </a:path>
                <a:path w="341630" h="351789">
                  <a:moveTo>
                    <a:pt x="146050" y="207009"/>
                  </a:moveTo>
                  <a:lnTo>
                    <a:pt x="134620" y="207009"/>
                  </a:lnTo>
                  <a:lnTo>
                    <a:pt x="132080" y="209550"/>
                  </a:lnTo>
                  <a:lnTo>
                    <a:pt x="143509" y="209550"/>
                  </a:lnTo>
                  <a:lnTo>
                    <a:pt x="146050" y="207009"/>
                  </a:lnTo>
                  <a:close/>
                </a:path>
                <a:path w="341630" h="351789">
                  <a:moveTo>
                    <a:pt x="148590" y="204469"/>
                  </a:moveTo>
                  <a:lnTo>
                    <a:pt x="137160" y="204469"/>
                  </a:lnTo>
                  <a:lnTo>
                    <a:pt x="135890" y="205739"/>
                  </a:lnTo>
                  <a:lnTo>
                    <a:pt x="147319" y="205739"/>
                  </a:lnTo>
                  <a:lnTo>
                    <a:pt x="148590" y="204469"/>
                  </a:lnTo>
                  <a:close/>
                </a:path>
                <a:path w="341630" h="351789">
                  <a:moveTo>
                    <a:pt x="152400" y="200659"/>
                  </a:moveTo>
                  <a:lnTo>
                    <a:pt x="140970" y="200659"/>
                  </a:lnTo>
                  <a:lnTo>
                    <a:pt x="138430" y="203200"/>
                  </a:lnTo>
                  <a:lnTo>
                    <a:pt x="149859" y="203200"/>
                  </a:lnTo>
                  <a:lnTo>
                    <a:pt x="152400" y="200659"/>
                  </a:lnTo>
                  <a:close/>
                </a:path>
                <a:path w="341630" h="351789">
                  <a:moveTo>
                    <a:pt x="154940" y="198119"/>
                  </a:moveTo>
                  <a:lnTo>
                    <a:pt x="143510" y="198119"/>
                  </a:lnTo>
                  <a:lnTo>
                    <a:pt x="142240" y="199389"/>
                  </a:lnTo>
                  <a:lnTo>
                    <a:pt x="153669" y="199389"/>
                  </a:lnTo>
                  <a:lnTo>
                    <a:pt x="154940" y="198119"/>
                  </a:lnTo>
                  <a:close/>
                </a:path>
                <a:path w="341630" h="351789">
                  <a:moveTo>
                    <a:pt x="158750" y="194309"/>
                  </a:moveTo>
                  <a:lnTo>
                    <a:pt x="147320" y="194309"/>
                  </a:lnTo>
                  <a:lnTo>
                    <a:pt x="144780" y="196850"/>
                  </a:lnTo>
                  <a:lnTo>
                    <a:pt x="156209" y="196850"/>
                  </a:lnTo>
                  <a:lnTo>
                    <a:pt x="158750" y="194309"/>
                  </a:lnTo>
                  <a:close/>
                </a:path>
                <a:path w="341630" h="351789">
                  <a:moveTo>
                    <a:pt x="161289" y="191769"/>
                  </a:moveTo>
                  <a:lnTo>
                    <a:pt x="149860" y="191769"/>
                  </a:lnTo>
                  <a:lnTo>
                    <a:pt x="148590" y="193039"/>
                  </a:lnTo>
                  <a:lnTo>
                    <a:pt x="160019" y="193039"/>
                  </a:lnTo>
                  <a:lnTo>
                    <a:pt x="161289" y="191769"/>
                  </a:lnTo>
                  <a:close/>
                </a:path>
                <a:path w="341630" h="351789">
                  <a:moveTo>
                    <a:pt x="165100" y="187959"/>
                  </a:moveTo>
                  <a:lnTo>
                    <a:pt x="153670" y="187959"/>
                  </a:lnTo>
                  <a:lnTo>
                    <a:pt x="151130" y="190500"/>
                  </a:lnTo>
                  <a:lnTo>
                    <a:pt x="162559" y="190500"/>
                  </a:lnTo>
                  <a:lnTo>
                    <a:pt x="165100" y="187959"/>
                  </a:lnTo>
                  <a:close/>
                </a:path>
                <a:path w="341630" h="351789">
                  <a:moveTo>
                    <a:pt x="167639" y="185419"/>
                  </a:moveTo>
                  <a:lnTo>
                    <a:pt x="156210" y="185419"/>
                  </a:lnTo>
                  <a:lnTo>
                    <a:pt x="154940" y="186689"/>
                  </a:lnTo>
                  <a:lnTo>
                    <a:pt x="166369" y="186689"/>
                  </a:lnTo>
                  <a:lnTo>
                    <a:pt x="167639" y="185419"/>
                  </a:lnTo>
                  <a:close/>
                </a:path>
                <a:path w="341630" h="351789">
                  <a:moveTo>
                    <a:pt x="171450" y="181609"/>
                  </a:moveTo>
                  <a:lnTo>
                    <a:pt x="160020" y="181609"/>
                  </a:lnTo>
                  <a:lnTo>
                    <a:pt x="157480" y="184150"/>
                  </a:lnTo>
                  <a:lnTo>
                    <a:pt x="168909" y="184150"/>
                  </a:lnTo>
                  <a:lnTo>
                    <a:pt x="171450" y="181609"/>
                  </a:lnTo>
                  <a:close/>
                </a:path>
                <a:path w="341630" h="351789">
                  <a:moveTo>
                    <a:pt x="173989" y="179069"/>
                  </a:moveTo>
                  <a:lnTo>
                    <a:pt x="162560" y="179069"/>
                  </a:lnTo>
                  <a:lnTo>
                    <a:pt x="161290" y="180339"/>
                  </a:lnTo>
                  <a:lnTo>
                    <a:pt x="172719" y="180339"/>
                  </a:lnTo>
                  <a:lnTo>
                    <a:pt x="173989" y="179069"/>
                  </a:lnTo>
                  <a:close/>
                </a:path>
                <a:path w="341630" h="351789">
                  <a:moveTo>
                    <a:pt x="177800" y="175259"/>
                  </a:moveTo>
                  <a:lnTo>
                    <a:pt x="166370" y="175259"/>
                  </a:lnTo>
                  <a:lnTo>
                    <a:pt x="163830" y="177800"/>
                  </a:lnTo>
                  <a:lnTo>
                    <a:pt x="175259" y="177800"/>
                  </a:lnTo>
                  <a:lnTo>
                    <a:pt x="177800" y="175259"/>
                  </a:lnTo>
                  <a:close/>
                </a:path>
                <a:path w="341630" h="351789">
                  <a:moveTo>
                    <a:pt x="341630" y="0"/>
                  </a:moveTo>
                  <a:lnTo>
                    <a:pt x="167640" y="173989"/>
                  </a:lnTo>
                  <a:lnTo>
                    <a:pt x="179069" y="173989"/>
                  </a:lnTo>
                  <a:lnTo>
                    <a:pt x="341630" y="11429"/>
                  </a:lnTo>
                  <a:lnTo>
                    <a:pt x="341630" y="0"/>
                  </a:lnTo>
                  <a:close/>
                </a:path>
              </a:pathLst>
            </a:custGeom>
            <a:solidFill>
              <a:srgbClr val="D9CE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9" name="object 1779"/>
            <p:cNvSpPr/>
            <p:nvPr/>
          </p:nvSpPr>
          <p:spPr>
            <a:xfrm>
              <a:off x="2860039" y="3041650"/>
              <a:ext cx="341630" cy="349250"/>
            </a:xfrm>
            <a:custGeom>
              <a:avLst/>
              <a:gdLst/>
              <a:ahLst/>
              <a:cxnLst/>
              <a:rect l="l" t="t" r="r" b="b"/>
              <a:pathLst>
                <a:path w="341630" h="349250">
                  <a:moveTo>
                    <a:pt x="1269" y="347979"/>
                  </a:moveTo>
                  <a:lnTo>
                    <a:pt x="0" y="347979"/>
                  </a:lnTo>
                  <a:lnTo>
                    <a:pt x="0" y="349250"/>
                  </a:lnTo>
                  <a:lnTo>
                    <a:pt x="1269" y="349250"/>
                  </a:lnTo>
                  <a:lnTo>
                    <a:pt x="1269" y="347979"/>
                  </a:lnTo>
                  <a:close/>
                </a:path>
                <a:path w="341630" h="349250">
                  <a:moveTo>
                    <a:pt x="6350" y="345439"/>
                  </a:moveTo>
                  <a:lnTo>
                    <a:pt x="0" y="345439"/>
                  </a:lnTo>
                  <a:lnTo>
                    <a:pt x="0" y="346710"/>
                  </a:lnTo>
                  <a:lnTo>
                    <a:pt x="3810" y="346710"/>
                  </a:lnTo>
                  <a:lnTo>
                    <a:pt x="3810" y="347979"/>
                  </a:lnTo>
                  <a:lnTo>
                    <a:pt x="5080" y="347979"/>
                  </a:lnTo>
                  <a:lnTo>
                    <a:pt x="6350" y="346710"/>
                  </a:lnTo>
                  <a:lnTo>
                    <a:pt x="6350" y="345439"/>
                  </a:lnTo>
                  <a:close/>
                </a:path>
                <a:path w="341630" h="349250">
                  <a:moveTo>
                    <a:pt x="11430" y="341629"/>
                  </a:moveTo>
                  <a:lnTo>
                    <a:pt x="0" y="341629"/>
                  </a:lnTo>
                  <a:lnTo>
                    <a:pt x="0" y="344170"/>
                  </a:lnTo>
                  <a:lnTo>
                    <a:pt x="8889" y="344170"/>
                  </a:lnTo>
                  <a:lnTo>
                    <a:pt x="11430" y="341629"/>
                  </a:lnTo>
                  <a:close/>
                </a:path>
                <a:path w="341630" h="349250">
                  <a:moveTo>
                    <a:pt x="13970" y="339089"/>
                  </a:moveTo>
                  <a:lnTo>
                    <a:pt x="2540" y="339089"/>
                  </a:lnTo>
                  <a:lnTo>
                    <a:pt x="1269" y="340360"/>
                  </a:lnTo>
                  <a:lnTo>
                    <a:pt x="12700" y="340360"/>
                  </a:lnTo>
                  <a:lnTo>
                    <a:pt x="13970" y="339089"/>
                  </a:lnTo>
                  <a:close/>
                </a:path>
                <a:path w="341630" h="349250">
                  <a:moveTo>
                    <a:pt x="17780" y="335279"/>
                  </a:moveTo>
                  <a:lnTo>
                    <a:pt x="6350" y="335279"/>
                  </a:lnTo>
                  <a:lnTo>
                    <a:pt x="3809" y="337820"/>
                  </a:lnTo>
                  <a:lnTo>
                    <a:pt x="15239" y="337820"/>
                  </a:lnTo>
                  <a:lnTo>
                    <a:pt x="17780" y="335279"/>
                  </a:lnTo>
                  <a:close/>
                </a:path>
                <a:path w="341630" h="349250">
                  <a:moveTo>
                    <a:pt x="20320" y="332739"/>
                  </a:moveTo>
                  <a:lnTo>
                    <a:pt x="8890" y="332739"/>
                  </a:lnTo>
                  <a:lnTo>
                    <a:pt x="7619" y="334010"/>
                  </a:lnTo>
                  <a:lnTo>
                    <a:pt x="19050" y="334010"/>
                  </a:lnTo>
                  <a:lnTo>
                    <a:pt x="20320" y="332739"/>
                  </a:lnTo>
                  <a:close/>
                </a:path>
                <a:path w="341630" h="349250">
                  <a:moveTo>
                    <a:pt x="24130" y="328929"/>
                  </a:moveTo>
                  <a:lnTo>
                    <a:pt x="12700" y="328929"/>
                  </a:lnTo>
                  <a:lnTo>
                    <a:pt x="10159" y="331470"/>
                  </a:lnTo>
                  <a:lnTo>
                    <a:pt x="21589" y="331470"/>
                  </a:lnTo>
                  <a:lnTo>
                    <a:pt x="24130" y="328929"/>
                  </a:lnTo>
                  <a:close/>
                </a:path>
                <a:path w="341630" h="349250">
                  <a:moveTo>
                    <a:pt x="26670" y="326389"/>
                  </a:moveTo>
                  <a:lnTo>
                    <a:pt x="15240" y="326389"/>
                  </a:lnTo>
                  <a:lnTo>
                    <a:pt x="13969" y="327660"/>
                  </a:lnTo>
                  <a:lnTo>
                    <a:pt x="25400" y="327660"/>
                  </a:lnTo>
                  <a:lnTo>
                    <a:pt x="26670" y="326389"/>
                  </a:lnTo>
                  <a:close/>
                </a:path>
                <a:path w="341630" h="349250">
                  <a:moveTo>
                    <a:pt x="30480" y="322579"/>
                  </a:moveTo>
                  <a:lnTo>
                    <a:pt x="19050" y="322579"/>
                  </a:lnTo>
                  <a:lnTo>
                    <a:pt x="16509" y="325120"/>
                  </a:lnTo>
                  <a:lnTo>
                    <a:pt x="27939" y="325120"/>
                  </a:lnTo>
                  <a:lnTo>
                    <a:pt x="30480" y="322579"/>
                  </a:lnTo>
                  <a:close/>
                </a:path>
                <a:path w="341630" h="349250">
                  <a:moveTo>
                    <a:pt x="33020" y="320039"/>
                  </a:moveTo>
                  <a:lnTo>
                    <a:pt x="21590" y="320039"/>
                  </a:lnTo>
                  <a:lnTo>
                    <a:pt x="20319" y="321310"/>
                  </a:lnTo>
                  <a:lnTo>
                    <a:pt x="31750" y="321310"/>
                  </a:lnTo>
                  <a:lnTo>
                    <a:pt x="33020" y="320039"/>
                  </a:lnTo>
                  <a:close/>
                </a:path>
                <a:path w="341630" h="349250">
                  <a:moveTo>
                    <a:pt x="36830" y="316229"/>
                  </a:moveTo>
                  <a:lnTo>
                    <a:pt x="25400" y="316229"/>
                  </a:lnTo>
                  <a:lnTo>
                    <a:pt x="22859" y="318770"/>
                  </a:lnTo>
                  <a:lnTo>
                    <a:pt x="34289" y="318770"/>
                  </a:lnTo>
                  <a:lnTo>
                    <a:pt x="36830" y="316229"/>
                  </a:lnTo>
                  <a:close/>
                </a:path>
                <a:path w="341630" h="349250">
                  <a:moveTo>
                    <a:pt x="39370" y="313689"/>
                  </a:moveTo>
                  <a:lnTo>
                    <a:pt x="27940" y="313689"/>
                  </a:lnTo>
                  <a:lnTo>
                    <a:pt x="26669" y="314960"/>
                  </a:lnTo>
                  <a:lnTo>
                    <a:pt x="38100" y="314960"/>
                  </a:lnTo>
                  <a:lnTo>
                    <a:pt x="39370" y="313689"/>
                  </a:lnTo>
                  <a:close/>
                </a:path>
                <a:path w="341630" h="349250">
                  <a:moveTo>
                    <a:pt x="43180" y="309879"/>
                  </a:moveTo>
                  <a:lnTo>
                    <a:pt x="31750" y="309879"/>
                  </a:lnTo>
                  <a:lnTo>
                    <a:pt x="29209" y="312420"/>
                  </a:lnTo>
                  <a:lnTo>
                    <a:pt x="40639" y="312420"/>
                  </a:lnTo>
                  <a:lnTo>
                    <a:pt x="43180" y="309879"/>
                  </a:lnTo>
                  <a:close/>
                </a:path>
                <a:path w="341630" h="349250">
                  <a:moveTo>
                    <a:pt x="45720" y="307339"/>
                  </a:moveTo>
                  <a:lnTo>
                    <a:pt x="34290" y="307339"/>
                  </a:lnTo>
                  <a:lnTo>
                    <a:pt x="33019" y="308610"/>
                  </a:lnTo>
                  <a:lnTo>
                    <a:pt x="44450" y="308610"/>
                  </a:lnTo>
                  <a:lnTo>
                    <a:pt x="45720" y="307339"/>
                  </a:lnTo>
                  <a:close/>
                </a:path>
                <a:path w="341630" h="349250">
                  <a:moveTo>
                    <a:pt x="49530" y="303529"/>
                  </a:moveTo>
                  <a:lnTo>
                    <a:pt x="38100" y="303529"/>
                  </a:lnTo>
                  <a:lnTo>
                    <a:pt x="35559" y="306070"/>
                  </a:lnTo>
                  <a:lnTo>
                    <a:pt x="46989" y="306070"/>
                  </a:lnTo>
                  <a:lnTo>
                    <a:pt x="49530" y="303529"/>
                  </a:lnTo>
                  <a:close/>
                </a:path>
                <a:path w="341630" h="349250">
                  <a:moveTo>
                    <a:pt x="52070" y="300989"/>
                  </a:moveTo>
                  <a:lnTo>
                    <a:pt x="40640" y="300989"/>
                  </a:lnTo>
                  <a:lnTo>
                    <a:pt x="39369" y="302260"/>
                  </a:lnTo>
                  <a:lnTo>
                    <a:pt x="50800" y="302260"/>
                  </a:lnTo>
                  <a:lnTo>
                    <a:pt x="52070" y="300989"/>
                  </a:lnTo>
                  <a:close/>
                </a:path>
                <a:path w="341630" h="349250">
                  <a:moveTo>
                    <a:pt x="55880" y="297179"/>
                  </a:moveTo>
                  <a:lnTo>
                    <a:pt x="44450" y="297179"/>
                  </a:lnTo>
                  <a:lnTo>
                    <a:pt x="41909" y="299720"/>
                  </a:lnTo>
                  <a:lnTo>
                    <a:pt x="53339" y="299720"/>
                  </a:lnTo>
                  <a:lnTo>
                    <a:pt x="55880" y="297179"/>
                  </a:lnTo>
                  <a:close/>
                </a:path>
                <a:path w="341630" h="349250">
                  <a:moveTo>
                    <a:pt x="58420" y="294639"/>
                  </a:moveTo>
                  <a:lnTo>
                    <a:pt x="46990" y="294639"/>
                  </a:lnTo>
                  <a:lnTo>
                    <a:pt x="45719" y="295910"/>
                  </a:lnTo>
                  <a:lnTo>
                    <a:pt x="57150" y="295910"/>
                  </a:lnTo>
                  <a:lnTo>
                    <a:pt x="58420" y="294639"/>
                  </a:lnTo>
                  <a:close/>
                </a:path>
                <a:path w="341630" h="349250">
                  <a:moveTo>
                    <a:pt x="62230" y="290829"/>
                  </a:moveTo>
                  <a:lnTo>
                    <a:pt x="50800" y="290829"/>
                  </a:lnTo>
                  <a:lnTo>
                    <a:pt x="48259" y="293370"/>
                  </a:lnTo>
                  <a:lnTo>
                    <a:pt x="59689" y="293370"/>
                  </a:lnTo>
                  <a:lnTo>
                    <a:pt x="62230" y="290829"/>
                  </a:lnTo>
                  <a:close/>
                </a:path>
                <a:path w="341630" h="349250">
                  <a:moveTo>
                    <a:pt x="64770" y="288289"/>
                  </a:moveTo>
                  <a:lnTo>
                    <a:pt x="53340" y="288289"/>
                  </a:lnTo>
                  <a:lnTo>
                    <a:pt x="52069" y="289560"/>
                  </a:lnTo>
                  <a:lnTo>
                    <a:pt x="63500" y="289560"/>
                  </a:lnTo>
                  <a:lnTo>
                    <a:pt x="64770" y="288289"/>
                  </a:lnTo>
                  <a:close/>
                </a:path>
                <a:path w="341630" h="349250">
                  <a:moveTo>
                    <a:pt x="68580" y="284479"/>
                  </a:moveTo>
                  <a:lnTo>
                    <a:pt x="57150" y="284479"/>
                  </a:lnTo>
                  <a:lnTo>
                    <a:pt x="54609" y="287020"/>
                  </a:lnTo>
                  <a:lnTo>
                    <a:pt x="66039" y="287020"/>
                  </a:lnTo>
                  <a:lnTo>
                    <a:pt x="68580" y="284479"/>
                  </a:lnTo>
                  <a:close/>
                </a:path>
                <a:path w="341630" h="349250">
                  <a:moveTo>
                    <a:pt x="71120" y="281939"/>
                  </a:moveTo>
                  <a:lnTo>
                    <a:pt x="59690" y="281939"/>
                  </a:lnTo>
                  <a:lnTo>
                    <a:pt x="58419" y="283210"/>
                  </a:lnTo>
                  <a:lnTo>
                    <a:pt x="69850" y="283210"/>
                  </a:lnTo>
                  <a:lnTo>
                    <a:pt x="71120" y="281939"/>
                  </a:lnTo>
                  <a:close/>
                </a:path>
                <a:path w="341630" h="349250">
                  <a:moveTo>
                    <a:pt x="74930" y="278129"/>
                  </a:moveTo>
                  <a:lnTo>
                    <a:pt x="63500" y="278129"/>
                  </a:lnTo>
                  <a:lnTo>
                    <a:pt x="60959" y="280670"/>
                  </a:lnTo>
                  <a:lnTo>
                    <a:pt x="72389" y="280670"/>
                  </a:lnTo>
                  <a:lnTo>
                    <a:pt x="74930" y="278129"/>
                  </a:lnTo>
                  <a:close/>
                </a:path>
                <a:path w="341630" h="349250">
                  <a:moveTo>
                    <a:pt x="77470" y="275589"/>
                  </a:moveTo>
                  <a:lnTo>
                    <a:pt x="66040" y="275589"/>
                  </a:lnTo>
                  <a:lnTo>
                    <a:pt x="64769" y="276860"/>
                  </a:lnTo>
                  <a:lnTo>
                    <a:pt x="76200" y="276860"/>
                  </a:lnTo>
                  <a:lnTo>
                    <a:pt x="77470" y="275589"/>
                  </a:lnTo>
                  <a:close/>
                </a:path>
                <a:path w="341630" h="349250">
                  <a:moveTo>
                    <a:pt x="81280" y="271779"/>
                  </a:moveTo>
                  <a:lnTo>
                    <a:pt x="69850" y="271779"/>
                  </a:lnTo>
                  <a:lnTo>
                    <a:pt x="67309" y="274320"/>
                  </a:lnTo>
                  <a:lnTo>
                    <a:pt x="78739" y="274320"/>
                  </a:lnTo>
                  <a:lnTo>
                    <a:pt x="81280" y="271779"/>
                  </a:lnTo>
                  <a:close/>
                </a:path>
                <a:path w="341630" h="349250">
                  <a:moveTo>
                    <a:pt x="83820" y="269239"/>
                  </a:moveTo>
                  <a:lnTo>
                    <a:pt x="72390" y="269239"/>
                  </a:lnTo>
                  <a:lnTo>
                    <a:pt x="71119" y="270510"/>
                  </a:lnTo>
                  <a:lnTo>
                    <a:pt x="82550" y="270510"/>
                  </a:lnTo>
                  <a:lnTo>
                    <a:pt x="83820" y="269239"/>
                  </a:lnTo>
                  <a:close/>
                </a:path>
                <a:path w="341630" h="349250">
                  <a:moveTo>
                    <a:pt x="87630" y="265429"/>
                  </a:moveTo>
                  <a:lnTo>
                    <a:pt x="76200" y="265429"/>
                  </a:lnTo>
                  <a:lnTo>
                    <a:pt x="73659" y="267970"/>
                  </a:lnTo>
                  <a:lnTo>
                    <a:pt x="85089" y="267970"/>
                  </a:lnTo>
                  <a:lnTo>
                    <a:pt x="87630" y="265429"/>
                  </a:lnTo>
                  <a:close/>
                </a:path>
                <a:path w="341630" h="349250">
                  <a:moveTo>
                    <a:pt x="90170" y="262889"/>
                  </a:moveTo>
                  <a:lnTo>
                    <a:pt x="78740" y="262889"/>
                  </a:lnTo>
                  <a:lnTo>
                    <a:pt x="77469" y="264160"/>
                  </a:lnTo>
                  <a:lnTo>
                    <a:pt x="88900" y="264160"/>
                  </a:lnTo>
                  <a:lnTo>
                    <a:pt x="90170" y="262889"/>
                  </a:lnTo>
                  <a:close/>
                </a:path>
                <a:path w="341630" h="349250">
                  <a:moveTo>
                    <a:pt x="93980" y="259079"/>
                  </a:moveTo>
                  <a:lnTo>
                    <a:pt x="82550" y="259079"/>
                  </a:lnTo>
                  <a:lnTo>
                    <a:pt x="80009" y="261620"/>
                  </a:lnTo>
                  <a:lnTo>
                    <a:pt x="91439" y="261620"/>
                  </a:lnTo>
                  <a:lnTo>
                    <a:pt x="93980" y="259079"/>
                  </a:lnTo>
                  <a:close/>
                </a:path>
                <a:path w="341630" h="349250">
                  <a:moveTo>
                    <a:pt x="96520" y="256539"/>
                  </a:moveTo>
                  <a:lnTo>
                    <a:pt x="85090" y="256539"/>
                  </a:lnTo>
                  <a:lnTo>
                    <a:pt x="83819" y="257810"/>
                  </a:lnTo>
                  <a:lnTo>
                    <a:pt x="95250" y="257810"/>
                  </a:lnTo>
                  <a:lnTo>
                    <a:pt x="96520" y="256539"/>
                  </a:lnTo>
                  <a:close/>
                </a:path>
                <a:path w="341630" h="349250">
                  <a:moveTo>
                    <a:pt x="100330" y="252729"/>
                  </a:moveTo>
                  <a:lnTo>
                    <a:pt x="88900" y="252729"/>
                  </a:lnTo>
                  <a:lnTo>
                    <a:pt x="86359" y="255270"/>
                  </a:lnTo>
                  <a:lnTo>
                    <a:pt x="97789" y="255270"/>
                  </a:lnTo>
                  <a:lnTo>
                    <a:pt x="100330" y="252729"/>
                  </a:lnTo>
                  <a:close/>
                </a:path>
                <a:path w="341630" h="349250">
                  <a:moveTo>
                    <a:pt x="102870" y="250189"/>
                  </a:moveTo>
                  <a:lnTo>
                    <a:pt x="91440" y="250189"/>
                  </a:lnTo>
                  <a:lnTo>
                    <a:pt x="90169" y="251460"/>
                  </a:lnTo>
                  <a:lnTo>
                    <a:pt x="101600" y="251460"/>
                  </a:lnTo>
                  <a:lnTo>
                    <a:pt x="102870" y="250189"/>
                  </a:lnTo>
                  <a:close/>
                </a:path>
                <a:path w="341630" h="349250">
                  <a:moveTo>
                    <a:pt x="106680" y="246379"/>
                  </a:moveTo>
                  <a:lnTo>
                    <a:pt x="95250" y="246379"/>
                  </a:lnTo>
                  <a:lnTo>
                    <a:pt x="92709" y="248920"/>
                  </a:lnTo>
                  <a:lnTo>
                    <a:pt x="104139" y="248920"/>
                  </a:lnTo>
                  <a:lnTo>
                    <a:pt x="106680" y="246379"/>
                  </a:lnTo>
                  <a:close/>
                </a:path>
                <a:path w="341630" h="349250">
                  <a:moveTo>
                    <a:pt x="109220" y="243839"/>
                  </a:moveTo>
                  <a:lnTo>
                    <a:pt x="97790" y="243839"/>
                  </a:lnTo>
                  <a:lnTo>
                    <a:pt x="96519" y="245110"/>
                  </a:lnTo>
                  <a:lnTo>
                    <a:pt x="107950" y="245110"/>
                  </a:lnTo>
                  <a:lnTo>
                    <a:pt x="109220" y="243839"/>
                  </a:lnTo>
                  <a:close/>
                </a:path>
                <a:path w="341630" h="349250">
                  <a:moveTo>
                    <a:pt x="113030" y="240029"/>
                  </a:moveTo>
                  <a:lnTo>
                    <a:pt x="101600" y="240029"/>
                  </a:lnTo>
                  <a:lnTo>
                    <a:pt x="99059" y="242570"/>
                  </a:lnTo>
                  <a:lnTo>
                    <a:pt x="110489" y="242570"/>
                  </a:lnTo>
                  <a:lnTo>
                    <a:pt x="113030" y="240029"/>
                  </a:lnTo>
                  <a:close/>
                </a:path>
                <a:path w="341630" h="349250">
                  <a:moveTo>
                    <a:pt x="115570" y="237489"/>
                  </a:moveTo>
                  <a:lnTo>
                    <a:pt x="104140" y="237489"/>
                  </a:lnTo>
                  <a:lnTo>
                    <a:pt x="102869" y="238760"/>
                  </a:lnTo>
                  <a:lnTo>
                    <a:pt x="114300" y="238760"/>
                  </a:lnTo>
                  <a:lnTo>
                    <a:pt x="115570" y="237489"/>
                  </a:lnTo>
                  <a:close/>
                </a:path>
                <a:path w="341630" h="349250">
                  <a:moveTo>
                    <a:pt x="119380" y="233679"/>
                  </a:moveTo>
                  <a:lnTo>
                    <a:pt x="107950" y="233679"/>
                  </a:lnTo>
                  <a:lnTo>
                    <a:pt x="105409" y="236220"/>
                  </a:lnTo>
                  <a:lnTo>
                    <a:pt x="116839" y="236220"/>
                  </a:lnTo>
                  <a:lnTo>
                    <a:pt x="119380" y="233679"/>
                  </a:lnTo>
                  <a:close/>
                </a:path>
                <a:path w="341630" h="349250">
                  <a:moveTo>
                    <a:pt x="121920" y="231139"/>
                  </a:moveTo>
                  <a:lnTo>
                    <a:pt x="110490" y="231139"/>
                  </a:lnTo>
                  <a:lnTo>
                    <a:pt x="109219" y="232410"/>
                  </a:lnTo>
                  <a:lnTo>
                    <a:pt x="120650" y="232410"/>
                  </a:lnTo>
                  <a:lnTo>
                    <a:pt x="121920" y="231139"/>
                  </a:lnTo>
                  <a:close/>
                </a:path>
                <a:path w="341630" h="349250">
                  <a:moveTo>
                    <a:pt x="125730" y="227329"/>
                  </a:moveTo>
                  <a:lnTo>
                    <a:pt x="114300" y="227329"/>
                  </a:lnTo>
                  <a:lnTo>
                    <a:pt x="111759" y="229870"/>
                  </a:lnTo>
                  <a:lnTo>
                    <a:pt x="123189" y="229870"/>
                  </a:lnTo>
                  <a:lnTo>
                    <a:pt x="125730" y="227329"/>
                  </a:lnTo>
                  <a:close/>
                </a:path>
                <a:path w="341630" h="349250">
                  <a:moveTo>
                    <a:pt x="128270" y="224789"/>
                  </a:moveTo>
                  <a:lnTo>
                    <a:pt x="116840" y="224789"/>
                  </a:lnTo>
                  <a:lnTo>
                    <a:pt x="115569" y="226060"/>
                  </a:lnTo>
                  <a:lnTo>
                    <a:pt x="127000" y="226060"/>
                  </a:lnTo>
                  <a:lnTo>
                    <a:pt x="128270" y="224789"/>
                  </a:lnTo>
                  <a:close/>
                </a:path>
                <a:path w="341630" h="349250">
                  <a:moveTo>
                    <a:pt x="132080" y="220979"/>
                  </a:moveTo>
                  <a:lnTo>
                    <a:pt x="120650" y="220979"/>
                  </a:lnTo>
                  <a:lnTo>
                    <a:pt x="118109" y="223520"/>
                  </a:lnTo>
                  <a:lnTo>
                    <a:pt x="129539" y="223520"/>
                  </a:lnTo>
                  <a:lnTo>
                    <a:pt x="132080" y="220979"/>
                  </a:lnTo>
                  <a:close/>
                </a:path>
                <a:path w="341630" h="349250">
                  <a:moveTo>
                    <a:pt x="134620" y="218439"/>
                  </a:moveTo>
                  <a:lnTo>
                    <a:pt x="123190" y="218439"/>
                  </a:lnTo>
                  <a:lnTo>
                    <a:pt x="121919" y="219710"/>
                  </a:lnTo>
                  <a:lnTo>
                    <a:pt x="133350" y="219710"/>
                  </a:lnTo>
                  <a:lnTo>
                    <a:pt x="134620" y="218439"/>
                  </a:lnTo>
                  <a:close/>
                </a:path>
                <a:path w="341630" h="349250">
                  <a:moveTo>
                    <a:pt x="138430" y="214629"/>
                  </a:moveTo>
                  <a:lnTo>
                    <a:pt x="127000" y="214629"/>
                  </a:lnTo>
                  <a:lnTo>
                    <a:pt x="124459" y="217170"/>
                  </a:lnTo>
                  <a:lnTo>
                    <a:pt x="135889" y="217170"/>
                  </a:lnTo>
                  <a:lnTo>
                    <a:pt x="138430" y="214629"/>
                  </a:lnTo>
                  <a:close/>
                </a:path>
                <a:path w="341630" h="349250">
                  <a:moveTo>
                    <a:pt x="140970" y="212089"/>
                  </a:moveTo>
                  <a:lnTo>
                    <a:pt x="129540" y="212089"/>
                  </a:lnTo>
                  <a:lnTo>
                    <a:pt x="128269" y="213360"/>
                  </a:lnTo>
                  <a:lnTo>
                    <a:pt x="139700" y="213360"/>
                  </a:lnTo>
                  <a:lnTo>
                    <a:pt x="140970" y="212089"/>
                  </a:lnTo>
                  <a:close/>
                </a:path>
                <a:path w="341630" h="349250">
                  <a:moveTo>
                    <a:pt x="144780" y="208279"/>
                  </a:moveTo>
                  <a:lnTo>
                    <a:pt x="133350" y="208279"/>
                  </a:lnTo>
                  <a:lnTo>
                    <a:pt x="130809" y="210820"/>
                  </a:lnTo>
                  <a:lnTo>
                    <a:pt x="142239" y="210820"/>
                  </a:lnTo>
                  <a:lnTo>
                    <a:pt x="144780" y="208279"/>
                  </a:lnTo>
                  <a:close/>
                </a:path>
                <a:path w="341630" h="349250">
                  <a:moveTo>
                    <a:pt x="147320" y="205739"/>
                  </a:moveTo>
                  <a:lnTo>
                    <a:pt x="135890" y="205739"/>
                  </a:lnTo>
                  <a:lnTo>
                    <a:pt x="134619" y="207010"/>
                  </a:lnTo>
                  <a:lnTo>
                    <a:pt x="146050" y="207010"/>
                  </a:lnTo>
                  <a:lnTo>
                    <a:pt x="147320" y="205739"/>
                  </a:lnTo>
                  <a:close/>
                </a:path>
                <a:path w="341630" h="349250">
                  <a:moveTo>
                    <a:pt x="151130" y="201929"/>
                  </a:moveTo>
                  <a:lnTo>
                    <a:pt x="139700" y="201929"/>
                  </a:lnTo>
                  <a:lnTo>
                    <a:pt x="137159" y="204470"/>
                  </a:lnTo>
                  <a:lnTo>
                    <a:pt x="148589" y="204470"/>
                  </a:lnTo>
                  <a:lnTo>
                    <a:pt x="151130" y="201929"/>
                  </a:lnTo>
                  <a:close/>
                </a:path>
                <a:path w="341630" h="349250">
                  <a:moveTo>
                    <a:pt x="153670" y="199389"/>
                  </a:moveTo>
                  <a:lnTo>
                    <a:pt x="142240" y="199389"/>
                  </a:lnTo>
                  <a:lnTo>
                    <a:pt x="140969" y="200660"/>
                  </a:lnTo>
                  <a:lnTo>
                    <a:pt x="152400" y="200660"/>
                  </a:lnTo>
                  <a:lnTo>
                    <a:pt x="153670" y="199389"/>
                  </a:lnTo>
                  <a:close/>
                </a:path>
                <a:path w="341630" h="349250">
                  <a:moveTo>
                    <a:pt x="157480" y="195579"/>
                  </a:moveTo>
                  <a:lnTo>
                    <a:pt x="146050" y="195579"/>
                  </a:lnTo>
                  <a:lnTo>
                    <a:pt x="143509" y="198120"/>
                  </a:lnTo>
                  <a:lnTo>
                    <a:pt x="154939" y="198120"/>
                  </a:lnTo>
                  <a:lnTo>
                    <a:pt x="157480" y="195579"/>
                  </a:lnTo>
                  <a:close/>
                </a:path>
                <a:path w="341630" h="349250">
                  <a:moveTo>
                    <a:pt x="160020" y="193039"/>
                  </a:moveTo>
                  <a:lnTo>
                    <a:pt x="148590" y="193039"/>
                  </a:lnTo>
                  <a:lnTo>
                    <a:pt x="147319" y="194310"/>
                  </a:lnTo>
                  <a:lnTo>
                    <a:pt x="158750" y="194310"/>
                  </a:lnTo>
                  <a:lnTo>
                    <a:pt x="160020" y="193039"/>
                  </a:lnTo>
                  <a:close/>
                </a:path>
                <a:path w="341630" h="349250">
                  <a:moveTo>
                    <a:pt x="163830" y="189229"/>
                  </a:moveTo>
                  <a:lnTo>
                    <a:pt x="152400" y="189229"/>
                  </a:lnTo>
                  <a:lnTo>
                    <a:pt x="149859" y="191770"/>
                  </a:lnTo>
                  <a:lnTo>
                    <a:pt x="161289" y="191770"/>
                  </a:lnTo>
                  <a:lnTo>
                    <a:pt x="163830" y="189229"/>
                  </a:lnTo>
                  <a:close/>
                </a:path>
                <a:path w="341630" h="349250">
                  <a:moveTo>
                    <a:pt x="166370" y="186689"/>
                  </a:moveTo>
                  <a:lnTo>
                    <a:pt x="154940" y="186689"/>
                  </a:lnTo>
                  <a:lnTo>
                    <a:pt x="153669" y="187960"/>
                  </a:lnTo>
                  <a:lnTo>
                    <a:pt x="165100" y="187960"/>
                  </a:lnTo>
                  <a:lnTo>
                    <a:pt x="166370" y="186689"/>
                  </a:lnTo>
                  <a:close/>
                </a:path>
                <a:path w="341630" h="349250">
                  <a:moveTo>
                    <a:pt x="170180" y="182879"/>
                  </a:moveTo>
                  <a:lnTo>
                    <a:pt x="158750" y="182879"/>
                  </a:lnTo>
                  <a:lnTo>
                    <a:pt x="156209" y="185420"/>
                  </a:lnTo>
                  <a:lnTo>
                    <a:pt x="167639" y="185420"/>
                  </a:lnTo>
                  <a:lnTo>
                    <a:pt x="170180" y="182879"/>
                  </a:lnTo>
                  <a:close/>
                </a:path>
                <a:path w="341630" h="349250">
                  <a:moveTo>
                    <a:pt x="172720" y="180339"/>
                  </a:moveTo>
                  <a:lnTo>
                    <a:pt x="161290" y="180339"/>
                  </a:lnTo>
                  <a:lnTo>
                    <a:pt x="160019" y="181610"/>
                  </a:lnTo>
                  <a:lnTo>
                    <a:pt x="171450" y="181610"/>
                  </a:lnTo>
                  <a:lnTo>
                    <a:pt x="172720" y="180339"/>
                  </a:lnTo>
                  <a:close/>
                </a:path>
                <a:path w="341630" h="349250">
                  <a:moveTo>
                    <a:pt x="176530" y="176529"/>
                  </a:moveTo>
                  <a:lnTo>
                    <a:pt x="165100" y="176529"/>
                  </a:lnTo>
                  <a:lnTo>
                    <a:pt x="162559" y="179070"/>
                  </a:lnTo>
                  <a:lnTo>
                    <a:pt x="173989" y="179070"/>
                  </a:lnTo>
                  <a:lnTo>
                    <a:pt x="176530" y="176529"/>
                  </a:lnTo>
                  <a:close/>
                </a:path>
                <a:path w="341630" h="349250">
                  <a:moveTo>
                    <a:pt x="179070" y="173989"/>
                  </a:moveTo>
                  <a:lnTo>
                    <a:pt x="167640" y="173989"/>
                  </a:lnTo>
                  <a:lnTo>
                    <a:pt x="166369" y="175260"/>
                  </a:lnTo>
                  <a:lnTo>
                    <a:pt x="177800" y="175260"/>
                  </a:lnTo>
                  <a:lnTo>
                    <a:pt x="179070" y="173989"/>
                  </a:lnTo>
                  <a:close/>
                </a:path>
                <a:path w="341630" h="349250">
                  <a:moveTo>
                    <a:pt x="182880" y="170179"/>
                  </a:moveTo>
                  <a:lnTo>
                    <a:pt x="171450" y="170179"/>
                  </a:lnTo>
                  <a:lnTo>
                    <a:pt x="168909" y="172720"/>
                  </a:lnTo>
                  <a:lnTo>
                    <a:pt x="180339" y="172720"/>
                  </a:lnTo>
                  <a:lnTo>
                    <a:pt x="182880" y="170179"/>
                  </a:lnTo>
                  <a:close/>
                </a:path>
                <a:path w="341630" h="349250">
                  <a:moveTo>
                    <a:pt x="185420" y="167639"/>
                  </a:moveTo>
                  <a:lnTo>
                    <a:pt x="173990" y="167639"/>
                  </a:lnTo>
                  <a:lnTo>
                    <a:pt x="172719" y="168910"/>
                  </a:lnTo>
                  <a:lnTo>
                    <a:pt x="184150" y="168910"/>
                  </a:lnTo>
                  <a:lnTo>
                    <a:pt x="185420" y="167639"/>
                  </a:lnTo>
                  <a:close/>
                </a:path>
                <a:path w="341630" h="349250">
                  <a:moveTo>
                    <a:pt x="189230" y="163829"/>
                  </a:moveTo>
                  <a:lnTo>
                    <a:pt x="177800" y="163829"/>
                  </a:lnTo>
                  <a:lnTo>
                    <a:pt x="175259" y="166370"/>
                  </a:lnTo>
                  <a:lnTo>
                    <a:pt x="186689" y="166370"/>
                  </a:lnTo>
                  <a:lnTo>
                    <a:pt x="189230" y="163829"/>
                  </a:lnTo>
                  <a:close/>
                </a:path>
                <a:path w="341630" h="349250">
                  <a:moveTo>
                    <a:pt x="341630" y="0"/>
                  </a:moveTo>
                  <a:lnTo>
                    <a:pt x="179069" y="162560"/>
                  </a:lnTo>
                  <a:lnTo>
                    <a:pt x="190500" y="162560"/>
                  </a:lnTo>
                  <a:lnTo>
                    <a:pt x="341630" y="11429"/>
                  </a:lnTo>
                  <a:lnTo>
                    <a:pt x="341630" y="0"/>
                  </a:lnTo>
                  <a:close/>
                </a:path>
              </a:pathLst>
            </a:custGeom>
            <a:solidFill>
              <a:srgbClr val="D9CE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0" name="object 1780"/>
            <p:cNvSpPr/>
            <p:nvPr/>
          </p:nvSpPr>
          <p:spPr>
            <a:xfrm>
              <a:off x="2865119" y="3053079"/>
              <a:ext cx="336550" cy="336550"/>
            </a:xfrm>
            <a:custGeom>
              <a:avLst/>
              <a:gdLst/>
              <a:ahLst/>
              <a:cxnLst/>
              <a:rect l="l" t="t" r="r" b="b"/>
              <a:pathLst>
                <a:path w="336550" h="336550">
                  <a:moveTo>
                    <a:pt x="1269" y="335280"/>
                  </a:moveTo>
                  <a:lnTo>
                    <a:pt x="0" y="336550"/>
                  </a:lnTo>
                  <a:lnTo>
                    <a:pt x="1269" y="336550"/>
                  </a:lnTo>
                  <a:lnTo>
                    <a:pt x="1269" y="335280"/>
                  </a:lnTo>
                  <a:close/>
                </a:path>
                <a:path w="336550" h="336550">
                  <a:moveTo>
                    <a:pt x="8889" y="330200"/>
                  </a:moveTo>
                  <a:lnTo>
                    <a:pt x="6350" y="330200"/>
                  </a:lnTo>
                  <a:lnTo>
                    <a:pt x="3809" y="332740"/>
                  </a:lnTo>
                  <a:lnTo>
                    <a:pt x="3809" y="334010"/>
                  </a:lnTo>
                  <a:lnTo>
                    <a:pt x="6349" y="334010"/>
                  </a:lnTo>
                  <a:lnTo>
                    <a:pt x="6349" y="331470"/>
                  </a:lnTo>
                  <a:lnTo>
                    <a:pt x="8889" y="331470"/>
                  </a:lnTo>
                  <a:lnTo>
                    <a:pt x="8889" y="330200"/>
                  </a:lnTo>
                  <a:close/>
                </a:path>
                <a:path w="336550" h="336550">
                  <a:moveTo>
                    <a:pt x="12699" y="327660"/>
                  </a:moveTo>
                  <a:lnTo>
                    <a:pt x="8889" y="327660"/>
                  </a:lnTo>
                  <a:lnTo>
                    <a:pt x="7619" y="328930"/>
                  </a:lnTo>
                  <a:lnTo>
                    <a:pt x="10159" y="328930"/>
                  </a:lnTo>
                  <a:lnTo>
                    <a:pt x="10159" y="330200"/>
                  </a:lnTo>
                  <a:lnTo>
                    <a:pt x="12699" y="330200"/>
                  </a:lnTo>
                  <a:lnTo>
                    <a:pt x="12699" y="327660"/>
                  </a:lnTo>
                  <a:close/>
                </a:path>
                <a:path w="336550" h="336550">
                  <a:moveTo>
                    <a:pt x="20319" y="323850"/>
                  </a:moveTo>
                  <a:lnTo>
                    <a:pt x="12700" y="323850"/>
                  </a:lnTo>
                  <a:lnTo>
                    <a:pt x="10159" y="326390"/>
                  </a:lnTo>
                  <a:lnTo>
                    <a:pt x="15239" y="326390"/>
                  </a:lnTo>
                  <a:lnTo>
                    <a:pt x="15239" y="327660"/>
                  </a:lnTo>
                  <a:lnTo>
                    <a:pt x="17779" y="327660"/>
                  </a:lnTo>
                  <a:lnTo>
                    <a:pt x="17779" y="325120"/>
                  </a:lnTo>
                  <a:lnTo>
                    <a:pt x="20319" y="325120"/>
                  </a:lnTo>
                  <a:lnTo>
                    <a:pt x="20319" y="323850"/>
                  </a:lnTo>
                  <a:close/>
                </a:path>
                <a:path w="336550" h="336550">
                  <a:moveTo>
                    <a:pt x="24129" y="321310"/>
                  </a:moveTo>
                  <a:lnTo>
                    <a:pt x="15239" y="321310"/>
                  </a:lnTo>
                  <a:lnTo>
                    <a:pt x="13969" y="322580"/>
                  </a:lnTo>
                  <a:lnTo>
                    <a:pt x="21589" y="322580"/>
                  </a:lnTo>
                  <a:lnTo>
                    <a:pt x="21589" y="323850"/>
                  </a:lnTo>
                  <a:lnTo>
                    <a:pt x="22860" y="323850"/>
                  </a:lnTo>
                  <a:lnTo>
                    <a:pt x="24129" y="322580"/>
                  </a:lnTo>
                  <a:lnTo>
                    <a:pt x="24129" y="321310"/>
                  </a:lnTo>
                  <a:close/>
                </a:path>
                <a:path w="336550" h="336550">
                  <a:moveTo>
                    <a:pt x="29210" y="317500"/>
                  </a:moveTo>
                  <a:lnTo>
                    <a:pt x="19050" y="317500"/>
                  </a:lnTo>
                  <a:lnTo>
                    <a:pt x="16509" y="320040"/>
                  </a:lnTo>
                  <a:lnTo>
                    <a:pt x="26669" y="320040"/>
                  </a:lnTo>
                  <a:lnTo>
                    <a:pt x="29210" y="317500"/>
                  </a:lnTo>
                  <a:close/>
                </a:path>
                <a:path w="336550" h="336550">
                  <a:moveTo>
                    <a:pt x="31750" y="314960"/>
                  </a:moveTo>
                  <a:lnTo>
                    <a:pt x="21589" y="314960"/>
                  </a:lnTo>
                  <a:lnTo>
                    <a:pt x="20319" y="316230"/>
                  </a:lnTo>
                  <a:lnTo>
                    <a:pt x="30479" y="316230"/>
                  </a:lnTo>
                  <a:lnTo>
                    <a:pt x="31750" y="314960"/>
                  </a:lnTo>
                  <a:close/>
                </a:path>
                <a:path w="336550" h="336550">
                  <a:moveTo>
                    <a:pt x="35560" y="311150"/>
                  </a:moveTo>
                  <a:lnTo>
                    <a:pt x="25400" y="311150"/>
                  </a:lnTo>
                  <a:lnTo>
                    <a:pt x="22859" y="313690"/>
                  </a:lnTo>
                  <a:lnTo>
                    <a:pt x="33019" y="313690"/>
                  </a:lnTo>
                  <a:lnTo>
                    <a:pt x="35560" y="311150"/>
                  </a:lnTo>
                  <a:close/>
                </a:path>
                <a:path w="336550" h="336550">
                  <a:moveTo>
                    <a:pt x="38100" y="308610"/>
                  </a:moveTo>
                  <a:lnTo>
                    <a:pt x="27939" y="308610"/>
                  </a:lnTo>
                  <a:lnTo>
                    <a:pt x="26669" y="309880"/>
                  </a:lnTo>
                  <a:lnTo>
                    <a:pt x="36829" y="309880"/>
                  </a:lnTo>
                  <a:lnTo>
                    <a:pt x="38100" y="308610"/>
                  </a:lnTo>
                  <a:close/>
                </a:path>
                <a:path w="336550" h="336550">
                  <a:moveTo>
                    <a:pt x="41910" y="304800"/>
                  </a:moveTo>
                  <a:lnTo>
                    <a:pt x="31750" y="304800"/>
                  </a:lnTo>
                  <a:lnTo>
                    <a:pt x="29209" y="307340"/>
                  </a:lnTo>
                  <a:lnTo>
                    <a:pt x="39369" y="307340"/>
                  </a:lnTo>
                  <a:lnTo>
                    <a:pt x="41910" y="304800"/>
                  </a:lnTo>
                  <a:close/>
                </a:path>
                <a:path w="336550" h="336550">
                  <a:moveTo>
                    <a:pt x="44450" y="302260"/>
                  </a:moveTo>
                  <a:lnTo>
                    <a:pt x="34289" y="302260"/>
                  </a:lnTo>
                  <a:lnTo>
                    <a:pt x="33019" y="303530"/>
                  </a:lnTo>
                  <a:lnTo>
                    <a:pt x="43179" y="303530"/>
                  </a:lnTo>
                  <a:lnTo>
                    <a:pt x="44450" y="302260"/>
                  </a:lnTo>
                  <a:close/>
                </a:path>
                <a:path w="336550" h="336550">
                  <a:moveTo>
                    <a:pt x="48260" y="298450"/>
                  </a:moveTo>
                  <a:lnTo>
                    <a:pt x="38100" y="298450"/>
                  </a:lnTo>
                  <a:lnTo>
                    <a:pt x="35559" y="300990"/>
                  </a:lnTo>
                  <a:lnTo>
                    <a:pt x="45719" y="300990"/>
                  </a:lnTo>
                  <a:lnTo>
                    <a:pt x="48260" y="298450"/>
                  </a:lnTo>
                  <a:close/>
                </a:path>
                <a:path w="336550" h="336550">
                  <a:moveTo>
                    <a:pt x="50800" y="295910"/>
                  </a:moveTo>
                  <a:lnTo>
                    <a:pt x="40639" y="295910"/>
                  </a:lnTo>
                  <a:lnTo>
                    <a:pt x="39369" y="297180"/>
                  </a:lnTo>
                  <a:lnTo>
                    <a:pt x="49529" y="297180"/>
                  </a:lnTo>
                  <a:lnTo>
                    <a:pt x="50800" y="295910"/>
                  </a:lnTo>
                  <a:close/>
                </a:path>
                <a:path w="336550" h="336550">
                  <a:moveTo>
                    <a:pt x="54610" y="292100"/>
                  </a:moveTo>
                  <a:lnTo>
                    <a:pt x="44450" y="292100"/>
                  </a:lnTo>
                  <a:lnTo>
                    <a:pt x="41909" y="294640"/>
                  </a:lnTo>
                  <a:lnTo>
                    <a:pt x="52069" y="294640"/>
                  </a:lnTo>
                  <a:lnTo>
                    <a:pt x="54610" y="292100"/>
                  </a:lnTo>
                  <a:close/>
                </a:path>
                <a:path w="336550" h="336550">
                  <a:moveTo>
                    <a:pt x="57150" y="289560"/>
                  </a:moveTo>
                  <a:lnTo>
                    <a:pt x="46989" y="289560"/>
                  </a:lnTo>
                  <a:lnTo>
                    <a:pt x="45719" y="290830"/>
                  </a:lnTo>
                  <a:lnTo>
                    <a:pt x="55879" y="290830"/>
                  </a:lnTo>
                  <a:lnTo>
                    <a:pt x="57150" y="289560"/>
                  </a:lnTo>
                  <a:close/>
                </a:path>
                <a:path w="336550" h="336550">
                  <a:moveTo>
                    <a:pt x="60960" y="285750"/>
                  </a:moveTo>
                  <a:lnTo>
                    <a:pt x="50800" y="285750"/>
                  </a:lnTo>
                  <a:lnTo>
                    <a:pt x="48259" y="288290"/>
                  </a:lnTo>
                  <a:lnTo>
                    <a:pt x="58419" y="288290"/>
                  </a:lnTo>
                  <a:lnTo>
                    <a:pt x="60960" y="285750"/>
                  </a:lnTo>
                  <a:close/>
                </a:path>
                <a:path w="336550" h="336550">
                  <a:moveTo>
                    <a:pt x="63500" y="283210"/>
                  </a:moveTo>
                  <a:lnTo>
                    <a:pt x="53339" y="283210"/>
                  </a:lnTo>
                  <a:lnTo>
                    <a:pt x="52069" y="284480"/>
                  </a:lnTo>
                  <a:lnTo>
                    <a:pt x="62229" y="284480"/>
                  </a:lnTo>
                  <a:lnTo>
                    <a:pt x="63500" y="283210"/>
                  </a:lnTo>
                  <a:close/>
                </a:path>
                <a:path w="336550" h="336550">
                  <a:moveTo>
                    <a:pt x="67310" y="279400"/>
                  </a:moveTo>
                  <a:lnTo>
                    <a:pt x="57150" y="279400"/>
                  </a:lnTo>
                  <a:lnTo>
                    <a:pt x="54609" y="281940"/>
                  </a:lnTo>
                  <a:lnTo>
                    <a:pt x="64769" y="281940"/>
                  </a:lnTo>
                  <a:lnTo>
                    <a:pt x="67310" y="279400"/>
                  </a:lnTo>
                  <a:close/>
                </a:path>
                <a:path w="336550" h="336550">
                  <a:moveTo>
                    <a:pt x="69850" y="276860"/>
                  </a:moveTo>
                  <a:lnTo>
                    <a:pt x="59689" y="276860"/>
                  </a:lnTo>
                  <a:lnTo>
                    <a:pt x="58419" y="278130"/>
                  </a:lnTo>
                  <a:lnTo>
                    <a:pt x="68579" y="278130"/>
                  </a:lnTo>
                  <a:lnTo>
                    <a:pt x="69850" y="276860"/>
                  </a:lnTo>
                  <a:close/>
                </a:path>
                <a:path w="336550" h="336550">
                  <a:moveTo>
                    <a:pt x="73660" y="273050"/>
                  </a:moveTo>
                  <a:lnTo>
                    <a:pt x="63500" y="273050"/>
                  </a:lnTo>
                  <a:lnTo>
                    <a:pt x="60959" y="275590"/>
                  </a:lnTo>
                  <a:lnTo>
                    <a:pt x="71119" y="275590"/>
                  </a:lnTo>
                  <a:lnTo>
                    <a:pt x="73660" y="273050"/>
                  </a:lnTo>
                  <a:close/>
                </a:path>
                <a:path w="336550" h="336550">
                  <a:moveTo>
                    <a:pt x="76200" y="270510"/>
                  </a:moveTo>
                  <a:lnTo>
                    <a:pt x="66039" y="270510"/>
                  </a:lnTo>
                  <a:lnTo>
                    <a:pt x="64769" y="271780"/>
                  </a:lnTo>
                  <a:lnTo>
                    <a:pt x="74929" y="271780"/>
                  </a:lnTo>
                  <a:lnTo>
                    <a:pt x="76200" y="270510"/>
                  </a:lnTo>
                  <a:close/>
                </a:path>
                <a:path w="336550" h="336550">
                  <a:moveTo>
                    <a:pt x="80010" y="266700"/>
                  </a:moveTo>
                  <a:lnTo>
                    <a:pt x="69850" y="266700"/>
                  </a:lnTo>
                  <a:lnTo>
                    <a:pt x="67309" y="269240"/>
                  </a:lnTo>
                  <a:lnTo>
                    <a:pt x="77469" y="269240"/>
                  </a:lnTo>
                  <a:lnTo>
                    <a:pt x="80010" y="266700"/>
                  </a:lnTo>
                  <a:close/>
                </a:path>
                <a:path w="336550" h="336550">
                  <a:moveTo>
                    <a:pt x="82550" y="264160"/>
                  </a:moveTo>
                  <a:lnTo>
                    <a:pt x="72389" y="264160"/>
                  </a:lnTo>
                  <a:lnTo>
                    <a:pt x="71119" y="265430"/>
                  </a:lnTo>
                  <a:lnTo>
                    <a:pt x="81279" y="265430"/>
                  </a:lnTo>
                  <a:lnTo>
                    <a:pt x="82550" y="264160"/>
                  </a:lnTo>
                  <a:close/>
                </a:path>
                <a:path w="336550" h="336550">
                  <a:moveTo>
                    <a:pt x="86360" y="260350"/>
                  </a:moveTo>
                  <a:lnTo>
                    <a:pt x="76200" y="260350"/>
                  </a:lnTo>
                  <a:lnTo>
                    <a:pt x="73659" y="262890"/>
                  </a:lnTo>
                  <a:lnTo>
                    <a:pt x="83819" y="262890"/>
                  </a:lnTo>
                  <a:lnTo>
                    <a:pt x="86360" y="260350"/>
                  </a:lnTo>
                  <a:close/>
                </a:path>
                <a:path w="336550" h="336550">
                  <a:moveTo>
                    <a:pt x="88900" y="257810"/>
                  </a:moveTo>
                  <a:lnTo>
                    <a:pt x="78739" y="257810"/>
                  </a:lnTo>
                  <a:lnTo>
                    <a:pt x="77469" y="259080"/>
                  </a:lnTo>
                  <a:lnTo>
                    <a:pt x="87629" y="259080"/>
                  </a:lnTo>
                  <a:lnTo>
                    <a:pt x="88900" y="257810"/>
                  </a:lnTo>
                  <a:close/>
                </a:path>
                <a:path w="336550" h="336550">
                  <a:moveTo>
                    <a:pt x="92710" y="254000"/>
                  </a:moveTo>
                  <a:lnTo>
                    <a:pt x="82550" y="254000"/>
                  </a:lnTo>
                  <a:lnTo>
                    <a:pt x="80009" y="256540"/>
                  </a:lnTo>
                  <a:lnTo>
                    <a:pt x="90169" y="256540"/>
                  </a:lnTo>
                  <a:lnTo>
                    <a:pt x="92710" y="254000"/>
                  </a:lnTo>
                  <a:close/>
                </a:path>
                <a:path w="336550" h="336550">
                  <a:moveTo>
                    <a:pt x="95250" y="251460"/>
                  </a:moveTo>
                  <a:lnTo>
                    <a:pt x="85089" y="251460"/>
                  </a:lnTo>
                  <a:lnTo>
                    <a:pt x="83819" y="252730"/>
                  </a:lnTo>
                  <a:lnTo>
                    <a:pt x="93979" y="252730"/>
                  </a:lnTo>
                  <a:lnTo>
                    <a:pt x="95250" y="251460"/>
                  </a:lnTo>
                  <a:close/>
                </a:path>
                <a:path w="336550" h="336550">
                  <a:moveTo>
                    <a:pt x="99060" y="247650"/>
                  </a:moveTo>
                  <a:lnTo>
                    <a:pt x="88900" y="247650"/>
                  </a:lnTo>
                  <a:lnTo>
                    <a:pt x="86359" y="250190"/>
                  </a:lnTo>
                  <a:lnTo>
                    <a:pt x="96519" y="250190"/>
                  </a:lnTo>
                  <a:lnTo>
                    <a:pt x="99060" y="247650"/>
                  </a:lnTo>
                  <a:close/>
                </a:path>
                <a:path w="336550" h="336550">
                  <a:moveTo>
                    <a:pt x="101600" y="245110"/>
                  </a:moveTo>
                  <a:lnTo>
                    <a:pt x="91439" y="245110"/>
                  </a:lnTo>
                  <a:lnTo>
                    <a:pt x="90169" y="246380"/>
                  </a:lnTo>
                  <a:lnTo>
                    <a:pt x="100329" y="246380"/>
                  </a:lnTo>
                  <a:lnTo>
                    <a:pt x="101600" y="245110"/>
                  </a:lnTo>
                  <a:close/>
                </a:path>
                <a:path w="336550" h="336550">
                  <a:moveTo>
                    <a:pt x="105410" y="241300"/>
                  </a:moveTo>
                  <a:lnTo>
                    <a:pt x="95250" y="241300"/>
                  </a:lnTo>
                  <a:lnTo>
                    <a:pt x="92709" y="243840"/>
                  </a:lnTo>
                  <a:lnTo>
                    <a:pt x="102869" y="243840"/>
                  </a:lnTo>
                  <a:lnTo>
                    <a:pt x="105410" y="241300"/>
                  </a:lnTo>
                  <a:close/>
                </a:path>
                <a:path w="336550" h="336550">
                  <a:moveTo>
                    <a:pt x="107950" y="238760"/>
                  </a:moveTo>
                  <a:lnTo>
                    <a:pt x="97789" y="238760"/>
                  </a:lnTo>
                  <a:lnTo>
                    <a:pt x="96519" y="240030"/>
                  </a:lnTo>
                  <a:lnTo>
                    <a:pt x="106679" y="240030"/>
                  </a:lnTo>
                  <a:lnTo>
                    <a:pt x="107950" y="238760"/>
                  </a:lnTo>
                  <a:close/>
                </a:path>
                <a:path w="336550" h="336550">
                  <a:moveTo>
                    <a:pt x="111760" y="234950"/>
                  </a:moveTo>
                  <a:lnTo>
                    <a:pt x="101600" y="234950"/>
                  </a:lnTo>
                  <a:lnTo>
                    <a:pt x="99059" y="237490"/>
                  </a:lnTo>
                  <a:lnTo>
                    <a:pt x="109219" y="237490"/>
                  </a:lnTo>
                  <a:lnTo>
                    <a:pt x="111760" y="234950"/>
                  </a:lnTo>
                  <a:close/>
                </a:path>
                <a:path w="336550" h="336550">
                  <a:moveTo>
                    <a:pt x="114300" y="232410"/>
                  </a:moveTo>
                  <a:lnTo>
                    <a:pt x="104139" y="232410"/>
                  </a:lnTo>
                  <a:lnTo>
                    <a:pt x="102869" y="233680"/>
                  </a:lnTo>
                  <a:lnTo>
                    <a:pt x="113029" y="233680"/>
                  </a:lnTo>
                  <a:lnTo>
                    <a:pt x="114300" y="232410"/>
                  </a:lnTo>
                  <a:close/>
                </a:path>
                <a:path w="336550" h="336550">
                  <a:moveTo>
                    <a:pt x="118110" y="228600"/>
                  </a:moveTo>
                  <a:lnTo>
                    <a:pt x="107950" y="228600"/>
                  </a:lnTo>
                  <a:lnTo>
                    <a:pt x="105409" y="231140"/>
                  </a:lnTo>
                  <a:lnTo>
                    <a:pt x="115569" y="231140"/>
                  </a:lnTo>
                  <a:lnTo>
                    <a:pt x="118110" y="228600"/>
                  </a:lnTo>
                  <a:close/>
                </a:path>
                <a:path w="336550" h="336550">
                  <a:moveTo>
                    <a:pt x="120650" y="226060"/>
                  </a:moveTo>
                  <a:lnTo>
                    <a:pt x="110489" y="226060"/>
                  </a:lnTo>
                  <a:lnTo>
                    <a:pt x="109219" y="227330"/>
                  </a:lnTo>
                  <a:lnTo>
                    <a:pt x="119379" y="227330"/>
                  </a:lnTo>
                  <a:lnTo>
                    <a:pt x="120650" y="226060"/>
                  </a:lnTo>
                  <a:close/>
                </a:path>
                <a:path w="336550" h="336550">
                  <a:moveTo>
                    <a:pt x="124460" y="222250"/>
                  </a:moveTo>
                  <a:lnTo>
                    <a:pt x="114300" y="222250"/>
                  </a:lnTo>
                  <a:lnTo>
                    <a:pt x="111759" y="224790"/>
                  </a:lnTo>
                  <a:lnTo>
                    <a:pt x="121919" y="224790"/>
                  </a:lnTo>
                  <a:lnTo>
                    <a:pt x="124460" y="222250"/>
                  </a:lnTo>
                  <a:close/>
                </a:path>
                <a:path w="336550" h="336550">
                  <a:moveTo>
                    <a:pt x="127000" y="219710"/>
                  </a:moveTo>
                  <a:lnTo>
                    <a:pt x="116839" y="219710"/>
                  </a:lnTo>
                  <a:lnTo>
                    <a:pt x="115569" y="220980"/>
                  </a:lnTo>
                  <a:lnTo>
                    <a:pt x="125729" y="220980"/>
                  </a:lnTo>
                  <a:lnTo>
                    <a:pt x="127000" y="219710"/>
                  </a:lnTo>
                  <a:close/>
                </a:path>
                <a:path w="336550" h="336550">
                  <a:moveTo>
                    <a:pt x="130810" y="215900"/>
                  </a:moveTo>
                  <a:lnTo>
                    <a:pt x="120650" y="215900"/>
                  </a:lnTo>
                  <a:lnTo>
                    <a:pt x="118109" y="218440"/>
                  </a:lnTo>
                  <a:lnTo>
                    <a:pt x="128269" y="218440"/>
                  </a:lnTo>
                  <a:lnTo>
                    <a:pt x="130810" y="215900"/>
                  </a:lnTo>
                  <a:close/>
                </a:path>
                <a:path w="336550" h="336550">
                  <a:moveTo>
                    <a:pt x="133350" y="213360"/>
                  </a:moveTo>
                  <a:lnTo>
                    <a:pt x="123189" y="213360"/>
                  </a:lnTo>
                  <a:lnTo>
                    <a:pt x="121919" y="214630"/>
                  </a:lnTo>
                  <a:lnTo>
                    <a:pt x="132079" y="214630"/>
                  </a:lnTo>
                  <a:lnTo>
                    <a:pt x="133350" y="213360"/>
                  </a:lnTo>
                  <a:close/>
                </a:path>
                <a:path w="336550" h="336550">
                  <a:moveTo>
                    <a:pt x="137160" y="209550"/>
                  </a:moveTo>
                  <a:lnTo>
                    <a:pt x="127000" y="209550"/>
                  </a:lnTo>
                  <a:lnTo>
                    <a:pt x="124459" y="212090"/>
                  </a:lnTo>
                  <a:lnTo>
                    <a:pt x="134619" y="212090"/>
                  </a:lnTo>
                  <a:lnTo>
                    <a:pt x="137160" y="209550"/>
                  </a:lnTo>
                  <a:close/>
                </a:path>
                <a:path w="336550" h="336550">
                  <a:moveTo>
                    <a:pt x="139700" y="207010"/>
                  </a:moveTo>
                  <a:lnTo>
                    <a:pt x="129539" y="207010"/>
                  </a:lnTo>
                  <a:lnTo>
                    <a:pt x="128269" y="208280"/>
                  </a:lnTo>
                  <a:lnTo>
                    <a:pt x="138429" y="208280"/>
                  </a:lnTo>
                  <a:lnTo>
                    <a:pt x="139700" y="207010"/>
                  </a:lnTo>
                  <a:close/>
                </a:path>
                <a:path w="336550" h="336550">
                  <a:moveTo>
                    <a:pt x="143510" y="203200"/>
                  </a:moveTo>
                  <a:lnTo>
                    <a:pt x="133350" y="203200"/>
                  </a:lnTo>
                  <a:lnTo>
                    <a:pt x="130809" y="205740"/>
                  </a:lnTo>
                  <a:lnTo>
                    <a:pt x="140969" y="205740"/>
                  </a:lnTo>
                  <a:lnTo>
                    <a:pt x="143510" y="203200"/>
                  </a:lnTo>
                  <a:close/>
                </a:path>
                <a:path w="336550" h="336550">
                  <a:moveTo>
                    <a:pt x="146050" y="200660"/>
                  </a:moveTo>
                  <a:lnTo>
                    <a:pt x="135889" y="200660"/>
                  </a:lnTo>
                  <a:lnTo>
                    <a:pt x="134619" y="201930"/>
                  </a:lnTo>
                  <a:lnTo>
                    <a:pt x="144779" y="201930"/>
                  </a:lnTo>
                  <a:lnTo>
                    <a:pt x="146050" y="200660"/>
                  </a:lnTo>
                  <a:close/>
                </a:path>
                <a:path w="336550" h="336550">
                  <a:moveTo>
                    <a:pt x="149860" y="196850"/>
                  </a:moveTo>
                  <a:lnTo>
                    <a:pt x="139700" y="196850"/>
                  </a:lnTo>
                  <a:lnTo>
                    <a:pt x="137159" y="199390"/>
                  </a:lnTo>
                  <a:lnTo>
                    <a:pt x="147319" y="199390"/>
                  </a:lnTo>
                  <a:lnTo>
                    <a:pt x="149860" y="196850"/>
                  </a:lnTo>
                  <a:close/>
                </a:path>
                <a:path w="336550" h="336550">
                  <a:moveTo>
                    <a:pt x="152400" y="194310"/>
                  </a:moveTo>
                  <a:lnTo>
                    <a:pt x="142239" y="194310"/>
                  </a:lnTo>
                  <a:lnTo>
                    <a:pt x="140969" y="195580"/>
                  </a:lnTo>
                  <a:lnTo>
                    <a:pt x="151129" y="195580"/>
                  </a:lnTo>
                  <a:lnTo>
                    <a:pt x="152400" y="194310"/>
                  </a:lnTo>
                  <a:close/>
                </a:path>
                <a:path w="336550" h="336550">
                  <a:moveTo>
                    <a:pt x="156210" y="190500"/>
                  </a:moveTo>
                  <a:lnTo>
                    <a:pt x="146050" y="190500"/>
                  </a:lnTo>
                  <a:lnTo>
                    <a:pt x="143509" y="193040"/>
                  </a:lnTo>
                  <a:lnTo>
                    <a:pt x="153669" y="193040"/>
                  </a:lnTo>
                  <a:lnTo>
                    <a:pt x="156210" y="190500"/>
                  </a:lnTo>
                  <a:close/>
                </a:path>
                <a:path w="336550" h="336550">
                  <a:moveTo>
                    <a:pt x="158750" y="187960"/>
                  </a:moveTo>
                  <a:lnTo>
                    <a:pt x="148589" y="187960"/>
                  </a:lnTo>
                  <a:lnTo>
                    <a:pt x="147319" y="189230"/>
                  </a:lnTo>
                  <a:lnTo>
                    <a:pt x="157479" y="189230"/>
                  </a:lnTo>
                  <a:lnTo>
                    <a:pt x="158750" y="187960"/>
                  </a:lnTo>
                  <a:close/>
                </a:path>
                <a:path w="336550" h="336550">
                  <a:moveTo>
                    <a:pt x="162560" y="184150"/>
                  </a:moveTo>
                  <a:lnTo>
                    <a:pt x="152400" y="184150"/>
                  </a:lnTo>
                  <a:lnTo>
                    <a:pt x="149859" y="186690"/>
                  </a:lnTo>
                  <a:lnTo>
                    <a:pt x="160019" y="186690"/>
                  </a:lnTo>
                  <a:lnTo>
                    <a:pt x="162560" y="184150"/>
                  </a:lnTo>
                  <a:close/>
                </a:path>
                <a:path w="336550" h="336550">
                  <a:moveTo>
                    <a:pt x="165100" y="181610"/>
                  </a:moveTo>
                  <a:lnTo>
                    <a:pt x="154939" y="181610"/>
                  </a:lnTo>
                  <a:lnTo>
                    <a:pt x="153669" y="182880"/>
                  </a:lnTo>
                  <a:lnTo>
                    <a:pt x="163829" y="182880"/>
                  </a:lnTo>
                  <a:lnTo>
                    <a:pt x="165100" y="181610"/>
                  </a:lnTo>
                  <a:close/>
                </a:path>
                <a:path w="336550" h="336550">
                  <a:moveTo>
                    <a:pt x="168910" y="177800"/>
                  </a:moveTo>
                  <a:lnTo>
                    <a:pt x="158750" y="177800"/>
                  </a:lnTo>
                  <a:lnTo>
                    <a:pt x="156209" y="180340"/>
                  </a:lnTo>
                  <a:lnTo>
                    <a:pt x="166369" y="180340"/>
                  </a:lnTo>
                  <a:lnTo>
                    <a:pt x="168910" y="177800"/>
                  </a:lnTo>
                  <a:close/>
                </a:path>
                <a:path w="336550" h="336550">
                  <a:moveTo>
                    <a:pt x="171450" y="175260"/>
                  </a:moveTo>
                  <a:lnTo>
                    <a:pt x="161289" y="175260"/>
                  </a:lnTo>
                  <a:lnTo>
                    <a:pt x="160019" y="176530"/>
                  </a:lnTo>
                  <a:lnTo>
                    <a:pt x="170179" y="176530"/>
                  </a:lnTo>
                  <a:lnTo>
                    <a:pt x="171450" y="175260"/>
                  </a:lnTo>
                  <a:close/>
                </a:path>
                <a:path w="336550" h="336550">
                  <a:moveTo>
                    <a:pt x="175260" y="171450"/>
                  </a:moveTo>
                  <a:lnTo>
                    <a:pt x="165100" y="171450"/>
                  </a:lnTo>
                  <a:lnTo>
                    <a:pt x="162559" y="173990"/>
                  </a:lnTo>
                  <a:lnTo>
                    <a:pt x="172719" y="173990"/>
                  </a:lnTo>
                  <a:lnTo>
                    <a:pt x="175260" y="171450"/>
                  </a:lnTo>
                  <a:close/>
                </a:path>
                <a:path w="336550" h="336550">
                  <a:moveTo>
                    <a:pt x="177800" y="168910"/>
                  </a:moveTo>
                  <a:lnTo>
                    <a:pt x="167639" y="168910"/>
                  </a:lnTo>
                  <a:lnTo>
                    <a:pt x="166369" y="170180"/>
                  </a:lnTo>
                  <a:lnTo>
                    <a:pt x="176529" y="170180"/>
                  </a:lnTo>
                  <a:lnTo>
                    <a:pt x="177800" y="168910"/>
                  </a:lnTo>
                  <a:close/>
                </a:path>
                <a:path w="336550" h="336550">
                  <a:moveTo>
                    <a:pt x="181610" y="165100"/>
                  </a:moveTo>
                  <a:lnTo>
                    <a:pt x="171450" y="165100"/>
                  </a:lnTo>
                  <a:lnTo>
                    <a:pt x="168909" y="167640"/>
                  </a:lnTo>
                  <a:lnTo>
                    <a:pt x="179069" y="167640"/>
                  </a:lnTo>
                  <a:lnTo>
                    <a:pt x="181610" y="165100"/>
                  </a:lnTo>
                  <a:close/>
                </a:path>
                <a:path w="336550" h="336550">
                  <a:moveTo>
                    <a:pt x="184150" y="162560"/>
                  </a:moveTo>
                  <a:lnTo>
                    <a:pt x="173989" y="162560"/>
                  </a:lnTo>
                  <a:lnTo>
                    <a:pt x="172719" y="163830"/>
                  </a:lnTo>
                  <a:lnTo>
                    <a:pt x="182879" y="163830"/>
                  </a:lnTo>
                  <a:lnTo>
                    <a:pt x="184150" y="162560"/>
                  </a:lnTo>
                  <a:close/>
                </a:path>
                <a:path w="336550" h="336550">
                  <a:moveTo>
                    <a:pt x="187960" y="158750"/>
                  </a:moveTo>
                  <a:lnTo>
                    <a:pt x="177800" y="158750"/>
                  </a:lnTo>
                  <a:lnTo>
                    <a:pt x="175259" y="161290"/>
                  </a:lnTo>
                  <a:lnTo>
                    <a:pt x="185419" y="161290"/>
                  </a:lnTo>
                  <a:lnTo>
                    <a:pt x="187960" y="158750"/>
                  </a:lnTo>
                  <a:close/>
                </a:path>
                <a:path w="336550" h="336550">
                  <a:moveTo>
                    <a:pt x="190500" y="156210"/>
                  </a:moveTo>
                  <a:lnTo>
                    <a:pt x="180339" y="156210"/>
                  </a:lnTo>
                  <a:lnTo>
                    <a:pt x="179069" y="157480"/>
                  </a:lnTo>
                  <a:lnTo>
                    <a:pt x="189229" y="157480"/>
                  </a:lnTo>
                  <a:lnTo>
                    <a:pt x="190500" y="156210"/>
                  </a:lnTo>
                  <a:close/>
                </a:path>
                <a:path w="336550" h="336550">
                  <a:moveTo>
                    <a:pt x="194310" y="152400"/>
                  </a:moveTo>
                  <a:lnTo>
                    <a:pt x="184150" y="152400"/>
                  </a:lnTo>
                  <a:lnTo>
                    <a:pt x="181609" y="154940"/>
                  </a:lnTo>
                  <a:lnTo>
                    <a:pt x="191769" y="154940"/>
                  </a:lnTo>
                  <a:lnTo>
                    <a:pt x="194310" y="152400"/>
                  </a:lnTo>
                  <a:close/>
                </a:path>
                <a:path w="336550" h="336550">
                  <a:moveTo>
                    <a:pt x="336549" y="0"/>
                  </a:moveTo>
                  <a:lnTo>
                    <a:pt x="185419" y="151130"/>
                  </a:lnTo>
                  <a:lnTo>
                    <a:pt x="195579" y="151130"/>
                  </a:lnTo>
                  <a:lnTo>
                    <a:pt x="336549" y="10160"/>
                  </a:lnTo>
                  <a:lnTo>
                    <a:pt x="336549" y="0"/>
                  </a:lnTo>
                  <a:close/>
                </a:path>
              </a:pathLst>
            </a:custGeom>
            <a:solidFill>
              <a:srgbClr val="DACF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1" name="object 1781"/>
            <p:cNvSpPr/>
            <p:nvPr/>
          </p:nvSpPr>
          <p:spPr>
            <a:xfrm>
              <a:off x="2887980" y="3063239"/>
              <a:ext cx="313690" cy="313690"/>
            </a:xfrm>
            <a:custGeom>
              <a:avLst/>
              <a:gdLst/>
              <a:ahLst/>
              <a:cxnLst/>
              <a:rect l="l" t="t" r="r" b="b"/>
              <a:pathLst>
                <a:path w="313689" h="313689">
                  <a:moveTo>
                    <a:pt x="1269" y="312419"/>
                  </a:moveTo>
                  <a:lnTo>
                    <a:pt x="0" y="313689"/>
                  </a:lnTo>
                  <a:lnTo>
                    <a:pt x="1269" y="313689"/>
                  </a:lnTo>
                  <a:lnTo>
                    <a:pt x="1269" y="312419"/>
                  </a:lnTo>
                  <a:close/>
                </a:path>
                <a:path w="313689" h="313689">
                  <a:moveTo>
                    <a:pt x="8889" y="307339"/>
                  </a:moveTo>
                  <a:lnTo>
                    <a:pt x="6350" y="307339"/>
                  </a:lnTo>
                  <a:lnTo>
                    <a:pt x="3809" y="309879"/>
                  </a:lnTo>
                  <a:lnTo>
                    <a:pt x="3809" y="311149"/>
                  </a:lnTo>
                  <a:lnTo>
                    <a:pt x="6349" y="311149"/>
                  </a:lnTo>
                  <a:lnTo>
                    <a:pt x="6349" y="308609"/>
                  </a:lnTo>
                  <a:lnTo>
                    <a:pt x="8889" y="308609"/>
                  </a:lnTo>
                  <a:lnTo>
                    <a:pt x="8889" y="307339"/>
                  </a:lnTo>
                  <a:close/>
                </a:path>
                <a:path w="313689" h="313689">
                  <a:moveTo>
                    <a:pt x="12699" y="304799"/>
                  </a:moveTo>
                  <a:lnTo>
                    <a:pt x="8889" y="304799"/>
                  </a:lnTo>
                  <a:lnTo>
                    <a:pt x="7619" y="306069"/>
                  </a:lnTo>
                  <a:lnTo>
                    <a:pt x="11429" y="306069"/>
                  </a:lnTo>
                  <a:lnTo>
                    <a:pt x="11429" y="307339"/>
                  </a:lnTo>
                  <a:lnTo>
                    <a:pt x="12699" y="307339"/>
                  </a:lnTo>
                  <a:lnTo>
                    <a:pt x="12699" y="304799"/>
                  </a:lnTo>
                  <a:close/>
                </a:path>
                <a:path w="313689" h="313689">
                  <a:moveTo>
                    <a:pt x="20319" y="300989"/>
                  </a:moveTo>
                  <a:lnTo>
                    <a:pt x="12700" y="300989"/>
                  </a:lnTo>
                  <a:lnTo>
                    <a:pt x="10159" y="303529"/>
                  </a:lnTo>
                  <a:lnTo>
                    <a:pt x="15239" y="303529"/>
                  </a:lnTo>
                  <a:lnTo>
                    <a:pt x="15239" y="304799"/>
                  </a:lnTo>
                  <a:lnTo>
                    <a:pt x="17779" y="304799"/>
                  </a:lnTo>
                  <a:lnTo>
                    <a:pt x="17779" y="302259"/>
                  </a:lnTo>
                  <a:lnTo>
                    <a:pt x="20319" y="302259"/>
                  </a:lnTo>
                  <a:lnTo>
                    <a:pt x="20319" y="300989"/>
                  </a:lnTo>
                  <a:close/>
                </a:path>
                <a:path w="313689" h="313689">
                  <a:moveTo>
                    <a:pt x="25399" y="298449"/>
                  </a:moveTo>
                  <a:lnTo>
                    <a:pt x="15239" y="298449"/>
                  </a:lnTo>
                  <a:lnTo>
                    <a:pt x="13969" y="299719"/>
                  </a:lnTo>
                  <a:lnTo>
                    <a:pt x="22859" y="299719"/>
                  </a:lnTo>
                  <a:lnTo>
                    <a:pt x="22859" y="300989"/>
                  </a:lnTo>
                  <a:lnTo>
                    <a:pt x="25399" y="298553"/>
                  </a:lnTo>
                  <a:close/>
                </a:path>
                <a:path w="313689" h="313689">
                  <a:moveTo>
                    <a:pt x="29323" y="294639"/>
                  </a:moveTo>
                  <a:lnTo>
                    <a:pt x="19050" y="294639"/>
                  </a:lnTo>
                  <a:lnTo>
                    <a:pt x="16509" y="297179"/>
                  </a:lnTo>
                  <a:lnTo>
                    <a:pt x="26669" y="297179"/>
                  </a:lnTo>
                  <a:lnTo>
                    <a:pt x="29323" y="294639"/>
                  </a:lnTo>
                  <a:close/>
                </a:path>
                <a:path w="313689" h="313689">
                  <a:moveTo>
                    <a:pt x="31869" y="292099"/>
                  </a:moveTo>
                  <a:lnTo>
                    <a:pt x="21589" y="292099"/>
                  </a:lnTo>
                  <a:lnTo>
                    <a:pt x="20319" y="293369"/>
                  </a:lnTo>
                  <a:lnTo>
                    <a:pt x="30596" y="293369"/>
                  </a:lnTo>
                  <a:lnTo>
                    <a:pt x="31869" y="292099"/>
                  </a:lnTo>
                  <a:close/>
                </a:path>
                <a:path w="313689" h="313689">
                  <a:moveTo>
                    <a:pt x="35689" y="288289"/>
                  </a:moveTo>
                  <a:lnTo>
                    <a:pt x="25400" y="288289"/>
                  </a:lnTo>
                  <a:lnTo>
                    <a:pt x="22859" y="290829"/>
                  </a:lnTo>
                  <a:lnTo>
                    <a:pt x="33142" y="290829"/>
                  </a:lnTo>
                  <a:lnTo>
                    <a:pt x="35689" y="288289"/>
                  </a:lnTo>
                  <a:close/>
                </a:path>
                <a:path w="313689" h="313689">
                  <a:moveTo>
                    <a:pt x="38235" y="285749"/>
                  </a:moveTo>
                  <a:lnTo>
                    <a:pt x="27939" y="285749"/>
                  </a:lnTo>
                  <a:lnTo>
                    <a:pt x="26669" y="287019"/>
                  </a:lnTo>
                  <a:lnTo>
                    <a:pt x="36962" y="287019"/>
                  </a:lnTo>
                  <a:lnTo>
                    <a:pt x="38235" y="285749"/>
                  </a:lnTo>
                  <a:close/>
                </a:path>
                <a:path w="313689" h="313689">
                  <a:moveTo>
                    <a:pt x="42054" y="281939"/>
                  </a:moveTo>
                  <a:lnTo>
                    <a:pt x="31750" y="281939"/>
                  </a:lnTo>
                  <a:lnTo>
                    <a:pt x="29209" y="284479"/>
                  </a:lnTo>
                  <a:lnTo>
                    <a:pt x="39508" y="284479"/>
                  </a:lnTo>
                  <a:lnTo>
                    <a:pt x="42054" y="281939"/>
                  </a:lnTo>
                  <a:close/>
                </a:path>
                <a:path w="313689" h="313689">
                  <a:moveTo>
                    <a:pt x="44601" y="279399"/>
                  </a:moveTo>
                  <a:lnTo>
                    <a:pt x="34289" y="279399"/>
                  </a:lnTo>
                  <a:lnTo>
                    <a:pt x="33019" y="280669"/>
                  </a:lnTo>
                  <a:lnTo>
                    <a:pt x="43328" y="280669"/>
                  </a:lnTo>
                  <a:lnTo>
                    <a:pt x="44601" y="279399"/>
                  </a:lnTo>
                  <a:close/>
                </a:path>
                <a:path w="313689" h="313689">
                  <a:moveTo>
                    <a:pt x="48420" y="275589"/>
                  </a:moveTo>
                  <a:lnTo>
                    <a:pt x="38100" y="275589"/>
                  </a:lnTo>
                  <a:lnTo>
                    <a:pt x="35559" y="278129"/>
                  </a:lnTo>
                  <a:lnTo>
                    <a:pt x="45874" y="278129"/>
                  </a:lnTo>
                  <a:lnTo>
                    <a:pt x="48420" y="275589"/>
                  </a:lnTo>
                  <a:close/>
                </a:path>
                <a:path w="313689" h="313689">
                  <a:moveTo>
                    <a:pt x="50967" y="273049"/>
                  </a:moveTo>
                  <a:lnTo>
                    <a:pt x="40639" y="273049"/>
                  </a:lnTo>
                  <a:lnTo>
                    <a:pt x="39369" y="274319"/>
                  </a:lnTo>
                  <a:lnTo>
                    <a:pt x="49693" y="274319"/>
                  </a:lnTo>
                  <a:lnTo>
                    <a:pt x="50967" y="273049"/>
                  </a:lnTo>
                  <a:close/>
                </a:path>
                <a:path w="313689" h="313689">
                  <a:moveTo>
                    <a:pt x="54786" y="269239"/>
                  </a:moveTo>
                  <a:lnTo>
                    <a:pt x="44450" y="269239"/>
                  </a:lnTo>
                  <a:lnTo>
                    <a:pt x="41909" y="271779"/>
                  </a:lnTo>
                  <a:lnTo>
                    <a:pt x="52240" y="271779"/>
                  </a:lnTo>
                  <a:lnTo>
                    <a:pt x="54786" y="269239"/>
                  </a:lnTo>
                  <a:close/>
                </a:path>
                <a:path w="313689" h="313689">
                  <a:moveTo>
                    <a:pt x="57332" y="266699"/>
                  </a:moveTo>
                  <a:lnTo>
                    <a:pt x="46989" y="266699"/>
                  </a:lnTo>
                  <a:lnTo>
                    <a:pt x="45719" y="267969"/>
                  </a:lnTo>
                  <a:lnTo>
                    <a:pt x="56059" y="267969"/>
                  </a:lnTo>
                  <a:lnTo>
                    <a:pt x="57332" y="266699"/>
                  </a:lnTo>
                  <a:close/>
                </a:path>
                <a:path w="313689" h="313689">
                  <a:moveTo>
                    <a:pt x="61152" y="262889"/>
                  </a:moveTo>
                  <a:lnTo>
                    <a:pt x="50800" y="262889"/>
                  </a:lnTo>
                  <a:lnTo>
                    <a:pt x="48259" y="265429"/>
                  </a:lnTo>
                  <a:lnTo>
                    <a:pt x="58605" y="265429"/>
                  </a:lnTo>
                  <a:lnTo>
                    <a:pt x="61152" y="262889"/>
                  </a:lnTo>
                  <a:close/>
                </a:path>
                <a:path w="313689" h="313689">
                  <a:moveTo>
                    <a:pt x="63698" y="260349"/>
                  </a:moveTo>
                  <a:lnTo>
                    <a:pt x="53339" y="260349"/>
                  </a:lnTo>
                  <a:lnTo>
                    <a:pt x="52069" y="261619"/>
                  </a:lnTo>
                  <a:lnTo>
                    <a:pt x="62425" y="261619"/>
                  </a:lnTo>
                  <a:lnTo>
                    <a:pt x="63698" y="260349"/>
                  </a:lnTo>
                  <a:close/>
                </a:path>
                <a:path w="313689" h="313689">
                  <a:moveTo>
                    <a:pt x="67517" y="256539"/>
                  </a:moveTo>
                  <a:lnTo>
                    <a:pt x="57150" y="256539"/>
                  </a:lnTo>
                  <a:lnTo>
                    <a:pt x="54609" y="259079"/>
                  </a:lnTo>
                  <a:lnTo>
                    <a:pt x="64971" y="259079"/>
                  </a:lnTo>
                  <a:lnTo>
                    <a:pt x="67517" y="256539"/>
                  </a:lnTo>
                  <a:close/>
                </a:path>
                <a:path w="313689" h="313689">
                  <a:moveTo>
                    <a:pt x="70064" y="253999"/>
                  </a:moveTo>
                  <a:lnTo>
                    <a:pt x="59689" y="253999"/>
                  </a:lnTo>
                  <a:lnTo>
                    <a:pt x="58419" y="255269"/>
                  </a:lnTo>
                  <a:lnTo>
                    <a:pt x="68791" y="255269"/>
                  </a:lnTo>
                  <a:lnTo>
                    <a:pt x="70064" y="253999"/>
                  </a:lnTo>
                  <a:close/>
                </a:path>
                <a:path w="313689" h="313689">
                  <a:moveTo>
                    <a:pt x="73883" y="250189"/>
                  </a:moveTo>
                  <a:lnTo>
                    <a:pt x="63500" y="250189"/>
                  </a:lnTo>
                  <a:lnTo>
                    <a:pt x="60959" y="252729"/>
                  </a:lnTo>
                  <a:lnTo>
                    <a:pt x="71337" y="252729"/>
                  </a:lnTo>
                  <a:lnTo>
                    <a:pt x="73883" y="250189"/>
                  </a:lnTo>
                  <a:close/>
                </a:path>
                <a:path w="313689" h="313689">
                  <a:moveTo>
                    <a:pt x="76430" y="247649"/>
                  </a:moveTo>
                  <a:lnTo>
                    <a:pt x="66039" y="247649"/>
                  </a:lnTo>
                  <a:lnTo>
                    <a:pt x="64769" y="248919"/>
                  </a:lnTo>
                  <a:lnTo>
                    <a:pt x="75156" y="248919"/>
                  </a:lnTo>
                  <a:lnTo>
                    <a:pt x="76430" y="247649"/>
                  </a:lnTo>
                  <a:close/>
                </a:path>
                <a:path w="313689" h="313689">
                  <a:moveTo>
                    <a:pt x="80249" y="243839"/>
                  </a:moveTo>
                  <a:lnTo>
                    <a:pt x="69850" y="243839"/>
                  </a:lnTo>
                  <a:lnTo>
                    <a:pt x="67309" y="246379"/>
                  </a:lnTo>
                  <a:lnTo>
                    <a:pt x="77703" y="246379"/>
                  </a:lnTo>
                  <a:lnTo>
                    <a:pt x="80249" y="243839"/>
                  </a:lnTo>
                  <a:close/>
                </a:path>
                <a:path w="313689" h="313689">
                  <a:moveTo>
                    <a:pt x="82795" y="241299"/>
                  </a:moveTo>
                  <a:lnTo>
                    <a:pt x="72389" y="241299"/>
                  </a:lnTo>
                  <a:lnTo>
                    <a:pt x="71119" y="242569"/>
                  </a:lnTo>
                  <a:lnTo>
                    <a:pt x="81522" y="242569"/>
                  </a:lnTo>
                  <a:lnTo>
                    <a:pt x="82795" y="241299"/>
                  </a:lnTo>
                  <a:close/>
                </a:path>
                <a:path w="313689" h="313689">
                  <a:moveTo>
                    <a:pt x="86615" y="237489"/>
                  </a:moveTo>
                  <a:lnTo>
                    <a:pt x="76200" y="237489"/>
                  </a:lnTo>
                  <a:lnTo>
                    <a:pt x="73659" y="240029"/>
                  </a:lnTo>
                  <a:lnTo>
                    <a:pt x="84068" y="240029"/>
                  </a:lnTo>
                  <a:lnTo>
                    <a:pt x="86615" y="237489"/>
                  </a:lnTo>
                  <a:close/>
                </a:path>
                <a:path w="313689" h="313689">
                  <a:moveTo>
                    <a:pt x="89161" y="234949"/>
                  </a:moveTo>
                  <a:lnTo>
                    <a:pt x="78739" y="234949"/>
                  </a:lnTo>
                  <a:lnTo>
                    <a:pt x="77469" y="236219"/>
                  </a:lnTo>
                  <a:lnTo>
                    <a:pt x="87888" y="236219"/>
                  </a:lnTo>
                  <a:lnTo>
                    <a:pt x="89161" y="234949"/>
                  </a:lnTo>
                  <a:close/>
                </a:path>
                <a:path w="313689" h="313689">
                  <a:moveTo>
                    <a:pt x="92981" y="231139"/>
                  </a:moveTo>
                  <a:lnTo>
                    <a:pt x="82550" y="231139"/>
                  </a:lnTo>
                  <a:lnTo>
                    <a:pt x="80009" y="233679"/>
                  </a:lnTo>
                  <a:lnTo>
                    <a:pt x="90434" y="233679"/>
                  </a:lnTo>
                  <a:lnTo>
                    <a:pt x="92981" y="231139"/>
                  </a:lnTo>
                  <a:close/>
                </a:path>
                <a:path w="313689" h="313689">
                  <a:moveTo>
                    <a:pt x="95527" y="228599"/>
                  </a:moveTo>
                  <a:lnTo>
                    <a:pt x="85089" y="228599"/>
                  </a:lnTo>
                  <a:lnTo>
                    <a:pt x="83819" y="229869"/>
                  </a:lnTo>
                  <a:lnTo>
                    <a:pt x="94254" y="229869"/>
                  </a:lnTo>
                  <a:lnTo>
                    <a:pt x="95527" y="228599"/>
                  </a:lnTo>
                  <a:close/>
                </a:path>
                <a:path w="313689" h="313689">
                  <a:moveTo>
                    <a:pt x="99346" y="224789"/>
                  </a:moveTo>
                  <a:lnTo>
                    <a:pt x="88900" y="224789"/>
                  </a:lnTo>
                  <a:lnTo>
                    <a:pt x="86359" y="227329"/>
                  </a:lnTo>
                  <a:lnTo>
                    <a:pt x="96800" y="227329"/>
                  </a:lnTo>
                  <a:lnTo>
                    <a:pt x="99346" y="224789"/>
                  </a:lnTo>
                  <a:close/>
                </a:path>
                <a:path w="313689" h="313689">
                  <a:moveTo>
                    <a:pt x="101893" y="222249"/>
                  </a:moveTo>
                  <a:lnTo>
                    <a:pt x="91439" y="222249"/>
                  </a:lnTo>
                  <a:lnTo>
                    <a:pt x="90169" y="223519"/>
                  </a:lnTo>
                  <a:lnTo>
                    <a:pt x="100619" y="223519"/>
                  </a:lnTo>
                  <a:lnTo>
                    <a:pt x="101893" y="222249"/>
                  </a:lnTo>
                  <a:close/>
                </a:path>
                <a:path w="313689" h="313689">
                  <a:moveTo>
                    <a:pt x="105712" y="218439"/>
                  </a:moveTo>
                  <a:lnTo>
                    <a:pt x="95250" y="218439"/>
                  </a:lnTo>
                  <a:lnTo>
                    <a:pt x="92709" y="220979"/>
                  </a:lnTo>
                  <a:lnTo>
                    <a:pt x="103166" y="220979"/>
                  </a:lnTo>
                  <a:lnTo>
                    <a:pt x="105712" y="218439"/>
                  </a:lnTo>
                  <a:close/>
                </a:path>
                <a:path w="313689" h="313689">
                  <a:moveTo>
                    <a:pt x="108258" y="215899"/>
                  </a:moveTo>
                  <a:lnTo>
                    <a:pt x="97789" y="215899"/>
                  </a:lnTo>
                  <a:lnTo>
                    <a:pt x="96519" y="217169"/>
                  </a:lnTo>
                  <a:lnTo>
                    <a:pt x="106985" y="217169"/>
                  </a:lnTo>
                  <a:lnTo>
                    <a:pt x="108258" y="215899"/>
                  </a:lnTo>
                  <a:close/>
                </a:path>
                <a:path w="313689" h="313689">
                  <a:moveTo>
                    <a:pt x="112078" y="212089"/>
                  </a:moveTo>
                  <a:lnTo>
                    <a:pt x="101600" y="212089"/>
                  </a:lnTo>
                  <a:lnTo>
                    <a:pt x="99059" y="214629"/>
                  </a:lnTo>
                  <a:lnTo>
                    <a:pt x="109531" y="214629"/>
                  </a:lnTo>
                  <a:lnTo>
                    <a:pt x="112078" y="212089"/>
                  </a:lnTo>
                  <a:close/>
                </a:path>
                <a:path w="313689" h="313689">
                  <a:moveTo>
                    <a:pt x="114624" y="209549"/>
                  </a:moveTo>
                  <a:lnTo>
                    <a:pt x="104139" y="209549"/>
                  </a:lnTo>
                  <a:lnTo>
                    <a:pt x="102869" y="210819"/>
                  </a:lnTo>
                  <a:lnTo>
                    <a:pt x="113351" y="210819"/>
                  </a:lnTo>
                  <a:lnTo>
                    <a:pt x="114624" y="209549"/>
                  </a:lnTo>
                  <a:close/>
                </a:path>
                <a:path w="313689" h="313689">
                  <a:moveTo>
                    <a:pt x="118444" y="205739"/>
                  </a:moveTo>
                  <a:lnTo>
                    <a:pt x="107950" y="205739"/>
                  </a:lnTo>
                  <a:lnTo>
                    <a:pt x="105409" y="208279"/>
                  </a:lnTo>
                  <a:lnTo>
                    <a:pt x="115897" y="208279"/>
                  </a:lnTo>
                  <a:lnTo>
                    <a:pt x="118444" y="205739"/>
                  </a:lnTo>
                  <a:close/>
                </a:path>
                <a:path w="313689" h="313689">
                  <a:moveTo>
                    <a:pt x="120990" y="203199"/>
                  </a:moveTo>
                  <a:lnTo>
                    <a:pt x="110489" y="203199"/>
                  </a:lnTo>
                  <a:lnTo>
                    <a:pt x="109219" y="204469"/>
                  </a:lnTo>
                  <a:lnTo>
                    <a:pt x="119717" y="204469"/>
                  </a:lnTo>
                  <a:lnTo>
                    <a:pt x="120990" y="203199"/>
                  </a:lnTo>
                  <a:close/>
                </a:path>
                <a:path w="313689" h="313689">
                  <a:moveTo>
                    <a:pt x="124809" y="199389"/>
                  </a:moveTo>
                  <a:lnTo>
                    <a:pt x="114300" y="199389"/>
                  </a:lnTo>
                  <a:lnTo>
                    <a:pt x="111759" y="201929"/>
                  </a:lnTo>
                  <a:lnTo>
                    <a:pt x="122263" y="201929"/>
                  </a:lnTo>
                  <a:lnTo>
                    <a:pt x="124809" y="199389"/>
                  </a:lnTo>
                  <a:close/>
                </a:path>
                <a:path w="313689" h="313689">
                  <a:moveTo>
                    <a:pt x="127356" y="196849"/>
                  </a:moveTo>
                  <a:lnTo>
                    <a:pt x="116839" y="196849"/>
                  </a:lnTo>
                  <a:lnTo>
                    <a:pt x="115569" y="198119"/>
                  </a:lnTo>
                  <a:lnTo>
                    <a:pt x="126082" y="198119"/>
                  </a:lnTo>
                  <a:lnTo>
                    <a:pt x="127356" y="196849"/>
                  </a:lnTo>
                  <a:close/>
                </a:path>
                <a:path w="313689" h="313689">
                  <a:moveTo>
                    <a:pt x="131175" y="193039"/>
                  </a:moveTo>
                  <a:lnTo>
                    <a:pt x="120650" y="193039"/>
                  </a:lnTo>
                  <a:lnTo>
                    <a:pt x="118109" y="195579"/>
                  </a:lnTo>
                  <a:lnTo>
                    <a:pt x="128629" y="195579"/>
                  </a:lnTo>
                  <a:lnTo>
                    <a:pt x="131175" y="193039"/>
                  </a:lnTo>
                  <a:close/>
                </a:path>
                <a:path w="313689" h="313689">
                  <a:moveTo>
                    <a:pt x="133721" y="190499"/>
                  </a:moveTo>
                  <a:lnTo>
                    <a:pt x="123189" y="190499"/>
                  </a:lnTo>
                  <a:lnTo>
                    <a:pt x="121919" y="191769"/>
                  </a:lnTo>
                  <a:lnTo>
                    <a:pt x="132448" y="191769"/>
                  </a:lnTo>
                  <a:lnTo>
                    <a:pt x="133721" y="190499"/>
                  </a:lnTo>
                  <a:close/>
                </a:path>
                <a:path w="313689" h="313689">
                  <a:moveTo>
                    <a:pt x="137541" y="186689"/>
                  </a:moveTo>
                  <a:lnTo>
                    <a:pt x="127000" y="186689"/>
                  </a:lnTo>
                  <a:lnTo>
                    <a:pt x="124459" y="189229"/>
                  </a:lnTo>
                  <a:lnTo>
                    <a:pt x="134995" y="189229"/>
                  </a:lnTo>
                  <a:lnTo>
                    <a:pt x="137541" y="186689"/>
                  </a:lnTo>
                  <a:close/>
                </a:path>
                <a:path w="313689" h="313689">
                  <a:moveTo>
                    <a:pt x="140087" y="184149"/>
                  </a:moveTo>
                  <a:lnTo>
                    <a:pt x="129539" y="184149"/>
                  </a:lnTo>
                  <a:lnTo>
                    <a:pt x="128269" y="185419"/>
                  </a:lnTo>
                  <a:lnTo>
                    <a:pt x="138814" y="185419"/>
                  </a:lnTo>
                  <a:lnTo>
                    <a:pt x="140087" y="184149"/>
                  </a:lnTo>
                  <a:close/>
                </a:path>
                <a:path w="313689" h="313689">
                  <a:moveTo>
                    <a:pt x="143907" y="180339"/>
                  </a:moveTo>
                  <a:lnTo>
                    <a:pt x="133350" y="180339"/>
                  </a:lnTo>
                  <a:lnTo>
                    <a:pt x="130809" y="182879"/>
                  </a:lnTo>
                  <a:lnTo>
                    <a:pt x="141360" y="182879"/>
                  </a:lnTo>
                  <a:lnTo>
                    <a:pt x="143907" y="180339"/>
                  </a:lnTo>
                  <a:close/>
                </a:path>
                <a:path w="313689" h="313689">
                  <a:moveTo>
                    <a:pt x="146453" y="177799"/>
                  </a:moveTo>
                  <a:lnTo>
                    <a:pt x="135889" y="177799"/>
                  </a:lnTo>
                  <a:lnTo>
                    <a:pt x="134619" y="179069"/>
                  </a:lnTo>
                  <a:lnTo>
                    <a:pt x="145180" y="179069"/>
                  </a:lnTo>
                  <a:lnTo>
                    <a:pt x="146453" y="177799"/>
                  </a:lnTo>
                  <a:close/>
                </a:path>
                <a:path w="313689" h="313689">
                  <a:moveTo>
                    <a:pt x="150272" y="173989"/>
                  </a:moveTo>
                  <a:lnTo>
                    <a:pt x="139700" y="173989"/>
                  </a:lnTo>
                  <a:lnTo>
                    <a:pt x="137159" y="176529"/>
                  </a:lnTo>
                  <a:lnTo>
                    <a:pt x="147726" y="176529"/>
                  </a:lnTo>
                  <a:lnTo>
                    <a:pt x="150272" y="173989"/>
                  </a:lnTo>
                  <a:close/>
                </a:path>
                <a:path w="313689" h="313689">
                  <a:moveTo>
                    <a:pt x="152819" y="171449"/>
                  </a:moveTo>
                  <a:lnTo>
                    <a:pt x="142239" y="171449"/>
                  </a:lnTo>
                  <a:lnTo>
                    <a:pt x="140969" y="172719"/>
                  </a:lnTo>
                  <a:lnTo>
                    <a:pt x="151545" y="172719"/>
                  </a:lnTo>
                  <a:lnTo>
                    <a:pt x="152819" y="171449"/>
                  </a:lnTo>
                  <a:close/>
                </a:path>
                <a:path w="313689" h="313689">
                  <a:moveTo>
                    <a:pt x="156638" y="167639"/>
                  </a:moveTo>
                  <a:lnTo>
                    <a:pt x="146050" y="167639"/>
                  </a:lnTo>
                  <a:lnTo>
                    <a:pt x="143509" y="170179"/>
                  </a:lnTo>
                  <a:lnTo>
                    <a:pt x="154092" y="170179"/>
                  </a:lnTo>
                  <a:lnTo>
                    <a:pt x="156638" y="167639"/>
                  </a:lnTo>
                  <a:close/>
                </a:path>
                <a:path w="313689" h="313689">
                  <a:moveTo>
                    <a:pt x="159184" y="165099"/>
                  </a:moveTo>
                  <a:lnTo>
                    <a:pt x="148589" y="165099"/>
                  </a:lnTo>
                  <a:lnTo>
                    <a:pt x="147319" y="166369"/>
                  </a:lnTo>
                  <a:lnTo>
                    <a:pt x="157911" y="166369"/>
                  </a:lnTo>
                  <a:lnTo>
                    <a:pt x="159184" y="165099"/>
                  </a:lnTo>
                  <a:close/>
                </a:path>
                <a:path w="313689" h="313689">
                  <a:moveTo>
                    <a:pt x="163004" y="161289"/>
                  </a:moveTo>
                  <a:lnTo>
                    <a:pt x="152400" y="161289"/>
                  </a:lnTo>
                  <a:lnTo>
                    <a:pt x="149859" y="163829"/>
                  </a:lnTo>
                  <a:lnTo>
                    <a:pt x="160458" y="163829"/>
                  </a:lnTo>
                  <a:lnTo>
                    <a:pt x="163004" y="161289"/>
                  </a:lnTo>
                  <a:close/>
                </a:path>
                <a:path w="313689" h="313689">
                  <a:moveTo>
                    <a:pt x="165550" y="158749"/>
                  </a:moveTo>
                  <a:lnTo>
                    <a:pt x="154939" y="158749"/>
                  </a:lnTo>
                  <a:lnTo>
                    <a:pt x="153669" y="160019"/>
                  </a:lnTo>
                  <a:lnTo>
                    <a:pt x="164277" y="160019"/>
                  </a:lnTo>
                  <a:lnTo>
                    <a:pt x="165550" y="158749"/>
                  </a:lnTo>
                  <a:close/>
                </a:path>
                <a:path w="313689" h="313689">
                  <a:moveTo>
                    <a:pt x="169370" y="154939"/>
                  </a:moveTo>
                  <a:lnTo>
                    <a:pt x="158750" y="154939"/>
                  </a:lnTo>
                  <a:lnTo>
                    <a:pt x="156209" y="157479"/>
                  </a:lnTo>
                  <a:lnTo>
                    <a:pt x="166823" y="157479"/>
                  </a:lnTo>
                  <a:lnTo>
                    <a:pt x="169370" y="154939"/>
                  </a:lnTo>
                  <a:close/>
                </a:path>
                <a:path w="313689" h="313689">
                  <a:moveTo>
                    <a:pt x="171916" y="152399"/>
                  </a:moveTo>
                  <a:lnTo>
                    <a:pt x="161289" y="152399"/>
                  </a:lnTo>
                  <a:lnTo>
                    <a:pt x="160019" y="153669"/>
                  </a:lnTo>
                  <a:lnTo>
                    <a:pt x="170643" y="153669"/>
                  </a:lnTo>
                  <a:lnTo>
                    <a:pt x="171916" y="152399"/>
                  </a:lnTo>
                  <a:close/>
                </a:path>
                <a:path w="313689" h="313689">
                  <a:moveTo>
                    <a:pt x="175735" y="148589"/>
                  </a:moveTo>
                  <a:lnTo>
                    <a:pt x="165100" y="148589"/>
                  </a:lnTo>
                  <a:lnTo>
                    <a:pt x="162559" y="151129"/>
                  </a:lnTo>
                  <a:lnTo>
                    <a:pt x="173189" y="151129"/>
                  </a:lnTo>
                  <a:lnTo>
                    <a:pt x="175735" y="148589"/>
                  </a:lnTo>
                  <a:close/>
                </a:path>
                <a:path w="313689" h="313689">
                  <a:moveTo>
                    <a:pt x="178282" y="146049"/>
                  </a:moveTo>
                  <a:lnTo>
                    <a:pt x="167639" y="146049"/>
                  </a:lnTo>
                  <a:lnTo>
                    <a:pt x="166369" y="147319"/>
                  </a:lnTo>
                  <a:lnTo>
                    <a:pt x="177009" y="147319"/>
                  </a:lnTo>
                  <a:lnTo>
                    <a:pt x="178282" y="146049"/>
                  </a:lnTo>
                  <a:close/>
                </a:path>
                <a:path w="313689" h="313689">
                  <a:moveTo>
                    <a:pt x="182101" y="142239"/>
                  </a:moveTo>
                  <a:lnTo>
                    <a:pt x="171450" y="142239"/>
                  </a:lnTo>
                  <a:lnTo>
                    <a:pt x="168909" y="144779"/>
                  </a:lnTo>
                  <a:lnTo>
                    <a:pt x="179555" y="144779"/>
                  </a:lnTo>
                  <a:lnTo>
                    <a:pt x="182101" y="142239"/>
                  </a:lnTo>
                  <a:close/>
                </a:path>
                <a:path w="313689" h="313689">
                  <a:moveTo>
                    <a:pt x="313689" y="0"/>
                  </a:moveTo>
                  <a:lnTo>
                    <a:pt x="172719" y="140969"/>
                  </a:lnTo>
                  <a:lnTo>
                    <a:pt x="183374" y="140969"/>
                  </a:lnTo>
                  <a:lnTo>
                    <a:pt x="313689" y="10977"/>
                  </a:lnTo>
                  <a:lnTo>
                    <a:pt x="313689" y="0"/>
                  </a:lnTo>
                  <a:close/>
                </a:path>
              </a:pathLst>
            </a:custGeom>
            <a:solidFill>
              <a:srgbClr val="DAD0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2" name="object 1782"/>
            <p:cNvSpPr/>
            <p:nvPr/>
          </p:nvSpPr>
          <p:spPr>
            <a:xfrm>
              <a:off x="2910937" y="3074217"/>
              <a:ext cx="290830" cy="290195"/>
            </a:xfrm>
            <a:custGeom>
              <a:avLst/>
              <a:gdLst/>
              <a:ahLst/>
              <a:cxnLst/>
              <a:rect l="l" t="t" r="r" b="b"/>
              <a:pathLst>
                <a:path w="290830" h="290195">
                  <a:moveTo>
                    <a:pt x="2442" y="287576"/>
                  </a:moveTo>
                  <a:lnTo>
                    <a:pt x="0" y="290012"/>
                  </a:lnTo>
                  <a:lnTo>
                    <a:pt x="2442" y="290012"/>
                  </a:lnTo>
                  <a:lnTo>
                    <a:pt x="2442" y="287576"/>
                  </a:lnTo>
                  <a:close/>
                </a:path>
                <a:path w="290830" h="290195">
                  <a:moveTo>
                    <a:pt x="8792" y="283662"/>
                  </a:moveTo>
                  <a:lnTo>
                    <a:pt x="6365" y="283662"/>
                  </a:lnTo>
                  <a:lnTo>
                    <a:pt x="3712" y="286309"/>
                  </a:lnTo>
                  <a:lnTo>
                    <a:pt x="3712" y="287472"/>
                  </a:lnTo>
                  <a:lnTo>
                    <a:pt x="6252" y="287472"/>
                  </a:lnTo>
                  <a:lnTo>
                    <a:pt x="6252" y="284932"/>
                  </a:lnTo>
                  <a:lnTo>
                    <a:pt x="8792" y="284932"/>
                  </a:lnTo>
                  <a:lnTo>
                    <a:pt x="8792" y="283662"/>
                  </a:lnTo>
                  <a:close/>
                </a:path>
                <a:path w="290830" h="290195">
                  <a:moveTo>
                    <a:pt x="13872" y="281122"/>
                  </a:moveTo>
                  <a:lnTo>
                    <a:pt x="8912" y="281122"/>
                  </a:lnTo>
                  <a:lnTo>
                    <a:pt x="7638" y="282392"/>
                  </a:lnTo>
                  <a:lnTo>
                    <a:pt x="11332" y="282392"/>
                  </a:lnTo>
                  <a:lnTo>
                    <a:pt x="11332" y="283662"/>
                  </a:lnTo>
                  <a:lnTo>
                    <a:pt x="13872" y="283662"/>
                  </a:lnTo>
                  <a:lnTo>
                    <a:pt x="13872" y="281122"/>
                  </a:lnTo>
                  <a:close/>
                </a:path>
                <a:path w="290830" h="290195">
                  <a:moveTo>
                    <a:pt x="20222" y="277312"/>
                  </a:moveTo>
                  <a:lnTo>
                    <a:pt x="12731" y="277312"/>
                  </a:lnTo>
                  <a:lnTo>
                    <a:pt x="10185" y="279852"/>
                  </a:lnTo>
                  <a:lnTo>
                    <a:pt x="15142" y="279852"/>
                  </a:lnTo>
                  <a:lnTo>
                    <a:pt x="15142" y="281122"/>
                  </a:lnTo>
                  <a:lnTo>
                    <a:pt x="17682" y="281122"/>
                  </a:lnTo>
                  <a:lnTo>
                    <a:pt x="17682" y="278582"/>
                  </a:lnTo>
                  <a:lnTo>
                    <a:pt x="20222" y="278582"/>
                  </a:lnTo>
                  <a:lnTo>
                    <a:pt x="20222" y="277312"/>
                  </a:lnTo>
                  <a:close/>
                </a:path>
                <a:path w="290830" h="290195">
                  <a:moveTo>
                    <a:pt x="25302" y="274772"/>
                  </a:moveTo>
                  <a:lnTo>
                    <a:pt x="15277" y="274772"/>
                  </a:lnTo>
                  <a:lnTo>
                    <a:pt x="14004" y="276042"/>
                  </a:lnTo>
                  <a:lnTo>
                    <a:pt x="22762" y="276042"/>
                  </a:lnTo>
                  <a:lnTo>
                    <a:pt x="22762" y="277312"/>
                  </a:lnTo>
                  <a:lnTo>
                    <a:pt x="24032" y="277312"/>
                  </a:lnTo>
                  <a:lnTo>
                    <a:pt x="25302" y="276042"/>
                  </a:lnTo>
                  <a:lnTo>
                    <a:pt x="25302" y="274772"/>
                  </a:lnTo>
                  <a:close/>
                </a:path>
                <a:path w="290830" h="290195">
                  <a:moveTo>
                    <a:pt x="30382" y="270962"/>
                  </a:moveTo>
                  <a:lnTo>
                    <a:pt x="19097" y="270962"/>
                  </a:lnTo>
                  <a:lnTo>
                    <a:pt x="16550" y="273502"/>
                  </a:lnTo>
                  <a:lnTo>
                    <a:pt x="27842" y="273502"/>
                  </a:lnTo>
                  <a:lnTo>
                    <a:pt x="30382" y="270962"/>
                  </a:lnTo>
                  <a:close/>
                </a:path>
                <a:path w="290830" h="290195">
                  <a:moveTo>
                    <a:pt x="32922" y="268422"/>
                  </a:moveTo>
                  <a:lnTo>
                    <a:pt x="21643" y="268422"/>
                  </a:lnTo>
                  <a:lnTo>
                    <a:pt x="20370" y="269692"/>
                  </a:lnTo>
                  <a:lnTo>
                    <a:pt x="31652" y="269692"/>
                  </a:lnTo>
                  <a:lnTo>
                    <a:pt x="32922" y="268422"/>
                  </a:lnTo>
                  <a:close/>
                </a:path>
                <a:path w="290830" h="290195">
                  <a:moveTo>
                    <a:pt x="36732" y="264612"/>
                  </a:moveTo>
                  <a:lnTo>
                    <a:pt x="25463" y="264612"/>
                  </a:lnTo>
                  <a:lnTo>
                    <a:pt x="22916" y="267152"/>
                  </a:lnTo>
                  <a:lnTo>
                    <a:pt x="34192" y="267152"/>
                  </a:lnTo>
                  <a:lnTo>
                    <a:pt x="36732" y="264612"/>
                  </a:lnTo>
                  <a:close/>
                </a:path>
                <a:path w="290830" h="290195">
                  <a:moveTo>
                    <a:pt x="39272" y="262072"/>
                  </a:moveTo>
                  <a:lnTo>
                    <a:pt x="28009" y="262072"/>
                  </a:lnTo>
                  <a:lnTo>
                    <a:pt x="26736" y="263342"/>
                  </a:lnTo>
                  <a:lnTo>
                    <a:pt x="38002" y="263342"/>
                  </a:lnTo>
                  <a:lnTo>
                    <a:pt x="39272" y="262072"/>
                  </a:lnTo>
                  <a:close/>
                </a:path>
                <a:path w="290830" h="290195">
                  <a:moveTo>
                    <a:pt x="43082" y="258262"/>
                  </a:moveTo>
                  <a:lnTo>
                    <a:pt x="31828" y="258262"/>
                  </a:lnTo>
                  <a:lnTo>
                    <a:pt x="29282" y="260802"/>
                  </a:lnTo>
                  <a:lnTo>
                    <a:pt x="40542" y="260802"/>
                  </a:lnTo>
                  <a:lnTo>
                    <a:pt x="43082" y="258262"/>
                  </a:lnTo>
                  <a:close/>
                </a:path>
                <a:path w="290830" h="290195">
                  <a:moveTo>
                    <a:pt x="45622" y="255722"/>
                  </a:moveTo>
                  <a:lnTo>
                    <a:pt x="34375" y="255722"/>
                  </a:lnTo>
                  <a:lnTo>
                    <a:pt x="33101" y="256992"/>
                  </a:lnTo>
                  <a:lnTo>
                    <a:pt x="44352" y="256992"/>
                  </a:lnTo>
                  <a:lnTo>
                    <a:pt x="45622" y="255722"/>
                  </a:lnTo>
                  <a:close/>
                </a:path>
                <a:path w="290830" h="290195">
                  <a:moveTo>
                    <a:pt x="49432" y="251912"/>
                  </a:moveTo>
                  <a:lnTo>
                    <a:pt x="38194" y="251912"/>
                  </a:lnTo>
                  <a:lnTo>
                    <a:pt x="35648" y="254452"/>
                  </a:lnTo>
                  <a:lnTo>
                    <a:pt x="46892" y="254452"/>
                  </a:lnTo>
                  <a:lnTo>
                    <a:pt x="49432" y="251912"/>
                  </a:lnTo>
                  <a:close/>
                </a:path>
                <a:path w="290830" h="290195">
                  <a:moveTo>
                    <a:pt x="51972" y="249372"/>
                  </a:moveTo>
                  <a:lnTo>
                    <a:pt x="40740" y="249372"/>
                  </a:lnTo>
                  <a:lnTo>
                    <a:pt x="39467" y="250642"/>
                  </a:lnTo>
                  <a:lnTo>
                    <a:pt x="50702" y="250642"/>
                  </a:lnTo>
                  <a:lnTo>
                    <a:pt x="51972" y="249372"/>
                  </a:lnTo>
                  <a:close/>
                </a:path>
                <a:path w="290830" h="290195">
                  <a:moveTo>
                    <a:pt x="55782" y="245562"/>
                  </a:moveTo>
                  <a:lnTo>
                    <a:pt x="44560" y="245562"/>
                  </a:lnTo>
                  <a:lnTo>
                    <a:pt x="42013" y="248102"/>
                  </a:lnTo>
                  <a:lnTo>
                    <a:pt x="53242" y="248102"/>
                  </a:lnTo>
                  <a:lnTo>
                    <a:pt x="55782" y="245562"/>
                  </a:lnTo>
                  <a:close/>
                </a:path>
                <a:path w="290830" h="290195">
                  <a:moveTo>
                    <a:pt x="58322" y="243022"/>
                  </a:moveTo>
                  <a:lnTo>
                    <a:pt x="47106" y="243022"/>
                  </a:lnTo>
                  <a:lnTo>
                    <a:pt x="45833" y="244292"/>
                  </a:lnTo>
                  <a:lnTo>
                    <a:pt x="57052" y="244292"/>
                  </a:lnTo>
                  <a:lnTo>
                    <a:pt x="58322" y="243022"/>
                  </a:lnTo>
                  <a:close/>
                </a:path>
                <a:path w="290830" h="290195">
                  <a:moveTo>
                    <a:pt x="62132" y="239212"/>
                  </a:moveTo>
                  <a:lnTo>
                    <a:pt x="50926" y="239212"/>
                  </a:lnTo>
                  <a:lnTo>
                    <a:pt x="48379" y="241752"/>
                  </a:lnTo>
                  <a:lnTo>
                    <a:pt x="59592" y="241752"/>
                  </a:lnTo>
                  <a:lnTo>
                    <a:pt x="62132" y="239212"/>
                  </a:lnTo>
                  <a:close/>
                </a:path>
                <a:path w="290830" h="290195">
                  <a:moveTo>
                    <a:pt x="64672" y="236672"/>
                  </a:moveTo>
                  <a:lnTo>
                    <a:pt x="53472" y="236672"/>
                  </a:lnTo>
                  <a:lnTo>
                    <a:pt x="52199" y="237942"/>
                  </a:lnTo>
                  <a:lnTo>
                    <a:pt x="63402" y="237942"/>
                  </a:lnTo>
                  <a:lnTo>
                    <a:pt x="64672" y="236672"/>
                  </a:lnTo>
                  <a:close/>
                </a:path>
                <a:path w="290830" h="290195">
                  <a:moveTo>
                    <a:pt x="68482" y="232862"/>
                  </a:moveTo>
                  <a:lnTo>
                    <a:pt x="57291" y="232862"/>
                  </a:lnTo>
                  <a:lnTo>
                    <a:pt x="54745" y="235402"/>
                  </a:lnTo>
                  <a:lnTo>
                    <a:pt x="65942" y="235402"/>
                  </a:lnTo>
                  <a:lnTo>
                    <a:pt x="68482" y="232862"/>
                  </a:lnTo>
                  <a:close/>
                </a:path>
                <a:path w="290830" h="290195">
                  <a:moveTo>
                    <a:pt x="71022" y="230322"/>
                  </a:moveTo>
                  <a:lnTo>
                    <a:pt x="59838" y="230322"/>
                  </a:lnTo>
                  <a:lnTo>
                    <a:pt x="58564" y="231592"/>
                  </a:lnTo>
                  <a:lnTo>
                    <a:pt x="69752" y="231592"/>
                  </a:lnTo>
                  <a:lnTo>
                    <a:pt x="71022" y="230322"/>
                  </a:lnTo>
                  <a:close/>
                </a:path>
                <a:path w="290830" h="290195">
                  <a:moveTo>
                    <a:pt x="74832" y="226512"/>
                  </a:moveTo>
                  <a:lnTo>
                    <a:pt x="63657" y="226512"/>
                  </a:lnTo>
                  <a:lnTo>
                    <a:pt x="61111" y="229052"/>
                  </a:lnTo>
                  <a:lnTo>
                    <a:pt x="72292" y="229052"/>
                  </a:lnTo>
                  <a:lnTo>
                    <a:pt x="74832" y="226512"/>
                  </a:lnTo>
                  <a:close/>
                </a:path>
                <a:path w="290830" h="290195">
                  <a:moveTo>
                    <a:pt x="77372" y="223972"/>
                  </a:moveTo>
                  <a:lnTo>
                    <a:pt x="66203" y="223972"/>
                  </a:lnTo>
                  <a:lnTo>
                    <a:pt x="64930" y="225242"/>
                  </a:lnTo>
                  <a:lnTo>
                    <a:pt x="76102" y="225242"/>
                  </a:lnTo>
                  <a:lnTo>
                    <a:pt x="77372" y="223972"/>
                  </a:lnTo>
                  <a:close/>
                </a:path>
                <a:path w="290830" h="290195">
                  <a:moveTo>
                    <a:pt x="81182" y="220162"/>
                  </a:moveTo>
                  <a:lnTo>
                    <a:pt x="70023" y="220162"/>
                  </a:lnTo>
                  <a:lnTo>
                    <a:pt x="67477" y="222702"/>
                  </a:lnTo>
                  <a:lnTo>
                    <a:pt x="78642" y="222702"/>
                  </a:lnTo>
                  <a:lnTo>
                    <a:pt x="81182" y="220162"/>
                  </a:lnTo>
                  <a:close/>
                </a:path>
                <a:path w="290830" h="290195">
                  <a:moveTo>
                    <a:pt x="83722" y="217622"/>
                  </a:moveTo>
                  <a:lnTo>
                    <a:pt x="72569" y="217622"/>
                  </a:lnTo>
                  <a:lnTo>
                    <a:pt x="71296" y="218892"/>
                  </a:lnTo>
                  <a:lnTo>
                    <a:pt x="82452" y="218892"/>
                  </a:lnTo>
                  <a:lnTo>
                    <a:pt x="83722" y="217622"/>
                  </a:lnTo>
                  <a:close/>
                </a:path>
                <a:path w="290830" h="290195">
                  <a:moveTo>
                    <a:pt x="87532" y="213812"/>
                  </a:moveTo>
                  <a:lnTo>
                    <a:pt x="76389" y="213812"/>
                  </a:lnTo>
                  <a:lnTo>
                    <a:pt x="73842" y="216352"/>
                  </a:lnTo>
                  <a:lnTo>
                    <a:pt x="84992" y="216352"/>
                  </a:lnTo>
                  <a:lnTo>
                    <a:pt x="87532" y="213812"/>
                  </a:lnTo>
                  <a:close/>
                </a:path>
                <a:path w="290830" h="290195">
                  <a:moveTo>
                    <a:pt x="90072" y="211272"/>
                  </a:moveTo>
                  <a:lnTo>
                    <a:pt x="78935" y="211272"/>
                  </a:lnTo>
                  <a:lnTo>
                    <a:pt x="77662" y="212542"/>
                  </a:lnTo>
                  <a:lnTo>
                    <a:pt x="88802" y="212542"/>
                  </a:lnTo>
                  <a:lnTo>
                    <a:pt x="90072" y="211272"/>
                  </a:lnTo>
                  <a:close/>
                </a:path>
                <a:path w="290830" h="290195">
                  <a:moveTo>
                    <a:pt x="93882" y="207462"/>
                  </a:moveTo>
                  <a:lnTo>
                    <a:pt x="82754" y="207462"/>
                  </a:lnTo>
                  <a:lnTo>
                    <a:pt x="80208" y="210002"/>
                  </a:lnTo>
                  <a:lnTo>
                    <a:pt x="91342" y="210002"/>
                  </a:lnTo>
                  <a:lnTo>
                    <a:pt x="93882" y="207462"/>
                  </a:lnTo>
                  <a:close/>
                </a:path>
                <a:path w="290830" h="290195">
                  <a:moveTo>
                    <a:pt x="96422" y="204922"/>
                  </a:moveTo>
                  <a:lnTo>
                    <a:pt x="85301" y="204922"/>
                  </a:lnTo>
                  <a:lnTo>
                    <a:pt x="84027" y="206192"/>
                  </a:lnTo>
                  <a:lnTo>
                    <a:pt x="95152" y="206192"/>
                  </a:lnTo>
                  <a:lnTo>
                    <a:pt x="96422" y="204922"/>
                  </a:lnTo>
                  <a:close/>
                </a:path>
                <a:path w="290830" h="290195">
                  <a:moveTo>
                    <a:pt x="100232" y="201112"/>
                  </a:moveTo>
                  <a:lnTo>
                    <a:pt x="89120" y="201112"/>
                  </a:lnTo>
                  <a:lnTo>
                    <a:pt x="86574" y="203652"/>
                  </a:lnTo>
                  <a:lnTo>
                    <a:pt x="97692" y="203652"/>
                  </a:lnTo>
                  <a:lnTo>
                    <a:pt x="100232" y="201112"/>
                  </a:lnTo>
                  <a:close/>
                </a:path>
                <a:path w="290830" h="290195">
                  <a:moveTo>
                    <a:pt x="102772" y="198572"/>
                  </a:moveTo>
                  <a:lnTo>
                    <a:pt x="91666" y="198572"/>
                  </a:lnTo>
                  <a:lnTo>
                    <a:pt x="90393" y="199842"/>
                  </a:lnTo>
                  <a:lnTo>
                    <a:pt x="101502" y="199842"/>
                  </a:lnTo>
                  <a:lnTo>
                    <a:pt x="102772" y="198572"/>
                  </a:lnTo>
                  <a:close/>
                </a:path>
                <a:path w="290830" h="290195">
                  <a:moveTo>
                    <a:pt x="106582" y="194762"/>
                  </a:moveTo>
                  <a:lnTo>
                    <a:pt x="95486" y="194762"/>
                  </a:lnTo>
                  <a:lnTo>
                    <a:pt x="92940" y="197302"/>
                  </a:lnTo>
                  <a:lnTo>
                    <a:pt x="104042" y="197302"/>
                  </a:lnTo>
                  <a:lnTo>
                    <a:pt x="106582" y="194762"/>
                  </a:lnTo>
                  <a:close/>
                </a:path>
                <a:path w="290830" h="290195">
                  <a:moveTo>
                    <a:pt x="109122" y="192222"/>
                  </a:moveTo>
                  <a:lnTo>
                    <a:pt x="98032" y="192222"/>
                  </a:lnTo>
                  <a:lnTo>
                    <a:pt x="96759" y="193492"/>
                  </a:lnTo>
                  <a:lnTo>
                    <a:pt x="107852" y="193492"/>
                  </a:lnTo>
                  <a:lnTo>
                    <a:pt x="109122" y="192222"/>
                  </a:lnTo>
                  <a:close/>
                </a:path>
                <a:path w="290830" h="290195">
                  <a:moveTo>
                    <a:pt x="112932" y="188412"/>
                  </a:moveTo>
                  <a:lnTo>
                    <a:pt x="101852" y="188412"/>
                  </a:lnTo>
                  <a:lnTo>
                    <a:pt x="99305" y="190952"/>
                  </a:lnTo>
                  <a:lnTo>
                    <a:pt x="110392" y="190952"/>
                  </a:lnTo>
                  <a:lnTo>
                    <a:pt x="112932" y="188412"/>
                  </a:lnTo>
                  <a:close/>
                </a:path>
                <a:path w="290830" h="290195">
                  <a:moveTo>
                    <a:pt x="115472" y="185872"/>
                  </a:moveTo>
                  <a:lnTo>
                    <a:pt x="104398" y="185872"/>
                  </a:lnTo>
                  <a:lnTo>
                    <a:pt x="103125" y="187142"/>
                  </a:lnTo>
                  <a:lnTo>
                    <a:pt x="114202" y="187142"/>
                  </a:lnTo>
                  <a:lnTo>
                    <a:pt x="115472" y="185872"/>
                  </a:lnTo>
                  <a:close/>
                </a:path>
                <a:path w="290830" h="290195">
                  <a:moveTo>
                    <a:pt x="119282" y="182062"/>
                  </a:moveTo>
                  <a:lnTo>
                    <a:pt x="108217" y="182062"/>
                  </a:lnTo>
                  <a:lnTo>
                    <a:pt x="105671" y="184602"/>
                  </a:lnTo>
                  <a:lnTo>
                    <a:pt x="116742" y="184602"/>
                  </a:lnTo>
                  <a:lnTo>
                    <a:pt x="119282" y="182062"/>
                  </a:lnTo>
                  <a:close/>
                </a:path>
                <a:path w="290830" h="290195">
                  <a:moveTo>
                    <a:pt x="121822" y="179522"/>
                  </a:moveTo>
                  <a:lnTo>
                    <a:pt x="110764" y="179522"/>
                  </a:lnTo>
                  <a:lnTo>
                    <a:pt x="109491" y="180792"/>
                  </a:lnTo>
                  <a:lnTo>
                    <a:pt x="120552" y="180792"/>
                  </a:lnTo>
                  <a:lnTo>
                    <a:pt x="121822" y="179522"/>
                  </a:lnTo>
                  <a:close/>
                </a:path>
                <a:path w="290830" h="290195">
                  <a:moveTo>
                    <a:pt x="125632" y="175712"/>
                  </a:moveTo>
                  <a:lnTo>
                    <a:pt x="114583" y="175712"/>
                  </a:lnTo>
                  <a:lnTo>
                    <a:pt x="112037" y="178252"/>
                  </a:lnTo>
                  <a:lnTo>
                    <a:pt x="123092" y="178252"/>
                  </a:lnTo>
                  <a:lnTo>
                    <a:pt x="125632" y="175712"/>
                  </a:lnTo>
                  <a:close/>
                </a:path>
                <a:path w="290830" h="290195">
                  <a:moveTo>
                    <a:pt x="128172" y="173172"/>
                  </a:moveTo>
                  <a:lnTo>
                    <a:pt x="117129" y="173172"/>
                  </a:lnTo>
                  <a:lnTo>
                    <a:pt x="115856" y="174442"/>
                  </a:lnTo>
                  <a:lnTo>
                    <a:pt x="126902" y="174442"/>
                  </a:lnTo>
                  <a:lnTo>
                    <a:pt x="128172" y="173172"/>
                  </a:lnTo>
                  <a:close/>
                </a:path>
                <a:path w="290830" h="290195">
                  <a:moveTo>
                    <a:pt x="131982" y="169362"/>
                  </a:moveTo>
                  <a:lnTo>
                    <a:pt x="120949" y="169362"/>
                  </a:lnTo>
                  <a:lnTo>
                    <a:pt x="118403" y="171902"/>
                  </a:lnTo>
                  <a:lnTo>
                    <a:pt x="129442" y="171902"/>
                  </a:lnTo>
                  <a:lnTo>
                    <a:pt x="131982" y="169362"/>
                  </a:lnTo>
                  <a:close/>
                </a:path>
                <a:path w="290830" h="290195">
                  <a:moveTo>
                    <a:pt x="134522" y="166822"/>
                  </a:moveTo>
                  <a:lnTo>
                    <a:pt x="123495" y="166822"/>
                  </a:lnTo>
                  <a:lnTo>
                    <a:pt x="122222" y="168092"/>
                  </a:lnTo>
                  <a:lnTo>
                    <a:pt x="133252" y="168092"/>
                  </a:lnTo>
                  <a:lnTo>
                    <a:pt x="134522" y="166822"/>
                  </a:lnTo>
                  <a:close/>
                </a:path>
                <a:path w="290830" h="290195">
                  <a:moveTo>
                    <a:pt x="138332" y="163012"/>
                  </a:moveTo>
                  <a:lnTo>
                    <a:pt x="127315" y="163012"/>
                  </a:lnTo>
                  <a:lnTo>
                    <a:pt x="124768" y="165552"/>
                  </a:lnTo>
                  <a:lnTo>
                    <a:pt x="135792" y="165552"/>
                  </a:lnTo>
                  <a:lnTo>
                    <a:pt x="138332" y="163012"/>
                  </a:lnTo>
                  <a:close/>
                </a:path>
                <a:path w="290830" h="290195">
                  <a:moveTo>
                    <a:pt x="140872" y="160472"/>
                  </a:moveTo>
                  <a:lnTo>
                    <a:pt x="129861" y="160472"/>
                  </a:lnTo>
                  <a:lnTo>
                    <a:pt x="128588" y="161742"/>
                  </a:lnTo>
                  <a:lnTo>
                    <a:pt x="139602" y="161742"/>
                  </a:lnTo>
                  <a:lnTo>
                    <a:pt x="140872" y="160472"/>
                  </a:lnTo>
                  <a:close/>
                </a:path>
                <a:path w="290830" h="290195">
                  <a:moveTo>
                    <a:pt x="144682" y="156662"/>
                  </a:moveTo>
                  <a:lnTo>
                    <a:pt x="133680" y="156662"/>
                  </a:lnTo>
                  <a:lnTo>
                    <a:pt x="131134" y="159202"/>
                  </a:lnTo>
                  <a:lnTo>
                    <a:pt x="142142" y="159202"/>
                  </a:lnTo>
                  <a:lnTo>
                    <a:pt x="144682" y="156662"/>
                  </a:lnTo>
                  <a:close/>
                </a:path>
                <a:path w="290830" h="290195">
                  <a:moveTo>
                    <a:pt x="147222" y="154122"/>
                  </a:moveTo>
                  <a:lnTo>
                    <a:pt x="136227" y="154122"/>
                  </a:lnTo>
                  <a:lnTo>
                    <a:pt x="134954" y="155392"/>
                  </a:lnTo>
                  <a:lnTo>
                    <a:pt x="145952" y="155392"/>
                  </a:lnTo>
                  <a:lnTo>
                    <a:pt x="147222" y="154122"/>
                  </a:lnTo>
                  <a:close/>
                </a:path>
                <a:path w="290830" h="290195">
                  <a:moveTo>
                    <a:pt x="151032" y="150312"/>
                  </a:moveTo>
                  <a:lnTo>
                    <a:pt x="140046" y="150312"/>
                  </a:lnTo>
                  <a:lnTo>
                    <a:pt x="137500" y="152852"/>
                  </a:lnTo>
                  <a:lnTo>
                    <a:pt x="148492" y="152852"/>
                  </a:lnTo>
                  <a:lnTo>
                    <a:pt x="151032" y="150312"/>
                  </a:lnTo>
                  <a:close/>
                </a:path>
                <a:path w="290830" h="290195">
                  <a:moveTo>
                    <a:pt x="153572" y="147772"/>
                  </a:moveTo>
                  <a:lnTo>
                    <a:pt x="142592" y="147772"/>
                  </a:lnTo>
                  <a:lnTo>
                    <a:pt x="141319" y="149042"/>
                  </a:lnTo>
                  <a:lnTo>
                    <a:pt x="152302" y="149042"/>
                  </a:lnTo>
                  <a:lnTo>
                    <a:pt x="153572" y="147772"/>
                  </a:lnTo>
                  <a:close/>
                </a:path>
                <a:path w="290830" h="290195">
                  <a:moveTo>
                    <a:pt x="157382" y="143962"/>
                  </a:moveTo>
                  <a:lnTo>
                    <a:pt x="146412" y="143962"/>
                  </a:lnTo>
                  <a:lnTo>
                    <a:pt x="143866" y="146502"/>
                  </a:lnTo>
                  <a:lnTo>
                    <a:pt x="154842" y="146502"/>
                  </a:lnTo>
                  <a:lnTo>
                    <a:pt x="157382" y="143962"/>
                  </a:lnTo>
                  <a:close/>
                </a:path>
                <a:path w="290830" h="290195">
                  <a:moveTo>
                    <a:pt x="159922" y="141422"/>
                  </a:moveTo>
                  <a:lnTo>
                    <a:pt x="148958" y="141422"/>
                  </a:lnTo>
                  <a:lnTo>
                    <a:pt x="147685" y="142692"/>
                  </a:lnTo>
                  <a:lnTo>
                    <a:pt x="158652" y="142692"/>
                  </a:lnTo>
                  <a:lnTo>
                    <a:pt x="159922" y="141422"/>
                  </a:lnTo>
                  <a:close/>
                </a:path>
                <a:path w="290830" h="290195">
                  <a:moveTo>
                    <a:pt x="163732" y="137612"/>
                  </a:moveTo>
                  <a:lnTo>
                    <a:pt x="152778" y="137612"/>
                  </a:lnTo>
                  <a:lnTo>
                    <a:pt x="150231" y="140152"/>
                  </a:lnTo>
                  <a:lnTo>
                    <a:pt x="161192" y="140152"/>
                  </a:lnTo>
                  <a:lnTo>
                    <a:pt x="163732" y="137612"/>
                  </a:lnTo>
                  <a:close/>
                </a:path>
                <a:path w="290830" h="290195">
                  <a:moveTo>
                    <a:pt x="166272" y="135072"/>
                  </a:moveTo>
                  <a:lnTo>
                    <a:pt x="155324" y="135072"/>
                  </a:lnTo>
                  <a:lnTo>
                    <a:pt x="154051" y="136342"/>
                  </a:lnTo>
                  <a:lnTo>
                    <a:pt x="165002" y="136342"/>
                  </a:lnTo>
                  <a:lnTo>
                    <a:pt x="166272" y="135072"/>
                  </a:lnTo>
                  <a:close/>
                </a:path>
                <a:path w="290830" h="290195">
                  <a:moveTo>
                    <a:pt x="170082" y="131262"/>
                  </a:moveTo>
                  <a:lnTo>
                    <a:pt x="159143" y="131262"/>
                  </a:lnTo>
                  <a:lnTo>
                    <a:pt x="156597" y="133802"/>
                  </a:lnTo>
                  <a:lnTo>
                    <a:pt x="167542" y="133802"/>
                  </a:lnTo>
                  <a:lnTo>
                    <a:pt x="170082" y="131262"/>
                  </a:lnTo>
                  <a:close/>
                </a:path>
                <a:path w="290830" h="290195">
                  <a:moveTo>
                    <a:pt x="290732" y="0"/>
                  </a:moveTo>
                  <a:lnTo>
                    <a:pt x="160417" y="129992"/>
                  </a:lnTo>
                  <a:lnTo>
                    <a:pt x="171352" y="129992"/>
                  </a:lnTo>
                  <a:lnTo>
                    <a:pt x="290732" y="10612"/>
                  </a:lnTo>
                  <a:lnTo>
                    <a:pt x="290732" y="0"/>
                  </a:lnTo>
                  <a:close/>
                </a:path>
              </a:pathLst>
            </a:custGeom>
            <a:solidFill>
              <a:srgbClr val="DBD0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3" name="object 1783"/>
            <p:cNvSpPr/>
            <p:nvPr/>
          </p:nvSpPr>
          <p:spPr>
            <a:xfrm>
              <a:off x="2934969" y="3084829"/>
              <a:ext cx="266700" cy="266700"/>
            </a:xfrm>
            <a:custGeom>
              <a:avLst/>
              <a:gdLst/>
              <a:ahLst/>
              <a:cxnLst/>
              <a:rect l="l" t="t" r="r" b="b"/>
              <a:pathLst>
                <a:path w="266700" h="266700">
                  <a:moveTo>
                    <a:pt x="1269" y="265430"/>
                  </a:moveTo>
                  <a:lnTo>
                    <a:pt x="0" y="266700"/>
                  </a:lnTo>
                  <a:lnTo>
                    <a:pt x="1269" y="266700"/>
                  </a:lnTo>
                  <a:lnTo>
                    <a:pt x="1269" y="265430"/>
                  </a:lnTo>
                  <a:close/>
                </a:path>
                <a:path w="266700" h="266700">
                  <a:moveTo>
                    <a:pt x="5080" y="261620"/>
                  </a:moveTo>
                  <a:lnTo>
                    <a:pt x="3809" y="262890"/>
                  </a:lnTo>
                  <a:lnTo>
                    <a:pt x="3809" y="264160"/>
                  </a:lnTo>
                  <a:lnTo>
                    <a:pt x="5080" y="264160"/>
                  </a:lnTo>
                  <a:lnTo>
                    <a:pt x="5080" y="261620"/>
                  </a:lnTo>
                  <a:close/>
                </a:path>
                <a:path w="266700" h="266700">
                  <a:moveTo>
                    <a:pt x="7619" y="260350"/>
                  </a:moveTo>
                  <a:lnTo>
                    <a:pt x="6350" y="260350"/>
                  </a:lnTo>
                  <a:lnTo>
                    <a:pt x="5079" y="261620"/>
                  </a:lnTo>
                  <a:lnTo>
                    <a:pt x="7619" y="261620"/>
                  </a:lnTo>
                  <a:lnTo>
                    <a:pt x="7619" y="260350"/>
                  </a:lnTo>
                  <a:close/>
                </a:path>
                <a:path w="266700" h="266700">
                  <a:moveTo>
                    <a:pt x="12700" y="257810"/>
                  </a:moveTo>
                  <a:lnTo>
                    <a:pt x="8889" y="257810"/>
                  </a:lnTo>
                  <a:lnTo>
                    <a:pt x="7619" y="259080"/>
                  </a:lnTo>
                  <a:lnTo>
                    <a:pt x="10159" y="259080"/>
                  </a:lnTo>
                  <a:lnTo>
                    <a:pt x="10159" y="260350"/>
                  </a:lnTo>
                  <a:lnTo>
                    <a:pt x="12700" y="260350"/>
                  </a:lnTo>
                  <a:lnTo>
                    <a:pt x="12700" y="257810"/>
                  </a:lnTo>
                  <a:close/>
                </a:path>
                <a:path w="266700" h="266700">
                  <a:moveTo>
                    <a:pt x="19050" y="254000"/>
                  </a:moveTo>
                  <a:lnTo>
                    <a:pt x="12700" y="254000"/>
                  </a:lnTo>
                  <a:lnTo>
                    <a:pt x="10159" y="256540"/>
                  </a:lnTo>
                  <a:lnTo>
                    <a:pt x="15239" y="256540"/>
                  </a:lnTo>
                  <a:lnTo>
                    <a:pt x="15239" y="257810"/>
                  </a:lnTo>
                  <a:lnTo>
                    <a:pt x="17780" y="257810"/>
                  </a:lnTo>
                  <a:lnTo>
                    <a:pt x="17780" y="255270"/>
                  </a:lnTo>
                  <a:lnTo>
                    <a:pt x="19050" y="255270"/>
                  </a:lnTo>
                  <a:lnTo>
                    <a:pt x="19050" y="254000"/>
                  </a:lnTo>
                  <a:close/>
                </a:path>
                <a:path w="266700" h="266700">
                  <a:moveTo>
                    <a:pt x="24130" y="251460"/>
                  </a:moveTo>
                  <a:lnTo>
                    <a:pt x="15239" y="251460"/>
                  </a:lnTo>
                  <a:lnTo>
                    <a:pt x="13969" y="252730"/>
                  </a:lnTo>
                  <a:lnTo>
                    <a:pt x="21589" y="252730"/>
                  </a:lnTo>
                  <a:lnTo>
                    <a:pt x="21589" y="254000"/>
                  </a:lnTo>
                  <a:lnTo>
                    <a:pt x="24130" y="254000"/>
                  </a:lnTo>
                  <a:lnTo>
                    <a:pt x="24130" y="251460"/>
                  </a:lnTo>
                  <a:close/>
                </a:path>
                <a:path w="266700" h="266700">
                  <a:moveTo>
                    <a:pt x="30480" y="247650"/>
                  </a:moveTo>
                  <a:lnTo>
                    <a:pt x="19050" y="247650"/>
                  </a:lnTo>
                  <a:lnTo>
                    <a:pt x="16509" y="250190"/>
                  </a:lnTo>
                  <a:lnTo>
                    <a:pt x="26669" y="250190"/>
                  </a:lnTo>
                  <a:lnTo>
                    <a:pt x="26669" y="251460"/>
                  </a:lnTo>
                  <a:lnTo>
                    <a:pt x="30480" y="247650"/>
                  </a:lnTo>
                  <a:close/>
                </a:path>
                <a:path w="266700" h="266700">
                  <a:moveTo>
                    <a:pt x="33019" y="245110"/>
                  </a:moveTo>
                  <a:lnTo>
                    <a:pt x="21589" y="245110"/>
                  </a:lnTo>
                  <a:lnTo>
                    <a:pt x="20319" y="246380"/>
                  </a:lnTo>
                  <a:lnTo>
                    <a:pt x="31749" y="246380"/>
                  </a:lnTo>
                  <a:lnTo>
                    <a:pt x="33019" y="245110"/>
                  </a:lnTo>
                  <a:close/>
                </a:path>
                <a:path w="266700" h="266700">
                  <a:moveTo>
                    <a:pt x="36830" y="241300"/>
                  </a:moveTo>
                  <a:lnTo>
                    <a:pt x="25400" y="241300"/>
                  </a:lnTo>
                  <a:lnTo>
                    <a:pt x="22859" y="243840"/>
                  </a:lnTo>
                  <a:lnTo>
                    <a:pt x="34289" y="243840"/>
                  </a:lnTo>
                  <a:lnTo>
                    <a:pt x="36830" y="241300"/>
                  </a:lnTo>
                  <a:close/>
                </a:path>
                <a:path w="266700" h="266700">
                  <a:moveTo>
                    <a:pt x="39369" y="238760"/>
                  </a:moveTo>
                  <a:lnTo>
                    <a:pt x="27939" y="238760"/>
                  </a:lnTo>
                  <a:lnTo>
                    <a:pt x="26669" y="240030"/>
                  </a:lnTo>
                  <a:lnTo>
                    <a:pt x="38099" y="240030"/>
                  </a:lnTo>
                  <a:lnTo>
                    <a:pt x="39369" y="238760"/>
                  </a:lnTo>
                  <a:close/>
                </a:path>
                <a:path w="266700" h="266700">
                  <a:moveTo>
                    <a:pt x="43180" y="234950"/>
                  </a:moveTo>
                  <a:lnTo>
                    <a:pt x="31750" y="234950"/>
                  </a:lnTo>
                  <a:lnTo>
                    <a:pt x="29209" y="237490"/>
                  </a:lnTo>
                  <a:lnTo>
                    <a:pt x="40639" y="237490"/>
                  </a:lnTo>
                  <a:lnTo>
                    <a:pt x="43180" y="234950"/>
                  </a:lnTo>
                  <a:close/>
                </a:path>
                <a:path w="266700" h="266700">
                  <a:moveTo>
                    <a:pt x="45719" y="232410"/>
                  </a:moveTo>
                  <a:lnTo>
                    <a:pt x="34289" y="232410"/>
                  </a:lnTo>
                  <a:lnTo>
                    <a:pt x="33019" y="233680"/>
                  </a:lnTo>
                  <a:lnTo>
                    <a:pt x="44449" y="233680"/>
                  </a:lnTo>
                  <a:lnTo>
                    <a:pt x="45719" y="232410"/>
                  </a:lnTo>
                  <a:close/>
                </a:path>
                <a:path w="266700" h="266700">
                  <a:moveTo>
                    <a:pt x="49530" y="228600"/>
                  </a:moveTo>
                  <a:lnTo>
                    <a:pt x="38100" y="228600"/>
                  </a:lnTo>
                  <a:lnTo>
                    <a:pt x="35559" y="231140"/>
                  </a:lnTo>
                  <a:lnTo>
                    <a:pt x="46989" y="231140"/>
                  </a:lnTo>
                  <a:lnTo>
                    <a:pt x="49530" y="228600"/>
                  </a:lnTo>
                  <a:close/>
                </a:path>
                <a:path w="266700" h="266700">
                  <a:moveTo>
                    <a:pt x="52069" y="226060"/>
                  </a:moveTo>
                  <a:lnTo>
                    <a:pt x="40639" y="226060"/>
                  </a:lnTo>
                  <a:lnTo>
                    <a:pt x="39369" y="227330"/>
                  </a:lnTo>
                  <a:lnTo>
                    <a:pt x="50799" y="227330"/>
                  </a:lnTo>
                  <a:lnTo>
                    <a:pt x="52069" y="226060"/>
                  </a:lnTo>
                  <a:close/>
                </a:path>
                <a:path w="266700" h="266700">
                  <a:moveTo>
                    <a:pt x="55880" y="222250"/>
                  </a:moveTo>
                  <a:lnTo>
                    <a:pt x="44450" y="222250"/>
                  </a:lnTo>
                  <a:lnTo>
                    <a:pt x="41909" y="224790"/>
                  </a:lnTo>
                  <a:lnTo>
                    <a:pt x="53339" y="224790"/>
                  </a:lnTo>
                  <a:lnTo>
                    <a:pt x="55880" y="222250"/>
                  </a:lnTo>
                  <a:close/>
                </a:path>
                <a:path w="266700" h="266700">
                  <a:moveTo>
                    <a:pt x="58419" y="219710"/>
                  </a:moveTo>
                  <a:lnTo>
                    <a:pt x="46989" y="219710"/>
                  </a:lnTo>
                  <a:lnTo>
                    <a:pt x="45719" y="220980"/>
                  </a:lnTo>
                  <a:lnTo>
                    <a:pt x="57149" y="220980"/>
                  </a:lnTo>
                  <a:lnTo>
                    <a:pt x="58419" y="219710"/>
                  </a:lnTo>
                  <a:close/>
                </a:path>
                <a:path w="266700" h="266700">
                  <a:moveTo>
                    <a:pt x="62230" y="215900"/>
                  </a:moveTo>
                  <a:lnTo>
                    <a:pt x="50800" y="215900"/>
                  </a:lnTo>
                  <a:lnTo>
                    <a:pt x="48259" y="218440"/>
                  </a:lnTo>
                  <a:lnTo>
                    <a:pt x="59689" y="218440"/>
                  </a:lnTo>
                  <a:lnTo>
                    <a:pt x="62230" y="215900"/>
                  </a:lnTo>
                  <a:close/>
                </a:path>
                <a:path w="266700" h="266700">
                  <a:moveTo>
                    <a:pt x="64769" y="213360"/>
                  </a:moveTo>
                  <a:lnTo>
                    <a:pt x="53339" y="213360"/>
                  </a:lnTo>
                  <a:lnTo>
                    <a:pt x="52069" y="214630"/>
                  </a:lnTo>
                  <a:lnTo>
                    <a:pt x="63499" y="214630"/>
                  </a:lnTo>
                  <a:lnTo>
                    <a:pt x="64769" y="213360"/>
                  </a:lnTo>
                  <a:close/>
                </a:path>
                <a:path w="266700" h="266700">
                  <a:moveTo>
                    <a:pt x="68580" y="209550"/>
                  </a:moveTo>
                  <a:lnTo>
                    <a:pt x="57150" y="209550"/>
                  </a:lnTo>
                  <a:lnTo>
                    <a:pt x="54609" y="212090"/>
                  </a:lnTo>
                  <a:lnTo>
                    <a:pt x="66039" y="212090"/>
                  </a:lnTo>
                  <a:lnTo>
                    <a:pt x="68580" y="209550"/>
                  </a:lnTo>
                  <a:close/>
                </a:path>
                <a:path w="266700" h="266700">
                  <a:moveTo>
                    <a:pt x="71119" y="207010"/>
                  </a:moveTo>
                  <a:lnTo>
                    <a:pt x="59689" y="207010"/>
                  </a:lnTo>
                  <a:lnTo>
                    <a:pt x="58419" y="208280"/>
                  </a:lnTo>
                  <a:lnTo>
                    <a:pt x="69849" y="208280"/>
                  </a:lnTo>
                  <a:lnTo>
                    <a:pt x="71119" y="207010"/>
                  </a:lnTo>
                  <a:close/>
                </a:path>
                <a:path w="266700" h="266700">
                  <a:moveTo>
                    <a:pt x="74930" y="203200"/>
                  </a:moveTo>
                  <a:lnTo>
                    <a:pt x="63500" y="203200"/>
                  </a:lnTo>
                  <a:lnTo>
                    <a:pt x="60959" y="205740"/>
                  </a:lnTo>
                  <a:lnTo>
                    <a:pt x="72389" y="205740"/>
                  </a:lnTo>
                  <a:lnTo>
                    <a:pt x="74930" y="203200"/>
                  </a:lnTo>
                  <a:close/>
                </a:path>
                <a:path w="266700" h="266700">
                  <a:moveTo>
                    <a:pt x="77469" y="200660"/>
                  </a:moveTo>
                  <a:lnTo>
                    <a:pt x="66039" y="200660"/>
                  </a:lnTo>
                  <a:lnTo>
                    <a:pt x="64769" y="201930"/>
                  </a:lnTo>
                  <a:lnTo>
                    <a:pt x="76199" y="201930"/>
                  </a:lnTo>
                  <a:lnTo>
                    <a:pt x="77469" y="200660"/>
                  </a:lnTo>
                  <a:close/>
                </a:path>
                <a:path w="266700" h="266700">
                  <a:moveTo>
                    <a:pt x="81280" y="196850"/>
                  </a:moveTo>
                  <a:lnTo>
                    <a:pt x="69850" y="196850"/>
                  </a:lnTo>
                  <a:lnTo>
                    <a:pt x="67309" y="199390"/>
                  </a:lnTo>
                  <a:lnTo>
                    <a:pt x="78739" y="199390"/>
                  </a:lnTo>
                  <a:lnTo>
                    <a:pt x="81280" y="196850"/>
                  </a:lnTo>
                  <a:close/>
                </a:path>
                <a:path w="266700" h="266700">
                  <a:moveTo>
                    <a:pt x="83820" y="194310"/>
                  </a:moveTo>
                  <a:lnTo>
                    <a:pt x="72389" y="194310"/>
                  </a:lnTo>
                  <a:lnTo>
                    <a:pt x="71119" y="195580"/>
                  </a:lnTo>
                  <a:lnTo>
                    <a:pt x="82550" y="195580"/>
                  </a:lnTo>
                  <a:lnTo>
                    <a:pt x="83820" y="194310"/>
                  </a:lnTo>
                  <a:close/>
                </a:path>
                <a:path w="266700" h="266700">
                  <a:moveTo>
                    <a:pt x="87630" y="190500"/>
                  </a:moveTo>
                  <a:lnTo>
                    <a:pt x="76200" y="190500"/>
                  </a:lnTo>
                  <a:lnTo>
                    <a:pt x="73659" y="193040"/>
                  </a:lnTo>
                  <a:lnTo>
                    <a:pt x="85089" y="193040"/>
                  </a:lnTo>
                  <a:lnTo>
                    <a:pt x="87630" y="190500"/>
                  </a:lnTo>
                  <a:close/>
                </a:path>
                <a:path w="266700" h="266700">
                  <a:moveTo>
                    <a:pt x="90170" y="187960"/>
                  </a:moveTo>
                  <a:lnTo>
                    <a:pt x="78739" y="187960"/>
                  </a:lnTo>
                  <a:lnTo>
                    <a:pt x="77469" y="189230"/>
                  </a:lnTo>
                  <a:lnTo>
                    <a:pt x="88899" y="189230"/>
                  </a:lnTo>
                  <a:lnTo>
                    <a:pt x="90170" y="187960"/>
                  </a:lnTo>
                  <a:close/>
                </a:path>
                <a:path w="266700" h="266700">
                  <a:moveTo>
                    <a:pt x="93980" y="184150"/>
                  </a:moveTo>
                  <a:lnTo>
                    <a:pt x="82550" y="184150"/>
                  </a:lnTo>
                  <a:lnTo>
                    <a:pt x="80009" y="186690"/>
                  </a:lnTo>
                  <a:lnTo>
                    <a:pt x="91439" y="186690"/>
                  </a:lnTo>
                  <a:lnTo>
                    <a:pt x="93980" y="184150"/>
                  </a:lnTo>
                  <a:close/>
                </a:path>
                <a:path w="266700" h="266700">
                  <a:moveTo>
                    <a:pt x="96520" y="181610"/>
                  </a:moveTo>
                  <a:lnTo>
                    <a:pt x="85089" y="181610"/>
                  </a:lnTo>
                  <a:lnTo>
                    <a:pt x="83819" y="182880"/>
                  </a:lnTo>
                  <a:lnTo>
                    <a:pt x="95249" y="182880"/>
                  </a:lnTo>
                  <a:lnTo>
                    <a:pt x="96520" y="181610"/>
                  </a:lnTo>
                  <a:close/>
                </a:path>
                <a:path w="266700" h="266700">
                  <a:moveTo>
                    <a:pt x="100330" y="177800"/>
                  </a:moveTo>
                  <a:lnTo>
                    <a:pt x="88900" y="177800"/>
                  </a:lnTo>
                  <a:lnTo>
                    <a:pt x="86359" y="180340"/>
                  </a:lnTo>
                  <a:lnTo>
                    <a:pt x="97789" y="180340"/>
                  </a:lnTo>
                  <a:lnTo>
                    <a:pt x="100330" y="177800"/>
                  </a:lnTo>
                  <a:close/>
                </a:path>
                <a:path w="266700" h="266700">
                  <a:moveTo>
                    <a:pt x="102870" y="175260"/>
                  </a:moveTo>
                  <a:lnTo>
                    <a:pt x="91439" y="175260"/>
                  </a:lnTo>
                  <a:lnTo>
                    <a:pt x="90169" y="176530"/>
                  </a:lnTo>
                  <a:lnTo>
                    <a:pt x="101600" y="176530"/>
                  </a:lnTo>
                  <a:lnTo>
                    <a:pt x="102870" y="175260"/>
                  </a:lnTo>
                  <a:close/>
                </a:path>
                <a:path w="266700" h="266700">
                  <a:moveTo>
                    <a:pt x="106680" y="171450"/>
                  </a:moveTo>
                  <a:lnTo>
                    <a:pt x="95250" y="171450"/>
                  </a:lnTo>
                  <a:lnTo>
                    <a:pt x="92709" y="173990"/>
                  </a:lnTo>
                  <a:lnTo>
                    <a:pt x="104139" y="173990"/>
                  </a:lnTo>
                  <a:lnTo>
                    <a:pt x="106680" y="171450"/>
                  </a:lnTo>
                  <a:close/>
                </a:path>
                <a:path w="266700" h="266700">
                  <a:moveTo>
                    <a:pt x="109220" y="168910"/>
                  </a:moveTo>
                  <a:lnTo>
                    <a:pt x="97789" y="168910"/>
                  </a:lnTo>
                  <a:lnTo>
                    <a:pt x="96519" y="170180"/>
                  </a:lnTo>
                  <a:lnTo>
                    <a:pt x="107950" y="170180"/>
                  </a:lnTo>
                  <a:lnTo>
                    <a:pt x="109220" y="168910"/>
                  </a:lnTo>
                  <a:close/>
                </a:path>
                <a:path w="266700" h="266700">
                  <a:moveTo>
                    <a:pt x="113030" y="165100"/>
                  </a:moveTo>
                  <a:lnTo>
                    <a:pt x="101600" y="165100"/>
                  </a:lnTo>
                  <a:lnTo>
                    <a:pt x="99059" y="167640"/>
                  </a:lnTo>
                  <a:lnTo>
                    <a:pt x="110489" y="167640"/>
                  </a:lnTo>
                  <a:lnTo>
                    <a:pt x="113030" y="165100"/>
                  </a:lnTo>
                  <a:close/>
                </a:path>
                <a:path w="266700" h="266700">
                  <a:moveTo>
                    <a:pt x="115569" y="162560"/>
                  </a:moveTo>
                  <a:lnTo>
                    <a:pt x="104139" y="162560"/>
                  </a:lnTo>
                  <a:lnTo>
                    <a:pt x="102869" y="163830"/>
                  </a:lnTo>
                  <a:lnTo>
                    <a:pt x="114300" y="163830"/>
                  </a:lnTo>
                  <a:lnTo>
                    <a:pt x="115569" y="162560"/>
                  </a:lnTo>
                  <a:close/>
                </a:path>
                <a:path w="266700" h="266700">
                  <a:moveTo>
                    <a:pt x="119380" y="158750"/>
                  </a:moveTo>
                  <a:lnTo>
                    <a:pt x="107950" y="158750"/>
                  </a:lnTo>
                  <a:lnTo>
                    <a:pt x="105409" y="161290"/>
                  </a:lnTo>
                  <a:lnTo>
                    <a:pt x="116839" y="161290"/>
                  </a:lnTo>
                  <a:lnTo>
                    <a:pt x="119380" y="158750"/>
                  </a:lnTo>
                  <a:close/>
                </a:path>
                <a:path w="266700" h="266700">
                  <a:moveTo>
                    <a:pt x="121920" y="156210"/>
                  </a:moveTo>
                  <a:lnTo>
                    <a:pt x="110489" y="156210"/>
                  </a:lnTo>
                  <a:lnTo>
                    <a:pt x="109219" y="157480"/>
                  </a:lnTo>
                  <a:lnTo>
                    <a:pt x="120650" y="157480"/>
                  </a:lnTo>
                  <a:lnTo>
                    <a:pt x="121920" y="156210"/>
                  </a:lnTo>
                  <a:close/>
                </a:path>
                <a:path w="266700" h="266700">
                  <a:moveTo>
                    <a:pt x="125730" y="152400"/>
                  </a:moveTo>
                  <a:lnTo>
                    <a:pt x="114300" y="152400"/>
                  </a:lnTo>
                  <a:lnTo>
                    <a:pt x="111759" y="154940"/>
                  </a:lnTo>
                  <a:lnTo>
                    <a:pt x="123189" y="154940"/>
                  </a:lnTo>
                  <a:lnTo>
                    <a:pt x="125730" y="152400"/>
                  </a:lnTo>
                  <a:close/>
                </a:path>
                <a:path w="266700" h="266700">
                  <a:moveTo>
                    <a:pt x="128270" y="149860"/>
                  </a:moveTo>
                  <a:lnTo>
                    <a:pt x="116839" y="149860"/>
                  </a:lnTo>
                  <a:lnTo>
                    <a:pt x="115569" y="151130"/>
                  </a:lnTo>
                  <a:lnTo>
                    <a:pt x="127000" y="151130"/>
                  </a:lnTo>
                  <a:lnTo>
                    <a:pt x="128270" y="149860"/>
                  </a:lnTo>
                  <a:close/>
                </a:path>
                <a:path w="266700" h="266700">
                  <a:moveTo>
                    <a:pt x="132080" y="146050"/>
                  </a:moveTo>
                  <a:lnTo>
                    <a:pt x="120650" y="146050"/>
                  </a:lnTo>
                  <a:lnTo>
                    <a:pt x="118109" y="148590"/>
                  </a:lnTo>
                  <a:lnTo>
                    <a:pt x="129539" y="148590"/>
                  </a:lnTo>
                  <a:lnTo>
                    <a:pt x="132080" y="146050"/>
                  </a:lnTo>
                  <a:close/>
                </a:path>
                <a:path w="266700" h="266700">
                  <a:moveTo>
                    <a:pt x="134620" y="143510"/>
                  </a:moveTo>
                  <a:lnTo>
                    <a:pt x="123189" y="143510"/>
                  </a:lnTo>
                  <a:lnTo>
                    <a:pt x="121919" y="144780"/>
                  </a:lnTo>
                  <a:lnTo>
                    <a:pt x="133350" y="144780"/>
                  </a:lnTo>
                  <a:lnTo>
                    <a:pt x="134620" y="143510"/>
                  </a:lnTo>
                  <a:close/>
                </a:path>
                <a:path w="266700" h="266700">
                  <a:moveTo>
                    <a:pt x="138430" y="139700"/>
                  </a:moveTo>
                  <a:lnTo>
                    <a:pt x="127000" y="139700"/>
                  </a:lnTo>
                  <a:lnTo>
                    <a:pt x="124459" y="142240"/>
                  </a:lnTo>
                  <a:lnTo>
                    <a:pt x="135889" y="142240"/>
                  </a:lnTo>
                  <a:lnTo>
                    <a:pt x="138430" y="139700"/>
                  </a:lnTo>
                  <a:close/>
                </a:path>
                <a:path w="266700" h="266700">
                  <a:moveTo>
                    <a:pt x="140970" y="137160"/>
                  </a:moveTo>
                  <a:lnTo>
                    <a:pt x="129539" y="137160"/>
                  </a:lnTo>
                  <a:lnTo>
                    <a:pt x="128269" y="138430"/>
                  </a:lnTo>
                  <a:lnTo>
                    <a:pt x="139700" y="138430"/>
                  </a:lnTo>
                  <a:lnTo>
                    <a:pt x="140970" y="137160"/>
                  </a:lnTo>
                  <a:close/>
                </a:path>
                <a:path w="266700" h="266700">
                  <a:moveTo>
                    <a:pt x="144780" y="133350"/>
                  </a:moveTo>
                  <a:lnTo>
                    <a:pt x="133350" y="133350"/>
                  </a:lnTo>
                  <a:lnTo>
                    <a:pt x="130809" y="135890"/>
                  </a:lnTo>
                  <a:lnTo>
                    <a:pt x="142239" y="135890"/>
                  </a:lnTo>
                  <a:lnTo>
                    <a:pt x="144780" y="133350"/>
                  </a:lnTo>
                  <a:close/>
                </a:path>
                <a:path w="266700" h="266700">
                  <a:moveTo>
                    <a:pt x="147320" y="130810"/>
                  </a:moveTo>
                  <a:lnTo>
                    <a:pt x="135889" y="130810"/>
                  </a:lnTo>
                  <a:lnTo>
                    <a:pt x="134619" y="132080"/>
                  </a:lnTo>
                  <a:lnTo>
                    <a:pt x="146050" y="132080"/>
                  </a:lnTo>
                  <a:lnTo>
                    <a:pt x="147320" y="130810"/>
                  </a:lnTo>
                  <a:close/>
                </a:path>
                <a:path w="266700" h="266700">
                  <a:moveTo>
                    <a:pt x="151130" y="127000"/>
                  </a:moveTo>
                  <a:lnTo>
                    <a:pt x="139700" y="127000"/>
                  </a:lnTo>
                  <a:lnTo>
                    <a:pt x="137159" y="129540"/>
                  </a:lnTo>
                  <a:lnTo>
                    <a:pt x="148589" y="129540"/>
                  </a:lnTo>
                  <a:lnTo>
                    <a:pt x="151130" y="127000"/>
                  </a:lnTo>
                  <a:close/>
                </a:path>
                <a:path w="266700" h="266700">
                  <a:moveTo>
                    <a:pt x="153670" y="124460"/>
                  </a:moveTo>
                  <a:lnTo>
                    <a:pt x="142239" y="124460"/>
                  </a:lnTo>
                  <a:lnTo>
                    <a:pt x="140969" y="125730"/>
                  </a:lnTo>
                  <a:lnTo>
                    <a:pt x="152400" y="125730"/>
                  </a:lnTo>
                  <a:lnTo>
                    <a:pt x="153670" y="124460"/>
                  </a:lnTo>
                  <a:close/>
                </a:path>
                <a:path w="266700" h="266700">
                  <a:moveTo>
                    <a:pt x="157480" y="120650"/>
                  </a:moveTo>
                  <a:lnTo>
                    <a:pt x="146050" y="120650"/>
                  </a:lnTo>
                  <a:lnTo>
                    <a:pt x="143509" y="123190"/>
                  </a:lnTo>
                  <a:lnTo>
                    <a:pt x="154939" y="123190"/>
                  </a:lnTo>
                  <a:lnTo>
                    <a:pt x="157480" y="120650"/>
                  </a:lnTo>
                  <a:close/>
                </a:path>
                <a:path w="266700" h="266700">
                  <a:moveTo>
                    <a:pt x="266700" y="0"/>
                  </a:moveTo>
                  <a:lnTo>
                    <a:pt x="147319" y="119380"/>
                  </a:lnTo>
                  <a:lnTo>
                    <a:pt x="158750" y="119380"/>
                  </a:lnTo>
                  <a:lnTo>
                    <a:pt x="266700" y="11430"/>
                  </a:lnTo>
                  <a:lnTo>
                    <a:pt x="266700" y="0"/>
                  </a:lnTo>
                  <a:close/>
                </a:path>
              </a:pathLst>
            </a:custGeom>
            <a:solidFill>
              <a:srgbClr val="DBD1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84" name="object 1784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961639" y="3096260"/>
              <a:ext cx="240030" cy="240029"/>
            </a:xfrm>
            <a:prstGeom prst="rect">
              <a:avLst/>
            </a:prstGeom>
          </p:spPr>
        </p:pic>
        <p:sp>
          <p:nvSpPr>
            <p:cNvPr id="1785" name="object 1785"/>
            <p:cNvSpPr/>
            <p:nvPr/>
          </p:nvSpPr>
          <p:spPr>
            <a:xfrm>
              <a:off x="2860039" y="2710179"/>
              <a:ext cx="340360" cy="679450"/>
            </a:xfrm>
            <a:custGeom>
              <a:avLst/>
              <a:gdLst/>
              <a:ahLst/>
              <a:cxnLst/>
              <a:rect l="l" t="t" r="r" b="b"/>
              <a:pathLst>
                <a:path w="340360" h="679450">
                  <a:moveTo>
                    <a:pt x="340360" y="0"/>
                  </a:moveTo>
                  <a:lnTo>
                    <a:pt x="340360" y="492760"/>
                  </a:lnTo>
                  <a:lnTo>
                    <a:pt x="0" y="679450"/>
                  </a:lnTo>
                  <a:lnTo>
                    <a:pt x="0" y="190500"/>
                  </a:lnTo>
                  <a:lnTo>
                    <a:pt x="340360" y="0"/>
                  </a:lnTo>
                  <a:close/>
                </a:path>
              </a:pathLst>
            </a:custGeom>
            <a:ln w="646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6" name="object 1786"/>
            <p:cNvSpPr/>
            <p:nvPr/>
          </p:nvSpPr>
          <p:spPr>
            <a:xfrm>
              <a:off x="2678430" y="2816859"/>
              <a:ext cx="336550" cy="90170"/>
            </a:xfrm>
            <a:custGeom>
              <a:avLst/>
              <a:gdLst/>
              <a:ahLst/>
              <a:cxnLst/>
              <a:rect l="l" t="t" r="r" b="b"/>
              <a:pathLst>
                <a:path w="336550" h="90169">
                  <a:moveTo>
                    <a:pt x="184150" y="88900"/>
                  </a:moveTo>
                  <a:lnTo>
                    <a:pt x="171450" y="88900"/>
                  </a:lnTo>
                  <a:lnTo>
                    <a:pt x="171450" y="90170"/>
                  </a:lnTo>
                  <a:lnTo>
                    <a:pt x="184150" y="90170"/>
                  </a:lnTo>
                  <a:lnTo>
                    <a:pt x="184150" y="88900"/>
                  </a:lnTo>
                  <a:close/>
                </a:path>
                <a:path w="336550" h="90169">
                  <a:moveTo>
                    <a:pt x="194310" y="82550"/>
                  </a:moveTo>
                  <a:lnTo>
                    <a:pt x="154940" y="82550"/>
                  </a:lnTo>
                  <a:lnTo>
                    <a:pt x="154940" y="83820"/>
                  </a:lnTo>
                  <a:lnTo>
                    <a:pt x="161290" y="83820"/>
                  </a:lnTo>
                  <a:lnTo>
                    <a:pt x="161290" y="86360"/>
                  </a:lnTo>
                  <a:lnTo>
                    <a:pt x="165100" y="86360"/>
                  </a:lnTo>
                  <a:lnTo>
                    <a:pt x="165100" y="87630"/>
                  </a:lnTo>
                  <a:lnTo>
                    <a:pt x="165100" y="88900"/>
                  </a:lnTo>
                  <a:lnTo>
                    <a:pt x="168910" y="88900"/>
                  </a:lnTo>
                  <a:lnTo>
                    <a:pt x="168910" y="87630"/>
                  </a:lnTo>
                  <a:lnTo>
                    <a:pt x="186690" y="87630"/>
                  </a:lnTo>
                  <a:lnTo>
                    <a:pt x="186690" y="88900"/>
                  </a:lnTo>
                  <a:lnTo>
                    <a:pt x="187960" y="88900"/>
                  </a:lnTo>
                  <a:lnTo>
                    <a:pt x="187960" y="87630"/>
                  </a:lnTo>
                  <a:lnTo>
                    <a:pt x="187960" y="86360"/>
                  </a:lnTo>
                  <a:lnTo>
                    <a:pt x="190500" y="86360"/>
                  </a:lnTo>
                  <a:lnTo>
                    <a:pt x="190500" y="83820"/>
                  </a:lnTo>
                  <a:lnTo>
                    <a:pt x="194310" y="83820"/>
                  </a:lnTo>
                  <a:lnTo>
                    <a:pt x="194310" y="82550"/>
                  </a:lnTo>
                  <a:close/>
                </a:path>
                <a:path w="336550" h="90169">
                  <a:moveTo>
                    <a:pt x="205740" y="76200"/>
                  </a:moveTo>
                  <a:lnTo>
                    <a:pt x="138430" y="76200"/>
                  </a:lnTo>
                  <a:lnTo>
                    <a:pt x="138430" y="77470"/>
                  </a:lnTo>
                  <a:lnTo>
                    <a:pt x="144780" y="77470"/>
                  </a:lnTo>
                  <a:lnTo>
                    <a:pt x="144780" y="80010"/>
                  </a:lnTo>
                  <a:lnTo>
                    <a:pt x="148590" y="80010"/>
                  </a:lnTo>
                  <a:lnTo>
                    <a:pt x="148590" y="81280"/>
                  </a:lnTo>
                  <a:lnTo>
                    <a:pt x="148590" y="82550"/>
                  </a:lnTo>
                  <a:lnTo>
                    <a:pt x="151130" y="82550"/>
                  </a:lnTo>
                  <a:lnTo>
                    <a:pt x="151130" y="81280"/>
                  </a:lnTo>
                  <a:lnTo>
                    <a:pt x="196850" y="81280"/>
                  </a:lnTo>
                  <a:lnTo>
                    <a:pt x="196850" y="82550"/>
                  </a:lnTo>
                  <a:lnTo>
                    <a:pt x="199390" y="82550"/>
                  </a:lnTo>
                  <a:lnTo>
                    <a:pt x="199390" y="81280"/>
                  </a:lnTo>
                  <a:lnTo>
                    <a:pt x="199390" y="80010"/>
                  </a:lnTo>
                  <a:lnTo>
                    <a:pt x="201930" y="80010"/>
                  </a:lnTo>
                  <a:lnTo>
                    <a:pt x="201930" y="77470"/>
                  </a:lnTo>
                  <a:lnTo>
                    <a:pt x="205740" y="77470"/>
                  </a:lnTo>
                  <a:lnTo>
                    <a:pt x="205740" y="76200"/>
                  </a:lnTo>
                  <a:close/>
                </a:path>
                <a:path w="336550" h="90169">
                  <a:moveTo>
                    <a:pt x="217170" y="69850"/>
                  </a:moveTo>
                  <a:lnTo>
                    <a:pt x="121920" y="69850"/>
                  </a:lnTo>
                  <a:lnTo>
                    <a:pt x="121920" y="71120"/>
                  </a:lnTo>
                  <a:lnTo>
                    <a:pt x="128270" y="71120"/>
                  </a:lnTo>
                  <a:lnTo>
                    <a:pt x="128270" y="73660"/>
                  </a:lnTo>
                  <a:lnTo>
                    <a:pt x="130810" y="73660"/>
                  </a:lnTo>
                  <a:lnTo>
                    <a:pt x="130810" y="74930"/>
                  </a:lnTo>
                  <a:lnTo>
                    <a:pt x="130810" y="76200"/>
                  </a:lnTo>
                  <a:lnTo>
                    <a:pt x="133350" y="76200"/>
                  </a:lnTo>
                  <a:lnTo>
                    <a:pt x="133350" y="74930"/>
                  </a:lnTo>
                  <a:lnTo>
                    <a:pt x="208280" y="74930"/>
                  </a:lnTo>
                  <a:lnTo>
                    <a:pt x="208280" y="76200"/>
                  </a:lnTo>
                  <a:lnTo>
                    <a:pt x="209537" y="76200"/>
                  </a:lnTo>
                  <a:lnTo>
                    <a:pt x="209537" y="74930"/>
                  </a:lnTo>
                  <a:lnTo>
                    <a:pt x="209537" y="73660"/>
                  </a:lnTo>
                  <a:lnTo>
                    <a:pt x="212090" y="73660"/>
                  </a:lnTo>
                  <a:lnTo>
                    <a:pt x="212090" y="71120"/>
                  </a:lnTo>
                  <a:lnTo>
                    <a:pt x="217170" y="71120"/>
                  </a:lnTo>
                  <a:lnTo>
                    <a:pt x="217170" y="69850"/>
                  </a:lnTo>
                  <a:close/>
                </a:path>
                <a:path w="336550" h="90169">
                  <a:moveTo>
                    <a:pt x="227330" y="63500"/>
                  </a:moveTo>
                  <a:lnTo>
                    <a:pt x="106680" y="63500"/>
                  </a:lnTo>
                  <a:lnTo>
                    <a:pt x="106680" y="64770"/>
                  </a:lnTo>
                  <a:lnTo>
                    <a:pt x="113030" y="64770"/>
                  </a:lnTo>
                  <a:lnTo>
                    <a:pt x="113030" y="67310"/>
                  </a:lnTo>
                  <a:lnTo>
                    <a:pt x="115570" y="67310"/>
                  </a:lnTo>
                  <a:lnTo>
                    <a:pt x="115570" y="68580"/>
                  </a:lnTo>
                  <a:lnTo>
                    <a:pt x="115570" y="69850"/>
                  </a:lnTo>
                  <a:lnTo>
                    <a:pt x="119380" y="69850"/>
                  </a:lnTo>
                  <a:lnTo>
                    <a:pt x="119380" y="68580"/>
                  </a:lnTo>
                  <a:lnTo>
                    <a:pt x="218440" y="68580"/>
                  </a:lnTo>
                  <a:lnTo>
                    <a:pt x="218440" y="69850"/>
                  </a:lnTo>
                  <a:lnTo>
                    <a:pt x="220980" y="69850"/>
                  </a:lnTo>
                  <a:lnTo>
                    <a:pt x="220980" y="68580"/>
                  </a:lnTo>
                  <a:lnTo>
                    <a:pt x="220980" y="67310"/>
                  </a:lnTo>
                  <a:lnTo>
                    <a:pt x="223520" y="67310"/>
                  </a:lnTo>
                  <a:lnTo>
                    <a:pt x="223520" y="64770"/>
                  </a:lnTo>
                  <a:lnTo>
                    <a:pt x="227330" y="64770"/>
                  </a:lnTo>
                  <a:lnTo>
                    <a:pt x="227330" y="63500"/>
                  </a:lnTo>
                  <a:close/>
                </a:path>
                <a:path w="336550" h="90169">
                  <a:moveTo>
                    <a:pt x="238760" y="57150"/>
                  </a:moveTo>
                  <a:lnTo>
                    <a:pt x="92710" y="57150"/>
                  </a:lnTo>
                  <a:lnTo>
                    <a:pt x="92710" y="58420"/>
                  </a:lnTo>
                  <a:lnTo>
                    <a:pt x="96520" y="58420"/>
                  </a:lnTo>
                  <a:lnTo>
                    <a:pt x="96520" y="60960"/>
                  </a:lnTo>
                  <a:lnTo>
                    <a:pt x="100330" y="60960"/>
                  </a:lnTo>
                  <a:lnTo>
                    <a:pt x="100330" y="62230"/>
                  </a:lnTo>
                  <a:lnTo>
                    <a:pt x="100330" y="63500"/>
                  </a:lnTo>
                  <a:lnTo>
                    <a:pt x="104140" y="63500"/>
                  </a:lnTo>
                  <a:lnTo>
                    <a:pt x="104140" y="62230"/>
                  </a:lnTo>
                  <a:lnTo>
                    <a:pt x="229870" y="62230"/>
                  </a:lnTo>
                  <a:lnTo>
                    <a:pt x="229870" y="63500"/>
                  </a:lnTo>
                  <a:lnTo>
                    <a:pt x="232410" y="63500"/>
                  </a:lnTo>
                  <a:lnTo>
                    <a:pt x="232410" y="62230"/>
                  </a:lnTo>
                  <a:lnTo>
                    <a:pt x="232410" y="60960"/>
                  </a:lnTo>
                  <a:lnTo>
                    <a:pt x="233680" y="60960"/>
                  </a:lnTo>
                  <a:lnTo>
                    <a:pt x="233680" y="58420"/>
                  </a:lnTo>
                  <a:lnTo>
                    <a:pt x="238760" y="58420"/>
                  </a:lnTo>
                  <a:lnTo>
                    <a:pt x="238760" y="57150"/>
                  </a:lnTo>
                  <a:close/>
                </a:path>
                <a:path w="336550" h="90169">
                  <a:moveTo>
                    <a:pt x="248920" y="50800"/>
                  </a:moveTo>
                  <a:lnTo>
                    <a:pt x="80010" y="50800"/>
                  </a:lnTo>
                  <a:lnTo>
                    <a:pt x="80010" y="52070"/>
                  </a:lnTo>
                  <a:lnTo>
                    <a:pt x="85090" y="52070"/>
                  </a:lnTo>
                  <a:lnTo>
                    <a:pt x="85090" y="54610"/>
                  </a:lnTo>
                  <a:lnTo>
                    <a:pt x="87630" y="54610"/>
                  </a:lnTo>
                  <a:lnTo>
                    <a:pt x="87630" y="55880"/>
                  </a:lnTo>
                  <a:lnTo>
                    <a:pt x="87630" y="57150"/>
                  </a:lnTo>
                  <a:lnTo>
                    <a:pt x="90170" y="57150"/>
                  </a:lnTo>
                  <a:lnTo>
                    <a:pt x="90170" y="55880"/>
                  </a:lnTo>
                  <a:lnTo>
                    <a:pt x="241300" y="55880"/>
                  </a:lnTo>
                  <a:lnTo>
                    <a:pt x="241300" y="57150"/>
                  </a:lnTo>
                  <a:lnTo>
                    <a:pt x="242570" y="57150"/>
                  </a:lnTo>
                  <a:lnTo>
                    <a:pt x="242570" y="55880"/>
                  </a:lnTo>
                  <a:lnTo>
                    <a:pt x="242570" y="54610"/>
                  </a:lnTo>
                  <a:lnTo>
                    <a:pt x="245110" y="54610"/>
                  </a:lnTo>
                  <a:lnTo>
                    <a:pt x="245110" y="52070"/>
                  </a:lnTo>
                  <a:lnTo>
                    <a:pt x="248920" y="52070"/>
                  </a:lnTo>
                  <a:lnTo>
                    <a:pt x="248920" y="50800"/>
                  </a:lnTo>
                  <a:close/>
                </a:path>
                <a:path w="336550" h="90169">
                  <a:moveTo>
                    <a:pt x="260350" y="44450"/>
                  </a:moveTo>
                  <a:lnTo>
                    <a:pt x="66040" y="44450"/>
                  </a:lnTo>
                  <a:lnTo>
                    <a:pt x="66040" y="45720"/>
                  </a:lnTo>
                  <a:lnTo>
                    <a:pt x="72390" y="45720"/>
                  </a:lnTo>
                  <a:lnTo>
                    <a:pt x="72390" y="48260"/>
                  </a:lnTo>
                  <a:lnTo>
                    <a:pt x="74930" y="48260"/>
                  </a:lnTo>
                  <a:lnTo>
                    <a:pt x="74930" y="49530"/>
                  </a:lnTo>
                  <a:lnTo>
                    <a:pt x="74930" y="50800"/>
                  </a:lnTo>
                  <a:lnTo>
                    <a:pt x="77470" y="50800"/>
                  </a:lnTo>
                  <a:lnTo>
                    <a:pt x="77470" y="49530"/>
                  </a:lnTo>
                  <a:lnTo>
                    <a:pt x="251460" y="49530"/>
                  </a:lnTo>
                  <a:lnTo>
                    <a:pt x="251460" y="50800"/>
                  </a:lnTo>
                  <a:lnTo>
                    <a:pt x="254000" y="50800"/>
                  </a:lnTo>
                  <a:lnTo>
                    <a:pt x="254000" y="49530"/>
                  </a:lnTo>
                  <a:lnTo>
                    <a:pt x="254000" y="48260"/>
                  </a:lnTo>
                  <a:lnTo>
                    <a:pt x="256540" y="48260"/>
                  </a:lnTo>
                  <a:lnTo>
                    <a:pt x="256540" y="45720"/>
                  </a:lnTo>
                  <a:lnTo>
                    <a:pt x="260350" y="45720"/>
                  </a:lnTo>
                  <a:lnTo>
                    <a:pt x="260350" y="44450"/>
                  </a:lnTo>
                  <a:close/>
                </a:path>
                <a:path w="336550" h="90169">
                  <a:moveTo>
                    <a:pt x="271767" y="38100"/>
                  </a:moveTo>
                  <a:lnTo>
                    <a:pt x="54610" y="38100"/>
                  </a:lnTo>
                  <a:lnTo>
                    <a:pt x="54610" y="39370"/>
                  </a:lnTo>
                  <a:lnTo>
                    <a:pt x="59690" y="39370"/>
                  </a:lnTo>
                  <a:lnTo>
                    <a:pt x="59690" y="41910"/>
                  </a:lnTo>
                  <a:lnTo>
                    <a:pt x="62230" y="41910"/>
                  </a:lnTo>
                  <a:lnTo>
                    <a:pt x="62230" y="43180"/>
                  </a:lnTo>
                  <a:lnTo>
                    <a:pt x="62230" y="44450"/>
                  </a:lnTo>
                  <a:lnTo>
                    <a:pt x="64770" y="44450"/>
                  </a:lnTo>
                  <a:lnTo>
                    <a:pt x="64770" y="43180"/>
                  </a:lnTo>
                  <a:lnTo>
                    <a:pt x="262890" y="43180"/>
                  </a:lnTo>
                  <a:lnTo>
                    <a:pt x="262890" y="44450"/>
                  </a:lnTo>
                  <a:lnTo>
                    <a:pt x="265430" y="44450"/>
                  </a:lnTo>
                  <a:lnTo>
                    <a:pt x="265430" y="43180"/>
                  </a:lnTo>
                  <a:lnTo>
                    <a:pt x="265430" y="41910"/>
                  </a:lnTo>
                  <a:lnTo>
                    <a:pt x="266700" y="41910"/>
                  </a:lnTo>
                  <a:lnTo>
                    <a:pt x="266700" y="39370"/>
                  </a:lnTo>
                  <a:lnTo>
                    <a:pt x="271767" y="39370"/>
                  </a:lnTo>
                  <a:lnTo>
                    <a:pt x="271767" y="38100"/>
                  </a:lnTo>
                  <a:close/>
                </a:path>
                <a:path w="336550" h="90169">
                  <a:moveTo>
                    <a:pt x="281940" y="31750"/>
                  </a:moveTo>
                  <a:lnTo>
                    <a:pt x="43180" y="31750"/>
                  </a:lnTo>
                  <a:lnTo>
                    <a:pt x="43180" y="33020"/>
                  </a:lnTo>
                  <a:lnTo>
                    <a:pt x="48260" y="33020"/>
                  </a:lnTo>
                  <a:lnTo>
                    <a:pt x="48260" y="35560"/>
                  </a:lnTo>
                  <a:lnTo>
                    <a:pt x="50800" y="35560"/>
                  </a:lnTo>
                  <a:lnTo>
                    <a:pt x="50800" y="36830"/>
                  </a:lnTo>
                  <a:lnTo>
                    <a:pt x="50800" y="38100"/>
                  </a:lnTo>
                  <a:lnTo>
                    <a:pt x="53340" y="38100"/>
                  </a:lnTo>
                  <a:lnTo>
                    <a:pt x="53340" y="36830"/>
                  </a:lnTo>
                  <a:lnTo>
                    <a:pt x="273050" y="36830"/>
                  </a:lnTo>
                  <a:lnTo>
                    <a:pt x="273050" y="38100"/>
                  </a:lnTo>
                  <a:lnTo>
                    <a:pt x="275590" y="38100"/>
                  </a:lnTo>
                  <a:lnTo>
                    <a:pt x="275590" y="36830"/>
                  </a:lnTo>
                  <a:lnTo>
                    <a:pt x="275590" y="35560"/>
                  </a:lnTo>
                  <a:lnTo>
                    <a:pt x="278117" y="35560"/>
                  </a:lnTo>
                  <a:lnTo>
                    <a:pt x="278117" y="33020"/>
                  </a:lnTo>
                  <a:lnTo>
                    <a:pt x="281940" y="33020"/>
                  </a:lnTo>
                  <a:lnTo>
                    <a:pt x="281940" y="31750"/>
                  </a:lnTo>
                  <a:close/>
                </a:path>
                <a:path w="336550" h="90169">
                  <a:moveTo>
                    <a:pt x="293370" y="25400"/>
                  </a:moveTo>
                  <a:lnTo>
                    <a:pt x="34290" y="25400"/>
                  </a:lnTo>
                  <a:lnTo>
                    <a:pt x="34290" y="26670"/>
                  </a:lnTo>
                  <a:lnTo>
                    <a:pt x="36830" y="26670"/>
                  </a:lnTo>
                  <a:lnTo>
                    <a:pt x="36830" y="29210"/>
                  </a:lnTo>
                  <a:lnTo>
                    <a:pt x="39370" y="29210"/>
                  </a:lnTo>
                  <a:lnTo>
                    <a:pt x="39370" y="30480"/>
                  </a:lnTo>
                  <a:lnTo>
                    <a:pt x="39370" y="31750"/>
                  </a:lnTo>
                  <a:lnTo>
                    <a:pt x="40640" y="31750"/>
                  </a:lnTo>
                  <a:lnTo>
                    <a:pt x="40640" y="30480"/>
                  </a:lnTo>
                  <a:lnTo>
                    <a:pt x="284467" y="30480"/>
                  </a:lnTo>
                  <a:lnTo>
                    <a:pt x="284467" y="31750"/>
                  </a:lnTo>
                  <a:lnTo>
                    <a:pt x="287020" y="31750"/>
                  </a:lnTo>
                  <a:lnTo>
                    <a:pt x="287020" y="30480"/>
                  </a:lnTo>
                  <a:lnTo>
                    <a:pt x="287020" y="29210"/>
                  </a:lnTo>
                  <a:lnTo>
                    <a:pt x="288290" y="29210"/>
                  </a:lnTo>
                  <a:lnTo>
                    <a:pt x="288290" y="26670"/>
                  </a:lnTo>
                  <a:lnTo>
                    <a:pt x="293370" y="26670"/>
                  </a:lnTo>
                  <a:lnTo>
                    <a:pt x="293370" y="25400"/>
                  </a:lnTo>
                  <a:close/>
                </a:path>
                <a:path w="336550" h="90169">
                  <a:moveTo>
                    <a:pt x="304800" y="19050"/>
                  </a:moveTo>
                  <a:lnTo>
                    <a:pt x="24130" y="19050"/>
                  </a:lnTo>
                  <a:lnTo>
                    <a:pt x="24130" y="20320"/>
                  </a:lnTo>
                  <a:lnTo>
                    <a:pt x="27940" y="20320"/>
                  </a:lnTo>
                  <a:lnTo>
                    <a:pt x="27940" y="22860"/>
                  </a:lnTo>
                  <a:lnTo>
                    <a:pt x="30480" y="22860"/>
                  </a:lnTo>
                  <a:lnTo>
                    <a:pt x="30480" y="24130"/>
                  </a:lnTo>
                  <a:lnTo>
                    <a:pt x="30480" y="25400"/>
                  </a:lnTo>
                  <a:lnTo>
                    <a:pt x="31750" y="25400"/>
                  </a:lnTo>
                  <a:lnTo>
                    <a:pt x="31750" y="24130"/>
                  </a:lnTo>
                  <a:lnTo>
                    <a:pt x="295910" y="24130"/>
                  </a:lnTo>
                  <a:lnTo>
                    <a:pt x="295910" y="25400"/>
                  </a:lnTo>
                  <a:lnTo>
                    <a:pt x="297180" y="25400"/>
                  </a:lnTo>
                  <a:lnTo>
                    <a:pt x="297180" y="24130"/>
                  </a:lnTo>
                  <a:lnTo>
                    <a:pt x="297180" y="22860"/>
                  </a:lnTo>
                  <a:lnTo>
                    <a:pt x="299720" y="22860"/>
                  </a:lnTo>
                  <a:lnTo>
                    <a:pt x="299720" y="20320"/>
                  </a:lnTo>
                  <a:lnTo>
                    <a:pt x="304800" y="20320"/>
                  </a:lnTo>
                  <a:lnTo>
                    <a:pt x="304800" y="19050"/>
                  </a:lnTo>
                  <a:close/>
                </a:path>
                <a:path w="336550" h="90169">
                  <a:moveTo>
                    <a:pt x="314960" y="12700"/>
                  </a:moveTo>
                  <a:lnTo>
                    <a:pt x="16510" y="12700"/>
                  </a:lnTo>
                  <a:lnTo>
                    <a:pt x="16510" y="13970"/>
                  </a:lnTo>
                  <a:lnTo>
                    <a:pt x="19050" y="13970"/>
                  </a:lnTo>
                  <a:lnTo>
                    <a:pt x="19050" y="16510"/>
                  </a:lnTo>
                  <a:lnTo>
                    <a:pt x="21590" y="16510"/>
                  </a:lnTo>
                  <a:lnTo>
                    <a:pt x="21590" y="17780"/>
                  </a:lnTo>
                  <a:lnTo>
                    <a:pt x="21590" y="19050"/>
                  </a:lnTo>
                  <a:lnTo>
                    <a:pt x="22860" y="19050"/>
                  </a:lnTo>
                  <a:lnTo>
                    <a:pt x="22860" y="17780"/>
                  </a:lnTo>
                  <a:lnTo>
                    <a:pt x="306070" y="17780"/>
                  </a:lnTo>
                  <a:lnTo>
                    <a:pt x="306070" y="19050"/>
                  </a:lnTo>
                  <a:lnTo>
                    <a:pt x="308610" y="19050"/>
                  </a:lnTo>
                  <a:lnTo>
                    <a:pt x="308610" y="17780"/>
                  </a:lnTo>
                  <a:lnTo>
                    <a:pt x="308610" y="16510"/>
                  </a:lnTo>
                  <a:lnTo>
                    <a:pt x="311150" y="16510"/>
                  </a:lnTo>
                  <a:lnTo>
                    <a:pt x="311150" y="13970"/>
                  </a:lnTo>
                  <a:lnTo>
                    <a:pt x="314960" y="13970"/>
                  </a:lnTo>
                  <a:lnTo>
                    <a:pt x="314960" y="12700"/>
                  </a:lnTo>
                  <a:close/>
                </a:path>
                <a:path w="336550" h="90169">
                  <a:moveTo>
                    <a:pt x="326390" y="6350"/>
                  </a:moveTo>
                  <a:lnTo>
                    <a:pt x="7620" y="6350"/>
                  </a:lnTo>
                  <a:lnTo>
                    <a:pt x="7620" y="7620"/>
                  </a:lnTo>
                  <a:lnTo>
                    <a:pt x="11430" y="7620"/>
                  </a:lnTo>
                  <a:lnTo>
                    <a:pt x="11430" y="10160"/>
                  </a:lnTo>
                  <a:lnTo>
                    <a:pt x="12700" y="10160"/>
                  </a:lnTo>
                  <a:lnTo>
                    <a:pt x="12700" y="11430"/>
                  </a:lnTo>
                  <a:lnTo>
                    <a:pt x="12700" y="12700"/>
                  </a:lnTo>
                  <a:lnTo>
                    <a:pt x="13970" y="12700"/>
                  </a:lnTo>
                  <a:lnTo>
                    <a:pt x="13970" y="11430"/>
                  </a:lnTo>
                  <a:lnTo>
                    <a:pt x="317500" y="11430"/>
                  </a:lnTo>
                  <a:lnTo>
                    <a:pt x="317500" y="12700"/>
                  </a:lnTo>
                  <a:lnTo>
                    <a:pt x="320040" y="12700"/>
                  </a:lnTo>
                  <a:lnTo>
                    <a:pt x="320040" y="11430"/>
                  </a:lnTo>
                  <a:lnTo>
                    <a:pt x="320040" y="10160"/>
                  </a:lnTo>
                  <a:lnTo>
                    <a:pt x="321310" y="10160"/>
                  </a:lnTo>
                  <a:lnTo>
                    <a:pt x="321310" y="7620"/>
                  </a:lnTo>
                  <a:lnTo>
                    <a:pt x="326390" y="7620"/>
                  </a:lnTo>
                  <a:lnTo>
                    <a:pt x="326390" y="6350"/>
                  </a:lnTo>
                  <a:close/>
                </a:path>
                <a:path w="336550" h="90169">
                  <a:moveTo>
                    <a:pt x="33655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3810"/>
                  </a:lnTo>
                  <a:lnTo>
                    <a:pt x="5080" y="3810"/>
                  </a:lnTo>
                  <a:lnTo>
                    <a:pt x="5080" y="5080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5080"/>
                  </a:lnTo>
                  <a:lnTo>
                    <a:pt x="327660" y="5080"/>
                  </a:lnTo>
                  <a:lnTo>
                    <a:pt x="327660" y="6350"/>
                  </a:lnTo>
                  <a:lnTo>
                    <a:pt x="330200" y="6350"/>
                  </a:lnTo>
                  <a:lnTo>
                    <a:pt x="330200" y="5080"/>
                  </a:lnTo>
                  <a:lnTo>
                    <a:pt x="330200" y="3810"/>
                  </a:lnTo>
                  <a:lnTo>
                    <a:pt x="332740" y="3810"/>
                  </a:lnTo>
                  <a:lnTo>
                    <a:pt x="332740" y="1270"/>
                  </a:lnTo>
                  <a:lnTo>
                    <a:pt x="336550" y="1270"/>
                  </a:lnTo>
                  <a:lnTo>
                    <a:pt x="336550" y="0"/>
                  </a:lnTo>
                  <a:close/>
                </a:path>
              </a:pathLst>
            </a:custGeom>
            <a:solidFill>
              <a:srgbClr val="EAE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7" name="object 1787"/>
            <p:cNvSpPr/>
            <p:nvPr/>
          </p:nvSpPr>
          <p:spPr>
            <a:xfrm>
              <a:off x="2642870" y="2725419"/>
              <a:ext cx="499109" cy="92710"/>
            </a:xfrm>
            <a:custGeom>
              <a:avLst/>
              <a:gdLst/>
              <a:ahLst/>
              <a:cxnLst/>
              <a:rect l="l" t="t" r="r" b="b"/>
              <a:pathLst>
                <a:path w="499110" h="92710">
                  <a:moveTo>
                    <a:pt x="281940" y="8890"/>
                  </a:moveTo>
                  <a:lnTo>
                    <a:pt x="88900" y="8890"/>
                  </a:lnTo>
                  <a:lnTo>
                    <a:pt x="88900" y="7620"/>
                  </a:lnTo>
                  <a:lnTo>
                    <a:pt x="86360" y="7620"/>
                  </a:lnTo>
                  <a:lnTo>
                    <a:pt x="86360" y="8890"/>
                  </a:lnTo>
                  <a:lnTo>
                    <a:pt x="83820" y="8890"/>
                  </a:lnTo>
                  <a:lnTo>
                    <a:pt x="83820" y="10160"/>
                  </a:lnTo>
                  <a:lnTo>
                    <a:pt x="80010" y="10160"/>
                  </a:lnTo>
                  <a:lnTo>
                    <a:pt x="80010" y="12700"/>
                  </a:lnTo>
                  <a:lnTo>
                    <a:pt x="77470" y="12700"/>
                  </a:lnTo>
                  <a:lnTo>
                    <a:pt x="77470" y="13970"/>
                  </a:lnTo>
                  <a:lnTo>
                    <a:pt x="281940" y="13970"/>
                  </a:lnTo>
                  <a:lnTo>
                    <a:pt x="281940" y="12700"/>
                  </a:lnTo>
                  <a:lnTo>
                    <a:pt x="281940" y="10160"/>
                  </a:lnTo>
                  <a:lnTo>
                    <a:pt x="281940" y="8890"/>
                  </a:lnTo>
                  <a:close/>
                </a:path>
                <a:path w="499110" h="92710">
                  <a:moveTo>
                    <a:pt x="281940" y="2540"/>
                  </a:moveTo>
                  <a:lnTo>
                    <a:pt x="100330" y="2540"/>
                  </a:lnTo>
                  <a:lnTo>
                    <a:pt x="100330" y="1270"/>
                  </a:lnTo>
                  <a:lnTo>
                    <a:pt x="97790" y="1270"/>
                  </a:lnTo>
                  <a:lnTo>
                    <a:pt x="97790" y="2540"/>
                  </a:lnTo>
                  <a:lnTo>
                    <a:pt x="95250" y="2540"/>
                  </a:lnTo>
                  <a:lnTo>
                    <a:pt x="95250" y="3810"/>
                  </a:lnTo>
                  <a:lnTo>
                    <a:pt x="91440" y="3810"/>
                  </a:lnTo>
                  <a:lnTo>
                    <a:pt x="91440" y="6350"/>
                  </a:lnTo>
                  <a:lnTo>
                    <a:pt x="88900" y="6350"/>
                  </a:lnTo>
                  <a:lnTo>
                    <a:pt x="88900" y="7620"/>
                  </a:lnTo>
                  <a:lnTo>
                    <a:pt x="281940" y="7620"/>
                  </a:lnTo>
                  <a:lnTo>
                    <a:pt x="281940" y="6350"/>
                  </a:lnTo>
                  <a:lnTo>
                    <a:pt x="281940" y="3810"/>
                  </a:lnTo>
                  <a:lnTo>
                    <a:pt x="281940" y="2540"/>
                  </a:lnTo>
                  <a:close/>
                </a:path>
                <a:path w="499110" h="92710">
                  <a:moveTo>
                    <a:pt x="281940" y="0"/>
                  </a:moveTo>
                  <a:lnTo>
                    <a:pt x="100330" y="0"/>
                  </a:lnTo>
                  <a:lnTo>
                    <a:pt x="100330" y="1270"/>
                  </a:lnTo>
                  <a:lnTo>
                    <a:pt x="281940" y="1270"/>
                  </a:lnTo>
                  <a:lnTo>
                    <a:pt x="281940" y="0"/>
                  </a:lnTo>
                  <a:close/>
                </a:path>
                <a:path w="499110" h="92710">
                  <a:moveTo>
                    <a:pt x="372110" y="91440"/>
                  </a:moveTo>
                  <a:lnTo>
                    <a:pt x="35560" y="91440"/>
                  </a:lnTo>
                  <a:lnTo>
                    <a:pt x="35560" y="92710"/>
                  </a:lnTo>
                  <a:lnTo>
                    <a:pt x="372110" y="92710"/>
                  </a:lnTo>
                  <a:lnTo>
                    <a:pt x="372110" y="91440"/>
                  </a:lnTo>
                  <a:close/>
                </a:path>
                <a:path w="499110" h="92710">
                  <a:moveTo>
                    <a:pt x="383540" y="85090"/>
                  </a:moveTo>
                  <a:lnTo>
                    <a:pt x="29210" y="85090"/>
                  </a:lnTo>
                  <a:lnTo>
                    <a:pt x="29210" y="86360"/>
                  </a:lnTo>
                  <a:lnTo>
                    <a:pt x="31750" y="86360"/>
                  </a:lnTo>
                  <a:lnTo>
                    <a:pt x="31750" y="88900"/>
                  </a:lnTo>
                  <a:lnTo>
                    <a:pt x="33020" y="88900"/>
                  </a:lnTo>
                  <a:lnTo>
                    <a:pt x="33020" y="90170"/>
                  </a:lnTo>
                  <a:lnTo>
                    <a:pt x="33020" y="91440"/>
                  </a:lnTo>
                  <a:lnTo>
                    <a:pt x="34290" y="91440"/>
                  </a:lnTo>
                  <a:lnTo>
                    <a:pt x="34290" y="90170"/>
                  </a:lnTo>
                  <a:lnTo>
                    <a:pt x="374650" y="90170"/>
                  </a:lnTo>
                  <a:lnTo>
                    <a:pt x="374650" y="91440"/>
                  </a:lnTo>
                  <a:lnTo>
                    <a:pt x="377177" y="91440"/>
                  </a:lnTo>
                  <a:lnTo>
                    <a:pt x="377177" y="90170"/>
                  </a:lnTo>
                  <a:lnTo>
                    <a:pt x="377177" y="88900"/>
                  </a:lnTo>
                  <a:lnTo>
                    <a:pt x="379730" y="88900"/>
                  </a:lnTo>
                  <a:lnTo>
                    <a:pt x="379730" y="86360"/>
                  </a:lnTo>
                  <a:lnTo>
                    <a:pt x="383540" y="86360"/>
                  </a:lnTo>
                  <a:lnTo>
                    <a:pt x="383540" y="85090"/>
                  </a:lnTo>
                  <a:close/>
                </a:path>
                <a:path w="499110" h="92710">
                  <a:moveTo>
                    <a:pt x="394970" y="78740"/>
                  </a:moveTo>
                  <a:lnTo>
                    <a:pt x="21590" y="78740"/>
                  </a:lnTo>
                  <a:lnTo>
                    <a:pt x="21590" y="80010"/>
                  </a:lnTo>
                  <a:lnTo>
                    <a:pt x="24130" y="80010"/>
                  </a:lnTo>
                  <a:lnTo>
                    <a:pt x="24130" y="82550"/>
                  </a:lnTo>
                  <a:lnTo>
                    <a:pt x="26670" y="82550"/>
                  </a:lnTo>
                  <a:lnTo>
                    <a:pt x="26670" y="83820"/>
                  </a:lnTo>
                  <a:lnTo>
                    <a:pt x="26670" y="85090"/>
                  </a:lnTo>
                  <a:lnTo>
                    <a:pt x="27940" y="85090"/>
                  </a:lnTo>
                  <a:lnTo>
                    <a:pt x="27940" y="83820"/>
                  </a:lnTo>
                  <a:lnTo>
                    <a:pt x="386080" y="83820"/>
                  </a:lnTo>
                  <a:lnTo>
                    <a:pt x="386080" y="85090"/>
                  </a:lnTo>
                  <a:lnTo>
                    <a:pt x="387350" y="85090"/>
                  </a:lnTo>
                  <a:lnTo>
                    <a:pt x="387350" y="83820"/>
                  </a:lnTo>
                  <a:lnTo>
                    <a:pt x="387350" y="82550"/>
                  </a:lnTo>
                  <a:lnTo>
                    <a:pt x="389890" y="82550"/>
                  </a:lnTo>
                  <a:lnTo>
                    <a:pt x="389890" y="80010"/>
                  </a:lnTo>
                  <a:lnTo>
                    <a:pt x="394970" y="80010"/>
                  </a:lnTo>
                  <a:lnTo>
                    <a:pt x="394970" y="78740"/>
                  </a:lnTo>
                  <a:close/>
                </a:path>
                <a:path w="499110" h="92710">
                  <a:moveTo>
                    <a:pt x="405130" y="72390"/>
                  </a:moveTo>
                  <a:lnTo>
                    <a:pt x="15240" y="72390"/>
                  </a:lnTo>
                  <a:lnTo>
                    <a:pt x="15240" y="73660"/>
                  </a:lnTo>
                  <a:lnTo>
                    <a:pt x="17780" y="73660"/>
                  </a:lnTo>
                  <a:lnTo>
                    <a:pt x="17780" y="76200"/>
                  </a:lnTo>
                  <a:lnTo>
                    <a:pt x="19050" y="76200"/>
                  </a:lnTo>
                  <a:lnTo>
                    <a:pt x="19050" y="77470"/>
                  </a:lnTo>
                  <a:lnTo>
                    <a:pt x="19050" y="78740"/>
                  </a:lnTo>
                  <a:lnTo>
                    <a:pt x="20320" y="78740"/>
                  </a:lnTo>
                  <a:lnTo>
                    <a:pt x="20320" y="77470"/>
                  </a:lnTo>
                  <a:lnTo>
                    <a:pt x="396227" y="77470"/>
                  </a:lnTo>
                  <a:lnTo>
                    <a:pt x="396227" y="78740"/>
                  </a:lnTo>
                  <a:lnTo>
                    <a:pt x="398780" y="78740"/>
                  </a:lnTo>
                  <a:lnTo>
                    <a:pt x="398780" y="77470"/>
                  </a:lnTo>
                  <a:lnTo>
                    <a:pt x="398780" y="76200"/>
                  </a:lnTo>
                  <a:lnTo>
                    <a:pt x="401320" y="76200"/>
                  </a:lnTo>
                  <a:lnTo>
                    <a:pt x="401320" y="73660"/>
                  </a:lnTo>
                  <a:lnTo>
                    <a:pt x="405130" y="73660"/>
                  </a:lnTo>
                  <a:lnTo>
                    <a:pt x="405130" y="72390"/>
                  </a:lnTo>
                  <a:close/>
                </a:path>
                <a:path w="499110" h="92710">
                  <a:moveTo>
                    <a:pt x="416560" y="66040"/>
                  </a:moveTo>
                  <a:lnTo>
                    <a:pt x="8890" y="66040"/>
                  </a:lnTo>
                  <a:lnTo>
                    <a:pt x="8890" y="67310"/>
                  </a:lnTo>
                  <a:lnTo>
                    <a:pt x="11430" y="67310"/>
                  </a:lnTo>
                  <a:lnTo>
                    <a:pt x="11430" y="69850"/>
                  </a:lnTo>
                  <a:lnTo>
                    <a:pt x="12700" y="69850"/>
                  </a:lnTo>
                  <a:lnTo>
                    <a:pt x="12700" y="71120"/>
                  </a:lnTo>
                  <a:lnTo>
                    <a:pt x="12700" y="72390"/>
                  </a:lnTo>
                  <a:lnTo>
                    <a:pt x="13970" y="72390"/>
                  </a:lnTo>
                  <a:lnTo>
                    <a:pt x="13970" y="71120"/>
                  </a:lnTo>
                  <a:lnTo>
                    <a:pt x="407670" y="71120"/>
                  </a:lnTo>
                  <a:lnTo>
                    <a:pt x="407670" y="72390"/>
                  </a:lnTo>
                  <a:lnTo>
                    <a:pt x="410210" y="72390"/>
                  </a:lnTo>
                  <a:lnTo>
                    <a:pt x="410210" y="71120"/>
                  </a:lnTo>
                  <a:lnTo>
                    <a:pt x="410210" y="69850"/>
                  </a:lnTo>
                  <a:lnTo>
                    <a:pt x="411480" y="69850"/>
                  </a:lnTo>
                  <a:lnTo>
                    <a:pt x="411480" y="67310"/>
                  </a:lnTo>
                  <a:lnTo>
                    <a:pt x="416560" y="67310"/>
                  </a:lnTo>
                  <a:lnTo>
                    <a:pt x="416560" y="66040"/>
                  </a:lnTo>
                  <a:close/>
                </a:path>
                <a:path w="499110" h="92710">
                  <a:moveTo>
                    <a:pt x="426720" y="59690"/>
                  </a:moveTo>
                  <a:lnTo>
                    <a:pt x="2540" y="59690"/>
                  </a:lnTo>
                  <a:lnTo>
                    <a:pt x="2540" y="60960"/>
                  </a:lnTo>
                  <a:lnTo>
                    <a:pt x="5080" y="60960"/>
                  </a:lnTo>
                  <a:lnTo>
                    <a:pt x="5080" y="63500"/>
                  </a:lnTo>
                  <a:lnTo>
                    <a:pt x="6350" y="63500"/>
                  </a:lnTo>
                  <a:lnTo>
                    <a:pt x="6350" y="64770"/>
                  </a:lnTo>
                  <a:lnTo>
                    <a:pt x="6350" y="66040"/>
                  </a:lnTo>
                  <a:lnTo>
                    <a:pt x="7620" y="66040"/>
                  </a:lnTo>
                  <a:lnTo>
                    <a:pt x="7620" y="64770"/>
                  </a:lnTo>
                  <a:lnTo>
                    <a:pt x="419100" y="64770"/>
                  </a:lnTo>
                  <a:lnTo>
                    <a:pt x="419100" y="66040"/>
                  </a:lnTo>
                  <a:lnTo>
                    <a:pt x="420370" y="66040"/>
                  </a:lnTo>
                  <a:lnTo>
                    <a:pt x="420370" y="64770"/>
                  </a:lnTo>
                  <a:lnTo>
                    <a:pt x="420370" y="63500"/>
                  </a:lnTo>
                  <a:lnTo>
                    <a:pt x="422910" y="63500"/>
                  </a:lnTo>
                  <a:lnTo>
                    <a:pt x="422910" y="60960"/>
                  </a:lnTo>
                  <a:lnTo>
                    <a:pt x="426720" y="60960"/>
                  </a:lnTo>
                  <a:lnTo>
                    <a:pt x="426720" y="59690"/>
                  </a:lnTo>
                  <a:close/>
                </a:path>
                <a:path w="499110" h="92710">
                  <a:moveTo>
                    <a:pt x="438150" y="53340"/>
                  </a:moveTo>
                  <a:lnTo>
                    <a:pt x="10160" y="53340"/>
                  </a:lnTo>
                  <a:lnTo>
                    <a:pt x="10160" y="52070"/>
                  </a:lnTo>
                  <a:lnTo>
                    <a:pt x="8890" y="52070"/>
                  </a:lnTo>
                  <a:lnTo>
                    <a:pt x="8890" y="53340"/>
                  </a:lnTo>
                  <a:lnTo>
                    <a:pt x="6350" y="53340"/>
                  </a:lnTo>
                  <a:lnTo>
                    <a:pt x="6350" y="54610"/>
                  </a:lnTo>
                  <a:lnTo>
                    <a:pt x="1270" y="54610"/>
                  </a:lnTo>
                  <a:lnTo>
                    <a:pt x="1270" y="57150"/>
                  </a:lnTo>
                  <a:lnTo>
                    <a:pt x="0" y="57150"/>
                  </a:lnTo>
                  <a:lnTo>
                    <a:pt x="0" y="58420"/>
                  </a:lnTo>
                  <a:lnTo>
                    <a:pt x="0" y="59690"/>
                  </a:lnTo>
                  <a:lnTo>
                    <a:pt x="1270" y="59690"/>
                  </a:lnTo>
                  <a:lnTo>
                    <a:pt x="1270" y="58420"/>
                  </a:lnTo>
                  <a:lnTo>
                    <a:pt x="429247" y="58420"/>
                  </a:lnTo>
                  <a:lnTo>
                    <a:pt x="429247" y="59690"/>
                  </a:lnTo>
                  <a:lnTo>
                    <a:pt x="431800" y="59690"/>
                  </a:lnTo>
                  <a:lnTo>
                    <a:pt x="431800" y="58420"/>
                  </a:lnTo>
                  <a:lnTo>
                    <a:pt x="431800" y="57150"/>
                  </a:lnTo>
                  <a:lnTo>
                    <a:pt x="434327" y="57150"/>
                  </a:lnTo>
                  <a:lnTo>
                    <a:pt x="434327" y="54610"/>
                  </a:lnTo>
                  <a:lnTo>
                    <a:pt x="438150" y="54610"/>
                  </a:lnTo>
                  <a:lnTo>
                    <a:pt x="438150" y="53340"/>
                  </a:lnTo>
                  <a:close/>
                </a:path>
                <a:path w="499110" h="92710">
                  <a:moveTo>
                    <a:pt x="449580" y="46990"/>
                  </a:moveTo>
                  <a:lnTo>
                    <a:pt x="21590" y="46990"/>
                  </a:lnTo>
                  <a:lnTo>
                    <a:pt x="21590" y="45720"/>
                  </a:lnTo>
                  <a:lnTo>
                    <a:pt x="19050" y="45720"/>
                  </a:lnTo>
                  <a:lnTo>
                    <a:pt x="19050" y="46990"/>
                  </a:lnTo>
                  <a:lnTo>
                    <a:pt x="17780" y="46990"/>
                  </a:lnTo>
                  <a:lnTo>
                    <a:pt x="17780" y="48260"/>
                  </a:lnTo>
                  <a:lnTo>
                    <a:pt x="12700" y="48260"/>
                  </a:lnTo>
                  <a:lnTo>
                    <a:pt x="12700" y="50800"/>
                  </a:lnTo>
                  <a:lnTo>
                    <a:pt x="10160" y="50800"/>
                  </a:lnTo>
                  <a:lnTo>
                    <a:pt x="10160" y="52070"/>
                  </a:lnTo>
                  <a:lnTo>
                    <a:pt x="440690" y="52070"/>
                  </a:lnTo>
                  <a:lnTo>
                    <a:pt x="440690" y="53340"/>
                  </a:lnTo>
                  <a:lnTo>
                    <a:pt x="441960" y="53340"/>
                  </a:lnTo>
                  <a:lnTo>
                    <a:pt x="441960" y="52070"/>
                  </a:lnTo>
                  <a:lnTo>
                    <a:pt x="441960" y="50800"/>
                  </a:lnTo>
                  <a:lnTo>
                    <a:pt x="444500" y="50800"/>
                  </a:lnTo>
                  <a:lnTo>
                    <a:pt x="444500" y="48260"/>
                  </a:lnTo>
                  <a:lnTo>
                    <a:pt x="449580" y="48260"/>
                  </a:lnTo>
                  <a:lnTo>
                    <a:pt x="449580" y="46990"/>
                  </a:lnTo>
                  <a:close/>
                </a:path>
                <a:path w="499110" h="92710">
                  <a:moveTo>
                    <a:pt x="459740" y="40640"/>
                  </a:moveTo>
                  <a:lnTo>
                    <a:pt x="33020" y="40640"/>
                  </a:lnTo>
                  <a:lnTo>
                    <a:pt x="33020" y="39370"/>
                  </a:lnTo>
                  <a:lnTo>
                    <a:pt x="30480" y="39370"/>
                  </a:lnTo>
                  <a:lnTo>
                    <a:pt x="30480" y="40640"/>
                  </a:lnTo>
                  <a:lnTo>
                    <a:pt x="27940" y="40640"/>
                  </a:lnTo>
                  <a:lnTo>
                    <a:pt x="27940" y="41910"/>
                  </a:lnTo>
                  <a:lnTo>
                    <a:pt x="24130" y="41910"/>
                  </a:lnTo>
                  <a:lnTo>
                    <a:pt x="24130" y="44450"/>
                  </a:lnTo>
                  <a:lnTo>
                    <a:pt x="21590" y="44450"/>
                  </a:lnTo>
                  <a:lnTo>
                    <a:pt x="21590" y="45720"/>
                  </a:lnTo>
                  <a:lnTo>
                    <a:pt x="450850" y="45720"/>
                  </a:lnTo>
                  <a:lnTo>
                    <a:pt x="450850" y="46990"/>
                  </a:lnTo>
                  <a:lnTo>
                    <a:pt x="453390" y="46990"/>
                  </a:lnTo>
                  <a:lnTo>
                    <a:pt x="453390" y="45720"/>
                  </a:lnTo>
                  <a:lnTo>
                    <a:pt x="453390" y="44450"/>
                  </a:lnTo>
                  <a:lnTo>
                    <a:pt x="455930" y="44450"/>
                  </a:lnTo>
                  <a:lnTo>
                    <a:pt x="455930" y="41910"/>
                  </a:lnTo>
                  <a:lnTo>
                    <a:pt x="459740" y="41910"/>
                  </a:lnTo>
                  <a:lnTo>
                    <a:pt x="459740" y="40640"/>
                  </a:lnTo>
                  <a:close/>
                </a:path>
                <a:path w="499110" h="92710">
                  <a:moveTo>
                    <a:pt x="471170" y="34290"/>
                  </a:moveTo>
                  <a:lnTo>
                    <a:pt x="44450" y="34290"/>
                  </a:lnTo>
                  <a:lnTo>
                    <a:pt x="44450" y="33020"/>
                  </a:lnTo>
                  <a:lnTo>
                    <a:pt x="41910" y="33020"/>
                  </a:lnTo>
                  <a:lnTo>
                    <a:pt x="41910" y="34290"/>
                  </a:lnTo>
                  <a:lnTo>
                    <a:pt x="39370" y="34290"/>
                  </a:lnTo>
                  <a:lnTo>
                    <a:pt x="39370" y="35560"/>
                  </a:lnTo>
                  <a:lnTo>
                    <a:pt x="35560" y="35560"/>
                  </a:lnTo>
                  <a:lnTo>
                    <a:pt x="35560" y="38100"/>
                  </a:lnTo>
                  <a:lnTo>
                    <a:pt x="33020" y="38100"/>
                  </a:lnTo>
                  <a:lnTo>
                    <a:pt x="33020" y="39370"/>
                  </a:lnTo>
                  <a:lnTo>
                    <a:pt x="462280" y="39370"/>
                  </a:lnTo>
                  <a:lnTo>
                    <a:pt x="462280" y="40640"/>
                  </a:lnTo>
                  <a:lnTo>
                    <a:pt x="464820" y="40640"/>
                  </a:lnTo>
                  <a:lnTo>
                    <a:pt x="464820" y="39370"/>
                  </a:lnTo>
                  <a:lnTo>
                    <a:pt x="464820" y="38100"/>
                  </a:lnTo>
                  <a:lnTo>
                    <a:pt x="466090" y="38100"/>
                  </a:lnTo>
                  <a:lnTo>
                    <a:pt x="466090" y="35560"/>
                  </a:lnTo>
                  <a:lnTo>
                    <a:pt x="471170" y="35560"/>
                  </a:lnTo>
                  <a:lnTo>
                    <a:pt x="471170" y="34290"/>
                  </a:lnTo>
                  <a:close/>
                </a:path>
                <a:path w="499110" h="92710">
                  <a:moveTo>
                    <a:pt x="481330" y="27940"/>
                  </a:moveTo>
                  <a:lnTo>
                    <a:pt x="55880" y="27940"/>
                  </a:lnTo>
                  <a:lnTo>
                    <a:pt x="55880" y="26670"/>
                  </a:lnTo>
                  <a:lnTo>
                    <a:pt x="53340" y="26670"/>
                  </a:lnTo>
                  <a:lnTo>
                    <a:pt x="53340" y="27940"/>
                  </a:lnTo>
                  <a:lnTo>
                    <a:pt x="50800" y="27940"/>
                  </a:lnTo>
                  <a:lnTo>
                    <a:pt x="50800" y="29210"/>
                  </a:lnTo>
                  <a:lnTo>
                    <a:pt x="46990" y="29210"/>
                  </a:lnTo>
                  <a:lnTo>
                    <a:pt x="46990" y="31750"/>
                  </a:lnTo>
                  <a:lnTo>
                    <a:pt x="44450" y="31750"/>
                  </a:lnTo>
                  <a:lnTo>
                    <a:pt x="44450" y="33020"/>
                  </a:lnTo>
                  <a:lnTo>
                    <a:pt x="472440" y="33020"/>
                  </a:lnTo>
                  <a:lnTo>
                    <a:pt x="472440" y="34290"/>
                  </a:lnTo>
                  <a:lnTo>
                    <a:pt x="474980" y="34290"/>
                  </a:lnTo>
                  <a:lnTo>
                    <a:pt x="474980" y="33020"/>
                  </a:lnTo>
                  <a:lnTo>
                    <a:pt x="474980" y="31750"/>
                  </a:lnTo>
                  <a:lnTo>
                    <a:pt x="477520" y="31750"/>
                  </a:lnTo>
                  <a:lnTo>
                    <a:pt x="477520" y="29210"/>
                  </a:lnTo>
                  <a:lnTo>
                    <a:pt x="481330" y="29210"/>
                  </a:lnTo>
                  <a:lnTo>
                    <a:pt x="481330" y="27940"/>
                  </a:lnTo>
                  <a:close/>
                </a:path>
                <a:path w="499110" h="92710">
                  <a:moveTo>
                    <a:pt x="492760" y="21590"/>
                  </a:moveTo>
                  <a:lnTo>
                    <a:pt x="66040" y="21590"/>
                  </a:lnTo>
                  <a:lnTo>
                    <a:pt x="66040" y="20320"/>
                  </a:lnTo>
                  <a:lnTo>
                    <a:pt x="64770" y="20320"/>
                  </a:lnTo>
                  <a:lnTo>
                    <a:pt x="64770" y="21590"/>
                  </a:lnTo>
                  <a:lnTo>
                    <a:pt x="62230" y="21590"/>
                  </a:lnTo>
                  <a:lnTo>
                    <a:pt x="62230" y="22860"/>
                  </a:lnTo>
                  <a:lnTo>
                    <a:pt x="57150" y="22860"/>
                  </a:lnTo>
                  <a:lnTo>
                    <a:pt x="57150" y="25400"/>
                  </a:lnTo>
                  <a:lnTo>
                    <a:pt x="55880" y="25400"/>
                  </a:lnTo>
                  <a:lnTo>
                    <a:pt x="55880" y="26670"/>
                  </a:lnTo>
                  <a:lnTo>
                    <a:pt x="483870" y="26670"/>
                  </a:lnTo>
                  <a:lnTo>
                    <a:pt x="483870" y="27940"/>
                  </a:lnTo>
                  <a:lnTo>
                    <a:pt x="485140" y="27940"/>
                  </a:lnTo>
                  <a:lnTo>
                    <a:pt x="485140" y="26670"/>
                  </a:lnTo>
                  <a:lnTo>
                    <a:pt x="485140" y="25400"/>
                  </a:lnTo>
                  <a:lnTo>
                    <a:pt x="487680" y="25400"/>
                  </a:lnTo>
                  <a:lnTo>
                    <a:pt x="487680" y="22860"/>
                  </a:lnTo>
                  <a:lnTo>
                    <a:pt x="492760" y="22860"/>
                  </a:lnTo>
                  <a:lnTo>
                    <a:pt x="492760" y="21590"/>
                  </a:lnTo>
                  <a:close/>
                </a:path>
                <a:path w="499110" h="92710">
                  <a:moveTo>
                    <a:pt x="499110" y="16510"/>
                  </a:moveTo>
                  <a:lnTo>
                    <a:pt x="281940" y="16510"/>
                  </a:lnTo>
                  <a:lnTo>
                    <a:pt x="281940" y="15240"/>
                  </a:lnTo>
                  <a:lnTo>
                    <a:pt x="77470" y="15240"/>
                  </a:lnTo>
                  <a:lnTo>
                    <a:pt x="77470" y="13970"/>
                  </a:lnTo>
                  <a:lnTo>
                    <a:pt x="74930" y="13970"/>
                  </a:lnTo>
                  <a:lnTo>
                    <a:pt x="74930" y="15240"/>
                  </a:lnTo>
                  <a:lnTo>
                    <a:pt x="73660" y="15240"/>
                  </a:lnTo>
                  <a:lnTo>
                    <a:pt x="73660" y="16510"/>
                  </a:lnTo>
                  <a:lnTo>
                    <a:pt x="68580" y="16510"/>
                  </a:lnTo>
                  <a:lnTo>
                    <a:pt x="68580" y="19050"/>
                  </a:lnTo>
                  <a:lnTo>
                    <a:pt x="66040" y="19050"/>
                  </a:lnTo>
                  <a:lnTo>
                    <a:pt x="66040" y="20320"/>
                  </a:lnTo>
                  <a:lnTo>
                    <a:pt x="494030" y="20320"/>
                  </a:lnTo>
                  <a:lnTo>
                    <a:pt x="494030" y="21590"/>
                  </a:lnTo>
                  <a:lnTo>
                    <a:pt x="496570" y="21590"/>
                  </a:lnTo>
                  <a:lnTo>
                    <a:pt x="496570" y="20320"/>
                  </a:lnTo>
                  <a:lnTo>
                    <a:pt x="496570" y="19050"/>
                  </a:lnTo>
                  <a:lnTo>
                    <a:pt x="499110" y="19050"/>
                  </a:lnTo>
                  <a:lnTo>
                    <a:pt x="499110" y="16510"/>
                  </a:lnTo>
                  <a:close/>
                </a:path>
              </a:pathLst>
            </a:custGeom>
            <a:solidFill>
              <a:srgbClr val="EAE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8" name="object 1788"/>
            <p:cNvSpPr/>
            <p:nvPr/>
          </p:nvSpPr>
          <p:spPr>
            <a:xfrm>
              <a:off x="2743200" y="2621279"/>
              <a:ext cx="181610" cy="105410"/>
            </a:xfrm>
            <a:custGeom>
              <a:avLst/>
              <a:gdLst/>
              <a:ahLst/>
              <a:cxnLst/>
              <a:rect l="l" t="t" r="r" b="b"/>
              <a:pathLst>
                <a:path w="181610" h="105410">
                  <a:moveTo>
                    <a:pt x="181610" y="100330"/>
                  </a:moveTo>
                  <a:lnTo>
                    <a:pt x="10160" y="100330"/>
                  </a:lnTo>
                  <a:lnTo>
                    <a:pt x="10160" y="99060"/>
                  </a:lnTo>
                  <a:lnTo>
                    <a:pt x="8890" y="99060"/>
                  </a:lnTo>
                  <a:lnTo>
                    <a:pt x="8890" y="100330"/>
                  </a:lnTo>
                  <a:lnTo>
                    <a:pt x="6350" y="100330"/>
                  </a:lnTo>
                  <a:lnTo>
                    <a:pt x="6350" y="101600"/>
                  </a:lnTo>
                  <a:lnTo>
                    <a:pt x="1270" y="101600"/>
                  </a:lnTo>
                  <a:lnTo>
                    <a:pt x="1270" y="104140"/>
                  </a:lnTo>
                  <a:lnTo>
                    <a:pt x="0" y="104140"/>
                  </a:lnTo>
                  <a:lnTo>
                    <a:pt x="0" y="105410"/>
                  </a:lnTo>
                  <a:lnTo>
                    <a:pt x="181610" y="105410"/>
                  </a:lnTo>
                  <a:lnTo>
                    <a:pt x="181610" y="104140"/>
                  </a:lnTo>
                  <a:lnTo>
                    <a:pt x="181610" y="101600"/>
                  </a:lnTo>
                  <a:lnTo>
                    <a:pt x="181610" y="100330"/>
                  </a:lnTo>
                  <a:close/>
                </a:path>
                <a:path w="181610" h="105410">
                  <a:moveTo>
                    <a:pt x="181610" y="93980"/>
                  </a:moveTo>
                  <a:lnTo>
                    <a:pt x="21590" y="93980"/>
                  </a:lnTo>
                  <a:lnTo>
                    <a:pt x="21590" y="92710"/>
                  </a:lnTo>
                  <a:lnTo>
                    <a:pt x="19050" y="92710"/>
                  </a:lnTo>
                  <a:lnTo>
                    <a:pt x="19050" y="93980"/>
                  </a:lnTo>
                  <a:lnTo>
                    <a:pt x="17780" y="93980"/>
                  </a:lnTo>
                  <a:lnTo>
                    <a:pt x="17780" y="95250"/>
                  </a:lnTo>
                  <a:lnTo>
                    <a:pt x="12700" y="95250"/>
                  </a:lnTo>
                  <a:lnTo>
                    <a:pt x="12700" y="97790"/>
                  </a:lnTo>
                  <a:lnTo>
                    <a:pt x="10160" y="97790"/>
                  </a:lnTo>
                  <a:lnTo>
                    <a:pt x="10160" y="99060"/>
                  </a:lnTo>
                  <a:lnTo>
                    <a:pt x="181610" y="99060"/>
                  </a:lnTo>
                  <a:lnTo>
                    <a:pt x="181610" y="97790"/>
                  </a:lnTo>
                  <a:lnTo>
                    <a:pt x="181610" y="95250"/>
                  </a:lnTo>
                  <a:lnTo>
                    <a:pt x="181610" y="93980"/>
                  </a:lnTo>
                  <a:close/>
                </a:path>
                <a:path w="181610" h="105410">
                  <a:moveTo>
                    <a:pt x="181610" y="87630"/>
                  </a:moveTo>
                  <a:lnTo>
                    <a:pt x="33020" y="87630"/>
                  </a:lnTo>
                  <a:lnTo>
                    <a:pt x="33020" y="86360"/>
                  </a:lnTo>
                  <a:lnTo>
                    <a:pt x="30480" y="86360"/>
                  </a:lnTo>
                  <a:lnTo>
                    <a:pt x="30480" y="87630"/>
                  </a:lnTo>
                  <a:lnTo>
                    <a:pt x="29210" y="87630"/>
                  </a:lnTo>
                  <a:lnTo>
                    <a:pt x="29210" y="88900"/>
                  </a:lnTo>
                  <a:lnTo>
                    <a:pt x="24130" y="88900"/>
                  </a:lnTo>
                  <a:lnTo>
                    <a:pt x="24130" y="91440"/>
                  </a:lnTo>
                  <a:lnTo>
                    <a:pt x="21590" y="91440"/>
                  </a:lnTo>
                  <a:lnTo>
                    <a:pt x="21590" y="92710"/>
                  </a:lnTo>
                  <a:lnTo>
                    <a:pt x="181610" y="92710"/>
                  </a:lnTo>
                  <a:lnTo>
                    <a:pt x="181610" y="91440"/>
                  </a:lnTo>
                  <a:lnTo>
                    <a:pt x="181610" y="88900"/>
                  </a:lnTo>
                  <a:lnTo>
                    <a:pt x="181610" y="87630"/>
                  </a:lnTo>
                  <a:close/>
                </a:path>
                <a:path w="181610" h="105410">
                  <a:moveTo>
                    <a:pt x="181610" y="81280"/>
                  </a:moveTo>
                  <a:lnTo>
                    <a:pt x="44450" y="81280"/>
                  </a:lnTo>
                  <a:lnTo>
                    <a:pt x="44450" y="80010"/>
                  </a:lnTo>
                  <a:lnTo>
                    <a:pt x="41910" y="80010"/>
                  </a:lnTo>
                  <a:lnTo>
                    <a:pt x="41910" y="81280"/>
                  </a:lnTo>
                  <a:lnTo>
                    <a:pt x="39370" y="81280"/>
                  </a:lnTo>
                  <a:lnTo>
                    <a:pt x="39370" y="82550"/>
                  </a:lnTo>
                  <a:lnTo>
                    <a:pt x="35560" y="82550"/>
                  </a:lnTo>
                  <a:lnTo>
                    <a:pt x="35560" y="85090"/>
                  </a:lnTo>
                  <a:lnTo>
                    <a:pt x="33020" y="85090"/>
                  </a:lnTo>
                  <a:lnTo>
                    <a:pt x="33020" y="86360"/>
                  </a:lnTo>
                  <a:lnTo>
                    <a:pt x="181610" y="86360"/>
                  </a:lnTo>
                  <a:lnTo>
                    <a:pt x="181610" y="85090"/>
                  </a:lnTo>
                  <a:lnTo>
                    <a:pt x="181610" y="82550"/>
                  </a:lnTo>
                  <a:lnTo>
                    <a:pt x="181610" y="81280"/>
                  </a:lnTo>
                  <a:close/>
                </a:path>
                <a:path w="181610" h="105410">
                  <a:moveTo>
                    <a:pt x="181610" y="74930"/>
                  </a:moveTo>
                  <a:lnTo>
                    <a:pt x="55880" y="74930"/>
                  </a:lnTo>
                  <a:lnTo>
                    <a:pt x="55880" y="73660"/>
                  </a:lnTo>
                  <a:lnTo>
                    <a:pt x="53340" y="73660"/>
                  </a:lnTo>
                  <a:lnTo>
                    <a:pt x="53340" y="74930"/>
                  </a:lnTo>
                  <a:lnTo>
                    <a:pt x="50800" y="74930"/>
                  </a:lnTo>
                  <a:lnTo>
                    <a:pt x="50800" y="76200"/>
                  </a:lnTo>
                  <a:lnTo>
                    <a:pt x="46990" y="76200"/>
                  </a:lnTo>
                  <a:lnTo>
                    <a:pt x="46990" y="78740"/>
                  </a:lnTo>
                  <a:lnTo>
                    <a:pt x="44450" y="78740"/>
                  </a:lnTo>
                  <a:lnTo>
                    <a:pt x="44450" y="80010"/>
                  </a:lnTo>
                  <a:lnTo>
                    <a:pt x="181610" y="80010"/>
                  </a:lnTo>
                  <a:lnTo>
                    <a:pt x="181610" y="78740"/>
                  </a:lnTo>
                  <a:lnTo>
                    <a:pt x="181610" y="76200"/>
                  </a:lnTo>
                  <a:lnTo>
                    <a:pt x="181610" y="74930"/>
                  </a:lnTo>
                  <a:close/>
                </a:path>
                <a:path w="181610" h="105410">
                  <a:moveTo>
                    <a:pt x="181610" y="68580"/>
                  </a:moveTo>
                  <a:lnTo>
                    <a:pt x="66040" y="68580"/>
                  </a:lnTo>
                  <a:lnTo>
                    <a:pt x="66040" y="67310"/>
                  </a:lnTo>
                  <a:lnTo>
                    <a:pt x="64770" y="67310"/>
                  </a:lnTo>
                  <a:lnTo>
                    <a:pt x="64770" y="68580"/>
                  </a:lnTo>
                  <a:lnTo>
                    <a:pt x="62230" y="68580"/>
                  </a:lnTo>
                  <a:lnTo>
                    <a:pt x="62230" y="69850"/>
                  </a:lnTo>
                  <a:lnTo>
                    <a:pt x="57150" y="69850"/>
                  </a:lnTo>
                  <a:lnTo>
                    <a:pt x="57150" y="72390"/>
                  </a:lnTo>
                  <a:lnTo>
                    <a:pt x="55880" y="72390"/>
                  </a:lnTo>
                  <a:lnTo>
                    <a:pt x="55880" y="73660"/>
                  </a:lnTo>
                  <a:lnTo>
                    <a:pt x="181610" y="73660"/>
                  </a:lnTo>
                  <a:lnTo>
                    <a:pt x="181610" y="72390"/>
                  </a:lnTo>
                  <a:lnTo>
                    <a:pt x="181610" y="69850"/>
                  </a:lnTo>
                  <a:lnTo>
                    <a:pt x="181610" y="68580"/>
                  </a:lnTo>
                  <a:close/>
                </a:path>
                <a:path w="181610" h="105410">
                  <a:moveTo>
                    <a:pt x="181610" y="62230"/>
                  </a:moveTo>
                  <a:lnTo>
                    <a:pt x="77470" y="62230"/>
                  </a:lnTo>
                  <a:lnTo>
                    <a:pt x="77470" y="60960"/>
                  </a:lnTo>
                  <a:lnTo>
                    <a:pt x="74930" y="60960"/>
                  </a:lnTo>
                  <a:lnTo>
                    <a:pt x="74930" y="62230"/>
                  </a:lnTo>
                  <a:lnTo>
                    <a:pt x="73660" y="62230"/>
                  </a:lnTo>
                  <a:lnTo>
                    <a:pt x="73660" y="63500"/>
                  </a:lnTo>
                  <a:lnTo>
                    <a:pt x="68580" y="63500"/>
                  </a:lnTo>
                  <a:lnTo>
                    <a:pt x="68580" y="66040"/>
                  </a:lnTo>
                  <a:lnTo>
                    <a:pt x="66040" y="66040"/>
                  </a:lnTo>
                  <a:lnTo>
                    <a:pt x="66040" y="67310"/>
                  </a:lnTo>
                  <a:lnTo>
                    <a:pt x="181610" y="67310"/>
                  </a:lnTo>
                  <a:lnTo>
                    <a:pt x="181610" y="66040"/>
                  </a:lnTo>
                  <a:lnTo>
                    <a:pt x="181610" y="63500"/>
                  </a:lnTo>
                  <a:lnTo>
                    <a:pt x="181610" y="62230"/>
                  </a:lnTo>
                  <a:close/>
                </a:path>
                <a:path w="181610" h="105410">
                  <a:moveTo>
                    <a:pt x="181610" y="55880"/>
                  </a:moveTo>
                  <a:lnTo>
                    <a:pt x="88900" y="55880"/>
                  </a:lnTo>
                  <a:lnTo>
                    <a:pt x="88900" y="54610"/>
                  </a:lnTo>
                  <a:lnTo>
                    <a:pt x="86360" y="54610"/>
                  </a:lnTo>
                  <a:lnTo>
                    <a:pt x="86360" y="55880"/>
                  </a:lnTo>
                  <a:lnTo>
                    <a:pt x="83820" y="55880"/>
                  </a:lnTo>
                  <a:lnTo>
                    <a:pt x="83820" y="57150"/>
                  </a:lnTo>
                  <a:lnTo>
                    <a:pt x="80010" y="57150"/>
                  </a:lnTo>
                  <a:lnTo>
                    <a:pt x="80010" y="59690"/>
                  </a:lnTo>
                  <a:lnTo>
                    <a:pt x="77470" y="59690"/>
                  </a:lnTo>
                  <a:lnTo>
                    <a:pt x="77470" y="60960"/>
                  </a:lnTo>
                  <a:lnTo>
                    <a:pt x="181610" y="60960"/>
                  </a:lnTo>
                  <a:lnTo>
                    <a:pt x="181610" y="59690"/>
                  </a:lnTo>
                  <a:lnTo>
                    <a:pt x="181610" y="57150"/>
                  </a:lnTo>
                  <a:lnTo>
                    <a:pt x="181610" y="55880"/>
                  </a:lnTo>
                  <a:close/>
                </a:path>
                <a:path w="181610" h="105410">
                  <a:moveTo>
                    <a:pt x="181610" y="49530"/>
                  </a:moveTo>
                  <a:lnTo>
                    <a:pt x="100330" y="49530"/>
                  </a:lnTo>
                  <a:lnTo>
                    <a:pt x="100330" y="48260"/>
                  </a:lnTo>
                  <a:lnTo>
                    <a:pt x="97790" y="48260"/>
                  </a:lnTo>
                  <a:lnTo>
                    <a:pt x="97790" y="49530"/>
                  </a:lnTo>
                  <a:lnTo>
                    <a:pt x="95250" y="49530"/>
                  </a:lnTo>
                  <a:lnTo>
                    <a:pt x="95250" y="50800"/>
                  </a:lnTo>
                  <a:lnTo>
                    <a:pt x="91440" y="50800"/>
                  </a:lnTo>
                  <a:lnTo>
                    <a:pt x="91440" y="53340"/>
                  </a:lnTo>
                  <a:lnTo>
                    <a:pt x="88900" y="53340"/>
                  </a:lnTo>
                  <a:lnTo>
                    <a:pt x="88900" y="54610"/>
                  </a:lnTo>
                  <a:lnTo>
                    <a:pt x="181610" y="54610"/>
                  </a:lnTo>
                  <a:lnTo>
                    <a:pt x="181610" y="53340"/>
                  </a:lnTo>
                  <a:lnTo>
                    <a:pt x="181610" y="50800"/>
                  </a:lnTo>
                  <a:lnTo>
                    <a:pt x="181610" y="49530"/>
                  </a:lnTo>
                  <a:close/>
                </a:path>
                <a:path w="181610" h="105410">
                  <a:moveTo>
                    <a:pt x="181610" y="43180"/>
                  </a:moveTo>
                  <a:lnTo>
                    <a:pt x="111760" y="43180"/>
                  </a:lnTo>
                  <a:lnTo>
                    <a:pt x="111760" y="41910"/>
                  </a:lnTo>
                  <a:lnTo>
                    <a:pt x="109220" y="41910"/>
                  </a:lnTo>
                  <a:lnTo>
                    <a:pt x="109220" y="43180"/>
                  </a:lnTo>
                  <a:lnTo>
                    <a:pt x="106680" y="43180"/>
                  </a:lnTo>
                  <a:lnTo>
                    <a:pt x="106680" y="44450"/>
                  </a:lnTo>
                  <a:lnTo>
                    <a:pt x="102870" y="44450"/>
                  </a:lnTo>
                  <a:lnTo>
                    <a:pt x="102870" y="46990"/>
                  </a:lnTo>
                  <a:lnTo>
                    <a:pt x="100330" y="46990"/>
                  </a:lnTo>
                  <a:lnTo>
                    <a:pt x="100330" y="48260"/>
                  </a:lnTo>
                  <a:lnTo>
                    <a:pt x="181610" y="48260"/>
                  </a:lnTo>
                  <a:lnTo>
                    <a:pt x="181610" y="46990"/>
                  </a:lnTo>
                  <a:lnTo>
                    <a:pt x="181610" y="44450"/>
                  </a:lnTo>
                  <a:lnTo>
                    <a:pt x="181610" y="43180"/>
                  </a:lnTo>
                  <a:close/>
                </a:path>
                <a:path w="181610" h="105410">
                  <a:moveTo>
                    <a:pt x="181610" y="36830"/>
                  </a:moveTo>
                  <a:lnTo>
                    <a:pt x="121920" y="36830"/>
                  </a:lnTo>
                  <a:lnTo>
                    <a:pt x="121920" y="35560"/>
                  </a:lnTo>
                  <a:lnTo>
                    <a:pt x="120650" y="35560"/>
                  </a:lnTo>
                  <a:lnTo>
                    <a:pt x="120650" y="36830"/>
                  </a:lnTo>
                  <a:lnTo>
                    <a:pt x="118110" y="36830"/>
                  </a:lnTo>
                  <a:lnTo>
                    <a:pt x="118110" y="38100"/>
                  </a:lnTo>
                  <a:lnTo>
                    <a:pt x="113030" y="38100"/>
                  </a:lnTo>
                  <a:lnTo>
                    <a:pt x="113030" y="40640"/>
                  </a:lnTo>
                  <a:lnTo>
                    <a:pt x="111760" y="40640"/>
                  </a:lnTo>
                  <a:lnTo>
                    <a:pt x="111760" y="41910"/>
                  </a:lnTo>
                  <a:lnTo>
                    <a:pt x="181610" y="41910"/>
                  </a:lnTo>
                  <a:lnTo>
                    <a:pt x="181610" y="40640"/>
                  </a:lnTo>
                  <a:lnTo>
                    <a:pt x="181610" y="38100"/>
                  </a:lnTo>
                  <a:lnTo>
                    <a:pt x="181610" y="36830"/>
                  </a:lnTo>
                  <a:close/>
                </a:path>
                <a:path w="181610" h="105410">
                  <a:moveTo>
                    <a:pt x="181610" y="30480"/>
                  </a:moveTo>
                  <a:lnTo>
                    <a:pt x="133350" y="30480"/>
                  </a:lnTo>
                  <a:lnTo>
                    <a:pt x="133350" y="29210"/>
                  </a:lnTo>
                  <a:lnTo>
                    <a:pt x="130810" y="29210"/>
                  </a:lnTo>
                  <a:lnTo>
                    <a:pt x="130810" y="30480"/>
                  </a:lnTo>
                  <a:lnTo>
                    <a:pt x="129540" y="30480"/>
                  </a:lnTo>
                  <a:lnTo>
                    <a:pt x="129540" y="31750"/>
                  </a:lnTo>
                  <a:lnTo>
                    <a:pt x="124460" y="31750"/>
                  </a:lnTo>
                  <a:lnTo>
                    <a:pt x="124460" y="34290"/>
                  </a:lnTo>
                  <a:lnTo>
                    <a:pt x="121920" y="34290"/>
                  </a:lnTo>
                  <a:lnTo>
                    <a:pt x="121920" y="35560"/>
                  </a:lnTo>
                  <a:lnTo>
                    <a:pt x="181610" y="35560"/>
                  </a:lnTo>
                  <a:lnTo>
                    <a:pt x="181610" y="34290"/>
                  </a:lnTo>
                  <a:lnTo>
                    <a:pt x="181610" y="31750"/>
                  </a:lnTo>
                  <a:lnTo>
                    <a:pt x="181610" y="30480"/>
                  </a:lnTo>
                  <a:close/>
                </a:path>
                <a:path w="181610" h="105410">
                  <a:moveTo>
                    <a:pt x="181610" y="24130"/>
                  </a:moveTo>
                  <a:lnTo>
                    <a:pt x="144780" y="24130"/>
                  </a:lnTo>
                  <a:lnTo>
                    <a:pt x="144780" y="22860"/>
                  </a:lnTo>
                  <a:lnTo>
                    <a:pt x="142240" y="22860"/>
                  </a:lnTo>
                  <a:lnTo>
                    <a:pt x="142240" y="24130"/>
                  </a:lnTo>
                  <a:lnTo>
                    <a:pt x="139700" y="24130"/>
                  </a:lnTo>
                  <a:lnTo>
                    <a:pt x="139700" y="25400"/>
                  </a:lnTo>
                  <a:lnTo>
                    <a:pt x="135890" y="25400"/>
                  </a:lnTo>
                  <a:lnTo>
                    <a:pt x="135890" y="27940"/>
                  </a:lnTo>
                  <a:lnTo>
                    <a:pt x="133350" y="27940"/>
                  </a:lnTo>
                  <a:lnTo>
                    <a:pt x="133350" y="29210"/>
                  </a:lnTo>
                  <a:lnTo>
                    <a:pt x="181610" y="29210"/>
                  </a:lnTo>
                  <a:lnTo>
                    <a:pt x="181610" y="27940"/>
                  </a:lnTo>
                  <a:lnTo>
                    <a:pt x="181610" y="25400"/>
                  </a:lnTo>
                  <a:lnTo>
                    <a:pt x="181610" y="24130"/>
                  </a:lnTo>
                  <a:close/>
                </a:path>
                <a:path w="181610" h="105410">
                  <a:moveTo>
                    <a:pt x="181610" y="17780"/>
                  </a:moveTo>
                  <a:lnTo>
                    <a:pt x="156210" y="17780"/>
                  </a:lnTo>
                  <a:lnTo>
                    <a:pt x="156210" y="16510"/>
                  </a:lnTo>
                  <a:lnTo>
                    <a:pt x="153670" y="16510"/>
                  </a:lnTo>
                  <a:lnTo>
                    <a:pt x="153670" y="17780"/>
                  </a:lnTo>
                  <a:lnTo>
                    <a:pt x="151130" y="17780"/>
                  </a:lnTo>
                  <a:lnTo>
                    <a:pt x="151130" y="19050"/>
                  </a:lnTo>
                  <a:lnTo>
                    <a:pt x="147320" y="19050"/>
                  </a:lnTo>
                  <a:lnTo>
                    <a:pt x="147320" y="21590"/>
                  </a:lnTo>
                  <a:lnTo>
                    <a:pt x="144780" y="21590"/>
                  </a:lnTo>
                  <a:lnTo>
                    <a:pt x="144780" y="22860"/>
                  </a:lnTo>
                  <a:lnTo>
                    <a:pt x="181610" y="22860"/>
                  </a:lnTo>
                  <a:lnTo>
                    <a:pt x="181610" y="21590"/>
                  </a:lnTo>
                  <a:lnTo>
                    <a:pt x="181610" y="19050"/>
                  </a:lnTo>
                  <a:lnTo>
                    <a:pt x="181610" y="17780"/>
                  </a:lnTo>
                  <a:close/>
                </a:path>
                <a:path w="181610" h="105410">
                  <a:moveTo>
                    <a:pt x="181610" y="11430"/>
                  </a:moveTo>
                  <a:lnTo>
                    <a:pt x="167640" y="11430"/>
                  </a:lnTo>
                  <a:lnTo>
                    <a:pt x="167640" y="10160"/>
                  </a:lnTo>
                  <a:lnTo>
                    <a:pt x="165100" y="10160"/>
                  </a:lnTo>
                  <a:lnTo>
                    <a:pt x="165100" y="11430"/>
                  </a:lnTo>
                  <a:lnTo>
                    <a:pt x="162560" y="11430"/>
                  </a:lnTo>
                  <a:lnTo>
                    <a:pt x="162560" y="12700"/>
                  </a:lnTo>
                  <a:lnTo>
                    <a:pt x="158750" y="12700"/>
                  </a:lnTo>
                  <a:lnTo>
                    <a:pt x="158750" y="15240"/>
                  </a:lnTo>
                  <a:lnTo>
                    <a:pt x="156210" y="15240"/>
                  </a:lnTo>
                  <a:lnTo>
                    <a:pt x="156210" y="16510"/>
                  </a:lnTo>
                  <a:lnTo>
                    <a:pt x="181610" y="16510"/>
                  </a:lnTo>
                  <a:lnTo>
                    <a:pt x="181610" y="15240"/>
                  </a:lnTo>
                  <a:lnTo>
                    <a:pt x="181610" y="12700"/>
                  </a:lnTo>
                  <a:lnTo>
                    <a:pt x="181610" y="11430"/>
                  </a:lnTo>
                  <a:close/>
                </a:path>
                <a:path w="181610" h="105410">
                  <a:moveTo>
                    <a:pt x="181610" y="5080"/>
                  </a:moveTo>
                  <a:lnTo>
                    <a:pt x="177800" y="5080"/>
                  </a:lnTo>
                  <a:lnTo>
                    <a:pt x="177800" y="3810"/>
                  </a:lnTo>
                  <a:lnTo>
                    <a:pt x="176530" y="3810"/>
                  </a:lnTo>
                  <a:lnTo>
                    <a:pt x="176530" y="5080"/>
                  </a:lnTo>
                  <a:lnTo>
                    <a:pt x="173990" y="5080"/>
                  </a:lnTo>
                  <a:lnTo>
                    <a:pt x="173990" y="6350"/>
                  </a:lnTo>
                  <a:lnTo>
                    <a:pt x="168910" y="6350"/>
                  </a:lnTo>
                  <a:lnTo>
                    <a:pt x="168910" y="8890"/>
                  </a:lnTo>
                  <a:lnTo>
                    <a:pt x="167640" y="8890"/>
                  </a:lnTo>
                  <a:lnTo>
                    <a:pt x="167640" y="10160"/>
                  </a:lnTo>
                  <a:lnTo>
                    <a:pt x="181610" y="10160"/>
                  </a:lnTo>
                  <a:lnTo>
                    <a:pt x="181610" y="8890"/>
                  </a:lnTo>
                  <a:lnTo>
                    <a:pt x="181610" y="6350"/>
                  </a:lnTo>
                  <a:lnTo>
                    <a:pt x="181610" y="5080"/>
                  </a:lnTo>
                  <a:close/>
                </a:path>
                <a:path w="181610" h="105410">
                  <a:moveTo>
                    <a:pt x="181610" y="0"/>
                  </a:moveTo>
                  <a:lnTo>
                    <a:pt x="180340" y="0"/>
                  </a:lnTo>
                  <a:lnTo>
                    <a:pt x="180340" y="2540"/>
                  </a:lnTo>
                  <a:lnTo>
                    <a:pt x="177800" y="2540"/>
                  </a:lnTo>
                  <a:lnTo>
                    <a:pt x="177800" y="3810"/>
                  </a:lnTo>
                  <a:lnTo>
                    <a:pt x="181610" y="3810"/>
                  </a:lnTo>
                  <a:lnTo>
                    <a:pt x="181610" y="2540"/>
                  </a:lnTo>
                  <a:lnTo>
                    <a:pt x="181610" y="0"/>
                  </a:lnTo>
                  <a:close/>
                </a:path>
              </a:pathLst>
            </a:custGeom>
            <a:solidFill>
              <a:srgbClr val="EAE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9" name="object 1789"/>
            <p:cNvSpPr/>
            <p:nvPr/>
          </p:nvSpPr>
          <p:spPr>
            <a:xfrm>
              <a:off x="2924810" y="2621279"/>
              <a:ext cx="224790" cy="120650"/>
            </a:xfrm>
            <a:custGeom>
              <a:avLst/>
              <a:gdLst/>
              <a:ahLst/>
              <a:cxnLst/>
              <a:rect l="l" t="t" r="r" b="b"/>
              <a:pathLst>
                <a:path w="224789" h="120650">
                  <a:moveTo>
                    <a:pt x="3810" y="113030"/>
                  </a:moveTo>
                  <a:lnTo>
                    <a:pt x="0" y="113030"/>
                  </a:lnTo>
                  <a:lnTo>
                    <a:pt x="0" y="118110"/>
                  </a:lnTo>
                  <a:lnTo>
                    <a:pt x="3810" y="118110"/>
                  </a:lnTo>
                  <a:lnTo>
                    <a:pt x="3810" y="113030"/>
                  </a:lnTo>
                  <a:close/>
                </a:path>
                <a:path w="224789" h="120650">
                  <a:moveTo>
                    <a:pt x="3810" y="106680"/>
                  </a:moveTo>
                  <a:lnTo>
                    <a:pt x="0" y="106680"/>
                  </a:lnTo>
                  <a:lnTo>
                    <a:pt x="0" y="111760"/>
                  </a:lnTo>
                  <a:lnTo>
                    <a:pt x="3810" y="111760"/>
                  </a:lnTo>
                  <a:lnTo>
                    <a:pt x="3810" y="106680"/>
                  </a:lnTo>
                  <a:close/>
                </a:path>
                <a:path w="224789" h="120650">
                  <a:moveTo>
                    <a:pt x="3810" y="100330"/>
                  </a:moveTo>
                  <a:lnTo>
                    <a:pt x="0" y="100330"/>
                  </a:lnTo>
                  <a:lnTo>
                    <a:pt x="0" y="105410"/>
                  </a:lnTo>
                  <a:lnTo>
                    <a:pt x="3810" y="105410"/>
                  </a:lnTo>
                  <a:lnTo>
                    <a:pt x="3810" y="100330"/>
                  </a:lnTo>
                  <a:close/>
                </a:path>
                <a:path w="224789" h="120650">
                  <a:moveTo>
                    <a:pt x="3810" y="93980"/>
                  </a:moveTo>
                  <a:lnTo>
                    <a:pt x="0" y="93980"/>
                  </a:lnTo>
                  <a:lnTo>
                    <a:pt x="0" y="99060"/>
                  </a:lnTo>
                  <a:lnTo>
                    <a:pt x="3810" y="99060"/>
                  </a:lnTo>
                  <a:lnTo>
                    <a:pt x="3810" y="93980"/>
                  </a:lnTo>
                  <a:close/>
                </a:path>
                <a:path w="224789" h="120650">
                  <a:moveTo>
                    <a:pt x="3810" y="87630"/>
                  </a:moveTo>
                  <a:lnTo>
                    <a:pt x="0" y="87630"/>
                  </a:lnTo>
                  <a:lnTo>
                    <a:pt x="0" y="92710"/>
                  </a:lnTo>
                  <a:lnTo>
                    <a:pt x="3810" y="92710"/>
                  </a:lnTo>
                  <a:lnTo>
                    <a:pt x="3810" y="87630"/>
                  </a:lnTo>
                  <a:close/>
                </a:path>
                <a:path w="224789" h="120650">
                  <a:moveTo>
                    <a:pt x="3810" y="81280"/>
                  </a:moveTo>
                  <a:lnTo>
                    <a:pt x="0" y="81280"/>
                  </a:lnTo>
                  <a:lnTo>
                    <a:pt x="0" y="86360"/>
                  </a:lnTo>
                  <a:lnTo>
                    <a:pt x="3810" y="86360"/>
                  </a:lnTo>
                  <a:lnTo>
                    <a:pt x="3810" y="81280"/>
                  </a:lnTo>
                  <a:close/>
                </a:path>
                <a:path w="224789" h="120650">
                  <a:moveTo>
                    <a:pt x="3810" y="74930"/>
                  </a:moveTo>
                  <a:lnTo>
                    <a:pt x="0" y="74930"/>
                  </a:lnTo>
                  <a:lnTo>
                    <a:pt x="0" y="80010"/>
                  </a:lnTo>
                  <a:lnTo>
                    <a:pt x="3810" y="80010"/>
                  </a:lnTo>
                  <a:lnTo>
                    <a:pt x="3810" y="74930"/>
                  </a:lnTo>
                  <a:close/>
                </a:path>
                <a:path w="224789" h="120650">
                  <a:moveTo>
                    <a:pt x="3810" y="68580"/>
                  </a:moveTo>
                  <a:lnTo>
                    <a:pt x="0" y="68580"/>
                  </a:lnTo>
                  <a:lnTo>
                    <a:pt x="0" y="73660"/>
                  </a:lnTo>
                  <a:lnTo>
                    <a:pt x="3810" y="73660"/>
                  </a:lnTo>
                  <a:lnTo>
                    <a:pt x="3810" y="68580"/>
                  </a:lnTo>
                  <a:close/>
                </a:path>
                <a:path w="224789" h="120650">
                  <a:moveTo>
                    <a:pt x="3810" y="62230"/>
                  </a:moveTo>
                  <a:lnTo>
                    <a:pt x="0" y="62230"/>
                  </a:lnTo>
                  <a:lnTo>
                    <a:pt x="0" y="67310"/>
                  </a:lnTo>
                  <a:lnTo>
                    <a:pt x="3810" y="67310"/>
                  </a:lnTo>
                  <a:lnTo>
                    <a:pt x="3810" y="62230"/>
                  </a:lnTo>
                  <a:close/>
                </a:path>
                <a:path w="224789" h="120650">
                  <a:moveTo>
                    <a:pt x="3810" y="55880"/>
                  </a:moveTo>
                  <a:lnTo>
                    <a:pt x="0" y="55880"/>
                  </a:lnTo>
                  <a:lnTo>
                    <a:pt x="0" y="60960"/>
                  </a:lnTo>
                  <a:lnTo>
                    <a:pt x="3810" y="60960"/>
                  </a:lnTo>
                  <a:lnTo>
                    <a:pt x="3810" y="55880"/>
                  </a:lnTo>
                  <a:close/>
                </a:path>
                <a:path w="224789" h="120650">
                  <a:moveTo>
                    <a:pt x="3810" y="49530"/>
                  </a:moveTo>
                  <a:lnTo>
                    <a:pt x="0" y="49530"/>
                  </a:lnTo>
                  <a:lnTo>
                    <a:pt x="0" y="54610"/>
                  </a:lnTo>
                  <a:lnTo>
                    <a:pt x="3810" y="54610"/>
                  </a:lnTo>
                  <a:lnTo>
                    <a:pt x="3810" y="49530"/>
                  </a:lnTo>
                  <a:close/>
                </a:path>
                <a:path w="224789" h="120650">
                  <a:moveTo>
                    <a:pt x="3810" y="43180"/>
                  </a:moveTo>
                  <a:lnTo>
                    <a:pt x="0" y="43180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3180"/>
                  </a:lnTo>
                  <a:close/>
                </a:path>
                <a:path w="224789" h="120650">
                  <a:moveTo>
                    <a:pt x="3810" y="36830"/>
                  </a:moveTo>
                  <a:lnTo>
                    <a:pt x="0" y="36830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6830"/>
                  </a:lnTo>
                  <a:close/>
                </a:path>
                <a:path w="224789" h="120650">
                  <a:moveTo>
                    <a:pt x="3810" y="30480"/>
                  </a:moveTo>
                  <a:lnTo>
                    <a:pt x="0" y="30480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30480"/>
                  </a:lnTo>
                  <a:close/>
                </a:path>
                <a:path w="224789" h="120650">
                  <a:moveTo>
                    <a:pt x="3810" y="24130"/>
                  </a:moveTo>
                  <a:lnTo>
                    <a:pt x="0" y="24130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4130"/>
                  </a:lnTo>
                  <a:close/>
                </a:path>
                <a:path w="224789" h="120650">
                  <a:moveTo>
                    <a:pt x="3810" y="17780"/>
                  </a:moveTo>
                  <a:lnTo>
                    <a:pt x="0" y="1778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7780"/>
                  </a:lnTo>
                  <a:close/>
                </a:path>
                <a:path w="224789" h="120650">
                  <a:moveTo>
                    <a:pt x="3810" y="11430"/>
                  </a:moveTo>
                  <a:lnTo>
                    <a:pt x="0" y="1143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1430"/>
                  </a:lnTo>
                  <a:close/>
                </a:path>
                <a:path w="224789" h="120650">
                  <a:moveTo>
                    <a:pt x="3810" y="5080"/>
                  </a:moveTo>
                  <a:lnTo>
                    <a:pt x="0" y="508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5080"/>
                  </a:lnTo>
                  <a:close/>
                </a:path>
                <a:path w="224789" h="120650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224789" h="120650">
                  <a:moveTo>
                    <a:pt x="220980" y="119380"/>
                  </a:moveTo>
                  <a:lnTo>
                    <a:pt x="0" y="119380"/>
                  </a:lnTo>
                  <a:lnTo>
                    <a:pt x="0" y="120650"/>
                  </a:lnTo>
                  <a:lnTo>
                    <a:pt x="220980" y="120650"/>
                  </a:lnTo>
                  <a:lnTo>
                    <a:pt x="220980" y="119380"/>
                  </a:lnTo>
                  <a:close/>
                </a:path>
                <a:path w="224789" h="120650">
                  <a:moveTo>
                    <a:pt x="224790" y="118110"/>
                  </a:moveTo>
                  <a:lnTo>
                    <a:pt x="223520" y="118110"/>
                  </a:lnTo>
                  <a:lnTo>
                    <a:pt x="223520" y="119380"/>
                  </a:lnTo>
                  <a:lnTo>
                    <a:pt x="224790" y="119380"/>
                  </a:lnTo>
                  <a:lnTo>
                    <a:pt x="224790" y="118110"/>
                  </a:lnTo>
                  <a:close/>
                </a:path>
              </a:pathLst>
            </a:custGeom>
            <a:solidFill>
              <a:srgbClr val="E9E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0" name="object 1790"/>
            <p:cNvSpPr/>
            <p:nvPr/>
          </p:nvSpPr>
          <p:spPr>
            <a:xfrm>
              <a:off x="2928619" y="2617469"/>
              <a:ext cx="227329" cy="120650"/>
            </a:xfrm>
            <a:custGeom>
              <a:avLst/>
              <a:gdLst/>
              <a:ahLst/>
              <a:cxnLst/>
              <a:rect l="l" t="t" r="r" b="b"/>
              <a:pathLst>
                <a:path w="227330" h="120650">
                  <a:moveTo>
                    <a:pt x="223519" y="118110"/>
                  </a:moveTo>
                  <a:lnTo>
                    <a:pt x="0" y="118110"/>
                  </a:lnTo>
                  <a:lnTo>
                    <a:pt x="0" y="120650"/>
                  </a:lnTo>
                  <a:lnTo>
                    <a:pt x="220980" y="120650"/>
                  </a:lnTo>
                  <a:lnTo>
                    <a:pt x="220980" y="119379"/>
                  </a:lnTo>
                  <a:lnTo>
                    <a:pt x="223519" y="119379"/>
                  </a:lnTo>
                  <a:lnTo>
                    <a:pt x="223519" y="118110"/>
                  </a:lnTo>
                  <a:close/>
                </a:path>
                <a:path w="227330" h="120650">
                  <a:moveTo>
                    <a:pt x="227330" y="116839"/>
                  </a:moveTo>
                  <a:lnTo>
                    <a:pt x="226059" y="116839"/>
                  </a:lnTo>
                  <a:lnTo>
                    <a:pt x="226059" y="118110"/>
                  </a:lnTo>
                  <a:lnTo>
                    <a:pt x="227330" y="118110"/>
                  </a:lnTo>
                  <a:lnTo>
                    <a:pt x="227330" y="116839"/>
                  </a:lnTo>
                  <a:close/>
                </a:path>
                <a:path w="227330" h="120650">
                  <a:moveTo>
                    <a:pt x="3810" y="115570"/>
                  </a:moveTo>
                  <a:lnTo>
                    <a:pt x="0" y="115570"/>
                  </a:lnTo>
                  <a:lnTo>
                    <a:pt x="0" y="116839"/>
                  </a:lnTo>
                  <a:lnTo>
                    <a:pt x="3810" y="116839"/>
                  </a:lnTo>
                  <a:lnTo>
                    <a:pt x="3810" y="115570"/>
                  </a:lnTo>
                  <a:close/>
                </a:path>
                <a:path w="227330" h="120650">
                  <a:moveTo>
                    <a:pt x="3810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3810" y="114300"/>
                  </a:lnTo>
                  <a:lnTo>
                    <a:pt x="3810" y="111760"/>
                  </a:lnTo>
                  <a:close/>
                </a:path>
                <a:path w="227330" h="120650">
                  <a:moveTo>
                    <a:pt x="3810" y="109220"/>
                  </a:moveTo>
                  <a:lnTo>
                    <a:pt x="0" y="109220"/>
                  </a:lnTo>
                  <a:lnTo>
                    <a:pt x="0" y="110489"/>
                  </a:lnTo>
                  <a:lnTo>
                    <a:pt x="3810" y="110489"/>
                  </a:lnTo>
                  <a:lnTo>
                    <a:pt x="3810" y="109220"/>
                  </a:lnTo>
                  <a:close/>
                </a:path>
                <a:path w="227330" h="120650">
                  <a:moveTo>
                    <a:pt x="3810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3810" y="107950"/>
                  </a:lnTo>
                  <a:lnTo>
                    <a:pt x="3810" y="105410"/>
                  </a:lnTo>
                  <a:close/>
                </a:path>
                <a:path w="227330" h="120650">
                  <a:moveTo>
                    <a:pt x="3810" y="102870"/>
                  </a:moveTo>
                  <a:lnTo>
                    <a:pt x="0" y="102870"/>
                  </a:lnTo>
                  <a:lnTo>
                    <a:pt x="0" y="104139"/>
                  </a:lnTo>
                  <a:lnTo>
                    <a:pt x="3810" y="104139"/>
                  </a:lnTo>
                  <a:lnTo>
                    <a:pt x="3810" y="102870"/>
                  </a:lnTo>
                  <a:close/>
                </a:path>
                <a:path w="227330" h="120650">
                  <a:moveTo>
                    <a:pt x="3810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3810" y="101600"/>
                  </a:lnTo>
                  <a:lnTo>
                    <a:pt x="3810" y="99060"/>
                  </a:lnTo>
                  <a:close/>
                </a:path>
                <a:path w="227330" h="120650">
                  <a:moveTo>
                    <a:pt x="3810" y="96520"/>
                  </a:moveTo>
                  <a:lnTo>
                    <a:pt x="0" y="96520"/>
                  </a:lnTo>
                  <a:lnTo>
                    <a:pt x="0" y="97789"/>
                  </a:lnTo>
                  <a:lnTo>
                    <a:pt x="3810" y="97789"/>
                  </a:lnTo>
                  <a:lnTo>
                    <a:pt x="3810" y="96520"/>
                  </a:lnTo>
                  <a:close/>
                </a:path>
                <a:path w="227330" h="120650">
                  <a:moveTo>
                    <a:pt x="3810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3810" y="95250"/>
                  </a:lnTo>
                  <a:lnTo>
                    <a:pt x="3810" y="92710"/>
                  </a:lnTo>
                  <a:close/>
                </a:path>
                <a:path w="227330" h="120650">
                  <a:moveTo>
                    <a:pt x="3810" y="90170"/>
                  </a:moveTo>
                  <a:lnTo>
                    <a:pt x="0" y="90170"/>
                  </a:lnTo>
                  <a:lnTo>
                    <a:pt x="0" y="91439"/>
                  </a:lnTo>
                  <a:lnTo>
                    <a:pt x="3810" y="91439"/>
                  </a:lnTo>
                  <a:lnTo>
                    <a:pt x="3810" y="90170"/>
                  </a:lnTo>
                  <a:close/>
                </a:path>
                <a:path w="227330" h="120650">
                  <a:moveTo>
                    <a:pt x="3810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3810" y="88900"/>
                  </a:lnTo>
                  <a:lnTo>
                    <a:pt x="3810" y="86360"/>
                  </a:lnTo>
                  <a:close/>
                </a:path>
                <a:path w="227330" h="120650">
                  <a:moveTo>
                    <a:pt x="3810" y="83820"/>
                  </a:moveTo>
                  <a:lnTo>
                    <a:pt x="0" y="83820"/>
                  </a:lnTo>
                  <a:lnTo>
                    <a:pt x="0" y="85089"/>
                  </a:lnTo>
                  <a:lnTo>
                    <a:pt x="3810" y="85089"/>
                  </a:lnTo>
                  <a:lnTo>
                    <a:pt x="3810" y="83820"/>
                  </a:lnTo>
                  <a:close/>
                </a:path>
                <a:path w="227330" h="120650">
                  <a:moveTo>
                    <a:pt x="3810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3810" y="82550"/>
                  </a:lnTo>
                  <a:lnTo>
                    <a:pt x="3810" y="80010"/>
                  </a:lnTo>
                  <a:close/>
                </a:path>
                <a:path w="227330" h="120650">
                  <a:moveTo>
                    <a:pt x="3810" y="77470"/>
                  </a:moveTo>
                  <a:lnTo>
                    <a:pt x="0" y="77470"/>
                  </a:lnTo>
                  <a:lnTo>
                    <a:pt x="0" y="78739"/>
                  </a:lnTo>
                  <a:lnTo>
                    <a:pt x="3810" y="78739"/>
                  </a:lnTo>
                  <a:lnTo>
                    <a:pt x="3810" y="77470"/>
                  </a:lnTo>
                  <a:close/>
                </a:path>
                <a:path w="227330" h="120650">
                  <a:moveTo>
                    <a:pt x="3810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3810" y="76200"/>
                  </a:lnTo>
                  <a:lnTo>
                    <a:pt x="3810" y="73660"/>
                  </a:lnTo>
                  <a:close/>
                </a:path>
                <a:path w="227330" h="120650">
                  <a:moveTo>
                    <a:pt x="3810" y="71120"/>
                  </a:moveTo>
                  <a:lnTo>
                    <a:pt x="0" y="71120"/>
                  </a:lnTo>
                  <a:lnTo>
                    <a:pt x="0" y="72389"/>
                  </a:lnTo>
                  <a:lnTo>
                    <a:pt x="3810" y="72389"/>
                  </a:lnTo>
                  <a:lnTo>
                    <a:pt x="3810" y="71120"/>
                  </a:lnTo>
                  <a:close/>
                </a:path>
                <a:path w="227330" h="120650">
                  <a:moveTo>
                    <a:pt x="3810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3810" y="69850"/>
                  </a:lnTo>
                  <a:lnTo>
                    <a:pt x="3810" y="67310"/>
                  </a:lnTo>
                  <a:close/>
                </a:path>
                <a:path w="227330" h="120650">
                  <a:moveTo>
                    <a:pt x="3810" y="64770"/>
                  </a:moveTo>
                  <a:lnTo>
                    <a:pt x="0" y="64770"/>
                  </a:lnTo>
                  <a:lnTo>
                    <a:pt x="0" y="66039"/>
                  </a:lnTo>
                  <a:lnTo>
                    <a:pt x="3810" y="66039"/>
                  </a:lnTo>
                  <a:lnTo>
                    <a:pt x="3810" y="64770"/>
                  </a:lnTo>
                  <a:close/>
                </a:path>
                <a:path w="227330" h="120650">
                  <a:moveTo>
                    <a:pt x="3810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60960"/>
                  </a:lnTo>
                  <a:close/>
                </a:path>
                <a:path w="227330" h="120650">
                  <a:moveTo>
                    <a:pt x="3810" y="58420"/>
                  </a:moveTo>
                  <a:lnTo>
                    <a:pt x="0" y="58420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8420"/>
                  </a:lnTo>
                  <a:close/>
                </a:path>
                <a:path w="227330" h="120650">
                  <a:moveTo>
                    <a:pt x="3810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3810" y="57150"/>
                  </a:lnTo>
                  <a:lnTo>
                    <a:pt x="3810" y="54610"/>
                  </a:lnTo>
                  <a:close/>
                </a:path>
                <a:path w="227330" h="120650">
                  <a:moveTo>
                    <a:pt x="3810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52070"/>
                  </a:lnTo>
                  <a:close/>
                </a:path>
                <a:path w="227330" h="120650">
                  <a:moveTo>
                    <a:pt x="3810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3810" y="50800"/>
                  </a:lnTo>
                  <a:lnTo>
                    <a:pt x="3810" y="48260"/>
                  </a:lnTo>
                  <a:close/>
                </a:path>
                <a:path w="227330" h="120650">
                  <a:moveTo>
                    <a:pt x="3810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5720"/>
                  </a:lnTo>
                  <a:close/>
                </a:path>
                <a:path w="227330" h="120650">
                  <a:moveTo>
                    <a:pt x="3810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3810" y="44450"/>
                  </a:lnTo>
                  <a:lnTo>
                    <a:pt x="3810" y="41910"/>
                  </a:lnTo>
                  <a:close/>
                </a:path>
                <a:path w="227330" h="120650">
                  <a:moveTo>
                    <a:pt x="3810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9370"/>
                  </a:lnTo>
                  <a:close/>
                </a:path>
                <a:path w="227330" h="120650">
                  <a:moveTo>
                    <a:pt x="381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5560"/>
                  </a:lnTo>
                  <a:close/>
                </a:path>
                <a:path w="227330" h="120650">
                  <a:moveTo>
                    <a:pt x="3810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33020"/>
                  </a:lnTo>
                  <a:close/>
                </a:path>
                <a:path w="227330" h="120650">
                  <a:moveTo>
                    <a:pt x="381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3810" y="31750"/>
                  </a:lnTo>
                  <a:lnTo>
                    <a:pt x="3810" y="29210"/>
                  </a:lnTo>
                  <a:close/>
                </a:path>
                <a:path w="227330" h="120650">
                  <a:moveTo>
                    <a:pt x="3810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6670"/>
                  </a:lnTo>
                  <a:close/>
                </a:path>
                <a:path w="227330" h="120650">
                  <a:moveTo>
                    <a:pt x="381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2860"/>
                  </a:lnTo>
                  <a:close/>
                </a:path>
                <a:path w="227330" h="120650">
                  <a:moveTo>
                    <a:pt x="3810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20320"/>
                  </a:lnTo>
                  <a:close/>
                </a:path>
                <a:path w="227330" h="120650">
                  <a:moveTo>
                    <a:pt x="381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6510"/>
                  </a:lnTo>
                  <a:close/>
                </a:path>
                <a:path w="227330" h="120650">
                  <a:moveTo>
                    <a:pt x="3810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3970"/>
                  </a:lnTo>
                  <a:close/>
                </a:path>
                <a:path w="227330" h="120650">
                  <a:moveTo>
                    <a:pt x="381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10160"/>
                  </a:lnTo>
                  <a:close/>
                </a:path>
                <a:path w="227330" h="120650">
                  <a:moveTo>
                    <a:pt x="3810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7620"/>
                  </a:lnTo>
                  <a:close/>
                </a:path>
                <a:path w="227330" h="120650">
                  <a:moveTo>
                    <a:pt x="3810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3810"/>
                  </a:lnTo>
                  <a:close/>
                </a:path>
                <a:path w="227330" h="120650">
                  <a:moveTo>
                    <a:pt x="38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E8E2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1" name="object 1791"/>
            <p:cNvSpPr/>
            <p:nvPr/>
          </p:nvSpPr>
          <p:spPr>
            <a:xfrm>
              <a:off x="2932430" y="2614929"/>
              <a:ext cx="228600" cy="119380"/>
            </a:xfrm>
            <a:custGeom>
              <a:avLst/>
              <a:gdLst/>
              <a:ahLst/>
              <a:cxnLst/>
              <a:rect l="l" t="t" r="r" b="b"/>
              <a:pathLst>
                <a:path w="228600" h="119380">
                  <a:moveTo>
                    <a:pt x="3809" y="114300"/>
                  </a:moveTo>
                  <a:lnTo>
                    <a:pt x="0" y="114300"/>
                  </a:lnTo>
                  <a:lnTo>
                    <a:pt x="0" y="119379"/>
                  </a:lnTo>
                  <a:lnTo>
                    <a:pt x="223519" y="119379"/>
                  </a:lnTo>
                  <a:lnTo>
                    <a:pt x="223519" y="118109"/>
                  </a:lnTo>
                  <a:lnTo>
                    <a:pt x="228599" y="118109"/>
                  </a:lnTo>
                  <a:lnTo>
                    <a:pt x="228599" y="115569"/>
                  </a:lnTo>
                  <a:lnTo>
                    <a:pt x="3809" y="115569"/>
                  </a:lnTo>
                  <a:lnTo>
                    <a:pt x="3809" y="114300"/>
                  </a:lnTo>
                  <a:close/>
                </a:path>
                <a:path w="228600" h="119380">
                  <a:moveTo>
                    <a:pt x="3809" y="107950"/>
                  </a:moveTo>
                  <a:lnTo>
                    <a:pt x="0" y="107950"/>
                  </a:lnTo>
                  <a:lnTo>
                    <a:pt x="0" y="113029"/>
                  </a:lnTo>
                  <a:lnTo>
                    <a:pt x="3809" y="113029"/>
                  </a:lnTo>
                  <a:lnTo>
                    <a:pt x="3809" y="107950"/>
                  </a:lnTo>
                  <a:close/>
                </a:path>
                <a:path w="228600" h="119380">
                  <a:moveTo>
                    <a:pt x="3809" y="101600"/>
                  </a:moveTo>
                  <a:lnTo>
                    <a:pt x="0" y="101600"/>
                  </a:lnTo>
                  <a:lnTo>
                    <a:pt x="0" y="106679"/>
                  </a:lnTo>
                  <a:lnTo>
                    <a:pt x="3809" y="106679"/>
                  </a:lnTo>
                  <a:lnTo>
                    <a:pt x="3809" y="101600"/>
                  </a:lnTo>
                  <a:close/>
                </a:path>
                <a:path w="228600" h="119380">
                  <a:moveTo>
                    <a:pt x="3809" y="95250"/>
                  </a:moveTo>
                  <a:lnTo>
                    <a:pt x="0" y="95250"/>
                  </a:lnTo>
                  <a:lnTo>
                    <a:pt x="0" y="100329"/>
                  </a:lnTo>
                  <a:lnTo>
                    <a:pt x="3809" y="100329"/>
                  </a:lnTo>
                  <a:lnTo>
                    <a:pt x="3809" y="95250"/>
                  </a:lnTo>
                  <a:close/>
                </a:path>
                <a:path w="228600" h="119380">
                  <a:moveTo>
                    <a:pt x="3809" y="88900"/>
                  </a:moveTo>
                  <a:lnTo>
                    <a:pt x="0" y="88900"/>
                  </a:lnTo>
                  <a:lnTo>
                    <a:pt x="0" y="93979"/>
                  </a:lnTo>
                  <a:lnTo>
                    <a:pt x="3809" y="93979"/>
                  </a:lnTo>
                  <a:lnTo>
                    <a:pt x="3809" y="88900"/>
                  </a:lnTo>
                  <a:close/>
                </a:path>
                <a:path w="228600" h="119380">
                  <a:moveTo>
                    <a:pt x="3809" y="82550"/>
                  </a:moveTo>
                  <a:lnTo>
                    <a:pt x="0" y="82550"/>
                  </a:lnTo>
                  <a:lnTo>
                    <a:pt x="0" y="87629"/>
                  </a:lnTo>
                  <a:lnTo>
                    <a:pt x="3809" y="87629"/>
                  </a:lnTo>
                  <a:lnTo>
                    <a:pt x="3809" y="82550"/>
                  </a:lnTo>
                  <a:close/>
                </a:path>
                <a:path w="228600" h="119380">
                  <a:moveTo>
                    <a:pt x="3809" y="76200"/>
                  </a:moveTo>
                  <a:lnTo>
                    <a:pt x="0" y="76200"/>
                  </a:lnTo>
                  <a:lnTo>
                    <a:pt x="0" y="81279"/>
                  </a:lnTo>
                  <a:lnTo>
                    <a:pt x="3809" y="81279"/>
                  </a:lnTo>
                  <a:lnTo>
                    <a:pt x="3809" y="76200"/>
                  </a:lnTo>
                  <a:close/>
                </a:path>
                <a:path w="228600" h="119380">
                  <a:moveTo>
                    <a:pt x="3809" y="69850"/>
                  </a:moveTo>
                  <a:lnTo>
                    <a:pt x="0" y="69850"/>
                  </a:lnTo>
                  <a:lnTo>
                    <a:pt x="0" y="74929"/>
                  </a:lnTo>
                  <a:lnTo>
                    <a:pt x="3809" y="74929"/>
                  </a:lnTo>
                  <a:lnTo>
                    <a:pt x="3809" y="69850"/>
                  </a:lnTo>
                  <a:close/>
                </a:path>
                <a:path w="228600" h="119380">
                  <a:moveTo>
                    <a:pt x="3809" y="63500"/>
                  </a:moveTo>
                  <a:lnTo>
                    <a:pt x="0" y="63500"/>
                  </a:lnTo>
                  <a:lnTo>
                    <a:pt x="0" y="68579"/>
                  </a:lnTo>
                  <a:lnTo>
                    <a:pt x="3809" y="68579"/>
                  </a:lnTo>
                  <a:lnTo>
                    <a:pt x="3809" y="63500"/>
                  </a:lnTo>
                  <a:close/>
                </a:path>
                <a:path w="228600" h="119380">
                  <a:moveTo>
                    <a:pt x="3809" y="57150"/>
                  </a:moveTo>
                  <a:lnTo>
                    <a:pt x="0" y="57150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7150"/>
                  </a:lnTo>
                  <a:close/>
                </a:path>
                <a:path w="228600" h="119380">
                  <a:moveTo>
                    <a:pt x="3809" y="50800"/>
                  </a:moveTo>
                  <a:lnTo>
                    <a:pt x="0" y="50800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50800"/>
                  </a:lnTo>
                  <a:close/>
                </a:path>
                <a:path w="228600" h="119380">
                  <a:moveTo>
                    <a:pt x="3809" y="44450"/>
                  </a:moveTo>
                  <a:lnTo>
                    <a:pt x="0" y="44450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4450"/>
                  </a:lnTo>
                  <a:close/>
                </a:path>
                <a:path w="228600" h="119380">
                  <a:moveTo>
                    <a:pt x="3809" y="38100"/>
                  </a:moveTo>
                  <a:lnTo>
                    <a:pt x="0" y="38100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38100"/>
                  </a:lnTo>
                  <a:close/>
                </a:path>
                <a:path w="228600" h="119380">
                  <a:moveTo>
                    <a:pt x="3809" y="31750"/>
                  </a:moveTo>
                  <a:lnTo>
                    <a:pt x="0" y="31750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1750"/>
                  </a:lnTo>
                  <a:close/>
                </a:path>
                <a:path w="228600" h="119380">
                  <a:moveTo>
                    <a:pt x="3809" y="25400"/>
                  </a:moveTo>
                  <a:lnTo>
                    <a:pt x="0" y="25400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25400"/>
                  </a:lnTo>
                  <a:close/>
                </a:path>
                <a:path w="228600" h="119380">
                  <a:moveTo>
                    <a:pt x="3809" y="19050"/>
                  </a:moveTo>
                  <a:lnTo>
                    <a:pt x="0" y="19050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19050"/>
                  </a:lnTo>
                  <a:close/>
                </a:path>
                <a:path w="228600" h="119380">
                  <a:moveTo>
                    <a:pt x="3809" y="12700"/>
                  </a:moveTo>
                  <a:lnTo>
                    <a:pt x="0" y="1270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2700"/>
                  </a:lnTo>
                  <a:close/>
                </a:path>
                <a:path w="228600" h="119380">
                  <a:moveTo>
                    <a:pt x="3809" y="6350"/>
                  </a:moveTo>
                  <a:lnTo>
                    <a:pt x="0" y="635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6350"/>
                  </a:lnTo>
                  <a:close/>
                </a:path>
                <a:path w="228600" h="119380">
                  <a:moveTo>
                    <a:pt x="3809" y="0"/>
                  </a:moveTo>
                  <a:lnTo>
                    <a:pt x="2539" y="0"/>
                  </a:lnTo>
                  <a:lnTo>
                    <a:pt x="2539" y="1269"/>
                  </a:lnTo>
                  <a:lnTo>
                    <a:pt x="0" y="1269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E7E0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2" name="object 1792"/>
            <p:cNvSpPr/>
            <p:nvPr/>
          </p:nvSpPr>
          <p:spPr>
            <a:xfrm>
              <a:off x="2936240" y="2614929"/>
              <a:ext cx="231140" cy="115570"/>
            </a:xfrm>
            <a:custGeom>
              <a:avLst/>
              <a:gdLst/>
              <a:ahLst/>
              <a:cxnLst/>
              <a:rect l="l" t="t" r="r" b="b"/>
              <a:pathLst>
                <a:path w="231139" h="115569">
                  <a:moveTo>
                    <a:pt x="231127" y="111760"/>
                  </a:moveTo>
                  <a:lnTo>
                    <a:pt x="3810" y="111760"/>
                  </a:lnTo>
                  <a:lnTo>
                    <a:pt x="3810" y="0"/>
                  </a:lnTo>
                  <a:lnTo>
                    <a:pt x="0" y="0"/>
                  </a:lnTo>
                  <a:lnTo>
                    <a:pt x="0" y="111760"/>
                  </a:lnTo>
                  <a:lnTo>
                    <a:pt x="0" y="114300"/>
                  </a:lnTo>
                  <a:lnTo>
                    <a:pt x="0" y="115570"/>
                  </a:lnTo>
                  <a:lnTo>
                    <a:pt x="227330" y="115570"/>
                  </a:lnTo>
                  <a:lnTo>
                    <a:pt x="227330" y="114300"/>
                  </a:lnTo>
                  <a:lnTo>
                    <a:pt x="231127" y="114300"/>
                  </a:lnTo>
                  <a:lnTo>
                    <a:pt x="231127" y="111760"/>
                  </a:lnTo>
                  <a:close/>
                </a:path>
              </a:pathLst>
            </a:custGeom>
            <a:solidFill>
              <a:srgbClr val="E6DF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3" name="object 1793"/>
            <p:cNvSpPr/>
            <p:nvPr/>
          </p:nvSpPr>
          <p:spPr>
            <a:xfrm>
              <a:off x="2940050" y="2612389"/>
              <a:ext cx="233679" cy="114300"/>
            </a:xfrm>
            <a:custGeom>
              <a:avLst/>
              <a:gdLst/>
              <a:ahLst/>
              <a:cxnLst/>
              <a:rect l="l" t="t" r="r" b="b"/>
              <a:pathLst>
                <a:path w="233680" h="114300">
                  <a:moveTo>
                    <a:pt x="233667" y="110490"/>
                  </a:moveTo>
                  <a:lnTo>
                    <a:pt x="3810" y="110490"/>
                  </a:lnTo>
                  <a:lnTo>
                    <a:pt x="3810" y="0"/>
                  </a:lnTo>
                  <a:lnTo>
                    <a:pt x="0" y="0"/>
                  </a:lnTo>
                  <a:lnTo>
                    <a:pt x="0" y="110490"/>
                  </a:lnTo>
                  <a:lnTo>
                    <a:pt x="0" y="113030"/>
                  </a:lnTo>
                  <a:lnTo>
                    <a:pt x="0" y="114300"/>
                  </a:lnTo>
                  <a:lnTo>
                    <a:pt x="231140" y="114300"/>
                  </a:lnTo>
                  <a:lnTo>
                    <a:pt x="231140" y="113030"/>
                  </a:lnTo>
                  <a:lnTo>
                    <a:pt x="233667" y="113030"/>
                  </a:lnTo>
                  <a:lnTo>
                    <a:pt x="233667" y="110490"/>
                  </a:lnTo>
                  <a:close/>
                </a:path>
              </a:pathLst>
            </a:custGeom>
            <a:solidFill>
              <a:srgbClr val="E5DE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4" name="object 1794"/>
            <p:cNvSpPr/>
            <p:nvPr/>
          </p:nvSpPr>
          <p:spPr>
            <a:xfrm>
              <a:off x="2943860" y="2608579"/>
              <a:ext cx="238760" cy="114300"/>
            </a:xfrm>
            <a:custGeom>
              <a:avLst/>
              <a:gdLst/>
              <a:ahLst/>
              <a:cxnLst/>
              <a:rect l="l" t="t" r="r" b="b"/>
              <a:pathLst>
                <a:path w="238760" h="114300">
                  <a:moveTo>
                    <a:pt x="233679" y="113029"/>
                  </a:moveTo>
                  <a:lnTo>
                    <a:pt x="0" y="113029"/>
                  </a:lnTo>
                  <a:lnTo>
                    <a:pt x="0" y="114300"/>
                  </a:lnTo>
                  <a:lnTo>
                    <a:pt x="233679" y="114300"/>
                  </a:lnTo>
                  <a:lnTo>
                    <a:pt x="233679" y="113029"/>
                  </a:lnTo>
                  <a:close/>
                </a:path>
                <a:path w="238760" h="114300">
                  <a:moveTo>
                    <a:pt x="238760" y="111760"/>
                  </a:moveTo>
                  <a:lnTo>
                    <a:pt x="236219" y="111760"/>
                  </a:lnTo>
                  <a:lnTo>
                    <a:pt x="236219" y="113029"/>
                  </a:lnTo>
                  <a:lnTo>
                    <a:pt x="238760" y="113029"/>
                  </a:lnTo>
                  <a:lnTo>
                    <a:pt x="238760" y="111760"/>
                  </a:lnTo>
                  <a:close/>
                </a:path>
                <a:path w="238760" h="114300">
                  <a:moveTo>
                    <a:pt x="3809" y="106679"/>
                  </a:moveTo>
                  <a:lnTo>
                    <a:pt x="0" y="106679"/>
                  </a:lnTo>
                  <a:lnTo>
                    <a:pt x="0" y="111760"/>
                  </a:lnTo>
                  <a:lnTo>
                    <a:pt x="3809" y="111760"/>
                  </a:lnTo>
                  <a:lnTo>
                    <a:pt x="3809" y="106679"/>
                  </a:lnTo>
                  <a:close/>
                </a:path>
                <a:path w="238760" h="114300">
                  <a:moveTo>
                    <a:pt x="3809" y="100329"/>
                  </a:moveTo>
                  <a:lnTo>
                    <a:pt x="0" y="100329"/>
                  </a:lnTo>
                  <a:lnTo>
                    <a:pt x="0" y="105410"/>
                  </a:lnTo>
                  <a:lnTo>
                    <a:pt x="3809" y="105410"/>
                  </a:lnTo>
                  <a:lnTo>
                    <a:pt x="3809" y="100329"/>
                  </a:lnTo>
                  <a:close/>
                </a:path>
                <a:path w="238760" h="114300">
                  <a:moveTo>
                    <a:pt x="3809" y="93979"/>
                  </a:moveTo>
                  <a:lnTo>
                    <a:pt x="0" y="93979"/>
                  </a:lnTo>
                  <a:lnTo>
                    <a:pt x="0" y="99060"/>
                  </a:lnTo>
                  <a:lnTo>
                    <a:pt x="3809" y="99060"/>
                  </a:lnTo>
                  <a:lnTo>
                    <a:pt x="3809" y="93979"/>
                  </a:lnTo>
                  <a:close/>
                </a:path>
                <a:path w="238760" h="114300">
                  <a:moveTo>
                    <a:pt x="3809" y="87629"/>
                  </a:moveTo>
                  <a:lnTo>
                    <a:pt x="0" y="87629"/>
                  </a:lnTo>
                  <a:lnTo>
                    <a:pt x="0" y="92710"/>
                  </a:lnTo>
                  <a:lnTo>
                    <a:pt x="3809" y="92710"/>
                  </a:lnTo>
                  <a:lnTo>
                    <a:pt x="3809" y="87629"/>
                  </a:lnTo>
                  <a:close/>
                </a:path>
                <a:path w="238760" h="114300">
                  <a:moveTo>
                    <a:pt x="3809" y="81279"/>
                  </a:moveTo>
                  <a:lnTo>
                    <a:pt x="0" y="81279"/>
                  </a:lnTo>
                  <a:lnTo>
                    <a:pt x="0" y="86360"/>
                  </a:lnTo>
                  <a:lnTo>
                    <a:pt x="3809" y="86360"/>
                  </a:lnTo>
                  <a:lnTo>
                    <a:pt x="3809" y="81279"/>
                  </a:lnTo>
                  <a:close/>
                </a:path>
                <a:path w="238760" h="114300">
                  <a:moveTo>
                    <a:pt x="3809" y="74929"/>
                  </a:moveTo>
                  <a:lnTo>
                    <a:pt x="0" y="74929"/>
                  </a:lnTo>
                  <a:lnTo>
                    <a:pt x="0" y="80010"/>
                  </a:lnTo>
                  <a:lnTo>
                    <a:pt x="3809" y="80010"/>
                  </a:lnTo>
                  <a:lnTo>
                    <a:pt x="3809" y="74929"/>
                  </a:lnTo>
                  <a:close/>
                </a:path>
                <a:path w="238760" h="114300">
                  <a:moveTo>
                    <a:pt x="3809" y="68579"/>
                  </a:moveTo>
                  <a:lnTo>
                    <a:pt x="0" y="68579"/>
                  </a:lnTo>
                  <a:lnTo>
                    <a:pt x="0" y="73660"/>
                  </a:lnTo>
                  <a:lnTo>
                    <a:pt x="3809" y="73660"/>
                  </a:lnTo>
                  <a:lnTo>
                    <a:pt x="3809" y="68579"/>
                  </a:lnTo>
                  <a:close/>
                </a:path>
                <a:path w="238760" h="114300">
                  <a:moveTo>
                    <a:pt x="3809" y="62229"/>
                  </a:moveTo>
                  <a:lnTo>
                    <a:pt x="0" y="62229"/>
                  </a:lnTo>
                  <a:lnTo>
                    <a:pt x="0" y="67310"/>
                  </a:lnTo>
                  <a:lnTo>
                    <a:pt x="3809" y="67310"/>
                  </a:lnTo>
                  <a:lnTo>
                    <a:pt x="3809" y="62229"/>
                  </a:lnTo>
                  <a:close/>
                </a:path>
                <a:path w="238760" h="114300">
                  <a:moveTo>
                    <a:pt x="3809" y="55879"/>
                  </a:moveTo>
                  <a:lnTo>
                    <a:pt x="0" y="55879"/>
                  </a:lnTo>
                  <a:lnTo>
                    <a:pt x="0" y="60960"/>
                  </a:lnTo>
                  <a:lnTo>
                    <a:pt x="3809" y="60960"/>
                  </a:lnTo>
                  <a:lnTo>
                    <a:pt x="3809" y="55879"/>
                  </a:lnTo>
                  <a:close/>
                </a:path>
                <a:path w="238760" h="114300">
                  <a:moveTo>
                    <a:pt x="3809" y="49529"/>
                  </a:moveTo>
                  <a:lnTo>
                    <a:pt x="0" y="49529"/>
                  </a:lnTo>
                  <a:lnTo>
                    <a:pt x="0" y="54610"/>
                  </a:lnTo>
                  <a:lnTo>
                    <a:pt x="3809" y="54610"/>
                  </a:lnTo>
                  <a:lnTo>
                    <a:pt x="3809" y="49529"/>
                  </a:lnTo>
                  <a:close/>
                </a:path>
                <a:path w="238760" h="114300">
                  <a:moveTo>
                    <a:pt x="3809" y="43179"/>
                  </a:moveTo>
                  <a:lnTo>
                    <a:pt x="0" y="43179"/>
                  </a:lnTo>
                  <a:lnTo>
                    <a:pt x="0" y="48260"/>
                  </a:lnTo>
                  <a:lnTo>
                    <a:pt x="3809" y="48260"/>
                  </a:lnTo>
                  <a:lnTo>
                    <a:pt x="3809" y="43179"/>
                  </a:lnTo>
                  <a:close/>
                </a:path>
                <a:path w="238760" h="114300">
                  <a:moveTo>
                    <a:pt x="3809" y="36829"/>
                  </a:moveTo>
                  <a:lnTo>
                    <a:pt x="0" y="36829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36829"/>
                  </a:lnTo>
                  <a:close/>
                </a:path>
                <a:path w="238760" h="114300">
                  <a:moveTo>
                    <a:pt x="3809" y="30479"/>
                  </a:moveTo>
                  <a:lnTo>
                    <a:pt x="0" y="30479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30479"/>
                  </a:lnTo>
                  <a:close/>
                </a:path>
                <a:path w="238760" h="114300">
                  <a:moveTo>
                    <a:pt x="3809" y="24129"/>
                  </a:moveTo>
                  <a:lnTo>
                    <a:pt x="0" y="24129"/>
                  </a:lnTo>
                  <a:lnTo>
                    <a:pt x="0" y="29210"/>
                  </a:lnTo>
                  <a:lnTo>
                    <a:pt x="3809" y="29210"/>
                  </a:lnTo>
                  <a:lnTo>
                    <a:pt x="3809" y="24129"/>
                  </a:lnTo>
                  <a:close/>
                </a:path>
                <a:path w="238760" h="114300">
                  <a:moveTo>
                    <a:pt x="3809" y="17779"/>
                  </a:moveTo>
                  <a:lnTo>
                    <a:pt x="0" y="17779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17779"/>
                  </a:lnTo>
                  <a:close/>
                </a:path>
                <a:path w="238760" h="114300">
                  <a:moveTo>
                    <a:pt x="3809" y="11429"/>
                  </a:moveTo>
                  <a:lnTo>
                    <a:pt x="0" y="11429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1429"/>
                  </a:lnTo>
                  <a:close/>
                </a:path>
                <a:path w="238760" h="114300">
                  <a:moveTo>
                    <a:pt x="3809" y="5079"/>
                  </a:moveTo>
                  <a:lnTo>
                    <a:pt x="0" y="5079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5079"/>
                  </a:lnTo>
                  <a:close/>
                </a:path>
                <a:path w="238760" h="114300">
                  <a:moveTo>
                    <a:pt x="3809" y="0"/>
                  </a:moveTo>
                  <a:lnTo>
                    <a:pt x="2539" y="0"/>
                  </a:lnTo>
                  <a:lnTo>
                    <a:pt x="2539" y="2539"/>
                  </a:lnTo>
                  <a:lnTo>
                    <a:pt x="0" y="2539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E4DC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5" name="object 1795"/>
            <p:cNvSpPr/>
            <p:nvPr/>
          </p:nvSpPr>
          <p:spPr>
            <a:xfrm>
              <a:off x="2947669" y="2607309"/>
              <a:ext cx="241300" cy="111760"/>
            </a:xfrm>
            <a:custGeom>
              <a:avLst/>
              <a:gdLst/>
              <a:ahLst/>
              <a:cxnLst/>
              <a:rect l="l" t="t" r="r" b="b"/>
              <a:pathLst>
                <a:path w="241300" h="111760">
                  <a:moveTo>
                    <a:pt x="237490" y="109220"/>
                  </a:moveTo>
                  <a:lnTo>
                    <a:pt x="0" y="109220"/>
                  </a:lnTo>
                  <a:lnTo>
                    <a:pt x="0" y="111760"/>
                  </a:lnTo>
                  <a:lnTo>
                    <a:pt x="234950" y="111760"/>
                  </a:lnTo>
                  <a:lnTo>
                    <a:pt x="234950" y="110489"/>
                  </a:lnTo>
                  <a:lnTo>
                    <a:pt x="237490" y="110489"/>
                  </a:lnTo>
                  <a:lnTo>
                    <a:pt x="237490" y="109220"/>
                  </a:lnTo>
                  <a:close/>
                </a:path>
                <a:path w="241300" h="111760">
                  <a:moveTo>
                    <a:pt x="241300" y="107950"/>
                  </a:moveTo>
                  <a:lnTo>
                    <a:pt x="238759" y="107950"/>
                  </a:lnTo>
                  <a:lnTo>
                    <a:pt x="238759" y="109220"/>
                  </a:lnTo>
                  <a:lnTo>
                    <a:pt x="241300" y="109220"/>
                  </a:lnTo>
                  <a:lnTo>
                    <a:pt x="241300" y="107950"/>
                  </a:lnTo>
                  <a:close/>
                </a:path>
                <a:path w="241300" h="111760">
                  <a:moveTo>
                    <a:pt x="3810" y="106680"/>
                  </a:moveTo>
                  <a:lnTo>
                    <a:pt x="0" y="106680"/>
                  </a:lnTo>
                  <a:lnTo>
                    <a:pt x="0" y="107950"/>
                  </a:lnTo>
                  <a:lnTo>
                    <a:pt x="3810" y="107950"/>
                  </a:lnTo>
                  <a:lnTo>
                    <a:pt x="3810" y="106680"/>
                  </a:lnTo>
                  <a:close/>
                </a:path>
                <a:path w="241300" h="111760">
                  <a:moveTo>
                    <a:pt x="3810" y="102870"/>
                  </a:moveTo>
                  <a:lnTo>
                    <a:pt x="0" y="102870"/>
                  </a:lnTo>
                  <a:lnTo>
                    <a:pt x="0" y="105410"/>
                  </a:lnTo>
                  <a:lnTo>
                    <a:pt x="3810" y="105410"/>
                  </a:lnTo>
                  <a:lnTo>
                    <a:pt x="3810" y="102870"/>
                  </a:lnTo>
                  <a:close/>
                </a:path>
                <a:path w="241300" h="111760">
                  <a:moveTo>
                    <a:pt x="3810" y="100330"/>
                  </a:moveTo>
                  <a:lnTo>
                    <a:pt x="0" y="100330"/>
                  </a:lnTo>
                  <a:lnTo>
                    <a:pt x="0" y="101600"/>
                  </a:lnTo>
                  <a:lnTo>
                    <a:pt x="3810" y="101600"/>
                  </a:lnTo>
                  <a:lnTo>
                    <a:pt x="3810" y="100330"/>
                  </a:lnTo>
                  <a:close/>
                </a:path>
                <a:path w="241300" h="111760">
                  <a:moveTo>
                    <a:pt x="3810" y="96520"/>
                  </a:moveTo>
                  <a:lnTo>
                    <a:pt x="0" y="96520"/>
                  </a:lnTo>
                  <a:lnTo>
                    <a:pt x="0" y="99060"/>
                  </a:lnTo>
                  <a:lnTo>
                    <a:pt x="3810" y="99060"/>
                  </a:lnTo>
                  <a:lnTo>
                    <a:pt x="3810" y="96520"/>
                  </a:lnTo>
                  <a:close/>
                </a:path>
                <a:path w="241300" h="111760">
                  <a:moveTo>
                    <a:pt x="3810" y="93980"/>
                  </a:moveTo>
                  <a:lnTo>
                    <a:pt x="0" y="93980"/>
                  </a:lnTo>
                  <a:lnTo>
                    <a:pt x="0" y="95250"/>
                  </a:lnTo>
                  <a:lnTo>
                    <a:pt x="3810" y="95250"/>
                  </a:lnTo>
                  <a:lnTo>
                    <a:pt x="3810" y="93980"/>
                  </a:lnTo>
                  <a:close/>
                </a:path>
                <a:path w="241300" h="111760">
                  <a:moveTo>
                    <a:pt x="3810" y="90170"/>
                  </a:moveTo>
                  <a:lnTo>
                    <a:pt x="0" y="90170"/>
                  </a:lnTo>
                  <a:lnTo>
                    <a:pt x="0" y="92710"/>
                  </a:lnTo>
                  <a:lnTo>
                    <a:pt x="3810" y="92710"/>
                  </a:lnTo>
                  <a:lnTo>
                    <a:pt x="3810" y="90170"/>
                  </a:lnTo>
                  <a:close/>
                </a:path>
                <a:path w="241300" h="111760">
                  <a:moveTo>
                    <a:pt x="3810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3810" y="88900"/>
                  </a:lnTo>
                  <a:lnTo>
                    <a:pt x="3810" y="87630"/>
                  </a:lnTo>
                  <a:close/>
                </a:path>
                <a:path w="241300" h="111760">
                  <a:moveTo>
                    <a:pt x="3810" y="83820"/>
                  </a:moveTo>
                  <a:lnTo>
                    <a:pt x="0" y="83820"/>
                  </a:lnTo>
                  <a:lnTo>
                    <a:pt x="0" y="86360"/>
                  </a:lnTo>
                  <a:lnTo>
                    <a:pt x="3810" y="86360"/>
                  </a:lnTo>
                  <a:lnTo>
                    <a:pt x="3810" y="83820"/>
                  </a:lnTo>
                  <a:close/>
                </a:path>
                <a:path w="241300" h="111760">
                  <a:moveTo>
                    <a:pt x="3810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3810" y="82550"/>
                  </a:lnTo>
                  <a:lnTo>
                    <a:pt x="3810" y="81280"/>
                  </a:lnTo>
                  <a:close/>
                </a:path>
                <a:path w="241300" h="111760">
                  <a:moveTo>
                    <a:pt x="3810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3810" y="80010"/>
                  </a:lnTo>
                  <a:lnTo>
                    <a:pt x="3810" y="77470"/>
                  </a:lnTo>
                  <a:close/>
                </a:path>
                <a:path w="241300" h="111760">
                  <a:moveTo>
                    <a:pt x="3810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3810" y="76200"/>
                  </a:lnTo>
                  <a:lnTo>
                    <a:pt x="3810" y="74930"/>
                  </a:lnTo>
                  <a:close/>
                </a:path>
                <a:path w="241300" h="111760">
                  <a:moveTo>
                    <a:pt x="3810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3810" y="73660"/>
                  </a:lnTo>
                  <a:lnTo>
                    <a:pt x="3810" y="71120"/>
                  </a:lnTo>
                  <a:close/>
                </a:path>
                <a:path w="241300" h="111760">
                  <a:moveTo>
                    <a:pt x="3810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3810" y="69850"/>
                  </a:lnTo>
                  <a:lnTo>
                    <a:pt x="3810" y="68580"/>
                  </a:lnTo>
                  <a:close/>
                </a:path>
                <a:path w="241300" h="111760">
                  <a:moveTo>
                    <a:pt x="3810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3810" y="67310"/>
                  </a:lnTo>
                  <a:lnTo>
                    <a:pt x="3810" y="64770"/>
                  </a:lnTo>
                  <a:close/>
                </a:path>
                <a:path w="241300" h="111760">
                  <a:moveTo>
                    <a:pt x="381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62230"/>
                  </a:lnTo>
                  <a:close/>
                </a:path>
                <a:path w="241300" h="111760">
                  <a:moveTo>
                    <a:pt x="3810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3810" y="60960"/>
                  </a:lnTo>
                  <a:lnTo>
                    <a:pt x="3810" y="58420"/>
                  </a:lnTo>
                  <a:close/>
                </a:path>
                <a:path w="241300" h="111760">
                  <a:moveTo>
                    <a:pt x="3810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3810" y="57150"/>
                  </a:lnTo>
                  <a:lnTo>
                    <a:pt x="3810" y="55880"/>
                  </a:lnTo>
                  <a:close/>
                </a:path>
                <a:path w="241300" h="111760">
                  <a:moveTo>
                    <a:pt x="3810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3810" y="54610"/>
                  </a:lnTo>
                  <a:lnTo>
                    <a:pt x="3810" y="52070"/>
                  </a:lnTo>
                  <a:close/>
                </a:path>
                <a:path w="241300" h="111760">
                  <a:moveTo>
                    <a:pt x="3810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3810" y="50800"/>
                  </a:lnTo>
                  <a:lnTo>
                    <a:pt x="3810" y="49530"/>
                  </a:lnTo>
                  <a:close/>
                </a:path>
                <a:path w="241300" h="111760">
                  <a:moveTo>
                    <a:pt x="3810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5720"/>
                  </a:lnTo>
                  <a:close/>
                </a:path>
                <a:path w="241300" h="111760">
                  <a:moveTo>
                    <a:pt x="3810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3810" y="44450"/>
                  </a:lnTo>
                  <a:lnTo>
                    <a:pt x="3810" y="43180"/>
                  </a:lnTo>
                  <a:close/>
                </a:path>
                <a:path w="241300" h="111760">
                  <a:moveTo>
                    <a:pt x="3810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9370"/>
                  </a:lnTo>
                  <a:close/>
                </a:path>
                <a:path w="241300" h="111760">
                  <a:moveTo>
                    <a:pt x="3810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6830"/>
                  </a:lnTo>
                  <a:close/>
                </a:path>
                <a:path w="241300" h="111760">
                  <a:moveTo>
                    <a:pt x="3810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33020"/>
                  </a:lnTo>
                  <a:close/>
                </a:path>
                <a:path w="241300" h="111760">
                  <a:moveTo>
                    <a:pt x="3810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3810" y="31750"/>
                  </a:lnTo>
                  <a:lnTo>
                    <a:pt x="3810" y="30480"/>
                  </a:lnTo>
                  <a:close/>
                </a:path>
                <a:path w="241300" h="111760">
                  <a:moveTo>
                    <a:pt x="3810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6670"/>
                  </a:lnTo>
                  <a:close/>
                </a:path>
                <a:path w="241300" h="111760">
                  <a:moveTo>
                    <a:pt x="3810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4130"/>
                  </a:lnTo>
                  <a:close/>
                </a:path>
                <a:path w="241300" h="111760">
                  <a:moveTo>
                    <a:pt x="3810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20320"/>
                  </a:lnTo>
                  <a:close/>
                </a:path>
                <a:path w="241300" h="111760">
                  <a:moveTo>
                    <a:pt x="3810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7780"/>
                  </a:lnTo>
                  <a:close/>
                </a:path>
                <a:path w="241300" h="111760">
                  <a:moveTo>
                    <a:pt x="3810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70"/>
                  </a:lnTo>
                  <a:close/>
                </a:path>
                <a:path w="241300" h="111760">
                  <a:moveTo>
                    <a:pt x="3810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11430"/>
                  </a:lnTo>
                  <a:close/>
                </a:path>
                <a:path w="241300" h="111760">
                  <a:moveTo>
                    <a:pt x="3810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20"/>
                  </a:lnTo>
                  <a:close/>
                </a:path>
                <a:path w="241300" h="111760">
                  <a:moveTo>
                    <a:pt x="3810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5080"/>
                  </a:lnTo>
                  <a:close/>
                </a:path>
                <a:path w="241300" h="111760">
                  <a:moveTo>
                    <a:pt x="3810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E3DB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6" name="object 1796"/>
            <p:cNvSpPr/>
            <p:nvPr/>
          </p:nvSpPr>
          <p:spPr>
            <a:xfrm>
              <a:off x="2951480" y="2606039"/>
              <a:ext cx="237490" cy="109220"/>
            </a:xfrm>
            <a:custGeom>
              <a:avLst/>
              <a:gdLst/>
              <a:ahLst/>
              <a:cxnLst/>
              <a:rect l="l" t="t" r="r" b="b"/>
              <a:pathLst>
                <a:path w="237489" h="109219">
                  <a:moveTo>
                    <a:pt x="2539" y="104140"/>
                  </a:moveTo>
                  <a:lnTo>
                    <a:pt x="0" y="104140"/>
                  </a:lnTo>
                  <a:lnTo>
                    <a:pt x="0" y="109220"/>
                  </a:lnTo>
                  <a:lnTo>
                    <a:pt x="237490" y="109220"/>
                  </a:lnTo>
                  <a:lnTo>
                    <a:pt x="237490" y="107950"/>
                  </a:lnTo>
                  <a:lnTo>
                    <a:pt x="2539" y="107950"/>
                  </a:lnTo>
                  <a:lnTo>
                    <a:pt x="2539" y="104140"/>
                  </a:lnTo>
                  <a:close/>
                </a:path>
                <a:path w="237489" h="109219">
                  <a:moveTo>
                    <a:pt x="2539" y="97790"/>
                  </a:moveTo>
                  <a:lnTo>
                    <a:pt x="0" y="97790"/>
                  </a:lnTo>
                  <a:lnTo>
                    <a:pt x="0" y="102870"/>
                  </a:lnTo>
                  <a:lnTo>
                    <a:pt x="2539" y="102870"/>
                  </a:lnTo>
                  <a:lnTo>
                    <a:pt x="2539" y="97790"/>
                  </a:lnTo>
                  <a:close/>
                </a:path>
                <a:path w="237489" h="109219">
                  <a:moveTo>
                    <a:pt x="2539" y="91440"/>
                  </a:moveTo>
                  <a:lnTo>
                    <a:pt x="0" y="91440"/>
                  </a:lnTo>
                  <a:lnTo>
                    <a:pt x="0" y="96520"/>
                  </a:lnTo>
                  <a:lnTo>
                    <a:pt x="2539" y="96520"/>
                  </a:lnTo>
                  <a:lnTo>
                    <a:pt x="2539" y="91440"/>
                  </a:lnTo>
                  <a:close/>
                </a:path>
                <a:path w="237489" h="109219">
                  <a:moveTo>
                    <a:pt x="2539" y="85090"/>
                  </a:moveTo>
                  <a:lnTo>
                    <a:pt x="0" y="85090"/>
                  </a:lnTo>
                  <a:lnTo>
                    <a:pt x="0" y="90170"/>
                  </a:lnTo>
                  <a:lnTo>
                    <a:pt x="2539" y="90170"/>
                  </a:lnTo>
                  <a:lnTo>
                    <a:pt x="2539" y="85090"/>
                  </a:lnTo>
                  <a:close/>
                </a:path>
                <a:path w="237489" h="109219">
                  <a:moveTo>
                    <a:pt x="2539" y="78740"/>
                  </a:moveTo>
                  <a:lnTo>
                    <a:pt x="0" y="78740"/>
                  </a:lnTo>
                  <a:lnTo>
                    <a:pt x="0" y="83820"/>
                  </a:lnTo>
                  <a:lnTo>
                    <a:pt x="2539" y="83820"/>
                  </a:lnTo>
                  <a:lnTo>
                    <a:pt x="2539" y="78740"/>
                  </a:lnTo>
                  <a:close/>
                </a:path>
                <a:path w="237489" h="109219">
                  <a:moveTo>
                    <a:pt x="2539" y="72390"/>
                  </a:moveTo>
                  <a:lnTo>
                    <a:pt x="0" y="72390"/>
                  </a:lnTo>
                  <a:lnTo>
                    <a:pt x="0" y="77470"/>
                  </a:lnTo>
                  <a:lnTo>
                    <a:pt x="2539" y="77470"/>
                  </a:lnTo>
                  <a:lnTo>
                    <a:pt x="2539" y="72390"/>
                  </a:lnTo>
                  <a:close/>
                </a:path>
                <a:path w="237489" h="109219">
                  <a:moveTo>
                    <a:pt x="2539" y="66040"/>
                  </a:moveTo>
                  <a:lnTo>
                    <a:pt x="0" y="66040"/>
                  </a:lnTo>
                  <a:lnTo>
                    <a:pt x="0" y="71120"/>
                  </a:lnTo>
                  <a:lnTo>
                    <a:pt x="2539" y="71120"/>
                  </a:lnTo>
                  <a:lnTo>
                    <a:pt x="2539" y="66040"/>
                  </a:lnTo>
                  <a:close/>
                </a:path>
                <a:path w="237489" h="109219">
                  <a:moveTo>
                    <a:pt x="2539" y="59690"/>
                  </a:moveTo>
                  <a:lnTo>
                    <a:pt x="0" y="59690"/>
                  </a:lnTo>
                  <a:lnTo>
                    <a:pt x="0" y="64770"/>
                  </a:lnTo>
                  <a:lnTo>
                    <a:pt x="2539" y="64770"/>
                  </a:lnTo>
                  <a:lnTo>
                    <a:pt x="2539" y="59690"/>
                  </a:lnTo>
                  <a:close/>
                </a:path>
                <a:path w="237489" h="109219">
                  <a:moveTo>
                    <a:pt x="2539" y="53340"/>
                  </a:moveTo>
                  <a:lnTo>
                    <a:pt x="0" y="53340"/>
                  </a:lnTo>
                  <a:lnTo>
                    <a:pt x="0" y="58420"/>
                  </a:lnTo>
                  <a:lnTo>
                    <a:pt x="2539" y="58420"/>
                  </a:lnTo>
                  <a:lnTo>
                    <a:pt x="2539" y="53340"/>
                  </a:lnTo>
                  <a:close/>
                </a:path>
                <a:path w="237489" h="109219">
                  <a:moveTo>
                    <a:pt x="2539" y="46990"/>
                  </a:moveTo>
                  <a:lnTo>
                    <a:pt x="0" y="46990"/>
                  </a:lnTo>
                  <a:lnTo>
                    <a:pt x="0" y="52070"/>
                  </a:lnTo>
                  <a:lnTo>
                    <a:pt x="2539" y="52070"/>
                  </a:lnTo>
                  <a:lnTo>
                    <a:pt x="2539" y="46990"/>
                  </a:lnTo>
                  <a:close/>
                </a:path>
                <a:path w="237489" h="109219">
                  <a:moveTo>
                    <a:pt x="2539" y="40640"/>
                  </a:moveTo>
                  <a:lnTo>
                    <a:pt x="0" y="40640"/>
                  </a:lnTo>
                  <a:lnTo>
                    <a:pt x="0" y="45720"/>
                  </a:lnTo>
                  <a:lnTo>
                    <a:pt x="2539" y="45720"/>
                  </a:lnTo>
                  <a:lnTo>
                    <a:pt x="2539" y="40640"/>
                  </a:lnTo>
                  <a:close/>
                </a:path>
                <a:path w="237489" h="109219">
                  <a:moveTo>
                    <a:pt x="2539" y="34290"/>
                  </a:moveTo>
                  <a:lnTo>
                    <a:pt x="0" y="34290"/>
                  </a:lnTo>
                  <a:lnTo>
                    <a:pt x="0" y="39370"/>
                  </a:lnTo>
                  <a:lnTo>
                    <a:pt x="2539" y="39370"/>
                  </a:lnTo>
                  <a:lnTo>
                    <a:pt x="2539" y="34290"/>
                  </a:lnTo>
                  <a:close/>
                </a:path>
                <a:path w="237489" h="109219">
                  <a:moveTo>
                    <a:pt x="2539" y="27940"/>
                  </a:moveTo>
                  <a:lnTo>
                    <a:pt x="0" y="27940"/>
                  </a:lnTo>
                  <a:lnTo>
                    <a:pt x="0" y="33020"/>
                  </a:lnTo>
                  <a:lnTo>
                    <a:pt x="2539" y="33020"/>
                  </a:lnTo>
                  <a:lnTo>
                    <a:pt x="2539" y="27940"/>
                  </a:lnTo>
                  <a:close/>
                </a:path>
                <a:path w="237489" h="109219">
                  <a:moveTo>
                    <a:pt x="2539" y="21590"/>
                  </a:moveTo>
                  <a:lnTo>
                    <a:pt x="0" y="21590"/>
                  </a:lnTo>
                  <a:lnTo>
                    <a:pt x="0" y="26670"/>
                  </a:lnTo>
                  <a:lnTo>
                    <a:pt x="2539" y="26670"/>
                  </a:lnTo>
                  <a:lnTo>
                    <a:pt x="2539" y="21590"/>
                  </a:lnTo>
                  <a:close/>
                </a:path>
                <a:path w="237489" h="109219">
                  <a:moveTo>
                    <a:pt x="2539" y="15240"/>
                  </a:moveTo>
                  <a:lnTo>
                    <a:pt x="0" y="15240"/>
                  </a:lnTo>
                  <a:lnTo>
                    <a:pt x="0" y="20320"/>
                  </a:lnTo>
                  <a:lnTo>
                    <a:pt x="2539" y="20320"/>
                  </a:lnTo>
                  <a:lnTo>
                    <a:pt x="2539" y="15240"/>
                  </a:lnTo>
                  <a:close/>
                </a:path>
                <a:path w="237489" h="109219">
                  <a:moveTo>
                    <a:pt x="2539" y="8890"/>
                  </a:moveTo>
                  <a:lnTo>
                    <a:pt x="0" y="8890"/>
                  </a:lnTo>
                  <a:lnTo>
                    <a:pt x="0" y="13970"/>
                  </a:lnTo>
                  <a:lnTo>
                    <a:pt x="2539" y="13970"/>
                  </a:lnTo>
                  <a:lnTo>
                    <a:pt x="2539" y="8890"/>
                  </a:lnTo>
                  <a:close/>
                </a:path>
                <a:path w="237489" h="109219">
                  <a:moveTo>
                    <a:pt x="2539" y="2540"/>
                  </a:moveTo>
                  <a:lnTo>
                    <a:pt x="0" y="2540"/>
                  </a:lnTo>
                  <a:lnTo>
                    <a:pt x="0" y="7620"/>
                  </a:lnTo>
                  <a:lnTo>
                    <a:pt x="2539" y="7620"/>
                  </a:lnTo>
                  <a:lnTo>
                    <a:pt x="2539" y="2540"/>
                  </a:lnTo>
                  <a:close/>
                </a:path>
                <a:path w="237489" h="109219">
                  <a:moveTo>
                    <a:pt x="2539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39" y="1270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E2D9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7" name="object 1797"/>
            <p:cNvSpPr/>
            <p:nvPr/>
          </p:nvSpPr>
          <p:spPr>
            <a:xfrm>
              <a:off x="2954019" y="2602229"/>
              <a:ext cx="246379" cy="110489"/>
            </a:xfrm>
            <a:custGeom>
              <a:avLst/>
              <a:gdLst/>
              <a:ahLst/>
              <a:cxnLst/>
              <a:rect l="l" t="t" r="r" b="b"/>
              <a:pathLst>
                <a:path w="246380" h="110489">
                  <a:moveTo>
                    <a:pt x="242569" y="107950"/>
                  </a:moveTo>
                  <a:lnTo>
                    <a:pt x="0" y="107950"/>
                  </a:lnTo>
                  <a:lnTo>
                    <a:pt x="0" y="110489"/>
                  </a:lnTo>
                  <a:lnTo>
                    <a:pt x="238759" y="110489"/>
                  </a:lnTo>
                  <a:lnTo>
                    <a:pt x="238759" y="109219"/>
                  </a:lnTo>
                  <a:lnTo>
                    <a:pt x="242569" y="109219"/>
                  </a:lnTo>
                  <a:lnTo>
                    <a:pt x="242569" y="107950"/>
                  </a:lnTo>
                  <a:close/>
                </a:path>
                <a:path w="246380" h="110489">
                  <a:moveTo>
                    <a:pt x="246380" y="106679"/>
                  </a:moveTo>
                  <a:lnTo>
                    <a:pt x="245109" y="106679"/>
                  </a:lnTo>
                  <a:lnTo>
                    <a:pt x="245109" y="107950"/>
                  </a:lnTo>
                  <a:lnTo>
                    <a:pt x="246380" y="107950"/>
                  </a:lnTo>
                  <a:lnTo>
                    <a:pt x="246380" y="106679"/>
                  </a:lnTo>
                  <a:close/>
                </a:path>
                <a:path w="246380" h="110489">
                  <a:moveTo>
                    <a:pt x="5080" y="105410"/>
                  </a:moveTo>
                  <a:lnTo>
                    <a:pt x="0" y="105410"/>
                  </a:lnTo>
                  <a:lnTo>
                    <a:pt x="0" y="106679"/>
                  </a:lnTo>
                  <a:lnTo>
                    <a:pt x="5080" y="106679"/>
                  </a:lnTo>
                  <a:lnTo>
                    <a:pt x="5080" y="105410"/>
                  </a:lnTo>
                  <a:close/>
                </a:path>
                <a:path w="246380" h="110489">
                  <a:moveTo>
                    <a:pt x="5080" y="101600"/>
                  </a:moveTo>
                  <a:lnTo>
                    <a:pt x="0" y="101600"/>
                  </a:lnTo>
                  <a:lnTo>
                    <a:pt x="0" y="104139"/>
                  </a:lnTo>
                  <a:lnTo>
                    <a:pt x="5080" y="104139"/>
                  </a:lnTo>
                  <a:lnTo>
                    <a:pt x="5080" y="101600"/>
                  </a:lnTo>
                  <a:close/>
                </a:path>
                <a:path w="246380" h="110489">
                  <a:moveTo>
                    <a:pt x="5080" y="99060"/>
                  </a:moveTo>
                  <a:lnTo>
                    <a:pt x="0" y="99060"/>
                  </a:lnTo>
                  <a:lnTo>
                    <a:pt x="0" y="100329"/>
                  </a:lnTo>
                  <a:lnTo>
                    <a:pt x="5080" y="100329"/>
                  </a:lnTo>
                  <a:lnTo>
                    <a:pt x="5080" y="99060"/>
                  </a:lnTo>
                  <a:close/>
                </a:path>
                <a:path w="246380" h="110489">
                  <a:moveTo>
                    <a:pt x="5080" y="95250"/>
                  </a:moveTo>
                  <a:lnTo>
                    <a:pt x="0" y="95250"/>
                  </a:lnTo>
                  <a:lnTo>
                    <a:pt x="0" y="97789"/>
                  </a:lnTo>
                  <a:lnTo>
                    <a:pt x="5080" y="97789"/>
                  </a:lnTo>
                  <a:lnTo>
                    <a:pt x="5080" y="95250"/>
                  </a:lnTo>
                  <a:close/>
                </a:path>
                <a:path w="246380" h="110489">
                  <a:moveTo>
                    <a:pt x="5080" y="92710"/>
                  </a:moveTo>
                  <a:lnTo>
                    <a:pt x="0" y="92710"/>
                  </a:lnTo>
                  <a:lnTo>
                    <a:pt x="0" y="93979"/>
                  </a:lnTo>
                  <a:lnTo>
                    <a:pt x="5080" y="93979"/>
                  </a:lnTo>
                  <a:lnTo>
                    <a:pt x="5080" y="92710"/>
                  </a:lnTo>
                  <a:close/>
                </a:path>
                <a:path w="246380" h="110489">
                  <a:moveTo>
                    <a:pt x="5080" y="88900"/>
                  </a:moveTo>
                  <a:lnTo>
                    <a:pt x="0" y="88900"/>
                  </a:lnTo>
                  <a:lnTo>
                    <a:pt x="0" y="91439"/>
                  </a:lnTo>
                  <a:lnTo>
                    <a:pt x="5080" y="91439"/>
                  </a:lnTo>
                  <a:lnTo>
                    <a:pt x="5080" y="88900"/>
                  </a:lnTo>
                  <a:close/>
                </a:path>
                <a:path w="246380" h="110489">
                  <a:moveTo>
                    <a:pt x="5080" y="86360"/>
                  </a:moveTo>
                  <a:lnTo>
                    <a:pt x="0" y="86360"/>
                  </a:lnTo>
                  <a:lnTo>
                    <a:pt x="0" y="87629"/>
                  </a:lnTo>
                  <a:lnTo>
                    <a:pt x="5080" y="87629"/>
                  </a:lnTo>
                  <a:lnTo>
                    <a:pt x="5080" y="86360"/>
                  </a:lnTo>
                  <a:close/>
                </a:path>
                <a:path w="246380" h="110489">
                  <a:moveTo>
                    <a:pt x="5080" y="82550"/>
                  </a:moveTo>
                  <a:lnTo>
                    <a:pt x="0" y="82550"/>
                  </a:lnTo>
                  <a:lnTo>
                    <a:pt x="0" y="85089"/>
                  </a:lnTo>
                  <a:lnTo>
                    <a:pt x="5080" y="85089"/>
                  </a:lnTo>
                  <a:lnTo>
                    <a:pt x="5080" y="82550"/>
                  </a:lnTo>
                  <a:close/>
                </a:path>
                <a:path w="246380" h="110489">
                  <a:moveTo>
                    <a:pt x="5080" y="80010"/>
                  </a:moveTo>
                  <a:lnTo>
                    <a:pt x="0" y="80010"/>
                  </a:lnTo>
                  <a:lnTo>
                    <a:pt x="0" y="81279"/>
                  </a:lnTo>
                  <a:lnTo>
                    <a:pt x="5080" y="81279"/>
                  </a:lnTo>
                  <a:lnTo>
                    <a:pt x="5080" y="80010"/>
                  </a:lnTo>
                  <a:close/>
                </a:path>
                <a:path w="246380" h="110489">
                  <a:moveTo>
                    <a:pt x="5080" y="76200"/>
                  </a:moveTo>
                  <a:lnTo>
                    <a:pt x="0" y="76200"/>
                  </a:lnTo>
                  <a:lnTo>
                    <a:pt x="0" y="78739"/>
                  </a:lnTo>
                  <a:lnTo>
                    <a:pt x="5080" y="78739"/>
                  </a:lnTo>
                  <a:lnTo>
                    <a:pt x="5080" y="76200"/>
                  </a:lnTo>
                  <a:close/>
                </a:path>
                <a:path w="246380" h="110489">
                  <a:moveTo>
                    <a:pt x="5080" y="73660"/>
                  </a:moveTo>
                  <a:lnTo>
                    <a:pt x="0" y="73660"/>
                  </a:lnTo>
                  <a:lnTo>
                    <a:pt x="0" y="74929"/>
                  </a:lnTo>
                  <a:lnTo>
                    <a:pt x="5080" y="74929"/>
                  </a:lnTo>
                  <a:lnTo>
                    <a:pt x="5080" y="73660"/>
                  </a:lnTo>
                  <a:close/>
                </a:path>
                <a:path w="246380" h="110489">
                  <a:moveTo>
                    <a:pt x="5080" y="69850"/>
                  </a:moveTo>
                  <a:lnTo>
                    <a:pt x="0" y="69850"/>
                  </a:lnTo>
                  <a:lnTo>
                    <a:pt x="0" y="72389"/>
                  </a:lnTo>
                  <a:lnTo>
                    <a:pt x="5080" y="72389"/>
                  </a:lnTo>
                  <a:lnTo>
                    <a:pt x="5080" y="69850"/>
                  </a:lnTo>
                  <a:close/>
                </a:path>
                <a:path w="246380" h="110489">
                  <a:moveTo>
                    <a:pt x="5080" y="67310"/>
                  </a:moveTo>
                  <a:lnTo>
                    <a:pt x="0" y="67310"/>
                  </a:lnTo>
                  <a:lnTo>
                    <a:pt x="0" y="68579"/>
                  </a:lnTo>
                  <a:lnTo>
                    <a:pt x="5080" y="68579"/>
                  </a:lnTo>
                  <a:lnTo>
                    <a:pt x="5080" y="67310"/>
                  </a:lnTo>
                  <a:close/>
                </a:path>
                <a:path w="246380" h="110489">
                  <a:moveTo>
                    <a:pt x="5080" y="63500"/>
                  </a:moveTo>
                  <a:lnTo>
                    <a:pt x="0" y="63500"/>
                  </a:lnTo>
                  <a:lnTo>
                    <a:pt x="0" y="66039"/>
                  </a:lnTo>
                  <a:lnTo>
                    <a:pt x="5080" y="66039"/>
                  </a:lnTo>
                  <a:lnTo>
                    <a:pt x="5080" y="63500"/>
                  </a:lnTo>
                  <a:close/>
                </a:path>
                <a:path w="246380" h="110489">
                  <a:moveTo>
                    <a:pt x="5080" y="60960"/>
                  </a:moveTo>
                  <a:lnTo>
                    <a:pt x="0" y="60960"/>
                  </a:lnTo>
                  <a:lnTo>
                    <a:pt x="0" y="62229"/>
                  </a:lnTo>
                  <a:lnTo>
                    <a:pt x="5080" y="62229"/>
                  </a:lnTo>
                  <a:lnTo>
                    <a:pt x="5080" y="60960"/>
                  </a:lnTo>
                  <a:close/>
                </a:path>
                <a:path w="246380" h="110489">
                  <a:moveTo>
                    <a:pt x="5080" y="57150"/>
                  </a:moveTo>
                  <a:lnTo>
                    <a:pt x="0" y="57150"/>
                  </a:lnTo>
                  <a:lnTo>
                    <a:pt x="0" y="59689"/>
                  </a:lnTo>
                  <a:lnTo>
                    <a:pt x="5080" y="59689"/>
                  </a:lnTo>
                  <a:lnTo>
                    <a:pt x="5080" y="57150"/>
                  </a:lnTo>
                  <a:close/>
                </a:path>
                <a:path w="246380" h="110489">
                  <a:moveTo>
                    <a:pt x="5080" y="54610"/>
                  </a:moveTo>
                  <a:lnTo>
                    <a:pt x="0" y="54610"/>
                  </a:lnTo>
                  <a:lnTo>
                    <a:pt x="0" y="55879"/>
                  </a:lnTo>
                  <a:lnTo>
                    <a:pt x="5080" y="55879"/>
                  </a:lnTo>
                  <a:lnTo>
                    <a:pt x="5080" y="54610"/>
                  </a:lnTo>
                  <a:close/>
                </a:path>
                <a:path w="246380" h="110489">
                  <a:moveTo>
                    <a:pt x="5080" y="50800"/>
                  </a:moveTo>
                  <a:lnTo>
                    <a:pt x="0" y="50800"/>
                  </a:lnTo>
                  <a:lnTo>
                    <a:pt x="0" y="53339"/>
                  </a:lnTo>
                  <a:lnTo>
                    <a:pt x="5080" y="53339"/>
                  </a:lnTo>
                  <a:lnTo>
                    <a:pt x="5080" y="50800"/>
                  </a:lnTo>
                  <a:close/>
                </a:path>
                <a:path w="246380" h="110489">
                  <a:moveTo>
                    <a:pt x="5080" y="48260"/>
                  </a:moveTo>
                  <a:lnTo>
                    <a:pt x="0" y="48260"/>
                  </a:lnTo>
                  <a:lnTo>
                    <a:pt x="0" y="49529"/>
                  </a:lnTo>
                  <a:lnTo>
                    <a:pt x="5080" y="49529"/>
                  </a:lnTo>
                  <a:lnTo>
                    <a:pt x="5080" y="48260"/>
                  </a:lnTo>
                  <a:close/>
                </a:path>
                <a:path w="246380" h="110489">
                  <a:moveTo>
                    <a:pt x="5080" y="44450"/>
                  </a:moveTo>
                  <a:lnTo>
                    <a:pt x="0" y="44450"/>
                  </a:lnTo>
                  <a:lnTo>
                    <a:pt x="0" y="46989"/>
                  </a:lnTo>
                  <a:lnTo>
                    <a:pt x="5080" y="46989"/>
                  </a:lnTo>
                  <a:lnTo>
                    <a:pt x="5080" y="44450"/>
                  </a:lnTo>
                  <a:close/>
                </a:path>
                <a:path w="246380" h="110489">
                  <a:moveTo>
                    <a:pt x="5080" y="41910"/>
                  </a:moveTo>
                  <a:lnTo>
                    <a:pt x="0" y="41910"/>
                  </a:lnTo>
                  <a:lnTo>
                    <a:pt x="0" y="43179"/>
                  </a:lnTo>
                  <a:lnTo>
                    <a:pt x="5080" y="43179"/>
                  </a:lnTo>
                  <a:lnTo>
                    <a:pt x="5080" y="41910"/>
                  </a:lnTo>
                  <a:close/>
                </a:path>
                <a:path w="246380" h="110489">
                  <a:moveTo>
                    <a:pt x="5080" y="38100"/>
                  </a:moveTo>
                  <a:lnTo>
                    <a:pt x="0" y="38100"/>
                  </a:lnTo>
                  <a:lnTo>
                    <a:pt x="0" y="40639"/>
                  </a:lnTo>
                  <a:lnTo>
                    <a:pt x="5080" y="40639"/>
                  </a:lnTo>
                  <a:lnTo>
                    <a:pt x="5080" y="38100"/>
                  </a:lnTo>
                  <a:close/>
                </a:path>
                <a:path w="246380" h="110489">
                  <a:moveTo>
                    <a:pt x="5080" y="35560"/>
                  </a:moveTo>
                  <a:lnTo>
                    <a:pt x="0" y="35560"/>
                  </a:lnTo>
                  <a:lnTo>
                    <a:pt x="0" y="36829"/>
                  </a:lnTo>
                  <a:lnTo>
                    <a:pt x="5080" y="36829"/>
                  </a:lnTo>
                  <a:lnTo>
                    <a:pt x="5080" y="35560"/>
                  </a:lnTo>
                  <a:close/>
                </a:path>
                <a:path w="246380" h="110489">
                  <a:moveTo>
                    <a:pt x="5080" y="31750"/>
                  </a:moveTo>
                  <a:lnTo>
                    <a:pt x="0" y="31750"/>
                  </a:lnTo>
                  <a:lnTo>
                    <a:pt x="0" y="34289"/>
                  </a:lnTo>
                  <a:lnTo>
                    <a:pt x="5080" y="34289"/>
                  </a:lnTo>
                  <a:lnTo>
                    <a:pt x="5080" y="31750"/>
                  </a:lnTo>
                  <a:close/>
                </a:path>
                <a:path w="246380" h="110489">
                  <a:moveTo>
                    <a:pt x="5080" y="29210"/>
                  </a:moveTo>
                  <a:lnTo>
                    <a:pt x="0" y="29210"/>
                  </a:lnTo>
                  <a:lnTo>
                    <a:pt x="0" y="30479"/>
                  </a:lnTo>
                  <a:lnTo>
                    <a:pt x="5080" y="30479"/>
                  </a:lnTo>
                  <a:lnTo>
                    <a:pt x="5080" y="29210"/>
                  </a:lnTo>
                  <a:close/>
                </a:path>
                <a:path w="246380" h="110489">
                  <a:moveTo>
                    <a:pt x="5080" y="25400"/>
                  </a:moveTo>
                  <a:lnTo>
                    <a:pt x="0" y="25400"/>
                  </a:lnTo>
                  <a:lnTo>
                    <a:pt x="0" y="27939"/>
                  </a:lnTo>
                  <a:lnTo>
                    <a:pt x="5080" y="27939"/>
                  </a:lnTo>
                  <a:lnTo>
                    <a:pt x="5080" y="25400"/>
                  </a:lnTo>
                  <a:close/>
                </a:path>
                <a:path w="246380" h="110489">
                  <a:moveTo>
                    <a:pt x="5080" y="22860"/>
                  </a:moveTo>
                  <a:lnTo>
                    <a:pt x="0" y="22860"/>
                  </a:lnTo>
                  <a:lnTo>
                    <a:pt x="0" y="24129"/>
                  </a:lnTo>
                  <a:lnTo>
                    <a:pt x="5080" y="24129"/>
                  </a:lnTo>
                  <a:lnTo>
                    <a:pt x="5080" y="22860"/>
                  </a:lnTo>
                  <a:close/>
                </a:path>
                <a:path w="246380" h="110489">
                  <a:moveTo>
                    <a:pt x="5080" y="19050"/>
                  </a:moveTo>
                  <a:lnTo>
                    <a:pt x="0" y="19050"/>
                  </a:lnTo>
                  <a:lnTo>
                    <a:pt x="0" y="21589"/>
                  </a:lnTo>
                  <a:lnTo>
                    <a:pt x="5080" y="21589"/>
                  </a:lnTo>
                  <a:lnTo>
                    <a:pt x="5080" y="19050"/>
                  </a:lnTo>
                  <a:close/>
                </a:path>
                <a:path w="246380" h="110489">
                  <a:moveTo>
                    <a:pt x="5080" y="16510"/>
                  </a:moveTo>
                  <a:lnTo>
                    <a:pt x="0" y="16510"/>
                  </a:lnTo>
                  <a:lnTo>
                    <a:pt x="0" y="17779"/>
                  </a:lnTo>
                  <a:lnTo>
                    <a:pt x="5080" y="17779"/>
                  </a:lnTo>
                  <a:lnTo>
                    <a:pt x="5080" y="16510"/>
                  </a:lnTo>
                  <a:close/>
                </a:path>
                <a:path w="246380" h="110489">
                  <a:moveTo>
                    <a:pt x="5080" y="12700"/>
                  </a:moveTo>
                  <a:lnTo>
                    <a:pt x="0" y="12700"/>
                  </a:lnTo>
                  <a:lnTo>
                    <a:pt x="0" y="15239"/>
                  </a:lnTo>
                  <a:lnTo>
                    <a:pt x="5080" y="15239"/>
                  </a:lnTo>
                  <a:lnTo>
                    <a:pt x="5080" y="12700"/>
                  </a:lnTo>
                  <a:close/>
                </a:path>
                <a:path w="246380" h="110489">
                  <a:moveTo>
                    <a:pt x="5080" y="10160"/>
                  </a:moveTo>
                  <a:lnTo>
                    <a:pt x="0" y="10160"/>
                  </a:lnTo>
                  <a:lnTo>
                    <a:pt x="0" y="11429"/>
                  </a:lnTo>
                  <a:lnTo>
                    <a:pt x="5080" y="11429"/>
                  </a:lnTo>
                  <a:lnTo>
                    <a:pt x="5080" y="10160"/>
                  </a:lnTo>
                  <a:close/>
                </a:path>
                <a:path w="246380" h="110489">
                  <a:moveTo>
                    <a:pt x="5080" y="6350"/>
                  </a:moveTo>
                  <a:lnTo>
                    <a:pt x="0" y="6350"/>
                  </a:lnTo>
                  <a:lnTo>
                    <a:pt x="0" y="8889"/>
                  </a:lnTo>
                  <a:lnTo>
                    <a:pt x="5080" y="8889"/>
                  </a:lnTo>
                  <a:lnTo>
                    <a:pt x="5080" y="6350"/>
                  </a:lnTo>
                  <a:close/>
                </a:path>
                <a:path w="246380" h="110489">
                  <a:moveTo>
                    <a:pt x="1269" y="2539"/>
                  </a:moveTo>
                  <a:lnTo>
                    <a:pt x="0" y="2539"/>
                  </a:lnTo>
                  <a:lnTo>
                    <a:pt x="0" y="5079"/>
                  </a:lnTo>
                  <a:lnTo>
                    <a:pt x="5080" y="5079"/>
                  </a:lnTo>
                  <a:lnTo>
                    <a:pt x="5080" y="3810"/>
                  </a:lnTo>
                  <a:lnTo>
                    <a:pt x="1269" y="3810"/>
                  </a:lnTo>
                  <a:lnTo>
                    <a:pt x="1269" y="2539"/>
                  </a:lnTo>
                  <a:close/>
                </a:path>
                <a:path w="246380" h="110489">
                  <a:moveTo>
                    <a:pt x="5080" y="0"/>
                  </a:moveTo>
                  <a:lnTo>
                    <a:pt x="3810" y="0"/>
                  </a:lnTo>
                  <a:lnTo>
                    <a:pt x="3810" y="1269"/>
                  </a:lnTo>
                  <a:lnTo>
                    <a:pt x="1269" y="1269"/>
                  </a:lnTo>
                  <a:lnTo>
                    <a:pt x="1269" y="2539"/>
                  </a:lnTo>
                  <a:lnTo>
                    <a:pt x="5080" y="2539"/>
                  </a:lnTo>
                  <a:lnTo>
                    <a:pt x="5080" y="0"/>
                  </a:lnTo>
                  <a:close/>
                </a:path>
              </a:pathLst>
            </a:custGeom>
            <a:solidFill>
              <a:srgbClr val="E1D8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8" name="object 1798"/>
            <p:cNvSpPr/>
            <p:nvPr/>
          </p:nvSpPr>
          <p:spPr>
            <a:xfrm>
              <a:off x="2959100" y="2600959"/>
              <a:ext cx="241300" cy="107950"/>
            </a:xfrm>
            <a:custGeom>
              <a:avLst/>
              <a:gdLst/>
              <a:ahLst/>
              <a:cxnLst/>
              <a:rect l="l" t="t" r="r" b="b"/>
              <a:pathLst>
                <a:path w="241300" h="107950">
                  <a:moveTo>
                    <a:pt x="241300" y="106679"/>
                  </a:moveTo>
                  <a:lnTo>
                    <a:pt x="0" y="106679"/>
                  </a:lnTo>
                  <a:lnTo>
                    <a:pt x="0" y="107950"/>
                  </a:lnTo>
                  <a:lnTo>
                    <a:pt x="241300" y="107950"/>
                  </a:lnTo>
                  <a:lnTo>
                    <a:pt x="241300" y="106679"/>
                  </a:lnTo>
                  <a:close/>
                </a:path>
                <a:path w="241300" h="107950">
                  <a:moveTo>
                    <a:pt x="240030" y="105537"/>
                  </a:moveTo>
                  <a:lnTo>
                    <a:pt x="237489" y="105537"/>
                  </a:lnTo>
                  <a:lnTo>
                    <a:pt x="237489" y="106679"/>
                  </a:lnTo>
                  <a:lnTo>
                    <a:pt x="240030" y="106679"/>
                  </a:lnTo>
                  <a:lnTo>
                    <a:pt x="240030" y="105537"/>
                  </a:lnTo>
                  <a:close/>
                </a:path>
                <a:path w="241300" h="107950">
                  <a:moveTo>
                    <a:pt x="2539" y="102870"/>
                  </a:moveTo>
                  <a:lnTo>
                    <a:pt x="0" y="102870"/>
                  </a:lnTo>
                  <a:lnTo>
                    <a:pt x="0" y="105537"/>
                  </a:lnTo>
                  <a:lnTo>
                    <a:pt x="237489" y="105537"/>
                  </a:lnTo>
                  <a:lnTo>
                    <a:pt x="237489" y="104139"/>
                  </a:lnTo>
                  <a:lnTo>
                    <a:pt x="2539" y="104139"/>
                  </a:lnTo>
                  <a:lnTo>
                    <a:pt x="2539" y="102870"/>
                  </a:lnTo>
                  <a:close/>
                </a:path>
                <a:path w="241300" h="107950">
                  <a:moveTo>
                    <a:pt x="2539" y="100329"/>
                  </a:moveTo>
                  <a:lnTo>
                    <a:pt x="0" y="100329"/>
                  </a:lnTo>
                  <a:lnTo>
                    <a:pt x="0" y="101600"/>
                  </a:lnTo>
                  <a:lnTo>
                    <a:pt x="2539" y="101600"/>
                  </a:lnTo>
                  <a:lnTo>
                    <a:pt x="2539" y="100329"/>
                  </a:lnTo>
                  <a:close/>
                </a:path>
                <a:path w="241300" h="107950">
                  <a:moveTo>
                    <a:pt x="2539" y="96520"/>
                  </a:moveTo>
                  <a:lnTo>
                    <a:pt x="0" y="96520"/>
                  </a:lnTo>
                  <a:lnTo>
                    <a:pt x="0" y="99187"/>
                  </a:lnTo>
                  <a:lnTo>
                    <a:pt x="2539" y="99187"/>
                  </a:lnTo>
                  <a:lnTo>
                    <a:pt x="2539" y="96520"/>
                  </a:lnTo>
                  <a:close/>
                </a:path>
                <a:path w="241300" h="107950">
                  <a:moveTo>
                    <a:pt x="2539" y="93979"/>
                  </a:moveTo>
                  <a:lnTo>
                    <a:pt x="0" y="93979"/>
                  </a:lnTo>
                  <a:lnTo>
                    <a:pt x="0" y="95250"/>
                  </a:lnTo>
                  <a:lnTo>
                    <a:pt x="2539" y="95250"/>
                  </a:lnTo>
                  <a:lnTo>
                    <a:pt x="2539" y="93979"/>
                  </a:lnTo>
                  <a:close/>
                </a:path>
                <a:path w="241300" h="107950">
                  <a:moveTo>
                    <a:pt x="2539" y="90170"/>
                  </a:moveTo>
                  <a:lnTo>
                    <a:pt x="0" y="90170"/>
                  </a:lnTo>
                  <a:lnTo>
                    <a:pt x="0" y="92837"/>
                  </a:lnTo>
                  <a:lnTo>
                    <a:pt x="2539" y="92837"/>
                  </a:lnTo>
                  <a:lnTo>
                    <a:pt x="2539" y="90170"/>
                  </a:lnTo>
                  <a:close/>
                </a:path>
                <a:path w="241300" h="107950">
                  <a:moveTo>
                    <a:pt x="2539" y="87629"/>
                  </a:moveTo>
                  <a:lnTo>
                    <a:pt x="0" y="87629"/>
                  </a:lnTo>
                  <a:lnTo>
                    <a:pt x="0" y="88900"/>
                  </a:lnTo>
                  <a:lnTo>
                    <a:pt x="2539" y="88900"/>
                  </a:lnTo>
                  <a:lnTo>
                    <a:pt x="2539" y="87629"/>
                  </a:lnTo>
                  <a:close/>
                </a:path>
                <a:path w="241300" h="107950">
                  <a:moveTo>
                    <a:pt x="2539" y="83820"/>
                  </a:moveTo>
                  <a:lnTo>
                    <a:pt x="0" y="83820"/>
                  </a:lnTo>
                  <a:lnTo>
                    <a:pt x="0" y="86487"/>
                  </a:lnTo>
                  <a:lnTo>
                    <a:pt x="2539" y="86487"/>
                  </a:lnTo>
                  <a:lnTo>
                    <a:pt x="2539" y="83820"/>
                  </a:lnTo>
                  <a:close/>
                </a:path>
                <a:path w="241300" h="107950">
                  <a:moveTo>
                    <a:pt x="2539" y="81279"/>
                  </a:moveTo>
                  <a:lnTo>
                    <a:pt x="0" y="81279"/>
                  </a:lnTo>
                  <a:lnTo>
                    <a:pt x="0" y="82550"/>
                  </a:lnTo>
                  <a:lnTo>
                    <a:pt x="2539" y="82550"/>
                  </a:lnTo>
                  <a:lnTo>
                    <a:pt x="2539" y="81279"/>
                  </a:lnTo>
                  <a:close/>
                </a:path>
                <a:path w="241300" h="107950">
                  <a:moveTo>
                    <a:pt x="2539" y="77470"/>
                  </a:moveTo>
                  <a:lnTo>
                    <a:pt x="0" y="77470"/>
                  </a:lnTo>
                  <a:lnTo>
                    <a:pt x="0" y="80137"/>
                  </a:lnTo>
                  <a:lnTo>
                    <a:pt x="2539" y="80137"/>
                  </a:lnTo>
                  <a:lnTo>
                    <a:pt x="2539" y="77470"/>
                  </a:lnTo>
                  <a:close/>
                </a:path>
                <a:path w="241300" h="107950">
                  <a:moveTo>
                    <a:pt x="2539" y="74929"/>
                  </a:moveTo>
                  <a:lnTo>
                    <a:pt x="0" y="74929"/>
                  </a:lnTo>
                  <a:lnTo>
                    <a:pt x="0" y="76200"/>
                  </a:lnTo>
                  <a:lnTo>
                    <a:pt x="2539" y="76200"/>
                  </a:lnTo>
                  <a:lnTo>
                    <a:pt x="2539" y="74929"/>
                  </a:lnTo>
                  <a:close/>
                </a:path>
                <a:path w="241300" h="107950">
                  <a:moveTo>
                    <a:pt x="2539" y="71120"/>
                  </a:moveTo>
                  <a:lnTo>
                    <a:pt x="0" y="71120"/>
                  </a:lnTo>
                  <a:lnTo>
                    <a:pt x="0" y="73787"/>
                  </a:lnTo>
                  <a:lnTo>
                    <a:pt x="2539" y="73787"/>
                  </a:lnTo>
                  <a:lnTo>
                    <a:pt x="2539" y="71120"/>
                  </a:lnTo>
                  <a:close/>
                </a:path>
                <a:path w="241300" h="107950">
                  <a:moveTo>
                    <a:pt x="2539" y="68579"/>
                  </a:moveTo>
                  <a:lnTo>
                    <a:pt x="0" y="68579"/>
                  </a:lnTo>
                  <a:lnTo>
                    <a:pt x="0" y="69850"/>
                  </a:lnTo>
                  <a:lnTo>
                    <a:pt x="2539" y="69850"/>
                  </a:lnTo>
                  <a:lnTo>
                    <a:pt x="2539" y="68579"/>
                  </a:lnTo>
                  <a:close/>
                </a:path>
                <a:path w="241300" h="107950">
                  <a:moveTo>
                    <a:pt x="2539" y="64770"/>
                  </a:moveTo>
                  <a:lnTo>
                    <a:pt x="0" y="64770"/>
                  </a:lnTo>
                  <a:lnTo>
                    <a:pt x="0" y="67437"/>
                  </a:lnTo>
                  <a:lnTo>
                    <a:pt x="2539" y="67437"/>
                  </a:lnTo>
                  <a:lnTo>
                    <a:pt x="2539" y="64770"/>
                  </a:lnTo>
                  <a:close/>
                </a:path>
                <a:path w="241300" h="107950">
                  <a:moveTo>
                    <a:pt x="2539" y="62229"/>
                  </a:moveTo>
                  <a:lnTo>
                    <a:pt x="0" y="62229"/>
                  </a:lnTo>
                  <a:lnTo>
                    <a:pt x="0" y="63500"/>
                  </a:lnTo>
                  <a:lnTo>
                    <a:pt x="2539" y="63500"/>
                  </a:lnTo>
                  <a:lnTo>
                    <a:pt x="2539" y="62229"/>
                  </a:lnTo>
                  <a:close/>
                </a:path>
                <a:path w="241300" h="107950">
                  <a:moveTo>
                    <a:pt x="2539" y="58420"/>
                  </a:moveTo>
                  <a:lnTo>
                    <a:pt x="0" y="58420"/>
                  </a:lnTo>
                  <a:lnTo>
                    <a:pt x="0" y="61087"/>
                  </a:lnTo>
                  <a:lnTo>
                    <a:pt x="2539" y="61087"/>
                  </a:lnTo>
                  <a:lnTo>
                    <a:pt x="2539" y="58420"/>
                  </a:lnTo>
                  <a:close/>
                </a:path>
                <a:path w="241300" h="107950">
                  <a:moveTo>
                    <a:pt x="2539" y="55879"/>
                  </a:moveTo>
                  <a:lnTo>
                    <a:pt x="0" y="55879"/>
                  </a:lnTo>
                  <a:lnTo>
                    <a:pt x="0" y="57150"/>
                  </a:lnTo>
                  <a:lnTo>
                    <a:pt x="2539" y="57150"/>
                  </a:lnTo>
                  <a:lnTo>
                    <a:pt x="2539" y="55879"/>
                  </a:lnTo>
                  <a:close/>
                </a:path>
                <a:path w="241300" h="107950">
                  <a:moveTo>
                    <a:pt x="2539" y="52070"/>
                  </a:moveTo>
                  <a:lnTo>
                    <a:pt x="0" y="52070"/>
                  </a:lnTo>
                  <a:lnTo>
                    <a:pt x="0" y="54737"/>
                  </a:lnTo>
                  <a:lnTo>
                    <a:pt x="2539" y="54737"/>
                  </a:lnTo>
                  <a:lnTo>
                    <a:pt x="2539" y="52070"/>
                  </a:lnTo>
                  <a:close/>
                </a:path>
                <a:path w="241300" h="107950">
                  <a:moveTo>
                    <a:pt x="2539" y="49529"/>
                  </a:moveTo>
                  <a:lnTo>
                    <a:pt x="0" y="49529"/>
                  </a:lnTo>
                  <a:lnTo>
                    <a:pt x="0" y="50800"/>
                  </a:lnTo>
                  <a:lnTo>
                    <a:pt x="2539" y="50800"/>
                  </a:lnTo>
                  <a:lnTo>
                    <a:pt x="2539" y="49529"/>
                  </a:lnTo>
                  <a:close/>
                </a:path>
                <a:path w="241300" h="107950">
                  <a:moveTo>
                    <a:pt x="2539" y="45720"/>
                  </a:moveTo>
                  <a:lnTo>
                    <a:pt x="0" y="45720"/>
                  </a:lnTo>
                  <a:lnTo>
                    <a:pt x="0" y="48387"/>
                  </a:lnTo>
                  <a:lnTo>
                    <a:pt x="2539" y="48387"/>
                  </a:lnTo>
                  <a:lnTo>
                    <a:pt x="2539" y="45720"/>
                  </a:lnTo>
                  <a:close/>
                </a:path>
                <a:path w="241300" h="107950">
                  <a:moveTo>
                    <a:pt x="2539" y="43179"/>
                  </a:moveTo>
                  <a:lnTo>
                    <a:pt x="0" y="43179"/>
                  </a:lnTo>
                  <a:lnTo>
                    <a:pt x="0" y="44450"/>
                  </a:lnTo>
                  <a:lnTo>
                    <a:pt x="2539" y="44450"/>
                  </a:lnTo>
                  <a:lnTo>
                    <a:pt x="2539" y="43179"/>
                  </a:lnTo>
                  <a:close/>
                </a:path>
                <a:path w="241300" h="107950">
                  <a:moveTo>
                    <a:pt x="2539" y="39370"/>
                  </a:moveTo>
                  <a:lnTo>
                    <a:pt x="0" y="39370"/>
                  </a:lnTo>
                  <a:lnTo>
                    <a:pt x="0" y="42037"/>
                  </a:lnTo>
                  <a:lnTo>
                    <a:pt x="2539" y="42037"/>
                  </a:lnTo>
                  <a:lnTo>
                    <a:pt x="2539" y="39370"/>
                  </a:lnTo>
                  <a:close/>
                </a:path>
                <a:path w="241300" h="107950">
                  <a:moveTo>
                    <a:pt x="2539" y="36829"/>
                  </a:moveTo>
                  <a:lnTo>
                    <a:pt x="0" y="36829"/>
                  </a:lnTo>
                  <a:lnTo>
                    <a:pt x="0" y="38100"/>
                  </a:lnTo>
                  <a:lnTo>
                    <a:pt x="2539" y="38100"/>
                  </a:lnTo>
                  <a:lnTo>
                    <a:pt x="2539" y="36829"/>
                  </a:lnTo>
                  <a:close/>
                </a:path>
                <a:path w="241300" h="107950">
                  <a:moveTo>
                    <a:pt x="2539" y="33020"/>
                  </a:moveTo>
                  <a:lnTo>
                    <a:pt x="0" y="33020"/>
                  </a:lnTo>
                  <a:lnTo>
                    <a:pt x="0" y="35687"/>
                  </a:lnTo>
                  <a:lnTo>
                    <a:pt x="2539" y="35687"/>
                  </a:lnTo>
                  <a:lnTo>
                    <a:pt x="2539" y="33020"/>
                  </a:lnTo>
                  <a:close/>
                </a:path>
                <a:path w="241300" h="107950">
                  <a:moveTo>
                    <a:pt x="2539" y="30479"/>
                  </a:moveTo>
                  <a:lnTo>
                    <a:pt x="0" y="30479"/>
                  </a:lnTo>
                  <a:lnTo>
                    <a:pt x="0" y="31750"/>
                  </a:lnTo>
                  <a:lnTo>
                    <a:pt x="2539" y="31750"/>
                  </a:lnTo>
                  <a:lnTo>
                    <a:pt x="2539" y="30479"/>
                  </a:lnTo>
                  <a:close/>
                </a:path>
                <a:path w="241300" h="107950">
                  <a:moveTo>
                    <a:pt x="2539" y="26670"/>
                  </a:moveTo>
                  <a:lnTo>
                    <a:pt x="0" y="26670"/>
                  </a:lnTo>
                  <a:lnTo>
                    <a:pt x="0" y="29337"/>
                  </a:lnTo>
                  <a:lnTo>
                    <a:pt x="2539" y="29337"/>
                  </a:lnTo>
                  <a:lnTo>
                    <a:pt x="2539" y="26670"/>
                  </a:lnTo>
                  <a:close/>
                </a:path>
                <a:path w="241300" h="107950">
                  <a:moveTo>
                    <a:pt x="2539" y="24129"/>
                  </a:moveTo>
                  <a:lnTo>
                    <a:pt x="0" y="24129"/>
                  </a:lnTo>
                  <a:lnTo>
                    <a:pt x="0" y="25400"/>
                  </a:lnTo>
                  <a:lnTo>
                    <a:pt x="2539" y="25400"/>
                  </a:lnTo>
                  <a:lnTo>
                    <a:pt x="2539" y="24129"/>
                  </a:lnTo>
                  <a:close/>
                </a:path>
                <a:path w="241300" h="107950">
                  <a:moveTo>
                    <a:pt x="2539" y="20320"/>
                  </a:moveTo>
                  <a:lnTo>
                    <a:pt x="0" y="20320"/>
                  </a:lnTo>
                  <a:lnTo>
                    <a:pt x="0" y="22987"/>
                  </a:lnTo>
                  <a:lnTo>
                    <a:pt x="2539" y="22987"/>
                  </a:lnTo>
                  <a:lnTo>
                    <a:pt x="2539" y="20320"/>
                  </a:lnTo>
                  <a:close/>
                </a:path>
                <a:path w="241300" h="107950">
                  <a:moveTo>
                    <a:pt x="2539" y="17779"/>
                  </a:moveTo>
                  <a:lnTo>
                    <a:pt x="0" y="17779"/>
                  </a:lnTo>
                  <a:lnTo>
                    <a:pt x="0" y="19050"/>
                  </a:lnTo>
                  <a:lnTo>
                    <a:pt x="2539" y="19050"/>
                  </a:lnTo>
                  <a:lnTo>
                    <a:pt x="2539" y="17779"/>
                  </a:lnTo>
                  <a:close/>
                </a:path>
                <a:path w="241300" h="107950">
                  <a:moveTo>
                    <a:pt x="2539" y="13970"/>
                  </a:moveTo>
                  <a:lnTo>
                    <a:pt x="0" y="13970"/>
                  </a:lnTo>
                  <a:lnTo>
                    <a:pt x="0" y="16637"/>
                  </a:lnTo>
                  <a:lnTo>
                    <a:pt x="2539" y="16637"/>
                  </a:lnTo>
                  <a:lnTo>
                    <a:pt x="2539" y="13970"/>
                  </a:lnTo>
                  <a:close/>
                </a:path>
                <a:path w="241300" h="107950">
                  <a:moveTo>
                    <a:pt x="2539" y="11429"/>
                  </a:moveTo>
                  <a:lnTo>
                    <a:pt x="0" y="11429"/>
                  </a:lnTo>
                  <a:lnTo>
                    <a:pt x="0" y="12700"/>
                  </a:lnTo>
                  <a:lnTo>
                    <a:pt x="2539" y="12700"/>
                  </a:lnTo>
                  <a:lnTo>
                    <a:pt x="2539" y="11429"/>
                  </a:lnTo>
                  <a:close/>
                </a:path>
                <a:path w="241300" h="107950">
                  <a:moveTo>
                    <a:pt x="2539" y="7620"/>
                  </a:moveTo>
                  <a:lnTo>
                    <a:pt x="0" y="7620"/>
                  </a:lnTo>
                  <a:lnTo>
                    <a:pt x="0" y="10287"/>
                  </a:lnTo>
                  <a:lnTo>
                    <a:pt x="2539" y="10287"/>
                  </a:lnTo>
                  <a:lnTo>
                    <a:pt x="2539" y="7620"/>
                  </a:lnTo>
                  <a:close/>
                </a:path>
                <a:path w="241300" h="107950">
                  <a:moveTo>
                    <a:pt x="2539" y="5079"/>
                  </a:moveTo>
                  <a:lnTo>
                    <a:pt x="0" y="5079"/>
                  </a:lnTo>
                  <a:lnTo>
                    <a:pt x="0" y="6350"/>
                  </a:lnTo>
                  <a:lnTo>
                    <a:pt x="2539" y="6350"/>
                  </a:lnTo>
                  <a:lnTo>
                    <a:pt x="2539" y="5079"/>
                  </a:lnTo>
                  <a:close/>
                </a:path>
                <a:path w="241300" h="107950">
                  <a:moveTo>
                    <a:pt x="2539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0" y="1270"/>
                  </a:lnTo>
                  <a:lnTo>
                    <a:pt x="0" y="3937"/>
                  </a:lnTo>
                  <a:lnTo>
                    <a:pt x="2539" y="3937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E0D7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9" name="object 1799"/>
            <p:cNvSpPr/>
            <p:nvPr/>
          </p:nvSpPr>
          <p:spPr>
            <a:xfrm>
              <a:off x="2961639" y="2598547"/>
              <a:ext cx="233679" cy="106680"/>
            </a:xfrm>
            <a:custGeom>
              <a:avLst/>
              <a:gdLst/>
              <a:ahLst/>
              <a:cxnLst/>
              <a:rect l="l" t="t" r="r" b="b"/>
              <a:pathLst>
                <a:path w="233680" h="106680">
                  <a:moveTo>
                    <a:pt x="233680" y="105282"/>
                  </a:moveTo>
                  <a:lnTo>
                    <a:pt x="0" y="105282"/>
                  </a:lnTo>
                  <a:lnTo>
                    <a:pt x="0" y="106552"/>
                  </a:lnTo>
                  <a:lnTo>
                    <a:pt x="233680" y="106552"/>
                  </a:lnTo>
                  <a:lnTo>
                    <a:pt x="233680" y="105282"/>
                  </a:lnTo>
                  <a:close/>
                </a:path>
                <a:path w="233680" h="106680">
                  <a:moveTo>
                    <a:pt x="231140" y="104139"/>
                  </a:moveTo>
                  <a:lnTo>
                    <a:pt x="228600" y="104139"/>
                  </a:lnTo>
                  <a:lnTo>
                    <a:pt x="228600" y="105282"/>
                  </a:lnTo>
                  <a:lnTo>
                    <a:pt x="231140" y="105282"/>
                  </a:lnTo>
                  <a:lnTo>
                    <a:pt x="231140" y="104139"/>
                  </a:lnTo>
                  <a:close/>
                </a:path>
                <a:path w="233680" h="106680">
                  <a:moveTo>
                    <a:pt x="228600" y="102742"/>
                  </a:moveTo>
                  <a:lnTo>
                    <a:pt x="0" y="102742"/>
                  </a:lnTo>
                  <a:lnTo>
                    <a:pt x="0" y="104139"/>
                  </a:lnTo>
                  <a:lnTo>
                    <a:pt x="228600" y="104139"/>
                  </a:lnTo>
                  <a:lnTo>
                    <a:pt x="228600" y="102742"/>
                  </a:lnTo>
                  <a:close/>
                </a:path>
                <a:path w="233680" h="106680">
                  <a:moveTo>
                    <a:pt x="3810" y="98932"/>
                  </a:moveTo>
                  <a:lnTo>
                    <a:pt x="0" y="98932"/>
                  </a:lnTo>
                  <a:lnTo>
                    <a:pt x="0" y="101600"/>
                  </a:lnTo>
                  <a:lnTo>
                    <a:pt x="3810" y="101600"/>
                  </a:lnTo>
                  <a:lnTo>
                    <a:pt x="3810" y="98932"/>
                  </a:lnTo>
                  <a:close/>
                </a:path>
                <a:path w="233680" h="106680">
                  <a:moveTo>
                    <a:pt x="3810" y="96392"/>
                  </a:moveTo>
                  <a:lnTo>
                    <a:pt x="0" y="96392"/>
                  </a:lnTo>
                  <a:lnTo>
                    <a:pt x="0" y="97789"/>
                  </a:lnTo>
                  <a:lnTo>
                    <a:pt x="3810" y="97789"/>
                  </a:lnTo>
                  <a:lnTo>
                    <a:pt x="3810" y="96392"/>
                  </a:lnTo>
                  <a:close/>
                </a:path>
                <a:path w="233680" h="106680">
                  <a:moveTo>
                    <a:pt x="3810" y="92582"/>
                  </a:moveTo>
                  <a:lnTo>
                    <a:pt x="0" y="92582"/>
                  </a:lnTo>
                  <a:lnTo>
                    <a:pt x="0" y="95250"/>
                  </a:lnTo>
                  <a:lnTo>
                    <a:pt x="3810" y="95250"/>
                  </a:lnTo>
                  <a:lnTo>
                    <a:pt x="3810" y="92582"/>
                  </a:lnTo>
                  <a:close/>
                </a:path>
                <a:path w="233680" h="106680">
                  <a:moveTo>
                    <a:pt x="3810" y="90042"/>
                  </a:moveTo>
                  <a:lnTo>
                    <a:pt x="0" y="90042"/>
                  </a:lnTo>
                  <a:lnTo>
                    <a:pt x="0" y="91439"/>
                  </a:lnTo>
                  <a:lnTo>
                    <a:pt x="3810" y="91439"/>
                  </a:lnTo>
                  <a:lnTo>
                    <a:pt x="3810" y="90042"/>
                  </a:lnTo>
                  <a:close/>
                </a:path>
                <a:path w="233680" h="106680">
                  <a:moveTo>
                    <a:pt x="3810" y="86232"/>
                  </a:moveTo>
                  <a:lnTo>
                    <a:pt x="0" y="86232"/>
                  </a:lnTo>
                  <a:lnTo>
                    <a:pt x="0" y="88900"/>
                  </a:lnTo>
                  <a:lnTo>
                    <a:pt x="3810" y="88900"/>
                  </a:lnTo>
                  <a:lnTo>
                    <a:pt x="3810" y="86232"/>
                  </a:lnTo>
                  <a:close/>
                </a:path>
                <a:path w="233680" h="106680">
                  <a:moveTo>
                    <a:pt x="3810" y="83692"/>
                  </a:moveTo>
                  <a:lnTo>
                    <a:pt x="0" y="83692"/>
                  </a:lnTo>
                  <a:lnTo>
                    <a:pt x="0" y="85089"/>
                  </a:lnTo>
                  <a:lnTo>
                    <a:pt x="3810" y="85089"/>
                  </a:lnTo>
                  <a:lnTo>
                    <a:pt x="3810" y="83692"/>
                  </a:lnTo>
                  <a:close/>
                </a:path>
                <a:path w="233680" h="106680">
                  <a:moveTo>
                    <a:pt x="3810" y="79882"/>
                  </a:moveTo>
                  <a:lnTo>
                    <a:pt x="0" y="79882"/>
                  </a:lnTo>
                  <a:lnTo>
                    <a:pt x="0" y="82550"/>
                  </a:lnTo>
                  <a:lnTo>
                    <a:pt x="3810" y="82550"/>
                  </a:lnTo>
                  <a:lnTo>
                    <a:pt x="3810" y="79882"/>
                  </a:lnTo>
                  <a:close/>
                </a:path>
                <a:path w="233680" h="106680">
                  <a:moveTo>
                    <a:pt x="3810" y="77342"/>
                  </a:moveTo>
                  <a:lnTo>
                    <a:pt x="0" y="77342"/>
                  </a:lnTo>
                  <a:lnTo>
                    <a:pt x="0" y="78739"/>
                  </a:lnTo>
                  <a:lnTo>
                    <a:pt x="3810" y="78739"/>
                  </a:lnTo>
                  <a:lnTo>
                    <a:pt x="3810" y="77342"/>
                  </a:lnTo>
                  <a:close/>
                </a:path>
                <a:path w="233680" h="106680">
                  <a:moveTo>
                    <a:pt x="3810" y="73532"/>
                  </a:moveTo>
                  <a:lnTo>
                    <a:pt x="0" y="73532"/>
                  </a:lnTo>
                  <a:lnTo>
                    <a:pt x="0" y="76200"/>
                  </a:lnTo>
                  <a:lnTo>
                    <a:pt x="3810" y="76200"/>
                  </a:lnTo>
                  <a:lnTo>
                    <a:pt x="3810" y="73532"/>
                  </a:lnTo>
                  <a:close/>
                </a:path>
                <a:path w="233680" h="106680">
                  <a:moveTo>
                    <a:pt x="3810" y="70992"/>
                  </a:moveTo>
                  <a:lnTo>
                    <a:pt x="0" y="70992"/>
                  </a:lnTo>
                  <a:lnTo>
                    <a:pt x="0" y="72389"/>
                  </a:lnTo>
                  <a:lnTo>
                    <a:pt x="3810" y="72389"/>
                  </a:lnTo>
                  <a:lnTo>
                    <a:pt x="3810" y="70992"/>
                  </a:lnTo>
                  <a:close/>
                </a:path>
                <a:path w="233680" h="106680">
                  <a:moveTo>
                    <a:pt x="3810" y="67182"/>
                  </a:moveTo>
                  <a:lnTo>
                    <a:pt x="0" y="67182"/>
                  </a:lnTo>
                  <a:lnTo>
                    <a:pt x="0" y="69850"/>
                  </a:lnTo>
                  <a:lnTo>
                    <a:pt x="3810" y="69850"/>
                  </a:lnTo>
                  <a:lnTo>
                    <a:pt x="3810" y="67182"/>
                  </a:lnTo>
                  <a:close/>
                </a:path>
                <a:path w="233680" h="106680">
                  <a:moveTo>
                    <a:pt x="3810" y="64642"/>
                  </a:moveTo>
                  <a:lnTo>
                    <a:pt x="0" y="64642"/>
                  </a:lnTo>
                  <a:lnTo>
                    <a:pt x="0" y="66039"/>
                  </a:lnTo>
                  <a:lnTo>
                    <a:pt x="3810" y="66039"/>
                  </a:lnTo>
                  <a:lnTo>
                    <a:pt x="3810" y="64642"/>
                  </a:lnTo>
                  <a:close/>
                </a:path>
                <a:path w="233680" h="106680">
                  <a:moveTo>
                    <a:pt x="3810" y="60832"/>
                  </a:moveTo>
                  <a:lnTo>
                    <a:pt x="0" y="60832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60832"/>
                  </a:lnTo>
                  <a:close/>
                </a:path>
                <a:path w="233680" h="106680">
                  <a:moveTo>
                    <a:pt x="3810" y="58292"/>
                  </a:moveTo>
                  <a:lnTo>
                    <a:pt x="0" y="58292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8292"/>
                  </a:lnTo>
                  <a:close/>
                </a:path>
                <a:path w="233680" h="106680">
                  <a:moveTo>
                    <a:pt x="3810" y="54482"/>
                  </a:moveTo>
                  <a:lnTo>
                    <a:pt x="0" y="54482"/>
                  </a:lnTo>
                  <a:lnTo>
                    <a:pt x="0" y="57150"/>
                  </a:lnTo>
                  <a:lnTo>
                    <a:pt x="3810" y="57150"/>
                  </a:lnTo>
                  <a:lnTo>
                    <a:pt x="3810" y="54482"/>
                  </a:lnTo>
                  <a:close/>
                </a:path>
                <a:path w="233680" h="106680">
                  <a:moveTo>
                    <a:pt x="3810" y="51942"/>
                  </a:moveTo>
                  <a:lnTo>
                    <a:pt x="0" y="51942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51942"/>
                  </a:lnTo>
                  <a:close/>
                </a:path>
                <a:path w="233680" h="106680">
                  <a:moveTo>
                    <a:pt x="3810" y="48132"/>
                  </a:moveTo>
                  <a:lnTo>
                    <a:pt x="0" y="48132"/>
                  </a:lnTo>
                  <a:lnTo>
                    <a:pt x="0" y="50800"/>
                  </a:lnTo>
                  <a:lnTo>
                    <a:pt x="3810" y="50800"/>
                  </a:lnTo>
                  <a:lnTo>
                    <a:pt x="3810" y="48132"/>
                  </a:lnTo>
                  <a:close/>
                </a:path>
                <a:path w="233680" h="106680">
                  <a:moveTo>
                    <a:pt x="3810" y="45592"/>
                  </a:moveTo>
                  <a:lnTo>
                    <a:pt x="0" y="45592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5592"/>
                  </a:lnTo>
                  <a:close/>
                </a:path>
                <a:path w="233680" h="106680">
                  <a:moveTo>
                    <a:pt x="3810" y="41782"/>
                  </a:moveTo>
                  <a:lnTo>
                    <a:pt x="0" y="41782"/>
                  </a:lnTo>
                  <a:lnTo>
                    <a:pt x="0" y="44450"/>
                  </a:lnTo>
                  <a:lnTo>
                    <a:pt x="3810" y="44450"/>
                  </a:lnTo>
                  <a:lnTo>
                    <a:pt x="3810" y="41782"/>
                  </a:lnTo>
                  <a:close/>
                </a:path>
                <a:path w="233680" h="106680">
                  <a:moveTo>
                    <a:pt x="3810" y="39242"/>
                  </a:moveTo>
                  <a:lnTo>
                    <a:pt x="0" y="39242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9242"/>
                  </a:lnTo>
                  <a:close/>
                </a:path>
                <a:path w="233680" h="106680">
                  <a:moveTo>
                    <a:pt x="3810" y="35432"/>
                  </a:moveTo>
                  <a:lnTo>
                    <a:pt x="0" y="35432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5432"/>
                  </a:lnTo>
                  <a:close/>
                </a:path>
                <a:path w="233680" h="106680">
                  <a:moveTo>
                    <a:pt x="3810" y="32892"/>
                  </a:moveTo>
                  <a:lnTo>
                    <a:pt x="0" y="32892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32892"/>
                  </a:lnTo>
                  <a:close/>
                </a:path>
                <a:path w="233680" h="106680">
                  <a:moveTo>
                    <a:pt x="3810" y="29082"/>
                  </a:moveTo>
                  <a:lnTo>
                    <a:pt x="0" y="29082"/>
                  </a:lnTo>
                  <a:lnTo>
                    <a:pt x="0" y="31750"/>
                  </a:lnTo>
                  <a:lnTo>
                    <a:pt x="3810" y="31750"/>
                  </a:lnTo>
                  <a:lnTo>
                    <a:pt x="3810" y="29082"/>
                  </a:lnTo>
                  <a:close/>
                </a:path>
                <a:path w="233680" h="106680">
                  <a:moveTo>
                    <a:pt x="3810" y="26542"/>
                  </a:moveTo>
                  <a:lnTo>
                    <a:pt x="0" y="26542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6542"/>
                  </a:lnTo>
                  <a:close/>
                </a:path>
                <a:path w="233680" h="106680">
                  <a:moveTo>
                    <a:pt x="3810" y="22732"/>
                  </a:moveTo>
                  <a:lnTo>
                    <a:pt x="0" y="2273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2732"/>
                  </a:lnTo>
                  <a:close/>
                </a:path>
                <a:path w="233680" h="106680">
                  <a:moveTo>
                    <a:pt x="3810" y="20192"/>
                  </a:moveTo>
                  <a:lnTo>
                    <a:pt x="0" y="20192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20192"/>
                  </a:lnTo>
                  <a:close/>
                </a:path>
                <a:path w="233680" h="106680">
                  <a:moveTo>
                    <a:pt x="3810" y="16382"/>
                  </a:moveTo>
                  <a:lnTo>
                    <a:pt x="0" y="16382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6382"/>
                  </a:lnTo>
                  <a:close/>
                </a:path>
                <a:path w="233680" h="106680">
                  <a:moveTo>
                    <a:pt x="3810" y="13842"/>
                  </a:moveTo>
                  <a:lnTo>
                    <a:pt x="0" y="13842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3842"/>
                  </a:lnTo>
                  <a:close/>
                </a:path>
                <a:path w="233680" h="106680">
                  <a:moveTo>
                    <a:pt x="3810" y="10032"/>
                  </a:moveTo>
                  <a:lnTo>
                    <a:pt x="0" y="10032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10032"/>
                  </a:lnTo>
                  <a:close/>
                </a:path>
                <a:path w="233680" h="106680">
                  <a:moveTo>
                    <a:pt x="3810" y="7492"/>
                  </a:moveTo>
                  <a:lnTo>
                    <a:pt x="0" y="7492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7492"/>
                  </a:lnTo>
                  <a:close/>
                </a:path>
                <a:path w="233680" h="106680">
                  <a:moveTo>
                    <a:pt x="3810" y="3682"/>
                  </a:moveTo>
                  <a:lnTo>
                    <a:pt x="0" y="3682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3682"/>
                  </a:lnTo>
                  <a:close/>
                </a:path>
                <a:path w="233680" h="106680">
                  <a:moveTo>
                    <a:pt x="3810" y="0"/>
                  </a:moveTo>
                  <a:lnTo>
                    <a:pt x="2540" y="0"/>
                  </a:lnTo>
                  <a:lnTo>
                    <a:pt x="2540" y="1142"/>
                  </a:lnTo>
                  <a:lnTo>
                    <a:pt x="0" y="1142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DFD5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0" name="object 1800"/>
            <p:cNvSpPr/>
            <p:nvPr/>
          </p:nvSpPr>
          <p:spPr>
            <a:xfrm>
              <a:off x="2965450" y="2597276"/>
              <a:ext cx="222250" cy="104139"/>
            </a:xfrm>
            <a:custGeom>
              <a:avLst/>
              <a:gdLst/>
              <a:ahLst/>
              <a:cxnLst/>
              <a:rect l="l" t="t" r="r" b="b"/>
              <a:pathLst>
                <a:path w="222250" h="104139">
                  <a:moveTo>
                    <a:pt x="222250" y="102870"/>
                  </a:moveTo>
                  <a:lnTo>
                    <a:pt x="220980" y="102870"/>
                  </a:lnTo>
                  <a:lnTo>
                    <a:pt x="220980" y="104012"/>
                  </a:lnTo>
                  <a:lnTo>
                    <a:pt x="222250" y="104012"/>
                  </a:lnTo>
                  <a:lnTo>
                    <a:pt x="222250" y="102870"/>
                  </a:lnTo>
                  <a:close/>
                </a:path>
                <a:path w="222250" h="104139">
                  <a:moveTo>
                    <a:pt x="218439" y="100202"/>
                  </a:moveTo>
                  <a:lnTo>
                    <a:pt x="0" y="100202"/>
                  </a:lnTo>
                  <a:lnTo>
                    <a:pt x="0" y="102870"/>
                  </a:lnTo>
                  <a:lnTo>
                    <a:pt x="220980" y="102870"/>
                  </a:lnTo>
                  <a:lnTo>
                    <a:pt x="220980" y="101600"/>
                  </a:lnTo>
                  <a:lnTo>
                    <a:pt x="218439" y="101600"/>
                  </a:lnTo>
                  <a:lnTo>
                    <a:pt x="218439" y="100202"/>
                  </a:lnTo>
                  <a:close/>
                </a:path>
                <a:path w="222250" h="104139">
                  <a:moveTo>
                    <a:pt x="3810" y="97662"/>
                  </a:moveTo>
                  <a:lnTo>
                    <a:pt x="0" y="97662"/>
                  </a:lnTo>
                  <a:lnTo>
                    <a:pt x="0" y="99060"/>
                  </a:lnTo>
                  <a:lnTo>
                    <a:pt x="3810" y="99060"/>
                  </a:lnTo>
                  <a:lnTo>
                    <a:pt x="3810" y="97662"/>
                  </a:lnTo>
                  <a:close/>
                </a:path>
                <a:path w="222250" h="104139">
                  <a:moveTo>
                    <a:pt x="3810" y="93852"/>
                  </a:moveTo>
                  <a:lnTo>
                    <a:pt x="0" y="93852"/>
                  </a:lnTo>
                  <a:lnTo>
                    <a:pt x="0" y="96520"/>
                  </a:lnTo>
                  <a:lnTo>
                    <a:pt x="3810" y="96520"/>
                  </a:lnTo>
                  <a:lnTo>
                    <a:pt x="3810" y="93852"/>
                  </a:lnTo>
                  <a:close/>
                </a:path>
                <a:path w="222250" h="104139">
                  <a:moveTo>
                    <a:pt x="3810" y="91312"/>
                  </a:moveTo>
                  <a:lnTo>
                    <a:pt x="0" y="91312"/>
                  </a:lnTo>
                  <a:lnTo>
                    <a:pt x="0" y="92710"/>
                  </a:lnTo>
                  <a:lnTo>
                    <a:pt x="3810" y="92710"/>
                  </a:lnTo>
                  <a:lnTo>
                    <a:pt x="3810" y="91312"/>
                  </a:lnTo>
                  <a:close/>
                </a:path>
                <a:path w="222250" h="104139">
                  <a:moveTo>
                    <a:pt x="3810" y="87502"/>
                  </a:moveTo>
                  <a:lnTo>
                    <a:pt x="0" y="87502"/>
                  </a:lnTo>
                  <a:lnTo>
                    <a:pt x="0" y="90170"/>
                  </a:lnTo>
                  <a:lnTo>
                    <a:pt x="3810" y="90170"/>
                  </a:lnTo>
                  <a:lnTo>
                    <a:pt x="3810" y="87502"/>
                  </a:lnTo>
                  <a:close/>
                </a:path>
                <a:path w="222250" h="104139">
                  <a:moveTo>
                    <a:pt x="3810" y="84962"/>
                  </a:moveTo>
                  <a:lnTo>
                    <a:pt x="0" y="84962"/>
                  </a:lnTo>
                  <a:lnTo>
                    <a:pt x="0" y="86360"/>
                  </a:lnTo>
                  <a:lnTo>
                    <a:pt x="3810" y="86360"/>
                  </a:lnTo>
                  <a:lnTo>
                    <a:pt x="3810" y="84962"/>
                  </a:lnTo>
                  <a:close/>
                </a:path>
                <a:path w="222250" h="104139">
                  <a:moveTo>
                    <a:pt x="3810" y="81152"/>
                  </a:moveTo>
                  <a:lnTo>
                    <a:pt x="0" y="81152"/>
                  </a:lnTo>
                  <a:lnTo>
                    <a:pt x="0" y="83820"/>
                  </a:lnTo>
                  <a:lnTo>
                    <a:pt x="3810" y="83820"/>
                  </a:lnTo>
                  <a:lnTo>
                    <a:pt x="3810" y="81152"/>
                  </a:lnTo>
                  <a:close/>
                </a:path>
                <a:path w="222250" h="104139">
                  <a:moveTo>
                    <a:pt x="3810" y="78612"/>
                  </a:moveTo>
                  <a:lnTo>
                    <a:pt x="0" y="78612"/>
                  </a:lnTo>
                  <a:lnTo>
                    <a:pt x="0" y="80010"/>
                  </a:lnTo>
                  <a:lnTo>
                    <a:pt x="3810" y="80010"/>
                  </a:lnTo>
                  <a:lnTo>
                    <a:pt x="3810" y="78612"/>
                  </a:lnTo>
                  <a:close/>
                </a:path>
                <a:path w="222250" h="104139">
                  <a:moveTo>
                    <a:pt x="3810" y="74802"/>
                  </a:moveTo>
                  <a:lnTo>
                    <a:pt x="0" y="74802"/>
                  </a:lnTo>
                  <a:lnTo>
                    <a:pt x="0" y="77470"/>
                  </a:lnTo>
                  <a:lnTo>
                    <a:pt x="3810" y="77470"/>
                  </a:lnTo>
                  <a:lnTo>
                    <a:pt x="3810" y="74802"/>
                  </a:lnTo>
                  <a:close/>
                </a:path>
                <a:path w="222250" h="104139">
                  <a:moveTo>
                    <a:pt x="3810" y="72262"/>
                  </a:moveTo>
                  <a:lnTo>
                    <a:pt x="0" y="72262"/>
                  </a:lnTo>
                  <a:lnTo>
                    <a:pt x="0" y="73660"/>
                  </a:lnTo>
                  <a:lnTo>
                    <a:pt x="3810" y="73660"/>
                  </a:lnTo>
                  <a:lnTo>
                    <a:pt x="3810" y="72262"/>
                  </a:lnTo>
                  <a:close/>
                </a:path>
                <a:path w="222250" h="104139">
                  <a:moveTo>
                    <a:pt x="3810" y="68452"/>
                  </a:moveTo>
                  <a:lnTo>
                    <a:pt x="0" y="68452"/>
                  </a:lnTo>
                  <a:lnTo>
                    <a:pt x="0" y="71120"/>
                  </a:lnTo>
                  <a:lnTo>
                    <a:pt x="3810" y="71120"/>
                  </a:lnTo>
                  <a:lnTo>
                    <a:pt x="3810" y="68452"/>
                  </a:lnTo>
                  <a:close/>
                </a:path>
                <a:path w="222250" h="104139">
                  <a:moveTo>
                    <a:pt x="3810" y="65912"/>
                  </a:moveTo>
                  <a:lnTo>
                    <a:pt x="0" y="65912"/>
                  </a:lnTo>
                  <a:lnTo>
                    <a:pt x="0" y="67310"/>
                  </a:lnTo>
                  <a:lnTo>
                    <a:pt x="3810" y="67310"/>
                  </a:lnTo>
                  <a:lnTo>
                    <a:pt x="3810" y="65912"/>
                  </a:lnTo>
                  <a:close/>
                </a:path>
                <a:path w="222250" h="104139">
                  <a:moveTo>
                    <a:pt x="3810" y="62102"/>
                  </a:moveTo>
                  <a:lnTo>
                    <a:pt x="0" y="62102"/>
                  </a:lnTo>
                  <a:lnTo>
                    <a:pt x="0" y="64770"/>
                  </a:lnTo>
                  <a:lnTo>
                    <a:pt x="3810" y="64770"/>
                  </a:lnTo>
                  <a:lnTo>
                    <a:pt x="3810" y="62102"/>
                  </a:lnTo>
                  <a:close/>
                </a:path>
                <a:path w="222250" h="104139">
                  <a:moveTo>
                    <a:pt x="3810" y="59562"/>
                  </a:moveTo>
                  <a:lnTo>
                    <a:pt x="0" y="59562"/>
                  </a:lnTo>
                  <a:lnTo>
                    <a:pt x="0" y="60960"/>
                  </a:lnTo>
                  <a:lnTo>
                    <a:pt x="3810" y="60960"/>
                  </a:lnTo>
                  <a:lnTo>
                    <a:pt x="3810" y="59562"/>
                  </a:lnTo>
                  <a:close/>
                </a:path>
                <a:path w="222250" h="104139">
                  <a:moveTo>
                    <a:pt x="3810" y="55752"/>
                  </a:moveTo>
                  <a:lnTo>
                    <a:pt x="0" y="55752"/>
                  </a:lnTo>
                  <a:lnTo>
                    <a:pt x="0" y="58420"/>
                  </a:lnTo>
                  <a:lnTo>
                    <a:pt x="3810" y="58420"/>
                  </a:lnTo>
                  <a:lnTo>
                    <a:pt x="3810" y="55752"/>
                  </a:lnTo>
                  <a:close/>
                </a:path>
                <a:path w="222250" h="104139">
                  <a:moveTo>
                    <a:pt x="3810" y="53212"/>
                  </a:moveTo>
                  <a:lnTo>
                    <a:pt x="0" y="53212"/>
                  </a:lnTo>
                  <a:lnTo>
                    <a:pt x="0" y="54610"/>
                  </a:lnTo>
                  <a:lnTo>
                    <a:pt x="3810" y="54610"/>
                  </a:lnTo>
                  <a:lnTo>
                    <a:pt x="3810" y="53212"/>
                  </a:lnTo>
                  <a:close/>
                </a:path>
                <a:path w="222250" h="104139">
                  <a:moveTo>
                    <a:pt x="3810" y="49402"/>
                  </a:moveTo>
                  <a:lnTo>
                    <a:pt x="0" y="49402"/>
                  </a:lnTo>
                  <a:lnTo>
                    <a:pt x="0" y="52070"/>
                  </a:lnTo>
                  <a:lnTo>
                    <a:pt x="3810" y="52070"/>
                  </a:lnTo>
                  <a:lnTo>
                    <a:pt x="3810" y="49402"/>
                  </a:lnTo>
                  <a:close/>
                </a:path>
                <a:path w="222250" h="104139">
                  <a:moveTo>
                    <a:pt x="3810" y="46862"/>
                  </a:moveTo>
                  <a:lnTo>
                    <a:pt x="0" y="46862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6862"/>
                  </a:lnTo>
                  <a:close/>
                </a:path>
                <a:path w="222250" h="104139">
                  <a:moveTo>
                    <a:pt x="3810" y="43052"/>
                  </a:moveTo>
                  <a:lnTo>
                    <a:pt x="0" y="43052"/>
                  </a:lnTo>
                  <a:lnTo>
                    <a:pt x="0" y="45720"/>
                  </a:lnTo>
                  <a:lnTo>
                    <a:pt x="3810" y="45720"/>
                  </a:lnTo>
                  <a:lnTo>
                    <a:pt x="3810" y="43052"/>
                  </a:lnTo>
                  <a:close/>
                </a:path>
                <a:path w="222250" h="104139">
                  <a:moveTo>
                    <a:pt x="3810" y="40512"/>
                  </a:moveTo>
                  <a:lnTo>
                    <a:pt x="0" y="40512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40512"/>
                  </a:lnTo>
                  <a:close/>
                </a:path>
                <a:path w="222250" h="104139">
                  <a:moveTo>
                    <a:pt x="3810" y="36702"/>
                  </a:moveTo>
                  <a:lnTo>
                    <a:pt x="0" y="36702"/>
                  </a:lnTo>
                  <a:lnTo>
                    <a:pt x="0" y="39370"/>
                  </a:lnTo>
                  <a:lnTo>
                    <a:pt x="3810" y="39370"/>
                  </a:lnTo>
                  <a:lnTo>
                    <a:pt x="3810" y="36702"/>
                  </a:lnTo>
                  <a:close/>
                </a:path>
                <a:path w="222250" h="104139">
                  <a:moveTo>
                    <a:pt x="3810" y="34162"/>
                  </a:moveTo>
                  <a:lnTo>
                    <a:pt x="0" y="34162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34162"/>
                  </a:lnTo>
                  <a:close/>
                </a:path>
                <a:path w="222250" h="104139">
                  <a:moveTo>
                    <a:pt x="3810" y="30352"/>
                  </a:moveTo>
                  <a:lnTo>
                    <a:pt x="0" y="30352"/>
                  </a:lnTo>
                  <a:lnTo>
                    <a:pt x="0" y="33020"/>
                  </a:lnTo>
                  <a:lnTo>
                    <a:pt x="3810" y="33020"/>
                  </a:lnTo>
                  <a:lnTo>
                    <a:pt x="3810" y="30352"/>
                  </a:lnTo>
                  <a:close/>
                </a:path>
                <a:path w="222250" h="104139">
                  <a:moveTo>
                    <a:pt x="3810" y="27812"/>
                  </a:moveTo>
                  <a:lnTo>
                    <a:pt x="0" y="27812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7812"/>
                  </a:lnTo>
                  <a:close/>
                </a:path>
                <a:path w="222250" h="104139">
                  <a:moveTo>
                    <a:pt x="3810" y="24002"/>
                  </a:moveTo>
                  <a:lnTo>
                    <a:pt x="0" y="24002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4002"/>
                  </a:lnTo>
                  <a:close/>
                </a:path>
                <a:path w="222250" h="104139">
                  <a:moveTo>
                    <a:pt x="3810" y="21462"/>
                  </a:moveTo>
                  <a:lnTo>
                    <a:pt x="0" y="2146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21462"/>
                  </a:lnTo>
                  <a:close/>
                </a:path>
                <a:path w="222250" h="104139">
                  <a:moveTo>
                    <a:pt x="3810" y="17652"/>
                  </a:moveTo>
                  <a:lnTo>
                    <a:pt x="0" y="1765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652"/>
                  </a:lnTo>
                  <a:close/>
                </a:path>
                <a:path w="222250" h="104139">
                  <a:moveTo>
                    <a:pt x="3810" y="15112"/>
                  </a:moveTo>
                  <a:lnTo>
                    <a:pt x="0" y="1511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5112"/>
                  </a:lnTo>
                  <a:close/>
                </a:path>
                <a:path w="222250" h="104139">
                  <a:moveTo>
                    <a:pt x="3810" y="11302"/>
                  </a:moveTo>
                  <a:lnTo>
                    <a:pt x="0" y="1130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302"/>
                  </a:lnTo>
                  <a:close/>
                </a:path>
                <a:path w="222250" h="104139">
                  <a:moveTo>
                    <a:pt x="3810" y="8762"/>
                  </a:moveTo>
                  <a:lnTo>
                    <a:pt x="0" y="876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8762"/>
                  </a:lnTo>
                  <a:close/>
                </a:path>
                <a:path w="222250" h="104139">
                  <a:moveTo>
                    <a:pt x="3810" y="4952"/>
                  </a:moveTo>
                  <a:lnTo>
                    <a:pt x="0" y="495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4952"/>
                  </a:lnTo>
                  <a:close/>
                </a:path>
                <a:path w="222250" h="104139">
                  <a:moveTo>
                    <a:pt x="1269" y="1270"/>
                  </a:moveTo>
                  <a:lnTo>
                    <a:pt x="0" y="127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2412"/>
                  </a:lnTo>
                  <a:lnTo>
                    <a:pt x="1269" y="2412"/>
                  </a:lnTo>
                  <a:lnTo>
                    <a:pt x="1269" y="1270"/>
                  </a:lnTo>
                  <a:close/>
                </a:path>
                <a:path w="222250" h="104139">
                  <a:moveTo>
                    <a:pt x="3810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DED4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1" name="object 1801"/>
            <p:cNvSpPr/>
            <p:nvPr/>
          </p:nvSpPr>
          <p:spPr>
            <a:xfrm>
              <a:off x="2969260" y="2594736"/>
              <a:ext cx="212090" cy="102870"/>
            </a:xfrm>
            <a:custGeom>
              <a:avLst/>
              <a:gdLst/>
              <a:ahLst/>
              <a:cxnLst/>
              <a:rect l="l" t="t" r="r" b="b"/>
              <a:pathLst>
                <a:path w="212089" h="102869">
                  <a:moveTo>
                    <a:pt x="212089" y="101600"/>
                  </a:moveTo>
                  <a:lnTo>
                    <a:pt x="210819" y="101600"/>
                  </a:lnTo>
                  <a:lnTo>
                    <a:pt x="210819" y="102742"/>
                  </a:lnTo>
                  <a:lnTo>
                    <a:pt x="212089" y="102742"/>
                  </a:lnTo>
                  <a:lnTo>
                    <a:pt x="212089" y="101600"/>
                  </a:lnTo>
                  <a:close/>
                </a:path>
                <a:path w="212089" h="102869">
                  <a:moveTo>
                    <a:pt x="210819" y="100329"/>
                  </a:moveTo>
                  <a:lnTo>
                    <a:pt x="0" y="100329"/>
                  </a:lnTo>
                  <a:lnTo>
                    <a:pt x="0" y="101600"/>
                  </a:lnTo>
                  <a:lnTo>
                    <a:pt x="210819" y="101600"/>
                  </a:lnTo>
                  <a:lnTo>
                    <a:pt x="210819" y="100329"/>
                  </a:lnTo>
                  <a:close/>
                </a:path>
                <a:path w="212089" h="102869">
                  <a:moveTo>
                    <a:pt x="208279" y="99059"/>
                  </a:moveTo>
                  <a:lnTo>
                    <a:pt x="205739" y="99059"/>
                  </a:lnTo>
                  <a:lnTo>
                    <a:pt x="205739" y="100329"/>
                  </a:lnTo>
                  <a:lnTo>
                    <a:pt x="208279" y="100329"/>
                  </a:lnTo>
                  <a:lnTo>
                    <a:pt x="208279" y="99059"/>
                  </a:lnTo>
                  <a:close/>
                </a:path>
                <a:path w="212089" h="102869">
                  <a:moveTo>
                    <a:pt x="3809" y="96392"/>
                  </a:moveTo>
                  <a:lnTo>
                    <a:pt x="0" y="96392"/>
                  </a:lnTo>
                  <a:lnTo>
                    <a:pt x="0" y="99059"/>
                  </a:lnTo>
                  <a:lnTo>
                    <a:pt x="3809" y="99059"/>
                  </a:lnTo>
                  <a:lnTo>
                    <a:pt x="3809" y="96392"/>
                  </a:lnTo>
                  <a:close/>
                </a:path>
                <a:path w="212089" h="102869">
                  <a:moveTo>
                    <a:pt x="3809" y="93979"/>
                  </a:moveTo>
                  <a:lnTo>
                    <a:pt x="0" y="93979"/>
                  </a:lnTo>
                  <a:lnTo>
                    <a:pt x="0" y="95250"/>
                  </a:lnTo>
                  <a:lnTo>
                    <a:pt x="3809" y="95250"/>
                  </a:lnTo>
                  <a:lnTo>
                    <a:pt x="3809" y="93979"/>
                  </a:lnTo>
                  <a:close/>
                </a:path>
                <a:path w="212089" h="102869">
                  <a:moveTo>
                    <a:pt x="3809" y="90042"/>
                  </a:moveTo>
                  <a:lnTo>
                    <a:pt x="0" y="90042"/>
                  </a:lnTo>
                  <a:lnTo>
                    <a:pt x="0" y="92709"/>
                  </a:lnTo>
                  <a:lnTo>
                    <a:pt x="3809" y="92709"/>
                  </a:lnTo>
                  <a:lnTo>
                    <a:pt x="3809" y="90042"/>
                  </a:lnTo>
                  <a:close/>
                </a:path>
                <a:path w="212089" h="102869">
                  <a:moveTo>
                    <a:pt x="3809" y="87629"/>
                  </a:moveTo>
                  <a:lnTo>
                    <a:pt x="0" y="87629"/>
                  </a:lnTo>
                  <a:lnTo>
                    <a:pt x="0" y="88900"/>
                  </a:lnTo>
                  <a:lnTo>
                    <a:pt x="3809" y="88900"/>
                  </a:lnTo>
                  <a:lnTo>
                    <a:pt x="3809" y="87629"/>
                  </a:lnTo>
                  <a:close/>
                </a:path>
                <a:path w="212089" h="102869">
                  <a:moveTo>
                    <a:pt x="3809" y="83692"/>
                  </a:moveTo>
                  <a:lnTo>
                    <a:pt x="0" y="83692"/>
                  </a:lnTo>
                  <a:lnTo>
                    <a:pt x="0" y="86359"/>
                  </a:lnTo>
                  <a:lnTo>
                    <a:pt x="3809" y="86359"/>
                  </a:lnTo>
                  <a:lnTo>
                    <a:pt x="3809" y="83692"/>
                  </a:lnTo>
                  <a:close/>
                </a:path>
                <a:path w="212089" h="102869">
                  <a:moveTo>
                    <a:pt x="3809" y="81279"/>
                  </a:moveTo>
                  <a:lnTo>
                    <a:pt x="0" y="81279"/>
                  </a:lnTo>
                  <a:lnTo>
                    <a:pt x="0" y="82550"/>
                  </a:lnTo>
                  <a:lnTo>
                    <a:pt x="3809" y="82550"/>
                  </a:lnTo>
                  <a:lnTo>
                    <a:pt x="3809" y="81279"/>
                  </a:lnTo>
                  <a:close/>
                </a:path>
                <a:path w="212089" h="102869">
                  <a:moveTo>
                    <a:pt x="3809" y="77342"/>
                  </a:moveTo>
                  <a:lnTo>
                    <a:pt x="0" y="77342"/>
                  </a:lnTo>
                  <a:lnTo>
                    <a:pt x="0" y="80009"/>
                  </a:lnTo>
                  <a:lnTo>
                    <a:pt x="3809" y="80009"/>
                  </a:lnTo>
                  <a:lnTo>
                    <a:pt x="3809" y="77342"/>
                  </a:lnTo>
                  <a:close/>
                </a:path>
                <a:path w="212089" h="102869">
                  <a:moveTo>
                    <a:pt x="3809" y="74929"/>
                  </a:moveTo>
                  <a:lnTo>
                    <a:pt x="0" y="74929"/>
                  </a:lnTo>
                  <a:lnTo>
                    <a:pt x="0" y="76200"/>
                  </a:lnTo>
                  <a:lnTo>
                    <a:pt x="3809" y="76200"/>
                  </a:lnTo>
                  <a:lnTo>
                    <a:pt x="3809" y="74929"/>
                  </a:lnTo>
                  <a:close/>
                </a:path>
                <a:path w="212089" h="102869">
                  <a:moveTo>
                    <a:pt x="3809" y="70992"/>
                  </a:moveTo>
                  <a:lnTo>
                    <a:pt x="0" y="70992"/>
                  </a:lnTo>
                  <a:lnTo>
                    <a:pt x="0" y="73659"/>
                  </a:lnTo>
                  <a:lnTo>
                    <a:pt x="3809" y="73659"/>
                  </a:lnTo>
                  <a:lnTo>
                    <a:pt x="3809" y="70992"/>
                  </a:lnTo>
                  <a:close/>
                </a:path>
                <a:path w="212089" h="102869">
                  <a:moveTo>
                    <a:pt x="3809" y="68579"/>
                  </a:moveTo>
                  <a:lnTo>
                    <a:pt x="0" y="68579"/>
                  </a:lnTo>
                  <a:lnTo>
                    <a:pt x="0" y="69850"/>
                  </a:lnTo>
                  <a:lnTo>
                    <a:pt x="3809" y="69850"/>
                  </a:lnTo>
                  <a:lnTo>
                    <a:pt x="3809" y="68579"/>
                  </a:lnTo>
                  <a:close/>
                </a:path>
                <a:path w="212089" h="102869">
                  <a:moveTo>
                    <a:pt x="3809" y="64642"/>
                  </a:moveTo>
                  <a:lnTo>
                    <a:pt x="0" y="64642"/>
                  </a:lnTo>
                  <a:lnTo>
                    <a:pt x="0" y="67309"/>
                  </a:lnTo>
                  <a:lnTo>
                    <a:pt x="3809" y="67309"/>
                  </a:lnTo>
                  <a:lnTo>
                    <a:pt x="3809" y="64642"/>
                  </a:lnTo>
                  <a:close/>
                </a:path>
                <a:path w="212089" h="102869">
                  <a:moveTo>
                    <a:pt x="3809" y="62229"/>
                  </a:moveTo>
                  <a:lnTo>
                    <a:pt x="0" y="62229"/>
                  </a:lnTo>
                  <a:lnTo>
                    <a:pt x="0" y="63500"/>
                  </a:lnTo>
                  <a:lnTo>
                    <a:pt x="3809" y="63500"/>
                  </a:lnTo>
                  <a:lnTo>
                    <a:pt x="3809" y="62229"/>
                  </a:lnTo>
                  <a:close/>
                </a:path>
                <a:path w="212089" h="102869">
                  <a:moveTo>
                    <a:pt x="3809" y="58292"/>
                  </a:moveTo>
                  <a:lnTo>
                    <a:pt x="0" y="58292"/>
                  </a:lnTo>
                  <a:lnTo>
                    <a:pt x="0" y="60959"/>
                  </a:lnTo>
                  <a:lnTo>
                    <a:pt x="3809" y="60959"/>
                  </a:lnTo>
                  <a:lnTo>
                    <a:pt x="3809" y="58292"/>
                  </a:lnTo>
                  <a:close/>
                </a:path>
                <a:path w="212089" h="102869">
                  <a:moveTo>
                    <a:pt x="3809" y="55879"/>
                  </a:moveTo>
                  <a:lnTo>
                    <a:pt x="0" y="55879"/>
                  </a:lnTo>
                  <a:lnTo>
                    <a:pt x="0" y="57150"/>
                  </a:lnTo>
                  <a:lnTo>
                    <a:pt x="3809" y="57150"/>
                  </a:lnTo>
                  <a:lnTo>
                    <a:pt x="3809" y="55879"/>
                  </a:lnTo>
                  <a:close/>
                </a:path>
                <a:path w="212089" h="102869">
                  <a:moveTo>
                    <a:pt x="3809" y="51942"/>
                  </a:moveTo>
                  <a:lnTo>
                    <a:pt x="0" y="51942"/>
                  </a:lnTo>
                  <a:lnTo>
                    <a:pt x="0" y="54609"/>
                  </a:lnTo>
                  <a:lnTo>
                    <a:pt x="3809" y="54609"/>
                  </a:lnTo>
                  <a:lnTo>
                    <a:pt x="3809" y="51942"/>
                  </a:lnTo>
                  <a:close/>
                </a:path>
                <a:path w="212089" h="102869">
                  <a:moveTo>
                    <a:pt x="3809" y="49529"/>
                  </a:moveTo>
                  <a:lnTo>
                    <a:pt x="0" y="49529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49529"/>
                  </a:lnTo>
                  <a:close/>
                </a:path>
                <a:path w="212089" h="102869">
                  <a:moveTo>
                    <a:pt x="3809" y="45592"/>
                  </a:moveTo>
                  <a:lnTo>
                    <a:pt x="0" y="45592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45592"/>
                  </a:lnTo>
                  <a:close/>
                </a:path>
                <a:path w="212089" h="102869">
                  <a:moveTo>
                    <a:pt x="3809" y="43179"/>
                  </a:moveTo>
                  <a:lnTo>
                    <a:pt x="0" y="43179"/>
                  </a:lnTo>
                  <a:lnTo>
                    <a:pt x="0" y="44450"/>
                  </a:lnTo>
                  <a:lnTo>
                    <a:pt x="3809" y="44450"/>
                  </a:lnTo>
                  <a:lnTo>
                    <a:pt x="3809" y="43179"/>
                  </a:lnTo>
                  <a:close/>
                </a:path>
                <a:path w="212089" h="102869">
                  <a:moveTo>
                    <a:pt x="3809" y="39242"/>
                  </a:moveTo>
                  <a:lnTo>
                    <a:pt x="0" y="39242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9242"/>
                  </a:lnTo>
                  <a:close/>
                </a:path>
                <a:path w="212089" h="102869">
                  <a:moveTo>
                    <a:pt x="3809" y="36829"/>
                  </a:moveTo>
                  <a:lnTo>
                    <a:pt x="0" y="36829"/>
                  </a:lnTo>
                  <a:lnTo>
                    <a:pt x="0" y="38100"/>
                  </a:lnTo>
                  <a:lnTo>
                    <a:pt x="3809" y="38100"/>
                  </a:lnTo>
                  <a:lnTo>
                    <a:pt x="3809" y="36829"/>
                  </a:lnTo>
                  <a:close/>
                </a:path>
                <a:path w="212089" h="102869">
                  <a:moveTo>
                    <a:pt x="3809" y="32892"/>
                  </a:moveTo>
                  <a:lnTo>
                    <a:pt x="0" y="32892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32892"/>
                  </a:lnTo>
                  <a:close/>
                </a:path>
                <a:path w="212089" h="102869">
                  <a:moveTo>
                    <a:pt x="3809" y="30479"/>
                  </a:moveTo>
                  <a:lnTo>
                    <a:pt x="0" y="30479"/>
                  </a:lnTo>
                  <a:lnTo>
                    <a:pt x="0" y="31750"/>
                  </a:lnTo>
                  <a:lnTo>
                    <a:pt x="3809" y="31750"/>
                  </a:lnTo>
                  <a:lnTo>
                    <a:pt x="3809" y="30479"/>
                  </a:lnTo>
                  <a:close/>
                </a:path>
                <a:path w="212089" h="102869">
                  <a:moveTo>
                    <a:pt x="3809" y="26542"/>
                  </a:moveTo>
                  <a:lnTo>
                    <a:pt x="0" y="26542"/>
                  </a:lnTo>
                  <a:lnTo>
                    <a:pt x="0" y="29209"/>
                  </a:lnTo>
                  <a:lnTo>
                    <a:pt x="3809" y="29209"/>
                  </a:lnTo>
                  <a:lnTo>
                    <a:pt x="3809" y="26542"/>
                  </a:lnTo>
                  <a:close/>
                </a:path>
                <a:path w="212089" h="102869">
                  <a:moveTo>
                    <a:pt x="3809" y="24129"/>
                  </a:moveTo>
                  <a:lnTo>
                    <a:pt x="0" y="24129"/>
                  </a:lnTo>
                  <a:lnTo>
                    <a:pt x="0" y="25400"/>
                  </a:lnTo>
                  <a:lnTo>
                    <a:pt x="3809" y="25400"/>
                  </a:lnTo>
                  <a:lnTo>
                    <a:pt x="3809" y="24129"/>
                  </a:lnTo>
                  <a:close/>
                </a:path>
                <a:path w="212089" h="102869">
                  <a:moveTo>
                    <a:pt x="3809" y="20192"/>
                  </a:moveTo>
                  <a:lnTo>
                    <a:pt x="0" y="20192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20192"/>
                  </a:lnTo>
                  <a:close/>
                </a:path>
                <a:path w="212089" h="102869">
                  <a:moveTo>
                    <a:pt x="3809" y="17779"/>
                  </a:moveTo>
                  <a:lnTo>
                    <a:pt x="0" y="17779"/>
                  </a:lnTo>
                  <a:lnTo>
                    <a:pt x="0" y="19050"/>
                  </a:lnTo>
                  <a:lnTo>
                    <a:pt x="3809" y="19050"/>
                  </a:lnTo>
                  <a:lnTo>
                    <a:pt x="3809" y="17779"/>
                  </a:lnTo>
                  <a:close/>
                </a:path>
                <a:path w="212089" h="102869">
                  <a:moveTo>
                    <a:pt x="3809" y="13842"/>
                  </a:moveTo>
                  <a:lnTo>
                    <a:pt x="0" y="13842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3842"/>
                  </a:lnTo>
                  <a:close/>
                </a:path>
                <a:path w="212089" h="102869">
                  <a:moveTo>
                    <a:pt x="3809" y="11429"/>
                  </a:moveTo>
                  <a:lnTo>
                    <a:pt x="0" y="11429"/>
                  </a:lnTo>
                  <a:lnTo>
                    <a:pt x="0" y="12700"/>
                  </a:lnTo>
                  <a:lnTo>
                    <a:pt x="3809" y="12700"/>
                  </a:lnTo>
                  <a:lnTo>
                    <a:pt x="3809" y="11429"/>
                  </a:lnTo>
                  <a:close/>
                </a:path>
                <a:path w="212089" h="102869">
                  <a:moveTo>
                    <a:pt x="3809" y="7492"/>
                  </a:moveTo>
                  <a:lnTo>
                    <a:pt x="0" y="7492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7492"/>
                  </a:lnTo>
                  <a:close/>
                </a:path>
                <a:path w="212089" h="102869">
                  <a:moveTo>
                    <a:pt x="3809" y="5079"/>
                  </a:moveTo>
                  <a:lnTo>
                    <a:pt x="0" y="5079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5079"/>
                  </a:lnTo>
                  <a:close/>
                </a:path>
                <a:path w="212089" h="102869">
                  <a:moveTo>
                    <a:pt x="3809" y="0"/>
                  </a:moveTo>
                  <a:lnTo>
                    <a:pt x="2539" y="0"/>
                  </a:lnTo>
                  <a:lnTo>
                    <a:pt x="2539" y="1142"/>
                  </a:lnTo>
                  <a:lnTo>
                    <a:pt x="0" y="1142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DDD2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2" name="object 1802"/>
            <p:cNvSpPr/>
            <p:nvPr/>
          </p:nvSpPr>
          <p:spPr>
            <a:xfrm>
              <a:off x="2973069" y="2592069"/>
              <a:ext cx="201930" cy="101600"/>
            </a:xfrm>
            <a:custGeom>
              <a:avLst/>
              <a:gdLst/>
              <a:ahLst/>
              <a:cxnLst/>
              <a:rect l="l" t="t" r="r" b="b"/>
              <a:pathLst>
                <a:path w="201930" h="101600">
                  <a:moveTo>
                    <a:pt x="200660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201930" y="101600"/>
                  </a:lnTo>
                  <a:lnTo>
                    <a:pt x="201930" y="100329"/>
                  </a:lnTo>
                  <a:lnTo>
                    <a:pt x="200660" y="100329"/>
                  </a:lnTo>
                  <a:lnTo>
                    <a:pt x="200660" y="99060"/>
                  </a:lnTo>
                  <a:close/>
                </a:path>
                <a:path w="201930" h="101600">
                  <a:moveTo>
                    <a:pt x="198119" y="97789"/>
                  </a:moveTo>
                  <a:lnTo>
                    <a:pt x="195580" y="97789"/>
                  </a:lnTo>
                  <a:lnTo>
                    <a:pt x="195580" y="99060"/>
                  </a:lnTo>
                  <a:lnTo>
                    <a:pt x="198119" y="99060"/>
                  </a:lnTo>
                  <a:lnTo>
                    <a:pt x="198119" y="97789"/>
                  </a:lnTo>
                  <a:close/>
                </a:path>
                <a:path w="201930" h="101600">
                  <a:moveTo>
                    <a:pt x="3810" y="96520"/>
                  </a:moveTo>
                  <a:lnTo>
                    <a:pt x="0" y="96520"/>
                  </a:lnTo>
                  <a:lnTo>
                    <a:pt x="0" y="97789"/>
                  </a:lnTo>
                  <a:lnTo>
                    <a:pt x="3810" y="97789"/>
                  </a:lnTo>
                  <a:lnTo>
                    <a:pt x="3810" y="96520"/>
                  </a:lnTo>
                  <a:close/>
                </a:path>
                <a:path w="201930" h="101600">
                  <a:moveTo>
                    <a:pt x="3810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3810" y="95250"/>
                  </a:lnTo>
                  <a:lnTo>
                    <a:pt x="3810" y="92710"/>
                  </a:lnTo>
                  <a:close/>
                </a:path>
                <a:path w="201930" h="101600">
                  <a:moveTo>
                    <a:pt x="3810" y="90170"/>
                  </a:moveTo>
                  <a:lnTo>
                    <a:pt x="0" y="90170"/>
                  </a:lnTo>
                  <a:lnTo>
                    <a:pt x="0" y="91439"/>
                  </a:lnTo>
                  <a:lnTo>
                    <a:pt x="3810" y="91439"/>
                  </a:lnTo>
                  <a:lnTo>
                    <a:pt x="3810" y="90170"/>
                  </a:lnTo>
                  <a:close/>
                </a:path>
                <a:path w="201930" h="101600">
                  <a:moveTo>
                    <a:pt x="3810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3810" y="88900"/>
                  </a:lnTo>
                  <a:lnTo>
                    <a:pt x="3810" y="86360"/>
                  </a:lnTo>
                  <a:close/>
                </a:path>
                <a:path w="201930" h="101600">
                  <a:moveTo>
                    <a:pt x="3810" y="83820"/>
                  </a:moveTo>
                  <a:lnTo>
                    <a:pt x="0" y="83820"/>
                  </a:lnTo>
                  <a:lnTo>
                    <a:pt x="0" y="85089"/>
                  </a:lnTo>
                  <a:lnTo>
                    <a:pt x="3810" y="85089"/>
                  </a:lnTo>
                  <a:lnTo>
                    <a:pt x="3810" y="83820"/>
                  </a:lnTo>
                  <a:close/>
                </a:path>
                <a:path w="201930" h="101600">
                  <a:moveTo>
                    <a:pt x="3810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3810" y="82550"/>
                  </a:lnTo>
                  <a:lnTo>
                    <a:pt x="3810" y="80010"/>
                  </a:lnTo>
                  <a:close/>
                </a:path>
                <a:path w="201930" h="101600">
                  <a:moveTo>
                    <a:pt x="3810" y="77470"/>
                  </a:moveTo>
                  <a:lnTo>
                    <a:pt x="0" y="77470"/>
                  </a:lnTo>
                  <a:lnTo>
                    <a:pt x="0" y="78739"/>
                  </a:lnTo>
                  <a:lnTo>
                    <a:pt x="3810" y="78739"/>
                  </a:lnTo>
                  <a:lnTo>
                    <a:pt x="3810" y="77470"/>
                  </a:lnTo>
                  <a:close/>
                </a:path>
                <a:path w="201930" h="101600">
                  <a:moveTo>
                    <a:pt x="3810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3810" y="76200"/>
                  </a:lnTo>
                  <a:lnTo>
                    <a:pt x="3810" y="73660"/>
                  </a:lnTo>
                  <a:close/>
                </a:path>
                <a:path w="201930" h="101600">
                  <a:moveTo>
                    <a:pt x="3810" y="71120"/>
                  </a:moveTo>
                  <a:lnTo>
                    <a:pt x="0" y="71120"/>
                  </a:lnTo>
                  <a:lnTo>
                    <a:pt x="0" y="72389"/>
                  </a:lnTo>
                  <a:lnTo>
                    <a:pt x="3810" y="72389"/>
                  </a:lnTo>
                  <a:lnTo>
                    <a:pt x="3810" y="71120"/>
                  </a:lnTo>
                  <a:close/>
                </a:path>
                <a:path w="201930" h="101600">
                  <a:moveTo>
                    <a:pt x="3810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3810" y="69850"/>
                  </a:lnTo>
                  <a:lnTo>
                    <a:pt x="3810" y="67310"/>
                  </a:lnTo>
                  <a:close/>
                </a:path>
                <a:path w="201930" h="101600">
                  <a:moveTo>
                    <a:pt x="3810" y="64770"/>
                  </a:moveTo>
                  <a:lnTo>
                    <a:pt x="0" y="64770"/>
                  </a:lnTo>
                  <a:lnTo>
                    <a:pt x="0" y="66039"/>
                  </a:lnTo>
                  <a:lnTo>
                    <a:pt x="3810" y="66039"/>
                  </a:lnTo>
                  <a:lnTo>
                    <a:pt x="3810" y="64770"/>
                  </a:lnTo>
                  <a:close/>
                </a:path>
                <a:path w="201930" h="101600">
                  <a:moveTo>
                    <a:pt x="3810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60960"/>
                  </a:lnTo>
                  <a:close/>
                </a:path>
                <a:path w="201930" h="101600">
                  <a:moveTo>
                    <a:pt x="3810" y="58420"/>
                  </a:moveTo>
                  <a:lnTo>
                    <a:pt x="0" y="58420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8420"/>
                  </a:lnTo>
                  <a:close/>
                </a:path>
                <a:path w="201930" h="101600">
                  <a:moveTo>
                    <a:pt x="3810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3810" y="57150"/>
                  </a:lnTo>
                  <a:lnTo>
                    <a:pt x="3810" y="54610"/>
                  </a:lnTo>
                  <a:close/>
                </a:path>
                <a:path w="201930" h="101600">
                  <a:moveTo>
                    <a:pt x="3810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52070"/>
                  </a:lnTo>
                  <a:close/>
                </a:path>
                <a:path w="201930" h="101600">
                  <a:moveTo>
                    <a:pt x="3810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3810" y="50800"/>
                  </a:lnTo>
                  <a:lnTo>
                    <a:pt x="3810" y="48260"/>
                  </a:lnTo>
                  <a:close/>
                </a:path>
                <a:path w="201930" h="101600">
                  <a:moveTo>
                    <a:pt x="3810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5720"/>
                  </a:lnTo>
                  <a:close/>
                </a:path>
                <a:path w="201930" h="101600">
                  <a:moveTo>
                    <a:pt x="3810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3810" y="44450"/>
                  </a:lnTo>
                  <a:lnTo>
                    <a:pt x="3810" y="41910"/>
                  </a:lnTo>
                  <a:close/>
                </a:path>
                <a:path w="201930" h="101600">
                  <a:moveTo>
                    <a:pt x="3810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9370"/>
                  </a:lnTo>
                  <a:close/>
                </a:path>
                <a:path w="201930" h="101600">
                  <a:moveTo>
                    <a:pt x="381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5560"/>
                  </a:lnTo>
                  <a:close/>
                </a:path>
                <a:path w="201930" h="101600">
                  <a:moveTo>
                    <a:pt x="3810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33020"/>
                  </a:lnTo>
                  <a:close/>
                </a:path>
                <a:path w="201930" h="101600">
                  <a:moveTo>
                    <a:pt x="381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3810" y="31750"/>
                  </a:lnTo>
                  <a:lnTo>
                    <a:pt x="3810" y="29210"/>
                  </a:lnTo>
                  <a:close/>
                </a:path>
                <a:path w="201930" h="101600">
                  <a:moveTo>
                    <a:pt x="3810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6670"/>
                  </a:lnTo>
                  <a:close/>
                </a:path>
                <a:path w="201930" h="101600">
                  <a:moveTo>
                    <a:pt x="381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2860"/>
                  </a:lnTo>
                  <a:close/>
                </a:path>
                <a:path w="201930" h="101600">
                  <a:moveTo>
                    <a:pt x="3810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20320"/>
                  </a:lnTo>
                  <a:close/>
                </a:path>
                <a:path w="201930" h="101600">
                  <a:moveTo>
                    <a:pt x="381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6510"/>
                  </a:lnTo>
                  <a:close/>
                </a:path>
                <a:path w="201930" h="101600">
                  <a:moveTo>
                    <a:pt x="3810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3970"/>
                  </a:lnTo>
                  <a:close/>
                </a:path>
                <a:path w="201930" h="101600">
                  <a:moveTo>
                    <a:pt x="381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10160"/>
                  </a:lnTo>
                  <a:close/>
                </a:path>
                <a:path w="201930" h="101600">
                  <a:moveTo>
                    <a:pt x="3810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7620"/>
                  </a:lnTo>
                  <a:close/>
                </a:path>
                <a:path w="201930" h="101600">
                  <a:moveTo>
                    <a:pt x="3810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3810"/>
                  </a:lnTo>
                  <a:close/>
                </a:path>
                <a:path w="201930" h="101600">
                  <a:moveTo>
                    <a:pt x="38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DCD1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3" name="object 1803"/>
            <p:cNvSpPr/>
            <p:nvPr/>
          </p:nvSpPr>
          <p:spPr>
            <a:xfrm>
              <a:off x="2976880" y="2590800"/>
              <a:ext cx="191770" cy="99060"/>
            </a:xfrm>
            <a:custGeom>
              <a:avLst/>
              <a:gdLst/>
              <a:ahLst/>
              <a:cxnLst/>
              <a:rect l="l" t="t" r="r" b="b"/>
              <a:pathLst>
                <a:path w="191769" h="99060">
                  <a:moveTo>
                    <a:pt x="191769" y="97789"/>
                  </a:moveTo>
                  <a:lnTo>
                    <a:pt x="0" y="97789"/>
                  </a:lnTo>
                  <a:lnTo>
                    <a:pt x="0" y="99060"/>
                  </a:lnTo>
                  <a:lnTo>
                    <a:pt x="191769" y="99060"/>
                  </a:lnTo>
                  <a:lnTo>
                    <a:pt x="191769" y="97789"/>
                  </a:lnTo>
                  <a:close/>
                </a:path>
                <a:path w="191769" h="99060">
                  <a:moveTo>
                    <a:pt x="189229" y="96647"/>
                  </a:moveTo>
                  <a:lnTo>
                    <a:pt x="187959" y="96647"/>
                  </a:lnTo>
                  <a:lnTo>
                    <a:pt x="187959" y="97789"/>
                  </a:lnTo>
                  <a:lnTo>
                    <a:pt x="189229" y="97789"/>
                  </a:lnTo>
                  <a:lnTo>
                    <a:pt x="189229" y="96647"/>
                  </a:lnTo>
                  <a:close/>
                </a:path>
                <a:path w="191769" h="99060">
                  <a:moveTo>
                    <a:pt x="3809" y="93980"/>
                  </a:moveTo>
                  <a:lnTo>
                    <a:pt x="0" y="93980"/>
                  </a:lnTo>
                  <a:lnTo>
                    <a:pt x="0" y="96647"/>
                  </a:lnTo>
                  <a:lnTo>
                    <a:pt x="187959" y="96647"/>
                  </a:lnTo>
                  <a:lnTo>
                    <a:pt x="187959" y="95250"/>
                  </a:lnTo>
                  <a:lnTo>
                    <a:pt x="3809" y="95250"/>
                  </a:lnTo>
                  <a:lnTo>
                    <a:pt x="3809" y="93980"/>
                  </a:lnTo>
                  <a:close/>
                </a:path>
                <a:path w="191769" h="99060">
                  <a:moveTo>
                    <a:pt x="3809" y="91439"/>
                  </a:moveTo>
                  <a:lnTo>
                    <a:pt x="0" y="91439"/>
                  </a:lnTo>
                  <a:lnTo>
                    <a:pt x="0" y="92710"/>
                  </a:lnTo>
                  <a:lnTo>
                    <a:pt x="3809" y="92710"/>
                  </a:lnTo>
                  <a:lnTo>
                    <a:pt x="3809" y="91439"/>
                  </a:lnTo>
                  <a:close/>
                </a:path>
                <a:path w="191769" h="99060">
                  <a:moveTo>
                    <a:pt x="3809" y="87630"/>
                  </a:moveTo>
                  <a:lnTo>
                    <a:pt x="0" y="87630"/>
                  </a:lnTo>
                  <a:lnTo>
                    <a:pt x="0" y="90297"/>
                  </a:lnTo>
                  <a:lnTo>
                    <a:pt x="3809" y="90297"/>
                  </a:lnTo>
                  <a:lnTo>
                    <a:pt x="3809" y="87630"/>
                  </a:lnTo>
                  <a:close/>
                </a:path>
                <a:path w="191769" h="99060">
                  <a:moveTo>
                    <a:pt x="3809" y="85089"/>
                  </a:moveTo>
                  <a:lnTo>
                    <a:pt x="0" y="85089"/>
                  </a:lnTo>
                  <a:lnTo>
                    <a:pt x="0" y="86360"/>
                  </a:lnTo>
                  <a:lnTo>
                    <a:pt x="3809" y="86360"/>
                  </a:lnTo>
                  <a:lnTo>
                    <a:pt x="3809" y="85089"/>
                  </a:lnTo>
                  <a:close/>
                </a:path>
                <a:path w="191769" h="99060">
                  <a:moveTo>
                    <a:pt x="3809" y="81280"/>
                  </a:moveTo>
                  <a:lnTo>
                    <a:pt x="0" y="81280"/>
                  </a:lnTo>
                  <a:lnTo>
                    <a:pt x="0" y="83947"/>
                  </a:lnTo>
                  <a:lnTo>
                    <a:pt x="3809" y="83947"/>
                  </a:lnTo>
                  <a:lnTo>
                    <a:pt x="3809" y="81280"/>
                  </a:lnTo>
                  <a:close/>
                </a:path>
                <a:path w="191769" h="99060">
                  <a:moveTo>
                    <a:pt x="3809" y="78739"/>
                  </a:moveTo>
                  <a:lnTo>
                    <a:pt x="0" y="78739"/>
                  </a:lnTo>
                  <a:lnTo>
                    <a:pt x="0" y="80010"/>
                  </a:lnTo>
                  <a:lnTo>
                    <a:pt x="3809" y="80010"/>
                  </a:lnTo>
                  <a:lnTo>
                    <a:pt x="3809" y="78739"/>
                  </a:lnTo>
                  <a:close/>
                </a:path>
                <a:path w="191769" h="99060">
                  <a:moveTo>
                    <a:pt x="3809" y="74930"/>
                  </a:moveTo>
                  <a:lnTo>
                    <a:pt x="0" y="74930"/>
                  </a:lnTo>
                  <a:lnTo>
                    <a:pt x="0" y="77597"/>
                  </a:lnTo>
                  <a:lnTo>
                    <a:pt x="3809" y="77597"/>
                  </a:lnTo>
                  <a:lnTo>
                    <a:pt x="3809" y="74930"/>
                  </a:lnTo>
                  <a:close/>
                </a:path>
                <a:path w="191769" h="99060">
                  <a:moveTo>
                    <a:pt x="3809" y="72389"/>
                  </a:moveTo>
                  <a:lnTo>
                    <a:pt x="0" y="72389"/>
                  </a:lnTo>
                  <a:lnTo>
                    <a:pt x="0" y="73660"/>
                  </a:lnTo>
                  <a:lnTo>
                    <a:pt x="3809" y="73660"/>
                  </a:lnTo>
                  <a:lnTo>
                    <a:pt x="3809" y="72389"/>
                  </a:lnTo>
                  <a:close/>
                </a:path>
                <a:path w="191769" h="99060">
                  <a:moveTo>
                    <a:pt x="3809" y="68580"/>
                  </a:moveTo>
                  <a:lnTo>
                    <a:pt x="0" y="68580"/>
                  </a:lnTo>
                  <a:lnTo>
                    <a:pt x="0" y="71247"/>
                  </a:lnTo>
                  <a:lnTo>
                    <a:pt x="3809" y="71247"/>
                  </a:lnTo>
                  <a:lnTo>
                    <a:pt x="3809" y="68580"/>
                  </a:lnTo>
                  <a:close/>
                </a:path>
                <a:path w="191769" h="99060">
                  <a:moveTo>
                    <a:pt x="3809" y="66039"/>
                  </a:moveTo>
                  <a:lnTo>
                    <a:pt x="0" y="66039"/>
                  </a:lnTo>
                  <a:lnTo>
                    <a:pt x="0" y="67310"/>
                  </a:lnTo>
                  <a:lnTo>
                    <a:pt x="3809" y="67310"/>
                  </a:lnTo>
                  <a:lnTo>
                    <a:pt x="3809" y="66039"/>
                  </a:lnTo>
                  <a:close/>
                </a:path>
                <a:path w="191769" h="99060">
                  <a:moveTo>
                    <a:pt x="3809" y="62230"/>
                  </a:moveTo>
                  <a:lnTo>
                    <a:pt x="0" y="62230"/>
                  </a:lnTo>
                  <a:lnTo>
                    <a:pt x="0" y="64897"/>
                  </a:lnTo>
                  <a:lnTo>
                    <a:pt x="3809" y="64897"/>
                  </a:lnTo>
                  <a:lnTo>
                    <a:pt x="3809" y="62230"/>
                  </a:lnTo>
                  <a:close/>
                </a:path>
                <a:path w="191769" h="99060">
                  <a:moveTo>
                    <a:pt x="3809" y="59689"/>
                  </a:moveTo>
                  <a:lnTo>
                    <a:pt x="0" y="59689"/>
                  </a:lnTo>
                  <a:lnTo>
                    <a:pt x="0" y="60960"/>
                  </a:lnTo>
                  <a:lnTo>
                    <a:pt x="3809" y="60960"/>
                  </a:lnTo>
                  <a:lnTo>
                    <a:pt x="3809" y="59689"/>
                  </a:lnTo>
                  <a:close/>
                </a:path>
                <a:path w="191769" h="99060">
                  <a:moveTo>
                    <a:pt x="3809" y="55880"/>
                  </a:moveTo>
                  <a:lnTo>
                    <a:pt x="0" y="55880"/>
                  </a:lnTo>
                  <a:lnTo>
                    <a:pt x="0" y="58547"/>
                  </a:lnTo>
                  <a:lnTo>
                    <a:pt x="3809" y="58547"/>
                  </a:lnTo>
                  <a:lnTo>
                    <a:pt x="3809" y="55880"/>
                  </a:lnTo>
                  <a:close/>
                </a:path>
                <a:path w="191769" h="99060">
                  <a:moveTo>
                    <a:pt x="3809" y="53339"/>
                  </a:moveTo>
                  <a:lnTo>
                    <a:pt x="0" y="53339"/>
                  </a:lnTo>
                  <a:lnTo>
                    <a:pt x="0" y="54610"/>
                  </a:lnTo>
                  <a:lnTo>
                    <a:pt x="3809" y="54610"/>
                  </a:lnTo>
                  <a:lnTo>
                    <a:pt x="3809" y="53339"/>
                  </a:lnTo>
                  <a:close/>
                </a:path>
                <a:path w="191769" h="99060">
                  <a:moveTo>
                    <a:pt x="3809" y="49530"/>
                  </a:moveTo>
                  <a:lnTo>
                    <a:pt x="0" y="49530"/>
                  </a:lnTo>
                  <a:lnTo>
                    <a:pt x="0" y="52197"/>
                  </a:lnTo>
                  <a:lnTo>
                    <a:pt x="3809" y="52197"/>
                  </a:lnTo>
                  <a:lnTo>
                    <a:pt x="3809" y="49530"/>
                  </a:lnTo>
                  <a:close/>
                </a:path>
                <a:path w="191769" h="99060">
                  <a:moveTo>
                    <a:pt x="3809" y="46989"/>
                  </a:moveTo>
                  <a:lnTo>
                    <a:pt x="0" y="46989"/>
                  </a:lnTo>
                  <a:lnTo>
                    <a:pt x="0" y="48260"/>
                  </a:lnTo>
                  <a:lnTo>
                    <a:pt x="3809" y="48260"/>
                  </a:lnTo>
                  <a:lnTo>
                    <a:pt x="3809" y="46989"/>
                  </a:lnTo>
                  <a:close/>
                </a:path>
                <a:path w="191769" h="99060">
                  <a:moveTo>
                    <a:pt x="3809" y="43180"/>
                  </a:moveTo>
                  <a:lnTo>
                    <a:pt x="0" y="43180"/>
                  </a:lnTo>
                  <a:lnTo>
                    <a:pt x="0" y="45847"/>
                  </a:lnTo>
                  <a:lnTo>
                    <a:pt x="3809" y="45847"/>
                  </a:lnTo>
                  <a:lnTo>
                    <a:pt x="3809" y="43180"/>
                  </a:lnTo>
                  <a:close/>
                </a:path>
                <a:path w="191769" h="99060">
                  <a:moveTo>
                    <a:pt x="3809" y="40639"/>
                  </a:moveTo>
                  <a:lnTo>
                    <a:pt x="0" y="40639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40639"/>
                  </a:lnTo>
                  <a:close/>
                </a:path>
                <a:path w="191769" h="99060">
                  <a:moveTo>
                    <a:pt x="3809" y="36830"/>
                  </a:moveTo>
                  <a:lnTo>
                    <a:pt x="0" y="36830"/>
                  </a:lnTo>
                  <a:lnTo>
                    <a:pt x="0" y="39497"/>
                  </a:lnTo>
                  <a:lnTo>
                    <a:pt x="3809" y="39497"/>
                  </a:lnTo>
                  <a:lnTo>
                    <a:pt x="3809" y="36830"/>
                  </a:lnTo>
                  <a:close/>
                </a:path>
                <a:path w="191769" h="99060">
                  <a:moveTo>
                    <a:pt x="3809" y="34289"/>
                  </a:moveTo>
                  <a:lnTo>
                    <a:pt x="0" y="34289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34289"/>
                  </a:lnTo>
                  <a:close/>
                </a:path>
                <a:path w="191769" h="99060">
                  <a:moveTo>
                    <a:pt x="3809" y="30480"/>
                  </a:moveTo>
                  <a:lnTo>
                    <a:pt x="0" y="30480"/>
                  </a:lnTo>
                  <a:lnTo>
                    <a:pt x="0" y="33147"/>
                  </a:lnTo>
                  <a:lnTo>
                    <a:pt x="3809" y="33147"/>
                  </a:lnTo>
                  <a:lnTo>
                    <a:pt x="3809" y="30480"/>
                  </a:lnTo>
                  <a:close/>
                </a:path>
                <a:path w="191769" h="99060">
                  <a:moveTo>
                    <a:pt x="3809" y="27939"/>
                  </a:moveTo>
                  <a:lnTo>
                    <a:pt x="0" y="27939"/>
                  </a:lnTo>
                  <a:lnTo>
                    <a:pt x="0" y="29210"/>
                  </a:lnTo>
                  <a:lnTo>
                    <a:pt x="3809" y="29210"/>
                  </a:lnTo>
                  <a:lnTo>
                    <a:pt x="3809" y="27939"/>
                  </a:lnTo>
                  <a:close/>
                </a:path>
                <a:path w="191769" h="99060">
                  <a:moveTo>
                    <a:pt x="3809" y="24130"/>
                  </a:moveTo>
                  <a:lnTo>
                    <a:pt x="0" y="24130"/>
                  </a:lnTo>
                  <a:lnTo>
                    <a:pt x="0" y="26797"/>
                  </a:lnTo>
                  <a:lnTo>
                    <a:pt x="3809" y="26797"/>
                  </a:lnTo>
                  <a:lnTo>
                    <a:pt x="3809" y="24130"/>
                  </a:lnTo>
                  <a:close/>
                </a:path>
                <a:path w="191769" h="99060">
                  <a:moveTo>
                    <a:pt x="3809" y="21589"/>
                  </a:moveTo>
                  <a:lnTo>
                    <a:pt x="0" y="21589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21589"/>
                  </a:lnTo>
                  <a:close/>
                </a:path>
                <a:path w="191769" h="99060">
                  <a:moveTo>
                    <a:pt x="3809" y="17780"/>
                  </a:moveTo>
                  <a:lnTo>
                    <a:pt x="0" y="17780"/>
                  </a:lnTo>
                  <a:lnTo>
                    <a:pt x="0" y="20447"/>
                  </a:lnTo>
                  <a:lnTo>
                    <a:pt x="3809" y="20447"/>
                  </a:lnTo>
                  <a:lnTo>
                    <a:pt x="3809" y="17780"/>
                  </a:lnTo>
                  <a:close/>
                </a:path>
                <a:path w="191769" h="99060">
                  <a:moveTo>
                    <a:pt x="3809" y="15239"/>
                  </a:moveTo>
                  <a:lnTo>
                    <a:pt x="0" y="15239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5239"/>
                  </a:lnTo>
                  <a:close/>
                </a:path>
                <a:path w="191769" h="99060">
                  <a:moveTo>
                    <a:pt x="3809" y="11430"/>
                  </a:moveTo>
                  <a:lnTo>
                    <a:pt x="0" y="11430"/>
                  </a:lnTo>
                  <a:lnTo>
                    <a:pt x="0" y="14097"/>
                  </a:lnTo>
                  <a:lnTo>
                    <a:pt x="3809" y="14097"/>
                  </a:lnTo>
                  <a:lnTo>
                    <a:pt x="3809" y="11430"/>
                  </a:lnTo>
                  <a:close/>
                </a:path>
                <a:path w="191769" h="99060">
                  <a:moveTo>
                    <a:pt x="3809" y="8889"/>
                  </a:moveTo>
                  <a:lnTo>
                    <a:pt x="0" y="8889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8889"/>
                  </a:lnTo>
                  <a:close/>
                </a:path>
                <a:path w="191769" h="99060">
                  <a:moveTo>
                    <a:pt x="3809" y="5080"/>
                  </a:moveTo>
                  <a:lnTo>
                    <a:pt x="0" y="5080"/>
                  </a:lnTo>
                  <a:lnTo>
                    <a:pt x="0" y="7747"/>
                  </a:lnTo>
                  <a:lnTo>
                    <a:pt x="3809" y="7747"/>
                  </a:lnTo>
                  <a:lnTo>
                    <a:pt x="3809" y="5080"/>
                  </a:lnTo>
                  <a:close/>
                </a:path>
                <a:path w="191769" h="99060">
                  <a:moveTo>
                    <a:pt x="1269" y="1397"/>
                  </a:moveTo>
                  <a:lnTo>
                    <a:pt x="0" y="1397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2539"/>
                  </a:lnTo>
                  <a:lnTo>
                    <a:pt x="1269" y="2539"/>
                  </a:lnTo>
                  <a:lnTo>
                    <a:pt x="1269" y="1397"/>
                  </a:lnTo>
                  <a:close/>
                </a:path>
                <a:path w="191769" h="99060">
                  <a:moveTo>
                    <a:pt x="3809" y="0"/>
                  </a:moveTo>
                  <a:lnTo>
                    <a:pt x="1269" y="0"/>
                  </a:lnTo>
                  <a:lnTo>
                    <a:pt x="1269" y="1397"/>
                  </a:lnTo>
                  <a:lnTo>
                    <a:pt x="3809" y="1397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DAD0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4" name="object 1804"/>
            <p:cNvSpPr/>
            <p:nvPr/>
          </p:nvSpPr>
          <p:spPr>
            <a:xfrm>
              <a:off x="2980689" y="2588386"/>
              <a:ext cx="181610" cy="97790"/>
            </a:xfrm>
            <a:custGeom>
              <a:avLst/>
              <a:gdLst/>
              <a:ahLst/>
              <a:cxnLst/>
              <a:rect l="l" t="t" r="r" b="b"/>
              <a:pathLst>
                <a:path w="181610" h="97789">
                  <a:moveTo>
                    <a:pt x="181610" y="96392"/>
                  </a:moveTo>
                  <a:lnTo>
                    <a:pt x="0" y="96392"/>
                  </a:lnTo>
                  <a:lnTo>
                    <a:pt x="0" y="97662"/>
                  </a:lnTo>
                  <a:lnTo>
                    <a:pt x="181610" y="97662"/>
                  </a:lnTo>
                  <a:lnTo>
                    <a:pt x="181610" y="96392"/>
                  </a:lnTo>
                  <a:close/>
                </a:path>
                <a:path w="181610" h="97789">
                  <a:moveTo>
                    <a:pt x="179069" y="95250"/>
                  </a:moveTo>
                  <a:lnTo>
                    <a:pt x="177800" y="95250"/>
                  </a:lnTo>
                  <a:lnTo>
                    <a:pt x="177800" y="96392"/>
                  </a:lnTo>
                  <a:lnTo>
                    <a:pt x="179069" y="96392"/>
                  </a:lnTo>
                  <a:lnTo>
                    <a:pt x="179069" y="95250"/>
                  </a:lnTo>
                  <a:close/>
                </a:path>
                <a:path w="181610" h="97789">
                  <a:moveTo>
                    <a:pt x="177800" y="93852"/>
                  </a:moveTo>
                  <a:lnTo>
                    <a:pt x="0" y="93852"/>
                  </a:lnTo>
                  <a:lnTo>
                    <a:pt x="0" y="95250"/>
                  </a:lnTo>
                  <a:lnTo>
                    <a:pt x="177800" y="95250"/>
                  </a:lnTo>
                  <a:lnTo>
                    <a:pt x="177800" y="93852"/>
                  </a:lnTo>
                  <a:close/>
                </a:path>
                <a:path w="181610" h="97789">
                  <a:moveTo>
                    <a:pt x="3810" y="90042"/>
                  </a:moveTo>
                  <a:lnTo>
                    <a:pt x="0" y="90042"/>
                  </a:lnTo>
                  <a:lnTo>
                    <a:pt x="0" y="92710"/>
                  </a:lnTo>
                  <a:lnTo>
                    <a:pt x="3810" y="92710"/>
                  </a:lnTo>
                  <a:lnTo>
                    <a:pt x="3810" y="90042"/>
                  </a:lnTo>
                  <a:close/>
                </a:path>
                <a:path w="181610" h="97789">
                  <a:moveTo>
                    <a:pt x="3810" y="87502"/>
                  </a:moveTo>
                  <a:lnTo>
                    <a:pt x="0" y="87502"/>
                  </a:lnTo>
                  <a:lnTo>
                    <a:pt x="0" y="88900"/>
                  </a:lnTo>
                  <a:lnTo>
                    <a:pt x="3810" y="88900"/>
                  </a:lnTo>
                  <a:lnTo>
                    <a:pt x="3810" y="87502"/>
                  </a:lnTo>
                  <a:close/>
                </a:path>
                <a:path w="181610" h="97789">
                  <a:moveTo>
                    <a:pt x="3810" y="83692"/>
                  </a:moveTo>
                  <a:lnTo>
                    <a:pt x="0" y="83692"/>
                  </a:lnTo>
                  <a:lnTo>
                    <a:pt x="0" y="86360"/>
                  </a:lnTo>
                  <a:lnTo>
                    <a:pt x="3810" y="86360"/>
                  </a:lnTo>
                  <a:lnTo>
                    <a:pt x="3810" y="83692"/>
                  </a:lnTo>
                  <a:close/>
                </a:path>
                <a:path w="181610" h="97789">
                  <a:moveTo>
                    <a:pt x="3810" y="81152"/>
                  </a:moveTo>
                  <a:lnTo>
                    <a:pt x="0" y="81152"/>
                  </a:lnTo>
                  <a:lnTo>
                    <a:pt x="0" y="82550"/>
                  </a:lnTo>
                  <a:lnTo>
                    <a:pt x="3810" y="82550"/>
                  </a:lnTo>
                  <a:lnTo>
                    <a:pt x="3810" y="81152"/>
                  </a:lnTo>
                  <a:close/>
                </a:path>
                <a:path w="181610" h="97789">
                  <a:moveTo>
                    <a:pt x="3810" y="77342"/>
                  </a:moveTo>
                  <a:lnTo>
                    <a:pt x="0" y="77342"/>
                  </a:lnTo>
                  <a:lnTo>
                    <a:pt x="0" y="80010"/>
                  </a:lnTo>
                  <a:lnTo>
                    <a:pt x="3810" y="80010"/>
                  </a:lnTo>
                  <a:lnTo>
                    <a:pt x="3810" y="77342"/>
                  </a:lnTo>
                  <a:close/>
                </a:path>
                <a:path w="181610" h="97789">
                  <a:moveTo>
                    <a:pt x="3810" y="74802"/>
                  </a:moveTo>
                  <a:lnTo>
                    <a:pt x="0" y="74802"/>
                  </a:lnTo>
                  <a:lnTo>
                    <a:pt x="0" y="76200"/>
                  </a:lnTo>
                  <a:lnTo>
                    <a:pt x="3810" y="76200"/>
                  </a:lnTo>
                  <a:lnTo>
                    <a:pt x="3810" y="74802"/>
                  </a:lnTo>
                  <a:close/>
                </a:path>
                <a:path w="181610" h="97789">
                  <a:moveTo>
                    <a:pt x="3810" y="70992"/>
                  </a:moveTo>
                  <a:lnTo>
                    <a:pt x="0" y="70992"/>
                  </a:lnTo>
                  <a:lnTo>
                    <a:pt x="0" y="73660"/>
                  </a:lnTo>
                  <a:lnTo>
                    <a:pt x="3810" y="73660"/>
                  </a:lnTo>
                  <a:lnTo>
                    <a:pt x="3810" y="70992"/>
                  </a:lnTo>
                  <a:close/>
                </a:path>
                <a:path w="181610" h="97789">
                  <a:moveTo>
                    <a:pt x="3810" y="68452"/>
                  </a:moveTo>
                  <a:lnTo>
                    <a:pt x="0" y="68452"/>
                  </a:lnTo>
                  <a:lnTo>
                    <a:pt x="0" y="69850"/>
                  </a:lnTo>
                  <a:lnTo>
                    <a:pt x="3810" y="69850"/>
                  </a:lnTo>
                  <a:lnTo>
                    <a:pt x="3810" y="68452"/>
                  </a:lnTo>
                  <a:close/>
                </a:path>
                <a:path w="181610" h="97789">
                  <a:moveTo>
                    <a:pt x="3810" y="64642"/>
                  </a:moveTo>
                  <a:lnTo>
                    <a:pt x="0" y="64642"/>
                  </a:lnTo>
                  <a:lnTo>
                    <a:pt x="0" y="67310"/>
                  </a:lnTo>
                  <a:lnTo>
                    <a:pt x="3810" y="67310"/>
                  </a:lnTo>
                  <a:lnTo>
                    <a:pt x="3810" y="64642"/>
                  </a:lnTo>
                  <a:close/>
                </a:path>
                <a:path w="181610" h="97789">
                  <a:moveTo>
                    <a:pt x="3810" y="62102"/>
                  </a:moveTo>
                  <a:lnTo>
                    <a:pt x="0" y="62102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62102"/>
                  </a:lnTo>
                  <a:close/>
                </a:path>
                <a:path w="181610" h="97789">
                  <a:moveTo>
                    <a:pt x="3810" y="58292"/>
                  </a:moveTo>
                  <a:lnTo>
                    <a:pt x="0" y="58292"/>
                  </a:lnTo>
                  <a:lnTo>
                    <a:pt x="0" y="60960"/>
                  </a:lnTo>
                  <a:lnTo>
                    <a:pt x="3810" y="60960"/>
                  </a:lnTo>
                  <a:lnTo>
                    <a:pt x="3810" y="58292"/>
                  </a:lnTo>
                  <a:close/>
                </a:path>
                <a:path w="181610" h="97789">
                  <a:moveTo>
                    <a:pt x="3810" y="55752"/>
                  </a:moveTo>
                  <a:lnTo>
                    <a:pt x="0" y="55752"/>
                  </a:lnTo>
                  <a:lnTo>
                    <a:pt x="0" y="57150"/>
                  </a:lnTo>
                  <a:lnTo>
                    <a:pt x="3810" y="57150"/>
                  </a:lnTo>
                  <a:lnTo>
                    <a:pt x="3810" y="55752"/>
                  </a:lnTo>
                  <a:close/>
                </a:path>
                <a:path w="181610" h="97789">
                  <a:moveTo>
                    <a:pt x="3810" y="51942"/>
                  </a:moveTo>
                  <a:lnTo>
                    <a:pt x="0" y="51942"/>
                  </a:lnTo>
                  <a:lnTo>
                    <a:pt x="0" y="54610"/>
                  </a:lnTo>
                  <a:lnTo>
                    <a:pt x="3810" y="54610"/>
                  </a:lnTo>
                  <a:lnTo>
                    <a:pt x="3810" y="51942"/>
                  </a:lnTo>
                  <a:close/>
                </a:path>
                <a:path w="181610" h="97789">
                  <a:moveTo>
                    <a:pt x="3810" y="49402"/>
                  </a:moveTo>
                  <a:lnTo>
                    <a:pt x="0" y="49402"/>
                  </a:lnTo>
                  <a:lnTo>
                    <a:pt x="0" y="50800"/>
                  </a:lnTo>
                  <a:lnTo>
                    <a:pt x="3810" y="50800"/>
                  </a:lnTo>
                  <a:lnTo>
                    <a:pt x="3810" y="49402"/>
                  </a:lnTo>
                  <a:close/>
                </a:path>
                <a:path w="181610" h="97789">
                  <a:moveTo>
                    <a:pt x="3810" y="45592"/>
                  </a:moveTo>
                  <a:lnTo>
                    <a:pt x="0" y="45592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5592"/>
                  </a:lnTo>
                  <a:close/>
                </a:path>
                <a:path w="181610" h="97789">
                  <a:moveTo>
                    <a:pt x="3810" y="43052"/>
                  </a:moveTo>
                  <a:lnTo>
                    <a:pt x="0" y="43052"/>
                  </a:lnTo>
                  <a:lnTo>
                    <a:pt x="0" y="44450"/>
                  </a:lnTo>
                  <a:lnTo>
                    <a:pt x="3810" y="44450"/>
                  </a:lnTo>
                  <a:lnTo>
                    <a:pt x="3810" y="43052"/>
                  </a:lnTo>
                  <a:close/>
                </a:path>
                <a:path w="181610" h="97789">
                  <a:moveTo>
                    <a:pt x="3810" y="39242"/>
                  </a:moveTo>
                  <a:lnTo>
                    <a:pt x="0" y="39242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9242"/>
                  </a:lnTo>
                  <a:close/>
                </a:path>
                <a:path w="181610" h="97789">
                  <a:moveTo>
                    <a:pt x="3810" y="36702"/>
                  </a:moveTo>
                  <a:lnTo>
                    <a:pt x="0" y="36702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6702"/>
                  </a:lnTo>
                  <a:close/>
                </a:path>
                <a:path w="181610" h="97789">
                  <a:moveTo>
                    <a:pt x="3810" y="32892"/>
                  </a:moveTo>
                  <a:lnTo>
                    <a:pt x="0" y="32892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32892"/>
                  </a:lnTo>
                  <a:close/>
                </a:path>
                <a:path w="181610" h="97789">
                  <a:moveTo>
                    <a:pt x="3810" y="30352"/>
                  </a:moveTo>
                  <a:lnTo>
                    <a:pt x="0" y="30352"/>
                  </a:lnTo>
                  <a:lnTo>
                    <a:pt x="0" y="31750"/>
                  </a:lnTo>
                  <a:lnTo>
                    <a:pt x="3810" y="31750"/>
                  </a:lnTo>
                  <a:lnTo>
                    <a:pt x="3810" y="30352"/>
                  </a:lnTo>
                  <a:close/>
                </a:path>
                <a:path w="181610" h="97789">
                  <a:moveTo>
                    <a:pt x="3810" y="26542"/>
                  </a:moveTo>
                  <a:lnTo>
                    <a:pt x="0" y="26542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6542"/>
                  </a:lnTo>
                  <a:close/>
                </a:path>
                <a:path w="181610" h="97789">
                  <a:moveTo>
                    <a:pt x="3810" y="24002"/>
                  </a:moveTo>
                  <a:lnTo>
                    <a:pt x="0" y="2400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4002"/>
                  </a:lnTo>
                  <a:close/>
                </a:path>
                <a:path w="181610" h="97789">
                  <a:moveTo>
                    <a:pt x="3810" y="20192"/>
                  </a:moveTo>
                  <a:lnTo>
                    <a:pt x="0" y="2019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20192"/>
                  </a:lnTo>
                  <a:close/>
                </a:path>
                <a:path w="181610" h="97789">
                  <a:moveTo>
                    <a:pt x="3810" y="17652"/>
                  </a:moveTo>
                  <a:lnTo>
                    <a:pt x="0" y="17652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7652"/>
                  </a:lnTo>
                  <a:close/>
                </a:path>
                <a:path w="181610" h="97789">
                  <a:moveTo>
                    <a:pt x="3810" y="13842"/>
                  </a:moveTo>
                  <a:lnTo>
                    <a:pt x="0" y="1384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842"/>
                  </a:lnTo>
                  <a:close/>
                </a:path>
                <a:path w="181610" h="97789">
                  <a:moveTo>
                    <a:pt x="3810" y="11302"/>
                  </a:moveTo>
                  <a:lnTo>
                    <a:pt x="0" y="11302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11302"/>
                  </a:lnTo>
                  <a:close/>
                </a:path>
                <a:path w="181610" h="97789">
                  <a:moveTo>
                    <a:pt x="3810" y="7492"/>
                  </a:moveTo>
                  <a:lnTo>
                    <a:pt x="0" y="749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492"/>
                  </a:lnTo>
                  <a:close/>
                </a:path>
                <a:path w="181610" h="97789">
                  <a:moveTo>
                    <a:pt x="3810" y="4952"/>
                  </a:moveTo>
                  <a:lnTo>
                    <a:pt x="0" y="4952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4952"/>
                  </a:lnTo>
                  <a:close/>
                </a:path>
                <a:path w="181610" h="97789">
                  <a:moveTo>
                    <a:pt x="3810" y="0"/>
                  </a:moveTo>
                  <a:lnTo>
                    <a:pt x="2540" y="0"/>
                  </a:lnTo>
                  <a:lnTo>
                    <a:pt x="2540" y="1142"/>
                  </a:lnTo>
                  <a:lnTo>
                    <a:pt x="0" y="114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D9CE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5" name="object 1805"/>
            <p:cNvSpPr/>
            <p:nvPr/>
          </p:nvSpPr>
          <p:spPr>
            <a:xfrm>
              <a:off x="2984500" y="2586989"/>
              <a:ext cx="171450" cy="95250"/>
            </a:xfrm>
            <a:custGeom>
              <a:avLst/>
              <a:gdLst/>
              <a:ahLst/>
              <a:cxnLst/>
              <a:rect l="l" t="t" r="r" b="b"/>
              <a:pathLst>
                <a:path w="171450" h="95250">
                  <a:moveTo>
                    <a:pt x="171450" y="94107"/>
                  </a:moveTo>
                  <a:lnTo>
                    <a:pt x="168909" y="94107"/>
                  </a:lnTo>
                  <a:lnTo>
                    <a:pt x="168909" y="95250"/>
                  </a:lnTo>
                  <a:lnTo>
                    <a:pt x="171450" y="95250"/>
                  </a:lnTo>
                  <a:lnTo>
                    <a:pt x="171450" y="94107"/>
                  </a:lnTo>
                  <a:close/>
                </a:path>
                <a:path w="171450" h="95250">
                  <a:moveTo>
                    <a:pt x="2539" y="91439"/>
                  </a:moveTo>
                  <a:lnTo>
                    <a:pt x="0" y="91439"/>
                  </a:lnTo>
                  <a:lnTo>
                    <a:pt x="0" y="94107"/>
                  </a:lnTo>
                  <a:lnTo>
                    <a:pt x="168909" y="94107"/>
                  </a:lnTo>
                  <a:lnTo>
                    <a:pt x="168909" y="92837"/>
                  </a:lnTo>
                  <a:lnTo>
                    <a:pt x="2539" y="92837"/>
                  </a:lnTo>
                  <a:lnTo>
                    <a:pt x="2539" y="91439"/>
                  </a:lnTo>
                  <a:close/>
                </a:path>
                <a:path w="171450" h="95250">
                  <a:moveTo>
                    <a:pt x="2539" y="88900"/>
                  </a:moveTo>
                  <a:lnTo>
                    <a:pt x="0" y="88900"/>
                  </a:lnTo>
                  <a:lnTo>
                    <a:pt x="0" y="90297"/>
                  </a:lnTo>
                  <a:lnTo>
                    <a:pt x="2539" y="90297"/>
                  </a:lnTo>
                  <a:lnTo>
                    <a:pt x="2539" y="88900"/>
                  </a:lnTo>
                  <a:close/>
                </a:path>
                <a:path w="171450" h="95250">
                  <a:moveTo>
                    <a:pt x="2539" y="85089"/>
                  </a:moveTo>
                  <a:lnTo>
                    <a:pt x="0" y="85089"/>
                  </a:lnTo>
                  <a:lnTo>
                    <a:pt x="0" y="87757"/>
                  </a:lnTo>
                  <a:lnTo>
                    <a:pt x="2539" y="87757"/>
                  </a:lnTo>
                  <a:lnTo>
                    <a:pt x="2539" y="85089"/>
                  </a:lnTo>
                  <a:close/>
                </a:path>
                <a:path w="171450" h="95250">
                  <a:moveTo>
                    <a:pt x="2539" y="82550"/>
                  </a:moveTo>
                  <a:lnTo>
                    <a:pt x="0" y="82550"/>
                  </a:lnTo>
                  <a:lnTo>
                    <a:pt x="0" y="83947"/>
                  </a:lnTo>
                  <a:lnTo>
                    <a:pt x="2539" y="83947"/>
                  </a:lnTo>
                  <a:lnTo>
                    <a:pt x="2539" y="82550"/>
                  </a:lnTo>
                  <a:close/>
                </a:path>
                <a:path w="171450" h="95250">
                  <a:moveTo>
                    <a:pt x="2539" y="78739"/>
                  </a:moveTo>
                  <a:lnTo>
                    <a:pt x="0" y="78739"/>
                  </a:lnTo>
                  <a:lnTo>
                    <a:pt x="0" y="81407"/>
                  </a:lnTo>
                  <a:lnTo>
                    <a:pt x="2539" y="81407"/>
                  </a:lnTo>
                  <a:lnTo>
                    <a:pt x="2539" y="78739"/>
                  </a:lnTo>
                  <a:close/>
                </a:path>
                <a:path w="171450" h="95250">
                  <a:moveTo>
                    <a:pt x="2539" y="76200"/>
                  </a:moveTo>
                  <a:lnTo>
                    <a:pt x="0" y="76200"/>
                  </a:lnTo>
                  <a:lnTo>
                    <a:pt x="0" y="77597"/>
                  </a:lnTo>
                  <a:lnTo>
                    <a:pt x="2539" y="77597"/>
                  </a:lnTo>
                  <a:lnTo>
                    <a:pt x="2539" y="76200"/>
                  </a:lnTo>
                  <a:close/>
                </a:path>
                <a:path w="171450" h="95250">
                  <a:moveTo>
                    <a:pt x="2539" y="72389"/>
                  </a:moveTo>
                  <a:lnTo>
                    <a:pt x="0" y="72389"/>
                  </a:lnTo>
                  <a:lnTo>
                    <a:pt x="0" y="75057"/>
                  </a:lnTo>
                  <a:lnTo>
                    <a:pt x="2539" y="75057"/>
                  </a:lnTo>
                  <a:lnTo>
                    <a:pt x="2539" y="72389"/>
                  </a:lnTo>
                  <a:close/>
                </a:path>
                <a:path w="171450" h="95250">
                  <a:moveTo>
                    <a:pt x="2539" y="69850"/>
                  </a:moveTo>
                  <a:lnTo>
                    <a:pt x="0" y="69850"/>
                  </a:lnTo>
                  <a:lnTo>
                    <a:pt x="0" y="71247"/>
                  </a:lnTo>
                  <a:lnTo>
                    <a:pt x="2539" y="71247"/>
                  </a:lnTo>
                  <a:lnTo>
                    <a:pt x="2539" y="69850"/>
                  </a:lnTo>
                  <a:close/>
                </a:path>
                <a:path w="171450" h="95250">
                  <a:moveTo>
                    <a:pt x="2539" y="66039"/>
                  </a:moveTo>
                  <a:lnTo>
                    <a:pt x="0" y="66039"/>
                  </a:lnTo>
                  <a:lnTo>
                    <a:pt x="0" y="68707"/>
                  </a:lnTo>
                  <a:lnTo>
                    <a:pt x="2539" y="68707"/>
                  </a:lnTo>
                  <a:lnTo>
                    <a:pt x="2539" y="66039"/>
                  </a:lnTo>
                  <a:close/>
                </a:path>
                <a:path w="171450" h="95250">
                  <a:moveTo>
                    <a:pt x="2539" y="63500"/>
                  </a:moveTo>
                  <a:lnTo>
                    <a:pt x="0" y="63500"/>
                  </a:lnTo>
                  <a:lnTo>
                    <a:pt x="0" y="64897"/>
                  </a:lnTo>
                  <a:lnTo>
                    <a:pt x="2539" y="64897"/>
                  </a:lnTo>
                  <a:lnTo>
                    <a:pt x="2539" y="63500"/>
                  </a:lnTo>
                  <a:close/>
                </a:path>
                <a:path w="171450" h="95250">
                  <a:moveTo>
                    <a:pt x="2539" y="59689"/>
                  </a:moveTo>
                  <a:lnTo>
                    <a:pt x="0" y="59689"/>
                  </a:lnTo>
                  <a:lnTo>
                    <a:pt x="0" y="62357"/>
                  </a:lnTo>
                  <a:lnTo>
                    <a:pt x="2539" y="62357"/>
                  </a:lnTo>
                  <a:lnTo>
                    <a:pt x="2539" y="59689"/>
                  </a:lnTo>
                  <a:close/>
                </a:path>
                <a:path w="171450" h="95250">
                  <a:moveTo>
                    <a:pt x="2539" y="57150"/>
                  </a:moveTo>
                  <a:lnTo>
                    <a:pt x="0" y="57150"/>
                  </a:lnTo>
                  <a:lnTo>
                    <a:pt x="0" y="58547"/>
                  </a:lnTo>
                  <a:lnTo>
                    <a:pt x="2539" y="58547"/>
                  </a:lnTo>
                  <a:lnTo>
                    <a:pt x="2539" y="57150"/>
                  </a:lnTo>
                  <a:close/>
                </a:path>
                <a:path w="171450" h="95250">
                  <a:moveTo>
                    <a:pt x="2539" y="53339"/>
                  </a:moveTo>
                  <a:lnTo>
                    <a:pt x="0" y="53339"/>
                  </a:lnTo>
                  <a:lnTo>
                    <a:pt x="0" y="56007"/>
                  </a:lnTo>
                  <a:lnTo>
                    <a:pt x="2539" y="56007"/>
                  </a:lnTo>
                  <a:lnTo>
                    <a:pt x="2539" y="53339"/>
                  </a:lnTo>
                  <a:close/>
                </a:path>
                <a:path w="171450" h="95250">
                  <a:moveTo>
                    <a:pt x="2539" y="50800"/>
                  </a:moveTo>
                  <a:lnTo>
                    <a:pt x="0" y="50800"/>
                  </a:lnTo>
                  <a:lnTo>
                    <a:pt x="0" y="52197"/>
                  </a:lnTo>
                  <a:lnTo>
                    <a:pt x="2539" y="52197"/>
                  </a:lnTo>
                  <a:lnTo>
                    <a:pt x="2539" y="50800"/>
                  </a:lnTo>
                  <a:close/>
                </a:path>
                <a:path w="171450" h="95250">
                  <a:moveTo>
                    <a:pt x="2539" y="46989"/>
                  </a:moveTo>
                  <a:lnTo>
                    <a:pt x="0" y="46989"/>
                  </a:lnTo>
                  <a:lnTo>
                    <a:pt x="0" y="49657"/>
                  </a:lnTo>
                  <a:lnTo>
                    <a:pt x="2539" y="49657"/>
                  </a:lnTo>
                  <a:lnTo>
                    <a:pt x="2539" y="46989"/>
                  </a:lnTo>
                  <a:close/>
                </a:path>
                <a:path w="171450" h="95250">
                  <a:moveTo>
                    <a:pt x="2539" y="44450"/>
                  </a:moveTo>
                  <a:lnTo>
                    <a:pt x="0" y="44450"/>
                  </a:lnTo>
                  <a:lnTo>
                    <a:pt x="0" y="45847"/>
                  </a:lnTo>
                  <a:lnTo>
                    <a:pt x="2539" y="45847"/>
                  </a:lnTo>
                  <a:lnTo>
                    <a:pt x="2539" y="44450"/>
                  </a:lnTo>
                  <a:close/>
                </a:path>
                <a:path w="171450" h="95250">
                  <a:moveTo>
                    <a:pt x="2539" y="40639"/>
                  </a:moveTo>
                  <a:lnTo>
                    <a:pt x="0" y="40639"/>
                  </a:lnTo>
                  <a:lnTo>
                    <a:pt x="0" y="43307"/>
                  </a:lnTo>
                  <a:lnTo>
                    <a:pt x="2539" y="43307"/>
                  </a:lnTo>
                  <a:lnTo>
                    <a:pt x="2539" y="40639"/>
                  </a:lnTo>
                  <a:close/>
                </a:path>
                <a:path w="171450" h="95250">
                  <a:moveTo>
                    <a:pt x="2539" y="38100"/>
                  </a:moveTo>
                  <a:lnTo>
                    <a:pt x="0" y="38100"/>
                  </a:lnTo>
                  <a:lnTo>
                    <a:pt x="0" y="39497"/>
                  </a:lnTo>
                  <a:lnTo>
                    <a:pt x="2539" y="39497"/>
                  </a:lnTo>
                  <a:lnTo>
                    <a:pt x="2539" y="38100"/>
                  </a:lnTo>
                  <a:close/>
                </a:path>
                <a:path w="171450" h="95250">
                  <a:moveTo>
                    <a:pt x="2539" y="34289"/>
                  </a:moveTo>
                  <a:lnTo>
                    <a:pt x="0" y="34289"/>
                  </a:lnTo>
                  <a:lnTo>
                    <a:pt x="0" y="36957"/>
                  </a:lnTo>
                  <a:lnTo>
                    <a:pt x="2539" y="36957"/>
                  </a:lnTo>
                  <a:lnTo>
                    <a:pt x="2539" y="34289"/>
                  </a:lnTo>
                  <a:close/>
                </a:path>
                <a:path w="171450" h="95250">
                  <a:moveTo>
                    <a:pt x="2539" y="31750"/>
                  </a:moveTo>
                  <a:lnTo>
                    <a:pt x="0" y="31750"/>
                  </a:lnTo>
                  <a:lnTo>
                    <a:pt x="0" y="33147"/>
                  </a:lnTo>
                  <a:lnTo>
                    <a:pt x="2539" y="33147"/>
                  </a:lnTo>
                  <a:lnTo>
                    <a:pt x="2539" y="31750"/>
                  </a:lnTo>
                  <a:close/>
                </a:path>
                <a:path w="171450" h="95250">
                  <a:moveTo>
                    <a:pt x="2539" y="27939"/>
                  </a:moveTo>
                  <a:lnTo>
                    <a:pt x="0" y="27939"/>
                  </a:lnTo>
                  <a:lnTo>
                    <a:pt x="0" y="30607"/>
                  </a:lnTo>
                  <a:lnTo>
                    <a:pt x="2539" y="30607"/>
                  </a:lnTo>
                  <a:lnTo>
                    <a:pt x="2539" y="27939"/>
                  </a:lnTo>
                  <a:close/>
                </a:path>
                <a:path w="171450" h="95250">
                  <a:moveTo>
                    <a:pt x="2539" y="25400"/>
                  </a:moveTo>
                  <a:lnTo>
                    <a:pt x="0" y="25400"/>
                  </a:lnTo>
                  <a:lnTo>
                    <a:pt x="0" y="26797"/>
                  </a:lnTo>
                  <a:lnTo>
                    <a:pt x="2539" y="26797"/>
                  </a:lnTo>
                  <a:lnTo>
                    <a:pt x="2539" y="25400"/>
                  </a:lnTo>
                  <a:close/>
                </a:path>
                <a:path w="171450" h="95250">
                  <a:moveTo>
                    <a:pt x="2539" y="21589"/>
                  </a:moveTo>
                  <a:lnTo>
                    <a:pt x="0" y="21589"/>
                  </a:lnTo>
                  <a:lnTo>
                    <a:pt x="0" y="24257"/>
                  </a:lnTo>
                  <a:lnTo>
                    <a:pt x="2539" y="24257"/>
                  </a:lnTo>
                  <a:lnTo>
                    <a:pt x="2539" y="21589"/>
                  </a:lnTo>
                  <a:close/>
                </a:path>
                <a:path w="171450" h="95250">
                  <a:moveTo>
                    <a:pt x="2539" y="19050"/>
                  </a:moveTo>
                  <a:lnTo>
                    <a:pt x="0" y="19050"/>
                  </a:lnTo>
                  <a:lnTo>
                    <a:pt x="0" y="20447"/>
                  </a:lnTo>
                  <a:lnTo>
                    <a:pt x="2539" y="20447"/>
                  </a:lnTo>
                  <a:lnTo>
                    <a:pt x="2539" y="19050"/>
                  </a:lnTo>
                  <a:close/>
                </a:path>
                <a:path w="171450" h="95250">
                  <a:moveTo>
                    <a:pt x="2539" y="15239"/>
                  </a:moveTo>
                  <a:lnTo>
                    <a:pt x="0" y="15239"/>
                  </a:lnTo>
                  <a:lnTo>
                    <a:pt x="0" y="17907"/>
                  </a:lnTo>
                  <a:lnTo>
                    <a:pt x="2539" y="17907"/>
                  </a:lnTo>
                  <a:lnTo>
                    <a:pt x="2539" y="15239"/>
                  </a:lnTo>
                  <a:close/>
                </a:path>
                <a:path w="171450" h="95250">
                  <a:moveTo>
                    <a:pt x="2539" y="12700"/>
                  </a:moveTo>
                  <a:lnTo>
                    <a:pt x="0" y="12700"/>
                  </a:lnTo>
                  <a:lnTo>
                    <a:pt x="0" y="14097"/>
                  </a:lnTo>
                  <a:lnTo>
                    <a:pt x="2539" y="14097"/>
                  </a:lnTo>
                  <a:lnTo>
                    <a:pt x="2539" y="12700"/>
                  </a:lnTo>
                  <a:close/>
                </a:path>
                <a:path w="171450" h="95250">
                  <a:moveTo>
                    <a:pt x="2539" y="8889"/>
                  </a:moveTo>
                  <a:lnTo>
                    <a:pt x="0" y="8889"/>
                  </a:lnTo>
                  <a:lnTo>
                    <a:pt x="0" y="11557"/>
                  </a:lnTo>
                  <a:lnTo>
                    <a:pt x="2539" y="11557"/>
                  </a:lnTo>
                  <a:lnTo>
                    <a:pt x="2539" y="8889"/>
                  </a:lnTo>
                  <a:close/>
                </a:path>
                <a:path w="171450" h="95250">
                  <a:moveTo>
                    <a:pt x="2539" y="6350"/>
                  </a:moveTo>
                  <a:lnTo>
                    <a:pt x="0" y="6350"/>
                  </a:lnTo>
                  <a:lnTo>
                    <a:pt x="0" y="7747"/>
                  </a:lnTo>
                  <a:lnTo>
                    <a:pt x="2539" y="7747"/>
                  </a:lnTo>
                  <a:lnTo>
                    <a:pt x="2539" y="6350"/>
                  </a:lnTo>
                  <a:close/>
                </a:path>
                <a:path w="171450" h="95250">
                  <a:moveTo>
                    <a:pt x="2539" y="2539"/>
                  </a:moveTo>
                  <a:lnTo>
                    <a:pt x="0" y="2539"/>
                  </a:lnTo>
                  <a:lnTo>
                    <a:pt x="0" y="5207"/>
                  </a:lnTo>
                  <a:lnTo>
                    <a:pt x="2539" y="5207"/>
                  </a:lnTo>
                  <a:lnTo>
                    <a:pt x="2539" y="2539"/>
                  </a:lnTo>
                  <a:close/>
                </a:path>
                <a:path w="171450" h="95250">
                  <a:moveTo>
                    <a:pt x="2539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2539" y="1397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D8CD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6" name="object 1806"/>
            <p:cNvSpPr/>
            <p:nvPr/>
          </p:nvSpPr>
          <p:spPr>
            <a:xfrm>
              <a:off x="2987039" y="2585847"/>
              <a:ext cx="165100" cy="93980"/>
            </a:xfrm>
            <a:custGeom>
              <a:avLst/>
              <a:gdLst/>
              <a:ahLst/>
              <a:cxnLst/>
              <a:rect l="l" t="t" r="r" b="b"/>
              <a:pathLst>
                <a:path w="165100" h="93980">
                  <a:moveTo>
                    <a:pt x="165100" y="92582"/>
                  </a:moveTo>
                  <a:lnTo>
                    <a:pt x="0" y="92582"/>
                  </a:lnTo>
                  <a:lnTo>
                    <a:pt x="0" y="93852"/>
                  </a:lnTo>
                  <a:lnTo>
                    <a:pt x="165100" y="93852"/>
                  </a:lnTo>
                  <a:lnTo>
                    <a:pt x="165100" y="92582"/>
                  </a:lnTo>
                  <a:close/>
                </a:path>
                <a:path w="165100" h="93980">
                  <a:moveTo>
                    <a:pt x="162560" y="91439"/>
                  </a:moveTo>
                  <a:lnTo>
                    <a:pt x="160019" y="91439"/>
                  </a:lnTo>
                  <a:lnTo>
                    <a:pt x="160019" y="92582"/>
                  </a:lnTo>
                  <a:lnTo>
                    <a:pt x="162560" y="92582"/>
                  </a:lnTo>
                  <a:lnTo>
                    <a:pt x="162560" y="91439"/>
                  </a:lnTo>
                  <a:close/>
                </a:path>
                <a:path w="165100" h="93980">
                  <a:moveTo>
                    <a:pt x="160019" y="90042"/>
                  </a:moveTo>
                  <a:lnTo>
                    <a:pt x="0" y="90042"/>
                  </a:lnTo>
                  <a:lnTo>
                    <a:pt x="0" y="91439"/>
                  </a:lnTo>
                  <a:lnTo>
                    <a:pt x="160019" y="91439"/>
                  </a:lnTo>
                  <a:lnTo>
                    <a:pt x="160019" y="90042"/>
                  </a:lnTo>
                  <a:close/>
                </a:path>
                <a:path w="165100" h="93980">
                  <a:moveTo>
                    <a:pt x="3810" y="86232"/>
                  </a:moveTo>
                  <a:lnTo>
                    <a:pt x="0" y="86232"/>
                  </a:lnTo>
                  <a:lnTo>
                    <a:pt x="0" y="88900"/>
                  </a:lnTo>
                  <a:lnTo>
                    <a:pt x="3810" y="88900"/>
                  </a:lnTo>
                  <a:lnTo>
                    <a:pt x="3810" y="86232"/>
                  </a:lnTo>
                  <a:close/>
                </a:path>
                <a:path w="165100" h="93980">
                  <a:moveTo>
                    <a:pt x="3810" y="83692"/>
                  </a:moveTo>
                  <a:lnTo>
                    <a:pt x="0" y="83692"/>
                  </a:lnTo>
                  <a:lnTo>
                    <a:pt x="0" y="85089"/>
                  </a:lnTo>
                  <a:lnTo>
                    <a:pt x="3810" y="85089"/>
                  </a:lnTo>
                  <a:lnTo>
                    <a:pt x="3810" y="83692"/>
                  </a:lnTo>
                  <a:close/>
                </a:path>
                <a:path w="165100" h="93980">
                  <a:moveTo>
                    <a:pt x="3810" y="79882"/>
                  </a:moveTo>
                  <a:lnTo>
                    <a:pt x="0" y="79882"/>
                  </a:lnTo>
                  <a:lnTo>
                    <a:pt x="0" y="82550"/>
                  </a:lnTo>
                  <a:lnTo>
                    <a:pt x="3810" y="82550"/>
                  </a:lnTo>
                  <a:lnTo>
                    <a:pt x="3810" y="79882"/>
                  </a:lnTo>
                  <a:close/>
                </a:path>
                <a:path w="165100" h="93980">
                  <a:moveTo>
                    <a:pt x="3810" y="77342"/>
                  </a:moveTo>
                  <a:lnTo>
                    <a:pt x="0" y="77342"/>
                  </a:lnTo>
                  <a:lnTo>
                    <a:pt x="0" y="78739"/>
                  </a:lnTo>
                  <a:lnTo>
                    <a:pt x="3810" y="78739"/>
                  </a:lnTo>
                  <a:lnTo>
                    <a:pt x="3810" y="77342"/>
                  </a:lnTo>
                  <a:close/>
                </a:path>
                <a:path w="165100" h="93980">
                  <a:moveTo>
                    <a:pt x="3810" y="73532"/>
                  </a:moveTo>
                  <a:lnTo>
                    <a:pt x="0" y="73532"/>
                  </a:lnTo>
                  <a:lnTo>
                    <a:pt x="0" y="76200"/>
                  </a:lnTo>
                  <a:lnTo>
                    <a:pt x="3810" y="76200"/>
                  </a:lnTo>
                  <a:lnTo>
                    <a:pt x="3810" y="73532"/>
                  </a:lnTo>
                  <a:close/>
                </a:path>
                <a:path w="165100" h="93980">
                  <a:moveTo>
                    <a:pt x="3810" y="70992"/>
                  </a:moveTo>
                  <a:lnTo>
                    <a:pt x="0" y="70992"/>
                  </a:lnTo>
                  <a:lnTo>
                    <a:pt x="0" y="72389"/>
                  </a:lnTo>
                  <a:lnTo>
                    <a:pt x="3810" y="72389"/>
                  </a:lnTo>
                  <a:lnTo>
                    <a:pt x="3810" y="70992"/>
                  </a:lnTo>
                  <a:close/>
                </a:path>
                <a:path w="165100" h="93980">
                  <a:moveTo>
                    <a:pt x="3810" y="67182"/>
                  </a:moveTo>
                  <a:lnTo>
                    <a:pt x="0" y="67182"/>
                  </a:lnTo>
                  <a:lnTo>
                    <a:pt x="0" y="69850"/>
                  </a:lnTo>
                  <a:lnTo>
                    <a:pt x="3810" y="69850"/>
                  </a:lnTo>
                  <a:lnTo>
                    <a:pt x="3810" y="67182"/>
                  </a:lnTo>
                  <a:close/>
                </a:path>
                <a:path w="165100" h="93980">
                  <a:moveTo>
                    <a:pt x="3810" y="64642"/>
                  </a:moveTo>
                  <a:lnTo>
                    <a:pt x="0" y="64642"/>
                  </a:lnTo>
                  <a:lnTo>
                    <a:pt x="0" y="66039"/>
                  </a:lnTo>
                  <a:lnTo>
                    <a:pt x="3810" y="66039"/>
                  </a:lnTo>
                  <a:lnTo>
                    <a:pt x="3810" y="64642"/>
                  </a:lnTo>
                  <a:close/>
                </a:path>
                <a:path w="165100" h="93980">
                  <a:moveTo>
                    <a:pt x="3810" y="60832"/>
                  </a:moveTo>
                  <a:lnTo>
                    <a:pt x="0" y="60832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60832"/>
                  </a:lnTo>
                  <a:close/>
                </a:path>
                <a:path w="165100" h="93980">
                  <a:moveTo>
                    <a:pt x="3810" y="58292"/>
                  </a:moveTo>
                  <a:lnTo>
                    <a:pt x="0" y="58292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8292"/>
                  </a:lnTo>
                  <a:close/>
                </a:path>
                <a:path w="165100" h="93980">
                  <a:moveTo>
                    <a:pt x="3810" y="54482"/>
                  </a:moveTo>
                  <a:lnTo>
                    <a:pt x="0" y="54482"/>
                  </a:lnTo>
                  <a:lnTo>
                    <a:pt x="0" y="57150"/>
                  </a:lnTo>
                  <a:lnTo>
                    <a:pt x="3810" y="57150"/>
                  </a:lnTo>
                  <a:lnTo>
                    <a:pt x="3810" y="54482"/>
                  </a:lnTo>
                  <a:close/>
                </a:path>
                <a:path w="165100" h="93980">
                  <a:moveTo>
                    <a:pt x="3810" y="51942"/>
                  </a:moveTo>
                  <a:lnTo>
                    <a:pt x="0" y="51942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51942"/>
                  </a:lnTo>
                  <a:close/>
                </a:path>
                <a:path w="165100" h="93980">
                  <a:moveTo>
                    <a:pt x="3810" y="48132"/>
                  </a:moveTo>
                  <a:lnTo>
                    <a:pt x="0" y="48132"/>
                  </a:lnTo>
                  <a:lnTo>
                    <a:pt x="0" y="50800"/>
                  </a:lnTo>
                  <a:lnTo>
                    <a:pt x="3810" y="50800"/>
                  </a:lnTo>
                  <a:lnTo>
                    <a:pt x="3810" y="48132"/>
                  </a:lnTo>
                  <a:close/>
                </a:path>
                <a:path w="165100" h="93980">
                  <a:moveTo>
                    <a:pt x="3810" y="45592"/>
                  </a:moveTo>
                  <a:lnTo>
                    <a:pt x="0" y="45592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5592"/>
                  </a:lnTo>
                  <a:close/>
                </a:path>
                <a:path w="165100" h="93980">
                  <a:moveTo>
                    <a:pt x="3810" y="41782"/>
                  </a:moveTo>
                  <a:lnTo>
                    <a:pt x="0" y="41782"/>
                  </a:lnTo>
                  <a:lnTo>
                    <a:pt x="0" y="44450"/>
                  </a:lnTo>
                  <a:lnTo>
                    <a:pt x="3810" y="44450"/>
                  </a:lnTo>
                  <a:lnTo>
                    <a:pt x="3810" y="41782"/>
                  </a:lnTo>
                  <a:close/>
                </a:path>
                <a:path w="165100" h="93980">
                  <a:moveTo>
                    <a:pt x="3810" y="39242"/>
                  </a:moveTo>
                  <a:lnTo>
                    <a:pt x="0" y="39242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9242"/>
                  </a:lnTo>
                  <a:close/>
                </a:path>
                <a:path w="165100" h="93980">
                  <a:moveTo>
                    <a:pt x="3810" y="35432"/>
                  </a:moveTo>
                  <a:lnTo>
                    <a:pt x="0" y="35432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5432"/>
                  </a:lnTo>
                  <a:close/>
                </a:path>
                <a:path w="165100" h="93980">
                  <a:moveTo>
                    <a:pt x="3810" y="32892"/>
                  </a:moveTo>
                  <a:lnTo>
                    <a:pt x="0" y="32892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32892"/>
                  </a:lnTo>
                  <a:close/>
                </a:path>
                <a:path w="165100" h="93980">
                  <a:moveTo>
                    <a:pt x="3810" y="29082"/>
                  </a:moveTo>
                  <a:lnTo>
                    <a:pt x="0" y="29082"/>
                  </a:lnTo>
                  <a:lnTo>
                    <a:pt x="0" y="31750"/>
                  </a:lnTo>
                  <a:lnTo>
                    <a:pt x="3810" y="31750"/>
                  </a:lnTo>
                  <a:lnTo>
                    <a:pt x="3810" y="29082"/>
                  </a:lnTo>
                  <a:close/>
                </a:path>
                <a:path w="165100" h="93980">
                  <a:moveTo>
                    <a:pt x="3810" y="26542"/>
                  </a:moveTo>
                  <a:lnTo>
                    <a:pt x="0" y="26542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6542"/>
                  </a:lnTo>
                  <a:close/>
                </a:path>
                <a:path w="165100" h="93980">
                  <a:moveTo>
                    <a:pt x="3810" y="22732"/>
                  </a:moveTo>
                  <a:lnTo>
                    <a:pt x="0" y="2273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2732"/>
                  </a:lnTo>
                  <a:close/>
                </a:path>
                <a:path w="165100" h="93980">
                  <a:moveTo>
                    <a:pt x="3810" y="20192"/>
                  </a:moveTo>
                  <a:lnTo>
                    <a:pt x="0" y="20192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20192"/>
                  </a:lnTo>
                  <a:close/>
                </a:path>
                <a:path w="165100" h="93980">
                  <a:moveTo>
                    <a:pt x="3810" y="16382"/>
                  </a:moveTo>
                  <a:lnTo>
                    <a:pt x="0" y="16382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6382"/>
                  </a:lnTo>
                  <a:close/>
                </a:path>
                <a:path w="165100" h="93980">
                  <a:moveTo>
                    <a:pt x="3810" y="13842"/>
                  </a:moveTo>
                  <a:lnTo>
                    <a:pt x="0" y="13842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3842"/>
                  </a:lnTo>
                  <a:close/>
                </a:path>
                <a:path w="165100" h="93980">
                  <a:moveTo>
                    <a:pt x="3810" y="10032"/>
                  </a:moveTo>
                  <a:lnTo>
                    <a:pt x="0" y="10032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10032"/>
                  </a:lnTo>
                  <a:close/>
                </a:path>
                <a:path w="165100" h="93980">
                  <a:moveTo>
                    <a:pt x="3810" y="7492"/>
                  </a:moveTo>
                  <a:lnTo>
                    <a:pt x="0" y="7492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7492"/>
                  </a:lnTo>
                  <a:close/>
                </a:path>
                <a:path w="165100" h="93980">
                  <a:moveTo>
                    <a:pt x="3810" y="3682"/>
                  </a:moveTo>
                  <a:lnTo>
                    <a:pt x="0" y="3682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3682"/>
                  </a:lnTo>
                  <a:close/>
                </a:path>
                <a:path w="165100" h="93980">
                  <a:moveTo>
                    <a:pt x="3810" y="0"/>
                  </a:moveTo>
                  <a:lnTo>
                    <a:pt x="1270" y="0"/>
                  </a:lnTo>
                  <a:lnTo>
                    <a:pt x="1270" y="1142"/>
                  </a:lnTo>
                  <a:lnTo>
                    <a:pt x="0" y="1142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D7CC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7" name="object 1807"/>
            <p:cNvSpPr/>
            <p:nvPr/>
          </p:nvSpPr>
          <p:spPr>
            <a:xfrm>
              <a:off x="2990850" y="2584576"/>
              <a:ext cx="153670" cy="91440"/>
            </a:xfrm>
            <a:custGeom>
              <a:avLst/>
              <a:gdLst/>
              <a:ahLst/>
              <a:cxnLst/>
              <a:rect l="l" t="t" r="r" b="b"/>
              <a:pathLst>
                <a:path w="153669" h="91439">
                  <a:moveTo>
                    <a:pt x="153670" y="90170"/>
                  </a:moveTo>
                  <a:lnTo>
                    <a:pt x="152400" y="90170"/>
                  </a:lnTo>
                  <a:lnTo>
                    <a:pt x="152400" y="91312"/>
                  </a:lnTo>
                  <a:lnTo>
                    <a:pt x="153670" y="91312"/>
                  </a:lnTo>
                  <a:lnTo>
                    <a:pt x="153670" y="90170"/>
                  </a:lnTo>
                  <a:close/>
                </a:path>
                <a:path w="153669" h="91439">
                  <a:moveTo>
                    <a:pt x="149859" y="87502"/>
                  </a:moveTo>
                  <a:lnTo>
                    <a:pt x="0" y="87502"/>
                  </a:lnTo>
                  <a:lnTo>
                    <a:pt x="0" y="90170"/>
                  </a:lnTo>
                  <a:lnTo>
                    <a:pt x="152400" y="90170"/>
                  </a:lnTo>
                  <a:lnTo>
                    <a:pt x="152400" y="88900"/>
                  </a:lnTo>
                  <a:lnTo>
                    <a:pt x="149859" y="88900"/>
                  </a:lnTo>
                  <a:lnTo>
                    <a:pt x="149859" y="87502"/>
                  </a:lnTo>
                  <a:close/>
                </a:path>
                <a:path w="153669" h="91439">
                  <a:moveTo>
                    <a:pt x="3810" y="84962"/>
                  </a:moveTo>
                  <a:lnTo>
                    <a:pt x="0" y="84962"/>
                  </a:lnTo>
                  <a:lnTo>
                    <a:pt x="0" y="86360"/>
                  </a:lnTo>
                  <a:lnTo>
                    <a:pt x="3810" y="86360"/>
                  </a:lnTo>
                  <a:lnTo>
                    <a:pt x="3810" y="84962"/>
                  </a:lnTo>
                  <a:close/>
                </a:path>
                <a:path w="153669" h="91439">
                  <a:moveTo>
                    <a:pt x="3810" y="81152"/>
                  </a:moveTo>
                  <a:lnTo>
                    <a:pt x="0" y="81152"/>
                  </a:lnTo>
                  <a:lnTo>
                    <a:pt x="0" y="83820"/>
                  </a:lnTo>
                  <a:lnTo>
                    <a:pt x="3810" y="83820"/>
                  </a:lnTo>
                  <a:lnTo>
                    <a:pt x="3810" y="81152"/>
                  </a:lnTo>
                  <a:close/>
                </a:path>
                <a:path w="153669" h="91439">
                  <a:moveTo>
                    <a:pt x="3810" y="78612"/>
                  </a:moveTo>
                  <a:lnTo>
                    <a:pt x="0" y="78612"/>
                  </a:lnTo>
                  <a:lnTo>
                    <a:pt x="0" y="80010"/>
                  </a:lnTo>
                  <a:lnTo>
                    <a:pt x="3810" y="80010"/>
                  </a:lnTo>
                  <a:lnTo>
                    <a:pt x="3810" y="78612"/>
                  </a:lnTo>
                  <a:close/>
                </a:path>
                <a:path w="153669" h="91439">
                  <a:moveTo>
                    <a:pt x="3810" y="74802"/>
                  </a:moveTo>
                  <a:lnTo>
                    <a:pt x="0" y="74802"/>
                  </a:lnTo>
                  <a:lnTo>
                    <a:pt x="0" y="77470"/>
                  </a:lnTo>
                  <a:lnTo>
                    <a:pt x="3810" y="77470"/>
                  </a:lnTo>
                  <a:lnTo>
                    <a:pt x="3810" y="74802"/>
                  </a:lnTo>
                  <a:close/>
                </a:path>
                <a:path w="153669" h="91439">
                  <a:moveTo>
                    <a:pt x="3810" y="72262"/>
                  </a:moveTo>
                  <a:lnTo>
                    <a:pt x="0" y="72262"/>
                  </a:lnTo>
                  <a:lnTo>
                    <a:pt x="0" y="73660"/>
                  </a:lnTo>
                  <a:lnTo>
                    <a:pt x="3810" y="73660"/>
                  </a:lnTo>
                  <a:lnTo>
                    <a:pt x="3810" y="72262"/>
                  </a:lnTo>
                  <a:close/>
                </a:path>
                <a:path w="153669" h="91439">
                  <a:moveTo>
                    <a:pt x="3810" y="68452"/>
                  </a:moveTo>
                  <a:lnTo>
                    <a:pt x="0" y="68452"/>
                  </a:lnTo>
                  <a:lnTo>
                    <a:pt x="0" y="71120"/>
                  </a:lnTo>
                  <a:lnTo>
                    <a:pt x="3810" y="71120"/>
                  </a:lnTo>
                  <a:lnTo>
                    <a:pt x="3810" y="68452"/>
                  </a:lnTo>
                  <a:close/>
                </a:path>
                <a:path w="153669" h="91439">
                  <a:moveTo>
                    <a:pt x="3810" y="65912"/>
                  </a:moveTo>
                  <a:lnTo>
                    <a:pt x="0" y="65912"/>
                  </a:lnTo>
                  <a:lnTo>
                    <a:pt x="0" y="67310"/>
                  </a:lnTo>
                  <a:lnTo>
                    <a:pt x="3810" y="67310"/>
                  </a:lnTo>
                  <a:lnTo>
                    <a:pt x="3810" y="65912"/>
                  </a:lnTo>
                  <a:close/>
                </a:path>
                <a:path w="153669" h="91439">
                  <a:moveTo>
                    <a:pt x="3810" y="62102"/>
                  </a:moveTo>
                  <a:lnTo>
                    <a:pt x="0" y="62102"/>
                  </a:lnTo>
                  <a:lnTo>
                    <a:pt x="0" y="64770"/>
                  </a:lnTo>
                  <a:lnTo>
                    <a:pt x="3810" y="64770"/>
                  </a:lnTo>
                  <a:lnTo>
                    <a:pt x="3810" y="62102"/>
                  </a:lnTo>
                  <a:close/>
                </a:path>
                <a:path w="153669" h="91439">
                  <a:moveTo>
                    <a:pt x="3810" y="59562"/>
                  </a:moveTo>
                  <a:lnTo>
                    <a:pt x="0" y="59562"/>
                  </a:lnTo>
                  <a:lnTo>
                    <a:pt x="0" y="60960"/>
                  </a:lnTo>
                  <a:lnTo>
                    <a:pt x="3810" y="60960"/>
                  </a:lnTo>
                  <a:lnTo>
                    <a:pt x="3810" y="59562"/>
                  </a:lnTo>
                  <a:close/>
                </a:path>
                <a:path w="153669" h="91439">
                  <a:moveTo>
                    <a:pt x="3810" y="55752"/>
                  </a:moveTo>
                  <a:lnTo>
                    <a:pt x="0" y="55752"/>
                  </a:lnTo>
                  <a:lnTo>
                    <a:pt x="0" y="58420"/>
                  </a:lnTo>
                  <a:lnTo>
                    <a:pt x="3810" y="58420"/>
                  </a:lnTo>
                  <a:lnTo>
                    <a:pt x="3810" y="55752"/>
                  </a:lnTo>
                  <a:close/>
                </a:path>
                <a:path w="153669" h="91439">
                  <a:moveTo>
                    <a:pt x="3810" y="53212"/>
                  </a:moveTo>
                  <a:lnTo>
                    <a:pt x="0" y="53212"/>
                  </a:lnTo>
                  <a:lnTo>
                    <a:pt x="0" y="54610"/>
                  </a:lnTo>
                  <a:lnTo>
                    <a:pt x="3810" y="54610"/>
                  </a:lnTo>
                  <a:lnTo>
                    <a:pt x="3810" y="53212"/>
                  </a:lnTo>
                  <a:close/>
                </a:path>
                <a:path w="153669" h="91439">
                  <a:moveTo>
                    <a:pt x="3810" y="49402"/>
                  </a:moveTo>
                  <a:lnTo>
                    <a:pt x="0" y="49402"/>
                  </a:lnTo>
                  <a:lnTo>
                    <a:pt x="0" y="52070"/>
                  </a:lnTo>
                  <a:lnTo>
                    <a:pt x="3810" y="52070"/>
                  </a:lnTo>
                  <a:lnTo>
                    <a:pt x="3810" y="49402"/>
                  </a:lnTo>
                  <a:close/>
                </a:path>
                <a:path w="153669" h="91439">
                  <a:moveTo>
                    <a:pt x="3810" y="46862"/>
                  </a:moveTo>
                  <a:lnTo>
                    <a:pt x="0" y="46862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6862"/>
                  </a:lnTo>
                  <a:close/>
                </a:path>
                <a:path w="153669" h="91439">
                  <a:moveTo>
                    <a:pt x="3810" y="43052"/>
                  </a:moveTo>
                  <a:lnTo>
                    <a:pt x="0" y="43052"/>
                  </a:lnTo>
                  <a:lnTo>
                    <a:pt x="0" y="45720"/>
                  </a:lnTo>
                  <a:lnTo>
                    <a:pt x="3810" y="45720"/>
                  </a:lnTo>
                  <a:lnTo>
                    <a:pt x="3810" y="43052"/>
                  </a:lnTo>
                  <a:close/>
                </a:path>
                <a:path w="153669" h="91439">
                  <a:moveTo>
                    <a:pt x="3810" y="40512"/>
                  </a:moveTo>
                  <a:lnTo>
                    <a:pt x="0" y="40512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40512"/>
                  </a:lnTo>
                  <a:close/>
                </a:path>
                <a:path w="153669" h="91439">
                  <a:moveTo>
                    <a:pt x="3810" y="36702"/>
                  </a:moveTo>
                  <a:lnTo>
                    <a:pt x="0" y="36702"/>
                  </a:lnTo>
                  <a:lnTo>
                    <a:pt x="0" y="39370"/>
                  </a:lnTo>
                  <a:lnTo>
                    <a:pt x="3810" y="39370"/>
                  </a:lnTo>
                  <a:lnTo>
                    <a:pt x="3810" y="36702"/>
                  </a:lnTo>
                  <a:close/>
                </a:path>
                <a:path w="153669" h="91439">
                  <a:moveTo>
                    <a:pt x="3810" y="34162"/>
                  </a:moveTo>
                  <a:lnTo>
                    <a:pt x="0" y="34162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34162"/>
                  </a:lnTo>
                  <a:close/>
                </a:path>
                <a:path w="153669" h="91439">
                  <a:moveTo>
                    <a:pt x="3810" y="30352"/>
                  </a:moveTo>
                  <a:lnTo>
                    <a:pt x="0" y="30352"/>
                  </a:lnTo>
                  <a:lnTo>
                    <a:pt x="0" y="33020"/>
                  </a:lnTo>
                  <a:lnTo>
                    <a:pt x="3810" y="33020"/>
                  </a:lnTo>
                  <a:lnTo>
                    <a:pt x="3810" y="30352"/>
                  </a:lnTo>
                  <a:close/>
                </a:path>
                <a:path w="153669" h="91439">
                  <a:moveTo>
                    <a:pt x="3810" y="27812"/>
                  </a:moveTo>
                  <a:lnTo>
                    <a:pt x="0" y="27812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7812"/>
                  </a:lnTo>
                  <a:close/>
                </a:path>
                <a:path w="153669" h="91439">
                  <a:moveTo>
                    <a:pt x="3810" y="24002"/>
                  </a:moveTo>
                  <a:lnTo>
                    <a:pt x="0" y="24002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4002"/>
                  </a:lnTo>
                  <a:close/>
                </a:path>
                <a:path w="153669" h="91439">
                  <a:moveTo>
                    <a:pt x="3810" y="21462"/>
                  </a:moveTo>
                  <a:lnTo>
                    <a:pt x="0" y="2146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21462"/>
                  </a:lnTo>
                  <a:close/>
                </a:path>
                <a:path w="153669" h="91439">
                  <a:moveTo>
                    <a:pt x="3810" y="17652"/>
                  </a:moveTo>
                  <a:lnTo>
                    <a:pt x="0" y="1765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652"/>
                  </a:lnTo>
                  <a:close/>
                </a:path>
                <a:path w="153669" h="91439">
                  <a:moveTo>
                    <a:pt x="3810" y="15112"/>
                  </a:moveTo>
                  <a:lnTo>
                    <a:pt x="0" y="1511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5112"/>
                  </a:lnTo>
                  <a:close/>
                </a:path>
                <a:path w="153669" h="91439">
                  <a:moveTo>
                    <a:pt x="3810" y="11302"/>
                  </a:moveTo>
                  <a:lnTo>
                    <a:pt x="0" y="1130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302"/>
                  </a:lnTo>
                  <a:close/>
                </a:path>
                <a:path w="153669" h="91439">
                  <a:moveTo>
                    <a:pt x="3810" y="8762"/>
                  </a:moveTo>
                  <a:lnTo>
                    <a:pt x="0" y="876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8762"/>
                  </a:lnTo>
                  <a:close/>
                </a:path>
                <a:path w="153669" h="91439">
                  <a:moveTo>
                    <a:pt x="3810" y="4952"/>
                  </a:moveTo>
                  <a:lnTo>
                    <a:pt x="0" y="495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4952"/>
                  </a:lnTo>
                  <a:close/>
                </a:path>
                <a:path w="153669" h="91439">
                  <a:moveTo>
                    <a:pt x="3810" y="2412"/>
                  </a:moveTo>
                  <a:lnTo>
                    <a:pt x="0" y="241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2412"/>
                  </a:lnTo>
                  <a:close/>
                </a:path>
                <a:path w="153669" h="91439">
                  <a:moveTo>
                    <a:pt x="2540" y="1270"/>
                  </a:moveTo>
                  <a:lnTo>
                    <a:pt x="1269" y="1270"/>
                  </a:lnTo>
                  <a:lnTo>
                    <a:pt x="1269" y="2412"/>
                  </a:lnTo>
                  <a:lnTo>
                    <a:pt x="2540" y="2412"/>
                  </a:lnTo>
                  <a:lnTo>
                    <a:pt x="2540" y="1270"/>
                  </a:lnTo>
                  <a:close/>
                </a:path>
                <a:path w="153669" h="91439">
                  <a:moveTo>
                    <a:pt x="1269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D6CA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8" name="object 1808"/>
            <p:cNvSpPr/>
            <p:nvPr/>
          </p:nvSpPr>
          <p:spPr>
            <a:xfrm>
              <a:off x="2994660" y="2587116"/>
              <a:ext cx="143510" cy="85090"/>
            </a:xfrm>
            <a:custGeom>
              <a:avLst/>
              <a:gdLst/>
              <a:ahLst/>
              <a:cxnLst/>
              <a:rect l="l" t="t" r="r" b="b"/>
              <a:pathLst>
                <a:path w="143510" h="85089">
                  <a:moveTo>
                    <a:pt x="143510" y="83820"/>
                  </a:moveTo>
                  <a:lnTo>
                    <a:pt x="142239" y="83820"/>
                  </a:lnTo>
                  <a:lnTo>
                    <a:pt x="142239" y="84962"/>
                  </a:lnTo>
                  <a:lnTo>
                    <a:pt x="143510" y="84962"/>
                  </a:lnTo>
                  <a:lnTo>
                    <a:pt x="143510" y="83820"/>
                  </a:lnTo>
                  <a:close/>
                </a:path>
                <a:path w="143510" h="85089">
                  <a:moveTo>
                    <a:pt x="142239" y="82550"/>
                  </a:moveTo>
                  <a:lnTo>
                    <a:pt x="0" y="82550"/>
                  </a:lnTo>
                  <a:lnTo>
                    <a:pt x="0" y="83820"/>
                  </a:lnTo>
                  <a:lnTo>
                    <a:pt x="142239" y="83820"/>
                  </a:lnTo>
                  <a:lnTo>
                    <a:pt x="142239" y="82550"/>
                  </a:lnTo>
                  <a:close/>
                </a:path>
                <a:path w="143510" h="85089">
                  <a:moveTo>
                    <a:pt x="139699" y="81279"/>
                  </a:moveTo>
                  <a:lnTo>
                    <a:pt x="137159" y="81279"/>
                  </a:lnTo>
                  <a:lnTo>
                    <a:pt x="137159" y="82550"/>
                  </a:lnTo>
                  <a:lnTo>
                    <a:pt x="139699" y="82550"/>
                  </a:lnTo>
                  <a:lnTo>
                    <a:pt x="139699" y="81279"/>
                  </a:lnTo>
                  <a:close/>
                </a:path>
                <a:path w="143510" h="85089">
                  <a:moveTo>
                    <a:pt x="3809" y="78612"/>
                  </a:moveTo>
                  <a:lnTo>
                    <a:pt x="0" y="78612"/>
                  </a:lnTo>
                  <a:lnTo>
                    <a:pt x="0" y="81279"/>
                  </a:lnTo>
                  <a:lnTo>
                    <a:pt x="3809" y="81279"/>
                  </a:lnTo>
                  <a:lnTo>
                    <a:pt x="3809" y="78612"/>
                  </a:lnTo>
                  <a:close/>
                </a:path>
                <a:path w="143510" h="85089">
                  <a:moveTo>
                    <a:pt x="3809" y="76200"/>
                  </a:moveTo>
                  <a:lnTo>
                    <a:pt x="0" y="76200"/>
                  </a:lnTo>
                  <a:lnTo>
                    <a:pt x="0" y="77470"/>
                  </a:lnTo>
                  <a:lnTo>
                    <a:pt x="3809" y="77470"/>
                  </a:lnTo>
                  <a:lnTo>
                    <a:pt x="3809" y="76200"/>
                  </a:lnTo>
                  <a:close/>
                </a:path>
                <a:path w="143510" h="85089">
                  <a:moveTo>
                    <a:pt x="3809" y="72262"/>
                  </a:moveTo>
                  <a:lnTo>
                    <a:pt x="0" y="72262"/>
                  </a:lnTo>
                  <a:lnTo>
                    <a:pt x="0" y="74929"/>
                  </a:lnTo>
                  <a:lnTo>
                    <a:pt x="3809" y="74929"/>
                  </a:lnTo>
                  <a:lnTo>
                    <a:pt x="3809" y="72262"/>
                  </a:lnTo>
                  <a:close/>
                </a:path>
                <a:path w="143510" h="85089">
                  <a:moveTo>
                    <a:pt x="3809" y="69850"/>
                  </a:moveTo>
                  <a:lnTo>
                    <a:pt x="0" y="69850"/>
                  </a:lnTo>
                  <a:lnTo>
                    <a:pt x="0" y="71120"/>
                  </a:lnTo>
                  <a:lnTo>
                    <a:pt x="3809" y="71120"/>
                  </a:lnTo>
                  <a:lnTo>
                    <a:pt x="3809" y="69850"/>
                  </a:lnTo>
                  <a:close/>
                </a:path>
                <a:path w="143510" h="85089">
                  <a:moveTo>
                    <a:pt x="3809" y="65912"/>
                  </a:moveTo>
                  <a:lnTo>
                    <a:pt x="0" y="65912"/>
                  </a:lnTo>
                  <a:lnTo>
                    <a:pt x="0" y="68579"/>
                  </a:lnTo>
                  <a:lnTo>
                    <a:pt x="3809" y="68579"/>
                  </a:lnTo>
                  <a:lnTo>
                    <a:pt x="3809" y="65912"/>
                  </a:lnTo>
                  <a:close/>
                </a:path>
                <a:path w="143510" h="85089">
                  <a:moveTo>
                    <a:pt x="3809" y="63500"/>
                  </a:moveTo>
                  <a:lnTo>
                    <a:pt x="0" y="63500"/>
                  </a:lnTo>
                  <a:lnTo>
                    <a:pt x="0" y="64770"/>
                  </a:lnTo>
                  <a:lnTo>
                    <a:pt x="3809" y="64770"/>
                  </a:lnTo>
                  <a:lnTo>
                    <a:pt x="3809" y="63500"/>
                  </a:lnTo>
                  <a:close/>
                </a:path>
                <a:path w="143510" h="85089">
                  <a:moveTo>
                    <a:pt x="3809" y="59562"/>
                  </a:moveTo>
                  <a:lnTo>
                    <a:pt x="0" y="59562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9562"/>
                  </a:lnTo>
                  <a:close/>
                </a:path>
                <a:path w="143510" h="85089">
                  <a:moveTo>
                    <a:pt x="3809" y="57150"/>
                  </a:moveTo>
                  <a:lnTo>
                    <a:pt x="0" y="57150"/>
                  </a:lnTo>
                  <a:lnTo>
                    <a:pt x="0" y="58420"/>
                  </a:lnTo>
                  <a:lnTo>
                    <a:pt x="3809" y="58420"/>
                  </a:lnTo>
                  <a:lnTo>
                    <a:pt x="3809" y="57150"/>
                  </a:lnTo>
                  <a:close/>
                </a:path>
                <a:path w="143510" h="85089">
                  <a:moveTo>
                    <a:pt x="3809" y="53212"/>
                  </a:moveTo>
                  <a:lnTo>
                    <a:pt x="0" y="53212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53212"/>
                  </a:lnTo>
                  <a:close/>
                </a:path>
                <a:path w="143510" h="85089">
                  <a:moveTo>
                    <a:pt x="3809" y="50800"/>
                  </a:moveTo>
                  <a:lnTo>
                    <a:pt x="0" y="50800"/>
                  </a:lnTo>
                  <a:lnTo>
                    <a:pt x="0" y="52070"/>
                  </a:lnTo>
                  <a:lnTo>
                    <a:pt x="3809" y="52070"/>
                  </a:lnTo>
                  <a:lnTo>
                    <a:pt x="3809" y="50800"/>
                  </a:lnTo>
                  <a:close/>
                </a:path>
                <a:path w="143510" h="85089">
                  <a:moveTo>
                    <a:pt x="3809" y="46862"/>
                  </a:moveTo>
                  <a:lnTo>
                    <a:pt x="0" y="46862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6862"/>
                  </a:lnTo>
                  <a:close/>
                </a:path>
                <a:path w="143510" h="85089">
                  <a:moveTo>
                    <a:pt x="3809" y="44450"/>
                  </a:moveTo>
                  <a:lnTo>
                    <a:pt x="0" y="44450"/>
                  </a:lnTo>
                  <a:lnTo>
                    <a:pt x="0" y="45720"/>
                  </a:lnTo>
                  <a:lnTo>
                    <a:pt x="3809" y="45720"/>
                  </a:lnTo>
                  <a:lnTo>
                    <a:pt x="3809" y="44450"/>
                  </a:lnTo>
                  <a:close/>
                </a:path>
                <a:path w="143510" h="85089">
                  <a:moveTo>
                    <a:pt x="3809" y="40512"/>
                  </a:moveTo>
                  <a:lnTo>
                    <a:pt x="0" y="40512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40512"/>
                  </a:lnTo>
                  <a:close/>
                </a:path>
                <a:path w="143510" h="85089">
                  <a:moveTo>
                    <a:pt x="3809" y="38100"/>
                  </a:moveTo>
                  <a:lnTo>
                    <a:pt x="0" y="38100"/>
                  </a:lnTo>
                  <a:lnTo>
                    <a:pt x="0" y="39370"/>
                  </a:lnTo>
                  <a:lnTo>
                    <a:pt x="3809" y="39370"/>
                  </a:lnTo>
                  <a:lnTo>
                    <a:pt x="3809" y="38100"/>
                  </a:lnTo>
                  <a:close/>
                </a:path>
                <a:path w="143510" h="85089">
                  <a:moveTo>
                    <a:pt x="3809" y="34162"/>
                  </a:moveTo>
                  <a:lnTo>
                    <a:pt x="0" y="34162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4162"/>
                  </a:lnTo>
                  <a:close/>
                </a:path>
                <a:path w="143510" h="85089">
                  <a:moveTo>
                    <a:pt x="3809" y="31750"/>
                  </a:moveTo>
                  <a:lnTo>
                    <a:pt x="0" y="31750"/>
                  </a:lnTo>
                  <a:lnTo>
                    <a:pt x="0" y="33020"/>
                  </a:lnTo>
                  <a:lnTo>
                    <a:pt x="3809" y="33020"/>
                  </a:lnTo>
                  <a:lnTo>
                    <a:pt x="3809" y="31750"/>
                  </a:lnTo>
                  <a:close/>
                </a:path>
                <a:path w="143510" h="85089">
                  <a:moveTo>
                    <a:pt x="3809" y="27812"/>
                  </a:moveTo>
                  <a:lnTo>
                    <a:pt x="0" y="27812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27812"/>
                  </a:lnTo>
                  <a:close/>
                </a:path>
                <a:path w="143510" h="85089">
                  <a:moveTo>
                    <a:pt x="3809" y="25400"/>
                  </a:moveTo>
                  <a:lnTo>
                    <a:pt x="0" y="25400"/>
                  </a:lnTo>
                  <a:lnTo>
                    <a:pt x="0" y="26670"/>
                  </a:lnTo>
                  <a:lnTo>
                    <a:pt x="3809" y="26670"/>
                  </a:lnTo>
                  <a:lnTo>
                    <a:pt x="3809" y="25400"/>
                  </a:lnTo>
                  <a:close/>
                </a:path>
                <a:path w="143510" h="85089">
                  <a:moveTo>
                    <a:pt x="3809" y="21462"/>
                  </a:moveTo>
                  <a:lnTo>
                    <a:pt x="0" y="21462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21462"/>
                  </a:lnTo>
                  <a:close/>
                </a:path>
                <a:path w="143510" h="85089">
                  <a:moveTo>
                    <a:pt x="3809" y="19050"/>
                  </a:moveTo>
                  <a:lnTo>
                    <a:pt x="0" y="19050"/>
                  </a:lnTo>
                  <a:lnTo>
                    <a:pt x="0" y="20320"/>
                  </a:lnTo>
                  <a:lnTo>
                    <a:pt x="3809" y="20320"/>
                  </a:lnTo>
                  <a:lnTo>
                    <a:pt x="3809" y="19050"/>
                  </a:lnTo>
                  <a:close/>
                </a:path>
                <a:path w="143510" h="85089">
                  <a:moveTo>
                    <a:pt x="3809" y="15112"/>
                  </a:moveTo>
                  <a:lnTo>
                    <a:pt x="0" y="15112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5112"/>
                  </a:lnTo>
                  <a:close/>
                </a:path>
                <a:path w="143510" h="85089">
                  <a:moveTo>
                    <a:pt x="3809" y="12700"/>
                  </a:moveTo>
                  <a:lnTo>
                    <a:pt x="0" y="12700"/>
                  </a:lnTo>
                  <a:lnTo>
                    <a:pt x="0" y="13970"/>
                  </a:lnTo>
                  <a:lnTo>
                    <a:pt x="3809" y="13970"/>
                  </a:lnTo>
                  <a:lnTo>
                    <a:pt x="3809" y="12700"/>
                  </a:lnTo>
                  <a:close/>
                </a:path>
                <a:path w="143510" h="85089">
                  <a:moveTo>
                    <a:pt x="3809" y="8762"/>
                  </a:moveTo>
                  <a:lnTo>
                    <a:pt x="0" y="8762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8762"/>
                  </a:lnTo>
                  <a:close/>
                </a:path>
                <a:path w="143510" h="85089">
                  <a:moveTo>
                    <a:pt x="3809" y="6350"/>
                  </a:moveTo>
                  <a:lnTo>
                    <a:pt x="0" y="6350"/>
                  </a:lnTo>
                  <a:lnTo>
                    <a:pt x="0" y="7620"/>
                  </a:lnTo>
                  <a:lnTo>
                    <a:pt x="3809" y="7620"/>
                  </a:lnTo>
                  <a:lnTo>
                    <a:pt x="3809" y="6350"/>
                  </a:lnTo>
                  <a:close/>
                </a:path>
                <a:path w="143510" h="85089">
                  <a:moveTo>
                    <a:pt x="3809" y="1270"/>
                  </a:moveTo>
                  <a:lnTo>
                    <a:pt x="1269" y="1270"/>
                  </a:lnTo>
                  <a:lnTo>
                    <a:pt x="1269" y="2412"/>
                  </a:lnTo>
                  <a:lnTo>
                    <a:pt x="0" y="2412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1270"/>
                  </a:lnTo>
                  <a:close/>
                </a:path>
                <a:path w="143510" h="85089">
                  <a:moveTo>
                    <a:pt x="1269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D5C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9" name="object 1809"/>
            <p:cNvSpPr/>
            <p:nvPr/>
          </p:nvSpPr>
          <p:spPr>
            <a:xfrm>
              <a:off x="2998469" y="2589529"/>
              <a:ext cx="133350" cy="78740"/>
            </a:xfrm>
            <a:custGeom>
              <a:avLst/>
              <a:gdLst/>
              <a:ahLst/>
              <a:cxnLst/>
              <a:rect l="l" t="t" r="r" b="b"/>
              <a:pathLst>
                <a:path w="133350" h="78739">
                  <a:moveTo>
                    <a:pt x="132080" y="76200"/>
                  </a:moveTo>
                  <a:lnTo>
                    <a:pt x="0" y="76200"/>
                  </a:lnTo>
                  <a:lnTo>
                    <a:pt x="0" y="78739"/>
                  </a:lnTo>
                  <a:lnTo>
                    <a:pt x="133350" y="78739"/>
                  </a:lnTo>
                  <a:lnTo>
                    <a:pt x="133350" y="77469"/>
                  </a:lnTo>
                  <a:lnTo>
                    <a:pt x="132080" y="77469"/>
                  </a:lnTo>
                  <a:lnTo>
                    <a:pt x="132080" y="76200"/>
                  </a:lnTo>
                  <a:close/>
                </a:path>
                <a:path w="133350" h="78739">
                  <a:moveTo>
                    <a:pt x="129539" y="74929"/>
                  </a:moveTo>
                  <a:lnTo>
                    <a:pt x="127000" y="74929"/>
                  </a:lnTo>
                  <a:lnTo>
                    <a:pt x="127000" y="76200"/>
                  </a:lnTo>
                  <a:lnTo>
                    <a:pt x="129539" y="76200"/>
                  </a:lnTo>
                  <a:lnTo>
                    <a:pt x="129539" y="74929"/>
                  </a:lnTo>
                  <a:close/>
                </a:path>
                <a:path w="133350" h="78739">
                  <a:moveTo>
                    <a:pt x="3810" y="73660"/>
                  </a:moveTo>
                  <a:lnTo>
                    <a:pt x="0" y="73660"/>
                  </a:lnTo>
                  <a:lnTo>
                    <a:pt x="0" y="74929"/>
                  </a:lnTo>
                  <a:lnTo>
                    <a:pt x="3810" y="74929"/>
                  </a:lnTo>
                  <a:lnTo>
                    <a:pt x="3810" y="73660"/>
                  </a:lnTo>
                  <a:close/>
                </a:path>
                <a:path w="133350" h="78739">
                  <a:moveTo>
                    <a:pt x="3810" y="69850"/>
                  </a:moveTo>
                  <a:lnTo>
                    <a:pt x="0" y="69850"/>
                  </a:lnTo>
                  <a:lnTo>
                    <a:pt x="0" y="72389"/>
                  </a:lnTo>
                  <a:lnTo>
                    <a:pt x="3810" y="72389"/>
                  </a:lnTo>
                  <a:lnTo>
                    <a:pt x="3810" y="69850"/>
                  </a:lnTo>
                  <a:close/>
                </a:path>
                <a:path w="133350" h="78739">
                  <a:moveTo>
                    <a:pt x="3810" y="67310"/>
                  </a:moveTo>
                  <a:lnTo>
                    <a:pt x="0" y="67310"/>
                  </a:lnTo>
                  <a:lnTo>
                    <a:pt x="0" y="68579"/>
                  </a:lnTo>
                  <a:lnTo>
                    <a:pt x="3810" y="68579"/>
                  </a:lnTo>
                  <a:lnTo>
                    <a:pt x="3810" y="67310"/>
                  </a:lnTo>
                  <a:close/>
                </a:path>
                <a:path w="133350" h="78739">
                  <a:moveTo>
                    <a:pt x="3810" y="63500"/>
                  </a:moveTo>
                  <a:lnTo>
                    <a:pt x="0" y="63500"/>
                  </a:lnTo>
                  <a:lnTo>
                    <a:pt x="0" y="66039"/>
                  </a:lnTo>
                  <a:lnTo>
                    <a:pt x="3810" y="66039"/>
                  </a:lnTo>
                  <a:lnTo>
                    <a:pt x="3810" y="63500"/>
                  </a:lnTo>
                  <a:close/>
                </a:path>
                <a:path w="133350" h="78739">
                  <a:moveTo>
                    <a:pt x="3810" y="60960"/>
                  </a:moveTo>
                  <a:lnTo>
                    <a:pt x="0" y="60960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60960"/>
                  </a:lnTo>
                  <a:close/>
                </a:path>
                <a:path w="133350" h="78739">
                  <a:moveTo>
                    <a:pt x="3810" y="57150"/>
                  </a:moveTo>
                  <a:lnTo>
                    <a:pt x="0" y="57150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7150"/>
                  </a:lnTo>
                  <a:close/>
                </a:path>
                <a:path w="133350" h="78739">
                  <a:moveTo>
                    <a:pt x="3810" y="54610"/>
                  </a:moveTo>
                  <a:lnTo>
                    <a:pt x="0" y="54610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54610"/>
                  </a:lnTo>
                  <a:close/>
                </a:path>
                <a:path w="133350" h="78739">
                  <a:moveTo>
                    <a:pt x="3810" y="50800"/>
                  </a:moveTo>
                  <a:lnTo>
                    <a:pt x="0" y="50800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50800"/>
                  </a:lnTo>
                  <a:close/>
                </a:path>
                <a:path w="133350" h="78739">
                  <a:moveTo>
                    <a:pt x="3810" y="48260"/>
                  </a:moveTo>
                  <a:lnTo>
                    <a:pt x="0" y="48260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8260"/>
                  </a:lnTo>
                  <a:close/>
                </a:path>
                <a:path w="133350" h="78739">
                  <a:moveTo>
                    <a:pt x="3810" y="44450"/>
                  </a:moveTo>
                  <a:lnTo>
                    <a:pt x="0" y="44450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4450"/>
                  </a:lnTo>
                  <a:close/>
                </a:path>
                <a:path w="133350" h="78739">
                  <a:moveTo>
                    <a:pt x="3810" y="41910"/>
                  </a:moveTo>
                  <a:lnTo>
                    <a:pt x="0" y="41910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41910"/>
                  </a:lnTo>
                  <a:close/>
                </a:path>
                <a:path w="133350" h="78739">
                  <a:moveTo>
                    <a:pt x="3810" y="38100"/>
                  </a:moveTo>
                  <a:lnTo>
                    <a:pt x="0" y="38100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8100"/>
                  </a:lnTo>
                  <a:close/>
                </a:path>
                <a:path w="133350" h="78739">
                  <a:moveTo>
                    <a:pt x="3810" y="35560"/>
                  </a:moveTo>
                  <a:lnTo>
                    <a:pt x="0" y="3556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35560"/>
                  </a:lnTo>
                  <a:close/>
                </a:path>
                <a:path w="133350" h="78739">
                  <a:moveTo>
                    <a:pt x="3810" y="31750"/>
                  </a:moveTo>
                  <a:lnTo>
                    <a:pt x="0" y="31750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31750"/>
                  </a:lnTo>
                  <a:close/>
                </a:path>
                <a:path w="133350" h="78739">
                  <a:moveTo>
                    <a:pt x="3810" y="29210"/>
                  </a:moveTo>
                  <a:lnTo>
                    <a:pt x="0" y="29210"/>
                  </a:lnTo>
                  <a:lnTo>
                    <a:pt x="0" y="30479"/>
                  </a:lnTo>
                  <a:lnTo>
                    <a:pt x="3810" y="30479"/>
                  </a:lnTo>
                  <a:lnTo>
                    <a:pt x="3810" y="29210"/>
                  </a:lnTo>
                  <a:close/>
                </a:path>
                <a:path w="133350" h="78739">
                  <a:moveTo>
                    <a:pt x="3810" y="25400"/>
                  </a:moveTo>
                  <a:lnTo>
                    <a:pt x="0" y="25400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5400"/>
                  </a:lnTo>
                  <a:close/>
                </a:path>
                <a:path w="133350" h="78739">
                  <a:moveTo>
                    <a:pt x="3810" y="22860"/>
                  </a:moveTo>
                  <a:lnTo>
                    <a:pt x="0" y="2286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22860"/>
                  </a:lnTo>
                  <a:close/>
                </a:path>
                <a:path w="133350" h="78739">
                  <a:moveTo>
                    <a:pt x="3810" y="19050"/>
                  </a:moveTo>
                  <a:lnTo>
                    <a:pt x="0" y="1905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9050"/>
                  </a:lnTo>
                  <a:close/>
                </a:path>
                <a:path w="133350" h="78739">
                  <a:moveTo>
                    <a:pt x="3810" y="16510"/>
                  </a:moveTo>
                  <a:lnTo>
                    <a:pt x="0" y="1651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6510"/>
                  </a:lnTo>
                  <a:close/>
                </a:path>
                <a:path w="133350" h="78739">
                  <a:moveTo>
                    <a:pt x="3810" y="12700"/>
                  </a:moveTo>
                  <a:lnTo>
                    <a:pt x="0" y="1270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2700"/>
                  </a:lnTo>
                  <a:close/>
                </a:path>
                <a:path w="133350" h="78739">
                  <a:moveTo>
                    <a:pt x="3810" y="10160"/>
                  </a:moveTo>
                  <a:lnTo>
                    <a:pt x="0" y="1016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10160"/>
                  </a:lnTo>
                  <a:close/>
                </a:path>
                <a:path w="133350" h="78739">
                  <a:moveTo>
                    <a:pt x="3810" y="6350"/>
                  </a:moveTo>
                  <a:lnTo>
                    <a:pt x="0" y="635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50"/>
                  </a:lnTo>
                  <a:close/>
                </a:path>
                <a:path w="133350" h="78739">
                  <a:moveTo>
                    <a:pt x="3810" y="3810"/>
                  </a:moveTo>
                  <a:lnTo>
                    <a:pt x="0" y="381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3810"/>
                  </a:lnTo>
                  <a:close/>
                </a:path>
                <a:path w="133350" h="78739">
                  <a:moveTo>
                    <a:pt x="126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D4C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0" name="object 1810"/>
            <p:cNvSpPr/>
            <p:nvPr/>
          </p:nvSpPr>
          <p:spPr>
            <a:xfrm>
              <a:off x="3002280" y="2592197"/>
              <a:ext cx="123189" cy="72390"/>
            </a:xfrm>
            <a:custGeom>
              <a:avLst/>
              <a:gdLst/>
              <a:ahLst/>
              <a:cxnLst/>
              <a:rect l="l" t="t" r="r" b="b"/>
              <a:pathLst>
                <a:path w="123189" h="72389">
                  <a:moveTo>
                    <a:pt x="123189" y="70992"/>
                  </a:moveTo>
                  <a:lnTo>
                    <a:pt x="0" y="70992"/>
                  </a:lnTo>
                  <a:lnTo>
                    <a:pt x="0" y="72262"/>
                  </a:lnTo>
                  <a:lnTo>
                    <a:pt x="123189" y="72262"/>
                  </a:lnTo>
                  <a:lnTo>
                    <a:pt x="123189" y="70992"/>
                  </a:lnTo>
                  <a:close/>
                </a:path>
                <a:path w="123189" h="72389">
                  <a:moveTo>
                    <a:pt x="120650" y="69850"/>
                  </a:moveTo>
                  <a:lnTo>
                    <a:pt x="119380" y="69850"/>
                  </a:lnTo>
                  <a:lnTo>
                    <a:pt x="119380" y="70992"/>
                  </a:lnTo>
                  <a:lnTo>
                    <a:pt x="120650" y="70992"/>
                  </a:lnTo>
                  <a:lnTo>
                    <a:pt x="120650" y="69850"/>
                  </a:lnTo>
                  <a:close/>
                </a:path>
                <a:path w="123189" h="72389">
                  <a:moveTo>
                    <a:pt x="3809" y="67183"/>
                  </a:moveTo>
                  <a:lnTo>
                    <a:pt x="0" y="67183"/>
                  </a:lnTo>
                  <a:lnTo>
                    <a:pt x="0" y="69850"/>
                  </a:lnTo>
                  <a:lnTo>
                    <a:pt x="119380" y="69850"/>
                  </a:lnTo>
                  <a:lnTo>
                    <a:pt x="119380" y="68452"/>
                  </a:lnTo>
                  <a:lnTo>
                    <a:pt x="3809" y="68452"/>
                  </a:lnTo>
                  <a:lnTo>
                    <a:pt x="3809" y="67183"/>
                  </a:lnTo>
                  <a:close/>
                </a:path>
                <a:path w="123189" h="72389">
                  <a:moveTo>
                    <a:pt x="3809" y="64642"/>
                  </a:moveTo>
                  <a:lnTo>
                    <a:pt x="0" y="64642"/>
                  </a:lnTo>
                  <a:lnTo>
                    <a:pt x="0" y="65912"/>
                  </a:lnTo>
                  <a:lnTo>
                    <a:pt x="3809" y="65912"/>
                  </a:lnTo>
                  <a:lnTo>
                    <a:pt x="3809" y="64642"/>
                  </a:lnTo>
                  <a:close/>
                </a:path>
                <a:path w="123189" h="72389">
                  <a:moveTo>
                    <a:pt x="3809" y="60833"/>
                  </a:moveTo>
                  <a:lnTo>
                    <a:pt x="0" y="60833"/>
                  </a:lnTo>
                  <a:lnTo>
                    <a:pt x="0" y="63500"/>
                  </a:lnTo>
                  <a:lnTo>
                    <a:pt x="3809" y="63500"/>
                  </a:lnTo>
                  <a:lnTo>
                    <a:pt x="3809" y="60833"/>
                  </a:lnTo>
                  <a:close/>
                </a:path>
                <a:path w="123189" h="72389">
                  <a:moveTo>
                    <a:pt x="3809" y="58292"/>
                  </a:moveTo>
                  <a:lnTo>
                    <a:pt x="0" y="58292"/>
                  </a:lnTo>
                  <a:lnTo>
                    <a:pt x="0" y="59562"/>
                  </a:lnTo>
                  <a:lnTo>
                    <a:pt x="3809" y="59562"/>
                  </a:lnTo>
                  <a:lnTo>
                    <a:pt x="3809" y="58292"/>
                  </a:lnTo>
                  <a:close/>
                </a:path>
                <a:path w="123189" h="72389">
                  <a:moveTo>
                    <a:pt x="3809" y="54483"/>
                  </a:moveTo>
                  <a:lnTo>
                    <a:pt x="0" y="54483"/>
                  </a:lnTo>
                  <a:lnTo>
                    <a:pt x="0" y="57150"/>
                  </a:lnTo>
                  <a:lnTo>
                    <a:pt x="3809" y="57150"/>
                  </a:lnTo>
                  <a:lnTo>
                    <a:pt x="3809" y="54483"/>
                  </a:lnTo>
                  <a:close/>
                </a:path>
                <a:path w="123189" h="72389">
                  <a:moveTo>
                    <a:pt x="3809" y="51942"/>
                  </a:moveTo>
                  <a:lnTo>
                    <a:pt x="0" y="51942"/>
                  </a:lnTo>
                  <a:lnTo>
                    <a:pt x="0" y="53212"/>
                  </a:lnTo>
                  <a:lnTo>
                    <a:pt x="3809" y="53212"/>
                  </a:lnTo>
                  <a:lnTo>
                    <a:pt x="3809" y="51942"/>
                  </a:lnTo>
                  <a:close/>
                </a:path>
                <a:path w="123189" h="72389">
                  <a:moveTo>
                    <a:pt x="3809" y="48133"/>
                  </a:moveTo>
                  <a:lnTo>
                    <a:pt x="0" y="48133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48133"/>
                  </a:lnTo>
                  <a:close/>
                </a:path>
                <a:path w="123189" h="72389">
                  <a:moveTo>
                    <a:pt x="3809" y="45592"/>
                  </a:moveTo>
                  <a:lnTo>
                    <a:pt x="0" y="45592"/>
                  </a:lnTo>
                  <a:lnTo>
                    <a:pt x="0" y="46862"/>
                  </a:lnTo>
                  <a:lnTo>
                    <a:pt x="3809" y="46862"/>
                  </a:lnTo>
                  <a:lnTo>
                    <a:pt x="3809" y="45592"/>
                  </a:lnTo>
                  <a:close/>
                </a:path>
                <a:path w="123189" h="72389">
                  <a:moveTo>
                    <a:pt x="3809" y="41783"/>
                  </a:moveTo>
                  <a:lnTo>
                    <a:pt x="0" y="41783"/>
                  </a:lnTo>
                  <a:lnTo>
                    <a:pt x="0" y="44450"/>
                  </a:lnTo>
                  <a:lnTo>
                    <a:pt x="3809" y="44450"/>
                  </a:lnTo>
                  <a:lnTo>
                    <a:pt x="3809" y="41783"/>
                  </a:lnTo>
                  <a:close/>
                </a:path>
                <a:path w="123189" h="72389">
                  <a:moveTo>
                    <a:pt x="3809" y="39242"/>
                  </a:moveTo>
                  <a:lnTo>
                    <a:pt x="0" y="39242"/>
                  </a:lnTo>
                  <a:lnTo>
                    <a:pt x="0" y="40512"/>
                  </a:lnTo>
                  <a:lnTo>
                    <a:pt x="3809" y="40512"/>
                  </a:lnTo>
                  <a:lnTo>
                    <a:pt x="3809" y="39242"/>
                  </a:lnTo>
                  <a:close/>
                </a:path>
                <a:path w="123189" h="72389">
                  <a:moveTo>
                    <a:pt x="3809" y="35433"/>
                  </a:moveTo>
                  <a:lnTo>
                    <a:pt x="0" y="35433"/>
                  </a:lnTo>
                  <a:lnTo>
                    <a:pt x="0" y="38100"/>
                  </a:lnTo>
                  <a:lnTo>
                    <a:pt x="3809" y="38100"/>
                  </a:lnTo>
                  <a:lnTo>
                    <a:pt x="3809" y="35433"/>
                  </a:lnTo>
                  <a:close/>
                </a:path>
                <a:path w="123189" h="72389">
                  <a:moveTo>
                    <a:pt x="3809" y="32892"/>
                  </a:moveTo>
                  <a:lnTo>
                    <a:pt x="0" y="32892"/>
                  </a:lnTo>
                  <a:lnTo>
                    <a:pt x="0" y="34162"/>
                  </a:lnTo>
                  <a:lnTo>
                    <a:pt x="3809" y="34162"/>
                  </a:lnTo>
                  <a:lnTo>
                    <a:pt x="3809" y="32892"/>
                  </a:lnTo>
                  <a:close/>
                </a:path>
                <a:path w="123189" h="72389">
                  <a:moveTo>
                    <a:pt x="3809" y="29083"/>
                  </a:moveTo>
                  <a:lnTo>
                    <a:pt x="0" y="29083"/>
                  </a:lnTo>
                  <a:lnTo>
                    <a:pt x="0" y="31750"/>
                  </a:lnTo>
                  <a:lnTo>
                    <a:pt x="3809" y="31750"/>
                  </a:lnTo>
                  <a:lnTo>
                    <a:pt x="3809" y="29083"/>
                  </a:lnTo>
                  <a:close/>
                </a:path>
                <a:path w="123189" h="72389">
                  <a:moveTo>
                    <a:pt x="3809" y="26542"/>
                  </a:moveTo>
                  <a:lnTo>
                    <a:pt x="0" y="26542"/>
                  </a:lnTo>
                  <a:lnTo>
                    <a:pt x="0" y="27812"/>
                  </a:lnTo>
                  <a:lnTo>
                    <a:pt x="3809" y="27812"/>
                  </a:lnTo>
                  <a:lnTo>
                    <a:pt x="3809" y="26542"/>
                  </a:lnTo>
                  <a:close/>
                </a:path>
                <a:path w="123189" h="72389">
                  <a:moveTo>
                    <a:pt x="3809" y="22733"/>
                  </a:moveTo>
                  <a:lnTo>
                    <a:pt x="0" y="22733"/>
                  </a:lnTo>
                  <a:lnTo>
                    <a:pt x="0" y="25400"/>
                  </a:lnTo>
                  <a:lnTo>
                    <a:pt x="3809" y="25400"/>
                  </a:lnTo>
                  <a:lnTo>
                    <a:pt x="3809" y="22733"/>
                  </a:lnTo>
                  <a:close/>
                </a:path>
                <a:path w="123189" h="72389">
                  <a:moveTo>
                    <a:pt x="3809" y="20192"/>
                  </a:moveTo>
                  <a:lnTo>
                    <a:pt x="0" y="20192"/>
                  </a:lnTo>
                  <a:lnTo>
                    <a:pt x="0" y="21462"/>
                  </a:lnTo>
                  <a:lnTo>
                    <a:pt x="3809" y="21462"/>
                  </a:lnTo>
                  <a:lnTo>
                    <a:pt x="3809" y="20192"/>
                  </a:lnTo>
                  <a:close/>
                </a:path>
                <a:path w="123189" h="72389">
                  <a:moveTo>
                    <a:pt x="3809" y="16383"/>
                  </a:moveTo>
                  <a:lnTo>
                    <a:pt x="0" y="16383"/>
                  </a:lnTo>
                  <a:lnTo>
                    <a:pt x="0" y="19050"/>
                  </a:lnTo>
                  <a:lnTo>
                    <a:pt x="3809" y="19050"/>
                  </a:lnTo>
                  <a:lnTo>
                    <a:pt x="3809" y="16383"/>
                  </a:lnTo>
                  <a:close/>
                </a:path>
                <a:path w="123189" h="72389">
                  <a:moveTo>
                    <a:pt x="3809" y="13842"/>
                  </a:moveTo>
                  <a:lnTo>
                    <a:pt x="0" y="13842"/>
                  </a:lnTo>
                  <a:lnTo>
                    <a:pt x="0" y="15112"/>
                  </a:lnTo>
                  <a:lnTo>
                    <a:pt x="3809" y="15112"/>
                  </a:lnTo>
                  <a:lnTo>
                    <a:pt x="3809" y="13842"/>
                  </a:lnTo>
                  <a:close/>
                </a:path>
                <a:path w="123189" h="72389">
                  <a:moveTo>
                    <a:pt x="3809" y="10033"/>
                  </a:moveTo>
                  <a:lnTo>
                    <a:pt x="0" y="10033"/>
                  </a:lnTo>
                  <a:lnTo>
                    <a:pt x="0" y="12700"/>
                  </a:lnTo>
                  <a:lnTo>
                    <a:pt x="3809" y="12700"/>
                  </a:lnTo>
                  <a:lnTo>
                    <a:pt x="3809" y="10033"/>
                  </a:lnTo>
                  <a:close/>
                </a:path>
                <a:path w="123189" h="72389">
                  <a:moveTo>
                    <a:pt x="3809" y="7492"/>
                  </a:moveTo>
                  <a:lnTo>
                    <a:pt x="0" y="7492"/>
                  </a:lnTo>
                  <a:lnTo>
                    <a:pt x="0" y="8762"/>
                  </a:lnTo>
                  <a:lnTo>
                    <a:pt x="3809" y="8762"/>
                  </a:lnTo>
                  <a:lnTo>
                    <a:pt x="3809" y="7492"/>
                  </a:lnTo>
                  <a:close/>
                </a:path>
                <a:path w="123189" h="72389">
                  <a:moveTo>
                    <a:pt x="3809" y="3683"/>
                  </a:moveTo>
                  <a:lnTo>
                    <a:pt x="0" y="3683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3683"/>
                  </a:lnTo>
                  <a:close/>
                </a:path>
                <a:path w="123189" h="72389">
                  <a:moveTo>
                    <a:pt x="2540" y="0"/>
                  </a:moveTo>
                  <a:lnTo>
                    <a:pt x="0" y="0"/>
                  </a:lnTo>
                  <a:lnTo>
                    <a:pt x="0" y="2412"/>
                  </a:lnTo>
                  <a:lnTo>
                    <a:pt x="3809" y="2412"/>
                  </a:lnTo>
                  <a:lnTo>
                    <a:pt x="3809" y="1142"/>
                  </a:lnTo>
                  <a:lnTo>
                    <a:pt x="2540" y="1142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D3C6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1" name="object 1811"/>
            <p:cNvSpPr/>
            <p:nvPr/>
          </p:nvSpPr>
          <p:spPr>
            <a:xfrm>
              <a:off x="3006090" y="2593339"/>
              <a:ext cx="113030" cy="67310"/>
            </a:xfrm>
            <a:custGeom>
              <a:avLst/>
              <a:gdLst/>
              <a:ahLst/>
              <a:cxnLst/>
              <a:rect l="l" t="t" r="r" b="b"/>
              <a:pathLst>
                <a:path w="113030" h="67310">
                  <a:moveTo>
                    <a:pt x="125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257" y="1397"/>
                  </a:lnTo>
                  <a:lnTo>
                    <a:pt x="1257" y="0"/>
                  </a:lnTo>
                  <a:close/>
                </a:path>
                <a:path w="113030" h="67310">
                  <a:moveTo>
                    <a:pt x="3810" y="59690"/>
                  </a:moveTo>
                  <a:lnTo>
                    <a:pt x="0" y="59690"/>
                  </a:lnTo>
                  <a:lnTo>
                    <a:pt x="0" y="62357"/>
                  </a:lnTo>
                  <a:lnTo>
                    <a:pt x="3810" y="62357"/>
                  </a:lnTo>
                  <a:lnTo>
                    <a:pt x="3810" y="59690"/>
                  </a:lnTo>
                  <a:close/>
                </a:path>
                <a:path w="113030" h="67310">
                  <a:moveTo>
                    <a:pt x="3810" y="57150"/>
                  </a:moveTo>
                  <a:lnTo>
                    <a:pt x="0" y="57150"/>
                  </a:lnTo>
                  <a:lnTo>
                    <a:pt x="0" y="58547"/>
                  </a:lnTo>
                  <a:lnTo>
                    <a:pt x="3810" y="58547"/>
                  </a:lnTo>
                  <a:lnTo>
                    <a:pt x="3810" y="57150"/>
                  </a:lnTo>
                  <a:close/>
                </a:path>
                <a:path w="113030" h="67310">
                  <a:moveTo>
                    <a:pt x="3810" y="53340"/>
                  </a:moveTo>
                  <a:lnTo>
                    <a:pt x="0" y="53340"/>
                  </a:lnTo>
                  <a:lnTo>
                    <a:pt x="0" y="56007"/>
                  </a:lnTo>
                  <a:lnTo>
                    <a:pt x="3810" y="56007"/>
                  </a:lnTo>
                  <a:lnTo>
                    <a:pt x="3810" y="53340"/>
                  </a:lnTo>
                  <a:close/>
                </a:path>
                <a:path w="113030" h="67310">
                  <a:moveTo>
                    <a:pt x="3810" y="50800"/>
                  </a:moveTo>
                  <a:lnTo>
                    <a:pt x="0" y="50800"/>
                  </a:lnTo>
                  <a:lnTo>
                    <a:pt x="0" y="52197"/>
                  </a:lnTo>
                  <a:lnTo>
                    <a:pt x="3810" y="52197"/>
                  </a:lnTo>
                  <a:lnTo>
                    <a:pt x="3810" y="50800"/>
                  </a:lnTo>
                  <a:close/>
                </a:path>
                <a:path w="113030" h="67310">
                  <a:moveTo>
                    <a:pt x="3810" y="46990"/>
                  </a:moveTo>
                  <a:lnTo>
                    <a:pt x="0" y="46990"/>
                  </a:lnTo>
                  <a:lnTo>
                    <a:pt x="0" y="49657"/>
                  </a:lnTo>
                  <a:lnTo>
                    <a:pt x="3810" y="49657"/>
                  </a:lnTo>
                  <a:lnTo>
                    <a:pt x="3810" y="46990"/>
                  </a:lnTo>
                  <a:close/>
                </a:path>
                <a:path w="113030" h="67310">
                  <a:moveTo>
                    <a:pt x="3810" y="44450"/>
                  </a:moveTo>
                  <a:lnTo>
                    <a:pt x="0" y="44450"/>
                  </a:lnTo>
                  <a:lnTo>
                    <a:pt x="0" y="45847"/>
                  </a:lnTo>
                  <a:lnTo>
                    <a:pt x="3810" y="45847"/>
                  </a:lnTo>
                  <a:lnTo>
                    <a:pt x="3810" y="44450"/>
                  </a:lnTo>
                  <a:close/>
                </a:path>
                <a:path w="113030" h="67310">
                  <a:moveTo>
                    <a:pt x="3810" y="40640"/>
                  </a:moveTo>
                  <a:lnTo>
                    <a:pt x="0" y="40640"/>
                  </a:lnTo>
                  <a:lnTo>
                    <a:pt x="0" y="43307"/>
                  </a:lnTo>
                  <a:lnTo>
                    <a:pt x="3810" y="43307"/>
                  </a:lnTo>
                  <a:lnTo>
                    <a:pt x="3810" y="40640"/>
                  </a:lnTo>
                  <a:close/>
                </a:path>
                <a:path w="113030" h="67310">
                  <a:moveTo>
                    <a:pt x="3810" y="38100"/>
                  </a:moveTo>
                  <a:lnTo>
                    <a:pt x="0" y="38100"/>
                  </a:lnTo>
                  <a:lnTo>
                    <a:pt x="0" y="39497"/>
                  </a:lnTo>
                  <a:lnTo>
                    <a:pt x="3810" y="39497"/>
                  </a:lnTo>
                  <a:lnTo>
                    <a:pt x="3810" y="38100"/>
                  </a:lnTo>
                  <a:close/>
                </a:path>
                <a:path w="113030" h="67310">
                  <a:moveTo>
                    <a:pt x="3810" y="34290"/>
                  </a:moveTo>
                  <a:lnTo>
                    <a:pt x="0" y="34290"/>
                  </a:lnTo>
                  <a:lnTo>
                    <a:pt x="0" y="36957"/>
                  </a:lnTo>
                  <a:lnTo>
                    <a:pt x="3810" y="36957"/>
                  </a:lnTo>
                  <a:lnTo>
                    <a:pt x="3810" y="34290"/>
                  </a:lnTo>
                  <a:close/>
                </a:path>
                <a:path w="113030" h="67310">
                  <a:moveTo>
                    <a:pt x="3810" y="31750"/>
                  </a:moveTo>
                  <a:lnTo>
                    <a:pt x="0" y="31750"/>
                  </a:lnTo>
                  <a:lnTo>
                    <a:pt x="0" y="33147"/>
                  </a:lnTo>
                  <a:lnTo>
                    <a:pt x="3810" y="33147"/>
                  </a:lnTo>
                  <a:lnTo>
                    <a:pt x="3810" y="31750"/>
                  </a:lnTo>
                  <a:close/>
                </a:path>
                <a:path w="113030" h="67310">
                  <a:moveTo>
                    <a:pt x="3810" y="27940"/>
                  </a:moveTo>
                  <a:lnTo>
                    <a:pt x="0" y="27940"/>
                  </a:lnTo>
                  <a:lnTo>
                    <a:pt x="0" y="30607"/>
                  </a:lnTo>
                  <a:lnTo>
                    <a:pt x="3810" y="30607"/>
                  </a:lnTo>
                  <a:lnTo>
                    <a:pt x="3810" y="27940"/>
                  </a:lnTo>
                  <a:close/>
                </a:path>
                <a:path w="113030" h="67310">
                  <a:moveTo>
                    <a:pt x="3810" y="25400"/>
                  </a:moveTo>
                  <a:lnTo>
                    <a:pt x="0" y="25400"/>
                  </a:lnTo>
                  <a:lnTo>
                    <a:pt x="0" y="26797"/>
                  </a:lnTo>
                  <a:lnTo>
                    <a:pt x="3810" y="26797"/>
                  </a:lnTo>
                  <a:lnTo>
                    <a:pt x="3810" y="25400"/>
                  </a:lnTo>
                  <a:close/>
                </a:path>
                <a:path w="113030" h="67310">
                  <a:moveTo>
                    <a:pt x="3810" y="21590"/>
                  </a:moveTo>
                  <a:lnTo>
                    <a:pt x="0" y="21590"/>
                  </a:lnTo>
                  <a:lnTo>
                    <a:pt x="0" y="24257"/>
                  </a:lnTo>
                  <a:lnTo>
                    <a:pt x="3810" y="24257"/>
                  </a:lnTo>
                  <a:lnTo>
                    <a:pt x="3810" y="21590"/>
                  </a:lnTo>
                  <a:close/>
                </a:path>
                <a:path w="113030" h="67310">
                  <a:moveTo>
                    <a:pt x="3810" y="19050"/>
                  </a:moveTo>
                  <a:lnTo>
                    <a:pt x="0" y="19050"/>
                  </a:lnTo>
                  <a:lnTo>
                    <a:pt x="0" y="20447"/>
                  </a:lnTo>
                  <a:lnTo>
                    <a:pt x="3810" y="20447"/>
                  </a:lnTo>
                  <a:lnTo>
                    <a:pt x="3810" y="19050"/>
                  </a:lnTo>
                  <a:close/>
                </a:path>
                <a:path w="113030" h="67310">
                  <a:moveTo>
                    <a:pt x="3810" y="15240"/>
                  </a:moveTo>
                  <a:lnTo>
                    <a:pt x="0" y="15240"/>
                  </a:lnTo>
                  <a:lnTo>
                    <a:pt x="0" y="17907"/>
                  </a:lnTo>
                  <a:lnTo>
                    <a:pt x="3810" y="17907"/>
                  </a:lnTo>
                  <a:lnTo>
                    <a:pt x="3810" y="15240"/>
                  </a:lnTo>
                  <a:close/>
                </a:path>
                <a:path w="113030" h="67310">
                  <a:moveTo>
                    <a:pt x="3810" y="12700"/>
                  </a:moveTo>
                  <a:lnTo>
                    <a:pt x="0" y="12700"/>
                  </a:lnTo>
                  <a:lnTo>
                    <a:pt x="0" y="14097"/>
                  </a:lnTo>
                  <a:lnTo>
                    <a:pt x="3810" y="14097"/>
                  </a:lnTo>
                  <a:lnTo>
                    <a:pt x="3810" y="12700"/>
                  </a:lnTo>
                  <a:close/>
                </a:path>
                <a:path w="113030" h="67310">
                  <a:moveTo>
                    <a:pt x="3810" y="8890"/>
                  </a:moveTo>
                  <a:lnTo>
                    <a:pt x="0" y="8890"/>
                  </a:lnTo>
                  <a:lnTo>
                    <a:pt x="0" y="11557"/>
                  </a:lnTo>
                  <a:lnTo>
                    <a:pt x="3810" y="11557"/>
                  </a:lnTo>
                  <a:lnTo>
                    <a:pt x="3810" y="8890"/>
                  </a:lnTo>
                  <a:close/>
                </a:path>
                <a:path w="113030" h="67310">
                  <a:moveTo>
                    <a:pt x="3810" y="6350"/>
                  </a:moveTo>
                  <a:lnTo>
                    <a:pt x="0" y="6350"/>
                  </a:lnTo>
                  <a:lnTo>
                    <a:pt x="0" y="7747"/>
                  </a:lnTo>
                  <a:lnTo>
                    <a:pt x="3810" y="7747"/>
                  </a:lnTo>
                  <a:lnTo>
                    <a:pt x="3810" y="6350"/>
                  </a:lnTo>
                  <a:close/>
                </a:path>
                <a:path w="113030" h="67310">
                  <a:moveTo>
                    <a:pt x="3810" y="2540"/>
                  </a:moveTo>
                  <a:lnTo>
                    <a:pt x="2540" y="2540"/>
                  </a:lnTo>
                  <a:lnTo>
                    <a:pt x="2540" y="1397"/>
                  </a:lnTo>
                  <a:lnTo>
                    <a:pt x="1257" y="1397"/>
                  </a:lnTo>
                  <a:lnTo>
                    <a:pt x="1257" y="2540"/>
                  </a:lnTo>
                  <a:lnTo>
                    <a:pt x="0" y="2540"/>
                  </a:lnTo>
                  <a:lnTo>
                    <a:pt x="0" y="5207"/>
                  </a:lnTo>
                  <a:lnTo>
                    <a:pt x="3810" y="5207"/>
                  </a:lnTo>
                  <a:lnTo>
                    <a:pt x="3810" y="2540"/>
                  </a:lnTo>
                  <a:close/>
                </a:path>
                <a:path w="113030" h="67310">
                  <a:moveTo>
                    <a:pt x="109220" y="63500"/>
                  </a:moveTo>
                  <a:lnTo>
                    <a:pt x="0" y="63500"/>
                  </a:lnTo>
                  <a:lnTo>
                    <a:pt x="0" y="64897"/>
                  </a:lnTo>
                  <a:lnTo>
                    <a:pt x="109220" y="64897"/>
                  </a:lnTo>
                  <a:lnTo>
                    <a:pt x="109220" y="63500"/>
                  </a:lnTo>
                  <a:close/>
                </a:path>
                <a:path w="113030" h="67310">
                  <a:moveTo>
                    <a:pt x="113030" y="66040"/>
                  </a:moveTo>
                  <a:lnTo>
                    <a:pt x="110490" y="66040"/>
                  </a:lnTo>
                  <a:lnTo>
                    <a:pt x="110490" y="64897"/>
                  </a:lnTo>
                  <a:lnTo>
                    <a:pt x="109220" y="64897"/>
                  </a:lnTo>
                  <a:lnTo>
                    <a:pt x="109220" y="66040"/>
                  </a:lnTo>
                  <a:lnTo>
                    <a:pt x="0" y="66040"/>
                  </a:lnTo>
                  <a:lnTo>
                    <a:pt x="0" y="67310"/>
                  </a:lnTo>
                  <a:lnTo>
                    <a:pt x="113030" y="67310"/>
                  </a:lnTo>
                  <a:lnTo>
                    <a:pt x="113030" y="66040"/>
                  </a:lnTo>
                  <a:close/>
                </a:path>
              </a:pathLst>
            </a:custGeom>
            <a:solidFill>
              <a:srgbClr val="D2C5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2" name="object 1812"/>
            <p:cNvSpPr/>
            <p:nvPr/>
          </p:nvSpPr>
          <p:spPr>
            <a:xfrm>
              <a:off x="3009900" y="2595879"/>
              <a:ext cx="102870" cy="60960"/>
            </a:xfrm>
            <a:custGeom>
              <a:avLst/>
              <a:gdLst/>
              <a:ahLst/>
              <a:cxnLst/>
              <a:rect l="l" t="t" r="r" b="b"/>
              <a:pathLst>
                <a:path w="102869" h="60960">
                  <a:moveTo>
                    <a:pt x="102869" y="59817"/>
                  </a:moveTo>
                  <a:lnTo>
                    <a:pt x="100330" y="59817"/>
                  </a:lnTo>
                  <a:lnTo>
                    <a:pt x="100330" y="60960"/>
                  </a:lnTo>
                  <a:lnTo>
                    <a:pt x="102869" y="60960"/>
                  </a:lnTo>
                  <a:lnTo>
                    <a:pt x="102869" y="59817"/>
                  </a:lnTo>
                  <a:close/>
                </a:path>
                <a:path w="102869" h="60960">
                  <a:moveTo>
                    <a:pt x="99060" y="57150"/>
                  </a:moveTo>
                  <a:lnTo>
                    <a:pt x="0" y="57150"/>
                  </a:lnTo>
                  <a:lnTo>
                    <a:pt x="0" y="59817"/>
                  </a:lnTo>
                  <a:lnTo>
                    <a:pt x="100330" y="59817"/>
                  </a:lnTo>
                  <a:lnTo>
                    <a:pt x="100330" y="58547"/>
                  </a:lnTo>
                  <a:lnTo>
                    <a:pt x="99060" y="58547"/>
                  </a:lnTo>
                  <a:lnTo>
                    <a:pt x="99060" y="57150"/>
                  </a:lnTo>
                  <a:close/>
                </a:path>
                <a:path w="102869" h="60960">
                  <a:moveTo>
                    <a:pt x="3810" y="54610"/>
                  </a:moveTo>
                  <a:lnTo>
                    <a:pt x="0" y="54610"/>
                  </a:lnTo>
                  <a:lnTo>
                    <a:pt x="0" y="56007"/>
                  </a:lnTo>
                  <a:lnTo>
                    <a:pt x="3810" y="56007"/>
                  </a:lnTo>
                  <a:lnTo>
                    <a:pt x="3810" y="54610"/>
                  </a:lnTo>
                  <a:close/>
                </a:path>
                <a:path w="102869" h="60960">
                  <a:moveTo>
                    <a:pt x="3810" y="50800"/>
                  </a:moveTo>
                  <a:lnTo>
                    <a:pt x="0" y="50800"/>
                  </a:lnTo>
                  <a:lnTo>
                    <a:pt x="0" y="53467"/>
                  </a:lnTo>
                  <a:lnTo>
                    <a:pt x="3810" y="53467"/>
                  </a:lnTo>
                  <a:lnTo>
                    <a:pt x="3810" y="50800"/>
                  </a:lnTo>
                  <a:close/>
                </a:path>
                <a:path w="102869" h="60960">
                  <a:moveTo>
                    <a:pt x="3810" y="48260"/>
                  </a:moveTo>
                  <a:lnTo>
                    <a:pt x="0" y="48260"/>
                  </a:lnTo>
                  <a:lnTo>
                    <a:pt x="0" y="49657"/>
                  </a:lnTo>
                  <a:lnTo>
                    <a:pt x="3810" y="49657"/>
                  </a:lnTo>
                  <a:lnTo>
                    <a:pt x="3810" y="48260"/>
                  </a:lnTo>
                  <a:close/>
                </a:path>
                <a:path w="102869" h="60960">
                  <a:moveTo>
                    <a:pt x="3810" y="44450"/>
                  </a:moveTo>
                  <a:lnTo>
                    <a:pt x="0" y="44450"/>
                  </a:lnTo>
                  <a:lnTo>
                    <a:pt x="0" y="47117"/>
                  </a:lnTo>
                  <a:lnTo>
                    <a:pt x="3810" y="47117"/>
                  </a:lnTo>
                  <a:lnTo>
                    <a:pt x="3810" y="44450"/>
                  </a:lnTo>
                  <a:close/>
                </a:path>
                <a:path w="102869" h="60960">
                  <a:moveTo>
                    <a:pt x="3810" y="41910"/>
                  </a:moveTo>
                  <a:lnTo>
                    <a:pt x="0" y="41910"/>
                  </a:lnTo>
                  <a:lnTo>
                    <a:pt x="0" y="43307"/>
                  </a:lnTo>
                  <a:lnTo>
                    <a:pt x="3810" y="43307"/>
                  </a:lnTo>
                  <a:lnTo>
                    <a:pt x="3810" y="41910"/>
                  </a:lnTo>
                  <a:close/>
                </a:path>
                <a:path w="102869" h="60960">
                  <a:moveTo>
                    <a:pt x="3810" y="38100"/>
                  </a:moveTo>
                  <a:lnTo>
                    <a:pt x="0" y="38100"/>
                  </a:lnTo>
                  <a:lnTo>
                    <a:pt x="0" y="40767"/>
                  </a:lnTo>
                  <a:lnTo>
                    <a:pt x="3810" y="40767"/>
                  </a:lnTo>
                  <a:lnTo>
                    <a:pt x="3810" y="38100"/>
                  </a:lnTo>
                  <a:close/>
                </a:path>
                <a:path w="102869" h="60960">
                  <a:moveTo>
                    <a:pt x="3810" y="35560"/>
                  </a:moveTo>
                  <a:lnTo>
                    <a:pt x="0" y="35560"/>
                  </a:lnTo>
                  <a:lnTo>
                    <a:pt x="0" y="36957"/>
                  </a:lnTo>
                  <a:lnTo>
                    <a:pt x="3810" y="36957"/>
                  </a:lnTo>
                  <a:lnTo>
                    <a:pt x="3810" y="35560"/>
                  </a:lnTo>
                  <a:close/>
                </a:path>
                <a:path w="102869" h="60960">
                  <a:moveTo>
                    <a:pt x="3810" y="31750"/>
                  </a:moveTo>
                  <a:lnTo>
                    <a:pt x="0" y="31750"/>
                  </a:lnTo>
                  <a:lnTo>
                    <a:pt x="0" y="34417"/>
                  </a:lnTo>
                  <a:lnTo>
                    <a:pt x="3810" y="34417"/>
                  </a:lnTo>
                  <a:lnTo>
                    <a:pt x="3810" y="31750"/>
                  </a:lnTo>
                  <a:close/>
                </a:path>
                <a:path w="102869" h="60960">
                  <a:moveTo>
                    <a:pt x="3810" y="29210"/>
                  </a:moveTo>
                  <a:lnTo>
                    <a:pt x="0" y="29210"/>
                  </a:lnTo>
                  <a:lnTo>
                    <a:pt x="0" y="30607"/>
                  </a:lnTo>
                  <a:lnTo>
                    <a:pt x="3810" y="30607"/>
                  </a:lnTo>
                  <a:lnTo>
                    <a:pt x="3810" y="29210"/>
                  </a:lnTo>
                  <a:close/>
                </a:path>
                <a:path w="102869" h="60960">
                  <a:moveTo>
                    <a:pt x="3810" y="25400"/>
                  </a:moveTo>
                  <a:lnTo>
                    <a:pt x="0" y="25400"/>
                  </a:lnTo>
                  <a:lnTo>
                    <a:pt x="0" y="28067"/>
                  </a:lnTo>
                  <a:lnTo>
                    <a:pt x="3810" y="28067"/>
                  </a:lnTo>
                  <a:lnTo>
                    <a:pt x="3810" y="25400"/>
                  </a:lnTo>
                  <a:close/>
                </a:path>
                <a:path w="102869" h="60960">
                  <a:moveTo>
                    <a:pt x="3810" y="22860"/>
                  </a:moveTo>
                  <a:lnTo>
                    <a:pt x="0" y="22860"/>
                  </a:lnTo>
                  <a:lnTo>
                    <a:pt x="0" y="24257"/>
                  </a:lnTo>
                  <a:lnTo>
                    <a:pt x="3810" y="24257"/>
                  </a:lnTo>
                  <a:lnTo>
                    <a:pt x="3810" y="22860"/>
                  </a:lnTo>
                  <a:close/>
                </a:path>
                <a:path w="102869" h="60960">
                  <a:moveTo>
                    <a:pt x="3810" y="19050"/>
                  </a:moveTo>
                  <a:lnTo>
                    <a:pt x="0" y="19050"/>
                  </a:lnTo>
                  <a:lnTo>
                    <a:pt x="0" y="21717"/>
                  </a:lnTo>
                  <a:lnTo>
                    <a:pt x="3810" y="21717"/>
                  </a:lnTo>
                  <a:lnTo>
                    <a:pt x="3810" y="19050"/>
                  </a:lnTo>
                  <a:close/>
                </a:path>
                <a:path w="102869" h="60960">
                  <a:moveTo>
                    <a:pt x="3810" y="16510"/>
                  </a:moveTo>
                  <a:lnTo>
                    <a:pt x="0" y="16510"/>
                  </a:lnTo>
                  <a:lnTo>
                    <a:pt x="0" y="17907"/>
                  </a:lnTo>
                  <a:lnTo>
                    <a:pt x="3810" y="17907"/>
                  </a:lnTo>
                  <a:lnTo>
                    <a:pt x="3810" y="16510"/>
                  </a:lnTo>
                  <a:close/>
                </a:path>
                <a:path w="102869" h="60960">
                  <a:moveTo>
                    <a:pt x="3810" y="12700"/>
                  </a:moveTo>
                  <a:lnTo>
                    <a:pt x="0" y="12700"/>
                  </a:lnTo>
                  <a:lnTo>
                    <a:pt x="0" y="15367"/>
                  </a:lnTo>
                  <a:lnTo>
                    <a:pt x="3810" y="15367"/>
                  </a:lnTo>
                  <a:lnTo>
                    <a:pt x="3810" y="12700"/>
                  </a:lnTo>
                  <a:close/>
                </a:path>
                <a:path w="102869" h="60960">
                  <a:moveTo>
                    <a:pt x="3810" y="10160"/>
                  </a:moveTo>
                  <a:lnTo>
                    <a:pt x="0" y="10160"/>
                  </a:lnTo>
                  <a:lnTo>
                    <a:pt x="0" y="11557"/>
                  </a:lnTo>
                  <a:lnTo>
                    <a:pt x="3810" y="11557"/>
                  </a:lnTo>
                  <a:lnTo>
                    <a:pt x="3810" y="10160"/>
                  </a:lnTo>
                  <a:close/>
                </a:path>
                <a:path w="102869" h="60960">
                  <a:moveTo>
                    <a:pt x="3810" y="6350"/>
                  </a:moveTo>
                  <a:lnTo>
                    <a:pt x="0" y="6350"/>
                  </a:lnTo>
                  <a:lnTo>
                    <a:pt x="0" y="9017"/>
                  </a:lnTo>
                  <a:lnTo>
                    <a:pt x="3810" y="9017"/>
                  </a:lnTo>
                  <a:lnTo>
                    <a:pt x="3810" y="6350"/>
                  </a:lnTo>
                  <a:close/>
                </a:path>
                <a:path w="102869" h="60960">
                  <a:moveTo>
                    <a:pt x="3810" y="3810"/>
                  </a:moveTo>
                  <a:lnTo>
                    <a:pt x="0" y="3810"/>
                  </a:lnTo>
                  <a:lnTo>
                    <a:pt x="0" y="5207"/>
                  </a:lnTo>
                  <a:lnTo>
                    <a:pt x="3810" y="5207"/>
                  </a:lnTo>
                  <a:lnTo>
                    <a:pt x="3810" y="3810"/>
                  </a:lnTo>
                  <a:close/>
                </a:path>
                <a:path w="102869" h="60960">
                  <a:moveTo>
                    <a:pt x="1270" y="0"/>
                  </a:moveTo>
                  <a:lnTo>
                    <a:pt x="0" y="0"/>
                  </a:lnTo>
                  <a:lnTo>
                    <a:pt x="0" y="2667"/>
                  </a:lnTo>
                  <a:lnTo>
                    <a:pt x="3809" y="2667"/>
                  </a:lnTo>
                  <a:lnTo>
                    <a:pt x="3809" y="1397"/>
                  </a:lnTo>
                  <a:lnTo>
                    <a:pt x="1270" y="1397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D1C3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3" name="object 1813"/>
            <p:cNvSpPr/>
            <p:nvPr/>
          </p:nvSpPr>
          <p:spPr>
            <a:xfrm>
              <a:off x="3013710" y="2598547"/>
              <a:ext cx="92710" cy="54610"/>
            </a:xfrm>
            <a:custGeom>
              <a:avLst/>
              <a:gdLst/>
              <a:ahLst/>
              <a:cxnLst/>
              <a:rect l="l" t="t" r="r" b="b"/>
              <a:pathLst>
                <a:path w="92710" h="54610">
                  <a:moveTo>
                    <a:pt x="92710" y="53340"/>
                  </a:moveTo>
                  <a:lnTo>
                    <a:pt x="90169" y="53340"/>
                  </a:lnTo>
                  <a:lnTo>
                    <a:pt x="90169" y="54483"/>
                  </a:lnTo>
                  <a:lnTo>
                    <a:pt x="92710" y="54483"/>
                  </a:lnTo>
                  <a:lnTo>
                    <a:pt x="92710" y="53340"/>
                  </a:lnTo>
                  <a:close/>
                </a:path>
                <a:path w="92710" h="54610">
                  <a:moveTo>
                    <a:pt x="90169" y="52070"/>
                  </a:moveTo>
                  <a:lnTo>
                    <a:pt x="0" y="52070"/>
                  </a:lnTo>
                  <a:lnTo>
                    <a:pt x="0" y="53340"/>
                  </a:lnTo>
                  <a:lnTo>
                    <a:pt x="90169" y="53340"/>
                  </a:lnTo>
                  <a:lnTo>
                    <a:pt x="90169" y="52070"/>
                  </a:lnTo>
                  <a:close/>
                </a:path>
                <a:path w="92710" h="54610">
                  <a:moveTo>
                    <a:pt x="87630" y="50800"/>
                  </a:moveTo>
                  <a:lnTo>
                    <a:pt x="86360" y="50800"/>
                  </a:lnTo>
                  <a:lnTo>
                    <a:pt x="86360" y="52070"/>
                  </a:lnTo>
                  <a:lnTo>
                    <a:pt x="87630" y="52070"/>
                  </a:lnTo>
                  <a:lnTo>
                    <a:pt x="87630" y="50800"/>
                  </a:lnTo>
                  <a:close/>
                </a:path>
                <a:path w="92710" h="54610">
                  <a:moveTo>
                    <a:pt x="3810" y="48133"/>
                  </a:moveTo>
                  <a:lnTo>
                    <a:pt x="0" y="48133"/>
                  </a:lnTo>
                  <a:lnTo>
                    <a:pt x="0" y="50800"/>
                  </a:lnTo>
                  <a:lnTo>
                    <a:pt x="3810" y="50800"/>
                  </a:lnTo>
                  <a:lnTo>
                    <a:pt x="3810" y="48133"/>
                  </a:lnTo>
                  <a:close/>
                </a:path>
                <a:path w="92710" h="54610">
                  <a:moveTo>
                    <a:pt x="3810" y="45720"/>
                  </a:moveTo>
                  <a:lnTo>
                    <a:pt x="0" y="45720"/>
                  </a:lnTo>
                  <a:lnTo>
                    <a:pt x="0" y="46990"/>
                  </a:lnTo>
                  <a:lnTo>
                    <a:pt x="3810" y="46990"/>
                  </a:lnTo>
                  <a:lnTo>
                    <a:pt x="3810" y="45720"/>
                  </a:lnTo>
                  <a:close/>
                </a:path>
                <a:path w="92710" h="54610">
                  <a:moveTo>
                    <a:pt x="3810" y="41783"/>
                  </a:moveTo>
                  <a:lnTo>
                    <a:pt x="0" y="41783"/>
                  </a:lnTo>
                  <a:lnTo>
                    <a:pt x="0" y="44450"/>
                  </a:lnTo>
                  <a:lnTo>
                    <a:pt x="3810" y="44450"/>
                  </a:lnTo>
                  <a:lnTo>
                    <a:pt x="3810" y="41783"/>
                  </a:lnTo>
                  <a:close/>
                </a:path>
                <a:path w="92710" h="54610">
                  <a:moveTo>
                    <a:pt x="3810" y="39370"/>
                  </a:moveTo>
                  <a:lnTo>
                    <a:pt x="0" y="39370"/>
                  </a:lnTo>
                  <a:lnTo>
                    <a:pt x="0" y="40640"/>
                  </a:lnTo>
                  <a:lnTo>
                    <a:pt x="3810" y="40640"/>
                  </a:lnTo>
                  <a:lnTo>
                    <a:pt x="3810" y="39370"/>
                  </a:lnTo>
                  <a:close/>
                </a:path>
                <a:path w="92710" h="54610">
                  <a:moveTo>
                    <a:pt x="3810" y="35433"/>
                  </a:moveTo>
                  <a:lnTo>
                    <a:pt x="0" y="35433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5433"/>
                  </a:lnTo>
                  <a:close/>
                </a:path>
                <a:path w="92710" h="54610">
                  <a:moveTo>
                    <a:pt x="3810" y="33020"/>
                  </a:moveTo>
                  <a:lnTo>
                    <a:pt x="0" y="33020"/>
                  </a:lnTo>
                  <a:lnTo>
                    <a:pt x="0" y="34290"/>
                  </a:lnTo>
                  <a:lnTo>
                    <a:pt x="3810" y="34290"/>
                  </a:lnTo>
                  <a:lnTo>
                    <a:pt x="3810" y="33020"/>
                  </a:lnTo>
                  <a:close/>
                </a:path>
                <a:path w="92710" h="54610">
                  <a:moveTo>
                    <a:pt x="3810" y="29083"/>
                  </a:moveTo>
                  <a:lnTo>
                    <a:pt x="0" y="29083"/>
                  </a:lnTo>
                  <a:lnTo>
                    <a:pt x="0" y="31750"/>
                  </a:lnTo>
                  <a:lnTo>
                    <a:pt x="3810" y="31750"/>
                  </a:lnTo>
                  <a:lnTo>
                    <a:pt x="3810" y="29083"/>
                  </a:lnTo>
                  <a:close/>
                </a:path>
                <a:path w="92710" h="54610">
                  <a:moveTo>
                    <a:pt x="3810" y="26670"/>
                  </a:moveTo>
                  <a:lnTo>
                    <a:pt x="0" y="26670"/>
                  </a:lnTo>
                  <a:lnTo>
                    <a:pt x="0" y="27940"/>
                  </a:lnTo>
                  <a:lnTo>
                    <a:pt x="3810" y="27940"/>
                  </a:lnTo>
                  <a:lnTo>
                    <a:pt x="3810" y="26670"/>
                  </a:lnTo>
                  <a:close/>
                </a:path>
                <a:path w="92710" h="54610">
                  <a:moveTo>
                    <a:pt x="3810" y="22733"/>
                  </a:moveTo>
                  <a:lnTo>
                    <a:pt x="0" y="22733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2733"/>
                  </a:lnTo>
                  <a:close/>
                </a:path>
                <a:path w="92710" h="54610">
                  <a:moveTo>
                    <a:pt x="3810" y="20320"/>
                  </a:moveTo>
                  <a:lnTo>
                    <a:pt x="0" y="2032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20320"/>
                  </a:lnTo>
                  <a:close/>
                </a:path>
                <a:path w="92710" h="54610">
                  <a:moveTo>
                    <a:pt x="3810" y="16383"/>
                  </a:moveTo>
                  <a:lnTo>
                    <a:pt x="0" y="16383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6383"/>
                  </a:lnTo>
                  <a:close/>
                </a:path>
                <a:path w="92710" h="54610">
                  <a:moveTo>
                    <a:pt x="3810" y="13970"/>
                  </a:moveTo>
                  <a:lnTo>
                    <a:pt x="0" y="1397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3970"/>
                  </a:lnTo>
                  <a:close/>
                </a:path>
                <a:path w="92710" h="54610">
                  <a:moveTo>
                    <a:pt x="3810" y="10033"/>
                  </a:moveTo>
                  <a:lnTo>
                    <a:pt x="0" y="10033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10033"/>
                  </a:lnTo>
                  <a:close/>
                </a:path>
                <a:path w="92710" h="54610">
                  <a:moveTo>
                    <a:pt x="3810" y="7620"/>
                  </a:moveTo>
                  <a:lnTo>
                    <a:pt x="0" y="762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7620"/>
                  </a:lnTo>
                  <a:close/>
                </a:path>
                <a:path w="92710" h="54610">
                  <a:moveTo>
                    <a:pt x="3810" y="3683"/>
                  </a:moveTo>
                  <a:lnTo>
                    <a:pt x="0" y="3683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3683"/>
                  </a:lnTo>
                  <a:close/>
                </a:path>
                <a:path w="92710" h="54610">
                  <a:moveTo>
                    <a:pt x="127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D0C2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4" name="object 1814"/>
            <p:cNvSpPr/>
            <p:nvPr/>
          </p:nvSpPr>
          <p:spPr>
            <a:xfrm>
              <a:off x="3017519" y="2600959"/>
              <a:ext cx="82550" cy="48260"/>
            </a:xfrm>
            <a:custGeom>
              <a:avLst/>
              <a:gdLst/>
              <a:ahLst/>
              <a:cxnLst/>
              <a:rect l="l" t="t" r="r" b="b"/>
              <a:pathLst>
                <a:path w="82550" h="48260">
                  <a:moveTo>
                    <a:pt x="80009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82550" y="48260"/>
                  </a:lnTo>
                  <a:lnTo>
                    <a:pt x="82550" y="46989"/>
                  </a:lnTo>
                  <a:lnTo>
                    <a:pt x="80009" y="46989"/>
                  </a:lnTo>
                  <a:lnTo>
                    <a:pt x="80009" y="45720"/>
                  </a:lnTo>
                  <a:close/>
                </a:path>
                <a:path w="82550" h="48260">
                  <a:moveTo>
                    <a:pt x="77470" y="44450"/>
                  </a:moveTo>
                  <a:lnTo>
                    <a:pt x="76200" y="44450"/>
                  </a:lnTo>
                  <a:lnTo>
                    <a:pt x="76200" y="45720"/>
                  </a:lnTo>
                  <a:lnTo>
                    <a:pt x="77470" y="45720"/>
                  </a:lnTo>
                  <a:lnTo>
                    <a:pt x="77470" y="44450"/>
                  </a:lnTo>
                  <a:close/>
                </a:path>
                <a:path w="82550" h="48260">
                  <a:moveTo>
                    <a:pt x="3810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3810" y="44450"/>
                  </a:lnTo>
                  <a:lnTo>
                    <a:pt x="3810" y="43180"/>
                  </a:lnTo>
                  <a:close/>
                </a:path>
                <a:path w="82550" h="48260">
                  <a:moveTo>
                    <a:pt x="3810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9370"/>
                  </a:lnTo>
                  <a:close/>
                </a:path>
                <a:path w="82550" h="48260">
                  <a:moveTo>
                    <a:pt x="3810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6830"/>
                  </a:lnTo>
                  <a:close/>
                </a:path>
                <a:path w="82550" h="48260">
                  <a:moveTo>
                    <a:pt x="3810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33020"/>
                  </a:lnTo>
                  <a:close/>
                </a:path>
                <a:path w="82550" h="48260">
                  <a:moveTo>
                    <a:pt x="3810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3810" y="31750"/>
                  </a:lnTo>
                  <a:lnTo>
                    <a:pt x="3810" y="30480"/>
                  </a:lnTo>
                  <a:close/>
                </a:path>
                <a:path w="82550" h="48260">
                  <a:moveTo>
                    <a:pt x="3810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6670"/>
                  </a:lnTo>
                  <a:close/>
                </a:path>
                <a:path w="82550" h="48260">
                  <a:moveTo>
                    <a:pt x="3810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4130"/>
                  </a:lnTo>
                  <a:close/>
                </a:path>
                <a:path w="82550" h="48260">
                  <a:moveTo>
                    <a:pt x="3810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20320"/>
                  </a:lnTo>
                  <a:close/>
                </a:path>
                <a:path w="82550" h="48260">
                  <a:moveTo>
                    <a:pt x="3810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7780"/>
                  </a:lnTo>
                  <a:close/>
                </a:path>
                <a:path w="82550" h="48260">
                  <a:moveTo>
                    <a:pt x="3810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70"/>
                  </a:lnTo>
                  <a:close/>
                </a:path>
                <a:path w="82550" h="48260">
                  <a:moveTo>
                    <a:pt x="3810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11430"/>
                  </a:lnTo>
                  <a:close/>
                </a:path>
                <a:path w="82550" h="48260">
                  <a:moveTo>
                    <a:pt x="3810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20"/>
                  </a:lnTo>
                  <a:close/>
                </a:path>
                <a:path w="82550" h="48260">
                  <a:moveTo>
                    <a:pt x="3810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5080"/>
                  </a:lnTo>
                  <a:close/>
                </a:path>
                <a:path w="82550" h="48260">
                  <a:moveTo>
                    <a:pt x="253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70"/>
                  </a:lnTo>
                  <a:lnTo>
                    <a:pt x="2539" y="1270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CFC0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5" name="object 1815"/>
            <p:cNvSpPr/>
            <p:nvPr/>
          </p:nvSpPr>
          <p:spPr>
            <a:xfrm>
              <a:off x="3021330" y="2603500"/>
              <a:ext cx="72390" cy="41910"/>
            </a:xfrm>
            <a:custGeom>
              <a:avLst/>
              <a:gdLst/>
              <a:ahLst/>
              <a:cxnLst/>
              <a:rect l="l" t="t" r="r" b="b"/>
              <a:pathLst>
                <a:path w="72389" h="41910">
                  <a:moveTo>
                    <a:pt x="72389" y="40639"/>
                  </a:moveTo>
                  <a:lnTo>
                    <a:pt x="0" y="40639"/>
                  </a:lnTo>
                  <a:lnTo>
                    <a:pt x="0" y="41910"/>
                  </a:lnTo>
                  <a:lnTo>
                    <a:pt x="72389" y="41910"/>
                  </a:lnTo>
                  <a:lnTo>
                    <a:pt x="72389" y="40639"/>
                  </a:lnTo>
                  <a:close/>
                </a:path>
                <a:path w="72389" h="41910">
                  <a:moveTo>
                    <a:pt x="69849" y="39497"/>
                  </a:moveTo>
                  <a:lnTo>
                    <a:pt x="67310" y="39497"/>
                  </a:lnTo>
                  <a:lnTo>
                    <a:pt x="67310" y="40639"/>
                  </a:lnTo>
                  <a:lnTo>
                    <a:pt x="69849" y="40639"/>
                  </a:lnTo>
                  <a:lnTo>
                    <a:pt x="69849" y="39497"/>
                  </a:lnTo>
                  <a:close/>
                </a:path>
                <a:path w="72389" h="41910">
                  <a:moveTo>
                    <a:pt x="2539" y="36830"/>
                  </a:moveTo>
                  <a:lnTo>
                    <a:pt x="0" y="36830"/>
                  </a:lnTo>
                  <a:lnTo>
                    <a:pt x="0" y="39497"/>
                  </a:lnTo>
                  <a:lnTo>
                    <a:pt x="2539" y="39497"/>
                  </a:lnTo>
                  <a:lnTo>
                    <a:pt x="2539" y="36830"/>
                  </a:lnTo>
                  <a:close/>
                </a:path>
                <a:path w="72389" h="41910">
                  <a:moveTo>
                    <a:pt x="2539" y="34289"/>
                  </a:moveTo>
                  <a:lnTo>
                    <a:pt x="0" y="34289"/>
                  </a:lnTo>
                  <a:lnTo>
                    <a:pt x="0" y="35560"/>
                  </a:lnTo>
                  <a:lnTo>
                    <a:pt x="2539" y="35560"/>
                  </a:lnTo>
                  <a:lnTo>
                    <a:pt x="2539" y="34289"/>
                  </a:lnTo>
                  <a:close/>
                </a:path>
                <a:path w="72389" h="41910">
                  <a:moveTo>
                    <a:pt x="2539" y="30480"/>
                  </a:moveTo>
                  <a:lnTo>
                    <a:pt x="0" y="30480"/>
                  </a:lnTo>
                  <a:lnTo>
                    <a:pt x="0" y="33147"/>
                  </a:lnTo>
                  <a:lnTo>
                    <a:pt x="2539" y="33147"/>
                  </a:lnTo>
                  <a:lnTo>
                    <a:pt x="2539" y="30480"/>
                  </a:lnTo>
                  <a:close/>
                </a:path>
                <a:path w="72389" h="41910">
                  <a:moveTo>
                    <a:pt x="2539" y="27939"/>
                  </a:moveTo>
                  <a:lnTo>
                    <a:pt x="0" y="27939"/>
                  </a:lnTo>
                  <a:lnTo>
                    <a:pt x="0" y="29210"/>
                  </a:lnTo>
                  <a:lnTo>
                    <a:pt x="2539" y="29210"/>
                  </a:lnTo>
                  <a:lnTo>
                    <a:pt x="2539" y="27939"/>
                  </a:lnTo>
                  <a:close/>
                </a:path>
                <a:path w="72389" h="41910">
                  <a:moveTo>
                    <a:pt x="2539" y="24130"/>
                  </a:moveTo>
                  <a:lnTo>
                    <a:pt x="0" y="24130"/>
                  </a:lnTo>
                  <a:lnTo>
                    <a:pt x="0" y="26797"/>
                  </a:lnTo>
                  <a:lnTo>
                    <a:pt x="2539" y="26797"/>
                  </a:lnTo>
                  <a:lnTo>
                    <a:pt x="2539" y="24130"/>
                  </a:lnTo>
                  <a:close/>
                </a:path>
                <a:path w="72389" h="41910">
                  <a:moveTo>
                    <a:pt x="2539" y="21589"/>
                  </a:moveTo>
                  <a:lnTo>
                    <a:pt x="0" y="21589"/>
                  </a:lnTo>
                  <a:lnTo>
                    <a:pt x="0" y="22860"/>
                  </a:lnTo>
                  <a:lnTo>
                    <a:pt x="2539" y="22860"/>
                  </a:lnTo>
                  <a:lnTo>
                    <a:pt x="2539" y="21589"/>
                  </a:lnTo>
                  <a:close/>
                </a:path>
                <a:path w="72389" h="41910">
                  <a:moveTo>
                    <a:pt x="2539" y="17780"/>
                  </a:moveTo>
                  <a:lnTo>
                    <a:pt x="0" y="17780"/>
                  </a:lnTo>
                  <a:lnTo>
                    <a:pt x="0" y="20447"/>
                  </a:lnTo>
                  <a:lnTo>
                    <a:pt x="2539" y="20447"/>
                  </a:lnTo>
                  <a:lnTo>
                    <a:pt x="2539" y="17780"/>
                  </a:lnTo>
                  <a:close/>
                </a:path>
                <a:path w="72389" h="41910">
                  <a:moveTo>
                    <a:pt x="2539" y="15239"/>
                  </a:moveTo>
                  <a:lnTo>
                    <a:pt x="0" y="15239"/>
                  </a:lnTo>
                  <a:lnTo>
                    <a:pt x="0" y="16510"/>
                  </a:lnTo>
                  <a:lnTo>
                    <a:pt x="2539" y="16510"/>
                  </a:lnTo>
                  <a:lnTo>
                    <a:pt x="2539" y="15239"/>
                  </a:lnTo>
                  <a:close/>
                </a:path>
                <a:path w="72389" h="41910">
                  <a:moveTo>
                    <a:pt x="2539" y="11430"/>
                  </a:moveTo>
                  <a:lnTo>
                    <a:pt x="0" y="11430"/>
                  </a:lnTo>
                  <a:lnTo>
                    <a:pt x="0" y="14097"/>
                  </a:lnTo>
                  <a:lnTo>
                    <a:pt x="2539" y="14097"/>
                  </a:lnTo>
                  <a:lnTo>
                    <a:pt x="2539" y="11430"/>
                  </a:lnTo>
                  <a:close/>
                </a:path>
                <a:path w="72389" h="41910">
                  <a:moveTo>
                    <a:pt x="2539" y="8889"/>
                  </a:moveTo>
                  <a:lnTo>
                    <a:pt x="0" y="8889"/>
                  </a:lnTo>
                  <a:lnTo>
                    <a:pt x="0" y="10160"/>
                  </a:lnTo>
                  <a:lnTo>
                    <a:pt x="2539" y="10160"/>
                  </a:lnTo>
                  <a:lnTo>
                    <a:pt x="2539" y="8889"/>
                  </a:lnTo>
                  <a:close/>
                </a:path>
                <a:path w="72389" h="41910">
                  <a:moveTo>
                    <a:pt x="2539" y="5080"/>
                  </a:moveTo>
                  <a:lnTo>
                    <a:pt x="0" y="5080"/>
                  </a:lnTo>
                  <a:lnTo>
                    <a:pt x="0" y="7747"/>
                  </a:lnTo>
                  <a:lnTo>
                    <a:pt x="2539" y="7747"/>
                  </a:lnTo>
                  <a:lnTo>
                    <a:pt x="2539" y="5080"/>
                  </a:lnTo>
                  <a:close/>
                </a:path>
                <a:path w="72389" h="41910">
                  <a:moveTo>
                    <a:pt x="2539" y="2539"/>
                  </a:moveTo>
                  <a:lnTo>
                    <a:pt x="0" y="2539"/>
                  </a:lnTo>
                  <a:lnTo>
                    <a:pt x="0" y="3810"/>
                  </a:lnTo>
                  <a:lnTo>
                    <a:pt x="2539" y="3810"/>
                  </a:lnTo>
                  <a:lnTo>
                    <a:pt x="2539" y="2539"/>
                  </a:lnTo>
                  <a:close/>
                </a:path>
                <a:path w="72389" h="41910">
                  <a:moveTo>
                    <a:pt x="2539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2539" y="1397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CEBF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6" name="object 1816"/>
            <p:cNvSpPr/>
            <p:nvPr/>
          </p:nvSpPr>
          <p:spPr>
            <a:xfrm>
              <a:off x="3023869" y="2604769"/>
              <a:ext cx="64769" cy="38100"/>
            </a:xfrm>
            <a:custGeom>
              <a:avLst/>
              <a:gdLst/>
              <a:ahLst/>
              <a:cxnLst/>
              <a:rect l="l" t="t" r="r" b="b"/>
              <a:pathLst>
                <a:path w="64769" h="38100">
                  <a:moveTo>
                    <a:pt x="6223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64770" y="38100"/>
                  </a:lnTo>
                  <a:lnTo>
                    <a:pt x="64770" y="36829"/>
                  </a:lnTo>
                  <a:lnTo>
                    <a:pt x="62230" y="36829"/>
                  </a:lnTo>
                  <a:lnTo>
                    <a:pt x="62230" y="35560"/>
                  </a:lnTo>
                  <a:close/>
                </a:path>
                <a:path w="64769" h="38100">
                  <a:moveTo>
                    <a:pt x="60959" y="34289"/>
                  </a:moveTo>
                  <a:lnTo>
                    <a:pt x="58420" y="34289"/>
                  </a:lnTo>
                  <a:lnTo>
                    <a:pt x="58420" y="35560"/>
                  </a:lnTo>
                  <a:lnTo>
                    <a:pt x="60959" y="35560"/>
                  </a:lnTo>
                  <a:lnTo>
                    <a:pt x="60959" y="34289"/>
                  </a:lnTo>
                  <a:close/>
                </a:path>
                <a:path w="64769" h="38100">
                  <a:moveTo>
                    <a:pt x="3810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33020"/>
                  </a:lnTo>
                  <a:close/>
                </a:path>
                <a:path w="64769" h="38100">
                  <a:moveTo>
                    <a:pt x="381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3810" y="31750"/>
                  </a:lnTo>
                  <a:lnTo>
                    <a:pt x="3810" y="29210"/>
                  </a:lnTo>
                  <a:close/>
                </a:path>
                <a:path w="64769" h="38100">
                  <a:moveTo>
                    <a:pt x="3810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6670"/>
                  </a:lnTo>
                  <a:close/>
                </a:path>
                <a:path w="64769" h="38100">
                  <a:moveTo>
                    <a:pt x="381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2860"/>
                  </a:lnTo>
                  <a:close/>
                </a:path>
                <a:path w="64769" h="38100">
                  <a:moveTo>
                    <a:pt x="3810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20320"/>
                  </a:lnTo>
                  <a:close/>
                </a:path>
                <a:path w="64769" h="38100">
                  <a:moveTo>
                    <a:pt x="381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6510"/>
                  </a:lnTo>
                  <a:close/>
                </a:path>
                <a:path w="64769" h="38100">
                  <a:moveTo>
                    <a:pt x="3810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3970"/>
                  </a:lnTo>
                  <a:close/>
                </a:path>
                <a:path w="64769" h="38100">
                  <a:moveTo>
                    <a:pt x="381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10160"/>
                  </a:lnTo>
                  <a:close/>
                </a:path>
                <a:path w="64769" h="38100">
                  <a:moveTo>
                    <a:pt x="3810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7620"/>
                  </a:lnTo>
                  <a:close/>
                </a:path>
                <a:path w="64769" h="38100">
                  <a:moveTo>
                    <a:pt x="3810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3810"/>
                  </a:lnTo>
                  <a:close/>
                </a:path>
                <a:path w="64769" h="38100">
                  <a:moveTo>
                    <a:pt x="254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CDBE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7" name="object 1817"/>
            <p:cNvSpPr/>
            <p:nvPr/>
          </p:nvSpPr>
          <p:spPr>
            <a:xfrm>
              <a:off x="3027680" y="2606039"/>
              <a:ext cx="54610" cy="33020"/>
            </a:xfrm>
            <a:custGeom>
              <a:avLst/>
              <a:gdLst/>
              <a:ahLst/>
              <a:cxnLst/>
              <a:rect l="l" t="t" r="r" b="b"/>
              <a:pathLst>
                <a:path w="54610" h="33019">
                  <a:moveTo>
                    <a:pt x="54610" y="31750"/>
                  </a:moveTo>
                  <a:lnTo>
                    <a:pt x="0" y="31750"/>
                  </a:lnTo>
                  <a:lnTo>
                    <a:pt x="0" y="33020"/>
                  </a:lnTo>
                  <a:lnTo>
                    <a:pt x="54610" y="33020"/>
                  </a:lnTo>
                  <a:lnTo>
                    <a:pt x="54610" y="31750"/>
                  </a:lnTo>
                  <a:close/>
                </a:path>
                <a:path w="54610" h="33019">
                  <a:moveTo>
                    <a:pt x="52069" y="30480"/>
                  </a:moveTo>
                  <a:lnTo>
                    <a:pt x="50800" y="30480"/>
                  </a:lnTo>
                  <a:lnTo>
                    <a:pt x="50800" y="31750"/>
                  </a:lnTo>
                  <a:lnTo>
                    <a:pt x="52069" y="31750"/>
                  </a:lnTo>
                  <a:lnTo>
                    <a:pt x="52069" y="30480"/>
                  </a:lnTo>
                  <a:close/>
                </a:path>
                <a:path w="54610" h="33019">
                  <a:moveTo>
                    <a:pt x="3809" y="27939"/>
                  </a:moveTo>
                  <a:lnTo>
                    <a:pt x="0" y="27939"/>
                  </a:lnTo>
                  <a:lnTo>
                    <a:pt x="0" y="30480"/>
                  </a:lnTo>
                  <a:lnTo>
                    <a:pt x="50800" y="30480"/>
                  </a:lnTo>
                  <a:lnTo>
                    <a:pt x="50800" y="29210"/>
                  </a:lnTo>
                  <a:lnTo>
                    <a:pt x="3809" y="29210"/>
                  </a:lnTo>
                  <a:lnTo>
                    <a:pt x="3809" y="27939"/>
                  </a:lnTo>
                  <a:close/>
                </a:path>
                <a:path w="54610" h="33019">
                  <a:moveTo>
                    <a:pt x="3809" y="25400"/>
                  </a:moveTo>
                  <a:lnTo>
                    <a:pt x="0" y="25400"/>
                  </a:lnTo>
                  <a:lnTo>
                    <a:pt x="0" y="26670"/>
                  </a:lnTo>
                  <a:lnTo>
                    <a:pt x="3809" y="26670"/>
                  </a:lnTo>
                  <a:lnTo>
                    <a:pt x="3809" y="25400"/>
                  </a:lnTo>
                  <a:close/>
                </a:path>
                <a:path w="54610" h="33019">
                  <a:moveTo>
                    <a:pt x="3809" y="21589"/>
                  </a:moveTo>
                  <a:lnTo>
                    <a:pt x="0" y="21589"/>
                  </a:lnTo>
                  <a:lnTo>
                    <a:pt x="0" y="24130"/>
                  </a:lnTo>
                  <a:lnTo>
                    <a:pt x="3809" y="24130"/>
                  </a:lnTo>
                  <a:lnTo>
                    <a:pt x="3809" y="21589"/>
                  </a:lnTo>
                  <a:close/>
                </a:path>
                <a:path w="54610" h="33019">
                  <a:moveTo>
                    <a:pt x="3809" y="19050"/>
                  </a:moveTo>
                  <a:lnTo>
                    <a:pt x="0" y="19050"/>
                  </a:lnTo>
                  <a:lnTo>
                    <a:pt x="0" y="20320"/>
                  </a:lnTo>
                  <a:lnTo>
                    <a:pt x="3809" y="20320"/>
                  </a:lnTo>
                  <a:lnTo>
                    <a:pt x="3809" y="19050"/>
                  </a:lnTo>
                  <a:close/>
                </a:path>
                <a:path w="54610" h="33019">
                  <a:moveTo>
                    <a:pt x="3809" y="15239"/>
                  </a:moveTo>
                  <a:lnTo>
                    <a:pt x="0" y="15239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5239"/>
                  </a:lnTo>
                  <a:close/>
                </a:path>
                <a:path w="54610" h="33019">
                  <a:moveTo>
                    <a:pt x="3809" y="12700"/>
                  </a:moveTo>
                  <a:lnTo>
                    <a:pt x="0" y="12700"/>
                  </a:lnTo>
                  <a:lnTo>
                    <a:pt x="0" y="13970"/>
                  </a:lnTo>
                  <a:lnTo>
                    <a:pt x="3809" y="13970"/>
                  </a:lnTo>
                  <a:lnTo>
                    <a:pt x="3809" y="12700"/>
                  </a:lnTo>
                  <a:close/>
                </a:path>
                <a:path w="54610" h="33019">
                  <a:moveTo>
                    <a:pt x="3809" y="8889"/>
                  </a:moveTo>
                  <a:lnTo>
                    <a:pt x="0" y="8889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8889"/>
                  </a:lnTo>
                  <a:close/>
                </a:path>
                <a:path w="54610" h="33019">
                  <a:moveTo>
                    <a:pt x="3809" y="6350"/>
                  </a:moveTo>
                  <a:lnTo>
                    <a:pt x="0" y="6350"/>
                  </a:lnTo>
                  <a:lnTo>
                    <a:pt x="0" y="7620"/>
                  </a:lnTo>
                  <a:lnTo>
                    <a:pt x="3809" y="7620"/>
                  </a:lnTo>
                  <a:lnTo>
                    <a:pt x="3809" y="6350"/>
                  </a:lnTo>
                  <a:close/>
                </a:path>
                <a:path w="54610" h="33019">
                  <a:moveTo>
                    <a:pt x="3809" y="2539"/>
                  </a:moveTo>
                  <a:lnTo>
                    <a:pt x="0" y="2539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2539"/>
                  </a:lnTo>
                  <a:close/>
                </a:path>
                <a:path w="54610" h="33019">
                  <a:moveTo>
                    <a:pt x="2539" y="1270"/>
                  </a:moveTo>
                  <a:lnTo>
                    <a:pt x="1269" y="1270"/>
                  </a:lnTo>
                  <a:lnTo>
                    <a:pt x="1269" y="2539"/>
                  </a:lnTo>
                  <a:lnTo>
                    <a:pt x="2539" y="2539"/>
                  </a:lnTo>
                  <a:lnTo>
                    <a:pt x="2539" y="1270"/>
                  </a:lnTo>
                  <a:close/>
                </a:path>
                <a:path w="54610" h="33019">
                  <a:moveTo>
                    <a:pt x="1269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CCBC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8" name="object 1818"/>
            <p:cNvSpPr/>
            <p:nvPr/>
          </p:nvSpPr>
          <p:spPr>
            <a:xfrm>
              <a:off x="3031489" y="2608579"/>
              <a:ext cx="44450" cy="26670"/>
            </a:xfrm>
            <a:custGeom>
              <a:avLst/>
              <a:gdLst/>
              <a:ahLst/>
              <a:cxnLst/>
              <a:rect l="l" t="t" r="r" b="b"/>
              <a:pathLst>
                <a:path w="44450" h="26669">
                  <a:moveTo>
                    <a:pt x="44450" y="25400"/>
                  </a:moveTo>
                  <a:lnTo>
                    <a:pt x="0" y="25400"/>
                  </a:lnTo>
                  <a:lnTo>
                    <a:pt x="0" y="26670"/>
                  </a:lnTo>
                  <a:lnTo>
                    <a:pt x="44450" y="26670"/>
                  </a:lnTo>
                  <a:lnTo>
                    <a:pt x="44450" y="25400"/>
                  </a:lnTo>
                  <a:close/>
                </a:path>
                <a:path w="44450" h="26669">
                  <a:moveTo>
                    <a:pt x="41910" y="24130"/>
                  </a:moveTo>
                  <a:lnTo>
                    <a:pt x="40640" y="24130"/>
                  </a:lnTo>
                  <a:lnTo>
                    <a:pt x="40640" y="25400"/>
                  </a:lnTo>
                  <a:lnTo>
                    <a:pt x="41910" y="25400"/>
                  </a:lnTo>
                  <a:lnTo>
                    <a:pt x="41910" y="24130"/>
                  </a:lnTo>
                  <a:close/>
                </a:path>
                <a:path w="44450" h="26669">
                  <a:moveTo>
                    <a:pt x="40640" y="22860"/>
                  </a:moveTo>
                  <a:lnTo>
                    <a:pt x="0" y="22860"/>
                  </a:lnTo>
                  <a:lnTo>
                    <a:pt x="0" y="24130"/>
                  </a:lnTo>
                  <a:lnTo>
                    <a:pt x="40640" y="24130"/>
                  </a:lnTo>
                  <a:lnTo>
                    <a:pt x="40640" y="22860"/>
                  </a:lnTo>
                  <a:close/>
                </a:path>
                <a:path w="44450" h="26669">
                  <a:moveTo>
                    <a:pt x="3810" y="19050"/>
                  </a:moveTo>
                  <a:lnTo>
                    <a:pt x="0" y="1905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9050"/>
                  </a:lnTo>
                  <a:close/>
                </a:path>
                <a:path w="44450" h="26669">
                  <a:moveTo>
                    <a:pt x="3810" y="16510"/>
                  </a:moveTo>
                  <a:lnTo>
                    <a:pt x="0" y="1651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6510"/>
                  </a:lnTo>
                  <a:close/>
                </a:path>
                <a:path w="44450" h="26669">
                  <a:moveTo>
                    <a:pt x="3810" y="12700"/>
                  </a:moveTo>
                  <a:lnTo>
                    <a:pt x="0" y="1270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2700"/>
                  </a:lnTo>
                  <a:close/>
                </a:path>
                <a:path w="44450" h="26669">
                  <a:moveTo>
                    <a:pt x="3810" y="10160"/>
                  </a:moveTo>
                  <a:lnTo>
                    <a:pt x="0" y="1016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10160"/>
                  </a:lnTo>
                  <a:close/>
                </a:path>
                <a:path w="44450" h="26669">
                  <a:moveTo>
                    <a:pt x="3810" y="6350"/>
                  </a:moveTo>
                  <a:lnTo>
                    <a:pt x="0" y="635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6350"/>
                  </a:lnTo>
                  <a:close/>
                </a:path>
                <a:path w="44450" h="26669">
                  <a:moveTo>
                    <a:pt x="3810" y="3810"/>
                  </a:moveTo>
                  <a:lnTo>
                    <a:pt x="0" y="381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3810"/>
                  </a:lnTo>
                  <a:close/>
                </a:path>
                <a:path w="44450" h="26669">
                  <a:moveTo>
                    <a:pt x="127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CABB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9" name="object 1819"/>
            <p:cNvSpPr/>
            <p:nvPr/>
          </p:nvSpPr>
          <p:spPr>
            <a:xfrm>
              <a:off x="3035300" y="2611119"/>
              <a:ext cx="34290" cy="20320"/>
            </a:xfrm>
            <a:custGeom>
              <a:avLst/>
              <a:gdLst/>
              <a:ahLst/>
              <a:cxnLst/>
              <a:rect l="l" t="t" r="r" b="b"/>
              <a:pathLst>
                <a:path w="34289" h="20319">
                  <a:moveTo>
                    <a:pt x="34289" y="19050"/>
                  </a:moveTo>
                  <a:lnTo>
                    <a:pt x="31750" y="19050"/>
                  </a:lnTo>
                  <a:lnTo>
                    <a:pt x="31750" y="20319"/>
                  </a:lnTo>
                  <a:lnTo>
                    <a:pt x="34289" y="20319"/>
                  </a:lnTo>
                  <a:lnTo>
                    <a:pt x="34289" y="19050"/>
                  </a:lnTo>
                  <a:close/>
                </a:path>
                <a:path w="34289" h="20319">
                  <a:moveTo>
                    <a:pt x="29210" y="16509"/>
                  </a:moveTo>
                  <a:lnTo>
                    <a:pt x="0" y="16509"/>
                  </a:lnTo>
                  <a:lnTo>
                    <a:pt x="0" y="19050"/>
                  </a:lnTo>
                  <a:lnTo>
                    <a:pt x="31750" y="19050"/>
                  </a:lnTo>
                  <a:lnTo>
                    <a:pt x="31750" y="17779"/>
                  </a:lnTo>
                  <a:lnTo>
                    <a:pt x="29210" y="17779"/>
                  </a:lnTo>
                  <a:lnTo>
                    <a:pt x="29210" y="16509"/>
                  </a:lnTo>
                  <a:close/>
                </a:path>
                <a:path w="34289" h="20319">
                  <a:moveTo>
                    <a:pt x="3810" y="13969"/>
                  </a:moveTo>
                  <a:lnTo>
                    <a:pt x="0" y="1396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3969"/>
                  </a:lnTo>
                  <a:close/>
                </a:path>
                <a:path w="34289" h="20319">
                  <a:moveTo>
                    <a:pt x="3810" y="10159"/>
                  </a:moveTo>
                  <a:lnTo>
                    <a:pt x="0" y="10159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10159"/>
                  </a:lnTo>
                  <a:close/>
                </a:path>
                <a:path w="34289" h="20319">
                  <a:moveTo>
                    <a:pt x="3810" y="7619"/>
                  </a:moveTo>
                  <a:lnTo>
                    <a:pt x="0" y="761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7619"/>
                  </a:lnTo>
                  <a:close/>
                </a:path>
                <a:path w="34289" h="20319">
                  <a:moveTo>
                    <a:pt x="3810" y="3809"/>
                  </a:moveTo>
                  <a:lnTo>
                    <a:pt x="0" y="3809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3809"/>
                  </a:lnTo>
                  <a:close/>
                </a:path>
                <a:path w="34289" h="20319">
                  <a:moveTo>
                    <a:pt x="126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C9BA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0" name="object 1820"/>
            <p:cNvSpPr/>
            <p:nvPr/>
          </p:nvSpPr>
          <p:spPr>
            <a:xfrm>
              <a:off x="3039110" y="2613659"/>
              <a:ext cx="24130" cy="13970"/>
            </a:xfrm>
            <a:custGeom>
              <a:avLst/>
              <a:gdLst/>
              <a:ahLst/>
              <a:cxnLst/>
              <a:rect l="l" t="t" r="r" b="b"/>
              <a:pathLst>
                <a:path w="24130" h="13969">
                  <a:moveTo>
                    <a:pt x="24129" y="12700"/>
                  </a:moveTo>
                  <a:lnTo>
                    <a:pt x="21589" y="12700"/>
                  </a:lnTo>
                  <a:lnTo>
                    <a:pt x="21589" y="13969"/>
                  </a:lnTo>
                  <a:lnTo>
                    <a:pt x="24129" y="13969"/>
                  </a:lnTo>
                  <a:lnTo>
                    <a:pt x="24129" y="12700"/>
                  </a:lnTo>
                  <a:close/>
                </a:path>
                <a:path w="24130" h="13969">
                  <a:moveTo>
                    <a:pt x="21589" y="11429"/>
                  </a:moveTo>
                  <a:lnTo>
                    <a:pt x="0" y="11429"/>
                  </a:lnTo>
                  <a:lnTo>
                    <a:pt x="0" y="12700"/>
                  </a:lnTo>
                  <a:lnTo>
                    <a:pt x="21589" y="12700"/>
                  </a:lnTo>
                  <a:lnTo>
                    <a:pt x="21589" y="11429"/>
                  </a:lnTo>
                  <a:close/>
                </a:path>
                <a:path w="24130" h="13969">
                  <a:moveTo>
                    <a:pt x="19050" y="10160"/>
                  </a:moveTo>
                  <a:lnTo>
                    <a:pt x="17779" y="10160"/>
                  </a:lnTo>
                  <a:lnTo>
                    <a:pt x="17779" y="11429"/>
                  </a:lnTo>
                  <a:lnTo>
                    <a:pt x="19050" y="11429"/>
                  </a:lnTo>
                  <a:lnTo>
                    <a:pt x="19050" y="10160"/>
                  </a:lnTo>
                  <a:close/>
                </a:path>
                <a:path w="24130" h="13969">
                  <a:moveTo>
                    <a:pt x="3809" y="7619"/>
                  </a:moveTo>
                  <a:lnTo>
                    <a:pt x="0" y="7619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7619"/>
                  </a:lnTo>
                  <a:close/>
                </a:path>
                <a:path w="24130" h="13969">
                  <a:moveTo>
                    <a:pt x="3809" y="5079"/>
                  </a:moveTo>
                  <a:lnTo>
                    <a:pt x="0" y="5079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5079"/>
                  </a:lnTo>
                  <a:close/>
                </a:path>
                <a:path w="24130" h="13969">
                  <a:moveTo>
                    <a:pt x="253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C8B8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1" name="object 1821"/>
            <p:cNvSpPr/>
            <p:nvPr/>
          </p:nvSpPr>
          <p:spPr>
            <a:xfrm>
              <a:off x="3042919" y="2616200"/>
              <a:ext cx="13970" cy="7620"/>
            </a:xfrm>
            <a:custGeom>
              <a:avLst/>
              <a:gdLst/>
              <a:ahLst/>
              <a:cxnLst/>
              <a:rect l="l" t="t" r="r" b="b"/>
              <a:pathLst>
                <a:path w="13969" h="7619">
                  <a:moveTo>
                    <a:pt x="11430" y="5079"/>
                  </a:moveTo>
                  <a:lnTo>
                    <a:pt x="0" y="5079"/>
                  </a:lnTo>
                  <a:lnTo>
                    <a:pt x="0" y="7620"/>
                  </a:lnTo>
                  <a:lnTo>
                    <a:pt x="13969" y="7620"/>
                  </a:lnTo>
                  <a:lnTo>
                    <a:pt x="13969" y="6350"/>
                  </a:lnTo>
                  <a:lnTo>
                    <a:pt x="11430" y="6350"/>
                  </a:lnTo>
                  <a:lnTo>
                    <a:pt x="11430" y="5079"/>
                  </a:lnTo>
                  <a:close/>
                </a:path>
                <a:path w="13969" h="7619">
                  <a:moveTo>
                    <a:pt x="8890" y="3810"/>
                  </a:moveTo>
                  <a:lnTo>
                    <a:pt x="7619" y="3810"/>
                  </a:lnTo>
                  <a:lnTo>
                    <a:pt x="7619" y="5079"/>
                  </a:lnTo>
                  <a:lnTo>
                    <a:pt x="8890" y="5079"/>
                  </a:lnTo>
                  <a:lnTo>
                    <a:pt x="8890" y="3810"/>
                  </a:lnTo>
                  <a:close/>
                </a:path>
                <a:path w="13969" h="7619">
                  <a:moveTo>
                    <a:pt x="3810" y="1270"/>
                  </a:moveTo>
                  <a:lnTo>
                    <a:pt x="2540" y="1270"/>
                  </a:lnTo>
                  <a:lnTo>
                    <a:pt x="2540" y="2539"/>
                  </a:lnTo>
                  <a:lnTo>
                    <a:pt x="0" y="2539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70"/>
                  </a:lnTo>
                  <a:close/>
                </a:path>
                <a:path w="13969" h="7619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C7B7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2" name="object 1822"/>
            <p:cNvSpPr/>
            <p:nvPr/>
          </p:nvSpPr>
          <p:spPr>
            <a:xfrm>
              <a:off x="3046730" y="2617469"/>
              <a:ext cx="3810" cy="2540"/>
            </a:xfrm>
            <a:custGeom>
              <a:avLst/>
              <a:gdLst/>
              <a:ahLst/>
              <a:cxnLst/>
              <a:rect l="l" t="t" r="r" b="b"/>
              <a:pathLst>
                <a:path w="3810" h="2539">
                  <a:moveTo>
                    <a:pt x="126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C6B5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3" name="object 1823"/>
            <p:cNvSpPr/>
            <p:nvPr/>
          </p:nvSpPr>
          <p:spPr>
            <a:xfrm>
              <a:off x="2642869" y="2584450"/>
              <a:ext cx="557530" cy="322580"/>
            </a:xfrm>
            <a:custGeom>
              <a:avLst/>
              <a:gdLst/>
              <a:ahLst/>
              <a:cxnLst/>
              <a:rect l="l" t="t" r="r" b="b"/>
              <a:pathLst>
                <a:path w="557530" h="322580">
                  <a:moveTo>
                    <a:pt x="557530" y="123189"/>
                  </a:moveTo>
                  <a:lnTo>
                    <a:pt x="454997" y="182026"/>
                  </a:lnTo>
                  <a:lnTo>
                    <a:pt x="384968" y="222408"/>
                  </a:lnTo>
                  <a:lnTo>
                    <a:pt x="315178" y="263028"/>
                  </a:lnTo>
                  <a:lnTo>
                    <a:pt x="213360" y="322579"/>
                  </a:lnTo>
                  <a:lnTo>
                    <a:pt x="146547" y="297068"/>
                  </a:lnTo>
                  <a:lnTo>
                    <a:pt x="96743" y="273019"/>
                  </a:lnTo>
                  <a:lnTo>
                    <a:pt x="59009" y="249153"/>
                  </a:lnTo>
                  <a:lnTo>
                    <a:pt x="28407" y="224190"/>
                  </a:lnTo>
                  <a:lnTo>
                    <a:pt x="0" y="196850"/>
                  </a:lnTo>
                  <a:lnTo>
                    <a:pt x="127773" y="124837"/>
                  </a:lnTo>
                  <a:lnTo>
                    <a:pt x="239236" y="61753"/>
                  </a:lnTo>
                  <a:lnTo>
                    <a:pt x="318075" y="17006"/>
                  </a:lnTo>
                  <a:lnTo>
                    <a:pt x="347980" y="0"/>
                  </a:lnTo>
                  <a:lnTo>
                    <a:pt x="351254" y="1924"/>
                  </a:lnTo>
                  <a:lnTo>
                    <a:pt x="374173" y="15398"/>
                  </a:lnTo>
                  <a:lnTo>
                    <a:pt x="436383" y="51970"/>
                  </a:lnTo>
                  <a:lnTo>
                    <a:pt x="557530" y="123189"/>
                  </a:lnTo>
                  <a:close/>
                </a:path>
              </a:pathLst>
            </a:custGeom>
            <a:ln w="646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24" name="object 182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671385" y="3183195"/>
              <a:ext cx="160139" cy="141089"/>
            </a:xfrm>
            <a:prstGeom prst="rect">
              <a:avLst/>
            </a:prstGeom>
          </p:spPr>
        </p:pic>
        <p:pic>
          <p:nvPicPr>
            <p:cNvPr id="1825" name="object 182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671385" y="2860615"/>
              <a:ext cx="160139" cy="273169"/>
            </a:xfrm>
            <a:prstGeom prst="rect">
              <a:avLst/>
            </a:prstGeom>
          </p:spPr>
        </p:pic>
        <p:sp>
          <p:nvSpPr>
            <p:cNvPr id="1826" name="object 1826"/>
            <p:cNvSpPr/>
            <p:nvPr/>
          </p:nvSpPr>
          <p:spPr>
            <a:xfrm>
              <a:off x="2645410" y="2588259"/>
              <a:ext cx="552450" cy="798830"/>
            </a:xfrm>
            <a:custGeom>
              <a:avLst/>
              <a:gdLst/>
              <a:ahLst/>
              <a:cxnLst/>
              <a:rect l="l" t="t" r="r" b="b"/>
              <a:pathLst>
                <a:path w="552450" h="798829">
                  <a:moveTo>
                    <a:pt x="344169" y="0"/>
                  </a:moveTo>
                  <a:lnTo>
                    <a:pt x="347424" y="1904"/>
                  </a:lnTo>
                  <a:lnTo>
                    <a:pt x="370204" y="15239"/>
                  </a:lnTo>
                  <a:lnTo>
                    <a:pt x="432038" y="51434"/>
                  </a:lnTo>
                  <a:lnTo>
                    <a:pt x="552450" y="121919"/>
                  </a:lnTo>
                  <a:lnTo>
                    <a:pt x="552450" y="129559"/>
                  </a:lnTo>
                  <a:lnTo>
                    <a:pt x="552450" y="183038"/>
                  </a:lnTo>
                  <a:lnTo>
                    <a:pt x="552450" y="328195"/>
                  </a:lnTo>
                  <a:lnTo>
                    <a:pt x="552450" y="610869"/>
                  </a:lnTo>
                  <a:lnTo>
                    <a:pt x="452159" y="665956"/>
                  </a:lnTo>
                  <a:lnTo>
                    <a:pt x="383539" y="703897"/>
                  </a:lnTo>
                  <a:lnTo>
                    <a:pt x="314920" y="742314"/>
                  </a:lnTo>
                  <a:lnTo>
                    <a:pt x="214629" y="798829"/>
                  </a:lnTo>
                  <a:lnTo>
                    <a:pt x="168046" y="785550"/>
                  </a:lnTo>
                  <a:lnTo>
                    <a:pt x="125729" y="772149"/>
                  </a:lnTo>
                  <a:lnTo>
                    <a:pt x="85242" y="754847"/>
                  </a:lnTo>
                  <a:lnTo>
                    <a:pt x="44145" y="729863"/>
                  </a:lnTo>
                  <a:lnTo>
                    <a:pt x="0" y="693419"/>
                  </a:lnTo>
                  <a:lnTo>
                    <a:pt x="0" y="510619"/>
                  </a:lnTo>
                  <a:lnTo>
                    <a:pt x="0" y="351155"/>
                  </a:lnTo>
                  <a:lnTo>
                    <a:pt x="0" y="238363"/>
                  </a:lnTo>
                  <a:lnTo>
                    <a:pt x="0" y="195579"/>
                  </a:lnTo>
                  <a:lnTo>
                    <a:pt x="5377" y="192524"/>
                  </a:lnTo>
                  <a:lnTo>
                    <a:pt x="43021" y="171132"/>
                  </a:lnTo>
                  <a:lnTo>
                    <a:pt x="145196" y="113069"/>
                  </a:lnTo>
                  <a:lnTo>
                    <a:pt x="344169" y="0"/>
                  </a:lnTo>
                  <a:close/>
                </a:path>
              </a:pathLst>
            </a:custGeom>
            <a:ln w="93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7" name="object 1827"/>
            <p:cNvSpPr/>
            <p:nvPr/>
          </p:nvSpPr>
          <p:spPr>
            <a:xfrm>
              <a:off x="2905760" y="2787650"/>
              <a:ext cx="250190" cy="231140"/>
            </a:xfrm>
            <a:custGeom>
              <a:avLst/>
              <a:gdLst/>
              <a:ahLst/>
              <a:cxnLst/>
              <a:rect l="l" t="t" r="r" b="b"/>
              <a:pathLst>
                <a:path w="250189" h="231139">
                  <a:moveTo>
                    <a:pt x="250189" y="0"/>
                  </a:moveTo>
                  <a:lnTo>
                    <a:pt x="0" y="138429"/>
                  </a:lnTo>
                  <a:lnTo>
                    <a:pt x="0" y="231139"/>
                  </a:lnTo>
                  <a:lnTo>
                    <a:pt x="250189" y="91439"/>
                  </a:lnTo>
                  <a:lnTo>
                    <a:pt x="250189" y="0"/>
                  </a:lnTo>
                  <a:close/>
                </a:path>
              </a:pathLst>
            </a:custGeom>
            <a:solidFill>
              <a:srgbClr val="BBA7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8" name="object 1828"/>
            <p:cNvSpPr/>
            <p:nvPr/>
          </p:nvSpPr>
          <p:spPr>
            <a:xfrm>
              <a:off x="2905760" y="2787650"/>
              <a:ext cx="250190" cy="231140"/>
            </a:xfrm>
            <a:custGeom>
              <a:avLst/>
              <a:gdLst/>
              <a:ahLst/>
              <a:cxnLst/>
              <a:rect l="l" t="t" r="r" b="b"/>
              <a:pathLst>
                <a:path w="250189" h="231139">
                  <a:moveTo>
                    <a:pt x="0" y="138429"/>
                  </a:moveTo>
                  <a:lnTo>
                    <a:pt x="0" y="231139"/>
                  </a:lnTo>
                  <a:lnTo>
                    <a:pt x="250189" y="91439"/>
                  </a:lnTo>
                  <a:lnTo>
                    <a:pt x="250189" y="0"/>
                  </a:lnTo>
                  <a:lnTo>
                    <a:pt x="0" y="138429"/>
                  </a:lnTo>
                  <a:close/>
                </a:path>
              </a:pathLst>
            </a:custGeom>
            <a:ln w="646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9" name="object 1829"/>
            <p:cNvSpPr/>
            <p:nvPr/>
          </p:nvSpPr>
          <p:spPr>
            <a:xfrm>
              <a:off x="2905760" y="2877819"/>
              <a:ext cx="250190" cy="231140"/>
            </a:xfrm>
            <a:custGeom>
              <a:avLst/>
              <a:gdLst/>
              <a:ahLst/>
              <a:cxnLst/>
              <a:rect l="l" t="t" r="r" b="b"/>
              <a:pathLst>
                <a:path w="250189" h="231139">
                  <a:moveTo>
                    <a:pt x="250189" y="0"/>
                  </a:moveTo>
                  <a:lnTo>
                    <a:pt x="0" y="138429"/>
                  </a:lnTo>
                  <a:lnTo>
                    <a:pt x="0" y="231139"/>
                  </a:lnTo>
                  <a:lnTo>
                    <a:pt x="250189" y="92709"/>
                  </a:lnTo>
                  <a:lnTo>
                    <a:pt x="250189" y="0"/>
                  </a:lnTo>
                  <a:close/>
                </a:path>
              </a:pathLst>
            </a:custGeom>
            <a:solidFill>
              <a:srgbClr val="BBA7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0" name="object 1830"/>
            <p:cNvSpPr/>
            <p:nvPr/>
          </p:nvSpPr>
          <p:spPr>
            <a:xfrm>
              <a:off x="2905760" y="2877819"/>
              <a:ext cx="250190" cy="231140"/>
            </a:xfrm>
            <a:custGeom>
              <a:avLst/>
              <a:gdLst/>
              <a:ahLst/>
              <a:cxnLst/>
              <a:rect l="l" t="t" r="r" b="b"/>
              <a:pathLst>
                <a:path w="250189" h="231139">
                  <a:moveTo>
                    <a:pt x="0" y="138429"/>
                  </a:moveTo>
                  <a:lnTo>
                    <a:pt x="0" y="231139"/>
                  </a:lnTo>
                  <a:lnTo>
                    <a:pt x="250189" y="92709"/>
                  </a:lnTo>
                  <a:lnTo>
                    <a:pt x="250189" y="0"/>
                  </a:lnTo>
                  <a:lnTo>
                    <a:pt x="0" y="138429"/>
                  </a:lnTo>
                  <a:close/>
                </a:path>
              </a:pathLst>
            </a:custGeom>
            <a:ln w="646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1" name="object 1831"/>
            <p:cNvSpPr/>
            <p:nvPr/>
          </p:nvSpPr>
          <p:spPr>
            <a:xfrm>
              <a:off x="2905760" y="2967989"/>
              <a:ext cx="250190" cy="231140"/>
            </a:xfrm>
            <a:custGeom>
              <a:avLst/>
              <a:gdLst/>
              <a:ahLst/>
              <a:cxnLst/>
              <a:rect l="l" t="t" r="r" b="b"/>
              <a:pathLst>
                <a:path w="250189" h="231139">
                  <a:moveTo>
                    <a:pt x="250189" y="0"/>
                  </a:moveTo>
                  <a:lnTo>
                    <a:pt x="0" y="138430"/>
                  </a:lnTo>
                  <a:lnTo>
                    <a:pt x="0" y="231139"/>
                  </a:lnTo>
                  <a:lnTo>
                    <a:pt x="250189" y="92710"/>
                  </a:lnTo>
                  <a:lnTo>
                    <a:pt x="250189" y="0"/>
                  </a:lnTo>
                  <a:close/>
                </a:path>
              </a:pathLst>
            </a:custGeom>
            <a:solidFill>
              <a:srgbClr val="BBA7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2" name="object 1832"/>
            <p:cNvSpPr/>
            <p:nvPr/>
          </p:nvSpPr>
          <p:spPr>
            <a:xfrm>
              <a:off x="2905760" y="2967989"/>
              <a:ext cx="250190" cy="231140"/>
            </a:xfrm>
            <a:custGeom>
              <a:avLst/>
              <a:gdLst/>
              <a:ahLst/>
              <a:cxnLst/>
              <a:rect l="l" t="t" r="r" b="b"/>
              <a:pathLst>
                <a:path w="250189" h="231139">
                  <a:moveTo>
                    <a:pt x="0" y="138430"/>
                  </a:moveTo>
                  <a:lnTo>
                    <a:pt x="0" y="231139"/>
                  </a:lnTo>
                  <a:lnTo>
                    <a:pt x="250189" y="92710"/>
                  </a:lnTo>
                  <a:lnTo>
                    <a:pt x="250189" y="0"/>
                  </a:lnTo>
                  <a:lnTo>
                    <a:pt x="0" y="138430"/>
                  </a:lnTo>
                  <a:close/>
                </a:path>
              </a:pathLst>
            </a:custGeom>
            <a:ln w="646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3" name="object 1833"/>
            <p:cNvSpPr/>
            <p:nvPr/>
          </p:nvSpPr>
          <p:spPr>
            <a:xfrm>
              <a:off x="2905760" y="3056889"/>
              <a:ext cx="250190" cy="231140"/>
            </a:xfrm>
            <a:custGeom>
              <a:avLst/>
              <a:gdLst/>
              <a:ahLst/>
              <a:cxnLst/>
              <a:rect l="l" t="t" r="r" b="b"/>
              <a:pathLst>
                <a:path w="250189" h="231139">
                  <a:moveTo>
                    <a:pt x="250189" y="0"/>
                  </a:moveTo>
                  <a:lnTo>
                    <a:pt x="0" y="138430"/>
                  </a:lnTo>
                  <a:lnTo>
                    <a:pt x="0" y="231139"/>
                  </a:lnTo>
                  <a:lnTo>
                    <a:pt x="250189" y="92710"/>
                  </a:lnTo>
                  <a:lnTo>
                    <a:pt x="250189" y="0"/>
                  </a:lnTo>
                  <a:close/>
                </a:path>
              </a:pathLst>
            </a:custGeom>
            <a:solidFill>
              <a:srgbClr val="BBA7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4" name="object 1834"/>
            <p:cNvSpPr/>
            <p:nvPr/>
          </p:nvSpPr>
          <p:spPr>
            <a:xfrm>
              <a:off x="2905760" y="3056889"/>
              <a:ext cx="250190" cy="231140"/>
            </a:xfrm>
            <a:custGeom>
              <a:avLst/>
              <a:gdLst/>
              <a:ahLst/>
              <a:cxnLst/>
              <a:rect l="l" t="t" r="r" b="b"/>
              <a:pathLst>
                <a:path w="250189" h="231139">
                  <a:moveTo>
                    <a:pt x="0" y="138430"/>
                  </a:moveTo>
                  <a:lnTo>
                    <a:pt x="0" y="231139"/>
                  </a:lnTo>
                  <a:lnTo>
                    <a:pt x="250189" y="92710"/>
                  </a:lnTo>
                  <a:lnTo>
                    <a:pt x="250189" y="0"/>
                  </a:lnTo>
                  <a:lnTo>
                    <a:pt x="0" y="138430"/>
                  </a:lnTo>
                  <a:close/>
                </a:path>
              </a:pathLst>
            </a:custGeom>
            <a:ln w="646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5" name="object 1835"/>
            <p:cNvSpPr/>
            <p:nvPr/>
          </p:nvSpPr>
          <p:spPr>
            <a:xfrm>
              <a:off x="5105400" y="1126489"/>
              <a:ext cx="3810000" cy="4801870"/>
            </a:xfrm>
            <a:custGeom>
              <a:avLst/>
              <a:gdLst/>
              <a:ahLst/>
              <a:cxnLst/>
              <a:rect l="l" t="t" r="r" b="b"/>
              <a:pathLst>
                <a:path w="3810000" h="4801870">
                  <a:moveTo>
                    <a:pt x="147320" y="0"/>
                  </a:moveTo>
                  <a:lnTo>
                    <a:pt x="103713" y="8249"/>
                  </a:lnTo>
                  <a:lnTo>
                    <a:pt x="63642" y="30642"/>
                  </a:lnTo>
                  <a:lnTo>
                    <a:pt x="30642" y="63642"/>
                  </a:lnTo>
                  <a:lnTo>
                    <a:pt x="8249" y="103713"/>
                  </a:lnTo>
                  <a:lnTo>
                    <a:pt x="0" y="147320"/>
                  </a:lnTo>
                  <a:lnTo>
                    <a:pt x="0" y="217725"/>
                  </a:lnTo>
                  <a:lnTo>
                    <a:pt x="0" y="710564"/>
                  </a:lnTo>
                  <a:lnTo>
                    <a:pt x="0" y="2048271"/>
                  </a:lnTo>
                  <a:lnTo>
                    <a:pt x="0" y="4653280"/>
                  </a:lnTo>
                  <a:lnTo>
                    <a:pt x="8249" y="4697018"/>
                  </a:lnTo>
                  <a:lnTo>
                    <a:pt x="30642" y="4737404"/>
                  </a:lnTo>
                  <a:lnTo>
                    <a:pt x="63642" y="4770780"/>
                  </a:lnTo>
                  <a:lnTo>
                    <a:pt x="103713" y="4793488"/>
                  </a:lnTo>
                  <a:lnTo>
                    <a:pt x="147320" y="4801870"/>
                  </a:lnTo>
                  <a:lnTo>
                    <a:pt x="202227" y="4801870"/>
                  </a:lnTo>
                  <a:lnTo>
                    <a:pt x="586581" y="4801870"/>
                  </a:lnTo>
                  <a:lnTo>
                    <a:pt x="1629826" y="4801870"/>
                  </a:lnTo>
                  <a:lnTo>
                    <a:pt x="3661409" y="4801870"/>
                  </a:lnTo>
                  <a:lnTo>
                    <a:pt x="3705636" y="4793488"/>
                  </a:lnTo>
                  <a:lnTo>
                    <a:pt x="3746083" y="4770780"/>
                  </a:lnTo>
                  <a:lnTo>
                    <a:pt x="3779276" y="4737404"/>
                  </a:lnTo>
                  <a:lnTo>
                    <a:pt x="3801739" y="4697018"/>
                  </a:lnTo>
                  <a:lnTo>
                    <a:pt x="3810000" y="4653280"/>
                  </a:lnTo>
                  <a:lnTo>
                    <a:pt x="3810000" y="4582874"/>
                  </a:lnTo>
                  <a:lnTo>
                    <a:pt x="3810000" y="4090035"/>
                  </a:lnTo>
                  <a:lnTo>
                    <a:pt x="3810000" y="2752328"/>
                  </a:lnTo>
                  <a:lnTo>
                    <a:pt x="3810000" y="147320"/>
                  </a:lnTo>
                  <a:lnTo>
                    <a:pt x="3801739" y="103713"/>
                  </a:lnTo>
                  <a:lnTo>
                    <a:pt x="3779276" y="63642"/>
                  </a:lnTo>
                  <a:lnTo>
                    <a:pt x="3746083" y="30642"/>
                  </a:lnTo>
                  <a:lnTo>
                    <a:pt x="3705636" y="8249"/>
                  </a:lnTo>
                  <a:lnTo>
                    <a:pt x="3661409" y="0"/>
                  </a:lnTo>
                  <a:lnTo>
                    <a:pt x="3606502" y="0"/>
                  </a:lnTo>
                  <a:lnTo>
                    <a:pt x="3222148" y="0"/>
                  </a:lnTo>
                  <a:lnTo>
                    <a:pt x="2178903" y="0"/>
                  </a:lnTo>
                  <a:lnTo>
                    <a:pt x="147320" y="0"/>
                  </a:lnTo>
                  <a:close/>
                </a:path>
              </a:pathLst>
            </a:custGeom>
            <a:ln w="28393">
              <a:solidFill>
                <a:srgbClr val="BFBFB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36" name="object 1836"/>
          <p:cNvSpPr txBox="1"/>
          <p:nvPr/>
        </p:nvSpPr>
        <p:spPr>
          <a:xfrm>
            <a:off x="5511800" y="1156970"/>
            <a:ext cx="3000375" cy="360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200" b="1" spc="-20" dirty="0">
                <a:solidFill>
                  <a:srgbClr val="333333"/>
                </a:solidFill>
                <a:latin typeface="Arial"/>
                <a:cs typeface="Arial"/>
              </a:rPr>
              <a:t>Disaster</a:t>
            </a:r>
            <a:r>
              <a:rPr sz="2200" b="1" spc="-9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200" b="1" spc="-25" dirty="0">
                <a:solidFill>
                  <a:srgbClr val="333333"/>
                </a:solidFill>
                <a:latin typeface="Arial"/>
                <a:cs typeface="Arial"/>
              </a:rPr>
              <a:t>Recovery</a:t>
            </a:r>
            <a:r>
              <a:rPr sz="2200" b="1" spc="-90" dirty="0">
                <a:solidFill>
                  <a:srgbClr val="333333"/>
                </a:solidFill>
                <a:latin typeface="Arial"/>
                <a:cs typeface="Arial"/>
              </a:rPr>
              <a:t> </a:t>
            </a:r>
            <a:r>
              <a:rPr sz="2200" b="1" spc="-20" dirty="0">
                <a:solidFill>
                  <a:srgbClr val="333333"/>
                </a:solidFill>
                <a:latin typeface="Arial"/>
                <a:cs typeface="Arial"/>
              </a:rPr>
              <a:t>Site</a:t>
            </a:r>
            <a:endParaRPr sz="2200">
              <a:latin typeface="Arial"/>
              <a:cs typeface="Arial"/>
            </a:endParaRPr>
          </a:p>
        </p:txBody>
      </p:sp>
      <p:pic>
        <p:nvPicPr>
          <p:cNvPr id="1837" name="object 1837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5562600" y="3841750"/>
            <a:ext cx="2438400" cy="685800"/>
          </a:xfrm>
          <a:prstGeom prst="rect">
            <a:avLst/>
          </a:prstGeom>
        </p:spPr>
      </p:pic>
      <p:sp>
        <p:nvSpPr>
          <p:cNvPr id="1838" name="object 1838"/>
          <p:cNvSpPr txBox="1"/>
          <p:nvPr/>
        </p:nvSpPr>
        <p:spPr>
          <a:xfrm>
            <a:off x="6126479" y="3933190"/>
            <a:ext cx="1234440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" algn="ctr">
              <a:lnSpc>
                <a:spcPct val="100000"/>
              </a:lnSpc>
              <a:spcBef>
                <a:spcPts val="100"/>
              </a:spcBef>
            </a:pPr>
            <a:r>
              <a:rPr sz="1800" b="1" spc="-25" dirty="0">
                <a:solidFill>
                  <a:srgbClr val="FFFFFF"/>
                </a:solidFill>
                <a:latin typeface="Arial"/>
                <a:cs typeface="Arial"/>
              </a:rPr>
              <a:t>DR</a:t>
            </a:r>
            <a:endParaRPr sz="18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800" b="1" spc="-10" dirty="0">
                <a:solidFill>
                  <a:srgbClr val="FFFFFF"/>
                </a:solidFill>
                <a:latin typeface="Arial"/>
                <a:cs typeface="Arial"/>
              </a:rPr>
              <a:t>Production</a:t>
            </a:r>
            <a:endParaRPr sz="1800">
              <a:latin typeface="Arial"/>
              <a:cs typeface="Arial"/>
            </a:endParaRPr>
          </a:p>
        </p:txBody>
      </p:sp>
      <p:grpSp>
        <p:nvGrpSpPr>
          <p:cNvPr id="1839" name="object 1839"/>
          <p:cNvGrpSpPr/>
          <p:nvPr/>
        </p:nvGrpSpPr>
        <p:grpSpPr>
          <a:xfrm>
            <a:off x="5178107" y="1581467"/>
            <a:ext cx="2479675" cy="4246245"/>
            <a:chOff x="5178107" y="1581467"/>
            <a:chExt cx="2479675" cy="4246245"/>
          </a:xfrm>
        </p:grpSpPr>
        <p:sp>
          <p:nvSpPr>
            <p:cNvPr id="1840" name="object 1840"/>
            <p:cNvSpPr/>
            <p:nvPr/>
          </p:nvSpPr>
          <p:spPr>
            <a:xfrm>
              <a:off x="5824220" y="4756150"/>
              <a:ext cx="1828800" cy="1066800"/>
            </a:xfrm>
            <a:custGeom>
              <a:avLst/>
              <a:gdLst/>
              <a:ahLst/>
              <a:cxnLst/>
              <a:rect l="l" t="t" r="r" b="b"/>
              <a:pathLst>
                <a:path w="1828800" h="1066800">
                  <a:moveTo>
                    <a:pt x="1828800" y="0"/>
                  </a:moveTo>
                  <a:lnTo>
                    <a:pt x="0" y="0"/>
                  </a:lnTo>
                  <a:lnTo>
                    <a:pt x="0" y="1066800"/>
                  </a:lnTo>
                  <a:lnTo>
                    <a:pt x="914400" y="1066800"/>
                  </a:lnTo>
                  <a:lnTo>
                    <a:pt x="1828800" y="1066800"/>
                  </a:lnTo>
                  <a:lnTo>
                    <a:pt x="1828800" y="0"/>
                  </a:lnTo>
                  <a:close/>
                </a:path>
              </a:pathLst>
            </a:custGeom>
            <a:solidFill>
              <a:srgbClr val="BFB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1" name="object 1841"/>
            <p:cNvSpPr/>
            <p:nvPr/>
          </p:nvSpPr>
          <p:spPr>
            <a:xfrm>
              <a:off x="5824220" y="4756150"/>
              <a:ext cx="1828800" cy="1066800"/>
            </a:xfrm>
            <a:custGeom>
              <a:avLst/>
              <a:gdLst/>
              <a:ahLst/>
              <a:cxnLst/>
              <a:rect l="l" t="t" r="r" b="b"/>
              <a:pathLst>
                <a:path w="1828800" h="1066800">
                  <a:moveTo>
                    <a:pt x="914400" y="1066800"/>
                  </a:moveTo>
                  <a:lnTo>
                    <a:pt x="0" y="1066800"/>
                  </a:lnTo>
                  <a:lnTo>
                    <a:pt x="0" y="0"/>
                  </a:lnTo>
                  <a:lnTo>
                    <a:pt x="1828800" y="0"/>
                  </a:lnTo>
                  <a:lnTo>
                    <a:pt x="1828800" y="1066800"/>
                  </a:lnTo>
                  <a:lnTo>
                    <a:pt x="914400" y="1066800"/>
                  </a:lnTo>
                  <a:close/>
                </a:path>
              </a:pathLst>
            </a:custGeom>
            <a:ln w="93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2" name="object 1842"/>
            <p:cNvSpPr/>
            <p:nvPr/>
          </p:nvSpPr>
          <p:spPr>
            <a:xfrm>
              <a:off x="6149340" y="5152389"/>
              <a:ext cx="2540" cy="196850"/>
            </a:xfrm>
            <a:custGeom>
              <a:avLst/>
              <a:gdLst/>
              <a:ahLst/>
              <a:cxnLst/>
              <a:rect l="l" t="t" r="r" b="b"/>
              <a:pathLst>
                <a:path w="2539" h="196850">
                  <a:moveTo>
                    <a:pt x="2540" y="195592"/>
                  </a:moveTo>
                  <a:lnTo>
                    <a:pt x="1270" y="195592"/>
                  </a:lnTo>
                  <a:lnTo>
                    <a:pt x="1270" y="196850"/>
                  </a:lnTo>
                  <a:lnTo>
                    <a:pt x="2540" y="196850"/>
                  </a:lnTo>
                  <a:lnTo>
                    <a:pt x="2540" y="195592"/>
                  </a:lnTo>
                  <a:close/>
                </a:path>
                <a:path w="2539" h="196850">
                  <a:moveTo>
                    <a:pt x="254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195580"/>
                  </a:lnTo>
                  <a:lnTo>
                    <a:pt x="2540" y="19558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3" name="object 1843"/>
            <p:cNvSpPr/>
            <p:nvPr/>
          </p:nvSpPr>
          <p:spPr>
            <a:xfrm>
              <a:off x="6151880" y="5147309"/>
              <a:ext cx="3810" cy="207010"/>
            </a:xfrm>
            <a:custGeom>
              <a:avLst/>
              <a:gdLst/>
              <a:ahLst/>
              <a:cxnLst/>
              <a:rect l="l" t="t" r="r" b="b"/>
              <a:pathLst>
                <a:path w="3810" h="207010">
                  <a:moveTo>
                    <a:pt x="3810" y="0"/>
                  </a:moveTo>
                  <a:lnTo>
                    <a:pt x="2540" y="0"/>
                  </a:lnTo>
                  <a:lnTo>
                    <a:pt x="2540" y="2539"/>
                  </a:lnTo>
                  <a:lnTo>
                    <a:pt x="0" y="2539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10" h="207010">
                  <a:moveTo>
                    <a:pt x="3810" y="5080"/>
                  </a:moveTo>
                  <a:lnTo>
                    <a:pt x="0" y="5080"/>
                  </a:lnTo>
                  <a:lnTo>
                    <a:pt x="0" y="200659"/>
                  </a:lnTo>
                  <a:lnTo>
                    <a:pt x="3810" y="200659"/>
                  </a:lnTo>
                  <a:lnTo>
                    <a:pt x="3810" y="5080"/>
                  </a:lnTo>
                  <a:close/>
                </a:path>
                <a:path w="3810" h="207010">
                  <a:moveTo>
                    <a:pt x="3810" y="200659"/>
                  </a:moveTo>
                  <a:lnTo>
                    <a:pt x="0" y="200659"/>
                  </a:lnTo>
                  <a:lnTo>
                    <a:pt x="0" y="203199"/>
                  </a:lnTo>
                  <a:lnTo>
                    <a:pt x="3810" y="203199"/>
                  </a:lnTo>
                  <a:lnTo>
                    <a:pt x="3810" y="200659"/>
                  </a:lnTo>
                  <a:close/>
                </a:path>
                <a:path w="3810" h="207010">
                  <a:moveTo>
                    <a:pt x="3810" y="203200"/>
                  </a:moveTo>
                  <a:lnTo>
                    <a:pt x="0" y="203200"/>
                  </a:lnTo>
                  <a:lnTo>
                    <a:pt x="0" y="205739"/>
                  </a:lnTo>
                  <a:lnTo>
                    <a:pt x="2540" y="205739"/>
                  </a:lnTo>
                  <a:lnTo>
                    <a:pt x="2540" y="207009"/>
                  </a:lnTo>
                  <a:lnTo>
                    <a:pt x="3810" y="207009"/>
                  </a:lnTo>
                  <a:lnTo>
                    <a:pt x="3810" y="203200"/>
                  </a:lnTo>
                  <a:close/>
                </a:path>
              </a:pathLst>
            </a:custGeom>
            <a:solidFill>
              <a:srgbClr val="CED5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4" name="object 1844"/>
            <p:cNvSpPr/>
            <p:nvPr/>
          </p:nvSpPr>
          <p:spPr>
            <a:xfrm>
              <a:off x="6155690" y="5146039"/>
              <a:ext cx="3810" cy="212090"/>
            </a:xfrm>
            <a:custGeom>
              <a:avLst/>
              <a:gdLst/>
              <a:ahLst/>
              <a:cxnLst/>
              <a:rect l="l" t="t" r="r" b="b"/>
              <a:pathLst>
                <a:path w="3810" h="212089">
                  <a:moveTo>
                    <a:pt x="381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0"/>
                  </a:lnTo>
                  <a:close/>
                </a:path>
                <a:path w="3810" h="212089">
                  <a:moveTo>
                    <a:pt x="3810" y="6349"/>
                  </a:moveTo>
                  <a:lnTo>
                    <a:pt x="0" y="6349"/>
                  </a:lnTo>
                  <a:lnTo>
                    <a:pt x="0" y="201929"/>
                  </a:lnTo>
                  <a:lnTo>
                    <a:pt x="3810" y="201929"/>
                  </a:lnTo>
                  <a:lnTo>
                    <a:pt x="3810" y="6349"/>
                  </a:lnTo>
                  <a:close/>
                </a:path>
                <a:path w="3810" h="212089">
                  <a:moveTo>
                    <a:pt x="3810" y="201929"/>
                  </a:moveTo>
                  <a:lnTo>
                    <a:pt x="0" y="201929"/>
                  </a:lnTo>
                  <a:lnTo>
                    <a:pt x="0" y="204469"/>
                  </a:lnTo>
                  <a:lnTo>
                    <a:pt x="3810" y="204469"/>
                  </a:lnTo>
                  <a:lnTo>
                    <a:pt x="3810" y="201929"/>
                  </a:lnTo>
                  <a:close/>
                </a:path>
                <a:path w="3810" h="212089">
                  <a:moveTo>
                    <a:pt x="3810" y="204469"/>
                  </a:moveTo>
                  <a:lnTo>
                    <a:pt x="0" y="204469"/>
                  </a:lnTo>
                  <a:lnTo>
                    <a:pt x="0" y="208279"/>
                  </a:lnTo>
                  <a:lnTo>
                    <a:pt x="3810" y="208279"/>
                  </a:lnTo>
                  <a:lnTo>
                    <a:pt x="3810" y="204469"/>
                  </a:lnTo>
                  <a:close/>
                </a:path>
                <a:path w="3810" h="212089">
                  <a:moveTo>
                    <a:pt x="3810" y="208279"/>
                  </a:moveTo>
                  <a:lnTo>
                    <a:pt x="0" y="208279"/>
                  </a:lnTo>
                  <a:lnTo>
                    <a:pt x="0" y="209549"/>
                  </a:lnTo>
                  <a:lnTo>
                    <a:pt x="1270" y="209549"/>
                  </a:lnTo>
                  <a:lnTo>
                    <a:pt x="1270" y="210819"/>
                  </a:lnTo>
                  <a:lnTo>
                    <a:pt x="3810" y="210819"/>
                  </a:lnTo>
                  <a:lnTo>
                    <a:pt x="3810" y="208279"/>
                  </a:lnTo>
                  <a:close/>
                </a:path>
                <a:path w="3810" h="212089">
                  <a:moveTo>
                    <a:pt x="3810" y="210819"/>
                  </a:moveTo>
                  <a:lnTo>
                    <a:pt x="2539" y="210819"/>
                  </a:lnTo>
                  <a:lnTo>
                    <a:pt x="2539" y="212089"/>
                  </a:lnTo>
                  <a:lnTo>
                    <a:pt x="3810" y="212089"/>
                  </a:lnTo>
                  <a:lnTo>
                    <a:pt x="3810" y="210819"/>
                  </a:lnTo>
                  <a:close/>
                </a:path>
              </a:pathLst>
            </a:custGeom>
            <a:solidFill>
              <a:srgbClr val="CCD3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5" name="object 1845"/>
            <p:cNvSpPr/>
            <p:nvPr/>
          </p:nvSpPr>
          <p:spPr>
            <a:xfrm>
              <a:off x="6159500" y="5143500"/>
              <a:ext cx="3810" cy="215900"/>
            </a:xfrm>
            <a:custGeom>
              <a:avLst/>
              <a:gdLst/>
              <a:ahLst/>
              <a:cxnLst/>
              <a:rect l="l" t="t" r="r" b="b"/>
              <a:pathLst>
                <a:path w="3810" h="215900">
                  <a:moveTo>
                    <a:pt x="3810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215900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10" h="215900">
                  <a:moveTo>
                    <a:pt x="3810" y="8890"/>
                  </a:moveTo>
                  <a:lnTo>
                    <a:pt x="0" y="8890"/>
                  </a:lnTo>
                  <a:lnTo>
                    <a:pt x="0" y="204469"/>
                  </a:lnTo>
                  <a:lnTo>
                    <a:pt x="3810" y="204469"/>
                  </a:lnTo>
                  <a:lnTo>
                    <a:pt x="3810" y="8890"/>
                  </a:lnTo>
                  <a:close/>
                </a:path>
                <a:path w="3810" h="215900">
                  <a:moveTo>
                    <a:pt x="3810" y="204470"/>
                  </a:moveTo>
                  <a:lnTo>
                    <a:pt x="0" y="204470"/>
                  </a:lnTo>
                  <a:lnTo>
                    <a:pt x="0" y="207009"/>
                  </a:lnTo>
                  <a:lnTo>
                    <a:pt x="3810" y="207009"/>
                  </a:lnTo>
                  <a:lnTo>
                    <a:pt x="3810" y="204470"/>
                  </a:lnTo>
                  <a:close/>
                </a:path>
                <a:path w="3810" h="215900">
                  <a:moveTo>
                    <a:pt x="3810" y="207010"/>
                  </a:moveTo>
                  <a:lnTo>
                    <a:pt x="0" y="207010"/>
                  </a:lnTo>
                  <a:lnTo>
                    <a:pt x="0" y="210819"/>
                  </a:lnTo>
                  <a:lnTo>
                    <a:pt x="3810" y="210819"/>
                  </a:lnTo>
                  <a:lnTo>
                    <a:pt x="3810" y="207010"/>
                  </a:lnTo>
                  <a:close/>
                </a:path>
                <a:path w="3810" h="215900">
                  <a:moveTo>
                    <a:pt x="3810" y="210820"/>
                  </a:moveTo>
                  <a:lnTo>
                    <a:pt x="0" y="210820"/>
                  </a:lnTo>
                  <a:lnTo>
                    <a:pt x="0" y="213359"/>
                  </a:lnTo>
                  <a:lnTo>
                    <a:pt x="3810" y="213359"/>
                  </a:lnTo>
                  <a:lnTo>
                    <a:pt x="3810" y="210820"/>
                  </a:lnTo>
                  <a:close/>
                </a:path>
                <a:path w="3810" h="215900">
                  <a:moveTo>
                    <a:pt x="3810" y="213360"/>
                  </a:moveTo>
                  <a:lnTo>
                    <a:pt x="0" y="213360"/>
                  </a:lnTo>
                  <a:lnTo>
                    <a:pt x="0" y="214630"/>
                  </a:lnTo>
                  <a:lnTo>
                    <a:pt x="1270" y="214630"/>
                  </a:lnTo>
                  <a:lnTo>
                    <a:pt x="1270" y="215900"/>
                  </a:lnTo>
                  <a:lnTo>
                    <a:pt x="3810" y="215900"/>
                  </a:lnTo>
                  <a:lnTo>
                    <a:pt x="3810" y="213360"/>
                  </a:lnTo>
                  <a:close/>
                </a:path>
              </a:pathLst>
            </a:custGeom>
            <a:solidFill>
              <a:srgbClr val="C9D1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6" name="object 1846"/>
            <p:cNvSpPr/>
            <p:nvPr/>
          </p:nvSpPr>
          <p:spPr>
            <a:xfrm>
              <a:off x="6163310" y="5142230"/>
              <a:ext cx="3810" cy="218440"/>
            </a:xfrm>
            <a:custGeom>
              <a:avLst/>
              <a:gdLst/>
              <a:ahLst/>
              <a:cxnLst/>
              <a:rect l="l" t="t" r="r" b="b"/>
              <a:pathLst>
                <a:path w="3810" h="218439">
                  <a:moveTo>
                    <a:pt x="3810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10" h="218439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10" h="218439">
                  <a:moveTo>
                    <a:pt x="3810" y="10160"/>
                  </a:moveTo>
                  <a:lnTo>
                    <a:pt x="0" y="10160"/>
                  </a:lnTo>
                  <a:lnTo>
                    <a:pt x="0" y="205740"/>
                  </a:lnTo>
                  <a:lnTo>
                    <a:pt x="3810" y="205740"/>
                  </a:lnTo>
                  <a:lnTo>
                    <a:pt x="3810" y="10160"/>
                  </a:lnTo>
                  <a:close/>
                </a:path>
                <a:path w="3810" h="218439">
                  <a:moveTo>
                    <a:pt x="3810" y="205740"/>
                  </a:moveTo>
                  <a:lnTo>
                    <a:pt x="0" y="205740"/>
                  </a:lnTo>
                  <a:lnTo>
                    <a:pt x="0" y="208280"/>
                  </a:lnTo>
                  <a:lnTo>
                    <a:pt x="3810" y="208280"/>
                  </a:lnTo>
                  <a:lnTo>
                    <a:pt x="3810" y="205740"/>
                  </a:lnTo>
                  <a:close/>
                </a:path>
                <a:path w="3810" h="218439">
                  <a:moveTo>
                    <a:pt x="3810" y="208280"/>
                  </a:moveTo>
                  <a:lnTo>
                    <a:pt x="0" y="208280"/>
                  </a:lnTo>
                  <a:lnTo>
                    <a:pt x="0" y="212090"/>
                  </a:lnTo>
                  <a:lnTo>
                    <a:pt x="3810" y="212090"/>
                  </a:lnTo>
                  <a:lnTo>
                    <a:pt x="3810" y="208280"/>
                  </a:lnTo>
                  <a:close/>
                </a:path>
                <a:path w="3810" h="218439">
                  <a:moveTo>
                    <a:pt x="3810" y="212090"/>
                  </a:moveTo>
                  <a:lnTo>
                    <a:pt x="0" y="212090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212090"/>
                  </a:lnTo>
                  <a:close/>
                </a:path>
                <a:path w="3810" h="218439">
                  <a:moveTo>
                    <a:pt x="3810" y="214630"/>
                  </a:moveTo>
                  <a:lnTo>
                    <a:pt x="0" y="214630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4630"/>
                  </a:lnTo>
                  <a:close/>
                </a:path>
              </a:pathLst>
            </a:custGeom>
            <a:solidFill>
              <a:srgbClr val="C6CF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7" name="object 1847"/>
            <p:cNvSpPr/>
            <p:nvPr/>
          </p:nvSpPr>
          <p:spPr>
            <a:xfrm>
              <a:off x="6167120" y="5140959"/>
              <a:ext cx="3810" cy="222250"/>
            </a:xfrm>
            <a:custGeom>
              <a:avLst/>
              <a:gdLst/>
              <a:ahLst/>
              <a:cxnLst/>
              <a:rect l="l" t="t" r="r" b="b"/>
              <a:pathLst>
                <a:path w="3810" h="222250">
                  <a:moveTo>
                    <a:pt x="380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0"/>
                  </a:lnTo>
                  <a:close/>
                </a:path>
                <a:path w="3810" h="222250">
                  <a:moveTo>
                    <a:pt x="380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5080"/>
                  </a:lnTo>
                  <a:close/>
                </a:path>
                <a:path w="3810" h="222250">
                  <a:moveTo>
                    <a:pt x="3809" y="11430"/>
                  </a:moveTo>
                  <a:lnTo>
                    <a:pt x="0" y="11430"/>
                  </a:lnTo>
                  <a:lnTo>
                    <a:pt x="0" y="207009"/>
                  </a:lnTo>
                  <a:lnTo>
                    <a:pt x="3809" y="207009"/>
                  </a:lnTo>
                  <a:lnTo>
                    <a:pt x="3809" y="11430"/>
                  </a:lnTo>
                  <a:close/>
                </a:path>
                <a:path w="3810" h="222250">
                  <a:moveTo>
                    <a:pt x="3809" y="207009"/>
                  </a:moveTo>
                  <a:lnTo>
                    <a:pt x="0" y="207009"/>
                  </a:lnTo>
                  <a:lnTo>
                    <a:pt x="0" y="209549"/>
                  </a:lnTo>
                  <a:lnTo>
                    <a:pt x="3809" y="209549"/>
                  </a:lnTo>
                  <a:lnTo>
                    <a:pt x="3809" y="207009"/>
                  </a:lnTo>
                  <a:close/>
                </a:path>
                <a:path w="3810" h="222250">
                  <a:moveTo>
                    <a:pt x="3809" y="209550"/>
                  </a:moveTo>
                  <a:lnTo>
                    <a:pt x="0" y="209550"/>
                  </a:lnTo>
                  <a:lnTo>
                    <a:pt x="0" y="213359"/>
                  </a:lnTo>
                  <a:lnTo>
                    <a:pt x="3809" y="213359"/>
                  </a:lnTo>
                  <a:lnTo>
                    <a:pt x="3809" y="209550"/>
                  </a:lnTo>
                  <a:close/>
                </a:path>
                <a:path w="3810" h="222250">
                  <a:moveTo>
                    <a:pt x="3809" y="213359"/>
                  </a:moveTo>
                  <a:lnTo>
                    <a:pt x="0" y="213359"/>
                  </a:lnTo>
                  <a:lnTo>
                    <a:pt x="0" y="215899"/>
                  </a:lnTo>
                  <a:lnTo>
                    <a:pt x="3809" y="215899"/>
                  </a:lnTo>
                  <a:lnTo>
                    <a:pt x="3809" y="213359"/>
                  </a:lnTo>
                  <a:close/>
                </a:path>
                <a:path w="3810" h="222250">
                  <a:moveTo>
                    <a:pt x="3809" y="215900"/>
                  </a:moveTo>
                  <a:lnTo>
                    <a:pt x="0" y="215900"/>
                  </a:lnTo>
                  <a:lnTo>
                    <a:pt x="0" y="219709"/>
                  </a:lnTo>
                  <a:lnTo>
                    <a:pt x="3809" y="219709"/>
                  </a:lnTo>
                  <a:lnTo>
                    <a:pt x="3809" y="215900"/>
                  </a:lnTo>
                  <a:close/>
                </a:path>
                <a:path w="3810" h="222250">
                  <a:moveTo>
                    <a:pt x="3809" y="219709"/>
                  </a:moveTo>
                  <a:lnTo>
                    <a:pt x="0" y="219709"/>
                  </a:lnTo>
                  <a:lnTo>
                    <a:pt x="0" y="220979"/>
                  </a:lnTo>
                  <a:lnTo>
                    <a:pt x="2539" y="220979"/>
                  </a:lnTo>
                  <a:lnTo>
                    <a:pt x="2539" y="222249"/>
                  </a:lnTo>
                  <a:lnTo>
                    <a:pt x="3809" y="222249"/>
                  </a:lnTo>
                  <a:lnTo>
                    <a:pt x="3809" y="219709"/>
                  </a:lnTo>
                  <a:close/>
                </a:path>
              </a:pathLst>
            </a:custGeom>
            <a:solidFill>
              <a:srgbClr val="C3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8" name="object 1848"/>
            <p:cNvSpPr/>
            <p:nvPr/>
          </p:nvSpPr>
          <p:spPr>
            <a:xfrm>
              <a:off x="6170930" y="5139702"/>
              <a:ext cx="2540" cy="223520"/>
            </a:xfrm>
            <a:custGeom>
              <a:avLst/>
              <a:gdLst/>
              <a:ahLst/>
              <a:cxnLst/>
              <a:rect l="l" t="t" r="r" b="b"/>
              <a:pathLst>
                <a:path w="2539" h="223520">
                  <a:moveTo>
                    <a:pt x="2540" y="220980"/>
                  </a:moveTo>
                  <a:lnTo>
                    <a:pt x="0" y="220980"/>
                  </a:lnTo>
                  <a:lnTo>
                    <a:pt x="0" y="223507"/>
                  </a:lnTo>
                  <a:lnTo>
                    <a:pt x="2540" y="223507"/>
                  </a:lnTo>
                  <a:lnTo>
                    <a:pt x="2540" y="220980"/>
                  </a:lnTo>
                  <a:close/>
                </a:path>
                <a:path w="2539" h="223520">
                  <a:moveTo>
                    <a:pt x="2540" y="217170"/>
                  </a:moveTo>
                  <a:lnTo>
                    <a:pt x="0" y="217170"/>
                  </a:lnTo>
                  <a:lnTo>
                    <a:pt x="0" y="220967"/>
                  </a:lnTo>
                  <a:lnTo>
                    <a:pt x="2540" y="220967"/>
                  </a:lnTo>
                  <a:lnTo>
                    <a:pt x="2540" y="217170"/>
                  </a:lnTo>
                  <a:close/>
                </a:path>
                <a:path w="2539" h="223520">
                  <a:moveTo>
                    <a:pt x="2540" y="214630"/>
                  </a:moveTo>
                  <a:lnTo>
                    <a:pt x="0" y="214630"/>
                  </a:lnTo>
                  <a:lnTo>
                    <a:pt x="0" y="217157"/>
                  </a:lnTo>
                  <a:lnTo>
                    <a:pt x="2540" y="217157"/>
                  </a:lnTo>
                  <a:lnTo>
                    <a:pt x="2540" y="214630"/>
                  </a:lnTo>
                  <a:close/>
                </a:path>
                <a:path w="2539" h="223520">
                  <a:moveTo>
                    <a:pt x="2540" y="210820"/>
                  </a:moveTo>
                  <a:lnTo>
                    <a:pt x="0" y="210820"/>
                  </a:lnTo>
                  <a:lnTo>
                    <a:pt x="0" y="214617"/>
                  </a:lnTo>
                  <a:lnTo>
                    <a:pt x="2540" y="214617"/>
                  </a:lnTo>
                  <a:lnTo>
                    <a:pt x="2540" y="210820"/>
                  </a:lnTo>
                  <a:close/>
                </a:path>
                <a:path w="2539" h="223520">
                  <a:moveTo>
                    <a:pt x="2540" y="208280"/>
                  </a:moveTo>
                  <a:lnTo>
                    <a:pt x="0" y="208280"/>
                  </a:lnTo>
                  <a:lnTo>
                    <a:pt x="0" y="210807"/>
                  </a:lnTo>
                  <a:lnTo>
                    <a:pt x="2540" y="210807"/>
                  </a:lnTo>
                  <a:lnTo>
                    <a:pt x="2540" y="208280"/>
                  </a:lnTo>
                  <a:close/>
                </a:path>
                <a:path w="2539" h="223520">
                  <a:moveTo>
                    <a:pt x="2540" y="12700"/>
                  </a:moveTo>
                  <a:lnTo>
                    <a:pt x="0" y="12700"/>
                  </a:lnTo>
                  <a:lnTo>
                    <a:pt x="0" y="208267"/>
                  </a:lnTo>
                  <a:lnTo>
                    <a:pt x="2540" y="208267"/>
                  </a:lnTo>
                  <a:lnTo>
                    <a:pt x="2540" y="12700"/>
                  </a:lnTo>
                  <a:close/>
                </a:path>
                <a:path w="2539" h="223520">
                  <a:moveTo>
                    <a:pt x="254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6350"/>
                  </a:lnTo>
                  <a:close/>
                </a:path>
                <a:path w="2539" h="223520">
                  <a:moveTo>
                    <a:pt x="254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9" name="object 1849"/>
            <p:cNvSpPr/>
            <p:nvPr/>
          </p:nvSpPr>
          <p:spPr>
            <a:xfrm>
              <a:off x="6173470" y="5138419"/>
              <a:ext cx="3810" cy="226060"/>
            </a:xfrm>
            <a:custGeom>
              <a:avLst/>
              <a:gdLst/>
              <a:ahLst/>
              <a:cxnLst/>
              <a:rect l="l" t="t" r="r" b="b"/>
              <a:pathLst>
                <a:path w="3810" h="226060">
                  <a:moveTo>
                    <a:pt x="3810" y="224802"/>
                  </a:moveTo>
                  <a:lnTo>
                    <a:pt x="0" y="22480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4802"/>
                  </a:lnTo>
                  <a:close/>
                </a:path>
                <a:path w="3810" h="226060">
                  <a:moveTo>
                    <a:pt x="3810" y="13982"/>
                  </a:moveTo>
                  <a:lnTo>
                    <a:pt x="0" y="13982"/>
                  </a:lnTo>
                  <a:lnTo>
                    <a:pt x="0" y="209550"/>
                  </a:lnTo>
                  <a:lnTo>
                    <a:pt x="3810" y="209550"/>
                  </a:lnTo>
                  <a:lnTo>
                    <a:pt x="3810" y="13982"/>
                  </a:lnTo>
                  <a:close/>
                </a:path>
                <a:path w="3810" h="2260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260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260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0" name="object 1850"/>
            <p:cNvSpPr/>
            <p:nvPr/>
          </p:nvSpPr>
          <p:spPr>
            <a:xfrm>
              <a:off x="6177280" y="5137150"/>
              <a:ext cx="3810" cy="228600"/>
            </a:xfrm>
            <a:custGeom>
              <a:avLst/>
              <a:gdLst/>
              <a:ahLst/>
              <a:cxnLst/>
              <a:rect l="l" t="t" r="r" b="b"/>
              <a:pathLst>
                <a:path w="3810" h="228600">
                  <a:moveTo>
                    <a:pt x="3810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228600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10" h="228600">
                  <a:moveTo>
                    <a:pt x="381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8890"/>
                  </a:lnTo>
                  <a:close/>
                </a:path>
                <a:path w="3810" h="228600">
                  <a:moveTo>
                    <a:pt x="3810" y="15240"/>
                  </a:moveTo>
                  <a:lnTo>
                    <a:pt x="0" y="15240"/>
                  </a:lnTo>
                  <a:lnTo>
                    <a:pt x="0" y="210819"/>
                  </a:lnTo>
                  <a:lnTo>
                    <a:pt x="3810" y="210819"/>
                  </a:lnTo>
                  <a:lnTo>
                    <a:pt x="3810" y="15240"/>
                  </a:lnTo>
                  <a:close/>
                </a:path>
                <a:path w="3810" h="228600">
                  <a:moveTo>
                    <a:pt x="3810" y="210820"/>
                  </a:moveTo>
                  <a:lnTo>
                    <a:pt x="0" y="210820"/>
                  </a:lnTo>
                  <a:lnTo>
                    <a:pt x="0" y="213359"/>
                  </a:lnTo>
                  <a:lnTo>
                    <a:pt x="3810" y="213359"/>
                  </a:lnTo>
                  <a:lnTo>
                    <a:pt x="3810" y="210820"/>
                  </a:lnTo>
                  <a:close/>
                </a:path>
                <a:path w="3810" h="228600">
                  <a:moveTo>
                    <a:pt x="3810" y="213360"/>
                  </a:moveTo>
                  <a:lnTo>
                    <a:pt x="0" y="213360"/>
                  </a:lnTo>
                  <a:lnTo>
                    <a:pt x="0" y="217169"/>
                  </a:lnTo>
                  <a:lnTo>
                    <a:pt x="3810" y="217169"/>
                  </a:lnTo>
                  <a:lnTo>
                    <a:pt x="3810" y="213360"/>
                  </a:lnTo>
                  <a:close/>
                </a:path>
                <a:path w="3810" h="228600">
                  <a:moveTo>
                    <a:pt x="3810" y="217170"/>
                  </a:moveTo>
                  <a:lnTo>
                    <a:pt x="0" y="217170"/>
                  </a:lnTo>
                  <a:lnTo>
                    <a:pt x="0" y="219709"/>
                  </a:lnTo>
                  <a:lnTo>
                    <a:pt x="3810" y="219709"/>
                  </a:lnTo>
                  <a:lnTo>
                    <a:pt x="3810" y="217170"/>
                  </a:lnTo>
                  <a:close/>
                </a:path>
                <a:path w="3810" h="228600">
                  <a:moveTo>
                    <a:pt x="3810" y="219710"/>
                  </a:moveTo>
                  <a:lnTo>
                    <a:pt x="0" y="219710"/>
                  </a:lnTo>
                  <a:lnTo>
                    <a:pt x="0" y="223519"/>
                  </a:lnTo>
                  <a:lnTo>
                    <a:pt x="3810" y="223519"/>
                  </a:lnTo>
                  <a:lnTo>
                    <a:pt x="3810" y="219710"/>
                  </a:lnTo>
                  <a:close/>
                </a:path>
                <a:path w="3810" h="228600">
                  <a:moveTo>
                    <a:pt x="3810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23520"/>
                  </a:lnTo>
                  <a:close/>
                </a:path>
                <a:path w="3810" h="228600">
                  <a:moveTo>
                    <a:pt x="3810" y="226060"/>
                  </a:moveTo>
                  <a:lnTo>
                    <a:pt x="0" y="226060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6060"/>
                  </a:lnTo>
                  <a:close/>
                </a:path>
              </a:pathLst>
            </a:custGeom>
            <a:solidFill>
              <a:srgbClr val="BB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1" name="object 1851"/>
            <p:cNvSpPr/>
            <p:nvPr/>
          </p:nvSpPr>
          <p:spPr>
            <a:xfrm>
              <a:off x="6181090" y="5135880"/>
              <a:ext cx="3810" cy="231140"/>
            </a:xfrm>
            <a:custGeom>
              <a:avLst/>
              <a:gdLst/>
              <a:ahLst/>
              <a:cxnLst/>
              <a:rect l="l" t="t" r="r" b="b"/>
              <a:pathLst>
                <a:path w="3810" h="231139">
                  <a:moveTo>
                    <a:pt x="3810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10" h="231139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10" h="231139">
                  <a:moveTo>
                    <a:pt x="381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60"/>
                  </a:lnTo>
                  <a:close/>
                </a:path>
                <a:path w="3810" h="231139">
                  <a:moveTo>
                    <a:pt x="3810" y="16510"/>
                  </a:moveTo>
                  <a:lnTo>
                    <a:pt x="0" y="16510"/>
                  </a:lnTo>
                  <a:lnTo>
                    <a:pt x="0" y="212090"/>
                  </a:lnTo>
                  <a:lnTo>
                    <a:pt x="3810" y="212090"/>
                  </a:lnTo>
                  <a:lnTo>
                    <a:pt x="3810" y="16510"/>
                  </a:lnTo>
                  <a:close/>
                </a:path>
                <a:path w="3810" h="231139">
                  <a:moveTo>
                    <a:pt x="3810" y="212090"/>
                  </a:moveTo>
                  <a:lnTo>
                    <a:pt x="0" y="212090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212090"/>
                  </a:lnTo>
                  <a:close/>
                </a:path>
                <a:path w="3810" h="231139">
                  <a:moveTo>
                    <a:pt x="3810" y="214630"/>
                  </a:moveTo>
                  <a:lnTo>
                    <a:pt x="0" y="214630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4630"/>
                  </a:lnTo>
                  <a:close/>
                </a:path>
                <a:path w="3810" h="231139">
                  <a:moveTo>
                    <a:pt x="3810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8440"/>
                  </a:lnTo>
                  <a:close/>
                </a:path>
                <a:path w="3810" h="231139">
                  <a:moveTo>
                    <a:pt x="3810" y="220980"/>
                  </a:moveTo>
                  <a:lnTo>
                    <a:pt x="0" y="220980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0980"/>
                  </a:lnTo>
                  <a:close/>
                </a:path>
                <a:path w="3810" h="231139">
                  <a:moveTo>
                    <a:pt x="3810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790"/>
                  </a:lnTo>
                  <a:close/>
                </a:path>
                <a:path w="3810" h="231139">
                  <a:moveTo>
                    <a:pt x="3810" y="227330"/>
                  </a:moveTo>
                  <a:lnTo>
                    <a:pt x="0" y="227330"/>
                  </a:lnTo>
                  <a:lnTo>
                    <a:pt x="0" y="229870"/>
                  </a:lnTo>
                  <a:lnTo>
                    <a:pt x="1270" y="229870"/>
                  </a:lnTo>
                  <a:lnTo>
                    <a:pt x="1270" y="231140"/>
                  </a:lnTo>
                  <a:lnTo>
                    <a:pt x="3810" y="231140"/>
                  </a:lnTo>
                  <a:lnTo>
                    <a:pt x="3810" y="227330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2" name="object 1852"/>
            <p:cNvSpPr/>
            <p:nvPr/>
          </p:nvSpPr>
          <p:spPr>
            <a:xfrm>
              <a:off x="6184900" y="5135880"/>
              <a:ext cx="3810" cy="231140"/>
            </a:xfrm>
            <a:custGeom>
              <a:avLst/>
              <a:gdLst/>
              <a:ahLst/>
              <a:cxnLst/>
              <a:rect l="l" t="t" r="r" b="b"/>
              <a:pathLst>
                <a:path w="3810" h="231139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31139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31139">
                  <a:moveTo>
                    <a:pt x="381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0992"/>
                  </a:lnTo>
                  <a:close/>
                </a:path>
                <a:path w="3810" h="231139">
                  <a:moveTo>
                    <a:pt x="3810" y="218452"/>
                  </a:moveTo>
                  <a:lnTo>
                    <a:pt x="0" y="21845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8452"/>
                  </a:lnTo>
                  <a:close/>
                </a:path>
                <a:path w="3810" h="231139">
                  <a:moveTo>
                    <a:pt x="3810" y="214642"/>
                  </a:moveTo>
                  <a:lnTo>
                    <a:pt x="0" y="214642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4642"/>
                  </a:lnTo>
                  <a:close/>
                </a:path>
                <a:path w="3810" h="231139">
                  <a:moveTo>
                    <a:pt x="3810" y="212102"/>
                  </a:moveTo>
                  <a:lnTo>
                    <a:pt x="0" y="212102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212102"/>
                  </a:lnTo>
                  <a:close/>
                </a:path>
                <a:path w="3810" h="231139">
                  <a:moveTo>
                    <a:pt x="3810" y="16522"/>
                  </a:moveTo>
                  <a:lnTo>
                    <a:pt x="0" y="16522"/>
                  </a:lnTo>
                  <a:lnTo>
                    <a:pt x="0" y="212090"/>
                  </a:lnTo>
                  <a:lnTo>
                    <a:pt x="3810" y="212090"/>
                  </a:lnTo>
                  <a:lnTo>
                    <a:pt x="3810" y="16522"/>
                  </a:lnTo>
                  <a:close/>
                </a:path>
                <a:path w="3810" h="231139">
                  <a:moveTo>
                    <a:pt x="381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72"/>
                  </a:lnTo>
                  <a:close/>
                </a:path>
                <a:path w="3810" h="231139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10" h="231139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6C1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3" name="object 1853"/>
            <p:cNvSpPr/>
            <p:nvPr/>
          </p:nvSpPr>
          <p:spPr>
            <a:xfrm>
              <a:off x="6188710" y="5133339"/>
              <a:ext cx="3810" cy="234950"/>
            </a:xfrm>
            <a:custGeom>
              <a:avLst/>
              <a:gdLst/>
              <a:ahLst/>
              <a:cxnLst/>
              <a:rect l="l" t="t" r="r" b="b"/>
              <a:pathLst>
                <a:path w="3810" h="234950">
                  <a:moveTo>
                    <a:pt x="3810" y="0"/>
                  </a:moveTo>
                  <a:lnTo>
                    <a:pt x="2539" y="0"/>
                  </a:lnTo>
                  <a:lnTo>
                    <a:pt x="2539" y="1269"/>
                  </a:lnTo>
                  <a:lnTo>
                    <a:pt x="0" y="126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0"/>
                  </a:lnTo>
                  <a:close/>
                </a:path>
                <a:path w="3810" h="234950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10" h="234950">
                  <a:moveTo>
                    <a:pt x="381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2699"/>
                  </a:lnTo>
                  <a:close/>
                </a:path>
                <a:path w="3810" h="234950">
                  <a:moveTo>
                    <a:pt x="3810" y="19049"/>
                  </a:moveTo>
                  <a:lnTo>
                    <a:pt x="0" y="19049"/>
                  </a:lnTo>
                  <a:lnTo>
                    <a:pt x="0" y="214629"/>
                  </a:lnTo>
                  <a:lnTo>
                    <a:pt x="3810" y="214629"/>
                  </a:lnTo>
                  <a:lnTo>
                    <a:pt x="3810" y="19049"/>
                  </a:lnTo>
                  <a:close/>
                </a:path>
                <a:path w="3810" h="234950">
                  <a:moveTo>
                    <a:pt x="3810" y="214629"/>
                  </a:moveTo>
                  <a:lnTo>
                    <a:pt x="0" y="214629"/>
                  </a:lnTo>
                  <a:lnTo>
                    <a:pt x="0" y="217169"/>
                  </a:lnTo>
                  <a:lnTo>
                    <a:pt x="3810" y="217169"/>
                  </a:lnTo>
                  <a:lnTo>
                    <a:pt x="3810" y="214629"/>
                  </a:lnTo>
                  <a:close/>
                </a:path>
                <a:path w="3810" h="234950">
                  <a:moveTo>
                    <a:pt x="3810" y="217169"/>
                  </a:moveTo>
                  <a:lnTo>
                    <a:pt x="0" y="217169"/>
                  </a:lnTo>
                  <a:lnTo>
                    <a:pt x="0" y="220979"/>
                  </a:lnTo>
                  <a:lnTo>
                    <a:pt x="3810" y="220979"/>
                  </a:lnTo>
                  <a:lnTo>
                    <a:pt x="3810" y="217169"/>
                  </a:lnTo>
                  <a:close/>
                </a:path>
                <a:path w="3810" h="234950">
                  <a:moveTo>
                    <a:pt x="3810" y="220979"/>
                  </a:moveTo>
                  <a:lnTo>
                    <a:pt x="0" y="220979"/>
                  </a:lnTo>
                  <a:lnTo>
                    <a:pt x="0" y="223519"/>
                  </a:lnTo>
                  <a:lnTo>
                    <a:pt x="3810" y="223519"/>
                  </a:lnTo>
                  <a:lnTo>
                    <a:pt x="3810" y="220979"/>
                  </a:lnTo>
                  <a:close/>
                </a:path>
                <a:path w="3810" h="234950">
                  <a:moveTo>
                    <a:pt x="3810" y="223519"/>
                  </a:moveTo>
                  <a:lnTo>
                    <a:pt x="0" y="223519"/>
                  </a:lnTo>
                  <a:lnTo>
                    <a:pt x="0" y="227329"/>
                  </a:lnTo>
                  <a:lnTo>
                    <a:pt x="3810" y="227329"/>
                  </a:lnTo>
                  <a:lnTo>
                    <a:pt x="3810" y="223519"/>
                  </a:lnTo>
                  <a:close/>
                </a:path>
                <a:path w="3810" h="234950">
                  <a:moveTo>
                    <a:pt x="3810" y="227329"/>
                  </a:moveTo>
                  <a:lnTo>
                    <a:pt x="0" y="227329"/>
                  </a:lnTo>
                  <a:lnTo>
                    <a:pt x="0" y="229869"/>
                  </a:lnTo>
                  <a:lnTo>
                    <a:pt x="3810" y="229869"/>
                  </a:lnTo>
                  <a:lnTo>
                    <a:pt x="3810" y="227329"/>
                  </a:lnTo>
                  <a:close/>
                </a:path>
                <a:path w="3810" h="234950">
                  <a:moveTo>
                    <a:pt x="3810" y="229869"/>
                  </a:moveTo>
                  <a:lnTo>
                    <a:pt x="0" y="229869"/>
                  </a:lnTo>
                  <a:lnTo>
                    <a:pt x="0" y="233679"/>
                  </a:lnTo>
                  <a:lnTo>
                    <a:pt x="3810" y="233679"/>
                  </a:lnTo>
                  <a:lnTo>
                    <a:pt x="3810" y="229869"/>
                  </a:lnTo>
                  <a:close/>
                </a:path>
                <a:path w="3810" h="234950">
                  <a:moveTo>
                    <a:pt x="3810" y="233679"/>
                  </a:moveTo>
                  <a:lnTo>
                    <a:pt x="2539" y="233679"/>
                  </a:lnTo>
                  <a:lnTo>
                    <a:pt x="2539" y="234949"/>
                  </a:lnTo>
                  <a:lnTo>
                    <a:pt x="3810" y="234949"/>
                  </a:lnTo>
                  <a:lnTo>
                    <a:pt x="3810" y="233679"/>
                  </a:lnTo>
                  <a:close/>
                </a:path>
              </a:pathLst>
            </a:custGeom>
            <a:solidFill>
              <a:srgbClr val="B3BF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4" name="object 1854"/>
            <p:cNvSpPr/>
            <p:nvPr/>
          </p:nvSpPr>
          <p:spPr>
            <a:xfrm>
              <a:off x="6192520" y="5133352"/>
              <a:ext cx="2540" cy="234950"/>
            </a:xfrm>
            <a:custGeom>
              <a:avLst/>
              <a:gdLst/>
              <a:ahLst/>
              <a:cxnLst/>
              <a:rect l="l" t="t" r="r" b="b"/>
              <a:pathLst>
                <a:path w="2539" h="234950">
                  <a:moveTo>
                    <a:pt x="2540" y="233680"/>
                  </a:moveTo>
                  <a:lnTo>
                    <a:pt x="0" y="233680"/>
                  </a:lnTo>
                  <a:lnTo>
                    <a:pt x="0" y="234937"/>
                  </a:lnTo>
                  <a:lnTo>
                    <a:pt x="2540" y="234937"/>
                  </a:lnTo>
                  <a:lnTo>
                    <a:pt x="2540" y="233680"/>
                  </a:lnTo>
                  <a:close/>
                </a:path>
                <a:path w="2539" h="234950">
                  <a:moveTo>
                    <a:pt x="2540" y="229870"/>
                  </a:moveTo>
                  <a:lnTo>
                    <a:pt x="0" y="229870"/>
                  </a:lnTo>
                  <a:lnTo>
                    <a:pt x="0" y="233667"/>
                  </a:lnTo>
                  <a:lnTo>
                    <a:pt x="2540" y="233667"/>
                  </a:lnTo>
                  <a:lnTo>
                    <a:pt x="2540" y="229870"/>
                  </a:lnTo>
                  <a:close/>
                </a:path>
                <a:path w="2539" h="234950">
                  <a:moveTo>
                    <a:pt x="2540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2540" y="229857"/>
                  </a:lnTo>
                  <a:lnTo>
                    <a:pt x="2540" y="227330"/>
                  </a:lnTo>
                  <a:close/>
                </a:path>
                <a:path w="2539" h="234950">
                  <a:moveTo>
                    <a:pt x="2540" y="223520"/>
                  </a:moveTo>
                  <a:lnTo>
                    <a:pt x="0" y="223520"/>
                  </a:lnTo>
                  <a:lnTo>
                    <a:pt x="0" y="227317"/>
                  </a:lnTo>
                  <a:lnTo>
                    <a:pt x="2540" y="227317"/>
                  </a:lnTo>
                  <a:lnTo>
                    <a:pt x="2540" y="223520"/>
                  </a:lnTo>
                  <a:close/>
                </a:path>
                <a:path w="2539" h="234950">
                  <a:moveTo>
                    <a:pt x="2540" y="220980"/>
                  </a:moveTo>
                  <a:lnTo>
                    <a:pt x="0" y="220980"/>
                  </a:lnTo>
                  <a:lnTo>
                    <a:pt x="0" y="223507"/>
                  </a:lnTo>
                  <a:lnTo>
                    <a:pt x="2540" y="223507"/>
                  </a:lnTo>
                  <a:lnTo>
                    <a:pt x="2540" y="220980"/>
                  </a:lnTo>
                  <a:close/>
                </a:path>
                <a:path w="2539" h="234950">
                  <a:moveTo>
                    <a:pt x="2540" y="217170"/>
                  </a:moveTo>
                  <a:lnTo>
                    <a:pt x="0" y="217170"/>
                  </a:lnTo>
                  <a:lnTo>
                    <a:pt x="0" y="220967"/>
                  </a:lnTo>
                  <a:lnTo>
                    <a:pt x="2540" y="220967"/>
                  </a:lnTo>
                  <a:lnTo>
                    <a:pt x="2540" y="217170"/>
                  </a:lnTo>
                  <a:close/>
                </a:path>
                <a:path w="2539" h="234950">
                  <a:moveTo>
                    <a:pt x="2540" y="214630"/>
                  </a:moveTo>
                  <a:lnTo>
                    <a:pt x="0" y="214630"/>
                  </a:lnTo>
                  <a:lnTo>
                    <a:pt x="0" y="217157"/>
                  </a:lnTo>
                  <a:lnTo>
                    <a:pt x="2540" y="217157"/>
                  </a:lnTo>
                  <a:lnTo>
                    <a:pt x="2540" y="214630"/>
                  </a:lnTo>
                  <a:close/>
                </a:path>
                <a:path w="2539" h="234950">
                  <a:moveTo>
                    <a:pt x="2540" y="19050"/>
                  </a:moveTo>
                  <a:lnTo>
                    <a:pt x="0" y="19050"/>
                  </a:lnTo>
                  <a:lnTo>
                    <a:pt x="0" y="214617"/>
                  </a:lnTo>
                  <a:lnTo>
                    <a:pt x="2540" y="214617"/>
                  </a:lnTo>
                  <a:lnTo>
                    <a:pt x="2540" y="19050"/>
                  </a:lnTo>
                  <a:close/>
                </a:path>
                <a:path w="2539" h="234950">
                  <a:moveTo>
                    <a:pt x="254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2540" y="19037"/>
                  </a:lnTo>
                  <a:lnTo>
                    <a:pt x="2540" y="12700"/>
                  </a:lnTo>
                  <a:close/>
                </a:path>
                <a:path w="2539" h="234950">
                  <a:moveTo>
                    <a:pt x="254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6350"/>
                  </a:lnTo>
                  <a:close/>
                </a:path>
                <a:path w="2539" h="234950">
                  <a:moveTo>
                    <a:pt x="254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B1BD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5" name="object 1855"/>
            <p:cNvSpPr/>
            <p:nvPr/>
          </p:nvSpPr>
          <p:spPr>
            <a:xfrm>
              <a:off x="6195060" y="5133352"/>
              <a:ext cx="5080" cy="214629"/>
            </a:xfrm>
            <a:custGeom>
              <a:avLst/>
              <a:gdLst/>
              <a:ahLst/>
              <a:cxnLst/>
              <a:rect l="l" t="t" r="r" b="b"/>
              <a:pathLst>
                <a:path w="5079" h="214629">
                  <a:moveTo>
                    <a:pt x="5080" y="19050"/>
                  </a:moveTo>
                  <a:lnTo>
                    <a:pt x="0" y="19050"/>
                  </a:lnTo>
                  <a:lnTo>
                    <a:pt x="0" y="214617"/>
                  </a:lnTo>
                  <a:lnTo>
                    <a:pt x="5080" y="214617"/>
                  </a:lnTo>
                  <a:lnTo>
                    <a:pt x="5080" y="19050"/>
                  </a:lnTo>
                  <a:close/>
                </a:path>
                <a:path w="5079" h="214629">
                  <a:moveTo>
                    <a:pt x="508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5080" y="19037"/>
                  </a:lnTo>
                  <a:lnTo>
                    <a:pt x="5080" y="12700"/>
                  </a:lnTo>
                  <a:close/>
                </a:path>
                <a:path w="5079" h="214629">
                  <a:moveTo>
                    <a:pt x="508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5080" y="12687"/>
                  </a:lnTo>
                  <a:lnTo>
                    <a:pt x="5080" y="6350"/>
                  </a:lnTo>
                  <a:close/>
                </a:path>
                <a:path w="5079" h="214629">
                  <a:moveTo>
                    <a:pt x="508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5080" y="6337"/>
                  </a:lnTo>
                  <a:lnTo>
                    <a:pt x="5080" y="0"/>
                  </a:lnTo>
                  <a:close/>
                </a:path>
              </a:pathLst>
            </a:custGeom>
            <a:solidFill>
              <a:srgbClr val="AEBA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6" name="object 1856"/>
            <p:cNvSpPr/>
            <p:nvPr/>
          </p:nvSpPr>
          <p:spPr>
            <a:xfrm>
              <a:off x="6200140" y="5132069"/>
              <a:ext cx="2540" cy="238760"/>
            </a:xfrm>
            <a:custGeom>
              <a:avLst/>
              <a:gdLst/>
              <a:ahLst/>
              <a:cxnLst/>
              <a:rect l="l" t="t" r="r" b="b"/>
              <a:pathLst>
                <a:path w="2539" h="238760">
                  <a:moveTo>
                    <a:pt x="2540" y="237502"/>
                  </a:moveTo>
                  <a:lnTo>
                    <a:pt x="0" y="237502"/>
                  </a:lnTo>
                  <a:lnTo>
                    <a:pt x="0" y="238760"/>
                  </a:lnTo>
                  <a:lnTo>
                    <a:pt x="2540" y="238760"/>
                  </a:lnTo>
                  <a:lnTo>
                    <a:pt x="2540" y="237502"/>
                  </a:lnTo>
                  <a:close/>
                </a:path>
                <a:path w="2539" h="238760">
                  <a:moveTo>
                    <a:pt x="254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2540" y="237490"/>
                  </a:lnTo>
                  <a:lnTo>
                    <a:pt x="2540" y="234962"/>
                  </a:lnTo>
                  <a:close/>
                </a:path>
                <a:path w="2539" h="238760">
                  <a:moveTo>
                    <a:pt x="254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2540" y="234950"/>
                  </a:lnTo>
                  <a:lnTo>
                    <a:pt x="2540" y="231152"/>
                  </a:lnTo>
                  <a:close/>
                </a:path>
                <a:path w="2539" h="238760">
                  <a:moveTo>
                    <a:pt x="254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2540" y="231140"/>
                  </a:lnTo>
                  <a:lnTo>
                    <a:pt x="2540" y="228612"/>
                  </a:lnTo>
                  <a:close/>
                </a:path>
                <a:path w="2539" h="238760">
                  <a:moveTo>
                    <a:pt x="254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2540" y="228600"/>
                  </a:lnTo>
                  <a:lnTo>
                    <a:pt x="2540" y="224802"/>
                  </a:lnTo>
                  <a:close/>
                </a:path>
                <a:path w="2539" h="238760">
                  <a:moveTo>
                    <a:pt x="254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2540" y="224790"/>
                  </a:lnTo>
                  <a:lnTo>
                    <a:pt x="2540" y="222262"/>
                  </a:lnTo>
                  <a:close/>
                </a:path>
                <a:path w="2539" h="238760">
                  <a:moveTo>
                    <a:pt x="2540" y="218452"/>
                  </a:moveTo>
                  <a:lnTo>
                    <a:pt x="0" y="218452"/>
                  </a:lnTo>
                  <a:lnTo>
                    <a:pt x="0" y="222250"/>
                  </a:lnTo>
                  <a:lnTo>
                    <a:pt x="2540" y="222250"/>
                  </a:lnTo>
                  <a:lnTo>
                    <a:pt x="2540" y="218452"/>
                  </a:lnTo>
                  <a:close/>
                </a:path>
                <a:path w="2539" h="238760">
                  <a:moveTo>
                    <a:pt x="2540" y="215912"/>
                  </a:moveTo>
                  <a:lnTo>
                    <a:pt x="0" y="215912"/>
                  </a:lnTo>
                  <a:lnTo>
                    <a:pt x="0" y="218440"/>
                  </a:lnTo>
                  <a:lnTo>
                    <a:pt x="2540" y="218440"/>
                  </a:lnTo>
                  <a:lnTo>
                    <a:pt x="2540" y="215912"/>
                  </a:lnTo>
                  <a:close/>
                </a:path>
                <a:path w="2539" h="238760">
                  <a:moveTo>
                    <a:pt x="2540" y="20332"/>
                  </a:moveTo>
                  <a:lnTo>
                    <a:pt x="0" y="20332"/>
                  </a:lnTo>
                  <a:lnTo>
                    <a:pt x="0" y="215900"/>
                  </a:lnTo>
                  <a:lnTo>
                    <a:pt x="2540" y="215900"/>
                  </a:lnTo>
                  <a:lnTo>
                    <a:pt x="2540" y="20332"/>
                  </a:lnTo>
                  <a:close/>
                </a:path>
                <a:path w="2539" h="238760">
                  <a:moveTo>
                    <a:pt x="254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2540" y="20320"/>
                  </a:lnTo>
                  <a:lnTo>
                    <a:pt x="2540" y="13982"/>
                  </a:lnTo>
                  <a:close/>
                </a:path>
                <a:path w="2539" h="238760">
                  <a:moveTo>
                    <a:pt x="254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2540" y="13970"/>
                  </a:lnTo>
                  <a:lnTo>
                    <a:pt x="2540" y="7632"/>
                  </a:lnTo>
                  <a:close/>
                </a:path>
                <a:path w="2539" h="238760">
                  <a:moveTo>
                    <a:pt x="254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1282"/>
                  </a:lnTo>
                  <a:close/>
                </a:path>
                <a:path w="2539" h="238760">
                  <a:moveTo>
                    <a:pt x="254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7" name="object 1857"/>
            <p:cNvSpPr/>
            <p:nvPr/>
          </p:nvSpPr>
          <p:spPr>
            <a:xfrm>
              <a:off x="6202680" y="5132070"/>
              <a:ext cx="3810" cy="240029"/>
            </a:xfrm>
            <a:custGeom>
              <a:avLst/>
              <a:gdLst/>
              <a:ahLst/>
              <a:cxnLst/>
              <a:rect l="l" t="t" r="r" b="b"/>
              <a:pathLst>
                <a:path w="3810" h="240029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240029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10" h="240029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10" h="240029">
                  <a:moveTo>
                    <a:pt x="3810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3969"/>
                  </a:lnTo>
                  <a:close/>
                </a:path>
                <a:path w="3810" h="240029">
                  <a:moveTo>
                    <a:pt x="3810" y="20319"/>
                  </a:moveTo>
                  <a:lnTo>
                    <a:pt x="0" y="20319"/>
                  </a:lnTo>
                  <a:lnTo>
                    <a:pt x="0" y="215899"/>
                  </a:lnTo>
                  <a:lnTo>
                    <a:pt x="3810" y="215899"/>
                  </a:lnTo>
                  <a:lnTo>
                    <a:pt x="3810" y="20319"/>
                  </a:lnTo>
                  <a:close/>
                </a:path>
                <a:path w="3810" h="240029">
                  <a:moveTo>
                    <a:pt x="3810" y="215899"/>
                  </a:moveTo>
                  <a:lnTo>
                    <a:pt x="0" y="215899"/>
                  </a:lnTo>
                  <a:lnTo>
                    <a:pt x="0" y="218439"/>
                  </a:lnTo>
                  <a:lnTo>
                    <a:pt x="3810" y="218439"/>
                  </a:lnTo>
                  <a:lnTo>
                    <a:pt x="3810" y="215899"/>
                  </a:lnTo>
                  <a:close/>
                </a:path>
                <a:path w="3810" h="240029">
                  <a:moveTo>
                    <a:pt x="3810" y="218439"/>
                  </a:moveTo>
                  <a:lnTo>
                    <a:pt x="0" y="218439"/>
                  </a:lnTo>
                  <a:lnTo>
                    <a:pt x="0" y="222249"/>
                  </a:lnTo>
                  <a:lnTo>
                    <a:pt x="3810" y="222249"/>
                  </a:lnTo>
                  <a:lnTo>
                    <a:pt x="3810" y="218439"/>
                  </a:lnTo>
                  <a:close/>
                </a:path>
                <a:path w="3810" h="240029">
                  <a:moveTo>
                    <a:pt x="3810" y="222249"/>
                  </a:moveTo>
                  <a:lnTo>
                    <a:pt x="0" y="222249"/>
                  </a:lnTo>
                  <a:lnTo>
                    <a:pt x="0" y="224789"/>
                  </a:lnTo>
                  <a:lnTo>
                    <a:pt x="3810" y="224789"/>
                  </a:lnTo>
                  <a:lnTo>
                    <a:pt x="3810" y="222249"/>
                  </a:lnTo>
                  <a:close/>
                </a:path>
                <a:path w="3810" h="240029">
                  <a:moveTo>
                    <a:pt x="3810" y="224789"/>
                  </a:moveTo>
                  <a:lnTo>
                    <a:pt x="0" y="22478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4789"/>
                  </a:lnTo>
                  <a:close/>
                </a:path>
                <a:path w="3810" h="240029">
                  <a:moveTo>
                    <a:pt x="3810" y="228599"/>
                  </a:moveTo>
                  <a:lnTo>
                    <a:pt x="0" y="228599"/>
                  </a:lnTo>
                  <a:lnTo>
                    <a:pt x="0" y="231139"/>
                  </a:lnTo>
                  <a:lnTo>
                    <a:pt x="3810" y="231139"/>
                  </a:lnTo>
                  <a:lnTo>
                    <a:pt x="3810" y="228599"/>
                  </a:lnTo>
                  <a:close/>
                </a:path>
                <a:path w="3810" h="240029">
                  <a:moveTo>
                    <a:pt x="3810" y="231139"/>
                  </a:moveTo>
                  <a:lnTo>
                    <a:pt x="0" y="231139"/>
                  </a:lnTo>
                  <a:lnTo>
                    <a:pt x="0" y="234949"/>
                  </a:lnTo>
                  <a:lnTo>
                    <a:pt x="3810" y="234949"/>
                  </a:lnTo>
                  <a:lnTo>
                    <a:pt x="3810" y="231139"/>
                  </a:lnTo>
                  <a:close/>
                </a:path>
                <a:path w="3810" h="240029">
                  <a:moveTo>
                    <a:pt x="3810" y="234949"/>
                  </a:moveTo>
                  <a:lnTo>
                    <a:pt x="0" y="234949"/>
                  </a:lnTo>
                  <a:lnTo>
                    <a:pt x="0" y="237489"/>
                  </a:lnTo>
                  <a:lnTo>
                    <a:pt x="3810" y="237489"/>
                  </a:lnTo>
                  <a:lnTo>
                    <a:pt x="3810" y="234949"/>
                  </a:lnTo>
                  <a:close/>
                </a:path>
                <a:path w="3810" h="240029">
                  <a:moveTo>
                    <a:pt x="3810" y="237489"/>
                  </a:moveTo>
                  <a:lnTo>
                    <a:pt x="0" y="237489"/>
                  </a:lnTo>
                  <a:lnTo>
                    <a:pt x="0" y="238759"/>
                  </a:lnTo>
                  <a:lnTo>
                    <a:pt x="2540" y="238759"/>
                  </a:lnTo>
                  <a:lnTo>
                    <a:pt x="2540" y="240029"/>
                  </a:lnTo>
                  <a:lnTo>
                    <a:pt x="3810" y="240029"/>
                  </a:lnTo>
                  <a:lnTo>
                    <a:pt x="3810" y="237489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8" name="object 1858"/>
            <p:cNvSpPr/>
            <p:nvPr/>
          </p:nvSpPr>
          <p:spPr>
            <a:xfrm>
              <a:off x="6206490" y="5130800"/>
              <a:ext cx="3810" cy="241300"/>
            </a:xfrm>
            <a:custGeom>
              <a:avLst/>
              <a:gdLst/>
              <a:ahLst/>
              <a:cxnLst/>
              <a:rect l="l" t="t" r="r" b="b"/>
              <a:pathLst>
                <a:path w="3810" h="241300">
                  <a:moveTo>
                    <a:pt x="3810" y="0"/>
                  </a:moveTo>
                  <a:lnTo>
                    <a:pt x="2539" y="0"/>
                  </a:lnTo>
                  <a:lnTo>
                    <a:pt x="2539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241300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10" h="241300">
                  <a:moveTo>
                    <a:pt x="381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8890"/>
                  </a:lnTo>
                  <a:close/>
                </a:path>
                <a:path w="3810" h="241300">
                  <a:moveTo>
                    <a:pt x="3810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5240"/>
                  </a:lnTo>
                  <a:close/>
                </a:path>
                <a:path w="3810" h="241300">
                  <a:moveTo>
                    <a:pt x="3810" y="21590"/>
                  </a:moveTo>
                  <a:lnTo>
                    <a:pt x="0" y="21590"/>
                  </a:lnTo>
                  <a:lnTo>
                    <a:pt x="0" y="217169"/>
                  </a:lnTo>
                  <a:lnTo>
                    <a:pt x="3810" y="217169"/>
                  </a:lnTo>
                  <a:lnTo>
                    <a:pt x="3810" y="21590"/>
                  </a:lnTo>
                  <a:close/>
                </a:path>
                <a:path w="3810" h="241300">
                  <a:moveTo>
                    <a:pt x="3810" y="217170"/>
                  </a:moveTo>
                  <a:lnTo>
                    <a:pt x="0" y="217170"/>
                  </a:lnTo>
                  <a:lnTo>
                    <a:pt x="0" y="219709"/>
                  </a:lnTo>
                  <a:lnTo>
                    <a:pt x="3810" y="219709"/>
                  </a:lnTo>
                  <a:lnTo>
                    <a:pt x="3810" y="217170"/>
                  </a:lnTo>
                  <a:close/>
                </a:path>
                <a:path w="3810" h="241300">
                  <a:moveTo>
                    <a:pt x="3810" y="219710"/>
                  </a:moveTo>
                  <a:lnTo>
                    <a:pt x="0" y="219710"/>
                  </a:lnTo>
                  <a:lnTo>
                    <a:pt x="0" y="223519"/>
                  </a:lnTo>
                  <a:lnTo>
                    <a:pt x="3810" y="223519"/>
                  </a:lnTo>
                  <a:lnTo>
                    <a:pt x="3810" y="219710"/>
                  </a:lnTo>
                  <a:close/>
                </a:path>
                <a:path w="3810" h="241300">
                  <a:moveTo>
                    <a:pt x="3810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23520"/>
                  </a:lnTo>
                  <a:close/>
                </a:path>
                <a:path w="3810" h="241300">
                  <a:moveTo>
                    <a:pt x="3810" y="226060"/>
                  </a:moveTo>
                  <a:lnTo>
                    <a:pt x="0" y="226060"/>
                  </a:lnTo>
                  <a:lnTo>
                    <a:pt x="0" y="229869"/>
                  </a:lnTo>
                  <a:lnTo>
                    <a:pt x="3810" y="229869"/>
                  </a:lnTo>
                  <a:lnTo>
                    <a:pt x="3810" y="226060"/>
                  </a:lnTo>
                  <a:close/>
                </a:path>
                <a:path w="3810" h="241300">
                  <a:moveTo>
                    <a:pt x="3810" y="229870"/>
                  </a:moveTo>
                  <a:lnTo>
                    <a:pt x="0" y="22987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9870"/>
                  </a:lnTo>
                  <a:close/>
                </a:path>
                <a:path w="3810" h="241300">
                  <a:moveTo>
                    <a:pt x="3810" y="232410"/>
                  </a:moveTo>
                  <a:lnTo>
                    <a:pt x="0" y="232410"/>
                  </a:lnTo>
                  <a:lnTo>
                    <a:pt x="0" y="236219"/>
                  </a:lnTo>
                  <a:lnTo>
                    <a:pt x="3810" y="236219"/>
                  </a:lnTo>
                  <a:lnTo>
                    <a:pt x="3810" y="232410"/>
                  </a:lnTo>
                  <a:close/>
                </a:path>
                <a:path w="3810" h="241300">
                  <a:moveTo>
                    <a:pt x="3810" y="236220"/>
                  </a:moveTo>
                  <a:lnTo>
                    <a:pt x="0" y="236220"/>
                  </a:lnTo>
                  <a:lnTo>
                    <a:pt x="0" y="238759"/>
                  </a:lnTo>
                  <a:lnTo>
                    <a:pt x="3810" y="238759"/>
                  </a:lnTo>
                  <a:lnTo>
                    <a:pt x="3810" y="236220"/>
                  </a:lnTo>
                  <a:close/>
                </a:path>
                <a:path w="3810" h="241300">
                  <a:moveTo>
                    <a:pt x="3810" y="238760"/>
                  </a:moveTo>
                  <a:lnTo>
                    <a:pt x="0" y="238760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8760"/>
                  </a:lnTo>
                  <a:close/>
                </a:path>
              </a:pathLst>
            </a:custGeom>
            <a:solidFill>
              <a:srgbClr val="A6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9" name="object 1859"/>
            <p:cNvSpPr/>
            <p:nvPr/>
          </p:nvSpPr>
          <p:spPr>
            <a:xfrm>
              <a:off x="6210300" y="5129530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10" h="243839">
                  <a:moveTo>
                    <a:pt x="3810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10" h="243839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10" h="243839">
                  <a:moveTo>
                    <a:pt x="381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60"/>
                  </a:lnTo>
                  <a:close/>
                </a:path>
                <a:path w="3810" h="243839">
                  <a:moveTo>
                    <a:pt x="3810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10"/>
                  </a:lnTo>
                  <a:close/>
                </a:path>
                <a:path w="3810" h="243839">
                  <a:moveTo>
                    <a:pt x="3810" y="22860"/>
                  </a:moveTo>
                  <a:lnTo>
                    <a:pt x="0" y="22860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2860"/>
                  </a:lnTo>
                  <a:close/>
                </a:path>
                <a:path w="3810" h="243839">
                  <a:moveTo>
                    <a:pt x="3810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8440"/>
                  </a:lnTo>
                  <a:close/>
                </a:path>
                <a:path w="3810" h="243839">
                  <a:moveTo>
                    <a:pt x="3810" y="220980"/>
                  </a:moveTo>
                  <a:lnTo>
                    <a:pt x="0" y="220980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0980"/>
                  </a:lnTo>
                  <a:close/>
                </a:path>
                <a:path w="3810" h="243839">
                  <a:moveTo>
                    <a:pt x="3810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790"/>
                  </a:lnTo>
                  <a:close/>
                </a:path>
                <a:path w="3810" h="243839">
                  <a:moveTo>
                    <a:pt x="3810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30"/>
                  </a:lnTo>
                  <a:close/>
                </a:path>
                <a:path w="3810" h="243839">
                  <a:moveTo>
                    <a:pt x="3810" y="231140"/>
                  </a:moveTo>
                  <a:lnTo>
                    <a:pt x="0" y="231140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40"/>
                  </a:lnTo>
                  <a:close/>
                </a:path>
                <a:path w="3810" h="243839">
                  <a:moveTo>
                    <a:pt x="3810" y="233680"/>
                  </a:moveTo>
                  <a:lnTo>
                    <a:pt x="0" y="233680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80"/>
                  </a:lnTo>
                  <a:close/>
                </a:path>
                <a:path w="3810" h="243839">
                  <a:moveTo>
                    <a:pt x="3810" y="237490"/>
                  </a:moveTo>
                  <a:lnTo>
                    <a:pt x="0" y="237490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490"/>
                  </a:lnTo>
                  <a:close/>
                </a:path>
                <a:path w="3810" h="243839">
                  <a:moveTo>
                    <a:pt x="3810" y="240030"/>
                  </a:moveTo>
                  <a:lnTo>
                    <a:pt x="0" y="240030"/>
                  </a:lnTo>
                  <a:lnTo>
                    <a:pt x="0" y="242570"/>
                  </a:lnTo>
                  <a:lnTo>
                    <a:pt x="2539" y="242570"/>
                  </a:lnTo>
                  <a:lnTo>
                    <a:pt x="2539" y="243840"/>
                  </a:lnTo>
                  <a:lnTo>
                    <a:pt x="3810" y="243840"/>
                  </a:lnTo>
                  <a:lnTo>
                    <a:pt x="3810" y="240030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0" name="object 1860"/>
            <p:cNvSpPr/>
            <p:nvPr/>
          </p:nvSpPr>
          <p:spPr>
            <a:xfrm>
              <a:off x="6214110" y="5129530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10" h="243839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10" h="243839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10" h="243839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10" h="243839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10" h="243839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43839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43839">
                  <a:moveTo>
                    <a:pt x="381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0992"/>
                  </a:lnTo>
                  <a:close/>
                </a:path>
                <a:path w="3810" h="243839">
                  <a:moveTo>
                    <a:pt x="3810" y="218452"/>
                  </a:moveTo>
                  <a:lnTo>
                    <a:pt x="0" y="21845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8452"/>
                  </a:lnTo>
                  <a:close/>
                </a:path>
                <a:path w="3810" h="243839">
                  <a:moveTo>
                    <a:pt x="3810" y="22872"/>
                  </a:moveTo>
                  <a:lnTo>
                    <a:pt x="0" y="22872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2872"/>
                  </a:lnTo>
                  <a:close/>
                </a:path>
                <a:path w="3810" h="243839">
                  <a:moveTo>
                    <a:pt x="3810" y="16522"/>
                  </a:moveTo>
                  <a:lnTo>
                    <a:pt x="0" y="1652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22"/>
                  </a:lnTo>
                  <a:close/>
                </a:path>
                <a:path w="3810" h="243839">
                  <a:moveTo>
                    <a:pt x="381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72"/>
                  </a:lnTo>
                  <a:close/>
                </a:path>
                <a:path w="3810" h="243839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10" h="243839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1" name="object 1861"/>
            <p:cNvSpPr/>
            <p:nvPr/>
          </p:nvSpPr>
          <p:spPr>
            <a:xfrm>
              <a:off x="6217920" y="5129530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10" h="245110">
                  <a:moveTo>
                    <a:pt x="3810" y="243852"/>
                  </a:moveTo>
                  <a:lnTo>
                    <a:pt x="1270" y="243852"/>
                  </a:lnTo>
                  <a:lnTo>
                    <a:pt x="1270" y="245110"/>
                  </a:lnTo>
                  <a:lnTo>
                    <a:pt x="3810" y="245110"/>
                  </a:lnTo>
                  <a:lnTo>
                    <a:pt x="3810" y="243852"/>
                  </a:lnTo>
                  <a:close/>
                </a:path>
                <a:path w="3810" h="245110">
                  <a:moveTo>
                    <a:pt x="3810" y="22872"/>
                  </a:moveTo>
                  <a:lnTo>
                    <a:pt x="0" y="22872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2872"/>
                  </a:lnTo>
                  <a:close/>
                </a:path>
                <a:path w="3810" h="245110">
                  <a:moveTo>
                    <a:pt x="3810" y="16522"/>
                  </a:moveTo>
                  <a:lnTo>
                    <a:pt x="0" y="1652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22"/>
                  </a:lnTo>
                  <a:close/>
                </a:path>
                <a:path w="3810" h="245110">
                  <a:moveTo>
                    <a:pt x="381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72"/>
                  </a:lnTo>
                  <a:close/>
                </a:path>
                <a:path w="3810" h="245110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10" h="245110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EAD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2" name="object 1862"/>
            <p:cNvSpPr/>
            <p:nvPr/>
          </p:nvSpPr>
          <p:spPr>
            <a:xfrm>
              <a:off x="6221730" y="5129530"/>
              <a:ext cx="2540" cy="245110"/>
            </a:xfrm>
            <a:custGeom>
              <a:avLst/>
              <a:gdLst/>
              <a:ahLst/>
              <a:cxnLst/>
              <a:rect l="l" t="t" r="r" b="b"/>
              <a:pathLst>
                <a:path w="2539" h="245110">
                  <a:moveTo>
                    <a:pt x="2540" y="243852"/>
                  </a:moveTo>
                  <a:lnTo>
                    <a:pt x="0" y="243852"/>
                  </a:lnTo>
                  <a:lnTo>
                    <a:pt x="0" y="245110"/>
                  </a:lnTo>
                  <a:lnTo>
                    <a:pt x="2540" y="245110"/>
                  </a:lnTo>
                  <a:lnTo>
                    <a:pt x="2540" y="243852"/>
                  </a:lnTo>
                  <a:close/>
                </a:path>
                <a:path w="2539" h="245110">
                  <a:moveTo>
                    <a:pt x="254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2540" y="243840"/>
                  </a:lnTo>
                  <a:lnTo>
                    <a:pt x="2540" y="240042"/>
                  </a:lnTo>
                  <a:close/>
                </a:path>
                <a:path w="2539" h="245110">
                  <a:moveTo>
                    <a:pt x="254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2540" y="240030"/>
                  </a:lnTo>
                  <a:lnTo>
                    <a:pt x="2540" y="237502"/>
                  </a:lnTo>
                  <a:close/>
                </a:path>
                <a:path w="2539" h="245110">
                  <a:moveTo>
                    <a:pt x="254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2540" y="237490"/>
                  </a:lnTo>
                  <a:lnTo>
                    <a:pt x="2540" y="233692"/>
                  </a:lnTo>
                  <a:close/>
                </a:path>
                <a:path w="2539" h="245110">
                  <a:moveTo>
                    <a:pt x="254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2540" y="233680"/>
                  </a:lnTo>
                  <a:lnTo>
                    <a:pt x="2540" y="231152"/>
                  </a:lnTo>
                  <a:close/>
                </a:path>
                <a:path w="2539" h="245110">
                  <a:moveTo>
                    <a:pt x="254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2540" y="231140"/>
                  </a:lnTo>
                  <a:lnTo>
                    <a:pt x="2540" y="227342"/>
                  </a:lnTo>
                  <a:close/>
                </a:path>
                <a:path w="2539" h="245110">
                  <a:moveTo>
                    <a:pt x="254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2540" y="227330"/>
                  </a:lnTo>
                  <a:lnTo>
                    <a:pt x="2540" y="224802"/>
                  </a:lnTo>
                  <a:close/>
                </a:path>
                <a:path w="2539" h="245110">
                  <a:moveTo>
                    <a:pt x="254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2540" y="224790"/>
                  </a:lnTo>
                  <a:lnTo>
                    <a:pt x="2540" y="220992"/>
                  </a:lnTo>
                  <a:close/>
                </a:path>
                <a:path w="2539" h="245110">
                  <a:moveTo>
                    <a:pt x="2540" y="218452"/>
                  </a:moveTo>
                  <a:lnTo>
                    <a:pt x="0" y="218452"/>
                  </a:lnTo>
                  <a:lnTo>
                    <a:pt x="0" y="220980"/>
                  </a:lnTo>
                  <a:lnTo>
                    <a:pt x="2540" y="220980"/>
                  </a:lnTo>
                  <a:lnTo>
                    <a:pt x="2540" y="218452"/>
                  </a:lnTo>
                  <a:close/>
                </a:path>
                <a:path w="2539" h="245110">
                  <a:moveTo>
                    <a:pt x="2540" y="22872"/>
                  </a:moveTo>
                  <a:lnTo>
                    <a:pt x="0" y="22872"/>
                  </a:lnTo>
                  <a:lnTo>
                    <a:pt x="0" y="218440"/>
                  </a:lnTo>
                  <a:lnTo>
                    <a:pt x="2540" y="218440"/>
                  </a:lnTo>
                  <a:lnTo>
                    <a:pt x="2540" y="22872"/>
                  </a:lnTo>
                  <a:close/>
                </a:path>
                <a:path w="2539" h="245110">
                  <a:moveTo>
                    <a:pt x="2540" y="16522"/>
                  </a:moveTo>
                  <a:lnTo>
                    <a:pt x="0" y="16522"/>
                  </a:lnTo>
                  <a:lnTo>
                    <a:pt x="0" y="22860"/>
                  </a:lnTo>
                  <a:lnTo>
                    <a:pt x="2540" y="22860"/>
                  </a:lnTo>
                  <a:lnTo>
                    <a:pt x="2540" y="16522"/>
                  </a:lnTo>
                  <a:close/>
                </a:path>
                <a:path w="2539" h="245110">
                  <a:moveTo>
                    <a:pt x="254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2540" y="16510"/>
                  </a:lnTo>
                  <a:lnTo>
                    <a:pt x="2540" y="10172"/>
                  </a:lnTo>
                  <a:close/>
                </a:path>
                <a:path w="2539" h="245110">
                  <a:moveTo>
                    <a:pt x="254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2540" y="10160"/>
                  </a:lnTo>
                  <a:lnTo>
                    <a:pt x="2540" y="3822"/>
                  </a:lnTo>
                  <a:close/>
                </a:path>
                <a:path w="2539" h="245110">
                  <a:moveTo>
                    <a:pt x="254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40" y="381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9CAB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3" name="object 1863"/>
            <p:cNvSpPr/>
            <p:nvPr/>
          </p:nvSpPr>
          <p:spPr>
            <a:xfrm>
              <a:off x="6224270" y="5129530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10" h="245110">
                  <a:moveTo>
                    <a:pt x="3810" y="243852"/>
                  </a:moveTo>
                  <a:lnTo>
                    <a:pt x="0" y="24385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3852"/>
                  </a:lnTo>
                  <a:close/>
                </a:path>
                <a:path w="3810" h="245110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10" h="245110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10" h="245110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10" h="245110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10" h="245110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45110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45110">
                  <a:moveTo>
                    <a:pt x="381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0992"/>
                  </a:lnTo>
                  <a:close/>
                </a:path>
                <a:path w="3810" h="245110">
                  <a:moveTo>
                    <a:pt x="3810" y="218452"/>
                  </a:moveTo>
                  <a:lnTo>
                    <a:pt x="0" y="21845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8452"/>
                  </a:lnTo>
                  <a:close/>
                </a:path>
                <a:path w="3810" h="245110">
                  <a:moveTo>
                    <a:pt x="3810" y="22872"/>
                  </a:moveTo>
                  <a:lnTo>
                    <a:pt x="0" y="22872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2872"/>
                  </a:lnTo>
                  <a:close/>
                </a:path>
                <a:path w="3810" h="245110">
                  <a:moveTo>
                    <a:pt x="3810" y="16522"/>
                  </a:moveTo>
                  <a:lnTo>
                    <a:pt x="0" y="1652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22"/>
                  </a:lnTo>
                  <a:close/>
                </a:path>
                <a:path w="3810" h="245110">
                  <a:moveTo>
                    <a:pt x="381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72"/>
                  </a:lnTo>
                  <a:close/>
                </a:path>
                <a:path w="3810" h="245110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10" h="245110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9A8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4" name="object 1864"/>
            <p:cNvSpPr/>
            <p:nvPr/>
          </p:nvSpPr>
          <p:spPr>
            <a:xfrm>
              <a:off x="6228080" y="5128259"/>
              <a:ext cx="3810" cy="246379"/>
            </a:xfrm>
            <a:custGeom>
              <a:avLst/>
              <a:gdLst/>
              <a:ahLst/>
              <a:cxnLst/>
              <a:rect l="l" t="t" r="r" b="b"/>
              <a:pathLst>
                <a:path w="3810" h="246379">
                  <a:moveTo>
                    <a:pt x="3810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0" y="1269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10" h="246379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246379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246379">
                  <a:moveTo>
                    <a:pt x="381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7780"/>
                  </a:lnTo>
                  <a:close/>
                </a:path>
                <a:path w="3810" h="246379">
                  <a:moveTo>
                    <a:pt x="3810" y="24130"/>
                  </a:moveTo>
                  <a:lnTo>
                    <a:pt x="0" y="24130"/>
                  </a:lnTo>
                  <a:lnTo>
                    <a:pt x="0" y="219709"/>
                  </a:lnTo>
                  <a:lnTo>
                    <a:pt x="3810" y="219709"/>
                  </a:lnTo>
                  <a:lnTo>
                    <a:pt x="3810" y="24130"/>
                  </a:lnTo>
                  <a:close/>
                </a:path>
                <a:path w="3810" h="246379">
                  <a:moveTo>
                    <a:pt x="3810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3810" y="222249"/>
                  </a:lnTo>
                  <a:lnTo>
                    <a:pt x="3810" y="219709"/>
                  </a:lnTo>
                  <a:close/>
                </a:path>
                <a:path w="3810" h="246379">
                  <a:moveTo>
                    <a:pt x="3810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22250"/>
                  </a:lnTo>
                  <a:close/>
                </a:path>
                <a:path w="3810" h="246379">
                  <a:moveTo>
                    <a:pt x="3810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6059"/>
                  </a:lnTo>
                  <a:close/>
                </a:path>
                <a:path w="3810" h="246379">
                  <a:moveTo>
                    <a:pt x="3810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8600"/>
                  </a:lnTo>
                  <a:close/>
                </a:path>
                <a:path w="3810" h="246379">
                  <a:moveTo>
                    <a:pt x="3810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3810" y="234949"/>
                  </a:lnTo>
                  <a:lnTo>
                    <a:pt x="3810" y="232409"/>
                  </a:lnTo>
                  <a:close/>
                </a:path>
                <a:path w="3810" h="246379">
                  <a:moveTo>
                    <a:pt x="3810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3810" y="238759"/>
                  </a:lnTo>
                  <a:lnTo>
                    <a:pt x="3810" y="234950"/>
                  </a:lnTo>
                  <a:close/>
                </a:path>
                <a:path w="3810" h="246379">
                  <a:moveTo>
                    <a:pt x="3810" y="238759"/>
                  </a:moveTo>
                  <a:lnTo>
                    <a:pt x="0" y="238759"/>
                  </a:lnTo>
                  <a:lnTo>
                    <a:pt x="0" y="241299"/>
                  </a:lnTo>
                  <a:lnTo>
                    <a:pt x="3810" y="241299"/>
                  </a:lnTo>
                  <a:lnTo>
                    <a:pt x="3810" y="238759"/>
                  </a:lnTo>
                  <a:close/>
                </a:path>
                <a:path w="3810" h="246379">
                  <a:moveTo>
                    <a:pt x="3810" y="241300"/>
                  </a:moveTo>
                  <a:lnTo>
                    <a:pt x="0" y="241300"/>
                  </a:lnTo>
                  <a:lnTo>
                    <a:pt x="0" y="245109"/>
                  </a:lnTo>
                  <a:lnTo>
                    <a:pt x="3810" y="245109"/>
                  </a:lnTo>
                  <a:lnTo>
                    <a:pt x="3810" y="241300"/>
                  </a:lnTo>
                  <a:close/>
                </a:path>
                <a:path w="3810" h="246379">
                  <a:moveTo>
                    <a:pt x="3810" y="245109"/>
                  </a:moveTo>
                  <a:lnTo>
                    <a:pt x="0" y="245109"/>
                  </a:lnTo>
                  <a:lnTo>
                    <a:pt x="0" y="246379"/>
                  </a:lnTo>
                  <a:lnTo>
                    <a:pt x="3810" y="246379"/>
                  </a:lnTo>
                  <a:lnTo>
                    <a:pt x="3810" y="245109"/>
                  </a:lnTo>
                  <a:close/>
                </a:path>
              </a:pathLst>
            </a:custGeom>
            <a:solidFill>
              <a:srgbClr val="96A6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5" name="object 1865"/>
            <p:cNvSpPr/>
            <p:nvPr/>
          </p:nvSpPr>
          <p:spPr>
            <a:xfrm>
              <a:off x="6231890" y="5128259"/>
              <a:ext cx="3810" cy="246379"/>
            </a:xfrm>
            <a:custGeom>
              <a:avLst/>
              <a:gdLst/>
              <a:ahLst/>
              <a:cxnLst/>
              <a:rect l="l" t="t" r="r" b="b"/>
              <a:pathLst>
                <a:path w="3810" h="246379">
                  <a:moveTo>
                    <a:pt x="3810" y="245122"/>
                  </a:moveTo>
                  <a:lnTo>
                    <a:pt x="0" y="24512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5122"/>
                  </a:lnTo>
                  <a:close/>
                </a:path>
                <a:path w="3810" h="246379">
                  <a:moveTo>
                    <a:pt x="3810" y="24142"/>
                  </a:moveTo>
                  <a:lnTo>
                    <a:pt x="0" y="2414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4142"/>
                  </a:lnTo>
                  <a:close/>
                </a:path>
                <a:path w="3810" h="246379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4637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4637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4637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6" name="object 1866"/>
            <p:cNvSpPr/>
            <p:nvPr/>
          </p:nvSpPr>
          <p:spPr>
            <a:xfrm>
              <a:off x="6235700" y="5126989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0" y="126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0"/>
                  </a:lnTo>
                  <a:close/>
                </a:path>
                <a:path w="3810" h="248920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10" h="248920">
                  <a:moveTo>
                    <a:pt x="381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2699"/>
                  </a:lnTo>
                  <a:close/>
                </a:path>
                <a:path w="3810" h="248920">
                  <a:moveTo>
                    <a:pt x="3810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19049"/>
                  </a:lnTo>
                  <a:close/>
                </a:path>
                <a:path w="3810" h="248920">
                  <a:moveTo>
                    <a:pt x="3810" y="25399"/>
                  </a:moveTo>
                  <a:lnTo>
                    <a:pt x="0" y="25399"/>
                  </a:lnTo>
                  <a:lnTo>
                    <a:pt x="0" y="220979"/>
                  </a:lnTo>
                  <a:lnTo>
                    <a:pt x="3810" y="220979"/>
                  </a:lnTo>
                  <a:lnTo>
                    <a:pt x="3810" y="25399"/>
                  </a:lnTo>
                  <a:close/>
                </a:path>
                <a:path w="3810" h="248920">
                  <a:moveTo>
                    <a:pt x="3810" y="220979"/>
                  </a:moveTo>
                  <a:lnTo>
                    <a:pt x="0" y="220979"/>
                  </a:lnTo>
                  <a:lnTo>
                    <a:pt x="0" y="223519"/>
                  </a:lnTo>
                  <a:lnTo>
                    <a:pt x="3810" y="223519"/>
                  </a:lnTo>
                  <a:lnTo>
                    <a:pt x="3810" y="220979"/>
                  </a:lnTo>
                  <a:close/>
                </a:path>
                <a:path w="3810" h="248920">
                  <a:moveTo>
                    <a:pt x="3810" y="223519"/>
                  </a:moveTo>
                  <a:lnTo>
                    <a:pt x="0" y="223519"/>
                  </a:lnTo>
                  <a:lnTo>
                    <a:pt x="0" y="227329"/>
                  </a:lnTo>
                  <a:lnTo>
                    <a:pt x="3810" y="227329"/>
                  </a:lnTo>
                  <a:lnTo>
                    <a:pt x="3810" y="223519"/>
                  </a:lnTo>
                  <a:close/>
                </a:path>
                <a:path w="3810" h="248920">
                  <a:moveTo>
                    <a:pt x="3810" y="227329"/>
                  </a:moveTo>
                  <a:lnTo>
                    <a:pt x="0" y="227329"/>
                  </a:lnTo>
                  <a:lnTo>
                    <a:pt x="0" y="229869"/>
                  </a:lnTo>
                  <a:lnTo>
                    <a:pt x="3810" y="229869"/>
                  </a:lnTo>
                  <a:lnTo>
                    <a:pt x="3810" y="227329"/>
                  </a:lnTo>
                  <a:close/>
                </a:path>
                <a:path w="3810" h="248920">
                  <a:moveTo>
                    <a:pt x="3810" y="229869"/>
                  </a:moveTo>
                  <a:lnTo>
                    <a:pt x="0" y="229869"/>
                  </a:lnTo>
                  <a:lnTo>
                    <a:pt x="0" y="233679"/>
                  </a:lnTo>
                  <a:lnTo>
                    <a:pt x="3810" y="233679"/>
                  </a:lnTo>
                  <a:lnTo>
                    <a:pt x="3810" y="229869"/>
                  </a:lnTo>
                  <a:close/>
                </a:path>
                <a:path w="3810" h="248920">
                  <a:moveTo>
                    <a:pt x="3810" y="233679"/>
                  </a:moveTo>
                  <a:lnTo>
                    <a:pt x="0" y="233679"/>
                  </a:lnTo>
                  <a:lnTo>
                    <a:pt x="0" y="236219"/>
                  </a:lnTo>
                  <a:lnTo>
                    <a:pt x="3810" y="236219"/>
                  </a:lnTo>
                  <a:lnTo>
                    <a:pt x="3810" y="233679"/>
                  </a:lnTo>
                  <a:close/>
                </a:path>
                <a:path w="3810" h="248920">
                  <a:moveTo>
                    <a:pt x="3810" y="236219"/>
                  </a:moveTo>
                  <a:lnTo>
                    <a:pt x="0" y="236219"/>
                  </a:lnTo>
                  <a:lnTo>
                    <a:pt x="0" y="240029"/>
                  </a:lnTo>
                  <a:lnTo>
                    <a:pt x="3810" y="240029"/>
                  </a:lnTo>
                  <a:lnTo>
                    <a:pt x="3810" y="236219"/>
                  </a:lnTo>
                  <a:close/>
                </a:path>
                <a:path w="3810" h="248920">
                  <a:moveTo>
                    <a:pt x="3810" y="240029"/>
                  </a:moveTo>
                  <a:lnTo>
                    <a:pt x="0" y="240029"/>
                  </a:lnTo>
                  <a:lnTo>
                    <a:pt x="0" y="242569"/>
                  </a:lnTo>
                  <a:lnTo>
                    <a:pt x="3810" y="242569"/>
                  </a:lnTo>
                  <a:lnTo>
                    <a:pt x="3810" y="240029"/>
                  </a:lnTo>
                  <a:close/>
                </a:path>
                <a:path w="3810" h="248920">
                  <a:moveTo>
                    <a:pt x="3810" y="242569"/>
                  </a:moveTo>
                  <a:lnTo>
                    <a:pt x="0" y="242569"/>
                  </a:lnTo>
                  <a:lnTo>
                    <a:pt x="0" y="246379"/>
                  </a:lnTo>
                  <a:lnTo>
                    <a:pt x="3810" y="246379"/>
                  </a:lnTo>
                  <a:lnTo>
                    <a:pt x="3810" y="242569"/>
                  </a:lnTo>
                  <a:close/>
                </a:path>
                <a:path w="3810" h="248920">
                  <a:moveTo>
                    <a:pt x="3810" y="246379"/>
                  </a:moveTo>
                  <a:lnTo>
                    <a:pt x="0" y="246379"/>
                  </a:lnTo>
                  <a:lnTo>
                    <a:pt x="0" y="247649"/>
                  </a:lnTo>
                  <a:lnTo>
                    <a:pt x="1270" y="247649"/>
                  </a:lnTo>
                  <a:lnTo>
                    <a:pt x="1270" y="248919"/>
                  </a:lnTo>
                  <a:lnTo>
                    <a:pt x="3810" y="248919"/>
                  </a:lnTo>
                  <a:lnTo>
                    <a:pt x="3810" y="246379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7" name="object 1867"/>
            <p:cNvSpPr/>
            <p:nvPr/>
          </p:nvSpPr>
          <p:spPr>
            <a:xfrm>
              <a:off x="6239510" y="5127002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6380"/>
                  </a:moveTo>
                  <a:lnTo>
                    <a:pt x="0" y="246380"/>
                  </a:lnTo>
                  <a:lnTo>
                    <a:pt x="0" y="248907"/>
                  </a:lnTo>
                  <a:lnTo>
                    <a:pt x="3810" y="248907"/>
                  </a:lnTo>
                  <a:lnTo>
                    <a:pt x="3810" y="246380"/>
                  </a:lnTo>
                  <a:close/>
                </a:path>
                <a:path w="3810" h="248920">
                  <a:moveTo>
                    <a:pt x="3810" y="242570"/>
                  </a:moveTo>
                  <a:lnTo>
                    <a:pt x="0" y="242570"/>
                  </a:lnTo>
                  <a:lnTo>
                    <a:pt x="0" y="246367"/>
                  </a:lnTo>
                  <a:lnTo>
                    <a:pt x="3810" y="246367"/>
                  </a:lnTo>
                  <a:lnTo>
                    <a:pt x="3810" y="242570"/>
                  </a:lnTo>
                  <a:close/>
                </a:path>
                <a:path w="3810" h="248920">
                  <a:moveTo>
                    <a:pt x="3810" y="240030"/>
                  </a:moveTo>
                  <a:lnTo>
                    <a:pt x="0" y="240030"/>
                  </a:lnTo>
                  <a:lnTo>
                    <a:pt x="0" y="242557"/>
                  </a:lnTo>
                  <a:lnTo>
                    <a:pt x="3810" y="242557"/>
                  </a:lnTo>
                  <a:lnTo>
                    <a:pt x="3810" y="240030"/>
                  </a:lnTo>
                  <a:close/>
                </a:path>
                <a:path w="3810" h="248920">
                  <a:moveTo>
                    <a:pt x="3810" y="236220"/>
                  </a:moveTo>
                  <a:lnTo>
                    <a:pt x="0" y="236220"/>
                  </a:lnTo>
                  <a:lnTo>
                    <a:pt x="0" y="240017"/>
                  </a:lnTo>
                  <a:lnTo>
                    <a:pt x="3810" y="240017"/>
                  </a:lnTo>
                  <a:lnTo>
                    <a:pt x="3810" y="236220"/>
                  </a:lnTo>
                  <a:close/>
                </a:path>
                <a:path w="3810" h="248920">
                  <a:moveTo>
                    <a:pt x="3810" y="233680"/>
                  </a:moveTo>
                  <a:lnTo>
                    <a:pt x="0" y="233680"/>
                  </a:lnTo>
                  <a:lnTo>
                    <a:pt x="0" y="236207"/>
                  </a:lnTo>
                  <a:lnTo>
                    <a:pt x="3810" y="236207"/>
                  </a:lnTo>
                  <a:lnTo>
                    <a:pt x="3810" y="233680"/>
                  </a:lnTo>
                  <a:close/>
                </a:path>
                <a:path w="3810" h="248920">
                  <a:moveTo>
                    <a:pt x="3810" y="229870"/>
                  </a:moveTo>
                  <a:lnTo>
                    <a:pt x="0" y="229870"/>
                  </a:lnTo>
                  <a:lnTo>
                    <a:pt x="0" y="233667"/>
                  </a:lnTo>
                  <a:lnTo>
                    <a:pt x="3810" y="233667"/>
                  </a:lnTo>
                  <a:lnTo>
                    <a:pt x="3810" y="229870"/>
                  </a:lnTo>
                  <a:close/>
                </a:path>
                <a:path w="3810" h="248920">
                  <a:moveTo>
                    <a:pt x="3810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3810" y="229857"/>
                  </a:lnTo>
                  <a:lnTo>
                    <a:pt x="3810" y="227330"/>
                  </a:lnTo>
                  <a:close/>
                </a:path>
                <a:path w="3810" h="248920">
                  <a:moveTo>
                    <a:pt x="3810" y="223520"/>
                  </a:moveTo>
                  <a:lnTo>
                    <a:pt x="0" y="223520"/>
                  </a:lnTo>
                  <a:lnTo>
                    <a:pt x="0" y="227317"/>
                  </a:lnTo>
                  <a:lnTo>
                    <a:pt x="3810" y="227317"/>
                  </a:lnTo>
                  <a:lnTo>
                    <a:pt x="3810" y="223520"/>
                  </a:lnTo>
                  <a:close/>
                </a:path>
                <a:path w="3810" h="248920">
                  <a:moveTo>
                    <a:pt x="3810" y="220980"/>
                  </a:moveTo>
                  <a:lnTo>
                    <a:pt x="0" y="220980"/>
                  </a:lnTo>
                  <a:lnTo>
                    <a:pt x="0" y="223507"/>
                  </a:lnTo>
                  <a:lnTo>
                    <a:pt x="3810" y="223507"/>
                  </a:lnTo>
                  <a:lnTo>
                    <a:pt x="3810" y="220980"/>
                  </a:lnTo>
                  <a:close/>
                </a:path>
                <a:path w="3810" h="248920">
                  <a:moveTo>
                    <a:pt x="3810" y="25400"/>
                  </a:moveTo>
                  <a:lnTo>
                    <a:pt x="0" y="2540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25400"/>
                  </a:lnTo>
                  <a:close/>
                </a:path>
                <a:path w="3810" h="248920">
                  <a:moveTo>
                    <a:pt x="38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19050"/>
                  </a:lnTo>
                  <a:close/>
                </a:path>
                <a:path w="3810" h="248920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10" h="2489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E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8" name="object 1868"/>
            <p:cNvSpPr/>
            <p:nvPr/>
          </p:nvSpPr>
          <p:spPr>
            <a:xfrm>
              <a:off x="6243320" y="5127002"/>
              <a:ext cx="3810" cy="220979"/>
            </a:xfrm>
            <a:custGeom>
              <a:avLst/>
              <a:gdLst/>
              <a:ahLst/>
              <a:cxnLst/>
              <a:rect l="l" t="t" r="r" b="b"/>
              <a:pathLst>
                <a:path w="3810" h="220979">
                  <a:moveTo>
                    <a:pt x="3810" y="25400"/>
                  </a:moveTo>
                  <a:lnTo>
                    <a:pt x="0" y="2540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25400"/>
                  </a:lnTo>
                  <a:close/>
                </a:path>
                <a:path w="3810" h="220979">
                  <a:moveTo>
                    <a:pt x="38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19050"/>
                  </a:lnTo>
                  <a:close/>
                </a:path>
                <a:path w="3810" h="220979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10" h="220979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10" h="220979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9" name="object 1869"/>
            <p:cNvSpPr/>
            <p:nvPr/>
          </p:nvSpPr>
          <p:spPr>
            <a:xfrm>
              <a:off x="6247130" y="5127002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6380"/>
                  </a:moveTo>
                  <a:lnTo>
                    <a:pt x="0" y="246380"/>
                  </a:lnTo>
                  <a:lnTo>
                    <a:pt x="0" y="248907"/>
                  </a:lnTo>
                  <a:lnTo>
                    <a:pt x="3810" y="248907"/>
                  </a:lnTo>
                  <a:lnTo>
                    <a:pt x="3810" y="246380"/>
                  </a:lnTo>
                  <a:close/>
                </a:path>
                <a:path w="3810" h="248920">
                  <a:moveTo>
                    <a:pt x="3810" y="242570"/>
                  </a:moveTo>
                  <a:lnTo>
                    <a:pt x="0" y="242570"/>
                  </a:lnTo>
                  <a:lnTo>
                    <a:pt x="0" y="246367"/>
                  </a:lnTo>
                  <a:lnTo>
                    <a:pt x="3810" y="246367"/>
                  </a:lnTo>
                  <a:lnTo>
                    <a:pt x="3810" y="242570"/>
                  </a:lnTo>
                  <a:close/>
                </a:path>
                <a:path w="3810" h="248920">
                  <a:moveTo>
                    <a:pt x="3810" y="240030"/>
                  </a:moveTo>
                  <a:lnTo>
                    <a:pt x="0" y="240030"/>
                  </a:lnTo>
                  <a:lnTo>
                    <a:pt x="0" y="242557"/>
                  </a:lnTo>
                  <a:lnTo>
                    <a:pt x="3810" y="242557"/>
                  </a:lnTo>
                  <a:lnTo>
                    <a:pt x="3810" y="240030"/>
                  </a:lnTo>
                  <a:close/>
                </a:path>
                <a:path w="3810" h="248920">
                  <a:moveTo>
                    <a:pt x="3810" y="236220"/>
                  </a:moveTo>
                  <a:lnTo>
                    <a:pt x="0" y="236220"/>
                  </a:lnTo>
                  <a:lnTo>
                    <a:pt x="0" y="240017"/>
                  </a:lnTo>
                  <a:lnTo>
                    <a:pt x="3810" y="240017"/>
                  </a:lnTo>
                  <a:lnTo>
                    <a:pt x="3810" y="236220"/>
                  </a:lnTo>
                  <a:close/>
                </a:path>
                <a:path w="3810" h="248920">
                  <a:moveTo>
                    <a:pt x="3810" y="233680"/>
                  </a:moveTo>
                  <a:lnTo>
                    <a:pt x="0" y="233680"/>
                  </a:lnTo>
                  <a:lnTo>
                    <a:pt x="0" y="236207"/>
                  </a:lnTo>
                  <a:lnTo>
                    <a:pt x="3810" y="236207"/>
                  </a:lnTo>
                  <a:lnTo>
                    <a:pt x="3810" y="233680"/>
                  </a:lnTo>
                  <a:close/>
                </a:path>
                <a:path w="3810" h="248920">
                  <a:moveTo>
                    <a:pt x="3810" y="229870"/>
                  </a:moveTo>
                  <a:lnTo>
                    <a:pt x="0" y="229870"/>
                  </a:lnTo>
                  <a:lnTo>
                    <a:pt x="0" y="233667"/>
                  </a:lnTo>
                  <a:lnTo>
                    <a:pt x="3810" y="233667"/>
                  </a:lnTo>
                  <a:lnTo>
                    <a:pt x="3810" y="229870"/>
                  </a:lnTo>
                  <a:close/>
                </a:path>
                <a:path w="3810" h="248920">
                  <a:moveTo>
                    <a:pt x="3810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3810" y="229857"/>
                  </a:lnTo>
                  <a:lnTo>
                    <a:pt x="3810" y="227330"/>
                  </a:lnTo>
                  <a:close/>
                </a:path>
                <a:path w="3810" h="248920">
                  <a:moveTo>
                    <a:pt x="3810" y="223520"/>
                  </a:moveTo>
                  <a:lnTo>
                    <a:pt x="0" y="223520"/>
                  </a:lnTo>
                  <a:lnTo>
                    <a:pt x="0" y="227317"/>
                  </a:lnTo>
                  <a:lnTo>
                    <a:pt x="3810" y="227317"/>
                  </a:lnTo>
                  <a:lnTo>
                    <a:pt x="3810" y="223520"/>
                  </a:lnTo>
                  <a:close/>
                </a:path>
                <a:path w="3810" h="248920">
                  <a:moveTo>
                    <a:pt x="3810" y="220980"/>
                  </a:moveTo>
                  <a:lnTo>
                    <a:pt x="0" y="220980"/>
                  </a:lnTo>
                  <a:lnTo>
                    <a:pt x="0" y="223507"/>
                  </a:lnTo>
                  <a:lnTo>
                    <a:pt x="3810" y="223507"/>
                  </a:lnTo>
                  <a:lnTo>
                    <a:pt x="3810" y="220980"/>
                  </a:lnTo>
                  <a:close/>
                </a:path>
                <a:path w="3810" h="248920">
                  <a:moveTo>
                    <a:pt x="3810" y="25400"/>
                  </a:moveTo>
                  <a:lnTo>
                    <a:pt x="0" y="2540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25400"/>
                  </a:lnTo>
                  <a:close/>
                </a:path>
                <a:path w="3810" h="248920">
                  <a:moveTo>
                    <a:pt x="38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19050"/>
                  </a:lnTo>
                  <a:close/>
                </a:path>
                <a:path w="3810" h="248920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10" h="2489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0" name="object 1870"/>
            <p:cNvSpPr/>
            <p:nvPr/>
          </p:nvSpPr>
          <p:spPr>
            <a:xfrm>
              <a:off x="6250940" y="5127002"/>
              <a:ext cx="2540" cy="220979"/>
            </a:xfrm>
            <a:custGeom>
              <a:avLst/>
              <a:gdLst/>
              <a:ahLst/>
              <a:cxnLst/>
              <a:rect l="l" t="t" r="r" b="b"/>
              <a:pathLst>
                <a:path w="2539" h="220979">
                  <a:moveTo>
                    <a:pt x="2540" y="25400"/>
                  </a:moveTo>
                  <a:lnTo>
                    <a:pt x="0" y="25400"/>
                  </a:lnTo>
                  <a:lnTo>
                    <a:pt x="0" y="220967"/>
                  </a:lnTo>
                  <a:lnTo>
                    <a:pt x="2540" y="220967"/>
                  </a:lnTo>
                  <a:lnTo>
                    <a:pt x="2540" y="25400"/>
                  </a:lnTo>
                  <a:close/>
                </a:path>
                <a:path w="2539" h="220979">
                  <a:moveTo>
                    <a:pt x="254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2540" y="25387"/>
                  </a:lnTo>
                  <a:lnTo>
                    <a:pt x="2540" y="19050"/>
                  </a:lnTo>
                  <a:close/>
                </a:path>
                <a:path w="2539" h="220979">
                  <a:moveTo>
                    <a:pt x="254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2540" y="19037"/>
                  </a:lnTo>
                  <a:lnTo>
                    <a:pt x="2540" y="12700"/>
                  </a:lnTo>
                  <a:close/>
                </a:path>
                <a:path w="2539" h="220979">
                  <a:moveTo>
                    <a:pt x="254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6350"/>
                  </a:lnTo>
                  <a:close/>
                </a:path>
                <a:path w="2539" h="220979">
                  <a:moveTo>
                    <a:pt x="254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8799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1" name="object 1871"/>
            <p:cNvSpPr/>
            <p:nvPr/>
          </p:nvSpPr>
          <p:spPr>
            <a:xfrm>
              <a:off x="6253480" y="5127002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6380"/>
                  </a:moveTo>
                  <a:lnTo>
                    <a:pt x="0" y="246380"/>
                  </a:lnTo>
                  <a:lnTo>
                    <a:pt x="0" y="248907"/>
                  </a:lnTo>
                  <a:lnTo>
                    <a:pt x="3810" y="248907"/>
                  </a:lnTo>
                  <a:lnTo>
                    <a:pt x="3810" y="246380"/>
                  </a:lnTo>
                  <a:close/>
                </a:path>
                <a:path w="3810" h="248920">
                  <a:moveTo>
                    <a:pt x="3810" y="242570"/>
                  </a:moveTo>
                  <a:lnTo>
                    <a:pt x="0" y="242570"/>
                  </a:lnTo>
                  <a:lnTo>
                    <a:pt x="0" y="246367"/>
                  </a:lnTo>
                  <a:lnTo>
                    <a:pt x="3810" y="246367"/>
                  </a:lnTo>
                  <a:lnTo>
                    <a:pt x="3810" y="242570"/>
                  </a:lnTo>
                  <a:close/>
                </a:path>
                <a:path w="3810" h="248920">
                  <a:moveTo>
                    <a:pt x="3810" y="240030"/>
                  </a:moveTo>
                  <a:lnTo>
                    <a:pt x="0" y="240030"/>
                  </a:lnTo>
                  <a:lnTo>
                    <a:pt x="0" y="242557"/>
                  </a:lnTo>
                  <a:lnTo>
                    <a:pt x="3810" y="242557"/>
                  </a:lnTo>
                  <a:lnTo>
                    <a:pt x="3810" y="240030"/>
                  </a:lnTo>
                  <a:close/>
                </a:path>
                <a:path w="3810" h="248920">
                  <a:moveTo>
                    <a:pt x="3810" y="236220"/>
                  </a:moveTo>
                  <a:lnTo>
                    <a:pt x="0" y="236220"/>
                  </a:lnTo>
                  <a:lnTo>
                    <a:pt x="0" y="240017"/>
                  </a:lnTo>
                  <a:lnTo>
                    <a:pt x="3810" y="240017"/>
                  </a:lnTo>
                  <a:lnTo>
                    <a:pt x="3810" y="236220"/>
                  </a:lnTo>
                  <a:close/>
                </a:path>
                <a:path w="3810" h="248920">
                  <a:moveTo>
                    <a:pt x="3810" y="233680"/>
                  </a:moveTo>
                  <a:lnTo>
                    <a:pt x="0" y="233680"/>
                  </a:lnTo>
                  <a:lnTo>
                    <a:pt x="0" y="236207"/>
                  </a:lnTo>
                  <a:lnTo>
                    <a:pt x="3810" y="236207"/>
                  </a:lnTo>
                  <a:lnTo>
                    <a:pt x="3810" y="233680"/>
                  </a:lnTo>
                  <a:close/>
                </a:path>
                <a:path w="3810" h="248920">
                  <a:moveTo>
                    <a:pt x="3810" y="229870"/>
                  </a:moveTo>
                  <a:lnTo>
                    <a:pt x="0" y="229870"/>
                  </a:lnTo>
                  <a:lnTo>
                    <a:pt x="0" y="233667"/>
                  </a:lnTo>
                  <a:lnTo>
                    <a:pt x="3810" y="233667"/>
                  </a:lnTo>
                  <a:lnTo>
                    <a:pt x="3810" y="229870"/>
                  </a:lnTo>
                  <a:close/>
                </a:path>
                <a:path w="3810" h="248920">
                  <a:moveTo>
                    <a:pt x="3810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3810" y="229857"/>
                  </a:lnTo>
                  <a:lnTo>
                    <a:pt x="3810" y="227330"/>
                  </a:lnTo>
                  <a:close/>
                </a:path>
                <a:path w="3810" h="248920">
                  <a:moveTo>
                    <a:pt x="3810" y="223520"/>
                  </a:moveTo>
                  <a:lnTo>
                    <a:pt x="0" y="223520"/>
                  </a:lnTo>
                  <a:lnTo>
                    <a:pt x="0" y="227317"/>
                  </a:lnTo>
                  <a:lnTo>
                    <a:pt x="3810" y="227317"/>
                  </a:lnTo>
                  <a:lnTo>
                    <a:pt x="3810" y="223520"/>
                  </a:lnTo>
                  <a:close/>
                </a:path>
                <a:path w="3810" h="248920">
                  <a:moveTo>
                    <a:pt x="3810" y="220980"/>
                  </a:moveTo>
                  <a:lnTo>
                    <a:pt x="0" y="220980"/>
                  </a:lnTo>
                  <a:lnTo>
                    <a:pt x="0" y="223507"/>
                  </a:lnTo>
                  <a:lnTo>
                    <a:pt x="3810" y="223507"/>
                  </a:lnTo>
                  <a:lnTo>
                    <a:pt x="3810" y="220980"/>
                  </a:lnTo>
                  <a:close/>
                </a:path>
                <a:path w="3810" h="248920">
                  <a:moveTo>
                    <a:pt x="3810" y="25400"/>
                  </a:moveTo>
                  <a:lnTo>
                    <a:pt x="0" y="2540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25400"/>
                  </a:lnTo>
                  <a:close/>
                </a:path>
                <a:path w="3810" h="248920">
                  <a:moveTo>
                    <a:pt x="38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19050"/>
                  </a:lnTo>
                  <a:close/>
                </a:path>
                <a:path w="3810" h="248920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10" h="2489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496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2" name="object 1872"/>
            <p:cNvSpPr/>
            <p:nvPr/>
          </p:nvSpPr>
          <p:spPr>
            <a:xfrm>
              <a:off x="6257290" y="5127002"/>
              <a:ext cx="3810" cy="220979"/>
            </a:xfrm>
            <a:custGeom>
              <a:avLst/>
              <a:gdLst/>
              <a:ahLst/>
              <a:cxnLst/>
              <a:rect l="l" t="t" r="r" b="b"/>
              <a:pathLst>
                <a:path w="3810" h="220979">
                  <a:moveTo>
                    <a:pt x="3810" y="25400"/>
                  </a:moveTo>
                  <a:lnTo>
                    <a:pt x="0" y="2540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25400"/>
                  </a:lnTo>
                  <a:close/>
                </a:path>
                <a:path w="3810" h="220979">
                  <a:moveTo>
                    <a:pt x="38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19050"/>
                  </a:lnTo>
                  <a:close/>
                </a:path>
                <a:path w="3810" h="220979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10" h="220979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10" h="220979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19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3" name="object 1873"/>
            <p:cNvSpPr/>
            <p:nvPr/>
          </p:nvSpPr>
          <p:spPr>
            <a:xfrm>
              <a:off x="6261100" y="51257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10" h="251460">
                  <a:moveTo>
                    <a:pt x="3810" y="250202"/>
                  </a:moveTo>
                  <a:lnTo>
                    <a:pt x="2540" y="250202"/>
                  </a:lnTo>
                  <a:lnTo>
                    <a:pt x="254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10" h="251460">
                  <a:moveTo>
                    <a:pt x="381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7662"/>
                  </a:lnTo>
                  <a:close/>
                </a:path>
                <a:path w="3810" h="251460">
                  <a:moveTo>
                    <a:pt x="381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3852"/>
                  </a:lnTo>
                  <a:close/>
                </a:path>
                <a:path w="3810" h="251460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10" h="251460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10" h="251460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10" h="25146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10" h="25146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10" h="251460">
                  <a:moveTo>
                    <a:pt x="381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4802"/>
                  </a:lnTo>
                  <a:close/>
                </a:path>
                <a:path w="3810" h="251460">
                  <a:moveTo>
                    <a:pt x="381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2262"/>
                  </a:lnTo>
                  <a:close/>
                </a:path>
                <a:path w="3810" h="251460">
                  <a:moveTo>
                    <a:pt x="3810" y="26682"/>
                  </a:moveTo>
                  <a:lnTo>
                    <a:pt x="0" y="2668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6682"/>
                  </a:lnTo>
                  <a:close/>
                </a:path>
                <a:path w="3810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0332"/>
                  </a:lnTo>
                  <a:close/>
                </a:path>
                <a:path w="3810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51460">
                  <a:moveTo>
                    <a:pt x="38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F92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4" name="object 1874"/>
            <p:cNvSpPr/>
            <p:nvPr/>
          </p:nvSpPr>
          <p:spPr>
            <a:xfrm>
              <a:off x="6264910" y="51257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10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10" h="251460">
                  <a:moveTo>
                    <a:pt x="3810" y="26682"/>
                  </a:moveTo>
                  <a:lnTo>
                    <a:pt x="0" y="2668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6682"/>
                  </a:lnTo>
                  <a:close/>
                </a:path>
                <a:path w="3810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0332"/>
                  </a:lnTo>
                  <a:close/>
                </a:path>
                <a:path w="3810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5" name="object 1875"/>
            <p:cNvSpPr/>
            <p:nvPr/>
          </p:nvSpPr>
          <p:spPr>
            <a:xfrm>
              <a:off x="6268720" y="51257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10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10" h="251460">
                  <a:moveTo>
                    <a:pt x="381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7662"/>
                  </a:lnTo>
                  <a:close/>
                </a:path>
                <a:path w="3810" h="251460">
                  <a:moveTo>
                    <a:pt x="381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3852"/>
                  </a:lnTo>
                  <a:close/>
                </a:path>
                <a:path w="3810" h="251460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10" h="251460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10" h="251460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10" h="25146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10" h="25146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10" h="251460">
                  <a:moveTo>
                    <a:pt x="381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4802"/>
                  </a:lnTo>
                  <a:close/>
                </a:path>
                <a:path w="3810" h="251460">
                  <a:moveTo>
                    <a:pt x="381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2262"/>
                  </a:lnTo>
                  <a:close/>
                </a:path>
                <a:path w="3810" h="251460">
                  <a:moveTo>
                    <a:pt x="3810" y="26682"/>
                  </a:moveTo>
                  <a:lnTo>
                    <a:pt x="0" y="2668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6682"/>
                  </a:lnTo>
                  <a:close/>
                </a:path>
                <a:path w="3810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0332"/>
                  </a:lnTo>
                  <a:close/>
                </a:path>
                <a:path w="3810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9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6" name="object 1876"/>
            <p:cNvSpPr/>
            <p:nvPr/>
          </p:nvSpPr>
          <p:spPr>
            <a:xfrm>
              <a:off x="6272530" y="5125719"/>
              <a:ext cx="2540" cy="251460"/>
            </a:xfrm>
            <a:custGeom>
              <a:avLst/>
              <a:gdLst/>
              <a:ahLst/>
              <a:cxnLst/>
              <a:rect l="l" t="t" r="r" b="b"/>
              <a:pathLst>
                <a:path w="2539" h="251460">
                  <a:moveTo>
                    <a:pt x="254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2540" y="251460"/>
                  </a:lnTo>
                  <a:lnTo>
                    <a:pt x="2540" y="250202"/>
                  </a:lnTo>
                  <a:close/>
                </a:path>
                <a:path w="2539" h="251460">
                  <a:moveTo>
                    <a:pt x="254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2540" y="250190"/>
                  </a:lnTo>
                  <a:lnTo>
                    <a:pt x="2540" y="247662"/>
                  </a:lnTo>
                  <a:close/>
                </a:path>
                <a:path w="2539" h="251460">
                  <a:moveTo>
                    <a:pt x="254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2540" y="247650"/>
                  </a:lnTo>
                  <a:lnTo>
                    <a:pt x="2540" y="243852"/>
                  </a:lnTo>
                  <a:close/>
                </a:path>
                <a:path w="2539" h="251460">
                  <a:moveTo>
                    <a:pt x="254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2540" y="243840"/>
                  </a:lnTo>
                  <a:lnTo>
                    <a:pt x="2540" y="241312"/>
                  </a:lnTo>
                  <a:close/>
                </a:path>
                <a:path w="2539" h="251460">
                  <a:moveTo>
                    <a:pt x="254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2540" y="241300"/>
                  </a:lnTo>
                  <a:lnTo>
                    <a:pt x="2540" y="237502"/>
                  </a:lnTo>
                  <a:close/>
                </a:path>
                <a:path w="2539" h="251460">
                  <a:moveTo>
                    <a:pt x="254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2540" y="237490"/>
                  </a:lnTo>
                  <a:lnTo>
                    <a:pt x="2540" y="234962"/>
                  </a:lnTo>
                  <a:close/>
                </a:path>
                <a:path w="2539" h="251460">
                  <a:moveTo>
                    <a:pt x="254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2540" y="234950"/>
                  </a:lnTo>
                  <a:lnTo>
                    <a:pt x="2540" y="231152"/>
                  </a:lnTo>
                  <a:close/>
                </a:path>
                <a:path w="2539" h="251460">
                  <a:moveTo>
                    <a:pt x="254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2540" y="231140"/>
                  </a:lnTo>
                  <a:lnTo>
                    <a:pt x="2540" y="228612"/>
                  </a:lnTo>
                  <a:close/>
                </a:path>
                <a:path w="2539" h="251460">
                  <a:moveTo>
                    <a:pt x="254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2540" y="228600"/>
                  </a:lnTo>
                  <a:lnTo>
                    <a:pt x="2540" y="224802"/>
                  </a:lnTo>
                  <a:close/>
                </a:path>
                <a:path w="2539" h="251460">
                  <a:moveTo>
                    <a:pt x="254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2540" y="224790"/>
                  </a:lnTo>
                  <a:lnTo>
                    <a:pt x="2540" y="222262"/>
                  </a:lnTo>
                  <a:close/>
                </a:path>
                <a:path w="2539" h="251460">
                  <a:moveTo>
                    <a:pt x="2540" y="26682"/>
                  </a:moveTo>
                  <a:lnTo>
                    <a:pt x="0" y="26682"/>
                  </a:lnTo>
                  <a:lnTo>
                    <a:pt x="0" y="222250"/>
                  </a:lnTo>
                  <a:lnTo>
                    <a:pt x="2540" y="222250"/>
                  </a:lnTo>
                  <a:lnTo>
                    <a:pt x="2540" y="26682"/>
                  </a:lnTo>
                  <a:close/>
                </a:path>
                <a:path w="2539" h="251460">
                  <a:moveTo>
                    <a:pt x="2540" y="20332"/>
                  </a:moveTo>
                  <a:lnTo>
                    <a:pt x="0" y="20332"/>
                  </a:lnTo>
                  <a:lnTo>
                    <a:pt x="0" y="26670"/>
                  </a:lnTo>
                  <a:lnTo>
                    <a:pt x="2540" y="26670"/>
                  </a:lnTo>
                  <a:lnTo>
                    <a:pt x="2540" y="20332"/>
                  </a:lnTo>
                  <a:close/>
                </a:path>
                <a:path w="2539" h="251460">
                  <a:moveTo>
                    <a:pt x="254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2540" y="20320"/>
                  </a:lnTo>
                  <a:lnTo>
                    <a:pt x="2540" y="13982"/>
                  </a:lnTo>
                  <a:close/>
                </a:path>
                <a:path w="2539" h="251460">
                  <a:moveTo>
                    <a:pt x="254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2540" y="13970"/>
                  </a:lnTo>
                  <a:lnTo>
                    <a:pt x="2540" y="7632"/>
                  </a:lnTo>
                  <a:close/>
                </a:path>
                <a:path w="2539" h="251460">
                  <a:moveTo>
                    <a:pt x="254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1282"/>
                  </a:lnTo>
                  <a:close/>
                </a:path>
                <a:path w="2539" h="251460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7" name="object 1877"/>
            <p:cNvSpPr/>
            <p:nvPr/>
          </p:nvSpPr>
          <p:spPr>
            <a:xfrm>
              <a:off x="6275070" y="51257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10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10" h="251460">
                  <a:moveTo>
                    <a:pt x="381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7662"/>
                  </a:lnTo>
                  <a:close/>
                </a:path>
                <a:path w="3810" h="251460">
                  <a:moveTo>
                    <a:pt x="381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3852"/>
                  </a:lnTo>
                  <a:close/>
                </a:path>
                <a:path w="3810" h="251460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10" h="251460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10" h="251460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10" h="25146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10" h="25146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10" h="251460">
                  <a:moveTo>
                    <a:pt x="381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4802"/>
                  </a:lnTo>
                  <a:close/>
                </a:path>
                <a:path w="3810" h="251460">
                  <a:moveTo>
                    <a:pt x="381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2262"/>
                  </a:lnTo>
                  <a:close/>
                </a:path>
                <a:path w="3810" h="251460">
                  <a:moveTo>
                    <a:pt x="3810" y="26682"/>
                  </a:moveTo>
                  <a:lnTo>
                    <a:pt x="0" y="2668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6682"/>
                  </a:lnTo>
                  <a:close/>
                </a:path>
                <a:path w="3810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0332"/>
                  </a:lnTo>
                  <a:close/>
                </a:path>
                <a:path w="3810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8" name="object 1878"/>
            <p:cNvSpPr/>
            <p:nvPr/>
          </p:nvSpPr>
          <p:spPr>
            <a:xfrm>
              <a:off x="6278880" y="51257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10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10" h="251460">
                  <a:moveTo>
                    <a:pt x="3810" y="26682"/>
                  </a:moveTo>
                  <a:lnTo>
                    <a:pt x="0" y="2668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6682"/>
                  </a:lnTo>
                  <a:close/>
                </a:path>
                <a:path w="3810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0332"/>
                  </a:lnTo>
                  <a:close/>
                </a:path>
                <a:path w="3810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1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9" name="object 1879"/>
            <p:cNvSpPr/>
            <p:nvPr/>
          </p:nvSpPr>
          <p:spPr>
            <a:xfrm>
              <a:off x="6282690" y="51257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10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10" h="251460">
                  <a:moveTo>
                    <a:pt x="381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7662"/>
                  </a:lnTo>
                  <a:close/>
                </a:path>
                <a:path w="3810" h="251460">
                  <a:moveTo>
                    <a:pt x="381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3852"/>
                  </a:lnTo>
                  <a:close/>
                </a:path>
                <a:path w="3810" h="251460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10" h="251460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10" h="251460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10" h="25146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10" h="25146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10" h="251460">
                  <a:moveTo>
                    <a:pt x="381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4802"/>
                  </a:lnTo>
                  <a:close/>
                </a:path>
                <a:path w="3810" h="251460">
                  <a:moveTo>
                    <a:pt x="381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2262"/>
                  </a:lnTo>
                  <a:close/>
                </a:path>
                <a:path w="3810" h="251460">
                  <a:moveTo>
                    <a:pt x="3810" y="26682"/>
                  </a:moveTo>
                  <a:lnTo>
                    <a:pt x="0" y="2668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6682"/>
                  </a:lnTo>
                  <a:close/>
                </a:path>
                <a:path w="3810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0332"/>
                  </a:lnTo>
                  <a:close/>
                </a:path>
                <a:path w="3810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F84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0" name="object 1880"/>
            <p:cNvSpPr/>
            <p:nvPr/>
          </p:nvSpPr>
          <p:spPr>
            <a:xfrm>
              <a:off x="6286500" y="51257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10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10" h="251460">
                  <a:moveTo>
                    <a:pt x="3810" y="26682"/>
                  </a:moveTo>
                  <a:lnTo>
                    <a:pt x="0" y="2668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6682"/>
                  </a:lnTo>
                  <a:close/>
                </a:path>
                <a:path w="3810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0332"/>
                  </a:lnTo>
                  <a:close/>
                </a:path>
                <a:path w="3810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C82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1" name="object 1881"/>
            <p:cNvSpPr/>
            <p:nvPr/>
          </p:nvSpPr>
          <p:spPr>
            <a:xfrm>
              <a:off x="6290310" y="5124450"/>
              <a:ext cx="3810" cy="254000"/>
            </a:xfrm>
            <a:custGeom>
              <a:avLst/>
              <a:gdLst/>
              <a:ahLst/>
              <a:cxnLst/>
              <a:rect l="l" t="t" r="r" b="b"/>
              <a:pathLst>
                <a:path w="3810" h="254000">
                  <a:moveTo>
                    <a:pt x="381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1270" y="252730"/>
                  </a:lnTo>
                  <a:lnTo>
                    <a:pt x="1270" y="254000"/>
                  </a:lnTo>
                  <a:lnTo>
                    <a:pt x="2540" y="254000"/>
                  </a:lnTo>
                  <a:lnTo>
                    <a:pt x="2540" y="252730"/>
                  </a:lnTo>
                  <a:lnTo>
                    <a:pt x="3810" y="252730"/>
                  </a:lnTo>
                  <a:lnTo>
                    <a:pt x="3810" y="251472"/>
                  </a:lnTo>
                  <a:close/>
                </a:path>
                <a:path w="3810" h="254000">
                  <a:moveTo>
                    <a:pt x="3810" y="248932"/>
                  </a:moveTo>
                  <a:lnTo>
                    <a:pt x="0" y="24893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48932"/>
                  </a:lnTo>
                  <a:close/>
                </a:path>
                <a:path w="3810" h="254000">
                  <a:moveTo>
                    <a:pt x="3810" y="245122"/>
                  </a:moveTo>
                  <a:lnTo>
                    <a:pt x="0" y="24512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5122"/>
                  </a:lnTo>
                  <a:close/>
                </a:path>
                <a:path w="3810" h="254000">
                  <a:moveTo>
                    <a:pt x="3810" y="242582"/>
                  </a:moveTo>
                  <a:lnTo>
                    <a:pt x="0" y="24258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2582"/>
                  </a:lnTo>
                  <a:close/>
                </a:path>
                <a:path w="3810" h="254000">
                  <a:moveTo>
                    <a:pt x="3810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8772"/>
                  </a:lnTo>
                  <a:close/>
                </a:path>
                <a:path w="3810" h="254000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10" h="254000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10" h="254000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10" h="254000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10" h="254000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10" h="254000">
                  <a:moveTo>
                    <a:pt x="3810" y="27952"/>
                  </a:moveTo>
                  <a:lnTo>
                    <a:pt x="0" y="2795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7952"/>
                  </a:lnTo>
                  <a:close/>
                </a:path>
                <a:path w="3810" h="254000">
                  <a:moveTo>
                    <a:pt x="3810" y="21602"/>
                  </a:moveTo>
                  <a:lnTo>
                    <a:pt x="0" y="21602"/>
                  </a:lnTo>
                  <a:lnTo>
                    <a:pt x="0" y="27940"/>
                  </a:lnTo>
                  <a:lnTo>
                    <a:pt x="3810" y="27940"/>
                  </a:lnTo>
                  <a:lnTo>
                    <a:pt x="3810" y="21602"/>
                  </a:lnTo>
                  <a:close/>
                </a:path>
                <a:path w="3810" h="254000">
                  <a:moveTo>
                    <a:pt x="3810" y="15252"/>
                  </a:moveTo>
                  <a:lnTo>
                    <a:pt x="0" y="1525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5252"/>
                  </a:lnTo>
                  <a:close/>
                </a:path>
                <a:path w="3810" h="254000">
                  <a:moveTo>
                    <a:pt x="381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8902"/>
                  </a:lnTo>
                  <a:close/>
                </a:path>
                <a:path w="3810" h="254000">
                  <a:moveTo>
                    <a:pt x="381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2552"/>
                  </a:lnTo>
                  <a:close/>
                </a:path>
                <a:path w="3810" h="254000">
                  <a:moveTo>
                    <a:pt x="3810" y="1270"/>
                  </a:moveTo>
                  <a:lnTo>
                    <a:pt x="2540" y="1270"/>
                  </a:lnTo>
                  <a:lnTo>
                    <a:pt x="254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1270"/>
                  </a:lnTo>
                  <a:close/>
                </a:path>
              </a:pathLst>
            </a:custGeom>
            <a:solidFill>
              <a:srgbClr val="6980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2" name="object 1882"/>
            <p:cNvSpPr/>
            <p:nvPr/>
          </p:nvSpPr>
          <p:spPr>
            <a:xfrm>
              <a:off x="6294120" y="51257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10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10" h="251460">
                  <a:moveTo>
                    <a:pt x="381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7662"/>
                  </a:lnTo>
                  <a:close/>
                </a:path>
                <a:path w="3810" h="251460">
                  <a:moveTo>
                    <a:pt x="381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3852"/>
                  </a:lnTo>
                  <a:close/>
                </a:path>
                <a:path w="3810" h="251460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10" h="251460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10" h="251460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10" h="25146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10" h="25146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10" h="251460">
                  <a:moveTo>
                    <a:pt x="381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4802"/>
                  </a:lnTo>
                  <a:close/>
                </a:path>
                <a:path w="3810" h="251460">
                  <a:moveTo>
                    <a:pt x="381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2262"/>
                  </a:lnTo>
                  <a:close/>
                </a:path>
                <a:path w="3810" h="251460">
                  <a:moveTo>
                    <a:pt x="3810" y="26682"/>
                  </a:moveTo>
                  <a:lnTo>
                    <a:pt x="0" y="2668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6682"/>
                  </a:lnTo>
                  <a:close/>
                </a:path>
                <a:path w="3810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0332"/>
                  </a:lnTo>
                  <a:close/>
                </a:path>
                <a:path w="3810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77E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3" name="object 1883"/>
            <p:cNvSpPr/>
            <p:nvPr/>
          </p:nvSpPr>
          <p:spPr>
            <a:xfrm>
              <a:off x="6297930" y="5125719"/>
              <a:ext cx="2540" cy="251460"/>
            </a:xfrm>
            <a:custGeom>
              <a:avLst/>
              <a:gdLst/>
              <a:ahLst/>
              <a:cxnLst/>
              <a:rect l="l" t="t" r="r" b="b"/>
              <a:pathLst>
                <a:path w="2539" h="251460">
                  <a:moveTo>
                    <a:pt x="254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2540" y="251460"/>
                  </a:lnTo>
                  <a:lnTo>
                    <a:pt x="2540" y="250202"/>
                  </a:lnTo>
                  <a:close/>
                </a:path>
                <a:path w="2539" h="251460">
                  <a:moveTo>
                    <a:pt x="254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2540" y="250190"/>
                  </a:lnTo>
                  <a:lnTo>
                    <a:pt x="2540" y="247662"/>
                  </a:lnTo>
                  <a:close/>
                </a:path>
                <a:path w="2539" h="251460">
                  <a:moveTo>
                    <a:pt x="254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2540" y="247650"/>
                  </a:lnTo>
                  <a:lnTo>
                    <a:pt x="2540" y="243852"/>
                  </a:lnTo>
                  <a:close/>
                </a:path>
                <a:path w="2539" h="251460">
                  <a:moveTo>
                    <a:pt x="254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2540" y="243840"/>
                  </a:lnTo>
                  <a:lnTo>
                    <a:pt x="2540" y="241312"/>
                  </a:lnTo>
                  <a:close/>
                </a:path>
                <a:path w="2539" h="251460">
                  <a:moveTo>
                    <a:pt x="254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2540" y="241300"/>
                  </a:lnTo>
                  <a:lnTo>
                    <a:pt x="2540" y="237502"/>
                  </a:lnTo>
                  <a:close/>
                </a:path>
                <a:path w="2539" h="251460">
                  <a:moveTo>
                    <a:pt x="254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2540" y="237490"/>
                  </a:lnTo>
                  <a:lnTo>
                    <a:pt x="2540" y="234962"/>
                  </a:lnTo>
                  <a:close/>
                </a:path>
                <a:path w="2539" h="251460">
                  <a:moveTo>
                    <a:pt x="254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2540" y="234950"/>
                  </a:lnTo>
                  <a:lnTo>
                    <a:pt x="2540" y="231152"/>
                  </a:lnTo>
                  <a:close/>
                </a:path>
                <a:path w="2539" h="251460">
                  <a:moveTo>
                    <a:pt x="254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2540" y="231140"/>
                  </a:lnTo>
                  <a:lnTo>
                    <a:pt x="2540" y="228612"/>
                  </a:lnTo>
                  <a:close/>
                </a:path>
                <a:path w="2539" h="251460">
                  <a:moveTo>
                    <a:pt x="254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2540" y="228600"/>
                  </a:lnTo>
                  <a:lnTo>
                    <a:pt x="2540" y="224802"/>
                  </a:lnTo>
                  <a:close/>
                </a:path>
                <a:path w="2539" h="251460">
                  <a:moveTo>
                    <a:pt x="254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2540" y="224790"/>
                  </a:lnTo>
                  <a:lnTo>
                    <a:pt x="2540" y="222262"/>
                  </a:lnTo>
                  <a:close/>
                </a:path>
                <a:path w="2539" h="251460">
                  <a:moveTo>
                    <a:pt x="2540" y="26682"/>
                  </a:moveTo>
                  <a:lnTo>
                    <a:pt x="0" y="26682"/>
                  </a:lnTo>
                  <a:lnTo>
                    <a:pt x="0" y="222250"/>
                  </a:lnTo>
                  <a:lnTo>
                    <a:pt x="2540" y="222250"/>
                  </a:lnTo>
                  <a:lnTo>
                    <a:pt x="2540" y="26682"/>
                  </a:lnTo>
                  <a:close/>
                </a:path>
                <a:path w="2539" h="251460">
                  <a:moveTo>
                    <a:pt x="2540" y="20332"/>
                  </a:moveTo>
                  <a:lnTo>
                    <a:pt x="0" y="20332"/>
                  </a:lnTo>
                  <a:lnTo>
                    <a:pt x="0" y="26670"/>
                  </a:lnTo>
                  <a:lnTo>
                    <a:pt x="2540" y="26670"/>
                  </a:lnTo>
                  <a:lnTo>
                    <a:pt x="2540" y="20332"/>
                  </a:lnTo>
                  <a:close/>
                </a:path>
                <a:path w="2539" h="251460">
                  <a:moveTo>
                    <a:pt x="254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2540" y="20320"/>
                  </a:lnTo>
                  <a:lnTo>
                    <a:pt x="2540" y="13982"/>
                  </a:lnTo>
                  <a:close/>
                </a:path>
                <a:path w="2539" h="251460">
                  <a:moveTo>
                    <a:pt x="254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2540" y="13970"/>
                  </a:lnTo>
                  <a:lnTo>
                    <a:pt x="2540" y="7632"/>
                  </a:lnTo>
                  <a:close/>
                </a:path>
                <a:path w="2539" h="251460">
                  <a:moveTo>
                    <a:pt x="254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1282"/>
                  </a:lnTo>
                  <a:close/>
                </a:path>
                <a:path w="2539" h="251460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6A80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4" name="object 1884"/>
            <p:cNvSpPr/>
            <p:nvPr/>
          </p:nvSpPr>
          <p:spPr>
            <a:xfrm>
              <a:off x="6300470" y="51257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10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10" h="251460">
                  <a:moveTo>
                    <a:pt x="381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7662"/>
                  </a:lnTo>
                  <a:close/>
                </a:path>
                <a:path w="3810" h="251460">
                  <a:moveTo>
                    <a:pt x="381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3852"/>
                  </a:lnTo>
                  <a:close/>
                </a:path>
                <a:path w="3810" h="251460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10" h="251460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10" h="251460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10" h="25146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10" h="25146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10" h="251460">
                  <a:moveTo>
                    <a:pt x="381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4802"/>
                  </a:lnTo>
                  <a:close/>
                </a:path>
                <a:path w="3810" h="251460">
                  <a:moveTo>
                    <a:pt x="381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2262"/>
                  </a:lnTo>
                  <a:close/>
                </a:path>
                <a:path w="3810" h="251460">
                  <a:moveTo>
                    <a:pt x="3810" y="26682"/>
                  </a:moveTo>
                  <a:lnTo>
                    <a:pt x="0" y="2668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6682"/>
                  </a:lnTo>
                  <a:close/>
                </a:path>
                <a:path w="3810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0332"/>
                  </a:lnTo>
                  <a:close/>
                </a:path>
                <a:path w="3810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C82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5" name="object 1885"/>
            <p:cNvSpPr/>
            <p:nvPr/>
          </p:nvSpPr>
          <p:spPr>
            <a:xfrm>
              <a:off x="6304280" y="51257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10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10" h="251460">
                  <a:moveTo>
                    <a:pt x="3810" y="26682"/>
                  </a:moveTo>
                  <a:lnTo>
                    <a:pt x="0" y="2668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6682"/>
                  </a:lnTo>
                  <a:close/>
                </a:path>
                <a:path w="3810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0332"/>
                  </a:lnTo>
                  <a:close/>
                </a:path>
                <a:path w="3810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F84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6" name="object 1886"/>
            <p:cNvSpPr/>
            <p:nvPr/>
          </p:nvSpPr>
          <p:spPr>
            <a:xfrm>
              <a:off x="6308090" y="51257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10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10" h="251460">
                  <a:moveTo>
                    <a:pt x="381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7662"/>
                  </a:lnTo>
                  <a:close/>
                </a:path>
                <a:path w="3810" h="251460">
                  <a:moveTo>
                    <a:pt x="381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3852"/>
                  </a:lnTo>
                  <a:close/>
                </a:path>
                <a:path w="3810" h="251460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10" h="251460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10" h="251460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10" h="25146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10" h="25146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10" h="251460">
                  <a:moveTo>
                    <a:pt x="381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4802"/>
                  </a:lnTo>
                  <a:close/>
                </a:path>
                <a:path w="3810" h="251460">
                  <a:moveTo>
                    <a:pt x="381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2262"/>
                  </a:lnTo>
                  <a:close/>
                </a:path>
                <a:path w="3810" h="251460">
                  <a:moveTo>
                    <a:pt x="3810" y="26682"/>
                  </a:moveTo>
                  <a:lnTo>
                    <a:pt x="0" y="2668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6682"/>
                  </a:lnTo>
                  <a:close/>
                </a:path>
                <a:path w="3810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0332"/>
                  </a:lnTo>
                  <a:close/>
                </a:path>
                <a:path w="3810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2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7" name="object 1887"/>
            <p:cNvSpPr/>
            <p:nvPr/>
          </p:nvSpPr>
          <p:spPr>
            <a:xfrm>
              <a:off x="6311900" y="51257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10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10" h="251460">
                  <a:moveTo>
                    <a:pt x="3810" y="26682"/>
                  </a:moveTo>
                  <a:lnTo>
                    <a:pt x="0" y="2668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6682"/>
                  </a:lnTo>
                  <a:close/>
                </a:path>
                <a:path w="3810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0332"/>
                  </a:lnTo>
                  <a:close/>
                </a:path>
                <a:path w="3810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8" name="object 1888"/>
            <p:cNvSpPr/>
            <p:nvPr/>
          </p:nvSpPr>
          <p:spPr>
            <a:xfrm>
              <a:off x="6315710" y="51257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10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10" h="251460">
                  <a:moveTo>
                    <a:pt x="381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7662"/>
                  </a:lnTo>
                  <a:close/>
                </a:path>
                <a:path w="3810" h="251460">
                  <a:moveTo>
                    <a:pt x="381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3852"/>
                  </a:lnTo>
                  <a:close/>
                </a:path>
                <a:path w="3810" h="251460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10" h="251460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10" h="251460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10" h="25146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10" h="25146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10" h="251460">
                  <a:moveTo>
                    <a:pt x="381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4802"/>
                  </a:lnTo>
                  <a:close/>
                </a:path>
                <a:path w="3810" h="251460">
                  <a:moveTo>
                    <a:pt x="381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2262"/>
                  </a:lnTo>
                  <a:close/>
                </a:path>
                <a:path w="3810" h="251460">
                  <a:moveTo>
                    <a:pt x="3810" y="26682"/>
                  </a:moveTo>
                  <a:lnTo>
                    <a:pt x="0" y="2668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6682"/>
                  </a:lnTo>
                  <a:close/>
                </a:path>
                <a:path w="3810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0332"/>
                  </a:lnTo>
                  <a:close/>
                </a:path>
                <a:path w="3810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9" name="object 1889"/>
            <p:cNvSpPr/>
            <p:nvPr/>
          </p:nvSpPr>
          <p:spPr>
            <a:xfrm>
              <a:off x="6319520" y="5125719"/>
              <a:ext cx="2540" cy="251460"/>
            </a:xfrm>
            <a:custGeom>
              <a:avLst/>
              <a:gdLst/>
              <a:ahLst/>
              <a:cxnLst/>
              <a:rect l="l" t="t" r="r" b="b"/>
              <a:pathLst>
                <a:path w="2539" h="251460">
                  <a:moveTo>
                    <a:pt x="254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2540" y="251460"/>
                  </a:lnTo>
                  <a:lnTo>
                    <a:pt x="2540" y="250202"/>
                  </a:lnTo>
                  <a:close/>
                </a:path>
                <a:path w="2539" h="251460">
                  <a:moveTo>
                    <a:pt x="254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2540" y="250190"/>
                  </a:lnTo>
                  <a:lnTo>
                    <a:pt x="2540" y="247662"/>
                  </a:lnTo>
                  <a:close/>
                </a:path>
                <a:path w="2539" h="251460">
                  <a:moveTo>
                    <a:pt x="254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2540" y="247650"/>
                  </a:lnTo>
                  <a:lnTo>
                    <a:pt x="2540" y="243852"/>
                  </a:lnTo>
                  <a:close/>
                </a:path>
                <a:path w="2539" h="251460">
                  <a:moveTo>
                    <a:pt x="254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2540" y="243840"/>
                  </a:lnTo>
                  <a:lnTo>
                    <a:pt x="2540" y="241312"/>
                  </a:lnTo>
                  <a:close/>
                </a:path>
                <a:path w="2539" h="251460">
                  <a:moveTo>
                    <a:pt x="254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2540" y="241300"/>
                  </a:lnTo>
                  <a:lnTo>
                    <a:pt x="2540" y="237502"/>
                  </a:lnTo>
                  <a:close/>
                </a:path>
                <a:path w="2539" h="251460">
                  <a:moveTo>
                    <a:pt x="254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2540" y="237490"/>
                  </a:lnTo>
                  <a:lnTo>
                    <a:pt x="2540" y="234962"/>
                  </a:lnTo>
                  <a:close/>
                </a:path>
                <a:path w="2539" h="251460">
                  <a:moveTo>
                    <a:pt x="254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2540" y="234950"/>
                  </a:lnTo>
                  <a:lnTo>
                    <a:pt x="2540" y="231152"/>
                  </a:lnTo>
                  <a:close/>
                </a:path>
                <a:path w="2539" h="251460">
                  <a:moveTo>
                    <a:pt x="254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2540" y="231140"/>
                  </a:lnTo>
                  <a:lnTo>
                    <a:pt x="2540" y="228612"/>
                  </a:lnTo>
                  <a:close/>
                </a:path>
                <a:path w="2539" h="251460">
                  <a:moveTo>
                    <a:pt x="254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2540" y="228600"/>
                  </a:lnTo>
                  <a:lnTo>
                    <a:pt x="2540" y="224802"/>
                  </a:lnTo>
                  <a:close/>
                </a:path>
                <a:path w="2539" h="251460">
                  <a:moveTo>
                    <a:pt x="254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2540" y="224790"/>
                  </a:lnTo>
                  <a:lnTo>
                    <a:pt x="2540" y="222262"/>
                  </a:lnTo>
                  <a:close/>
                </a:path>
                <a:path w="2539" h="251460">
                  <a:moveTo>
                    <a:pt x="2540" y="26682"/>
                  </a:moveTo>
                  <a:lnTo>
                    <a:pt x="0" y="26682"/>
                  </a:lnTo>
                  <a:lnTo>
                    <a:pt x="0" y="222250"/>
                  </a:lnTo>
                  <a:lnTo>
                    <a:pt x="2540" y="222250"/>
                  </a:lnTo>
                  <a:lnTo>
                    <a:pt x="2540" y="26682"/>
                  </a:lnTo>
                  <a:close/>
                </a:path>
                <a:path w="2539" h="251460">
                  <a:moveTo>
                    <a:pt x="2540" y="20332"/>
                  </a:moveTo>
                  <a:lnTo>
                    <a:pt x="0" y="20332"/>
                  </a:lnTo>
                  <a:lnTo>
                    <a:pt x="0" y="26670"/>
                  </a:lnTo>
                  <a:lnTo>
                    <a:pt x="2540" y="26670"/>
                  </a:lnTo>
                  <a:lnTo>
                    <a:pt x="2540" y="20332"/>
                  </a:lnTo>
                  <a:close/>
                </a:path>
                <a:path w="2539" h="251460">
                  <a:moveTo>
                    <a:pt x="254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2540" y="20320"/>
                  </a:lnTo>
                  <a:lnTo>
                    <a:pt x="2540" y="13982"/>
                  </a:lnTo>
                  <a:close/>
                </a:path>
                <a:path w="2539" h="251460">
                  <a:moveTo>
                    <a:pt x="254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2540" y="13970"/>
                  </a:lnTo>
                  <a:lnTo>
                    <a:pt x="2540" y="7632"/>
                  </a:lnTo>
                  <a:close/>
                </a:path>
                <a:path w="2539" h="251460">
                  <a:moveTo>
                    <a:pt x="254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1282"/>
                  </a:lnTo>
                  <a:close/>
                </a:path>
                <a:path w="2539" h="251460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7A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0" name="object 1890"/>
            <p:cNvSpPr/>
            <p:nvPr/>
          </p:nvSpPr>
          <p:spPr>
            <a:xfrm>
              <a:off x="6322060" y="5127002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6380"/>
                  </a:moveTo>
                  <a:lnTo>
                    <a:pt x="0" y="246380"/>
                  </a:lnTo>
                  <a:lnTo>
                    <a:pt x="0" y="248907"/>
                  </a:lnTo>
                  <a:lnTo>
                    <a:pt x="3810" y="248907"/>
                  </a:lnTo>
                  <a:lnTo>
                    <a:pt x="3810" y="246380"/>
                  </a:lnTo>
                  <a:close/>
                </a:path>
                <a:path w="3810" h="248920">
                  <a:moveTo>
                    <a:pt x="3810" y="242570"/>
                  </a:moveTo>
                  <a:lnTo>
                    <a:pt x="0" y="242570"/>
                  </a:lnTo>
                  <a:lnTo>
                    <a:pt x="0" y="246367"/>
                  </a:lnTo>
                  <a:lnTo>
                    <a:pt x="3810" y="246367"/>
                  </a:lnTo>
                  <a:lnTo>
                    <a:pt x="3810" y="242570"/>
                  </a:lnTo>
                  <a:close/>
                </a:path>
                <a:path w="3810" h="248920">
                  <a:moveTo>
                    <a:pt x="3810" y="240030"/>
                  </a:moveTo>
                  <a:lnTo>
                    <a:pt x="0" y="240030"/>
                  </a:lnTo>
                  <a:lnTo>
                    <a:pt x="0" y="242557"/>
                  </a:lnTo>
                  <a:lnTo>
                    <a:pt x="3810" y="242557"/>
                  </a:lnTo>
                  <a:lnTo>
                    <a:pt x="3810" y="240030"/>
                  </a:lnTo>
                  <a:close/>
                </a:path>
                <a:path w="3810" h="248920">
                  <a:moveTo>
                    <a:pt x="3810" y="236220"/>
                  </a:moveTo>
                  <a:lnTo>
                    <a:pt x="0" y="236220"/>
                  </a:lnTo>
                  <a:lnTo>
                    <a:pt x="0" y="240017"/>
                  </a:lnTo>
                  <a:lnTo>
                    <a:pt x="3810" y="240017"/>
                  </a:lnTo>
                  <a:lnTo>
                    <a:pt x="3810" y="236220"/>
                  </a:lnTo>
                  <a:close/>
                </a:path>
                <a:path w="3810" h="248920">
                  <a:moveTo>
                    <a:pt x="3810" y="233680"/>
                  </a:moveTo>
                  <a:lnTo>
                    <a:pt x="0" y="233680"/>
                  </a:lnTo>
                  <a:lnTo>
                    <a:pt x="0" y="236207"/>
                  </a:lnTo>
                  <a:lnTo>
                    <a:pt x="3810" y="236207"/>
                  </a:lnTo>
                  <a:lnTo>
                    <a:pt x="3810" y="233680"/>
                  </a:lnTo>
                  <a:close/>
                </a:path>
                <a:path w="3810" h="248920">
                  <a:moveTo>
                    <a:pt x="3810" y="229870"/>
                  </a:moveTo>
                  <a:lnTo>
                    <a:pt x="0" y="229870"/>
                  </a:lnTo>
                  <a:lnTo>
                    <a:pt x="0" y="233667"/>
                  </a:lnTo>
                  <a:lnTo>
                    <a:pt x="3810" y="233667"/>
                  </a:lnTo>
                  <a:lnTo>
                    <a:pt x="3810" y="229870"/>
                  </a:lnTo>
                  <a:close/>
                </a:path>
                <a:path w="3810" h="248920">
                  <a:moveTo>
                    <a:pt x="3810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3810" y="229857"/>
                  </a:lnTo>
                  <a:lnTo>
                    <a:pt x="3810" y="227330"/>
                  </a:lnTo>
                  <a:close/>
                </a:path>
                <a:path w="3810" h="248920">
                  <a:moveTo>
                    <a:pt x="3810" y="223520"/>
                  </a:moveTo>
                  <a:lnTo>
                    <a:pt x="0" y="223520"/>
                  </a:lnTo>
                  <a:lnTo>
                    <a:pt x="0" y="227317"/>
                  </a:lnTo>
                  <a:lnTo>
                    <a:pt x="3810" y="227317"/>
                  </a:lnTo>
                  <a:lnTo>
                    <a:pt x="3810" y="223520"/>
                  </a:lnTo>
                  <a:close/>
                </a:path>
                <a:path w="3810" h="248920">
                  <a:moveTo>
                    <a:pt x="3810" y="220980"/>
                  </a:moveTo>
                  <a:lnTo>
                    <a:pt x="0" y="220980"/>
                  </a:lnTo>
                  <a:lnTo>
                    <a:pt x="0" y="223507"/>
                  </a:lnTo>
                  <a:lnTo>
                    <a:pt x="3810" y="223507"/>
                  </a:lnTo>
                  <a:lnTo>
                    <a:pt x="3810" y="220980"/>
                  </a:lnTo>
                  <a:close/>
                </a:path>
                <a:path w="3810" h="248920">
                  <a:moveTo>
                    <a:pt x="3810" y="25400"/>
                  </a:moveTo>
                  <a:lnTo>
                    <a:pt x="0" y="2540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25400"/>
                  </a:lnTo>
                  <a:close/>
                </a:path>
                <a:path w="3810" h="248920">
                  <a:moveTo>
                    <a:pt x="38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19050"/>
                  </a:lnTo>
                  <a:close/>
                </a:path>
                <a:path w="3810" h="248920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10" h="2489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1" name="object 1891"/>
            <p:cNvSpPr/>
            <p:nvPr/>
          </p:nvSpPr>
          <p:spPr>
            <a:xfrm>
              <a:off x="6325870" y="5127002"/>
              <a:ext cx="3810" cy="220979"/>
            </a:xfrm>
            <a:custGeom>
              <a:avLst/>
              <a:gdLst/>
              <a:ahLst/>
              <a:cxnLst/>
              <a:rect l="l" t="t" r="r" b="b"/>
              <a:pathLst>
                <a:path w="3810" h="220979">
                  <a:moveTo>
                    <a:pt x="3810" y="25400"/>
                  </a:moveTo>
                  <a:lnTo>
                    <a:pt x="0" y="2540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25400"/>
                  </a:lnTo>
                  <a:close/>
                </a:path>
                <a:path w="3810" h="220979">
                  <a:moveTo>
                    <a:pt x="38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19050"/>
                  </a:lnTo>
                  <a:close/>
                </a:path>
                <a:path w="3810" h="220979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10" h="220979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10" h="220979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F9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2" name="object 1892"/>
            <p:cNvSpPr/>
            <p:nvPr/>
          </p:nvSpPr>
          <p:spPr>
            <a:xfrm>
              <a:off x="6329680" y="5127002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6380"/>
                  </a:moveTo>
                  <a:lnTo>
                    <a:pt x="0" y="246380"/>
                  </a:lnTo>
                  <a:lnTo>
                    <a:pt x="0" y="248907"/>
                  </a:lnTo>
                  <a:lnTo>
                    <a:pt x="3810" y="248907"/>
                  </a:lnTo>
                  <a:lnTo>
                    <a:pt x="3810" y="246380"/>
                  </a:lnTo>
                  <a:close/>
                </a:path>
                <a:path w="3810" h="248920">
                  <a:moveTo>
                    <a:pt x="3810" y="242570"/>
                  </a:moveTo>
                  <a:lnTo>
                    <a:pt x="0" y="242570"/>
                  </a:lnTo>
                  <a:lnTo>
                    <a:pt x="0" y="246367"/>
                  </a:lnTo>
                  <a:lnTo>
                    <a:pt x="3810" y="246367"/>
                  </a:lnTo>
                  <a:lnTo>
                    <a:pt x="3810" y="242570"/>
                  </a:lnTo>
                  <a:close/>
                </a:path>
                <a:path w="3810" h="248920">
                  <a:moveTo>
                    <a:pt x="3810" y="240030"/>
                  </a:moveTo>
                  <a:lnTo>
                    <a:pt x="0" y="240030"/>
                  </a:lnTo>
                  <a:lnTo>
                    <a:pt x="0" y="242557"/>
                  </a:lnTo>
                  <a:lnTo>
                    <a:pt x="3810" y="242557"/>
                  </a:lnTo>
                  <a:lnTo>
                    <a:pt x="3810" y="240030"/>
                  </a:lnTo>
                  <a:close/>
                </a:path>
                <a:path w="3810" h="248920">
                  <a:moveTo>
                    <a:pt x="3810" y="236220"/>
                  </a:moveTo>
                  <a:lnTo>
                    <a:pt x="0" y="236220"/>
                  </a:lnTo>
                  <a:lnTo>
                    <a:pt x="0" y="240017"/>
                  </a:lnTo>
                  <a:lnTo>
                    <a:pt x="3810" y="240017"/>
                  </a:lnTo>
                  <a:lnTo>
                    <a:pt x="3810" y="236220"/>
                  </a:lnTo>
                  <a:close/>
                </a:path>
                <a:path w="3810" h="248920">
                  <a:moveTo>
                    <a:pt x="3810" y="233680"/>
                  </a:moveTo>
                  <a:lnTo>
                    <a:pt x="0" y="233680"/>
                  </a:lnTo>
                  <a:lnTo>
                    <a:pt x="0" y="236207"/>
                  </a:lnTo>
                  <a:lnTo>
                    <a:pt x="3810" y="236207"/>
                  </a:lnTo>
                  <a:lnTo>
                    <a:pt x="3810" y="233680"/>
                  </a:lnTo>
                  <a:close/>
                </a:path>
                <a:path w="3810" h="248920">
                  <a:moveTo>
                    <a:pt x="3810" y="229870"/>
                  </a:moveTo>
                  <a:lnTo>
                    <a:pt x="0" y="229870"/>
                  </a:lnTo>
                  <a:lnTo>
                    <a:pt x="0" y="233667"/>
                  </a:lnTo>
                  <a:lnTo>
                    <a:pt x="3810" y="233667"/>
                  </a:lnTo>
                  <a:lnTo>
                    <a:pt x="3810" y="229870"/>
                  </a:lnTo>
                  <a:close/>
                </a:path>
                <a:path w="3810" h="248920">
                  <a:moveTo>
                    <a:pt x="3810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3810" y="229857"/>
                  </a:lnTo>
                  <a:lnTo>
                    <a:pt x="3810" y="227330"/>
                  </a:lnTo>
                  <a:close/>
                </a:path>
                <a:path w="3810" h="248920">
                  <a:moveTo>
                    <a:pt x="3810" y="223520"/>
                  </a:moveTo>
                  <a:lnTo>
                    <a:pt x="0" y="223520"/>
                  </a:lnTo>
                  <a:lnTo>
                    <a:pt x="0" y="227317"/>
                  </a:lnTo>
                  <a:lnTo>
                    <a:pt x="3810" y="227317"/>
                  </a:lnTo>
                  <a:lnTo>
                    <a:pt x="3810" y="223520"/>
                  </a:lnTo>
                  <a:close/>
                </a:path>
                <a:path w="3810" h="248920">
                  <a:moveTo>
                    <a:pt x="3810" y="220980"/>
                  </a:moveTo>
                  <a:lnTo>
                    <a:pt x="0" y="220980"/>
                  </a:lnTo>
                  <a:lnTo>
                    <a:pt x="0" y="223507"/>
                  </a:lnTo>
                  <a:lnTo>
                    <a:pt x="3810" y="223507"/>
                  </a:lnTo>
                  <a:lnTo>
                    <a:pt x="3810" y="220980"/>
                  </a:lnTo>
                  <a:close/>
                </a:path>
                <a:path w="3810" h="248920">
                  <a:moveTo>
                    <a:pt x="3810" y="25400"/>
                  </a:moveTo>
                  <a:lnTo>
                    <a:pt x="0" y="2540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25400"/>
                  </a:lnTo>
                  <a:close/>
                </a:path>
                <a:path w="3810" h="248920">
                  <a:moveTo>
                    <a:pt x="38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19050"/>
                  </a:lnTo>
                  <a:close/>
                </a:path>
                <a:path w="3810" h="248920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10" h="2489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294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3" name="object 1893"/>
            <p:cNvSpPr/>
            <p:nvPr/>
          </p:nvSpPr>
          <p:spPr>
            <a:xfrm>
              <a:off x="6333490" y="5127002"/>
              <a:ext cx="3810" cy="220979"/>
            </a:xfrm>
            <a:custGeom>
              <a:avLst/>
              <a:gdLst/>
              <a:ahLst/>
              <a:cxnLst/>
              <a:rect l="l" t="t" r="r" b="b"/>
              <a:pathLst>
                <a:path w="3810" h="220979">
                  <a:moveTo>
                    <a:pt x="3810" y="25400"/>
                  </a:moveTo>
                  <a:lnTo>
                    <a:pt x="0" y="2540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25400"/>
                  </a:lnTo>
                  <a:close/>
                </a:path>
                <a:path w="3810" h="220979">
                  <a:moveTo>
                    <a:pt x="38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19050"/>
                  </a:lnTo>
                  <a:close/>
                </a:path>
                <a:path w="3810" h="220979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10" h="220979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10" h="220979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496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4" name="object 1894"/>
            <p:cNvSpPr/>
            <p:nvPr/>
          </p:nvSpPr>
          <p:spPr>
            <a:xfrm>
              <a:off x="6337300" y="5127002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6380"/>
                  </a:moveTo>
                  <a:lnTo>
                    <a:pt x="0" y="246380"/>
                  </a:lnTo>
                  <a:lnTo>
                    <a:pt x="0" y="248907"/>
                  </a:lnTo>
                  <a:lnTo>
                    <a:pt x="3810" y="248907"/>
                  </a:lnTo>
                  <a:lnTo>
                    <a:pt x="3810" y="246380"/>
                  </a:lnTo>
                  <a:close/>
                </a:path>
                <a:path w="3810" h="248920">
                  <a:moveTo>
                    <a:pt x="3810" y="242570"/>
                  </a:moveTo>
                  <a:lnTo>
                    <a:pt x="0" y="242570"/>
                  </a:lnTo>
                  <a:lnTo>
                    <a:pt x="0" y="246367"/>
                  </a:lnTo>
                  <a:lnTo>
                    <a:pt x="3810" y="246367"/>
                  </a:lnTo>
                  <a:lnTo>
                    <a:pt x="3810" y="242570"/>
                  </a:lnTo>
                  <a:close/>
                </a:path>
                <a:path w="3810" h="248920">
                  <a:moveTo>
                    <a:pt x="3810" y="240030"/>
                  </a:moveTo>
                  <a:lnTo>
                    <a:pt x="0" y="240030"/>
                  </a:lnTo>
                  <a:lnTo>
                    <a:pt x="0" y="242557"/>
                  </a:lnTo>
                  <a:lnTo>
                    <a:pt x="3810" y="242557"/>
                  </a:lnTo>
                  <a:lnTo>
                    <a:pt x="3810" y="240030"/>
                  </a:lnTo>
                  <a:close/>
                </a:path>
                <a:path w="3810" h="248920">
                  <a:moveTo>
                    <a:pt x="3810" y="236220"/>
                  </a:moveTo>
                  <a:lnTo>
                    <a:pt x="0" y="236220"/>
                  </a:lnTo>
                  <a:lnTo>
                    <a:pt x="0" y="240017"/>
                  </a:lnTo>
                  <a:lnTo>
                    <a:pt x="3810" y="240017"/>
                  </a:lnTo>
                  <a:lnTo>
                    <a:pt x="3810" y="236220"/>
                  </a:lnTo>
                  <a:close/>
                </a:path>
                <a:path w="3810" h="248920">
                  <a:moveTo>
                    <a:pt x="3810" y="233680"/>
                  </a:moveTo>
                  <a:lnTo>
                    <a:pt x="0" y="233680"/>
                  </a:lnTo>
                  <a:lnTo>
                    <a:pt x="0" y="236207"/>
                  </a:lnTo>
                  <a:lnTo>
                    <a:pt x="3810" y="236207"/>
                  </a:lnTo>
                  <a:lnTo>
                    <a:pt x="3810" y="233680"/>
                  </a:lnTo>
                  <a:close/>
                </a:path>
                <a:path w="3810" h="248920">
                  <a:moveTo>
                    <a:pt x="3810" y="229870"/>
                  </a:moveTo>
                  <a:lnTo>
                    <a:pt x="0" y="229870"/>
                  </a:lnTo>
                  <a:lnTo>
                    <a:pt x="0" y="233667"/>
                  </a:lnTo>
                  <a:lnTo>
                    <a:pt x="3810" y="233667"/>
                  </a:lnTo>
                  <a:lnTo>
                    <a:pt x="3810" y="229870"/>
                  </a:lnTo>
                  <a:close/>
                </a:path>
                <a:path w="3810" h="248920">
                  <a:moveTo>
                    <a:pt x="3810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3810" y="229857"/>
                  </a:lnTo>
                  <a:lnTo>
                    <a:pt x="3810" y="227330"/>
                  </a:lnTo>
                  <a:close/>
                </a:path>
                <a:path w="3810" h="248920">
                  <a:moveTo>
                    <a:pt x="3810" y="223520"/>
                  </a:moveTo>
                  <a:lnTo>
                    <a:pt x="0" y="223520"/>
                  </a:lnTo>
                  <a:lnTo>
                    <a:pt x="0" y="227317"/>
                  </a:lnTo>
                  <a:lnTo>
                    <a:pt x="3810" y="227317"/>
                  </a:lnTo>
                  <a:lnTo>
                    <a:pt x="3810" y="223520"/>
                  </a:lnTo>
                  <a:close/>
                </a:path>
                <a:path w="3810" h="248920">
                  <a:moveTo>
                    <a:pt x="3810" y="220980"/>
                  </a:moveTo>
                  <a:lnTo>
                    <a:pt x="0" y="220980"/>
                  </a:lnTo>
                  <a:lnTo>
                    <a:pt x="0" y="223507"/>
                  </a:lnTo>
                  <a:lnTo>
                    <a:pt x="3810" y="223507"/>
                  </a:lnTo>
                  <a:lnTo>
                    <a:pt x="3810" y="220980"/>
                  </a:lnTo>
                  <a:close/>
                </a:path>
                <a:path w="3810" h="248920">
                  <a:moveTo>
                    <a:pt x="3810" y="25400"/>
                  </a:moveTo>
                  <a:lnTo>
                    <a:pt x="0" y="2540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25400"/>
                  </a:lnTo>
                  <a:close/>
                </a:path>
                <a:path w="3810" h="248920">
                  <a:moveTo>
                    <a:pt x="38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19050"/>
                  </a:lnTo>
                  <a:close/>
                </a:path>
                <a:path w="3810" h="248920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10" h="2489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799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5" name="object 1895"/>
            <p:cNvSpPr/>
            <p:nvPr/>
          </p:nvSpPr>
          <p:spPr>
            <a:xfrm>
              <a:off x="6341110" y="5127002"/>
              <a:ext cx="3810" cy="220979"/>
            </a:xfrm>
            <a:custGeom>
              <a:avLst/>
              <a:gdLst/>
              <a:ahLst/>
              <a:cxnLst/>
              <a:rect l="l" t="t" r="r" b="b"/>
              <a:pathLst>
                <a:path w="3810" h="220979">
                  <a:moveTo>
                    <a:pt x="3810" y="25400"/>
                  </a:moveTo>
                  <a:lnTo>
                    <a:pt x="0" y="2540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25400"/>
                  </a:lnTo>
                  <a:close/>
                </a:path>
                <a:path w="3810" h="220979">
                  <a:moveTo>
                    <a:pt x="38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19050"/>
                  </a:lnTo>
                  <a:close/>
                </a:path>
                <a:path w="3810" h="220979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10" h="220979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10" h="220979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6" name="object 1896"/>
            <p:cNvSpPr/>
            <p:nvPr/>
          </p:nvSpPr>
          <p:spPr>
            <a:xfrm>
              <a:off x="6344920" y="5126989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253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  <a:path w="3810" h="248920">
                  <a:moveTo>
                    <a:pt x="380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6349"/>
                  </a:lnTo>
                  <a:close/>
                </a:path>
                <a:path w="3810" h="248920">
                  <a:moveTo>
                    <a:pt x="380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2699"/>
                  </a:lnTo>
                  <a:close/>
                </a:path>
                <a:path w="3810" h="248920">
                  <a:moveTo>
                    <a:pt x="3809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19049"/>
                  </a:lnTo>
                  <a:close/>
                </a:path>
                <a:path w="3810" h="248920">
                  <a:moveTo>
                    <a:pt x="3809" y="25399"/>
                  </a:moveTo>
                  <a:lnTo>
                    <a:pt x="0" y="25399"/>
                  </a:lnTo>
                  <a:lnTo>
                    <a:pt x="0" y="220979"/>
                  </a:lnTo>
                  <a:lnTo>
                    <a:pt x="3809" y="220979"/>
                  </a:lnTo>
                  <a:lnTo>
                    <a:pt x="3809" y="25399"/>
                  </a:lnTo>
                  <a:close/>
                </a:path>
                <a:path w="3810" h="248920">
                  <a:moveTo>
                    <a:pt x="3809" y="220979"/>
                  </a:moveTo>
                  <a:lnTo>
                    <a:pt x="0" y="220979"/>
                  </a:lnTo>
                  <a:lnTo>
                    <a:pt x="0" y="223519"/>
                  </a:lnTo>
                  <a:lnTo>
                    <a:pt x="3809" y="223519"/>
                  </a:lnTo>
                  <a:lnTo>
                    <a:pt x="3809" y="220979"/>
                  </a:lnTo>
                  <a:close/>
                </a:path>
                <a:path w="3810" h="248920">
                  <a:moveTo>
                    <a:pt x="3809" y="223519"/>
                  </a:moveTo>
                  <a:lnTo>
                    <a:pt x="0" y="223519"/>
                  </a:lnTo>
                  <a:lnTo>
                    <a:pt x="0" y="227329"/>
                  </a:lnTo>
                  <a:lnTo>
                    <a:pt x="3809" y="227329"/>
                  </a:lnTo>
                  <a:lnTo>
                    <a:pt x="3809" y="223519"/>
                  </a:lnTo>
                  <a:close/>
                </a:path>
                <a:path w="3810" h="248920">
                  <a:moveTo>
                    <a:pt x="3809" y="227329"/>
                  </a:moveTo>
                  <a:lnTo>
                    <a:pt x="0" y="227329"/>
                  </a:lnTo>
                  <a:lnTo>
                    <a:pt x="0" y="229869"/>
                  </a:lnTo>
                  <a:lnTo>
                    <a:pt x="3809" y="229869"/>
                  </a:lnTo>
                  <a:lnTo>
                    <a:pt x="3809" y="227329"/>
                  </a:lnTo>
                  <a:close/>
                </a:path>
                <a:path w="3810" h="248920">
                  <a:moveTo>
                    <a:pt x="3809" y="229869"/>
                  </a:moveTo>
                  <a:lnTo>
                    <a:pt x="0" y="229869"/>
                  </a:lnTo>
                  <a:lnTo>
                    <a:pt x="0" y="233679"/>
                  </a:lnTo>
                  <a:lnTo>
                    <a:pt x="3809" y="233679"/>
                  </a:lnTo>
                  <a:lnTo>
                    <a:pt x="3809" y="229869"/>
                  </a:lnTo>
                  <a:close/>
                </a:path>
                <a:path w="3810" h="248920">
                  <a:moveTo>
                    <a:pt x="3809" y="233679"/>
                  </a:moveTo>
                  <a:lnTo>
                    <a:pt x="0" y="233679"/>
                  </a:lnTo>
                  <a:lnTo>
                    <a:pt x="0" y="236219"/>
                  </a:lnTo>
                  <a:lnTo>
                    <a:pt x="3809" y="236219"/>
                  </a:lnTo>
                  <a:lnTo>
                    <a:pt x="3809" y="233679"/>
                  </a:lnTo>
                  <a:close/>
                </a:path>
                <a:path w="3810" h="248920">
                  <a:moveTo>
                    <a:pt x="3809" y="236219"/>
                  </a:moveTo>
                  <a:lnTo>
                    <a:pt x="0" y="236219"/>
                  </a:lnTo>
                  <a:lnTo>
                    <a:pt x="0" y="240029"/>
                  </a:lnTo>
                  <a:lnTo>
                    <a:pt x="3809" y="240029"/>
                  </a:lnTo>
                  <a:lnTo>
                    <a:pt x="3809" y="236219"/>
                  </a:lnTo>
                  <a:close/>
                </a:path>
                <a:path w="3810" h="248920">
                  <a:moveTo>
                    <a:pt x="3809" y="240029"/>
                  </a:moveTo>
                  <a:lnTo>
                    <a:pt x="0" y="240029"/>
                  </a:lnTo>
                  <a:lnTo>
                    <a:pt x="0" y="242569"/>
                  </a:lnTo>
                  <a:lnTo>
                    <a:pt x="3809" y="242569"/>
                  </a:lnTo>
                  <a:lnTo>
                    <a:pt x="3809" y="240029"/>
                  </a:lnTo>
                  <a:close/>
                </a:path>
                <a:path w="3810" h="248920">
                  <a:moveTo>
                    <a:pt x="3809" y="242569"/>
                  </a:moveTo>
                  <a:lnTo>
                    <a:pt x="0" y="242569"/>
                  </a:lnTo>
                  <a:lnTo>
                    <a:pt x="0" y="246379"/>
                  </a:lnTo>
                  <a:lnTo>
                    <a:pt x="3809" y="246379"/>
                  </a:lnTo>
                  <a:lnTo>
                    <a:pt x="3809" y="242569"/>
                  </a:lnTo>
                  <a:close/>
                </a:path>
                <a:path w="3810" h="248920">
                  <a:moveTo>
                    <a:pt x="3809" y="246379"/>
                  </a:moveTo>
                  <a:lnTo>
                    <a:pt x="0" y="246379"/>
                  </a:lnTo>
                  <a:lnTo>
                    <a:pt x="0" y="248919"/>
                  </a:lnTo>
                  <a:lnTo>
                    <a:pt x="2539" y="248919"/>
                  </a:lnTo>
                  <a:lnTo>
                    <a:pt x="2539" y="247649"/>
                  </a:lnTo>
                  <a:lnTo>
                    <a:pt x="3809" y="247649"/>
                  </a:lnTo>
                  <a:lnTo>
                    <a:pt x="3809" y="246379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7" name="object 1897"/>
            <p:cNvSpPr/>
            <p:nvPr/>
          </p:nvSpPr>
          <p:spPr>
            <a:xfrm>
              <a:off x="6348730" y="5128259"/>
              <a:ext cx="2540" cy="246379"/>
            </a:xfrm>
            <a:custGeom>
              <a:avLst/>
              <a:gdLst/>
              <a:ahLst/>
              <a:cxnLst/>
              <a:rect l="l" t="t" r="r" b="b"/>
              <a:pathLst>
                <a:path w="2539" h="246379">
                  <a:moveTo>
                    <a:pt x="2540" y="245122"/>
                  </a:moveTo>
                  <a:lnTo>
                    <a:pt x="0" y="245122"/>
                  </a:lnTo>
                  <a:lnTo>
                    <a:pt x="0" y="246380"/>
                  </a:lnTo>
                  <a:lnTo>
                    <a:pt x="2540" y="246380"/>
                  </a:lnTo>
                  <a:lnTo>
                    <a:pt x="2540" y="245122"/>
                  </a:lnTo>
                  <a:close/>
                </a:path>
                <a:path w="2539" h="246379">
                  <a:moveTo>
                    <a:pt x="2540" y="241312"/>
                  </a:moveTo>
                  <a:lnTo>
                    <a:pt x="0" y="241312"/>
                  </a:lnTo>
                  <a:lnTo>
                    <a:pt x="0" y="245110"/>
                  </a:lnTo>
                  <a:lnTo>
                    <a:pt x="2540" y="245110"/>
                  </a:lnTo>
                  <a:lnTo>
                    <a:pt x="2540" y="241312"/>
                  </a:lnTo>
                  <a:close/>
                </a:path>
                <a:path w="2539" h="246379">
                  <a:moveTo>
                    <a:pt x="2540" y="238772"/>
                  </a:moveTo>
                  <a:lnTo>
                    <a:pt x="0" y="238772"/>
                  </a:lnTo>
                  <a:lnTo>
                    <a:pt x="0" y="241300"/>
                  </a:lnTo>
                  <a:lnTo>
                    <a:pt x="2540" y="241300"/>
                  </a:lnTo>
                  <a:lnTo>
                    <a:pt x="2540" y="238772"/>
                  </a:lnTo>
                  <a:close/>
                </a:path>
                <a:path w="2539" h="246379">
                  <a:moveTo>
                    <a:pt x="2540" y="234962"/>
                  </a:moveTo>
                  <a:lnTo>
                    <a:pt x="0" y="234962"/>
                  </a:lnTo>
                  <a:lnTo>
                    <a:pt x="0" y="238760"/>
                  </a:lnTo>
                  <a:lnTo>
                    <a:pt x="2540" y="238760"/>
                  </a:lnTo>
                  <a:lnTo>
                    <a:pt x="2540" y="234962"/>
                  </a:lnTo>
                  <a:close/>
                </a:path>
                <a:path w="2539" h="246379">
                  <a:moveTo>
                    <a:pt x="254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540" y="234950"/>
                  </a:lnTo>
                  <a:lnTo>
                    <a:pt x="2540" y="232422"/>
                  </a:lnTo>
                  <a:close/>
                </a:path>
                <a:path w="2539" h="246379">
                  <a:moveTo>
                    <a:pt x="2540" y="228612"/>
                  </a:moveTo>
                  <a:lnTo>
                    <a:pt x="0" y="228612"/>
                  </a:lnTo>
                  <a:lnTo>
                    <a:pt x="0" y="232410"/>
                  </a:lnTo>
                  <a:lnTo>
                    <a:pt x="2540" y="232410"/>
                  </a:lnTo>
                  <a:lnTo>
                    <a:pt x="2540" y="228612"/>
                  </a:lnTo>
                  <a:close/>
                </a:path>
                <a:path w="2539" h="246379">
                  <a:moveTo>
                    <a:pt x="2540" y="226072"/>
                  </a:moveTo>
                  <a:lnTo>
                    <a:pt x="0" y="226072"/>
                  </a:lnTo>
                  <a:lnTo>
                    <a:pt x="0" y="228600"/>
                  </a:lnTo>
                  <a:lnTo>
                    <a:pt x="2540" y="228600"/>
                  </a:lnTo>
                  <a:lnTo>
                    <a:pt x="2540" y="226072"/>
                  </a:lnTo>
                  <a:close/>
                </a:path>
                <a:path w="2539" h="246379">
                  <a:moveTo>
                    <a:pt x="254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2540" y="226060"/>
                  </a:lnTo>
                  <a:lnTo>
                    <a:pt x="2540" y="222262"/>
                  </a:lnTo>
                  <a:close/>
                </a:path>
                <a:path w="2539" h="246379">
                  <a:moveTo>
                    <a:pt x="254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2540" y="222250"/>
                  </a:lnTo>
                  <a:lnTo>
                    <a:pt x="2540" y="219722"/>
                  </a:lnTo>
                  <a:close/>
                </a:path>
                <a:path w="2539" h="246379">
                  <a:moveTo>
                    <a:pt x="2540" y="24142"/>
                  </a:moveTo>
                  <a:lnTo>
                    <a:pt x="0" y="24142"/>
                  </a:lnTo>
                  <a:lnTo>
                    <a:pt x="0" y="219710"/>
                  </a:lnTo>
                  <a:lnTo>
                    <a:pt x="2540" y="219710"/>
                  </a:lnTo>
                  <a:lnTo>
                    <a:pt x="2540" y="24142"/>
                  </a:lnTo>
                  <a:close/>
                </a:path>
                <a:path w="2539" h="246379">
                  <a:moveTo>
                    <a:pt x="254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540" y="24130"/>
                  </a:lnTo>
                  <a:lnTo>
                    <a:pt x="2540" y="17792"/>
                  </a:lnTo>
                  <a:close/>
                </a:path>
                <a:path w="2539" h="246379">
                  <a:moveTo>
                    <a:pt x="254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2540" y="17780"/>
                  </a:lnTo>
                  <a:lnTo>
                    <a:pt x="2540" y="11442"/>
                  </a:lnTo>
                  <a:close/>
                </a:path>
                <a:path w="2539" h="246379">
                  <a:moveTo>
                    <a:pt x="254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5092"/>
                  </a:lnTo>
                  <a:close/>
                </a:path>
                <a:path w="2539" h="246379">
                  <a:moveTo>
                    <a:pt x="25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8F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8" name="object 1898"/>
            <p:cNvSpPr/>
            <p:nvPr/>
          </p:nvSpPr>
          <p:spPr>
            <a:xfrm>
              <a:off x="6351270" y="5128259"/>
              <a:ext cx="3810" cy="246379"/>
            </a:xfrm>
            <a:custGeom>
              <a:avLst/>
              <a:gdLst/>
              <a:ahLst/>
              <a:cxnLst/>
              <a:rect l="l" t="t" r="r" b="b"/>
              <a:pathLst>
                <a:path w="3810" h="246379">
                  <a:moveTo>
                    <a:pt x="2540" y="245122"/>
                  </a:moveTo>
                  <a:lnTo>
                    <a:pt x="0" y="245122"/>
                  </a:lnTo>
                  <a:lnTo>
                    <a:pt x="0" y="246380"/>
                  </a:lnTo>
                  <a:lnTo>
                    <a:pt x="2540" y="246380"/>
                  </a:lnTo>
                  <a:lnTo>
                    <a:pt x="2540" y="245122"/>
                  </a:lnTo>
                  <a:close/>
                </a:path>
                <a:path w="3810" h="246379">
                  <a:moveTo>
                    <a:pt x="3810" y="241312"/>
                  </a:moveTo>
                  <a:lnTo>
                    <a:pt x="0" y="24131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1312"/>
                  </a:lnTo>
                  <a:close/>
                </a:path>
                <a:path w="3810" h="246379">
                  <a:moveTo>
                    <a:pt x="3810" y="238772"/>
                  </a:moveTo>
                  <a:lnTo>
                    <a:pt x="0" y="23877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8772"/>
                  </a:lnTo>
                  <a:close/>
                </a:path>
                <a:path w="3810" h="246379">
                  <a:moveTo>
                    <a:pt x="3810" y="234962"/>
                  </a:moveTo>
                  <a:lnTo>
                    <a:pt x="0" y="23496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4962"/>
                  </a:lnTo>
                  <a:close/>
                </a:path>
                <a:path w="3810" h="246379">
                  <a:moveTo>
                    <a:pt x="38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2422"/>
                  </a:lnTo>
                  <a:close/>
                </a:path>
                <a:path w="3810" h="246379">
                  <a:moveTo>
                    <a:pt x="3810" y="228612"/>
                  </a:moveTo>
                  <a:lnTo>
                    <a:pt x="0" y="22861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8612"/>
                  </a:lnTo>
                  <a:close/>
                </a:path>
                <a:path w="3810" h="246379">
                  <a:moveTo>
                    <a:pt x="3810" y="226072"/>
                  </a:moveTo>
                  <a:lnTo>
                    <a:pt x="0" y="22607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6072"/>
                  </a:lnTo>
                  <a:close/>
                </a:path>
                <a:path w="3810" h="246379">
                  <a:moveTo>
                    <a:pt x="381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2262"/>
                  </a:lnTo>
                  <a:close/>
                </a:path>
                <a:path w="3810" h="246379">
                  <a:moveTo>
                    <a:pt x="381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19722"/>
                  </a:lnTo>
                  <a:close/>
                </a:path>
                <a:path w="3810" h="246379">
                  <a:moveTo>
                    <a:pt x="3810" y="24142"/>
                  </a:moveTo>
                  <a:lnTo>
                    <a:pt x="0" y="2414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4142"/>
                  </a:lnTo>
                  <a:close/>
                </a:path>
                <a:path w="3810" h="246379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4637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4637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4637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9" name="object 1899"/>
            <p:cNvSpPr/>
            <p:nvPr/>
          </p:nvSpPr>
          <p:spPr>
            <a:xfrm>
              <a:off x="6355080" y="5128259"/>
              <a:ext cx="3810" cy="219710"/>
            </a:xfrm>
            <a:custGeom>
              <a:avLst/>
              <a:gdLst/>
              <a:ahLst/>
              <a:cxnLst/>
              <a:rect l="l" t="t" r="r" b="b"/>
              <a:pathLst>
                <a:path w="3810" h="219710">
                  <a:moveTo>
                    <a:pt x="3810" y="24142"/>
                  </a:moveTo>
                  <a:lnTo>
                    <a:pt x="0" y="2414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4142"/>
                  </a:lnTo>
                  <a:close/>
                </a:path>
                <a:path w="3810" h="219710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19710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19710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19710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0" name="object 1900"/>
            <p:cNvSpPr/>
            <p:nvPr/>
          </p:nvSpPr>
          <p:spPr>
            <a:xfrm>
              <a:off x="6358890" y="5128259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10" h="245110">
                  <a:moveTo>
                    <a:pt x="3810" y="241312"/>
                  </a:moveTo>
                  <a:lnTo>
                    <a:pt x="0" y="24131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1312"/>
                  </a:lnTo>
                  <a:close/>
                </a:path>
                <a:path w="3810" h="245110">
                  <a:moveTo>
                    <a:pt x="3810" y="238772"/>
                  </a:moveTo>
                  <a:lnTo>
                    <a:pt x="0" y="23877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8772"/>
                  </a:lnTo>
                  <a:close/>
                </a:path>
                <a:path w="3810" h="245110">
                  <a:moveTo>
                    <a:pt x="3810" y="234962"/>
                  </a:moveTo>
                  <a:lnTo>
                    <a:pt x="0" y="23496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4962"/>
                  </a:lnTo>
                  <a:close/>
                </a:path>
                <a:path w="3810" h="245110">
                  <a:moveTo>
                    <a:pt x="38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2422"/>
                  </a:lnTo>
                  <a:close/>
                </a:path>
                <a:path w="3810" h="245110">
                  <a:moveTo>
                    <a:pt x="3810" y="228612"/>
                  </a:moveTo>
                  <a:lnTo>
                    <a:pt x="0" y="22861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8612"/>
                  </a:lnTo>
                  <a:close/>
                </a:path>
                <a:path w="3810" h="245110">
                  <a:moveTo>
                    <a:pt x="3810" y="226072"/>
                  </a:moveTo>
                  <a:lnTo>
                    <a:pt x="0" y="22607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6072"/>
                  </a:lnTo>
                  <a:close/>
                </a:path>
                <a:path w="3810" h="245110">
                  <a:moveTo>
                    <a:pt x="381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2262"/>
                  </a:lnTo>
                  <a:close/>
                </a:path>
                <a:path w="3810" h="245110">
                  <a:moveTo>
                    <a:pt x="381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19722"/>
                  </a:lnTo>
                  <a:close/>
                </a:path>
                <a:path w="3810" h="245110">
                  <a:moveTo>
                    <a:pt x="3810" y="24142"/>
                  </a:moveTo>
                  <a:lnTo>
                    <a:pt x="0" y="2414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4142"/>
                  </a:lnTo>
                  <a:close/>
                </a:path>
                <a:path w="3810" h="245110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45110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45110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45110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7A6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1" name="object 1901"/>
            <p:cNvSpPr/>
            <p:nvPr/>
          </p:nvSpPr>
          <p:spPr>
            <a:xfrm>
              <a:off x="6362700" y="5128259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10" h="245110">
                  <a:moveTo>
                    <a:pt x="254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10" h="245110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245110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245110">
                  <a:moveTo>
                    <a:pt x="381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7780"/>
                  </a:lnTo>
                  <a:close/>
                </a:path>
                <a:path w="3810" h="245110">
                  <a:moveTo>
                    <a:pt x="3810" y="24130"/>
                  </a:moveTo>
                  <a:lnTo>
                    <a:pt x="0" y="24130"/>
                  </a:lnTo>
                  <a:lnTo>
                    <a:pt x="0" y="219709"/>
                  </a:lnTo>
                  <a:lnTo>
                    <a:pt x="3810" y="219709"/>
                  </a:lnTo>
                  <a:lnTo>
                    <a:pt x="3810" y="24130"/>
                  </a:lnTo>
                  <a:close/>
                </a:path>
                <a:path w="3810" h="245110">
                  <a:moveTo>
                    <a:pt x="3810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3810" y="222249"/>
                  </a:lnTo>
                  <a:lnTo>
                    <a:pt x="3810" y="219709"/>
                  </a:lnTo>
                  <a:close/>
                </a:path>
                <a:path w="3810" h="245110">
                  <a:moveTo>
                    <a:pt x="3810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22250"/>
                  </a:lnTo>
                  <a:close/>
                </a:path>
                <a:path w="3810" h="245110">
                  <a:moveTo>
                    <a:pt x="3810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6059"/>
                  </a:lnTo>
                  <a:close/>
                </a:path>
                <a:path w="3810" h="245110">
                  <a:moveTo>
                    <a:pt x="3810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8600"/>
                  </a:lnTo>
                  <a:close/>
                </a:path>
                <a:path w="3810" h="245110">
                  <a:moveTo>
                    <a:pt x="3810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3810" y="234949"/>
                  </a:lnTo>
                  <a:lnTo>
                    <a:pt x="3810" y="232409"/>
                  </a:lnTo>
                  <a:close/>
                </a:path>
                <a:path w="3810" h="245110">
                  <a:moveTo>
                    <a:pt x="3810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3810" y="238759"/>
                  </a:lnTo>
                  <a:lnTo>
                    <a:pt x="3810" y="234950"/>
                  </a:lnTo>
                  <a:close/>
                </a:path>
                <a:path w="3810" h="245110">
                  <a:moveTo>
                    <a:pt x="3810" y="238759"/>
                  </a:moveTo>
                  <a:lnTo>
                    <a:pt x="0" y="238759"/>
                  </a:lnTo>
                  <a:lnTo>
                    <a:pt x="0" y="241299"/>
                  </a:lnTo>
                  <a:lnTo>
                    <a:pt x="3810" y="241299"/>
                  </a:lnTo>
                  <a:lnTo>
                    <a:pt x="3810" y="238759"/>
                  </a:lnTo>
                  <a:close/>
                </a:path>
                <a:path w="3810" h="245110">
                  <a:moveTo>
                    <a:pt x="3810" y="241300"/>
                  </a:moveTo>
                  <a:lnTo>
                    <a:pt x="0" y="241300"/>
                  </a:lnTo>
                  <a:lnTo>
                    <a:pt x="0" y="245109"/>
                  </a:lnTo>
                  <a:lnTo>
                    <a:pt x="3810" y="245109"/>
                  </a:lnTo>
                  <a:lnTo>
                    <a:pt x="3810" y="241300"/>
                  </a:lnTo>
                  <a:close/>
                </a:path>
              </a:pathLst>
            </a:custGeom>
            <a:solidFill>
              <a:srgbClr val="99A8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2" name="object 1902"/>
            <p:cNvSpPr/>
            <p:nvPr/>
          </p:nvSpPr>
          <p:spPr>
            <a:xfrm>
              <a:off x="6366510" y="5129530"/>
              <a:ext cx="3810" cy="218440"/>
            </a:xfrm>
            <a:custGeom>
              <a:avLst/>
              <a:gdLst/>
              <a:ahLst/>
              <a:cxnLst/>
              <a:rect l="l" t="t" r="r" b="b"/>
              <a:pathLst>
                <a:path w="3810" h="218439">
                  <a:moveTo>
                    <a:pt x="3810" y="22872"/>
                  </a:moveTo>
                  <a:lnTo>
                    <a:pt x="0" y="22872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2872"/>
                  </a:lnTo>
                  <a:close/>
                </a:path>
                <a:path w="3810" h="218439">
                  <a:moveTo>
                    <a:pt x="3810" y="16522"/>
                  </a:moveTo>
                  <a:lnTo>
                    <a:pt x="0" y="1652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22"/>
                  </a:lnTo>
                  <a:close/>
                </a:path>
                <a:path w="3810" h="218439">
                  <a:moveTo>
                    <a:pt x="381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72"/>
                  </a:lnTo>
                  <a:close/>
                </a:path>
                <a:path w="3810" h="218439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10" h="218439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CA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3" name="object 1903"/>
            <p:cNvSpPr/>
            <p:nvPr/>
          </p:nvSpPr>
          <p:spPr>
            <a:xfrm>
              <a:off x="6370320" y="5129530"/>
              <a:ext cx="2540" cy="243840"/>
            </a:xfrm>
            <a:custGeom>
              <a:avLst/>
              <a:gdLst/>
              <a:ahLst/>
              <a:cxnLst/>
              <a:rect l="l" t="t" r="r" b="b"/>
              <a:pathLst>
                <a:path w="2539" h="243839">
                  <a:moveTo>
                    <a:pt x="126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39" y="3810"/>
                  </a:lnTo>
                  <a:lnTo>
                    <a:pt x="2539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2539" h="243839">
                  <a:moveTo>
                    <a:pt x="253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2539" y="10160"/>
                  </a:lnTo>
                  <a:lnTo>
                    <a:pt x="2539" y="3810"/>
                  </a:lnTo>
                  <a:close/>
                </a:path>
                <a:path w="2539" h="243839">
                  <a:moveTo>
                    <a:pt x="253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2539" y="16510"/>
                  </a:lnTo>
                  <a:lnTo>
                    <a:pt x="2539" y="10160"/>
                  </a:lnTo>
                  <a:close/>
                </a:path>
                <a:path w="2539" h="243839">
                  <a:moveTo>
                    <a:pt x="2539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2539" y="22860"/>
                  </a:lnTo>
                  <a:lnTo>
                    <a:pt x="2539" y="16510"/>
                  </a:lnTo>
                  <a:close/>
                </a:path>
                <a:path w="2539" h="243839">
                  <a:moveTo>
                    <a:pt x="2539" y="22860"/>
                  </a:moveTo>
                  <a:lnTo>
                    <a:pt x="0" y="22860"/>
                  </a:lnTo>
                  <a:lnTo>
                    <a:pt x="0" y="218440"/>
                  </a:lnTo>
                  <a:lnTo>
                    <a:pt x="2539" y="218440"/>
                  </a:lnTo>
                  <a:lnTo>
                    <a:pt x="2539" y="22860"/>
                  </a:lnTo>
                  <a:close/>
                </a:path>
                <a:path w="2539" h="243839">
                  <a:moveTo>
                    <a:pt x="2539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2539" y="220980"/>
                  </a:lnTo>
                  <a:lnTo>
                    <a:pt x="2539" y="218440"/>
                  </a:lnTo>
                  <a:close/>
                </a:path>
                <a:path w="2539" h="243839">
                  <a:moveTo>
                    <a:pt x="2539" y="220980"/>
                  </a:moveTo>
                  <a:lnTo>
                    <a:pt x="0" y="220980"/>
                  </a:lnTo>
                  <a:lnTo>
                    <a:pt x="0" y="224790"/>
                  </a:lnTo>
                  <a:lnTo>
                    <a:pt x="2539" y="224790"/>
                  </a:lnTo>
                  <a:lnTo>
                    <a:pt x="2539" y="220980"/>
                  </a:lnTo>
                  <a:close/>
                </a:path>
                <a:path w="2539" h="243839">
                  <a:moveTo>
                    <a:pt x="2539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2539" y="227330"/>
                  </a:lnTo>
                  <a:lnTo>
                    <a:pt x="2539" y="224790"/>
                  </a:lnTo>
                  <a:close/>
                </a:path>
                <a:path w="2539" h="243839">
                  <a:moveTo>
                    <a:pt x="2539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2539" y="231140"/>
                  </a:lnTo>
                  <a:lnTo>
                    <a:pt x="2539" y="227330"/>
                  </a:lnTo>
                  <a:close/>
                </a:path>
                <a:path w="2539" h="243839">
                  <a:moveTo>
                    <a:pt x="2539" y="231140"/>
                  </a:moveTo>
                  <a:lnTo>
                    <a:pt x="0" y="231140"/>
                  </a:lnTo>
                  <a:lnTo>
                    <a:pt x="0" y="233680"/>
                  </a:lnTo>
                  <a:lnTo>
                    <a:pt x="2539" y="233680"/>
                  </a:lnTo>
                  <a:lnTo>
                    <a:pt x="2539" y="231140"/>
                  </a:lnTo>
                  <a:close/>
                </a:path>
                <a:path w="2539" h="243839">
                  <a:moveTo>
                    <a:pt x="2539" y="233680"/>
                  </a:moveTo>
                  <a:lnTo>
                    <a:pt x="0" y="233680"/>
                  </a:lnTo>
                  <a:lnTo>
                    <a:pt x="0" y="237490"/>
                  </a:lnTo>
                  <a:lnTo>
                    <a:pt x="2539" y="237490"/>
                  </a:lnTo>
                  <a:lnTo>
                    <a:pt x="2539" y="233680"/>
                  </a:lnTo>
                  <a:close/>
                </a:path>
                <a:path w="2539" h="243839">
                  <a:moveTo>
                    <a:pt x="2539" y="237490"/>
                  </a:moveTo>
                  <a:lnTo>
                    <a:pt x="0" y="237490"/>
                  </a:lnTo>
                  <a:lnTo>
                    <a:pt x="0" y="240030"/>
                  </a:lnTo>
                  <a:lnTo>
                    <a:pt x="2539" y="240030"/>
                  </a:lnTo>
                  <a:lnTo>
                    <a:pt x="2539" y="237490"/>
                  </a:lnTo>
                  <a:close/>
                </a:path>
                <a:path w="2539" h="243839">
                  <a:moveTo>
                    <a:pt x="2539" y="240030"/>
                  </a:moveTo>
                  <a:lnTo>
                    <a:pt x="0" y="240030"/>
                  </a:lnTo>
                  <a:lnTo>
                    <a:pt x="0" y="243840"/>
                  </a:lnTo>
                  <a:lnTo>
                    <a:pt x="1269" y="243840"/>
                  </a:lnTo>
                  <a:lnTo>
                    <a:pt x="1269" y="242570"/>
                  </a:lnTo>
                  <a:lnTo>
                    <a:pt x="2539" y="242570"/>
                  </a:lnTo>
                  <a:lnTo>
                    <a:pt x="2539" y="240030"/>
                  </a:lnTo>
                  <a:close/>
                </a:path>
              </a:pathLst>
            </a:custGeom>
            <a:solidFill>
              <a:srgbClr val="9FA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4" name="object 1904"/>
            <p:cNvSpPr/>
            <p:nvPr/>
          </p:nvSpPr>
          <p:spPr>
            <a:xfrm>
              <a:off x="6372860" y="5130800"/>
              <a:ext cx="3810" cy="241300"/>
            </a:xfrm>
            <a:custGeom>
              <a:avLst/>
              <a:gdLst/>
              <a:ahLst/>
              <a:cxnLst/>
              <a:rect l="l" t="t" r="r" b="b"/>
              <a:pathLst>
                <a:path w="3810" h="241300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241300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10" h="241300">
                  <a:moveTo>
                    <a:pt x="381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8890"/>
                  </a:lnTo>
                  <a:close/>
                </a:path>
                <a:path w="3810" h="241300">
                  <a:moveTo>
                    <a:pt x="3810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5240"/>
                  </a:lnTo>
                  <a:close/>
                </a:path>
                <a:path w="3810" h="241300">
                  <a:moveTo>
                    <a:pt x="3810" y="21590"/>
                  </a:moveTo>
                  <a:lnTo>
                    <a:pt x="0" y="21590"/>
                  </a:lnTo>
                  <a:lnTo>
                    <a:pt x="0" y="217169"/>
                  </a:lnTo>
                  <a:lnTo>
                    <a:pt x="3810" y="217169"/>
                  </a:lnTo>
                  <a:lnTo>
                    <a:pt x="3810" y="21590"/>
                  </a:lnTo>
                  <a:close/>
                </a:path>
                <a:path w="3810" h="241300">
                  <a:moveTo>
                    <a:pt x="3810" y="217170"/>
                  </a:moveTo>
                  <a:lnTo>
                    <a:pt x="0" y="217170"/>
                  </a:lnTo>
                  <a:lnTo>
                    <a:pt x="0" y="219709"/>
                  </a:lnTo>
                  <a:lnTo>
                    <a:pt x="3810" y="219709"/>
                  </a:lnTo>
                  <a:lnTo>
                    <a:pt x="3810" y="217170"/>
                  </a:lnTo>
                  <a:close/>
                </a:path>
                <a:path w="3810" h="241300">
                  <a:moveTo>
                    <a:pt x="3810" y="219710"/>
                  </a:moveTo>
                  <a:lnTo>
                    <a:pt x="0" y="219710"/>
                  </a:lnTo>
                  <a:lnTo>
                    <a:pt x="0" y="223519"/>
                  </a:lnTo>
                  <a:lnTo>
                    <a:pt x="3810" y="223519"/>
                  </a:lnTo>
                  <a:lnTo>
                    <a:pt x="3810" y="219710"/>
                  </a:lnTo>
                  <a:close/>
                </a:path>
                <a:path w="3810" h="241300">
                  <a:moveTo>
                    <a:pt x="3810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23520"/>
                  </a:lnTo>
                  <a:close/>
                </a:path>
                <a:path w="3810" h="241300">
                  <a:moveTo>
                    <a:pt x="3810" y="226060"/>
                  </a:moveTo>
                  <a:lnTo>
                    <a:pt x="0" y="226060"/>
                  </a:lnTo>
                  <a:lnTo>
                    <a:pt x="0" y="229869"/>
                  </a:lnTo>
                  <a:lnTo>
                    <a:pt x="3810" y="229869"/>
                  </a:lnTo>
                  <a:lnTo>
                    <a:pt x="3810" y="226060"/>
                  </a:lnTo>
                  <a:close/>
                </a:path>
                <a:path w="3810" h="241300">
                  <a:moveTo>
                    <a:pt x="3810" y="229870"/>
                  </a:moveTo>
                  <a:lnTo>
                    <a:pt x="0" y="22987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9870"/>
                  </a:lnTo>
                  <a:close/>
                </a:path>
                <a:path w="3810" h="241300">
                  <a:moveTo>
                    <a:pt x="3810" y="232410"/>
                  </a:moveTo>
                  <a:lnTo>
                    <a:pt x="0" y="232410"/>
                  </a:lnTo>
                  <a:lnTo>
                    <a:pt x="0" y="236219"/>
                  </a:lnTo>
                  <a:lnTo>
                    <a:pt x="3810" y="236219"/>
                  </a:lnTo>
                  <a:lnTo>
                    <a:pt x="3810" y="232410"/>
                  </a:lnTo>
                  <a:close/>
                </a:path>
                <a:path w="3810" h="241300">
                  <a:moveTo>
                    <a:pt x="3810" y="236220"/>
                  </a:moveTo>
                  <a:lnTo>
                    <a:pt x="0" y="236220"/>
                  </a:lnTo>
                  <a:lnTo>
                    <a:pt x="0" y="238759"/>
                  </a:lnTo>
                  <a:lnTo>
                    <a:pt x="3810" y="238759"/>
                  </a:lnTo>
                  <a:lnTo>
                    <a:pt x="3810" y="236220"/>
                  </a:lnTo>
                  <a:close/>
                </a:path>
                <a:path w="3810" h="241300">
                  <a:moveTo>
                    <a:pt x="3810" y="238760"/>
                  </a:moveTo>
                  <a:lnTo>
                    <a:pt x="0" y="238760"/>
                  </a:lnTo>
                  <a:lnTo>
                    <a:pt x="0" y="241300"/>
                  </a:lnTo>
                  <a:lnTo>
                    <a:pt x="2539" y="241300"/>
                  </a:lnTo>
                  <a:lnTo>
                    <a:pt x="2539" y="240030"/>
                  </a:lnTo>
                  <a:lnTo>
                    <a:pt x="3810" y="240030"/>
                  </a:lnTo>
                  <a:lnTo>
                    <a:pt x="3810" y="238760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5" name="object 1905"/>
            <p:cNvSpPr/>
            <p:nvPr/>
          </p:nvSpPr>
          <p:spPr>
            <a:xfrm>
              <a:off x="6376670" y="5130800"/>
              <a:ext cx="3810" cy="240029"/>
            </a:xfrm>
            <a:custGeom>
              <a:avLst/>
              <a:gdLst/>
              <a:ahLst/>
              <a:cxnLst/>
              <a:rect l="l" t="t" r="r" b="b"/>
              <a:pathLst>
                <a:path w="3810" h="240029">
                  <a:moveTo>
                    <a:pt x="3810" y="238772"/>
                  </a:moveTo>
                  <a:lnTo>
                    <a:pt x="0" y="23877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8772"/>
                  </a:lnTo>
                  <a:close/>
                </a:path>
                <a:path w="3810" h="240029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10" h="240029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10" h="240029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10" h="240029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10" h="240029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10" h="240029">
                  <a:moveTo>
                    <a:pt x="3810" y="219722"/>
                  </a:moveTo>
                  <a:lnTo>
                    <a:pt x="0" y="21972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9722"/>
                  </a:lnTo>
                  <a:close/>
                </a:path>
                <a:path w="3810" h="240029">
                  <a:moveTo>
                    <a:pt x="3810" y="217182"/>
                  </a:moveTo>
                  <a:lnTo>
                    <a:pt x="0" y="21718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17182"/>
                  </a:lnTo>
                  <a:close/>
                </a:path>
                <a:path w="3810" h="240029">
                  <a:moveTo>
                    <a:pt x="3810" y="21602"/>
                  </a:moveTo>
                  <a:lnTo>
                    <a:pt x="0" y="2160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21602"/>
                  </a:lnTo>
                  <a:close/>
                </a:path>
                <a:path w="3810" h="240029">
                  <a:moveTo>
                    <a:pt x="3810" y="15252"/>
                  </a:moveTo>
                  <a:lnTo>
                    <a:pt x="0" y="1525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5252"/>
                  </a:lnTo>
                  <a:close/>
                </a:path>
                <a:path w="3810" h="240029">
                  <a:moveTo>
                    <a:pt x="381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8902"/>
                  </a:lnTo>
                  <a:close/>
                </a:path>
                <a:path w="3810" h="240029">
                  <a:moveTo>
                    <a:pt x="381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2552"/>
                  </a:lnTo>
                  <a:close/>
                </a:path>
                <a:path w="3810" h="240029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6" name="object 1906"/>
            <p:cNvSpPr/>
            <p:nvPr/>
          </p:nvSpPr>
          <p:spPr>
            <a:xfrm>
              <a:off x="6380480" y="5130800"/>
              <a:ext cx="3810" cy="238760"/>
            </a:xfrm>
            <a:custGeom>
              <a:avLst/>
              <a:gdLst/>
              <a:ahLst/>
              <a:cxnLst/>
              <a:rect l="l" t="t" r="r" b="b"/>
              <a:pathLst>
                <a:path w="3810" h="238760">
                  <a:moveTo>
                    <a:pt x="127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10" h="238760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10" h="238760">
                  <a:moveTo>
                    <a:pt x="381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8890"/>
                  </a:lnTo>
                  <a:close/>
                </a:path>
                <a:path w="3810" h="238760">
                  <a:moveTo>
                    <a:pt x="3810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5240"/>
                  </a:lnTo>
                  <a:close/>
                </a:path>
                <a:path w="3810" h="238760">
                  <a:moveTo>
                    <a:pt x="3810" y="21590"/>
                  </a:moveTo>
                  <a:lnTo>
                    <a:pt x="0" y="21590"/>
                  </a:lnTo>
                  <a:lnTo>
                    <a:pt x="0" y="217169"/>
                  </a:lnTo>
                  <a:lnTo>
                    <a:pt x="3810" y="217169"/>
                  </a:lnTo>
                  <a:lnTo>
                    <a:pt x="3810" y="21590"/>
                  </a:lnTo>
                  <a:close/>
                </a:path>
                <a:path w="3810" h="238760">
                  <a:moveTo>
                    <a:pt x="3810" y="217170"/>
                  </a:moveTo>
                  <a:lnTo>
                    <a:pt x="0" y="217170"/>
                  </a:lnTo>
                  <a:lnTo>
                    <a:pt x="0" y="219709"/>
                  </a:lnTo>
                  <a:lnTo>
                    <a:pt x="3810" y="219709"/>
                  </a:lnTo>
                  <a:lnTo>
                    <a:pt x="3810" y="217170"/>
                  </a:lnTo>
                  <a:close/>
                </a:path>
                <a:path w="3810" h="238760">
                  <a:moveTo>
                    <a:pt x="3810" y="219710"/>
                  </a:moveTo>
                  <a:lnTo>
                    <a:pt x="0" y="219710"/>
                  </a:lnTo>
                  <a:lnTo>
                    <a:pt x="0" y="223519"/>
                  </a:lnTo>
                  <a:lnTo>
                    <a:pt x="3810" y="223519"/>
                  </a:lnTo>
                  <a:lnTo>
                    <a:pt x="3810" y="219710"/>
                  </a:lnTo>
                  <a:close/>
                </a:path>
                <a:path w="3810" h="238760">
                  <a:moveTo>
                    <a:pt x="3810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23520"/>
                  </a:lnTo>
                  <a:close/>
                </a:path>
                <a:path w="3810" h="238760">
                  <a:moveTo>
                    <a:pt x="3810" y="226060"/>
                  </a:moveTo>
                  <a:lnTo>
                    <a:pt x="0" y="226060"/>
                  </a:lnTo>
                  <a:lnTo>
                    <a:pt x="0" y="229869"/>
                  </a:lnTo>
                  <a:lnTo>
                    <a:pt x="3810" y="229869"/>
                  </a:lnTo>
                  <a:lnTo>
                    <a:pt x="3810" y="226060"/>
                  </a:lnTo>
                  <a:close/>
                </a:path>
                <a:path w="3810" h="238760">
                  <a:moveTo>
                    <a:pt x="3810" y="229870"/>
                  </a:moveTo>
                  <a:lnTo>
                    <a:pt x="0" y="22987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9870"/>
                  </a:lnTo>
                  <a:close/>
                </a:path>
                <a:path w="3810" h="238760">
                  <a:moveTo>
                    <a:pt x="3810" y="232410"/>
                  </a:moveTo>
                  <a:lnTo>
                    <a:pt x="0" y="232410"/>
                  </a:lnTo>
                  <a:lnTo>
                    <a:pt x="0" y="236219"/>
                  </a:lnTo>
                  <a:lnTo>
                    <a:pt x="3810" y="236219"/>
                  </a:lnTo>
                  <a:lnTo>
                    <a:pt x="3810" y="232410"/>
                  </a:lnTo>
                  <a:close/>
                </a:path>
                <a:path w="3810" h="238760">
                  <a:moveTo>
                    <a:pt x="3810" y="236220"/>
                  </a:moveTo>
                  <a:lnTo>
                    <a:pt x="0" y="236220"/>
                  </a:lnTo>
                  <a:lnTo>
                    <a:pt x="0" y="238759"/>
                  </a:lnTo>
                  <a:lnTo>
                    <a:pt x="3810" y="238759"/>
                  </a:lnTo>
                  <a:lnTo>
                    <a:pt x="3810" y="236220"/>
                  </a:lnTo>
                  <a:close/>
                </a:path>
              </a:pathLst>
            </a:custGeom>
            <a:solidFill>
              <a:srgbClr val="A7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7" name="object 1907"/>
            <p:cNvSpPr/>
            <p:nvPr/>
          </p:nvSpPr>
          <p:spPr>
            <a:xfrm>
              <a:off x="6384290" y="5132070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237489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10" h="237489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10" h="237489">
                  <a:moveTo>
                    <a:pt x="3810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3969"/>
                  </a:lnTo>
                  <a:close/>
                </a:path>
                <a:path w="3810" h="237489">
                  <a:moveTo>
                    <a:pt x="3810" y="20319"/>
                  </a:moveTo>
                  <a:lnTo>
                    <a:pt x="0" y="20319"/>
                  </a:lnTo>
                  <a:lnTo>
                    <a:pt x="0" y="215899"/>
                  </a:lnTo>
                  <a:lnTo>
                    <a:pt x="3810" y="215899"/>
                  </a:lnTo>
                  <a:lnTo>
                    <a:pt x="3810" y="20319"/>
                  </a:lnTo>
                  <a:close/>
                </a:path>
                <a:path w="3810" h="237489">
                  <a:moveTo>
                    <a:pt x="3810" y="215899"/>
                  </a:moveTo>
                  <a:lnTo>
                    <a:pt x="0" y="215899"/>
                  </a:lnTo>
                  <a:lnTo>
                    <a:pt x="0" y="218439"/>
                  </a:lnTo>
                  <a:lnTo>
                    <a:pt x="3810" y="218439"/>
                  </a:lnTo>
                  <a:lnTo>
                    <a:pt x="3810" y="215899"/>
                  </a:lnTo>
                  <a:close/>
                </a:path>
                <a:path w="3810" h="237489">
                  <a:moveTo>
                    <a:pt x="3810" y="218439"/>
                  </a:moveTo>
                  <a:lnTo>
                    <a:pt x="0" y="218439"/>
                  </a:lnTo>
                  <a:lnTo>
                    <a:pt x="0" y="222249"/>
                  </a:lnTo>
                  <a:lnTo>
                    <a:pt x="3810" y="222249"/>
                  </a:lnTo>
                  <a:lnTo>
                    <a:pt x="3810" y="218439"/>
                  </a:lnTo>
                  <a:close/>
                </a:path>
                <a:path w="3810" h="237489">
                  <a:moveTo>
                    <a:pt x="3810" y="222249"/>
                  </a:moveTo>
                  <a:lnTo>
                    <a:pt x="0" y="222249"/>
                  </a:lnTo>
                  <a:lnTo>
                    <a:pt x="0" y="224789"/>
                  </a:lnTo>
                  <a:lnTo>
                    <a:pt x="3810" y="224789"/>
                  </a:lnTo>
                  <a:lnTo>
                    <a:pt x="3810" y="222249"/>
                  </a:lnTo>
                  <a:close/>
                </a:path>
                <a:path w="3810" h="237489">
                  <a:moveTo>
                    <a:pt x="3810" y="224789"/>
                  </a:moveTo>
                  <a:lnTo>
                    <a:pt x="0" y="22478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4789"/>
                  </a:lnTo>
                  <a:close/>
                </a:path>
                <a:path w="3810" h="237489">
                  <a:moveTo>
                    <a:pt x="3810" y="228599"/>
                  </a:moveTo>
                  <a:lnTo>
                    <a:pt x="0" y="228599"/>
                  </a:lnTo>
                  <a:lnTo>
                    <a:pt x="0" y="231139"/>
                  </a:lnTo>
                  <a:lnTo>
                    <a:pt x="3810" y="231139"/>
                  </a:lnTo>
                  <a:lnTo>
                    <a:pt x="3810" y="228599"/>
                  </a:lnTo>
                  <a:close/>
                </a:path>
                <a:path w="3810" h="237489">
                  <a:moveTo>
                    <a:pt x="3810" y="231139"/>
                  </a:moveTo>
                  <a:lnTo>
                    <a:pt x="0" y="231139"/>
                  </a:lnTo>
                  <a:lnTo>
                    <a:pt x="0" y="234949"/>
                  </a:lnTo>
                  <a:lnTo>
                    <a:pt x="3810" y="234949"/>
                  </a:lnTo>
                  <a:lnTo>
                    <a:pt x="3810" y="231139"/>
                  </a:lnTo>
                  <a:close/>
                </a:path>
                <a:path w="3810" h="237489">
                  <a:moveTo>
                    <a:pt x="3810" y="234949"/>
                  </a:moveTo>
                  <a:lnTo>
                    <a:pt x="0" y="234949"/>
                  </a:lnTo>
                  <a:lnTo>
                    <a:pt x="0" y="237489"/>
                  </a:lnTo>
                  <a:lnTo>
                    <a:pt x="1270" y="237489"/>
                  </a:lnTo>
                  <a:lnTo>
                    <a:pt x="1270" y="236219"/>
                  </a:lnTo>
                  <a:lnTo>
                    <a:pt x="3810" y="236219"/>
                  </a:lnTo>
                  <a:lnTo>
                    <a:pt x="3810" y="234949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8" name="object 1908"/>
            <p:cNvSpPr/>
            <p:nvPr/>
          </p:nvSpPr>
          <p:spPr>
            <a:xfrm>
              <a:off x="6388100" y="5132069"/>
              <a:ext cx="3810" cy="236220"/>
            </a:xfrm>
            <a:custGeom>
              <a:avLst/>
              <a:gdLst/>
              <a:ahLst/>
              <a:cxnLst/>
              <a:rect l="l" t="t" r="r" b="b"/>
              <a:pathLst>
                <a:path w="3810" h="236220">
                  <a:moveTo>
                    <a:pt x="12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3810" h="236220">
                  <a:moveTo>
                    <a:pt x="3810" y="234962"/>
                  </a:moveTo>
                  <a:lnTo>
                    <a:pt x="0" y="23496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4962"/>
                  </a:lnTo>
                  <a:close/>
                </a:path>
                <a:path w="3810" h="23622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10" h="23622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10" h="236220">
                  <a:moveTo>
                    <a:pt x="381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4802"/>
                  </a:lnTo>
                  <a:close/>
                </a:path>
                <a:path w="3810" h="236220">
                  <a:moveTo>
                    <a:pt x="381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2262"/>
                  </a:lnTo>
                  <a:close/>
                </a:path>
                <a:path w="3810" h="236220">
                  <a:moveTo>
                    <a:pt x="3810" y="218452"/>
                  </a:moveTo>
                  <a:lnTo>
                    <a:pt x="0" y="21845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18452"/>
                  </a:lnTo>
                  <a:close/>
                </a:path>
                <a:path w="3810" h="236220">
                  <a:moveTo>
                    <a:pt x="3810" y="215912"/>
                  </a:moveTo>
                  <a:lnTo>
                    <a:pt x="0" y="215912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5912"/>
                  </a:lnTo>
                  <a:close/>
                </a:path>
                <a:path w="3810" h="236220">
                  <a:moveTo>
                    <a:pt x="3810" y="20332"/>
                  </a:moveTo>
                  <a:lnTo>
                    <a:pt x="0" y="20332"/>
                  </a:lnTo>
                  <a:lnTo>
                    <a:pt x="0" y="215900"/>
                  </a:lnTo>
                  <a:lnTo>
                    <a:pt x="3810" y="215900"/>
                  </a:lnTo>
                  <a:lnTo>
                    <a:pt x="3810" y="20332"/>
                  </a:lnTo>
                  <a:close/>
                </a:path>
                <a:path w="3810" h="23622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3622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3622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9" name="object 1909"/>
            <p:cNvSpPr/>
            <p:nvPr/>
          </p:nvSpPr>
          <p:spPr>
            <a:xfrm>
              <a:off x="6391910" y="5133339"/>
              <a:ext cx="3810" cy="234950"/>
            </a:xfrm>
            <a:custGeom>
              <a:avLst/>
              <a:gdLst/>
              <a:ahLst/>
              <a:cxnLst/>
              <a:rect l="l" t="t" r="r" b="b"/>
              <a:pathLst>
                <a:path w="3810" h="234950">
                  <a:moveTo>
                    <a:pt x="126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3810" h="234950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10" h="234950">
                  <a:moveTo>
                    <a:pt x="381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2699"/>
                  </a:lnTo>
                  <a:close/>
                </a:path>
                <a:path w="3810" h="234950">
                  <a:moveTo>
                    <a:pt x="3810" y="19049"/>
                  </a:moveTo>
                  <a:lnTo>
                    <a:pt x="0" y="19049"/>
                  </a:lnTo>
                  <a:lnTo>
                    <a:pt x="0" y="214629"/>
                  </a:lnTo>
                  <a:lnTo>
                    <a:pt x="3810" y="214629"/>
                  </a:lnTo>
                  <a:lnTo>
                    <a:pt x="3810" y="19049"/>
                  </a:lnTo>
                  <a:close/>
                </a:path>
                <a:path w="3810" h="234950">
                  <a:moveTo>
                    <a:pt x="3810" y="214629"/>
                  </a:moveTo>
                  <a:lnTo>
                    <a:pt x="0" y="214629"/>
                  </a:lnTo>
                  <a:lnTo>
                    <a:pt x="0" y="217169"/>
                  </a:lnTo>
                  <a:lnTo>
                    <a:pt x="3810" y="217169"/>
                  </a:lnTo>
                  <a:lnTo>
                    <a:pt x="3810" y="214629"/>
                  </a:lnTo>
                  <a:close/>
                </a:path>
                <a:path w="3810" h="234950">
                  <a:moveTo>
                    <a:pt x="3810" y="217169"/>
                  </a:moveTo>
                  <a:lnTo>
                    <a:pt x="0" y="217169"/>
                  </a:lnTo>
                  <a:lnTo>
                    <a:pt x="0" y="220979"/>
                  </a:lnTo>
                  <a:lnTo>
                    <a:pt x="3810" y="220979"/>
                  </a:lnTo>
                  <a:lnTo>
                    <a:pt x="3810" y="217169"/>
                  </a:lnTo>
                  <a:close/>
                </a:path>
                <a:path w="3810" h="234950">
                  <a:moveTo>
                    <a:pt x="3810" y="220979"/>
                  </a:moveTo>
                  <a:lnTo>
                    <a:pt x="0" y="220979"/>
                  </a:lnTo>
                  <a:lnTo>
                    <a:pt x="0" y="223519"/>
                  </a:lnTo>
                  <a:lnTo>
                    <a:pt x="3810" y="223519"/>
                  </a:lnTo>
                  <a:lnTo>
                    <a:pt x="3810" y="220979"/>
                  </a:lnTo>
                  <a:close/>
                </a:path>
                <a:path w="3810" h="234950">
                  <a:moveTo>
                    <a:pt x="3810" y="223519"/>
                  </a:moveTo>
                  <a:lnTo>
                    <a:pt x="0" y="223519"/>
                  </a:lnTo>
                  <a:lnTo>
                    <a:pt x="0" y="227329"/>
                  </a:lnTo>
                  <a:lnTo>
                    <a:pt x="3810" y="227329"/>
                  </a:lnTo>
                  <a:lnTo>
                    <a:pt x="3810" y="223519"/>
                  </a:lnTo>
                  <a:close/>
                </a:path>
                <a:path w="3810" h="234950">
                  <a:moveTo>
                    <a:pt x="3810" y="227329"/>
                  </a:moveTo>
                  <a:lnTo>
                    <a:pt x="0" y="227329"/>
                  </a:lnTo>
                  <a:lnTo>
                    <a:pt x="0" y="229869"/>
                  </a:lnTo>
                  <a:lnTo>
                    <a:pt x="3810" y="229869"/>
                  </a:lnTo>
                  <a:lnTo>
                    <a:pt x="3810" y="227329"/>
                  </a:lnTo>
                  <a:close/>
                </a:path>
                <a:path w="3810" h="234950">
                  <a:moveTo>
                    <a:pt x="3810" y="229869"/>
                  </a:moveTo>
                  <a:lnTo>
                    <a:pt x="0" y="229869"/>
                  </a:lnTo>
                  <a:lnTo>
                    <a:pt x="0" y="233679"/>
                  </a:lnTo>
                  <a:lnTo>
                    <a:pt x="3810" y="233679"/>
                  </a:lnTo>
                  <a:lnTo>
                    <a:pt x="3810" y="229869"/>
                  </a:lnTo>
                  <a:close/>
                </a:path>
                <a:path w="3810" h="234950">
                  <a:moveTo>
                    <a:pt x="1269" y="233679"/>
                  </a:moveTo>
                  <a:lnTo>
                    <a:pt x="0" y="233679"/>
                  </a:lnTo>
                  <a:lnTo>
                    <a:pt x="0" y="234949"/>
                  </a:lnTo>
                  <a:lnTo>
                    <a:pt x="1269" y="234949"/>
                  </a:lnTo>
                  <a:lnTo>
                    <a:pt x="1269" y="233679"/>
                  </a:lnTo>
                  <a:close/>
                </a:path>
              </a:pathLst>
            </a:custGeom>
            <a:solidFill>
              <a:srgbClr val="AEBA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0" name="object 1910"/>
            <p:cNvSpPr/>
            <p:nvPr/>
          </p:nvSpPr>
          <p:spPr>
            <a:xfrm>
              <a:off x="6395720" y="5134609"/>
              <a:ext cx="3810" cy="232410"/>
            </a:xfrm>
            <a:custGeom>
              <a:avLst/>
              <a:gdLst/>
              <a:ahLst/>
              <a:cxnLst/>
              <a:rect l="l" t="t" r="r" b="b"/>
              <a:pathLst>
                <a:path w="3810" h="232410">
                  <a:moveTo>
                    <a:pt x="380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0"/>
                  </a:lnTo>
                  <a:close/>
                </a:path>
                <a:path w="3810" h="232410">
                  <a:moveTo>
                    <a:pt x="380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5080"/>
                  </a:lnTo>
                  <a:close/>
                </a:path>
                <a:path w="3810" h="232410">
                  <a:moveTo>
                    <a:pt x="380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1430"/>
                  </a:lnTo>
                  <a:close/>
                </a:path>
                <a:path w="3810" h="232410">
                  <a:moveTo>
                    <a:pt x="3809" y="17780"/>
                  </a:moveTo>
                  <a:lnTo>
                    <a:pt x="0" y="17780"/>
                  </a:lnTo>
                  <a:lnTo>
                    <a:pt x="0" y="213359"/>
                  </a:lnTo>
                  <a:lnTo>
                    <a:pt x="3809" y="213359"/>
                  </a:lnTo>
                  <a:lnTo>
                    <a:pt x="3809" y="17780"/>
                  </a:lnTo>
                  <a:close/>
                </a:path>
                <a:path w="3810" h="232410">
                  <a:moveTo>
                    <a:pt x="3809" y="213359"/>
                  </a:moveTo>
                  <a:lnTo>
                    <a:pt x="0" y="213359"/>
                  </a:lnTo>
                  <a:lnTo>
                    <a:pt x="0" y="215899"/>
                  </a:lnTo>
                  <a:lnTo>
                    <a:pt x="3809" y="215899"/>
                  </a:lnTo>
                  <a:lnTo>
                    <a:pt x="3809" y="213359"/>
                  </a:lnTo>
                  <a:close/>
                </a:path>
                <a:path w="3810" h="232410">
                  <a:moveTo>
                    <a:pt x="3809" y="215900"/>
                  </a:moveTo>
                  <a:lnTo>
                    <a:pt x="0" y="215900"/>
                  </a:lnTo>
                  <a:lnTo>
                    <a:pt x="0" y="219709"/>
                  </a:lnTo>
                  <a:lnTo>
                    <a:pt x="3809" y="219709"/>
                  </a:lnTo>
                  <a:lnTo>
                    <a:pt x="3809" y="215900"/>
                  </a:lnTo>
                  <a:close/>
                </a:path>
                <a:path w="3810" h="232410">
                  <a:moveTo>
                    <a:pt x="3809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3809" y="222249"/>
                  </a:lnTo>
                  <a:lnTo>
                    <a:pt x="3809" y="219709"/>
                  </a:lnTo>
                  <a:close/>
                </a:path>
                <a:path w="3810" h="232410">
                  <a:moveTo>
                    <a:pt x="3809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3809" y="226059"/>
                  </a:lnTo>
                  <a:lnTo>
                    <a:pt x="3809" y="222250"/>
                  </a:lnTo>
                  <a:close/>
                </a:path>
                <a:path w="3810" h="232410">
                  <a:moveTo>
                    <a:pt x="3809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3809" y="228599"/>
                  </a:lnTo>
                  <a:lnTo>
                    <a:pt x="3809" y="226059"/>
                  </a:lnTo>
                  <a:close/>
                </a:path>
                <a:path w="3810" h="232410">
                  <a:moveTo>
                    <a:pt x="3809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1269" y="232409"/>
                  </a:lnTo>
                  <a:lnTo>
                    <a:pt x="1269" y="231139"/>
                  </a:lnTo>
                  <a:lnTo>
                    <a:pt x="3809" y="231139"/>
                  </a:lnTo>
                  <a:lnTo>
                    <a:pt x="3809" y="228600"/>
                  </a:lnTo>
                  <a:close/>
                </a:path>
              </a:pathLst>
            </a:custGeom>
            <a:solidFill>
              <a:srgbClr val="B1BD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1" name="object 1911"/>
            <p:cNvSpPr/>
            <p:nvPr/>
          </p:nvSpPr>
          <p:spPr>
            <a:xfrm>
              <a:off x="6399530" y="5135880"/>
              <a:ext cx="2540" cy="212090"/>
            </a:xfrm>
            <a:custGeom>
              <a:avLst/>
              <a:gdLst/>
              <a:ahLst/>
              <a:cxnLst/>
              <a:rect l="l" t="t" r="r" b="b"/>
              <a:pathLst>
                <a:path w="2539" h="212089">
                  <a:moveTo>
                    <a:pt x="2540" y="16522"/>
                  </a:moveTo>
                  <a:lnTo>
                    <a:pt x="0" y="16522"/>
                  </a:lnTo>
                  <a:lnTo>
                    <a:pt x="0" y="212090"/>
                  </a:lnTo>
                  <a:lnTo>
                    <a:pt x="2540" y="212090"/>
                  </a:lnTo>
                  <a:lnTo>
                    <a:pt x="2540" y="16522"/>
                  </a:lnTo>
                  <a:close/>
                </a:path>
                <a:path w="2539" h="212089">
                  <a:moveTo>
                    <a:pt x="254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2540" y="16510"/>
                  </a:lnTo>
                  <a:lnTo>
                    <a:pt x="2540" y="10172"/>
                  </a:lnTo>
                  <a:close/>
                </a:path>
                <a:path w="2539" h="212089">
                  <a:moveTo>
                    <a:pt x="254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2540" y="10160"/>
                  </a:lnTo>
                  <a:lnTo>
                    <a:pt x="2540" y="3822"/>
                  </a:lnTo>
                  <a:close/>
                </a:path>
                <a:path w="2539" h="212089">
                  <a:moveTo>
                    <a:pt x="254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40" y="381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B4BF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2" name="object 1912"/>
            <p:cNvSpPr/>
            <p:nvPr/>
          </p:nvSpPr>
          <p:spPr>
            <a:xfrm>
              <a:off x="6402070" y="5135880"/>
              <a:ext cx="3810" cy="228600"/>
            </a:xfrm>
            <a:custGeom>
              <a:avLst/>
              <a:gdLst/>
              <a:ahLst/>
              <a:cxnLst/>
              <a:rect l="l" t="t" r="r" b="b"/>
              <a:pathLst>
                <a:path w="3810" h="228600">
                  <a:moveTo>
                    <a:pt x="126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3810" h="228600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10" h="228600">
                  <a:moveTo>
                    <a:pt x="380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0160"/>
                  </a:lnTo>
                  <a:close/>
                </a:path>
                <a:path w="3810" h="228600">
                  <a:moveTo>
                    <a:pt x="3809" y="16510"/>
                  </a:moveTo>
                  <a:lnTo>
                    <a:pt x="0" y="16510"/>
                  </a:lnTo>
                  <a:lnTo>
                    <a:pt x="0" y="212090"/>
                  </a:lnTo>
                  <a:lnTo>
                    <a:pt x="3809" y="212090"/>
                  </a:lnTo>
                  <a:lnTo>
                    <a:pt x="3809" y="16510"/>
                  </a:lnTo>
                  <a:close/>
                </a:path>
                <a:path w="3810" h="228600">
                  <a:moveTo>
                    <a:pt x="3809" y="212090"/>
                  </a:moveTo>
                  <a:lnTo>
                    <a:pt x="0" y="212090"/>
                  </a:lnTo>
                  <a:lnTo>
                    <a:pt x="0" y="214630"/>
                  </a:lnTo>
                  <a:lnTo>
                    <a:pt x="3809" y="214630"/>
                  </a:lnTo>
                  <a:lnTo>
                    <a:pt x="3809" y="212090"/>
                  </a:lnTo>
                  <a:close/>
                </a:path>
                <a:path w="3810" h="228600">
                  <a:moveTo>
                    <a:pt x="3809" y="214630"/>
                  </a:moveTo>
                  <a:lnTo>
                    <a:pt x="0" y="214630"/>
                  </a:lnTo>
                  <a:lnTo>
                    <a:pt x="0" y="218440"/>
                  </a:lnTo>
                  <a:lnTo>
                    <a:pt x="3809" y="218440"/>
                  </a:lnTo>
                  <a:lnTo>
                    <a:pt x="3809" y="214630"/>
                  </a:lnTo>
                  <a:close/>
                </a:path>
                <a:path w="3810" h="228600">
                  <a:moveTo>
                    <a:pt x="3809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3809" y="220980"/>
                  </a:lnTo>
                  <a:lnTo>
                    <a:pt x="3809" y="218440"/>
                  </a:lnTo>
                  <a:close/>
                </a:path>
                <a:path w="3810" h="228600">
                  <a:moveTo>
                    <a:pt x="3809" y="220980"/>
                  </a:moveTo>
                  <a:lnTo>
                    <a:pt x="0" y="220980"/>
                  </a:lnTo>
                  <a:lnTo>
                    <a:pt x="0" y="224790"/>
                  </a:lnTo>
                  <a:lnTo>
                    <a:pt x="3809" y="224790"/>
                  </a:lnTo>
                  <a:lnTo>
                    <a:pt x="3809" y="220980"/>
                  </a:lnTo>
                  <a:close/>
                </a:path>
                <a:path w="3810" h="228600">
                  <a:moveTo>
                    <a:pt x="3809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09" y="227330"/>
                  </a:lnTo>
                  <a:lnTo>
                    <a:pt x="3809" y="224790"/>
                  </a:lnTo>
                  <a:close/>
                </a:path>
                <a:path w="3810" h="228600">
                  <a:moveTo>
                    <a:pt x="3809" y="227330"/>
                  </a:moveTo>
                  <a:lnTo>
                    <a:pt x="0" y="227330"/>
                  </a:lnTo>
                  <a:lnTo>
                    <a:pt x="0" y="228600"/>
                  </a:lnTo>
                  <a:lnTo>
                    <a:pt x="3809" y="228600"/>
                  </a:lnTo>
                  <a:lnTo>
                    <a:pt x="3809" y="227330"/>
                  </a:lnTo>
                  <a:close/>
                </a:path>
              </a:pathLst>
            </a:custGeom>
            <a:solidFill>
              <a:srgbClr val="B6C1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3" name="object 1913"/>
            <p:cNvSpPr/>
            <p:nvPr/>
          </p:nvSpPr>
          <p:spPr>
            <a:xfrm>
              <a:off x="6405880" y="5137150"/>
              <a:ext cx="3810" cy="227329"/>
            </a:xfrm>
            <a:custGeom>
              <a:avLst/>
              <a:gdLst/>
              <a:ahLst/>
              <a:cxnLst/>
              <a:rect l="l" t="t" r="r" b="b"/>
              <a:pathLst>
                <a:path w="3810" h="227329">
                  <a:moveTo>
                    <a:pt x="254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10" h="227329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10" h="227329">
                  <a:moveTo>
                    <a:pt x="381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8890"/>
                  </a:lnTo>
                  <a:close/>
                </a:path>
                <a:path w="3810" h="227329">
                  <a:moveTo>
                    <a:pt x="3810" y="15240"/>
                  </a:moveTo>
                  <a:lnTo>
                    <a:pt x="0" y="15240"/>
                  </a:lnTo>
                  <a:lnTo>
                    <a:pt x="0" y="210819"/>
                  </a:lnTo>
                  <a:lnTo>
                    <a:pt x="3810" y="210819"/>
                  </a:lnTo>
                  <a:lnTo>
                    <a:pt x="3810" y="15240"/>
                  </a:lnTo>
                  <a:close/>
                </a:path>
                <a:path w="3810" h="227329">
                  <a:moveTo>
                    <a:pt x="3810" y="210820"/>
                  </a:moveTo>
                  <a:lnTo>
                    <a:pt x="0" y="210820"/>
                  </a:lnTo>
                  <a:lnTo>
                    <a:pt x="0" y="213359"/>
                  </a:lnTo>
                  <a:lnTo>
                    <a:pt x="3810" y="213359"/>
                  </a:lnTo>
                  <a:lnTo>
                    <a:pt x="3810" y="210820"/>
                  </a:lnTo>
                  <a:close/>
                </a:path>
                <a:path w="3810" h="227329">
                  <a:moveTo>
                    <a:pt x="3810" y="213360"/>
                  </a:moveTo>
                  <a:lnTo>
                    <a:pt x="0" y="213360"/>
                  </a:lnTo>
                  <a:lnTo>
                    <a:pt x="0" y="217169"/>
                  </a:lnTo>
                  <a:lnTo>
                    <a:pt x="3810" y="217169"/>
                  </a:lnTo>
                  <a:lnTo>
                    <a:pt x="3810" y="213360"/>
                  </a:lnTo>
                  <a:close/>
                </a:path>
                <a:path w="3810" h="227329">
                  <a:moveTo>
                    <a:pt x="3810" y="217170"/>
                  </a:moveTo>
                  <a:lnTo>
                    <a:pt x="0" y="217170"/>
                  </a:lnTo>
                  <a:lnTo>
                    <a:pt x="0" y="219709"/>
                  </a:lnTo>
                  <a:lnTo>
                    <a:pt x="3810" y="219709"/>
                  </a:lnTo>
                  <a:lnTo>
                    <a:pt x="3810" y="217170"/>
                  </a:lnTo>
                  <a:close/>
                </a:path>
                <a:path w="3810" h="227329">
                  <a:moveTo>
                    <a:pt x="3810" y="219710"/>
                  </a:moveTo>
                  <a:lnTo>
                    <a:pt x="0" y="219710"/>
                  </a:lnTo>
                  <a:lnTo>
                    <a:pt x="0" y="223519"/>
                  </a:lnTo>
                  <a:lnTo>
                    <a:pt x="3810" y="223519"/>
                  </a:lnTo>
                  <a:lnTo>
                    <a:pt x="3810" y="219710"/>
                  </a:lnTo>
                  <a:close/>
                </a:path>
                <a:path w="3810" h="227329">
                  <a:moveTo>
                    <a:pt x="3810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23520"/>
                  </a:lnTo>
                  <a:close/>
                </a:path>
                <a:path w="3810" h="227329">
                  <a:moveTo>
                    <a:pt x="3810" y="226060"/>
                  </a:moveTo>
                  <a:lnTo>
                    <a:pt x="0" y="226060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6060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4" name="object 1914"/>
            <p:cNvSpPr/>
            <p:nvPr/>
          </p:nvSpPr>
          <p:spPr>
            <a:xfrm>
              <a:off x="6409690" y="5138419"/>
              <a:ext cx="3810" cy="226060"/>
            </a:xfrm>
            <a:custGeom>
              <a:avLst/>
              <a:gdLst/>
              <a:ahLst/>
              <a:cxnLst/>
              <a:rect l="l" t="t" r="r" b="b"/>
              <a:pathLst>
                <a:path w="3810" h="226060">
                  <a:moveTo>
                    <a:pt x="1270" y="224802"/>
                  </a:moveTo>
                  <a:lnTo>
                    <a:pt x="0" y="224802"/>
                  </a:lnTo>
                  <a:lnTo>
                    <a:pt x="0" y="226060"/>
                  </a:lnTo>
                  <a:lnTo>
                    <a:pt x="1270" y="226060"/>
                  </a:lnTo>
                  <a:lnTo>
                    <a:pt x="1270" y="224802"/>
                  </a:lnTo>
                  <a:close/>
                </a:path>
                <a:path w="3810" h="226060">
                  <a:moveTo>
                    <a:pt x="12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3810" h="226060">
                  <a:moveTo>
                    <a:pt x="381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2262"/>
                  </a:lnTo>
                  <a:close/>
                </a:path>
                <a:path w="3810" h="226060">
                  <a:moveTo>
                    <a:pt x="3810" y="218452"/>
                  </a:moveTo>
                  <a:lnTo>
                    <a:pt x="0" y="21845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18452"/>
                  </a:lnTo>
                  <a:close/>
                </a:path>
                <a:path w="3810" h="226060">
                  <a:moveTo>
                    <a:pt x="3810" y="215912"/>
                  </a:moveTo>
                  <a:lnTo>
                    <a:pt x="0" y="215912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5912"/>
                  </a:lnTo>
                  <a:close/>
                </a:path>
                <a:path w="3810" h="226060">
                  <a:moveTo>
                    <a:pt x="3810" y="212102"/>
                  </a:moveTo>
                  <a:lnTo>
                    <a:pt x="0" y="212102"/>
                  </a:lnTo>
                  <a:lnTo>
                    <a:pt x="0" y="215900"/>
                  </a:lnTo>
                  <a:lnTo>
                    <a:pt x="3810" y="215900"/>
                  </a:lnTo>
                  <a:lnTo>
                    <a:pt x="3810" y="212102"/>
                  </a:lnTo>
                  <a:close/>
                </a:path>
                <a:path w="3810" h="226060">
                  <a:moveTo>
                    <a:pt x="3810" y="209562"/>
                  </a:moveTo>
                  <a:lnTo>
                    <a:pt x="0" y="209562"/>
                  </a:lnTo>
                  <a:lnTo>
                    <a:pt x="0" y="212090"/>
                  </a:lnTo>
                  <a:lnTo>
                    <a:pt x="3810" y="212090"/>
                  </a:lnTo>
                  <a:lnTo>
                    <a:pt x="3810" y="209562"/>
                  </a:lnTo>
                  <a:close/>
                </a:path>
                <a:path w="3810" h="226060">
                  <a:moveTo>
                    <a:pt x="3810" y="13982"/>
                  </a:moveTo>
                  <a:lnTo>
                    <a:pt x="0" y="13982"/>
                  </a:lnTo>
                  <a:lnTo>
                    <a:pt x="0" y="209550"/>
                  </a:lnTo>
                  <a:lnTo>
                    <a:pt x="3810" y="209550"/>
                  </a:lnTo>
                  <a:lnTo>
                    <a:pt x="3810" y="13982"/>
                  </a:lnTo>
                  <a:close/>
                </a:path>
                <a:path w="3810" h="2260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260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</a:pathLst>
            </a:custGeom>
            <a:solidFill>
              <a:srgbClr val="BC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5" name="object 1915"/>
            <p:cNvSpPr/>
            <p:nvPr/>
          </p:nvSpPr>
          <p:spPr>
            <a:xfrm>
              <a:off x="6413500" y="5139689"/>
              <a:ext cx="3810" cy="222250"/>
            </a:xfrm>
            <a:custGeom>
              <a:avLst/>
              <a:gdLst/>
              <a:ahLst/>
              <a:cxnLst/>
              <a:rect l="l" t="t" r="r" b="b"/>
              <a:pathLst>
                <a:path w="3810" h="222250">
                  <a:moveTo>
                    <a:pt x="126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3810" h="222250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10" h="222250">
                  <a:moveTo>
                    <a:pt x="3810" y="12699"/>
                  </a:moveTo>
                  <a:lnTo>
                    <a:pt x="0" y="12699"/>
                  </a:lnTo>
                  <a:lnTo>
                    <a:pt x="0" y="208279"/>
                  </a:lnTo>
                  <a:lnTo>
                    <a:pt x="3810" y="208279"/>
                  </a:lnTo>
                  <a:lnTo>
                    <a:pt x="3810" y="12699"/>
                  </a:lnTo>
                  <a:close/>
                </a:path>
                <a:path w="3810" h="222250">
                  <a:moveTo>
                    <a:pt x="3810" y="208279"/>
                  </a:moveTo>
                  <a:lnTo>
                    <a:pt x="0" y="208279"/>
                  </a:lnTo>
                  <a:lnTo>
                    <a:pt x="0" y="210819"/>
                  </a:lnTo>
                  <a:lnTo>
                    <a:pt x="3810" y="210819"/>
                  </a:lnTo>
                  <a:lnTo>
                    <a:pt x="3810" y="208279"/>
                  </a:lnTo>
                  <a:close/>
                </a:path>
                <a:path w="3810" h="222250">
                  <a:moveTo>
                    <a:pt x="3810" y="210819"/>
                  </a:moveTo>
                  <a:lnTo>
                    <a:pt x="0" y="210819"/>
                  </a:lnTo>
                  <a:lnTo>
                    <a:pt x="0" y="214629"/>
                  </a:lnTo>
                  <a:lnTo>
                    <a:pt x="3810" y="214629"/>
                  </a:lnTo>
                  <a:lnTo>
                    <a:pt x="3810" y="210819"/>
                  </a:lnTo>
                  <a:close/>
                </a:path>
                <a:path w="3810" h="222250">
                  <a:moveTo>
                    <a:pt x="3810" y="214629"/>
                  </a:moveTo>
                  <a:lnTo>
                    <a:pt x="0" y="214629"/>
                  </a:lnTo>
                  <a:lnTo>
                    <a:pt x="0" y="217169"/>
                  </a:lnTo>
                  <a:lnTo>
                    <a:pt x="3810" y="217169"/>
                  </a:lnTo>
                  <a:lnTo>
                    <a:pt x="3810" y="214629"/>
                  </a:lnTo>
                  <a:close/>
                </a:path>
                <a:path w="3810" h="222250">
                  <a:moveTo>
                    <a:pt x="3810" y="217169"/>
                  </a:moveTo>
                  <a:lnTo>
                    <a:pt x="0" y="217169"/>
                  </a:lnTo>
                  <a:lnTo>
                    <a:pt x="0" y="220979"/>
                  </a:lnTo>
                  <a:lnTo>
                    <a:pt x="3810" y="220979"/>
                  </a:lnTo>
                  <a:lnTo>
                    <a:pt x="3810" y="217169"/>
                  </a:lnTo>
                  <a:close/>
                </a:path>
                <a:path w="3810" h="222250">
                  <a:moveTo>
                    <a:pt x="3810" y="220979"/>
                  </a:moveTo>
                  <a:lnTo>
                    <a:pt x="0" y="220979"/>
                  </a:lnTo>
                  <a:lnTo>
                    <a:pt x="0" y="222249"/>
                  </a:lnTo>
                  <a:lnTo>
                    <a:pt x="3810" y="222249"/>
                  </a:lnTo>
                  <a:lnTo>
                    <a:pt x="3810" y="220979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6" name="object 1916"/>
            <p:cNvSpPr/>
            <p:nvPr/>
          </p:nvSpPr>
          <p:spPr>
            <a:xfrm>
              <a:off x="6417310" y="5142230"/>
              <a:ext cx="3810" cy="218440"/>
            </a:xfrm>
            <a:custGeom>
              <a:avLst/>
              <a:gdLst/>
              <a:ahLst/>
              <a:cxnLst/>
              <a:rect l="l" t="t" r="r" b="b"/>
              <a:pathLst>
                <a:path w="3810" h="218439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10" h="218439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10" h="218439">
                  <a:moveTo>
                    <a:pt x="3810" y="10160"/>
                  </a:moveTo>
                  <a:lnTo>
                    <a:pt x="0" y="10160"/>
                  </a:lnTo>
                  <a:lnTo>
                    <a:pt x="0" y="205740"/>
                  </a:lnTo>
                  <a:lnTo>
                    <a:pt x="3810" y="205740"/>
                  </a:lnTo>
                  <a:lnTo>
                    <a:pt x="3810" y="10160"/>
                  </a:lnTo>
                  <a:close/>
                </a:path>
                <a:path w="3810" h="218439">
                  <a:moveTo>
                    <a:pt x="3810" y="205740"/>
                  </a:moveTo>
                  <a:lnTo>
                    <a:pt x="0" y="205740"/>
                  </a:lnTo>
                  <a:lnTo>
                    <a:pt x="0" y="208280"/>
                  </a:lnTo>
                  <a:lnTo>
                    <a:pt x="3810" y="208280"/>
                  </a:lnTo>
                  <a:lnTo>
                    <a:pt x="3810" y="205740"/>
                  </a:lnTo>
                  <a:close/>
                </a:path>
                <a:path w="3810" h="218439">
                  <a:moveTo>
                    <a:pt x="3810" y="208280"/>
                  </a:moveTo>
                  <a:lnTo>
                    <a:pt x="0" y="208280"/>
                  </a:lnTo>
                  <a:lnTo>
                    <a:pt x="0" y="212090"/>
                  </a:lnTo>
                  <a:lnTo>
                    <a:pt x="3810" y="212090"/>
                  </a:lnTo>
                  <a:lnTo>
                    <a:pt x="3810" y="208280"/>
                  </a:lnTo>
                  <a:close/>
                </a:path>
                <a:path w="3810" h="218439">
                  <a:moveTo>
                    <a:pt x="3810" y="212090"/>
                  </a:moveTo>
                  <a:lnTo>
                    <a:pt x="0" y="212090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212090"/>
                  </a:lnTo>
                  <a:close/>
                </a:path>
                <a:path w="3810" h="218439">
                  <a:moveTo>
                    <a:pt x="3810" y="214630"/>
                  </a:moveTo>
                  <a:lnTo>
                    <a:pt x="0" y="214630"/>
                  </a:lnTo>
                  <a:lnTo>
                    <a:pt x="0" y="218440"/>
                  </a:lnTo>
                  <a:lnTo>
                    <a:pt x="2539" y="218440"/>
                  </a:lnTo>
                  <a:lnTo>
                    <a:pt x="2539" y="217170"/>
                  </a:lnTo>
                  <a:lnTo>
                    <a:pt x="3810" y="217170"/>
                  </a:lnTo>
                  <a:lnTo>
                    <a:pt x="3810" y="214630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7" name="object 1917"/>
            <p:cNvSpPr/>
            <p:nvPr/>
          </p:nvSpPr>
          <p:spPr>
            <a:xfrm>
              <a:off x="6421120" y="5143500"/>
              <a:ext cx="2540" cy="215900"/>
            </a:xfrm>
            <a:custGeom>
              <a:avLst/>
              <a:gdLst/>
              <a:ahLst/>
              <a:cxnLst/>
              <a:rect l="l" t="t" r="r" b="b"/>
              <a:pathLst>
                <a:path w="2539" h="215900">
                  <a:moveTo>
                    <a:pt x="2540" y="213372"/>
                  </a:moveTo>
                  <a:lnTo>
                    <a:pt x="0" y="213372"/>
                  </a:lnTo>
                  <a:lnTo>
                    <a:pt x="0" y="215900"/>
                  </a:lnTo>
                  <a:lnTo>
                    <a:pt x="2540" y="215900"/>
                  </a:lnTo>
                  <a:lnTo>
                    <a:pt x="2540" y="213372"/>
                  </a:lnTo>
                  <a:close/>
                </a:path>
                <a:path w="2539" h="215900">
                  <a:moveTo>
                    <a:pt x="2540" y="210832"/>
                  </a:moveTo>
                  <a:lnTo>
                    <a:pt x="0" y="210832"/>
                  </a:lnTo>
                  <a:lnTo>
                    <a:pt x="0" y="213360"/>
                  </a:lnTo>
                  <a:lnTo>
                    <a:pt x="2540" y="213360"/>
                  </a:lnTo>
                  <a:lnTo>
                    <a:pt x="2540" y="210832"/>
                  </a:lnTo>
                  <a:close/>
                </a:path>
                <a:path w="2539" h="215900">
                  <a:moveTo>
                    <a:pt x="2540" y="207022"/>
                  </a:moveTo>
                  <a:lnTo>
                    <a:pt x="0" y="207022"/>
                  </a:lnTo>
                  <a:lnTo>
                    <a:pt x="0" y="210820"/>
                  </a:lnTo>
                  <a:lnTo>
                    <a:pt x="2540" y="210820"/>
                  </a:lnTo>
                  <a:lnTo>
                    <a:pt x="2540" y="207022"/>
                  </a:lnTo>
                  <a:close/>
                </a:path>
                <a:path w="2539" h="215900">
                  <a:moveTo>
                    <a:pt x="2540" y="204482"/>
                  </a:moveTo>
                  <a:lnTo>
                    <a:pt x="0" y="204482"/>
                  </a:lnTo>
                  <a:lnTo>
                    <a:pt x="0" y="207010"/>
                  </a:lnTo>
                  <a:lnTo>
                    <a:pt x="2540" y="207010"/>
                  </a:lnTo>
                  <a:lnTo>
                    <a:pt x="2540" y="204482"/>
                  </a:lnTo>
                  <a:close/>
                </a:path>
                <a:path w="2539" h="215900">
                  <a:moveTo>
                    <a:pt x="2540" y="8902"/>
                  </a:moveTo>
                  <a:lnTo>
                    <a:pt x="0" y="8902"/>
                  </a:lnTo>
                  <a:lnTo>
                    <a:pt x="0" y="204470"/>
                  </a:lnTo>
                  <a:lnTo>
                    <a:pt x="2540" y="204470"/>
                  </a:lnTo>
                  <a:lnTo>
                    <a:pt x="2540" y="8902"/>
                  </a:lnTo>
                  <a:close/>
                </a:path>
                <a:path w="2539" h="215900">
                  <a:moveTo>
                    <a:pt x="254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2540" y="8890"/>
                  </a:lnTo>
                  <a:lnTo>
                    <a:pt x="2540" y="2552"/>
                  </a:lnTo>
                  <a:close/>
                </a:path>
                <a:path w="2539" h="215900">
                  <a:moveTo>
                    <a:pt x="254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540" y="254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C4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8" name="object 1918"/>
            <p:cNvSpPr/>
            <p:nvPr/>
          </p:nvSpPr>
          <p:spPr>
            <a:xfrm>
              <a:off x="6423660" y="5144770"/>
              <a:ext cx="3810" cy="213360"/>
            </a:xfrm>
            <a:custGeom>
              <a:avLst/>
              <a:gdLst/>
              <a:ahLst/>
              <a:cxnLst/>
              <a:rect l="l" t="t" r="r" b="b"/>
              <a:pathLst>
                <a:path w="3810" h="213360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213360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10" h="213360">
                  <a:moveTo>
                    <a:pt x="3810" y="7619"/>
                  </a:moveTo>
                  <a:lnTo>
                    <a:pt x="0" y="7619"/>
                  </a:lnTo>
                  <a:lnTo>
                    <a:pt x="0" y="203199"/>
                  </a:lnTo>
                  <a:lnTo>
                    <a:pt x="3810" y="203199"/>
                  </a:lnTo>
                  <a:lnTo>
                    <a:pt x="3810" y="7619"/>
                  </a:lnTo>
                  <a:close/>
                </a:path>
                <a:path w="3810" h="213360">
                  <a:moveTo>
                    <a:pt x="3810" y="203199"/>
                  </a:moveTo>
                  <a:lnTo>
                    <a:pt x="0" y="203199"/>
                  </a:lnTo>
                  <a:lnTo>
                    <a:pt x="0" y="205739"/>
                  </a:lnTo>
                  <a:lnTo>
                    <a:pt x="3810" y="205739"/>
                  </a:lnTo>
                  <a:lnTo>
                    <a:pt x="3810" y="203199"/>
                  </a:lnTo>
                  <a:close/>
                </a:path>
                <a:path w="3810" h="213360">
                  <a:moveTo>
                    <a:pt x="3810" y="205739"/>
                  </a:moveTo>
                  <a:lnTo>
                    <a:pt x="0" y="205739"/>
                  </a:lnTo>
                  <a:lnTo>
                    <a:pt x="0" y="209549"/>
                  </a:lnTo>
                  <a:lnTo>
                    <a:pt x="3810" y="209549"/>
                  </a:lnTo>
                  <a:lnTo>
                    <a:pt x="3810" y="205739"/>
                  </a:lnTo>
                  <a:close/>
                </a:path>
                <a:path w="3810" h="213360">
                  <a:moveTo>
                    <a:pt x="3810" y="209549"/>
                  </a:moveTo>
                  <a:lnTo>
                    <a:pt x="0" y="209549"/>
                  </a:lnTo>
                  <a:lnTo>
                    <a:pt x="0" y="212089"/>
                  </a:lnTo>
                  <a:lnTo>
                    <a:pt x="2539" y="212089"/>
                  </a:lnTo>
                  <a:lnTo>
                    <a:pt x="2539" y="210819"/>
                  </a:lnTo>
                  <a:lnTo>
                    <a:pt x="3810" y="210819"/>
                  </a:lnTo>
                  <a:lnTo>
                    <a:pt x="3810" y="209549"/>
                  </a:lnTo>
                  <a:close/>
                </a:path>
                <a:path w="3810" h="213360">
                  <a:moveTo>
                    <a:pt x="1269" y="212089"/>
                  </a:moveTo>
                  <a:lnTo>
                    <a:pt x="0" y="212089"/>
                  </a:lnTo>
                  <a:lnTo>
                    <a:pt x="0" y="213359"/>
                  </a:lnTo>
                  <a:lnTo>
                    <a:pt x="1269" y="213359"/>
                  </a:lnTo>
                  <a:lnTo>
                    <a:pt x="1269" y="212089"/>
                  </a:lnTo>
                  <a:close/>
                </a:path>
              </a:pathLst>
            </a:custGeom>
            <a:solidFill>
              <a:srgbClr val="C6CF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9" name="object 1919"/>
            <p:cNvSpPr/>
            <p:nvPr/>
          </p:nvSpPr>
          <p:spPr>
            <a:xfrm>
              <a:off x="6427470" y="5146039"/>
              <a:ext cx="3810" cy="209550"/>
            </a:xfrm>
            <a:custGeom>
              <a:avLst/>
              <a:gdLst/>
              <a:ahLst/>
              <a:cxnLst/>
              <a:rect l="l" t="t" r="r" b="b"/>
              <a:pathLst>
                <a:path w="3810" h="209550">
                  <a:moveTo>
                    <a:pt x="126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3809"/>
                  </a:lnTo>
                  <a:lnTo>
                    <a:pt x="2539" y="3809"/>
                  </a:lnTo>
                  <a:lnTo>
                    <a:pt x="2539" y="2539"/>
                  </a:lnTo>
                  <a:lnTo>
                    <a:pt x="1270" y="2539"/>
                  </a:lnTo>
                  <a:lnTo>
                    <a:pt x="1269" y="0"/>
                  </a:lnTo>
                  <a:close/>
                </a:path>
                <a:path w="3810" h="209550">
                  <a:moveTo>
                    <a:pt x="3809" y="6349"/>
                  </a:moveTo>
                  <a:lnTo>
                    <a:pt x="0" y="6349"/>
                  </a:lnTo>
                  <a:lnTo>
                    <a:pt x="0" y="201929"/>
                  </a:lnTo>
                  <a:lnTo>
                    <a:pt x="3809" y="201929"/>
                  </a:lnTo>
                  <a:lnTo>
                    <a:pt x="3809" y="6349"/>
                  </a:lnTo>
                  <a:close/>
                </a:path>
                <a:path w="3810" h="209550">
                  <a:moveTo>
                    <a:pt x="3809" y="201929"/>
                  </a:moveTo>
                  <a:lnTo>
                    <a:pt x="0" y="201929"/>
                  </a:lnTo>
                  <a:lnTo>
                    <a:pt x="0" y="204469"/>
                  </a:lnTo>
                  <a:lnTo>
                    <a:pt x="3809" y="204469"/>
                  </a:lnTo>
                  <a:lnTo>
                    <a:pt x="3809" y="201929"/>
                  </a:lnTo>
                  <a:close/>
                </a:path>
                <a:path w="3810" h="209550">
                  <a:moveTo>
                    <a:pt x="3809" y="204469"/>
                  </a:moveTo>
                  <a:lnTo>
                    <a:pt x="0" y="204469"/>
                  </a:lnTo>
                  <a:lnTo>
                    <a:pt x="0" y="208279"/>
                  </a:lnTo>
                  <a:lnTo>
                    <a:pt x="2539" y="208279"/>
                  </a:lnTo>
                  <a:lnTo>
                    <a:pt x="2539" y="207009"/>
                  </a:lnTo>
                  <a:lnTo>
                    <a:pt x="3809" y="207009"/>
                  </a:lnTo>
                  <a:lnTo>
                    <a:pt x="3809" y="204469"/>
                  </a:lnTo>
                  <a:close/>
                </a:path>
                <a:path w="3810" h="209550">
                  <a:moveTo>
                    <a:pt x="1269" y="208279"/>
                  </a:moveTo>
                  <a:lnTo>
                    <a:pt x="0" y="208279"/>
                  </a:lnTo>
                  <a:lnTo>
                    <a:pt x="0" y="209549"/>
                  </a:lnTo>
                  <a:lnTo>
                    <a:pt x="1269" y="209549"/>
                  </a:lnTo>
                  <a:lnTo>
                    <a:pt x="1269" y="208279"/>
                  </a:lnTo>
                  <a:close/>
                </a:path>
              </a:pathLst>
            </a:custGeom>
            <a:solidFill>
              <a:srgbClr val="C9D1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0" name="object 1920"/>
            <p:cNvSpPr/>
            <p:nvPr/>
          </p:nvSpPr>
          <p:spPr>
            <a:xfrm>
              <a:off x="6431280" y="5149850"/>
              <a:ext cx="3810" cy="203200"/>
            </a:xfrm>
            <a:custGeom>
              <a:avLst/>
              <a:gdLst/>
              <a:ahLst/>
              <a:cxnLst/>
              <a:rect l="l" t="t" r="r" b="b"/>
              <a:pathLst>
                <a:path w="3810" h="203200">
                  <a:moveTo>
                    <a:pt x="127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39" y="2539"/>
                  </a:lnTo>
                  <a:lnTo>
                    <a:pt x="2539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10" h="203200">
                  <a:moveTo>
                    <a:pt x="3810" y="2540"/>
                  </a:moveTo>
                  <a:lnTo>
                    <a:pt x="0" y="2540"/>
                  </a:lnTo>
                  <a:lnTo>
                    <a:pt x="0" y="198119"/>
                  </a:lnTo>
                  <a:lnTo>
                    <a:pt x="3810" y="198119"/>
                  </a:lnTo>
                  <a:lnTo>
                    <a:pt x="3810" y="2540"/>
                  </a:lnTo>
                  <a:close/>
                </a:path>
                <a:path w="3810" h="203200">
                  <a:moveTo>
                    <a:pt x="3810" y="198120"/>
                  </a:moveTo>
                  <a:lnTo>
                    <a:pt x="0" y="198120"/>
                  </a:lnTo>
                  <a:lnTo>
                    <a:pt x="0" y="200659"/>
                  </a:lnTo>
                  <a:lnTo>
                    <a:pt x="3810" y="200659"/>
                  </a:lnTo>
                  <a:lnTo>
                    <a:pt x="3810" y="198120"/>
                  </a:lnTo>
                  <a:close/>
                </a:path>
                <a:path w="3810" h="203200">
                  <a:moveTo>
                    <a:pt x="2539" y="200660"/>
                  </a:moveTo>
                  <a:lnTo>
                    <a:pt x="0" y="200660"/>
                  </a:lnTo>
                  <a:lnTo>
                    <a:pt x="0" y="203200"/>
                  </a:lnTo>
                  <a:lnTo>
                    <a:pt x="1270" y="203200"/>
                  </a:lnTo>
                  <a:lnTo>
                    <a:pt x="1270" y="201930"/>
                  </a:lnTo>
                  <a:lnTo>
                    <a:pt x="2539" y="201930"/>
                  </a:lnTo>
                  <a:lnTo>
                    <a:pt x="2539" y="200660"/>
                  </a:lnTo>
                  <a:close/>
                </a:path>
              </a:pathLst>
            </a:custGeom>
            <a:solidFill>
              <a:srgbClr val="CCD3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1" name="object 1921"/>
            <p:cNvSpPr/>
            <p:nvPr/>
          </p:nvSpPr>
          <p:spPr>
            <a:xfrm>
              <a:off x="6149340" y="5124450"/>
              <a:ext cx="284480" cy="252729"/>
            </a:xfrm>
            <a:custGeom>
              <a:avLst/>
              <a:gdLst/>
              <a:ahLst/>
              <a:cxnLst/>
              <a:rect l="l" t="t" r="r" b="b"/>
              <a:pathLst>
                <a:path w="284479" h="252729">
                  <a:moveTo>
                    <a:pt x="142239" y="0"/>
                  </a:moveTo>
                  <a:lnTo>
                    <a:pt x="87332" y="2460"/>
                  </a:lnTo>
                  <a:lnTo>
                    <a:pt x="42068" y="9207"/>
                  </a:lnTo>
                  <a:lnTo>
                    <a:pt x="11330" y="19288"/>
                  </a:lnTo>
                  <a:lnTo>
                    <a:pt x="0" y="31750"/>
                  </a:lnTo>
                  <a:lnTo>
                    <a:pt x="0" y="34706"/>
                  </a:lnTo>
                  <a:lnTo>
                    <a:pt x="0" y="55403"/>
                  </a:lnTo>
                  <a:lnTo>
                    <a:pt x="0" y="111581"/>
                  </a:lnTo>
                  <a:lnTo>
                    <a:pt x="0" y="220980"/>
                  </a:lnTo>
                  <a:lnTo>
                    <a:pt x="11330" y="232906"/>
                  </a:lnTo>
                  <a:lnTo>
                    <a:pt x="42068" y="243046"/>
                  </a:lnTo>
                  <a:lnTo>
                    <a:pt x="87332" y="250090"/>
                  </a:lnTo>
                  <a:lnTo>
                    <a:pt x="142239" y="252730"/>
                  </a:lnTo>
                  <a:lnTo>
                    <a:pt x="197147" y="250090"/>
                  </a:lnTo>
                  <a:lnTo>
                    <a:pt x="242411" y="243046"/>
                  </a:lnTo>
                  <a:lnTo>
                    <a:pt x="273149" y="232906"/>
                  </a:lnTo>
                  <a:lnTo>
                    <a:pt x="284480" y="220980"/>
                  </a:lnTo>
                  <a:lnTo>
                    <a:pt x="284480" y="218023"/>
                  </a:lnTo>
                  <a:lnTo>
                    <a:pt x="284480" y="197326"/>
                  </a:lnTo>
                  <a:lnTo>
                    <a:pt x="284480" y="141148"/>
                  </a:lnTo>
                  <a:lnTo>
                    <a:pt x="284480" y="31750"/>
                  </a:lnTo>
                  <a:lnTo>
                    <a:pt x="273149" y="19288"/>
                  </a:lnTo>
                  <a:lnTo>
                    <a:pt x="242411" y="9207"/>
                  </a:lnTo>
                  <a:lnTo>
                    <a:pt x="197147" y="2460"/>
                  </a:lnTo>
                  <a:lnTo>
                    <a:pt x="142239" y="0"/>
                  </a:lnTo>
                  <a:close/>
                </a:path>
              </a:pathLst>
            </a:custGeom>
            <a:ln w="646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22" name="object 1922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6149340" y="5124450"/>
              <a:ext cx="285750" cy="64769"/>
            </a:xfrm>
            <a:prstGeom prst="rect">
              <a:avLst/>
            </a:prstGeom>
          </p:spPr>
        </p:pic>
        <p:sp>
          <p:nvSpPr>
            <p:cNvPr id="1923" name="object 1923"/>
            <p:cNvSpPr/>
            <p:nvPr/>
          </p:nvSpPr>
          <p:spPr>
            <a:xfrm>
              <a:off x="6149340" y="5124450"/>
              <a:ext cx="284480" cy="63500"/>
            </a:xfrm>
            <a:custGeom>
              <a:avLst/>
              <a:gdLst/>
              <a:ahLst/>
              <a:cxnLst/>
              <a:rect l="l" t="t" r="r" b="b"/>
              <a:pathLst>
                <a:path w="284479" h="63500">
                  <a:moveTo>
                    <a:pt x="142239" y="0"/>
                  </a:moveTo>
                  <a:lnTo>
                    <a:pt x="87332" y="2460"/>
                  </a:lnTo>
                  <a:lnTo>
                    <a:pt x="42068" y="9207"/>
                  </a:lnTo>
                  <a:lnTo>
                    <a:pt x="11330" y="19288"/>
                  </a:lnTo>
                  <a:lnTo>
                    <a:pt x="0" y="31750"/>
                  </a:lnTo>
                  <a:lnTo>
                    <a:pt x="11330" y="43676"/>
                  </a:lnTo>
                  <a:lnTo>
                    <a:pt x="42068" y="53816"/>
                  </a:lnTo>
                  <a:lnTo>
                    <a:pt x="87332" y="60860"/>
                  </a:lnTo>
                  <a:lnTo>
                    <a:pt x="142239" y="63500"/>
                  </a:lnTo>
                  <a:lnTo>
                    <a:pt x="197147" y="60860"/>
                  </a:lnTo>
                  <a:lnTo>
                    <a:pt x="242411" y="53816"/>
                  </a:lnTo>
                  <a:lnTo>
                    <a:pt x="273149" y="43676"/>
                  </a:lnTo>
                  <a:lnTo>
                    <a:pt x="284480" y="31750"/>
                  </a:lnTo>
                  <a:lnTo>
                    <a:pt x="273149" y="19288"/>
                  </a:lnTo>
                  <a:lnTo>
                    <a:pt x="242411" y="9207"/>
                  </a:lnTo>
                  <a:lnTo>
                    <a:pt x="197147" y="2460"/>
                  </a:lnTo>
                  <a:lnTo>
                    <a:pt x="142239" y="0"/>
                  </a:lnTo>
                  <a:close/>
                </a:path>
              </a:pathLst>
            </a:custGeom>
            <a:ln w="646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4" name="object 1924"/>
            <p:cNvSpPr/>
            <p:nvPr/>
          </p:nvSpPr>
          <p:spPr>
            <a:xfrm>
              <a:off x="6149340" y="4936489"/>
              <a:ext cx="2540" cy="196850"/>
            </a:xfrm>
            <a:custGeom>
              <a:avLst/>
              <a:gdLst/>
              <a:ahLst/>
              <a:cxnLst/>
              <a:rect l="l" t="t" r="r" b="b"/>
              <a:pathLst>
                <a:path w="2539" h="196850">
                  <a:moveTo>
                    <a:pt x="254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195580"/>
                  </a:lnTo>
                  <a:lnTo>
                    <a:pt x="1270" y="195580"/>
                  </a:lnTo>
                  <a:lnTo>
                    <a:pt x="1270" y="196850"/>
                  </a:lnTo>
                  <a:lnTo>
                    <a:pt x="2540" y="196850"/>
                  </a:lnTo>
                  <a:lnTo>
                    <a:pt x="2540" y="19558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5" name="object 1925"/>
            <p:cNvSpPr/>
            <p:nvPr/>
          </p:nvSpPr>
          <p:spPr>
            <a:xfrm>
              <a:off x="6151880" y="4931409"/>
              <a:ext cx="3810" cy="207010"/>
            </a:xfrm>
            <a:custGeom>
              <a:avLst/>
              <a:gdLst/>
              <a:ahLst/>
              <a:cxnLst/>
              <a:rect l="l" t="t" r="r" b="b"/>
              <a:pathLst>
                <a:path w="3810" h="207010">
                  <a:moveTo>
                    <a:pt x="3810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1270" y="1269"/>
                  </a:lnTo>
                  <a:lnTo>
                    <a:pt x="1270" y="2539"/>
                  </a:lnTo>
                  <a:lnTo>
                    <a:pt x="0" y="2539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10" h="207010">
                  <a:moveTo>
                    <a:pt x="3810" y="5080"/>
                  </a:moveTo>
                  <a:lnTo>
                    <a:pt x="0" y="5080"/>
                  </a:lnTo>
                  <a:lnTo>
                    <a:pt x="0" y="201929"/>
                  </a:lnTo>
                  <a:lnTo>
                    <a:pt x="3810" y="201929"/>
                  </a:lnTo>
                  <a:lnTo>
                    <a:pt x="3810" y="5080"/>
                  </a:lnTo>
                  <a:close/>
                </a:path>
                <a:path w="3810" h="207010">
                  <a:moveTo>
                    <a:pt x="3810" y="201930"/>
                  </a:moveTo>
                  <a:lnTo>
                    <a:pt x="0" y="201930"/>
                  </a:lnTo>
                  <a:lnTo>
                    <a:pt x="0" y="205739"/>
                  </a:lnTo>
                  <a:lnTo>
                    <a:pt x="2540" y="205739"/>
                  </a:lnTo>
                  <a:lnTo>
                    <a:pt x="2540" y="207009"/>
                  </a:lnTo>
                  <a:lnTo>
                    <a:pt x="3810" y="207009"/>
                  </a:lnTo>
                  <a:lnTo>
                    <a:pt x="3810" y="201930"/>
                  </a:lnTo>
                  <a:close/>
                </a:path>
              </a:pathLst>
            </a:custGeom>
            <a:solidFill>
              <a:srgbClr val="CED5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6" name="object 1926"/>
            <p:cNvSpPr/>
            <p:nvPr/>
          </p:nvSpPr>
          <p:spPr>
            <a:xfrm>
              <a:off x="6155690" y="4930152"/>
              <a:ext cx="3810" cy="210820"/>
            </a:xfrm>
            <a:custGeom>
              <a:avLst/>
              <a:gdLst/>
              <a:ahLst/>
              <a:cxnLst/>
              <a:rect l="l" t="t" r="r" b="b"/>
              <a:pathLst>
                <a:path w="3810" h="210820">
                  <a:moveTo>
                    <a:pt x="3810" y="209550"/>
                  </a:moveTo>
                  <a:lnTo>
                    <a:pt x="1270" y="209550"/>
                  </a:lnTo>
                  <a:lnTo>
                    <a:pt x="1270" y="210807"/>
                  </a:lnTo>
                  <a:lnTo>
                    <a:pt x="3810" y="210807"/>
                  </a:lnTo>
                  <a:lnTo>
                    <a:pt x="3810" y="209550"/>
                  </a:lnTo>
                  <a:close/>
                </a:path>
                <a:path w="3810" h="210820">
                  <a:moveTo>
                    <a:pt x="3810" y="203200"/>
                  </a:moveTo>
                  <a:lnTo>
                    <a:pt x="0" y="203200"/>
                  </a:lnTo>
                  <a:lnTo>
                    <a:pt x="0" y="209537"/>
                  </a:lnTo>
                  <a:lnTo>
                    <a:pt x="3810" y="209537"/>
                  </a:lnTo>
                  <a:lnTo>
                    <a:pt x="3810" y="203200"/>
                  </a:lnTo>
                  <a:close/>
                </a:path>
                <a:path w="3810" h="210820">
                  <a:moveTo>
                    <a:pt x="3810" y="6350"/>
                  </a:moveTo>
                  <a:lnTo>
                    <a:pt x="0" y="6350"/>
                  </a:lnTo>
                  <a:lnTo>
                    <a:pt x="0" y="203187"/>
                  </a:lnTo>
                  <a:lnTo>
                    <a:pt x="3810" y="203187"/>
                  </a:lnTo>
                  <a:lnTo>
                    <a:pt x="3810" y="6350"/>
                  </a:lnTo>
                  <a:close/>
                </a:path>
                <a:path w="3810" h="2108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CCD3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7" name="object 1927"/>
            <p:cNvSpPr/>
            <p:nvPr/>
          </p:nvSpPr>
          <p:spPr>
            <a:xfrm>
              <a:off x="6159500" y="4927600"/>
              <a:ext cx="3810" cy="215900"/>
            </a:xfrm>
            <a:custGeom>
              <a:avLst/>
              <a:gdLst/>
              <a:ahLst/>
              <a:cxnLst/>
              <a:rect l="l" t="t" r="r" b="b"/>
              <a:pathLst>
                <a:path w="3810" h="215900">
                  <a:moveTo>
                    <a:pt x="3810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215900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10" h="215900">
                  <a:moveTo>
                    <a:pt x="3810" y="8890"/>
                  </a:moveTo>
                  <a:lnTo>
                    <a:pt x="0" y="8890"/>
                  </a:lnTo>
                  <a:lnTo>
                    <a:pt x="0" y="205739"/>
                  </a:lnTo>
                  <a:lnTo>
                    <a:pt x="3810" y="205739"/>
                  </a:lnTo>
                  <a:lnTo>
                    <a:pt x="3810" y="8890"/>
                  </a:lnTo>
                  <a:close/>
                </a:path>
                <a:path w="3810" h="215900">
                  <a:moveTo>
                    <a:pt x="3810" y="205740"/>
                  </a:moveTo>
                  <a:lnTo>
                    <a:pt x="0" y="205740"/>
                  </a:lnTo>
                  <a:lnTo>
                    <a:pt x="0" y="212089"/>
                  </a:lnTo>
                  <a:lnTo>
                    <a:pt x="3810" y="212089"/>
                  </a:lnTo>
                  <a:lnTo>
                    <a:pt x="3810" y="205740"/>
                  </a:lnTo>
                  <a:close/>
                </a:path>
                <a:path w="3810" h="215900">
                  <a:moveTo>
                    <a:pt x="3810" y="212090"/>
                  </a:moveTo>
                  <a:lnTo>
                    <a:pt x="0" y="212090"/>
                  </a:lnTo>
                  <a:lnTo>
                    <a:pt x="0" y="213360"/>
                  </a:lnTo>
                  <a:lnTo>
                    <a:pt x="1270" y="213360"/>
                  </a:lnTo>
                  <a:lnTo>
                    <a:pt x="1270" y="214630"/>
                  </a:lnTo>
                  <a:lnTo>
                    <a:pt x="2539" y="214630"/>
                  </a:lnTo>
                  <a:lnTo>
                    <a:pt x="2539" y="215900"/>
                  </a:lnTo>
                  <a:lnTo>
                    <a:pt x="3810" y="215900"/>
                  </a:lnTo>
                  <a:lnTo>
                    <a:pt x="3810" y="212090"/>
                  </a:lnTo>
                  <a:close/>
                </a:path>
              </a:pathLst>
            </a:custGeom>
            <a:solidFill>
              <a:srgbClr val="C9D1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8" name="object 1928"/>
            <p:cNvSpPr/>
            <p:nvPr/>
          </p:nvSpPr>
          <p:spPr>
            <a:xfrm>
              <a:off x="6163310" y="4926330"/>
              <a:ext cx="3810" cy="218440"/>
            </a:xfrm>
            <a:custGeom>
              <a:avLst/>
              <a:gdLst/>
              <a:ahLst/>
              <a:cxnLst/>
              <a:rect l="l" t="t" r="r" b="b"/>
              <a:pathLst>
                <a:path w="3810" h="218439">
                  <a:moveTo>
                    <a:pt x="3810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10" h="218439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10" h="218439">
                  <a:moveTo>
                    <a:pt x="3810" y="10160"/>
                  </a:moveTo>
                  <a:lnTo>
                    <a:pt x="0" y="10160"/>
                  </a:lnTo>
                  <a:lnTo>
                    <a:pt x="0" y="207010"/>
                  </a:lnTo>
                  <a:lnTo>
                    <a:pt x="3810" y="207010"/>
                  </a:lnTo>
                  <a:lnTo>
                    <a:pt x="3810" y="10160"/>
                  </a:lnTo>
                  <a:close/>
                </a:path>
                <a:path w="3810" h="218439">
                  <a:moveTo>
                    <a:pt x="3810" y="207010"/>
                  </a:moveTo>
                  <a:lnTo>
                    <a:pt x="0" y="207010"/>
                  </a:lnTo>
                  <a:lnTo>
                    <a:pt x="0" y="213360"/>
                  </a:lnTo>
                  <a:lnTo>
                    <a:pt x="3810" y="213360"/>
                  </a:lnTo>
                  <a:lnTo>
                    <a:pt x="3810" y="207010"/>
                  </a:lnTo>
                  <a:close/>
                </a:path>
                <a:path w="3810" h="218439">
                  <a:moveTo>
                    <a:pt x="3810" y="213360"/>
                  </a:moveTo>
                  <a:lnTo>
                    <a:pt x="0" y="213360"/>
                  </a:lnTo>
                  <a:lnTo>
                    <a:pt x="0" y="217170"/>
                  </a:lnTo>
                  <a:lnTo>
                    <a:pt x="1269" y="217170"/>
                  </a:lnTo>
                  <a:lnTo>
                    <a:pt x="1269" y="218440"/>
                  </a:lnTo>
                  <a:lnTo>
                    <a:pt x="3810" y="218440"/>
                  </a:lnTo>
                  <a:lnTo>
                    <a:pt x="3810" y="213360"/>
                  </a:lnTo>
                  <a:close/>
                </a:path>
              </a:pathLst>
            </a:custGeom>
            <a:solidFill>
              <a:srgbClr val="C6CF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9" name="object 1929"/>
            <p:cNvSpPr/>
            <p:nvPr/>
          </p:nvSpPr>
          <p:spPr>
            <a:xfrm>
              <a:off x="6167120" y="4925059"/>
              <a:ext cx="3810" cy="222250"/>
            </a:xfrm>
            <a:custGeom>
              <a:avLst/>
              <a:gdLst/>
              <a:ahLst/>
              <a:cxnLst/>
              <a:rect l="l" t="t" r="r" b="b"/>
              <a:pathLst>
                <a:path w="3810" h="222250">
                  <a:moveTo>
                    <a:pt x="3810" y="220992"/>
                  </a:moveTo>
                  <a:lnTo>
                    <a:pt x="2540" y="220992"/>
                  </a:lnTo>
                  <a:lnTo>
                    <a:pt x="2540" y="222250"/>
                  </a:lnTo>
                  <a:lnTo>
                    <a:pt x="3810" y="222250"/>
                  </a:lnTo>
                  <a:lnTo>
                    <a:pt x="3810" y="220992"/>
                  </a:lnTo>
                  <a:close/>
                </a:path>
                <a:path w="3810" h="222250">
                  <a:moveTo>
                    <a:pt x="3810" y="214642"/>
                  </a:moveTo>
                  <a:lnTo>
                    <a:pt x="0" y="21464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4642"/>
                  </a:lnTo>
                  <a:close/>
                </a:path>
                <a:path w="3810" h="222250">
                  <a:moveTo>
                    <a:pt x="3810" y="208292"/>
                  </a:moveTo>
                  <a:lnTo>
                    <a:pt x="0" y="208292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208292"/>
                  </a:lnTo>
                  <a:close/>
                </a:path>
                <a:path w="3810" h="222250">
                  <a:moveTo>
                    <a:pt x="3810" y="11442"/>
                  </a:moveTo>
                  <a:lnTo>
                    <a:pt x="0" y="11442"/>
                  </a:lnTo>
                  <a:lnTo>
                    <a:pt x="0" y="208280"/>
                  </a:lnTo>
                  <a:lnTo>
                    <a:pt x="3810" y="208280"/>
                  </a:lnTo>
                  <a:lnTo>
                    <a:pt x="3810" y="11442"/>
                  </a:lnTo>
                  <a:close/>
                </a:path>
                <a:path w="3810" h="222250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22250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C3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0" name="object 1930"/>
            <p:cNvSpPr/>
            <p:nvPr/>
          </p:nvSpPr>
          <p:spPr>
            <a:xfrm>
              <a:off x="6170930" y="4923802"/>
              <a:ext cx="2540" cy="223520"/>
            </a:xfrm>
            <a:custGeom>
              <a:avLst/>
              <a:gdLst/>
              <a:ahLst/>
              <a:cxnLst/>
              <a:rect l="l" t="t" r="r" b="b"/>
              <a:pathLst>
                <a:path w="2539" h="223520">
                  <a:moveTo>
                    <a:pt x="2540" y="222250"/>
                  </a:moveTo>
                  <a:lnTo>
                    <a:pt x="0" y="222250"/>
                  </a:lnTo>
                  <a:lnTo>
                    <a:pt x="0" y="223507"/>
                  </a:lnTo>
                  <a:lnTo>
                    <a:pt x="2540" y="223507"/>
                  </a:lnTo>
                  <a:lnTo>
                    <a:pt x="2540" y="222250"/>
                  </a:lnTo>
                  <a:close/>
                </a:path>
                <a:path w="2539" h="223520">
                  <a:moveTo>
                    <a:pt x="254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2540" y="222237"/>
                  </a:lnTo>
                  <a:lnTo>
                    <a:pt x="2540" y="215900"/>
                  </a:lnTo>
                  <a:close/>
                </a:path>
                <a:path w="2539" h="223520">
                  <a:moveTo>
                    <a:pt x="254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2540" y="215887"/>
                  </a:lnTo>
                  <a:lnTo>
                    <a:pt x="2540" y="209550"/>
                  </a:lnTo>
                  <a:close/>
                </a:path>
                <a:path w="2539" h="223520">
                  <a:moveTo>
                    <a:pt x="2540" y="12700"/>
                  </a:moveTo>
                  <a:lnTo>
                    <a:pt x="0" y="12700"/>
                  </a:lnTo>
                  <a:lnTo>
                    <a:pt x="0" y="209537"/>
                  </a:lnTo>
                  <a:lnTo>
                    <a:pt x="2540" y="209537"/>
                  </a:lnTo>
                  <a:lnTo>
                    <a:pt x="2540" y="12700"/>
                  </a:lnTo>
                  <a:close/>
                </a:path>
                <a:path w="2539" h="223520">
                  <a:moveTo>
                    <a:pt x="254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6350"/>
                  </a:lnTo>
                  <a:close/>
                </a:path>
                <a:path w="2539" h="223520">
                  <a:moveTo>
                    <a:pt x="254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1" name="object 1931"/>
            <p:cNvSpPr/>
            <p:nvPr/>
          </p:nvSpPr>
          <p:spPr>
            <a:xfrm>
              <a:off x="6173470" y="4922519"/>
              <a:ext cx="3810" cy="226060"/>
            </a:xfrm>
            <a:custGeom>
              <a:avLst/>
              <a:gdLst/>
              <a:ahLst/>
              <a:cxnLst/>
              <a:rect l="l" t="t" r="r" b="b"/>
              <a:pathLst>
                <a:path w="3810" h="226060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10" h="226060">
                  <a:moveTo>
                    <a:pt x="3810" y="217182"/>
                  </a:moveTo>
                  <a:lnTo>
                    <a:pt x="0" y="21718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7182"/>
                  </a:lnTo>
                  <a:close/>
                </a:path>
                <a:path w="3810" h="226060">
                  <a:moveTo>
                    <a:pt x="3810" y="210832"/>
                  </a:moveTo>
                  <a:lnTo>
                    <a:pt x="0" y="21083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210832"/>
                  </a:lnTo>
                  <a:close/>
                </a:path>
                <a:path w="3810" h="226060">
                  <a:moveTo>
                    <a:pt x="3810" y="13982"/>
                  </a:moveTo>
                  <a:lnTo>
                    <a:pt x="0" y="13982"/>
                  </a:lnTo>
                  <a:lnTo>
                    <a:pt x="0" y="210820"/>
                  </a:lnTo>
                  <a:lnTo>
                    <a:pt x="3810" y="210820"/>
                  </a:lnTo>
                  <a:lnTo>
                    <a:pt x="3810" y="13982"/>
                  </a:lnTo>
                  <a:close/>
                </a:path>
                <a:path w="3810" h="2260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260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260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2" name="object 1932"/>
            <p:cNvSpPr/>
            <p:nvPr/>
          </p:nvSpPr>
          <p:spPr>
            <a:xfrm>
              <a:off x="6177280" y="4921250"/>
              <a:ext cx="3810" cy="228600"/>
            </a:xfrm>
            <a:custGeom>
              <a:avLst/>
              <a:gdLst/>
              <a:ahLst/>
              <a:cxnLst/>
              <a:rect l="l" t="t" r="r" b="b"/>
              <a:pathLst>
                <a:path w="3810" h="228600">
                  <a:moveTo>
                    <a:pt x="3810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228600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10" h="228600">
                  <a:moveTo>
                    <a:pt x="381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8890"/>
                  </a:lnTo>
                  <a:close/>
                </a:path>
                <a:path w="3810" h="228600">
                  <a:moveTo>
                    <a:pt x="3810" y="15240"/>
                  </a:moveTo>
                  <a:lnTo>
                    <a:pt x="0" y="15240"/>
                  </a:lnTo>
                  <a:lnTo>
                    <a:pt x="0" y="212089"/>
                  </a:lnTo>
                  <a:lnTo>
                    <a:pt x="3810" y="212089"/>
                  </a:lnTo>
                  <a:lnTo>
                    <a:pt x="3810" y="15240"/>
                  </a:lnTo>
                  <a:close/>
                </a:path>
                <a:path w="3810" h="228600">
                  <a:moveTo>
                    <a:pt x="3810" y="212090"/>
                  </a:moveTo>
                  <a:lnTo>
                    <a:pt x="0" y="212090"/>
                  </a:lnTo>
                  <a:lnTo>
                    <a:pt x="0" y="218439"/>
                  </a:lnTo>
                  <a:lnTo>
                    <a:pt x="3810" y="218439"/>
                  </a:lnTo>
                  <a:lnTo>
                    <a:pt x="3810" y="212090"/>
                  </a:lnTo>
                  <a:close/>
                </a:path>
                <a:path w="3810" h="228600">
                  <a:moveTo>
                    <a:pt x="3810" y="218440"/>
                  </a:moveTo>
                  <a:lnTo>
                    <a:pt x="0" y="218440"/>
                  </a:lnTo>
                  <a:lnTo>
                    <a:pt x="0" y="224789"/>
                  </a:lnTo>
                  <a:lnTo>
                    <a:pt x="3810" y="224789"/>
                  </a:lnTo>
                  <a:lnTo>
                    <a:pt x="3810" y="218440"/>
                  </a:lnTo>
                  <a:close/>
                </a:path>
                <a:path w="3810" h="228600">
                  <a:moveTo>
                    <a:pt x="3810" y="224790"/>
                  </a:moveTo>
                  <a:lnTo>
                    <a:pt x="0" y="224790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4790"/>
                  </a:lnTo>
                  <a:close/>
                </a:path>
              </a:pathLst>
            </a:custGeom>
            <a:solidFill>
              <a:srgbClr val="BB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3" name="object 1933"/>
            <p:cNvSpPr/>
            <p:nvPr/>
          </p:nvSpPr>
          <p:spPr>
            <a:xfrm>
              <a:off x="6181090" y="4919980"/>
              <a:ext cx="3810" cy="231140"/>
            </a:xfrm>
            <a:custGeom>
              <a:avLst/>
              <a:gdLst/>
              <a:ahLst/>
              <a:cxnLst/>
              <a:rect l="l" t="t" r="r" b="b"/>
              <a:pathLst>
                <a:path w="3810" h="231139">
                  <a:moveTo>
                    <a:pt x="3810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10" h="231139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10" h="231139">
                  <a:moveTo>
                    <a:pt x="381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60"/>
                  </a:lnTo>
                  <a:close/>
                </a:path>
                <a:path w="3810" h="231139">
                  <a:moveTo>
                    <a:pt x="3810" y="16510"/>
                  </a:moveTo>
                  <a:lnTo>
                    <a:pt x="0" y="16510"/>
                  </a:lnTo>
                  <a:lnTo>
                    <a:pt x="0" y="213360"/>
                  </a:lnTo>
                  <a:lnTo>
                    <a:pt x="3810" y="213360"/>
                  </a:lnTo>
                  <a:lnTo>
                    <a:pt x="3810" y="16510"/>
                  </a:lnTo>
                  <a:close/>
                </a:path>
                <a:path w="3810" h="231139">
                  <a:moveTo>
                    <a:pt x="3810" y="213360"/>
                  </a:moveTo>
                  <a:lnTo>
                    <a:pt x="0" y="213360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13360"/>
                  </a:lnTo>
                  <a:close/>
                </a:path>
                <a:path w="3810" h="231139">
                  <a:moveTo>
                    <a:pt x="3810" y="219710"/>
                  </a:moveTo>
                  <a:lnTo>
                    <a:pt x="0" y="219710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19710"/>
                  </a:lnTo>
                  <a:close/>
                </a:path>
                <a:path w="3810" h="231139">
                  <a:moveTo>
                    <a:pt x="3810" y="226060"/>
                  </a:moveTo>
                  <a:lnTo>
                    <a:pt x="0" y="226060"/>
                  </a:lnTo>
                  <a:lnTo>
                    <a:pt x="0" y="229870"/>
                  </a:lnTo>
                  <a:lnTo>
                    <a:pt x="1270" y="229870"/>
                  </a:lnTo>
                  <a:lnTo>
                    <a:pt x="1270" y="231140"/>
                  </a:lnTo>
                  <a:lnTo>
                    <a:pt x="3810" y="231140"/>
                  </a:lnTo>
                  <a:lnTo>
                    <a:pt x="3810" y="226060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4" name="object 1934"/>
            <p:cNvSpPr/>
            <p:nvPr/>
          </p:nvSpPr>
          <p:spPr>
            <a:xfrm>
              <a:off x="6184900" y="4919980"/>
              <a:ext cx="3810" cy="231140"/>
            </a:xfrm>
            <a:custGeom>
              <a:avLst/>
              <a:gdLst/>
              <a:ahLst/>
              <a:cxnLst/>
              <a:rect l="l" t="t" r="r" b="b"/>
              <a:pathLst>
                <a:path w="3810" h="231139">
                  <a:moveTo>
                    <a:pt x="3810" y="226072"/>
                  </a:moveTo>
                  <a:lnTo>
                    <a:pt x="0" y="22607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6072"/>
                  </a:lnTo>
                  <a:close/>
                </a:path>
                <a:path w="3810" h="231139">
                  <a:moveTo>
                    <a:pt x="3810" y="219722"/>
                  </a:moveTo>
                  <a:lnTo>
                    <a:pt x="0" y="21972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19722"/>
                  </a:lnTo>
                  <a:close/>
                </a:path>
                <a:path w="3810" h="231139">
                  <a:moveTo>
                    <a:pt x="3810" y="213372"/>
                  </a:moveTo>
                  <a:lnTo>
                    <a:pt x="0" y="21337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13372"/>
                  </a:lnTo>
                  <a:close/>
                </a:path>
                <a:path w="3810" h="231139">
                  <a:moveTo>
                    <a:pt x="3810" y="16522"/>
                  </a:moveTo>
                  <a:lnTo>
                    <a:pt x="0" y="16522"/>
                  </a:lnTo>
                  <a:lnTo>
                    <a:pt x="0" y="213360"/>
                  </a:lnTo>
                  <a:lnTo>
                    <a:pt x="3810" y="213360"/>
                  </a:lnTo>
                  <a:lnTo>
                    <a:pt x="3810" y="16522"/>
                  </a:lnTo>
                  <a:close/>
                </a:path>
                <a:path w="3810" h="231139">
                  <a:moveTo>
                    <a:pt x="381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72"/>
                  </a:lnTo>
                  <a:close/>
                </a:path>
                <a:path w="3810" h="231139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10" h="231139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6C1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5" name="object 1935"/>
            <p:cNvSpPr/>
            <p:nvPr/>
          </p:nvSpPr>
          <p:spPr>
            <a:xfrm>
              <a:off x="6188710" y="4917439"/>
              <a:ext cx="3810" cy="234950"/>
            </a:xfrm>
            <a:custGeom>
              <a:avLst/>
              <a:gdLst/>
              <a:ahLst/>
              <a:cxnLst/>
              <a:rect l="l" t="t" r="r" b="b"/>
              <a:pathLst>
                <a:path w="3810" h="234950">
                  <a:moveTo>
                    <a:pt x="3810" y="0"/>
                  </a:moveTo>
                  <a:lnTo>
                    <a:pt x="2539" y="0"/>
                  </a:lnTo>
                  <a:lnTo>
                    <a:pt x="2539" y="1269"/>
                  </a:lnTo>
                  <a:lnTo>
                    <a:pt x="0" y="126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0"/>
                  </a:lnTo>
                  <a:close/>
                </a:path>
                <a:path w="3810" h="234950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10" h="234950">
                  <a:moveTo>
                    <a:pt x="381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2699"/>
                  </a:lnTo>
                  <a:close/>
                </a:path>
                <a:path w="3810" h="234950">
                  <a:moveTo>
                    <a:pt x="3810" y="19049"/>
                  </a:moveTo>
                  <a:lnTo>
                    <a:pt x="0" y="19049"/>
                  </a:lnTo>
                  <a:lnTo>
                    <a:pt x="0" y="215899"/>
                  </a:lnTo>
                  <a:lnTo>
                    <a:pt x="3810" y="215899"/>
                  </a:lnTo>
                  <a:lnTo>
                    <a:pt x="3810" y="19049"/>
                  </a:lnTo>
                  <a:close/>
                </a:path>
                <a:path w="3810" h="234950">
                  <a:moveTo>
                    <a:pt x="3810" y="215899"/>
                  </a:moveTo>
                  <a:lnTo>
                    <a:pt x="0" y="215899"/>
                  </a:lnTo>
                  <a:lnTo>
                    <a:pt x="0" y="222249"/>
                  </a:lnTo>
                  <a:lnTo>
                    <a:pt x="3810" y="222249"/>
                  </a:lnTo>
                  <a:lnTo>
                    <a:pt x="3810" y="215899"/>
                  </a:lnTo>
                  <a:close/>
                </a:path>
                <a:path w="3810" h="234950">
                  <a:moveTo>
                    <a:pt x="3810" y="222249"/>
                  </a:moveTo>
                  <a:lnTo>
                    <a:pt x="0" y="22224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2249"/>
                  </a:lnTo>
                  <a:close/>
                </a:path>
                <a:path w="3810" h="234950">
                  <a:moveTo>
                    <a:pt x="3810" y="228599"/>
                  </a:moveTo>
                  <a:lnTo>
                    <a:pt x="0" y="228599"/>
                  </a:lnTo>
                  <a:lnTo>
                    <a:pt x="0" y="233679"/>
                  </a:lnTo>
                  <a:lnTo>
                    <a:pt x="2539" y="233679"/>
                  </a:lnTo>
                  <a:lnTo>
                    <a:pt x="2539" y="234949"/>
                  </a:lnTo>
                  <a:lnTo>
                    <a:pt x="3810" y="234949"/>
                  </a:lnTo>
                  <a:lnTo>
                    <a:pt x="3810" y="228599"/>
                  </a:lnTo>
                  <a:close/>
                </a:path>
              </a:pathLst>
            </a:custGeom>
            <a:solidFill>
              <a:srgbClr val="B3BF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6" name="object 1936"/>
            <p:cNvSpPr/>
            <p:nvPr/>
          </p:nvSpPr>
          <p:spPr>
            <a:xfrm>
              <a:off x="6192520" y="4917452"/>
              <a:ext cx="2540" cy="234950"/>
            </a:xfrm>
            <a:custGeom>
              <a:avLst/>
              <a:gdLst/>
              <a:ahLst/>
              <a:cxnLst/>
              <a:rect l="l" t="t" r="r" b="b"/>
              <a:pathLst>
                <a:path w="2539" h="234950">
                  <a:moveTo>
                    <a:pt x="2540" y="228600"/>
                  </a:moveTo>
                  <a:lnTo>
                    <a:pt x="0" y="228600"/>
                  </a:lnTo>
                  <a:lnTo>
                    <a:pt x="0" y="234937"/>
                  </a:lnTo>
                  <a:lnTo>
                    <a:pt x="2540" y="234937"/>
                  </a:lnTo>
                  <a:lnTo>
                    <a:pt x="2540" y="228600"/>
                  </a:lnTo>
                  <a:close/>
                </a:path>
                <a:path w="2539" h="234950">
                  <a:moveTo>
                    <a:pt x="2540" y="222250"/>
                  </a:moveTo>
                  <a:lnTo>
                    <a:pt x="0" y="222250"/>
                  </a:lnTo>
                  <a:lnTo>
                    <a:pt x="0" y="228587"/>
                  </a:lnTo>
                  <a:lnTo>
                    <a:pt x="2540" y="228587"/>
                  </a:lnTo>
                  <a:lnTo>
                    <a:pt x="2540" y="222250"/>
                  </a:lnTo>
                  <a:close/>
                </a:path>
                <a:path w="2539" h="234950">
                  <a:moveTo>
                    <a:pt x="254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2540" y="222237"/>
                  </a:lnTo>
                  <a:lnTo>
                    <a:pt x="2540" y="215900"/>
                  </a:lnTo>
                  <a:close/>
                </a:path>
                <a:path w="2539" h="234950">
                  <a:moveTo>
                    <a:pt x="2540" y="19050"/>
                  </a:moveTo>
                  <a:lnTo>
                    <a:pt x="0" y="19050"/>
                  </a:lnTo>
                  <a:lnTo>
                    <a:pt x="0" y="215887"/>
                  </a:lnTo>
                  <a:lnTo>
                    <a:pt x="2540" y="215887"/>
                  </a:lnTo>
                  <a:lnTo>
                    <a:pt x="2540" y="19050"/>
                  </a:lnTo>
                  <a:close/>
                </a:path>
                <a:path w="2539" h="234950">
                  <a:moveTo>
                    <a:pt x="254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2540" y="19037"/>
                  </a:lnTo>
                  <a:lnTo>
                    <a:pt x="2540" y="12700"/>
                  </a:lnTo>
                  <a:close/>
                </a:path>
                <a:path w="2539" h="234950">
                  <a:moveTo>
                    <a:pt x="254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6350"/>
                  </a:lnTo>
                  <a:close/>
                </a:path>
                <a:path w="2539" h="234950">
                  <a:moveTo>
                    <a:pt x="254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B1BD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7" name="object 1937"/>
            <p:cNvSpPr/>
            <p:nvPr/>
          </p:nvSpPr>
          <p:spPr>
            <a:xfrm>
              <a:off x="6195060" y="4917452"/>
              <a:ext cx="5080" cy="236220"/>
            </a:xfrm>
            <a:custGeom>
              <a:avLst/>
              <a:gdLst/>
              <a:ahLst/>
              <a:cxnLst/>
              <a:rect l="l" t="t" r="r" b="b"/>
              <a:pathLst>
                <a:path w="5079" h="236220">
                  <a:moveTo>
                    <a:pt x="5080" y="234950"/>
                  </a:moveTo>
                  <a:lnTo>
                    <a:pt x="0" y="234950"/>
                  </a:lnTo>
                  <a:lnTo>
                    <a:pt x="0" y="236207"/>
                  </a:lnTo>
                  <a:lnTo>
                    <a:pt x="5080" y="236207"/>
                  </a:lnTo>
                  <a:lnTo>
                    <a:pt x="5080" y="234950"/>
                  </a:lnTo>
                  <a:close/>
                </a:path>
                <a:path w="5079" h="236220">
                  <a:moveTo>
                    <a:pt x="5080" y="228600"/>
                  </a:moveTo>
                  <a:lnTo>
                    <a:pt x="0" y="228600"/>
                  </a:lnTo>
                  <a:lnTo>
                    <a:pt x="0" y="234937"/>
                  </a:lnTo>
                  <a:lnTo>
                    <a:pt x="5080" y="234937"/>
                  </a:lnTo>
                  <a:lnTo>
                    <a:pt x="5080" y="228600"/>
                  </a:lnTo>
                  <a:close/>
                </a:path>
                <a:path w="5079" h="236220">
                  <a:moveTo>
                    <a:pt x="5080" y="222250"/>
                  </a:moveTo>
                  <a:lnTo>
                    <a:pt x="0" y="222250"/>
                  </a:lnTo>
                  <a:lnTo>
                    <a:pt x="0" y="228587"/>
                  </a:lnTo>
                  <a:lnTo>
                    <a:pt x="5080" y="228587"/>
                  </a:lnTo>
                  <a:lnTo>
                    <a:pt x="5080" y="222250"/>
                  </a:lnTo>
                  <a:close/>
                </a:path>
                <a:path w="5079" h="236220">
                  <a:moveTo>
                    <a:pt x="508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5080" y="222237"/>
                  </a:lnTo>
                  <a:lnTo>
                    <a:pt x="5080" y="215900"/>
                  </a:lnTo>
                  <a:close/>
                </a:path>
                <a:path w="5079" h="236220">
                  <a:moveTo>
                    <a:pt x="5080" y="19050"/>
                  </a:moveTo>
                  <a:lnTo>
                    <a:pt x="0" y="19050"/>
                  </a:lnTo>
                  <a:lnTo>
                    <a:pt x="0" y="215887"/>
                  </a:lnTo>
                  <a:lnTo>
                    <a:pt x="5080" y="215887"/>
                  </a:lnTo>
                  <a:lnTo>
                    <a:pt x="5080" y="19050"/>
                  </a:lnTo>
                  <a:close/>
                </a:path>
                <a:path w="5079" h="236220">
                  <a:moveTo>
                    <a:pt x="508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5080" y="19037"/>
                  </a:lnTo>
                  <a:lnTo>
                    <a:pt x="5080" y="12700"/>
                  </a:lnTo>
                  <a:close/>
                </a:path>
                <a:path w="5079" h="236220">
                  <a:moveTo>
                    <a:pt x="508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5080" y="12687"/>
                  </a:lnTo>
                  <a:lnTo>
                    <a:pt x="5080" y="6350"/>
                  </a:lnTo>
                  <a:close/>
                </a:path>
                <a:path w="5079" h="236220">
                  <a:moveTo>
                    <a:pt x="508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5080" y="6337"/>
                  </a:lnTo>
                  <a:lnTo>
                    <a:pt x="5080" y="0"/>
                  </a:lnTo>
                  <a:close/>
                </a:path>
              </a:pathLst>
            </a:custGeom>
            <a:solidFill>
              <a:srgbClr val="AEBA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8" name="object 1938"/>
            <p:cNvSpPr/>
            <p:nvPr/>
          </p:nvSpPr>
          <p:spPr>
            <a:xfrm>
              <a:off x="6200140" y="4916169"/>
              <a:ext cx="2540" cy="237490"/>
            </a:xfrm>
            <a:custGeom>
              <a:avLst/>
              <a:gdLst/>
              <a:ahLst/>
              <a:cxnLst/>
              <a:rect l="l" t="t" r="r" b="b"/>
              <a:pathLst>
                <a:path w="2539" h="237489">
                  <a:moveTo>
                    <a:pt x="2540" y="236232"/>
                  </a:moveTo>
                  <a:lnTo>
                    <a:pt x="0" y="236232"/>
                  </a:lnTo>
                  <a:lnTo>
                    <a:pt x="0" y="237490"/>
                  </a:lnTo>
                  <a:lnTo>
                    <a:pt x="2540" y="237490"/>
                  </a:lnTo>
                  <a:lnTo>
                    <a:pt x="2540" y="236232"/>
                  </a:lnTo>
                  <a:close/>
                </a:path>
                <a:path w="2539" h="237489">
                  <a:moveTo>
                    <a:pt x="2540" y="229882"/>
                  </a:moveTo>
                  <a:lnTo>
                    <a:pt x="0" y="229882"/>
                  </a:lnTo>
                  <a:lnTo>
                    <a:pt x="0" y="236220"/>
                  </a:lnTo>
                  <a:lnTo>
                    <a:pt x="2540" y="236220"/>
                  </a:lnTo>
                  <a:lnTo>
                    <a:pt x="2540" y="229882"/>
                  </a:lnTo>
                  <a:close/>
                </a:path>
                <a:path w="2539" h="237489">
                  <a:moveTo>
                    <a:pt x="2540" y="223532"/>
                  </a:moveTo>
                  <a:lnTo>
                    <a:pt x="0" y="223532"/>
                  </a:lnTo>
                  <a:lnTo>
                    <a:pt x="0" y="229870"/>
                  </a:lnTo>
                  <a:lnTo>
                    <a:pt x="2540" y="229870"/>
                  </a:lnTo>
                  <a:lnTo>
                    <a:pt x="2540" y="223532"/>
                  </a:lnTo>
                  <a:close/>
                </a:path>
                <a:path w="2539" h="237489">
                  <a:moveTo>
                    <a:pt x="2540" y="217182"/>
                  </a:moveTo>
                  <a:lnTo>
                    <a:pt x="0" y="217182"/>
                  </a:lnTo>
                  <a:lnTo>
                    <a:pt x="0" y="223520"/>
                  </a:lnTo>
                  <a:lnTo>
                    <a:pt x="2540" y="223520"/>
                  </a:lnTo>
                  <a:lnTo>
                    <a:pt x="2540" y="217182"/>
                  </a:lnTo>
                  <a:close/>
                </a:path>
                <a:path w="2539" h="237489">
                  <a:moveTo>
                    <a:pt x="2540" y="20332"/>
                  </a:moveTo>
                  <a:lnTo>
                    <a:pt x="0" y="20332"/>
                  </a:lnTo>
                  <a:lnTo>
                    <a:pt x="0" y="217170"/>
                  </a:lnTo>
                  <a:lnTo>
                    <a:pt x="2540" y="217170"/>
                  </a:lnTo>
                  <a:lnTo>
                    <a:pt x="2540" y="20332"/>
                  </a:lnTo>
                  <a:close/>
                </a:path>
                <a:path w="2539" h="237489">
                  <a:moveTo>
                    <a:pt x="254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2540" y="20320"/>
                  </a:lnTo>
                  <a:lnTo>
                    <a:pt x="2540" y="13982"/>
                  </a:lnTo>
                  <a:close/>
                </a:path>
                <a:path w="2539" h="237489">
                  <a:moveTo>
                    <a:pt x="254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2540" y="13970"/>
                  </a:lnTo>
                  <a:lnTo>
                    <a:pt x="2540" y="7632"/>
                  </a:lnTo>
                  <a:close/>
                </a:path>
                <a:path w="2539" h="237489">
                  <a:moveTo>
                    <a:pt x="254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1282"/>
                  </a:lnTo>
                  <a:close/>
                </a:path>
                <a:path w="2539" h="237489">
                  <a:moveTo>
                    <a:pt x="254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9" name="object 1939"/>
            <p:cNvSpPr/>
            <p:nvPr/>
          </p:nvSpPr>
          <p:spPr>
            <a:xfrm>
              <a:off x="6202680" y="4916169"/>
              <a:ext cx="3810" cy="238760"/>
            </a:xfrm>
            <a:custGeom>
              <a:avLst/>
              <a:gdLst/>
              <a:ahLst/>
              <a:cxnLst/>
              <a:rect l="l" t="t" r="r" b="b"/>
              <a:pathLst>
                <a:path w="3810" h="238760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10" h="238760">
                  <a:moveTo>
                    <a:pt x="3810" y="229882"/>
                  </a:moveTo>
                  <a:lnTo>
                    <a:pt x="0" y="22988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29882"/>
                  </a:lnTo>
                  <a:close/>
                </a:path>
                <a:path w="3810" h="238760">
                  <a:moveTo>
                    <a:pt x="3810" y="223532"/>
                  </a:moveTo>
                  <a:lnTo>
                    <a:pt x="0" y="22353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3532"/>
                  </a:lnTo>
                  <a:close/>
                </a:path>
                <a:path w="3810" h="238760">
                  <a:moveTo>
                    <a:pt x="3810" y="217182"/>
                  </a:moveTo>
                  <a:lnTo>
                    <a:pt x="0" y="21718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7182"/>
                  </a:lnTo>
                  <a:close/>
                </a:path>
                <a:path w="3810" h="238760">
                  <a:moveTo>
                    <a:pt x="3810" y="20332"/>
                  </a:moveTo>
                  <a:lnTo>
                    <a:pt x="0" y="2033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20332"/>
                  </a:lnTo>
                  <a:close/>
                </a:path>
                <a:path w="3810" h="2387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387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387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387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0" name="object 1940"/>
            <p:cNvSpPr/>
            <p:nvPr/>
          </p:nvSpPr>
          <p:spPr>
            <a:xfrm>
              <a:off x="6206490" y="4914900"/>
              <a:ext cx="3810" cy="240029"/>
            </a:xfrm>
            <a:custGeom>
              <a:avLst/>
              <a:gdLst/>
              <a:ahLst/>
              <a:cxnLst/>
              <a:rect l="l" t="t" r="r" b="b"/>
              <a:pathLst>
                <a:path w="3810" h="240029">
                  <a:moveTo>
                    <a:pt x="3810" y="0"/>
                  </a:moveTo>
                  <a:lnTo>
                    <a:pt x="2539" y="0"/>
                  </a:lnTo>
                  <a:lnTo>
                    <a:pt x="2539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240029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10" h="240029">
                  <a:moveTo>
                    <a:pt x="381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8890"/>
                  </a:lnTo>
                  <a:close/>
                </a:path>
                <a:path w="3810" h="240029">
                  <a:moveTo>
                    <a:pt x="3810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5240"/>
                  </a:lnTo>
                  <a:close/>
                </a:path>
                <a:path w="3810" h="240029">
                  <a:moveTo>
                    <a:pt x="3810" y="21590"/>
                  </a:moveTo>
                  <a:lnTo>
                    <a:pt x="0" y="21590"/>
                  </a:lnTo>
                  <a:lnTo>
                    <a:pt x="0" y="218439"/>
                  </a:lnTo>
                  <a:lnTo>
                    <a:pt x="3810" y="218439"/>
                  </a:lnTo>
                  <a:lnTo>
                    <a:pt x="3810" y="21590"/>
                  </a:lnTo>
                  <a:close/>
                </a:path>
                <a:path w="3810" h="240029">
                  <a:moveTo>
                    <a:pt x="3810" y="218440"/>
                  </a:moveTo>
                  <a:lnTo>
                    <a:pt x="0" y="218440"/>
                  </a:lnTo>
                  <a:lnTo>
                    <a:pt x="0" y="224789"/>
                  </a:lnTo>
                  <a:lnTo>
                    <a:pt x="3810" y="224789"/>
                  </a:lnTo>
                  <a:lnTo>
                    <a:pt x="3810" y="218440"/>
                  </a:lnTo>
                  <a:close/>
                </a:path>
                <a:path w="3810" h="240029">
                  <a:moveTo>
                    <a:pt x="3810" y="224790"/>
                  </a:moveTo>
                  <a:lnTo>
                    <a:pt x="0" y="224790"/>
                  </a:lnTo>
                  <a:lnTo>
                    <a:pt x="0" y="231139"/>
                  </a:lnTo>
                  <a:lnTo>
                    <a:pt x="3810" y="231139"/>
                  </a:lnTo>
                  <a:lnTo>
                    <a:pt x="3810" y="224790"/>
                  </a:lnTo>
                  <a:close/>
                </a:path>
                <a:path w="3810" h="240029">
                  <a:moveTo>
                    <a:pt x="3810" y="231140"/>
                  </a:moveTo>
                  <a:lnTo>
                    <a:pt x="0" y="231140"/>
                  </a:lnTo>
                  <a:lnTo>
                    <a:pt x="0" y="237489"/>
                  </a:lnTo>
                  <a:lnTo>
                    <a:pt x="3810" y="237489"/>
                  </a:lnTo>
                  <a:lnTo>
                    <a:pt x="3810" y="231140"/>
                  </a:lnTo>
                  <a:close/>
                </a:path>
                <a:path w="3810" h="240029">
                  <a:moveTo>
                    <a:pt x="3810" y="237490"/>
                  </a:moveTo>
                  <a:lnTo>
                    <a:pt x="0" y="237490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490"/>
                  </a:lnTo>
                  <a:close/>
                </a:path>
              </a:pathLst>
            </a:custGeom>
            <a:solidFill>
              <a:srgbClr val="A6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1" name="object 1941"/>
            <p:cNvSpPr/>
            <p:nvPr/>
          </p:nvSpPr>
          <p:spPr>
            <a:xfrm>
              <a:off x="6210300" y="4913630"/>
              <a:ext cx="3810" cy="242570"/>
            </a:xfrm>
            <a:custGeom>
              <a:avLst/>
              <a:gdLst/>
              <a:ahLst/>
              <a:cxnLst/>
              <a:rect l="l" t="t" r="r" b="b"/>
              <a:pathLst>
                <a:path w="3810" h="242570">
                  <a:moveTo>
                    <a:pt x="3810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10" h="242570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10" h="242570">
                  <a:moveTo>
                    <a:pt x="381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60"/>
                  </a:lnTo>
                  <a:close/>
                </a:path>
                <a:path w="3810" h="242570">
                  <a:moveTo>
                    <a:pt x="3810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10"/>
                  </a:lnTo>
                  <a:close/>
                </a:path>
                <a:path w="3810" h="242570">
                  <a:moveTo>
                    <a:pt x="3810" y="22860"/>
                  </a:moveTo>
                  <a:lnTo>
                    <a:pt x="0" y="22860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2860"/>
                  </a:lnTo>
                  <a:close/>
                </a:path>
                <a:path w="3810" h="242570">
                  <a:moveTo>
                    <a:pt x="3810" y="219710"/>
                  </a:moveTo>
                  <a:lnTo>
                    <a:pt x="0" y="219710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19710"/>
                  </a:lnTo>
                  <a:close/>
                </a:path>
                <a:path w="3810" h="242570">
                  <a:moveTo>
                    <a:pt x="3810" y="226060"/>
                  </a:moveTo>
                  <a:lnTo>
                    <a:pt x="0" y="226060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6060"/>
                  </a:lnTo>
                  <a:close/>
                </a:path>
                <a:path w="3810" h="242570">
                  <a:moveTo>
                    <a:pt x="3810" y="232410"/>
                  </a:moveTo>
                  <a:lnTo>
                    <a:pt x="0" y="232410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2410"/>
                  </a:lnTo>
                  <a:close/>
                </a:path>
                <a:path w="3810" h="242570">
                  <a:moveTo>
                    <a:pt x="3810" y="238760"/>
                  </a:moveTo>
                  <a:lnTo>
                    <a:pt x="0" y="238760"/>
                  </a:lnTo>
                  <a:lnTo>
                    <a:pt x="0" y="241300"/>
                  </a:lnTo>
                  <a:lnTo>
                    <a:pt x="2539" y="241300"/>
                  </a:lnTo>
                  <a:lnTo>
                    <a:pt x="2539" y="242570"/>
                  </a:lnTo>
                  <a:lnTo>
                    <a:pt x="3810" y="242570"/>
                  </a:lnTo>
                  <a:lnTo>
                    <a:pt x="3810" y="238760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2" name="object 1942"/>
            <p:cNvSpPr/>
            <p:nvPr/>
          </p:nvSpPr>
          <p:spPr>
            <a:xfrm>
              <a:off x="6214110" y="4913630"/>
              <a:ext cx="3810" cy="242570"/>
            </a:xfrm>
            <a:custGeom>
              <a:avLst/>
              <a:gdLst/>
              <a:ahLst/>
              <a:cxnLst/>
              <a:rect l="l" t="t" r="r" b="b"/>
              <a:pathLst>
                <a:path w="3810" h="242570">
                  <a:moveTo>
                    <a:pt x="3810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8772"/>
                  </a:lnTo>
                  <a:close/>
                </a:path>
                <a:path w="3810" h="242570">
                  <a:moveTo>
                    <a:pt x="3810" y="232422"/>
                  </a:moveTo>
                  <a:lnTo>
                    <a:pt x="0" y="23242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2422"/>
                  </a:lnTo>
                  <a:close/>
                </a:path>
                <a:path w="3810" h="242570">
                  <a:moveTo>
                    <a:pt x="381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6072"/>
                  </a:lnTo>
                  <a:close/>
                </a:path>
                <a:path w="3810" h="242570">
                  <a:moveTo>
                    <a:pt x="3810" y="219722"/>
                  </a:moveTo>
                  <a:lnTo>
                    <a:pt x="0" y="21972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19722"/>
                  </a:lnTo>
                  <a:close/>
                </a:path>
                <a:path w="3810" h="242570">
                  <a:moveTo>
                    <a:pt x="3810" y="22872"/>
                  </a:moveTo>
                  <a:lnTo>
                    <a:pt x="0" y="2287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2872"/>
                  </a:lnTo>
                  <a:close/>
                </a:path>
                <a:path w="3810" h="242570">
                  <a:moveTo>
                    <a:pt x="3810" y="16522"/>
                  </a:moveTo>
                  <a:lnTo>
                    <a:pt x="0" y="1652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22"/>
                  </a:lnTo>
                  <a:close/>
                </a:path>
                <a:path w="3810" h="242570">
                  <a:moveTo>
                    <a:pt x="381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72"/>
                  </a:lnTo>
                  <a:close/>
                </a:path>
                <a:path w="3810" h="242570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10" h="242570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3" name="object 1943"/>
            <p:cNvSpPr/>
            <p:nvPr/>
          </p:nvSpPr>
          <p:spPr>
            <a:xfrm>
              <a:off x="6217920" y="4913630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10" h="243839">
                  <a:moveTo>
                    <a:pt x="3810" y="238772"/>
                  </a:moveTo>
                  <a:lnTo>
                    <a:pt x="0" y="23877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38772"/>
                  </a:lnTo>
                  <a:close/>
                </a:path>
                <a:path w="3810" h="243839">
                  <a:moveTo>
                    <a:pt x="3810" y="232422"/>
                  </a:moveTo>
                  <a:lnTo>
                    <a:pt x="0" y="23242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2422"/>
                  </a:lnTo>
                  <a:close/>
                </a:path>
                <a:path w="3810" h="243839">
                  <a:moveTo>
                    <a:pt x="381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6072"/>
                  </a:lnTo>
                  <a:close/>
                </a:path>
                <a:path w="3810" h="243839">
                  <a:moveTo>
                    <a:pt x="3810" y="219722"/>
                  </a:moveTo>
                  <a:lnTo>
                    <a:pt x="0" y="21972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19722"/>
                  </a:lnTo>
                  <a:close/>
                </a:path>
                <a:path w="3810" h="243839">
                  <a:moveTo>
                    <a:pt x="3810" y="22872"/>
                  </a:moveTo>
                  <a:lnTo>
                    <a:pt x="0" y="2287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2872"/>
                  </a:lnTo>
                  <a:close/>
                </a:path>
                <a:path w="3810" h="243839">
                  <a:moveTo>
                    <a:pt x="3810" y="16522"/>
                  </a:moveTo>
                  <a:lnTo>
                    <a:pt x="0" y="1652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22"/>
                  </a:lnTo>
                  <a:close/>
                </a:path>
                <a:path w="3810" h="243839">
                  <a:moveTo>
                    <a:pt x="381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72"/>
                  </a:lnTo>
                  <a:close/>
                </a:path>
                <a:path w="3810" h="243839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10" h="243839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EAD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4" name="object 1944"/>
            <p:cNvSpPr/>
            <p:nvPr/>
          </p:nvSpPr>
          <p:spPr>
            <a:xfrm>
              <a:off x="6221730" y="4913630"/>
              <a:ext cx="2540" cy="243840"/>
            </a:xfrm>
            <a:custGeom>
              <a:avLst/>
              <a:gdLst/>
              <a:ahLst/>
              <a:cxnLst/>
              <a:rect l="l" t="t" r="r" b="b"/>
              <a:pathLst>
                <a:path w="2539" h="243839">
                  <a:moveTo>
                    <a:pt x="2540" y="238772"/>
                  </a:moveTo>
                  <a:lnTo>
                    <a:pt x="0" y="238772"/>
                  </a:lnTo>
                  <a:lnTo>
                    <a:pt x="0" y="243840"/>
                  </a:lnTo>
                  <a:lnTo>
                    <a:pt x="2540" y="243840"/>
                  </a:lnTo>
                  <a:lnTo>
                    <a:pt x="2540" y="238772"/>
                  </a:lnTo>
                  <a:close/>
                </a:path>
                <a:path w="2539" h="243839">
                  <a:moveTo>
                    <a:pt x="2540" y="232422"/>
                  </a:moveTo>
                  <a:lnTo>
                    <a:pt x="0" y="232422"/>
                  </a:lnTo>
                  <a:lnTo>
                    <a:pt x="0" y="238760"/>
                  </a:lnTo>
                  <a:lnTo>
                    <a:pt x="2540" y="238760"/>
                  </a:lnTo>
                  <a:lnTo>
                    <a:pt x="2540" y="232422"/>
                  </a:lnTo>
                  <a:close/>
                </a:path>
                <a:path w="2539" h="243839">
                  <a:moveTo>
                    <a:pt x="254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2540" y="232410"/>
                  </a:lnTo>
                  <a:lnTo>
                    <a:pt x="2540" y="226072"/>
                  </a:lnTo>
                  <a:close/>
                </a:path>
                <a:path w="2539" h="243839">
                  <a:moveTo>
                    <a:pt x="2540" y="219722"/>
                  </a:moveTo>
                  <a:lnTo>
                    <a:pt x="0" y="219722"/>
                  </a:lnTo>
                  <a:lnTo>
                    <a:pt x="0" y="226060"/>
                  </a:lnTo>
                  <a:lnTo>
                    <a:pt x="2540" y="226060"/>
                  </a:lnTo>
                  <a:lnTo>
                    <a:pt x="2540" y="219722"/>
                  </a:lnTo>
                  <a:close/>
                </a:path>
                <a:path w="2539" h="243839">
                  <a:moveTo>
                    <a:pt x="2540" y="22872"/>
                  </a:moveTo>
                  <a:lnTo>
                    <a:pt x="0" y="22872"/>
                  </a:lnTo>
                  <a:lnTo>
                    <a:pt x="0" y="219710"/>
                  </a:lnTo>
                  <a:lnTo>
                    <a:pt x="2540" y="219710"/>
                  </a:lnTo>
                  <a:lnTo>
                    <a:pt x="2540" y="22872"/>
                  </a:lnTo>
                  <a:close/>
                </a:path>
                <a:path w="2539" h="243839">
                  <a:moveTo>
                    <a:pt x="2540" y="16522"/>
                  </a:moveTo>
                  <a:lnTo>
                    <a:pt x="0" y="16522"/>
                  </a:lnTo>
                  <a:lnTo>
                    <a:pt x="0" y="22860"/>
                  </a:lnTo>
                  <a:lnTo>
                    <a:pt x="2540" y="22860"/>
                  </a:lnTo>
                  <a:lnTo>
                    <a:pt x="2540" y="16522"/>
                  </a:lnTo>
                  <a:close/>
                </a:path>
                <a:path w="2539" h="243839">
                  <a:moveTo>
                    <a:pt x="254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2540" y="16510"/>
                  </a:lnTo>
                  <a:lnTo>
                    <a:pt x="2540" y="10172"/>
                  </a:lnTo>
                  <a:close/>
                </a:path>
                <a:path w="2539" h="243839">
                  <a:moveTo>
                    <a:pt x="254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2540" y="10160"/>
                  </a:lnTo>
                  <a:lnTo>
                    <a:pt x="2540" y="3822"/>
                  </a:lnTo>
                  <a:close/>
                </a:path>
                <a:path w="2539" h="243839">
                  <a:moveTo>
                    <a:pt x="254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40" y="381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9CAB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5" name="object 1945"/>
            <p:cNvSpPr/>
            <p:nvPr/>
          </p:nvSpPr>
          <p:spPr>
            <a:xfrm>
              <a:off x="6224270" y="4913630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10" h="245110">
                  <a:moveTo>
                    <a:pt x="380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10" h="245110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10" h="245110">
                  <a:moveTo>
                    <a:pt x="380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0160"/>
                  </a:lnTo>
                  <a:close/>
                </a:path>
                <a:path w="3810" h="245110">
                  <a:moveTo>
                    <a:pt x="3809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16510"/>
                  </a:lnTo>
                  <a:close/>
                </a:path>
                <a:path w="3810" h="245110">
                  <a:moveTo>
                    <a:pt x="3809" y="22860"/>
                  </a:moveTo>
                  <a:lnTo>
                    <a:pt x="0" y="22860"/>
                  </a:lnTo>
                  <a:lnTo>
                    <a:pt x="0" y="219710"/>
                  </a:lnTo>
                  <a:lnTo>
                    <a:pt x="3809" y="219710"/>
                  </a:lnTo>
                  <a:lnTo>
                    <a:pt x="3809" y="22860"/>
                  </a:lnTo>
                  <a:close/>
                </a:path>
                <a:path w="3810" h="245110">
                  <a:moveTo>
                    <a:pt x="3809" y="219710"/>
                  </a:moveTo>
                  <a:lnTo>
                    <a:pt x="0" y="219710"/>
                  </a:lnTo>
                  <a:lnTo>
                    <a:pt x="0" y="226060"/>
                  </a:lnTo>
                  <a:lnTo>
                    <a:pt x="3809" y="226060"/>
                  </a:lnTo>
                  <a:lnTo>
                    <a:pt x="3809" y="219710"/>
                  </a:lnTo>
                  <a:close/>
                </a:path>
                <a:path w="3810" h="245110">
                  <a:moveTo>
                    <a:pt x="3809" y="226060"/>
                  </a:moveTo>
                  <a:lnTo>
                    <a:pt x="0" y="226060"/>
                  </a:lnTo>
                  <a:lnTo>
                    <a:pt x="0" y="232410"/>
                  </a:lnTo>
                  <a:lnTo>
                    <a:pt x="3809" y="232410"/>
                  </a:lnTo>
                  <a:lnTo>
                    <a:pt x="3809" y="226060"/>
                  </a:lnTo>
                  <a:close/>
                </a:path>
                <a:path w="3810" h="245110">
                  <a:moveTo>
                    <a:pt x="3809" y="232410"/>
                  </a:moveTo>
                  <a:lnTo>
                    <a:pt x="0" y="232410"/>
                  </a:lnTo>
                  <a:lnTo>
                    <a:pt x="0" y="238760"/>
                  </a:lnTo>
                  <a:lnTo>
                    <a:pt x="3809" y="238760"/>
                  </a:lnTo>
                  <a:lnTo>
                    <a:pt x="3809" y="232410"/>
                  </a:lnTo>
                  <a:close/>
                </a:path>
                <a:path w="3810" h="245110">
                  <a:moveTo>
                    <a:pt x="3809" y="238760"/>
                  </a:moveTo>
                  <a:lnTo>
                    <a:pt x="0" y="238760"/>
                  </a:lnTo>
                  <a:lnTo>
                    <a:pt x="0" y="243840"/>
                  </a:lnTo>
                  <a:lnTo>
                    <a:pt x="1269" y="243840"/>
                  </a:lnTo>
                  <a:lnTo>
                    <a:pt x="1269" y="245110"/>
                  </a:lnTo>
                  <a:lnTo>
                    <a:pt x="3809" y="245110"/>
                  </a:lnTo>
                  <a:lnTo>
                    <a:pt x="3809" y="238760"/>
                  </a:lnTo>
                  <a:close/>
                </a:path>
              </a:pathLst>
            </a:custGeom>
            <a:solidFill>
              <a:srgbClr val="99A8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6" name="object 1946"/>
            <p:cNvSpPr/>
            <p:nvPr/>
          </p:nvSpPr>
          <p:spPr>
            <a:xfrm>
              <a:off x="6228080" y="4912359"/>
              <a:ext cx="3810" cy="246379"/>
            </a:xfrm>
            <a:custGeom>
              <a:avLst/>
              <a:gdLst/>
              <a:ahLst/>
              <a:cxnLst/>
              <a:rect l="l" t="t" r="r" b="b"/>
              <a:pathLst>
                <a:path w="3810" h="246379">
                  <a:moveTo>
                    <a:pt x="3810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0" y="1269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10" h="246379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246379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246379">
                  <a:moveTo>
                    <a:pt x="381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7780"/>
                  </a:lnTo>
                  <a:close/>
                </a:path>
                <a:path w="3810" h="246379">
                  <a:moveTo>
                    <a:pt x="3810" y="24130"/>
                  </a:moveTo>
                  <a:lnTo>
                    <a:pt x="0" y="24130"/>
                  </a:lnTo>
                  <a:lnTo>
                    <a:pt x="0" y="220979"/>
                  </a:lnTo>
                  <a:lnTo>
                    <a:pt x="3810" y="220979"/>
                  </a:lnTo>
                  <a:lnTo>
                    <a:pt x="3810" y="24130"/>
                  </a:lnTo>
                  <a:close/>
                </a:path>
                <a:path w="3810" h="246379">
                  <a:moveTo>
                    <a:pt x="3810" y="220980"/>
                  </a:moveTo>
                  <a:lnTo>
                    <a:pt x="0" y="220980"/>
                  </a:lnTo>
                  <a:lnTo>
                    <a:pt x="0" y="227329"/>
                  </a:lnTo>
                  <a:lnTo>
                    <a:pt x="3810" y="227329"/>
                  </a:lnTo>
                  <a:lnTo>
                    <a:pt x="3810" y="220980"/>
                  </a:lnTo>
                  <a:close/>
                </a:path>
                <a:path w="3810" h="246379">
                  <a:moveTo>
                    <a:pt x="3810" y="227330"/>
                  </a:moveTo>
                  <a:lnTo>
                    <a:pt x="0" y="227330"/>
                  </a:lnTo>
                  <a:lnTo>
                    <a:pt x="0" y="233679"/>
                  </a:lnTo>
                  <a:lnTo>
                    <a:pt x="3810" y="233679"/>
                  </a:lnTo>
                  <a:lnTo>
                    <a:pt x="3810" y="227330"/>
                  </a:lnTo>
                  <a:close/>
                </a:path>
                <a:path w="3810" h="246379">
                  <a:moveTo>
                    <a:pt x="3810" y="233680"/>
                  </a:moveTo>
                  <a:lnTo>
                    <a:pt x="0" y="233680"/>
                  </a:lnTo>
                  <a:lnTo>
                    <a:pt x="0" y="240029"/>
                  </a:lnTo>
                  <a:lnTo>
                    <a:pt x="3810" y="240029"/>
                  </a:lnTo>
                  <a:lnTo>
                    <a:pt x="3810" y="233680"/>
                  </a:lnTo>
                  <a:close/>
                </a:path>
                <a:path w="3810" h="246379">
                  <a:moveTo>
                    <a:pt x="3810" y="240030"/>
                  </a:moveTo>
                  <a:lnTo>
                    <a:pt x="0" y="240030"/>
                  </a:lnTo>
                  <a:lnTo>
                    <a:pt x="0" y="246379"/>
                  </a:lnTo>
                  <a:lnTo>
                    <a:pt x="3810" y="246379"/>
                  </a:lnTo>
                  <a:lnTo>
                    <a:pt x="3810" y="240030"/>
                  </a:lnTo>
                  <a:close/>
                </a:path>
              </a:pathLst>
            </a:custGeom>
            <a:solidFill>
              <a:srgbClr val="96A6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7" name="object 1947"/>
            <p:cNvSpPr/>
            <p:nvPr/>
          </p:nvSpPr>
          <p:spPr>
            <a:xfrm>
              <a:off x="6231890" y="4912359"/>
              <a:ext cx="3810" cy="246379"/>
            </a:xfrm>
            <a:custGeom>
              <a:avLst/>
              <a:gdLst/>
              <a:ahLst/>
              <a:cxnLst/>
              <a:rect l="l" t="t" r="r" b="b"/>
              <a:pathLst>
                <a:path w="3810" h="246379">
                  <a:moveTo>
                    <a:pt x="3810" y="240042"/>
                  </a:moveTo>
                  <a:lnTo>
                    <a:pt x="0" y="24004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0042"/>
                  </a:lnTo>
                  <a:close/>
                </a:path>
                <a:path w="3810" h="246379">
                  <a:moveTo>
                    <a:pt x="3810" y="233692"/>
                  </a:moveTo>
                  <a:lnTo>
                    <a:pt x="0" y="23369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3692"/>
                  </a:lnTo>
                  <a:close/>
                </a:path>
                <a:path w="3810" h="246379">
                  <a:moveTo>
                    <a:pt x="3810" y="227342"/>
                  </a:moveTo>
                  <a:lnTo>
                    <a:pt x="0" y="22734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7342"/>
                  </a:lnTo>
                  <a:close/>
                </a:path>
                <a:path w="3810" h="246379">
                  <a:moveTo>
                    <a:pt x="3810" y="220992"/>
                  </a:moveTo>
                  <a:lnTo>
                    <a:pt x="0" y="22099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0992"/>
                  </a:lnTo>
                  <a:close/>
                </a:path>
                <a:path w="3810" h="246379">
                  <a:moveTo>
                    <a:pt x="3810" y="24142"/>
                  </a:moveTo>
                  <a:lnTo>
                    <a:pt x="0" y="2414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4142"/>
                  </a:lnTo>
                  <a:close/>
                </a:path>
                <a:path w="3810" h="246379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4637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4637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4637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8" name="object 1948"/>
            <p:cNvSpPr/>
            <p:nvPr/>
          </p:nvSpPr>
          <p:spPr>
            <a:xfrm>
              <a:off x="6235700" y="4911089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0" y="126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0"/>
                  </a:lnTo>
                  <a:close/>
                </a:path>
                <a:path w="3810" h="248920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10" h="248920">
                  <a:moveTo>
                    <a:pt x="381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2699"/>
                  </a:lnTo>
                  <a:close/>
                </a:path>
                <a:path w="3810" h="248920">
                  <a:moveTo>
                    <a:pt x="3810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19049"/>
                  </a:lnTo>
                  <a:close/>
                </a:path>
                <a:path w="3810" h="248920">
                  <a:moveTo>
                    <a:pt x="3810" y="25399"/>
                  </a:moveTo>
                  <a:lnTo>
                    <a:pt x="0" y="25399"/>
                  </a:lnTo>
                  <a:lnTo>
                    <a:pt x="0" y="222249"/>
                  </a:lnTo>
                  <a:lnTo>
                    <a:pt x="3810" y="222249"/>
                  </a:lnTo>
                  <a:lnTo>
                    <a:pt x="3810" y="25399"/>
                  </a:lnTo>
                  <a:close/>
                </a:path>
                <a:path w="3810" h="248920">
                  <a:moveTo>
                    <a:pt x="3810" y="222249"/>
                  </a:moveTo>
                  <a:lnTo>
                    <a:pt x="0" y="22224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2249"/>
                  </a:lnTo>
                  <a:close/>
                </a:path>
                <a:path w="3810" h="248920">
                  <a:moveTo>
                    <a:pt x="3810" y="228599"/>
                  </a:moveTo>
                  <a:lnTo>
                    <a:pt x="0" y="228599"/>
                  </a:lnTo>
                  <a:lnTo>
                    <a:pt x="0" y="234949"/>
                  </a:lnTo>
                  <a:lnTo>
                    <a:pt x="3810" y="234949"/>
                  </a:lnTo>
                  <a:lnTo>
                    <a:pt x="3810" y="228599"/>
                  </a:lnTo>
                  <a:close/>
                </a:path>
                <a:path w="3810" h="248920">
                  <a:moveTo>
                    <a:pt x="3810" y="234949"/>
                  </a:moveTo>
                  <a:lnTo>
                    <a:pt x="0" y="234949"/>
                  </a:lnTo>
                  <a:lnTo>
                    <a:pt x="0" y="241299"/>
                  </a:lnTo>
                  <a:lnTo>
                    <a:pt x="3810" y="241299"/>
                  </a:lnTo>
                  <a:lnTo>
                    <a:pt x="3810" y="234949"/>
                  </a:lnTo>
                  <a:close/>
                </a:path>
                <a:path w="3810" h="248920">
                  <a:moveTo>
                    <a:pt x="3810" y="241299"/>
                  </a:moveTo>
                  <a:lnTo>
                    <a:pt x="0" y="241299"/>
                  </a:lnTo>
                  <a:lnTo>
                    <a:pt x="0" y="247649"/>
                  </a:lnTo>
                  <a:lnTo>
                    <a:pt x="3810" y="247649"/>
                  </a:lnTo>
                  <a:lnTo>
                    <a:pt x="3810" y="241299"/>
                  </a:lnTo>
                  <a:close/>
                </a:path>
                <a:path w="3810" h="248920">
                  <a:moveTo>
                    <a:pt x="3810" y="247649"/>
                  </a:moveTo>
                  <a:lnTo>
                    <a:pt x="1270" y="247649"/>
                  </a:lnTo>
                  <a:lnTo>
                    <a:pt x="1270" y="248919"/>
                  </a:lnTo>
                  <a:lnTo>
                    <a:pt x="3810" y="248919"/>
                  </a:lnTo>
                  <a:lnTo>
                    <a:pt x="3810" y="247649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9" name="object 1949"/>
            <p:cNvSpPr/>
            <p:nvPr/>
          </p:nvSpPr>
          <p:spPr>
            <a:xfrm>
              <a:off x="6239510" y="4911102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7650"/>
                  </a:moveTo>
                  <a:lnTo>
                    <a:pt x="0" y="247650"/>
                  </a:lnTo>
                  <a:lnTo>
                    <a:pt x="0" y="248907"/>
                  </a:lnTo>
                  <a:lnTo>
                    <a:pt x="3810" y="248907"/>
                  </a:lnTo>
                  <a:lnTo>
                    <a:pt x="3810" y="247650"/>
                  </a:lnTo>
                  <a:close/>
                </a:path>
                <a:path w="3810" h="248920">
                  <a:moveTo>
                    <a:pt x="381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1300"/>
                  </a:lnTo>
                  <a:close/>
                </a:path>
                <a:path w="3810" h="248920">
                  <a:moveTo>
                    <a:pt x="3810" y="234950"/>
                  </a:moveTo>
                  <a:lnTo>
                    <a:pt x="0" y="23495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4950"/>
                  </a:lnTo>
                  <a:close/>
                </a:path>
                <a:path w="3810" h="248920">
                  <a:moveTo>
                    <a:pt x="3810" y="228600"/>
                  </a:moveTo>
                  <a:lnTo>
                    <a:pt x="0" y="22860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28600"/>
                  </a:lnTo>
                  <a:close/>
                </a:path>
                <a:path w="3810" h="248920">
                  <a:moveTo>
                    <a:pt x="3810" y="222250"/>
                  </a:moveTo>
                  <a:lnTo>
                    <a:pt x="0" y="22225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2250"/>
                  </a:lnTo>
                  <a:close/>
                </a:path>
                <a:path w="3810" h="248920">
                  <a:moveTo>
                    <a:pt x="3810" y="25400"/>
                  </a:moveTo>
                  <a:lnTo>
                    <a:pt x="0" y="2540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5400"/>
                  </a:lnTo>
                  <a:close/>
                </a:path>
                <a:path w="3810" h="248920">
                  <a:moveTo>
                    <a:pt x="38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19050"/>
                  </a:lnTo>
                  <a:close/>
                </a:path>
                <a:path w="3810" h="248920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10" h="2489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E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0" name="object 1950"/>
            <p:cNvSpPr/>
            <p:nvPr/>
          </p:nvSpPr>
          <p:spPr>
            <a:xfrm>
              <a:off x="6243320" y="4911102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7650"/>
                  </a:moveTo>
                  <a:lnTo>
                    <a:pt x="0" y="247650"/>
                  </a:lnTo>
                  <a:lnTo>
                    <a:pt x="0" y="248907"/>
                  </a:lnTo>
                  <a:lnTo>
                    <a:pt x="3810" y="248907"/>
                  </a:lnTo>
                  <a:lnTo>
                    <a:pt x="3810" y="247650"/>
                  </a:lnTo>
                  <a:close/>
                </a:path>
                <a:path w="3810" h="248920">
                  <a:moveTo>
                    <a:pt x="381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1300"/>
                  </a:lnTo>
                  <a:close/>
                </a:path>
                <a:path w="3810" h="248920">
                  <a:moveTo>
                    <a:pt x="3810" y="234950"/>
                  </a:moveTo>
                  <a:lnTo>
                    <a:pt x="0" y="23495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4950"/>
                  </a:lnTo>
                  <a:close/>
                </a:path>
                <a:path w="3810" h="248920">
                  <a:moveTo>
                    <a:pt x="3810" y="228600"/>
                  </a:moveTo>
                  <a:lnTo>
                    <a:pt x="0" y="22860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28600"/>
                  </a:lnTo>
                  <a:close/>
                </a:path>
                <a:path w="3810" h="248920">
                  <a:moveTo>
                    <a:pt x="3810" y="222250"/>
                  </a:moveTo>
                  <a:lnTo>
                    <a:pt x="0" y="22225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2250"/>
                  </a:lnTo>
                  <a:close/>
                </a:path>
                <a:path w="3810" h="248920">
                  <a:moveTo>
                    <a:pt x="3810" y="25400"/>
                  </a:moveTo>
                  <a:lnTo>
                    <a:pt x="0" y="2540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5400"/>
                  </a:lnTo>
                  <a:close/>
                </a:path>
                <a:path w="3810" h="248920">
                  <a:moveTo>
                    <a:pt x="38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19050"/>
                  </a:lnTo>
                  <a:close/>
                </a:path>
                <a:path w="3810" h="248920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10" h="2489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1" name="object 1951"/>
            <p:cNvSpPr/>
            <p:nvPr/>
          </p:nvSpPr>
          <p:spPr>
            <a:xfrm>
              <a:off x="6247130" y="4911102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7650"/>
                  </a:moveTo>
                  <a:lnTo>
                    <a:pt x="0" y="247650"/>
                  </a:lnTo>
                  <a:lnTo>
                    <a:pt x="0" y="248907"/>
                  </a:lnTo>
                  <a:lnTo>
                    <a:pt x="3810" y="248907"/>
                  </a:lnTo>
                  <a:lnTo>
                    <a:pt x="3810" y="247650"/>
                  </a:lnTo>
                  <a:close/>
                </a:path>
                <a:path w="3810" h="248920">
                  <a:moveTo>
                    <a:pt x="381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1300"/>
                  </a:lnTo>
                  <a:close/>
                </a:path>
                <a:path w="3810" h="248920">
                  <a:moveTo>
                    <a:pt x="3810" y="234950"/>
                  </a:moveTo>
                  <a:lnTo>
                    <a:pt x="0" y="23495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4950"/>
                  </a:lnTo>
                  <a:close/>
                </a:path>
                <a:path w="3810" h="248920">
                  <a:moveTo>
                    <a:pt x="3810" y="228600"/>
                  </a:moveTo>
                  <a:lnTo>
                    <a:pt x="0" y="22860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28600"/>
                  </a:lnTo>
                  <a:close/>
                </a:path>
                <a:path w="3810" h="248920">
                  <a:moveTo>
                    <a:pt x="3810" y="222250"/>
                  </a:moveTo>
                  <a:lnTo>
                    <a:pt x="0" y="22225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2250"/>
                  </a:lnTo>
                  <a:close/>
                </a:path>
                <a:path w="3810" h="248920">
                  <a:moveTo>
                    <a:pt x="3810" y="25400"/>
                  </a:moveTo>
                  <a:lnTo>
                    <a:pt x="0" y="2540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5400"/>
                  </a:lnTo>
                  <a:close/>
                </a:path>
                <a:path w="3810" h="248920">
                  <a:moveTo>
                    <a:pt x="38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19050"/>
                  </a:lnTo>
                  <a:close/>
                </a:path>
                <a:path w="3810" h="248920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10" h="2489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2" name="object 1952"/>
            <p:cNvSpPr/>
            <p:nvPr/>
          </p:nvSpPr>
          <p:spPr>
            <a:xfrm>
              <a:off x="6250940" y="4911102"/>
              <a:ext cx="2540" cy="248920"/>
            </a:xfrm>
            <a:custGeom>
              <a:avLst/>
              <a:gdLst/>
              <a:ahLst/>
              <a:cxnLst/>
              <a:rect l="l" t="t" r="r" b="b"/>
              <a:pathLst>
                <a:path w="2539" h="248920">
                  <a:moveTo>
                    <a:pt x="2540" y="247650"/>
                  </a:moveTo>
                  <a:lnTo>
                    <a:pt x="0" y="247650"/>
                  </a:lnTo>
                  <a:lnTo>
                    <a:pt x="0" y="248907"/>
                  </a:lnTo>
                  <a:lnTo>
                    <a:pt x="2540" y="248907"/>
                  </a:lnTo>
                  <a:lnTo>
                    <a:pt x="2540" y="247650"/>
                  </a:lnTo>
                  <a:close/>
                </a:path>
                <a:path w="2539" h="248920">
                  <a:moveTo>
                    <a:pt x="254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2540" y="247637"/>
                  </a:lnTo>
                  <a:lnTo>
                    <a:pt x="2540" y="241300"/>
                  </a:lnTo>
                  <a:close/>
                </a:path>
                <a:path w="2539" h="248920">
                  <a:moveTo>
                    <a:pt x="2540" y="234950"/>
                  </a:moveTo>
                  <a:lnTo>
                    <a:pt x="0" y="234950"/>
                  </a:lnTo>
                  <a:lnTo>
                    <a:pt x="0" y="241287"/>
                  </a:lnTo>
                  <a:lnTo>
                    <a:pt x="2540" y="241287"/>
                  </a:lnTo>
                  <a:lnTo>
                    <a:pt x="2540" y="234950"/>
                  </a:lnTo>
                  <a:close/>
                </a:path>
                <a:path w="2539" h="248920">
                  <a:moveTo>
                    <a:pt x="2540" y="228600"/>
                  </a:moveTo>
                  <a:lnTo>
                    <a:pt x="0" y="228600"/>
                  </a:lnTo>
                  <a:lnTo>
                    <a:pt x="0" y="234937"/>
                  </a:lnTo>
                  <a:lnTo>
                    <a:pt x="2540" y="234937"/>
                  </a:lnTo>
                  <a:lnTo>
                    <a:pt x="2540" y="228600"/>
                  </a:lnTo>
                  <a:close/>
                </a:path>
                <a:path w="2539" h="248920">
                  <a:moveTo>
                    <a:pt x="2540" y="222250"/>
                  </a:moveTo>
                  <a:lnTo>
                    <a:pt x="0" y="222250"/>
                  </a:lnTo>
                  <a:lnTo>
                    <a:pt x="0" y="228587"/>
                  </a:lnTo>
                  <a:lnTo>
                    <a:pt x="2540" y="228587"/>
                  </a:lnTo>
                  <a:lnTo>
                    <a:pt x="2540" y="222250"/>
                  </a:lnTo>
                  <a:close/>
                </a:path>
                <a:path w="2539" h="248920">
                  <a:moveTo>
                    <a:pt x="2540" y="25400"/>
                  </a:moveTo>
                  <a:lnTo>
                    <a:pt x="0" y="25400"/>
                  </a:lnTo>
                  <a:lnTo>
                    <a:pt x="0" y="222237"/>
                  </a:lnTo>
                  <a:lnTo>
                    <a:pt x="2540" y="222237"/>
                  </a:lnTo>
                  <a:lnTo>
                    <a:pt x="2540" y="25400"/>
                  </a:lnTo>
                  <a:close/>
                </a:path>
                <a:path w="2539" h="248920">
                  <a:moveTo>
                    <a:pt x="254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2540" y="25387"/>
                  </a:lnTo>
                  <a:lnTo>
                    <a:pt x="2540" y="19050"/>
                  </a:lnTo>
                  <a:close/>
                </a:path>
                <a:path w="2539" h="248920">
                  <a:moveTo>
                    <a:pt x="254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2540" y="19037"/>
                  </a:lnTo>
                  <a:lnTo>
                    <a:pt x="2540" y="12700"/>
                  </a:lnTo>
                  <a:close/>
                </a:path>
                <a:path w="2539" h="248920">
                  <a:moveTo>
                    <a:pt x="254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6350"/>
                  </a:lnTo>
                  <a:close/>
                </a:path>
                <a:path w="2539" h="248920">
                  <a:moveTo>
                    <a:pt x="254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8799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3" name="object 1953"/>
            <p:cNvSpPr/>
            <p:nvPr/>
          </p:nvSpPr>
          <p:spPr>
            <a:xfrm>
              <a:off x="6253480" y="4911102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7650"/>
                  </a:moveTo>
                  <a:lnTo>
                    <a:pt x="0" y="247650"/>
                  </a:lnTo>
                  <a:lnTo>
                    <a:pt x="0" y="248907"/>
                  </a:lnTo>
                  <a:lnTo>
                    <a:pt x="3810" y="248907"/>
                  </a:lnTo>
                  <a:lnTo>
                    <a:pt x="3810" y="247650"/>
                  </a:lnTo>
                  <a:close/>
                </a:path>
                <a:path w="3810" h="248920">
                  <a:moveTo>
                    <a:pt x="381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1300"/>
                  </a:lnTo>
                  <a:close/>
                </a:path>
                <a:path w="3810" h="248920">
                  <a:moveTo>
                    <a:pt x="3810" y="234950"/>
                  </a:moveTo>
                  <a:lnTo>
                    <a:pt x="0" y="23495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4950"/>
                  </a:lnTo>
                  <a:close/>
                </a:path>
                <a:path w="3810" h="248920">
                  <a:moveTo>
                    <a:pt x="3810" y="228600"/>
                  </a:moveTo>
                  <a:lnTo>
                    <a:pt x="0" y="22860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28600"/>
                  </a:lnTo>
                  <a:close/>
                </a:path>
                <a:path w="3810" h="248920">
                  <a:moveTo>
                    <a:pt x="3810" y="222250"/>
                  </a:moveTo>
                  <a:lnTo>
                    <a:pt x="0" y="22225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2250"/>
                  </a:lnTo>
                  <a:close/>
                </a:path>
                <a:path w="3810" h="248920">
                  <a:moveTo>
                    <a:pt x="3810" y="25400"/>
                  </a:moveTo>
                  <a:lnTo>
                    <a:pt x="0" y="2540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5400"/>
                  </a:lnTo>
                  <a:close/>
                </a:path>
                <a:path w="3810" h="248920">
                  <a:moveTo>
                    <a:pt x="38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19050"/>
                  </a:lnTo>
                  <a:close/>
                </a:path>
                <a:path w="3810" h="248920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10" h="2489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496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4" name="object 1954"/>
            <p:cNvSpPr/>
            <p:nvPr/>
          </p:nvSpPr>
          <p:spPr>
            <a:xfrm>
              <a:off x="6257290" y="4911102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7650"/>
                  </a:moveTo>
                  <a:lnTo>
                    <a:pt x="0" y="247650"/>
                  </a:lnTo>
                  <a:lnTo>
                    <a:pt x="0" y="248907"/>
                  </a:lnTo>
                  <a:lnTo>
                    <a:pt x="3810" y="248907"/>
                  </a:lnTo>
                  <a:lnTo>
                    <a:pt x="3810" y="247650"/>
                  </a:lnTo>
                  <a:close/>
                </a:path>
                <a:path w="3810" h="248920">
                  <a:moveTo>
                    <a:pt x="381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1300"/>
                  </a:lnTo>
                  <a:close/>
                </a:path>
                <a:path w="3810" h="248920">
                  <a:moveTo>
                    <a:pt x="3810" y="234950"/>
                  </a:moveTo>
                  <a:lnTo>
                    <a:pt x="0" y="23495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4950"/>
                  </a:lnTo>
                  <a:close/>
                </a:path>
                <a:path w="3810" h="248920">
                  <a:moveTo>
                    <a:pt x="3810" y="228600"/>
                  </a:moveTo>
                  <a:lnTo>
                    <a:pt x="0" y="22860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28600"/>
                  </a:lnTo>
                  <a:close/>
                </a:path>
                <a:path w="3810" h="248920">
                  <a:moveTo>
                    <a:pt x="3810" y="222250"/>
                  </a:moveTo>
                  <a:lnTo>
                    <a:pt x="0" y="22225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2250"/>
                  </a:lnTo>
                  <a:close/>
                </a:path>
                <a:path w="3810" h="248920">
                  <a:moveTo>
                    <a:pt x="3810" y="25400"/>
                  </a:moveTo>
                  <a:lnTo>
                    <a:pt x="0" y="2540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5400"/>
                  </a:lnTo>
                  <a:close/>
                </a:path>
                <a:path w="3810" h="248920">
                  <a:moveTo>
                    <a:pt x="38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19050"/>
                  </a:lnTo>
                  <a:close/>
                </a:path>
                <a:path w="3810" h="248920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10" h="2489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19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5" name="object 1955"/>
            <p:cNvSpPr/>
            <p:nvPr/>
          </p:nvSpPr>
          <p:spPr>
            <a:xfrm>
              <a:off x="6261100" y="4909820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10" h="251460">
                  <a:moveTo>
                    <a:pt x="3810" y="0"/>
                  </a:moveTo>
                  <a:lnTo>
                    <a:pt x="2539" y="0"/>
                  </a:lnTo>
                  <a:lnTo>
                    <a:pt x="2539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251460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10" h="251460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10" h="251460">
                  <a:moveTo>
                    <a:pt x="3810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3969"/>
                  </a:lnTo>
                  <a:close/>
                </a:path>
                <a:path w="3810" h="251460">
                  <a:moveTo>
                    <a:pt x="3810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3810" y="26669"/>
                  </a:lnTo>
                  <a:lnTo>
                    <a:pt x="3810" y="20319"/>
                  </a:lnTo>
                  <a:close/>
                </a:path>
                <a:path w="3810" h="251460">
                  <a:moveTo>
                    <a:pt x="3810" y="26669"/>
                  </a:moveTo>
                  <a:lnTo>
                    <a:pt x="0" y="26669"/>
                  </a:lnTo>
                  <a:lnTo>
                    <a:pt x="0" y="223519"/>
                  </a:lnTo>
                  <a:lnTo>
                    <a:pt x="3810" y="223519"/>
                  </a:lnTo>
                  <a:lnTo>
                    <a:pt x="3810" y="26669"/>
                  </a:lnTo>
                  <a:close/>
                </a:path>
                <a:path w="3810" h="251460">
                  <a:moveTo>
                    <a:pt x="3810" y="223519"/>
                  </a:moveTo>
                  <a:lnTo>
                    <a:pt x="0" y="223519"/>
                  </a:lnTo>
                  <a:lnTo>
                    <a:pt x="0" y="229869"/>
                  </a:lnTo>
                  <a:lnTo>
                    <a:pt x="3810" y="229869"/>
                  </a:lnTo>
                  <a:lnTo>
                    <a:pt x="3810" y="223519"/>
                  </a:lnTo>
                  <a:close/>
                </a:path>
                <a:path w="3810" h="251460">
                  <a:moveTo>
                    <a:pt x="3810" y="229869"/>
                  </a:moveTo>
                  <a:lnTo>
                    <a:pt x="0" y="229869"/>
                  </a:lnTo>
                  <a:lnTo>
                    <a:pt x="0" y="236219"/>
                  </a:lnTo>
                  <a:lnTo>
                    <a:pt x="3810" y="236219"/>
                  </a:lnTo>
                  <a:lnTo>
                    <a:pt x="3810" y="229869"/>
                  </a:lnTo>
                  <a:close/>
                </a:path>
                <a:path w="3810" h="251460">
                  <a:moveTo>
                    <a:pt x="3810" y="236219"/>
                  </a:moveTo>
                  <a:lnTo>
                    <a:pt x="0" y="236219"/>
                  </a:lnTo>
                  <a:lnTo>
                    <a:pt x="0" y="242569"/>
                  </a:lnTo>
                  <a:lnTo>
                    <a:pt x="3810" y="242569"/>
                  </a:lnTo>
                  <a:lnTo>
                    <a:pt x="3810" y="236219"/>
                  </a:lnTo>
                  <a:close/>
                </a:path>
                <a:path w="3810" h="251460">
                  <a:moveTo>
                    <a:pt x="3810" y="242569"/>
                  </a:moveTo>
                  <a:lnTo>
                    <a:pt x="0" y="242569"/>
                  </a:lnTo>
                  <a:lnTo>
                    <a:pt x="0" y="248919"/>
                  </a:lnTo>
                  <a:lnTo>
                    <a:pt x="3810" y="248919"/>
                  </a:lnTo>
                  <a:lnTo>
                    <a:pt x="3810" y="242569"/>
                  </a:lnTo>
                  <a:close/>
                </a:path>
                <a:path w="3810" h="251460">
                  <a:moveTo>
                    <a:pt x="3810" y="248919"/>
                  </a:moveTo>
                  <a:lnTo>
                    <a:pt x="0" y="248919"/>
                  </a:lnTo>
                  <a:lnTo>
                    <a:pt x="0" y="250189"/>
                  </a:lnTo>
                  <a:lnTo>
                    <a:pt x="2539" y="250189"/>
                  </a:lnTo>
                  <a:lnTo>
                    <a:pt x="2539" y="251459"/>
                  </a:lnTo>
                  <a:lnTo>
                    <a:pt x="3810" y="251459"/>
                  </a:lnTo>
                  <a:lnTo>
                    <a:pt x="3810" y="248919"/>
                  </a:lnTo>
                  <a:close/>
                </a:path>
              </a:pathLst>
            </a:custGeom>
            <a:solidFill>
              <a:srgbClr val="7F92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6" name="object 1956"/>
            <p:cNvSpPr/>
            <p:nvPr/>
          </p:nvSpPr>
          <p:spPr>
            <a:xfrm>
              <a:off x="6264910" y="49098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10" h="251460">
                  <a:moveTo>
                    <a:pt x="3810" y="248932"/>
                  </a:moveTo>
                  <a:lnTo>
                    <a:pt x="0" y="24893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48932"/>
                  </a:lnTo>
                  <a:close/>
                </a:path>
                <a:path w="3810" h="251460">
                  <a:moveTo>
                    <a:pt x="3810" y="242582"/>
                  </a:moveTo>
                  <a:lnTo>
                    <a:pt x="0" y="24258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2582"/>
                  </a:lnTo>
                  <a:close/>
                </a:path>
                <a:path w="3810" h="251460">
                  <a:moveTo>
                    <a:pt x="3810" y="236232"/>
                  </a:moveTo>
                  <a:lnTo>
                    <a:pt x="0" y="23623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6232"/>
                  </a:lnTo>
                  <a:close/>
                </a:path>
                <a:path w="3810" h="251460">
                  <a:moveTo>
                    <a:pt x="3810" y="229882"/>
                  </a:moveTo>
                  <a:lnTo>
                    <a:pt x="0" y="22988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29882"/>
                  </a:lnTo>
                  <a:close/>
                </a:path>
                <a:path w="3810" h="251460">
                  <a:moveTo>
                    <a:pt x="3810" y="223532"/>
                  </a:moveTo>
                  <a:lnTo>
                    <a:pt x="0" y="22353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3532"/>
                  </a:lnTo>
                  <a:close/>
                </a:path>
                <a:path w="3810" h="251460">
                  <a:moveTo>
                    <a:pt x="3810" y="26682"/>
                  </a:moveTo>
                  <a:lnTo>
                    <a:pt x="0" y="2668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6682"/>
                  </a:lnTo>
                  <a:close/>
                </a:path>
                <a:path w="3810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0332"/>
                  </a:lnTo>
                  <a:close/>
                </a:path>
                <a:path w="3810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7" name="object 1957"/>
            <p:cNvSpPr/>
            <p:nvPr/>
          </p:nvSpPr>
          <p:spPr>
            <a:xfrm>
              <a:off x="6268720" y="49098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10" h="251460">
                  <a:moveTo>
                    <a:pt x="3810" y="248932"/>
                  </a:moveTo>
                  <a:lnTo>
                    <a:pt x="0" y="24893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48932"/>
                  </a:lnTo>
                  <a:close/>
                </a:path>
                <a:path w="3810" h="251460">
                  <a:moveTo>
                    <a:pt x="3810" y="242582"/>
                  </a:moveTo>
                  <a:lnTo>
                    <a:pt x="0" y="24258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2582"/>
                  </a:lnTo>
                  <a:close/>
                </a:path>
                <a:path w="3810" h="251460">
                  <a:moveTo>
                    <a:pt x="3810" y="236232"/>
                  </a:moveTo>
                  <a:lnTo>
                    <a:pt x="0" y="23623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6232"/>
                  </a:lnTo>
                  <a:close/>
                </a:path>
                <a:path w="3810" h="251460">
                  <a:moveTo>
                    <a:pt x="3810" y="229882"/>
                  </a:moveTo>
                  <a:lnTo>
                    <a:pt x="0" y="22988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29882"/>
                  </a:lnTo>
                  <a:close/>
                </a:path>
                <a:path w="3810" h="251460">
                  <a:moveTo>
                    <a:pt x="3810" y="223532"/>
                  </a:moveTo>
                  <a:lnTo>
                    <a:pt x="0" y="22353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3532"/>
                  </a:lnTo>
                  <a:close/>
                </a:path>
                <a:path w="3810" h="251460">
                  <a:moveTo>
                    <a:pt x="3810" y="26682"/>
                  </a:moveTo>
                  <a:lnTo>
                    <a:pt x="0" y="2668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6682"/>
                  </a:lnTo>
                  <a:close/>
                </a:path>
                <a:path w="3810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0332"/>
                  </a:lnTo>
                  <a:close/>
                </a:path>
                <a:path w="3810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9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8" name="object 1958"/>
            <p:cNvSpPr/>
            <p:nvPr/>
          </p:nvSpPr>
          <p:spPr>
            <a:xfrm>
              <a:off x="6272530" y="4909819"/>
              <a:ext cx="2540" cy="251460"/>
            </a:xfrm>
            <a:custGeom>
              <a:avLst/>
              <a:gdLst/>
              <a:ahLst/>
              <a:cxnLst/>
              <a:rect l="l" t="t" r="r" b="b"/>
              <a:pathLst>
                <a:path w="2539" h="251460">
                  <a:moveTo>
                    <a:pt x="2540" y="248932"/>
                  </a:moveTo>
                  <a:lnTo>
                    <a:pt x="0" y="248932"/>
                  </a:lnTo>
                  <a:lnTo>
                    <a:pt x="0" y="251460"/>
                  </a:lnTo>
                  <a:lnTo>
                    <a:pt x="2540" y="251460"/>
                  </a:lnTo>
                  <a:lnTo>
                    <a:pt x="2540" y="248932"/>
                  </a:lnTo>
                  <a:close/>
                </a:path>
                <a:path w="2539" h="251460">
                  <a:moveTo>
                    <a:pt x="2540" y="242582"/>
                  </a:moveTo>
                  <a:lnTo>
                    <a:pt x="0" y="242582"/>
                  </a:lnTo>
                  <a:lnTo>
                    <a:pt x="0" y="248920"/>
                  </a:lnTo>
                  <a:lnTo>
                    <a:pt x="2540" y="248920"/>
                  </a:lnTo>
                  <a:lnTo>
                    <a:pt x="2540" y="242582"/>
                  </a:lnTo>
                  <a:close/>
                </a:path>
                <a:path w="2539" h="251460">
                  <a:moveTo>
                    <a:pt x="2540" y="236232"/>
                  </a:moveTo>
                  <a:lnTo>
                    <a:pt x="0" y="236232"/>
                  </a:lnTo>
                  <a:lnTo>
                    <a:pt x="0" y="242570"/>
                  </a:lnTo>
                  <a:lnTo>
                    <a:pt x="2540" y="242570"/>
                  </a:lnTo>
                  <a:lnTo>
                    <a:pt x="2540" y="236232"/>
                  </a:lnTo>
                  <a:close/>
                </a:path>
                <a:path w="2539" h="251460">
                  <a:moveTo>
                    <a:pt x="2540" y="229882"/>
                  </a:moveTo>
                  <a:lnTo>
                    <a:pt x="0" y="229882"/>
                  </a:lnTo>
                  <a:lnTo>
                    <a:pt x="0" y="236220"/>
                  </a:lnTo>
                  <a:lnTo>
                    <a:pt x="2540" y="236220"/>
                  </a:lnTo>
                  <a:lnTo>
                    <a:pt x="2540" y="229882"/>
                  </a:lnTo>
                  <a:close/>
                </a:path>
                <a:path w="2539" h="251460">
                  <a:moveTo>
                    <a:pt x="2540" y="223532"/>
                  </a:moveTo>
                  <a:lnTo>
                    <a:pt x="0" y="223532"/>
                  </a:lnTo>
                  <a:lnTo>
                    <a:pt x="0" y="229870"/>
                  </a:lnTo>
                  <a:lnTo>
                    <a:pt x="2540" y="229870"/>
                  </a:lnTo>
                  <a:lnTo>
                    <a:pt x="2540" y="223532"/>
                  </a:lnTo>
                  <a:close/>
                </a:path>
                <a:path w="2539" h="251460">
                  <a:moveTo>
                    <a:pt x="2540" y="26682"/>
                  </a:moveTo>
                  <a:lnTo>
                    <a:pt x="0" y="26682"/>
                  </a:lnTo>
                  <a:lnTo>
                    <a:pt x="0" y="223520"/>
                  </a:lnTo>
                  <a:lnTo>
                    <a:pt x="2540" y="223520"/>
                  </a:lnTo>
                  <a:lnTo>
                    <a:pt x="2540" y="26682"/>
                  </a:lnTo>
                  <a:close/>
                </a:path>
                <a:path w="2539" h="251460">
                  <a:moveTo>
                    <a:pt x="2540" y="20332"/>
                  </a:moveTo>
                  <a:lnTo>
                    <a:pt x="0" y="20332"/>
                  </a:lnTo>
                  <a:lnTo>
                    <a:pt x="0" y="26670"/>
                  </a:lnTo>
                  <a:lnTo>
                    <a:pt x="2540" y="26670"/>
                  </a:lnTo>
                  <a:lnTo>
                    <a:pt x="2540" y="20332"/>
                  </a:lnTo>
                  <a:close/>
                </a:path>
                <a:path w="2539" h="251460">
                  <a:moveTo>
                    <a:pt x="254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2540" y="20320"/>
                  </a:lnTo>
                  <a:lnTo>
                    <a:pt x="2540" y="13982"/>
                  </a:lnTo>
                  <a:close/>
                </a:path>
                <a:path w="2539" h="251460">
                  <a:moveTo>
                    <a:pt x="254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2540" y="13970"/>
                  </a:lnTo>
                  <a:lnTo>
                    <a:pt x="2540" y="7632"/>
                  </a:lnTo>
                  <a:close/>
                </a:path>
                <a:path w="2539" h="251460">
                  <a:moveTo>
                    <a:pt x="254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1282"/>
                  </a:lnTo>
                  <a:close/>
                </a:path>
                <a:path w="2539" h="251460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9" name="object 1959"/>
            <p:cNvSpPr/>
            <p:nvPr/>
          </p:nvSpPr>
          <p:spPr>
            <a:xfrm>
              <a:off x="6275070" y="49098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10" h="251460">
                  <a:moveTo>
                    <a:pt x="3810" y="248932"/>
                  </a:moveTo>
                  <a:lnTo>
                    <a:pt x="0" y="24893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48932"/>
                  </a:lnTo>
                  <a:close/>
                </a:path>
                <a:path w="3810" h="251460">
                  <a:moveTo>
                    <a:pt x="3810" y="242582"/>
                  </a:moveTo>
                  <a:lnTo>
                    <a:pt x="0" y="24258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2582"/>
                  </a:lnTo>
                  <a:close/>
                </a:path>
                <a:path w="3810" h="251460">
                  <a:moveTo>
                    <a:pt x="3810" y="236232"/>
                  </a:moveTo>
                  <a:lnTo>
                    <a:pt x="0" y="23623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6232"/>
                  </a:lnTo>
                  <a:close/>
                </a:path>
                <a:path w="3810" h="251460">
                  <a:moveTo>
                    <a:pt x="3810" y="229882"/>
                  </a:moveTo>
                  <a:lnTo>
                    <a:pt x="0" y="22988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29882"/>
                  </a:lnTo>
                  <a:close/>
                </a:path>
                <a:path w="3810" h="251460">
                  <a:moveTo>
                    <a:pt x="3810" y="223532"/>
                  </a:moveTo>
                  <a:lnTo>
                    <a:pt x="0" y="22353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3532"/>
                  </a:lnTo>
                  <a:close/>
                </a:path>
                <a:path w="3810" h="251460">
                  <a:moveTo>
                    <a:pt x="3810" y="26682"/>
                  </a:moveTo>
                  <a:lnTo>
                    <a:pt x="0" y="2668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6682"/>
                  </a:lnTo>
                  <a:close/>
                </a:path>
                <a:path w="3810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0332"/>
                  </a:lnTo>
                  <a:close/>
                </a:path>
                <a:path w="3810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0" name="object 1960"/>
            <p:cNvSpPr/>
            <p:nvPr/>
          </p:nvSpPr>
          <p:spPr>
            <a:xfrm>
              <a:off x="6278880" y="49098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10" h="251460">
                  <a:moveTo>
                    <a:pt x="3810" y="248932"/>
                  </a:moveTo>
                  <a:lnTo>
                    <a:pt x="0" y="24893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48932"/>
                  </a:lnTo>
                  <a:close/>
                </a:path>
                <a:path w="3810" h="251460">
                  <a:moveTo>
                    <a:pt x="3810" y="242582"/>
                  </a:moveTo>
                  <a:lnTo>
                    <a:pt x="0" y="24258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2582"/>
                  </a:lnTo>
                  <a:close/>
                </a:path>
                <a:path w="3810" h="251460">
                  <a:moveTo>
                    <a:pt x="3810" y="236232"/>
                  </a:moveTo>
                  <a:lnTo>
                    <a:pt x="0" y="23623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6232"/>
                  </a:lnTo>
                  <a:close/>
                </a:path>
                <a:path w="3810" h="251460">
                  <a:moveTo>
                    <a:pt x="3810" y="229882"/>
                  </a:moveTo>
                  <a:lnTo>
                    <a:pt x="0" y="22988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29882"/>
                  </a:lnTo>
                  <a:close/>
                </a:path>
                <a:path w="3810" h="251460">
                  <a:moveTo>
                    <a:pt x="3810" y="223532"/>
                  </a:moveTo>
                  <a:lnTo>
                    <a:pt x="0" y="22353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3532"/>
                  </a:lnTo>
                  <a:close/>
                </a:path>
                <a:path w="3810" h="251460">
                  <a:moveTo>
                    <a:pt x="3810" y="26682"/>
                  </a:moveTo>
                  <a:lnTo>
                    <a:pt x="0" y="2668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6682"/>
                  </a:lnTo>
                  <a:close/>
                </a:path>
                <a:path w="3810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0332"/>
                  </a:lnTo>
                  <a:close/>
                </a:path>
                <a:path w="3810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1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1" name="object 1961"/>
            <p:cNvSpPr/>
            <p:nvPr/>
          </p:nvSpPr>
          <p:spPr>
            <a:xfrm>
              <a:off x="6282690" y="49098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10" h="251460">
                  <a:moveTo>
                    <a:pt x="3810" y="248932"/>
                  </a:moveTo>
                  <a:lnTo>
                    <a:pt x="0" y="24893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48932"/>
                  </a:lnTo>
                  <a:close/>
                </a:path>
                <a:path w="3810" h="251460">
                  <a:moveTo>
                    <a:pt x="3810" y="242582"/>
                  </a:moveTo>
                  <a:lnTo>
                    <a:pt x="0" y="24258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2582"/>
                  </a:lnTo>
                  <a:close/>
                </a:path>
                <a:path w="3810" h="251460">
                  <a:moveTo>
                    <a:pt x="3810" y="236232"/>
                  </a:moveTo>
                  <a:lnTo>
                    <a:pt x="0" y="23623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6232"/>
                  </a:lnTo>
                  <a:close/>
                </a:path>
                <a:path w="3810" h="251460">
                  <a:moveTo>
                    <a:pt x="3810" y="229882"/>
                  </a:moveTo>
                  <a:lnTo>
                    <a:pt x="0" y="22988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29882"/>
                  </a:lnTo>
                  <a:close/>
                </a:path>
                <a:path w="3810" h="251460">
                  <a:moveTo>
                    <a:pt x="3810" y="223532"/>
                  </a:moveTo>
                  <a:lnTo>
                    <a:pt x="0" y="22353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3532"/>
                  </a:lnTo>
                  <a:close/>
                </a:path>
                <a:path w="3810" h="251460">
                  <a:moveTo>
                    <a:pt x="3810" y="26682"/>
                  </a:moveTo>
                  <a:lnTo>
                    <a:pt x="0" y="2668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6682"/>
                  </a:lnTo>
                  <a:close/>
                </a:path>
                <a:path w="3810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0332"/>
                  </a:lnTo>
                  <a:close/>
                </a:path>
                <a:path w="3810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F84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2" name="object 1962"/>
            <p:cNvSpPr/>
            <p:nvPr/>
          </p:nvSpPr>
          <p:spPr>
            <a:xfrm>
              <a:off x="6286500" y="49098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10" h="251460">
                  <a:moveTo>
                    <a:pt x="3810" y="248932"/>
                  </a:moveTo>
                  <a:lnTo>
                    <a:pt x="0" y="24893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48932"/>
                  </a:lnTo>
                  <a:close/>
                </a:path>
                <a:path w="3810" h="251460">
                  <a:moveTo>
                    <a:pt x="3810" y="242582"/>
                  </a:moveTo>
                  <a:lnTo>
                    <a:pt x="0" y="24258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2582"/>
                  </a:lnTo>
                  <a:close/>
                </a:path>
                <a:path w="3810" h="251460">
                  <a:moveTo>
                    <a:pt x="3810" y="236232"/>
                  </a:moveTo>
                  <a:lnTo>
                    <a:pt x="0" y="23623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6232"/>
                  </a:lnTo>
                  <a:close/>
                </a:path>
                <a:path w="3810" h="251460">
                  <a:moveTo>
                    <a:pt x="3810" y="229882"/>
                  </a:moveTo>
                  <a:lnTo>
                    <a:pt x="0" y="22988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29882"/>
                  </a:lnTo>
                  <a:close/>
                </a:path>
                <a:path w="3810" h="251460">
                  <a:moveTo>
                    <a:pt x="3810" y="223532"/>
                  </a:moveTo>
                  <a:lnTo>
                    <a:pt x="0" y="22353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3532"/>
                  </a:lnTo>
                  <a:close/>
                </a:path>
                <a:path w="3810" h="251460">
                  <a:moveTo>
                    <a:pt x="3810" y="26682"/>
                  </a:moveTo>
                  <a:lnTo>
                    <a:pt x="0" y="2668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6682"/>
                  </a:lnTo>
                  <a:close/>
                </a:path>
                <a:path w="3810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0332"/>
                  </a:lnTo>
                  <a:close/>
                </a:path>
                <a:path w="3810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C82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3" name="object 1963"/>
            <p:cNvSpPr/>
            <p:nvPr/>
          </p:nvSpPr>
          <p:spPr>
            <a:xfrm>
              <a:off x="6290310" y="4908550"/>
              <a:ext cx="3810" cy="254000"/>
            </a:xfrm>
            <a:custGeom>
              <a:avLst/>
              <a:gdLst/>
              <a:ahLst/>
              <a:cxnLst/>
              <a:rect l="l" t="t" r="r" b="b"/>
              <a:pathLst>
                <a:path w="3810" h="254000">
                  <a:moveTo>
                    <a:pt x="3810" y="250202"/>
                  </a:moveTo>
                  <a:lnTo>
                    <a:pt x="0" y="250202"/>
                  </a:lnTo>
                  <a:lnTo>
                    <a:pt x="0" y="252730"/>
                  </a:lnTo>
                  <a:lnTo>
                    <a:pt x="1270" y="252730"/>
                  </a:lnTo>
                  <a:lnTo>
                    <a:pt x="1270" y="254000"/>
                  </a:lnTo>
                  <a:lnTo>
                    <a:pt x="2540" y="254000"/>
                  </a:lnTo>
                  <a:lnTo>
                    <a:pt x="2540" y="252730"/>
                  </a:lnTo>
                  <a:lnTo>
                    <a:pt x="3810" y="252730"/>
                  </a:lnTo>
                  <a:lnTo>
                    <a:pt x="3810" y="250202"/>
                  </a:lnTo>
                  <a:close/>
                </a:path>
                <a:path w="3810" h="254000">
                  <a:moveTo>
                    <a:pt x="3810" y="243852"/>
                  </a:moveTo>
                  <a:lnTo>
                    <a:pt x="0" y="24385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3852"/>
                  </a:lnTo>
                  <a:close/>
                </a:path>
                <a:path w="3810" h="254000">
                  <a:moveTo>
                    <a:pt x="3810" y="237502"/>
                  </a:moveTo>
                  <a:lnTo>
                    <a:pt x="0" y="23750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37502"/>
                  </a:lnTo>
                  <a:close/>
                </a:path>
                <a:path w="3810" h="254000">
                  <a:moveTo>
                    <a:pt x="3810" y="231152"/>
                  </a:moveTo>
                  <a:lnTo>
                    <a:pt x="0" y="23115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1152"/>
                  </a:lnTo>
                  <a:close/>
                </a:path>
                <a:path w="3810" h="254000">
                  <a:moveTo>
                    <a:pt x="3810" y="224802"/>
                  </a:moveTo>
                  <a:lnTo>
                    <a:pt x="0" y="22480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4802"/>
                  </a:lnTo>
                  <a:close/>
                </a:path>
                <a:path w="3810" h="254000">
                  <a:moveTo>
                    <a:pt x="3810" y="27952"/>
                  </a:moveTo>
                  <a:lnTo>
                    <a:pt x="0" y="2795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7952"/>
                  </a:lnTo>
                  <a:close/>
                </a:path>
                <a:path w="3810" h="254000">
                  <a:moveTo>
                    <a:pt x="3810" y="21602"/>
                  </a:moveTo>
                  <a:lnTo>
                    <a:pt x="0" y="21602"/>
                  </a:lnTo>
                  <a:lnTo>
                    <a:pt x="0" y="27940"/>
                  </a:lnTo>
                  <a:lnTo>
                    <a:pt x="3810" y="27940"/>
                  </a:lnTo>
                  <a:lnTo>
                    <a:pt x="3810" y="21602"/>
                  </a:lnTo>
                  <a:close/>
                </a:path>
                <a:path w="3810" h="254000">
                  <a:moveTo>
                    <a:pt x="3810" y="15252"/>
                  </a:moveTo>
                  <a:lnTo>
                    <a:pt x="0" y="1525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5252"/>
                  </a:lnTo>
                  <a:close/>
                </a:path>
                <a:path w="3810" h="254000">
                  <a:moveTo>
                    <a:pt x="381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8902"/>
                  </a:lnTo>
                  <a:close/>
                </a:path>
                <a:path w="3810" h="254000">
                  <a:moveTo>
                    <a:pt x="381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2552"/>
                  </a:lnTo>
                  <a:close/>
                </a:path>
                <a:path w="3810" h="254000">
                  <a:moveTo>
                    <a:pt x="3810" y="1270"/>
                  </a:moveTo>
                  <a:lnTo>
                    <a:pt x="2540" y="1270"/>
                  </a:lnTo>
                  <a:lnTo>
                    <a:pt x="254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1270"/>
                  </a:lnTo>
                  <a:close/>
                </a:path>
              </a:pathLst>
            </a:custGeom>
            <a:solidFill>
              <a:srgbClr val="6980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4" name="object 1964"/>
            <p:cNvSpPr/>
            <p:nvPr/>
          </p:nvSpPr>
          <p:spPr>
            <a:xfrm>
              <a:off x="6294120" y="4909819"/>
              <a:ext cx="3810" cy="223520"/>
            </a:xfrm>
            <a:custGeom>
              <a:avLst/>
              <a:gdLst/>
              <a:ahLst/>
              <a:cxnLst/>
              <a:rect l="l" t="t" r="r" b="b"/>
              <a:pathLst>
                <a:path w="3810" h="223520">
                  <a:moveTo>
                    <a:pt x="3810" y="26682"/>
                  </a:moveTo>
                  <a:lnTo>
                    <a:pt x="0" y="2668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6682"/>
                  </a:lnTo>
                  <a:close/>
                </a:path>
                <a:path w="3810" h="223520">
                  <a:moveTo>
                    <a:pt x="3810" y="20332"/>
                  </a:moveTo>
                  <a:lnTo>
                    <a:pt x="0" y="20332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0332"/>
                  </a:lnTo>
                  <a:close/>
                </a:path>
                <a:path w="3810" h="22352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2352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2352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2352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77E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5" name="object 1965"/>
            <p:cNvSpPr/>
            <p:nvPr/>
          </p:nvSpPr>
          <p:spPr>
            <a:xfrm>
              <a:off x="6297930" y="4909819"/>
              <a:ext cx="2540" cy="251460"/>
            </a:xfrm>
            <a:custGeom>
              <a:avLst/>
              <a:gdLst/>
              <a:ahLst/>
              <a:cxnLst/>
              <a:rect l="l" t="t" r="r" b="b"/>
              <a:pathLst>
                <a:path w="2539" h="251460">
                  <a:moveTo>
                    <a:pt x="2540" y="248932"/>
                  </a:moveTo>
                  <a:lnTo>
                    <a:pt x="0" y="248932"/>
                  </a:lnTo>
                  <a:lnTo>
                    <a:pt x="0" y="251460"/>
                  </a:lnTo>
                  <a:lnTo>
                    <a:pt x="2540" y="251460"/>
                  </a:lnTo>
                  <a:lnTo>
                    <a:pt x="2540" y="248932"/>
                  </a:lnTo>
                  <a:close/>
                </a:path>
                <a:path w="2539" h="251460">
                  <a:moveTo>
                    <a:pt x="2540" y="242582"/>
                  </a:moveTo>
                  <a:lnTo>
                    <a:pt x="0" y="242582"/>
                  </a:lnTo>
                  <a:lnTo>
                    <a:pt x="0" y="248920"/>
                  </a:lnTo>
                  <a:lnTo>
                    <a:pt x="2540" y="248920"/>
                  </a:lnTo>
                  <a:lnTo>
                    <a:pt x="2540" y="242582"/>
                  </a:lnTo>
                  <a:close/>
                </a:path>
                <a:path w="2539" h="251460">
                  <a:moveTo>
                    <a:pt x="2540" y="236232"/>
                  </a:moveTo>
                  <a:lnTo>
                    <a:pt x="0" y="236232"/>
                  </a:lnTo>
                  <a:lnTo>
                    <a:pt x="0" y="242570"/>
                  </a:lnTo>
                  <a:lnTo>
                    <a:pt x="2540" y="242570"/>
                  </a:lnTo>
                  <a:lnTo>
                    <a:pt x="2540" y="236232"/>
                  </a:lnTo>
                  <a:close/>
                </a:path>
                <a:path w="2539" h="251460">
                  <a:moveTo>
                    <a:pt x="2540" y="229882"/>
                  </a:moveTo>
                  <a:lnTo>
                    <a:pt x="0" y="229882"/>
                  </a:lnTo>
                  <a:lnTo>
                    <a:pt x="0" y="236220"/>
                  </a:lnTo>
                  <a:lnTo>
                    <a:pt x="2540" y="236220"/>
                  </a:lnTo>
                  <a:lnTo>
                    <a:pt x="2540" y="229882"/>
                  </a:lnTo>
                  <a:close/>
                </a:path>
                <a:path w="2539" h="251460">
                  <a:moveTo>
                    <a:pt x="2540" y="223532"/>
                  </a:moveTo>
                  <a:lnTo>
                    <a:pt x="0" y="223532"/>
                  </a:lnTo>
                  <a:lnTo>
                    <a:pt x="0" y="229870"/>
                  </a:lnTo>
                  <a:lnTo>
                    <a:pt x="2540" y="229870"/>
                  </a:lnTo>
                  <a:lnTo>
                    <a:pt x="2540" y="223532"/>
                  </a:lnTo>
                  <a:close/>
                </a:path>
                <a:path w="2539" h="251460">
                  <a:moveTo>
                    <a:pt x="2540" y="26682"/>
                  </a:moveTo>
                  <a:lnTo>
                    <a:pt x="0" y="26682"/>
                  </a:lnTo>
                  <a:lnTo>
                    <a:pt x="0" y="223520"/>
                  </a:lnTo>
                  <a:lnTo>
                    <a:pt x="2540" y="223520"/>
                  </a:lnTo>
                  <a:lnTo>
                    <a:pt x="2540" y="26682"/>
                  </a:lnTo>
                  <a:close/>
                </a:path>
                <a:path w="2539" h="251460">
                  <a:moveTo>
                    <a:pt x="2540" y="20332"/>
                  </a:moveTo>
                  <a:lnTo>
                    <a:pt x="0" y="20332"/>
                  </a:lnTo>
                  <a:lnTo>
                    <a:pt x="0" y="26670"/>
                  </a:lnTo>
                  <a:lnTo>
                    <a:pt x="2540" y="26670"/>
                  </a:lnTo>
                  <a:lnTo>
                    <a:pt x="2540" y="20332"/>
                  </a:lnTo>
                  <a:close/>
                </a:path>
                <a:path w="2539" h="251460">
                  <a:moveTo>
                    <a:pt x="254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2540" y="20320"/>
                  </a:lnTo>
                  <a:lnTo>
                    <a:pt x="2540" y="13982"/>
                  </a:lnTo>
                  <a:close/>
                </a:path>
                <a:path w="2539" h="251460">
                  <a:moveTo>
                    <a:pt x="254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2540" y="13970"/>
                  </a:lnTo>
                  <a:lnTo>
                    <a:pt x="2540" y="7632"/>
                  </a:lnTo>
                  <a:close/>
                </a:path>
                <a:path w="2539" h="251460">
                  <a:moveTo>
                    <a:pt x="254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1282"/>
                  </a:lnTo>
                  <a:close/>
                </a:path>
                <a:path w="2539" h="251460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6A80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6" name="object 1966"/>
            <p:cNvSpPr/>
            <p:nvPr/>
          </p:nvSpPr>
          <p:spPr>
            <a:xfrm>
              <a:off x="6300470" y="49098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10" h="251460">
                  <a:moveTo>
                    <a:pt x="3810" y="248932"/>
                  </a:moveTo>
                  <a:lnTo>
                    <a:pt x="0" y="24893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48932"/>
                  </a:lnTo>
                  <a:close/>
                </a:path>
                <a:path w="3810" h="251460">
                  <a:moveTo>
                    <a:pt x="3810" y="242582"/>
                  </a:moveTo>
                  <a:lnTo>
                    <a:pt x="0" y="24258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2582"/>
                  </a:lnTo>
                  <a:close/>
                </a:path>
                <a:path w="3810" h="251460">
                  <a:moveTo>
                    <a:pt x="3810" y="236232"/>
                  </a:moveTo>
                  <a:lnTo>
                    <a:pt x="0" y="23623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6232"/>
                  </a:lnTo>
                  <a:close/>
                </a:path>
                <a:path w="3810" h="251460">
                  <a:moveTo>
                    <a:pt x="3810" y="229882"/>
                  </a:moveTo>
                  <a:lnTo>
                    <a:pt x="0" y="22988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29882"/>
                  </a:lnTo>
                  <a:close/>
                </a:path>
                <a:path w="3810" h="251460">
                  <a:moveTo>
                    <a:pt x="3810" y="223532"/>
                  </a:moveTo>
                  <a:lnTo>
                    <a:pt x="0" y="22353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3532"/>
                  </a:lnTo>
                  <a:close/>
                </a:path>
                <a:path w="3810" h="251460">
                  <a:moveTo>
                    <a:pt x="3810" y="26682"/>
                  </a:moveTo>
                  <a:lnTo>
                    <a:pt x="0" y="2668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6682"/>
                  </a:lnTo>
                  <a:close/>
                </a:path>
                <a:path w="3810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0332"/>
                  </a:lnTo>
                  <a:close/>
                </a:path>
                <a:path w="3810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C82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7" name="object 1967"/>
            <p:cNvSpPr/>
            <p:nvPr/>
          </p:nvSpPr>
          <p:spPr>
            <a:xfrm>
              <a:off x="6304280" y="49098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10" h="251460">
                  <a:moveTo>
                    <a:pt x="3810" y="248932"/>
                  </a:moveTo>
                  <a:lnTo>
                    <a:pt x="0" y="24893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48932"/>
                  </a:lnTo>
                  <a:close/>
                </a:path>
                <a:path w="3810" h="251460">
                  <a:moveTo>
                    <a:pt x="3810" y="242582"/>
                  </a:moveTo>
                  <a:lnTo>
                    <a:pt x="0" y="24258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2582"/>
                  </a:lnTo>
                  <a:close/>
                </a:path>
                <a:path w="3810" h="251460">
                  <a:moveTo>
                    <a:pt x="3810" y="236232"/>
                  </a:moveTo>
                  <a:lnTo>
                    <a:pt x="0" y="23623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6232"/>
                  </a:lnTo>
                  <a:close/>
                </a:path>
                <a:path w="3810" h="251460">
                  <a:moveTo>
                    <a:pt x="3810" y="229882"/>
                  </a:moveTo>
                  <a:lnTo>
                    <a:pt x="0" y="22988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29882"/>
                  </a:lnTo>
                  <a:close/>
                </a:path>
                <a:path w="3810" h="251460">
                  <a:moveTo>
                    <a:pt x="3810" y="223532"/>
                  </a:moveTo>
                  <a:lnTo>
                    <a:pt x="0" y="22353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3532"/>
                  </a:lnTo>
                  <a:close/>
                </a:path>
                <a:path w="3810" h="251460">
                  <a:moveTo>
                    <a:pt x="3810" y="26682"/>
                  </a:moveTo>
                  <a:lnTo>
                    <a:pt x="0" y="2668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6682"/>
                  </a:lnTo>
                  <a:close/>
                </a:path>
                <a:path w="3810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0332"/>
                  </a:lnTo>
                  <a:close/>
                </a:path>
                <a:path w="3810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F84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8" name="object 1968"/>
            <p:cNvSpPr/>
            <p:nvPr/>
          </p:nvSpPr>
          <p:spPr>
            <a:xfrm>
              <a:off x="6308090" y="49098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10" h="251460">
                  <a:moveTo>
                    <a:pt x="3810" y="248932"/>
                  </a:moveTo>
                  <a:lnTo>
                    <a:pt x="0" y="24893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48932"/>
                  </a:lnTo>
                  <a:close/>
                </a:path>
                <a:path w="3810" h="251460">
                  <a:moveTo>
                    <a:pt x="3810" y="242582"/>
                  </a:moveTo>
                  <a:lnTo>
                    <a:pt x="0" y="24258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2582"/>
                  </a:lnTo>
                  <a:close/>
                </a:path>
                <a:path w="3810" h="251460">
                  <a:moveTo>
                    <a:pt x="3810" y="236232"/>
                  </a:moveTo>
                  <a:lnTo>
                    <a:pt x="0" y="23623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6232"/>
                  </a:lnTo>
                  <a:close/>
                </a:path>
                <a:path w="3810" h="251460">
                  <a:moveTo>
                    <a:pt x="3810" y="229882"/>
                  </a:moveTo>
                  <a:lnTo>
                    <a:pt x="0" y="22988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29882"/>
                  </a:lnTo>
                  <a:close/>
                </a:path>
                <a:path w="3810" h="251460">
                  <a:moveTo>
                    <a:pt x="3810" y="223532"/>
                  </a:moveTo>
                  <a:lnTo>
                    <a:pt x="0" y="22353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3532"/>
                  </a:lnTo>
                  <a:close/>
                </a:path>
                <a:path w="3810" h="251460">
                  <a:moveTo>
                    <a:pt x="3810" y="26682"/>
                  </a:moveTo>
                  <a:lnTo>
                    <a:pt x="0" y="2668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6682"/>
                  </a:lnTo>
                  <a:close/>
                </a:path>
                <a:path w="3810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0332"/>
                  </a:lnTo>
                  <a:close/>
                </a:path>
                <a:path w="3810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2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9" name="object 1969"/>
            <p:cNvSpPr/>
            <p:nvPr/>
          </p:nvSpPr>
          <p:spPr>
            <a:xfrm>
              <a:off x="6311900" y="49098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10" h="251460">
                  <a:moveTo>
                    <a:pt x="3810" y="248932"/>
                  </a:moveTo>
                  <a:lnTo>
                    <a:pt x="0" y="24893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48932"/>
                  </a:lnTo>
                  <a:close/>
                </a:path>
                <a:path w="3810" h="251460">
                  <a:moveTo>
                    <a:pt x="3810" y="242582"/>
                  </a:moveTo>
                  <a:lnTo>
                    <a:pt x="0" y="24258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2582"/>
                  </a:lnTo>
                  <a:close/>
                </a:path>
                <a:path w="3810" h="251460">
                  <a:moveTo>
                    <a:pt x="3810" y="236232"/>
                  </a:moveTo>
                  <a:lnTo>
                    <a:pt x="0" y="23623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6232"/>
                  </a:lnTo>
                  <a:close/>
                </a:path>
                <a:path w="3810" h="251460">
                  <a:moveTo>
                    <a:pt x="3810" y="229882"/>
                  </a:moveTo>
                  <a:lnTo>
                    <a:pt x="0" y="22988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29882"/>
                  </a:lnTo>
                  <a:close/>
                </a:path>
                <a:path w="3810" h="251460">
                  <a:moveTo>
                    <a:pt x="3810" y="223532"/>
                  </a:moveTo>
                  <a:lnTo>
                    <a:pt x="0" y="22353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3532"/>
                  </a:lnTo>
                  <a:close/>
                </a:path>
                <a:path w="3810" h="251460">
                  <a:moveTo>
                    <a:pt x="3810" y="26682"/>
                  </a:moveTo>
                  <a:lnTo>
                    <a:pt x="0" y="2668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6682"/>
                  </a:lnTo>
                  <a:close/>
                </a:path>
                <a:path w="3810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0332"/>
                  </a:lnTo>
                  <a:close/>
                </a:path>
                <a:path w="3810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0" name="object 1970"/>
            <p:cNvSpPr/>
            <p:nvPr/>
          </p:nvSpPr>
          <p:spPr>
            <a:xfrm>
              <a:off x="6315710" y="49098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10" h="251460">
                  <a:moveTo>
                    <a:pt x="3810" y="248932"/>
                  </a:moveTo>
                  <a:lnTo>
                    <a:pt x="0" y="24893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48932"/>
                  </a:lnTo>
                  <a:close/>
                </a:path>
                <a:path w="3810" h="251460">
                  <a:moveTo>
                    <a:pt x="3810" y="242582"/>
                  </a:moveTo>
                  <a:lnTo>
                    <a:pt x="0" y="24258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2582"/>
                  </a:lnTo>
                  <a:close/>
                </a:path>
                <a:path w="3810" h="251460">
                  <a:moveTo>
                    <a:pt x="3810" y="236232"/>
                  </a:moveTo>
                  <a:lnTo>
                    <a:pt x="0" y="23623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6232"/>
                  </a:lnTo>
                  <a:close/>
                </a:path>
                <a:path w="3810" h="251460">
                  <a:moveTo>
                    <a:pt x="3810" y="229882"/>
                  </a:moveTo>
                  <a:lnTo>
                    <a:pt x="0" y="22988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29882"/>
                  </a:lnTo>
                  <a:close/>
                </a:path>
                <a:path w="3810" h="251460">
                  <a:moveTo>
                    <a:pt x="3810" y="223532"/>
                  </a:moveTo>
                  <a:lnTo>
                    <a:pt x="0" y="22353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3532"/>
                  </a:lnTo>
                  <a:close/>
                </a:path>
                <a:path w="3810" h="251460">
                  <a:moveTo>
                    <a:pt x="3810" y="26682"/>
                  </a:moveTo>
                  <a:lnTo>
                    <a:pt x="0" y="2668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6682"/>
                  </a:lnTo>
                  <a:close/>
                </a:path>
                <a:path w="3810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0332"/>
                  </a:lnTo>
                  <a:close/>
                </a:path>
                <a:path w="3810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1" name="object 1971"/>
            <p:cNvSpPr/>
            <p:nvPr/>
          </p:nvSpPr>
          <p:spPr>
            <a:xfrm>
              <a:off x="6319520" y="4909819"/>
              <a:ext cx="2540" cy="251460"/>
            </a:xfrm>
            <a:custGeom>
              <a:avLst/>
              <a:gdLst/>
              <a:ahLst/>
              <a:cxnLst/>
              <a:rect l="l" t="t" r="r" b="b"/>
              <a:pathLst>
                <a:path w="2539" h="251460">
                  <a:moveTo>
                    <a:pt x="2540" y="248932"/>
                  </a:moveTo>
                  <a:lnTo>
                    <a:pt x="0" y="248932"/>
                  </a:lnTo>
                  <a:lnTo>
                    <a:pt x="0" y="251460"/>
                  </a:lnTo>
                  <a:lnTo>
                    <a:pt x="2540" y="251460"/>
                  </a:lnTo>
                  <a:lnTo>
                    <a:pt x="2540" y="248932"/>
                  </a:lnTo>
                  <a:close/>
                </a:path>
                <a:path w="2539" h="251460">
                  <a:moveTo>
                    <a:pt x="2540" y="242582"/>
                  </a:moveTo>
                  <a:lnTo>
                    <a:pt x="0" y="242582"/>
                  </a:lnTo>
                  <a:lnTo>
                    <a:pt x="0" y="248920"/>
                  </a:lnTo>
                  <a:lnTo>
                    <a:pt x="2540" y="248920"/>
                  </a:lnTo>
                  <a:lnTo>
                    <a:pt x="2540" y="242582"/>
                  </a:lnTo>
                  <a:close/>
                </a:path>
                <a:path w="2539" h="251460">
                  <a:moveTo>
                    <a:pt x="2540" y="236232"/>
                  </a:moveTo>
                  <a:lnTo>
                    <a:pt x="0" y="236232"/>
                  </a:lnTo>
                  <a:lnTo>
                    <a:pt x="0" y="242570"/>
                  </a:lnTo>
                  <a:lnTo>
                    <a:pt x="2540" y="242570"/>
                  </a:lnTo>
                  <a:lnTo>
                    <a:pt x="2540" y="236232"/>
                  </a:lnTo>
                  <a:close/>
                </a:path>
                <a:path w="2539" h="251460">
                  <a:moveTo>
                    <a:pt x="2540" y="229882"/>
                  </a:moveTo>
                  <a:lnTo>
                    <a:pt x="0" y="229882"/>
                  </a:lnTo>
                  <a:lnTo>
                    <a:pt x="0" y="236220"/>
                  </a:lnTo>
                  <a:lnTo>
                    <a:pt x="2540" y="236220"/>
                  </a:lnTo>
                  <a:lnTo>
                    <a:pt x="2540" y="229882"/>
                  </a:lnTo>
                  <a:close/>
                </a:path>
                <a:path w="2539" h="251460">
                  <a:moveTo>
                    <a:pt x="2540" y="223532"/>
                  </a:moveTo>
                  <a:lnTo>
                    <a:pt x="0" y="223532"/>
                  </a:lnTo>
                  <a:lnTo>
                    <a:pt x="0" y="229870"/>
                  </a:lnTo>
                  <a:lnTo>
                    <a:pt x="2540" y="229870"/>
                  </a:lnTo>
                  <a:lnTo>
                    <a:pt x="2540" y="223532"/>
                  </a:lnTo>
                  <a:close/>
                </a:path>
                <a:path w="2539" h="251460">
                  <a:moveTo>
                    <a:pt x="2540" y="26682"/>
                  </a:moveTo>
                  <a:lnTo>
                    <a:pt x="0" y="26682"/>
                  </a:lnTo>
                  <a:lnTo>
                    <a:pt x="0" y="223520"/>
                  </a:lnTo>
                  <a:lnTo>
                    <a:pt x="2540" y="223520"/>
                  </a:lnTo>
                  <a:lnTo>
                    <a:pt x="2540" y="26682"/>
                  </a:lnTo>
                  <a:close/>
                </a:path>
                <a:path w="2539" h="251460">
                  <a:moveTo>
                    <a:pt x="2540" y="20332"/>
                  </a:moveTo>
                  <a:lnTo>
                    <a:pt x="0" y="20332"/>
                  </a:lnTo>
                  <a:lnTo>
                    <a:pt x="0" y="26670"/>
                  </a:lnTo>
                  <a:lnTo>
                    <a:pt x="2540" y="26670"/>
                  </a:lnTo>
                  <a:lnTo>
                    <a:pt x="2540" y="20332"/>
                  </a:lnTo>
                  <a:close/>
                </a:path>
                <a:path w="2539" h="251460">
                  <a:moveTo>
                    <a:pt x="254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2540" y="20320"/>
                  </a:lnTo>
                  <a:lnTo>
                    <a:pt x="2540" y="13982"/>
                  </a:lnTo>
                  <a:close/>
                </a:path>
                <a:path w="2539" h="251460">
                  <a:moveTo>
                    <a:pt x="254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2540" y="13970"/>
                  </a:lnTo>
                  <a:lnTo>
                    <a:pt x="2540" y="7632"/>
                  </a:lnTo>
                  <a:close/>
                </a:path>
                <a:path w="2539" h="251460">
                  <a:moveTo>
                    <a:pt x="254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1282"/>
                  </a:lnTo>
                  <a:close/>
                </a:path>
                <a:path w="2539" h="251460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7A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2" name="object 1972"/>
            <p:cNvSpPr/>
            <p:nvPr/>
          </p:nvSpPr>
          <p:spPr>
            <a:xfrm>
              <a:off x="6322060" y="4911102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7650"/>
                  </a:moveTo>
                  <a:lnTo>
                    <a:pt x="0" y="247650"/>
                  </a:lnTo>
                  <a:lnTo>
                    <a:pt x="0" y="248907"/>
                  </a:lnTo>
                  <a:lnTo>
                    <a:pt x="3810" y="248907"/>
                  </a:lnTo>
                  <a:lnTo>
                    <a:pt x="3810" y="247650"/>
                  </a:lnTo>
                  <a:close/>
                </a:path>
                <a:path w="3810" h="248920">
                  <a:moveTo>
                    <a:pt x="381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1300"/>
                  </a:lnTo>
                  <a:close/>
                </a:path>
                <a:path w="3810" h="248920">
                  <a:moveTo>
                    <a:pt x="3810" y="234950"/>
                  </a:moveTo>
                  <a:lnTo>
                    <a:pt x="0" y="23495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4950"/>
                  </a:lnTo>
                  <a:close/>
                </a:path>
                <a:path w="3810" h="248920">
                  <a:moveTo>
                    <a:pt x="3810" y="228600"/>
                  </a:moveTo>
                  <a:lnTo>
                    <a:pt x="0" y="22860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28600"/>
                  </a:lnTo>
                  <a:close/>
                </a:path>
                <a:path w="3810" h="248920">
                  <a:moveTo>
                    <a:pt x="3810" y="222250"/>
                  </a:moveTo>
                  <a:lnTo>
                    <a:pt x="0" y="22225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2250"/>
                  </a:lnTo>
                  <a:close/>
                </a:path>
                <a:path w="3810" h="248920">
                  <a:moveTo>
                    <a:pt x="3810" y="25400"/>
                  </a:moveTo>
                  <a:lnTo>
                    <a:pt x="0" y="2540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5400"/>
                  </a:lnTo>
                  <a:close/>
                </a:path>
                <a:path w="3810" h="248920">
                  <a:moveTo>
                    <a:pt x="38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19050"/>
                  </a:lnTo>
                  <a:close/>
                </a:path>
                <a:path w="3810" h="248920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10" h="2489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3" name="object 1973"/>
            <p:cNvSpPr/>
            <p:nvPr/>
          </p:nvSpPr>
          <p:spPr>
            <a:xfrm>
              <a:off x="6325870" y="4911102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7650"/>
                  </a:moveTo>
                  <a:lnTo>
                    <a:pt x="0" y="247650"/>
                  </a:lnTo>
                  <a:lnTo>
                    <a:pt x="0" y="248907"/>
                  </a:lnTo>
                  <a:lnTo>
                    <a:pt x="3810" y="248907"/>
                  </a:lnTo>
                  <a:lnTo>
                    <a:pt x="3810" y="247650"/>
                  </a:lnTo>
                  <a:close/>
                </a:path>
                <a:path w="3810" h="248920">
                  <a:moveTo>
                    <a:pt x="381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1300"/>
                  </a:lnTo>
                  <a:close/>
                </a:path>
                <a:path w="3810" h="248920">
                  <a:moveTo>
                    <a:pt x="3810" y="234950"/>
                  </a:moveTo>
                  <a:lnTo>
                    <a:pt x="0" y="23495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4950"/>
                  </a:lnTo>
                  <a:close/>
                </a:path>
                <a:path w="3810" h="248920">
                  <a:moveTo>
                    <a:pt x="3810" y="228600"/>
                  </a:moveTo>
                  <a:lnTo>
                    <a:pt x="0" y="22860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28600"/>
                  </a:lnTo>
                  <a:close/>
                </a:path>
                <a:path w="3810" h="248920">
                  <a:moveTo>
                    <a:pt x="3810" y="222250"/>
                  </a:moveTo>
                  <a:lnTo>
                    <a:pt x="0" y="22225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2250"/>
                  </a:lnTo>
                  <a:close/>
                </a:path>
                <a:path w="3810" h="248920">
                  <a:moveTo>
                    <a:pt x="3810" y="25400"/>
                  </a:moveTo>
                  <a:lnTo>
                    <a:pt x="0" y="2540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5400"/>
                  </a:lnTo>
                  <a:close/>
                </a:path>
                <a:path w="3810" h="248920">
                  <a:moveTo>
                    <a:pt x="38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19050"/>
                  </a:lnTo>
                  <a:close/>
                </a:path>
                <a:path w="3810" h="248920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10" h="2489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F9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4" name="object 1974"/>
            <p:cNvSpPr/>
            <p:nvPr/>
          </p:nvSpPr>
          <p:spPr>
            <a:xfrm>
              <a:off x="6329680" y="4911102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7650"/>
                  </a:moveTo>
                  <a:lnTo>
                    <a:pt x="0" y="247650"/>
                  </a:lnTo>
                  <a:lnTo>
                    <a:pt x="0" y="248907"/>
                  </a:lnTo>
                  <a:lnTo>
                    <a:pt x="3810" y="248907"/>
                  </a:lnTo>
                  <a:lnTo>
                    <a:pt x="3810" y="247650"/>
                  </a:lnTo>
                  <a:close/>
                </a:path>
                <a:path w="3810" h="248920">
                  <a:moveTo>
                    <a:pt x="381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1300"/>
                  </a:lnTo>
                  <a:close/>
                </a:path>
                <a:path w="3810" h="248920">
                  <a:moveTo>
                    <a:pt x="3810" y="234950"/>
                  </a:moveTo>
                  <a:lnTo>
                    <a:pt x="0" y="23495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4950"/>
                  </a:lnTo>
                  <a:close/>
                </a:path>
                <a:path w="3810" h="248920">
                  <a:moveTo>
                    <a:pt x="3810" y="228600"/>
                  </a:moveTo>
                  <a:lnTo>
                    <a:pt x="0" y="22860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28600"/>
                  </a:lnTo>
                  <a:close/>
                </a:path>
                <a:path w="3810" h="248920">
                  <a:moveTo>
                    <a:pt x="3810" y="222250"/>
                  </a:moveTo>
                  <a:lnTo>
                    <a:pt x="0" y="22225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2250"/>
                  </a:lnTo>
                  <a:close/>
                </a:path>
                <a:path w="3810" h="248920">
                  <a:moveTo>
                    <a:pt x="3810" y="25400"/>
                  </a:moveTo>
                  <a:lnTo>
                    <a:pt x="0" y="2540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5400"/>
                  </a:lnTo>
                  <a:close/>
                </a:path>
                <a:path w="3810" h="248920">
                  <a:moveTo>
                    <a:pt x="38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19050"/>
                  </a:lnTo>
                  <a:close/>
                </a:path>
                <a:path w="3810" h="248920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10" h="2489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294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5" name="object 1975"/>
            <p:cNvSpPr/>
            <p:nvPr/>
          </p:nvSpPr>
          <p:spPr>
            <a:xfrm>
              <a:off x="6333490" y="4911102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7650"/>
                  </a:moveTo>
                  <a:lnTo>
                    <a:pt x="0" y="247650"/>
                  </a:lnTo>
                  <a:lnTo>
                    <a:pt x="0" y="248907"/>
                  </a:lnTo>
                  <a:lnTo>
                    <a:pt x="3810" y="248907"/>
                  </a:lnTo>
                  <a:lnTo>
                    <a:pt x="3810" y="247650"/>
                  </a:lnTo>
                  <a:close/>
                </a:path>
                <a:path w="3810" h="248920">
                  <a:moveTo>
                    <a:pt x="381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1300"/>
                  </a:lnTo>
                  <a:close/>
                </a:path>
                <a:path w="3810" h="248920">
                  <a:moveTo>
                    <a:pt x="3810" y="234950"/>
                  </a:moveTo>
                  <a:lnTo>
                    <a:pt x="0" y="23495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4950"/>
                  </a:lnTo>
                  <a:close/>
                </a:path>
                <a:path w="3810" h="248920">
                  <a:moveTo>
                    <a:pt x="3810" y="228600"/>
                  </a:moveTo>
                  <a:lnTo>
                    <a:pt x="0" y="22860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28600"/>
                  </a:lnTo>
                  <a:close/>
                </a:path>
                <a:path w="3810" h="248920">
                  <a:moveTo>
                    <a:pt x="3810" y="222250"/>
                  </a:moveTo>
                  <a:lnTo>
                    <a:pt x="0" y="22225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2250"/>
                  </a:lnTo>
                  <a:close/>
                </a:path>
                <a:path w="3810" h="248920">
                  <a:moveTo>
                    <a:pt x="3810" y="25400"/>
                  </a:moveTo>
                  <a:lnTo>
                    <a:pt x="0" y="2540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5400"/>
                  </a:lnTo>
                  <a:close/>
                </a:path>
                <a:path w="3810" h="248920">
                  <a:moveTo>
                    <a:pt x="38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19050"/>
                  </a:lnTo>
                  <a:close/>
                </a:path>
                <a:path w="3810" h="248920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10" h="2489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496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6" name="object 1976"/>
            <p:cNvSpPr/>
            <p:nvPr/>
          </p:nvSpPr>
          <p:spPr>
            <a:xfrm>
              <a:off x="6337300" y="4911102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7650"/>
                  </a:moveTo>
                  <a:lnTo>
                    <a:pt x="0" y="247650"/>
                  </a:lnTo>
                  <a:lnTo>
                    <a:pt x="0" y="248907"/>
                  </a:lnTo>
                  <a:lnTo>
                    <a:pt x="3810" y="248907"/>
                  </a:lnTo>
                  <a:lnTo>
                    <a:pt x="3810" y="247650"/>
                  </a:lnTo>
                  <a:close/>
                </a:path>
                <a:path w="3810" h="248920">
                  <a:moveTo>
                    <a:pt x="381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1300"/>
                  </a:lnTo>
                  <a:close/>
                </a:path>
                <a:path w="3810" h="248920">
                  <a:moveTo>
                    <a:pt x="3810" y="234950"/>
                  </a:moveTo>
                  <a:lnTo>
                    <a:pt x="0" y="23495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4950"/>
                  </a:lnTo>
                  <a:close/>
                </a:path>
                <a:path w="3810" h="248920">
                  <a:moveTo>
                    <a:pt x="3810" y="228600"/>
                  </a:moveTo>
                  <a:lnTo>
                    <a:pt x="0" y="22860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28600"/>
                  </a:lnTo>
                  <a:close/>
                </a:path>
                <a:path w="3810" h="248920">
                  <a:moveTo>
                    <a:pt x="3810" y="222250"/>
                  </a:moveTo>
                  <a:lnTo>
                    <a:pt x="0" y="22225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2250"/>
                  </a:lnTo>
                  <a:close/>
                </a:path>
                <a:path w="3810" h="248920">
                  <a:moveTo>
                    <a:pt x="3810" y="25400"/>
                  </a:moveTo>
                  <a:lnTo>
                    <a:pt x="0" y="2540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5400"/>
                  </a:lnTo>
                  <a:close/>
                </a:path>
                <a:path w="3810" h="248920">
                  <a:moveTo>
                    <a:pt x="38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19050"/>
                  </a:lnTo>
                  <a:close/>
                </a:path>
                <a:path w="3810" h="248920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10" h="2489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799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7" name="object 1977"/>
            <p:cNvSpPr/>
            <p:nvPr/>
          </p:nvSpPr>
          <p:spPr>
            <a:xfrm>
              <a:off x="6341110" y="4911102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7650"/>
                  </a:moveTo>
                  <a:lnTo>
                    <a:pt x="0" y="247650"/>
                  </a:lnTo>
                  <a:lnTo>
                    <a:pt x="0" y="248907"/>
                  </a:lnTo>
                  <a:lnTo>
                    <a:pt x="3810" y="248907"/>
                  </a:lnTo>
                  <a:lnTo>
                    <a:pt x="3810" y="247650"/>
                  </a:lnTo>
                  <a:close/>
                </a:path>
                <a:path w="3810" h="248920">
                  <a:moveTo>
                    <a:pt x="381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1300"/>
                  </a:lnTo>
                  <a:close/>
                </a:path>
                <a:path w="3810" h="248920">
                  <a:moveTo>
                    <a:pt x="3810" y="234950"/>
                  </a:moveTo>
                  <a:lnTo>
                    <a:pt x="0" y="23495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4950"/>
                  </a:lnTo>
                  <a:close/>
                </a:path>
                <a:path w="3810" h="248920">
                  <a:moveTo>
                    <a:pt x="3810" y="228600"/>
                  </a:moveTo>
                  <a:lnTo>
                    <a:pt x="0" y="22860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28600"/>
                  </a:lnTo>
                  <a:close/>
                </a:path>
                <a:path w="3810" h="248920">
                  <a:moveTo>
                    <a:pt x="3810" y="222250"/>
                  </a:moveTo>
                  <a:lnTo>
                    <a:pt x="0" y="22225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2250"/>
                  </a:lnTo>
                  <a:close/>
                </a:path>
                <a:path w="3810" h="248920">
                  <a:moveTo>
                    <a:pt x="3810" y="25400"/>
                  </a:moveTo>
                  <a:lnTo>
                    <a:pt x="0" y="2540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5400"/>
                  </a:lnTo>
                  <a:close/>
                </a:path>
                <a:path w="3810" h="248920">
                  <a:moveTo>
                    <a:pt x="38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19050"/>
                  </a:lnTo>
                  <a:close/>
                </a:path>
                <a:path w="3810" h="248920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10" h="2489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8" name="object 1978"/>
            <p:cNvSpPr/>
            <p:nvPr/>
          </p:nvSpPr>
          <p:spPr>
            <a:xfrm>
              <a:off x="6344920" y="4911089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253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  <a:path w="3810" h="248920">
                  <a:moveTo>
                    <a:pt x="380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6349"/>
                  </a:lnTo>
                  <a:close/>
                </a:path>
                <a:path w="3810" h="248920">
                  <a:moveTo>
                    <a:pt x="380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2699"/>
                  </a:lnTo>
                  <a:close/>
                </a:path>
                <a:path w="3810" h="248920">
                  <a:moveTo>
                    <a:pt x="3809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19049"/>
                  </a:lnTo>
                  <a:close/>
                </a:path>
                <a:path w="3810" h="248920">
                  <a:moveTo>
                    <a:pt x="3809" y="25399"/>
                  </a:moveTo>
                  <a:lnTo>
                    <a:pt x="0" y="25399"/>
                  </a:lnTo>
                  <a:lnTo>
                    <a:pt x="0" y="222249"/>
                  </a:lnTo>
                  <a:lnTo>
                    <a:pt x="3809" y="222249"/>
                  </a:lnTo>
                  <a:lnTo>
                    <a:pt x="3809" y="25399"/>
                  </a:lnTo>
                  <a:close/>
                </a:path>
                <a:path w="3810" h="248920">
                  <a:moveTo>
                    <a:pt x="3809" y="222249"/>
                  </a:moveTo>
                  <a:lnTo>
                    <a:pt x="0" y="222249"/>
                  </a:lnTo>
                  <a:lnTo>
                    <a:pt x="0" y="228599"/>
                  </a:lnTo>
                  <a:lnTo>
                    <a:pt x="3809" y="228599"/>
                  </a:lnTo>
                  <a:lnTo>
                    <a:pt x="3809" y="222249"/>
                  </a:lnTo>
                  <a:close/>
                </a:path>
                <a:path w="3810" h="248920">
                  <a:moveTo>
                    <a:pt x="3809" y="228599"/>
                  </a:moveTo>
                  <a:lnTo>
                    <a:pt x="0" y="228599"/>
                  </a:lnTo>
                  <a:lnTo>
                    <a:pt x="0" y="234949"/>
                  </a:lnTo>
                  <a:lnTo>
                    <a:pt x="3809" y="234949"/>
                  </a:lnTo>
                  <a:lnTo>
                    <a:pt x="3809" y="228599"/>
                  </a:lnTo>
                  <a:close/>
                </a:path>
                <a:path w="3810" h="248920">
                  <a:moveTo>
                    <a:pt x="3809" y="234949"/>
                  </a:moveTo>
                  <a:lnTo>
                    <a:pt x="0" y="234949"/>
                  </a:lnTo>
                  <a:lnTo>
                    <a:pt x="0" y="241299"/>
                  </a:lnTo>
                  <a:lnTo>
                    <a:pt x="3809" y="241299"/>
                  </a:lnTo>
                  <a:lnTo>
                    <a:pt x="3809" y="234949"/>
                  </a:lnTo>
                  <a:close/>
                </a:path>
                <a:path w="3810" h="248920">
                  <a:moveTo>
                    <a:pt x="3809" y="241299"/>
                  </a:moveTo>
                  <a:lnTo>
                    <a:pt x="0" y="241299"/>
                  </a:lnTo>
                  <a:lnTo>
                    <a:pt x="0" y="247649"/>
                  </a:lnTo>
                  <a:lnTo>
                    <a:pt x="3809" y="247649"/>
                  </a:lnTo>
                  <a:lnTo>
                    <a:pt x="3809" y="241299"/>
                  </a:lnTo>
                  <a:close/>
                </a:path>
                <a:path w="3810" h="248920">
                  <a:moveTo>
                    <a:pt x="2539" y="247649"/>
                  </a:moveTo>
                  <a:lnTo>
                    <a:pt x="0" y="247649"/>
                  </a:lnTo>
                  <a:lnTo>
                    <a:pt x="0" y="248919"/>
                  </a:lnTo>
                  <a:lnTo>
                    <a:pt x="2539" y="248919"/>
                  </a:lnTo>
                  <a:lnTo>
                    <a:pt x="2539" y="247649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9" name="object 1979"/>
            <p:cNvSpPr/>
            <p:nvPr/>
          </p:nvSpPr>
          <p:spPr>
            <a:xfrm>
              <a:off x="6348730" y="4912359"/>
              <a:ext cx="2540" cy="246379"/>
            </a:xfrm>
            <a:custGeom>
              <a:avLst/>
              <a:gdLst/>
              <a:ahLst/>
              <a:cxnLst/>
              <a:rect l="l" t="t" r="r" b="b"/>
              <a:pathLst>
                <a:path w="2539" h="246379">
                  <a:moveTo>
                    <a:pt x="2540" y="240042"/>
                  </a:moveTo>
                  <a:lnTo>
                    <a:pt x="0" y="240042"/>
                  </a:lnTo>
                  <a:lnTo>
                    <a:pt x="0" y="246380"/>
                  </a:lnTo>
                  <a:lnTo>
                    <a:pt x="2540" y="246380"/>
                  </a:lnTo>
                  <a:lnTo>
                    <a:pt x="2540" y="240042"/>
                  </a:lnTo>
                  <a:close/>
                </a:path>
                <a:path w="2539" h="246379">
                  <a:moveTo>
                    <a:pt x="2540" y="233692"/>
                  </a:moveTo>
                  <a:lnTo>
                    <a:pt x="0" y="233692"/>
                  </a:lnTo>
                  <a:lnTo>
                    <a:pt x="0" y="240030"/>
                  </a:lnTo>
                  <a:lnTo>
                    <a:pt x="2540" y="240030"/>
                  </a:lnTo>
                  <a:lnTo>
                    <a:pt x="2540" y="233692"/>
                  </a:lnTo>
                  <a:close/>
                </a:path>
                <a:path w="2539" h="246379">
                  <a:moveTo>
                    <a:pt x="2540" y="227342"/>
                  </a:moveTo>
                  <a:lnTo>
                    <a:pt x="0" y="227342"/>
                  </a:lnTo>
                  <a:lnTo>
                    <a:pt x="0" y="233680"/>
                  </a:lnTo>
                  <a:lnTo>
                    <a:pt x="2540" y="233680"/>
                  </a:lnTo>
                  <a:lnTo>
                    <a:pt x="2540" y="227342"/>
                  </a:lnTo>
                  <a:close/>
                </a:path>
                <a:path w="2539" h="246379">
                  <a:moveTo>
                    <a:pt x="2540" y="220992"/>
                  </a:moveTo>
                  <a:lnTo>
                    <a:pt x="0" y="220992"/>
                  </a:lnTo>
                  <a:lnTo>
                    <a:pt x="0" y="227330"/>
                  </a:lnTo>
                  <a:lnTo>
                    <a:pt x="2540" y="227330"/>
                  </a:lnTo>
                  <a:lnTo>
                    <a:pt x="2540" y="220992"/>
                  </a:lnTo>
                  <a:close/>
                </a:path>
                <a:path w="2539" h="246379">
                  <a:moveTo>
                    <a:pt x="2540" y="24142"/>
                  </a:moveTo>
                  <a:lnTo>
                    <a:pt x="0" y="24142"/>
                  </a:lnTo>
                  <a:lnTo>
                    <a:pt x="0" y="220980"/>
                  </a:lnTo>
                  <a:lnTo>
                    <a:pt x="2540" y="220980"/>
                  </a:lnTo>
                  <a:lnTo>
                    <a:pt x="2540" y="24142"/>
                  </a:lnTo>
                  <a:close/>
                </a:path>
                <a:path w="2539" h="246379">
                  <a:moveTo>
                    <a:pt x="254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540" y="24130"/>
                  </a:lnTo>
                  <a:lnTo>
                    <a:pt x="2540" y="17792"/>
                  </a:lnTo>
                  <a:close/>
                </a:path>
                <a:path w="2539" h="246379">
                  <a:moveTo>
                    <a:pt x="254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2540" y="17780"/>
                  </a:lnTo>
                  <a:lnTo>
                    <a:pt x="2540" y="11442"/>
                  </a:lnTo>
                  <a:close/>
                </a:path>
                <a:path w="2539" h="246379">
                  <a:moveTo>
                    <a:pt x="254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5092"/>
                  </a:lnTo>
                  <a:close/>
                </a:path>
                <a:path w="2539" h="246379">
                  <a:moveTo>
                    <a:pt x="25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8F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0" name="object 1980"/>
            <p:cNvSpPr/>
            <p:nvPr/>
          </p:nvSpPr>
          <p:spPr>
            <a:xfrm>
              <a:off x="6351270" y="4912359"/>
              <a:ext cx="3810" cy="246379"/>
            </a:xfrm>
            <a:custGeom>
              <a:avLst/>
              <a:gdLst/>
              <a:ahLst/>
              <a:cxnLst/>
              <a:rect l="l" t="t" r="r" b="b"/>
              <a:pathLst>
                <a:path w="3810" h="246379">
                  <a:moveTo>
                    <a:pt x="380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0"/>
                  </a:lnTo>
                  <a:close/>
                </a:path>
                <a:path w="3810" h="246379">
                  <a:moveTo>
                    <a:pt x="380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5080"/>
                  </a:lnTo>
                  <a:close/>
                </a:path>
                <a:path w="3810" h="246379">
                  <a:moveTo>
                    <a:pt x="380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1430"/>
                  </a:lnTo>
                  <a:close/>
                </a:path>
                <a:path w="3810" h="246379">
                  <a:moveTo>
                    <a:pt x="3809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17780"/>
                  </a:lnTo>
                  <a:close/>
                </a:path>
                <a:path w="3810" h="246379">
                  <a:moveTo>
                    <a:pt x="3809" y="24130"/>
                  </a:moveTo>
                  <a:lnTo>
                    <a:pt x="0" y="24130"/>
                  </a:lnTo>
                  <a:lnTo>
                    <a:pt x="0" y="220979"/>
                  </a:lnTo>
                  <a:lnTo>
                    <a:pt x="3809" y="220979"/>
                  </a:lnTo>
                  <a:lnTo>
                    <a:pt x="3809" y="24130"/>
                  </a:lnTo>
                  <a:close/>
                </a:path>
                <a:path w="3810" h="246379">
                  <a:moveTo>
                    <a:pt x="3809" y="220980"/>
                  </a:moveTo>
                  <a:lnTo>
                    <a:pt x="0" y="220980"/>
                  </a:lnTo>
                  <a:lnTo>
                    <a:pt x="0" y="227329"/>
                  </a:lnTo>
                  <a:lnTo>
                    <a:pt x="3809" y="227329"/>
                  </a:lnTo>
                  <a:lnTo>
                    <a:pt x="3809" y="220980"/>
                  </a:lnTo>
                  <a:close/>
                </a:path>
                <a:path w="3810" h="246379">
                  <a:moveTo>
                    <a:pt x="3809" y="227330"/>
                  </a:moveTo>
                  <a:lnTo>
                    <a:pt x="0" y="227330"/>
                  </a:lnTo>
                  <a:lnTo>
                    <a:pt x="0" y="233679"/>
                  </a:lnTo>
                  <a:lnTo>
                    <a:pt x="3809" y="233679"/>
                  </a:lnTo>
                  <a:lnTo>
                    <a:pt x="3809" y="227330"/>
                  </a:lnTo>
                  <a:close/>
                </a:path>
                <a:path w="3810" h="246379">
                  <a:moveTo>
                    <a:pt x="3809" y="233680"/>
                  </a:moveTo>
                  <a:lnTo>
                    <a:pt x="0" y="233680"/>
                  </a:lnTo>
                  <a:lnTo>
                    <a:pt x="0" y="240029"/>
                  </a:lnTo>
                  <a:lnTo>
                    <a:pt x="3809" y="240029"/>
                  </a:lnTo>
                  <a:lnTo>
                    <a:pt x="3809" y="233680"/>
                  </a:lnTo>
                  <a:close/>
                </a:path>
                <a:path w="3810" h="246379">
                  <a:moveTo>
                    <a:pt x="3809" y="240030"/>
                  </a:moveTo>
                  <a:lnTo>
                    <a:pt x="0" y="240030"/>
                  </a:lnTo>
                  <a:lnTo>
                    <a:pt x="0" y="246379"/>
                  </a:lnTo>
                  <a:lnTo>
                    <a:pt x="1269" y="246379"/>
                  </a:lnTo>
                  <a:lnTo>
                    <a:pt x="1269" y="245109"/>
                  </a:lnTo>
                  <a:lnTo>
                    <a:pt x="3809" y="245109"/>
                  </a:lnTo>
                  <a:lnTo>
                    <a:pt x="3809" y="240030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1" name="object 1981"/>
            <p:cNvSpPr/>
            <p:nvPr/>
          </p:nvSpPr>
          <p:spPr>
            <a:xfrm>
              <a:off x="6355080" y="4912359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10" h="245110">
                  <a:moveTo>
                    <a:pt x="3810" y="240042"/>
                  </a:moveTo>
                  <a:lnTo>
                    <a:pt x="0" y="24004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0042"/>
                  </a:lnTo>
                  <a:close/>
                </a:path>
                <a:path w="3810" h="245110">
                  <a:moveTo>
                    <a:pt x="3810" y="233692"/>
                  </a:moveTo>
                  <a:lnTo>
                    <a:pt x="0" y="23369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3692"/>
                  </a:lnTo>
                  <a:close/>
                </a:path>
                <a:path w="3810" h="245110">
                  <a:moveTo>
                    <a:pt x="3810" y="227342"/>
                  </a:moveTo>
                  <a:lnTo>
                    <a:pt x="0" y="22734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7342"/>
                  </a:lnTo>
                  <a:close/>
                </a:path>
                <a:path w="3810" h="245110">
                  <a:moveTo>
                    <a:pt x="3810" y="220992"/>
                  </a:moveTo>
                  <a:lnTo>
                    <a:pt x="0" y="22099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0992"/>
                  </a:lnTo>
                  <a:close/>
                </a:path>
                <a:path w="3810" h="245110">
                  <a:moveTo>
                    <a:pt x="3810" y="24142"/>
                  </a:moveTo>
                  <a:lnTo>
                    <a:pt x="0" y="2414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4142"/>
                  </a:lnTo>
                  <a:close/>
                </a:path>
                <a:path w="3810" h="245110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45110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45110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45110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2" name="object 1982"/>
            <p:cNvSpPr/>
            <p:nvPr/>
          </p:nvSpPr>
          <p:spPr>
            <a:xfrm>
              <a:off x="6358890" y="4912359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10" h="245110">
                  <a:moveTo>
                    <a:pt x="381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10" h="245110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245110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245110">
                  <a:moveTo>
                    <a:pt x="381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7780"/>
                  </a:lnTo>
                  <a:close/>
                </a:path>
                <a:path w="3810" h="245110">
                  <a:moveTo>
                    <a:pt x="3810" y="24130"/>
                  </a:moveTo>
                  <a:lnTo>
                    <a:pt x="0" y="24130"/>
                  </a:lnTo>
                  <a:lnTo>
                    <a:pt x="0" y="220979"/>
                  </a:lnTo>
                  <a:lnTo>
                    <a:pt x="3810" y="220979"/>
                  </a:lnTo>
                  <a:lnTo>
                    <a:pt x="3810" y="24130"/>
                  </a:lnTo>
                  <a:close/>
                </a:path>
                <a:path w="3810" h="245110">
                  <a:moveTo>
                    <a:pt x="3810" y="220980"/>
                  </a:moveTo>
                  <a:lnTo>
                    <a:pt x="0" y="220980"/>
                  </a:lnTo>
                  <a:lnTo>
                    <a:pt x="0" y="227329"/>
                  </a:lnTo>
                  <a:lnTo>
                    <a:pt x="3810" y="227329"/>
                  </a:lnTo>
                  <a:lnTo>
                    <a:pt x="3810" y="220980"/>
                  </a:lnTo>
                  <a:close/>
                </a:path>
                <a:path w="3810" h="245110">
                  <a:moveTo>
                    <a:pt x="3810" y="227330"/>
                  </a:moveTo>
                  <a:lnTo>
                    <a:pt x="0" y="227330"/>
                  </a:lnTo>
                  <a:lnTo>
                    <a:pt x="0" y="233679"/>
                  </a:lnTo>
                  <a:lnTo>
                    <a:pt x="3810" y="233679"/>
                  </a:lnTo>
                  <a:lnTo>
                    <a:pt x="3810" y="227330"/>
                  </a:lnTo>
                  <a:close/>
                </a:path>
                <a:path w="3810" h="245110">
                  <a:moveTo>
                    <a:pt x="3810" y="233680"/>
                  </a:moveTo>
                  <a:lnTo>
                    <a:pt x="0" y="233680"/>
                  </a:lnTo>
                  <a:lnTo>
                    <a:pt x="0" y="240029"/>
                  </a:lnTo>
                  <a:lnTo>
                    <a:pt x="3810" y="240029"/>
                  </a:lnTo>
                  <a:lnTo>
                    <a:pt x="3810" y="233680"/>
                  </a:lnTo>
                  <a:close/>
                </a:path>
                <a:path w="3810" h="245110">
                  <a:moveTo>
                    <a:pt x="3810" y="240030"/>
                  </a:moveTo>
                  <a:lnTo>
                    <a:pt x="0" y="240030"/>
                  </a:lnTo>
                  <a:lnTo>
                    <a:pt x="0" y="245109"/>
                  </a:lnTo>
                  <a:lnTo>
                    <a:pt x="1270" y="245109"/>
                  </a:lnTo>
                  <a:lnTo>
                    <a:pt x="1270" y="243839"/>
                  </a:lnTo>
                  <a:lnTo>
                    <a:pt x="3810" y="243839"/>
                  </a:lnTo>
                  <a:lnTo>
                    <a:pt x="3810" y="240030"/>
                  </a:lnTo>
                  <a:close/>
                </a:path>
              </a:pathLst>
            </a:custGeom>
            <a:solidFill>
              <a:srgbClr val="97A6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3" name="object 1983"/>
            <p:cNvSpPr/>
            <p:nvPr/>
          </p:nvSpPr>
          <p:spPr>
            <a:xfrm>
              <a:off x="6362700" y="4912359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10" h="243839">
                  <a:moveTo>
                    <a:pt x="254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10" h="243839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243839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243839">
                  <a:moveTo>
                    <a:pt x="381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7780"/>
                  </a:lnTo>
                  <a:close/>
                </a:path>
                <a:path w="3810" h="243839">
                  <a:moveTo>
                    <a:pt x="3810" y="24130"/>
                  </a:moveTo>
                  <a:lnTo>
                    <a:pt x="0" y="24130"/>
                  </a:lnTo>
                  <a:lnTo>
                    <a:pt x="0" y="220979"/>
                  </a:lnTo>
                  <a:lnTo>
                    <a:pt x="3810" y="220979"/>
                  </a:lnTo>
                  <a:lnTo>
                    <a:pt x="3810" y="24130"/>
                  </a:lnTo>
                  <a:close/>
                </a:path>
                <a:path w="3810" h="243839">
                  <a:moveTo>
                    <a:pt x="3810" y="220980"/>
                  </a:moveTo>
                  <a:lnTo>
                    <a:pt x="0" y="220980"/>
                  </a:lnTo>
                  <a:lnTo>
                    <a:pt x="0" y="227329"/>
                  </a:lnTo>
                  <a:lnTo>
                    <a:pt x="3810" y="227329"/>
                  </a:lnTo>
                  <a:lnTo>
                    <a:pt x="3810" y="220980"/>
                  </a:lnTo>
                  <a:close/>
                </a:path>
                <a:path w="3810" h="243839">
                  <a:moveTo>
                    <a:pt x="3810" y="227330"/>
                  </a:moveTo>
                  <a:lnTo>
                    <a:pt x="0" y="227330"/>
                  </a:lnTo>
                  <a:lnTo>
                    <a:pt x="0" y="233679"/>
                  </a:lnTo>
                  <a:lnTo>
                    <a:pt x="3810" y="233679"/>
                  </a:lnTo>
                  <a:lnTo>
                    <a:pt x="3810" y="227330"/>
                  </a:lnTo>
                  <a:close/>
                </a:path>
                <a:path w="3810" h="243839">
                  <a:moveTo>
                    <a:pt x="3810" y="233680"/>
                  </a:moveTo>
                  <a:lnTo>
                    <a:pt x="0" y="233680"/>
                  </a:lnTo>
                  <a:lnTo>
                    <a:pt x="0" y="240029"/>
                  </a:lnTo>
                  <a:lnTo>
                    <a:pt x="3810" y="240029"/>
                  </a:lnTo>
                  <a:lnTo>
                    <a:pt x="3810" y="233680"/>
                  </a:lnTo>
                  <a:close/>
                </a:path>
                <a:path w="3810" h="243839">
                  <a:moveTo>
                    <a:pt x="3810" y="240030"/>
                  </a:moveTo>
                  <a:lnTo>
                    <a:pt x="0" y="240030"/>
                  </a:lnTo>
                  <a:lnTo>
                    <a:pt x="0" y="243839"/>
                  </a:lnTo>
                  <a:lnTo>
                    <a:pt x="3810" y="243839"/>
                  </a:lnTo>
                  <a:lnTo>
                    <a:pt x="3810" y="240030"/>
                  </a:lnTo>
                  <a:close/>
                </a:path>
              </a:pathLst>
            </a:custGeom>
            <a:solidFill>
              <a:srgbClr val="99A8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4" name="object 1984"/>
            <p:cNvSpPr/>
            <p:nvPr/>
          </p:nvSpPr>
          <p:spPr>
            <a:xfrm>
              <a:off x="6366510" y="4913630"/>
              <a:ext cx="3810" cy="242570"/>
            </a:xfrm>
            <a:custGeom>
              <a:avLst/>
              <a:gdLst/>
              <a:ahLst/>
              <a:cxnLst/>
              <a:rect l="l" t="t" r="r" b="b"/>
              <a:pathLst>
                <a:path w="3810" h="242570">
                  <a:moveTo>
                    <a:pt x="3810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8772"/>
                  </a:lnTo>
                  <a:close/>
                </a:path>
                <a:path w="3810" h="242570">
                  <a:moveTo>
                    <a:pt x="3810" y="232422"/>
                  </a:moveTo>
                  <a:lnTo>
                    <a:pt x="0" y="23242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2422"/>
                  </a:lnTo>
                  <a:close/>
                </a:path>
                <a:path w="3810" h="242570">
                  <a:moveTo>
                    <a:pt x="381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6072"/>
                  </a:lnTo>
                  <a:close/>
                </a:path>
                <a:path w="3810" h="242570">
                  <a:moveTo>
                    <a:pt x="3810" y="219722"/>
                  </a:moveTo>
                  <a:lnTo>
                    <a:pt x="0" y="21972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19722"/>
                  </a:lnTo>
                  <a:close/>
                </a:path>
                <a:path w="3810" h="242570">
                  <a:moveTo>
                    <a:pt x="3810" y="22872"/>
                  </a:moveTo>
                  <a:lnTo>
                    <a:pt x="0" y="2287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2872"/>
                  </a:lnTo>
                  <a:close/>
                </a:path>
                <a:path w="3810" h="242570">
                  <a:moveTo>
                    <a:pt x="3810" y="16522"/>
                  </a:moveTo>
                  <a:lnTo>
                    <a:pt x="0" y="1652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22"/>
                  </a:lnTo>
                  <a:close/>
                </a:path>
                <a:path w="3810" h="242570">
                  <a:moveTo>
                    <a:pt x="381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72"/>
                  </a:lnTo>
                  <a:close/>
                </a:path>
                <a:path w="3810" h="242570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10" h="242570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CA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5" name="object 1985"/>
            <p:cNvSpPr/>
            <p:nvPr/>
          </p:nvSpPr>
          <p:spPr>
            <a:xfrm>
              <a:off x="6370320" y="4913630"/>
              <a:ext cx="2540" cy="242570"/>
            </a:xfrm>
            <a:custGeom>
              <a:avLst/>
              <a:gdLst/>
              <a:ahLst/>
              <a:cxnLst/>
              <a:rect l="l" t="t" r="r" b="b"/>
              <a:pathLst>
                <a:path w="2539" h="242570">
                  <a:moveTo>
                    <a:pt x="126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39" y="3810"/>
                  </a:lnTo>
                  <a:lnTo>
                    <a:pt x="2539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2539" h="242570">
                  <a:moveTo>
                    <a:pt x="253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2539" y="10160"/>
                  </a:lnTo>
                  <a:lnTo>
                    <a:pt x="2539" y="3810"/>
                  </a:lnTo>
                  <a:close/>
                </a:path>
                <a:path w="2539" h="242570">
                  <a:moveTo>
                    <a:pt x="253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2539" y="16510"/>
                  </a:lnTo>
                  <a:lnTo>
                    <a:pt x="2539" y="10160"/>
                  </a:lnTo>
                  <a:close/>
                </a:path>
                <a:path w="2539" h="242570">
                  <a:moveTo>
                    <a:pt x="2539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2539" y="22860"/>
                  </a:lnTo>
                  <a:lnTo>
                    <a:pt x="2539" y="16510"/>
                  </a:lnTo>
                  <a:close/>
                </a:path>
                <a:path w="2539" h="242570">
                  <a:moveTo>
                    <a:pt x="2539" y="22860"/>
                  </a:moveTo>
                  <a:lnTo>
                    <a:pt x="0" y="22860"/>
                  </a:lnTo>
                  <a:lnTo>
                    <a:pt x="0" y="219710"/>
                  </a:lnTo>
                  <a:lnTo>
                    <a:pt x="2539" y="219710"/>
                  </a:lnTo>
                  <a:lnTo>
                    <a:pt x="2539" y="22860"/>
                  </a:lnTo>
                  <a:close/>
                </a:path>
                <a:path w="2539" h="242570">
                  <a:moveTo>
                    <a:pt x="2539" y="219710"/>
                  </a:moveTo>
                  <a:lnTo>
                    <a:pt x="0" y="219710"/>
                  </a:lnTo>
                  <a:lnTo>
                    <a:pt x="0" y="226060"/>
                  </a:lnTo>
                  <a:lnTo>
                    <a:pt x="2539" y="226060"/>
                  </a:lnTo>
                  <a:lnTo>
                    <a:pt x="2539" y="219710"/>
                  </a:lnTo>
                  <a:close/>
                </a:path>
                <a:path w="2539" h="242570">
                  <a:moveTo>
                    <a:pt x="2539" y="226060"/>
                  </a:moveTo>
                  <a:lnTo>
                    <a:pt x="0" y="226060"/>
                  </a:lnTo>
                  <a:lnTo>
                    <a:pt x="0" y="232410"/>
                  </a:lnTo>
                  <a:lnTo>
                    <a:pt x="2539" y="232410"/>
                  </a:lnTo>
                  <a:lnTo>
                    <a:pt x="2539" y="226060"/>
                  </a:lnTo>
                  <a:close/>
                </a:path>
                <a:path w="2539" h="242570">
                  <a:moveTo>
                    <a:pt x="2539" y="232410"/>
                  </a:moveTo>
                  <a:lnTo>
                    <a:pt x="0" y="232410"/>
                  </a:lnTo>
                  <a:lnTo>
                    <a:pt x="0" y="238760"/>
                  </a:lnTo>
                  <a:lnTo>
                    <a:pt x="2539" y="238760"/>
                  </a:lnTo>
                  <a:lnTo>
                    <a:pt x="2539" y="232410"/>
                  </a:lnTo>
                  <a:close/>
                </a:path>
                <a:path w="2539" h="242570">
                  <a:moveTo>
                    <a:pt x="2539" y="238760"/>
                  </a:moveTo>
                  <a:lnTo>
                    <a:pt x="0" y="238760"/>
                  </a:lnTo>
                  <a:lnTo>
                    <a:pt x="0" y="242570"/>
                  </a:lnTo>
                  <a:lnTo>
                    <a:pt x="1269" y="242570"/>
                  </a:lnTo>
                  <a:lnTo>
                    <a:pt x="1269" y="241300"/>
                  </a:lnTo>
                  <a:lnTo>
                    <a:pt x="2539" y="241300"/>
                  </a:lnTo>
                  <a:lnTo>
                    <a:pt x="2539" y="238760"/>
                  </a:lnTo>
                  <a:close/>
                </a:path>
              </a:pathLst>
            </a:custGeom>
            <a:solidFill>
              <a:srgbClr val="9FA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6" name="object 1986"/>
            <p:cNvSpPr/>
            <p:nvPr/>
          </p:nvSpPr>
          <p:spPr>
            <a:xfrm>
              <a:off x="6372860" y="4914900"/>
              <a:ext cx="3810" cy="240029"/>
            </a:xfrm>
            <a:custGeom>
              <a:avLst/>
              <a:gdLst/>
              <a:ahLst/>
              <a:cxnLst/>
              <a:rect l="l" t="t" r="r" b="b"/>
              <a:pathLst>
                <a:path w="3810" h="240029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240029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10" h="240029">
                  <a:moveTo>
                    <a:pt x="381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8890"/>
                  </a:lnTo>
                  <a:close/>
                </a:path>
                <a:path w="3810" h="240029">
                  <a:moveTo>
                    <a:pt x="3810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5240"/>
                  </a:lnTo>
                  <a:close/>
                </a:path>
                <a:path w="3810" h="240029">
                  <a:moveTo>
                    <a:pt x="3810" y="21590"/>
                  </a:moveTo>
                  <a:lnTo>
                    <a:pt x="0" y="21590"/>
                  </a:lnTo>
                  <a:lnTo>
                    <a:pt x="0" y="218439"/>
                  </a:lnTo>
                  <a:lnTo>
                    <a:pt x="3810" y="218439"/>
                  </a:lnTo>
                  <a:lnTo>
                    <a:pt x="3810" y="21590"/>
                  </a:lnTo>
                  <a:close/>
                </a:path>
                <a:path w="3810" h="240029">
                  <a:moveTo>
                    <a:pt x="3810" y="218440"/>
                  </a:moveTo>
                  <a:lnTo>
                    <a:pt x="0" y="218440"/>
                  </a:lnTo>
                  <a:lnTo>
                    <a:pt x="0" y="224789"/>
                  </a:lnTo>
                  <a:lnTo>
                    <a:pt x="3810" y="224789"/>
                  </a:lnTo>
                  <a:lnTo>
                    <a:pt x="3810" y="218440"/>
                  </a:lnTo>
                  <a:close/>
                </a:path>
                <a:path w="3810" h="240029">
                  <a:moveTo>
                    <a:pt x="3810" y="224790"/>
                  </a:moveTo>
                  <a:lnTo>
                    <a:pt x="0" y="224790"/>
                  </a:lnTo>
                  <a:lnTo>
                    <a:pt x="0" y="231139"/>
                  </a:lnTo>
                  <a:lnTo>
                    <a:pt x="3810" y="231139"/>
                  </a:lnTo>
                  <a:lnTo>
                    <a:pt x="3810" y="224790"/>
                  </a:lnTo>
                  <a:close/>
                </a:path>
                <a:path w="3810" h="240029">
                  <a:moveTo>
                    <a:pt x="3810" y="231140"/>
                  </a:moveTo>
                  <a:lnTo>
                    <a:pt x="0" y="231140"/>
                  </a:lnTo>
                  <a:lnTo>
                    <a:pt x="0" y="237489"/>
                  </a:lnTo>
                  <a:lnTo>
                    <a:pt x="3810" y="237489"/>
                  </a:lnTo>
                  <a:lnTo>
                    <a:pt x="3810" y="231140"/>
                  </a:lnTo>
                  <a:close/>
                </a:path>
                <a:path w="3810" h="240029">
                  <a:moveTo>
                    <a:pt x="3810" y="237490"/>
                  </a:moveTo>
                  <a:lnTo>
                    <a:pt x="0" y="237490"/>
                  </a:lnTo>
                  <a:lnTo>
                    <a:pt x="0" y="240030"/>
                  </a:lnTo>
                  <a:lnTo>
                    <a:pt x="2539" y="240030"/>
                  </a:lnTo>
                  <a:lnTo>
                    <a:pt x="2539" y="238760"/>
                  </a:lnTo>
                  <a:lnTo>
                    <a:pt x="3810" y="238760"/>
                  </a:lnTo>
                  <a:lnTo>
                    <a:pt x="3810" y="237490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7" name="object 1987"/>
            <p:cNvSpPr/>
            <p:nvPr/>
          </p:nvSpPr>
          <p:spPr>
            <a:xfrm>
              <a:off x="6376670" y="4914900"/>
              <a:ext cx="3810" cy="238760"/>
            </a:xfrm>
            <a:custGeom>
              <a:avLst/>
              <a:gdLst/>
              <a:ahLst/>
              <a:cxnLst/>
              <a:rect l="l" t="t" r="r" b="b"/>
              <a:pathLst>
                <a:path w="3810" h="238760">
                  <a:moveTo>
                    <a:pt x="3810" y="237502"/>
                  </a:moveTo>
                  <a:lnTo>
                    <a:pt x="0" y="23750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7502"/>
                  </a:lnTo>
                  <a:close/>
                </a:path>
                <a:path w="3810" h="238760">
                  <a:moveTo>
                    <a:pt x="3810" y="231152"/>
                  </a:moveTo>
                  <a:lnTo>
                    <a:pt x="0" y="23115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1152"/>
                  </a:lnTo>
                  <a:close/>
                </a:path>
                <a:path w="3810" h="238760">
                  <a:moveTo>
                    <a:pt x="3810" y="224802"/>
                  </a:moveTo>
                  <a:lnTo>
                    <a:pt x="0" y="22480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4802"/>
                  </a:lnTo>
                  <a:close/>
                </a:path>
                <a:path w="3810" h="238760">
                  <a:moveTo>
                    <a:pt x="3810" y="218452"/>
                  </a:moveTo>
                  <a:lnTo>
                    <a:pt x="0" y="21845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18452"/>
                  </a:lnTo>
                  <a:close/>
                </a:path>
                <a:path w="3810" h="238760">
                  <a:moveTo>
                    <a:pt x="3810" y="21602"/>
                  </a:moveTo>
                  <a:lnTo>
                    <a:pt x="0" y="21602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602"/>
                  </a:lnTo>
                  <a:close/>
                </a:path>
                <a:path w="3810" h="238760">
                  <a:moveTo>
                    <a:pt x="3810" y="15252"/>
                  </a:moveTo>
                  <a:lnTo>
                    <a:pt x="0" y="1525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5252"/>
                  </a:lnTo>
                  <a:close/>
                </a:path>
                <a:path w="3810" h="238760">
                  <a:moveTo>
                    <a:pt x="381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8902"/>
                  </a:lnTo>
                  <a:close/>
                </a:path>
                <a:path w="3810" h="238760">
                  <a:moveTo>
                    <a:pt x="381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2552"/>
                  </a:lnTo>
                  <a:close/>
                </a:path>
                <a:path w="3810" h="23876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8" name="object 1988"/>
            <p:cNvSpPr/>
            <p:nvPr/>
          </p:nvSpPr>
          <p:spPr>
            <a:xfrm>
              <a:off x="6380480" y="4914900"/>
              <a:ext cx="3810" cy="238760"/>
            </a:xfrm>
            <a:custGeom>
              <a:avLst/>
              <a:gdLst/>
              <a:ahLst/>
              <a:cxnLst/>
              <a:rect l="l" t="t" r="r" b="b"/>
              <a:pathLst>
                <a:path w="3810" h="238760">
                  <a:moveTo>
                    <a:pt x="127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10" h="238760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10" h="238760">
                  <a:moveTo>
                    <a:pt x="381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8890"/>
                  </a:lnTo>
                  <a:close/>
                </a:path>
                <a:path w="3810" h="238760">
                  <a:moveTo>
                    <a:pt x="3810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5240"/>
                  </a:lnTo>
                  <a:close/>
                </a:path>
                <a:path w="3810" h="238760">
                  <a:moveTo>
                    <a:pt x="3810" y="21590"/>
                  </a:moveTo>
                  <a:lnTo>
                    <a:pt x="0" y="21590"/>
                  </a:lnTo>
                  <a:lnTo>
                    <a:pt x="0" y="218439"/>
                  </a:lnTo>
                  <a:lnTo>
                    <a:pt x="3810" y="218439"/>
                  </a:lnTo>
                  <a:lnTo>
                    <a:pt x="3810" y="21590"/>
                  </a:lnTo>
                  <a:close/>
                </a:path>
                <a:path w="3810" h="238760">
                  <a:moveTo>
                    <a:pt x="3810" y="218440"/>
                  </a:moveTo>
                  <a:lnTo>
                    <a:pt x="0" y="218440"/>
                  </a:lnTo>
                  <a:lnTo>
                    <a:pt x="0" y="224789"/>
                  </a:lnTo>
                  <a:lnTo>
                    <a:pt x="3810" y="224789"/>
                  </a:lnTo>
                  <a:lnTo>
                    <a:pt x="3810" y="218440"/>
                  </a:lnTo>
                  <a:close/>
                </a:path>
                <a:path w="3810" h="238760">
                  <a:moveTo>
                    <a:pt x="3810" y="224790"/>
                  </a:moveTo>
                  <a:lnTo>
                    <a:pt x="0" y="224790"/>
                  </a:lnTo>
                  <a:lnTo>
                    <a:pt x="0" y="231139"/>
                  </a:lnTo>
                  <a:lnTo>
                    <a:pt x="3810" y="231139"/>
                  </a:lnTo>
                  <a:lnTo>
                    <a:pt x="3810" y="224790"/>
                  </a:lnTo>
                  <a:close/>
                </a:path>
                <a:path w="3810" h="238760">
                  <a:moveTo>
                    <a:pt x="3810" y="231140"/>
                  </a:moveTo>
                  <a:lnTo>
                    <a:pt x="0" y="231140"/>
                  </a:lnTo>
                  <a:lnTo>
                    <a:pt x="0" y="237489"/>
                  </a:lnTo>
                  <a:lnTo>
                    <a:pt x="3810" y="237489"/>
                  </a:lnTo>
                  <a:lnTo>
                    <a:pt x="3810" y="231140"/>
                  </a:lnTo>
                  <a:close/>
                </a:path>
                <a:path w="3810" h="238760">
                  <a:moveTo>
                    <a:pt x="2540" y="237490"/>
                  </a:moveTo>
                  <a:lnTo>
                    <a:pt x="0" y="237490"/>
                  </a:lnTo>
                  <a:lnTo>
                    <a:pt x="0" y="238760"/>
                  </a:lnTo>
                  <a:lnTo>
                    <a:pt x="2540" y="238760"/>
                  </a:lnTo>
                  <a:lnTo>
                    <a:pt x="2540" y="237490"/>
                  </a:lnTo>
                  <a:close/>
                </a:path>
              </a:pathLst>
            </a:custGeom>
            <a:solidFill>
              <a:srgbClr val="A7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9" name="object 1989"/>
            <p:cNvSpPr/>
            <p:nvPr/>
          </p:nvSpPr>
          <p:spPr>
            <a:xfrm>
              <a:off x="6384290" y="4916169"/>
              <a:ext cx="3810" cy="236220"/>
            </a:xfrm>
            <a:custGeom>
              <a:avLst/>
              <a:gdLst/>
              <a:ahLst/>
              <a:cxnLst/>
              <a:rect l="l" t="t" r="r" b="b"/>
              <a:pathLst>
                <a:path w="3810" h="236220">
                  <a:moveTo>
                    <a:pt x="3810" y="229882"/>
                  </a:moveTo>
                  <a:lnTo>
                    <a:pt x="0" y="22988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29882"/>
                  </a:lnTo>
                  <a:close/>
                </a:path>
                <a:path w="3810" h="236220">
                  <a:moveTo>
                    <a:pt x="3810" y="223532"/>
                  </a:moveTo>
                  <a:lnTo>
                    <a:pt x="0" y="22353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3532"/>
                  </a:lnTo>
                  <a:close/>
                </a:path>
                <a:path w="3810" h="236220">
                  <a:moveTo>
                    <a:pt x="3810" y="217182"/>
                  </a:moveTo>
                  <a:lnTo>
                    <a:pt x="0" y="21718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7182"/>
                  </a:lnTo>
                  <a:close/>
                </a:path>
                <a:path w="3810" h="236220">
                  <a:moveTo>
                    <a:pt x="3810" y="20332"/>
                  </a:moveTo>
                  <a:lnTo>
                    <a:pt x="0" y="2033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20332"/>
                  </a:lnTo>
                  <a:close/>
                </a:path>
                <a:path w="3810" h="23622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3622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3622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3622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0" name="object 1990"/>
            <p:cNvSpPr/>
            <p:nvPr/>
          </p:nvSpPr>
          <p:spPr>
            <a:xfrm>
              <a:off x="6388100" y="4916169"/>
              <a:ext cx="3810" cy="236220"/>
            </a:xfrm>
            <a:custGeom>
              <a:avLst/>
              <a:gdLst/>
              <a:ahLst/>
              <a:cxnLst/>
              <a:rect l="l" t="t" r="r" b="b"/>
              <a:pathLst>
                <a:path w="3810" h="236220">
                  <a:moveTo>
                    <a:pt x="12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3810" h="236220">
                  <a:moveTo>
                    <a:pt x="3810" y="229882"/>
                  </a:moveTo>
                  <a:lnTo>
                    <a:pt x="0" y="22988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29882"/>
                  </a:lnTo>
                  <a:close/>
                </a:path>
                <a:path w="3810" h="236220">
                  <a:moveTo>
                    <a:pt x="3810" y="223532"/>
                  </a:moveTo>
                  <a:lnTo>
                    <a:pt x="0" y="22353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3532"/>
                  </a:lnTo>
                  <a:close/>
                </a:path>
                <a:path w="3810" h="236220">
                  <a:moveTo>
                    <a:pt x="3810" y="217182"/>
                  </a:moveTo>
                  <a:lnTo>
                    <a:pt x="0" y="21718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7182"/>
                  </a:lnTo>
                  <a:close/>
                </a:path>
                <a:path w="3810" h="236220">
                  <a:moveTo>
                    <a:pt x="3810" y="20332"/>
                  </a:moveTo>
                  <a:lnTo>
                    <a:pt x="0" y="2033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20332"/>
                  </a:lnTo>
                  <a:close/>
                </a:path>
                <a:path w="3810" h="23622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3622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3622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1" name="object 1991"/>
            <p:cNvSpPr/>
            <p:nvPr/>
          </p:nvSpPr>
          <p:spPr>
            <a:xfrm>
              <a:off x="6391910" y="4917439"/>
              <a:ext cx="3810" cy="234950"/>
            </a:xfrm>
            <a:custGeom>
              <a:avLst/>
              <a:gdLst/>
              <a:ahLst/>
              <a:cxnLst/>
              <a:rect l="l" t="t" r="r" b="b"/>
              <a:pathLst>
                <a:path w="3810" h="234950">
                  <a:moveTo>
                    <a:pt x="126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3810" h="234950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10" h="234950">
                  <a:moveTo>
                    <a:pt x="381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2699"/>
                  </a:lnTo>
                  <a:close/>
                </a:path>
                <a:path w="3810" h="234950">
                  <a:moveTo>
                    <a:pt x="3810" y="19049"/>
                  </a:moveTo>
                  <a:lnTo>
                    <a:pt x="0" y="19049"/>
                  </a:lnTo>
                  <a:lnTo>
                    <a:pt x="0" y="215899"/>
                  </a:lnTo>
                  <a:lnTo>
                    <a:pt x="3810" y="215899"/>
                  </a:lnTo>
                  <a:lnTo>
                    <a:pt x="3810" y="19049"/>
                  </a:lnTo>
                  <a:close/>
                </a:path>
                <a:path w="3810" h="234950">
                  <a:moveTo>
                    <a:pt x="3810" y="215899"/>
                  </a:moveTo>
                  <a:lnTo>
                    <a:pt x="0" y="215899"/>
                  </a:lnTo>
                  <a:lnTo>
                    <a:pt x="0" y="222249"/>
                  </a:lnTo>
                  <a:lnTo>
                    <a:pt x="3810" y="222249"/>
                  </a:lnTo>
                  <a:lnTo>
                    <a:pt x="3810" y="215899"/>
                  </a:lnTo>
                  <a:close/>
                </a:path>
                <a:path w="3810" h="234950">
                  <a:moveTo>
                    <a:pt x="3810" y="222249"/>
                  </a:moveTo>
                  <a:lnTo>
                    <a:pt x="0" y="22224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2249"/>
                  </a:lnTo>
                  <a:close/>
                </a:path>
                <a:path w="3810" h="234950">
                  <a:moveTo>
                    <a:pt x="3810" y="228599"/>
                  </a:moveTo>
                  <a:lnTo>
                    <a:pt x="0" y="228599"/>
                  </a:lnTo>
                  <a:lnTo>
                    <a:pt x="0" y="234949"/>
                  </a:lnTo>
                  <a:lnTo>
                    <a:pt x="1269" y="234949"/>
                  </a:lnTo>
                  <a:lnTo>
                    <a:pt x="1269" y="233679"/>
                  </a:lnTo>
                  <a:lnTo>
                    <a:pt x="3810" y="233679"/>
                  </a:lnTo>
                  <a:lnTo>
                    <a:pt x="3810" y="228599"/>
                  </a:lnTo>
                  <a:close/>
                </a:path>
              </a:pathLst>
            </a:custGeom>
            <a:solidFill>
              <a:srgbClr val="AEBA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2" name="object 1992"/>
            <p:cNvSpPr/>
            <p:nvPr/>
          </p:nvSpPr>
          <p:spPr>
            <a:xfrm>
              <a:off x="6395720" y="4918709"/>
              <a:ext cx="3810" cy="232410"/>
            </a:xfrm>
            <a:custGeom>
              <a:avLst/>
              <a:gdLst/>
              <a:ahLst/>
              <a:cxnLst/>
              <a:rect l="l" t="t" r="r" b="b"/>
              <a:pathLst>
                <a:path w="3810" h="232410">
                  <a:moveTo>
                    <a:pt x="380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0"/>
                  </a:lnTo>
                  <a:close/>
                </a:path>
                <a:path w="3810" h="232410">
                  <a:moveTo>
                    <a:pt x="380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5080"/>
                  </a:lnTo>
                  <a:close/>
                </a:path>
                <a:path w="3810" h="232410">
                  <a:moveTo>
                    <a:pt x="380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1430"/>
                  </a:lnTo>
                  <a:close/>
                </a:path>
                <a:path w="3810" h="232410">
                  <a:moveTo>
                    <a:pt x="3809" y="17780"/>
                  </a:moveTo>
                  <a:lnTo>
                    <a:pt x="0" y="17780"/>
                  </a:lnTo>
                  <a:lnTo>
                    <a:pt x="0" y="214629"/>
                  </a:lnTo>
                  <a:lnTo>
                    <a:pt x="3809" y="214629"/>
                  </a:lnTo>
                  <a:lnTo>
                    <a:pt x="3809" y="17780"/>
                  </a:lnTo>
                  <a:close/>
                </a:path>
                <a:path w="3810" h="232410">
                  <a:moveTo>
                    <a:pt x="3809" y="214630"/>
                  </a:moveTo>
                  <a:lnTo>
                    <a:pt x="0" y="214630"/>
                  </a:lnTo>
                  <a:lnTo>
                    <a:pt x="0" y="220979"/>
                  </a:lnTo>
                  <a:lnTo>
                    <a:pt x="3809" y="220979"/>
                  </a:lnTo>
                  <a:lnTo>
                    <a:pt x="3809" y="214630"/>
                  </a:lnTo>
                  <a:close/>
                </a:path>
                <a:path w="3810" h="232410">
                  <a:moveTo>
                    <a:pt x="3809" y="220980"/>
                  </a:moveTo>
                  <a:lnTo>
                    <a:pt x="0" y="220980"/>
                  </a:lnTo>
                  <a:lnTo>
                    <a:pt x="0" y="227329"/>
                  </a:lnTo>
                  <a:lnTo>
                    <a:pt x="3809" y="227329"/>
                  </a:lnTo>
                  <a:lnTo>
                    <a:pt x="3809" y="220980"/>
                  </a:lnTo>
                  <a:close/>
                </a:path>
                <a:path w="3810" h="232410">
                  <a:moveTo>
                    <a:pt x="3809" y="227330"/>
                  </a:moveTo>
                  <a:lnTo>
                    <a:pt x="0" y="227330"/>
                  </a:lnTo>
                  <a:lnTo>
                    <a:pt x="0" y="232409"/>
                  </a:lnTo>
                  <a:lnTo>
                    <a:pt x="1269" y="232409"/>
                  </a:lnTo>
                  <a:lnTo>
                    <a:pt x="1269" y="231139"/>
                  </a:lnTo>
                  <a:lnTo>
                    <a:pt x="3809" y="231139"/>
                  </a:lnTo>
                  <a:lnTo>
                    <a:pt x="3809" y="227330"/>
                  </a:lnTo>
                  <a:close/>
                </a:path>
              </a:pathLst>
            </a:custGeom>
            <a:solidFill>
              <a:srgbClr val="B1BD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3" name="object 1993"/>
            <p:cNvSpPr/>
            <p:nvPr/>
          </p:nvSpPr>
          <p:spPr>
            <a:xfrm>
              <a:off x="6399530" y="4919980"/>
              <a:ext cx="2540" cy="229870"/>
            </a:xfrm>
            <a:custGeom>
              <a:avLst/>
              <a:gdLst/>
              <a:ahLst/>
              <a:cxnLst/>
              <a:rect l="l" t="t" r="r" b="b"/>
              <a:pathLst>
                <a:path w="2539" h="229870">
                  <a:moveTo>
                    <a:pt x="254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2540" y="229870"/>
                  </a:lnTo>
                  <a:lnTo>
                    <a:pt x="2540" y="226072"/>
                  </a:lnTo>
                  <a:close/>
                </a:path>
                <a:path w="2539" h="229870">
                  <a:moveTo>
                    <a:pt x="2540" y="219722"/>
                  </a:moveTo>
                  <a:lnTo>
                    <a:pt x="0" y="219722"/>
                  </a:lnTo>
                  <a:lnTo>
                    <a:pt x="0" y="226060"/>
                  </a:lnTo>
                  <a:lnTo>
                    <a:pt x="2540" y="226060"/>
                  </a:lnTo>
                  <a:lnTo>
                    <a:pt x="2540" y="219722"/>
                  </a:lnTo>
                  <a:close/>
                </a:path>
                <a:path w="2539" h="229870">
                  <a:moveTo>
                    <a:pt x="2540" y="213372"/>
                  </a:moveTo>
                  <a:lnTo>
                    <a:pt x="0" y="213372"/>
                  </a:lnTo>
                  <a:lnTo>
                    <a:pt x="0" y="219710"/>
                  </a:lnTo>
                  <a:lnTo>
                    <a:pt x="2540" y="219710"/>
                  </a:lnTo>
                  <a:lnTo>
                    <a:pt x="2540" y="213372"/>
                  </a:lnTo>
                  <a:close/>
                </a:path>
                <a:path w="2539" h="229870">
                  <a:moveTo>
                    <a:pt x="2540" y="16522"/>
                  </a:moveTo>
                  <a:lnTo>
                    <a:pt x="0" y="16522"/>
                  </a:lnTo>
                  <a:lnTo>
                    <a:pt x="0" y="213360"/>
                  </a:lnTo>
                  <a:lnTo>
                    <a:pt x="2540" y="213360"/>
                  </a:lnTo>
                  <a:lnTo>
                    <a:pt x="2540" y="16522"/>
                  </a:lnTo>
                  <a:close/>
                </a:path>
                <a:path w="2539" h="229870">
                  <a:moveTo>
                    <a:pt x="254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2540" y="16510"/>
                  </a:lnTo>
                  <a:lnTo>
                    <a:pt x="2540" y="10172"/>
                  </a:lnTo>
                  <a:close/>
                </a:path>
                <a:path w="2539" h="229870">
                  <a:moveTo>
                    <a:pt x="254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2540" y="10160"/>
                  </a:lnTo>
                  <a:lnTo>
                    <a:pt x="2540" y="3822"/>
                  </a:lnTo>
                  <a:close/>
                </a:path>
                <a:path w="2539" h="229870">
                  <a:moveTo>
                    <a:pt x="254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40" y="381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B4BF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4" name="object 1994"/>
            <p:cNvSpPr/>
            <p:nvPr/>
          </p:nvSpPr>
          <p:spPr>
            <a:xfrm>
              <a:off x="6402070" y="4919980"/>
              <a:ext cx="3810" cy="228600"/>
            </a:xfrm>
            <a:custGeom>
              <a:avLst/>
              <a:gdLst/>
              <a:ahLst/>
              <a:cxnLst/>
              <a:rect l="l" t="t" r="r" b="b"/>
              <a:pathLst>
                <a:path w="3810" h="228600">
                  <a:moveTo>
                    <a:pt x="126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3810" h="228600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10" h="228600">
                  <a:moveTo>
                    <a:pt x="380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0160"/>
                  </a:lnTo>
                  <a:close/>
                </a:path>
                <a:path w="3810" h="228600">
                  <a:moveTo>
                    <a:pt x="3809" y="16510"/>
                  </a:moveTo>
                  <a:lnTo>
                    <a:pt x="0" y="16510"/>
                  </a:lnTo>
                  <a:lnTo>
                    <a:pt x="0" y="213360"/>
                  </a:lnTo>
                  <a:lnTo>
                    <a:pt x="3809" y="213360"/>
                  </a:lnTo>
                  <a:lnTo>
                    <a:pt x="3809" y="16510"/>
                  </a:lnTo>
                  <a:close/>
                </a:path>
                <a:path w="3810" h="228600">
                  <a:moveTo>
                    <a:pt x="3809" y="213360"/>
                  </a:moveTo>
                  <a:lnTo>
                    <a:pt x="0" y="213360"/>
                  </a:lnTo>
                  <a:lnTo>
                    <a:pt x="0" y="219710"/>
                  </a:lnTo>
                  <a:lnTo>
                    <a:pt x="3809" y="219710"/>
                  </a:lnTo>
                  <a:lnTo>
                    <a:pt x="3809" y="213360"/>
                  </a:lnTo>
                  <a:close/>
                </a:path>
                <a:path w="3810" h="228600">
                  <a:moveTo>
                    <a:pt x="3809" y="219710"/>
                  </a:moveTo>
                  <a:lnTo>
                    <a:pt x="0" y="219710"/>
                  </a:lnTo>
                  <a:lnTo>
                    <a:pt x="0" y="226060"/>
                  </a:lnTo>
                  <a:lnTo>
                    <a:pt x="3809" y="226060"/>
                  </a:lnTo>
                  <a:lnTo>
                    <a:pt x="3809" y="219710"/>
                  </a:lnTo>
                  <a:close/>
                </a:path>
                <a:path w="3810" h="228600">
                  <a:moveTo>
                    <a:pt x="3809" y="226060"/>
                  </a:moveTo>
                  <a:lnTo>
                    <a:pt x="0" y="226060"/>
                  </a:lnTo>
                  <a:lnTo>
                    <a:pt x="0" y="228600"/>
                  </a:lnTo>
                  <a:lnTo>
                    <a:pt x="3809" y="228600"/>
                  </a:lnTo>
                  <a:lnTo>
                    <a:pt x="3809" y="226060"/>
                  </a:lnTo>
                  <a:close/>
                </a:path>
              </a:pathLst>
            </a:custGeom>
            <a:solidFill>
              <a:srgbClr val="B6C1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5" name="object 1995"/>
            <p:cNvSpPr/>
            <p:nvPr/>
          </p:nvSpPr>
          <p:spPr>
            <a:xfrm>
              <a:off x="6405880" y="4921250"/>
              <a:ext cx="3810" cy="227329"/>
            </a:xfrm>
            <a:custGeom>
              <a:avLst/>
              <a:gdLst/>
              <a:ahLst/>
              <a:cxnLst/>
              <a:rect l="l" t="t" r="r" b="b"/>
              <a:pathLst>
                <a:path w="3810" h="227329">
                  <a:moveTo>
                    <a:pt x="254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10" h="227329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10" h="227329">
                  <a:moveTo>
                    <a:pt x="381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8890"/>
                  </a:lnTo>
                  <a:close/>
                </a:path>
                <a:path w="3810" h="227329">
                  <a:moveTo>
                    <a:pt x="3810" y="15240"/>
                  </a:moveTo>
                  <a:lnTo>
                    <a:pt x="0" y="15240"/>
                  </a:lnTo>
                  <a:lnTo>
                    <a:pt x="0" y="212089"/>
                  </a:lnTo>
                  <a:lnTo>
                    <a:pt x="3810" y="212089"/>
                  </a:lnTo>
                  <a:lnTo>
                    <a:pt x="3810" y="15240"/>
                  </a:lnTo>
                  <a:close/>
                </a:path>
                <a:path w="3810" h="227329">
                  <a:moveTo>
                    <a:pt x="3810" y="212090"/>
                  </a:moveTo>
                  <a:lnTo>
                    <a:pt x="0" y="212090"/>
                  </a:lnTo>
                  <a:lnTo>
                    <a:pt x="0" y="218439"/>
                  </a:lnTo>
                  <a:lnTo>
                    <a:pt x="3810" y="218439"/>
                  </a:lnTo>
                  <a:lnTo>
                    <a:pt x="3810" y="212090"/>
                  </a:lnTo>
                  <a:close/>
                </a:path>
                <a:path w="3810" h="227329">
                  <a:moveTo>
                    <a:pt x="3810" y="218440"/>
                  </a:moveTo>
                  <a:lnTo>
                    <a:pt x="0" y="218440"/>
                  </a:lnTo>
                  <a:lnTo>
                    <a:pt x="0" y="224789"/>
                  </a:lnTo>
                  <a:lnTo>
                    <a:pt x="3810" y="224789"/>
                  </a:lnTo>
                  <a:lnTo>
                    <a:pt x="3810" y="218440"/>
                  </a:lnTo>
                  <a:close/>
                </a:path>
                <a:path w="3810" h="227329">
                  <a:moveTo>
                    <a:pt x="3810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790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6" name="object 1996"/>
            <p:cNvSpPr/>
            <p:nvPr/>
          </p:nvSpPr>
          <p:spPr>
            <a:xfrm>
              <a:off x="6409690" y="4922520"/>
              <a:ext cx="3810" cy="226060"/>
            </a:xfrm>
            <a:custGeom>
              <a:avLst/>
              <a:gdLst/>
              <a:ahLst/>
              <a:cxnLst/>
              <a:rect l="l" t="t" r="r" b="b"/>
              <a:pathLst>
                <a:path w="3810" h="226060">
                  <a:moveTo>
                    <a:pt x="127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10" h="226060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10" h="226060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10" h="226060">
                  <a:moveTo>
                    <a:pt x="3810" y="13969"/>
                  </a:moveTo>
                  <a:lnTo>
                    <a:pt x="0" y="13969"/>
                  </a:lnTo>
                  <a:lnTo>
                    <a:pt x="0" y="210819"/>
                  </a:lnTo>
                  <a:lnTo>
                    <a:pt x="3810" y="210819"/>
                  </a:lnTo>
                  <a:lnTo>
                    <a:pt x="3810" y="13969"/>
                  </a:lnTo>
                  <a:close/>
                </a:path>
                <a:path w="3810" h="226060">
                  <a:moveTo>
                    <a:pt x="3810" y="210819"/>
                  </a:moveTo>
                  <a:lnTo>
                    <a:pt x="0" y="210819"/>
                  </a:lnTo>
                  <a:lnTo>
                    <a:pt x="0" y="217169"/>
                  </a:lnTo>
                  <a:lnTo>
                    <a:pt x="3810" y="217169"/>
                  </a:lnTo>
                  <a:lnTo>
                    <a:pt x="3810" y="210819"/>
                  </a:lnTo>
                  <a:close/>
                </a:path>
                <a:path w="3810" h="226060">
                  <a:moveTo>
                    <a:pt x="3810" y="217169"/>
                  </a:moveTo>
                  <a:lnTo>
                    <a:pt x="0" y="217169"/>
                  </a:lnTo>
                  <a:lnTo>
                    <a:pt x="0" y="223519"/>
                  </a:lnTo>
                  <a:lnTo>
                    <a:pt x="3810" y="223519"/>
                  </a:lnTo>
                  <a:lnTo>
                    <a:pt x="3810" y="217169"/>
                  </a:lnTo>
                  <a:close/>
                </a:path>
                <a:path w="3810" h="226060">
                  <a:moveTo>
                    <a:pt x="3810" y="223519"/>
                  </a:moveTo>
                  <a:lnTo>
                    <a:pt x="0" y="223519"/>
                  </a:lnTo>
                  <a:lnTo>
                    <a:pt x="0" y="226059"/>
                  </a:lnTo>
                  <a:lnTo>
                    <a:pt x="1270" y="226059"/>
                  </a:lnTo>
                  <a:lnTo>
                    <a:pt x="1270" y="224789"/>
                  </a:lnTo>
                  <a:lnTo>
                    <a:pt x="3810" y="224789"/>
                  </a:lnTo>
                  <a:lnTo>
                    <a:pt x="3810" y="223519"/>
                  </a:lnTo>
                  <a:close/>
                </a:path>
              </a:pathLst>
            </a:custGeom>
            <a:solidFill>
              <a:srgbClr val="BC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7" name="object 1997"/>
            <p:cNvSpPr/>
            <p:nvPr/>
          </p:nvSpPr>
          <p:spPr>
            <a:xfrm>
              <a:off x="6413500" y="4923789"/>
              <a:ext cx="3810" cy="222250"/>
            </a:xfrm>
            <a:custGeom>
              <a:avLst/>
              <a:gdLst/>
              <a:ahLst/>
              <a:cxnLst/>
              <a:rect l="l" t="t" r="r" b="b"/>
              <a:pathLst>
                <a:path w="3810" h="222250">
                  <a:moveTo>
                    <a:pt x="126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3810" h="222250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10" h="222250">
                  <a:moveTo>
                    <a:pt x="3810" y="12699"/>
                  </a:moveTo>
                  <a:lnTo>
                    <a:pt x="0" y="12699"/>
                  </a:lnTo>
                  <a:lnTo>
                    <a:pt x="0" y="209549"/>
                  </a:lnTo>
                  <a:lnTo>
                    <a:pt x="3810" y="209549"/>
                  </a:lnTo>
                  <a:lnTo>
                    <a:pt x="3810" y="12699"/>
                  </a:lnTo>
                  <a:close/>
                </a:path>
                <a:path w="3810" h="222250">
                  <a:moveTo>
                    <a:pt x="3810" y="209549"/>
                  </a:moveTo>
                  <a:lnTo>
                    <a:pt x="0" y="209549"/>
                  </a:lnTo>
                  <a:lnTo>
                    <a:pt x="0" y="215899"/>
                  </a:lnTo>
                  <a:lnTo>
                    <a:pt x="3810" y="215899"/>
                  </a:lnTo>
                  <a:lnTo>
                    <a:pt x="3810" y="209549"/>
                  </a:lnTo>
                  <a:close/>
                </a:path>
                <a:path w="3810" h="222250">
                  <a:moveTo>
                    <a:pt x="3810" y="215899"/>
                  </a:moveTo>
                  <a:lnTo>
                    <a:pt x="0" y="215899"/>
                  </a:lnTo>
                  <a:lnTo>
                    <a:pt x="0" y="222249"/>
                  </a:lnTo>
                  <a:lnTo>
                    <a:pt x="3810" y="222249"/>
                  </a:lnTo>
                  <a:lnTo>
                    <a:pt x="3810" y="215899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8" name="object 1998"/>
            <p:cNvSpPr/>
            <p:nvPr/>
          </p:nvSpPr>
          <p:spPr>
            <a:xfrm>
              <a:off x="6417310" y="4926330"/>
              <a:ext cx="3810" cy="218440"/>
            </a:xfrm>
            <a:custGeom>
              <a:avLst/>
              <a:gdLst/>
              <a:ahLst/>
              <a:cxnLst/>
              <a:rect l="l" t="t" r="r" b="b"/>
              <a:pathLst>
                <a:path w="3810" h="218439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10" h="218439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10" h="218439">
                  <a:moveTo>
                    <a:pt x="3810" y="10160"/>
                  </a:moveTo>
                  <a:lnTo>
                    <a:pt x="0" y="10160"/>
                  </a:lnTo>
                  <a:lnTo>
                    <a:pt x="0" y="207010"/>
                  </a:lnTo>
                  <a:lnTo>
                    <a:pt x="3810" y="207010"/>
                  </a:lnTo>
                  <a:lnTo>
                    <a:pt x="3810" y="10160"/>
                  </a:lnTo>
                  <a:close/>
                </a:path>
                <a:path w="3810" h="218439">
                  <a:moveTo>
                    <a:pt x="3810" y="207010"/>
                  </a:moveTo>
                  <a:lnTo>
                    <a:pt x="0" y="207010"/>
                  </a:lnTo>
                  <a:lnTo>
                    <a:pt x="0" y="213360"/>
                  </a:lnTo>
                  <a:lnTo>
                    <a:pt x="3810" y="213360"/>
                  </a:lnTo>
                  <a:lnTo>
                    <a:pt x="3810" y="207010"/>
                  </a:lnTo>
                  <a:close/>
                </a:path>
                <a:path w="3810" h="218439">
                  <a:moveTo>
                    <a:pt x="3810" y="213360"/>
                  </a:moveTo>
                  <a:lnTo>
                    <a:pt x="0" y="213360"/>
                  </a:lnTo>
                  <a:lnTo>
                    <a:pt x="0" y="218440"/>
                  </a:lnTo>
                  <a:lnTo>
                    <a:pt x="1269" y="218440"/>
                  </a:lnTo>
                  <a:lnTo>
                    <a:pt x="1269" y="217170"/>
                  </a:lnTo>
                  <a:lnTo>
                    <a:pt x="3810" y="217170"/>
                  </a:lnTo>
                  <a:lnTo>
                    <a:pt x="3810" y="213360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9" name="object 1999"/>
            <p:cNvSpPr/>
            <p:nvPr/>
          </p:nvSpPr>
          <p:spPr>
            <a:xfrm>
              <a:off x="6421120" y="4927600"/>
              <a:ext cx="2540" cy="214629"/>
            </a:xfrm>
            <a:custGeom>
              <a:avLst/>
              <a:gdLst/>
              <a:ahLst/>
              <a:cxnLst/>
              <a:rect l="l" t="t" r="r" b="b"/>
              <a:pathLst>
                <a:path w="2539" h="214629">
                  <a:moveTo>
                    <a:pt x="2540" y="212102"/>
                  </a:moveTo>
                  <a:lnTo>
                    <a:pt x="0" y="212102"/>
                  </a:lnTo>
                  <a:lnTo>
                    <a:pt x="0" y="214630"/>
                  </a:lnTo>
                  <a:lnTo>
                    <a:pt x="2540" y="214630"/>
                  </a:lnTo>
                  <a:lnTo>
                    <a:pt x="2540" y="212102"/>
                  </a:lnTo>
                  <a:close/>
                </a:path>
                <a:path w="2539" h="214629">
                  <a:moveTo>
                    <a:pt x="2540" y="205752"/>
                  </a:moveTo>
                  <a:lnTo>
                    <a:pt x="0" y="205752"/>
                  </a:lnTo>
                  <a:lnTo>
                    <a:pt x="0" y="212090"/>
                  </a:lnTo>
                  <a:lnTo>
                    <a:pt x="2540" y="212090"/>
                  </a:lnTo>
                  <a:lnTo>
                    <a:pt x="2540" y="205752"/>
                  </a:lnTo>
                  <a:close/>
                </a:path>
                <a:path w="2539" h="214629">
                  <a:moveTo>
                    <a:pt x="2540" y="8902"/>
                  </a:moveTo>
                  <a:lnTo>
                    <a:pt x="0" y="8902"/>
                  </a:lnTo>
                  <a:lnTo>
                    <a:pt x="0" y="205740"/>
                  </a:lnTo>
                  <a:lnTo>
                    <a:pt x="2540" y="205740"/>
                  </a:lnTo>
                  <a:lnTo>
                    <a:pt x="2540" y="8902"/>
                  </a:lnTo>
                  <a:close/>
                </a:path>
                <a:path w="2539" h="214629">
                  <a:moveTo>
                    <a:pt x="254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2540" y="8890"/>
                  </a:lnTo>
                  <a:lnTo>
                    <a:pt x="2540" y="2552"/>
                  </a:lnTo>
                  <a:close/>
                </a:path>
                <a:path w="2539" h="214629">
                  <a:moveTo>
                    <a:pt x="254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540" y="254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C4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0" name="object 2000"/>
            <p:cNvSpPr/>
            <p:nvPr/>
          </p:nvSpPr>
          <p:spPr>
            <a:xfrm>
              <a:off x="6423660" y="4928869"/>
              <a:ext cx="3810" cy="212090"/>
            </a:xfrm>
            <a:custGeom>
              <a:avLst/>
              <a:gdLst/>
              <a:ahLst/>
              <a:cxnLst/>
              <a:rect l="l" t="t" r="r" b="b"/>
              <a:pathLst>
                <a:path w="3810" h="212089">
                  <a:moveTo>
                    <a:pt x="1270" y="210832"/>
                  </a:moveTo>
                  <a:lnTo>
                    <a:pt x="0" y="210832"/>
                  </a:lnTo>
                  <a:lnTo>
                    <a:pt x="0" y="212090"/>
                  </a:lnTo>
                  <a:lnTo>
                    <a:pt x="1270" y="212090"/>
                  </a:lnTo>
                  <a:lnTo>
                    <a:pt x="1270" y="210832"/>
                  </a:lnTo>
                  <a:close/>
                </a:path>
                <a:path w="3810" h="212089">
                  <a:moveTo>
                    <a:pt x="3810" y="204482"/>
                  </a:moveTo>
                  <a:lnTo>
                    <a:pt x="0" y="204482"/>
                  </a:lnTo>
                  <a:lnTo>
                    <a:pt x="0" y="210820"/>
                  </a:lnTo>
                  <a:lnTo>
                    <a:pt x="3810" y="210820"/>
                  </a:lnTo>
                  <a:lnTo>
                    <a:pt x="3810" y="204482"/>
                  </a:lnTo>
                  <a:close/>
                </a:path>
                <a:path w="3810" h="212089">
                  <a:moveTo>
                    <a:pt x="3810" y="7632"/>
                  </a:moveTo>
                  <a:lnTo>
                    <a:pt x="0" y="7632"/>
                  </a:lnTo>
                  <a:lnTo>
                    <a:pt x="0" y="204470"/>
                  </a:lnTo>
                  <a:lnTo>
                    <a:pt x="3810" y="204470"/>
                  </a:lnTo>
                  <a:lnTo>
                    <a:pt x="3810" y="7632"/>
                  </a:lnTo>
                  <a:close/>
                </a:path>
                <a:path w="3810" h="212089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12089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C6CF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1" name="object 2001"/>
            <p:cNvSpPr/>
            <p:nvPr/>
          </p:nvSpPr>
          <p:spPr>
            <a:xfrm>
              <a:off x="6427470" y="4930139"/>
              <a:ext cx="3810" cy="209550"/>
            </a:xfrm>
            <a:custGeom>
              <a:avLst/>
              <a:gdLst/>
              <a:ahLst/>
              <a:cxnLst/>
              <a:rect l="l" t="t" r="r" b="b"/>
              <a:pathLst>
                <a:path w="3810" h="209550">
                  <a:moveTo>
                    <a:pt x="126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2539"/>
                  </a:lnTo>
                  <a:lnTo>
                    <a:pt x="2539" y="2539"/>
                  </a:lnTo>
                  <a:lnTo>
                    <a:pt x="253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3810" h="209550">
                  <a:moveTo>
                    <a:pt x="3809" y="6349"/>
                  </a:moveTo>
                  <a:lnTo>
                    <a:pt x="0" y="6349"/>
                  </a:lnTo>
                  <a:lnTo>
                    <a:pt x="0" y="203199"/>
                  </a:lnTo>
                  <a:lnTo>
                    <a:pt x="3809" y="203199"/>
                  </a:lnTo>
                  <a:lnTo>
                    <a:pt x="3809" y="6349"/>
                  </a:lnTo>
                  <a:close/>
                </a:path>
                <a:path w="3810" h="209550">
                  <a:moveTo>
                    <a:pt x="3809" y="203199"/>
                  </a:moveTo>
                  <a:lnTo>
                    <a:pt x="0" y="203199"/>
                  </a:lnTo>
                  <a:lnTo>
                    <a:pt x="0" y="209549"/>
                  </a:lnTo>
                  <a:lnTo>
                    <a:pt x="1269" y="209549"/>
                  </a:lnTo>
                  <a:lnTo>
                    <a:pt x="1269" y="208279"/>
                  </a:lnTo>
                  <a:lnTo>
                    <a:pt x="2539" y="208279"/>
                  </a:lnTo>
                  <a:lnTo>
                    <a:pt x="2539" y="207009"/>
                  </a:lnTo>
                  <a:lnTo>
                    <a:pt x="3809" y="207009"/>
                  </a:lnTo>
                  <a:lnTo>
                    <a:pt x="3809" y="203199"/>
                  </a:lnTo>
                  <a:close/>
                </a:path>
              </a:pathLst>
            </a:custGeom>
            <a:solidFill>
              <a:srgbClr val="C9D1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2" name="object 2002"/>
            <p:cNvSpPr/>
            <p:nvPr/>
          </p:nvSpPr>
          <p:spPr>
            <a:xfrm>
              <a:off x="6431280" y="4933950"/>
              <a:ext cx="3810" cy="203200"/>
            </a:xfrm>
            <a:custGeom>
              <a:avLst/>
              <a:gdLst/>
              <a:ahLst/>
              <a:cxnLst/>
              <a:rect l="l" t="t" r="r" b="b"/>
              <a:pathLst>
                <a:path w="3810" h="203200">
                  <a:moveTo>
                    <a:pt x="2527" y="1270"/>
                  </a:moveTo>
                  <a:lnTo>
                    <a:pt x="1270" y="127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2527" y="2540"/>
                  </a:lnTo>
                  <a:lnTo>
                    <a:pt x="2527" y="1270"/>
                  </a:lnTo>
                  <a:close/>
                </a:path>
                <a:path w="3810" h="203200">
                  <a:moveTo>
                    <a:pt x="3810" y="2552"/>
                  </a:moveTo>
                  <a:lnTo>
                    <a:pt x="0" y="2552"/>
                  </a:lnTo>
                  <a:lnTo>
                    <a:pt x="0" y="199390"/>
                  </a:lnTo>
                  <a:lnTo>
                    <a:pt x="0" y="201930"/>
                  </a:lnTo>
                  <a:lnTo>
                    <a:pt x="0" y="203200"/>
                  </a:lnTo>
                  <a:lnTo>
                    <a:pt x="1270" y="203200"/>
                  </a:lnTo>
                  <a:lnTo>
                    <a:pt x="1270" y="201930"/>
                  </a:lnTo>
                  <a:lnTo>
                    <a:pt x="2527" y="201930"/>
                  </a:lnTo>
                  <a:lnTo>
                    <a:pt x="2527" y="199390"/>
                  </a:lnTo>
                  <a:lnTo>
                    <a:pt x="3810" y="199390"/>
                  </a:lnTo>
                  <a:lnTo>
                    <a:pt x="3810" y="2552"/>
                  </a:lnTo>
                  <a:close/>
                </a:path>
              </a:pathLst>
            </a:custGeom>
            <a:solidFill>
              <a:srgbClr val="CCD3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3" name="object 2003"/>
            <p:cNvSpPr/>
            <p:nvPr/>
          </p:nvSpPr>
          <p:spPr>
            <a:xfrm>
              <a:off x="6435090" y="4936489"/>
              <a:ext cx="0" cy="196850"/>
            </a:xfrm>
            <a:custGeom>
              <a:avLst/>
              <a:gdLst/>
              <a:ahLst/>
              <a:cxnLst/>
              <a:rect l="l" t="t" r="r" b="b"/>
              <a:pathLst>
                <a:path h="196850">
                  <a:moveTo>
                    <a:pt x="0" y="0"/>
                  </a:moveTo>
                  <a:lnTo>
                    <a:pt x="0" y="1968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4" name="object 2004"/>
            <p:cNvSpPr/>
            <p:nvPr/>
          </p:nvSpPr>
          <p:spPr>
            <a:xfrm>
              <a:off x="6149340" y="4908550"/>
              <a:ext cx="284480" cy="252729"/>
            </a:xfrm>
            <a:custGeom>
              <a:avLst/>
              <a:gdLst/>
              <a:ahLst/>
              <a:cxnLst/>
              <a:rect l="l" t="t" r="r" b="b"/>
              <a:pathLst>
                <a:path w="284479" h="252729">
                  <a:moveTo>
                    <a:pt x="142239" y="0"/>
                  </a:moveTo>
                  <a:lnTo>
                    <a:pt x="87332" y="2460"/>
                  </a:lnTo>
                  <a:lnTo>
                    <a:pt x="42068" y="9207"/>
                  </a:lnTo>
                  <a:lnTo>
                    <a:pt x="11330" y="19288"/>
                  </a:lnTo>
                  <a:lnTo>
                    <a:pt x="0" y="31750"/>
                  </a:lnTo>
                  <a:lnTo>
                    <a:pt x="0" y="34706"/>
                  </a:lnTo>
                  <a:lnTo>
                    <a:pt x="0" y="55403"/>
                  </a:lnTo>
                  <a:lnTo>
                    <a:pt x="0" y="111581"/>
                  </a:lnTo>
                  <a:lnTo>
                    <a:pt x="0" y="220980"/>
                  </a:lnTo>
                  <a:lnTo>
                    <a:pt x="11330" y="232906"/>
                  </a:lnTo>
                  <a:lnTo>
                    <a:pt x="42068" y="243046"/>
                  </a:lnTo>
                  <a:lnTo>
                    <a:pt x="87332" y="250090"/>
                  </a:lnTo>
                  <a:lnTo>
                    <a:pt x="142239" y="252730"/>
                  </a:lnTo>
                  <a:lnTo>
                    <a:pt x="197147" y="250090"/>
                  </a:lnTo>
                  <a:lnTo>
                    <a:pt x="242411" y="243046"/>
                  </a:lnTo>
                  <a:lnTo>
                    <a:pt x="273149" y="232906"/>
                  </a:lnTo>
                  <a:lnTo>
                    <a:pt x="284480" y="220980"/>
                  </a:lnTo>
                  <a:lnTo>
                    <a:pt x="284480" y="218023"/>
                  </a:lnTo>
                  <a:lnTo>
                    <a:pt x="284480" y="197326"/>
                  </a:lnTo>
                  <a:lnTo>
                    <a:pt x="284480" y="141148"/>
                  </a:lnTo>
                  <a:lnTo>
                    <a:pt x="284480" y="31750"/>
                  </a:lnTo>
                  <a:lnTo>
                    <a:pt x="273149" y="19288"/>
                  </a:lnTo>
                  <a:lnTo>
                    <a:pt x="242411" y="9207"/>
                  </a:lnTo>
                  <a:lnTo>
                    <a:pt x="197147" y="2460"/>
                  </a:lnTo>
                  <a:lnTo>
                    <a:pt x="142239" y="0"/>
                  </a:lnTo>
                  <a:close/>
                </a:path>
              </a:pathLst>
            </a:custGeom>
            <a:ln w="646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5" name="object 2005"/>
            <p:cNvSpPr/>
            <p:nvPr/>
          </p:nvSpPr>
          <p:spPr>
            <a:xfrm>
              <a:off x="6149340" y="4936502"/>
              <a:ext cx="2540" cy="7620"/>
            </a:xfrm>
            <a:custGeom>
              <a:avLst/>
              <a:gdLst/>
              <a:ahLst/>
              <a:cxnLst/>
              <a:rect l="l" t="t" r="r" b="b"/>
              <a:pathLst>
                <a:path w="2539" h="7620">
                  <a:moveTo>
                    <a:pt x="2540" y="6350"/>
                  </a:moveTo>
                  <a:lnTo>
                    <a:pt x="1270" y="6350"/>
                  </a:lnTo>
                  <a:lnTo>
                    <a:pt x="1270" y="7607"/>
                  </a:lnTo>
                  <a:lnTo>
                    <a:pt x="2540" y="7607"/>
                  </a:lnTo>
                  <a:lnTo>
                    <a:pt x="2540" y="6350"/>
                  </a:lnTo>
                  <a:close/>
                </a:path>
                <a:path w="2539" h="7620">
                  <a:moveTo>
                    <a:pt x="2540" y="0"/>
                  </a:moveTo>
                  <a:lnTo>
                    <a:pt x="1270" y="0"/>
                  </a:lnTo>
                  <a:lnTo>
                    <a:pt x="1270" y="1257"/>
                  </a:lnTo>
                  <a:lnTo>
                    <a:pt x="0" y="1257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6" name="object 2006"/>
            <p:cNvSpPr/>
            <p:nvPr/>
          </p:nvSpPr>
          <p:spPr>
            <a:xfrm>
              <a:off x="6151880" y="4931409"/>
              <a:ext cx="3810" cy="17780"/>
            </a:xfrm>
            <a:custGeom>
              <a:avLst/>
              <a:gdLst/>
              <a:ahLst/>
              <a:cxnLst/>
              <a:rect l="l" t="t" r="r" b="b"/>
              <a:pathLst>
                <a:path w="3810" h="17779">
                  <a:moveTo>
                    <a:pt x="3810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1270" y="1269"/>
                  </a:lnTo>
                  <a:lnTo>
                    <a:pt x="1270" y="2539"/>
                  </a:lnTo>
                  <a:lnTo>
                    <a:pt x="0" y="2539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10" h="17779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17779">
                  <a:moveTo>
                    <a:pt x="3810" y="11430"/>
                  </a:moveTo>
                  <a:lnTo>
                    <a:pt x="0" y="11430"/>
                  </a:lnTo>
                  <a:lnTo>
                    <a:pt x="0" y="16509"/>
                  </a:lnTo>
                  <a:lnTo>
                    <a:pt x="2540" y="16509"/>
                  </a:lnTo>
                  <a:lnTo>
                    <a:pt x="254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</a:pathLst>
            </a:custGeom>
            <a:solidFill>
              <a:srgbClr val="CED5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7" name="object 2007"/>
            <p:cNvSpPr/>
            <p:nvPr/>
          </p:nvSpPr>
          <p:spPr>
            <a:xfrm>
              <a:off x="6155690" y="4930139"/>
              <a:ext cx="3810" cy="21590"/>
            </a:xfrm>
            <a:custGeom>
              <a:avLst/>
              <a:gdLst/>
              <a:ahLst/>
              <a:cxnLst/>
              <a:rect l="l" t="t" r="r" b="b"/>
              <a:pathLst>
                <a:path w="3810" h="21589">
                  <a:moveTo>
                    <a:pt x="381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0"/>
                  </a:lnTo>
                  <a:close/>
                </a:path>
                <a:path w="3810" h="21589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10" h="21589">
                  <a:moveTo>
                    <a:pt x="381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2699"/>
                  </a:lnTo>
                  <a:close/>
                </a:path>
                <a:path w="3810" h="21589">
                  <a:moveTo>
                    <a:pt x="3810" y="19049"/>
                  </a:moveTo>
                  <a:lnTo>
                    <a:pt x="0" y="19049"/>
                  </a:lnTo>
                  <a:lnTo>
                    <a:pt x="0" y="20319"/>
                  </a:lnTo>
                  <a:lnTo>
                    <a:pt x="1270" y="20319"/>
                  </a:lnTo>
                  <a:lnTo>
                    <a:pt x="1270" y="21589"/>
                  </a:lnTo>
                  <a:lnTo>
                    <a:pt x="3810" y="21589"/>
                  </a:lnTo>
                  <a:lnTo>
                    <a:pt x="3810" y="19049"/>
                  </a:lnTo>
                  <a:close/>
                </a:path>
              </a:pathLst>
            </a:custGeom>
            <a:solidFill>
              <a:srgbClr val="CCD3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8" name="object 2008"/>
            <p:cNvSpPr/>
            <p:nvPr/>
          </p:nvSpPr>
          <p:spPr>
            <a:xfrm>
              <a:off x="6159500" y="4927600"/>
              <a:ext cx="3810" cy="26670"/>
            </a:xfrm>
            <a:custGeom>
              <a:avLst/>
              <a:gdLst/>
              <a:ahLst/>
              <a:cxnLst/>
              <a:rect l="l" t="t" r="r" b="b"/>
              <a:pathLst>
                <a:path w="3810" h="26670">
                  <a:moveTo>
                    <a:pt x="3810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26670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10" h="26670">
                  <a:moveTo>
                    <a:pt x="381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8890"/>
                  </a:lnTo>
                  <a:close/>
                </a:path>
                <a:path w="3810" h="26670">
                  <a:moveTo>
                    <a:pt x="3810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5240"/>
                  </a:lnTo>
                  <a:close/>
                </a:path>
                <a:path w="3810" h="26670">
                  <a:moveTo>
                    <a:pt x="3810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1270" y="24130"/>
                  </a:lnTo>
                  <a:lnTo>
                    <a:pt x="1270" y="25400"/>
                  </a:lnTo>
                  <a:lnTo>
                    <a:pt x="2539" y="25400"/>
                  </a:lnTo>
                  <a:lnTo>
                    <a:pt x="2539" y="26669"/>
                  </a:lnTo>
                  <a:lnTo>
                    <a:pt x="3810" y="26669"/>
                  </a:lnTo>
                  <a:lnTo>
                    <a:pt x="3810" y="21590"/>
                  </a:lnTo>
                  <a:close/>
                </a:path>
              </a:pathLst>
            </a:custGeom>
            <a:solidFill>
              <a:srgbClr val="C9D1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9" name="object 2009"/>
            <p:cNvSpPr/>
            <p:nvPr/>
          </p:nvSpPr>
          <p:spPr>
            <a:xfrm>
              <a:off x="6163310" y="4926330"/>
              <a:ext cx="3810" cy="29209"/>
            </a:xfrm>
            <a:custGeom>
              <a:avLst/>
              <a:gdLst/>
              <a:ahLst/>
              <a:cxnLst/>
              <a:rect l="l" t="t" r="r" b="b"/>
              <a:pathLst>
                <a:path w="3810" h="29210">
                  <a:moveTo>
                    <a:pt x="3810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10" h="29210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10" h="29210">
                  <a:moveTo>
                    <a:pt x="381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60"/>
                  </a:lnTo>
                  <a:close/>
                </a:path>
                <a:path w="3810" h="29210">
                  <a:moveTo>
                    <a:pt x="3810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10"/>
                  </a:lnTo>
                  <a:close/>
                </a:path>
                <a:path w="3810" h="29210">
                  <a:moveTo>
                    <a:pt x="3810" y="22860"/>
                  </a:moveTo>
                  <a:lnTo>
                    <a:pt x="0" y="22860"/>
                  </a:lnTo>
                  <a:lnTo>
                    <a:pt x="0" y="27940"/>
                  </a:lnTo>
                  <a:lnTo>
                    <a:pt x="1269" y="27940"/>
                  </a:lnTo>
                  <a:lnTo>
                    <a:pt x="1269" y="29210"/>
                  </a:lnTo>
                  <a:lnTo>
                    <a:pt x="3810" y="29210"/>
                  </a:lnTo>
                  <a:lnTo>
                    <a:pt x="3810" y="22860"/>
                  </a:lnTo>
                  <a:close/>
                </a:path>
              </a:pathLst>
            </a:custGeom>
            <a:solidFill>
              <a:srgbClr val="C6CF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0" name="object 2010"/>
            <p:cNvSpPr/>
            <p:nvPr/>
          </p:nvSpPr>
          <p:spPr>
            <a:xfrm>
              <a:off x="6167120" y="4925059"/>
              <a:ext cx="3810" cy="33020"/>
            </a:xfrm>
            <a:custGeom>
              <a:avLst/>
              <a:gdLst/>
              <a:ahLst/>
              <a:cxnLst/>
              <a:rect l="l" t="t" r="r" b="b"/>
              <a:pathLst>
                <a:path w="3810" h="33020">
                  <a:moveTo>
                    <a:pt x="380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0"/>
                  </a:lnTo>
                  <a:close/>
                </a:path>
                <a:path w="3810" h="33020">
                  <a:moveTo>
                    <a:pt x="380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5080"/>
                  </a:lnTo>
                  <a:close/>
                </a:path>
                <a:path w="3810" h="33020">
                  <a:moveTo>
                    <a:pt x="380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1430"/>
                  </a:lnTo>
                  <a:close/>
                </a:path>
                <a:path w="3810" h="33020">
                  <a:moveTo>
                    <a:pt x="3809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17780"/>
                  </a:lnTo>
                  <a:close/>
                </a:path>
                <a:path w="3810" h="33020">
                  <a:moveTo>
                    <a:pt x="3809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24130"/>
                  </a:lnTo>
                  <a:close/>
                </a:path>
                <a:path w="3810" h="33020">
                  <a:moveTo>
                    <a:pt x="3809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2539" y="31750"/>
                  </a:lnTo>
                  <a:lnTo>
                    <a:pt x="2539" y="33019"/>
                  </a:lnTo>
                  <a:lnTo>
                    <a:pt x="3809" y="33019"/>
                  </a:lnTo>
                  <a:lnTo>
                    <a:pt x="3809" y="30480"/>
                  </a:lnTo>
                  <a:close/>
                </a:path>
              </a:pathLst>
            </a:custGeom>
            <a:solidFill>
              <a:srgbClr val="C3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1" name="object 2011"/>
            <p:cNvSpPr/>
            <p:nvPr/>
          </p:nvSpPr>
          <p:spPr>
            <a:xfrm>
              <a:off x="6170930" y="4923789"/>
              <a:ext cx="2540" cy="34290"/>
            </a:xfrm>
            <a:custGeom>
              <a:avLst/>
              <a:gdLst/>
              <a:ahLst/>
              <a:cxnLst/>
              <a:rect l="l" t="t" r="r" b="b"/>
              <a:pathLst>
                <a:path w="2539" h="34289">
                  <a:moveTo>
                    <a:pt x="254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2540" y="6349"/>
                  </a:lnTo>
                  <a:lnTo>
                    <a:pt x="2540" y="0"/>
                  </a:lnTo>
                  <a:close/>
                </a:path>
                <a:path w="2539" h="34289">
                  <a:moveTo>
                    <a:pt x="254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2540" y="12699"/>
                  </a:lnTo>
                  <a:lnTo>
                    <a:pt x="2540" y="6349"/>
                  </a:lnTo>
                  <a:close/>
                </a:path>
                <a:path w="2539" h="34289">
                  <a:moveTo>
                    <a:pt x="254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2540" y="19049"/>
                  </a:lnTo>
                  <a:lnTo>
                    <a:pt x="2540" y="12699"/>
                  </a:lnTo>
                  <a:close/>
                </a:path>
                <a:path w="2539" h="34289">
                  <a:moveTo>
                    <a:pt x="2540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2540" y="25399"/>
                  </a:lnTo>
                  <a:lnTo>
                    <a:pt x="2540" y="19049"/>
                  </a:lnTo>
                  <a:close/>
                </a:path>
                <a:path w="2539" h="34289">
                  <a:moveTo>
                    <a:pt x="2540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2540" y="31749"/>
                  </a:lnTo>
                  <a:lnTo>
                    <a:pt x="2540" y="25399"/>
                  </a:lnTo>
                  <a:close/>
                </a:path>
                <a:path w="2539" h="34289">
                  <a:moveTo>
                    <a:pt x="2540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2540" y="34289"/>
                  </a:lnTo>
                  <a:lnTo>
                    <a:pt x="2540" y="31749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2" name="object 2012"/>
            <p:cNvSpPr/>
            <p:nvPr/>
          </p:nvSpPr>
          <p:spPr>
            <a:xfrm>
              <a:off x="6173470" y="4922520"/>
              <a:ext cx="3810" cy="36830"/>
            </a:xfrm>
            <a:custGeom>
              <a:avLst/>
              <a:gdLst/>
              <a:ahLst/>
              <a:cxnLst/>
              <a:rect l="l" t="t" r="r" b="b"/>
              <a:pathLst>
                <a:path w="3810" h="36829">
                  <a:moveTo>
                    <a:pt x="380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10" h="36829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10" h="36829">
                  <a:moveTo>
                    <a:pt x="380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7619"/>
                  </a:lnTo>
                  <a:close/>
                </a:path>
                <a:path w="3810" h="36829">
                  <a:moveTo>
                    <a:pt x="3809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3969"/>
                  </a:lnTo>
                  <a:close/>
                </a:path>
                <a:path w="3810" h="36829">
                  <a:moveTo>
                    <a:pt x="3809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3809" y="26669"/>
                  </a:lnTo>
                  <a:lnTo>
                    <a:pt x="3809" y="20319"/>
                  </a:lnTo>
                  <a:close/>
                </a:path>
                <a:path w="3810" h="36829">
                  <a:moveTo>
                    <a:pt x="3809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6669"/>
                  </a:lnTo>
                  <a:close/>
                </a:path>
                <a:path w="3810" h="36829">
                  <a:moveTo>
                    <a:pt x="3809" y="33019"/>
                  </a:moveTo>
                  <a:lnTo>
                    <a:pt x="0" y="33019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3019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3" name="object 2013"/>
            <p:cNvSpPr/>
            <p:nvPr/>
          </p:nvSpPr>
          <p:spPr>
            <a:xfrm>
              <a:off x="6177280" y="4921250"/>
              <a:ext cx="3810" cy="39370"/>
            </a:xfrm>
            <a:custGeom>
              <a:avLst/>
              <a:gdLst/>
              <a:ahLst/>
              <a:cxnLst/>
              <a:rect l="l" t="t" r="r" b="b"/>
              <a:pathLst>
                <a:path w="3810" h="39370">
                  <a:moveTo>
                    <a:pt x="3810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39370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10" h="39370">
                  <a:moveTo>
                    <a:pt x="381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8890"/>
                  </a:lnTo>
                  <a:close/>
                </a:path>
                <a:path w="3810" h="39370">
                  <a:moveTo>
                    <a:pt x="3810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5240"/>
                  </a:lnTo>
                  <a:close/>
                </a:path>
                <a:path w="3810" h="39370">
                  <a:moveTo>
                    <a:pt x="3810" y="21590"/>
                  </a:moveTo>
                  <a:lnTo>
                    <a:pt x="0" y="21590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1590"/>
                  </a:lnTo>
                  <a:close/>
                </a:path>
                <a:path w="3810" h="39370">
                  <a:moveTo>
                    <a:pt x="3810" y="27940"/>
                  </a:moveTo>
                  <a:lnTo>
                    <a:pt x="0" y="27940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27940"/>
                  </a:lnTo>
                  <a:close/>
                </a:path>
                <a:path w="3810" h="39370">
                  <a:moveTo>
                    <a:pt x="3810" y="34290"/>
                  </a:moveTo>
                  <a:lnTo>
                    <a:pt x="0" y="34290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4290"/>
                  </a:lnTo>
                  <a:close/>
                </a:path>
              </a:pathLst>
            </a:custGeom>
            <a:solidFill>
              <a:srgbClr val="BB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4" name="object 2014"/>
            <p:cNvSpPr/>
            <p:nvPr/>
          </p:nvSpPr>
          <p:spPr>
            <a:xfrm>
              <a:off x="6181090" y="4919980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810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10" h="41910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10" h="41910">
                  <a:moveTo>
                    <a:pt x="381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60"/>
                  </a:lnTo>
                  <a:close/>
                </a:path>
                <a:path w="3810" h="41910">
                  <a:moveTo>
                    <a:pt x="3810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10"/>
                  </a:lnTo>
                  <a:close/>
                </a:path>
                <a:path w="3810" h="41910">
                  <a:moveTo>
                    <a:pt x="3810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2860"/>
                  </a:lnTo>
                  <a:close/>
                </a:path>
                <a:path w="3810" h="41910">
                  <a:moveTo>
                    <a:pt x="3810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29210"/>
                  </a:lnTo>
                  <a:close/>
                </a:path>
                <a:path w="3810" h="41910">
                  <a:moveTo>
                    <a:pt x="3810" y="35560"/>
                  </a:moveTo>
                  <a:lnTo>
                    <a:pt x="0" y="35560"/>
                  </a:lnTo>
                  <a:lnTo>
                    <a:pt x="0" y="40640"/>
                  </a:lnTo>
                  <a:lnTo>
                    <a:pt x="1270" y="40640"/>
                  </a:lnTo>
                  <a:lnTo>
                    <a:pt x="1270" y="41910"/>
                  </a:lnTo>
                  <a:lnTo>
                    <a:pt x="3810" y="41910"/>
                  </a:lnTo>
                  <a:lnTo>
                    <a:pt x="3810" y="35560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5" name="object 2015"/>
            <p:cNvSpPr/>
            <p:nvPr/>
          </p:nvSpPr>
          <p:spPr>
            <a:xfrm>
              <a:off x="6184900" y="4919980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10" h="41910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10" h="41910">
                  <a:moveTo>
                    <a:pt x="381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60"/>
                  </a:lnTo>
                  <a:close/>
                </a:path>
                <a:path w="3810" h="41910">
                  <a:moveTo>
                    <a:pt x="3810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10"/>
                  </a:lnTo>
                  <a:close/>
                </a:path>
                <a:path w="3810" h="41910">
                  <a:moveTo>
                    <a:pt x="3810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2860"/>
                  </a:lnTo>
                  <a:close/>
                </a:path>
                <a:path w="3810" h="41910">
                  <a:moveTo>
                    <a:pt x="3810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29210"/>
                  </a:lnTo>
                  <a:close/>
                </a:path>
                <a:path w="3810" h="41910">
                  <a:moveTo>
                    <a:pt x="3810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5560"/>
                  </a:lnTo>
                  <a:close/>
                </a:path>
              </a:pathLst>
            </a:custGeom>
            <a:solidFill>
              <a:srgbClr val="B6C1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6" name="object 2016"/>
            <p:cNvSpPr/>
            <p:nvPr/>
          </p:nvSpPr>
          <p:spPr>
            <a:xfrm>
              <a:off x="6188710" y="4917439"/>
              <a:ext cx="3810" cy="45720"/>
            </a:xfrm>
            <a:custGeom>
              <a:avLst/>
              <a:gdLst/>
              <a:ahLst/>
              <a:cxnLst/>
              <a:rect l="l" t="t" r="r" b="b"/>
              <a:pathLst>
                <a:path w="3810" h="45720">
                  <a:moveTo>
                    <a:pt x="3810" y="0"/>
                  </a:moveTo>
                  <a:lnTo>
                    <a:pt x="2539" y="0"/>
                  </a:lnTo>
                  <a:lnTo>
                    <a:pt x="2539" y="1269"/>
                  </a:lnTo>
                  <a:lnTo>
                    <a:pt x="0" y="126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0"/>
                  </a:lnTo>
                  <a:close/>
                </a:path>
                <a:path w="3810" h="45720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10" h="45720">
                  <a:moveTo>
                    <a:pt x="381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2699"/>
                  </a:lnTo>
                  <a:close/>
                </a:path>
                <a:path w="3810" h="45720">
                  <a:moveTo>
                    <a:pt x="3810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19049"/>
                  </a:lnTo>
                  <a:close/>
                </a:path>
                <a:path w="3810" h="45720">
                  <a:moveTo>
                    <a:pt x="3810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5399"/>
                  </a:lnTo>
                  <a:close/>
                </a:path>
                <a:path w="3810" h="45720">
                  <a:moveTo>
                    <a:pt x="3810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1749"/>
                  </a:lnTo>
                  <a:close/>
                </a:path>
                <a:path w="3810" h="45720">
                  <a:moveTo>
                    <a:pt x="3810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38099"/>
                  </a:lnTo>
                  <a:close/>
                </a:path>
                <a:path w="3810" h="45720">
                  <a:moveTo>
                    <a:pt x="3810" y="44449"/>
                  </a:moveTo>
                  <a:lnTo>
                    <a:pt x="2539" y="44449"/>
                  </a:lnTo>
                  <a:lnTo>
                    <a:pt x="2539" y="45719"/>
                  </a:lnTo>
                  <a:lnTo>
                    <a:pt x="3810" y="45719"/>
                  </a:lnTo>
                  <a:lnTo>
                    <a:pt x="3810" y="44449"/>
                  </a:lnTo>
                  <a:close/>
                </a:path>
              </a:pathLst>
            </a:custGeom>
            <a:solidFill>
              <a:srgbClr val="B3BF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7" name="object 2017"/>
            <p:cNvSpPr/>
            <p:nvPr/>
          </p:nvSpPr>
          <p:spPr>
            <a:xfrm>
              <a:off x="6192520" y="4917439"/>
              <a:ext cx="2540" cy="45720"/>
            </a:xfrm>
            <a:custGeom>
              <a:avLst/>
              <a:gdLst/>
              <a:ahLst/>
              <a:cxnLst/>
              <a:rect l="l" t="t" r="r" b="b"/>
              <a:pathLst>
                <a:path w="2539" h="45720">
                  <a:moveTo>
                    <a:pt x="253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2539" y="6349"/>
                  </a:lnTo>
                  <a:lnTo>
                    <a:pt x="2539" y="0"/>
                  </a:lnTo>
                  <a:close/>
                </a:path>
                <a:path w="2539" h="45720">
                  <a:moveTo>
                    <a:pt x="253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2539" y="12699"/>
                  </a:lnTo>
                  <a:lnTo>
                    <a:pt x="2539" y="6349"/>
                  </a:lnTo>
                  <a:close/>
                </a:path>
                <a:path w="2539" h="45720">
                  <a:moveTo>
                    <a:pt x="253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2539" y="19049"/>
                  </a:lnTo>
                  <a:lnTo>
                    <a:pt x="2539" y="12699"/>
                  </a:lnTo>
                  <a:close/>
                </a:path>
                <a:path w="2539" h="45720">
                  <a:moveTo>
                    <a:pt x="2539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2539" y="25399"/>
                  </a:lnTo>
                  <a:lnTo>
                    <a:pt x="2539" y="19049"/>
                  </a:lnTo>
                  <a:close/>
                </a:path>
                <a:path w="2539" h="45720">
                  <a:moveTo>
                    <a:pt x="2539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2539" y="31749"/>
                  </a:lnTo>
                  <a:lnTo>
                    <a:pt x="2539" y="25399"/>
                  </a:lnTo>
                  <a:close/>
                </a:path>
                <a:path w="2539" h="45720">
                  <a:moveTo>
                    <a:pt x="2539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2539" y="38099"/>
                  </a:lnTo>
                  <a:lnTo>
                    <a:pt x="2539" y="31749"/>
                  </a:lnTo>
                  <a:close/>
                </a:path>
                <a:path w="2539" h="45720">
                  <a:moveTo>
                    <a:pt x="2539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2539" y="44449"/>
                  </a:lnTo>
                  <a:lnTo>
                    <a:pt x="2539" y="38099"/>
                  </a:lnTo>
                  <a:close/>
                </a:path>
                <a:path w="2539" h="45720">
                  <a:moveTo>
                    <a:pt x="2539" y="44449"/>
                  </a:moveTo>
                  <a:lnTo>
                    <a:pt x="0" y="44449"/>
                  </a:lnTo>
                  <a:lnTo>
                    <a:pt x="0" y="45719"/>
                  </a:lnTo>
                  <a:lnTo>
                    <a:pt x="2539" y="45719"/>
                  </a:lnTo>
                  <a:lnTo>
                    <a:pt x="2539" y="44449"/>
                  </a:lnTo>
                  <a:close/>
                </a:path>
              </a:pathLst>
            </a:custGeom>
            <a:solidFill>
              <a:srgbClr val="B1BD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8" name="object 2018"/>
            <p:cNvSpPr/>
            <p:nvPr/>
          </p:nvSpPr>
          <p:spPr>
            <a:xfrm>
              <a:off x="6195060" y="4917439"/>
              <a:ext cx="5080" cy="46990"/>
            </a:xfrm>
            <a:custGeom>
              <a:avLst/>
              <a:gdLst/>
              <a:ahLst/>
              <a:cxnLst/>
              <a:rect l="l" t="t" r="r" b="b"/>
              <a:pathLst>
                <a:path w="5079" h="46989">
                  <a:moveTo>
                    <a:pt x="507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5079" y="6349"/>
                  </a:lnTo>
                  <a:lnTo>
                    <a:pt x="5079" y="0"/>
                  </a:lnTo>
                  <a:close/>
                </a:path>
                <a:path w="5079" h="46989">
                  <a:moveTo>
                    <a:pt x="507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5079" y="12699"/>
                  </a:lnTo>
                  <a:lnTo>
                    <a:pt x="5079" y="6349"/>
                  </a:lnTo>
                  <a:close/>
                </a:path>
                <a:path w="5079" h="46989">
                  <a:moveTo>
                    <a:pt x="507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5079" y="19049"/>
                  </a:lnTo>
                  <a:lnTo>
                    <a:pt x="5079" y="12699"/>
                  </a:lnTo>
                  <a:close/>
                </a:path>
                <a:path w="5079" h="46989">
                  <a:moveTo>
                    <a:pt x="5079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5079" y="25399"/>
                  </a:lnTo>
                  <a:lnTo>
                    <a:pt x="5079" y="19049"/>
                  </a:lnTo>
                  <a:close/>
                </a:path>
                <a:path w="5079" h="46989">
                  <a:moveTo>
                    <a:pt x="5079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5079" y="31749"/>
                  </a:lnTo>
                  <a:lnTo>
                    <a:pt x="5079" y="25399"/>
                  </a:lnTo>
                  <a:close/>
                </a:path>
                <a:path w="5079" h="46989">
                  <a:moveTo>
                    <a:pt x="5079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5079" y="38099"/>
                  </a:lnTo>
                  <a:lnTo>
                    <a:pt x="5079" y="31749"/>
                  </a:lnTo>
                  <a:close/>
                </a:path>
                <a:path w="5079" h="46989">
                  <a:moveTo>
                    <a:pt x="5079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5079" y="44449"/>
                  </a:lnTo>
                  <a:lnTo>
                    <a:pt x="5079" y="38099"/>
                  </a:lnTo>
                  <a:close/>
                </a:path>
                <a:path w="5079" h="46989">
                  <a:moveTo>
                    <a:pt x="5079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5079" y="46989"/>
                  </a:lnTo>
                  <a:lnTo>
                    <a:pt x="5079" y="44449"/>
                  </a:lnTo>
                  <a:close/>
                </a:path>
              </a:pathLst>
            </a:custGeom>
            <a:solidFill>
              <a:srgbClr val="AEBA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9" name="object 2019"/>
            <p:cNvSpPr/>
            <p:nvPr/>
          </p:nvSpPr>
          <p:spPr>
            <a:xfrm>
              <a:off x="6200140" y="4916170"/>
              <a:ext cx="2540" cy="48260"/>
            </a:xfrm>
            <a:custGeom>
              <a:avLst/>
              <a:gdLst/>
              <a:ahLst/>
              <a:cxnLst/>
              <a:rect l="l" t="t" r="r" b="b"/>
              <a:pathLst>
                <a:path w="2539" h="48260">
                  <a:moveTo>
                    <a:pt x="2539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  <a:path w="2539" h="48260">
                  <a:moveTo>
                    <a:pt x="253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2539" y="7619"/>
                  </a:lnTo>
                  <a:lnTo>
                    <a:pt x="2539" y="1269"/>
                  </a:lnTo>
                  <a:close/>
                </a:path>
                <a:path w="2539" h="48260">
                  <a:moveTo>
                    <a:pt x="253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2539" y="13969"/>
                  </a:lnTo>
                  <a:lnTo>
                    <a:pt x="2539" y="7619"/>
                  </a:lnTo>
                  <a:close/>
                </a:path>
                <a:path w="2539" h="48260">
                  <a:moveTo>
                    <a:pt x="2539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2539" y="20319"/>
                  </a:lnTo>
                  <a:lnTo>
                    <a:pt x="2539" y="13969"/>
                  </a:lnTo>
                  <a:close/>
                </a:path>
                <a:path w="2539" h="48260">
                  <a:moveTo>
                    <a:pt x="2539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2539" y="26669"/>
                  </a:lnTo>
                  <a:lnTo>
                    <a:pt x="2539" y="20319"/>
                  </a:lnTo>
                  <a:close/>
                </a:path>
                <a:path w="2539" h="48260">
                  <a:moveTo>
                    <a:pt x="2539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2539" y="33019"/>
                  </a:lnTo>
                  <a:lnTo>
                    <a:pt x="2539" y="26669"/>
                  </a:lnTo>
                  <a:close/>
                </a:path>
                <a:path w="2539" h="48260">
                  <a:moveTo>
                    <a:pt x="2539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2539" y="39369"/>
                  </a:lnTo>
                  <a:lnTo>
                    <a:pt x="2539" y="33019"/>
                  </a:lnTo>
                  <a:close/>
                </a:path>
                <a:path w="2539" h="48260">
                  <a:moveTo>
                    <a:pt x="2539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2539" y="45719"/>
                  </a:lnTo>
                  <a:lnTo>
                    <a:pt x="2539" y="39369"/>
                  </a:lnTo>
                  <a:close/>
                </a:path>
                <a:path w="2539" h="48260">
                  <a:moveTo>
                    <a:pt x="2539" y="45719"/>
                  </a:moveTo>
                  <a:lnTo>
                    <a:pt x="0" y="45719"/>
                  </a:lnTo>
                  <a:lnTo>
                    <a:pt x="0" y="48259"/>
                  </a:lnTo>
                  <a:lnTo>
                    <a:pt x="2539" y="48259"/>
                  </a:lnTo>
                  <a:lnTo>
                    <a:pt x="2539" y="45719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0" name="object 2020"/>
            <p:cNvSpPr/>
            <p:nvPr/>
          </p:nvSpPr>
          <p:spPr>
            <a:xfrm>
              <a:off x="6202680" y="4916170"/>
              <a:ext cx="3810" cy="49530"/>
            </a:xfrm>
            <a:custGeom>
              <a:avLst/>
              <a:gdLst/>
              <a:ahLst/>
              <a:cxnLst/>
              <a:rect l="l" t="t" r="r" b="b"/>
              <a:pathLst>
                <a:path w="3810" h="49529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49529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10" h="49529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10" h="49529">
                  <a:moveTo>
                    <a:pt x="3810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3969"/>
                  </a:lnTo>
                  <a:close/>
                </a:path>
                <a:path w="3810" h="49529">
                  <a:moveTo>
                    <a:pt x="3810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3810" y="26669"/>
                  </a:lnTo>
                  <a:lnTo>
                    <a:pt x="3810" y="20319"/>
                  </a:lnTo>
                  <a:close/>
                </a:path>
                <a:path w="3810" h="49529">
                  <a:moveTo>
                    <a:pt x="3810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6669"/>
                  </a:lnTo>
                  <a:close/>
                </a:path>
                <a:path w="3810" h="49529">
                  <a:moveTo>
                    <a:pt x="3810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3019"/>
                  </a:lnTo>
                  <a:close/>
                </a:path>
                <a:path w="3810" h="49529">
                  <a:moveTo>
                    <a:pt x="3810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39369"/>
                  </a:lnTo>
                  <a:close/>
                </a:path>
                <a:path w="3810" h="49529">
                  <a:moveTo>
                    <a:pt x="3810" y="45719"/>
                  </a:moveTo>
                  <a:lnTo>
                    <a:pt x="0" y="45719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5719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1" name="object 2021"/>
            <p:cNvSpPr/>
            <p:nvPr/>
          </p:nvSpPr>
          <p:spPr>
            <a:xfrm>
              <a:off x="6206490" y="4914900"/>
              <a:ext cx="3810" cy="50800"/>
            </a:xfrm>
            <a:custGeom>
              <a:avLst/>
              <a:gdLst/>
              <a:ahLst/>
              <a:cxnLst/>
              <a:rect l="l" t="t" r="r" b="b"/>
              <a:pathLst>
                <a:path w="3810" h="50800">
                  <a:moveTo>
                    <a:pt x="3810" y="0"/>
                  </a:moveTo>
                  <a:lnTo>
                    <a:pt x="2539" y="0"/>
                  </a:lnTo>
                  <a:lnTo>
                    <a:pt x="2539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50800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10" h="50800">
                  <a:moveTo>
                    <a:pt x="381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8890"/>
                  </a:lnTo>
                  <a:close/>
                </a:path>
                <a:path w="3810" h="50800">
                  <a:moveTo>
                    <a:pt x="3810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5240"/>
                  </a:lnTo>
                  <a:close/>
                </a:path>
                <a:path w="3810" h="50800">
                  <a:moveTo>
                    <a:pt x="3810" y="21590"/>
                  </a:moveTo>
                  <a:lnTo>
                    <a:pt x="0" y="21590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1590"/>
                  </a:lnTo>
                  <a:close/>
                </a:path>
                <a:path w="3810" h="50800">
                  <a:moveTo>
                    <a:pt x="3810" y="27940"/>
                  </a:moveTo>
                  <a:lnTo>
                    <a:pt x="0" y="27940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27940"/>
                  </a:lnTo>
                  <a:close/>
                </a:path>
                <a:path w="3810" h="50800">
                  <a:moveTo>
                    <a:pt x="3810" y="34290"/>
                  </a:moveTo>
                  <a:lnTo>
                    <a:pt x="0" y="34290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4290"/>
                  </a:lnTo>
                  <a:close/>
                </a:path>
                <a:path w="3810" h="50800">
                  <a:moveTo>
                    <a:pt x="3810" y="40640"/>
                  </a:moveTo>
                  <a:lnTo>
                    <a:pt x="0" y="40640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0640"/>
                  </a:lnTo>
                  <a:close/>
                </a:path>
                <a:path w="3810" h="50800">
                  <a:moveTo>
                    <a:pt x="3810" y="46990"/>
                  </a:moveTo>
                  <a:lnTo>
                    <a:pt x="0" y="46990"/>
                  </a:lnTo>
                  <a:lnTo>
                    <a:pt x="0" y="50800"/>
                  </a:lnTo>
                  <a:lnTo>
                    <a:pt x="3810" y="50800"/>
                  </a:lnTo>
                  <a:lnTo>
                    <a:pt x="3810" y="46990"/>
                  </a:lnTo>
                  <a:close/>
                </a:path>
              </a:pathLst>
            </a:custGeom>
            <a:solidFill>
              <a:srgbClr val="A6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2" name="object 2022"/>
            <p:cNvSpPr/>
            <p:nvPr/>
          </p:nvSpPr>
          <p:spPr>
            <a:xfrm>
              <a:off x="6210300" y="4913630"/>
              <a:ext cx="3810" cy="53340"/>
            </a:xfrm>
            <a:custGeom>
              <a:avLst/>
              <a:gdLst/>
              <a:ahLst/>
              <a:cxnLst/>
              <a:rect l="l" t="t" r="r" b="b"/>
              <a:pathLst>
                <a:path w="3810" h="53339">
                  <a:moveTo>
                    <a:pt x="3810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10" h="53339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10" h="53339">
                  <a:moveTo>
                    <a:pt x="381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60"/>
                  </a:lnTo>
                  <a:close/>
                </a:path>
                <a:path w="3810" h="53339">
                  <a:moveTo>
                    <a:pt x="3810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10"/>
                  </a:lnTo>
                  <a:close/>
                </a:path>
                <a:path w="3810" h="53339">
                  <a:moveTo>
                    <a:pt x="3810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2860"/>
                  </a:lnTo>
                  <a:close/>
                </a:path>
                <a:path w="3810" h="53339">
                  <a:moveTo>
                    <a:pt x="3810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29210"/>
                  </a:lnTo>
                  <a:close/>
                </a:path>
                <a:path w="3810" h="53339">
                  <a:moveTo>
                    <a:pt x="3810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5560"/>
                  </a:lnTo>
                  <a:close/>
                </a:path>
                <a:path w="3810" h="53339">
                  <a:moveTo>
                    <a:pt x="3810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1910"/>
                  </a:lnTo>
                  <a:close/>
                </a:path>
                <a:path w="3810" h="53339">
                  <a:moveTo>
                    <a:pt x="3810" y="48260"/>
                  </a:moveTo>
                  <a:lnTo>
                    <a:pt x="0" y="48260"/>
                  </a:lnTo>
                  <a:lnTo>
                    <a:pt x="0" y="52070"/>
                  </a:lnTo>
                  <a:lnTo>
                    <a:pt x="2539" y="52070"/>
                  </a:lnTo>
                  <a:lnTo>
                    <a:pt x="2539" y="53340"/>
                  </a:lnTo>
                  <a:lnTo>
                    <a:pt x="3810" y="53340"/>
                  </a:lnTo>
                  <a:lnTo>
                    <a:pt x="3810" y="48260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3" name="object 2023"/>
            <p:cNvSpPr/>
            <p:nvPr/>
          </p:nvSpPr>
          <p:spPr>
            <a:xfrm>
              <a:off x="6214110" y="4913630"/>
              <a:ext cx="3810" cy="53340"/>
            </a:xfrm>
            <a:custGeom>
              <a:avLst/>
              <a:gdLst/>
              <a:ahLst/>
              <a:cxnLst/>
              <a:rect l="l" t="t" r="r" b="b"/>
              <a:pathLst>
                <a:path w="3810" h="53339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10" h="53339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10" h="53339">
                  <a:moveTo>
                    <a:pt x="381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60"/>
                  </a:lnTo>
                  <a:close/>
                </a:path>
                <a:path w="3810" h="53339">
                  <a:moveTo>
                    <a:pt x="3810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10"/>
                  </a:lnTo>
                  <a:close/>
                </a:path>
                <a:path w="3810" h="53339">
                  <a:moveTo>
                    <a:pt x="3810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2860"/>
                  </a:lnTo>
                  <a:close/>
                </a:path>
                <a:path w="3810" h="53339">
                  <a:moveTo>
                    <a:pt x="3810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29210"/>
                  </a:lnTo>
                  <a:close/>
                </a:path>
                <a:path w="3810" h="53339">
                  <a:moveTo>
                    <a:pt x="3810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5560"/>
                  </a:lnTo>
                  <a:close/>
                </a:path>
                <a:path w="3810" h="53339">
                  <a:moveTo>
                    <a:pt x="3810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1910"/>
                  </a:lnTo>
                  <a:close/>
                </a:path>
                <a:path w="3810" h="53339">
                  <a:moveTo>
                    <a:pt x="3810" y="48260"/>
                  </a:moveTo>
                  <a:lnTo>
                    <a:pt x="0" y="48260"/>
                  </a:lnTo>
                  <a:lnTo>
                    <a:pt x="0" y="53340"/>
                  </a:lnTo>
                  <a:lnTo>
                    <a:pt x="3810" y="53340"/>
                  </a:lnTo>
                  <a:lnTo>
                    <a:pt x="3810" y="48260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4" name="object 2024"/>
            <p:cNvSpPr/>
            <p:nvPr/>
          </p:nvSpPr>
          <p:spPr>
            <a:xfrm>
              <a:off x="6217920" y="4913630"/>
              <a:ext cx="3810" cy="54610"/>
            </a:xfrm>
            <a:custGeom>
              <a:avLst/>
              <a:gdLst/>
              <a:ahLst/>
              <a:cxnLst/>
              <a:rect l="l" t="t" r="r" b="b"/>
              <a:pathLst>
                <a:path w="3810" h="54610">
                  <a:moveTo>
                    <a:pt x="380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10" h="54610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10" h="54610">
                  <a:moveTo>
                    <a:pt x="380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0160"/>
                  </a:lnTo>
                  <a:close/>
                </a:path>
                <a:path w="3810" h="54610">
                  <a:moveTo>
                    <a:pt x="3809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16510"/>
                  </a:lnTo>
                  <a:close/>
                </a:path>
                <a:path w="3810" h="54610">
                  <a:moveTo>
                    <a:pt x="3809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3809" y="29210"/>
                  </a:lnTo>
                  <a:lnTo>
                    <a:pt x="3809" y="22860"/>
                  </a:lnTo>
                  <a:close/>
                </a:path>
                <a:path w="3810" h="54610">
                  <a:moveTo>
                    <a:pt x="3809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29210"/>
                  </a:lnTo>
                  <a:close/>
                </a:path>
                <a:path w="3810" h="54610">
                  <a:moveTo>
                    <a:pt x="3809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35560"/>
                  </a:lnTo>
                  <a:close/>
                </a:path>
                <a:path w="3810" h="54610">
                  <a:moveTo>
                    <a:pt x="3809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3809" y="48260"/>
                  </a:lnTo>
                  <a:lnTo>
                    <a:pt x="3809" y="41910"/>
                  </a:lnTo>
                  <a:close/>
                </a:path>
                <a:path w="3810" h="54610">
                  <a:moveTo>
                    <a:pt x="3809" y="48260"/>
                  </a:moveTo>
                  <a:lnTo>
                    <a:pt x="0" y="48260"/>
                  </a:lnTo>
                  <a:lnTo>
                    <a:pt x="0" y="54610"/>
                  </a:lnTo>
                  <a:lnTo>
                    <a:pt x="3809" y="54610"/>
                  </a:lnTo>
                  <a:lnTo>
                    <a:pt x="3809" y="48260"/>
                  </a:lnTo>
                  <a:close/>
                </a:path>
              </a:pathLst>
            </a:custGeom>
            <a:solidFill>
              <a:srgbClr val="9EAD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5" name="object 2025"/>
            <p:cNvSpPr/>
            <p:nvPr/>
          </p:nvSpPr>
          <p:spPr>
            <a:xfrm>
              <a:off x="6221730" y="4913630"/>
              <a:ext cx="2540" cy="54610"/>
            </a:xfrm>
            <a:custGeom>
              <a:avLst/>
              <a:gdLst/>
              <a:ahLst/>
              <a:cxnLst/>
              <a:rect l="l" t="t" r="r" b="b"/>
              <a:pathLst>
                <a:path w="2539" h="54610">
                  <a:moveTo>
                    <a:pt x="254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40" y="3810"/>
                  </a:lnTo>
                  <a:lnTo>
                    <a:pt x="2540" y="0"/>
                  </a:lnTo>
                  <a:close/>
                </a:path>
                <a:path w="2539" h="54610">
                  <a:moveTo>
                    <a:pt x="254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2540" y="10160"/>
                  </a:lnTo>
                  <a:lnTo>
                    <a:pt x="2540" y="3810"/>
                  </a:lnTo>
                  <a:close/>
                </a:path>
                <a:path w="2539" h="54610">
                  <a:moveTo>
                    <a:pt x="254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2540" y="16510"/>
                  </a:lnTo>
                  <a:lnTo>
                    <a:pt x="2540" y="10160"/>
                  </a:lnTo>
                  <a:close/>
                </a:path>
                <a:path w="2539" h="54610">
                  <a:moveTo>
                    <a:pt x="2540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2540" y="22860"/>
                  </a:lnTo>
                  <a:lnTo>
                    <a:pt x="2540" y="16510"/>
                  </a:lnTo>
                  <a:close/>
                </a:path>
                <a:path w="2539" h="54610">
                  <a:moveTo>
                    <a:pt x="2540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2540" y="29210"/>
                  </a:lnTo>
                  <a:lnTo>
                    <a:pt x="2540" y="22860"/>
                  </a:lnTo>
                  <a:close/>
                </a:path>
                <a:path w="2539" h="54610">
                  <a:moveTo>
                    <a:pt x="2540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2540" y="35560"/>
                  </a:lnTo>
                  <a:lnTo>
                    <a:pt x="2540" y="29210"/>
                  </a:lnTo>
                  <a:close/>
                </a:path>
                <a:path w="2539" h="54610">
                  <a:moveTo>
                    <a:pt x="2540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2540" y="41910"/>
                  </a:lnTo>
                  <a:lnTo>
                    <a:pt x="2540" y="35560"/>
                  </a:lnTo>
                  <a:close/>
                </a:path>
                <a:path w="2539" h="54610">
                  <a:moveTo>
                    <a:pt x="2540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2540" y="48260"/>
                  </a:lnTo>
                  <a:lnTo>
                    <a:pt x="2540" y="41910"/>
                  </a:lnTo>
                  <a:close/>
                </a:path>
                <a:path w="2539" h="54610">
                  <a:moveTo>
                    <a:pt x="2540" y="48260"/>
                  </a:moveTo>
                  <a:lnTo>
                    <a:pt x="0" y="48260"/>
                  </a:lnTo>
                  <a:lnTo>
                    <a:pt x="0" y="54610"/>
                  </a:lnTo>
                  <a:lnTo>
                    <a:pt x="2540" y="54610"/>
                  </a:lnTo>
                  <a:lnTo>
                    <a:pt x="2540" y="48260"/>
                  </a:lnTo>
                  <a:close/>
                </a:path>
              </a:pathLst>
            </a:custGeom>
            <a:solidFill>
              <a:srgbClr val="9CAB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6" name="object 2026"/>
            <p:cNvSpPr/>
            <p:nvPr/>
          </p:nvSpPr>
          <p:spPr>
            <a:xfrm>
              <a:off x="6224270" y="4913630"/>
              <a:ext cx="3810" cy="55880"/>
            </a:xfrm>
            <a:custGeom>
              <a:avLst/>
              <a:gdLst/>
              <a:ahLst/>
              <a:cxnLst/>
              <a:rect l="l" t="t" r="r" b="b"/>
              <a:pathLst>
                <a:path w="3810" h="55879">
                  <a:moveTo>
                    <a:pt x="380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10" h="55879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10" h="55879">
                  <a:moveTo>
                    <a:pt x="380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0160"/>
                  </a:lnTo>
                  <a:close/>
                </a:path>
                <a:path w="3810" h="55879">
                  <a:moveTo>
                    <a:pt x="3809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16510"/>
                  </a:lnTo>
                  <a:close/>
                </a:path>
                <a:path w="3810" h="55879">
                  <a:moveTo>
                    <a:pt x="3809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3809" y="29210"/>
                  </a:lnTo>
                  <a:lnTo>
                    <a:pt x="3809" y="22860"/>
                  </a:lnTo>
                  <a:close/>
                </a:path>
                <a:path w="3810" h="55879">
                  <a:moveTo>
                    <a:pt x="3809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29210"/>
                  </a:lnTo>
                  <a:close/>
                </a:path>
                <a:path w="3810" h="55879">
                  <a:moveTo>
                    <a:pt x="3809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35560"/>
                  </a:lnTo>
                  <a:close/>
                </a:path>
                <a:path w="3810" h="55879">
                  <a:moveTo>
                    <a:pt x="3809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3809" y="48260"/>
                  </a:lnTo>
                  <a:lnTo>
                    <a:pt x="3809" y="41910"/>
                  </a:lnTo>
                  <a:close/>
                </a:path>
                <a:path w="3810" h="55879">
                  <a:moveTo>
                    <a:pt x="3809" y="48260"/>
                  </a:moveTo>
                  <a:lnTo>
                    <a:pt x="0" y="48260"/>
                  </a:lnTo>
                  <a:lnTo>
                    <a:pt x="0" y="54610"/>
                  </a:lnTo>
                  <a:lnTo>
                    <a:pt x="3809" y="54610"/>
                  </a:lnTo>
                  <a:lnTo>
                    <a:pt x="3809" y="48260"/>
                  </a:lnTo>
                  <a:close/>
                </a:path>
                <a:path w="3810" h="55879">
                  <a:moveTo>
                    <a:pt x="3809" y="54610"/>
                  </a:moveTo>
                  <a:lnTo>
                    <a:pt x="1269" y="54610"/>
                  </a:lnTo>
                  <a:lnTo>
                    <a:pt x="1269" y="55880"/>
                  </a:lnTo>
                  <a:lnTo>
                    <a:pt x="3809" y="55880"/>
                  </a:lnTo>
                  <a:lnTo>
                    <a:pt x="3809" y="54610"/>
                  </a:lnTo>
                  <a:close/>
                </a:path>
              </a:pathLst>
            </a:custGeom>
            <a:solidFill>
              <a:srgbClr val="99A8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7" name="object 2027"/>
            <p:cNvSpPr/>
            <p:nvPr/>
          </p:nvSpPr>
          <p:spPr>
            <a:xfrm>
              <a:off x="6228080" y="4912359"/>
              <a:ext cx="3810" cy="57150"/>
            </a:xfrm>
            <a:custGeom>
              <a:avLst/>
              <a:gdLst/>
              <a:ahLst/>
              <a:cxnLst/>
              <a:rect l="l" t="t" r="r" b="b"/>
              <a:pathLst>
                <a:path w="3810" h="57150">
                  <a:moveTo>
                    <a:pt x="3810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0" y="1269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10" h="57150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57150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57150">
                  <a:moveTo>
                    <a:pt x="381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7780"/>
                  </a:lnTo>
                  <a:close/>
                </a:path>
                <a:path w="3810" h="57150">
                  <a:moveTo>
                    <a:pt x="3810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10" y="30479"/>
                  </a:lnTo>
                  <a:lnTo>
                    <a:pt x="3810" y="24130"/>
                  </a:lnTo>
                  <a:close/>
                </a:path>
                <a:path w="3810" h="57150">
                  <a:moveTo>
                    <a:pt x="3810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30480"/>
                  </a:lnTo>
                  <a:close/>
                </a:path>
                <a:path w="3810" h="57150">
                  <a:moveTo>
                    <a:pt x="381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36830"/>
                  </a:lnTo>
                  <a:close/>
                </a:path>
                <a:path w="3810" h="57150">
                  <a:moveTo>
                    <a:pt x="3810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3180"/>
                  </a:lnTo>
                  <a:close/>
                </a:path>
                <a:path w="3810" h="57150">
                  <a:moveTo>
                    <a:pt x="3810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49530"/>
                  </a:lnTo>
                  <a:close/>
                </a:path>
                <a:path w="3810" h="57150">
                  <a:moveTo>
                    <a:pt x="3810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3810" y="57150"/>
                  </a:lnTo>
                  <a:lnTo>
                    <a:pt x="3810" y="55880"/>
                  </a:lnTo>
                  <a:close/>
                </a:path>
              </a:pathLst>
            </a:custGeom>
            <a:solidFill>
              <a:srgbClr val="96A6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8" name="object 2028"/>
            <p:cNvSpPr/>
            <p:nvPr/>
          </p:nvSpPr>
          <p:spPr>
            <a:xfrm>
              <a:off x="6231890" y="4912359"/>
              <a:ext cx="3810" cy="57150"/>
            </a:xfrm>
            <a:custGeom>
              <a:avLst/>
              <a:gdLst/>
              <a:ahLst/>
              <a:cxnLst/>
              <a:rect l="l" t="t" r="r" b="b"/>
              <a:pathLst>
                <a:path w="3810" h="57150">
                  <a:moveTo>
                    <a:pt x="381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10" h="57150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57150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57150">
                  <a:moveTo>
                    <a:pt x="381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7780"/>
                  </a:lnTo>
                  <a:close/>
                </a:path>
                <a:path w="3810" h="57150">
                  <a:moveTo>
                    <a:pt x="3810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10" y="30479"/>
                  </a:lnTo>
                  <a:lnTo>
                    <a:pt x="3810" y="24130"/>
                  </a:lnTo>
                  <a:close/>
                </a:path>
                <a:path w="3810" h="57150">
                  <a:moveTo>
                    <a:pt x="3810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30480"/>
                  </a:lnTo>
                  <a:close/>
                </a:path>
                <a:path w="3810" h="57150">
                  <a:moveTo>
                    <a:pt x="381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36830"/>
                  </a:lnTo>
                  <a:close/>
                </a:path>
                <a:path w="3810" h="57150">
                  <a:moveTo>
                    <a:pt x="3810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3180"/>
                  </a:lnTo>
                  <a:close/>
                </a:path>
                <a:path w="3810" h="57150">
                  <a:moveTo>
                    <a:pt x="3810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49530"/>
                  </a:lnTo>
                  <a:close/>
                </a:path>
                <a:path w="3810" h="57150">
                  <a:moveTo>
                    <a:pt x="3810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3810" y="57150"/>
                  </a:lnTo>
                  <a:lnTo>
                    <a:pt x="3810" y="55880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9" name="object 2029"/>
            <p:cNvSpPr/>
            <p:nvPr/>
          </p:nvSpPr>
          <p:spPr>
            <a:xfrm>
              <a:off x="6235700" y="49110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10" h="59689">
                  <a:moveTo>
                    <a:pt x="3810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0" y="126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0"/>
                  </a:lnTo>
                  <a:close/>
                </a:path>
                <a:path w="3810" h="59689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10" h="59689">
                  <a:moveTo>
                    <a:pt x="381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2699"/>
                  </a:lnTo>
                  <a:close/>
                </a:path>
                <a:path w="3810" h="59689">
                  <a:moveTo>
                    <a:pt x="3810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19049"/>
                  </a:lnTo>
                  <a:close/>
                </a:path>
                <a:path w="3810" h="59689">
                  <a:moveTo>
                    <a:pt x="3810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5399"/>
                  </a:lnTo>
                  <a:close/>
                </a:path>
                <a:path w="3810" h="59689">
                  <a:moveTo>
                    <a:pt x="3810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1749"/>
                  </a:lnTo>
                  <a:close/>
                </a:path>
                <a:path w="3810" h="59689">
                  <a:moveTo>
                    <a:pt x="3810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38099"/>
                  </a:lnTo>
                  <a:close/>
                </a:path>
                <a:path w="3810" h="59689">
                  <a:moveTo>
                    <a:pt x="3810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4449"/>
                  </a:lnTo>
                  <a:close/>
                </a:path>
                <a:path w="3810" h="59689">
                  <a:moveTo>
                    <a:pt x="3810" y="50799"/>
                  </a:moveTo>
                  <a:lnTo>
                    <a:pt x="0" y="5079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0799"/>
                  </a:lnTo>
                  <a:close/>
                </a:path>
                <a:path w="3810" h="59689">
                  <a:moveTo>
                    <a:pt x="3810" y="57149"/>
                  </a:moveTo>
                  <a:lnTo>
                    <a:pt x="0" y="57149"/>
                  </a:lnTo>
                  <a:lnTo>
                    <a:pt x="0" y="58419"/>
                  </a:lnTo>
                  <a:lnTo>
                    <a:pt x="1270" y="58419"/>
                  </a:lnTo>
                  <a:lnTo>
                    <a:pt x="1270" y="59689"/>
                  </a:lnTo>
                  <a:lnTo>
                    <a:pt x="3810" y="59689"/>
                  </a:lnTo>
                  <a:lnTo>
                    <a:pt x="3810" y="57149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0" name="object 2030"/>
            <p:cNvSpPr/>
            <p:nvPr/>
          </p:nvSpPr>
          <p:spPr>
            <a:xfrm>
              <a:off x="6239510" y="49110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10" h="59689">
                  <a:moveTo>
                    <a:pt x="381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0"/>
                  </a:lnTo>
                  <a:close/>
                </a:path>
                <a:path w="3810" h="59689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10" h="59689">
                  <a:moveTo>
                    <a:pt x="381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2699"/>
                  </a:lnTo>
                  <a:close/>
                </a:path>
                <a:path w="3810" h="59689">
                  <a:moveTo>
                    <a:pt x="3810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19049"/>
                  </a:lnTo>
                  <a:close/>
                </a:path>
                <a:path w="3810" h="59689">
                  <a:moveTo>
                    <a:pt x="3810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5399"/>
                  </a:lnTo>
                  <a:close/>
                </a:path>
                <a:path w="3810" h="59689">
                  <a:moveTo>
                    <a:pt x="3810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1749"/>
                  </a:lnTo>
                  <a:close/>
                </a:path>
                <a:path w="3810" h="59689">
                  <a:moveTo>
                    <a:pt x="3810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38099"/>
                  </a:lnTo>
                  <a:close/>
                </a:path>
                <a:path w="3810" h="59689">
                  <a:moveTo>
                    <a:pt x="3810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4449"/>
                  </a:lnTo>
                  <a:close/>
                </a:path>
                <a:path w="3810" h="59689">
                  <a:moveTo>
                    <a:pt x="3810" y="50799"/>
                  </a:moveTo>
                  <a:lnTo>
                    <a:pt x="0" y="5079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0799"/>
                  </a:lnTo>
                  <a:close/>
                </a:path>
                <a:path w="3810" h="59689">
                  <a:moveTo>
                    <a:pt x="3810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7149"/>
                  </a:lnTo>
                  <a:close/>
                </a:path>
              </a:pathLst>
            </a:custGeom>
            <a:solidFill>
              <a:srgbClr val="8E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1" name="object 2031"/>
            <p:cNvSpPr/>
            <p:nvPr/>
          </p:nvSpPr>
          <p:spPr>
            <a:xfrm>
              <a:off x="6243320" y="49110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10" h="59689">
                  <a:moveTo>
                    <a:pt x="380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0"/>
                  </a:lnTo>
                  <a:close/>
                </a:path>
                <a:path w="3810" h="59689">
                  <a:moveTo>
                    <a:pt x="380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6349"/>
                  </a:lnTo>
                  <a:close/>
                </a:path>
                <a:path w="3810" h="59689">
                  <a:moveTo>
                    <a:pt x="380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2699"/>
                  </a:lnTo>
                  <a:close/>
                </a:path>
                <a:path w="3810" h="59689">
                  <a:moveTo>
                    <a:pt x="3809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19049"/>
                  </a:lnTo>
                  <a:close/>
                </a:path>
                <a:path w="3810" h="59689">
                  <a:moveTo>
                    <a:pt x="3809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5399"/>
                  </a:lnTo>
                  <a:close/>
                </a:path>
                <a:path w="3810" h="59689">
                  <a:moveTo>
                    <a:pt x="3809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1749"/>
                  </a:lnTo>
                  <a:close/>
                </a:path>
                <a:path w="3810" h="59689">
                  <a:moveTo>
                    <a:pt x="3809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38099"/>
                  </a:lnTo>
                  <a:close/>
                </a:path>
                <a:path w="3810" h="59689">
                  <a:moveTo>
                    <a:pt x="3809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4449"/>
                  </a:lnTo>
                  <a:close/>
                </a:path>
                <a:path w="3810" h="59689">
                  <a:moveTo>
                    <a:pt x="3809" y="50799"/>
                  </a:moveTo>
                  <a:lnTo>
                    <a:pt x="0" y="5079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0799"/>
                  </a:lnTo>
                  <a:close/>
                </a:path>
                <a:path w="3810" h="59689">
                  <a:moveTo>
                    <a:pt x="3809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7149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2" name="object 2032"/>
            <p:cNvSpPr/>
            <p:nvPr/>
          </p:nvSpPr>
          <p:spPr>
            <a:xfrm>
              <a:off x="6247130" y="49110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10" h="59689">
                  <a:moveTo>
                    <a:pt x="381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0"/>
                  </a:lnTo>
                  <a:close/>
                </a:path>
                <a:path w="3810" h="59689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10" h="59689">
                  <a:moveTo>
                    <a:pt x="381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2699"/>
                  </a:lnTo>
                  <a:close/>
                </a:path>
                <a:path w="3810" h="59689">
                  <a:moveTo>
                    <a:pt x="3810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19049"/>
                  </a:lnTo>
                  <a:close/>
                </a:path>
                <a:path w="3810" h="59689">
                  <a:moveTo>
                    <a:pt x="3810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5399"/>
                  </a:lnTo>
                  <a:close/>
                </a:path>
                <a:path w="3810" h="59689">
                  <a:moveTo>
                    <a:pt x="3810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1749"/>
                  </a:lnTo>
                  <a:close/>
                </a:path>
                <a:path w="3810" h="59689">
                  <a:moveTo>
                    <a:pt x="3810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38099"/>
                  </a:lnTo>
                  <a:close/>
                </a:path>
                <a:path w="3810" h="59689">
                  <a:moveTo>
                    <a:pt x="3810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4449"/>
                  </a:lnTo>
                  <a:close/>
                </a:path>
                <a:path w="3810" h="59689">
                  <a:moveTo>
                    <a:pt x="3810" y="50799"/>
                  </a:moveTo>
                  <a:lnTo>
                    <a:pt x="0" y="5079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0799"/>
                  </a:lnTo>
                  <a:close/>
                </a:path>
                <a:path w="3810" h="59689">
                  <a:moveTo>
                    <a:pt x="3810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7149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3" name="object 2033"/>
            <p:cNvSpPr/>
            <p:nvPr/>
          </p:nvSpPr>
          <p:spPr>
            <a:xfrm>
              <a:off x="6250940" y="4911089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39" h="59689">
                  <a:moveTo>
                    <a:pt x="253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2539" y="6349"/>
                  </a:lnTo>
                  <a:lnTo>
                    <a:pt x="2539" y="0"/>
                  </a:lnTo>
                  <a:close/>
                </a:path>
                <a:path w="2539" h="59689">
                  <a:moveTo>
                    <a:pt x="253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2539" y="12699"/>
                  </a:lnTo>
                  <a:lnTo>
                    <a:pt x="2539" y="6349"/>
                  </a:lnTo>
                  <a:close/>
                </a:path>
                <a:path w="2539" h="59689">
                  <a:moveTo>
                    <a:pt x="253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2539" y="19049"/>
                  </a:lnTo>
                  <a:lnTo>
                    <a:pt x="2539" y="12699"/>
                  </a:lnTo>
                  <a:close/>
                </a:path>
                <a:path w="2539" h="59689">
                  <a:moveTo>
                    <a:pt x="2539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2539" y="25399"/>
                  </a:lnTo>
                  <a:lnTo>
                    <a:pt x="2539" y="19049"/>
                  </a:lnTo>
                  <a:close/>
                </a:path>
                <a:path w="2539" h="59689">
                  <a:moveTo>
                    <a:pt x="2539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2539" y="31749"/>
                  </a:lnTo>
                  <a:lnTo>
                    <a:pt x="2539" y="25399"/>
                  </a:lnTo>
                  <a:close/>
                </a:path>
                <a:path w="2539" h="59689">
                  <a:moveTo>
                    <a:pt x="2539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2539" y="38099"/>
                  </a:lnTo>
                  <a:lnTo>
                    <a:pt x="2539" y="31749"/>
                  </a:lnTo>
                  <a:close/>
                </a:path>
                <a:path w="2539" h="59689">
                  <a:moveTo>
                    <a:pt x="2539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2539" y="44449"/>
                  </a:lnTo>
                  <a:lnTo>
                    <a:pt x="2539" y="38099"/>
                  </a:lnTo>
                  <a:close/>
                </a:path>
                <a:path w="2539" h="59689">
                  <a:moveTo>
                    <a:pt x="2539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2539" y="50799"/>
                  </a:lnTo>
                  <a:lnTo>
                    <a:pt x="2539" y="44449"/>
                  </a:lnTo>
                  <a:close/>
                </a:path>
                <a:path w="2539" h="59689">
                  <a:moveTo>
                    <a:pt x="2539" y="50799"/>
                  </a:moveTo>
                  <a:lnTo>
                    <a:pt x="0" y="50799"/>
                  </a:lnTo>
                  <a:lnTo>
                    <a:pt x="0" y="57149"/>
                  </a:lnTo>
                  <a:lnTo>
                    <a:pt x="2539" y="57149"/>
                  </a:lnTo>
                  <a:lnTo>
                    <a:pt x="2539" y="50799"/>
                  </a:lnTo>
                  <a:close/>
                </a:path>
                <a:path w="2539" h="59689">
                  <a:moveTo>
                    <a:pt x="2539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2539" y="59689"/>
                  </a:lnTo>
                  <a:lnTo>
                    <a:pt x="2539" y="57149"/>
                  </a:lnTo>
                  <a:close/>
                </a:path>
              </a:pathLst>
            </a:custGeom>
            <a:solidFill>
              <a:srgbClr val="8799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4" name="object 2034"/>
            <p:cNvSpPr/>
            <p:nvPr/>
          </p:nvSpPr>
          <p:spPr>
            <a:xfrm>
              <a:off x="6253480" y="49110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10" h="59689">
                  <a:moveTo>
                    <a:pt x="381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0"/>
                  </a:lnTo>
                  <a:close/>
                </a:path>
                <a:path w="3810" h="59689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10" h="59689">
                  <a:moveTo>
                    <a:pt x="381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2699"/>
                  </a:lnTo>
                  <a:close/>
                </a:path>
                <a:path w="3810" h="59689">
                  <a:moveTo>
                    <a:pt x="3810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19049"/>
                  </a:lnTo>
                  <a:close/>
                </a:path>
                <a:path w="3810" h="59689">
                  <a:moveTo>
                    <a:pt x="3810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5399"/>
                  </a:lnTo>
                  <a:close/>
                </a:path>
                <a:path w="3810" h="59689">
                  <a:moveTo>
                    <a:pt x="3810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1749"/>
                  </a:lnTo>
                  <a:close/>
                </a:path>
                <a:path w="3810" h="59689">
                  <a:moveTo>
                    <a:pt x="3810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38099"/>
                  </a:lnTo>
                  <a:close/>
                </a:path>
                <a:path w="3810" h="59689">
                  <a:moveTo>
                    <a:pt x="3810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4449"/>
                  </a:lnTo>
                  <a:close/>
                </a:path>
                <a:path w="3810" h="59689">
                  <a:moveTo>
                    <a:pt x="3810" y="50799"/>
                  </a:moveTo>
                  <a:lnTo>
                    <a:pt x="0" y="5079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0799"/>
                  </a:lnTo>
                  <a:close/>
                </a:path>
                <a:path w="3810" h="59689">
                  <a:moveTo>
                    <a:pt x="3810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7149"/>
                  </a:lnTo>
                  <a:close/>
                </a:path>
              </a:pathLst>
            </a:custGeom>
            <a:solidFill>
              <a:srgbClr val="8496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5" name="object 2035"/>
            <p:cNvSpPr/>
            <p:nvPr/>
          </p:nvSpPr>
          <p:spPr>
            <a:xfrm>
              <a:off x="6257290" y="49110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10" h="59689">
                  <a:moveTo>
                    <a:pt x="381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0"/>
                  </a:lnTo>
                  <a:close/>
                </a:path>
                <a:path w="3810" h="59689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10" h="59689">
                  <a:moveTo>
                    <a:pt x="381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2699"/>
                  </a:lnTo>
                  <a:close/>
                </a:path>
                <a:path w="3810" h="59689">
                  <a:moveTo>
                    <a:pt x="3810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19049"/>
                  </a:lnTo>
                  <a:close/>
                </a:path>
                <a:path w="3810" h="59689">
                  <a:moveTo>
                    <a:pt x="3810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5399"/>
                  </a:lnTo>
                  <a:close/>
                </a:path>
                <a:path w="3810" h="59689">
                  <a:moveTo>
                    <a:pt x="3810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1749"/>
                  </a:lnTo>
                  <a:close/>
                </a:path>
                <a:path w="3810" h="59689">
                  <a:moveTo>
                    <a:pt x="3810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38099"/>
                  </a:lnTo>
                  <a:close/>
                </a:path>
                <a:path w="3810" h="59689">
                  <a:moveTo>
                    <a:pt x="3810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4449"/>
                  </a:lnTo>
                  <a:close/>
                </a:path>
                <a:path w="3810" h="59689">
                  <a:moveTo>
                    <a:pt x="3810" y="50799"/>
                  </a:moveTo>
                  <a:lnTo>
                    <a:pt x="0" y="5079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0799"/>
                  </a:lnTo>
                  <a:close/>
                </a:path>
                <a:path w="3810" h="59689">
                  <a:moveTo>
                    <a:pt x="3810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7149"/>
                  </a:lnTo>
                  <a:close/>
                </a:path>
              </a:pathLst>
            </a:custGeom>
            <a:solidFill>
              <a:srgbClr val="819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6" name="object 2036"/>
            <p:cNvSpPr/>
            <p:nvPr/>
          </p:nvSpPr>
          <p:spPr>
            <a:xfrm>
              <a:off x="6261100" y="49098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810" y="0"/>
                  </a:moveTo>
                  <a:lnTo>
                    <a:pt x="2539" y="0"/>
                  </a:lnTo>
                  <a:lnTo>
                    <a:pt x="2539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62229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10" h="62229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10" h="62229">
                  <a:moveTo>
                    <a:pt x="3810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3969"/>
                  </a:lnTo>
                  <a:close/>
                </a:path>
                <a:path w="3810" h="62229">
                  <a:moveTo>
                    <a:pt x="3810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3810" y="26669"/>
                  </a:lnTo>
                  <a:lnTo>
                    <a:pt x="3810" y="20319"/>
                  </a:lnTo>
                  <a:close/>
                </a:path>
                <a:path w="3810" h="62229">
                  <a:moveTo>
                    <a:pt x="3810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6669"/>
                  </a:lnTo>
                  <a:close/>
                </a:path>
                <a:path w="3810" h="62229">
                  <a:moveTo>
                    <a:pt x="3810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3019"/>
                  </a:lnTo>
                  <a:close/>
                </a:path>
                <a:path w="3810" h="62229">
                  <a:moveTo>
                    <a:pt x="3810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39369"/>
                  </a:lnTo>
                  <a:close/>
                </a:path>
                <a:path w="3810" h="62229">
                  <a:moveTo>
                    <a:pt x="3810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3810" y="52069"/>
                  </a:lnTo>
                  <a:lnTo>
                    <a:pt x="3810" y="45719"/>
                  </a:lnTo>
                  <a:close/>
                </a:path>
                <a:path w="3810" h="62229">
                  <a:moveTo>
                    <a:pt x="3810" y="52069"/>
                  </a:moveTo>
                  <a:lnTo>
                    <a:pt x="0" y="52069"/>
                  </a:lnTo>
                  <a:lnTo>
                    <a:pt x="0" y="58419"/>
                  </a:lnTo>
                  <a:lnTo>
                    <a:pt x="3810" y="58419"/>
                  </a:lnTo>
                  <a:lnTo>
                    <a:pt x="3810" y="52069"/>
                  </a:lnTo>
                  <a:close/>
                </a:path>
                <a:path w="3810" h="62229">
                  <a:moveTo>
                    <a:pt x="3810" y="58419"/>
                  </a:moveTo>
                  <a:lnTo>
                    <a:pt x="0" y="58419"/>
                  </a:lnTo>
                  <a:lnTo>
                    <a:pt x="0" y="60959"/>
                  </a:lnTo>
                  <a:lnTo>
                    <a:pt x="2539" y="60959"/>
                  </a:lnTo>
                  <a:lnTo>
                    <a:pt x="2539" y="62229"/>
                  </a:lnTo>
                  <a:lnTo>
                    <a:pt x="3810" y="62229"/>
                  </a:lnTo>
                  <a:lnTo>
                    <a:pt x="3810" y="58419"/>
                  </a:lnTo>
                  <a:close/>
                </a:path>
              </a:pathLst>
            </a:custGeom>
            <a:solidFill>
              <a:srgbClr val="7F92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7" name="object 2037"/>
            <p:cNvSpPr/>
            <p:nvPr/>
          </p:nvSpPr>
          <p:spPr>
            <a:xfrm>
              <a:off x="6264910" y="49098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62229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10" h="62229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10" h="62229">
                  <a:moveTo>
                    <a:pt x="3810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3969"/>
                  </a:lnTo>
                  <a:close/>
                </a:path>
                <a:path w="3810" h="62229">
                  <a:moveTo>
                    <a:pt x="3810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3810" y="26669"/>
                  </a:lnTo>
                  <a:lnTo>
                    <a:pt x="3810" y="20319"/>
                  </a:lnTo>
                  <a:close/>
                </a:path>
                <a:path w="3810" h="62229">
                  <a:moveTo>
                    <a:pt x="3810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6669"/>
                  </a:lnTo>
                  <a:close/>
                </a:path>
                <a:path w="3810" h="62229">
                  <a:moveTo>
                    <a:pt x="3810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3019"/>
                  </a:lnTo>
                  <a:close/>
                </a:path>
                <a:path w="3810" h="62229">
                  <a:moveTo>
                    <a:pt x="3810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39369"/>
                  </a:lnTo>
                  <a:close/>
                </a:path>
                <a:path w="3810" h="62229">
                  <a:moveTo>
                    <a:pt x="3810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3810" y="52069"/>
                  </a:lnTo>
                  <a:lnTo>
                    <a:pt x="3810" y="45719"/>
                  </a:lnTo>
                  <a:close/>
                </a:path>
                <a:path w="3810" h="62229">
                  <a:moveTo>
                    <a:pt x="3810" y="52069"/>
                  </a:moveTo>
                  <a:lnTo>
                    <a:pt x="0" y="52069"/>
                  </a:lnTo>
                  <a:lnTo>
                    <a:pt x="0" y="58419"/>
                  </a:lnTo>
                  <a:lnTo>
                    <a:pt x="3810" y="58419"/>
                  </a:lnTo>
                  <a:lnTo>
                    <a:pt x="3810" y="52069"/>
                  </a:lnTo>
                  <a:close/>
                </a:path>
                <a:path w="3810" h="62229">
                  <a:moveTo>
                    <a:pt x="3810" y="58419"/>
                  </a:moveTo>
                  <a:lnTo>
                    <a:pt x="0" y="58419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8419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8" name="object 2038"/>
            <p:cNvSpPr/>
            <p:nvPr/>
          </p:nvSpPr>
          <p:spPr>
            <a:xfrm>
              <a:off x="6268720" y="49098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80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10" h="62229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10" h="62229">
                  <a:moveTo>
                    <a:pt x="380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7619"/>
                  </a:lnTo>
                  <a:close/>
                </a:path>
                <a:path w="3810" h="62229">
                  <a:moveTo>
                    <a:pt x="3809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3969"/>
                  </a:lnTo>
                  <a:close/>
                </a:path>
                <a:path w="3810" h="62229">
                  <a:moveTo>
                    <a:pt x="3809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3809" y="26669"/>
                  </a:lnTo>
                  <a:lnTo>
                    <a:pt x="3809" y="20319"/>
                  </a:lnTo>
                  <a:close/>
                </a:path>
                <a:path w="3810" h="62229">
                  <a:moveTo>
                    <a:pt x="3809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6669"/>
                  </a:lnTo>
                  <a:close/>
                </a:path>
                <a:path w="3810" h="62229">
                  <a:moveTo>
                    <a:pt x="3809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3019"/>
                  </a:lnTo>
                  <a:close/>
                </a:path>
                <a:path w="3810" h="62229">
                  <a:moveTo>
                    <a:pt x="3809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39369"/>
                  </a:lnTo>
                  <a:close/>
                </a:path>
                <a:path w="3810" h="62229">
                  <a:moveTo>
                    <a:pt x="3809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3809" y="52069"/>
                  </a:lnTo>
                  <a:lnTo>
                    <a:pt x="3809" y="45719"/>
                  </a:lnTo>
                  <a:close/>
                </a:path>
                <a:path w="3810" h="62229">
                  <a:moveTo>
                    <a:pt x="3809" y="52069"/>
                  </a:moveTo>
                  <a:lnTo>
                    <a:pt x="0" y="52069"/>
                  </a:lnTo>
                  <a:lnTo>
                    <a:pt x="0" y="58419"/>
                  </a:lnTo>
                  <a:lnTo>
                    <a:pt x="3809" y="58419"/>
                  </a:lnTo>
                  <a:lnTo>
                    <a:pt x="3809" y="52069"/>
                  </a:lnTo>
                  <a:close/>
                </a:path>
                <a:path w="3810" h="62229">
                  <a:moveTo>
                    <a:pt x="3809" y="58419"/>
                  </a:moveTo>
                  <a:lnTo>
                    <a:pt x="0" y="58419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8419"/>
                  </a:lnTo>
                  <a:close/>
                </a:path>
              </a:pathLst>
            </a:custGeom>
            <a:solidFill>
              <a:srgbClr val="79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9" name="object 2039"/>
            <p:cNvSpPr/>
            <p:nvPr/>
          </p:nvSpPr>
          <p:spPr>
            <a:xfrm>
              <a:off x="6272530" y="4909820"/>
              <a:ext cx="2540" cy="62230"/>
            </a:xfrm>
            <a:custGeom>
              <a:avLst/>
              <a:gdLst/>
              <a:ahLst/>
              <a:cxnLst/>
              <a:rect l="l" t="t" r="r" b="b"/>
              <a:pathLst>
                <a:path w="2539" h="62229">
                  <a:moveTo>
                    <a:pt x="254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2539" h="62229">
                  <a:moveTo>
                    <a:pt x="254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2540" y="7619"/>
                  </a:lnTo>
                  <a:lnTo>
                    <a:pt x="2540" y="1269"/>
                  </a:lnTo>
                  <a:close/>
                </a:path>
                <a:path w="2539" h="62229">
                  <a:moveTo>
                    <a:pt x="254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2540" y="13969"/>
                  </a:lnTo>
                  <a:lnTo>
                    <a:pt x="2540" y="7619"/>
                  </a:lnTo>
                  <a:close/>
                </a:path>
                <a:path w="2539" h="62229">
                  <a:moveTo>
                    <a:pt x="2540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2540" y="20319"/>
                  </a:lnTo>
                  <a:lnTo>
                    <a:pt x="2540" y="13969"/>
                  </a:lnTo>
                  <a:close/>
                </a:path>
                <a:path w="2539" h="62229">
                  <a:moveTo>
                    <a:pt x="2540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2540" y="26669"/>
                  </a:lnTo>
                  <a:lnTo>
                    <a:pt x="2540" y="20319"/>
                  </a:lnTo>
                  <a:close/>
                </a:path>
                <a:path w="2539" h="62229">
                  <a:moveTo>
                    <a:pt x="2540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2540" y="33019"/>
                  </a:lnTo>
                  <a:lnTo>
                    <a:pt x="2540" y="26669"/>
                  </a:lnTo>
                  <a:close/>
                </a:path>
                <a:path w="2539" h="62229">
                  <a:moveTo>
                    <a:pt x="2540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2540" y="39369"/>
                  </a:lnTo>
                  <a:lnTo>
                    <a:pt x="2540" y="33019"/>
                  </a:lnTo>
                  <a:close/>
                </a:path>
                <a:path w="2539" h="62229">
                  <a:moveTo>
                    <a:pt x="2540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2540" y="45719"/>
                  </a:lnTo>
                  <a:lnTo>
                    <a:pt x="2540" y="39369"/>
                  </a:lnTo>
                  <a:close/>
                </a:path>
                <a:path w="2539" h="62229">
                  <a:moveTo>
                    <a:pt x="2540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2540" y="52069"/>
                  </a:lnTo>
                  <a:lnTo>
                    <a:pt x="2540" y="45719"/>
                  </a:lnTo>
                  <a:close/>
                </a:path>
                <a:path w="2539" h="62229">
                  <a:moveTo>
                    <a:pt x="2540" y="52069"/>
                  </a:moveTo>
                  <a:lnTo>
                    <a:pt x="0" y="52069"/>
                  </a:lnTo>
                  <a:lnTo>
                    <a:pt x="0" y="58419"/>
                  </a:lnTo>
                  <a:lnTo>
                    <a:pt x="2540" y="58419"/>
                  </a:lnTo>
                  <a:lnTo>
                    <a:pt x="2540" y="52069"/>
                  </a:lnTo>
                  <a:close/>
                </a:path>
                <a:path w="2539" h="62229">
                  <a:moveTo>
                    <a:pt x="2540" y="58419"/>
                  </a:moveTo>
                  <a:lnTo>
                    <a:pt x="0" y="58419"/>
                  </a:lnTo>
                  <a:lnTo>
                    <a:pt x="0" y="62229"/>
                  </a:lnTo>
                  <a:lnTo>
                    <a:pt x="2540" y="62229"/>
                  </a:lnTo>
                  <a:lnTo>
                    <a:pt x="2540" y="58419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0" name="object 2040"/>
            <p:cNvSpPr/>
            <p:nvPr/>
          </p:nvSpPr>
          <p:spPr>
            <a:xfrm>
              <a:off x="6275070" y="49098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80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10" h="62229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10" h="62229">
                  <a:moveTo>
                    <a:pt x="380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7619"/>
                  </a:lnTo>
                  <a:close/>
                </a:path>
                <a:path w="3810" h="62229">
                  <a:moveTo>
                    <a:pt x="3809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3969"/>
                  </a:lnTo>
                  <a:close/>
                </a:path>
                <a:path w="3810" h="62229">
                  <a:moveTo>
                    <a:pt x="3809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3809" y="26669"/>
                  </a:lnTo>
                  <a:lnTo>
                    <a:pt x="3809" y="20319"/>
                  </a:lnTo>
                  <a:close/>
                </a:path>
                <a:path w="3810" h="62229">
                  <a:moveTo>
                    <a:pt x="3809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6669"/>
                  </a:lnTo>
                  <a:close/>
                </a:path>
                <a:path w="3810" h="62229">
                  <a:moveTo>
                    <a:pt x="3809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3019"/>
                  </a:lnTo>
                  <a:close/>
                </a:path>
                <a:path w="3810" h="62229">
                  <a:moveTo>
                    <a:pt x="3809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39369"/>
                  </a:lnTo>
                  <a:close/>
                </a:path>
                <a:path w="3810" h="62229">
                  <a:moveTo>
                    <a:pt x="3809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3809" y="52069"/>
                  </a:lnTo>
                  <a:lnTo>
                    <a:pt x="3809" y="45719"/>
                  </a:lnTo>
                  <a:close/>
                </a:path>
                <a:path w="3810" h="62229">
                  <a:moveTo>
                    <a:pt x="3809" y="52069"/>
                  </a:moveTo>
                  <a:lnTo>
                    <a:pt x="0" y="52069"/>
                  </a:lnTo>
                  <a:lnTo>
                    <a:pt x="0" y="58419"/>
                  </a:lnTo>
                  <a:lnTo>
                    <a:pt x="3809" y="58419"/>
                  </a:lnTo>
                  <a:lnTo>
                    <a:pt x="3809" y="52069"/>
                  </a:lnTo>
                  <a:close/>
                </a:path>
                <a:path w="3810" h="62229">
                  <a:moveTo>
                    <a:pt x="3809" y="58419"/>
                  </a:moveTo>
                  <a:lnTo>
                    <a:pt x="0" y="58419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8419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1" name="object 2041"/>
            <p:cNvSpPr/>
            <p:nvPr/>
          </p:nvSpPr>
          <p:spPr>
            <a:xfrm>
              <a:off x="6278880" y="49098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62229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10" h="62229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10" h="62229">
                  <a:moveTo>
                    <a:pt x="3810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3969"/>
                  </a:lnTo>
                  <a:close/>
                </a:path>
                <a:path w="3810" h="62229">
                  <a:moveTo>
                    <a:pt x="3810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3810" y="26669"/>
                  </a:lnTo>
                  <a:lnTo>
                    <a:pt x="3810" y="20319"/>
                  </a:lnTo>
                  <a:close/>
                </a:path>
                <a:path w="3810" h="62229">
                  <a:moveTo>
                    <a:pt x="3810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6669"/>
                  </a:lnTo>
                  <a:close/>
                </a:path>
                <a:path w="3810" h="62229">
                  <a:moveTo>
                    <a:pt x="3810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3019"/>
                  </a:lnTo>
                  <a:close/>
                </a:path>
                <a:path w="3810" h="62229">
                  <a:moveTo>
                    <a:pt x="3810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39369"/>
                  </a:lnTo>
                  <a:close/>
                </a:path>
                <a:path w="3810" h="62229">
                  <a:moveTo>
                    <a:pt x="3810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3810" y="52069"/>
                  </a:lnTo>
                  <a:lnTo>
                    <a:pt x="3810" y="45719"/>
                  </a:lnTo>
                  <a:close/>
                </a:path>
                <a:path w="3810" h="62229">
                  <a:moveTo>
                    <a:pt x="3810" y="52069"/>
                  </a:moveTo>
                  <a:lnTo>
                    <a:pt x="0" y="52069"/>
                  </a:lnTo>
                  <a:lnTo>
                    <a:pt x="0" y="58419"/>
                  </a:lnTo>
                  <a:lnTo>
                    <a:pt x="3810" y="58419"/>
                  </a:lnTo>
                  <a:lnTo>
                    <a:pt x="3810" y="52069"/>
                  </a:lnTo>
                  <a:close/>
                </a:path>
                <a:path w="3810" h="62229">
                  <a:moveTo>
                    <a:pt x="3810" y="58419"/>
                  </a:moveTo>
                  <a:lnTo>
                    <a:pt x="0" y="58419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8419"/>
                  </a:lnTo>
                  <a:close/>
                </a:path>
              </a:pathLst>
            </a:custGeom>
            <a:solidFill>
              <a:srgbClr val="71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2" name="object 2042"/>
            <p:cNvSpPr/>
            <p:nvPr/>
          </p:nvSpPr>
          <p:spPr>
            <a:xfrm>
              <a:off x="6282690" y="49098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62229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10" h="62229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10" h="62229">
                  <a:moveTo>
                    <a:pt x="3810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3969"/>
                  </a:lnTo>
                  <a:close/>
                </a:path>
                <a:path w="3810" h="62229">
                  <a:moveTo>
                    <a:pt x="3810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3810" y="26669"/>
                  </a:lnTo>
                  <a:lnTo>
                    <a:pt x="3810" y="20319"/>
                  </a:lnTo>
                  <a:close/>
                </a:path>
                <a:path w="3810" h="62229">
                  <a:moveTo>
                    <a:pt x="3810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6669"/>
                  </a:lnTo>
                  <a:close/>
                </a:path>
                <a:path w="3810" h="62229">
                  <a:moveTo>
                    <a:pt x="3810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3019"/>
                  </a:lnTo>
                  <a:close/>
                </a:path>
                <a:path w="3810" h="62229">
                  <a:moveTo>
                    <a:pt x="3810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39369"/>
                  </a:lnTo>
                  <a:close/>
                </a:path>
                <a:path w="3810" h="62229">
                  <a:moveTo>
                    <a:pt x="3810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3810" y="52069"/>
                  </a:lnTo>
                  <a:lnTo>
                    <a:pt x="3810" y="45719"/>
                  </a:lnTo>
                  <a:close/>
                </a:path>
                <a:path w="3810" h="62229">
                  <a:moveTo>
                    <a:pt x="3810" y="52069"/>
                  </a:moveTo>
                  <a:lnTo>
                    <a:pt x="0" y="52069"/>
                  </a:lnTo>
                  <a:lnTo>
                    <a:pt x="0" y="58419"/>
                  </a:lnTo>
                  <a:lnTo>
                    <a:pt x="3810" y="58419"/>
                  </a:lnTo>
                  <a:lnTo>
                    <a:pt x="3810" y="52069"/>
                  </a:lnTo>
                  <a:close/>
                </a:path>
                <a:path w="3810" h="62229">
                  <a:moveTo>
                    <a:pt x="3810" y="58419"/>
                  </a:moveTo>
                  <a:lnTo>
                    <a:pt x="0" y="58419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8419"/>
                  </a:lnTo>
                  <a:close/>
                </a:path>
              </a:pathLst>
            </a:custGeom>
            <a:solidFill>
              <a:srgbClr val="6F84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3" name="object 2043"/>
            <p:cNvSpPr/>
            <p:nvPr/>
          </p:nvSpPr>
          <p:spPr>
            <a:xfrm>
              <a:off x="6286500" y="49098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62229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10" h="62229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10" h="62229">
                  <a:moveTo>
                    <a:pt x="3810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3969"/>
                  </a:lnTo>
                  <a:close/>
                </a:path>
                <a:path w="3810" h="62229">
                  <a:moveTo>
                    <a:pt x="3810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3810" y="26669"/>
                  </a:lnTo>
                  <a:lnTo>
                    <a:pt x="3810" y="20319"/>
                  </a:lnTo>
                  <a:close/>
                </a:path>
                <a:path w="3810" h="62229">
                  <a:moveTo>
                    <a:pt x="3810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6669"/>
                  </a:lnTo>
                  <a:close/>
                </a:path>
                <a:path w="3810" h="62229">
                  <a:moveTo>
                    <a:pt x="3810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3019"/>
                  </a:lnTo>
                  <a:close/>
                </a:path>
                <a:path w="3810" h="62229">
                  <a:moveTo>
                    <a:pt x="3810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39369"/>
                  </a:lnTo>
                  <a:close/>
                </a:path>
                <a:path w="3810" h="62229">
                  <a:moveTo>
                    <a:pt x="3810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3810" y="52069"/>
                  </a:lnTo>
                  <a:lnTo>
                    <a:pt x="3810" y="45719"/>
                  </a:lnTo>
                  <a:close/>
                </a:path>
                <a:path w="3810" h="62229">
                  <a:moveTo>
                    <a:pt x="3810" y="52069"/>
                  </a:moveTo>
                  <a:lnTo>
                    <a:pt x="0" y="52069"/>
                  </a:lnTo>
                  <a:lnTo>
                    <a:pt x="0" y="58419"/>
                  </a:lnTo>
                  <a:lnTo>
                    <a:pt x="3810" y="58419"/>
                  </a:lnTo>
                  <a:lnTo>
                    <a:pt x="3810" y="52069"/>
                  </a:lnTo>
                  <a:close/>
                </a:path>
                <a:path w="3810" h="62229">
                  <a:moveTo>
                    <a:pt x="3810" y="58419"/>
                  </a:moveTo>
                  <a:lnTo>
                    <a:pt x="0" y="58419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8419"/>
                  </a:lnTo>
                  <a:close/>
                </a:path>
              </a:pathLst>
            </a:custGeom>
            <a:solidFill>
              <a:srgbClr val="6C82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4" name="object 2044"/>
            <p:cNvSpPr/>
            <p:nvPr/>
          </p:nvSpPr>
          <p:spPr>
            <a:xfrm>
              <a:off x="6290310" y="4908550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3810" y="1269"/>
                  </a:moveTo>
                  <a:lnTo>
                    <a:pt x="0" y="1269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1269"/>
                  </a:lnTo>
                  <a:close/>
                </a:path>
                <a:path w="3810" h="63500">
                  <a:moveTo>
                    <a:pt x="2539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  <a:path w="3810" h="63500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10" h="63500">
                  <a:moveTo>
                    <a:pt x="381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8890"/>
                  </a:lnTo>
                  <a:close/>
                </a:path>
                <a:path w="3810" h="63500">
                  <a:moveTo>
                    <a:pt x="3810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5240"/>
                  </a:lnTo>
                  <a:close/>
                </a:path>
                <a:path w="3810" h="63500">
                  <a:moveTo>
                    <a:pt x="3810" y="21590"/>
                  </a:moveTo>
                  <a:lnTo>
                    <a:pt x="0" y="21590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1590"/>
                  </a:lnTo>
                  <a:close/>
                </a:path>
                <a:path w="3810" h="63500">
                  <a:moveTo>
                    <a:pt x="3810" y="27940"/>
                  </a:moveTo>
                  <a:lnTo>
                    <a:pt x="0" y="27940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27940"/>
                  </a:lnTo>
                  <a:close/>
                </a:path>
                <a:path w="3810" h="63500">
                  <a:moveTo>
                    <a:pt x="3810" y="34290"/>
                  </a:moveTo>
                  <a:lnTo>
                    <a:pt x="0" y="34290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4290"/>
                  </a:lnTo>
                  <a:close/>
                </a:path>
                <a:path w="3810" h="63500">
                  <a:moveTo>
                    <a:pt x="3810" y="40640"/>
                  </a:moveTo>
                  <a:lnTo>
                    <a:pt x="0" y="40640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0640"/>
                  </a:lnTo>
                  <a:close/>
                </a:path>
                <a:path w="3810" h="63500">
                  <a:moveTo>
                    <a:pt x="3810" y="46990"/>
                  </a:moveTo>
                  <a:lnTo>
                    <a:pt x="0" y="46990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46990"/>
                  </a:lnTo>
                  <a:close/>
                </a:path>
                <a:path w="3810" h="63500">
                  <a:moveTo>
                    <a:pt x="3810" y="53340"/>
                  </a:moveTo>
                  <a:lnTo>
                    <a:pt x="0" y="53340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3340"/>
                  </a:lnTo>
                  <a:close/>
                </a:path>
                <a:path w="3810" h="63500">
                  <a:moveTo>
                    <a:pt x="3810" y="59690"/>
                  </a:moveTo>
                  <a:lnTo>
                    <a:pt x="0" y="59690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59690"/>
                  </a:lnTo>
                  <a:close/>
                </a:path>
              </a:pathLst>
            </a:custGeom>
            <a:solidFill>
              <a:srgbClr val="6980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5" name="object 2045"/>
            <p:cNvSpPr/>
            <p:nvPr/>
          </p:nvSpPr>
          <p:spPr>
            <a:xfrm>
              <a:off x="6294120" y="49098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80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10" h="62229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10" h="62229">
                  <a:moveTo>
                    <a:pt x="380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7619"/>
                  </a:lnTo>
                  <a:close/>
                </a:path>
                <a:path w="3810" h="62229">
                  <a:moveTo>
                    <a:pt x="3809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3969"/>
                  </a:lnTo>
                  <a:close/>
                </a:path>
                <a:path w="3810" h="62229">
                  <a:moveTo>
                    <a:pt x="3809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3809" y="26669"/>
                  </a:lnTo>
                  <a:lnTo>
                    <a:pt x="3809" y="20319"/>
                  </a:lnTo>
                  <a:close/>
                </a:path>
                <a:path w="3810" h="62229">
                  <a:moveTo>
                    <a:pt x="3809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6669"/>
                  </a:lnTo>
                  <a:close/>
                </a:path>
                <a:path w="3810" h="62229">
                  <a:moveTo>
                    <a:pt x="3809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3019"/>
                  </a:lnTo>
                  <a:close/>
                </a:path>
                <a:path w="3810" h="62229">
                  <a:moveTo>
                    <a:pt x="3809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39369"/>
                  </a:lnTo>
                  <a:close/>
                </a:path>
                <a:path w="3810" h="62229">
                  <a:moveTo>
                    <a:pt x="3809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3809" y="52069"/>
                  </a:lnTo>
                  <a:lnTo>
                    <a:pt x="3809" y="45719"/>
                  </a:lnTo>
                  <a:close/>
                </a:path>
                <a:path w="3810" h="62229">
                  <a:moveTo>
                    <a:pt x="3809" y="52069"/>
                  </a:moveTo>
                  <a:lnTo>
                    <a:pt x="0" y="52069"/>
                  </a:lnTo>
                  <a:lnTo>
                    <a:pt x="0" y="58419"/>
                  </a:lnTo>
                  <a:lnTo>
                    <a:pt x="3809" y="58419"/>
                  </a:lnTo>
                  <a:lnTo>
                    <a:pt x="3809" y="52069"/>
                  </a:lnTo>
                  <a:close/>
                </a:path>
                <a:path w="3810" h="62229">
                  <a:moveTo>
                    <a:pt x="3809" y="58419"/>
                  </a:moveTo>
                  <a:lnTo>
                    <a:pt x="0" y="58419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8419"/>
                  </a:lnTo>
                  <a:close/>
                </a:path>
              </a:pathLst>
            </a:custGeom>
            <a:solidFill>
              <a:srgbClr val="677E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6" name="object 2046"/>
            <p:cNvSpPr/>
            <p:nvPr/>
          </p:nvSpPr>
          <p:spPr>
            <a:xfrm>
              <a:off x="6297930" y="4909820"/>
              <a:ext cx="2540" cy="62230"/>
            </a:xfrm>
            <a:custGeom>
              <a:avLst/>
              <a:gdLst/>
              <a:ahLst/>
              <a:cxnLst/>
              <a:rect l="l" t="t" r="r" b="b"/>
              <a:pathLst>
                <a:path w="2539" h="62229">
                  <a:moveTo>
                    <a:pt x="254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2539" h="62229">
                  <a:moveTo>
                    <a:pt x="254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2540" y="7619"/>
                  </a:lnTo>
                  <a:lnTo>
                    <a:pt x="2540" y="1269"/>
                  </a:lnTo>
                  <a:close/>
                </a:path>
                <a:path w="2539" h="62229">
                  <a:moveTo>
                    <a:pt x="254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2540" y="13969"/>
                  </a:lnTo>
                  <a:lnTo>
                    <a:pt x="2540" y="7619"/>
                  </a:lnTo>
                  <a:close/>
                </a:path>
                <a:path w="2539" h="62229">
                  <a:moveTo>
                    <a:pt x="2540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2540" y="20319"/>
                  </a:lnTo>
                  <a:lnTo>
                    <a:pt x="2540" y="13969"/>
                  </a:lnTo>
                  <a:close/>
                </a:path>
                <a:path w="2539" h="62229">
                  <a:moveTo>
                    <a:pt x="2540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2540" y="26669"/>
                  </a:lnTo>
                  <a:lnTo>
                    <a:pt x="2540" y="20319"/>
                  </a:lnTo>
                  <a:close/>
                </a:path>
                <a:path w="2539" h="62229">
                  <a:moveTo>
                    <a:pt x="2540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2540" y="33019"/>
                  </a:lnTo>
                  <a:lnTo>
                    <a:pt x="2540" y="26669"/>
                  </a:lnTo>
                  <a:close/>
                </a:path>
                <a:path w="2539" h="62229">
                  <a:moveTo>
                    <a:pt x="2540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2540" y="39369"/>
                  </a:lnTo>
                  <a:lnTo>
                    <a:pt x="2540" y="33019"/>
                  </a:lnTo>
                  <a:close/>
                </a:path>
                <a:path w="2539" h="62229">
                  <a:moveTo>
                    <a:pt x="2540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2540" y="45719"/>
                  </a:lnTo>
                  <a:lnTo>
                    <a:pt x="2540" y="39369"/>
                  </a:lnTo>
                  <a:close/>
                </a:path>
                <a:path w="2539" h="62229">
                  <a:moveTo>
                    <a:pt x="2540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2540" y="52069"/>
                  </a:lnTo>
                  <a:lnTo>
                    <a:pt x="2540" y="45719"/>
                  </a:lnTo>
                  <a:close/>
                </a:path>
                <a:path w="2539" h="62229">
                  <a:moveTo>
                    <a:pt x="2540" y="52069"/>
                  </a:moveTo>
                  <a:lnTo>
                    <a:pt x="0" y="52069"/>
                  </a:lnTo>
                  <a:lnTo>
                    <a:pt x="0" y="58419"/>
                  </a:lnTo>
                  <a:lnTo>
                    <a:pt x="2540" y="58419"/>
                  </a:lnTo>
                  <a:lnTo>
                    <a:pt x="2540" y="52069"/>
                  </a:lnTo>
                  <a:close/>
                </a:path>
                <a:path w="2539" h="62229">
                  <a:moveTo>
                    <a:pt x="2540" y="58419"/>
                  </a:moveTo>
                  <a:lnTo>
                    <a:pt x="0" y="58419"/>
                  </a:lnTo>
                  <a:lnTo>
                    <a:pt x="0" y="62229"/>
                  </a:lnTo>
                  <a:lnTo>
                    <a:pt x="2540" y="62229"/>
                  </a:lnTo>
                  <a:lnTo>
                    <a:pt x="2540" y="58419"/>
                  </a:lnTo>
                  <a:close/>
                </a:path>
              </a:pathLst>
            </a:custGeom>
            <a:solidFill>
              <a:srgbClr val="6A80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7" name="object 2047"/>
            <p:cNvSpPr/>
            <p:nvPr/>
          </p:nvSpPr>
          <p:spPr>
            <a:xfrm>
              <a:off x="6300470" y="49098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80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10" h="62229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10" h="62229">
                  <a:moveTo>
                    <a:pt x="380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7619"/>
                  </a:lnTo>
                  <a:close/>
                </a:path>
                <a:path w="3810" h="62229">
                  <a:moveTo>
                    <a:pt x="3809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3969"/>
                  </a:lnTo>
                  <a:close/>
                </a:path>
                <a:path w="3810" h="62229">
                  <a:moveTo>
                    <a:pt x="3809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3809" y="26669"/>
                  </a:lnTo>
                  <a:lnTo>
                    <a:pt x="3809" y="20319"/>
                  </a:lnTo>
                  <a:close/>
                </a:path>
                <a:path w="3810" h="62229">
                  <a:moveTo>
                    <a:pt x="3809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6669"/>
                  </a:lnTo>
                  <a:close/>
                </a:path>
                <a:path w="3810" h="62229">
                  <a:moveTo>
                    <a:pt x="3809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3019"/>
                  </a:lnTo>
                  <a:close/>
                </a:path>
                <a:path w="3810" h="62229">
                  <a:moveTo>
                    <a:pt x="3809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39369"/>
                  </a:lnTo>
                  <a:close/>
                </a:path>
                <a:path w="3810" h="62229">
                  <a:moveTo>
                    <a:pt x="3809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3809" y="52069"/>
                  </a:lnTo>
                  <a:lnTo>
                    <a:pt x="3809" y="45719"/>
                  </a:lnTo>
                  <a:close/>
                </a:path>
                <a:path w="3810" h="62229">
                  <a:moveTo>
                    <a:pt x="3809" y="52069"/>
                  </a:moveTo>
                  <a:lnTo>
                    <a:pt x="0" y="52069"/>
                  </a:lnTo>
                  <a:lnTo>
                    <a:pt x="0" y="58419"/>
                  </a:lnTo>
                  <a:lnTo>
                    <a:pt x="3809" y="58419"/>
                  </a:lnTo>
                  <a:lnTo>
                    <a:pt x="3809" y="52069"/>
                  </a:lnTo>
                  <a:close/>
                </a:path>
                <a:path w="3810" h="62229">
                  <a:moveTo>
                    <a:pt x="3809" y="58419"/>
                  </a:moveTo>
                  <a:lnTo>
                    <a:pt x="0" y="58419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8419"/>
                  </a:lnTo>
                  <a:close/>
                </a:path>
              </a:pathLst>
            </a:custGeom>
            <a:solidFill>
              <a:srgbClr val="6C82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8" name="object 2048"/>
            <p:cNvSpPr/>
            <p:nvPr/>
          </p:nvSpPr>
          <p:spPr>
            <a:xfrm>
              <a:off x="6304280" y="49098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62229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10" h="62229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10" h="62229">
                  <a:moveTo>
                    <a:pt x="3810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3969"/>
                  </a:lnTo>
                  <a:close/>
                </a:path>
                <a:path w="3810" h="62229">
                  <a:moveTo>
                    <a:pt x="3810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3810" y="26669"/>
                  </a:lnTo>
                  <a:lnTo>
                    <a:pt x="3810" y="20319"/>
                  </a:lnTo>
                  <a:close/>
                </a:path>
                <a:path w="3810" h="62229">
                  <a:moveTo>
                    <a:pt x="3810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6669"/>
                  </a:lnTo>
                  <a:close/>
                </a:path>
                <a:path w="3810" h="62229">
                  <a:moveTo>
                    <a:pt x="3810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3019"/>
                  </a:lnTo>
                  <a:close/>
                </a:path>
                <a:path w="3810" h="62229">
                  <a:moveTo>
                    <a:pt x="3810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39369"/>
                  </a:lnTo>
                  <a:close/>
                </a:path>
                <a:path w="3810" h="62229">
                  <a:moveTo>
                    <a:pt x="3810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3810" y="52069"/>
                  </a:lnTo>
                  <a:lnTo>
                    <a:pt x="3810" y="45719"/>
                  </a:lnTo>
                  <a:close/>
                </a:path>
                <a:path w="3810" h="62229">
                  <a:moveTo>
                    <a:pt x="3810" y="52069"/>
                  </a:moveTo>
                  <a:lnTo>
                    <a:pt x="0" y="52069"/>
                  </a:lnTo>
                  <a:lnTo>
                    <a:pt x="0" y="58419"/>
                  </a:lnTo>
                  <a:lnTo>
                    <a:pt x="3810" y="58419"/>
                  </a:lnTo>
                  <a:lnTo>
                    <a:pt x="3810" y="52069"/>
                  </a:lnTo>
                  <a:close/>
                </a:path>
                <a:path w="3810" h="62229">
                  <a:moveTo>
                    <a:pt x="3810" y="58419"/>
                  </a:moveTo>
                  <a:lnTo>
                    <a:pt x="0" y="58419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8419"/>
                  </a:lnTo>
                  <a:close/>
                </a:path>
              </a:pathLst>
            </a:custGeom>
            <a:solidFill>
              <a:srgbClr val="6F84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9" name="object 2049"/>
            <p:cNvSpPr/>
            <p:nvPr/>
          </p:nvSpPr>
          <p:spPr>
            <a:xfrm>
              <a:off x="6308090" y="49098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62229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10" h="62229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10" h="62229">
                  <a:moveTo>
                    <a:pt x="3810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3969"/>
                  </a:lnTo>
                  <a:close/>
                </a:path>
                <a:path w="3810" h="62229">
                  <a:moveTo>
                    <a:pt x="3810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3810" y="26669"/>
                  </a:lnTo>
                  <a:lnTo>
                    <a:pt x="3810" y="20319"/>
                  </a:lnTo>
                  <a:close/>
                </a:path>
                <a:path w="3810" h="62229">
                  <a:moveTo>
                    <a:pt x="3810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6669"/>
                  </a:lnTo>
                  <a:close/>
                </a:path>
                <a:path w="3810" h="62229">
                  <a:moveTo>
                    <a:pt x="3810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3019"/>
                  </a:lnTo>
                  <a:close/>
                </a:path>
                <a:path w="3810" h="62229">
                  <a:moveTo>
                    <a:pt x="3810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39369"/>
                  </a:lnTo>
                  <a:close/>
                </a:path>
                <a:path w="3810" h="62229">
                  <a:moveTo>
                    <a:pt x="3810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3810" y="52069"/>
                  </a:lnTo>
                  <a:lnTo>
                    <a:pt x="3810" y="45719"/>
                  </a:lnTo>
                  <a:close/>
                </a:path>
                <a:path w="3810" h="62229">
                  <a:moveTo>
                    <a:pt x="3810" y="52069"/>
                  </a:moveTo>
                  <a:lnTo>
                    <a:pt x="0" y="52069"/>
                  </a:lnTo>
                  <a:lnTo>
                    <a:pt x="0" y="58419"/>
                  </a:lnTo>
                  <a:lnTo>
                    <a:pt x="3810" y="58419"/>
                  </a:lnTo>
                  <a:lnTo>
                    <a:pt x="3810" y="52069"/>
                  </a:lnTo>
                  <a:close/>
                </a:path>
                <a:path w="3810" h="62229">
                  <a:moveTo>
                    <a:pt x="3810" y="58419"/>
                  </a:moveTo>
                  <a:lnTo>
                    <a:pt x="0" y="58419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8419"/>
                  </a:lnTo>
                  <a:close/>
                </a:path>
              </a:pathLst>
            </a:custGeom>
            <a:solidFill>
              <a:srgbClr val="72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0" name="object 2050"/>
            <p:cNvSpPr/>
            <p:nvPr/>
          </p:nvSpPr>
          <p:spPr>
            <a:xfrm>
              <a:off x="6311900" y="49098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62229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10" h="62229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10" h="62229">
                  <a:moveTo>
                    <a:pt x="3810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3969"/>
                  </a:lnTo>
                  <a:close/>
                </a:path>
                <a:path w="3810" h="62229">
                  <a:moveTo>
                    <a:pt x="3810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3810" y="26669"/>
                  </a:lnTo>
                  <a:lnTo>
                    <a:pt x="3810" y="20319"/>
                  </a:lnTo>
                  <a:close/>
                </a:path>
                <a:path w="3810" h="62229">
                  <a:moveTo>
                    <a:pt x="3810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6669"/>
                  </a:lnTo>
                  <a:close/>
                </a:path>
                <a:path w="3810" h="62229">
                  <a:moveTo>
                    <a:pt x="3810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3019"/>
                  </a:lnTo>
                  <a:close/>
                </a:path>
                <a:path w="3810" h="62229">
                  <a:moveTo>
                    <a:pt x="3810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39369"/>
                  </a:lnTo>
                  <a:close/>
                </a:path>
                <a:path w="3810" h="62229">
                  <a:moveTo>
                    <a:pt x="3810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3810" y="52069"/>
                  </a:lnTo>
                  <a:lnTo>
                    <a:pt x="3810" y="45719"/>
                  </a:lnTo>
                  <a:close/>
                </a:path>
                <a:path w="3810" h="62229">
                  <a:moveTo>
                    <a:pt x="3810" y="52069"/>
                  </a:moveTo>
                  <a:lnTo>
                    <a:pt x="0" y="52069"/>
                  </a:lnTo>
                  <a:lnTo>
                    <a:pt x="0" y="58419"/>
                  </a:lnTo>
                  <a:lnTo>
                    <a:pt x="3810" y="58419"/>
                  </a:lnTo>
                  <a:lnTo>
                    <a:pt x="3810" y="52069"/>
                  </a:lnTo>
                  <a:close/>
                </a:path>
                <a:path w="3810" h="62229">
                  <a:moveTo>
                    <a:pt x="3810" y="58419"/>
                  </a:moveTo>
                  <a:lnTo>
                    <a:pt x="0" y="58419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8419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1" name="object 2051"/>
            <p:cNvSpPr/>
            <p:nvPr/>
          </p:nvSpPr>
          <p:spPr>
            <a:xfrm>
              <a:off x="6315710" y="49098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62229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10" h="62229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10" h="62229">
                  <a:moveTo>
                    <a:pt x="3810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3969"/>
                  </a:lnTo>
                  <a:close/>
                </a:path>
                <a:path w="3810" h="62229">
                  <a:moveTo>
                    <a:pt x="3810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3810" y="26669"/>
                  </a:lnTo>
                  <a:lnTo>
                    <a:pt x="3810" y="20319"/>
                  </a:lnTo>
                  <a:close/>
                </a:path>
                <a:path w="3810" h="62229">
                  <a:moveTo>
                    <a:pt x="3810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6669"/>
                  </a:lnTo>
                  <a:close/>
                </a:path>
                <a:path w="3810" h="62229">
                  <a:moveTo>
                    <a:pt x="3810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3019"/>
                  </a:lnTo>
                  <a:close/>
                </a:path>
                <a:path w="3810" h="62229">
                  <a:moveTo>
                    <a:pt x="3810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39369"/>
                  </a:lnTo>
                  <a:close/>
                </a:path>
                <a:path w="3810" h="62229">
                  <a:moveTo>
                    <a:pt x="3810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3810" y="52069"/>
                  </a:lnTo>
                  <a:lnTo>
                    <a:pt x="3810" y="45719"/>
                  </a:lnTo>
                  <a:close/>
                </a:path>
                <a:path w="3810" h="62229">
                  <a:moveTo>
                    <a:pt x="3810" y="52069"/>
                  </a:moveTo>
                  <a:lnTo>
                    <a:pt x="0" y="52069"/>
                  </a:lnTo>
                  <a:lnTo>
                    <a:pt x="0" y="58419"/>
                  </a:lnTo>
                  <a:lnTo>
                    <a:pt x="3810" y="58419"/>
                  </a:lnTo>
                  <a:lnTo>
                    <a:pt x="3810" y="52069"/>
                  </a:lnTo>
                  <a:close/>
                </a:path>
                <a:path w="3810" h="62229">
                  <a:moveTo>
                    <a:pt x="3810" y="58419"/>
                  </a:moveTo>
                  <a:lnTo>
                    <a:pt x="0" y="58419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8419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2" name="object 2052"/>
            <p:cNvSpPr/>
            <p:nvPr/>
          </p:nvSpPr>
          <p:spPr>
            <a:xfrm>
              <a:off x="6319520" y="4909820"/>
              <a:ext cx="2540" cy="62230"/>
            </a:xfrm>
            <a:custGeom>
              <a:avLst/>
              <a:gdLst/>
              <a:ahLst/>
              <a:cxnLst/>
              <a:rect l="l" t="t" r="r" b="b"/>
              <a:pathLst>
                <a:path w="2539" h="62229">
                  <a:moveTo>
                    <a:pt x="253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  <a:path w="2539" h="62229">
                  <a:moveTo>
                    <a:pt x="253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2539" y="7619"/>
                  </a:lnTo>
                  <a:lnTo>
                    <a:pt x="2539" y="1269"/>
                  </a:lnTo>
                  <a:close/>
                </a:path>
                <a:path w="2539" h="62229">
                  <a:moveTo>
                    <a:pt x="253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2539" y="13969"/>
                  </a:lnTo>
                  <a:lnTo>
                    <a:pt x="2539" y="7619"/>
                  </a:lnTo>
                  <a:close/>
                </a:path>
                <a:path w="2539" h="62229">
                  <a:moveTo>
                    <a:pt x="2539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2539" y="20319"/>
                  </a:lnTo>
                  <a:lnTo>
                    <a:pt x="2539" y="13969"/>
                  </a:lnTo>
                  <a:close/>
                </a:path>
                <a:path w="2539" h="62229">
                  <a:moveTo>
                    <a:pt x="2539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2539" y="26669"/>
                  </a:lnTo>
                  <a:lnTo>
                    <a:pt x="2539" y="20319"/>
                  </a:lnTo>
                  <a:close/>
                </a:path>
                <a:path w="2539" h="62229">
                  <a:moveTo>
                    <a:pt x="2539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2539" y="33019"/>
                  </a:lnTo>
                  <a:lnTo>
                    <a:pt x="2539" y="26669"/>
                  </a:lnTo>
                  <a:close/>
                </a:path>
                <a:path w="2539" h="62229">
                  <a:moveTo>
                    <a:pt x="2539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2539" y="39369"/>
                  </a:lnTo>
                  <a:lnTo>
                    <a:pt x="2539" y="33019"/>
                  </a:lnTo>
                  <a:close/>
                </a:path>
                <a:path w="2539" h="62229">
                  <a:moveTo>
                    <a:pt x="2539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2539" y="45719"/>
                  </a:lnTo>
                  <a:lnTo>
                    <a:pt x="2539" y="39369"/>
                  </a:lnTo>
                  <a:close/>
                </a:path>
                <a:path w="2539" h="62229">
                  <a:moveTo>
                    <a:pt x="2539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2539" y="52069"/>
                  </a:lnTo>
                  <a:lnTo>
                    <a:pt x="2539" y="45719"/>
                  </a:lnTo>
                  <a:close/>
                </a:path>
                <a:path w="2539" h="62229">
                  <a:moveTo>
                    <a:pt x="2539" y="52069"/>
                  </a:moveTo>
                  <a:lnTo>
                    <a:pt x="0" y="52069"/>
                  </a:lnTo>
                  <a:lnTo>
                    <a:pt x="0" y="58419"/>
                  </a:lnTo>
                  <a:lnTo>
                    <a:pt x="2539" y="58419"/>
                  </a:lnTo>
                  <a:lnTo>
                    <a:pt x="2539" y="52069"/>
                  </a:lnTo>
                  <a:close/>
                </a:path>
                <a:path w="2539" h="62229">
                  <a:moveTo>
                    <a:pt x="2539" y="58419"/>
                  </a:moveTo>
                  <a:lnTo>
                    <a:pt x="0" y="58419"/>
                  </a:lnTo>
                  <a:lnTo>
                    <a:pt x="0" y="62229"/>
                  </a:lnTo>
                  <a:lnTo>
                    <a:pt x="2539" y="62229"/>
                  </a:lnTo>
                  <a:lnTo>
                    <a:pt x="2539" y="58419"/>
                  </a:lnTo>
                  <a:close/>
                </a:path>
              </a:pathLst>
            </a:custGeom>
            <a:solidFill>
              <a:srgbClr val="7A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3" name="object 2053"/>
            <p:cNvSpPr/>
            <p:nvPr/>
          </p:nvSpPr>
          <p:spPr>
            <a:xfrm>
              <a:off x="6322060" y="49110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10" h="59689">
                  <a:moveTo>
                    <a:pt x="381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0"/>
                  </a:lnTo>
                  <a:close/>
                </a:path>
                <a:path w="3810" h="59689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10" h="59689">
                  <a:moveTo>
                    <a:pt x="381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2699"/>
                  </a:lnTo>
                  <a:close/>
                </a:path>
                <a:path w="3810" h="59689">
                  <a:moveTo>
                    <a:pt x="3810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19049"/>
                  </a:lnTo>
                  <a:close/>
                </a:path>
                <a:path w="3810" h="59689">
                  <a:moveTo>
                    <a:pt x="3810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5399"/>
                  </a:lnTo>
                  <a:close/>
                </a:path>
                <a:path w="3810" h="59689">
                  <a:moveTo>
                    <a:pt x="3810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1749"/>
                  </a:lnTo>
                  <a:close/>
                </a:path>
                <a:path w="3810" h="59689">
                  <a:moveTo>
                    <a:pt x="3810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38099"/>
                  </a:lnTo>
                  <a:close/>
                </a:path>
                <a:path w="3810" h="59689">
                  <a:moveTo>
                    <a:pt x="3810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4449"/>
                  </a:lnTo>
                  <a:close/>
                </a:path>
                <a:path w="3810" h="59689">
                  <a:moveTo>
                    <a:pt x="3810" y="50799"/>
                  </a:moveTo>
                  <a:lnTo>
                    <a:pt x="0" y="5079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0799"/>
                  </a:lnTo>
                  <a:close/>
                </a:path>
                <a:path w="3810" h="59689">
                  <a:moveTo>
                    <a:pt x="3810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7149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4" name="object 2054"/>
            <p:cNvSpPr/>
            <p:nvPr/>
          </p:nvSpPr>
          <p:spPr>
            <a:xfrm>
              <a:off x="6325870" y="49110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10" h="59689">
                  <a:moveTo>
                    <a:pt x="380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0"/>
                  </a:lnTo>
                  <a:close/>
                </a:path>
                <a:path w="3810" h="59689">
                  <a:moveTo>
                    <a:pt x="380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6349"/>
                  </a:lnTo>
                  <a:close/>
                </a:path>
                <a:path w="3810" h="59689">
                  <a:moveTo>
                    <a:pt x="380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2699"/>
                  </a:lnTo>
                  <a:close/>
                </a:path>
                <a:path w="3810" h="59689">
                  <a:moveTo>
                    <a:pt x="3809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19049"/>
                  </a:lnTo>
                  <a:close/>
                </a:path>
                <a:path w="3810" h="59689">
                  <a:moveTo>
                    <a:pt x="3809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5399"/>
                  </a:lnTo>
                  <a:close/>
                </a:path>
                <a:path w="3810" h="59689">
                  <a:moveTo>
                    <a:pt x="3809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1749"/>
                  </a:lnTo>
                  <a:close/>
                </a:path>
                <a:path w="3810" h="59689">
                  <a:moveTo>
                    <a:pt x="3809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38099"/>
                  </a:lnTo>
                  <a:close/>
                </a:path>
                <a:path w="3810" h="59689">
                  <a:moveTo>
                    <a:pt x="3809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4449"/>
                  </a:lnTo>
                  <a:close/>
                </a:path>
                <a:path w="3810" h="59689">
                  <a:moveTo>
                    <a:pt x="3809" y="50799"/>
                  </a:moveTo>
                  <a:lnTo>
                    <a:pt x="0" y="5079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0799"/>
                  </a:lnTo>
                  <a:close/>
                </a:path>
                <a:path w="3810" h="59689">
                  <a:moveTo>
                    <a:pt x="3809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7149"/>
                  </a:lnTo>
                  <a:close/>
                </a:path>
              </a:pathLst>
            </a:custGeom>
            <a:solidFill>
              <a:srgbClr val="7F9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5" name="object 2055"/>
            <p:cNvSpPr/>
            <p:nvPr/>
          </p:nvSpPr>
          <p:spPr>
            <a:xfrm>
              <a:off x="6329680" y="49110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10" h="59689">
                  <a:moveTo>
                    <a:pt x="381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0"/>
                  </a:lnTo>
                  <a:close/>
                </a:path>
                <a:path w="3810" h="59689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10" h="59689">
                  <a:moveTo>
                    <a:pt x="381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2699"/>
                  </a:lnTo>
                  <a:close/>
                </a:path>
                <a:path w="3810" h="59689">
                  <a:moveTo>
                    <a:pt x="3810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19049"/>
                  </a:lnTo>
                  <a:close/>
                </a:path>
                <a:path w="3810" h="59689">
                  <a:moveTo>
                    <a:pt x="3810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5399"/>
                  </a:lnTo>
                  <a:close/>
                </a:path>
                <a:path w="3810" h="59689">
                  <a:moveTo>
                    <a:pt x="3810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1749"/>
                  </a:lnTo>
                  <a:close/>
                </a:path>
                <a:path w="3810" h="59689">
                  <a:moveTo>
                    <a:pt x="3810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38099"/>
                  </a:lnTo>
                  <a:close/>
                </a:path>
                <a:path w="3810" h="59689">
                  <a:moveTo>
                    <a:pt x="3810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4449"/>
                  </a:lnTo>
                  <a:close/>
                </a:path>
                <a:path w="3810" h="59689">
                  <a:moveTo>
                    <a:pt x="3810" y="50799"/>
                  </a:moveTo>
                  <a:lnTo>
                    <a:pt x="0" y="5079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0799"/>
                  </a:lnTo>
                  <a:close/>
                </a:path>
                <a:path w="3810" h="59689">
                  <a:moveTo>
                    <a:pt x="3810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7149"/>
                  </a:lnTo>
                  <a:close/>
                </a:path>
              </a:pathLst>
            </a:custGeom>
            <a:solidFill>
              <a:srgbClr val="8294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6" name="object 2056"/>
            <p:cNvSpPr/>
            <p:nvPr/>
          </p:nvSpPr>
          <p:spPr>
            <a:xfrm>
              <a:off x="6333490" y="49110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10" h="59689">
                  <a:moveTo>
                    <a:pt x="381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0"/>
                  </a:lnTo>
                  <a:close/>
                </a:path>
                <a:path w="3810" h="59689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10" h="59689">
                  <a:moveTo>
                    <a:pt x="381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2699"/>
                  </a:lnTo>
                  <a:close/>
                </a:path>
                <a:path w="3810" h="59689">
                  <a:moveTo>
                    <a:pt x="3810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19049"/>
                  </a:lnTo>
                  <a:close/>
                </a:path>
                <a:path w="3810" h="59689">
                  <a:moveTo>
                    <a:pt x="3810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5399"/>
                  </a:lnTo>
                  <a:close/>
                </a:path>
                <a:path w="3810" h="59689">
                  <a:moveTo>
                    <a:pt x="3810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1749"/>
                  </a:lnTo>
                  <a:close/>
                </a:path>
                <a:path w="3810" h="59689">
                  <a:moveTo>
                    <a:pt x="3810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38099"/>
                  </a:lnTo>
                  <a:close/>
                </a:path>
                <a:path w="3810" h="59689">
                  <a:moveTo>
                    <a:pt x="3810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4449"/>
                  </a:lnTo>
                  <a:close/>
                </a:path>
                <a:path w="3810" h="59689">
                  <a:moveTo>
                    <a:pt x="3810" y="50799"/>
                  </a:moveTo>
                  <a:lnTo>
                    <a:pt x="0" y="5079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0799"/>
                  </a:lnTo>
                  <a:close/>
                </a:path>
                <a:path w="3810" h="59689">
                  <a:moveTo>
                    <a:pt x="3810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7149"/>
                  </a:lnTo>
                  <a:close/>
                </a:path>
              </a:pathLst>
            </a:custGeom>
            <a:solidFill>
              <a:srgbClr val="8496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7" name="object 2057"/>
            <p:cNvSpPr/>
            <p:nvPr/>
          </p:nvSpPr>
          <p:spPr>
            <a:xfrm>
              <a:off x="6337300" y="49110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10" h="59689">
                  <a:moveTo>
                    <a:pt x="381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0"/>
                  </a:lnTo>
                  <a:close/>
                </a:path>
                <a:path w="3810" h="59689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10" h="59689">
                  <a:moveTo>
                    <a:pt x="381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2699"/>
                  </a:lnTo>
                  <a:close/>
                </a:path>
                <a:path w="3810" h="59689">
                  <a:moveTo>
                    <a:pt x="3810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19049"/>
                  </a:lnTo>
                  <a:close/>
                </a:path>
                <a:path w="3810" h="59689">
                  <a:moveTo>
                    <a:pt x="3810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5399"/>
                  </a:lnTo>
                  <a:close/>
                </a:path>
                <a:path w="3810" h="59689">
                  <a:moveTo>
                    <a:pt x="3810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1749"/>
                  </a:lnTo>
                  <a:close/>
                </a:path>
                <a:path w="3810" h="59689">
                  <a:moveTo>
                    <a:pt x="3810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38099"/>
                  </a:lnTo>
                  <a:close/>
                </a:path>
                <a:path w="3810" h="59689">
                  <a:moveTo>
                    <a:pt x="3810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4449"/>
                  </a:lnTo>
                  <a:close/>
                </a:path>
                <a:path w="3810" h="59689">
                  <a:moveTo>
                    <a:pt x="3810" y="50799"/>
                  </a:moveTo>
                  <a:lnTo>
                    <a:pt x="0" y="5079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0799"/>
                  </a:lnTo>
                  <a:close/>
                </a:path>
                <a:path w="3810" h="59689">
                  <a:moveTo>
                    <a:pt x="3810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7149"/>
                  </a:lnTo>
                  <a:close/>
                </a:path>
              </a:pathLst>
            </a:custGeom>
            <a:solidFill>
              <a:srgbClr val="8799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8" name="object 2058"/>
            <p:cNvSpPr/>
            <p:nvPr/>
          </p:nvSpPr>
          <p:spPr>
            <a:xfrm>
              <a:off x="6341110" y="49110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10" h="59689">
                  <a:moveTo>
                    <a:pt x="381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0"/>
                  </a:lnTo>
                  <a:close/>
                </a:path>
                <a:path w="3810" h="59689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10" h="59689">
                  <a:moveTo>
                    <a:pt x="381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2699"/>
                  </a:lnTo>
                  <a:close/>
                </a:path>
                <a:path w="3810" h="59689">
                  <a:moveTo>
                    <a:pt x="3810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19049"/>
                  </a:lnTo>
                  <a:close/>
                </a:path>
                <a:path w="3810" h="59689">
                  <a:moveTo>
                    <a:pt x="3810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5399"/>
                  </a:lnTo>
                  <a:close/>
                </a:path>
                <a:path w="3810" h="59689">
                  <a:moveTo>
                    <a:pt x="3810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1749"/>
                  </a:lnTo>
                  <a:close/>
                </a:path>
                <a:path w="3810" h="59689">
                  <a:moveTo>
                    <a:pt x="3810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38099"/>
                  </a:lnTo>
                  <a:close/>
                </a:path>
                <a:path w="3810" h="59689">
                  <a:moveTo>
                    <a:pt x="3810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4449"/>
                  </a:lnTo>
                  <a:close/>
                </a:path>
                <a:path w="3810" h="59689">
                  <a:moveTo>
                    <a:pt x="3810" y="50799"/>
                  </a:moveTo>
                  <a:lnTo>
                    <a:pt x="0" y="5079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0799"/>
                  </a:lnTo>
                  <a:close/>
                </a:path>
                <a:path w="3810" h="59689">
                  <a:moveTo>
                    <a:pt x="3810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7149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9" name="object 2059"/>
            <p:cNvSpPr/>
            <p:nvPr/>
          </p:nvSpPr>
          <p:spPr>
            <a:xfrm>
              <a:off x="6344920" y="49110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10" h="59689">
                  <a:moveTo>
                    <a:pt x="253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  <a:path w="3810" h="59689">
                  <a:moveTo>
                    <a:pt x="380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6349"/>
                  </a:lnTo>
                  <a:close/>
                </a:path>
                <a:path w="3810" h="59689">
                  <a:moveTo>
                    <a:pt x="380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2699"/>
                  </a:lnTo>
                  <a:close/>
                </a:path>
                <a:path w="3810" h="59689">
                  <a:moveTo>
                    <a:pt x="3809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19049"/>
                  </a:lnTo>
                  <a:close/>
                </a:path>
                <a:path w="3810" h="59689">
                  <a:moveTo>
                    <a:pt x="3809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5399"/>
                  </a:lnTo>
                  <a:close/>
                </a:path>
                <a:path w="3810" h="59689">
                  <a:moveTo>
                    <a:pt x="3809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1749"/>
                  </a:lnTo>
                  <a:close/>
                </a:path>
                <a:path w="3810" h="59689">
                  <a:moveTo>
                    <a:pt x="3809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38099"/>
                  </a:lnTo>
                  <a:close/>
                </a:path>
                <a:path w="3810" h="59689">
                  <a:moveTo>
                    <a:pt x="3809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4449"/>
                  </a:lnTo>
                  <a:close/>
                </a:path>
                <a:path w="3810" h="59689">
                  <a:moveTo>
                    <a:pt x="3809" y="50799"/>
                  </a:moveTo>
                  <a:lnTo>
                    <a:pt x="0" y="5079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0799"/>
                  </a:lnTo>
                  <a:close/>
                </a:path>
                <a:path w="3810" h="59689">
                  <a:moveTo>
                    <a:pt x="3809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2539" y="59689"/>
                  </a:lnTo>
                  <a:lnTo>
                    <a:pt x="2539" y="58419"/>
                  </a:lnTo>
                  <a:lnTo>
                    <a:pt x="3809" y="58419"/>
                  </a:lnTo>
                  <a:lnTo>
                    <a:pt x="3809" y="57149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0" name="object 2060"/>
            <p:cNvSpPr/>
            <p:nvPr/>
          </p:nvSpPr>
          <p:spPr>
            <a:xfrm>
              <a:off x="6348730" y="4912359"/>
              <a:ext cx="2540" cy="57150"/>
            </a:xfrm>
            <a:custGeom>
              <a:avLst/>
              <a:gdLst/>
              <a:ahLst/>
              <a:cxnLst/>
              <a:rect l="l" t="t" r="r" b="b"/>
              <a:pathLst>
                <a:path w="2539" h="57150">
                  <a:moveTo>
                    <a:pt x="254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2540" y="5079"/>
                  </a:lnTo>
                  <a:lnTo>
                    <a:pt x="2540" y="0"/>
                  </a:lnTo>
                  <a:close/>
                </a:path>
                <a:path w="2539" h="57150">
                  <a:moveTo>
                    <a:pt x="254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2540" y="11429"/>
                  </a:lnTo>
                  <a:lnTo>
                    <a:pt x="2540" y="5080"/>
                  </a:lnTo>
                  <a:close/>
                </a:path>
                <a:path w="2539" h="57150">
                  <a:moveTo>
                    <a:pt x="254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2540" y="17779"/>
                  </a:lnTo>
                  <a:lnTo>
                    <a:pt x="2540" y="11430"/>
                  </a:lnTo>
                  <a:close/>
                </a:path>
                <a:path w="2539" h="57150">
                  <a:moveTo>
                    <a:pt x="254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2540" y="24129"/>
                  </a:lnTo>
                  <a:lnTo>
                    <a:pt x="2540" y="17780"/>
                  </a:lnTo>
                  <a:close/>
                </a:path>
                <a:path w="2539" h="57150">
                  <a:moveTo>
                    <a:pt x="2540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2540" y="30479"/>
                  </a:lnTo>
                  <a:lnTo>
                    <a:pt x="2540" y="24130"/>
                  </a:lnTo>
                  <a:close/>
                </a:path>
                <a:path w="2539" h="57150">
                  <a:moveTo>
                    <a:pt x="2540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2540" y="36829"/>
                  </a:lnTo>
                  <a:lnTo>
                    <a:pt x="2540" y="30480"/>
                  </a:lnTo>
                  <a:close/>
                </a:path>
                <a:path w="2539" h="57150">
                  <a:moveTo>
                    <a:pt x="254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2540" y="43179"/>
                  </a:lnTo>
                  <a:lnTo>
                    <a:pt x="2540" y="36830"/>
                  </a:lnTo>
                  <a:close/>
                </a:path>
                <a:path w="2539" h="57150">
                  <a:moveTo>
                    <a:pt x="2540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2540" y="49529"/>
                  </a:lnTo>
                  <a:lnTo>
                    <a:pt x="2540" y="43180"/>
                  </a:lnTo>
                  <a:close/>
                </a:path>
                <a:path w="2539" h="57150">
                  <a:moveTo>
                    <a:pt x="2540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2540" y="55879"/>
                  </a:lnTo>
                  <a:lnTo>
                    <a:pt x="2540" y="49530"/>
                  </a:lnTo>
                  <a:close/>
                </a:path>
                <a:path w="2539" h="57150">
                  <a:moveTo>
                    <a:pt x="2540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2540" y="57150"/>
                  </a:lnTo>
                  <a:lnTo>
                    <a:pt x="2540" y="55880"/>
                  </a:lnTo>
                  <a:close/>
                </a:path>
              </a:pathLst>
            </a:custGeom>
            <a:solidFill>
              <a:srgbClr val="8F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1" name="object 2061"/>
            <p:cNvSpPr/>
            <p:nvPr/>
          </p:nvSpPr>
          <p:spPr>
            <a:xfrm>
              <a:off x="6351270" y="4912359"/>
              <a:ext cx="3810" cy="57150"/>
            </a:xfrm>
            <a:custGeom>
              <a:avLst/>
              <a:gdLst/>
              <a:ahLst/>
              <a:cxnLst/>
              <a:rect l="l" t="t" r="r" b="b"/>
              <a:pathLst>
                <a:path w="3810" h="57150">
                  <a:moveTo>
                    <a:pt x="380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0"/>
                  </a:lnTo>
                  <a:close/>
                </a:path>
                <a:path w="3810" h="57150">
                  <a:moveTo>
                    <a:pt x="380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5080"/>
                  </a:lnTo>
                  <a:close/>
                </a:path>
                <a:path w="3810" h="57150">
                  <a:moveTo>
                    <a:pt x="380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1430"/>
                  </a:lnTo>
                  <a:close/>
                </a:path>
                <a:path w="3810" h="57150">
                  <a:moveTo>
                    <a:pt x="3809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17780"/>
                  </a:lnTo>
                  <a:close/>
                </a:path>
                <a:path w="3810" h="57150">
                  <a:moveTo>
                    <a:pt x="3809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24130"/>
                  </a:lnTo>
                  <a:close/>
                </a:path>
                <a:path w="3810" h="57150">
                  <a:moveTo>
                    <a:pt x="3809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0480"/>
                  </a:lnTo>
                  <a:close/>
                </a:path>
                <a:path w="3810" h="57150">
                  <a:moveTo>
                    <a:pt x="3809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36830"/>
                  </a:lnTo>
                  <a:close/>
                </a:path>
                <a:path w="3810" h="57150">
                  <a:moveTo>
                    <a:pt x="3809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3180"/>
                  </a:lnTo>
                  <a:close/>
                </a:path>
                <a:path w="3810" h="57150">
                  <a:moveTo>
                    <a:pt x="3809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49530"/>
                  </a:lnTo>
                  <a:close/>
                </a:path>
                <a:path w="3810" h="57150">
                  <a:moveTo>
                    <a:pt x="1269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1269" y="57150"/>
                  </a:lnTo>
                  <a:lnTo>
                    <a:pt x="1269" y="55880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2" name="object 2062"/>
            <p:cNvSpPr/>
            <p:nvPr/>
          </p:nvSpPr>
          <p:spPr>
            <a:xfrm>
              <a:off x="6355080" y="4912359"/>
              <a:ext cx="3810" cy="55880"/>
            </a:xfrm>
            <a:custGeom>
              <a:avLst/>
              <a:gdLst/>
              <a:ahLst/>
              <a:cxnLst/>
              <a:rect l="l" t="t" r="r" b="b"/>
              <a:pathLst>
                <a:path w="3810" h="55879">
                  <a:moveTo>
                    <a:pt x="381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10" h="55879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55879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55879">
                  <a:moveTo>
                    <a:pt x="381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7780"/>
                  </a:lnTo>
                  <a:close/>
                </a:path>
                <a:path w="3810" h="55879">
                  <a:moveTo>
                    <a:pt x="3810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10" y="30479"/>
                  </a:lnTo>
                  <a:lnTo>
                    <a:pt x="3810" y="24130"/>
                  </a:lnTo>
                  <a:close/>
                </a:path>
                <a:path w="3810" h="55879">
                  <a:moveTo>
                    <a:pt x="3810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30480"/>
                  </a:lnTo>
                  <a:close/>
                </a:path>
                <a:path w="3810" h="55879">
                  <a:moveTo>
                    <a:pt x="381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36830"/>
                  </a:lnTo>
                  <a:close/>
                </a:path>
                <a:path w="3810" h="55879">
                  <a:moveTo>
                    <a:pt x="3810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3180"/>
                  </a:lnTo>
                  <a:close/>
                </a:path>
                <a:path w="3810" h="55879">
                  <a:moveTo>
                    <a:pt x="3810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49530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3" name="object 2063"/>
            <p:cNvSpPr/>
            <p:nvPr/>
          </p:nvSpPr>
          <p:spPr>
            <a:xfrm>
              <a:off x="6358890" y="4912359"/>
              <a:ext cx="3810" cy="55880"/>
            </a:xfrm>
            <a:custGeom>
              <a:avLst/>
              <a:gdLst/>
              <a:ahLst/>
              <a:cxnLst/>
              <a:rect l="l" t="t" r="r" b="b"/>
              <a:pathLst>
                <a:path w="3810" h="55879">
                  <a:moveTo>
                    <a:pt x="381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10" h="55879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55879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55879">
                  <a:moveTo>
                    <a:pt x="381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7780"/>
                  </a:lnTo>
                  <a:close/>
                </a:path>
                <a:path w="3810" h="55879">
                  <a:moveTo>
                    <a:pt x="3810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10" y="30479"/>
                  </a:lnTo>
                  <a:lnTo>
                    <a:pt x="3810" y="24130"/>
                  </a:lnTo>
                  <a:close/>
                </a:path>
                <a:path w="3810" h="55879">
                  <a:moveTo>
                    <a:pt x="3810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30480"/>
                  </a:lnTo>
                  <a:close/>
                </a:path>
                <a:path w="3810" h="55879">
                  <a:moveTo>
                    <a:pt x="381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36830"/>
                  </a:lnTo>
                  <a:close/>
                </a:path>
                <a:path w="3810" h="55879">
                  <a:moveTo>
                    <a:pt x="3810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3180"/>
                  </a:lnTo>
                  <a:close/>
                </a:path>
                <a:path w="3810" h="55879">
                  <a:moveTo>
                    <a:pt x="3810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1270" y="55879"/>
                  </a:lnTo>
                  <a:lnTo>
                    <a:pt x="1270" y="54609"/>
                  </a:lnTo>
                  <a:lnTo>
                    <a:pt x="3810" y="54609"/>
                  </a:lnTo>
                  <a:lnTo>
                    <a:pt x="3810" y="49530"/>
                  </a:lnTo>
                  <a:close/>
                </a:path>
              </a:pathLst>
            </a:custGeom>
            <a:solidFill>
              <a:srgbClr val="97A6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4" name="object 2064"/>
            <p:cNvSpPr/>
            <p:nvPr/>
          </p:nvSpPr>
          <p:spPr>
            <a:xfrm>
              <a:off x="6362700" y="4912359"/>
              <a:ext cx="3810" cy="54610"/>
            </a:xfrm>
            <a:custGeom>
              <a:avLst/>
              <a:gdLst/>
              <a:ahLst/>
              <a:cxnLst/>
              <a:rect l="l" t="t" r="r" b="b"/>
              <a:pathLst>
                <a:path w="3810" h="54610">
                  <a:moveTo>
                    <a:pt x="254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10" h="54610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54610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54610">
                  <a:moveTo>
                    <a:pt x="381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7780"/>
                  </a:lnTo>
                  <a:close/>
                </a:path>
                <a:path w="3810" h="54610">
                  <a:moveTo>
                    <a:pt x="3810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10" y="30479"/>
                  </a:lnTo>
                  <a:lnTo>
                    <a:pt x="3810" y="24130"/>
                  </a:lnTo>
                  <a:close/>
                </a:path>
                <a:path w="3810" h="54610">
                  <a:moveTo>
                    <a:pt x="3810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30480"/>
                  </a:lnTo>
                  <a:close/>
                </a:path>
                <a:path w="3810" h="54610">
                  <a:moveTo>
                    <a:pt x="381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36830"/>
                  </a:lnTo>
                  <a:close/>
                </a:path>
                <a:path w="3810" h="54610">
                  <a:moveTo>
                    <a:pt x="3810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3180"/>
                  </a:lnTo>
                  <a:close/>
                </a:path>
                <a:path w="3810" h="54610">
                  <a:moveTo>
                    <a:pt x="3810" y="49530"/>
                  </a:moveTo>
                  <a:lnTo>
                    <a:pt x="0" y="49530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49530"/>
                  </a:lnTo>
                  <a:close/>
                </a:path>
              </a:pathLst>
            </a:custGeom>
            <a:solidFill>
              <a:srgbClr val="99A8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5" name="object 2065"/>
            <p:cNvSpPr/>
            <p:nvPr/>
          </p:nvSpPr>
          <p:spPr>
            <a:xfrm>
              <a:off x="6366510" y="4913630"/>
              <a:ext cx="3810" cy="53340"/>
            </a:xfrm>
            <a:custGeom>
              <a:avLst/>
              <a:gdLst/>
              <a:ahLst/>
              <a:cxnLst/>
              <a:rect l="l" t="t" r="r" b="b"/>
              <a:pathLst>
                <a:path w="3810" h="53339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10" h="53339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10" h="53339">
                  <a:moveTo>
                    <a:pt x="381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60"/>
                  </a:lnTo>
                  <a:close/>
                </a:path>
                <a:path w="3810" h="53339">
                  <a:moveTo>
                    <a:pt x="3810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10"/>
                  </a:lnTo>
                  <a:close/>
                </a:path>
                <a:path w="3810" h="53339">
                  <a:moveTo>
                    <a:pt x="3810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2860"/>
                  </a:lnTo>
                  <a:close/>
                </a:path>
                <a:path w="3810" h="53339">
                  <a:moveTo>
                    <a:pt x="3810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29210"/>
                  </a:lnTo>
                  <a:close/>
                </a:path>
                <a:path w="3810" h="53339">
                  <a:moveTo>
                    <a:pt x="3810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5560"/>
                  </a:lnTo>
                  <a:close/>
                </a:path>
                <a:path w="3810" h="53339">
                  <a:moveTo>
                    <a:pt x="3810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1910"/>
                  </a:lnTo>
                  <a:close/>
                </a:path>
                <a:path w="3810" h="53339">
                  <a:moveTo>
                    <a:pt x="3810" y="48260"/>
                  </a:moveTo>
                  <a:lnTo>
                    <a:pt x="0" y="48260"/>
                  </a:lnTo>
                  <a:lnTo>
                    <a:pt x="0" y="53340"/>
                  </a:lnTo>
                  <a:lnTo>
                    <a:pt x="3810" y="53340"/>
                  </a:lnTo>
                  <a:lnTo>
                    <a:pt x="3810" y="48260"/>
                  </a:lnTo>
                  <a:close/>
                </a:path>
              </a:pathLst>
            </a:custGeom>
            <a:solidFill>
              <a:srgbClr val="9CA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6" name="object 2066"/>
            <p:cNvSpPr/>
            <p:nvPr/>
          </p:nvSpPr>
          <p:spPr>
            <a:xfrm>
              <a:off x="6370320" y="4913630"/>
              <a:ext cx="2540" cy="53340"/>
            </a:xfrm>
            <a:custGeom>
              <a:avLst/>
              <a:gdLst/>
              <a:ahLst/>
              <a:cxnLst/>
              <a:rect l="l" t="t" r="r" b="b"/>
              <a:pathLst>
                <a:path w="2539" h="53339">
                  <a:moveTo>
                    <a:pt x="126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39" y="3810"/>
                  </a:lnTo>
                  <a:lnTo>
                    <a:pt x="2539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2539" h="53339">
                  <a:moveTo>
                    <a:pt x="253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2539" y="10160"/>
                  </a:lnTo>
                  <a:lnTo>
                    <a:pt x="2539" y="3810"/>
                  </a:lnTo>
                  <a:close/>
                </a:path>
                <a:path w="2539" h="53339">
                  <a:moveTo>
                    <a:pt x="253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2539" y="16510"/>
                  </a:lnTo>
                  <a:lnTo>
                    <a:pt x="2539" y="10160"/>
                  </a:lnTo>
                  <a:close/>
                </a:path>
                <a:path w="2539" h="53339">
                  <a:moveTo>
                    <a:pt x="2539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2539" y="22860"/>
                  </a:lnTo>
                  <a:lnTo>
                    <a:pt x="2539" y="16510"/>
                  </a:lnTo>
                  <a:close/>
                </a:path>
                <a:path w="2539" h="53339">
                  <a:moveTo>
                    <a:pt x="2539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2539" y="29210"/>
                  </a:lnTo>
                  <a:lnTo>
                    <a:pt x="2539" y="22860"/>
                  </a:lnTo>
                  <a:close/>
                </a:path>
                <a:path w="2539" h="53339">
                  <a:moveTo>
                    <a:pt x="2539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2539" y="35560"/>
                  </a:lnTo>
                  <a:lnTo>
                    <a:pt x="2539" y="29210"/>
                  </a:lnTo>
                  <a:close/>
                </a:path>
                <a:path w="2539" h="53339">
                  <a:moveTo>
                    <a:pt x="2539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2539" y="41910"/>
                  </a:lnTo>
                  <a:lnTo>
                    <a:pt x="2539" y="35560"/>
                  </a:lnTo>
                  <a:close/>
                </a:path>
                <a:path w="2539" h="53339">
                  <a:moveTo>
                    <a:pt x="2539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2539" y="48260"/>
                  </a:lnTo>
                  <a:lnTo>
                    <a:pt x="2539" y="41910"/>
                  </a:lnTo>
                  <a:close/>
                </a:path>
                <a:path w="2539" h="53339">
                  <a:moveTo>
                    <a:pt x="2539" y="48260"/>
                  </a:moveTo>
                  <a:lnTo>
                    <a:pt x="0" y="48260"/>
                  </a:lnTo>
                  <a:lnTo>
                    <a:pt x="0" y="53340"/>
                  </a:lnTo>
                  <a:lnTo>
                    <a:pt x="1269" y="53340"/>
                  </a:lnTo>
                  <a:lnTo>
                    <a:pt x="1269" y="52070"/>
                  </a:lnTo>
                  <a:lnTo>
                    <a:pt x="2539" y="52070"/>
                  </a:lnTo>
                  <a:lnTo>
                    <a:pt x="2539" y="48260"/>
                  </a:lnTo>
                  <a:close/>
                </a:path>
              </a:pathLst>
            </a:custGeom>
            <a:solidFill>
              <a:srgbClr val="9FA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7" name="object 2067"/>
            <p:cNvSpPr/>
            <p:nvPr/>
          </p:nvSpPr>
          <p:spPr>
            <a:xfrm>
              <a:off x="6372860" y="4914900"/>
              <a:ext cx="3810" cy="50800"/>
            </a:xfrm>
            <a:custGeom>
              <a:avLst/>
              <a:gdLst/>
              <a:ahLst/>
              <a:cxnLst/>
              <a:rect l="l" t="t" r="r" b="b"/>
              <a:pathLst>
                <a:path w="3810" h="50800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50800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10" h="50800">
                  <a:moveTo>
                    <a:pt x="381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8890"/>
                  </a:lnTo>
                  <a:close/>
                </a:path>
                <a:path w="3810" h="50800">
                  <a:moveTo>
                    <a:pt x="3810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5240"/>
                  </a:lnTo>
                  <a:close/>
                </a:path>
                <a:path w="3810" h="50800">
                  <a:moveTo>
                    <a:pt x="3810" y="21590"/>
                  </a:moveTo>
                  <a:lnTo>
                    <a:pt x="0" y="21590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1590"/>
                  </a:lnTo>
                  <a:close/>
                </a:path>
                <a:path w="3810" h="50800">
                  <a:moveTo>
                    <a:pt x="3810" y="27940"/>
                  </a:moveTo>
                  <a:lnTo>
                    <a:pt x="0" y="27940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27940"/>
                  </a:lnTo>
                  <a:close/>
                </a:path>
                <a:path w="3810" h="50800">
                  <a:moveTo>
                    <a:pt x="3810" y="34290"/>
                  </a:moveTo>
                  <a:lnTo>
                    <a:pt x="0" y="34290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4290"/>
                  </a:lnTo>
                  <a:close/>
                </a:path>
                <a:path w="3810" h="50800">
                  <a:moveTo>
                    <a:pt x="3810" y="40640"/>
                  </a:moveTo>
                  <a:lnTo>
                    <a:pt x="0" y="40640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0640"/>
                  </a:lnTo>
                  <a:close/>
                </a:path>
                <a:path w="3810" h="50800">
                  <a:moveTo>
                    <a:pt x="3810" y="46990"/>
                  </a:moveTo>
                  <a:lnTo>
                    <a:pt x="0" y="46990"/>
                  </a:lnTo>
                  <a:lnTo>
                    <a:pt x="0" y="50800"/>
                  </a:lnTo>
                  <a:lnTo>
                    <a:pt x="2539" y="50800"/>
                  </a:lnTo>
                  <a:lnTo>
                    <a:pt x="2539" y="49530"/>
                  </a:lnTo>
                  <a:lnTo>
                    <a:pt x="3810" y="49530"/>
                  </a:lnTo>
                  <a:lnTo>
                    <a:pt x="3810" y="46990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8" name="object 2068"/>
            <p:cNvSpPr/>
            <p:nvPr/>
          </p:nvSpPr>
          <p:spPr>
            <a:xfrm>
              <a:off x="6376670" y="4914900"/>
              <a:ext cx="3810" cy="49530"/>
            </a:xfrm>
            <a:custGeom>
              <a:avLst/>
              <a:gdLst/>
              <a:ahLst/>
              <a:cxnLst/>
              <a:rect l="l" t="t" r="r" b="b"/>
              <a:pathLst>
                <a:path w="3810" h="49529">
                  <a:moveTo>
                    <a:pt x="380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10" h="49529">
                  <a:moveTo>
                    <a:pt x="3809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2540"/>
                  </a:lnTo>
                  <a:close/>
                </a:path>
                <a:path w="3810" h="49529">
                  <a:moveTo>
                    <a:pt x="3809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8890"/>
                  </a:lnTo>
                  <a:close/>
                </a:path>
                <a:path w="3810" h="49529">
                  <a:moveTo>
                    <a:pt x="3809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5240"/>
                  </a:lnTo>
                  <a:close/>
                </a:path>
                <a:path w="3810" h="49529">
                  <a:moveTo>
                    <a:pt x="3809" y="21590"/>
                  </a:moveTo>
                  <a:lnTo>
                    <a:pt x="0" y="21590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1590"/>
                  </a:lnTo>
                  <a:close/>
                </a:path>
                <a:path w="3810" h="49529">
                  <a:moveTo>
                    <a:pt x="3809" y="27940"/>
                  </a:moveTo>
                  <a:lnTo>
                    <a:pt x="0" y="27940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27940"/>
                  </a:lnTo>
                  <a:close/>
                </a:path>
                <a:path w="3810" h="49529">
                  <a:moveTo>
                    <a:pt x="3809" y="34290"/>
                  </a:moveTo>
                  <a:lnTo>
                    <a:pt x="0" y="34290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4290"/>
                  </a:lnTo>
                  <a:close/>
                </a:path>
                <a:path w="3810" h="49529">
                  <a:moveTo>
                    <a:pt x="3809" y="40640"/>
                  </a:moveTo>
                  <a:lnTo>
                    <a:pt x="0" y="40640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0640"/>
                  </a:lnTo>
                  <a:close/>
                </a:path>
                <a:path w="3810" h="49529">
                  <a:moveTo>
                    <a:pt x="3809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3809" y="49530"/>
                  </a:lnTo>
                  <a:lnTo>
                    <a:pt x="3809" y="46990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9" name="object 2069"/>
            <p:cNvSpPr/>
            <p:nvPr/>
          </p:nvSpPr>
          <p:spPr>
            <a:xfrm>
              <a:off x="6380480" y="4914900"/>
              <a:ext cx="3810" cy="49530"/>
            </a:xfrm>
            <a:custGeom>
              <a:avLst/>
              <a:gdLst/>
              <a:ahLst/>
              <a:cxnLst/>
              <a:rect l="l" t="t" r="r" b="b"/>
              <a:pathLst>
                <a:path w="3810" h="49529">
                  <a:moveTo>
                    <a:pt x="127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10" h="49529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10" h="49529">
                  <a:moveTo>
                    <a:pt x="381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8890"/>
                  </a:lnTo>
                  <a:close/>
                </a:path>
                <a:path w="3810" h="49529">
                  <a:moveTo>
                    <a:pt x="3810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5240"/>
                  </a:lnTo>
                  <a:close/>
                </a:path>
                <a:path w="3810" h="49529">
                  <a:moveTo>
                    <a:pt x="3810" y="21590"/>
                  </a:moveTo>
                  <a:lnTo>
                    <a:pt x="0" y="21590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1590"/>
                  </a:lnTo>
                  <a:close/>
                </a:path>
                <a:path w="3810" h="49529">
                  <a:moveTo>
                    <a:pt x="3810" y="27940"/>
                  </a:moveTo>
                  <a:lnTo>
                    <a:pt x="0" y="27940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27940"/>
                  </a:lnTo>
                  <a:close/>
                </a:path>
                <a:path w="3810" h="49529">
                  <a:moveTo>
                    <a:pt x="3810" y="34290"/>
                  </a:moveTo>
                  <a:lnTo>
                    <a:pt x="0" y="34290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4290"/>
                  </a:lnTo>
                  <a:close/>
                </a:path>
                <a:path w="3810" h="49529">
                  <a:moveTo>
                    <a:pt x="3810" y="40640"/>
                  </a:moveTo>
                  <a:lnTo>
                    <a:pt x="0" y="40640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0640"/>
                  </a:lnTo>
                  <a:close/>
                </a:path>
                <a:path w="3810" h="49529">
                  <a:moveTo>
                    <a:pt x="3810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2540" y="49530"/>
                  </a:lnTo>
                  <a:lnTo>
                    <a:pt x="2540" y="48260"/>
                  </a:lnTo>
                  <a:lnTo>
                    <a:pt x="3810" y="48260"/>
                  </a:lnTo>
                  <a:lnTo>
                    <a:pt x="3810" y="46990"/>
                  </a:lnTo>
                  <a:close/>
                </a:path>
              </a:pathLst>
            </a:custGeom>
            <a:solidFill>
              <a:srgbClr val="A7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0" name="object 2070"/>
            <p:cNvSpPr/>
            <p:nvPr/>
          </p:nvSpPr>
          <p:spPr>
            <a:xfrm>
              <a:off x="6384290" y="4916170"/>
              <a:ext cx="3810" cy="46990"/>
            </a:xfrm>
            <a:custGeom>
              <a:avLst/>
              <a:gdLst/>
              <a:ahLst/>
              <a:cxnLst/>
              <a:rect l="l" t="t" r="r" b="b"/>
              <a:pathLst>
                <a:path w="3810" h="46989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46989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10" h="46989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10" h="46989">
                  <a:moveTo>
                    <a:pt x="3810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3969"/>
                  </a:lnTo>
                  <a:close/>
                </a:path>
                <a:path w="3810" h="46989">
                  <a:moveTo>
                    <a:pt x="3810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3810" y="26669"/>
                  </a:lnTo>
                  <a:lnTo>
                    <a:pt x="3810" y="20319"/>
                  </a:lnTo>
                  <a:close/>
                </a:path>
                <a:path w="3810" h="46989">
                  <a:moveTo>
                    <a:pt x="3810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6669"/>
                  </a:lnTo>
                  <a:close/>
                </a:path>
                <a:path w="3810" h="46989">
                  <a:moveTo>
                    <a:pt x="3810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3019"/>
                  </a:lnTo>
                  <a:close/>
                </a:path>
                <a:path w="3810" h="46989">
                  <a:moveTo>
                    <a:pt x="3810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39369"/>
                  </a:lnTo>
                  <a:close/>
                </a:path>
                <a:path w="3810" h="46989">
                  <a:moveTo>
                    <a:pt x="3810" y="45719"/>
                  </a:moveTo>
                  <a:lnTo>
                    <a:pt x="0" y="45719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5719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1" name="object 2071"/>
            <p:cNvSpPr/>
            <p:nvPr/>
          </p:nvSpPr>
          <p:spPr>
            <a:xfrm>
              <a:off x="6388100" y="4916170"/>
              <a:ext cx="3810" cy="46990"/>
            </a:xfrm>
            <a:custGeom>
              <a:avLst/>
              <a:gdLst/>
              <a:ahLst/>
              <a:cxnLst/>
              <a:rect l="l" t="t" r="r" b="b"/>
              <a:pathLst>
                <a:path w="3810" h="46989">
                  <a:moveTo>
                    <a:pt x="127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10" h="46989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10" h="46989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10" h="46989">
                  <a:moveTo>
                    <a:pt x="3810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3969"/>
                  </a:lnTo>
                  <a:close/>
                </a:path>
                <a:path w="3810" h="46989">
                  <a:moveTo>
                    <a:pt x="3810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3810" y="26669"/>
                  </a:lnTo>
                  <a:lnTo>
                    <a:pt x="3810" y="20319"/>
                  </a:lnTo>
                  <a:close/>
                </a:path>
                <a:path w="3810" h="46989">
                  <a:moveTo>
                    <a:pt x="3810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6669"/>
                  </a:lnTo>
                  <a:close/>
                </a:path>
                <a:path w="3810" h="46989">
                  <a:moveTo>
                    <a:pt x="3810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3019"/>
                  </a:lnTo>
                  <a:close/>
                </a:path>
                <a:path w="3810" h="46989">
                  <a:moveTo>
                    <a:pt x="3810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39369"/>
                  </a:lnTo>
                  <a:close/>
                </a:path>
                <a:path w="3810" h="46989">
                  <a:moveTo>
                    <a:pt x="3810" y="45719"/>
                  </a:moveTo>
                  <a:lnTo>
                    <a:pt x="0" y="45719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5719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2" name="object 2072"/>
            <p:cNvSpPr/>
            <p:nvPr/>
          </p:nvSpPr>
          <p:spPr>
            <a:xfrm>
              <a:off x="6391910" y="4917439"/>
              <a:ext cx="3810" cy="45720"/>
            </a:xfrm>
            <a:custGeom>
              <a:avLst/>
              <a:gdLst/>
              <a:ahLst/>
              <a:cxnLst/>
              <a:rect l="l" t="t" r="r" b="b"/>
              <a:pathLst>
                <a:path w="3810" h="45720">
                  <a:moveTo>
                    <a:pt x="126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3810" h="45720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10" h="45720">
                  <a:moveTo>
                    <a:pt x="381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2699"/>
                  </a:lnTo>
                  <a:close/>
                </a:path>
                <a:path w="3810" h="45720">
                  <a:moveTo>
                    <a:pt x="3810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19049"/>
                  </a:lnTo>
                  <a:close/>
                </a:path>
                <a:path w="3810" h="45720">
                  <a:moveTo>
                    <a:pt x="3810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5399"/>
                  </a:lnTo>
                  <a:close/>
                </a:path>
                <a:path w="3810" h="45720">
                  <a:moveTo>
                    <a:pt x="3810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1749"/>
                  </a:lnTo>
                  <a:close/>
                </a:path>
                <a:path w="3810" h="45720">
                  <a:moveTo>
                    <a:pt x="3810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38099"/>
                  </a:lnTo>
                  <a:close/>
                </a:path>
                <a:path w="3810" h="45720">
                  <a:moveTo>
                    <a:pt x="1269" y="44449"/>
                  </a:moveTo>
                  <a:lnTo>
                    <a:pt x="0" y="44449"/>
                  </a:lnTo>
                  <a:lnTo>
                    <a:pt x="0" y="45719"/>
                  </a:lnTo>
                  <a:lnTo>
                    <a:pt x="1269" y="45719"/>
                  </a:lnTo>
                  <a:lnTo>
                    <a:pt x="1269" y="44449"/>
                  </a:lnTo>
                  <a:close/>
                </a:path>
              </a:pathLst>
            </a:custGeom>
            <a:solidFill>
              <a:srgbClr val="AEBA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3" name="object 2073"/>
            <p:cNvSpPr/>
            <p:nvPr/>
          </p:nvSpPr>
          <p:spPr>
            <a:xfrm>
              <a:off x="6395720" y="4918709"/>
              <a:ext cx="3810" cy="43180"/>
            </a:xfrm>
            <a:custGeom>
              <a:avLst/>
              <a:gdLst/>
              <a:ahLst/>
              <a:cxnLst/>
              <a:rect l="l" t="t" r="r" b="b"/>
              <a:pathLst>
                <a:path w="3810" h="43179">
                  <a:moveTo>
                    <a:pt x="380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0"/>
                  </a:lnTo>
                  <a:close/>
                </a:path>
                <a:path w="3810" h="43179">
                  <a:moveTo>
                    <a:pt x="380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5080"/>
                  </a:lnTo>
                  <a:close/>
                </a:path>
                <a:path w="3810" h="43179">
                  <a:moveTo>
                    <a:pt x="380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1430"/>
                  </a:lnTo>
                  <a:close/>
                </a:path>
                <a:path w="3810" h="43179">
                  <a:moveTo>
                    <a:pt x="3809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17780"/>
                  </a:lnTo>
                  <a:close/>
                </a:path>
                <a:path w="3810" h="43179">
                  <a:moveTo>
                    <a:pt x="3809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24130"/>
                  </a:lnTo>
                  <a:close/>
                </a:path>
                <a:path w="3810" h="43179">
                  <a:moveTo>
                    <a:pt x="3809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0480"/>
                  </a:lnTo>
                  <a:close/>
                </a:path>
                <a:path w="3810" h="43179">
                  <a:moveTo>
                    <a:pt x="3809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1269" y="43179"/>
                  </a:lnTo>
                  <a:lnTo>
                    <a:pt x="1269" y="41909"/>
                  </a:lnTo>
                  <a:lnTo>
                    <a:pt x="3809" y="41909"/>
                  </a:lnTo>
                  <a:lnTo>
                    <a:pt x="3809" y="36830"/>
                  </a:lnTo>
                  <a:close/>
                </a:path>
              </a:pathLst>
            </a:custGeom>
            <a:solidFill>
              <a:srgbClr val="B1BD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4" name="object 2074"/>
            <p:cNvSpPr/>
            <p:nvPr/>
          </p:nvSpPr>
          <p:spPr>
            <a:xfrm>
              <a:off x="6399530" y="4919980"/>
              <a:ext cx="2540" cy="40640"/>
            </a:xfrm>
            <a:custGeom>
              <a:avLst/>
              <a:gdLst/>
              <a:ahLst/>
              <a:cxnLst/>
              <a:rect l="l" t="t" r="r" b="b"/>
              <a:pathLst>
                <a:path w="2539" h="40639">
                  <a:moveTo>
                    <a:pt x="254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40" y="3810"/>
                  </a:lnTo>
                  <a:lnTo>
                    <a:pt x="2540" y="0"/>
                  </a:lnTo>
                  <a:close/>
                </a:path>
                <a:path w="2539" h="40639">
                  <a:moveTo>
                    <a:pt x="254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2540" y="10160"/>
                  </a:lnTo>
                  <a:lnTo>
                    <a:pt x="2540" y="3810"/>
                  </a:lnTo>
                  <a:close/>
                </a:path>
                <a:path w="2539" h="40639">
                  <a:moveTo>
                    <a:pt x="254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2540" y="16510"/>
                  </a:lnTo>
                  <a:lnTo>
                    <a:pt x="2540" y="10160"/>
                  </a:lnTo>
                  <a:close/>
                </a:path>
                <a:path w="2539" h="40639">
                  <a:moveTo>
                    <a:pt x="2540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2540" y="22860"/>
                  </a:lnTo>
                  <a:lnTo>
                    <a:pt x="2540" y="16510"/>
                  </a:lnTo>
                  <a:close/>
                </a:path>
                <a:path w="2539" h="40639">
                  <a:moveTo>
                    <a:pt x="2540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2540" y="29210"/>
                  </a:lnTo>
                  <a:lnTo>
                    <a:pt x="2540" y="22860"/>
                  </a:lnTo>
                  <a:close/>
                </a:path>
                <a:path w="2539" h="40639">
                  <a:moveTo>
                    <a:pt x="2540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2540" y="35560"/>
                  </a:lnTo>
                  <a:lnTo>
                    <a:pt x="2540" y="29210"/>
                  </a:lnTo>
                  <a:close/>
                </a:path>
                <a:path w="2539" h="40639">
                  <a:moveTo>
                    <a:pt x="2540" y="35560"/>
                  </a:moveTo>
                  <a:lnTo>
                    <a:pt x="0" y="35560"/>
                  </a:lnTo>
                  <a:lnTo>
                    <a:pt x="0" y="40640"/>
                  </a:lnTo>
                  <a:lnTo>
                    <a:pt x="2540" y="40640"/>
                  </a:lnTo>
                  <a:lnTo>
                    <a:pt x="2540" y="35560"/>
                  </a:lnTo>
                  <a:close/>
                </a:path>
              </a:pathLst>
            </a:custGeom>
            <a:solidFill>
              <a:srgbClr val="B4BF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5" name="object 2075"/>
            <p:cNvSpPr/>
            <p:nvPr/>
          </p:nvSpPr>
          <p:spPr>
            <a:xfrm>
              <a:off x="6402070" y="4919980"/>
              <a:ext cx="3810" cy="39370"/>
            </a:xfrm>
            <a:custGeom>
              <a:avLst/>
              <a:gdLst/>
              <a:ahLst/>
              <a:cxnLst/>
              <a:rect l="l" t="t" r="r" b="b"/>
              <a:pathLst>
                <a:path w="3810" h="39370">
                  <a:moveTo>
                    <a:pt x="126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3810" h="39370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10" h="39370">
                  <a:moveTo>
                    <a:pt x="380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0160"/>
                  </a:lnTo>
                  <a:close/>
                </a:path>
                <a:path w="3810" h="39370">
                  <a:moveTo>
                    <a:pt x="3809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16510"/>
                  </a:lnTo>
                  <a:close/>
                </a:path>
                <a:path w="3810" h="39370">
                  <a:moveTo>
                    <a:pt x="3809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3809" y="29210"/>
                  </a:lnTo>
                  <a:lnTo>
                    <a:pt x="3809" y="22860"/>
                  </a:lnTo>
                  <a:close/>
                </a:path>
                <a:path w="3810" h="39370">
                  <a:moveTo>
                    <a:pt x="3809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29210"/>
                  </a:lnTo>
                  <a:close/>
                </a:path>
                <a:path w="3810" h="39370">
                  <a:moveTo>
                    <a:pt x="3809" y="35560"/>
                  </a:moveTo>
                  <a:lnTo>
                    <a:pt x="0" y="35560"/>
                  </a:lnTo>
                  <a:lnTo>
                    <a:pt x="0" y="39370"/>
                  </a:lnTo>
                  <a:lnTo>
                    <a:pt x="3809" y="39370"/>
                  </a:lnTo>
                  <a:lnTo>
                    <a:pt x="3809" y="35560"/>
                  </a:lnTo>
                  <a:close/>
                </a:path>
              </a:pathLst>
            </a:custGeom>
            <a:solidFill>
              <a:srgbClr val="B6C1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6" name="object 2076"/>
            <p:cNvSpPr/>
            <p:nvPr/>
          </p:nvSpPr>
          <p:spPr>
            <a:xfrm>
              <a:off x="6405880" y="4921250"/>
              <a:ext cx="3810" cy="38100"/>
            </a:xfrm>
            <a:custGeom>
              <a:avLst/>
              <a:gdLst/>
              <a:ahLst/>
              <a:cxnLst/>
              <a:rect l="l" t="t" r="r" b="b"/>
              <a:pathLst>
                <a:path w="3810" h="38100">
                  <a:moveTo>
                    <a:pt x="254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10" h="38100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10" h="38100">
                  <a:moveTo>
                    <a:pt x="381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8890"/>
                  </a:lnTo>
                  <a:close/>
                </a:path>
                <a:path w="3810" h="38100">
                  <a:moveTo>
                    <a:pt x="3810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5240"/>
                  </a:lnTo>
                  <a:close/>
                </a:path>
                <a:path w="3810" h="38100">
                  <a:moveTo>
                    <a:pt x="3810" y="21590"/>
                  </a:moveTo>
                  <a:lnTo>
                    <a:pt x="0" y="21590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1590"/>
                  </a:lnTo>
                  <a:close/>
                </a:path>
                <a:path w="3810" h="38100">
                  <a:moveTo>
                    <a:pt x="3810" y="27940"/>
                  </a:moveTo>
                  <a:lnTo>
                    <a:pt x="0" y="27940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27940"/>
                  </a:lnTo>
                  <a:close/>
                </a:path>
                <a:path w="3810" h="38100">
                  <a:moveTo>
                    <a:pt x="3810" y="34290"/>
                  </a:moveTo>
                  <a:lnTo>
                    <a:pt x="0" y="34290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4290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7" name="object 2077"/>
            <p:cNvSpPr/>
            <p:nvPr/>
          </p:nvSpPr>
          <p:spPr>
            <a:xfrm>
              <a:off x="6409690" y="4922520"/>
              <a:ext cx="3810" cy="36830"/>
            </a:xfrm>
            <a:custGeom>
              <a:avLst/>
              <a:gdLst/>
              <a:ahLst/>
              <a:cxnLst/>
              <a:rect l="l" t="t" r="r" b="b"/>
              <a:pathLst>
                <a:path w="3810" h="36829">
                  <a:moveTo>
                    <a:pt x="127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10" h="36829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10" h="36829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10" h="36829">
                  <a:moveTo>
                    <a:pt x="3810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3969"/>
                  </a:lnTo>
                  <a:close/>
                </a:path>
                <a:path w="3810" h="36829">
                  <a:moveTo>
                    <a:pt x="3810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3810" y="26669"/>
                  </a:lnTo>
                  <a:lnTo>
                    <a:pt x="3810" y="20319"/>
                  </a:lnTo>
                  <a:close/>
                </a:path>
                <a:path w="3810" h="36829">
                  <a:moveTo>
                    <a:pt x="3810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6669"/>
                  </a:lnTo>
                  <a:close/>
                </a:path>
                <a:path w="3810" h="36829">
                  <a:moveTo>
                    <a:pt x="3810" y="33019"/>
                  </a:moveTo>
                  <a:lnTo>
                    <a:pt x="0" y="33019"/>
                  </a:lnTo>
                  <a:lnTo>
                    <a:pt x="0" y="36829"/>
                  </a:lnTo>
                  <a:lnTo>
                    <a:pt x="1270" y="36829"/>
                  </a:lnTo>
                  <a:lnTo>
                    <a:pt x="1270" y="35559"/>
                  </a:lnTo>
                  <a:lnTo>
                    <a:pt x="3810" y="35559"/>
                  </a:lnTo>
                  <a:lnTo>
                    <a:pt x="3810" y="33019"/>
                  </a:lnTo>
                  <a:close/>
                </a:path>
              </a:pathLst>
            </a:custGeom>
            <a:solidFill>
              <a:srgbClr val="BC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8" name="object 2078"/>
            <p:cNvSpPr/>
            <p:nvPr/>
          </p:nvSpPr>
          <p:spPr>
            <a:xfrm>
              <a:off x="6413500" y="4923789"/>
              <a:ext cx="3810" cy="33020"/>
            </a:xfrm>
            <a:custGeom>
              <a:avLst/>
              <a:gdLst/>
              <a:ahLst/>
              <a:cxnLst/>
              <a:rect l="l" t="t" r="r" b="b"/>
              <a:pathLst>
                <a:path w="3810" h="33020">
                  <a:moveTo>
                    <a:pt x="126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3810" h="33020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10" h="33020">
                  <a:moveTo>
                    <a:pt x="381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2699"/>
                  </a:lnTo>
                  <a:close/>
                </a:path>
                <a:path w="3810" h="33020">
                  <a:moveTo>
                    <a:pt x="3810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19049"/>
                  </a:lnTo>
                  <a:close/>
                </a:path>
                <a:path w="3810" h="33020">
                  <a:moveTo>
                    <a:pt x="3810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5399"/>
                  </a:lnTo>
                  <a:close/>
                </a:path>
                <a:path w="3810" h="33020">
                  <a:moveTo>
                    <a:pt x="3810" y="31749"/>
                  </a:moveTo>
                  <a:lnTo>
                    <a:pt x="0" y="31749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31749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9" name="object 2079"/>
            <p:cNvSpPr/>
            <p:nvPr/>
          </p:nvSpPr>
          <p:spPr>
            <a:xfrm>
              <a:off x="6417310" y="4926330"/>
              <a:ext cx="3810" cy="29209"/>
            </a:xfrm>
            <a:custGeom>
              <a:avLst/>
              <a:gdLst/>
              <a:ahLst/>
              <a:cxnLst/>
              <a:rect l="l" t="t" r="r" b="b"/>
              <a:pathLst>
                <a:path w="3810" h="29210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10" h="29210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10" h="29210">
                  <a:moveTo>
                    <a:pt x="381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60"/>
                  </a:lnTo>
                  <a:close/>
                </a:path>
                <a:path w="3810" h="29210">
                  <a:moveTo>
                    <a:pt x="3810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10"/>
                  </a:lnTo>
                  <a:close/>
                </a:path>
                <a:path w="3810" h="29210">
                  <a:moveTo>
                    <a:pt x="3810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1269" y="29210"/>
                  </a:lnTo>
                  <a:lnTo>
                    <a:pt x="1269" y="27940"/>
                  </a:lnTo>
                  <a:lnTo>
                    <a:pt x="3810" y="27940"/>
                  </a:lnTo>
                  <a:lnTo>
                    <a:pt x="3810" y="22860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0" name="object 2080"/>
            <p:cNvSpPr/>
            <p:nvPr/>
          </p:nvSpPr>
          <p:spPr>
            <a:xfrm>
              <a:off x="6421120" y="4927600"/>
              <a:ext cx="2540" cy="25400"/>
            </a:xfrm>
            <a:custGeom>
              <a:avLst/>
              <a:gdLst/>
              <a:ahLst/>
              <a:cxnLst/>
              <a:rect l="l" t="t" r="r" b="b"/>
              <a:pathLst>
                <a:path w="2539" h="25400">
                  <a:moveTo>
                    <a:pt x="253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39" y="2539"/>
                  </a:lnTo>
                  <a:lnTo>
                    <a:pt x="2539" y="0"/>
                  </a:lnTo>
                  <a:close/>
                </a:path>
                <a:path w="2539" h="25400">
                  <a:moveTo>
                    <a:pt x="2539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2539" y="8889"/>
                  </a:lnTo>
                  <a:lnTo>
                    <a:pt x="2539" y="2540"/>
                  </a:lnTo>
                  <a:close/>
                </a:path>
                <a:path w="2539" h="25400">
                  <a:moveTo>
                    <a:pt x="2539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2539" y="15239"/>
                  </a:lnTo>
                  <a:lnTo>
                    <a:pt x="2539" y="8890"/>
                  </a:lnTo>
                  <a:close/>
                </a:path>
                <a:path w="2539" h="25400">
                  <a:moveTo>
                    <a:pt x="2539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2539" y="21589"/>
                  </a:lnTo>
                  <a:lnTo>
                    <a:pt x="2539" y="15240"/>
                  </a:lnTo>
                  <a:close/>
                </a:path>
                <a:path w="2539" h="25400">
                  <a:moveTo>
                    <a:pt x="2539" y="21590"/>
                  </a:moveTo>
                  <a:lnTo>
                    <a:pt x="0" y="21590"/>
                  </a:lnTo>
                  <a:lnTo>
                    <a:pt x="0" y="25400"/>
                  </a:lnTo>
                  <a:lnTo>
                    <a:pt x="2539" y="25400"/>
                  </a:lnTo>
                  <a:lnTo>
                    <a:pt x="2539" y="21590"/>
                  </a:lnTo>
                  <a:close/>
                </a:path>
              </a:pathLst>
            </a:custGeom>
            <a:solidFill>
              <a:srgbClr val="C4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1" name="object 2081"/>
            <p:cNvSpPr/>
            <p:nvPr/>
          </p:nvSpPr>
          <p:spPr>
            <a:xfrm>
              <a:off x="6423660" y="4928870"/>
              <a:ext cx="3810" cy="22860"/>
            </a:xfrm>
            <a:custGeom>
              <a:avLst/>
              <a:gdLst/>
              <a:ahLst/>
              <a:cxnLst/>
              <a:rect l="l" t="t" r="r" b="b"/>
              <a:pathLst>
                <a:path w="3810" h="22860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22860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10" h="22860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10" h="22860">
                  <a:moveTo>
                    <a:pt x="3810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3969"/>
                  </a:lnTo>
                  <a:close/>
                </a:path>
                <a:path w="3810" h="22860">
                  <a:moveTo>
                    <a:pt x="3810" y="20319"/>
                  </a:moveTo>
                  <a:lnTo>
                    <a:pt x="0" y="20319"/>
                  </a:lnTo>
                  <a:lnTo>
                    <a:pt x="0" y="22859"/>
                  </a:lnTo>
                  <a:lnTo>
                    <a:pt x="1270" y="22859"/>
                  </a:lnTo>
                  <a:lnTo>
                    <a:pt x="1270" y="21589"/>
                  </a:lnTo>
                  <a:lnTo>
                    <a:pt x="3810" y="21589"/>
                  </a:lnTo>
                  <a:lnTo>
                    <a:pt x="3810" y="20319"/>
                  </a:lnTo>
                  <a:close/>
                </a:path>
              </a:pathLst>
            </a:custGeom>
            <a:solidFill>
              <a:srgbClr val="C6CF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2" name="object 2082"/>
            <p:cNvSpPr/>
            <p:nvPr/>
          </p:nvSpPr>
          <p:spPr>
            <a:xfrm>
              <a:off x="6427470" y="4930139"/>
              <a:ext cx="3810" cy="20320"/>
            </a:xfrm>
            <a:custGeom>
              <a:avLst/>
              <a:gdLst/>
              <a:ahLst/>
              <a:cxnLst/>
              <a:rect l="l" t="t" r="r" b="b"/>
              <a:pathLst>
                <a:path w="3810" h="20320">
                  <a:moveTo>
                    <a:pt x="126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2539"/>
                  </a:lnTo>
                  <a:lnTo>
                    <a:pt x="2539" y="2539"/>
                  </a:lnTo>
                  <a:lnTo>
                    <a:pt x="253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3810" h="20320">
                  <a:moveTo>
                    <a:pt x="380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6349"/>
                  </a:lnTo>
                  <a:close/>
                </a:path>
                <a:path w="3810" h="20320">
                  <a:moveTo>
                    <a:pt x="380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2539" y="19049"/>
                  </a:lnTo>
                  <a:lnTo>
                    <a:pt x="2539" y="17779"/>
                  </a:lnTo>
                  <a:lnTo>
                    <a:pt x="3809" y="17779"/>
                  </a:lnTo>
                  <a:lnTo>
                    <a:pt x="3809" y="12699"/>
                  </a:lnTo>
                  <a:close/>
                </a:path>
                <a:path w="3810" h="20320">
                  <a:moveTo>
                    <a:pt x="1269" y="19049"/>
                  </a:moveTo>
                  <a:lnTo>
                    <a:pt x="0" y="19049"/>
                  </a:lnTo>
                  <a:lnTo>
                    <a:pt x="0" y="20319"/>
                  </a:lnTo>
                  <a:lnTo>
                    <a:pt x="1269" y="20319"/>
                  </a:lnTo>
                  <a:lnTo>
                    <a:pt x="1269" y="19049"/>
                  </a:lnTo>
                  <a:close/>
                </a:path>
              </a:pathLst>
            </a:custGeom>
            <a:solidFill>
              <a:srgbClr val="C9D1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3" name="object 2083"/>
            <p:cNvSpPr/>
            <p:nvPr/>
          </p:nvSpPr>
          <p:spPr>
            <a:xfrm>
              <a:off x="6431280" y="4933950"/>
              <a:ext cx="3810" cy="13970"/>
            </a:xfrm>
            <a:custGeom>
              <a:avLst/>
              <a:gdLst/>
              <a:ahLst/>
              <a:cxnLst/>
              <a:rect l="l" t="t" r="r" b="b"/>
              <a:pathLst>
                <a:path w="3810" h="13970">
                  <a:moveTo>
                    <a:pt x="127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39" y="2539"/>
                  </a:lnTo>
                  <a:lnTo>
                    <a:pt x="2539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10" h="13970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10" h="13970">
                  <a:moveTo>
                    <a:pt x="3810" y="8890"/>
                  </a:moveTo>
                  <a:lnTo>
                    <a:pt x="0" y="8890"/>
                  </a:lnTo>
                  <a:lnTo>
                    <a:pt x="0" y="13969"/>
                  </a:lnTo>
                  <a:lnTo>
                    <a:pt x="1270" y="13969"/>
                  </a:lnTo>
                  <a:lnTo>
                    <a:pt x="1270" y="12700"/>
                  </a:lnTo>
                  <a:lnTo>
                    <a:pt x="2539" y="12700"/>
                  </a:lnTo>
                  <a:lnTo>
                    <a:pt x="2539" y="10160"/>
                  </a:lnTo>
                  <a:lnTo>
                    <a:pt x="3810" y="10160"/>
                  </a:lnTo>
                  <a:lnTo>
                    <a:pt x="3810" y="8890"/>
                  </a:lnTo>
                  <a:close/>
                </a:path>
              </a:pathLst>
            </a:custGeom>
            <a:solidFill>
              <a:srgbClr val="CCD3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4" name="object 2084"/>
            <p:cNvSpPr/>
            <p:nvPr/>
          </p:nvSpPr>
          <p:spPr>
            <a:xfrm>
              <a:off x="6435090" y="4936489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6349"/>
                  </a:moveTo>
                  <a:lnTo>
                    <a:pt x="0" y="0"/>
                  </a:lnTo>
                  <a:lnTo>
                    <a:pt x="0" y="6349"/>
                  </a:lnTo>
                  <a:close/>
                </a:path>
                <a:path h="7620">
                  <a:moveTo>
                    <a:pt x="0" y="7619"/>
                  </a:moveTo>
                  <a:lnTo>
                    <a:pt x="0" y="6349"/>
                  </a:lnTo>
                  <a:lnTo>
                    <a:pt x="0" y="7619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5" name="object 2085"/>
            <p:cNvSpPr/>
            <p:nvPr/>
          </p:nvSpPr>
          <p:spPr>
            <a:xfrm>
              <a:off x="6149340" y="4908550"/>
              <a:ext cx="284480" cy="63500"/>
            </a:xfrm>
            <a:custGeom>
              <a:avLst/>
              <a:gdLst/>
              <a:ahLst/>
              <a:cxnLst/>
              <a:rect l="l" t="t" r="r" b="b"/>
              <a:pathLst>
                <a:path w="284479" h="63500">
                  <a:moveTo>
                    <a:pt x="142239" y="0"/>
                  </a:moveTo>
                  <a:lnTo>
                    <a:pt x="87332" y="2460"/>
                  </a:lnTo>
                  <a:lnTo>
                    <a:pt x="42068" y="9207"/>
                  </a:lnTo>
                  <a:lnTo>
                    <a:pt x="11330" y="19288"/>
                  </a:lnTo>
                  <a:lnTo>
                    <a:pt x="0" y="31750"/>
                  </a:lnTo>
                  <a:lnTo>
                    <a:pt x="11330" y="43676"/>
                  </a:lnTo>
                  <a:lnTo>
                    <a:pt x="42068" y="53816"/>
                  </a:lnTo>
                  <a:lnTo>
                    <a:pt x="87332" y="60860"/>
                  </a:lnTo>
                  <a:lnTo>
                    <a:pt x="142239" y="63500"/>
                  </a:lnTo>
                  <a:lnTo>
                    <a:pt x="197147" y="60860"/>
                  </a:lnTo>
                  <a:lnTo>
                    <a:pt x="242411" y="53816"/>
                  </a:lnTo>
                  <a:lnTo>
                    <a:pt x="273149" y="43676"/>
                  </a:lnTo>
                  <a:lnTo>
                    <a:pt x="284480" y="31750"/>
                  </a:lnTo>
                  <a:lnTo>
                    <a:pt x="273149" y="19288"/>
                  </a:lnTo>
                  <a:lnTo>
                    <a:pt x="242411" y="9207"/>
                  </a:lnTo>
                  <a:lnTo>
                    <a:pt x="197147" y="2460"/>
                  </a:lnTo>
                  <a:lnTo>
                    <a:pt x="142239" y="0"/>
                  </a:lnTo>
                  <a:close/>
                </a:path>
              </a:pathLst>
            </a:custGeom>
            <a:ln w="646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6" name="object 2086"/>
            <p:cNvSpPr/>
            <p:nvPr/>
          </p:nvSpPr>
          <p:spPr>
            <a:xfrm>
              <a:off x="6758940" y="5151119"/>
              <a:ext cx="2540" cy="200660"/>
            </a:xfrm>
            <a:custGeom>
              <a:avLst/>
              <a:gdLst/>
              <a:ahLst/>
              <a:cxnLst/>
              <a:rect l="l" t="t" r="r" b="b"/>
              <a:pathLst>
                <a:path w="2540" h="200660">
                  <a:moveTo>
                    <a:pt x="2540" y="196862"/>
                  </a:moveTo>
                  <a:lnTo>
                    <a:pt x="1270" y="196862"/>
                  </a:lnTo>
                  <a:lnTo>
                    <a:pt x="1270" y="200660"/>
                  </a:lnTo>
                  <a:lnTo>
                    <a:pt x="2540" y="200660"/>
                  </a:lnTo>
                  <a:lnTo>
                    <a:pt x="2540" y="196862"/>
                  </a:lnTo>
                  <a:close/>
                </a:path>
                <a:path w="2540" h="200660">
                  <a:moveTo>
                    <a:pt x="2540" y="0"/>
                  </a:moveTo>
                  <a:lnTo>
                    <a:pt x="1270" y="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196850"/>
                  </a:lnTo>
                  <a:lnTo>
                    <a:pt x="2540" y="196850"/>
                  </a:lnTo>
                  <a:lnTo>
                    <a:pt x="2540" y="254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7" name="object 2087"/>
            <p:cNvSpPr/>
            <p:nvPr/>
          </p:nvSpPr>
          <p:spPr>
            <a:xfrm>
              <a:off x="6761480" y="5147309"/>
              <a:ext cx="3810" cy="207010"/>
            </a:xfrm>
            <a:custGeom>
              <a:avLst/>
              <a:gdLst/>
              <a:ahLst/>
              <a:cxnLst/>
              <a:rect l="l" t="t" r="r" b="b"/>
              <a:pathLst>
                <a:path w="3809" h="207010">
                  <a:moveTo>
                    <a:pt x="3810" y="3822"/>
                  </a:moveTo>
                  <a:lnTo>
                    <a:pt x="0" y="3822"/>
                  </a:lnTo>
                  <a:lnTo>
                    <a:pt x="0" y="200660"/>
                  </a:lnTo>
                  <a:lnTo>
                    <a:pt x="0" y="205740"/>
                  </a:lnTo>
                  <a:lnTo>
                    <a:pt x="2540" y="205740"/>
                  </a:lnTo>
                  <a:lnTo>
                    <a:pt x="2540" y="207010"/>
                  </a:lnTo>
                  <a:lnTo>
                    <a:pt x="3810" y="207010"/>
                  </a:lnTo>
                  <a:lnTo>
                    <a:pt x="3810" y="205740"/>
                  </a:lnTo>
                  <a:lnTo>
                    <a:pt x="3810" y="200660"/>
                  </a:lnTo>
                  <a:lnTo>
                    <a:pt x="3810" y="3822"/>
                  </a:lnTo>
                  <a:close/>
                </a:path>
                <a:path w="3809" h="207010">
                  <a:moveTo>
                    <a:pt x="3810" y="0"/>
                  </a:moveTo>
                  <a:lnTo>
                    <a:pt x="2540" y="0"/>
                  </a:lnTo>
                  <a:lnTo>
                    <a:pt x="254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CED5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8" name="object 2088"/>
            <p:cNvSpPr/>
            <p:nvPr/>
          </p:nvSpPr>
          <p:spPr>
            <a:xfrm>
              <a:off x="6765290" y="5146039"/>
              <a:ext cx="3810" cy="212090"/>
            </a:xfrm>
            <a:custGeom>
              <a:avLst/>
              <a:gdLst/>
              <a:ahLst/>
              <a:cxnLst/>
              <a:rect l="l" t="t" r="r" b="b"/>
              <a:pathLst>
                <a:path w="3809" h="212089">
                  <a:moveTo>
                    <a:pt x="380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0"/>
                  </a:lnTo>
                  <a:close/>
                </a:path>
                <a:path w="3809" h="212089">
                  <a:moveTo>
                    <a:pt x="3809" y="5079"/>
                  </a:moveTo>
                  <a:lnTo>
                    <a:pt x="0" y="5079"/>
                  </a:lnTo>
                  <a:lnTo>
                    <a:pt x="0" y="201929"/>
                  </a:lnTo>
                  <a:lnTo>
                    <a:pt x="3809" y="201929"/>
                  </a:lnTo>
                  <a:lnTo>
                    <a:pt x="3809" y="5079"/>
                  </a:lnTo>
                  <a:close/>
                </a:path>
                <a:path w="3809" h="212089">
                  <a:moveTo>
                    <a:pt x="3809" y="201929"/>
                  </a:moveTo>
                  <a:lnTo>
                    <a:pt x="0" y="201929"/>
                  </a:lnTo>
                  <a:lnTo>
                    <a:pt x="0" y="208279"/>
                  </a:lnTo>
                  <a:lnTo>
                    <a:pt x="3809" y="208279"/>
                  </a:lnTo>
                  <a:lnTo>
                    <a:pt x="3809" y="201929"/>
                  </a:lnTo>
                  <a:close/>
                </a:path>
                <a:path w="3809" h="212089">
                  <a:moveTo>
                    <a:pt x="3809" y="208279"/>
                  </a:moveTo>
                  <a:lnTo>
                    <a:pt x="0" y="208279"/>
                  </a:lnTo>
                  <a:lnTo>
                    <a:pt x="0" y="209549"/>
                  </a:lnTo>
                  <a:lnTo>
                    <a:pt x="1269" y="209549"/>
                  </a:lnTo>
                  <a:lnTo>
                    <a:pt x="1269" y="210819"/>
                  </a:lnTo>
                  <a:lnTo>
                    <a:pt x="3809" y="210819"/>
                  </a:lnTo>
                  <a:lnTo>
                    <a:pt x="3809" y="208279"/>
                  </a:lnTo>
                  <a:close/>
                </a:path>
                <a:path w="3809" h="212089">
                  <a:moveTo>
                    <a:pt x="3809" y="210819"/>
                  </a:moveTo>
                  <a:lnTo>
                    <a:pt x="2539" y="210819"/>
                  </a:lnTo>
                  <a:lnTo>
                    <a:pt x="2539" y="212089"/>
                  </a:lnTo>
                  <a:lnTo>
                    <a:pt x="3809" y="212089"/>
                  </a:lnTo>
                  <a:lnTo>
                    <a:pt x="3809" y="210819"/>
                  </a:lnTo>
                  <a:close/>
                </a:path>
              </a:pathLst>
            </a:custGeom>
            <a:solidFill>
              <a:srgbClr val="CCD3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9" name="object 2089"/>
            <p:cNvSpPr/>
            <p:nvPr/>
          </p:nvSpPr>
          <p:spPr>
            <a:xfrm>
              <a:off x="6769100" y="5143500"/>
              <a:ext cx="3810" cy="215900"/>
            </a:xfrm>
            <a:custGeom>
              <a:avLst/>
              <a:gdLst/>
              <a:ahLst/>
              <a:cxnLst/>
              <a:rect l="l" t="t" r="r" b="b"/>
              <a:pathLst>
                <a:path w="3809" h="215900">
                  <a:moveTo>
                    <a:pt x="3809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09" h="215900">
                  <a:moveTo>
                    <a:pt x="3809" y="2540"/>
                  </a:moveTo>
                  <a:lnTo>
                    <a:pt x="0" y="2540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2540"/>
                  </a:lnTo>
                  <a:close/>
                </a:path>
                <a:path w="3809" h="215900">
                  <a:moveTo>
                    <a:pt x="3809" y="7620"/>
                  </a:moveTo>
                  <a:lnTo>
                    <a:pt x="0" y="7620"/>
                  </a:lnTo>
                  <a:lnTo>
                    <a:pt x="0" y="204469"/>
                  </a:lnTo>
                  <a:lnTo>
                    <a:pt x="3809" y="204469"/>
                  </a:lnTo>
                  <a:lnTo>
                    <a:pt x="3809" y="7620"/>
                  </a:lnTo>
                  <a:close/>
                </a:path>
                <a:path w="3809" h="215900">
                  <a:moveTo>
                    <a:pt x="3809" y="204470"/>
                  </a:moveTo>
                  <a:lnTo>
                    <a:pt x="0" y="204470"/>
                  </a:lnTo>
                  <a:lnTo>
                    <a:pt x="0" y="210819"/>
                  </a:lnTo>
                  <a:lnTo>
                    <a:pt x="3809" y="210819"/>
                  </a:lnTo>
                  <a:lnTo>
                    <a:pt x="3809" y="204470"/>
                  </a:lnTo>
                  <a:close/>
                </a:path>
                <a:path w="3809" h="215900">
                  <a:moveTo>
                    <a:pt x="3809" y="210820"/>
                  </a:moveTo>
                  <a:lnTo>
                    <a:pt x="0" y="210820"/>
                  </a:lnTo>
                  <a:lnTo>
                    <a:pt x="0" y="213359"/>
                  </a:lnTo>
                  <a:lnTo>
                    <a:pt x="3809" y="213359"/>
                  </a:lnTo>
                  <a:lnTo>
                    <a:pt x="3809" y="210820"/>
                  </a:lnTo>
                  <a:close/>
                </a:path>
                <a:path w="3809" h="215900">
                  <a:moveTo>
                    <a:pt x="3809" y="213360"/>
                  </a:moveTo>
                  <a:lnTo>
                    <a:pt x="0" y="213360"/>
                  </a:lnTo>
                  <a:lnTo>
                    <a:pt x="0" y="214630"/>
                  </a:lnTo>
                  <a:lnTo>
                    <a:pt x="1270" y="214630"/>
                  </a:lnTo>
                  <a:lnTo>
                    <a:pt x="1270" y="215900"/>
                  </a:lnTo>
                  <a:lnTo>
                    <a:pt x="3809" y="215900"/>
                  </a:lnTo>
                  <a:lnTo>
                    <a:pt x="3809" y="213360"/>
                  </a:lnTo>
                  <a:close/>
                </a:path>
              </a:pathLst>
            </a:custGeom>
            <a:solidFill>
              <a:srgbClr val="C9D1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0" name="object 2090"/>
            <p:cNvSpPr/>
            <p:nvPr/>
          </p:nvSpPr>
          <p:spPr>
            <a:xfrm>
              <a:off x="6772910" y="5142230"/>
              <a:ext cx="3810" cy="218440"/>
            </a:xfrm>
            <a:custGeom>
              <a:avLst/>
              <a:gdLst/>
              <a:ahLst/>
              <a:cxnLst/>
              <a:rect l="l" t="t" r="r" b="b"/>
              <a:pathLst>
                <a:path w="3809" h="218439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09" h="218439">
                  <a:moveTo>
                    <a:pt x="3810" y="3810"/>
                  </a:moveTo>
                  <a:lnTo>
                    <a:pt x="0" y="381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3810"/>
                  </a:lnTo>
                  <a:close/>
                </a:path>
                <a:path w="3809" h="218439">
                  <a:moveTo>
                    <a:pt x="3810" y="8890"/>
                  </a:moveTo>
                  <a:lnTo>
                    <a:pt x="0" y="8890"/>
                  </a:lnTo>
                  <a:lnTo>
                    <a:pt x="0" y="205740"/>
                  </a:lnTo>
                  <a:lnTo>
                    <a:pt x="3810" y="205740"/>
                  </a:lnTo>
                  <a:lnTo>
                    <a:pt x="3810" y="8890"/>
                  </a:lnTo>
                  <a:close/>
                </a:path>
                <a:path w="3809" h="218439">
                  <a:moveTo>
                    <a:pt x="3810" y="205740"/>
                  </a:moveTo>
                  <a:lnTo>
                    <a:pt x="0" y="205740"/>
                  </a:lnTo>
                  <a:lnTo>
                    <a:pt x="0" y="212090"/>
                  </a:lnTo>
                  <a:lnTo>
                    <a:pt x="3810" y="212090"/>
                  </a:lnTo>
                  <a:lnTo>
                    <a:pt x="3810" y="205740"/>
                  </a:lnTo>
                  <a:close/>
                </a:path>
                <a:path w="3809" h="218439">
                  <a:moveTo>
                    <a:pt x="3810" y="212090"/>
                  </a:moveTo>
                  <a:lnTo>
                    <a:pt x="0" y="212090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212090"/>
                  </a:lnTo>
                  <a:close/>
                </a:path>
                <a:path w="3809" h="218439">
                  <a:moveTo>
                    <a:pt x="3810" y="214630"/>
                  </a:moveTo>
                  <a:lnTo>
                    <a:pt x="0" y="214630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4630"/>
                  </a:lnTo>
                  <a:close/>
                </a:path>
              </a:pathLst>
            </a:custGeom>
            <a:solidFill>
              <a:srgbClr val="C6CF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1" name="object 2091"/>
            <p:cNvSpPr/>
            <p:nvPr/>
          </p:nvSpPr>
          <p:spPr>
            <a:xfrm>
              <a:off x="6776720" y="5140959"/>
              <a:ext cx="2540" cy="220979"/>
            </a:xfrm>
            <a:custGeom>
              <a:avLst/>
              <a:gdLst/>
              <a:ahLst/>
              <a:cxnLst/>
              <a:rect l="l" t="t" r="r" b="b"/>
              <a:pathLst>
                <a:path w="2540" h="220979">
                  <a:moveTo>
                    <a:pt x="2540" y="219722"/>
                  </a:moveTo>
                  <a:lnTo>
                    <a:pt x="0" y="219722"/>
                  </a:lnTo>
                  <a:lnTo>
                    <a:pt x="0" y="220980"/>
                  </a:lnTo>
                  <a:lnTo>
                    <a:pt x="2540" y="220980"/>
                  </a:lnTo>
                  <a:lnTo>
                    <a:pt x="2540" y="219722"/>
                  </a:lnTo>
                  <a:close/>
                </a:path>
                <a:path w="2540" h="220979">
                  <a:moveTo>
                    <a:pt x="2540" y="215912"/>
                  </a:moveTo>
                  <a:lnTo>
                    <a:pt x="0" y="215912"/>
                  </a:lnTo>
                  <a:lnTo>
                    <a:pt x="0" y="219710"/>
                  </a:lnTo>
                  <a:lnTo>
                    <a:pt x="2540" y="219710"/>
                  </a:lnTo>
                  <a:lnTo>
                    <a:pt x="2540" y="215912"/>
                  </a:lnTo>
                  <a:close/>
                </a:path>
                <a:path w="2540" h="220979">
                  <a:moveTo>
                    <a:pt x="2540" y="213372"/>
                  </a:moveTo>
                  <a:lnTo>
                    <a:pt x="0" y="213372"/>
                  </a:lnTo>
                  <a:lnTo>
                    <a:pt x="0" y="215900"/>
                  </a:lnTo>
                  <a:lnTo>
                    <a:pt x="2540" y="215900"/>
                  </a:lnTo>
                  <a:lnTo>
                    <a:pt x="2540" y="213372"/>
                  </a:lnTo>
                  <a:close/>
                </a:path>
                <a:path w="2540" h="220979">
                  <a:moveTo>
                    <a:pt x="2540" y="207022"/>
                  </a:moveTo>
                  <a:lnTo>
                    <a:pt x="0" y="207022"/>
                  </a:lnTo>
                  <a:lnTo>
                    <a:pt x="0" y="213360"/>
                  </a:lnTo>
                  <a:lnTo>
                    <a:pt x="2540" y="213360"/>
                  </a:lnTo>
                  <a:lnTo>
                    <a:pt x="2540" y="207022"/>
                  </a:lnTo>
                  <a:close/>
                </a:path>
                <a:path w="2540" h="220979">
                  <a:moveTo>
                    <a:pt x="2540" y="10172"/>
                  </a:moveTo>
                  <a:lnTo>
                    <a:pt x="0" y="10172"/>
                  </a:lnTo>
                  <a:lnTo>
                    <a:pt x="0" y="207010"/>
                  </a:lnTo>
                  <a:lnTo>
                    <a:pt x="2540" y="207010"/>
                  </a:lnTo>
                  <a:lnTo>
                    <a:pt x="2540" y="10172"/>
                  </a:lnTo>
                  <a:close/>
                </a:path>
                <a:path w="2540" h="220979">
                  <a:moveTo>
                    <a:pt x="2540" y="5092"/>
                  </a:moveTo>
                  <a:lnTo>
                    <a:pt x="0" y="5092"/>
                  </a:lnTo>
                  <a:lnTo>
                    <a:pt x="0" y="10160"/>
                  </a:lnTo>
                  <a:lnTo>
                    <a:pt x="2540" y="10160"/>
                  </a:lnTo>
                  <a:lnTo>
                    <a:pt x="2540" y="5092"/>
                  </a:lnTo>
                  <a:close/>
                </a:path>
                <a:path w="2540" h="220979">
                  <a:moveTo>
                    <a:pt x="25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C3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2" name="object 2092"/>
            <p:cNvSpPr/>
            <p:nvPr/>
          </p:nvSpPr>
          <p:spPr>
            <a:xfrm>
              <a:off x="6779260" y="5139689"/>
              <a:ext cx="3810" cy="223520"/>
            </a:xfrm>
            <a:custGeom>
              <a:avLst/>
              <a:gdLst/>
              <a:ahLst/>
              <a:cxnLst/>
              <a:rect l="l" t="t" r="r" b="b"/>
              <a:pathLst>
                <a:path w="3809" h="223520">
                  <a:moveTo>
                    <a:pt x="3810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0" y="126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0"/>
                  </a:lnTo>
                  <a:close/>
                </a:path>
                <a:path w="3809" h="223520">
                  <a:moveTo>
                    <a:pt x="3810" y="6349"/>
                  </a:moveTo>
                  <a:lnTo>
                    <a:pt x="0" y="6349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6349"/>
                  </a:lnTo>
                  <a:close/>
                </a:path>
                <a:path w="3809" h="223520">
                  <a:moveTo>
                    <a:pt x="3810" y="11429"/>
                  </a:moveTo>
                  <a:lnTo>
                    <a:pt x="0" y="11429"/>
                  </a:lnTo>
                  <a:lnTo>
                    <a:pt x="0" y="208279"/>
                  </a:lnTo>
                  <a:lnTo>
                    <a:pt x="3810" y="208279"/>
                  </a:lnTo>
                  <a:lnTo>
                    <a:pt x="3810" y="11429"/>
                  </a:lnTo>
                  <a:close/>
                </a:path>
                <a:path w="3809" h="223520">
                  <a:moveTo>
                    <a:pt x="3810" y="208279"/>
                  </a:moveTo>
                  <a:lnTo>
                    <a:pt x="0" y="208279"/>
                  </a:lnTo>
                  <a:lnTo>
                    <a:pt x="0" y="214629"/>
                  </a:lnTo>
                  <a:lnTo>
                    <a:pt x="3810" y="214629"/>
                  </a:lnTo>
                  <a:lnTo>
                    <a:pt x="3810" y="208279"/>
                  </a:lnTo>
                  <a:close/>
                </a:path>
                <a:path w="3809" h="223520">
                  <a:moveTo>
                    <a:pt x="3810" y="214629"/>
                  </a:moveTo>
                  <a:lnTo>
                    <a:pt x="0" y="214629"/>
                  </a:lnTo>
                  <a:lnTo>
                    <a:pt x="0" y="217169"/>
                  </a:lnTo>
                  <a:lnTo>
                    <a:pt x="3810" y="217169"/>
                  </a:lnTo>
                  <a:lnTo>
                    <a:pt x="3810" y="214629"/>
                  </a:lnTo>
                  <a:close/>
                </a:path>
                <a:path w="3809" h="223520">
                  <a:moveTo>
                    <a:pt x="3810" y="217169"/>
                  </a:moveTo>
                  <a:lnTo>
                    <a:pt x="0" y="217169"/>
                  </a:lnTo>
                  <a:lnTo>
                    <a:pt x="0" y="220979"/>
                  </a:lnTo>
                  <a:lnTo>
                    <a:pt x="3810" y="220979"/>
                  </a:lnTo>
                  <a:lnTo>
                    <a:pt x="3810" y="217169"/>
                  </a:lnTo>
                  <a:close/>
                </a:path>
                <a:path w="3809" h="223520">
                  <a:moveTo>
                    <a:pt x="3810" y="220979"/>
                  </a:moveTo>
                  <a:lnTo>
                    <a:pt x="0" y="220979"/>
                  </a:lnTo>
                  <a:lnTo>
                    <a:pt x="0" y="223519"/>
                  </a:lnTo>
                  <a:lnTo>
                    <a:pt x="3810" y="223519"/>
                  </a:lnTo>
                  <a:lnTo>
                    <a:pt x="3810" y="220979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3" name="object 2093"/>
            <p:cNvSpPr/>
            <p:nvPr/>
          </p:nvSpPr>
          <p:spPr>
            <a:xfrm>
              <a:off x="6783070" y="5138419"/>
              <a:ext cx="3810" cy="226060"/>
            </a:xfrm>
            <a:custGeom>
              <a:avLst/>
              <a:gdLst/>
              <a:ahLst/>
              <a:cxnLst/>
              <a:rect l="l" t="t" r="r" b="b"/>
              <a:pathLst>
                <a:path w="3809" h="226060">
                  <a:moveTo>
                    <a:pt x="3810" y="224802"/>
                  </a:moveTo>
                  <a:lnTo>
                    <a:pt x="0" y="22480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4802"/>
                  </a:lnTo>
                  <a:close/>
                </a:path>
                <a:path w="3809" h="226060">
                  <a:moveTo>
                    <a:pt x="381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2262"/>
                  </a:lnTo>
                  <a:close/>
                </a:path>
                <a:path w="3809" h="226060">
                  <a:moveTo>
                    <a:pt x="3810" y="218452"/>
                  </a:moveTo>
                  <a:lnTo>
                    <a:pt x="0" y="21845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18452"/>
                  </a:lnTo>
                  <a:close/>
                </a:path>
                <a:path w="3809" h="226060">
                  <a:moveTo>
                    <a:pt x="3810" y="215912"/>
                  </a:moveTo>
                  <a:lnTo>
                    <a:pt x="0" y="215912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5912"/>
                  </a:lnTo>
                  <a:close/>
                </a:path>
                <a:path w="3809" h="226060">
                  <a:moveTo>
                    <a:pt x="3810" y="209562"/>
                  </a:moveTo>
                  <a:lnTo>
                    <a:pt x="0" y="209562"/>
                  </a:lnTo>
                  <a:lnTo>
                    <a:pt x="0" y="215900"/>
                  </a:lnTo>
                  <a:lnTo>
                    <a:pt x="3810" y="215900"/>
                  </a:lnTo>
                  <a:lnTo>
                    <a:pt x="3810" y="209562"/>
                  </a:lnTo>
                  <a:close/>
                </a:path>
                <a:path w="3809" h="226060">
                  <a:moveTo>
                    <a:pt x="3810" y="12712"/>
                  </a:moveTo>
                  <a:lnTo>
                    <a:pt x="0" y="12712"/>
                  </a:lnTo>
                  <a:lnTo>
                    <a:pt x="0" y="209550"/>
                  </a:lnTo>
                  <a:lnTo>
                    <a:pt x="3810" y="209550"/>
                  </a:lnTo>
                  <a:lnTo>
                    <a:pt x="3810" y="12712"/>
                  </a:lnTo>
                  <a:close/>
                </a:path>
                <a:path w="3809" h="226060">
                  <a:moveTo>
                    <a:pt x="3810" y="7632"/>
                  </a:moveTo>
                  <a:lnTo>
                    <a:pt x="0" y="7632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7632"/>
                  </a:lnTo>
                  <a:close/>
                </a:path>
                <a:path w="3809" h="2260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260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4" name="object 2094"/>
            <p:cNvSpPr/>
            <p:nvPr/>
          </p:nvSpPr>
          <p:spPr>
            <a:xfrm>
              <a:off x="6786880" y="5137150"/>
              <a:ext cx="3810" cy="228600"/>
            </a:xfrm>
            <a:custGeom>
              <a:avLst/>
              <a:gdLst/>
              <a:ahLst/>
              <a:cxnLst/>
              <a:rect l="l" t="t" r="r" b="b"/>
              <a:pathLst>
                <a:path w="3809" h="228600">
                  <a:moveTo>
                    <a:pt x="3810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09" h="228600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09" h="228600">
                  <a:moveTo>
                    <a:pt x="3810" y="8890"/>
                  </a:moveTo>
                  <a:lnTo>
                    <a:pt x="0" y="8890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8890"/>
                  </a:lnTo>
                  <a:close/>
                </a:path>
                <a:path w="3809" h="228600">
                  <a:moveTo>
                    <a:pt x="3810" y="13970"/>
                  </a:moveTo>
                  <a:lnTo>
                    <a:pt x="0" y="13970"/>
                  </a:lnTo>
                  <a:lnTo>
                    <a:pt x="0" y="210819"/>
                  </a:lnTo>
                  <a:lnTo>
                    <a:pt x="3810" y="210819"/>
                  </a:lnTo>
                  <a:lnTo>
                    <a:pt x="3810" y="13970"/>
                  </a:lnTo>
                  <a:close/>
                </a:path>
                <a:path w="3809" h="228600">
                  <a:moveTo>
                    <a:pt x="3810" y="210820"/>
                  </a:moveTo>
                  <a:lnTo>
                    <a:pt x="0" y="210820"/>
                  </a:lnTo>
                  <a:lnTo>
                    <a:pt x="0" y="217169"/>
                  </a:lnTo>
                  <a:lnTo>
                    <a:pt x="3810" y="217169"/>
                  </a:lnTo>
                  <a:lnTo>
                    <a:pt x="3810" y="210820"/>
                  </a:lnTo>
                  <a:close/>
                </a:path>
                <a:path w="3809" h="228600">
                  <a:moveTo>
                    <a:pt x="3810" y="217170"/>
                  </a:moveTo>
                  <a:lnTo>
                    <a:pt x="0" y="217170"/>
                  </a:lnTo>
                  <a:lnTo>
                    <a:pt x="0" y="219709"/>
                  </a:lnTo>
                  <a:lnTo>
                    <a:pt x="3810" y="219709"/>
                  </a:lnTo>
                  <a:lnTo>
                    <a:pt x="3810" y="217170"/>
                  </a:lnTo>
                  <a:close/>
                </a:path>
                <a:path w="3809" h="228600">
                  <a:moveTo>
                    <a:pt x="3810" y="219710"/>
                  </a:moveTo>
                  <a:lnTo>
                    <a:pt x="0" y="219710"/>
                  </a:lnTo>
                  <a:lnTo>
                    <a:pt x="0" y="223519"/>
                  </a:lnTo>
                  <a:lnTo>
                    <a:pt x="3810" y="223519"/>
                  </a:lnTo>
                  <a:lnTo>
                    <a:pt x="3810" y="219710"/>
                  </a:lnTo>
                  <a:close/>
                </a:path>
                <a:path w="3809" h="228600">
                  <a:moveTo>
                    <a:pt x="3810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23520"/>
                  </a:lnTo>
                  <a:close/>
                </a:path>
                <a:path w="3809" h="228600">
                  <a:moveTo>
                    <a:pt x="3810" y="226060"/>
                  </a:moveTo>
                  <a:lnTo>
                    <a:pt x="0" y="226060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6060"/>
                  </a:lnTo>
                  <a:close/>
                </a:path>
              </a:pathLst>
            </a:custGeom>
            <a:solidFill>
              <a:srgbClr val="BB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5" name="object 2095"/>
            <p:cNvSpPr/>
            <p:nvPr/>
          </p:nvSpPr>
          <p:spPr>
            <a:xfrm>
              <a:off x="6790690" y="5135880"/>
              <a:ext cx="3810" cy="231140"/>
            </a:xfrm>
            <a:custGeom>
              <a:avLst/>
              <a:gdLst/>
              <a:ahLst/>
              <a:cxnLst/>
              <a:rect l="l" t="t" r="r" b="b"/>
              <a:pathLst>
                <a:path w="3809" h="231139">
                  <a:moveTo>
                    <a:pt x="3809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09" h="231139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09" h="231139">
                  <a:moveTo>
                    <a:pt x="3809" y="10160"/>
                  </a:moveTo>
                  <a:lnTo>
                    <a:pt x="0" y="10160"/>
                  </a:lnTo>
                  <a:lnTo>
                    <a:pt x="0" y="15240"/>
                  </a:lnTo>
                  <a:lnTo>
                    <a:pt x="3809" y="15240"/>
                  </a:lnTo>
                  <a:lnTo>
                    <a:pt x="3809" y="10160"/>
                  </a:lnTo>
                  <a:close/>
                </a:path>
                <a:path w="3809" h="231139">
                  <a:moveTo>
                    <a:pt x="3809" y="15240"/>
                  </a:moveTo>
                  <a:lnTo>
                    <a:pt x="0" y="15240"/>
                  </a:lnTo>
                  <a:lnTo>
                    <a:pt x="0" y="212090"/>
                  </a:lnTo>
                  <a:lnTo>
                    <a:pt x="3809" y="212090"/>
                  </a:lnTo>
                  <a:lnTo>
                    <a:pt x="3809" y="15240"/>
                  </a:lnTo>
                  <a:close/>
                </a:path>
                <a:path w="3809" h="231139">
                  <a:moveTo>
                    <a:pt x="3809" y="212090"/>
                  </a:moveTo>
                  <a:lnTo>
                    <a:pt x="0" y="212090"/>
                  </a:lnTo>
                  <a:lnTo>
                    <a:pt x="0" y="218440"/>
                  </a:lnTo>
                  <a:lnTo>
                    <a:pt x="3809" y="218440"/>
                  </a:lnTo>
                  <a:lnTo>
                    <a:pt x="3809" y="212090"/>
                  </a:lnTo>
                  <a:close/>
                </a:path>
                <a:path w="3809" h="231139">
                  <a:moveTo>
                    <a:pt x="3809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3809" y="220980"/>
                  </a:lnTo>
                  <a:lnTo>
                    <a:pt x="3809" y="218440"/>
                  </a:lnTo>
                  <a:close/>
                </a:path>
                <a:path w="3809" h="231139">
                  <a:moveTo>
                    <a:pt x="3809" y="220980"/>
                  </a:moveTo>
                  <a:lnTo>
                    <a:pt x="0" y="220980"/>
                  </a:lnTo>
                  <a:lnTo>
                    <a:pt x="0" y="224790"/>
                  </a:lnTo>
                  <a:lnTo>
                    <a:pt x="3809" y="224790"/>
                  </a:lnTo>
                  <a:lnTo>
                    <a:pt x="3809" y="220980"/>
                  </a:lnTo>
                  <a:close/>
                </a:path>
                <a:path w="3809" h="231139">
                  <a:moveTo>
                    <a:pt x="3809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09" y="227330"/>
                  </a:lnTo>
                  <a:lnTo>
                    <a:pt x="3809" y="224790"/>
                  </a:lnTo>
                  <a:close/>
                </a:path>
                <a:path w="3809" h="231139">
                  <a:moveTo>
                    <a:pt x="3809" y="227330"/>
                  </a:moveTo>
                  <a:lnTo>
                    <a:pt x="0" y="227330"/>
                  </a:lnTo>
                  <a:lnTo>
                    <a:pt x="0" y="229870"/>
                  </a:lnTo>
                  <a:lnTo>
                    <a:pt x="1269" y="229870"/>
                  </a:lnTo>
                  <a:lnTo>
                    <a:pt x="1269" y="231140"/>
                  </a:lnTo>
                  <a:lnTo>
                    <a:pt x="3809" y="231140"/>
                  </a:lnTo>
                  <a:lnTo>
                    <a:pt x="3809" y="227330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6" name="object 2096"/>
            <p:cNvSpPr/>
            <p:nvPr/>
          </p:nvSpPr>
          <p:spPr>
            <a:xfrm>
              <a:off x="6794500" y="5135880"/>
              <a:ext cx="3810" cy="231140"/>
            </a:xfrm>
            <a:custGeom>
              <a:avLst/>
              <a:gdLst/>
              <a:ahLst/>
              <a:cxnLst/>
              <a:rect l="l" t="t" r="r" b="b"/>
              <a:pathLst>
                <a:path w="3809" h="231139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09" h="231139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09" h="231139">
                  <a:moveTo>
                    <a:pt x="381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0992"/>
                  </a:lnTo>
                  <a:close/>
                </a:path>
                <a:path w="3809" h="231139">
                  <a:moveTo>
                    <a:pt x="3810" y="218452"/>
                  </a:moveTo>
                  <a:lnTo>
                    <a:pt x="0" y="21845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8452"/>
                  </a:lnTo>
                  <a:close/>
                </a:path>
                <a:path w="3809" h="231139">
                  <a:moveTo>
                    <a:pt x="3810" y="212102"/>
                  </a:moveTo>
                  <a:lnTo>
                    <a:pt x="0" y="212102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2102"/>
                  </a:lnTo>
                  <a:close/>
                </a:path>
                <a:path w="3809" h="231139">
                  <a:moveTo>
                    <a:pt x="3810" y="15252"/>
                  </a:moveTo>
                  <a:lnTo>
                    <a:pt x="0" y="15252"/>
                  </a:lnTo>
                  <a:lnTo>
                    <a:pt x="0" y="212090"/>
                  </a:lnTo>
                  <a:lnTo>
                    <a:pt x="3810" y="212090"/>
                  </a:lnTo>
                  <a:lnTo>
                    <a:pt x="3810" y="15252"/>
                  </a:lnTo>
                  <a:close/>
                </a:path>
                <a:path w="3809" h="231139">
                  <a:moveTo>
                    <a:pt x="3810" y="10172"/>
                  </a:moveTo>
                  <a:lnTo>
                    <a:pt x="0" y="1017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0172"/>
                  </a:lnTo>
                  <a:close/>
                </a:path>
                <a:path w="3809" h="231139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09" h="231139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6C1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7" name="object 2097"/>
            <p:cNvSpPr/>
            <p:nvPr/>
          </p:nvSpPr>
          <p:spPr>
            <a:xfrm>
              <a:off x="6798310" y="5134609"/>
              <a:ext cx="2540" cy="213360"/>
            </a:xfrm>
            <a:custGeom>
              <a:avLst/>
              <a:gdLst/>
              <a:ahLst/>
              <a:cxnLst/>
              <a:rect l="l" t="t" r="r" b="b"/>
              <a:pathLst>
                <a:path w="2540" h="213360">
                  <a:moveTo>
                    <a:pt x="2540" y="16522"/>
                  </a:moveTo>
                  <a:lnTo>
                    <a:pt x="0" y="16522"/>
                  </a:lnTo>
                  <a:lnTo>
                    <a:pt x="0" y="213360"/>
                  </a:lnTo>
                  <a:lnTo>
                    <a:pt x="2540" y="213360"/>
                  </a:lnTo>
                  <a:lnTo>
                    <a:pt x="2540" y="16522"/>
                  </a:lnTo>
                  <a:close/>
                </a:path>
                <a:path w="2540" h="213360">
                  <a:moveTo>
                    <a:pt x="2540" y="11442"/>
                  </a:moveTo>
                  <a:lnTo>
                    <a:pt x="0" y="11442"/>
                  </a:lnTo>
                  <a:lnTo>
                    <a:pt x="0" y="16510"/>
                  </a:lnTo>
                  <a:lnTo>
                    <a:pt x="2540" y="16510"/>
                  </a:lnTo>
                  <a:lnTo>
                    <a:pt x="2540" y="11442"/>
                  </a:lnTo>
                  <a:close/>
                </a:path>
                <a:path w="2540" h="213360">
                  <a:moveTo>
                    <a:pt x="254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5092"/>
                  </a:lnTo>
                  <a:close/>
                </a:path>
                <a:path w="2540" h="213360">
                  <a:moveTo>
                    <a:pt x="25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B3BF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8" name="object 2098"/>
            <p:cNvSpPr/>
            <p:nvPr/>
          </p:nvSpPr>
          <p:spPr>
            <a:xfrm>
              <a:off x="6800850" y="5133352"/>
              <a:ext cx="3810" cy="234950"/>
            </a:xfrm>
            <a:custGeom>
              <a:avLst/>
              <a:gdLst/>
              <a:ahLst/>
              <a:cxnLst/>
              <a:rect l="l" t="t" r="r" b="b"/>
              <a:pathLst>
                <a:path w="3809" h="234950">
                  <a:moveTo>
                    <a:pt x="3810" y="233680"/>
                  </a:moveTo>
                  <a:lnTo>
                    <a:pt x="0" y="23368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3680"/>
                  </a:lnTo>
                  <a:close/>
                </a:path>
                <a:path w="3809" h="234950">
                  <a:moveTo>
                    <a:pt x="3810" y="229870"/>
                  </a:moveTo>
                  <a:lnTo>
                    <a:pt x="0" y="229870"/>
                  </a:lnTo>
                  <a:lnTo>
                    <a:pt x="0" y="233667"/>
                  </a:lnTo>
                  <a:lnTo>
                    <a:pt x="3810" y="233667"/>
                  </a:lnTo>
                  <a:lnTo>
                    <a:pt x="3810" y="229870"/>
                  </a:lnTo>
                  <a:close/>
                </a:path>
                <a:path w="3809" h="234950">
                  <a:moveTo>
                    <a:pt x="3810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3810" y="229857"/>
                  </a:lnTo>
                  <a:lnTo>
                    <a:pt x="3810" y="227330"/>
                  </a:lnTo>
                  <a:close/>
                </a:path>
                <a:path w="3809" h="234950">
                  <a:moveTo>
                    <a:pt x="3810" y="223520"/>
                  </a:moveTo>
                  <a:lnTo>
                    <a:pt x="0" y="223520"/>
                  </a:lnTo>
                  <a:lnTo>
                    <a:pt x="0" y="227317"/>
                  </a:lnTo>
                  <a:lnTo>
                    <a:pt x="3810" y="227317"/>
                  </a:lnTo>
                  <a:lnTo>
                    <a:pt x="3810" y="223520"/>
                  </a:lnTo>
                  <a:close/>
                </a:path>
                <a:path w="3809" h="234950">
                  <a:moveTo>
                    <a:pt x="3810" y="220980"/>
                  </a:moveTo>
                  <a:lnTo>
                    <a:pt x="0" y="220980"/>
                  </a:lnTo>
                  <a:lnTo>
                    <a:pt x="0" y="223507"/>
                  </a:lnTo>
                  <a:lnTo>
                    <a:pt x="3810" y="223507"/>
                  </a:lnTo>
                  <a:lnTo>
                    <a:pt x="3810" y="220980"/>
                  </a:lnTo>
                  <a:close/>
                </a:path>
                <a:path w="3809" h="234950">
                  <a:moveTo>
                    <a:pt x="3810" y="214630"/>
                  </a:moveTo>
                  <a:lnTo>
                    <a:pt x="0" y="21463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214630"/>
                  </a:lnTo>
                  <a:close/>
                </a:path>
                <a:path w="3809" h="234950">
                  <a:moveTo>
                    <a:pt x="3810" y="17780"/>
                  </a:moveTo>
                  <a:lnTo>
                    <a:pt x="0" y="17780"/>
                  </a:lnTo>
                  <a:lnTo>
                    <a:pt x="0" y="214617"/>
                  </a:lnTo>
                  <a:lnTo>
                    <a:pt x="3810" y="214617"/>
                  </a:lnTo>
                  <a:lnTo>
                    <a:pt x="3810" y="17780"/>
                  </a:lnTo>
                  <a:close/>
                </a:path>
                <a:path w="3809" h="234950">
                  <a:moveTo>
                    <a:pt x="3810" y="12700"/>
                  </a:moveTo>
                  <a:lnTo>
                    <a:pt x="0" y="12700"/>
                  </a:lnTo>
                  <a:lnTo>
                    <a:pt x="0" y="17767"/>
                  </a:lnTo>
                  <a:lnTo>
                    <a:pt x="3810" y="17767"/>
                  </a:lnTo>
                  <a:lnTo>
                    <a:pt x="3810" y="12700"/>
                  </a:lnTo>
                  <a:close/>
                </a:path>
                <a:path w="3809" h="23495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09" h="23495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1BD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9" name="object 2099"/>
            <p:cNvSpPr/>
            <p:nvPr/>
          </p:nvSpPr>
          <p:spPr>
            <a:xfrm>
              <a:off x="6804660" y="5133352"/>
              <a:ext cx="3810" cy="236220"/>
            </a:xfrm>
            <a:custGeom>
              <a:avLst/>
              <a:gdLst/>
              <a:ahLst/>
              <a:cxnLst/>
              <a:rect l="l" t="t" r="r" b="b"/>
              <a:pathLst>
                <a:path w="3809" h="236220">
                  <a:moveTo>
                    <a:pt x="3810" y="233680"/>
                  </a:moveTo>
                  <a:lnTo>
                    <a:pt x="0" y="233680"/>
                  </a:lnTo>
                  <a:lnTo>
                    <a:pt x="0" y="236207"/>
                  </a:lnTo>
                  <a:lnTo>
                    <a:pt x="3810" y="236207"/>
                  </a:lnTo>
                  <a:lnTo>
                    <a:pt x="3810" y="233680"/>
                  </a:lnTo>
                  <a:close/>
                </a:path>
                <a:path w="3809" h="236220">
                  <a:moveTo>
                    <a:pt x="3810" y="229870"/>
                  </a:moveTo>
                  <a:lnTo>
                    <a:pt x="0" y="229870"/>
                  </a:lnTo>
                  <a:lnTo>
                    <a:pt x="0" y="233667"/>
                  </a:lnTo>
                  <a:lnTo>
                    <a:pt x="3810" y="233667"/>
                  </a:lnTo>
                  <a:lnTo>
                    <a:pt x="3810" y="229870"/>
                  </a:lnTo>
                  <a:close/>
                </a:path>
                <a:path w="3809" h="236220">
                  <a:moveTo>
                    <a:pt x="3810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3810" y="229857"/>
                  </a:lnTo>
                  <a:lnTo>
                    <a:pt x="3810" y="227330"/>
                  </a:lnTo>
                  <a:close/>
                </a:path>
                <a:path w="3809" h="236220">
                  <a:moveTo>
                    <a:pt x="3810" y="223520"/>
                  </a:moveTo>
                  <a:lnTo>
                    <a:pt x="0" y="223520"/>
                  </a:lnTo>
                  <a:lnTo>
                    <a:pt x="0" y="227317"/>
                  </a:lnTo>
                  <a:lnTo>
                    <a:pt x="3810" y="227317"/>
                  </a:lnTo>
                  <a:lnTo>
                    <a:pt x="3810" y="223520"/>
                  </a:lnTo>
                  <a:close/>
                </a:path>
                <a:path w="3809" h="236220">
                  <a:moveTo>
                    <a:pt x="3810" y="220980"/>
                  </a:moveTo>
                  <a:lnTo>
                    <a:pt x="0" y="220980"/>
                  </a:lnTo>
                  <a:lnTo>
                    <a:pt x="0" y="223507"/>
                  </a:lnTo>
                  <a:lnTo>
                    <a:pt x="3810" y="223507"/>
                  </a:lnTo>
                  <a:lnTo>
                    <a:pt x="3810" y="220980"/>
                  </a:lnTo>
                  <a:close/>
                </a:path>
                <a:path w="3809" h="236220">
                  <a:moveTo>
                    <a:pt x="3810" y="214630"/>
                  </a:moveTo>
                  <a:lnTo>
                    <a:pt x="0" y="21463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214630"/>
                  </a:lnTo>
                  <a:close/>
                </a:path>
                <a:path w="3809" h="236220">
                  <a:moveTo>
                    <a:pt x="3810" y="17780"/>
                  </a:moveTo>
                  <a:lnTo>
                    <a:pt x="0" y="17780"/>
                  </a:lnTo>
                  <a:lnTo>
                    <a:pt x="0" y="214617"/>
                  </a:lnTo>
                  <a:lnTo>
                    <a:pt x="3810" y="214617"/>
                  </a:lnTo>
                  <a:lnTo>
                    <a:pt x="3810" y="17780"/>
                  </a:lnTo>
                  <a:close/>
                </a:path>
                <a:path w="3809" h="236220">
                  <a:moveTo>
                    <a:pt x="3810" y="12700"/>
                  </a:moveTo>
                  <a:lnTo>
                    <a:pt x="0" y="12700"/>
                  </a:lnTo>
                  <a:lnTo>
                    <a:pt x="0" y="17767"/>
                  </a:lnTo>
                  <a:lnTo>
                    <a:pt x="3810" y="17767"/>
                  </a:lnTo>
                  <a:lnTo>
                    <a:pt x="3810" y="12700"/>
                  </a:lnTo>
                  <a:close/>
                </a:path>
                <a:path w="3809" h="2362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09" h="2362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EBA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0" name="object 2100"/>
            <p:cNvSpPr/>
            <p:nvPr/>
          </p:nvSpPr>
          <p:spPr>
            <a:xfrm>
              <a:off x="6808470" y="5132069"/>
              <a:ext cx="3810" cy="238760"/>
            </a:xfrm>
            <a:custGeom>
              <a:avLst/>
              <a:gdLst/>
              <a:ahLst/>
              <a:cxnLst/>
              <a:rect l="l" t="t" r="r" b="b"/>
              <a:pathLst>
                <a:path w="3809" h="238760">
                  <a:moveTo>
                    <a:pt x="3810" y="237502"/>
                  </a:moveTo>
                  <a:lnTo>
                    <a:pt x="1270" y="237502"/>
                  </a:lnTo>
                  <a:lnTo>
                    <a:pt x="1270" y="238760"/>
                  </a:lnTo>
                  <a:lnTo>
                    <a:pt x="3810" y="238760"/>
                  </a:lnTo>
                  <a:lnTo>
                    <a:pt x="3810" y="237502"/>
                  </a:lnTo>
                  <a:close/>
                </a:path>
                <a:path w="3809" h="238760">
                  <a:moveTo>
                    <a:pt x="3810" y="19062"/>
                  </a:moveTo>
                  <a:lnTo>
                    <a:pt x="0" y="19062"/>
                  </a:lnTo>
                  <a:lnTo>
                    <a:pt x="0" y="215900"/>
                  </a:lnTo>
                  <a:lnTo>
                    <a:pt x="3810" y="215900"/>
                  </a:lnTo>
                  <a:lnTo>
                    <a:pt x="3810" y="19062"/>
                  </a:lnTo>
                  <a:close/>
                </a:path>
                <a:path w="3809" h="238760">
                  <a:moveTo>
                    <a:pt x="3810" y="13982"/>
                  </a:moveTo>
                  <a:lnTo>
                    <a:pt x="0" y="13982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3982"/>
                  </a:lnTo>
                  <a:close/>
                </a:path>
                <a:path w="3809" h="2387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387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38760">
                  <a:moveTo>
                    <a:pt x="38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1" name="object 2101"/>
            <p:cNvSpPr/>
            <p:nvPr/>
          </p:nvSpPr>
          <p:spPr>
            <a:xfrm>
              <a:off x="6812280" y="5132070"/>
              <a:ext cx="3810" cy="240029"/>
            </a:xfrm>
            <a:custGeom>
              <a:avLst/>
              <a:gdLst/>
              <a:ahLst/>
              <a:cxnLst/>
              <a:rect l="l" t="t" r="r" b="b"/>
              <a:pathLst>
                <a:path w="3809" h="240029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09" h="240029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09" h="240029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09" h="240029">
                  <a:moveTo>
                    <a:pt x="3810" y="13969"/>
                  </a:moveTo>
                  <a:lnTo>
                    <a:pt x="0" y="1396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3969"/>
                  </a:lnTo>
                  <a:close/>
                </a:path>
                <a:path w="3809" h="240029">
                  <a:moveTo>
                    <a:pt x="3810" y="19050"/>
                  </a:moveTo>
                  <a:lnTo>
                    <a:pt x="0" y="19050"/>
                  </a:lnTo>
                  <a:lnTo>
                    <a:pt x="0" y="215899"/>
                  </a:lnTo>
                  <a:lnTo>
                    <a:pt x="3810" y="215899"/>
                  </a:lnTo>
                  <a:lnTo>
                    <a:pt x="3810" y="19050"/>
                  </a:lnTo>
                  <a:close/>
                </a:path>
                <a:path w="3809" h="240029">
                  <a:moveTo>
                    <a:pt x="3810" y="215899"/>
                  </a:moveTo>
                  <a:lnTo>
                    <a:pt x="0" y="215899"/>
                  </a:lnTo>
                  <a:lnTo>
                    <a:pt x="0" y="222249"/>
                  </a:lnTo>
                  <a:lnTo>
                    <a:pt x="3810" y="222249"/>
                  </a:lnTo>
                  <a:lnTo>
                    <a:pt x="3810" y="215899"/>
                  </a:lnTo>
                  <a:close/>
                </a:path>
                <a:path w="3809" h="240029">
                  <a:moveTo>
                    <a:pt x="3810" y="222249"/>
                  </a:moveTo>
                  <a:lnTo>
                    <a:pt x="0" y="222249"/>
                  </a:lnTo>
                  <a:lnTo>
                    <a:pt x="0" y="224789"/>
                  </a:lnTo>
                  <a:lnTo>
                    <a:pt x="3810" y="224789"/>
                  </a:lnTo>
                  <a:lnTo>
                    <a:pt x="3810" y="222249"/>
                  </a:lnTo>
                  <a:close/>
                </a:path>
                <a:path w="3809" h="240029">
                  <a:moveTo>
                    <a:pt x="3810" y="224789"/>
                  </a:moveTo>
                  <a:lnTo>
                    <a:pt x="0" y="22478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4789"/>
                  </a:lnTo>
                  <a:close/>
                </a:path>
                <a:path w="3809" h="240029">
                  <a:moveTo>
                    <a:pt x="3810" y="228599"/>
                  </a:moveTo>
                  <a:lnTo>
                    <a:pt x="0" y="228599"/>
                  </a:lnTo>
                  <a:lnTo>
                    <a:pt x="0" y="231139"/>
                  </a:lnTo>
                  <a:lnTo>
                    <a:pt x="3810" y="231139"/>
                  </a:lnTo>
                  <a:lnTo>
                    <a:pt x="3810" y="228599"/>
                  </a:lnTo>
                  <a:close/>
                </a:path>
                <a:path w="3809" h="240029">
                  <a:moveTo>
                    <a:pt x="3810" y="231139"/>
                  </a:moveTo>
                  <a:lnTo>
                    <a:pt x="0" y="231139"/>
                  </a:lnTo>
                  <a:lnTo>
                    <a:pt x="0" y="234949"/>
                  </a:lnTo>
                  <a:lnTo>
                    <a:pt x="3810" y="234949"/>
                  </a:lnTo>
                  <a:lnTo>
                    <a:pt x="3810" y="231139"/>
                  </a:lnTo>
                  <a:close/>
                </a:path>
                <a:path w="3809" h="240029">
                  <a:moveTo>
                    <a:pt x="3810" y="234949"/>
                  </a:moveTo>
                  <a:lnTo>
                    <a:pt x="0" y="234949"/>
                  </a:lnTo>
                  <a:lnTo>
                    <a:pt x="0" y="237489"/>
                  </a:lnTo>
                  <a:lnTo>
                    <a:pt x="3810" y="237489"/>
                  </a:lnTo>
                  <a:lnTo>
                    <a:pt x="3810" y="234949"/>
                  </a:lnTo>
                  <a:close/>
                </a:path>
                <a:path w="3809" h="240029">
                  <a:moveTo>
                    <a:pt x="3810" y="237489"/>
                  </a:moveTo>
                  <a:lnTo>
                    <a:pt x="0" y="237489"/>
                  </a:lnTo>
                  <a:lnTo>
                    <a:pt x="0" y="238759"/>
                  </a:lnTo>
                  <a:lnTo>
                    <a:pt x="2540" y="238759"/>
                  </a:lnTo>
                  <a:lnTo>
                    <a:pt x="2540" y="240029"/>
                  </a:lnTo>
                  <a:lnTo>
                    <a:pt x="3810" y="240029"/>
                  </a:lnTo>
                  <a:lnTo>
                    <a:pt x="3810" y="237489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2" name="object 2102"/>
            <p:cNvSpPr/>
            <p:nvPr/>
          </p:nvSpPr>
          <p:spPr>
            <a:xfrm>
              <a:off x="6816090" y="5130800"/>
              <a:ext cx="3810" cy="241300"/>
            </a:xfrm>
            <a:custGeom>
              <a:avLst/>
              <a:gdLst/>
              <a:ahLst/>
              <a:cxnLst/>
              <a:rect l="l" t="t" r="r" b="b"/>
              <a:pathLst>
                <a:path w="3809" h="241300">
                  <a:moveTo>
                    <a:pt x="3809" y="0"/>
                  </a:moveTo>
                  <a:lnTo>
                    <a:pt x="2539" y="0"/>
                  </a:lnTo>
                  <a:lnTo>
                    <a:pt x="2539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09" h="241300">
                  <a:moveTo>
                    <a:pt x="3809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2540"/>
                  </a:lnTo>
                  <a:close/>
                </a:path>
                <a:path w="3809" h="241300">
                  <a:moveTo>
                    <a:pt x="3809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8890"/>
                  </a:lnTo>
                  <a:close/>
                </a:path>
                <a:path w="3809" h="241300">
                  <a:moveTo>
                    <a:pt x="3809" y="15240"/>
                  </a:moveTo>
                  <a:lnTo>
                    <a:pt x="0" y="15240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5240"/>
                  </a:lnTo>
                  <a:close/>
                </a:path>
                <a:path w="3809" h="241300">
                  <a:moveTo>
                    <a:pt x="3809" y="20320"/>
                  </a:moveTo>
                  <a:lnTo>
                    <a:pt x="0" y="20320"/>
                  </a:lnTo>
                  <a:lnTo>
                    <a:pt x="0" y="217169"/>
                  </a:lnTo>
                  <a:lnTo>
                    <a:pt x="3809" y="217169"/>
                  </a:lnTo>
                  <a:lnTo>
                    <a:pt x="3809" y="20320"/>
                  </a:lnTo>
                  <a:close/>
                </a:path>
                <a:path w="3809" h="241300">
                  <a:moveTo>
                    <a:pt x="3809" y="217170"/>
                  </a:moveTo>
                  <a:lnTo>
                    <a:pt x="0" y="217170"/>
                  </a:lnTo>
                  <a:lnTo>
                    <a:pt x="0" y="223519"/>
                  </a:lnTo>
                  <a:lnTo>
                    <a:pt x="3809" y="223519"/>
                  </a:lnTo>
                  <a:lnTo>
                    <a:pt x="3809" y="217170"/>
                  </a:lnTo>
                  <a:close/>
                </a:path>
                <a:path w="3809" h="241300">
                  <a:moveTo>
                    <a:pt x="3809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3809" y="226059"/>
                  </a:lnTo>
                  <a:lnTo>
                    <a:pt x="3809" y="223520"/>
                  </a:lnTo>
                  <a:close/>
                </a:path>
                <a:path w="3809" h="241300">
                  <a:moveTo>
                    <a:pt x="3809" y="226060"/>
                  </a:moveTo>
                  <a:lnTo>
                    <a:pt x="0" y="226060"/>
                  </a:lnTo>
                  <a:lnTo>
                    <a:pt x="0" y="229869"/>
                  </a:lnTo>
                  <a:lnTo>
                    <a:pt x="3809" y="229869"/>
                  </a:lnTo>
                  <a:lnTo>
                    <a:pt x="3809" y="226060"/>
                  </a:lnTo>
                  <a:close/>
                </a:path>
                <a:path w="3809" h="241300">
                  <a:moveTo>
                    <a:pt x="3809" y="229870"/>
                  </a:moveTo>
                  <a:lnTo>
                    <a:pt x="0" y="229870"/>
                  </a:lnTo>
                  <a:lnTo>
                    <a:pt x="0" y="232409"/>
                  </a:lnTo>
                  <a:lnTo>
                    <a:pt x="3809" y="232409"/>
                  </a:lnTo>
                  <a:lnTo>
                    <a:pt x="3809" y="229870"/>
                  </a:lnTo>
                  <a:close/>
                </a:path>
                <a:path w="3809" h="241300">
                  <a:moveTo>
                    <a:pt x="3809" y="232410"/>
                  </a:moveTo>
                  <a:lnTo>
                    <a:pt x="0" y="232410"/>
                  </a:lnTo>
                  <a:lnTo>
                    <a:pt x="0" y="236219"/>
                  </a:lnTo>
                  <a:lnTo>
                    <a:pt x="3809" y="236219"/>
                  </a:lnTo>
                  <a:lnTo>
                    <a:pt x="3809" y="232410"/>
                  </a:lnTo>
                  <a:close/>
                </a:path>
                <a:path w="3809" h="241300">
                  <a:moveTo>
                    <a:pt x="3809" y="236220"/>
                  </a:moveTo>
                  <a:lnTo>
                    <a:pt x="0" y="236220"/>
                  </a:lnTo>
                  <a:lnTo>
                    <a:pt x="0" y="238759"/>
                  </a:lnTo>
                  <a:lnTo>
                    <a:pt x="3809" y="238759"/>
                  </a:lnTo>
                  <a:lnTo>
                    <a:pt x="3809" y="236220"/>
                  </a:lnTo>
                  <a:close/>
                </a:path>
                <a:path w="3809" h="241300">
                  <a:moveTo>
                    <a:pt x="3809" y="238760"/>
                  </a:moveTo>
                  <a:lnTo>
                    <a:pt x="0" y="238760"/>
                  </a:lnTo>
                  <a:lnTo>
                    <a:pt x="0" y="241300"/>
                  </a:lnTo>
                  <a:lnTo>
                    <a:pt x="3809" y="241300"/>
                  </a:lnTo>
                  <a:lnTo>
                    <a:pt x="3809" y="238760"/>
                  </a:lnTo>
                  <a:close/>
                </a:path>
              </a:pathLst>
            </a:custGeom>
            <a:solidFill>
              <a:srgbClr val="A6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3" name="object 2103"/>
            <p:cNvSpPr/>
            <p:nvPr/>
          </p:nvSpPr>
          <p:spPr>
            <a:xfrm>
              <a:off x="6819900" y="5129530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09" h="243839">
                  <a:moveTo>
                    <a:pt x="3809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09" h="243839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09" h="243839">
                  <a:moveTo>
                    <a:pt x="380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0160"/>
                  </a:lnTo>
                  <a:close/>
                </a:path>
                <a:path w="3809" h="243839">
                  <a:moveTo>
                    <a:pt x="3809" y="16510"/>
                  </a:moveTo>
                  <a:lnTo>
                    <a:pt x="0" y="16510"/>
                  </a:lnTo>
                  <a:lnTo>
                    <a:pt x="0" y="21590"/>
                  </a:lnTo>
                  <a:lnTo>
                    <a:pt x="3809" y="21590"/>
                  </a:lnTo>
                  <a:lnTo>
                    <a:pt x="3809" y="16510"/>
                  </a:lnTo>
                  <a:close/>
                </a:path>
                <a:path w="3809" h="243839">
                  <a:moveTo>
                    <a:pt x="3809" y="21590"/>
                  </a:moveTo>
                  <a:lnTo>
                    <a:pt x="0" y="21590"/>
                  </a:lnTo>
                  <a:lnTo>
                    <a:pt x="0" y="218440"/>
                  </a:lnTo>
                  <a:lnTo>
                    <a:pt x="3809" y="218440"/>
                  </a:lnTo>
                  <a:lnTo>
                    <a:pt x="3809" y="21590"/>
                  </a:lnTo>
                  <a:close/>
                </a:path>
                <a:path w="3809" h="243839">
                  <a:moveTo>
                    <a:pt x="3809" y="218440"/>
                  </a:moveTo>
                  <a:lnTo>
                    <a:pt x="0" y="218440"/>
                  </a:lnTo>
                  <a:lnTo>
                    <a:pt x="0" y="224790"/>
                  </a:lnTo>
                  <a:lnTo>
                    <a:pt x="3809" y="224790"/>
                  </a:lnTo>
                  <a:lnTo>
                    <a:pt x="3809" y="218440"/>
                  </a:lnTo>
                  <a:close/>
                </a:path>
                <a:path w="3809" h="243839">
                  <a:moveTo>
                    <a:pt x="3809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09" y="227330"/>
                  </a:lnTo>
                  <a:lnTo>
                    <a:pt x="3809" y="224790"/>
                  </a:lnTo>
                  <a:close/>
                </a:path>
                <a:path w="3809" h="243839">
                  <a:moveTo>
                    <a:pt x="3809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3809" y="231140"/>
                  </a:lnTo>
                  <a:lnTo>
                    <a:pt x="3809" y="227330"/>
                  </a:lnTo>
                  <a:close/>
                </a:path>
                <a:path w="3809" h="243839">
                  <a:moveTo>
                    <a:pt x="3809" y="231140"/>
                  </a:moveTo>
                  <a:lnTo>
                    <a:pt x="0" y="231140"/>
                  </a:lnTo>
                  <a:lnTo>
                    <a:pt x="0" y="233680"/>
                  </a:lnTo>
                  <a:lnTo>
                    <a:pt x="3809" y="233680"/>
                  </a:lnTo>
                  <a:lnTo>
                    <a:pt x="3809" y="231140"/>
                  </a:lnTo>
                  <a:close/>
                </a:path>
                <a:path w="3809" h="243839">
                  <a:moveTo>
                    <a:pt x="3809" y="233680"/>
                  </a:moveTo>
                  <a:lnTo>
                    <a:pt x="0" y="233680"/>
                  </a:lnTo>
                  <a:lnTo>
                    <a:pt x="0" y="237490"/>
                  </a:lnTo>
                  <a:lnTo>
                    <a:pt x="3809" y="237490"/>
                  </a:lnTo>
                  <a:lnTo>
                    <a:pt x="3809" y="233680"/>
                  </a:lnTo>
                  <a:close/>
                </a:path>
                <a:path w="3809" h="243839">
                  <a:moveTo>
                    <a:pt x="3809" y="237490"/>
                  </a:moveTo>
                  <a:lnTo>
                    <a:pt x="0" y="237490"/>
                  </a:lnTo>
                  <a:lnTo>
                    <a:pt x="0" y="240030"/>
                  </a:lnTo>
                  <a:lnTo>
                    <a:pt x="3809" y="240030"/>
                  </a:lnTo>
                  <a:lnTo>
                    <a:pt x="3809" y="237490"/>
                  </a:lnTo>
                  <a:close/>
                </a:path>
                <a:path w="3809" h="243839">
                  <a:moveTo>
                    <a:pt x="3809" y="240030"/>
                  </a:moveTo>
                  <a:lnTo>
                    <a:pt x="0" y="240030"/>
                  </a:lnTo>
                  <a:lnTo>
                    <a:pt x="0" y="242570"/>
                  </a:lnTo>
                  <a:lnTo>
                    <a:pt x="2540" y="242570"/>
                  </a:lnTo>
                  <a:lnTo>
                    <a:pt x="2540" y="243840"/>
                  </a:lnTo>
                  <a:lnTo>
                    <a:pt x="3809" y="243840"/>
                  </a:lnTo>
                  <a:lnTo>
                    <a:pt x="3809" y="240030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4" name="object 2104"/>
            <p:cNvSpPr/>
            <p:nvPr/>
          </p:nvSpPr>
          <p:spPr>
            <a:xfrm>
              <a:off x="6823710" y="5129530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09" h="243839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09" h="243839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09" h="243839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09" h="243839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09" h="243839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09" h="243839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09" h="243839">
                  <a:moveTo>
                    <a:pt x="3810" y="218452"/>
                  </a:moveTo>
                  <a:lnTo>
                    <a:pt x="0" y="21845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18452"/>
                  </a:lnTo>
                  <a:close/>
                </a:path>
                <a:path w="3809" h="243839">
                  <a:moveTo>
                    <a:pt x="3810" y="21602"/>
                  </a:moveTo>
                  <a:lnTo>
                    <a:pt x="0" y="21602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602"/>
                  </a:lnTo>
                  <a:close/>
                </a:path>
                <a:path w="3809" h="243839">
                  <a:moveTo>
                    <a:pt x="3810" y="16522"/>
                  </a:moveTo>
                  <a:lnTo>
                    <a:pt x="0" y="1652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6522"/>
                  </a:lnTo>
                  <a:close/>
                </a:path>
                <a:path w="3809" h="243839">
                  <a:moveTo>
                    <a:pt x="381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72"/>
                  </a:lnTo>
                  <a:close/>
                </a:path>
                <a:path w="3809" h="243839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09" h="243839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5" name="object 2105"/>
            <p:cNvSpPr/>
            <p:nvPr/>
          </p:nvSpPr>
          <p:spPr>
            <a:xfrm>
              <a:off x="6827520" y="5129530"/>
              <a:ext cx="2540" cy="245110"/>
            </a:xfrm>
            <a:custGeom>
              <a:avLst/>
              <a:gdLst/>
              <a:ahLst/>
              <a:cxnLst/>
              <a:rect l="l" t="t" r="r" b="b"/>
              <a:pathLst>
                <a:path w="2540" h="245110">
                  <a:moveTo>
                    <a:pt x="2540" y="243852"/>
                  </a:moveTo>
                  <a:lnTo>
                    <a:pt x="1270" y="243852"/>
                  </a:lnTo>
                  <a:lnTo>
                    <a:pt x="1270" y="245110"/>
                  </a:lnTo>
                  <a:lnTo>
                    <a:pt x="2540" y="245110"/>
                  </a:lnTo>
                  <a:lnTo>
                    <a:pt x="2540" y="243852"/>
                  </a:lnTo>
                  <a:close/>
                </a:path>
                <a:path w="2540" h="245110">
                  <a:moveTo>
                    <a:pt x="2540" y="21602"/>
                  </a:moveTo>
                  <a:lnTo>
                    <a:pt x="0" y="21602"/>
                  </a:lnTo>
                  <a:lnTo>
                    <a:pt x="0" y="218440"/>
                  </a:lnTo>
                  <a:lnTo>
                    <a:pt x="2540" y="218440"/>
                  </a:lnTo>
                  <a:lnTo>
                    <a:pt x="2540" y="21602"/>
                  </a:lnTo>
                  <a:close/>
                </a:path>
                <a:path w="2540" h="245110">
                  <a:moveTo>
                    <a:pt x="2540" y="16522"/>
                  </a:moveTo>
                  <a:lnTo>
                    <a:pt x="0" y="16522"/>
                  </a:lnTo>
                  <a:lnTo>
                    <a:pt x="0" y="21590"/>
                  </a:lnTo>
                  <a:lnTo>
                    <a:pt x="2540" y="21590"/>
                  </a:lnTo>
                  <a:lnTo>
                    <a:pt x="2540" y="16522"/>
                  </a:lnTo>
                  <a:close/>
                </a:path>
                <a:path w="2540" h="245110">
                  <a:moveTo>
                    <a:pt x="254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2540" y="16510"/>
                  </a:lnTo>
                  <a:lnTo>
                    <a:pt x="2540" y="10172"/>
                  </a:lnTo>
                  <a:close/>
                </a:path>
                <a:path w="2540" h="245110">
                  <a:moveTo>
                    <a:pt x="254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2540" y="10160"/>
                  </a:lnTo>
                  <a:lnTo>
                    <a:pt x="2540" y="3822"/>
                  </a:lnTo>
                  <a:close/>
                </a:path>
                <a:path w="2540" h="245110">
                  <a:moveTo>
                    <a:pt x="254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40" y="381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9EAD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6" name="object 2106"/>
            <p:cNvSpPr/>
            <p:nvPr/>
          </p:nvSpPr>
          <p:spPr>
            <a:xfrm>
              <a:off x="6830060" y="5129530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09" h="245110">
                  <a:moveTo>
                    <a:pt x="3810" y="243852"/>
                  </a:moveTo>
                  <a:lnTo>
                    <a:pt x="0" y="24385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3852"/>
                  </a:lnTo>
                  <a:close/>
                </a:path>
                <a:path w="3809" h="245110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09" h="245110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09" h="245110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09" h="245110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09" h="245110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09" h="245110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09" h="245110">
                  <a:moveTo>
                    <a:pt x="3810" y="218452"/>
                  </a:moveTo>
                  <a:lnTo>
                    <a:pt x="0" y="21845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18452"/>
                  </a:lnTo>
                  <a:close/>
                </a:path>
                <a:path w="3809" h="245110">
                  <a:moveTo>
                    <a:pt x="3810" y="21602"/>
                  </a:moveTo>
                  <a:lnTo>
                    <a:pt x="0" y="21602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602"/>
                  </a:lnTo>
                  <a:close/>
                </a:path>
                <a:path w="3809" h="245110">
                  <a:moveTo>
                    <a:pt x="3810" y="16522"/>
                  </a:moveTo>
                  <a:lnTo>
                    <a:pt x="0" y="1652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6522"/>
                  </a:lnTo>
                  <a:close/>
                </a:path>
                <a:path w="3809" h="245110">
                  <a:moveTo>
                    <a:pt x="381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72"/>
                  </a:lnTo>
                  <a:close/>
                </a:path>
                <a:path w="3809" h="245110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09" h="245110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CAB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7" name="object 2107"/>
            <p:cNvSpPr/>
            <p:nvPr/>
          </p:nvSpPr>
          <p:spPr>
            <a:xfrm>
              <a:off x="6833870" y="5129530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09" h="245110">
                  <a:moveTo>
                    <a:pt x="3810" y="243852"/>
                  </a:moveTo>
                  <a:lnTo>
                    <a:pt x="0" y="24385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3852"/>
                  </a:lnTo>
                  <a:close/>
                </a:path>
                <a:path w="3809" h="245110">
                  <a:moveTo>
                    <a:pt x="3810" y="21602"/>
                  </a:moveTo>
                  <a:lnTo>
                    <a:pt x="0" y="21602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602"/>
                  </a:lnTo>
                  <a:close/>
                </a:path>
                <a:path w="3809" h="245110">
                  <a:moveTo>
                    <a:pt x="3810" y="16522"/>
                  </a:moveTo>
                  <a:lnTo>
                    <a:pt x="0" y="1652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6522"/>
                  </a:lnTo>
                  <a:close/>
                </a:path>
                <a:path w="3809" h="245110">
                  <a:moveTo>
                    <a:pt x="381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72"/>
                  </a:lnTo>
                  <a:close/>
                </a:path>
                <a:path w="3809" h="245110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09" h="245110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9A8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8" name="object 2108"/>
            <p:cNvSpPr/>
            <p:nvPr/>
          </p:nvSpPr>
          <p:spPr>
            <a:xfrm>
              <a:off x="6837680" y="5128259"/>
              <a:ext cx="3810" cy="246379"/>
            </a:xfrm>
            <a:custGeom>
              <a:avLst/>
              <a:gdLst/>
              <a:ahLst/>
              <a:cxnLst/>
              <a:rect l="l" t="t" r="r" b="b"/>
              <a:pathLst>
                <a:path w="3809" h="246379">
                  <a:moveTo>
                    <a:pt x="3810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0" y="1269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09" h="246379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09" h="246379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09" h="246379">
                  <a:moveTo>
                    <a:pt x="3810" y="17780"/>
                  </a:moveTo>
                  <a:lnTo>
                    <a:pt x="0" y="1778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7780"/>
                  </a:lnTo>
                  <a:close/>
                </a:path>
                <a:path w="3809" h="246379">
                  <a:moveTo>
                    <a:pt x="3810" y="22860"/>
                  </a:moveTo>
                  <a:lnTo>
                    <a:pt x="0" y="22860"/>
                  </a:lnTo>
                  <a:lnTo>
                    <a:pt x="0" y="219709"/>
                  </a:lnTo>
                  <a:lnTo>
                    <a:pt x="3810" y="219709"/>
                  </a:lnTo>
                  <a:lnTo>
                    <a:pt x="3810" y="22860"/>
                  </a:lnTo>
                  <a:close/>
                </a:path>
                <a:path w="3809" h="246379">
                  <a:moveTo>
                    <a:pt x="3810" y="219709"/>
                  </a:moveTo>
                  <a:lnTo>
                    <a:pt x="0" y="219709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19709"/>
                  </a:lnTo>
                  <a:close/>
                </a:path>
                <a:path w="3809" h="246379">
                  <a:moveTo>
                    <a:pt x="3810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6059"/>
                  </a:lnTo>
                  <a:close/>
                </a:path>
                <a:path w="3809" h="246379">
                  <a:moveTo>
                    <a:pt x="3810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8600"/>
                  </a:lnTo>
                  <a:close/>
                </a:path>
                <a:path w="3809" h="246379">
                  <a:moveTo>
                    <a:pt x="3810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3810" y="234949"/>
                  </a:lnTo>
                  <a:lnTo>
                    <a:pt x="3810" y="232409"/>
                  </a:lnTo>
                  <a:close/>
                </a:path>
                <a:path w="3809" h="246379">
                  <a:moveTo>
                    <a:pt x="3810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3810" y="238759"/>
                  </a:lnTo>
                  <a:lnTo>
                    <a:pt x="3810" y="234950"/>
                  </a:lnTo>
                  <a:close/>
                </a:path>
                <a:path w="3809" h="246379">
                  <a:moveTo>
                    <a:pt x="3810" y="238759"/>
                  </a:moveTo>
                  <a:lnTo>
                    <a:pt x="0" y="238759"/>
                  </a:lnTo>
                  <a:lnTo>
                    <a:pt x="0" y="241299"/>
                  </a:lnTo>
                  <a:lnTo>
                    <a:pt x="3810" y="241299"/>
                  </a:lnTo>
                  <a:lnTo>
                    <a:pt x="3810" y="238759"/>
                  </a:lnTo>
                  <a:close/>
                </a:path>
                <a:path w="3809" h="246379">
                  <a:moveTo>
                    <a:pt x="3810" y="241300"/>
                  </a:moveTo>
                  <a:lnTo>
                    <a:pt x="0" y="241300"/>
                  </a:lnTo>
                  <a:lnTo>
                    <a:pt x="0" y="245109"/>
                  </a:lnTo>
                  <a:lnTo>
                    <a:pt x="3810" y="245109"/>
                  </a:lnTo>
                  <a:lnTo>
                    <a:pt x="3810" y="241300"/>
                  </a:lnTo>
                  <a:close/>
                </a:path>
                <a:path w="3809" h="246379">
                  <a:moveTo>
                    <a:pt x="3810" y="245109"/>
                  </a:moveTo>
                  <a:lnTo>
                    <a:pt x="0" y="245109"/>
                  </a:lnTo>
                  <a:lnTo>
                    <a:pt x="0" y="246379"/>
                  </a:lnTo>
                  <a:lnTo>
                    <a:pt x="3810" y="246379"/>
                  </a:lnTo>
                  <a:lnTo>
                    <a:pt x="3810" y="245109"/>
                  </a:lnTo>
                  <a:close/>
                </a:path>
              </a:pathLst>
            </a:custGeom>
            <a:solidFill>
              <a:srgbClr val="96A6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9" name="object 2109"/>
            <p:cNvSpPr/>
            <p:nvPr/>
          </p:nvSpPr>
          <p:spPr>
            <a:xfrm>
              <a:off x="6841490" y="5128259"/>
              <a:ext cx="3810" cy="246379"/>
            </a:xfrm>
            <a:custGeom>
              <a:avLst/>
              <a:gdLst/>
              <a:ahLst/>
              <a:cxnLst/>
              <a:rect l="l" t="t" r="r" b="b"/>
              <a:pathLst>
                <a:path w="3809" h="246379">
                  <a:moveTo>
                    <a:pt x="3810" y="245122"/>
                  </a:moveTo>
                  <a:lnTo>
                    <a:pt x="0" y="24512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5122"/>
                  </a:lnTo>
                  <a:close/>
                </a:path>
                <a:path w="3809" h="246379">
                  <a:moveTo>
                    <a:pt x="3810" y="241312"/>
                  </a:moveTo>
                  <a:lnTo>
                    <a:pt x="0" y="24131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1312"/>
                  </a:lnTo>
                  <a:close/>
                </a:path>
                <a:path w="3809" h="246379">
                  <a:moveTo>
                    <a:pt x="3810" y="238772"/>
                  </a:moveTo>
                  <a:lnTo>
                    <a:pt x="0" y="23877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8772"/>
                  </a:lnTo>
                  <a:close/>
                </a:path>
                <a:path w="3809" h="246379">
                  <a:moveTo>
                    <a:pt x="3810" y="234962"/>
                  </a:moveTo>
                  <a:lnTo>
                    <a:pt x="0" y="23496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4962"/>
                  </a:lnTo>
                  <a:close/>
                </a:path>
                <a:path w="3809" h="246379">
                  <a:moveTo>
                    <a:pt x="38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2422"/>
                  </a:lnTo>
                  <a:close/>
                </a:path>
                <a:path w="3809" h="246379">
                  <a:moveTo>
                    <a:pt x="3810" y="228612"/>
                  </a:moveTo>
                  <a:lnTo>
                    <a:pt x="0" y="22861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8612"/>
                  </a:lnTo>
                  <a:close/>
                </a:path>
                <a:path w="3809" h="246379">
                  <a:moveTo>
                    <a:pt x="3810" y="226072"/>
                  </a:moveTo>
                  <a:lnTo>
                    <a:pt x="0" y="22607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6072"/>
                  </a:lnTo>
                  <a:close/>
                </a:path>
                <a:path w="3809" h="246379">
                  <a:moveTo>
                    <a:pt x="3810" y="219722"/>
                  </a:moveTo>
                  <a:lnTo>
                    <a:pt x="0" y="21972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19722"/>
                  </a:lnTo>
                  <a:close/>
                </a:path>
                <a:path w="3809" h="246379">
                  <a:moveTo>
                    <a:pt x="3810" y="22872"/>
                  </a:moveTo>
                  <a:lnTo>
                    <a:pt x="0" y="2287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2872"/>
                  </a:lnTo>
                  <a:close/>
                </a:path>
                <a:path w="3809" h="246379">
                  <a:moveTo>
                    <a:pt x="3810" y="17792"/>
                  </a:moveTo>
                  <a:lnTo>
                    <a:pt x="0" y="1779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7792"/>
                  </a:lnTo>
                  <a:close/>
                </a:path>
                <a:path w="3809" h="24637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09" h="24637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09" h="24637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0" name="object 2110"/>
            <p:cNvSpPr/>
            <p:nvPr/>
          </p:nvSpPr>
          <p:spPr>
            <a:xfrm>
              <a:off x="6845300" y="5126989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09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0" y="126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0"/>
                  </a:lnTo>
                  <a:close/>
                </a:path>
                <a:path w="3809" h="248920">
                  <a:moveTo>
                    <a:pt x="380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6349"/>
                  </a:lnTo>
                  <a:close/>
                </a:path>
                <a:path w="3809" h="248920">
                  <a:moveTo>
                    <a:pt x="380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2699"/>
                  </a:lnTo>
                  <a:close/>
                </a:path>
                <a:path w="3809" h="248920">
                  <a:moveTo>
                    <a:pt x="3809" y="19049"/>
                  </a:moveTo>
                  <a:lnTo>
                    <a:pt x="0" y="19049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19049"/>
                  </a:lnTo>
                  <a:close/>
                </a:path>
                <a:path w="3809" h="248920">
                  <a:moveTo>
                    <a:pt x="3809" y="24129"/>
                  </a:moveTo>
                  <a:lnTo>
                    <a:pt x="0" y="24129"/>
                  </a:lnTo>
                  <a:lnTo>
                    <a:pt x="0" y="220979"/>
                  </a:lnTo>
                  <a:lnTo>
                    <a:pt x="3809" y="220979"/>
                  </a:lnTo>
                  <a:lnTo>
                    <a:pt x="3809" y="24129"/>
                  </a:lnTo>
                  <a:close/>
                </a:path>
                <a:path w="3809" h="248920">
                  <a:moveTo>
                    <a:pt x="3809" y="220979"/>
                  </a:moveTo>
                  <a:lnTo>
                    <a:pt x="0" y="220979"/>
                  </a:lnTo>
                  <a:lnTo>
                    <a:pt x="0" y="227329"/>
                  </a:lnTo>
                  <a:lnTo>
                    <a:pt x="3809" y="227329"/>
                  </a:lnTo>
                  <a:lnTo>
                    <a:pt x="3809" y="220979"/>
                  </a:lnTo>
                  <a:close/>
                </a:path>
                <a:path w="3809" h="248920">
                  <a:moveTo>
                    <a:pt x="3809" y="227329"/>
                  </a:moveTo>
                  <a:lnTo>
                    <a:pt x="0" y="227329"/>
                  </a:lnTo>
                  <a:lnTo>
                    <a:pt x="0" y="229869"/>
                  </a:lnTo>
                  <a:lnTo>
                    <a:pt x="3809" y="229869"/>
                  </a:lnTo>
                  <a:lnTo>
                    <a:pt x="3809" y="227329"/>
                  </a:lnTo>
                  <a:close/>
                </a:path>
                <a:path w="3809" h="248920">
                  <a:moveTo>
                    <a:pt x="3809" y="229869"/>
                  </a:moveTo>
                  <a:lnTo>
                    <a:pt x="0" y="229869"/>
                  </a:lnTo>
                  <a:lnTo>
                    <a:pt x="0" y="233679"/>
                  </a:lnTo>
                  <a:lnTo>
                    <a:pt x="3809" y="233679"/>
                  </a:lnTo>
                  <a:lnTo>
                    <a:pt x="3809" y="229869"/>
                  </a:lnTo>
                  <a:close/>
                </a:path>
                <a:path w="3809" h="248920">
                  <a:moveTo>
                    <a:pt x="3809" y="233679"/>
                  </a:moveTo>
                  <a:lnTo>
                    <a:pt x="0" y="233679"/>
                  </a:lnTo>
                  <a:lnTo>
                    <a:pt x="0" y="236219"/>
                  </a:lnTo>
                  <a:lnTo>
                    <a:pt x="3809" y="236219"/>
                  </a:lnTo>
                  <a:lnTo>
                    <a:pt x="3809" y="233679"/>
                  </a:lnTo>
                  <a:close/>
                </a:path>
                <a:path w="3809" h="248920">
                  <a:moveTo>
                    <a:pt x="3809" y="236219"/>
                  </a:moveTo>
                  <a:lnTo>
                    <a:pt x="0" y="236219"/>
                  </a:lnTo>
                  <a:lnTo>
                    <a:pt x="0" y="240029"/>
                  </a:lnTo>
                  <a:lnTo>
                    <a:pt x="3809" y="240029"/>
                  </a:lnTo>
                  <a:lnTo>
                    <a:pt x="3809" y="236219"/>
                  </a:lnTo>
                  <a:close/>
                </a:path>
                <a:path w="3809" h="248920">
                  <a:moveTo>
                    <a:pt x="3809" y="240029"/>
                  </a:moveTo>
                  <a:lnTo>
                    <a:pt x="0" y="240029"/>
                  </a:lnTo>
                  <a:lnTo>
                    <a:pt x="0" y="242569"/>
                  </a:lnTo>
                  <a:lnTo>
                    <a:pt x="3809" y="242569"/>
                  </a:lnTo>
                  <a:lnTo>
                    <a:pt x="3809" y="240029"/>
                  </a:lnTo>
                  <a:close/>
                </a:path>
                <a:path w="3809" h="248920">
                  <a:moveTo>
                    <a:pt x="3809" y="242569"/>
                  </a:moveTo>
                  <a:lnTo>
                    <a:pt x="0" y="242569"/>
                  </a:lnTo>
                  <a:lnTo>
                    <a:pt x="0" y="246379"/>
                  </a:lnTo>
                  <a:lnTo>
                    <a:pt x="3809" y="246379"/>
                  </a:lnTo>
                  <a:lnTo>
                    <a:pt x="3809" y="242569"/>
                  </a:lnTo>
                  <a:close/>
                </a:path>
                <a:path w="3809" h="248920">
                  <a:moveTo>
                    <a:pt x="3809" y="246379"/>
                  </a:moveTo>
                  <a:lnTo>
                    <a:pt x="0" y="246379"/>
                  </a:lnTo>
                  <a:lnTo>
                    <a:pt x="0" y="247649"/>
                  </a:lnTo>
                  <a:lnTo>
                    <a:pt x="1270" y="247649"/>
                  </a:lnTo>
                  <a:lnTo>
                    <a:pt x="1270" y="248919"/>
                  </a:lnTo>
                  <a:lnTo>
                    <a:pt x="3809" y="248919"/>
                  </a:lnTo>
                  <a:lnTo>
                    <a:pt x="3809" y="246379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1" name="object 2111"/>
            <p:cNvSpPr/>
            <p:nvPr/>
          </p:nvSpPr>
          <p:spPr>
            <a:xfrm>
              <a:off x="6849110" y="5127002"/>
              <a:ext cx="2540" cy="248920"/>
            </a:xfrm>
            <a:custGeom>
              <a:avLst/>
              <a:gdLst/>
              <a:ahLst/>
              <a:cxnLst/>
              <a:rect l="l" t="t" r="r" b="b"/>
              <a:pathLst>
                <a:path w="2540" h="248920">
                  <a:moveTo>
                    <a:pt x="2540" y="246380"/>
                  </a:moveTo>
                  <a:lnTo>
                    <a:pt x="0" y="246380"/>
                  </a:lnTo>
                  <a:lnTo>
                    <a:pt x="0" y="248907"/>
                  </a:lnTo>
                  <a:lnTo>
                    <a:pt x="2540" y="248907"/>
                  </a:lnTo>
                  <a:lnTo>
                    <a:pt x="2540" y="246380"/>
                  </a:lnTo>
                  <a:close/>
                </a:path>
                <a:path w="2540" h="248920">
                  <a:moveTo>
                    <a:pt x="2540" y="242570"/>
                  </a:moveTo>
                  <a:lnTo>
                    <a:pt x="0" y="242570"/>
                  </a:lnTo>
                  <a:lnTo>
                    <a:pt x="0" y="246367"/>
                  </a:lnTo>
                  <a:lnTo>
                    <a:pt x="2540" y="246367"/>
                  </a:lnTo>
                  <a:lnTo>
                    <a:pt x="2540" y="242570"/>
                  </a:lnTo>
                  <a:close/>
                </a:path>
                <a:path w="2540" h="248920">
                  <a:moveTo>
                    <a:pt x="2540" y="240030"/>
                  </a:moveTo>
                  <a:lnTo>
                    <a:pt x="0" y="240030"/>
                  </a:lnTo>
                  <a:lnTo>
                    <a:pt x="0" y="242557"/>
                  </a:lnTo>
                  <a:lnTo>
                    <a:pt x="2540" y="242557"/>
                  </a:lnTo>
                  <a:lnTo>
                    <a:pt x="2540" y="240030"/>
                  </a:lnTo>
                  <a:close/>
                </a:path>
                <a:path w="2540" h="248920">
                  <a:moveTo>
                    <a:pt x="2540" y="236220"/>
                  </a:moveTo>
                  <a:lnTo>
                    <a:pt x="0" y="236220"/>
                  </a:lnTo>
                  <a:lnTo>
                    <a:pt x="0" y="240017"/>
                  </a:lnTo>
                  <a:lnTo>
                    <a:pt x="2540" y="240017"/>
                  </a:lnTo>
                  <a:lnTo>
                    <a:pt x="2540" y="236220"/>
                  </a:lnTo>
                  <a:close/>
                </a:path>
                <a:path w="2540" h="248920">
                  <a:moveTo>
                    <a:pt x="2540" y="233680"/>
                  </a:moveTo>
                  <a:lnTo>
                    <a:pt x="0" y="233680"/>
                  </a:lnTo>
                  <a:lnTo>
                    <a:pt x="0" y="236207"/>
                  </a:lnTo>
                  <a:lnTo>
                    <a:pt x="2540" y="236207"/>
                  </a:lnTo>
                  <a:lnTo>
                    <a:pt x="2540" y="233680"/>
                  </a:lnTo>
                  <a:close/>
                </a:path>
                <a:path w="2540" h="248920">
                  <a:moveTo>
                    <a:pt x="2540" y="229870"/>
                  </a:moveTo>
                  <a:lnTo>
                    <a:pt x="0" y="229870"/>
                  </a:lnTo>
                  <a:lnTo>
                    <a:pt x="0" y="233667"/>
                  </a:lnTo>
                  <a:lnTo>
                    <a:pt x="2540" y="233667"/>
                  </a:lnTo>
                  <a:lnTo>
                    <a:pt x="2540" y="229870"/>
                  </a:lnTo>
                  <a:close/>
                </a:path>
                <a:path w="2540" h="248920">
                  <a:moveTo>
                    <a:pt x="2540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2540" y="229857"/>
                  </a:lnTo>
                  <a:lnTo>
                    <a:pt x="2540" y="227330"/>
                  </a:lnTo>
                  <a:close/>
                </a:path>
                <a:path w="2540" h="248920">
                  <a:moveTo>
                    <a:pt x="2540" y="220980"/>
                  </a:moveTo>
                  <a:lnTo>
                    <a:pt x="0" y="220980"/>
                  </a:lnTo>
                  <a:lnTo>
                    <a:pt x="0" y="227317"/>
                  </a:lnTo>
                  <a:lnTo>
                    <a:pt x="2540" y="227317"/>
                  </a:lnTo>
                  <a:lnTo>
                    <a:pt x="2540" y="220980"/>
                  </a:lnTo>
                  <a:close/>
                </a:path>
                <a:path w="2540" h="248920">
                  <a:moveTo>
                    <a:pt x="2540" y="24130"/>
                  </a:moveTo>
                  <a:lnTo>
                    <a:pt x="0" y="24130"/>
                  </a:lnTo>
                  <a:lnTo>
                    <a:pt x="0" y="220967"/>
                  </a:lnTo>
                  <a:lnTo>
                    <a:pt x="2540" y="220967"/>
                  </a:lnTo>
                  <a:lnTo>
                    <a:pt x="2540" y="24130"/>
                  </a:lnTo>
                  <a:close/>
                </a:path>
                <a:path w="2540" h="248920">
                  <a:moveTo>
                    <a:pt x="254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2540" y="24117"/>
                  </a:lnTo>
                  <a:lnTo>
                    <a:pt x="2540" y="19050"/>
                  </a:lnTo>
                  <a:close/>
                </a:path>
                <a:path w="2540" h="248920">
                  <a:moveTo>
                    <a:pt x="254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2540" y="19037"/>
                  </a:lnTo>
                  <a:lnTo>
                    <a:pt x="2540" y="12700"/>
                  </a:lnTo>
                  <a:close/>
                </a:path>
                <a:path w="2540" h="248920">
                  <a:moveTo>
                    <a:pt x="254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6350"/>
                  </a:lnTo>
                  <a:close/>
                </a:path>
                <a:path w="2540" h="248920">
                  <a:moveTo>
                    <a:pt x="254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8E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2" name="object 2112"/>
            <p:cNvSpPr/>
            <p:nvPr/>
          </p:nvSpPr>
          <p:spPr>
            <a:xfrm>
              <a:off x="6851650" y="5127002"/>
              <a:ext cx="5080" cy="220979"/>
            </a:xfrm>
            <a:custGeom>
              <a:avLst/>
              <a:gdLst/>
              <a:ahLst/>
              <a:cxnLst/>
              <a:rect l="l" t="t" r="r" b="b"/>
              <a:pathLst>
                <a:path w="5079" h="220979">
                  <a:moveTo>
                    <a:pt x="5080" y="24130"/>
                  </a:moveTo>
                  <a:lnTo>
                    <a:pt x="0" y="24130"/>
                  </a:lnTo>
                  <a:lnTo>
                    <a:pt x="0" y="220967"/>
                  </a:lnTo>
                  <a:lnTo>
                    <a:pt x="5080" y="220967"/>
                  </a:lnTo>
                  <a:lnTo>
                    <a:pt x="5080" y="24130"/>
                  </a:lnTo>
                  <a:close/>
                </a:path>
                <a:path w="5079" h="220979">
                  <a:moveTo>
                    <a:pt x="508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5080" y="24117"/>
                  </a:lnTo>
                  <a:lnTo>
                    <a:pt x="5080" y="19050"/>
                  </a:lnTo>
                  <a:close/>
                </a:path>
                <a:path w="5079" h="220979">
                  <a:moveTo>
                    <a:pt x="508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5080" y="19037"/>
                  </a:lnTo>
                  <a:lnTo>
                    <a:pt x="5080" y="12700"/>
                  </a:lnTo>
                  <a:close/>
                </a:path>
                <a:path w="5079" h="220979">
                  <a:moveTo>
                    <a:pt x="508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5080" y="12687"/>
                  </a:lnTo>
                  <a:lnTo>
                    <a:pt x="5080" y="6350"/>
                  </a:lnTo>
                  <a:close/>
                </a:path>
                <a:path w="5079" h="220979">
                  <a:moveTo>
                    <a:pt x="508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5080" y="6337"/>
                  </a:lnTo>
                  <a:lnTo>
                    <a:pt x="5080" y="0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3" name="object 2113"/>
            <p:cNvSpPr/>
            <p:nvPr/>
          </p:nvSpPr>
          <p:spPr>
            <a:xfrm>
              <a:off x="6856730" y="5127002"/>
              <a:ext cx="2540" cy="248920"/>
            </a:xfrm>
            <a:custGeom>
              <a:avLst/>
              <a:gdLst/>
              <a:ahLst/>
              <a:cxnLst/>
              <a:rect l="l" t="t" r="r" b="b"/>
              <a:pathLst>
                <a:path w="2540" h="248920">
                  <a:moveTo>
                    <a:pt x="2540" y="246380"/>
                  </a:moveTo>
                  <a:lnTo>
                    <a:pt x="0" y="246380"/>
                  </a:lnTo>
                  <a:lnTo>
                    <a:pt x="0" y="248907"/>
                  </a:lnTo>
                  <a:lnTo>
                    <a:pt x="2540" y="248907"/>
                  </a:lnTo>
                  <a:lnTo>
                    <a:pt x="2540" y="246380"/>
                  </a:lnTo>
                  <a:close/>
                </a:path>
                <a:path w="2540" h="248920">
                  <a:moveTo>
                    <a:pt x="2540" y="242570"/>
                  </a:moveTo>
                  <a:lnTo>
                    <a:pt x="0" y="242570"/>
                  </a:lnTo>
                  <a:lnTo>
                    <a:pt x="0" y="246367"/>
                  </a:lnTo>
                  <a:lnTo>
                    <a:pt x="2540" y="246367"/>
                  </a:lnTo>
                  <a:lnTo>
                    <a:pt x="2540" y="242570"/>
                  </a:lnTo>
                  <a:close/>
                </a:path>
                <a:path w="2540" h="248920">
                  <a:moveTo>
                    <a:pt x="2540" y="240030"/>
                  </a:moveTo>
                  <a:lnTo>
                    <a:pt x="0" y="240030"/>
                  </a:lnTo>
                  <a:lnTo>
                    <a:pt x="0" y="242557"/>
                  </a:lnTo>
                  <a:lnTo>
                    <a:pt x="2540" y="242557"/>
                  </a:lnTo>
                  <a:lnTo>
                    <a:pt x="2540" y="240030"/>
                  </a:lnTo>
                  <a:close/>
                </a:path>
                <a:path w="2540" h="248920">
                  <a:moveTo>
                    <a:pt x="2540" y="236220"/>
                  </a:moveTo>
                  <a:lnTo>
                    <a:pt x="0" y="236220"/>
                  </a:lnTo>
                  <a:lnTo>
                    <a:pt x="0" y="240017"/>
                  </a:lnTo>
                  <a:lnTo>
                    <a:pt x="2540" y="240017"/>
                  </a:lnTo>
                  <a:lnTo>
                    <a:pt x="2540" y="236220"/>
                  </a:lnTo>
                  <a:close/>
                </a:path>
                <a:path w="2540" h="248920">
                  <a:moveTo>
                    <a:pt x="2540" y="233680"/>
                  </a:moveTo>
                  <a:lnTo>
                    <a:pt x="0" y="233680"/>
                  </a:lnTo>
                  <a:lnTo>
                    <a:pt x="0" y="236207"/>
                  </a:lnTo>
                  <a:lnTo>
                    <a:pt x="2540" y="236207"/>
                  </a:lnTo>
                  <a:lnTo>
                    <a:pt x="2540" y="233680"/>
                  </a:lnTo>
                  <a:close/>
                </a:path>
                <a:path w="2540" h="248920">
                  <a:moveTo>
                    <a:pt x="2540" y="229870"/>
                  </a:moveTo>
                  <a:lnTo>
                    <a:pt x="0" y="229870"/>
                  </a:lnTo>
                  <a:lnTo>
                    <a:pt x="0" y="233667"/>
                  </a:lnTo>
                  <a:lnTo>
                    <a:pt x="2540" y="233667"/>
                  </a:lnTo>
                  <a:lnTo>
                    <a:pt x="2540" y="229870"/>
                  </a:lnTo>
                  <a:close/>
                </a:path>
                <a:path w="2540" h="248920">
                  <a:moveTo>
                    <a:pt x="2540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2540" y="229857"/>
                  </a:lnTo>
                  <a:lnTo>
                    <a:pt x="2540" y="227330"/>
                  </a:lnTo>
                  <a:close/>
                </a:path>
                <a:path w="2540" h="248920">
                  <a:moveTo>
                    <a:pt x="2540" y="220980"/>
                  </a:moveTo>
                  <a:lnTo>
                    <a:pt x="0" y="220980"/>
                  </a:lnTo>
                  <a:lnTo>
                    <a:pt x="0" y="227317"/>
                  </a:lnTo>
                  <a:lnTo>
                    <a:pt x="2540" y="227317"/>
                  </a:lnTo>
                  <a:lnTo>
                    <a:pt x="2540" y="220980"/>
                  </a:lnTo>
                  <a:close/>
                </a:path>
                <a:path w="2540" h="248920">
                  <a:moveTo>
                    <a:pt x="2540" y="24130"/>
                  </a:moveTo>
                  <a:lnTo>
                    <a:pt x="0" y="24130"/>
                  </a:lnTo>
                  <a:lnTo>
                    <a:pt x="0" y="220967"/>
                  </a:lnTo>
                  <a:lnTo>
                    <a:pt x="2540" y="220967"/>
                  </a:lnTo>
                  <a:lnTo>
                    <a:pt x="2540" y="24130"/>
                  </a:lnTo>
                  <a:close/>
                </a:path>
                <a:path w="2540" h="248920">
                  <a:moveTo>
                    <a:pt x="254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2540" y="24117"/>
                  </a:lnTo>
                  <a:lnTo>
                    <a:pt x="2540" y="19050"/>
                  </a:lnTo>
                  <a:close/>
                </a:path>
                <a:path w="2540" h="248920">
                  <a:moveTo>
                    <a:pt x="254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2540" y="19037"/>
                  </a:lnTo>
                  <a:lnTo>
                    <a:pt x="2540" y="12700"/>
                  </a:lnTo>
                  <a:close/>
                </a:path>
                <a:path w="2540" h="248920">
                  <a:moveTo>
                    <a:pt x="254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6350"/>
                  </a:lnTo>
                  <a:close/>
                </a:path>
                <a:path w="2540" h="248920">
                  <a:moveTo>
                    <a:pt x="254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4" name="object 2114"/>
            <p:cNvSpPr/>
            <p:nvPr/>
          </p:nvSpPr>
          <p:spPr>
            <a:xfrm>
              <a:off x="6859270" y="5127002"/>
              <a:ext cx="3810" cy="220979"/>
            </a:xfrm>
            <a:custGeom>
              <a:avLst/>
              <a:gdLst/>
              <a:ahLst/>
              <a:cxnLst/>
              <a:rect l="l" t="t" r="r" b="b"/>
              <a:pathLst>
                <a:path w="3809" h="220979">
                  <a:moveTo>
                    <a:pt x="3810" y="24130"/>
                  </a:moveTo>
                  <a:lnTo>
                    <a:pt x="0" y="2413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24130"/>
                  </a:lnTo>
                  <a:close/>
                </a:path>
                <a:path w="3809" h="220979">
                  <a:moveTo>
                    <a:pt x="381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3810" y="24117"/>
                  </a:lnTo>
                  <a:lnTo>
                    <a:pt x="3810" y="19050"/>
                  </a:lnTo>
                  <a:close/>
                </a:path>
                <a:path w="3809" h="220979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09" h="220979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09" h="220979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799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5" name="object 2115"/>
            <p:cNvSpPr/>
            <p:nvPr/>
          </p:nvSpPr>
          <p:spPr>
            <a:xfrm>
              <a:off x="6863080" y="5127002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6380"/>
                  </a:moveTo>
                  <a:lnTo>
                    <a:pt x="0" y="246380"/>
                  </a:lnTo>
                  <a:lnTo>
                    <a:pt x="0" y="248907"/>
                  </a:lnTo>
                  <a:lnTo>
                    <a:pt x="3810" y="248907"/>
                  </a:lnTo>
                  <a:lnTo>
                    <a:pt x="3810" y="246380"/>
                  </a:lnTo>
                  <a:close/>
                </a:path>
                <a:path w="3809" h="248920">
                  <a:moveTo>
                    <a:pt x="3810" y="242570"/>
                  </a:moveTo>
                  <a:lnTo>
                    <a:pt x="0" y="242570"/>
                  </a:lnTo>
                  <a:lnTo>
                    <a:pt x="0" y="246367"/>
                  </a:lnTo>
                  <a:lnTo>
                    <a:pt x="3810" y="246367"/>
                  </a:lnTo>
                  <a:lnTo>
                    <a:pt x="3810" y="242570"/>
                  </a:lnTo>
                  <a:close/>
                </a:path>
                <a:path w="3809" h="248920">
                  <a:moveTo>
                    <a:pt x="3810" y="240030"/>
                  </a:moveTo>
                  <a:lnTo>
                    <a:pt x="0" y="240030"/>
                  </a:lnTo>
                  <a:lnTo>
                    <a:pt x="0" y="242557"/>
                  </a:lnTo>
                  <a:lnTo>
                    <a:pt x="3810" y="242557"/>
                  </a:lnTo>
                  <a:lnTo>
                    <a:pt x="3810" y="240030"/>
                  </a:lnTo>
                  <a:close/>
                </a:path>
                <a:path w="3809" h="248920">
                  <a:moveTo>
                    <a:pt x="3810" y="236220"/>
                  </a:moveTo>
                  <a:lnTo>
                    <a:pt x="0" y="236220"/>
                  </a:lnTo>
                  <a:lnTo>
                    <a:pt x="0" y="240017"/>
                  </a:lnTo>
                  <a:lnTo>
                    <a:pt x="3810" y="240017"/>
                  </a:lnTo>
                  <a:lnTo>
                    <a:pt x="3810" y="236220"/>
                  </a:lnTo>
                  <a:close/>
                </a:path>
                <a:path w="3809" h="248920">
                  <a:moveTo>
                    <a:pt x="3810" y="233680"/>
                  </a:moveTo>
                  <a:lnTo>
                    <a:pt x="0" y="233680"/>
                  </a:lnTo>
                  <a:lnTo>
                    <a:pt x="0" y="236207"/>
                  </a:lnTo>
                  <a:lnTo>
                    <a:pt x="3810" y="236207"/>
                  </a:lnTo>
                  <a:lnTo>
                    <a:pt x="3810" y="233680"/>
                  </a:lnTo>
                  <a:close/>
                </a:path>
                <a:path w="3809" h="248920">
                  <a:moveTo>
                    <a:pt x="3810" y="229870"/>
                  </a:moveTo>
                  <a:lnTo>
                    <a:pt x="0" y="229870"/>
                  </a:lnTo>
                  <a:lnTo>
                    <a:pt x="0" y="233667"/>
                  </a:lnTo>
                  <a:lnTo>
                    <a:pt x="3810" y="233667"/>
                  </a:lnTo>
                  <a:lnTo>
                    <a:pt x="3810" y="229870"/>
                  </a:lnTo>
                  <a:close/>
                </a:path>
                <a:path w="3809" h="248920">
                  <a:moveTo>
                    <a:pt x="3810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3810" y="229857"/>
                  </a:lnTo>
                  <a:lnTo>
                    <a:pt x="3810" y="227330"/>
                  </a:lnTo>
                  <a:close/>
                </a:path>
                <a:path w="3809" h="248920">
                  <a:moveTo>
                    <a:pt x="3810" y="220980"/>
                  </a:moveTo>
                  <a:lnTo>
                    <a:pt x="0" y="220980"/>
                  </a:lnTo>
                  <a:lnTo>
                    <a:pt x="0" y="227317"/>
                  </a:lnTo>
                  <a:lnTo>
                    <a:pt x="3810" y="227317"/>
                  </a:lnTo>
                  <a:lnTo>
                    <a:pt x="3810" y="220980"/>
                  </a:lnTo>
                  <a:close/>
                </a:path>
                <a:path w="3809" h="248920">
                  <a:moveTo>
                    <a:pt x="3810" y="24130"/>
                  </a:moveTo>
                  <a:lnTo>
                    <a:pt x="0" y="2413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24130"/>
                  </a:lnTo>
                  <a:close/>
                </a:path>
                <a:path w="3809" h="248920">
                  <a:moveTo>
                    <a:pt x="381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3810" y="24117"/>
                  </a:lnTo>
                  <a:lnTo>
                    <a:pt x="3810" y="19050"/>
                  </a:lnTo>
                  <a:close/>
                </a:path>
                <a:path w="3809" h="248920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09" h="2489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496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6" name="object 2116"/>
            <p:cNvSpPr/>
            <p:nvPr/>
          </p:nvSpPr>
          <p:spPr>
            <a:xfrm>
              <a:off x="6866890" y="5127002"/>
              <a:ext cx="3810" cy="220979"/>
            </a:xfrm>
            <a:custGeom>
              <a:avLst/>
              <a:gdLst/>
              <a:ahLst/>
              <a:cxnLst/>
              <a:rect l="l" t="t" r="r" b="b"/>
              <a:pathLst>
                <a:path w="3809" h="220979">
                  <a:moveTo>
                    <a:pt x="3810" y="24130"/>
                  </a:moveTo>
                  <a:lnTo>
                    <a:pt x="0" y="2413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24130"/>
                  </a:lnTo>
                  <a:close/>
                </a:path>
                <a:path w="3809" h="220979">
                  <a:moveTo>
                    <a:pt x="381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3810" y="24117"/>
                  </a:lnTo>
                  <a:lnTo>
                    <a:pt x="3810" y="19050"/>
                  </a:lnTo>
                  <a:close/>
                </a:path>
                <a:path w="3809" h="220979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09" h="220979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09" h="220979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19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7" name="object 2117"/>
            <p:cNvSpPr/>
            <p:nvPr/>
          </p:nvSpPr>
          <p:spPr>
            <a:xfrm>
              <a:off x="6870700" y="51257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202"/>
                  </a:moveTo>
                  <a:lnTo>
                    <a:pt x="2540" y="250202"/>
                  </a:lnTo>
                  <a:lnTo>
                    <a:pt x="254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09" h="251460">
                  <a:moveTo>
                    <a:pt x="381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7662"/>
                  </a:lnTo>
                  <a:close/>
                </a:path>
                <a:path w="3809" h="251460">
                  <a:moveTo>
                    <a:pt x="381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3852"/>
                  </a:lnTo>
                  <a:close/>
                </a:path>
                <a:path w="3809" h="251460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09" h="251460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09" h="251460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09" h="25146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09" h="25146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09" h="251460">
                  <a:moveTo>
                    <a:pt x="3810" y="222262"/>
                  </a:moveTo>
                  <a:lnTo>
                    <a:pt x="0" y="22226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2262"/>
                  </a:lnTo>
                  <a:close/>
                </a:path>
                <a:path w="3809" h="251460">
                  <a:moveTo>
                    <a:pt x="3810" y="25412"/>
                  </a:moveTo>
                  <a:lnTo>
                    <a:pt x="0" y="2541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5412"/>
                  </a:lnTo>
                  <a:close/>
                </a:path>
                <a:path w="3809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0332"/>
                  </a:lnTo>
                  <a:close/>
                </a:path>
                <a:path w="3809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09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F92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8" name="object 2118"/>
            <p:cNvSpPr/>
            <p:nvPr/>
          </p:nvSpPr>
          <p:spPr>
            <a:xfrm>
              <a:off x="6874510" y="51257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09" h="251460">
                  <a:moveTo>
                    <a:pt x="3810" y="25412"/>
                  </a:moveTo>
                  <a:lnTo>
                    <a:pt x="0" y="2541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5412"/>
                  </a:lnTo>
                  <a:close/>
                </a:path>
                <a:path w="3809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0332"/>
                  </a:lnTo>
                  <a:close/>
                </a:path>
                <a:path w="3809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09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9" name="object 2119"/>
            <p:cNvSpPr/>
            <p:nvPr/>
          </p:nvSpPr>
          <p:spPr>
            <a:xfrm>
              <a:off x="6878320" y="5125719"/>
              <a:ext cx="2540" cy="251460"/>
            </a:xfrm>
            <a:custGeom>
              <a:avLst/>
              <a:gdLst/>
              <a:ahLst/>
              <a:cxnLst/>
              <a:rect l="l" t="t" r="r" b="b"/>
              <a:pathLst>
                <a:path w="2540" h="251460">
                  <a:moveTo>
                    <a:pt x="254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2540" y="251460"/>
                  </a:lnTo>
                  <a:lnTo>
                    <a:pt x="2540" y="250202"/>
                  </a:lnTo>
                  <a:close/>
                </a:path>
                <a:path w="2540" h="251460">
                  <a:moveTo>
                    <a:pt x="254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2540" y="250190"/>
                  </a:lnTo>
                  <a:lnTo>
                    <a:pt x="2540" y="247662"/>
                  </a:lnTo>
                  <a:close/>
                </a:path>
                <a:path w="2540" h="251460">
                  <a:moveTo>
                    <a:pt x="254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2540" y="247650"/>
                  </a:lnTo>
                  <a:lnTo>
                    <a:pt x="2540" y="243852"/>
                  </a:lnTo>
                  <a:close/>
                </a:path>
                <a:path w="2540" h="251460">
                  <a:moveTo>
                    <a:pt x="254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2540" y="243840"/>
                  </a:lnTo>
                  <a:lnTo>
                    <a:pt x="2540" y="241312"/>
                  </a:lnTo>
                  <a:close/>
                </a:path>
                <a:path w="2540" h="251460">
                  <a:moveTo>
                    <a:pt x="254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2540" y="241300"/>
                  </a:lnTo>
                  <a:lnTo>
                    <a:pt x="2540" y="237502"/>
                  </a:lnTo>
                  <a:close/>
                </a:path>
                <a:path w="2540" h="251460">
                  <a:moveTo>
                    <a:pt x="254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2540" y="237490"/>
                  </a:lnTo>
                  <a:lnTo>
                    <a:pt x="2540" y="234962"/>
                  </a:lnTo>
                  <a:close/>
                </a:path>
                <a:path w="2540" h="251460">
                  <a:moveTo>
                    <a:pt x="254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2540" y="234950"/>
                  </a:lnTo>
                  <a:lnTo>
                    <a:pt x="2540" y="231152"/>
                  </a:lnTo>
                  <a:close/>
                </a:path>
                <a:path w="2540" h="251460">
                  <a:moveTo>
                    <a:pt x="254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2540" y="231140"/>
                  </a:lnTo>
                  <a:lnTo>
                    <a:pt x="2540" y="228612"/>
                  </a:lnTo>
                  <a:close/>
                </a:path>
                <a:path w="2540" h="251460">
                  <a:moveTo>
                    <a:pt x="2540" y="222262"/>
                  </a:moveTo>
                  <a:lnTo>
                    <a:pt x="0" y="222262"/>
                  </a:lnTo>
                  <a:lnTo>
                    <a:pt x="0" y="228600"/>
                  </a:lnTo>
                  <a:lnTo>
                    <a:pt x="2540" y="228600"/>
                  </a:lnTo>
                  <a:lnTo>
                    <a:pt x="2540" y="222262"/>
                  </a:lnTo>
                  <a:close/>
                </a:path>
                <a:path w="2540" h="251460">
                  <a:moveTo>
                    <a:pt x="2540" y="25412"/>
                  </a:moveTo>
                  <a:lnTo>
                    <a:pt x="0" y="25412"/>
                  </a:lnTo>
                  <a:lnTo>
                    <a:pt x="0" y="222250"/>
                  </a:lnTo>
                  <a:lnTo>
                    <a:pt x="2540" y="222250"/>
                  </a:lnTo>
                  <a:lnTo>
                    <a:pt x="2540" y="25412"/>
                  </a:lnTo>
                  <a:close/>
                </a:path>
                <a:path w="2540" h="251460">
                  <a:moveTo>
                    <a:pt x="2540" y="20332"/>
                  </a:moveTo>
                  <a:lnTo>
                    <a:pt x="0" y="20332"/>
                  </a:lnTo>
                  <a:lnTo>
                    <a:pt x="0" y="25400"/>
                  </a:lnTo>
                  <a:lnTo>
                    <a:pt x="2540" y="25400"/>
                  </a:lnTo>
                  <a:lnTo>
                    <a:pt x="2540" y="20332"/>
                  </a:lnTo>
                  <a:close/>
                </a:path>
                <a:path w="2540" h="251460">
                  <a:moveTo>
                    <a:pt x="254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2540" y="20320"/>
                  </a:lnTo>
                  <a:lnTo>
                    <a:pt x="2540" y="13982"/>
                  </a:lnTo>
                  <a:close/>
                </a:path>
                <a:path w="2540" h="251460">
                  <a:moveTo>
                    <a:pt x="254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2540" y="13970"/>
                  </a:lnTo>
                  <a:lnTo>
                    <a:pt x="2540" y="7632"/>
                  </a:lnTo>
                  <a:close/>
                </a:path>
                <a:path w="2540" h="251460">
                  <a:moveTo>
                    <a:pt x="254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1282"/>
                  </a:lnTo>
                  <a:close/>
                </a:path>
                <a:path w="2540" h="251460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79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0" name="object 2120"/>
            <p:cNvSpPr/>
            <p:nvPr/>
          </p:nvSpPr>
          <p:spPr>
            <a:xfrm>
              <a:off x="6880860" y="51257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09" h="251460">
                  <a:moveTo>
                    <a:pt x="381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7662"/>
                  </a:lnTo>
                  <a:close/>
                </a:path>
                <a:path w="3809" h="251460">
                  <a:moveTo>
                    <a:pt x="381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3852"/>
                  </a:lnTo>
                  <a:close/>
                </a:path>
                <a:path w="3809" h="251460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09" h="251460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09" h="251460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09" h="25146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09" h="25146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09" h="251460">
                  <a:moveTo>
                    <a:pt x="3810" y="222262"/>
                  </a:moveTo>
                  <a:lnTo>
                    <a:pt x="0" y="22226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2262"/>
                  </a:lnTo>
                  <a:close/>
                </a:path>
                <a:path w="3809" h="251460">
                  <a:moveTo>
                    <a:pt x="3810" y="25412"/>
                  </a:moveTo>
                  <a:lnTo>
                    <a:pt x="0" y="2541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5412"/>
                  </a:lnTo>
                  <a:close/>
                </a:path>
                <a:path w="3809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0332"/>
                  </a:lnTo>
                  <a:close/>
                </a:path>
                <a:path w="3809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09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1" name="object 2121"/>
            <p:cNvSpPr/>
            <p:nvPr/>
          </p:nvSpPr>
          <p:spPr>
            <a:xfrm>
              <a:off x="6884670" y="51257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09" h="251460">
                  <a:moveTo>
                    <a:pt x="3810" y="25412"/>
                  </a:moveTo>
                  <a:lnTo>
                    <a:pt x="0" y="2541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5412"/>
                  </a:lnTo>
                  <a:close/>
                </a:path>
                <a:path w="3809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0332"/>
                  </a:lnTo>
                  <a:close/>
                </a:path>
                <a:path w="3809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09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2" name="object 2122"/>
            <p:cNvSpPr/>
            <p:nvPr/>
          </p:nvSpPr>
          <p:spPr>
            <a:xfrm>
              <a:off x="6888480" y="51257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09" h="251460">
                  <a:moveTo>
                    <a:pt x="381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7662"/>
                  </a:lnTo>
                  <a:close/>
                </a:path>
                <a:path w="3809" h="251460">
                  <a:moveTo>
                    <a:pt x="381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3852"/>
                  </a:lnTo>
                  <a:close/>
                </a:path>
                <a:path w="3809" h="251460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09" h="251460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09" h="251460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09" h="25146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09" h="25146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09" h="251460">
                  <a:moveTo>
                    <a:pt x="3810" y="222262"/>
                  </a:moveTo>
                  <a:lnTo>
                    <a:pt x="0" y="22226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2262"/>
                  </a:lnTo>
                  <a:close/>
                </a:path>
                <a:path w="3809" h="251460">
                  <a:moveTo>
                    <a:pt x="3810" y="25412"/>
                  </a:moveTo>
                  <a:lnTo>
                    <a:pt x="0" y="2541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5412"/>
                  </a:lnTo>
                  <a:close/>
                </a:path>
                <a:path w="3809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0332"/>
                  </a:lnTo>
                  <a:close/>
                </a:path>
                <a:path w="3809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09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1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3" name="object 2123"/>
            <p:cNvSpPr/>
            <p:nvPr/>
          </p:nvSpPr>
          <p:spPr>
            <a:xfrm>
              <a:off x="6892290" y="51257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09" h="251460">
                  <a:moveTo>
                    <a:pt x="3810" y="25412"/>
                  </a:moveTo>
                  <a:lnTo>
                    <a:pt x="0" y="2541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5412"/>
                  </a:lnTo>
                  <a:close/>
                </a:path>
                <a:path w="3809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0332"/>
                  </a:lnTo>
                  <a:close/>
                </a:path>
                <a:path w="3809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09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F84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4" name="object 2124"/>
            <p:cNvSpPr/>
            <p:nvPr/>
          </p:nvSpPr>
          <p:spPr>
            <a:xfrm>
              <a:off x="6896100" y="51257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09" h="251460">
                  <a:moveTo>
                    <a:pt x="381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7662"/>
                  </a:lnTo>
                  <a:close/>
                </a:path>
                <a:path w="3809" h="251460">
                  <a:moveTo>
                    <a:pt x="381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3852"/>
                  </a:lnTo>
                  <a:close/>
                </a:path>
                <a:path w="3809" h="251460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09" h="251460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09" h="251460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09" h="25146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09" h="25146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09" h="251460">
                  <a:moveTo>
                    <a:pt x="3810" y="222262"/>
                  </a:moveTo>
                  <a:lnTo>
                    <a:pt x="0" y="22226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2262"/>
                  </a:lnTo>
                  <a:close/>
                </a:path>
                <a:path w="3809" h="251460">
                  <a:moveTo>
                    <a:pt x="3810" y="25412"/>
                  </a:moveTo>
                  <a:lnTo>
                    <a:pt x="0" y="2541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5412"/>
                  </a:lnTo>
                  <a:close/>
                </a:path>
                <a:path w="3809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0332"/>
                  </a:lnTo>
                  <a:close/>
                </a:path>
                <a:path w="3809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09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C82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5" name="object 2125"/>
            <p:cNvSpPr/>
            <p:nvPr/>
          </p:nvSpPr>
          <p:spPr>
            <a:xfrm>
              <a:off x="6899910" y="5124450"/>
              <a:ext cx="3810" cy="254000"/>
            </a:xfrm>
            <a:custGeom>
              <a:avLst/>
              <a:gdLst/>
              <a:ahLst/>
              <a:cxnLst/>
              <a:rect l="l" t="t" r="r" b="b"/>
              <a:pathLst>
                <a:path w="3809" h="254000">
                  <a:moveTo>
                    <a:pt x="381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1270" y="252730"/>
                  </a:lnTo>
                  <a:lnTo>
                    <a:pt x="1270" y="254000"/>
                  </a:lnTo>
                  <a:lnTo>
                    <a:pt x="2540" y="254000"/>
                  </a:lnTo>
                  <a:lnTo>
                    <a:pt x="2540" y="252730"/>
                  </a:lnTo>
                  <a:lnTo>
                    <a:pt x="3810" y="252730"/>
                  </a:lnTo>
                  <a:lnTo>
                    <a:pt x="3810" y="251472"/>
                  </a:lnTo>
                  <a:close/>
                </a:path>
                <a:path w="3809" h="254000">
                  <a:moveTo>
                    <a:pt x="3810" y="248932"/>
                  </a:moveTo>
                  <a:lnTo>
                    <a:pt x="0" y="24893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48932"/>
                  </a:lnTo>
                  <a:close/>
                </a:path>
                <a:path w="3809" h="254000">
                  <a:moveTo>
                    <a:pt x="3810" y="245122"/>
                  </a:moveTo>
                  <a:lnTo>
                    <a:pt x="0" y="24512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5122"/>
                  </a:lnTo>
                  <a:close/>
                </a:path>
                <a:path w="3809" h="254000">
                  <a:moveTo>
                    <a:pt x="3810" y="242582"/>
                  </a:moveTo>
                  <a:lnTo>
                    <a:pt x="0" y="24258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2582"/>
                  </a:lnTo>
                  <a:close/>
                </a:path>
                <a:path w="3809" h="254000">
                  <a:moveTo>
                    <a:pt x="3810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8772"/>
                  </a:lnTo>
                  <a:close/>
                </a:path>
                <a:path w="3809" h="254000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09" h="254000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09" h="254000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09" h="254000">
                  <a:moveTo>
                    <a:pt x="3810" y="223532"/>
                  </a:moveTo>
                  <a:lnTo>
                    <a:pt x="0" y="22353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3532"/>
                  </a:lnTo>
                  <a:close/>
                </a:path>
                <a:path w="3809" h="254000">
                  <a:moveTo>
                    <a:pt x="3810" y="26682"/>
                  </a:moveTo>
                  <a:lnTo>
                    <a:pt x="0" y="2668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6682"/>
                  </a:lnTo>
                  <a:close/>
                </a:path>
                <a:path w="3809" h="254000">
                  <a:moveTo>
                    <a:pt x="3810" y="21602"/>
                  </a:moveTo>
                  <a:lnTo>
                    <a:pt x="0" y="21602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1602"/>
                  </a:lnTo>
                  <a:close/>
                </a:path>
                <a:path w="3809" h="254000">
                  <a:moveTo>
                    <a:pt x="3810" y="15252"/>
                  </a:moveTo>
                  <a:lnTo>
                    <a:pt x="0" y="1525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5252"/>
                  </a:lnTo>
                  <a:close/>
                </a:path>
                <a:path w="3809" h="254000">
                  <a:moveTo>
                    <a:pt x="381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8902"/>
                  </a:lnTo>
                  <a:close/>
                </a:path>
                <a:path w="3809" h="254000">
                  <a:moveTo>
                    <a:pt x="381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2552"/>
                  </a:lnTo>
                  <a:close/>
                </a:path>
                <a:path w="3809" h="254000">
                  <a:moveTo>
                    <a:pt x="3810" y="1270"/>
                  </a:moveTo>
                  <a:lnTo>
                    <a:pt x="2540" y="1270"/>
                  </a:lnTo>
                  <a:lnTo>
                    <a:pt x="254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1270"/>
                  </a:lnTo>
                  <a:close/>
                </a:path>
              </a:pathLst>
            </a:custGeom>
            <a:solidFill>
              <a:srgbClr val="6980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6" name="object 2126"/>
            <p:cNvSpPr/>
            <p:nvPr/>
          </p:nvSpPr>
          <p:spPr>
            <a:xfrm>
              <a:off x="6903720" y="51257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09" h="251460">
                  <a:moveTo>
                    <a:pt x="381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7662"/>
                  </a:lnTo>
                  <a:close/>
                </a:path>
                <a:path w="3809" h="251460">
                  <a:moveTo>
                    <a:pt x="381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3852"/>
                  </a:lnTo>
                  <a:close/>
                </a:path>
                <a:path w="3809" h="251460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09" h="251460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09" h="251460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09" h="25146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09" h="25146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09" h="251460">
                  <a:moveTo>
                    <a:pt x="3810" y="222262"/>
                  </a:moveTo>
                  <a:lnTo>
                    <a:pt x="0" y="22226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2262"/>
                  </a:lnTo>
                  <a:close/>
                </a:path>
                <a:path w="3809" h="251460">
                  <a:moveTo>
                    <a:pt x="3810" y="25412"/>
                  </a:moveTo>
                  <a:lnTo>
                    <a:pt x="0" y="2541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5412"/>
                  </a:lnTo>
                  <a:close/>
                </a:path>
                <a:path w="3809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0332"/>
                  </a:lnTo>
                  <a:close/>
                </a:path>
                <a:path w="3809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09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77E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7" name="object 2127"/>
            <p:cNvSpPr/>
            <p:nvPr/>
          </p:nvSpPr>
          <p:spPr>
            <a:xfrm>
              <a:off x="6907530" y="5125719"/>
              <a:ext cx="2540" cy="251460"/>
            </a:xfrm>
            <a:custGeom>
              <a:avLst/>
              <a:gdLst/>
              <a:ahLst/>
              <a:cxnLst/>
              <a:rect l="l" t="t" r="r" b="b"/>
              <a:pathLst>
                <a:path w="2540" h="251460">
                  <a:moveTo>
                    <a:pt x="254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2540" y="251460"/>
                  </a:lnTo>
                  <a:lnTo>
                    <a:pt x="2540" y="250202"/>
                  </a:lnTo>
                  <a:close/>
                </a:path>
                <a:path w="2540" h="251460">
                  <a:moveTo>
                    <a:pt x="254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2540" y="250190"/>
                  </a:lnTo>
                  <a:lnTo>
                    <a:pt x="2540" y="247662"/>
                  </a:lnTo>
                  <a:close/>
                </a:path>
                <a:path w="2540" h="251460">
                  <a:moveTo>
                    <a:pt x="254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2540" y="247650"/>
                  </a:lnTo>
                  <a:lnTo>
                    <a:pt x="2540" y="243852"/>
                  </a:lnTo>
                  <a:close/>
                </a:path>
                <a:path w="2540" h="251460">
                  <a:moveTo>
                    <a:pt x="254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2540" y="243840"/>
                  </a:lnTo>
                  <a:lnTo>
                    <a:pt x="2540" y="241312"/>
                  </a:lnTo>
                  <a:close/>
                </a:path>
                <a:path w="2540" h="251460">
                  <a:moveTo>
                    <a:pt x="254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2540" y="241300"/>
                  </a:lnTo>
                  <a:lnTo>
                    <a:pt x="2540" y="237502"/>
                  </a:lnTo>
                  <a:close/>
                </a:path>
                <a:path w="2540" h="251460">
                  <a:moveTo>
                    <a:pt x="254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2540" y="237490"/>
                  </a:lnTo>
                  <a:lnTo>
                    <a:pt x="2540" y="234962"/>
                  </a:lnTo>
                  <a:close/>
                </a:path>
                <a:path w="2540" h="251460">
                  <a:moveTo>
                    <a:pt x="254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2540" y="234950"/>
                  </a:lnTo>
                  <a:lnTo>
                    <a:pt x="2540" y="231152"/>
                  </a:lnTo>
                  <a:close/>
                </a:path>
                <a:path w="2540" h="251460">
                  <a:moveTo>
                    <a:pt x="254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2540" y="231140"/>
                  </a:lnTo>
                  <a:lnTo>
                    <a:pt x="2540" y="228612"/>
                  </a:lnTo>
                  <a:close/>
                </a:path>
                <a:path w="2540" h="251460">
                  <a:moveTo>
                    <a:pt x="2540" y="222262"/>
                  </a:moveTo>
                  <a:lnTo>
                    <a:pt x="0" y="222262"/>
                  </a:lnTo>
                  <a:lnTo>
                    <a:pt x="0" y="228600"/>
                  </a:lnTo>
                  <a:lnTo>
                    <a:pt x="2540" y="228600"/>
                  </a:lnTo>
                  <a:lnTo>
                    <a:pt x="2540" y="222262"/>
                  </a:lnTo>
                  <a:close/>
                </a:path>
                <a:path w="2540" h="251460">
                  <a:moveTo>
                    <a:pt x="2540" y="25412"/>
                  </a:moveTo>
                  <a:lnTo>
                    <a:pt x="0" y="25412"/>
                  </a:lnTo>
                  <a:lnTo>
                    <a:pt x="0" y="222250"/>
                  </a:lnTo>
                  <a:lnTo>
                    <a:pt x="2540" y="222250"/>
                  </a:lnTo>
                  <a:lnTo>
                    <a:pt x="2540" y="25412"/>
                  </a:lnTo>
                  <a:close/>
                </a:path>
                <a:path w="2540" h="251460">
                  <a:moveTo>
                    <a:pt x="2540" y="20332"/>
                  </a:moveTo>
                  <a:lnTo>
                    <a:pt x="0" y="20332"/>
                  </a:lnTo>
                  <a:lnTo>
                    <a:pt x="0" y="25400"/>
                  </a:lnTo>
                  <a:lnTo>
                    <a:pt x="2540" y="25400"/>
                  </a:lnTo>
                  <a:lnTo>
                    <a:pt x="2540" y="20332"/>
                  </a:lnTo>
                  <a:close/>
                </a:path>
                <a:path w="2540" h="251460">
                  <a:moveTo>
                    <a:pt x="254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2540" y="20320"/>
                  </a:lnTo>
                  <a:lnTo>
                    <a:pt x="2540" y="13982"/>
                  </a:lnTo>
                  <a:close/>
                </a:path>
                <a:path w="2540" h="251460">
                  <a:moveTo>
                    <a:pt x="254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2540" y="13970"/>
                  </a:lnTo>
                  <a:lnTo>
                    <a:pt x="2540" y="7632"/>
                  </a:lnTo>
                  <a:close/>
                </a:path>
                <a:path w="2540" h="251460">
                  <a:moveTo>
                    <a:pt x="254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1282"/>
                  </a:lnTo>
                  <a:close/>
                </a:path>
                <a:path w="2540" h="251460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6A80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8" name="object 2128"/>
            <p:cNvSpPr/>
            <p:nvPr/>
          </p:nvSpPr>
          <p:spPr>
            <a:xfrm>
              <a:off x="6910070" y="51257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09" h="251460">
                  <a:moveTo>
                    <a:pt x="381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7662"/>
                  </a:lnTo>
                  <a:close/>
                </a:path>
                <a:path w="3809" h="251460">
                  <a:moveTo>
                    <a:pt x="381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3852"/>
                  </a:lnTo>
                  <a:close/>
                </a:path>
                <a:path w="3809" h="251460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09" h="251460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09" h="251460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09" h="25146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09" h="25146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09" h="251460">
                  <a:moveTo>
                    <a:pt x="3810" y="222262"/>
                  </a:moveTo>
                  <a:lnTo>
                    <a:pt x="0" y="22226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2262"/>
                  </a:lnTo>
                  <a:close/>
                </a:path>
                <a:path w="3809" h="251460">
                  <a:moveTo>
                    <a:pt x="3810" y="25412"/>
                  </a:moveTo>
                  <a:lnTo>
                    <a:pt x="0" y="2541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5412"/>
                  </a:lnTo>
                  <a:close/>
                </a:path>
                <a:path w="3809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0332"/>
                  </a:lnTo>
                  <a:close/>
                </a:path>
                <a:path w="3809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09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C82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9" name="object 2129"/>
            <p:cNvSpPr/>
            <p:nvPr/>
          </p:nvSpPr>
          <p:spPr>
            <a:xfrm>
              <a:off x="6913880" y="51257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09" h="251460">
                  <a:moveTo>
                    <a:pt x="3810" y="25412"/>
                  </a:moveTo>
                  <a:lnTo>
                    <a:pt x="0" y="2541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5412"/>
                  </a:lnTo>
                  <a:close/>
                </a:path>
                <a:path w="3809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0332"/>
                  </a:lnTo>
                  <a:close/>
                </a:path>
                <a:path w="3809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09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F84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0" name="object 2130"/>
            <p:cNvSpPr/>
            <p:nvPr/>
          </p:nvSpPr>
          <p:spPr>
            <a:xfrm>
              <a:off x="6917690" y="51257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09" h="251460">
                  <a:moveTo>
                    <a:pt x="381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7662"/>
                  </a:lnTo>
                  <a:close/>
                </a:path>
                <a:path w="3809" h="251460">
                  <a:moveTo>
                    <a:pt x="381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3852"/>
                  </a:lnTo>
                  <a:close/>
                </a:path>
                <a:path w="3809" h="251460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09" h="251460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09" h="251460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09" h="25146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09" h="25146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09" h="251460">
                  <a:moveTo>
                    <a:pt x="3810" y="222262"/>
                  </a:moveTo>
                  <a:lnTo>
                    <a:pt x="0" y="22226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2262"/>
                  </a:lnTo>
                  <a:close/>
                </a:path>
                <a:path w="3809" h="251460">
                  <a:moveTo>
                    <a:pt x="3810" y="25412"/>
                  </a:moveTo>
                  <a:lnTo>
                    <a:pt x="0" y="2541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5412"/>
                  </a:lnTo>
                  <a:close/>
                </a:path>
                <a:path w="3809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0332"/>
                  </a:lnTo>
                  <a:close/>
                </a:path>
                <a:path w="3809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09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2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1" name="object 2131"/>
            <p:cNvSpPr/>
            <p:nvPr/>
          </p:nvSpPr>
          <p:spPr>
            <a:xfrm>
              <a:off x="6921500" y="51257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09" h="251460">
                  <a:moveTo>
                    <a:pt x="3810" y="25412"/>
                  </a:moveTo>
                  <a:lnTo>
                    <a:pt x="0" y="2541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5412"/>
                  </a:lnTo>
                  <a:close/>
                </a:path>
                <a:path w="3809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0332"/>
                  </a:lnTo>
                  <a:close/>
                </a:path>
                <a:path w="3809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09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2" name="object 2132"/>
            <p:cNvSpPr/>
            <p:nvPr/>
          </p:nvSpPr>
          <p:spPr>
            <a:xfrm>
              <a:off x="6925310" y="51257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09" h="251460">
                  <a:moveTo>
                    <a:pt x="381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7662"/>
                  </a:lnTo>
                  <a:close/>
                </a:path>
                <a:path w="3809" h="251460">
                  <a:moveTo>
                    <a:pt x="381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3852"/>
                  </a:lnTo>
                  <a:close/>
                </a:path>
                <a:path w="3809" h="251460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09" h="251460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09" h="251460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09" h="25146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09" h="25146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09" h="251460">
                  <a:moveTo>
                    <a:pt x="3810" y="222262"/>
                  </a:moveTo>
                  <a:lnTo>
                    <a:pt x="0" y="22226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2262"/>
                  </a:lnTo>
                  <a:close/>
                </a:path>
                <a:path w="3809" h="251460">
                  <a:moveTo>
                    <a:pt x="3810" y="25412"/>
                  </a:moveTo>
                  <a:lnTo>
                    <a:pt x="0" y="2541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5412"/>
                  </a:lnTo>
                  <a:close/>
                </a:path>
                <a:path w="3809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0332"/>
                  </a:lnTo>
                  <a:close/>
                </a:path>
                <a:path w="3809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09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3" name="object 2133"/>
            <p:cNvSpPr/>
            <p:nvPr/>
          </p:nvSpPr>
          <p:spPr>
            <a:xfrm>
              <a:off x="6929120" y="5125719"/>
              <a:ext cx="2540" cy="251460"/>
            </a:xfrm>
            <a:custGeom>
              <a:avLst/>
              <a:gdLst/>
              <a:ahLst/>
              <a:cxnLst/>
              <a:rect l="l" t="t" r="r" b="b"/>
              <a:pathLst>
                <a:path w="2540" h="251460">
                  <a:moveTo>
                    <a:pt x="127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1270" y="251460"/>
                  </a:lnTo>
                  <a:lnTo>
                    <a:pt x="1270" y="250202"/>
                  </a:lnTo>
                  <a:close/>
                </a:path>
                <a:path w="2540" h="251460">
                  <a:moveTo>
                    <a:pt x="12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2540" h="251460">
                  <a:moveTo>
                    <a:pt x="254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2540" y="250190"/>
                  </a:lnTo>
                  <a:lnTo>
                    <a:pt x="2540" y="247662"/>
                  </a:lnTo>
                  <a:close/>
                </a:path>
                <a:path w="2540" h="251460">
                  <a:moveTo>
                    <a:pt x="254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2540" y="247650"/>
                  </a:lnTo>
                  <a:lnTo>
                    <a:pt x="2540" y="243852"/>
                  </a:lnTo>
                  <a:close/>
                </a:path>
                <a:path w="2540" h="251460">
                  <a:moveTo>
                    <a:pt x="254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2540" y="243840"/>
                  </a:lnTo>
                  <a:lnTo>
                    <a:pt x="2540" y="241312"/>
                  </a:lnTo>
                  <a:close/>
                </a:path>
                <a:path w="2540" h="251460">
                  <a:moveTo>
                    <a:pt x="254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2540" y="241300"/>
                  </a:lnTo>
                  <a:lnTo>
                    <a:pt x="2540" y="237502"/>
                  </a:lnTo>
                  <a:close/>
                </a:path>
                <a:path w="2540" h="251460">
                  <a:moveTo>
                    <a:pt x="254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2540" y="237490"/>
                  </a:lnTo>
                  <a:lnTo>
                    <a:pt x="2540" y="234962"/>
                  </a:lnTo>
                  <a:close/>
                </a:path>
                <a:path w="2540" h="251460">
                  <a:moveTo>
                    <a:pt x="254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2540" y="234950"/>
                  </a:lnTo>
                  <a:lnTo>
                    <a:pt x="2540" y="231152"/>
                  </a:lnTo>
                  <a:close/>
                </a:path>
                <a:path w="2540" h="251460">
                  <a:moveTo>
                    <a:pt x="254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2540" y="231140"/>
                  </a:lnTo>
                  <a:lnTo>
                    <a:pt x="2540" y="228612"/>
                  </a:lnTo>
                  <a:close/>
                </a:path>
                <a:path w="2540" h="251460">
                  <a:moveTo>
                    <a:pt x="2540" y="222262"/>
                  </a:moveTo>
                  <a:lnTo>
                    <a:pt x="0" y="222262"/>
                  </a:lnTo>
                  <a:lnTo>
                    <a:pt x="0" y="228600"/>
                  </a:lnTo>
                  <a:lnTo>
                    <a:pt x="2540" y="228600"/>
                  </a:lnTo>
                  <a:lnTo>
                    <a:pt x="2540" y="222262"/>
                  </a:lnTo>
                  <a:close/>
                </a:path>
                <a:path w="2540" h="251460">
                  <a:moveTo>
                    <a:pt x="2540" y="25412"/>
                  </a:moveTo>
                  <a:lnTo>
                    <a:pt x="0" y="25412"/>
                  </a:lnTo>
                  <a:lnTo>
                    <a:pt x="0" y="222250"/>
                  </a:lnTo>
                  <a:lnTo>
                    <a:pt x="2540" y="222250"/>
                  </a:lnTo>
                  <a:lnTo>
                    <a:pt x="2540" y="25412"/>
                  </a:lnTo>
                  <a:close/>
                </a:path>
                <a:path w="2540" h="251460">
                  <a:moveTo>
                    <a:pt x="2540" y="20332"/>
                  </a:moveTo>
                  <a:lnTo>
                    <a:pt x="0" y="20332"/>
                  </a:lnTo>
                  <a:lnTo>
                    <a:pt x="0" y="25400"/>
                  </a:lnTo>
                  <a:lnTo>
                    <a:pt x="2540" y="25400"/>
                  </a:lnTo>
                  <a:lnTo>
                    <a:pt x="2540" y="20332"/>
                  </a:lnTo>
                  <a:close/>
                </a:path>
                <a:path w="2540" h="251460">
                  <a:moveTo>
                    <a:pt x="254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2540" y="20320"/>
                  </a:lnTo>
                  <a:lnTo>
                    <a:pt x="2540" y="13982"/>
                  </a:lnTo>
                  <a:close/>
                </a:path>
                <a:path w="2540" h="251460">
                  <a:moveTo>
                    <a:pt x="254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2540" y="13970"/>
                  </a:lnTo>
                  <a:lnTo>
                    <a:pt x="2540" y="7632"/>
                  </a:lnTo>
                  <a:close/>
                </a:path>
                <a:path w="2540" h="251460">
                  <a:moveTo>
                    <a:pt x="254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1282"/>
                  </a:lnTo>
                  <a:close/>
                </a:path>
              </a:pathLst>
            </a:custGeom>
            <a:solidFill>
              <a:srgbClr val="7A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4" name="object 2134"/>
            <p:cNvSpPr/>
            <p:nvPr/>
          </p:nvSpPr>
          <p:spPr>
            <a:xfrm>
              <a:off x="6931660" y="5127002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6380"/>
                  </a:moveTo>
                  <a:lnTo>
                    <a:pt x="0" y="246380"/>
                  </a:lnTo>
                  <a:lnTo>
                    <a:pt x="0" y="248907"/>
                  </a:lnTo>
                  <a:lnTo>
                    <a:pt x="3810" y="248907"/>
                  </a:lnTo>
                  <a:lnTo>
                    <a:pt x="3810" y="246380"/>
                  </a:lnTo>
                  <a:close/>
                </a:path>
                <a:path w="3809" h="248920">
                  <a:moveTo>
                    <a:pt x="3810" y="242570"/>
                  </a:moveTo>
                  <a:lnTo>
                    <a:pt x="0" y="242570"/>
                  </a:lnTo>
                  <a:lnTo>
                    <a:pt x="0" y="246367"/>
                  </a:lnTo>
                  <a:lnTo>
                    <a:pt x="3810" y="246367"/>
                  </a:lnTo>
                  <a:lnTo>
                    <a:pt x="3810" y="242570"/>
                  </a:lnTo>
                  <a:close/>
                </a:path>
                <a:path w="3809" h="248920">
                  <a:moveTo>
                    <a:pt x="3810" y="240030"/>
                  </a:moveTo>
                  <a:lnTo>
                    <a:pt x="0" y="240030"/>
                  </a:lnTo>
                  <a:lnTo>
                    <a:pt x="0" y="242557"/>
                  </a:lnTo>
                  <a:lnTo>
                    <a:pt x="3810" y="242557"/>
                  </a:lnTo>
                  <a:lnTo>
                    <a:pt x="3810" y="240030"/>
                  </a:lnTo>
                  <a:close/>
                </a:path>
                <a:path w="3809" h="248920">
                  <a:moveTo>
                    <a:pt x="3810" y="236220"/>
                  </a:moveTo>
                  <a:lnTo>
                    <a:pt x="0" y="236220"/>
                  </a:lnTo>
                  <a:lnTo>
                    <a:pt x="0" y="240017"/>
                  </a:lnTo>
                  <a:lnTo>
                    <a:pt x="3810" y="240017"/>
                  </a:lnTo>
                  <a:lnTo>
                    <a:pt x="3810" y="236220"/>
                  </a:lnTo>
                  <a:close/>
                </a:path>
                <a:path w="3809" h="248920">
                  <a:moveTo>
                    <a:pt x="3810" y="233680"/>
                  </a:moveTo>
                  <a:lnTo>
                    <a:pt x="0" y="233680"/>
                  </a:lnTo>
                  <a:lnTo>
                    <a:pt x="0" y="236207"/>
                  </a:lnTo>
                  <a:lnTo>
                    <a:pt x="3810" y="236207"/>
                  </a:lnTo>
                  <a:lnTo>
                    <a:pt x="3810" y="233680"/>
                  </a:lnTo>
                  <a:close/>
                </a:path>
                <a:path w="3809" h="248920">
                  <a:moveTo>
                    <a:pt x="3810" y="229870"/>
                  </a:moveTo>
                  <a:lnTo>
                    <a:pt x="0" y="229870"/>
                  </a:lnTo>
                  <a:lnTo>
                    <a:pt x="0" y="233667"/>
                  </a:lnTo>
                  <a:lnTo>
                    <a:pt x="3810" y="233667"/>
                  </a:lnTo>
                  <a:lnTo>
                    <a:pt x="3810" y="229870"/>
                  </a:lnTo>
                  <a:close/>
                </a:path>
                <a:path w="3809" h="248920">
                  <a:moveTo>
                    <a:pt x="3810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3810" y="229857"/>
                  </a:lnTo>
                  <a:lnTo>
                    <a:pt x="3810" y="227330"/>
                  </a:lnTo>
                  <a:close/>
                </a:path>
                <a:path w="3809" h="248920">
                  <a:moveTo>
                    <a:pt x="3810" y="220980"/>
                  </a:moveTo>
                  <a:lnTo>
                    <a:pt x="0" y="220980"/>
                  </a:lnTo>
                  <a:lnTo>
                    <a:pt x="0" y="227317"/>
                  </a:lnTo>
                  <a:lnTo>
                    <a:pt x="3810" y="227317"/>
                  </a:lnTo>
                  <a:lnTo>
                    <a:pt x="3810" y="220980"/>
                  </a:lnTo>
                  <a:close/>
                </a:path>
                <a:path w="3809" h="248920">
                  <a:moveTo>
                    <a:pt x="3810" y="24130"/>
                  </a:moveTo>
                  <a:lnTo>
                    <a:pt x="0" y="2413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24130"/>
                  </a:lnTo>
                  <a:close/>
                </a:path>
                <a:path w="3809" h="248920">
                  <a:moveTo>
                    <a:pt x="381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3810" y="24117"/>
                  </a:lnTo>
                  <a:lnTo>
                    <a:pt x="3810" y="19050"/>
                  </a:lnTo>
                  <a:close/>
                </a:path>
                <a:path w="3809" h="248920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09" h="2489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5" name="object 2135"/>
            <p:cNvSpPr/>
            <p:nvPr/>
          </p:nvSpPr>
          <p:spPr>
            <a:xfrm>
              <a:off x="6935470" y="5127002"/>
              <a:ext cx="3810" cy="220979"/>
            </a:xfrm>
            <a:custGeom>
              <a:avLst/>
              <a:gdLst/>
              <a:ahLst/>
              <a:cxnLst/>
              <a:rect l="l" t="t" r="r" b="b"/>
              <a:pathLst>
                <a:path w="3809" h="220979">
                  <a:moveTo>
                    <a:pt x="3810" y="24130"/>
                  </a:moveTo>
                  <a:lnTo>
                    <a:pt x="0" y="2413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24130"/>
                  </a:lnTo>
                  <a:close/>
                </a:path>
                <a:path w="3809" h="220979">
                  <a:moveTo>
                    <a:pt x="381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3810" y="24117"/>
                  </a:lnTo>
                  <a:lnTo>
                    <a:pt x="3810" y="19050"/>
                  </a:lnTo>
                  <a:close/>
                </a:path>
                <a:path w="3809" h="220979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09" h="220979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09" h="220979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F9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6" name="object 2136"/>
            <p:cNvSpPr/>
            <p:nvPr/>
          </p:nvSpPr>
          <p:spPr>
            <a:xfrm>
              <a:off x="6939280" y="5127002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6380"/>
                  </a:moveTo>
                  <a:lnTo>
                    <a:pt x="0" y="246380"/>
                  </a:lnTo>
                  <a:lnTo>
                    <a:pt x="0" y="248907"/>
                  </a:lnTo>
                  <a:lnTo>
                    <a:pt x="3810" y="248907"/>
                  </a:lnTo>
                  <a:lnTo>
                    <a:pt x="3810" y="246380"/>
                  </a:lnTo>
                  <a:close/>
                </a:path>
                <a:path w="3809" h="248920">
                  <a:moveTo>
                    <a:pt x="3810" y="242570"/>
                  </a:moveTo>
                  <a:lnTo>
                    <a:pt x="0" y="242570"/>
                  </a:lnTo>
                  <a:lnTo>
                    <a:pt x="0" y="246367"/>
                  </a:lnTo>
                  <a:lnTo>
                    <a:pt x="3810" y="246367"/>
                  </a:lnTo>
                  <a:lnTo>
                    <a:pt x="3810" y="242570"/>
                  </a:lnTo>
                  <a:close/>
                </a:path>
                <a:path w="3809" h="248920">
                  <a:moveTo>
                    <a:pt x="3810" y="240030"/>
                  </a:moveTo>
                  <a:lnTo>
                    <a:pt x="0" y="240030"/>
                  </a:lnTo>
                  <a:lnTo>
                    <a:pt x="0" y="242557"/>
                  </a:lnTo>
                  <a:lnTo>
                    <a:pt x="3810" y="242557"/>
                  </a:lnTo>
                  <a:lnTo>
                    <a:pt x="3810" y="240030"/>
                  </a:lnTo>
                  <a:close/>
                </a:path>
                <a:path w="3809" h="248920">
                  <a:moveTo>
                    <a:pt x="3810" y="236220"/>
                  </a:moveTo>
                  <a:lnTo>
                    <a:pt x="0" y="236220"/>
                  </a:lnTo>
                  <a:lnTo>
                    <a:pt x="0" y="240017"/>
                  </a:lnTo>
                  <a:lnTo>
                    <a:pt x="3810" y="240017"/>
                  </a:lnTo>
                  <a:lnTo>
                    <a:pt x="3810" y="236220"/>
                  </a:lnTo>
                  <a:close/>
                </a:path>
                <a:path w="3809" h="248920">
                  <a:moveTo>
                    <a:pt x="3810" y="233680"/>
                  </a:moveTo>
                  <a:lnTo>
                    <a:pt x="0" y="233680"/>
                  </a:lnTo>
                  <a:lnTo>
                    <a:pt x="0" y="236207"/>
                  </a:lnTo>
                  <a:lnTo>
                    <a:pt x="3810" y="236207"/>
                  </a:lnTo>
                  <a:lnTo>
                    <a:pt x="3810" y="233680"/>
                  </a:lnTo>
                  <a:close/>
                </a:path>
                <a:path w="3809" h="248920">
                  <a:moveTo>
                    <a:pt x="3810" y="229870"/>
                  </a:moveTo>
                  <a:lnTo>
                    <a:pt x="0" y="229870"/>
                  </a:lnTo>
                  <a:lnTo>
                    <a:pt x="0" y="233667"/>
                  </a:lnTo>
                  <a:lnTo>
                    <a:pt x="3810" y="233667"/>
                  </a:lnTo>
                  <a:lnTo>
                    <a:pt x="3810" y="229870"/>
                  </a:lnTo>
                  <a:close/>
                </a:path>
                <a:path w="3809" h="248920">
                  <a:moveTo>
                    <a:pt x="3810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3810" y="229857"/>
                  </a:lnTo>
                  <a:lnTo>
                    <a:pt x="3810" y="227330"/>
                  </a:lnTo>
                  <a:close/>
                </a:path>
                <a:path w="3809" h="248920">
                  <a:moveTo>
                    <a:pt x="3810" y="220980"/>
                  </a:moveTo>
                  <a:lnTo>
                    <a:pt x="0" y="220980"/>
                  </a:lnTo>
                  <a:lnTo>
                    <a:pt x="0" y="227317"/>
                  </a:lnTo>
                  <a:lnTo>
                    <a:pt x="3810" y="227317"/>
                  </a:lnTo>
                  <a:lnTo>
                    <a:pt x="3810" y="220980"/>
                  </a:lnTo>
                  <a:close/>
                </a:path>
                <a:path w="3809" h="248920">
                  <a:moveTo>
                    <a:pt x="3810" y="24130"/>
                  </a:moveTo>
                  <a:lnTo>
                    <a:pt x="0" y="2413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24130"/>
                  </a:lnTo>
                  <a:close/>
                </a:path>
                <a:path w="3809" h="248920">
                  <a:moveTo>
                    <a:pt x="381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3810" y="24117"/>
                  </a:lnTo>
                  <a:lnTo>
                    <a:pt x="3810" y="19050"/>
                  </a:lnTo>
                  <a:close/>
                </a:path>
                <a:path w="3809" h="248920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09" h="2489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294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7" name="object 2137"/>
            <p:cNvSpPr/>
            <p:nvPr/>
          </p:nvSpPr>
          <p:spPr>
            <a:xfrm>
              <a:off x="6943090" y="5127002"/>
              <a:ext cx="3810" cy="220979"/>
            </a:xfrm>
            <a:custGeom>
              <a:avLst/>
              <a:gdLst/>
              <a:ahLst/>
              <a:cxnLst/>
              <a:rect l="l" t="t" r="r" b="b"/>
              <a:pathLst>
                <a:path w="3809" h="220979">
                  <a:moveTo>
                    <a:pt x="3810" y="24130"/>
                  </a:moveTo>
                  <a:lnTo>
                    <a:pt x="0" y="2413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24130"/>
                  </a:lnTo>
                  <a:close/>
                </a:path>
                <a:path w="3809" h="220979">
                  <a:moveTo>
                    <a:pt x="381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3810" y="24117"/>
                  </a:lnTo>
                  <a:lnTo>
                    <a:pt x="3810" y="19050"/>
                  </a:lnTo>
                  <a:close/>
                </a:path>
                <a:path w="3809" h="220979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09" h="220979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09" h="220979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496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8" name="object 2138"/>
            <p:cNvSpPr/>
            <p:nvPr/>
          </p:nvSpPr>
          <p:spPr>
            <a:xfrm>
              <a:off x="6946900" y="5127002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6380"/>
                  </a:moveTo>
                  <a:lnTo>
                    <a:pt x="0" y="246380"/>
                  </a:lnTo>
                  <a:lnTo>
                    <a:pt x="0" y="248907"/>
                  </a:lnTo>
                  <a:lnTo>
                    <a:pt x="3810" y="248907"/>
                  </a:lnTo>
                  <a:lnTo>
                    <a:pt x="3810" y="246380"/>
                  </a:lnTo>
                  <a:close/>
                </a:path>
                <a:path w="3809" h="248920">
                  <a:moveTo>
                    <a:pt x="3810" y="242570"/>
                  </a:moveTo>
                  <a:lnTo>
                    <a:pt x="0" y="242570"/>
                  </a:lnTo>
                  <a:lnTo>
                    <a:pt x="0" y="246367"/>
                  </a:lnTo>
                  <a:lnTo>
                    <a:pt x="3810" y="246367"/>
                  </a:lnTo>
                  <a:lnTo>
                    <a:pt x="3810" y="242570"/>
                  </a:lnTo>
                  <a:close/>
                </a:path>
                <a:path w="3809" h="248920">
                  <a:moveTo>
                    <a:pt x="3810" y="240030"/>
                  </a:moveTo>
                  <a:lnTo>
                    <a:pt x="0" y="240030"/>
                  </a:lnTo>
                  <a:lnTo>
                    <a:pt x="0" y="242557"/>
                  </a:lnTo>
                  <a:lnTo>
                    <a:pt x="3810" y="242557"/>
                  </a:lnTo>
                  <a:lnTo>
                    <a:pt x="3810" y="240030"/>
                  </a:lnTo>
                  <a:close/>
                </a:path>
                <a:path w="3809" h="248920">
                  <a:moveTo>
                    <a:pt x="3810" y="236220"/>
                  </a:moveTo>
                  <a:lnTo>
                    <a:pt x="0" y="236220"/>
                  </a:lnTo>
                  <a:lnTo>
                    <a:pt x="0" y="240017"/>
                  </a:lnTo>
                  <a:lnTo>
                    <a:pt x="3810" y="240017"/>
                  </a:lnTo>
                  <a:lnTo>
                    <a:pt x="3810" y="236220"/>
                  </a:lnTo>
                  <a:close/>
                </a:path>
                <a:path w="3809" h="248920">
                  <a:moveTo>
                    <a:pt x="3810" y="233680"/>
                  </a:moveTo>
                  <a:lnTo>
                    <a:pt x="0" y="233680"/>
                  </a:lnTo>
                  <a:lnTo>
                    <a:pt x="0" y="236207"/>
                  </a:lnTo>
                  <a:lnTo>
                    <a:pt x="3810" y="236207"/>
                  </a:lnTo>
                  <a:lnTo>
                    <a:pt x="3810" y="233680"/>
                  </a:lnTo>
                  <a:close/>
                </a:path>
                <a:path w="3809" h="248920">
                  <a:moveTo>
                    <a:pt x="3810" y="229870"/>
                  </a:moveTo>
                  <a:lnTo>
                    <a:pt x="0" y="229870"/>
                  </a:lnTo>
                  <a:lnTo>
                    <a:pt x="0" y="233667"/>
                  </a:lnTo>
                  <a:lnTo>
                    <a:pt x="3810" y="233667"/>
                  </a:lnTo>
                  <a:lnTo>
                    <a:pt x="3810" y="229870"/>
                  </a:lnTo>
                  <a:close/>
                </a:path>
                <a:path w="3809" h="248920">
                  <a:moveTo>
                    <a:pt x="3810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3810" y="229857"/>
                  </a:lnTo>
                  <a:lnTo>
                    <a:pt x="3810" y="227330"/>
                  </a:lnTo>
                  <a:close/>
                </a:path>
                <a:path w="3809" h="248920">
                  <a:moveTo>
                    <a:pt x="3810" y="220980"/>
                  </a:moveTo>
                  <a:lnTo>
                    <a:pt x="0" y="220980"/>
                  </a:lnTo>
                  <a:lnTo>
                    <a:pt x="0" y="227317"/>
                  </a:lnTo>
                  <a:lnTo>
                    <a:pt x="3810" y="227317"/>
                  </a:lnTo>
                  <a:lnTo>
                    <a:pt x="3810" y="220980"/>
                  </a:lnTo>
                  <a:close/>
                </a:path>
                <a:path w="3809" h="248920">
                  <a:moveTo>
                    <a:pt x="3810" y="24130"/>
                  </a:moveTo>
                  <a:lnTo>
                    <a:pt x="0" y="2413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24130"/>
                  </a:lnTo>
                  <a:close/>
                </a:path>
                <a:path w="3809" h="248920">
                  <a:moveTo>
                    <a:pt x="381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3810" y="24117"/>
                  </a:lnTo>
                  <a:lnTo>
                    <a:pt x="3810" y="19050"/>
                  </a:lnTo>
                  <a:close/>
                </a:path>
                <a:path w="3809" h="248920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09" h="2489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799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9" name="object 2139"/>
            <p:cNvSpPr/>
            <p:nvPr/>
          </p:nvSpPr>
          <p:spPr>
            <a:xfrm>
              <a:off x="6950710" y="5127002"/>
              <a:ext cx="3810" cy="220979"/>
            </a:xfrm>
            <a:custGeom>
              <a:avLst/>
              <a:gdLst/>
              <a:ahLst/>
              <a:cxnLst/>
              <a:rect l="l" t="t" r="r" b="b"/>
              <a:pathLst>
                <a:path w="3809" h="220979">
                  <a:moveTo>
                    <a:pt x="3810" y="24130"/>
                  </a:moveTo>
                  <a:lnTo>
                    <a:pt x="0" y="2413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24130"/>
                  </a:lnTo>
                  <a:close/>
                </a:path>
                <a:path w="3809" h="220979">
                  <a:moveTo>
                    <a:pt x="381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3810" y="24117"/>
                  </a:lnTo>
                  <a:lnTo>
                    <a:pt x="3810" y="19050"/>
                  </a:lnTo>
                  <a:close/>
                </a:path>
                <a:path w="3809" h="220979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09" h="220979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09" h="220979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0" name="object 2140"/>
            <p:cNvSpPr/>
            <p:nvPr/>
          </p:nvSpPr>
          <p:spPr>
            <a:xfrm>
              <a:off x="6954520" y="5126989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254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09" h="248920">
                  <a:moveTo>
                    <a:pt x="380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6349"/>
                  </a:lnTo>
                  <a:close/>
                </a:path>
                <a:path w="3809" h="248920">
                  <a:moveTo>
                    <a:pt x="380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2699"/>
                  </a:lnTo>
                  <a:close/>
                </a:path>
                <a:path w="3809" h="248920">
                  <a:moveTo>
                    <a:pt x="3809" y="19049"/>
                  </a:moveTo>
                  <a:lnTo>
                    <a:pt x="0" y="19049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19049"/>
                  </a:lnTo>
                  <a:close/>
                </a:path>
                <a:path w="3809" h="248920">
                  <a:moveTo>
                    <a:pt x="3809" y="24129"/>
                  </a:moveTo>
                  <a:lnTo>
                    <a:pt x="0" y="24129"/>
                  </a:lnTo>
                  <a:lnTo>
                    <a:pt x="0" y="220979"/>
                  </a:lnTo>
                  <a:lnTo>
                    <a:pt x="3809" y="220979"/>
                  </a:lnTo>
                  <a:lnTo>
                    <a:pt x="3809" y="24129"/>
                  </a:lnTo>
                  <a:close/>
                </a:path>
                <a:path w="3809" h="248920">
                  <a:moveTo>
                    <a:pt x="3809" y="220979"/>
                  </a:moveTo>
                  <a:lnTo>
                    <a:pt x="0" y="220979"/>
                  </a:lnTo>
                  <a:lnTo>
                    <a:pt x="0" y="227329"/>
                  </a:lnTo>
                  <a:lnTo>
                    <a:pt x="3809" y="227329"/>
                  </a:lnTo>
                  <a:lnTo>
                    <a:pt x="3809" y="220979"/>
                  </a:lnTo>
                  <a:close/>
                </a:path>
                <a:path w="3809" h="248920">
                  <a:moveTo>
                    <a:pt x="3809" y="227329"/>
                  </a:moveTo>
                  <a:lnTo>
                    <a:pt x="0" y="227329"/>
                  </a:lnTo>
                  <a:lnTo>
                    <a:pt x="0" y="229869"/>
                  </a:lnTo>
                  <a:lnTo>
                    <a:pt x="3809" y="229869"/>
                  </a:lnTo>
                  <a:lnTo>
                    <a:pt x="3809" y="227329"/>
                  </a:lnTo>
                  <a:close/>
                </a:path>
                <a:path w="3809" h="248920">
                  <a:moveTo>
                    <a:pt x="3809" y="229869"/>
                  </a:moveTo>
                  <a:lnTo>
                    <a:pt x="0" y="229869"/>
                  </a:lnTo>
                  <a:lnTo>
                    <a:pt x="0" y="233679"/>
                  </a:lnTo>
                  <a:lnTo>
                    <a:pt x="3809" y="233679"/>
                  </a:lnTo>
                  <a:lnTo>
                    <a:pt x="3809" y="229869"/>
                  </a:lnTo>
                  <a:close/>
                </a:path>
                <a:path w="3809" h="248920">
                  <a:moveTo>
                    <a:pt x="3809" y="233679"/>
                  </a:moveTo>
                  <a:lnTo>
                    <a:pt x="0" y="233679"/>
                  </a:lnTo>
                  <a:lnTo>
                    <a:pt x="0" y="236219"/>
                  </a:lnTo>
                  <a:lnTo>
                    <a:pt x="3809" y="236219"/>
                  </a:lnTo>
                  <a:lnTo>
                    <a:pt x="3809" y="233679"/>
                  </a:lnTo>
                  <a:close/>
                </a:path>
                <a:path w="3809" h="248920">
                  <a:moveTo>
                    <a:pt x="3809" y="236219"/>
                  </a:moveTo>
                  <a:lnTo>
                    <a:pt x="0" y="236219"/>
                  </a:lnTo>
                  <a:lnTo>
                    <a:pt x="0" y="240029"/>
                  </a:lnTo>
                  <a:lnTo>
                    <a:pt x="3809" y="240029"/>
                  </a:lnTo>
                  <a:lnTo>
                    <a:pt x="3809" y="236219"/>
                  </a:lnTo>
                  <a:close/>
                </a:path>
                <a:path w="3809" h="248920">
                  <a:moveTo>
                    <a:pt x="3809" y="240029"/>
                  </a:moveTo>
                  <a:lnTo>
                    <a:pt x="0" y="240029"/>
                  </a:lnTo>
                  <a:lnTo>
                    <a:pt x="0" y="242569"/>
                  </a:lnTo>
                  <a:lnTo>
                    <a:pt x="3809" y="242569"/>
                  </a:lnTo>
                  <a:lnTo>
                    <a:pt x="3809" y="240029"/>
                  </a:lnTo>
                  <a:close/>
                </a:path>
                <a:path w="3809" h="248920">
                  <a:moveTo>
                    <a:pt x="3809" y="242569"/>
                  </a:moveTo>
                  <a:lnTo>
                    <a:pt x="0" y="242569"/>
                  </a:lnTo>
                  <a:lnTo>
                    <a:pt x="0" y="246379"/>
                  </a:lnTo>
                  <a:lnTo>
                    <a:pt x="3809" y="246379"/>
                  </a:lnTo>
                  <a:lnTo>
                    <a:pt x="3809" y="242569"/>
                  </a:lnTo>
                  <a:close/>
                </a:path>
                <a:path w="3809" h="248920">
                  <a:moveTo>
                    <a:pt x="3809" y="246379"/>
                  </a:moveTo>
                  <a:lnTo>
                    <a:pt x="0" y="246379"/>
                  </a:lnTo>
                  <a:lnTo>
                    <a:pt x="0" y="248919"/>
                  </a:lnTo>
                  <a:lnTo>
                    <a:pt x="2540" y="248919"/>
                  </a:lnTo>
                  <a:lnTo>
                    <a:pt x="2540" y="247649"/>
                  </a:lnTo>
                  <a:lnTo>
                    <a:pt x="3809" y="247649"/>
                  </a:lnTo>
                  <a:lnTo>
                    <a:pt x="3809" y="246379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1" name="object 2141"/>
            <p:cNvSpPr/>
            <p:nvPr/>
          </p:nvSpPr>
          <p:spPr>
            <a:xfrm>
              <a:off x="6958330" y="5128259"/>
              <a:ext cx="2540" cy="246379"/>
            </a:xfrm>
            <a:custGeom>
              <a:avLst/>
              <a:gdLst/>
              <a:ahLst/>
              <a:cxnLst/>
              <a:rect l="l" t="t" r="r" b="b"/>
              <a:pathLst>
                <a:path w="2540" h="246379">
                  <a:moveTo>
                    <a:pt x="2540" y="245122"/>
                  </a:moveTo>
                  <a:lnTo>
                    <a:pt x="0" y="245122"/>
                  </a:lnTo>
                  <a:lnTo>
                    <a:pt x="0" y="246380"/>
                  </a:lnTo>
                  <a:lnTo>
                    <a:pt x="2540" y="246380"/>
                  </a:lnTo>
                  <a:lnTo>
                    <a:pt x="2540" y="245122"/>
                  </a:lnTo>
                  <a:close/>
                </a:path>
                <a:path w="2540" h="246379">
                  <a:moveTo>
                    <a:pt x="2540" y="241312"/>
                  </a:moveTo>
                  <a:lnTo>
                    <a:pt x="0" y="241312"/>
                  </a:lnTo>
                  <a:lnTo>
                    <a:pt x="0" y="245110"/>
                  </a:lnTo>
                  <a:lnTo>
                    <a:pt x="2540" y="245110"/>
                  </a:lnTo>
                  <a:lnTo>
                    <a:pt x="2540" y="241312"/>
                  </a:lnTo>
                  <a:close/>
                </a:path>
                <a:path w="2540" h="246379">
                  <a:moveTo>
                    <a:pt x="2540" y="238772"/>
                  </a:moveTo>
                  <a:lnTo>
                    <a:pt x="0" y="238772"/>
                  </a:lnTo>
                  <a:lnTo>
                    <a:pt x="0" y="241300"/>
                  </a:lnTo>
                  <a:lnTo>
                    <a:pt x="2540" y="241300"/>
                  </a:lnTo>
                  <a:lnTo>
                    <a:pt x="2540" y="238772"/>
                  </a:lnTo>
                  <a:close/>
                </a:path>
                <a:path w="2540" h="246379">
                  <a:moveTo>
                    <a:pt x="2540" y="234962"/>
                  </a:moveTo>
                  <a:lnTo>
                    <a:pt x="0" y="234962"/>
                  </a:lnTo>
                  <a:lnTo>
                    <a:pt x="0" y="238760"/>
                  </a:lnTo>
                  <a:lnTo>
                    <a:pt x="2540" y="238760"/>
                  </a:lnTo>
                  <a:lnTo>
                    <a:pt x="2540" y="234962"/>
                  </a:lnTo>
                  <a:close/>
                </a:path>
                <a:path w="2540" h="246379">
                  <a:moveTo>
                    <a:pt x="254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540" y="234950"/>
                  </a:lnTo>
                  <a:lnTo>
                    <a:pt x="2540" y="232422"/>
                  </a:lnTo>
                  <a:close/>
                </a:path>
                <a:path w="2540" h="246379">
                  <a:moveTo>
                    <a:pt x="2540" y="228612"/>
                  </a:moveTo>
                  <a:lnTo>
                    <a:pt x="0" y="228612"/>
                  </a:lnTo>
                  <a:lnTo>
                    <a:pt x="0" y="232410"/>
                  </a:lnTo>
                  <a:lnTo>
                    <a:pt x="2540" y="232410"/>
                  </a:lnTo>
                  <a:lnTo>
                    <a:pt x="2540" y="228612"/>
                  </a:lnTo>
                  <a:close/>
                </a:path>
                <a:path w="2540" h="246379">
                  <a:moveTo>
                    <a:pt x="2540" y="226072"/>
                  </a:moveTo>
                  <a:lnTo>
                    <a:pt x="0" y="226072"/>
                  </a:lnTo>
                  <a:lnTo>
                    <a:pt x="0" y="228600"/>
                  </a:lnTo>
                  <a:lnTo>
                    <a:pt x="2540" y="228600"/>
                  </a:lnTo>
                  <a:lnTo>
                    <a:pt x="2540" y="226072"/>
                  </a:lnTo>
                  <a:close/>
                </a:path>
                <a:path w="2540" h="246379">
                  <a:moveTo>
                    <a:pt x="2540" y="219722"/>
                  </a:moveTo>
                  <a:lnTo>
                    <a:pt x="0" y="219722"/>
                  </a:lnTo>
                  <a:lnTo>
                    <a:pt x="0" y="226060"/>
                  </a:lnTo>
                  <a:lnTo>
                    <a:pt x="2540" y="226060"/>
                  </a:lnTo>
                  <a:lnTo>
                    <a:pt x="2540" y="219722"/>
                  </a:lnTo>
                  <a:close/>
                </a:path>
                <a:path w="2540" h="246379">
                  <a:moveTo>
                    <a:pt x="2540" y="22872"/>
                  </a:moveTo>
                  <a:lnTo>
                    <a:pt x="0" y="22872"/>
                  </a:lnTo>
                  <a:lnTo>
                    <a:pt x="0" y="219710"/>
                  </a:lnTo>
                  <a:lnTo>
                    <a:pt x="2540" y="219710"/>
                  </a:lnTo>
                  <a:lnTo>
                    <a:pt x="2540" y="22872"/>
                  </a:lnTo>
                  <a:close/>
                </a:path>
                <a:path w="2540" h="246379">
                  <a:moveTo>
                    <a:pt x="2540" y="17792"/>
                  </a:moveTo>
                  <a:lnTo>
                    <a:pt x="0" y="17792"/>
                  </a:lnTo>
                  <a:lnTo>
                    <a:pt x="0" y="22860"/>
                  </a:lnTo>
                  <a:lnTo>
                    <a:pt x="2540" y="22860"/>
                  </a:lnTo>
                  <a:lnTo>
                    <a:pt x="2540" y="17792"/>
                  </a:lnTo>
                  <a:close/>
                </a:path>
                <a:path w="2540" h="246379">
                  <a:moveTo>
                    <a:pt x="254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2540" y="17780"/>
                  </a:lnTo>
                  <a:lnTo>
                    <a:pt x="2540" y="11442"/>
                  </a:lnTo>
                  <a:close/>
                </a:path>
                <a:path w="2540" h="246379">
                  <a:moveTo>
                    <a:pt x="254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5092"/>
                  </a:lnTo>
                  <a:close/>
                </a:path>
                <a:path w="2540" h="246379">
                  <a:moveTo>
                    <a:pt x="25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8F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2" name="object 2142"/>
            <p:cNvSpPr/>
            <p:nvPr/>
          </p:nvSpPr>
          <p:spPr>
            <a:xfrm>
              <a:off x="6960870" y="5128259"/>
              <a:ext cx="3810" cy="246379"/>
            </a:xfrm>
            <a:custGeom>
              <a:avLst/>
              <a:gdLst/>
              <a:ahLst/>
              <a:cxnLst/>
              <a:rect l="l" t="t" r="r" b="b"/>
              <a:pathLst>
                <a:path w="3809" h="246379">
                  <a:moveTo>
                    <a:pt x="2540" y="245122"/>
                  </a:moveTo>
                  <a:lnTo>
                    <a:pt x="0" y="245122"/>
                  </a:lnTo>
                  <a:lnTo>
                    <a:pt x="0" y="246380"/>
                  </a:lnTo>
                  <a:lnTo>
                    <a:pt x="2540" y="246380"/>
                  </a:lnTo>
                  <a:lnTo>
                    <a:pt x="2540" y="245122"/>
                  </a:lnTo>
                  <a:close/>
                </a:path>
                <a:path w="3809" h="246379">
                  <a:moveTo>
                    <a:pt x="3810" y="241312"/>
                  </a:moveTo>
                  <a:lnTo>
                    <a:pt x="0" y="24131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1312"/>
                  </a:lnTo>
                  <a:close/>
                </a:path>
                <a:path w="3809" h="246379">
                  <a:moveTo>
                    <a:pt x="3810" y="238772"/>
                  </a:moveTo>
                  <a:lnTo>
                    <a:pt x="0" y="23877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8772"/>
                  </a:lnTo>
                  <a:close/>
                </a:path>
                <a:path w="3809" h="246379">
                  <a:moveTo>
                    <a:pt x="3810" y="234962"/>
                  </a:moveTo>
                  <a:lnTo>
                    <a:pt x="0" y="23496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4962"/>
                  </a:lnTo>
                  <a:close/>
                </a:path>
                <a:path w="3809" h="246379">
                  <a:moveTo>
                    <a:pt x="38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2422"/>
                  </a:lnTo>
                  <a:close/>
                </a:path>
                <a:path w="3809" h="246379">
                  <a:moveTo>
                    <a:pt x="3810" y="228612"/>
                  </a:moveTo>
                  <a:lnTo>
                    <a:pt x="0" y="22861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8612"/>
                  </a:lnTo>
                  <a:close/>
                </a:path>
                <a:path w="3809" h="246379">
                  <a:moveTo>
                    <a:pt x="3810" y="226072"/>
                  </a:moveTo>
                  <a:lnTo>
                    <a:pt x="0" y="22607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6072"/>
                  </a:lnTo>
                  <a:close/>
                </a:path>
                <a:path w="3809" h="246379">
                  <a:moveTo>
                    <a:pt x="3810" y="219722"/>
                  </a:moveTo>
                  <a:lnTo>
                    <a:pt x="0" y="21972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19722"/>
                  </a:lnTo>
                  <a:close/>
                </a:path>
                <a:path w="3809" h="246379">
                  <a:moveTo>
                    <a:pt x="3810" y="22872"/>
                  </a:moveTo>
                  <a:lnTo>
                    <a:pt x="0" y="2287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2872"/>
                  </a:lnTo>
                  <a:close/>
                </a:path>
                <a:path w="3809" h="246379">
                  <a:moveTo>
                    <a:pt x="3810" y="17792"/>
                  </a:moveTo>
                  <a:lnTo>
                    <a:pt x="0" y="1779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7792"/>
                  </a:lnTo>
                  <a:close/>
                </a:path>
                <a:path w="3809" h="24637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09" h="24637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09" h="24637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3" name="object 2143"/>
            <p:cNvSpPr/>
            <p:nvPr/>
          </p:nvSpPr>
          <p:spPr>
            <a:xfrm>
              <a:off x="6964680" y="5128259"/>
              <a:ext cx="3810" cy="219710"/>
            </a:xfrm>
            <a:custGeom>
              <a:avLst/>
              <a:gdLst/>
              <a:ahLst/>
              <a:cxnLst/>
              <a:rect l="l" t="t" r="r" b="b"/>
              <a:pathLst>
                <a:path w="3809" h="219710">
                  <a:moveTo>
                    <a:pt x="3810" y="22872"/>
                  </a:moveTo>
                  <a:lnTo>
                    <a:pt x="0" y="2287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2872"/>
                  </a:lnTo>
                  <a:close/>
                </a:path>
                <a:path w="3809" h="219710">
                  <a:moveTo>
                    <a:pt x="3810" y="17792"/>
                  </a:moveTo>
                  <a:lnTo>
                    <a:pt x="0" y="1779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7792"/>
                  </a:lnTo>
                  <a:close/>
                </a:path>
                <a:path w="3809" h="219710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09" h="219710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09" h="219710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4" name="object 2144"/>
            <p:cNvSpPr/>
            <p:nvPr/>
          </p:nvSpPr>
          <p:spPr>
            <a:xfrm>
              <a:off x="6968490" y="5128259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09" h="245110">
                  <a:moveTo>
                    <a:pt x="3810" y="241312"/>
                  </a:moveTo>
                  <a:lnTo>
                    <a:pt x="0" y="24131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1312"/>
                  </a:lnTo>
                  <a:close/>
                </a:path>
                <a:path w="3809" h="245110">
                  <a:moveTo>
                    <a:pt x="3810" y="238772"/>
                  </a:moveTo>
                  <a:lnTo>
                    <a:pt x="0" y="23877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8772"/>
                  </a:lnTo>
                  <a:close/>
                </a:path>
                <a:path w="3809" h="245110">
                  <a:moveTo>
                    <a:pt x="3810" y="234962"/>
                  </a:moveTo>
                  <a:lnTo>
                    <a:pt x="0" y="23496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4962"/>
                  </a:lnTo>
                  <a:close/>
                </a:path>
                <a:path w="3809" h="245110">
                  <a:moveTo>
                    <a:pt x="38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2422"/>
                  </a:lnTo>
                  <a:close/>
                </a:path>
                <a:path w="3809" h="245110">
                  <a:moveTo>
                    <a:pt x="3810" y="228612"/>
                  </a:moveTo>
                  <a:lnTo>
                    <a:pt x="0" y="22861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8612"/>
                  </a:lnTo>
                  <a:close/>
                </a:path>
                <a:path w="3809" h="245110">
                  <a:moveTo>
                    <a:pt x="3810" y="226072"/>
                  </a:moveTo>
                  <a:lnTo>
                    <a:pt x="0" y="22607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6072"/>
                  </a:lnTo>
                  <a:close/>
                </a:path>
                <a:path w="3809" h="245110">
                  <a:moveTo>
                    <a:pt x="3810" y="219722"/>
                  </a:moveTo>
                  <a:lnTo>
                    <a:pt x="0" y="21972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19722"/>
                  </a:lnTo>
                  <a:close/>
                </a:path>
                <a:path w="3809" h="245110">
                  <a:moveTo>
                    <a:pt x="3810" y="22872"/>
                  </a:moveTo>
                  <a:lnTo>
                    <a:pt x="0" y="2287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2872"/>
                  </a:lnTo>
                  <a:close/>
                </a:path>
                <a:path w="3809" h="245110">
                  <a:moveTo>
                    <a:pt x="3810" y="17792"/>
                  </a:moveTo>
                  <a:lnTo>
                    <a:pt x="0" y="1779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7792"/>
                  </a:lnTo>
                  <a:close/>
                </a:path>
                <a:path w="3809" h="245110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09" h="245110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09" h="245110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7A6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5" name="object 2145"/>
            <p:cNvSpPr/>
            <p:nvPr/>
          </p:nvSpPr>
          <p:spPr>
            <a:xfrm>
              <a:off x="6972300" y="5128259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09" h="245110">
                  <a:moveTo>
                    <a:pt x="254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09" h="245110">
                  <a:moveTo>
                    <a:pt x="380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5080"/>
                  </a:lnTo>
                  <a:close/>
                </a:path>
                <a:path w="3809" h="245110">
                  <a:moveTo>
                    <a:pt x="380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1430"/>
                  </a:lnTo>
                  <a:close/>
                </a:path>
                <a:path w="3809" h="245110">
                  <a:moveTo>
                    <a:pt x="3809" y="17780"/>
                  </a:moveTo>
                  <a:lnTo>
                    <a:pt x="0" y="17780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17780"/>
                  </a:lnTo>
                  <a:close/>
                </a:path>
                <a:path w="3809" h="245110">
                  <a:moveTo>
                    <a:pt x="3809" y="22860"/>
                  </a:moveTo>
                  <a:lnTo>
                    <a:pt x="0" y="22860"/>
                  </a:lnTo>
                  <a:lnTo>
                    <a:pt x="0" y="219709"/>
                  </a:lnTo>
                  <a:lnTo>
                    <a:pt x="3809" y="219709"/>
                  </a:lnTo>
                  <a:lnTo>
                    <a:pt x="3809" y="22860"/>
                  </a:lnTo>
                  <a:close/>
                </a:path>
                <a:path w="3809" h="245110">
                  <a:moveTo>
                    <a:pt x="3809" y="219709"/>
                  </a:moveTo>
                  <a:lnTo>
                    <a:pt x="0" y="219709"/>
                  </a:lnTo>
                  <a:lnTo>
                    <a:pt x="0" y="226059"/>
                  </a:lnTo>
                  <a:lnTo>
                    <a:pt x="3809" y="226059"/>
                  </a:lnTo>
                  <a:lnTo>
                    <a:pt x="3809" y="219709"/>
                  </a:lnTo>
                  <a:close/>
                </a:path>
                <a:path w="3809" h="245110">
                  <a:moveTo>
                    <a:pt x="3809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3809" y="228599"/>
                  </a:lnTo>
                  <a:lnTo>
                    <a:pt x="3809" y="226059"/>
                  </a:lnTo>
                  <a:close/>
                </a:path>
                <a:path w="3809" h="245110">
                  <a:moveTo>
                    <a:pt x="3809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3809" y="232409"/>
                  </a:lnTo>
                  <a:lnTo>
                    <a:pt x="3809" y="228600"/>
                  </a:lnTo>
                  <a:close/>
                </a:path>
                <a:path w="3809" h="245110">
                  <a:moveTo>
                    <a:pt x="3809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3809" y="234949"/>
                  </a:lnTo>
                  <a:lnTo>
                    <a:pt x="3809" y="232409"/>
                  </a:lnTo>
                  <a:close/>
                </a:path>
                <a:path w="3809" h="245110">
                  <a:moveTo>
                    <a:pt x="3809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3809" y="238759"/>
                  </a:lnTo>
                  <a:lnTo>
                    <a:pt x="3809" y="234950"/>
                  </a:lnTo>
                  <a:close/>
                </a:path>
                <a:path w="3809" h="245110">
                  <a:moveTo>
                    <a:pt x="3809" y="238759"/>
                  </a:moveTo>
                  <a:lnTo>
                    <a:pt x="0" y="238759"/>
                  </a:lnTo>
                  <a:lnTo>
                    <a:pt x="0" y="241299"/>
                  </a:lnTo>
                  <a:lnTo>
                    <a:pt x="3809" y="241299"/>
                  </a:lnTo>
                  <a:lnTo>
                    <a:pt x="3809" y="238759"/>
                  </a:lnTo>
                  <a:close/>
                </a:path>
                <a:path w="3809" h="245110">
                  <a:moveTo>
                    <a:pt x="3809" y="241300"/>
                  </a:moveTo>
                  <a:lnTo>
                    <a:pt x="0" y="241300"/>
                  </a:lnTo>
                  <a:lnTo>
                    <a:pt x="0" y="245109"/>
                  </a:lnTo>
                  <a:lnTo>
                    <a:pt x="3809" y="245109"/>
                  </a:lnTo>
                  <a:lnTo>
                    <a:pt x="3809" y="241300"/>
                  </a:lnTo>
                  <a:close/>
                </a:path>
              </a:pathLst>
            </a:custGeom>
            <a:solidFill>
              <a:srgbClr val="99A8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6" name="object 2146"/>
            <p:cNvSpPr/>
            <p:nvPr/>
          </p:nvSpPr>
          <p:spPr>
            <a:xfrm>
              <a:off x="6976110" y="5129530"/>
              <a:ext cx="3810" cy="218440"/>
            </a:xfrm>
            <a:custGeom>
              <a:avLst/>
              <a:gdLst/>
              <a:ahLst/>
              <a:cxnLst/>
              <a:rect l="l" t="t" r="r" b="b"/>
              <a:pathLst>
                <a:path w="3809" h="218439">
                  <a:moveTo>
                    <a:pt x="3810" y="21602"/>
                  </a:moveTo>
                  <a:lnTo>
                    <a:pt x="0" y="21602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602"/>
                  </a:lnTo>
                  <a:close/>
                </a:path>
                <a:path w="3809" h="218439">
                  <a:moveTo>
                    <a:pt x="3810" y="16522"/>
                  </a:moveTo>
                  <a:lnTo>
                    <a:pt x="0" y="1652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6522"/>
                  </a:lnTo>
                  <a:close/>
                </a:path>
                <a:path w="3809" h="218439">
                  <a:moveTo>
                    <a:pt x="381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72"/>
                  </a:lnTo>
                  <a:close/>
                </a:path>
                <a:path w="3809" h="218439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09" h="218439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CA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7" name="object 2147"/>
            <p:cNvSpPr/>
            <p:nvPr/>
          </p:nvSpPr>
          <p:spPr>
            <a:xfrm>
              <a:off x="6979920" y="5129530"/>
              <a:ext cx="2540" cy="243840"/>
            </a:xfrm>
            <a:custGeom>
              <a:avLst/>
              <a:gdLst/>
              <a:ahLst/>
              <a:cxnLst/>
              <a:rect l="l" t="t" r="r" b="b"/>
              <a:pathLst>
                <a:path w="2540" h="243839">
                  <a:moveTo>
                    <a:pt x="127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39" y="3810"/>
                  </a:lnTo>
                  <a:lnTo>
                    <a:pt x="2539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2540" h="243839">
                  <a:moveTo>
                    <a:pt x="253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2539" y="10160"/>
                  </a:lnTo>
                  <a:lnTo>
                    <a:pt x="2539" y="3810"/>
                  </a:lnTo>
                  <a:close/>
                </a:path>
                <a:path w="2540" h="243839">
                  <a:moveTo>
                    <a:pt x="253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2539" y="16510"/>
                  </a:lnTo>
                  <a:lnTo>
                    <a:pt x="2539" y="10160"/>
                  </a:lnTo>
                  <a:close/>
                </a:path>
                <a:path w="2540" h="243839">
                  <a:moveTo>
                    <a:pt x="2539" y="16510"/>
                  </a:moveTo>
                  <a:lnTo>
                    <a:pt x="0" y="16510"/>
                  </a:lnTo>
                  <a:lnTo>
                    <a:pt x="0" y="21590"/>
                  </a:lnTo>
                  <a:lnTo>
                    <a:pt x="2539" y="21590"/>
                  </a:lnTo>
                  <a:lnTo>
                    <a:pt x="2539" y="16510"/>
                  </a:lnTo>
                  <a:close/>
                </a:path>
                <a:path w="2540" h="243839">
                  <a:moveTo>
                    <a:pt x="2539" y="21590"/>
                  </a:moveTo>
                  <a:lnTo>
                    <a:pt x="0" y="21590"/>
                  </a:lnTo>
                  <a:lnTo>
                    <a:pt x="0" y="218440"/>
                  </a:lnTo>
                  <a:lnTo>
                    <a:pt x="2539" y="218440"/>
                  </a:lnTo>
                  <a:lnTo>
                    <a:pt x="2539" y="21590"/>
                  </a:lnTo>
                  <a:close/>
                </a:path>
                <a:path w="2540" h="243839">
                  <a:moveTo>
                    <a:pt x="2539" y="218440"/>
                  </a:moveTo>
                  <a:lnTo>
                    <a:pt x="0" y="218440"/>
                  </a:lnTo>
                  <a:lnTo>
                    <a:pt x="0" y="224790"/>
                  </a:lnTo>
                  <a:lnTo>
                    <a:pt x="2539" y="224790"/>
                  </a:lnTo>
                  <a:lnTo>
                    <a:pt x="2539" y="218440"/>
                  </a:lnTo>
                  <a:close/>
                </a:path>
                <a:path w="2540" h="243839">
                  <a:moveTo>
                    <a:pt x="2539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2539" y="227330"/>
                  </a:lnTo>
                  <a:lnTo>
                    <a:pt x="2539" y="224790"/>
                  </a:lnTo>
                  <a:close/>
                </a:path>
                <a:path w="2540" h="243839">
                  <a:moveTo>
                    <a:pt x="2539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2539" y="231140"/>
                  </a:lnTo>
                  <a:lnTo>
                    <a:pt x="2539" y="227330"/>
                  </a:lnTo>
                  <a:close/>
                </a:path>
                <a:path w="2540" h="243839">
                  <a:moveTo>
                    <a:pt x="2539" y="231140"/>
                  </a:moveTo>
                  <a:lnTo>
                    <a:pt x="0" y="231140"/>
                  </a:lnTo>
                  <a:lnTo>
                    <a:pt x="0" y="233680"/>
                  </a:lnTo>
                  <a:lnTo>
                    <a:pt x="2539" y="233680"/>
                  </a:lnTo>
                  <a:lnTo>
                    <a:pt x="2539" y="231140"/>
                  </a:lnTo>
                  <a:close/>
                </a:path>
                <a:path w="2540" h="243839">
                  <a:moveTo>
                    <a:pt x="2539" y="233680"/>
                  </a:moveTo>
                  <a:lnTo>
                    <a:pt x="0" y="233680"/>
                  </a:lnTo>
                  <a:lnTo>
                    <a:pt x="0" y="237490"/>
                  </a:lnTo>
                  <a:lnTo>
                    <a:pt x="2539" y="237490"/>
                  </a:lnTo>
                  <a:lnTo>
                    <a:pt x="2539" y="233680"/>
                  </a:lnTo>
                  <a:close/>
                </a:path>
                <a:path w="2540" h="243839">
                  <a:moveTo>
                    <a:pt x="2539" y="237490"/>
                  </a:moveTo>
                  <a:lnTo>
                    <a:pt x="0" y="237490"/>
                  </a:lnTo>
                  <a:lnTo>
                    <a:pt x="0" y="240030"/>
                  </a:lnTo>
                  <a:lnTo>
                    <a:pt x="2539" y="240030"/>
                  </a:lnTo>
                  <a:lnTo>
                    <a:pt x="2539" y="237490"/>
                  </a:lnTo>
                  <a:close/>
                </a:path>
                <a:path w="2540" h="243839">
                  <a:moveTo>
                    <a:pt x="2539" y="240030"/>
                  </a:moveTo>
                  <a:lnTo>
                    <a:pt x="0" y="240030"/>
                  </a:lnTo>
                  <a:lnTo>
                    <a:pt x="0" y="243840"/>
                  </a:lnTo>
                  <a:lnTo>
                    <a:pt x="1270" y="243840"/>
                  </a:lnTo>
                  <a:lnTo>
                    <a:pt x="1270" y="242570"/>
                  </a:lnTo>
                  <a:lnTo>
                    <a:pt x="2539" y="242570"/>
                  </a:lnTo>
                  <a:lnTo>
                    <a:pt x="2539" y="240030"/>
                  </a:lnTo>
                  <a:close/>
                </a:path>
              </a:pathLst>
            </a:custGeom>
            <a:solidFill>
              <a:srgbClr val="9FA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8" name="object 2148"/>
            <p:cNvSpPr/>
            <p:nvPr/>
          </p:nvSpPr>
          <p:spPr>
            <a:xfrm>
              <a:off x="6982460" y="5130800"/>
              <a:ext cx="3810" cy="241300"/>
            </a:xfrm>
            <a:custGeom>
              <a:avLst/>
              <a:gdLst/>
              <a:ahLst/>
              <a:cxnLst/>
              <a:rect l="l" t="t" r="r" b="b"/>
              <a:pathLst>
                <a:path w="3809" h="241300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09" h="241300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09" h="241300">
                  <a:moveTo>
                    <a:pt x="381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8890"/>
                  </a:lnTo>
                  <a:close/>
                </a:path>
                <a:path w="3809" h="241300">
                  <a:moveTo>
                    <a:pt x="3810" y="15240"/>
                  </a:moveTo>
                  <a:lnTo>
                    <a:pt x="0" y="15240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5240"/>
                  </a:lnTo>
                  <a:close/>
                </a:path>
                <a:path w="3809" h="241300">
                  <a:moveTo>
                    <a:pt x="3810" y="20320"/>
                  </a:moveTo>
                  <a:lnTo>
                    <a:pt x="0" y="20320"/>
                  </a:lnTo>
                  <a:lnTo>
                    <a:pt x="0" y="217169"/>
                  </a:lnTo>
                  <a:lnTo>
                    <a:pt x="3810" y="217169"/>
                  </a:lnTo>
                  <a:lnTo>
                    <a:pt x="3810" y="20320"/>
                  </a:lnTo>
                  <a:close/>
                </a:path>
                <a:path w="3809" h="241300">
                  <a:moveTo>
                    <a:pt x="3810" y="217170"/>
                  </a:moveTo>
                  <a:lnTo>
                    <a:pt x="0" y="217170"/>
                  </a:lnTo>
                  <a:lnTo>
                    <a:pt x="0" y="223519"/>
                  </a:lnTo>
                  <a:lnTo>
                    <a:pt x="3810" y="223519"/>
                  </a:lnTo>
                  <a:lnTo>
                    <a:pt x="3810" y="217170"/>
                  </a:lnTo>
                  <a:close/>
                </a:path>
                <a:path w="3809" h="241300">
                  <a:moveTo>
                    <a:pt x="3810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23520"/>
                  </a:lnTo>
                  <a:close/>
                </a:path>
                <a:path w="3809" h="241300">
                  <a:moveTo>
                    <a:pt x="3810" y="226060"/>
                  </a:moveTo>
                  <a:lnTo>
                    <a:pt x="0" y="226060"/>
                  </a:lnTo>
                  <a:lnTo>
                    <a:pt x="0" y="229869"/>
                  </a:lnTo>
                  <a:lnTo>
                    <a:pt x="3810" y="229869"/>
                  </a:lnTo>
                  <a:lnTo>
                    <a:pt x="3810" y="226060"/>
                  </a:lnTo>
                  <a:close/>
                </a:path>
                <a:path w="3809" h="241300">
                  <a:moveTo>
                    <a:pt x="3810" y="229870"/>
                  </a:moveTo>
                  <a:lnTo>
                    <a:pt x="0" y="22987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9870"/>
                  </a:lnTo>
                  <a:close/>
                </a:path>
                <a:path w="3809" h="241300">
                  <a:moveTo>
                    <a:pt x="3810" y="232410"/>
                  </a:moveTo>
                  <a:lnTo>
                    <a:pt x="0" y="232410"/>
                  </a:lnTo>
                  <a:lnTo>
                    <a:pt x="0" y="236219"/>
                  </a:lnTo>
                  <a:lnTo>
                    <a:pt x="3810" y="236219"/>
                  </a:lnTo>
                  <a:lnTo>
                    <a:pt x="3810" y="232410"/>
                  </a:lnTo>
                  <a:close/>
                </a:path>
                <a:path w="3809" h="241300">
                  <a:moveTo>
                    <a:pt x="3810" y="236220"/>
                  </a:moveTo>
                  <a:lnTo>
                    <a:pt x="0" y="236220"/>
                  </a:lnTo>
                  <a:lnTo>
                    <a:pt x="0" y="238759"/>
                  </a:lnTo>
                  <a:lnTo>
                    <a:pt x="3810" y="238759"/>
                  </a:lnTo>
                  <a:lnTo>
                    <a:pt x="3810" y="236220"/>
                  </a:lnTo>
                  <a:close/>
                </a:path>
                <a:path w="3809" h="241300">
                  <a:moveTo>
                    <a:pt x="3810" y="238760"/>
                  </a:moveTo>
                  <a:lnTo>
                    <a:pt x="0" y="238760"/>
                  </a:lnTo>
                  <a:lnTo>
                    <a:pt x="0" y="241300"/>
                  </a:lnTo>
                  <a:lnTo>
                    <a:pt x="2540" y="241300"/>
                  </a:lnTo>
                  <a:lnTo>
                    <a:pt x="2540" y="240030"/>
                  </a:lnTo>
                  <a:lnTo>
                    <a:pt x="3810" y="240030"/>
                  </a:lnTo>
                  <a:lnTo>
                    <a:pt x="3810" y="238760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9" name="object 2149"/>
            <p:cNvSpPr/>
            <p:nvPr/>
          </p:nvSpPr>
          <p:spPr>
            <a:xfrm>
              <a:off x="6986270" y="5130800"/>
              <a:ext cx="3810" cy="240029"/>
            </a:xfrm>
            <a:custGeom>
              <a:avLst/>
              <a:gdLst/>
              <a:ahLst/>
              <a:cxnLst/>
              <a:rect l="l" t="t" r="r" b="b"/>
              <a:pathLst>
                <a:path w="3809" h="240029">
                  <a:moveTo>
                    <a:pt x="3810" y="238772"/>
                  </a:moveTo>
                  <a:lnTo>
                    <a:pt x="0" y="23877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8772"/>
                  </a:lnTo>
                  <a:close/>
                </a:path>
                <a:path w="3809" h="240029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09" h="240029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09" h="240029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09" h="240029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09" h="240029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09" h="240029">
                  <a:moveTo>
                    <a:pt x="3810" y="217182"/>
                  </a:moveTo>
                  <a:lnTo>
                    <a:pt x="0" y="21718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7182"/>
                  </a:lnTo>
                  <a:close/>
                </a:path>
                <a:path w="3809" h="240029">
                  <a:moveTo>
                    <a:pt x="3810" y="20332"/>
                  </a:moveTo>
                  <a:lnTo>
                    <a:pt x="0" y="2033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20332"/>
                  </a:lnTo>
                  <a:close/>
                </a:path>
                <a:path w="3809" h="240029">
                  <a:moveTo>
                    <a:pt x="3810" y="15252"/>
                  </a:moveTo>
                  <a:lnTo>
                    <a:pt x="0" y="1525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5252"/>
                  </a:lnTo>
                  <a:close/>
                </a:path>
                <a:path w="3809" h="240029">
                  <a:moveTo>
                    <a:pt x="381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8902"/>
                  </a:lnTo>
                  <a:close/>
                </a:path>
                <a:path w="3809" h="240029">
                  <a:moveTo>
                    <a:pt x="381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2552"/>
                  </a:lnTo>
                  <a:close/>
                </a:path>
                <a:path w="3809" h="240029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0" name="object 2150"/>
            <p:cNvSpPr/>
            <p:nvPr/>
          </p:nvSpPr>
          <p:spPr>
            <a:xfrm>
              <a:off x="6990080" y="5130800"/>
              <a:ext cx="3810" cy="238760"/>
            </a:xfrm>
            <a:custGeom>
              <a:avLst/>
              <a:gdLst/>
              <a:ahLst/>
              <a:cxnLst/>
              <a:rect l="l" t="t" r="r" b="b"/>
              <a:pathLst>
                <a:path w="3809" h="238760">
                  <a:moveTo>
                    <a:pt x="127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238760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09" h="238760">
                  <a:moveTo>
                    <a:pt x="381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8890"/>
                  </a:lnTo>
                  <a:close/>
                </a:path>
                <a:path w="3809" h="238760">
                  <a:moveTo>
                    <a:pt x="3810" y="15240"/>
                  </a:moveTo>
                  <a:lnTo>
                    <a:pt x="0" y="15240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5240"/>
                  </a:lnTo>
                  <a:close/>
                </a:path>
                <a:path w="3809" h="238760">
                  <a:moveTo>
                    <a:pt x="3810" y="20320"/>
                  </a:moveTo>
                  <a:lnTo>
                    <a:pt x="0" y="20320"/>
                  </a:lnTo>
                  <a:lnTo>
                    <a:pt x="0" y="217169"/>
                  </a:lnTo>
                  <a:lnTo>
                    <a:pt x="3810" y="217169"/>
                  </a:lnTo>
                  <a:lnTo>
                    <a:pt x="3810" y="20320"/>
                  </a:lnTo>
                  <a:close/>
                </a:path>
                <a:path w="3809" h="238760">
                  <a:moveTo>
                    <a:pt x="3810" y="217170"/>
                  </a:moveTo>
                  <a:lnTo>
                    <a:pt x="0" y="217170"/>
                  </a:lnTo>
                  <a:lnTo>
                    <a:pt x="0" y="223519"/>
                  </a:lnTo>
                  <a:lnTo>
                    <a:pt x="3810" y="223519"/>
                  </a:lnTo>
                  <a:lnTo>
                    <a:pt x="3810" y="217170"/>
                  </a:lnTo>
                  <a:close/>
                </a:path>
                <a:path w="3809" h="238760">
                  <a:moveTo>
                    <a:pt x="3810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23520"/>
                  </a:lnTo>
                  <a:close/>
                </a:path>
                <a:path w="3809" h="238760">
                  <a:moveTo>
                    <a:pt x="3810" y="226060"/>
                  </a:moveTo>
                  <a:lnTo>
                    <a:pt x="0" y="226060"/>
                  </a:lnTo>
                  <a:lnTo>
                    <a:pt x="0" y="229869"/>
                  </a:lnTo>
                  <a:lnTo>
                    <a:pt x="3810" y="229869"/>
                  </a:lnTo>
                  <a:lnTo>
                    <a:pt x="3810" y="226060"/>
                  </a:lnTo>
                  <a:close/>
                </a:path>
                <a:path w="3809" h="238760">
                  <a:moveTo>
                    <a:pt x="3810" y="229870"/>
                  </a:moveTo>
                  <a:lnTo>
                    <a:pt x="0" y="22987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9870"/>
                  </a:lnTo>
                  <a:close/>
                </a:path>
                <a:path w="3809" h="238760">
                  <a:moveTo>
                    <a:pt x="3810" y="232410"/>
                  </a:moveTo>
                  <a:lnTo>
                    <a:pt x="0" y="232410"/>
                  </a:lnTo>
                  <a:lnTo>
                    <a:pt x="0" y="236219"/>
                  </a:lnTo>
                  <a:lnTo>
                    <a:pt x="3810" y="236219"/>
                  </a:lnTo>
                  <a:lnTo>
                    <a:pt x="3810" y="232410"/>
                  </a:lnTo>
                  <a:close/>
                </a:path>
                <a:path w="3809" h="238760">
                  <a:moveTo>
                    <a:pt x="3810" y="236220"/>
                  </a:moveTo>
                  <a:lnTo>
                    <a:pt x="0" y="236220"/>
                  </a:lnTo>
                  <a:lnTo>
                    <a:pt x="0" y="238759"/>
                  </a:lnTo>
                  <a:lnTo>
                    <a:pt x="3810" y="238759"/>
                  </a:lnTo>
                  <a:lnTo>
                    <a:pt x="3810" y="236220"/>
                  </a:lnTo>
                  <a:close/>
                </a:path>
              </a:pathLst>
            </a:custGeom>
            <a:solidFill>
              <a:srgbClr val="A7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1" name="object 2151"/>
            <p:cNvSpPr/>
            <p:nvPr/>
          </p:nvSpPr>
          <p:spPr>
            <a:xfrm>
              <a:off x="6993890" y="5132070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09" h="237489">
                  <a:moveTo>
                    <a:pt x="380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09" h="237489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09" h="237489">
                  <a:moveTo>
                    <a:pt x="380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7619"/>
                  </a:lnTo>
                  <a:close/>
                </a:path>
                <a:path w="3809" h="237489">
                  <a:moveTo>
                    <a:pt x="3809" y="13969"/>
                  </a:moveTo>
                  <a:lnTo>
                    <a:pt x="0" y="1396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3969"/>
                  </a:lnTo>
                  <a:close/>
                </a:path>
                <a:path w="3809" h="237489">
                  <a:moveTo>
                    <a:pt x="3809" y="19050"/>
                  </a:moveTo>
                  <a:lnTo>
                    <a:pt x="0" y="19050"/>
                  </a:lnTo>
                  <a:lnTo>
                    <a:pt x="0" y="215899"/>
                  </a:lnTo>
                  <a:lnTo>
                    <a:pt x="3809" y="215899"/>
                  </a:lnTo>
                  <a:lnTo>
                    <a:pt x="3809" y="19050"/>
                  </a:lnTo>
                  <a:close/>
                </a:path>
                <a:path w="3809" h="237489">
                  <a:moveTo>
                    <a:pt x="3809" y="215899"/>
                  </a:moveTo>
                  <a:lnTo>
                    <a:pt x="0" y="215899"/>
                  </a:lnTo>
                  <a:lnTo>
                    <a:pt x="0" y="222249"/>
                  </a:lnTo>
                  <a:lnTo>
                    <a:pt x="3809" y="222249"/>
                  </a:lnTo>
                  <a:lnTo>
                    <a:pt x="3809" y="215899"/>
                  </a:lnTo>
                  <a:close/>
                </a:path>
                <a:path w="3809" h="237489">
                  <a:moveTo>
                    <a:pt x="3809" y="222249"/>
                  </a:moveTo>
                  <a:lnTo>
                    <a:pt x="0" y="222249"/>
                  </a:lnTo>
                  <a:lnTo>
                    <a:pt x="0" y="224789"/>
                  </a:lnTo>
                  <a:lnTo>
                    <a:pt x="3809" y="224789"/>
                  </a:lnTo>
                  <a:lnTo>
                    <a:pt x="3809" y="222249"/>
                  </a:lnTo>
                  <a:close/>
                </a:path>
                <a:path w="3809" h="237489">
                  <a:moveTo>
                    <a:pt x="3809" y="224789"/>
                  </a:moveTo>
                  <a:lnTo>
                    <a:pt x="0" y="224789"/>
                  </a:lnTo>
                  <a:lnTo>
                    <a:pt x="0" y="228599"/>
                  </a:lnTo>
                  <a:lnTo>
                    <a:pt x="3809" y="228599"/>
                  </a:lnTo>
                  <a:lnTo>
                    <a:pt x="3809" y="224789"/>
                  </a:lnTo>
                  <a:close/>
                </a:path>
                <a:path w="3809" h="237489">
                  <a:moveTo>
                    <a:pt x="3809" y="228599"/>
                  </a:moveTo>
                  <a:lnTo>
                    <a:pt x="0" y="228599"/>
                  </a:lnTo>
                  <a:lnTo>
                    <a:pt x="0" y="231139"/>
                  </a:lnTo>
                  <a:lnTo>
                    <a:pt x="3809" y="231139"/>
                  </a:lnTo>
                  <a:lnTo>
                    <a:pt x="3809" y="228599"/>
                  </a:lnTo>
                  <a:close/>
                </a:path>
                <a:path w="3809" h="237489">
                  <a:moveTo>
                    <a:pt x="3809" y="231139"/>
                  </a:moveTo>
                  <a:lnTo>
                    <a:pt x="0" y="231139"/>
                  </a:lnTo>
                  <a:lnTo>
                    <a:pt x="0" y="234949"/>
                  </a:lnTo>
                  <a:lnTo>
                    <a:pt x="3809" y="234949"/>
                  </a:lnTo>
                  <a:lnTo>
                    <a:pt x="3809" y="231139"/>
                  </a:lnTo>
                  <a:close/>
                </a:path>
                <a:path w="3809" h="237489">
                  <a:moveTo>
                    <a:pt x="3809" y="234949"/>
                  </a:moveTo>
                  <a:lnTo>
                    <a:pt x="0" y="234949"/>
                  </a:lnTo>
                  <a:lnTo>
                    <a:pt x="0" y="237489"/>
                  </a:lnTo>
                  <a:lnTo>
                    <a:pt x="1269" y="237489"/>
                  </a:lnTo>
                  <a:lnTo>
                    <a:pt x="1269" y="236219"/>
                  </a:lnTo>
                  <a:lnTo>
                    <a:pt x="3809" y="236219"/>
                  </a:lnTo>
                  <a:lnTo>
                    <a:pt x="3809" y="234949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2" name="object 2152"/>
            <p:cNvSpPr/>
            <p:nvPr/>
          </p:nvSpPr>
          <p:spPr>
            <a:xfrm>
              <a:off x="6997700" y="5132069"/>
              <a:ext cx="3810" cy="236220"/>
            </a:xfrm>
            <a:custGeom>
              <a:avLst/>
              <a:gdLst/>
              <a:ahLst/>
              <a:cxnLst/>
              <a:rect l="l" t="t" r="r" b="b"/>
              <a:pathLst>
                <a:path w="3809" h="236220">
                  <a:moveTo>
                    <a:pt x="1257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57" y="1270"/>
                  </a:lnTo>
                  <a:lnTo>
                    <a:pt x="1257" y="0"/>
                  </a:lnTo>
                  <a:close/>
                </a:path>
                <a:path w="3809" h="236220">
                  <a:moveTo>
                    <a:pt x="3810" y="234962"/>
                  </a:moveTo>
                  <a:lnTo>
                    <a:pt x="0" y="23496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4962"/>
                  </a:lnTo>
                  <a:close/>
                </a:path>
                <a:path w="3809" h="23622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09" h="23622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09" h="236220">
                  <a:moveTo>
                    <a:pt x="381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4802"/>
                  </a:lnTo>
                  <a:close/>
                </a:path>
                <a:path w="3809" h="236220">
                  <a:moveTo>
                    <a:pt x="381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2262"/>
                  </a:lnTo>
                  <a:close/>
                </a:path>
                <a:path w="3809" h="236220">
                  <a:moveTo>
                    <a:pt x="3810" y="215912"/>
                  </a:moveTo>
                  <a:lnTo>
                    <a:pt x="0" y="21591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15912"/>
                  </a:lnTo>
                  <a:close/>
                </a:path>
                <a:path w="3809" h="236220">
                  <a:moveTo>
                    <a:pt x="3810" y="19062"/>
                  </a:moveTo>
                  <a:lnTo>
                    <a:pt x="0" y="19062"/>
                  </a:lnTo>
                  <a:lnTo>
                    <a:pt x="0" y="215900"/>
                  </a:lnTo>
                  <a:lnTo>
                    <a:pt x="3810" y="215900"/>
                  </a:lnTo>
                  <a:lnTo>
                    <a:pt x="3810" y="19062"/>
                  </a:lnTo>
                  <a:close/>
                </a:path>
                <a:path w="3809" h="236220">
                  <a:moveTo>
                    <a:pt x="3810" y="13982"/>
                  </a:moveTo>
                  <a:lnTo>
                    <a:pt x="0" y="13982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3982"/>
                  </a:lnTo>
                  <a:close/>
                </a:path>
                <a:path w="3809" h="23622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3622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3" name="object 2153"/>
            <p:cNvSpPr/>
            <p:nvPr/>
          </p:nvSpPr>
          <p:spPr>
            <a:xfrm>
              <a:off x="7001510" y="5133339"/>
              <a:ext cx="3810" cy="234950"/>
            </a:xfrm>
            <a:custGeom>
              <a:avLst/>
              <a:gdLst/>
              <a:ahLst/>
              <a:cxnLst/>
              <a:rect l="l" t="t" r="r" b="b"/>
              <a:pathLst>
                <a:path w="3809" h="234950">
                  <a:moveTo>
                    <a:pt x="127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234950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09" h="234950">
                  <a:moveTo>
                    <a:pt x="3810" y="12699"/>
                  </a:moveTo>
                  <a:lnTo>
                    <a:pt x="0" y="12699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2699"/>
                  </a:lnTo>
                  <a:close/>
                </a:path>
                <a:path w="3809" h="234950">
                  <a:moveTo>
                    <a:pt x="3810" y="17779"/>
                  </a:moveTo>
                  <a:lnTo>
                    <a:pt x="0" y="17779"/>
                  </a:lnTo>
                  <a:lnTo>
                    <a:pt x="0" y="214629"/>
                  </a:lnTo>
                  <a:lnTo>
                    <a:pt x="3810" y="214629"/>
                  </a:lnTo>
                  <a:lnTo>
                    <a:pt x="3810" y="17779"/>
                  </a:lnTo>
                  <a:close/>
                </a:path>
                <a:path w="3809" h="234950">
                  <a:moveTo>
                    <a:pt x="3810" y="214629"/>
                  </a:moveTo>
                  <a:lnTo>
                    <a:pt x="0" y="214629"/>
                  </a:lnTo>
                  <a:lnTo>
                    <a:pt x="0" y="220979"/>
                  </a:lnTo>
                  <a:lnTo>
                    <a:pt x="3810" y="220979"/>
                  </a:lnTo>
                  <a:lnTo>
                    <a:pt x="3810" y="214629"/>
                  </a:lnTo>
                  <a:close/>
                </a:path>
                <a:path w="3809" h="234950">
                  <a:moveTo>
                    <a:pt x="3810" y="220979"/>
                  </a:moveTo>
                  <a:lnTo>
                    <a:pt x="0" y="220979"/>
                  </a:lnTo>
                  <a:lnTo>
                    <a:pt x="0" y="223519"/>
                  </a:lnTo>
                  <a:lnTo>
                    <a:pt x="3810" y="223519"/>
                  </a:lnTo>
                  <a:lnTo>
                    <a:pt x="3810" y="220979"/>
                  </a:lnTo>
                  <a:close/>
                </a:path>
                <a:path w="3809" h="234950">
                  <a:moveTo>
                    <a:pt x="3810" y="223519"/>
                  </a:moveTo>
                  <a:lnTo>
                    <a:pt x="0" y="223519"/>
                  </a:lnTo>
                  <a:lnTo>
                    <a:pt x="0" y="227329"/>
                  </a:lnTo>
                  <a:lnTo>
                    <a:pt x="3810" y="227329"/>
                  </a:lnTo>
                  <a:lnTo>
                    <a:pt x="3810" y="223519"/>
                  </a:lnTo>
                  <a:close/>
                </a:path>
                <a:path w="3809" h="234950">
                  <a:moveTo>
                    <a:pt x="3810" y="227329"/>
                  </a:moveTo>
                  <a:lnTo>
                    <a:pt x="0" y="227329"/>
                  </a:lnTo>
                  <a:lnTo>
                    <a:pt x="0" y="229869"/>
                  </a:lnTo>
                  <a:lnTo>
                    <a:pt x="3810" y="229869"/>
                  </a:lnTo>
                  <a:lnTo>
                    <a:pt x="3810" y="227329"/>
                  </a:lnTo>
                  <a:close/>
                </a:path>
                <a:path w="3809" h="234950">
                  <a:moveTo>
                    <a:pt x="3810" y="229869"/>
                  </a:moveTo>
                  <a:lnTo>
                    <a:pt x="0" y="229869"/>
                  </a:lnTo>
                  <a:lnTo>
                    <a:pt x="0" y="233679"/>
                  </a:lnTo>
                  <a:lnTo>
                    <a:pt x="3810" y="233679"/>
                  </a:lnTo>
                  <a:lnTo>
                    <a:pt x="3810" y="229869"/>
                  </a:lnTo>
                  <a:close/>
                </a:path>
                <a:path w="3809" h="234950">
                  <a:moveTo>
                    <a:pt x="1270" y="233679"/>
                  </a:moveTo>
                  <a:lnTo>
                    <a:pt x="0" y="233679"/>
                  </a:lnTo>
                  <a:lnTo>
                    <a:pt x="0" y="234949"/>
                  </a:lnTo>
                  <a:lnTo>
                    <a:pt x="1270" y="234949"/>
                  </a:lnTo>
                  <a:lnTo>
                    <a:pt x="1270" y="233679"/>
                  </a:lnTo>
                  <a:close/>
                </a:path>
              </a:pathLst>
            </a:custGeom>
            <a:solidFill>
              <a:srgbClr val="AEBA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4" name="object 2154"/>
            <p:cNvSpPr/>
            <p:nvPr/>
          </p:nvSpPr>
          <p:spPr>
            <a:xfrm>
              <a:off x="7005320" y="5134609"/>
              <a:ext cx="2540" cy="232410"/>
            </a:xfrm>
            <a:custGeom>
              <a:avLst/>
              <a:gdLst/>
              <a:ahLst/>
              <a:cxnLst/>
              <a:rect l="l" t="t" r="r" b="b"/>
              <a:pathLst>
                <a:path w="2540" h="232410">
                  <a:moveTo>
                    <a:pt x="253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2539" y="5079"/>
                  </a:lnTo>
                  <a:lnTo>
                    <a:pt x="2539" y="0"/>
                  </a:lnTo>
                  <a:close/>
                </a:path>
                <a:path w="2540" h="232410">
                  <a:moveTo>
                    <a:pt x="253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2539" y="11429"/>
                  </a:lnTo>
                  <a:lnTo>
                    <a:pt x="2539" y="5080"/>
                  </a:lnTo>
                  <a:close/>
                </a:path>
                <a:path w="2540" h="232410">
                  <a:moveTo>
                    <a:pt x="2539" y="11430"/>
                  </a:moveTo>
                  <a:lnTo>
                    <a:pt x="0" y="11430"/>
                  </a:lnTo>
                  <a:lnTo>
                    <a:pt x="0" y="16509"/>
                  </a:lnTo>
                  <a:lnTo>
                    <a:pt x="2539" y="16509"/>
                  </a:lnTo>
                  <a:lnTo>
                    <a:pt x="2539" y="11430"/>
                  </a:lnTo>
                  <a:close/>
                </a:path>
                <a:path w="2540" h="232410">
                  <a:moveTo>
                    <a:pt x="2539" y="16510"/>
                  </a:moveTo>
                  <a:lnTo>
                    <a:pt x="0" y="16510"/>
                  </a:lnTo>
                  <a:lnTo>
                    <a:pt x="0" y="213359"/>
                  </a:lnTo>
                  <a:lnTo>
                    <a:pt x="2539" y="213359"/>
                  </a:lnTo>
                  <a:lnTo>
                    <a:pt x="2539" y="16510"/>
                  </a:lnTo>
                  <a:close/>
                </a:path>
                <a:path w="2540" h="232410">
                  <a:moveTo>
                    <a:pt x="2539" y="213359"/>
                  </a:moveTo>
                  <a:lnTo>
                    <a:pt x="0" y="213359"/>
                  </a:lnTo>
                  <a:lnTo>
                    <a:pt x="0" y="219709"/>
                  </a:lnTo>
                  <a:lnTo>
                    <a:pt x="2539" y="219709"/>
                  </a:lnTo>
                  <a:lnTo>
                    <a:pt x="2539" y="213359"/>
                  </a:lnTo>
                  <a:close/>
                </a:path>
                <a:path w="2540" h="232410">
                  <a:moveTo>
                    <a:pt x="2539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2539" y="222249"/>
                  </a:lnTo>
                  <a:lnTo>
                    <a:pt x="2539" y="219709"/>
                  </a:lnTo>
                  <a:close/>
                </a:path>
                <a:path w="2540" h="232410">
                  <a:moveTo>
                    <a:pt x="2539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2539" y="226059"/>
                  </a:lnTo>
                  <a:lnTo>
                    <a:pt x="2539" y="222250"/>
                  </a:lnTo>
                  <a:close/>
                </a:path>
                <a:path w="2540" h="232410">
                  <a:moveTo>
                    <a:pt x="2539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2539" y="228599"/>
                  </a:lnTo>
                  <a:lnTo>
                    <a:pt x="2539" y="226059"/>
                  </a:lnTo>
                  <a:close/>
                </a:path>
                <a:path w="2540" h="232410">
                  <a:moveTo>
                    <a:pt x="2539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1269" y="232409"/>
                  </a:lnTo>
                  <a:lnTo>
                    <a:pt x="1269" y="231139"/>
                  </a:lnTo>
                  <a:lnTo>
                    <a:pt x="2539" y="231139"/>
                  </a:lnTo>
                  <a:lnTo>
                    <a:pt x="2539" y="228600"/>
                  </a:lnTo>
                  <a:close/>
                </a:path>
              </a:pathLst>
            </a:custGeom>
            <a:solidFill>
              <a:srgbClr val="B1BD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5" name="object 2155"/>
            <p:cNvSpPr/>
            <p:nvPr/>
          </p:nvSpPr>
          <p:spPr>
            <a:xfrm>
              <a:off x="7007860" y="5134609"/>
              <a:ext cx="3810" cy="231140"/>
            </a:xfrm>
            <a:custGeom>
              <a:avLst/>
              <a:gdLst/>
              <a:ahLst/>
              <a:cxnLst/>
              <a:rect l="l" t="t" r="r" b="b"/>
              <a:pathLst>
                <a:path w="3809" h="231139">
                  <a:moveTo>
                    <a:pt x="127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231139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09" h="231139">
                  <a:moveTo>
                    <a:pt x="3810" y="11430"/>
                  </a:moveTo>
                  <a:lnTo>
                    <a:pt x="0" y="1143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1430"/>
                  </a:lnTo>
                  <a:close/>
                </a:path>
                <a:path w="3809" h="231139">
                  <a:moveTo>
                    <a:pt x="3810" y="16510"/>
                  </a:moveTo>
                  <a:lnTo>
                    <a:pt x="0" y="16510"/>
                  </a:lnTo>
                  <a:lnTo>
                    <a:pt x="0" y="213359"/>
                  </a:lnTo>
                  <a:lnTo>
                    <a:pt x="3810" y="213359"/>
                  </a:lnTo>
                  <a:lnTo>
                    <a:pt x="3810" y="16510"/>
                  </a:lnTo>
                  <a:close/>
                </a:path>
                <a:path w="3809" h="231139">
                  <a:moveTo>
                    <a:pt x="3810" y="213359"/>
                  </a:moveTo>
                  <a:lnTo>
                    <a:pt x="0" y="213359"/>
                  </a:lnTo>
                  <a:lnTo>
                    <a:pt x="0" y="219709"/>
                  </a:lnTo>
                  <a:lnTo>
                    <a:pt x="3810" y="219709"/>
                  </a:lnTo>
                  <a:lnTo>
                    <a:pt x="3810" y="213359"/>
                  </a:lnTo>
                  <a:close/>
                </a:path>
                <a:path w="3809" h="231139">
                  <a:moveTo>
                    <a:pt x="3810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3810" y="222249"/>
                  </a:lnTo>
                  <a:lnTo>
                    <a:pt x="3810" y="219709"/>
                  </a:lnTo>
                  <a:close/>
                </a:path>
                <a:path w="3809" h="231139">
                  <a:moveTo>
                    <a:pt x="3810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22250"/>
                  </a:lnTo>
                  <a:close/>
                </a:path>
                <a:path w="3809" h="231139">
                  <a:moveTo>
                    <a:pt x="3810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6059"/>
                  </a:lnTo>
                  <a:close/>
                </a:path>
                <a:path w="3809" h="231139">
                  <a:moveTo>
                    <a:pt x="3810" y="228600"/>
                  </a:moveTo>
                  <a:lnTo>
                    <a:pt x="0" y="228600"/>
                  </a:lnTo>
                  <a:lnTo>
                    <a:pt x="0" y="231139"/>
                  </a:lnTo>
                  <a:lnTo>
                    <a:pt x="3810" y="231139"/>
                  </a:lnTo>
                  <a:lnTo>
                    <a:pt x="3810" y="228600"/>
                  </a:lnTo>
                  <a:close/>
                </a:path>
              </a:pathLst>
            </a:custGeom>
            <a:solidFill>
              <a:srgbClr val="B4BF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6" name="object 2156"/>
            <p:cNvSpPr/>
            <p:nvPr/>
          </p:nvSpPr>
          <p:spPr>
            <a:xfrm>
              <a:off x="7011670" y="5135880"/>
              <a:ext cx="3810" cy="228600"/>
            </a:xfrm>
            <a:custGeom>
              <a:avLst/>
              <a:gdLst/>
              <a:ahLst/>
              <a:cxnLst/>
              <a:rect l="l" t="t" r="r" b="b"/>
              <a:pathLst>
                <a:path w="3809" h="228600">
                  <a:moveTo>
                    <a:pt x="126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3809" h="228600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09" h="228600">
                  <a:moveTo>
                    <a:pt x="3809" y="10160"/>
                  </a:moveTo>
                  <a:lnTo>
                    <a:pt x="0" y="10160"/>
                  </a:lnTo>
                  <a:lnTo>
                    <a:pt x="0" y="15240"/>
                  </a:lnTo>
                  <a:lnTo>
                    <a:pt x="3809" y="15240"/>
                  </a:lnTo>
                  <a:lnTo>
                    <a:pt x="3809" y="10160"/>
                  </a:lnTo>
                  <a:close/>
                </a:path>
                <a:path w="3809" h="228600">
                  <a:moveTo>
                    <a:pt x="3809" y="15240"/>
                  </a:moveTo>
                  <a:lnTo>
                    <a:pt x="0" y="15240"/>
                  </a:lnTo>
                  <a:lnTo>
                    <a:pt x="0" y="212090"/>
                  </a:lnTo>
                  <a:lnTo>
                    <a:pt x="3809" y="212090"/>
                  </a:lnTo>
                  <a:lnTo>
                    <a:pt x="3809" y="15240"/>
                  </a:lnTo>
                  <a:close/>
                </a:path>
                <a:path w="3809" h="228600">
                  <a:moveTo>
                    <a:pt x="3809" y="212090"/>
                  </a:moveTo>
                  <a:lnTo>
                    <a:pt x="0" y="212090"/>
                  </a:lnTo>
                  <a:lnTo>
                    <a:pt x="0" y="218440"/>
                  </a:lnTo>
                  <a:lnTo>
                    <a:pt x="3809" y="218440"/>
                  </a:lnTo>
                  <a:lnTo>
                    <a:pt x="3809" y="212090"/>
                  </a:lnTo>
                  <a:close/>
                </a:path>
                <a:path w="3809" h="228600">
                  <a:moveTo>
                    <a:pt x="3809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3809" y="220980"/>
                  </a:lnTo>
                  <a:lnTo>
                    <a:pt x="3809" y="218440"/>
                  </a:lnTo>
                  <a:close/>
                </a:path>
                <a:path w="3809" h="228600">
                  <a:moveTo>
                    <a:pt x="3809" y="220980"/>
                  </a:moveTo>
                  <a:lnTo>
                    <a:pt x="0" y="220980"/>
                  </a:lnTo>
                  <a:lnTo>
                    <a:pt x="0" y="224790"/>
                  </a:lnTo>
                  <a:lnTo>
                    <a:pt x="3809" y="224790"/>
                  </a:lnTo>
                  <a:lnTo>
                    <a:pt x="3809" y="220980"/>
                  </a:lnTo>
                  <a:close/>
                </a:path>
                <a:path w="3809" h="228600">
                  <a:moveTo>
                    <a:pt x="3809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09" y="227330"/>
                  </a:lnTo>
                  <a:lnTo>
                    <a:pt x="3809" y="224790"/>
                  </a:lnTo>
                  <a:close/>
                </a:path>
                <a:path w="3809" h="228600">
                  <a:moveTo>
                    <a:pt x="3809" y="227330"/>
                  </a:moveTo>
                  <a:lnTo>
                    <a:pt x="0" y="227330"/>
                  </a:lnTo>
                  <a:lnTo>
                    <a:pt x="0" y="228600"/>
                  </a:lnTo>
                  <a:lnTo>
                    <a:pt x="3809" y="228600"/>
                  </a:lnTo>
                  <a:lnTo>
                    <a:pt x="3809" y="227330"/>
                  </a:lnTo>
                  <a:close/>
                </a:path>
              </a:pathLst>
            </a:custGeom>
            <a:solidFill>
              <a:srgbClr val="B6C1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7" name="object 2157"/>
            <p:cNvSpPr/>
            <p:nvPr/>
          </p:nvSpPr>
          <p:spPr>
            <a:xfrm>
              <a:off x="7015480" y="5137150"/>
              <a:ext cx="3810" cy="227329"/>
            </a:xfrm>
            <a:custGeom>
              <a:avLst/>
              <a:gdLst/>
              <a:ahLst/>
              <a:cxnLst/>
              <a:rect l="l" t="t" r="r" b="b"/>
              <a:pathLst>
                <a:path w="3809" h="227329">
                  <a:moveTo>
                    <a:pt x="254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09" h="227329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09" h="227329">
                  <a:moveTo>
                    <a:pt x="3810" y="8890"/>
                  </a:moveTo>
                  <a:lnTo>
                    <a:pt x="0" y="8890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8890"/>
                  </a:lnTo>
                  <a:close/>
                </a:path>
                <a:path w="3809" h="227329">
                  <a:moveTo>
                    <a:pt x="3810" y="13970"/>
                  </a:moveTo>
                  <a:lnTo>
                    <a:pt x="0" y="13970"/>
                  </a:lnTo>
                  <a:lnTo>
                    <a:pt x="0" y="210819"/>
                  </a:lnTo>
                  <a:lnTo>
                    <a:pt x="3810" y="210819"/>
                  </a:lnTo>
                  <a:lnTo>
                    <a:pt x="3810" y="13970"/>
                  </a:lnTo>
                  <a:close/>
                </a:path>
                <a:path w="3809" h="227329">
                  <a:moveTo>
                    <a:pt x="3810" y="210820"/>
                  </a:moveTo>
                  <a:lnTo>
                    <a:pt x="0" y="210820"/>
                  </a:lnTo>
                  <a:lnTo>
                    <a:pt x="0" y="217169"/>
                  </a:lnTo>
                  <a:lnTo>
                    <a:pt x="3810" y="217169"/>
                  </a:lnTo>
                  <a:lnTo>
                    <a:pt x="3810" y="210820"/>
                  </a:lnTo>
                  <a:close/>
                </a:path>
                <a:path w="3809" h="227329">
                  <a:moveTo>
                    <a:pt x="3810" y="217170"/>
                  </a:moveTo>
                  <a:lnTo>
                    <a:pt x="0" y="217170"/>
                  </a:lnTo>
                  <a:lnTo>
                    <a:pt x="0" y="219709"/>
                  </a:lnTo>
                  <a:lnTo>
                    <a:pt x="3810" y="219709"/>
                  </a:lnTo>
                  <a:lnTo>
                    <a:pt x="3810" y="217170"/>
                  </a:lnTo>
                  <a:close/>
                </a:path>
                <a:path w="3809" h="227329">
                  <a:moveTo>
                    <a:pt x="3810" y="219710"/>
                  </a:moveTo>
                  <a:lnTo>
                    <a:pt x="0" y="219710"/>
                  </a:lnTo>
                  <a:lnTo>
                    <a:pt x="0" y="223519"/>
                  </a:lnTo>
                  <a:lnTo>
                    <a:pt x="3810" y="223519"/>
                  </a:lnTo>
                  <a:lnTo>
                    <a:pt x="3810" y="219710"/>
                  </a:lnTo>
                  <a:close/>
                </a:path>
                <a:path w="3809" h="227329">
                  <a:moveTo>
                    <a:pt x="3810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23520"/>
                  </a:lnTo>
                  <a:close/>
                </a:path>
                <a:path w="3809" h="227329">
                  <a:moveTo>
                    <a:pt x="3810" y="226060"/>
                  </a:moveTo>
                  <a:lnTo>
                    <a:pt x="0" y="226060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6060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8" name="object 2158"/>
            <p:cNvSpPr/>
            <p:nvPr/>
          </p:nvSpPr>
          <p:spPr>
            <a:xfrm>
              <a:off x="7019290" y="5138419"/>
              <a:ext cx="3810" cy="226060"/>
            </a:xfrm>
            <a:custGeom>
              <a:avLst/>
              <a:gdLst/>
              <a:ahLst/>
              <a:cxnLst/>
              <a:rect l="l" t="t" r="r" b="b"/>
              <a:pathLst>
                <a:path w="3809" h="226060">
                  <a:moveTo>
                    <a:pt x="1270" y="224802"/>
                  </a:moveTo>
                  <a:lnTo>
                    <a:pt x="0" y="224802"/>
                  </a:lnTo>
                  <a:lnTo>
                    <a:pt x="0" y="226060"/>
                  </a:lnTo>
                  <a:lnTo>
                    <a:pt x="1270" y="226060"/>
                  </a:lnTo>
                  <a:lnTo>
                    <a:pt x="1270" y="224802"/>
                  </a:lnTo>
                  <a:close/>
                </a:path>
                <a:path w="3809" h="226060">
                  <a:moveTo>
                    <a:pt x="12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3809" h="226060">
                  <a:moveTo>
                    <a:pt x="381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2262"/>
                  </a:lnTo>
                  <a:close/>
                </a:path>
                <a:path w="3809" h="226060">
                  <a:moveTo>
                    <a:pt x="3810" y="218452"/>
                  </a:moveTo>
                  <a:lnTo>
                    <a:pt x="0" y="21845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18452"/>
                  </a:lnTo>
                  <a:close/>
                </a:path>
                <a:path w="3809" h="226060">
                  <a:moveTo>
                    <a:pt x="3810" y="215912"/>
                  </a:moveTo>
                  <a:lnTo>
                    <a:pt x="0" y="215912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5912"/>
                  </a:lnTo>
                  <a:close/>
                </a:path>
                <a:path w="3809" h="226060">
                  <a:moveTo>
                    <a:pt x="3810" y="209562"/>
                  </a:moveTo>
                  <a:lnTo>
                    <a:pt x="0" y="209562"/>
                  </a:lnTo>
                  <a:lnTo>
                    <a:pt x="0" y="215900"/>
                  </a:lnTo>
                  <a:lnTo>
                    <a:pt x="3810" y="215900"/>
                  </a:lnTo>
                  <a:lnTo>
                    <a:pt x="3810" y="209562"/>
                  </a:lnTo>
                  <a:close/>
                </a:path>
                <a:path w="3809" h="226060">
                  <a:moveTo>
                    <a:pt x="3810" y="12712"/>
                  </a:moveTo>
                  <a:lnTo>
                    <a:pt x="0" y="12712"/>
                  </a:lnTo>
                  <a:lnTo>
                    <a:pt x="0" y="209550"/>
                  </a:lnTo>
                  <a:lnTo>
                    <a:pt x="3810" y="209550"/>
                  </a:lnTo>
                  <a:lnTo>
                    <a:pt x="3810" y="12712"/>
                  </a:lnTo>
                  <a:close/>
                </a:path>
                <a:path w="3809" h="226060">
                  <a:moveTo>
                    <a:pt x="3810" y="7632"/>
                  </a:moveTo>
                  <a:lnTo>
                    <a:pt x="0" y="7632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7632"/>
                  </a:lnTo>
                  <a:close/>
                </a:path>
                <a:path w="3809" h="2260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</a:pathLst>
            </a:custGeom>
            <a:solidFill>
              <a:srgbClr val="BC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9" name="object 2159"/>
            <p:cNvSpPr/>
            <p:nvPr/>
          </p:nvSpPr>
          <p:spPr>
            <a:xfrm>
              <a:off x="7023100" y="5139689"/>
              <a:ext cx="3810" cy="222250"/>
            </a:xfrm>
            <a:custGeom>
              <a:avLst/>
              <a:gdLst/>
              <a:ahLst/>
              <a:cxnLst/>
              <a:rect l="l" t="t" r="r" b="b"/>
              <a:pathLst>
                <a:path w="3809" h="222250">
                  <a:moveTo>
                    <a:pt x="127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222250">
                  <a:moveTo>
                    <a:pt x="3809" y="6349"/>
                  </a:moveTo>
                  <a:lnTo>
                    <a:pt x="0" y="6349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6349"/>
                  </a:lnTo>
                  <a:close/>
                </a:path>
                <a:path w="3809" h="222250">
                  <a:moveTo>
                    <a:pt x="3809" y="11429"/>
                  </a:moveTo>
                  <a:lnTo>
                    <a:pt x="0" y="11429"/>
                  </a:lnTo>
                  <a:lnTo>
                    <a:pt x="0" y="208279"/>
                  </a:lnTo>
                  <a:lnTo>
                    <a:pt x="3809" y="208279"/>
                  </a:lnTo>
                  <a:lnTo>
                    <a:pt x="3809" y="11429"/>
                  </a:lnTo>
                  <a:close/>
                </a:path>
                <a:path w="3809" h="222250">
                  <a:moveTo>
                    <a:pt x="3809" y="208279"/>
                  </a:moveTo>
                  <a:lnTo>
                    <a:pt x="0" y="208279"/>
                  </a:lnTo>
                  <a:lnTo>
                    <a:pt x="0" y="214629"/>
                  </a:lnTo>
                  <a:lnTo>
                    <a:pt x="3809" y="214629"/>
                  </a:lnTo>
                  <a:lnTo>
                    <a:pt x="3809" y="208279"/>
                  </a:lnTo>
                  <a:close/>
                </a:path>
                <a:path w="3809" h="222250">
                  <a:moveTo>
                    <a:pt x="3809" y="214629"/>
                  </a:moveTo>
                  <a:lnTo>
                    <a:pt x="0" y="214629"/>
                  </a:lnTo>
                  <a:lnTo>
                    <a:pt x="0" y="217169"/>
                  </a:lnTo>
                  <a:lnTo>
                    <a:pt x="3809" y="217169"/>
                  </a:lnTo>
                  <a:lnTo>
                    <a:pt x="3809" y="214629"/>
                  </a:lnTo>
                  <a:close/>
                </a:path>
                <a:path w="3809" h="222250">
                  <a:moveTo>
                    <a:pt x="3809" y="217169"/>
                  </a:moveTo>
                  <a:lnTo>
                    <a:pt x="0" y="217169"/>
                  </a:lnTo>
                  <a:lnTo>
                    <a:pt x="0" y="220979"/>
                  </a:lnTo>
                  <a:lnTo>
                    <a:pt x="3809" y="220979"/>
                  </a:lnTo>
                  <a:lnTo>
                    <a:pt x="3809" y="217169"/>
                  </a:lnTo>
                  <a:close/>
                </a:path>
                <a:path w="3809" h="222250">
                  <a:moveTo>
                    <a:pt x="3809" y="220979"/>
                  </a:moveTo>
                  <a:lnTo>
                    <a:pt x="0" y="220979"/>
                  </a:lnTo>
                  <a:lnTo>
                    <a:pt x="0" y="222249"/>
                  </a:lnTo>
                  <a:lnTo>
                    <a:pt x="3809" y="222249"/>
                  </a:lnTo>
                  <a:lnTo>
                    <a:pt x="3809" y="220979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0" name="object 2160"/>
            <p:cNvSpPr/>
            <p:nvPr/>
          </p:nvSpPr>
          <p:spPr>
            <a:xfrm>
              <a:off x="7026910" y="5142230"/>
              <a:ext cx="2540" cy="218440"/>
            </a:xfrm>
            <a:custGeom>
              <a:avLst/>
              <a:gdLst/>
              <a:ahLst/>
              <a:cxnLst/>
              <a:rect l="l" t="t" r="r" b="b"/>
              <a:pathLst>
                <a:path w="2540" h="218439">
                  <a:moveTo>
                    <a:pt x="2540" y="214642"/>
                  </a:moveTo>
                  <a:lnTo>
                    <a:pt x="0" y="214642"/>
                  </a:lnTo>
                  <a:lnTo>
                    <a:pt x="0" y="218440"/>
                  </a:lnTo>
                  <a:lnTo>
                    <a:pt x="2540" y="218440"/>
                  </a:lnTo>
                  <a:lnTo>
                    <a:pt x="2540" y="214642"/>
                  </a:lnTo>
                  <a:close/>
                </a:path>
                <a:path w="2540" h="218439">
                  <a:moveTo>
                    <a:pt x="2540" y="212102"/>
                  </a:moveTo>
                  <a:lnTo>
                    <a:pt x="0" y="212102"/>
                  </a:lnTo>
                  <a:lnTo>
                    <a:pt x="0" y="214630"/>
                  </a:lnTo>
                  <a:lnTo>
                    <a:pt x="2540" y="214630"/>
                  </a:lnTo>
                  <a:lnTo>
                    <a:pt x="2540" y="212102"/>
                  </a:lnTo>
                  <a:close/>
                </a:path>
                <a:path w="2540" h="218439">
                  <a:moveTo>
                    <a:pt x="2540" y="205752"/>
                  </a:moveTo>
                  <a:lnTo>
                    <a:pt x="0" y="205752"/>
                  </a:lnTo>
                  <a:lnTo>
                    <a:pt x="0" y="212090"/>
                  </a:lnTo>
                  <a:lnTo>
                    <a:pt x="2540" y="212090"/>
                  </a:lnTo>
                  <a:lnTo>
                    <a:pt x="2540" y="205752"/>
                  </a:lnTo>
                  <a:close/>
                </a:path>
                <a:path w="2540" h="218439">
                  <a:moveTo>
                    <a:pt x="2540" y="8902"/>
                  </a:moveTo>
                  <a:lnTo>
                    <a:pt x="0" y="8902"/>
                  </a:lnTo>
                  <a:lnTo>
                    <a:pt x="0" y="205740"/>
                  </a:lnTo>
                  <a:lnTo>
                    <a:pt x="2540" y="205740"/>
                  </a:lnTo>
                  <a:lnTo>
                    <a:pt x="2540" y="8902"/>
                  </a:lnTo>
                  <a:close/>
                </a:path>
                <a:path w="2540" h="218439">
                  <a:moveTo>
                    <a:pt x="2540" y="3822"/>
                  </a:moveTo>
                  <a:lnTo>
                    <a:pt x="0" y="3822"/>
                  </a:lnTo>
                  <a:lnTo>
                    <a:pt x="0" y="8890"/>
                  </a:lnTo>
                  <a:lnTo>
                    <a:pt x="2540" y="8890"/>
                  </a:lnTo>
                  <a:lnTo>
                    <a:pt x="2540" y="3822"/>
                  </a:lnTo>
                  <a:close/>
                </a:path>
                <a:path w="2540" h="218439">
                  <a:moveTo>
                    <a:pt x="254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40" y="381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1" name="object 2161"/>
            <p:cNvSpPr/>
            <p:nvPr/>
          </p:nvSpPr>
          <p:spPr>
            <a:xfrm>
              <a:off x="7029450" y="5142230"/>
              <a:ext cx="3810" cy="217170"/>
            </a:xfrm>
            <a:custGeom>
              <a:avLst/>
              <a:gdLst/>
              <a:ahLst/>
              <a:cxnLst/>
              <a:rect l="l" t="t" r="r" b="b"/>
              <a:pathLst>
                <a:path w="3809" h="217170">
                  <a:moveTo>
                    <a:pt x="127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3809" h="217170">
                  <a:moveTo>
                    <a:pt x="3809" y="3810"/>
                  </a:moveTo>
                  <a:lnTo>
                    <a:pt x="0" y="3810"/>
                  </a:lnTo>
                  <a:lnTo>
                    <a:pt x="0" y="8890"/>
                  </a:lnTo>
                  <a:lnTo>
                    <a:pt x="3809" y="8890"/>
                  </a:lnTo>
                  <a:lnTo>
                    <a:pt x="3809" y="3810"/>
                  </a:lnTo>
                  <a:close/>
                </a:path>
                <a:path w="3809" h="217170">
                  <a:moveTo>
                    <a:pt x="3809" y="8890"/>
                  </a:moveTo>
                  <a:lnTo>
                    <a:pt x="0" y="8890"/>
                  </a:lnTo>
                  <a:lnTo>
                    <a:pt x="0" y="205740"/>
                  </a:lnTo>
                  <a:lnTo>
                    <a:pt x="3809" y="205740"/>
                  </a:lnTo>
                  <a:lnTo>
                    <a:pt x="3809" y="8890"/>
                  </a:lnTo>
                  <a:close/>
                </a:path>
                <a:path w="3809" h="217170">
                  <a:moveTo>
                    <a:pt x="3809" y="205740"/>
                  </a:moveTo>
                  <a:lnTo>
                    <a:pt x="0" y="205740"/>
                  </a:lnTo>
                  <a:lnTo>
                    <a:pt x="0" y="212090"/>
                  </a:lnTo>
                  <a:lnTo>
                    <a:pt x="3809" y="212090"/>
                  </a:lnTo>
                  <a:lnTo>
                    <a:pt x="3809" y="205740"/>
                  </a:lnTo>
                  <a:close/>
                </a:path>
                <a:path w="3809" h="217170">
                  <a:moveTo>
                    <a:pt x="3809" y="212090"/>
                  </a:moveTo>
                  <a:lnTo>
                    <a:pt x="0" y="212090"/>
                  </a:lnTo>
                  <a:lnTo>
                    <a:pt x="0" y="214630"/>
                  </a:lnTo>
                  <a:lnTo>
                    <a:pt x="3809" y="214630"/>
                  </a:lnTo>
                  <a:lnTo>
                    <a:pt x="3809" y="212090"/>
                  </a:lnTo>
                  <a:close/>
                </a:path>
                <a:path w="3809" h="217170">
                  <a:moveTo>
                    <a:pt x="3809" y="214630"/>
                  </a:moveTo>
                  <a:lnTo>
                    <a:pt x="0" y="214630"/>
                  </a:lnTo>
                  <a:lnTo>
                    <a:pt x="0" y="217170"/>
                  </a:lnTo>
                  <a:lnTo>
                    <a:pt x="3809" y="217170"/>
                  </a:lnTo>
                  <a:lnTo>
                    <a:pt x="3809" y="214630"/>
                  </a:lnTo>
                  <a:close/>
                </a:path>
              </a:pathLst>
            </a:custGeom>
            <a:solidFill>
              <a:srgbClr val="C4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2" name="object 2162"/>
            <p:cNvSpPr/>
            <p:nvPr/>
          </p:nvSpPr>
          <p:spPr>
            <a:xfrm>
              <a:off x="7033260" y="5144770"/>
              <a:ext cx="3810" cy="213360"/>
            </a:xfrm>
            <a:custGeom>
              <a:avLst/>
              <a:gdLst/>
              <a:ahLst/>
              <a:cxnLst/>
              <a:rect l="l" t="t" r="r" b="b"/>
              <a:pathLst>
                <a:path w="3809" h="213360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09" h="213360">
                  <a:moveTo>
                    <a:pt x="3810" y="1269"/>
                  </a:moveTo>
                  <a:lnTo>
                    <a:pt x="0" y="126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1269"/>
                  </a:lnTo>
                  <a:close/>
                </a:path>
                <a:path w="3809" h="213360">
                  <a:moveTo>
                    <a:pt x="3810" y="6350"/>
                  </a:moveTo>
                  <a:lnTo>
                    <a:pt x="0" y="6350"/>
                  </a:lnTo>
                  <a:lnTo>
                    <a:pt x="0" y="203199"/>
                  </a:lnTo>
                  <a:lnTo>
                    <a:pt x="3810" y="203199"/>
                  </a:lnTo>
                  <a:lnTo>
                    <a:pt x="3810" y="6350"/>
                  </a:lnTo>
                  <a:close/>
                </a:path>
                <a:path w="3809" h="213360">
                  <a:moveTo>
                    <a:pt x="3810" y="203199"/>
                  </a:moveTo>
                  <a:lnTo>
                    <a:pt x="0" y="203199"/>
                  </a:lnTo>
                  <a:lnTo>
                    <a:pt x="0" y="209549"/>
                  </a:lnTo>
                  <a:lnTo>
                    <a:pt x="3810" y="209549"/>
                  </a:lnTo>
                  <a:lnTo>
                    <a:pt x="3810" y="203199"/>
                  </a:lnTo>
                  <a:close/>
                </a:path>
                <a:path w="3809" h="213360">
                  <a:moveTo>
                    <a:pt x="3810" y="209549"/>
                  </a:moveTo>
                  <a:lnTo>
                    <a:pt x="0" y="209549"/>
                  </a:lnTo>
                  <a:lnTo>
                    <a:pt x="0" y="212089"/>
                  </a:lnTo>
                  <a:lnTo>
                    <a:pt x="2540" y="212089"/>
                  </a:lnTo>
                  <a:lnTo>
                    <a:pt x="2540" y="210819"/>
                  </a:lnTo>
                  <a:lnTo>
                    <a:pt x="3810" y="210819"/>
                  </a:lnTo>
                  <a:lnTo>
                    <a:pt x="3810" y="209549"/>
                  </a:lnTo>
                  <a:close/>
                </a:path>
                <a:path w="3809" h="213360">
                  <a:moveTo>
                    <a:pt x="1270" y="212089"/>
                  </a:moveTo>
                  <a:lnTo>
                    <a:pt x="0" y="212089"/>
                  </a:lnTo>
                  <a:lnTo>
                    <a:pt x="0" y="213359"/>
                  </a:lnTo>
                  <a:lnTo>
                    <a:pt x="1270" y="213359"/>
                  </a:lnTo>
                  <a:lnTo>
                    <a:pt x="1270" y="212089"/>
                  </a:lnTo>
                  <a:close/>
                </a:path>
              </a:pathLst>
            </a:custGeom>
            <a:solidFill>
              <a:srgbClr val="C6CF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3" name="object 2163"/>
            <p:cNvSpPr/>
            <p:nvPr/>
          </p:nvSpPr>
          <p:spPr>
            <a:xfrm>
              <a:off x="7037070" y="5146039"/>
              <a:ext cx="3810" cy="209550"/>
            </a:xfrm>
            <a:custGeom>
              <a:avLst/>
              <a:gdLst/>
              <a:ahLst/>
              <a:cxnLst/>
              <a:rect l="l" t="t" r="r" b="b"/>
              <a:pathLst>
                <a:path w="3809" h="209550">
                  <a:moveTo>
                    <a:pt x="127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3809"/>
                  </a:lnTo>
                  <a:lnTo>
                    <a:pt x="2540" y="3809"/>
                  </a:lnTo>
                  <a:lnTo>
                    <a:pt x="2540" y="2539"/>
                  </a:lnTo>
                  <a:lnTo>
                    <a:pt x="1270" y="2539"/>
                  </a:lnTo>
                  <a:lnTo>
                    <a:pt x="1270" y="0"/>
                  </a:lnTo>
                  <a:close/>
                </a:path>
                <a:path w="3809" h="209550">
                  <a:moveTo>
                    <a:pt x="3809" y="5079"/>
                  </a:moveTo>
                  <a:lnTo>
                    <a:pt x="0" y="5079"/>
                  </a:lnTo>
                  <a:lnTo>
                    <a:pt x="0" y="201929"/>
                  </a:lnTo>
                  <a:lnTo>
                    <a:pt x="3809" y="201929"/>
                  </a:lnTo>
                  <a:lnTo>
                    <a:pt x="3809" y="5079"/>
                  </a:lnTo>
                  <a:close/>
                </a:path>
                <a:path w="3809" h="209550">
                  <a:moveTo>
                    <a:pt x="3809" y="201929"/>
                  </a:moveTo>
                  <a:lnTo>
                    <a:pt x="0" y="201929"/>
                  </a:lnTo>
                  <a:lnTo>
                    <a:pt x="0" y="208279"/>
                  </a:lnTo>
                  <a:lnTo>
                    <a:pt x="2540" y="208279"/>
                  </a:lnTo>
                  <a:lnTo>
                    <a:pt x="2540" y="207009"/>
                  </a:lnTo>
                  <a:lnTo>
                    <a:pt x="3809" y="207009"/>
                  </a:lnTo>
                  <a:lnTo>
                    <a:pt x="3809" y="201929"/>
                  </a:lnTo>
                  <a:close/>
                </a:path>
                <a:path w="3809" h="209550">
                  <a:moveTo>
                    <a:pt x="1270" y="208279"/>
                  </a:moveTo>
                  <a:lnTo>
                    <a:pt x="0" y="208279"/>
                  </a:lnTo>
                  <a:lnTo>
                    <a:pt x="0" y="209549"/>
                  </a:lnTo>
                  <a:lnTo>
                    <a:pt x="1270" y="209549"/>
                  </a:lnTo>
                  <a:lnTo>
                    <a:pt x="1270" y="208279"/>
                  </a:lnTo>
                  <a:close/>
                </a:path>
              </a:pathLst>
            </a:custGeom>
            <a:solidFill>
              <a:srgbClr val="C9D1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4" name="object 2164"/>
            <p:cNvSpPr/>
            <p:nvPr/>
          </p:nvSpPr>
          <p:spPr>
            <a:xfrm>
              <a:off x="7040880" y="5149850"/>
              <a:ext cx="3810" cy="203200"/>
            </a:xfrm>
            <a:custGeom>
              <a:avLst/>
              <a:gdLst/>
              <a:ahLst/>
              <a:cxnLst/>
              <a:rect l="l" t="t" r="r" b="b"/>
              <a:pathLst>
                <a:path w="3809" h="203200">
                  <a:moveTo>
                    <a:pt x="3810" y="5080"/>
                  </a:moveTo>
                  <a:lnTo>
                    <a:pt x="2527" y="5080"/>
                  </a:lnTo>
                  <a:lnTo>
                    <a:pt x="2527" y="1270"/>
                  </a:lnTo>
                  <a:lnTo>
                    <a:pt x="1270" y="127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5080"/>
                  </a:lnTo>
                  <a:lnTo>
                    <a:pt x="0" y="198120"/>
                  </a:lnTo>
                  <a:lnTo>
                    <a:pt x="0" y="201930"/>
                  </a:lnTo>
                  <a:lnTo>
                    <a:pt x="0" y="203200"/>
                  </a:lnTo>
                  <a:lnTo>
                    <a:pt x="1270" y="203200"/>
                  </a:lnTo>
                  <a:lnTo>
                    <a:pt x="1270" y="201930"/>
                  </a:lnTo>
                  <a:lnTo>
                    <a:pt x="2527" y="201930"/>
                  </a:lnTo>
                  <a:lnTo>
                    <a:pt x="2527" y="198120"/>
                  </a:lnTo>
                  <a:lnTo>
                    <a:pt x="3810" y="198120"/>
                  </a:lnTo>
                  <a:lnTo>
                    <a:pt x="3810" y="5080"/>
                  </a:lnTo>
                  <a:close/>
                </a:path>
              </a:pathLst>
            </a:custGeom>
            <a:solidFill>
              <a:srgbClr val="CCD3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5" name="object 2165"/>
            <p:cNvSpPr/>
            <p:nvPr/>
          </p:nvSpPr>
          <p:spPr>
            <a:xfrm>
              <a:off x="7044690" y="5154930"/>
              <a:ext cx="0" cy="193040"/>
            </a:xfrm>
            <a:custGeom>
              <a:avLst/>
              <a:gdLst/>
              <a:ahLst/>
              <a:cxnLst/>
              <a:rect l="l" t="t" r="r" b="b"/>
              <a:pathLst>
                <a:path h="193039">
                  <a:moveTo>
                    <a:pt x="0" y="0"/>
                  </a:moveTo>
                  <a:lnTo>
                    <a:pt x="0" y="1930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6" name="object 2166"/>
            <p:cNvSpPr/>
            <p:nvPr/>
          </p:nvSpPr>
          <p:spPr>
            <a:xfrm>
              <a:off x="6758940" y="5124450"/>
              <a:ext cx="284480" cy="252729"/>
            </a:xfrm>
            <a:custGeom>
              <a:avLst/>
              <a:gdLst/>
              <a:ahLst/>
              <a:cxnLst/>
              <a:rect l="l" t="t" r="r" b="b"/>
              <a:pathLst>
                <a:path w="284479" h="252729">
                  <a:moveTo>
                    <a:pt x="142239" y="0"/>
                  </a:moveTo>
                  <a:lnTo>
                    <a:pt x="87332" y="2460"/>
                  </a:lnTo>
                  <a:lnTo>
                    <a:pt x="42068" y="9207"/>
                  </a:lnTo>
                  <a:lnTo>
                    <a:pt x="11330" y="19288"/>
                  </a:lnTo>
                  <a:lnTo>
                    <a:pt x="0" y="31750"/>
                  </a:lnTo>
                  <a:lnTo>
                    <a:pt x="0" y="34706"/>
                  </a:lnTo>
                  <a:lnTo>
                    <a:pt x="0" y="55403"/>
                  </a:lnTo>
                  <a:lnTo>
                    <a:pt x="0" y="111581"/>
                  </a:lnTo>
                  <a:lnTo>
                    <a:pt x="0" y="220980"/>
                  </a:lnTo>
                  <a:lnTo>
                    <a:pt x="11330" y="232906"/>
                  </a:lnTo>
                  <a:lnTo>
                    <a:pt x="42068" y="243046"/>
                  </a:lnTo>
                  <a:lnTo>
                    <a:pt x="87332" y="250090"/>
                  </a:lnTo>
                  <a:lnTo>
                    <a:pt x="142239" y="252730"/>
                  </a:lnTo>
                  <a:lnTo>
                    <a:pt x="197147" y="250090"/>
                  </a:lnTo>
                  <a:lnTo>
                    <a:pt x="242411" y="243046"/>
                  </a:lnTo>
                  <a:lnTo>
                    <a:pt x="273149" y="232906"/>
                  </a:lnTo>
                  <a:lnTo>
                    <a:pt x="284479" y="220980"/>
                  </a:lnTo>
                  <a:lnTo>
                    <a:pt x="284479" y="218023"/>
                  </a:lnTo>
                  <a:lnTo>
                    <a:pt x="284479" y="197326"/>
                  </a:lnTo>
                  <a:lnTo>
                    <a:pt x="284479" y="141148"/>
                  </a:lnTo>
                  <a:lnTo>
                    <a:pt x="284479" y="31750"/>
                  </a:lnTo>
                  <a:lnTo>
                    <a:pt x="273149" y="19288"/>
                  </a:lnTo>
                  <a:lnTo>
                    <a:pt x="242411" y="9207"/>
                  </a:lnTo>
                  <a:lnTo>
                    <a:pt x="197147" y="2460"/>
                  </a:lnTo>
                  <a:lnTo>
                    <a:pt x="142239" y="0"/>
                  </a:lnTo>
                  <a:close/>
                </a:path>
              </a:pathLst>
            </a:custGeom>
            <a:ln w="646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67" name="object 2167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6758940" y="5124450"/>
              <a:ext cx="285750" cy="64769"/>
            </a:xfrm>
            <a:prstGeom prst="rect">
              <a:avLst/>
            </a:prstGeom>
          </p:spPr>
        </p:pic>
        <p:sp>
          <p:nvSpPr>
            <p:cNvPr id="2168" name="object 2168"/>
            <p:cNvSpPr/>
            <p:nvPr/>
          </p:nvSpPr>
          <p:spPr>
            <a:xfrm>
              <a:off x="6758940" y="5124450"/>
              <a:ext cx="284480" cy="63500"/>
            </a:xfrm>
            <a:custGeom>
              <a:avLst/>
              <a:gdLst/>
              <a:ahLst/>
              <a:cxnLst/>
              <a:rect l="l" t="t" r="r" b="b"/>
              <a:pathLst>
                <a:path w="284479" h="63500">
                  <a:moveTo>
                    <a:pt x="142239" y="0"/>
                  </a:moveTo>
                  <a:lnTo>
                    <a:pt x="87332" y="2460"/>
                  </a:lnTo>
                  <a:lnTo>
                    <a:pt x="42068" y="9207"/>
                  </a:lnTo>
                  <a:lnTo>
                    <a:pt x="11330" y="19288"/>
                  </a:lnTo>
                  <a:lnTo>
                    <a:pt x="0" y="31750"/>
                  </a:lnTo>
                  <a:lnTo>
                    <a:pt x="11330" y="43676"/>
                  </a:lnTo>
                  <a:lnTo>
                    <a:pt x="42068" y="53816"/>
                  </a:lnTo>
                  <a:lnTo>
                    <a:pt x="87332" y="60860"/>
                  </a:lnTo>
                  <a:lnTo>
                    <a:pt x="142239" y="63500"/>
                  </a:lnTo>
                  <a:lnTo>
                    <a:pt x="197147" y="60860"/>
                  </a:lnTo>
                  <a:lnTo>
                    <a:pt x="242411" y="53816"/>
                  </a:lnTo>
                  <a:lnTo>
                    <a:pt x="273149" y="43676"/>
                  </a:lnTo>
                  <a:lnTo>
                    <a:pt x="284479" y="31750"/>
                  </a:lnTo>
                  <a:lnTo>
                    <a:pt x="273149" y="19288"/>
                  </a:lnTo>
                  <a:lnTo>
                    <a:pt x="242411" y="9207"/>
                  </a:lnTo>
                  <a:lnTo>
                    <a:pt x="197147" y="2460"/>
                  </a:lnTo>
                  <a:lnTo>
                    <a:pt x="142239" y="0"/>
                  </a:lnTo>
                  <a:close/>
                </a:path>
              </a:pathLst>
            </a:custGeom>
            <a:ln w="646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9" name="object 2169"/>
            <p:cNvSpPr/>
            <p:nvPr/>
          </p:nvSpPr>
          <p:spPr>
            <a:xfrm>
              <a:off x="6758940" y="4935219"/>
              <a:ext cx="2540" cy="199390"/>
            </a:xfrm>
            <a:custGeom>
              <a:avLst/>
              <a:gdLst/>
              <a:ahLst/>
              <a:cxnLst/>
              <a:rect l="l" t="t" r="r" b="b"/>
              <a:pathLst>
                <a:path w="2540" h="199389">
                  <a:moveTo>
                    <a:pt x="2540" y="196862"/>
                  </a:moveTo>
                  <a:lnTo>
                    <a:pt x="1270" y="196862"/>
                  </a:lnTo>
                  <a:lnTo>
                    <a:pt x="1270" y="199390"/>
                  </a:lnTo>
                  <a:lnTo>
                    <a:pt x="2540" y="199390"/>
                  </a:lnTo>
                  <a:lnTo>
                    <a:pt x="2540" y="196862"/>
                  </a:lnTo>
                  <a:close/>
                </a:path>
                <a:path w="2540" h="199389">
                  <a:moveTo>
                    <a:pt x="2540" y="0"/>
                  </a:moveTo>
                  <a:lnTo>
                    <a:pt x="1270" y="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196850"/>
                  </a:lnTo>
                  <a:lnTo>
                    <a:pt x="2540" y="196850"/>
                  </a:lnTo>
                  <a:lnTo>
                    <a:pt x="2540" y="254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0" name="object 2170"/>
            <p:cNvSpPr/>
            <p:nvPr/>
          </p:nvSpPr>
          <p:spPr>
            <a:xfrm>
              <a:off x="6761480" y="4931409"/>
              <a:ext cx="3810" cy="207010"/>
            </a:xfrm>
            <a:custGeom>
              <a:avLst/>
              <a:gdLst/>
              <a:ahLst/>
              <a:cxnLst/>
              <a:rect l="l" t="t" r="r" b="b"/>
              <a:pathLst>
                <a:path w="3809" h="207010">
                  <a:moveTo>
                    <a:pt x="3810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1270" y="1269"/>
                  </a:lnTo>
                  <a:lnTo>
                    <a:pt x="1270" y="2539"/>
                  </a:lnTo>
                  <a:lnTo>
                    <a:pt x="0" y="2539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0"/>
                  </a:lnTo>
                  <a:close/>
                </a:path>
                <a:path w="3809" h="207010">
                  <a:moveTo>
                    <a:pt x="3810" y="3810"/>
                  </a:moveTo>
                  <a:lnTo>
                    <a:pt x="0" y="3810"/>
                  </a:lnTo>
                  <a:lnTo>
                    <a:pt x="0" y="200659"/>
                  </a:lnTo>
                  <a:lnTo>
                    <a:pt x="3810" y="200659"/>
                  </a:lnTo>
                  <a:lnTo>
                    <a:pt x="3810" y="3810"/>
                  </a:lnTo>
                  <a:close/>
                </a:path>
                <a:path w="3809" h="207010">
                  <a:moveTo>
                    <a:pt x="3810" y="200660"/>
                  </a:moveTo>
                  <a:lnTo>
                    <a:pt x="0" y="200660"/>
                  </a:lnTo>
                  <a:lnTo>
                    <a:pt x="0" y="205739"/>
                  </a:lnTo>
                  <a:lnTo>
                    <a:pt x="2540" y="205739"/>
                  </a:lnTo>
                  <a:lnTo>
                    <a:pt x="2540" y="207009"/>
                  </a:lnTo>
                  <a:lnTo>
                    <a:pt x="3810" y="207009"/>
                  </a:lnTo>
                  <a:lnTo>
                    <a:pt x="3810" y="200660"/>
                  </a:lnTo>
                  <a:close/>
                </a:path>
              </a:pathLst>
            </a:custGeom>
            <a:solidFill>
              <a:srgbClr val="CED5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1" name="object 2171"/>
            <p:cNvSpPr/>
            <p:nvPr/>
          </p:nvSpPr>
          <p:spPr>
            <a:xfrm>
              <a:off x="6765290" y="4930152"/>
              <a:ext cx="3810" cy="210820"/>
            </a:xfrm>
            <a:custGeom>
              <a:avLst/>
              <a:gdLst/>
              <a:ahLst/>
              <a:cxnLst/>
              <a:rect l="l" t="t" r="r" b="b"/>
              <a:pathLst>
                <a:path w="3809" h="210820">
                  <a:moveTo>
                    <a:pt x="3810" y="209550"/>
                  </a:moveTo>
                  <a:lnTo>
                    <a:pt x="1270" y="209550"/>
                  </a:lnTo>
                  <a:lnTo>
                    <a:pt x="1270" y="210807"/>
                  </a:lnTo>
                  <a:lnTo>
                    <a:pt x="3810" y="210807"/>
                  </a:lnTo>
                  <a:lnTo>
                    <a:pt x="3810" y="209550"/>
                  </a:lnTo>
                  <a:close/>
                </a:path>
                <a:path w="3809" h="210820">
                  <a:moveTo>
                    <a:pt x="3810" y="201930"/>
                  </a:moveTo>
                  <a:lnTo>
                    <a:pt x="0" y="201930"/>
                  </a:lnTo>
                  <a:lnTo>
                    <a:pt x="0" y="209537"/>
                  </a:lnTo>
                  <a:lnTo>
                    <a:pt x="3810" y="209537"/>
                  </a:lnTo>
                  <a:lnTo>
                    <a:pt x="3810" y="201930"/>
                  </a:lnTo>
                  <a:close/>
                </a:path>
                <a:path w="3809" h="210820">
                  <a:moveTo>
                    <a:pt x="3810" y="5080"/>
                  </a:moveTo>
                  <a:lnTo>
                    <a:pt x="0" y="5080"/>
                  </a:lnTo>
                  <a:lnTo>
                    <a:pt x="0" y="201917"/>
                  </a:lnTo>
                  <a:lnTo>
                    <a:pt x="3810" y="201917"/>
                  </a:lnTo>
                  <a:lnTo>
                    <a:pt x="3810" y="5080"/>
                  </a:lnTo>
                  <a:close/>
                </a:path>
                <a:path w="3809" h="210820">
                  <a:moveTo>
                    <a:pt x="3810" y="0"/>
                  </a:moveTo>
                  <a:lnTo>
                    <a:pt x="0" y="0"/>
                  </a:lnTo>
                  <a:lnTo>
                    <a:pt x="0" y="5067"/>
                  </a:lnTo>
                  <a:lnTo>
                    <a:pt x="3810" y="506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CCD3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2" name="object 2172"/>
            <p:cNvSpPr/>
            <p:nvPr/>
          </p:nvSpPr>
          <p:spPr>
            <a:xfrm>
              <a:off x="6769100" y="4927600"/>
              <a:ext cx="3810" cy="215900"/>
            </a:xfrm>
            <a:custGeom>
              <a:avLst/>
              <a:gdLst/>
              <a:ahLst/>
              <a:cxnLst/>
              <a:rect l="l" t="t" r="r" b="b"/>
              <a:pathLst>
                <a:path w="3809" h="215900">
                  <a:moveTo>
                    <a:pt x="3809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09" h="215900">
                  <a:moveTo>
                    <a:pt x="3809" y="2540"/>
                  </a:moveTo>
                  <a:lnTo>
                    <a:pt x="0" y="2540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2540"/>
                  </a:lnTo>
                  <a:close/>
                </a:path>
                <a:path w="3809" h="215900">
                  <a:moveTo>
                    <a:pt x="3809" y="7620"/>
                  </a:moveTo>
                  <a:lnTo>
                    <a:pt x="0" y="7620"/>
                  </a:lnTo>
                  <a:lnTo>
                    <a:pt x="0" y="204469"/>
                  </a:lnTo>
                  <a:lnTo>
                    <a:pt x="3809" y="204469"/>
                  </a:lnTo>
                  <a:lnTo>
                    <a:pt x="3809" y="7620"/>
                  </a:lnTo>
                  <a:close/>
                </a:path>
                <a:path w="3809" h="215900">
                  <a:moveTo>
                    <a:pt x="3809" y="204470"/>
                  </a:moveTo>
                  <a:lnTo>
                    <a:pt x="0" y="204470"/>
                  </a:lnTo>
                  <a:lnTo>
                    <a:pt x="0" y="212089"/>
                  </a:lnTo>
                  <a:lnTo>
                    <a:pt x="3809" y="212089"/>
                  </a:lnTo>
                  <a:lnTo>
                    <a:pt x="3809" y="204470"/>
                  </a:lnTo>
                  <a:close/>
                </a:path>
                <a:path w="3809" h="215900">
                  <a:moveTo>
                    <a:pt x="3809" y="212090"/>
                  </a:moveTo>
                  <a:lnTo>
                    <a:pt x="0" y="212090"/>
                  </a:lnTo>
                  <a:lnTo>
                    <a:pt x="0" y="213360"/>
                  </a:lnTo>
                  <a:lnTo>
                    <a:pt x="1270" y="213360"/>
                  </a:lnTo>
                  <a:lnTo>
                    <a:pt x="1270" y="214630"/>
                  </a:lnTo>
                  <a:lnTo>
                    <a:pt x="2540" y="214630"/>
                  </a:lnTo>
                  <a:lnTo>
                    <a:pt x="2540" y="215900"/>
                  </a:lnTo>
                  <a:lnTo>
                    <a:pt x="3809" y="215900"/>
                  </a:lnTo>
                  <a:lnTo>
                    <a:pt x="3809" y="212090"/>
                  </a:lnTo>
                  <a:close/>
                </a:path>
              </a:pathLst>
            </a:custGeom>
            <a:solidFill>
              <a:srgbClr val="C9D1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3" name="object 2173"/>
            <p:cNvSpPr/>
            <p:nvPr/>
          </p:nvSpPr>
          <p:spPr>
            <a:xfrm>
              <a:off x="6772910" y="4926330"/>
              <a:ext cx="3810" cy="218440"/>
            </a:xfrm>
            <a:custGeom>
              <a:avLst/>
              <a:gdLst/>
              <a:ahLst/>
              <a:cxnLst/>
              <a:rect l="l" t="t" r="r" b="b"/>
              <a:pathLst>
                <a:path w="3809" h="218439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09" h="218439">
                  <a:moveTo>
                    <a:pt x="3810" y="3810"/>
                  </a:moveTo>
                  <a:lnTo>
                    <a:pt x="0" y="381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3810"/>
                  </a:lnTo>
                  <a:close/>
                </a:path>
                <a:path w="3809" h="218439">
                  <a:moveTo>
                    <a:pt x="3810" y="8890"/>
                  </a:moveTo>
                  <a:lnTo>
                    <a:pt x="0" y="8890"/>
                  </a:lnTo>
                  <a:lnTo>
                    <a:pt x="0" y="205740"/>
                  </a:lnTo>
                  <a:lnTo>
                    <a:pt x="3810" y="205740"/>
                  </a:lnTo>
                  <a:lnTo>
                    <a:pt x="3810" y="8890"/>
                  </a:lnTo>
                  <a:close/>
                </a:path>
                <a:path w="3809" h="218439">
                  <a:moveTo>
                    <a:pt x="3810" y="205740"/>
                  </a:moveTo>
                  <a:lnTo>
                    <a:pt x="0" y="205740"/>
                  </a:lnTo>
                  <a:lnTo>
                    <a:pt x="0" y="213360"/>
                  </a:lnTo>
                  <a:lnTo>
                    <a:pt x="3810" y="213360"/>
                  </a:lnTo>
                  <a:lnTo>
                    <a:pt x="3810" y="205740"/>
                  </a:lnTo>
                  <a:close/>
                </a:path>
                <a:path w="3809" h="218439">
                  <a:moveTo>
                    <a:pt x="3810" y="213360"/>
                  </a:moveTo>
                  <a:lnTo>
                    <a:pt x="0" y="213360"/>
                  </a:lnTo>
                  <a:lnTo>
                    <a:pt x="0" y="217170"/>
                  </a:lnTo>
                  <a:lnTo>
                    <a:pt x="1270" y="217170"/>
                  </a:lnTo>
                  <a:lnTo>
                    <a:pt x="1270" y="218440"/>
                  </a:lnTo>
                  <a:lnTo>
                    <a:pt x="3810" y="218440"/>
                  </a:lnTo>
                  <a:lnTo>
                    <a:pt x="3810" y="213360"/>
                  </a:lnTo>
                  <a:close/>
                </a:path>
              </a:pathLst>
            </a:custGeom>
            <a:solidFill>
              <a:srgbClr val="C6CF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4" name="object 2174"/>
            <p:cNvSpPr/>
            <p:nvPr/>
          </p:nvSpPr>
          <p:spPr>
            <a:xfrm>
              <a:off x="6776720" y="4925059"/>
              <a:ext cx="2540" cy="220979"/>
            </a:xfrm>
            <a:custGeom>
              <a:avLst/>
              <a:gdLst/>
              <a:ahLst/>
              <a:cxnLst/>
              <a:rect l="l" t="t" r="r" b="b"/>
              <a:pathLst>
                <a:path w="2540" h="220979">
                  <a:moveTo>
                    <a:pt x="2540" y="214642"/>
                  </a:moveTo>
                  <a:lnTo>
                    <a:pt x="0" y="214642"/>
                  </a:lnTo>
                  <a:lnTo>
                    <a:pt x="0" y="220980"/>
                  </a:lnTo>
                  <a:lnTo>
                    <a:pt x="2540" y="220980"/>
                  </a:lnTo>
                  <a:lnTo>
                    <a:pt x="2540" y="214642"/>
                  </a:lnTo>
                  <a:close/>
                </a:path>
                <a:path w="2540" h="220979">
                  <a:moveTo>
                    <a:pt x="2540" y="207022"/>
                  </a:moveTo>
                  <a:lnTo>
                    <a:pt x="0" y="207022"/>
                  </a:lnTo>
                  <a:lnTo>
                    <a:pt x="0" y="214630"/>
                  </a:lnTo>
                  <a:lnTo>
                    <a:pt x="2540" y="214630"/>
                  </a:lnTo>
                  <a:lnTo>
                    <a:pt x="2540" y="207022"/>
                  </a:lnTo>
                  <a:close/>
                </a:path>
                <a:path w="2540" h="220979">
                  <a:moveTo>
                    <a:pt x="2540" y="10172"/>
                  </a:moveTo>
                  <a:lnTo>
                    <a:pt x="0" y="10172"/>
                  </a:lnTo>
                  <a:lnTo>
                    <a:pt x="0" y="207010"/>
                  </a:lnTo>
                  <a:lnTo>
                    <a:pt x="2540" y="207010"/>
                  </a:lnTo>
                  <a:lnTo>
                    <a:pt x="2540" y="10172"/>
                  </a:lnTo>
                  <a:close/>
                </a:path>
                <a:path w="2540" h="220979">
                  <a:moveTo>
                    <a:pt x="2540" y="5092"/>
                  </a:moveTo>
                  <a:lnTo>
                    <a:pt x="0" y="5092"/>
                  </a:lnTo>
                  <a:lnTo>
                    <a:pt x="0" y="10160"/>
                  </a:lnTo>
                  <a:lnTo>
                    <a:pt x="2540" y="10160"/>
                  </a:lnTo>
                  <a:lnTo>
                    <a:pt x="2540" y="5092"/>
                  </a:lnTo>
                  <a:close/>
                </a:path>
                <a:path w="2540" h="220979">
                  <a:moveTo>
                    <a:pt x="25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C3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5" name="object 2175"/>
            <p:cNvSpPr/>
            <p:nvPr/>
          </p:nvSpPr>
          <p:spPr>
            <a:xfrm>
              <a:off x="6779260" y="4923789"/>
              <a:ext cx="3810" cy="223520"/>
            </a:xfrm>
            <a:custGeom>
              <a:avLst/>
              <a:gdLst/>
              <a:ahLst/>
              <a:cxnLst/>
              <a:rect l="l" t="t" r="r" b="b"/>
              <a:pathLst>
                <a:path w="3809" h="223520">
                  <a:moveTo>
                    <a:pt x="3810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0" y="126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0"/>
                  </a:lnTo>
                  <a:close/>
                </a:path>
                <a:path w="3809" h="223520">
                  <a:moveTo>
                    <a:pt x="3810" y="6349"/>
                  </a:moveTo>
                  <a:lnTo>
                    <a:pt x="0" y="6349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6349"/>
                  </a:lnTo>
                  <a:close/>
                </a:path>
                <a:path w="3809" h="223520">
                  <a:moveTo>
                    <a:pt x="3810" y="11429"/>
                  </a:moveTo>
                  <a:lnTo>
                    <a:pt x="0" y="11429"/>
                  </a:lnTo>
                  <a:lnTo>
                    <a:pt x="0" y="208279"/>
                  </a:lnTo>
                  <a:lnTo>
                    <a:pt x="3810" y="208279"/>
                  </a:lnTo>
                  <a:lnTo>
                    <a:pt x="3810" y="11429"/>
                  </a:lnTo>
                  <a:close/>
                </a:path>
                <a:path w="3809" h="223520">
                  <a:moveTo>
                    <a:pt x="3810" y="208279"/>
                  </a:moveTo>
                  <a:lnTo>
                    <a:pt x="0" y="208279"/>
                  </a:lnTo>
                  <a:lnTo>
                    <a:pt x="0" y="215899"/>
                  </a:lnTo>
                  <a:lnTo>
                    <a:pt x="3810" y="215899"/>
                  </a:lnTo>
                  <a:lnTo>
                    <a:pt x="3810" y="208279"/>
                  </a:lnTo>
                  <a:close/>
                </a:path>
                <a:path w="3809" h="223520">
                  <a:moveTo>
                    <a:pt x="3810" y="215899"/>
                  </a:moveTo>
                  <a:lnTo>
                    <a:pt x="0" y="215899"/>
                  </a:lnTo>
                  <a:lnTo>
                    <a:pt x="0" y="222249"/>
                  </a:lnTo>
                  <a:lnTo>
                    <a:pt x="3810" y="222249"/>
                  </a:lnTo>
                  <a:lnTo>
                    <a:pt x="3810" y="215899"/>
                  </a:lnTo>
                  <a:close/>
                </a:path>
                <a:path w="3809" h="223520">
                  <a:moveTo>
                    <a:pt x="3810" y="222249"/>
                  </a:moveTo>
                  <a:lnTo>
                    <a:pt x="0" y="222249"/>
                  </a:lnTo>
                  <a:lnTo>
                    <a:pt x="0" y="223519"/>
                  </a:lnTo>
                  <a:lnTo>
                    <a:pt x="3810" y="223519"/>
                  </a:lnTo>
                  <a:lnTo>
                    <a:pt x="3810" y="222249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6" name="object 2176"/>
            <p:cNvSpPr/>
            <p:nvPr/>
          </p:nvSpPr>
          <p:spPr>
            <a:xfrm>
              <a:off x="6783070" y="4922519"/>
              <a:ext cx="3810" cy="226060"/>
            </a:xfrm>
            <a:custGeom>
              <a:avLst/>
              <a:gdLst/>
              <a:ahLst/>
              <a:cxnLst/>
              <a:rect l="l" t="t" r="r" b="b"/>
              <a:pathLst>
                <a:path w="3809" h="226060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09" h="226060">
                  <a:moveTo>
                    <a:pt x="3810" y="217182"/>
                  </a:moveTo>
                  <a:lnTo>
                    <a:pt x="0" y="21718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7182"/>
                  </a:lnTo>
                  <a:close/>
                </a:path>
                <a:path w="3809" h="226060">
                  <a:moveTo>
                    <a:pt x="3810" y="209562"/>
                  </a:moveTo>
                  <a:lnTo>
                    <a:pt x="0" y="20956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209562"/>
                  </a:lnTo>
                  <a:close/>
                </a:path>
                <a:path w="3809" h="226060">
                  <a:moveTo>
                    <a:pt x="3810" y="12712"/>
                  </a:moveTo>
                  <a:lnTo>
                    <a:pt x="0" y="12712"/>
                  </a:lnTo>
                  <a:lnTo>
                    <a:pt x="0" y="209550"/>
                  </a:lnTo>
                  <a:lnTo>
                    <a:pt x="3810" y="209550"/>
                  </a:lnTo>
                  <a:lnTo>
                    <a:pt x="3810" y="12712"/>
                  </a:lnTo>
                  <a:close/>
                </a:path>
                <a:path w="3809" h="226060">
                  <a:moveTo>
                    <a:pt x="3810" y="7632"/>
                  </a:moveTo>
                  <a:lnTo>
                    <a:pt x="0" y="7632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7632"/>
                  </a:lnTo>
                  <a:close/>
                </a:path>
                <a:path w="3809" h="2260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260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7" name="object 2177"/>
            <p:cNvSpPr/>
            <p:nvPr/>
          </p:nvSpPr>
          <p:spPr>
            <a:xfrm>
              <a:off x="6786880" y="4921250"/>
              <a:ext cx="3810" cy="228600"/>
            </a:xfrm>
            <a:custGeom>
              <a:avLst/>
              <a:gdLst/>
              <a:ahLst/>
              <a:cxnLst/>
              <a:rect l="l" t="t" r="r" b="b"/>
              <a:pathLst>
                <a:path w="3809" h="228600">
                  <a:moveTo>
                    <a:pt x="3810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09" h="228600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09" h="228600">
                  <a:moveTo>
                    <a:pt x="3810" y="8890"/>
                  </a:moveTo>
                  <a:lnTo>
                    <a:pt x="0" y="8890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8890"/>
                  </a:lnTo>
                  <a:close/>
                </a:path>
                <a:path w="3809" h="228600">
                  <a:moveTo>
                    <a:pt x="3810" y="13970"/>
                  </a:moveTo>
                  <a:lnTo>
                    <a:pt x="0" y="13970"/>
                  </a:lnTo>
                  <a:lnTo>
                    <a:pt x="0" y="210819"/>
                  </a:lnTo>
                  <a:lnTo>
                    <a:pt x="3810" y="210819"/>
                  </a:lnTo>
                  <a:lnTo>
                    <a:pt x="3810" y="13970"/>
                  </a:lnTo>
                  <a:close/>
                </a:path>
                <a:path w="3809" h="228600">
                  <a:moveTo>
                    <a:pt x="3810" y="210820"/>
                  </a:moveTo>
                  <a:lnTo>
                    <a:pt x="0" y="210820"/>
                  </a:lnTo>
                  <a:lnTo>
                    <a:pt x="0" y="218439"/>
                  </a:lnTo>
                  <a:lnTo>
                    <a:pt x="3810" y="218439"/>
                  </a:lnTo>
                  <a:lnTo>
                    <a:pt x="3810" y="210820"/>
                  </a:lnTo>
                  <a:close/>
                </a:path>
                <a:path w="3809" h="228600">
                  <a:moveTo>
                    <a:pt x="3810" y="218440"/>
                  </a:moveTo>
                  <a:lnTo>
                    <a:pt x="0" y="218440"/>
                  </a:lnTo>
                  <a:lnTo>
                    <a:pt x="0" y="224789"/>
                  </a:lnTo>
                  <a:lnTo>
                    <a:pt x="3810" y="224789"/>
                  </a:lnTo>
                  <a:lnTo>
                    <a:pt x="3810" y="218440"/>
                  </a:lnTo>
                  <a:close/>
                </a:path>
                <a:path w="3809" h="228600">
                  <a:moveTo>
                    <a:pt x="3810" y="224790"/>
                  </a:moveTo>
                  <a:lnTo>
                    <a:pt x="0" y="224790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4790"/>
                  </a:lnTo>
                  <a:close/>
                </a:path>
              </a:pathLst>
            </a:custGeom>
            <a:solidFill>
              <a:srgbClr val="BB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8" name="object 2178"/>
            <p:cNvSpPr/>
            <p:nvPr/>
          </p:nvSpPr>
          <p:spPr>
            <a:xfrm>
              <a:off x="6790690" y="4919980"/>
              <a:ext cx="3810" cy="231140"/>
            </a:xfrm>
            <a:custGeom>
              <a:avLst/>
              <a:gdLst/>
              <a:ahLst/>
              <a:cxnLst/>
              <a:rect l="l" t="t" r="r" b="b"/>
              <a:pathLst>
                <a:path w="3809" h="231139">
                  <a:moveTo>
                    <a:pt x="3809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09" h="231139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09" h="231139">
                  <a:moveTo>
                    <a:pt x="3809" y="10160"/>
                  </a:moveTo>
                  <a:lnTo>
                    <a:pt x="0" y="10160"/>
                  </a:lnTo>
                  <a:lnTo>
                    <a:pt x="0" y="15240"/>
                  </a:lnTo>
                  <a:lnTo>
                    <a:pt x="3809" y="15240"/>
                  </a:lnTo>
                  <a:lnTo>
                    <a:pt x="3809" y="10160"/>
                  </a:lnTo>
                  <a:close/>
                </a:path>
                <a:path w="3809" h="231139">
                  <a:moveTo>
                    <a:pt x="3809" y="15240"/>
                  </a:moveTo>
                  <a:lnTo>
                    <a:pt x="0" y="15240"/>
                  </a:lnTo>
                  <a:lnTo>
                    <a:pt x="0" y="212090"/>
                  </a:lnTo>
                  <a:lnTo>
                    <a:pt x="3809" y="212090"/>
                  </a:lnTo>
                  <a:lnTo>
                    <a:pt x="3809" y="15240"/>
                  </a:lnTo>
                  <a:close/>
                </a:path>
                <a:path w="3809" h="231139">
                  <a:moveTo>
                    <a:pt x="3809" y="212090"/>
                  </a:moveTo>
                  <a:lnTo>
                    <a:pt x="0" y="212090"/>
                  </a:lnTo>
                  <a:lnTo>
                    <a:pt x="0" y="219710"/>
                  </a:lnTo>
                  <a:lnTo>
                    <a:pt x="3809" y="219710"/>
                  </a:lnTo>
                  <a:lnTo>
                    <a:pt x="3809" y="212090"/>
                  </a:lnTo>
                  <a:close/>
                </a:path>
                <a:path w="3809" h="231139">
                  <a:moveTo>
                    <a:pt x="3809" y="219710"/>
                  </a:moveTo>
                  <a:lnTo>
                    <a:pt x="0" y="219710"/>
                  </a:lnTo>
                  <a:lnTo>
                    <a:pt x="0" y="226060"/>
                  </a:lnTo>
                  <a:lnTo>
                    <a:pt x="3809" y="226060"/>
                  </a:lnTo>
                  <a:lnTo>
                    <a:pt x="3809" y="219710"/>
                  </a:lnTo>
                  <a:close/>
                </a:path>
                <a:path w="3809" h="231139">
                  <a:moveTo>
                    <a:pt x="3809" y="226060"/>
                  </a:moveTo>
                  <a:lnTo>
                    <a:pt x="0" y="226060"/>
                  </a:lnTo>
                  <a:lnTo>
                    <a:pt x="0" y="229870"/>
                  </a:lnTo>
                  <a:lnTo>
                    <a:pt x="1269" y="229870"/>
                  </a:lnTo>
                  <a:lnTo>
                    <a:pt x="1269" y="231140"/>
                  </a:lnTo>
                  <a:lnTo>
                    <a:pt x="3809" y="231140"/>
                  </a:lnTo>
                  <a:lnTo>
                    <a:pt x="3809" y="226060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9" name="object 2179"/>
            <p:cNvSpPr/>
            <p:nvPr/>
          </p:nvSpPr>
          <p:spPr>
            <a:xfrm>
              <a:off x="6794500" y="4919980"/>
              <a:ext cx="3810" cy="231140"/>
            </a:xfrm>
            <a:custGeom>
              <a:avLst/>
              <a:gdLst/>
              <a:ahLst/>
              <a:cxnLst/>
              <a:rect l="l" t="t" r="r" b="b"/>
              <a:pathLst>
                <a:path w="3809" h="231139">
                  <a:moveTo>
                    <a:pt x="3810" y="226072"/>
                  </a:moveTo>
                  <a:lnTo>
                    <a:pt x="0" y="22607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6072"/>
                  </a:lnTo>
                  <a:close/>
                </a:path>
                <a:path w="3809" h="231139">
                  <a:moveTo>
                    <a:pt x="3810" y="219722"/>
                  </a:moveTo>
                  <a:lnTo>
                    <a:pt x="0" y="21972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19722"/>
                  </a:lnTo>
                  <a:close/>
                </a:path>
                <a:path w="3809" h="231139">
                  <a:moveTo>
                    <a:pt x="3810" y="212102"/>
                  </a:moveTo>
                  <a:lnTo>
                    <a:pt x="0" y="21210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12102"/>
                  </a:lnTo>
                  <a:close/>
                </a:path>
                <a:path w="3809" h="231139">
                  <a:moveTo>
                    <a:pt x="3810" y="15252"/>
                  </a:moveTo>
                  <a:lnTo>
                    <a:pt x="0" y="15252"/>
                  </a:lnTo>
                  <a:lnTo>
                    <a:pt x="0" y="212090"/>
                  </a:lnTo>
                  <a:lnTo>
                    <a:pt x="3810" y="212090"/>
                  </a:lnTo>
                  <a:lnTo>
                    <a:pt x="3810" y="15252"/>
                  </a:lnTo>
                  <a:close/>
                </a:path>
                <a:path w="3809" h="231139">
                  <a:moveTo>
                    <a:pt x="3810" y="10172"/>
                  </a:moveTo>
                  <a:lnTo>
                    <a:pt x="0" y="1017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0172"/>
                  </a:lnTo>
                  <a:close/>
                </a:path>
                <a:path w="3809" h="231139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09" h="231139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6C1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0" name="object 2180"/>
            <p:cNvSpPr/>
            <p:nvPr/>
          </p:nvSpPr>
          <p:spPr>
            <a:xfrm>
              <a:off x="6798310" y="4918709"/>
              <a:ext cx="2540" cy="232410"/>
            </a:xfrm>
            <a:custGeom>
              <a:avLst/>
              <a:gdLst/>
              <a:ahLst/>
              <a:cxnLst/>
              <a:rect l="l" t="t" r="r" b="b"/>
              <a:pathLst>
                <a:path w="2540" h="232410">
                  <a:moveTo>
                    <a:pt x="2540" y="227342"/>
                  </a:moveTo>
                  <a:lnTo>
                    <a:pt x="0" y="227342"/>
                  </a:lnTo>
                  <a:lnTo>
                    <a:pt x="0" y="232410"/>
                  </a:lnTo>
                  <a:lnTo>
                    <a:pt x="2540" y="232410"/>
                  </a:lnTo>
                  <a:lnTo>
                    <a:pt x="2540" y="227342"/>
                  </a:lnTo>
                  <a:close/>
                </a:path>
                <a:path w="2540" h="232410">
                  <a:moveTo>
                    <a:pt x="2540" y="220992"/>
                  </a:moveTo>
                  <a:lnTo>
                    <a:pt x="0" y="220992"/>
                  </a:lnTo>
                  <a:lnTo>
                    <a:pt x="0" y="227330"/>
                  </a:lnTo>
                  <a:lnTo>
                    <a:pt x="2540" y="227330"/>
                  </a:lnTo>
                  <a:lnTo>
                    <a:pt x="2540" y="220992"/>
                  </a:lnTo>
                  <a:close/>
                </a:path>
                <a:path w="2540" h="232410">
                  <a:moveTo>
                    <a:pt x="2540" y="213372"/>
                  </a:moveTo>
                  <a:lnTo>
                    <a:pt x="0" y="213372"/>
                  </a:lnTo>
                  <a:lnTo>
                    <a:pt x="0" y="220980"/>
                  </a:lnTo>
                  <a:lnTo>
                    <a:pt x="2540" y="220980"/>
                  </a:lnTo>
                  <a:lnTo>
                    <a:pt x="2540" y="213372"/>
                  </a:lnTo>
                  <a:close/>
                </a:path>
                <a:path w="2540" h="232410">
                  <a:moveTo>
                    <a:pt x="2540" y="16522"/>
                  </a:moveTo>
                  <a:lnTo>
                    <a:pt x="0" y="16522"/>
                  </a:lnTo>
                  <a:lnTo>
                    <a:pt x="0" y="213360"/>
                  </a:lnTo>
                  <a:lnTo>
                    <a:pt x="2540" y="213360"/>
                  </a:lnTo>
                  <a:lnTo>
                    <a:pt x="2540" y="16522"/>
                  </a:lnTo>
                  <a:close/>
                </a:path>
                <a:path w="2540" h="232410">
                  <a:moveTo>
                    <a:pt x="2540" y="11442"/>
                  </a:moveTo>
                  <a:lnTo>
                    <a:pt x="0" y="11442"/>
                  </a:lnTo>
                  <a:lnTo>
                    <a:pt x="0" y="16510"/>
                  </a:lnTo>
                  <a:lnTo>
                    <a:pt x="2540" y="16510"/>
                  </a:lnTo>
                  <a:lnTo>
                    <a:pt x="2540" y="11442"/>
                  </a:lnTo>
                  <a:close/>
                </a:path>
                <a:path w="2540" h="232410">
                  <a:moveTo>
                    <a:pt x="254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5092"/>
                  </a:lnTo>
                  <a:close/>
                </a:path>
                <a:path w="2540" h="232410">
                  <a:moveTo>
                    <a:pt x="25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B3BF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1" name="object 2181"/>
            <p:cNvSpPr/>
            <p:nvPr/>
          </p:nvSpPr>
          <p:spPr>
            <a:xfrm>
              <a:off x="6800850" y="4917452"/>
              <a:ext cx="3810" cy="234950"/>
            </a:xfrm>
            <a:custGeom>
              <a:avLst/>
              <a:gdLst/>
              <a:ahLst/>
              <a:cxnLst/>
              <a:rect l="l" t="t" r="r" b="b"/>
              <a:pathLst>
                <a:path w="3809" h="234950">
                  <a:moveTo>
                    <a:pt x="3810" y="228600"/>
                  </a:moveTo>
                  <a:lnTo>
                    <a:pt x="0" y="22860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28600"/>
                  </a:lnTo>
                  <a:close/>
                </a:path>
                <a:path w="3809" h="234950">
                  <a:moveTo>
                    <a:pt x="3810" y="222250"/>
                  </a:moveTo>
                  <a:lnTo>
                    <a:pt x="0" y="22225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2250"/>
                  </a:lnTo>
                  <a:close/>
                </a:path>
                <a:path w="3809" h="234950">
                  <a:moveTo>
                    <a:pt x="3810" y="214630"/>
                  </a:moveTo>
                  <a:lnTo>
                    <a:pt x="0" y="21463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14630"/>
                  </a:lnTo>
                  <a:close/>
                </a:path>
                <a:path w="3809" h="234950">
                  <a:moveTo>
                    <a:pt x="3810" y="17780"/>
                  </a:moveTo>
                  <a:lnTo>
                    <a:pt x="0" y="17780"/>
                  </a:lnTo>
                  <a:lnTo>
                    <a:pt x="0" y="214617"/>
                  </a:lnTo>
                  <a:lnTo>
                    <a:pt x="3810" y="214617"/>
                  </a:lnTo>
                  <a:lnTo>
                    <a:pt x="3810" y="17780"/>
                  </a:lnTo>
                  <a:close/>
                </a:path>
                <a:path w="3809" h="234950">
                  <a:moveTo>
                    <a:pt x="3810" y="12700"/>
                  </a:moveTo>
                  <a:lnTo>
                    <a:pt x="0" y="12700"/>
                  </a:lnTo>
                  <a:lnTo>
                    <a:pt x="0" y="17767"/>
                  </a:lnTo>
                  <a:lnTo>
                    <a:pt x="3810" y="17767"/>
                  </a:lnTo>
                  <a:lnTo>
                    <a:pt x="3810" y="12700"/>
                  </a:lnTo>
                  <a:close/>
                </a:path>
                <a:path w="3809" h="23495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09" h="23495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1BD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2" name="object 2182"/>
            <p:cNvSpPr/>
            <p:nvPr/>
          </p:nvSpPr>
          <p:spPr>
            <a:xfrm>
              <a:off x="6804660" y="4917452"/>
              <a:ext cx="3810" cy="236220"/>
            </a:xfrm>
            <a:custGeom>
              <a:avLst/>
              <a:gdLst/>
              <a:ahLst/>
              <a:cxnLst/>
              <a:rect l="l" t="t" r="r" b="b"/>
              <a:pathLst>
                <a:path w="3809" h="236220">
                  <a:moveTo>
                    <a:pt x="3810" y="234950"/>
                  </a:moveTo>
                  <a:lnTo>
                    <a:pt x="0" y="234950"/>
                  </a:lnTo>
                  <a:lnTo>
                    <a:pt x="0" y="236207"/>
                  </a:lnTo>
                  <a:lnTo>
                    <a:pt x="3810" y="236207"/>
                  </a:lnTo>
                  <a:lnTo>
                    <a:pt x="3810" y="234950"/>
                  </a:lnTo>
                  <a:close/>
                </a:path>
                <a:path w="3809" h="236220">
                  <a:moveTo>
                    <a:pt x="3810" y="228600"/>
                  </a:moveTo>
                  <a:lnTo>
                    <a:pt x="0" y="22860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28600"/>
                  </a:lnTo>
                  <a:close/>
                </a:path>
                <a:path w="3809" h="236220">
                  <a:moveTo>
                    <a:pt x="3810" y="222250"/>
                  </a:moveTo>
                  <a:lnTo>
                    <a:pt x="0" y="22225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2250"/>
                  </a:lnTo>
                  <a:close/>
                </a:path>
                <a:path w="3809" h="236220">
                  <a:moveTo>
                    <a:pt x="3810" y="214630"/>
                  </a:moveTo>
                  <a:lnTo>
                    <a:pt x="0" y="21463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14630"/>
                  </a:lnTo>
                  <a:close/>
                </a:path>
                <a:path w="3809" h="236220">
                  <a:moveTo>
                    <a:pt x="3810" y="17780"/>
                  </a:moveTo>
                  <a:lnTo>
                    <a:pt x="0" y="17780"/>
                  </a:lnTo>
                  <a:lnTo>
                    <a:pt x="0" y="214617"/>
                  </a:lnTo>
                  <a:lnTo>
                    <a:pt x="3810" y="214617"/>
                  </a:lnTo>
                  <a:lnTo>
                    <a:pt x="3810" y="17780"/>
                  </a:lnTo>
                  <a:close/>
                </a:path>
                <a:path w="3809" h="236220">
                  <a:moveTo>
                    <a:pt x="3810" y="12700"/>
                  </a:moveTo>
                  <a:lnTo>
                    <a:pt x="0" y="12700"/>
                  </a:lnTo>
                  <a:lnTo>
                    <a:pt x="0" y="17767"/>
                  </a:lnTo>
                  <a:lnTo>
                    <a:pt x="3810" y="17767"/>
                  </a:lnTo>
                  <a:lnTo>
                    <a:pt x="3810" y="12700"/>
                  </a:lnTo>
                  <a:close/>
                </a:path>
                <a:path w="3809" h="2362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09" h="2362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EBA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3" name="object 2183"/>
            <p:cNvSpPr/>
            <p:nvPr/>
          </p:nvSpPr>
          <p:spPr>
            <a:xfrm>
              <a:off x="6808470" y="491616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09" h="237489">
                  <a:moveTo>
                    <a:pt x="3810" y="236232"/>
                  </a:moveTo>
                  <a:lnTo>
                    <a:pt x="0" y="23623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6232"/>
                  </a:lnTo>
                  <a:close/>
                </a:path>
                <a:path w="3809" h="237489">
                  <a:moveTo>
                    <a:pt x="3810" y="229882"/>
                  </a:moveTo>
                  <a:lnTo>
                    <a:pt x="0" y="22988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29882"/>
                  </a:lnTo>
                  <a:close/>
                </a:path>
                <a:path w="3809" h="237489">
                  <a:moveTo>
                    <a:pt x="3810" y="223532"/>
                  </a:moveTo>
                  <a:lnTo>
                    <a:pt x="0" y="22353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3532"/>
                  </a:lnTo>
                  <a:close/>
                </a:path>
                <a:path w="3809" h="237489">
                  <a:moveTo>
                    <a:pt x="3810" y="215912"/>
                  </a:moveTo>
                  <a:lnTo>
                    <a:pt x="0" y="21591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5912"/>
                  </a:lnTo>
                  <a:close/>
                </a:path>
                <a:path w="3809" h="237489">
                  <a:moveTo>
                    <a:pt x="3810" y="19062"/>
                  </a:moveTo>
                  <a:lnTo>
                    <a:pt x="0" y="19062"/>
                  </a:lnTo>
                  <a:lnTo>
                    <a:pt x="0" y="215900"/>
                  </a:lnTo>
                  <a:lnTo>
                    <a:pt x="3810" y="215900"/>
                  </a:lnTo>
                  <a:lnTo>
                    <a:pt x="3810" y="19062"/>
                  </a:lnTo>
                  <a:close/>
                </a:path>
                <a:path w="3809" h="237489">
                  <a:moveTo>
                    <a:pt x="3810" y="13982"/>
                  </a:moveTo>
                  <a:lnTo>
                    <a:pt x="0" y="13982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3982"/>
                  </a:lnTo>
                  <a:close/>
                </a:path>
                <a:path w="3809" h="237489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37489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37489">
                  <a:moveTo>
                    <a:pt x="38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4" name="object 2184"/>
            <p:cNvSpPr/>
            <p:nvPr/>
          </p:nvSpPr>
          <p:spPr>
            <a:xfrm>
              <a:off x="6812280" y="4916169"/>
              <a:ext cx="3810" cy="238760"/>
            </a:xfrm>
            <a:custGeom>
              <a:avLst/>
              <a:gdLst/>
              <a:ahLst/>
              <a:cxnLst/>
              <a:rect l="l" t="t" r="r" b="b"/>
              <a:pathLst>
                <a:path w="3809" h="238760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09" h="238760">
                  <a:moveTo>
                    <a:pt x="3810" y="229882"/>
                  </a:moveTo>
                  <a:lnTo>
                    <a:pt x="0" y="22988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29882"/>
                  </a:lnTo>
                  <a:close/>
                </a:path>
                <a:path w="3809" h="238760">
                  <a:moveTo>
                    <a:pt x="3810" y="223532"/>
                  </a:moveTo>
                  <a:lnTo>
                    <a:pt x="0" y="22353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3532"/>
                  </a:lnTo>
                  <a:close/>
                </a:path>
                <a:path w="3809" h="238760">
                  <a:moveTo>
                    <a:pt x="3810" y="215912"/>
                  </a:moveTo>
                  <a:lnTo>
                    <a:pt x="0" y="21591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5912"/>
                  </a:lnTo>
                  <a:close/>
                </a:path>
                <a:path w="3809" h="238760">
                  <a:moveTo>
                    <a:pt x="3810" y="19062"/>
                  </a:moveTo>
                  <a:lnTo>
                    <a:pt x="0" y="19062"/>
                  </a:lnTo>
                  <a:lnTo>
                    <a:pt x="0" y="215900"/>
                  </a:lnTo>
                  <a:lnTo>
                    <a:pt x="3810" y="215900"/>
                  </a:lnTo>
                  <a:lnTo>
                    <a:pt x="3810" y="19062"/>
                  </a:lnTo>
                  <a:close/>
                </a:path>
                <a:path w="3809" h="238760">
                  <a:moveTo>
                    <a:pt x="3810" y="13982"/>
                  </a:moveTo>
                  <a:lnTo>
                    <a:pt x="0" y="13982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3982"/>
                  </a:lnTo>
                  <a:close/>
                </a:path>
                <a:path w="3809" h="2387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387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387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5" name="object 2185"/>
            <p:cNvSpPr/>
            <p:nvPr/>
          </p:nvSpPr>
          <p:spPr>
            <a:xfrm>
              <a:off x="6816090" y="4914900"/>
              <a:ext cx="3810" cy="240029"/>
            </a:xfrm>
            <a:custGeom>
              <a:avLst/>
              <a:gdLst/>
              <a:ahLst/>
              <a:cxnLst/>
              <a:rect l="l" t="t" r="r" b="b"/>
              <a:pathLst>
                <a:path w="3809" h="240029">
                  <a:moveTo>
                    <a:pt x="3809" y="0"/>
                  </a:moveTo>
                  <a:lnTo>
                    <a:pt x="2539" y="0"/>
                  </a:lnTo>
                  <a:lnTo>
                    <a:pt x="2539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09" h="240029">
                  <a:moveTo>
                    <a:pt x="3809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2540"/>
                  </a:lnTo>
                  <a:close/>
                </a:path>
                <a:path w="3809" h="240029">
                  <a:moveTo>
                    <a:pt x="3809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8890"/>
                  </a:lnTo>
                  <a:close/>
                </a:path>
                <a:path w="3809" h="240029">
                  <a:moveTo>
                    <a:pt x="3809" y="15240"/>
                  </a:moveTo>
                  <a:lnTo>
                    <a:pt x="0" y="15240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5240"/>
                  </a:lnTo>
                  <a:close/>
                </a:path>
                <a:path w="3809" h="240029">
                  <a:moveTo>
                    <a:pt x="3809" y="20320"/>
                  </a:moveTo>
                  <a:lnTo>
                    <a:pt x="0" y="20320"/>
                  </a:lnTo>
                  <a:lnTo>
                    <a:pt x="0" y="217169"/>
                  </a:lnTo>
                  <a:lnTo>
                    <a:pt x="3809" y="217169"/>
                  </a:lnTo>
                  <a:lnTo>
                    <a:pt x="3809" y="20320"/>
                  </a:lnTo>
                  <a:close/>
                </a:path>
                <a:path w="3809" h="240029">
                  <a:moveTo>
                    <a:pt x="3809" y="217170"/>
                  </a:moveTo>
                  <a:lnTo>
                    <a:pt x="0" y="217170"/>
                  </a:lnTo>
                  <a:lnTo>
                    <a:pt x="0" y="224789"/>
                  </a:lnTo>
                  <a:lnTo>
                    <a:pt x="3809" y="224789"/>
                  </a:lnTo>
                  <a:lnTo>
                    <a:pt x="3809" y="217170"/>
                  </a:lnTo>
                  <a:close/>
                </a:path>
                <a:path w="3809" h="240029">
                  <a:moveTo>
                    <a:pt x="3809" y="224790"/>
                  </a:moveTo>
                  <a:lnTo>
                    <a:pt x="0" y="224790"/>
                  </a:lnTo>
                  <a:lnTo>
                    <a:pt x="0" y="231139"/>
                  </a:lnTo>
                  <a:lnTo>
                    <a:pt x="3809" y="231139"/>
                  </a:lnTo>
                  <a:lnTo>
                    <a:pt x="3809" y="224790"/>
                  </a:lnTo>
                  <a:close/>
                </a:path>
                <a:path w="3809" h="240029">
                  <a:moveTo>
                    <a:pt x="3809" y="231140"/>
                  </a:moveTo>
                  <a:lnTo>
                    <a:pt x="0" y="231140"/>
                  </a:lnTo>
                  <a:lnTo>
                    <a:pt x="0" y="237489"/>
                  </a:lnTo>
                  <a:lnTo>
                    <a:pt x="3809" y="237489"/>
                  </a:lnTo>
                  <a:lnTo>
                    <a:pt x="3809" y="231140"/>
                  </a:lnTo>
                  <a:close/>
                </a:path>
                <a:path w="3809" h="240029">
                  <a:moveTo>
                    <a:pt x="3809" y="237490"/>
                  </a:moveTo>
                  <a:lnTo>
                    <a:pt x="0" y="237490"/>
                  </a:lnTo>
                  <a:lnTo>
                    <a:pt x="0" y="240030"/>
                  </a:lnTo>
                  <a:lnTo>
                    <a:pt x="3809" y="240030"/>
                  </a:lnTo>
                  <a:lnTo>
                    <a:pt x="3809" y="237490"/>
                  </a:lnTo>
                  <a:close/>
                </a:path>
              </a:pathLst>
            </a:custGeom>
            <a:solidFill>
              <a:srgbClr val="A6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6" name="object 2186"/>
            <p:cNvSpPr/>
            <p:nvPr/>
          </p:nvSpPr>
          <p:spPr>
            <a:xfrm>
              <a:off x="6819900" y="4913630"/>
              <a:ext cx="3810" cy="242570"/>
            </a:xfrm>
            <a:custGeom>
              <a:avLst/>
              <a:gdLst/>
              <a:ahLst/>
              <a:cxnLst/>
              <a:rect l="l" t="t" r="r" b="b"/>
              <a:pathLst>
                <a:path w="3809" h="242570">
                  <a:moveTo>
                    <a:pt x="3809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09" h="242570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09" h="242570">
                  <a:moveTo>
                    <a:pt x="380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0160"/>
                  </a:lnTo>
                  <a:close/>
                </a:path>
                <a:path w="3809" h="242570">
                  <a:moveTo>
                    <a:pt x="3809" y="16510"/>
                  </a:moveTo>
                  <a:lnTo>
                    <a:pt x="0" y="16510"/>
                  </a:lnTo>
                  <a:lnTo>
                    <a:pt x="0" y="21590"/>
                  </a:lnTo>
                  <a:lnTo>
                    <a:pt x="3809" y="21590"/>
                  </a:lnTo>
                  <a:lnTo>
                    <a:pt x="3809" y="16510"/>
                  </a:lnTo>
                  <a:close/>
                </a:path>
                <a:path w="3809" h="242570">
                  <a:moveTo>
                    <a:pt x="3809" y="21590"/>
                  </a:moveTo>
                  <a:lnTo>
                    <a:pt x="0" y="21590"/>
                  </a:lnTo>
                  <a:lnTo>
                    <a:pt x="0" y="218440"/>
                  </a:lnTo>
                  <a:lnTo>
                    <a:pt x="3809" y="218440"/>
                  </a:lnTo>
                  <a:lnTo>
                    <a:pt x="3809" y="21590"/>
                  </a:lnTo>
                  <a:close/>
                </a:path>
                <a:path w="3809" h="242570">
                  <a:moveTo>
                    <a:pt x="3809" y="218440"/>
                  </a:moveTo>
                  <a:lnTo>
                    <a:pt x="0" y="218440"/>
                  </a:lnTo>
                  <a:lnTo>
                    <a:pt x="0" y="226060"/>
                  </a:lnTo>
                  <a:lnTo>
                    <a:pt x="3809" y="226060"/>
                  </a:lnTo>
                  <a:lnTo>
                    <a:pt x="3809" y="218440"/>
                  </a:lnTo>
                  <a:close/>
                </a:path>
                <a:path w="3809" h="242570">
                  <a:moveTo>
                    <a:pt x="3809" y="226060"/>
                  </a:moveTo>
                  <a:lnTo>
                    <a:pt x="0" y="226060"/>
                  </a:lnTo>
                  <a:lnTo>
                    <a:pt x="0" y="232410"/>
                  </a:lnTo>
                  <a:lnTo>
                    <a:pt x="3809" y="232410"/>
                  </a:lnTo>
                  <a:lnTo>
                    <a:pt x="3809" y="226060"/>
                  </a:lnTo>
                  <a:close/>
                </a:path>
                <a:path w="3809" h="242570">
                  <a:moveTo>
                    <a:pt x="3809" y="232410"/>
                  </a:moveTo>
                  <a:lnTo>
                    <a:pt x="0" y="232410"/>
                  </a:lnTo>
                  <a:lnTo>
                    <a:pt x="0" y="238760"/>
                  </a:lnTo>
                  <a:lnTo>
                    <a:pt x="3809" y="238760"/>
                  </a:lnTo>
                  <a:lnTo>
                    <a:pt x="3809" y="232410"/>
                  </a:lnTo>
                  <a:close/>
                </a:path>
                <a:path w="3809" h="242570">
                  <a:moveTo>
                    <a:pt x="3809" y="238760"/>
                  </a:moveTo>
                  <a:lnTo>
                    <a:pt x="0" y="238760"/>
                  </a:lnTo>
                  <a:lnTo>
                    <a:pt x="0" y="241300"/>
                  </a:lnTo>
                  <a:lnTo>
                    <a:pt x="2540" y="241300"/>
                  </a:lnTo>
                  <a:lnTo>
                    <a:pt x="2540" y="242570"/>
                  </a:lnTo>
                  <a:lnTo>
                    <a:pt x="3809" y="242570"/>
                  </a:lnTo>
                  <a:lnTo>
                    <a:pt x="3809" y="238760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7" name="object 2187"/>
            <p:cNvSpPr/>
            <p:nvPr/>
          </p:nvSpPr>
          <p:spPr>
            <a:xfrm>
              <a:off x="6823710" y="4913630"/>
              <a:ext cx="3810" cy="242570"/>
            </a:xfrm>
            <a:custGeom>
              <a:avLst/>
              <a:gdLst/>
              <a:ahLst/>
              <a:cxnLst/>
              <a:rect l="l" t="t" r="r" b="b"/>
              <a:pathLst>
                <a:path w="3809" h="242570">
                  <a:moveTo>
                    <a:pt x="3810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8772"/>
                  </a:lnTo>
                  <a:close/>
                </a:path>
                <a:path w="3809" h="242570">
                  <a:moveTo>
                    <a:pt x="3810" y="232422"/>
                  </a:moveTo>
                  <a:lnTo>
                    <a:pt x="0" y="23242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2422"/>
                  </a:lnTo>
                  <a:close/>
                </a:path>
                <a:path w="3809" h="242570">
                  <a:moveTo>
                    <a:pt x="381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6072"/>
                  </a:lnTo>
                  <a:close/>
                </a:path>
                <a:path w="3809" h="242570">
                  <a:moveTo>
                    <a:pt x="3810" y="218452"/>
                  </a:moveTo>
                  <a:lnTo>
                    <a:pt x="0" y="21845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18452"/>
                  </a:lnTo>
                  <a:close/>
                </a:path>
                <a:path w="3809" h="242570">
                  <a:moveTo>
                    <a:pt x="3810" y="21602"/>
                  </a:moveTo>
                  <a:lnTo>
                    <a:pt x="0" y="21602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602"/>
                  </a:lnTo>
                  <a:close/>
                </a:path>
                <a:path w="3809" h="242570">
                  <a:moveTo>
                    <a:pt x="3810" y="16522"/>
                  </a:moveTo>
                  <a:lnTo>
                    <a:pt x="0" y="1652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6522"/>
                  </a:lnTo>
                  <a:close/>
                </a:path>
                <a:path w="3809" h="242570">
                  <a:moveTo>
                    <a:pt x="381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72"/>
                  </a:lnTo>
                  <a:close/>
                </a:path>
                <a:path w="3809" h="242570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09" h="242570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8" name="object 2188"/>
            <p:cNvSpPr/>
            <p:nvPr/>
          </p:nvSpPr>
          <p:spPr>
            <a:xfrm>
              <a:off x="6827520" y="4913630"/>
              <a:ext cx="2540" cy="243840"/>
            </a:xfrm>
            <a:custGeom>
              <a:avLst/>
              <a:gdLst/>
              <a:ahLst/>
              <a:cxnLst/>
              <a:rect l="l" t="t" r="r" b="b"/>
              <a:pathLst>
                <a:path w="2540" h="243839">
                  <a:moveTo>
                    <a:pt x="2540" y="238772"/>
                  </a:moveTo>
                  <a:lnTo>
                    <a:pt x="0" y="238772"/>
                  </a:lnTo>
                  <a:lnTo>
                    <a:pt x="0" y="243840"/>
                  </a:lnTo>
                  <a:lnTo>
                    <a:pt x="2540" y="243840"/>
                  </a:lnTo>
                  <a:lnTo>
                    <a:pt x="2540" y="238772"/>
                  </a:lnTo>
                  <a:close/>
                </a:path>
                <a:path w="2540" h="243839">
                  <a:moveTo>
                    <a:pt x="2540" y="232422"/>
                  </a:moveTo>
                  <a:lnTo>
                    <a:pt x="0" y="232422"/>
                  </a:lnTo>
                  <a:lnTo>
                    <a:pt x="0" y="238760"/>
                  </a:lnTo>
                  <a:lnTo>
                    <a:pt x="2540" y="238760"/>
                  </a:lnTo>
                  <a:lnTo>
                    <a:pt x="2540" y="232422"/>
                  </a:lnTo>
                  <a:close/>
                </a:path>
                <a:path w="2540" h="243839">
                  <a:moveTo>
                    <a:pt x="254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2540" y="232410"/>
                  </a:lnTo>
                  <a:lnTo>
                    <a:pt x="2540" y="226072"/>
                  </a:lnTo>
                  <a:close/>
                </a:path>
                <a:path w="2540" h="243839">
                  <a:moveTo>
                    <a:pt x="2540" y="218452"/>
                  </a:moveTo>
                  <a:lnTo>
                    <a:pt x="0" y="218452"/>
                  </a:lnTo>
                  <a:lnTo>
                    <a:pt x="0" y="226060"/>
                  </a:lnTo>
                  <a:lnTo>
                    <a:pt x="2540" y="226060"/>
                  </a:lnTo>
                  <a:lnTo>
                    <a:pt x="2540" y="218452"/>
                  </a:lnTo>
                  <a:close/>
                </a:path>
                <a:path w="2540" h="243839">
                  <a:moveTo>
                    <a:pt x="2540" y="21602"/>
                  </a:moveTo>
                  <a:lnTo>
                    <a:pt x="0" y="21602"/>
                  </a:lnTo>
                  <a:lnTo>
                    <a:pt x="0" y="218440"/>
                  </a:lnTo>
                  <a:lnTo>
                    <a:pt x="2540" y="218440"/>
                  </a:lnTo>
                  <a:lnTo>
                    <a:pt x="2540" y="21602"/>
                  </a:lnTo>
                  <a:close/>
                </a:path>
                <a:path w="2540" h="243839">
                  <a:moveTo>
                    <a:pt x="2540" y="16522"/>
                  </a:moveTo>
                  <a:lnTo>
                    <a:pt x="0" y="16522"/>
                  </a:lnTo>
                  <a:lnTo>
                    <a:pt x="0" y="21590"/>
                  </a:lnTo>
                  <a:lnTo>
                    <a:pt x="2540" y="21590"/>
                  </a:lnTo>
                  <a:lnTo>
                    <a:pt x="2540" y="16522"/>
                  </a:lnTo>
                  <a:close/>
                </a:path>
                <a:path w="2540" h="243839">
                  <a:moveTo>
                    <a:pt x="254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2540" y="16510"/>
                  </a:lnTo>
                  <a:lnTo>
                    <a:pt x="2540" y="10172"/>
                  </a:lnTo>
                  <a:close/>
                </a:path>
                <a:path w="2540" h="243839">
                  <a:moveTo>
                    <a:pt x="254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2540" y="10160"/>
                  </a:lnTo>
                  <a:lnTo>
                    <a:pt x="2540" y="3822"/>
                  </a:lnTo>
                  <a:close/>
                </a:path>
                <a:path w="2540" h="243839">
                  <a:moveTo>
                    <a:pt x="254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40" y="381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9EAD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9" name="object 2189"/>
            <p:cNvSpPr/>
            <p:nvPr/>
          </p:nvSpPr>
          <p:spPr>
            <a:xfrm>
              <a:off x="6830060" y="4913630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09" h="243839">
                  <a:moveTo>
                    <a:pt x="3810" y="238772"/>
                  </a:moveTo>
                  <a:lnTo>
                    <a:pt x="0" y="23877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38772"/>
                  </a:lnTo>
                  <a:close/>
                </a:path>
                <a:path w="3809" h="243839">
                  <a:moveTo>
                    <a:pt x="3810" y="232422"/>
                  </a:moveTo>
                  <a:lnTo>
                    <a:pt x="0" y="23242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2422"/>
                  </a:lnTo>
                  <a:close/>
                </a:path>
                <a:path w="3809" h="243839">
                  <a:moveTo>
                    <a:pt x="381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6072"/>
                  </a:lnTo>
                  <a:close/>
                </a:path>
                <a:path w="3809" h="243839">
                  <a:moveTo>
                    <a:pt x="3810" y="218452"/>
                  </a:moveTo>
                  <a:lnTo>
                    <a:pt x="0" y="21845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18452"/>
                  </a:lnTo>
                  <a:close/>
                </a:path>
                <a:path w="3809" h="243839">
                  <a:moveTo>
                    <a:pt x="3810" y="21602"/>
                  </a:moveTo>
                  <a:lnTo>
                    <a:pt x="0" y="21602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602"/>
                  </a:lnTo>
                  <a:close/>
                </a:path>
                <a:path w="3809" h="243839">
                  <a:moveTo>
                    <a:pt x="3810" y="16522"/>
                  </a:moveTo>
                  <a:lnTo>
                    <a:pt x="0" y="1652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6522"/>
                  </a:lnTo>
                  <a:close/>
                </a:path>
                <a:path w="3809" h="243839">
                  <a:moveTo>
                    <a:pt x="381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72"/>
                  </a:lnTo>
                  <a:close/>
                </a:path>
                <a:path w="3809" h="243839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09" h="243839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CAB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0" name="object 2190"/>
            <p:cNvSpPr/>
            <p:nvPr/>
          </p:nvSpPr>
          <p:spPr>
            <a:xfrm>
              <a:off x="6833870" y="4913630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09" h="245110">
                  <a:moveTo>
                    <a:pt x="380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09" h="245110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09" h="245110">
                  <a:moveTo>
                    <a:pt x="380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0160"/>
                  </a:lnTo>
                  <a:close/>
                </a:path>
                <a:path w="3809" h="245110">
                  <a:moveTo>
                    <a:pt x="3809" y="16510"/>
                  </a:moveTo>
                  <a:lnTo>
                    <a:pt x="0" y="16510"/>
                  </a:lnTo>
                  <a:lnTo>
                    <a:pt x="0" y="21590"/>
                  </a:lnTo>
                  <a:lnTo>
                    <a:pt x="3809" y="21590"/>
                  </a:lnTo>
                  <a:lnTo>
                    <a:pt x="3809" y="16510"/>
                  </a:lnTo>
                  <a:close/>
                </a:path>
                <a:path w="3809" h="245110">
                  <a:moveTo>
                    <a:pt x="3809" y="21590"/>
                  </a:moveTo>
                  <a:lnTo>
                    <a:pt x="0" y="21590"/>
                  </a:lnTo>
                  <a:lnTo>
                    <a:pt x="0" y="218440"/>
                  </a:lnTo>
                  <a:lnTo>
                    <a:pt x="3809" y="218440"/>
                  </a:lnTo>
                  <a:lnTo>
                    <a:pt x="3809" y="21590"/>
                  </a:lnTo>
                  <a:close/>
                </a:path>
                <a:path w="3809" h="245110">
                  <a:moveTo>
                    <a:pt x="3809" y="218440"/>
                  </a:moveTo>
                  <a:lnTo>
                    <a:pt x="0" y="218440"/>
                  </a:lnTo>
                  <a:lnTo>
                    <a:pt x="0" y="226060"/>
                  </a:lnTo>
                  <a:lnTo>
                    <a:pt x="3809" y="226060"/>
                  </a:lnTo>
                  <a:lnTo>
                    <a:pt x="3809" y="218440"/>
                  </a:lnTo>
                  <a:close/>
                </a:path>
                <a:path w="3809" h="245110">
                  <a:moveTo>
                    <a:pt x="3809" y="226060"/>
                  </a:moveTo>
                  <a:lnTo>
                    <a:pt x="0" y="226060"/>
                  </a:lnTo>
                  <a:lnTo>
                    <a:pt x="0" y="232410"/>
                  </a:lnTo>
                  <a:lnTo>
                    <a:pt x="3809" y="232410"/>
                  </a:lnTo>
                  <a:lnTo>
                    <a:pt x="3809" y="226060"/>
                  </a:lnTo>
                  <a:close/>
                </a:path>
                <a:path w="3809" h="245110">
                  <a:moveTo>
                    <a:pt x="3809" y="232410"/>
                  </a:moveTo>
                  <a:lnTo>
                    <a:pt x="0" y="232410"/>
                  </a:lnTo>
                  <a:lnTo>
                    <a:pt x="0" y="238760"/>
                  </a:lnTo>
                  <a:lnTo>
                    <a:pt x="3809" y="238760"/>
                  </a:lnTo>
                  <a:lnTo>
                    <a:pt x="3809" y="232410"/>
                  </a:lnTo>
                  <a:close/>
                </a:path>
                <a:path w="3809" h="245110">
                  <a:moveTo>
                    <a:pt x="3809" y="238760"/>
                  </a:moveTo>
                  <a:lnTo>
                    <a:pt x="0" y="238760"/>
                  </a:lnTo>
                  <a:lnTo>
                    <a:pt x="0" y="243840"/>
                  </a:lnTo>
                  <a:lnTo>
                    <a:pt x="1270" y="243840"/>
                  </a:lnTo>
                  <a:lnTo>
                    <a:pt x="1270" y="245110"/>
                  </a:lnTo>
                  <a:lnTo>
                    <a:pt x="3809" y="245110"/>
                  </a:lnTo>
                  <a:lnTo>
                    <a:pt x="3809" y="238760"/>
                  </a:lnTo>
                  <a:close/>
                </a:path>
              </a:pathLst>
            </a:custGeom>
            <a:solidFill>
              <a:srgbClr val="99A8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1" name="object 2191"/>
            <p:cNvSpPr/>
            <p:nvPr/>
          </p:nvSpPr>
          <p:spPr>
            <a:xfrm>
              <a:off x="6837680" y="4912359"/>
              <a:ext cx="3810" cy="246379"/>
            </a:xfrm>
            <a:custGeom>
              <a:avLst/>
              <a:gdLst/>
              <a:ahLst/>
              <a:cxnLst/>
              <a:rect l="l" t="t" r="r" b="b"/>
              <a:pathLst>
                <a:path w="3809" h="246379">
                  <a:moveTo>
                    <a:pt x="3810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0" y="1269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09" h="246379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09" h="246379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09" h="246379">
                  <a:moveTo>
                    <a:pt x="3810" y="17780"/>
                  </a:moveTo>
                  <a:lnTo>
                    <a:pt x="0" y="1778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7780"/>
                  </a:lnTo>
                  <a:close/>
                </a:path>
                <a:path w="3809" h="246379">
                  <a:moveTo>
                    <a:pt x="3810" y="22860"/>
                  </a:moveTo>
                  <a:lnTo>
                    <a:pt x="0" y="22860"/>
                  </a:lnTo>
                  <a:lnTo>
                    <a:pt x="0" y="219709"/>
                  </a:lnTo>
                  <a:lnTo>
                    <a:pt x="3810" y="219709"/>
                  </a:lnTo>
                  <a:lnTo>
                    <a:pt x="3810" y="22860"/>
                  </a:lnTo>
                  <a:close/>
                </a:path>
                <a:path w="3809" h="246379">
                  <a:moveTo>
                    <a:pt x="3810" y="219710"/>
                  </a:moveTo>
                  <a:lnTo>
                    <a:pt x="0" y="219710"/>
                  </a:lnTo>
                  <a:lnTo>
                    <a:pt x="0" y="227329"/>
                  </a:lnTo>
                  <a:lnTo>
                    <a:pt x="3810" y="227329"/>
                  </a:lnTo>
                  <a:lnTo>
                    <a:pt x="3810" y="219710"/>
                  </a:lnTo>
                  <a:close/>
                </a:path>
                <a:path w="3809" h="246379">
                  <a:moveTo>
                    <a:pt x="3810" y="227330"/>
                  </a:moveTo>
                  <a:lnTo>
                    <a:pt x="0" y="227330"/>
                  </a:lnTo>
                  <a:lnTo>
                    <a:pt x="0" y="233679"/>
                  </a:lnTo>
                  <a:lnTo>
                    <a:pt x="3810" y="233679"/>
                  </a:lnTo>
                  <a:lnTo>
                    <a:pt x="3810" y="227330"/>
                  </a:lnTo>
                  <a:close/>
                </a:path>
                <a:path w="3809" h="246379">
                  <a:moveTo>
                    <a:pt x="3810" y="233680"/>
                  </a:moveTo>
                  <a:lnTo>
                    <a:pt x="0" y="233680"/>
                  </a:lnTo>
                  <a:lnTo>
                    <a:pt x="0" y="240029"/>
                  </a:lnTo>
                  <a:lnTo>
                    <a:pt x="3810" y="240029"/>
                  </a:lnTo>
                  <a:lnTo>
                    <a:pt x="3810" y="233680"/>
                  </a:lnTo>
                  <a:close/>
                </a:path>
                <a:path w="3809" h="246379">
                  <a:moveTo>
                    <a:pt x="3810" y="240030"/>
                  </a:moveTo>
                  <a:lnTo>
                    <a:pt x="0" y="240030"/>
                  </a:lnTo>
                  <a:lnTo>
                    <a:pt x="0" y="246379"/>
                  </a:lnTo>
                  <a:lnTo>
                    <a:pt x="3810" y="246379"/>
                  </a:lnTo>
                  <a:lnTo>
                    <a:pt x="3810" y="240030"/>
                  </a:lnTo>
                  <a:close/>
                </a:path>
              </a:pathLst>
            </a:custGeom>
            <a:solidFill>
              <a:srgbClr val="96A6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2" name="object 2192"/>
            <p:cNvSpPr/>
            <p:nvPr/>
          </p:nvSpPr>
          <p:spPr>
            <a:xfrm>
              <a:off x="6841490" y="4912359"/>
              <a:ext cx="3810" cy="246379"/>
            </a:xfrm>
            <a:custGeom>
              <a:avLst/>
              <a:gdLst/>
              <a:ahLst/>
              <a:cxnLst/>
              <a:rect l="l" t="t" r="r" b="b"/>
              <a:pathLst>
                <a:path w="3809" h="246379">
                  <a:moveTo>
                    <a:pt x="3810" y="240042"/>
                  </a:moveTo>
                  <a:lnTo>
                    <a:pt x="0" y="24004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0042"/>
                  </a:lnTo>
                  <a:close/>
                </a:path>
                <a:path w="3809" h="246379">
                  <a:moveTo>
                    <a:pt x="3810" y="233692"/>
                  </a:moveTo>
                  <a:lnTo>
                    <a:pt x="0" y="23369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3692"/>
                  </a:lnTo>
                  <a:close/>
                </a:path>
                <a:path w="3809" h="246379">
                  <a:moveTo>
                    <a:pt x="3810" y="227342"/>
                  </a:moveTo>
                  <a:lnTo>
                    <a:pt x="0" y="22734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7342"/>
                  </a:lnTo>
                  <a:close/>
                </a:path>
                <a:path w="3809" h="246379">
                  <a:moveTo>
                    <a:pt x="3810" y="219722"/>
                  </a:moveTo>
                  <a:lnTo>
                    <a:pt x="0" y="21972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19722"/>
                  </a:lnTo>
                  <a:close/>
                </a:path>
                <a:path w="3809" h="246379">
                  <a:moveTo>
                    <a:pt x="3810" y="22872"/>
                  </a:moveTo>
                  <a:lnTo>
                    <a:pt x="0" y="2287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2872"/>
                  </a:lnTo>
                  <a:close/>
                </a:path>
                <a:path w="3809" h="246379">
                  <a:moveTo>
                    <a:pt x="3810" y="17792"/>
                  </a:moveTo>
                  <a:lnTo>
                    <a:pt x="0" y="1779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7792"/>
                  </a:lnTo>
                  <a:close/>
                </a:path>
                <a:path w="3809" h="24637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09" h="24637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09" h="24637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3" name="object 2193"/>
            <p:cNvSpPr/>
            <p:nvPr/>
          </p:nvSpPr>
          <p:spPr>
            <a:xfrm>
              <a:off x="6845300" y="4911089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09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0" y="126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0"/>
                  </a:lnTo>
                  <a:close/>
                </a:path>
                <a:path w="3809" h="248920">
                  <a:moveTo>
                    <a:pt x="380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6349"/>
                  </a:lnTo>
                  <a:close/>
                </a:path>
                <a:path w="3809" h="248920">
                  <a:moveTo>
                    <a:pt x="380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2699"/>
                  </a:lnTo>
                  <a:close/>
                </a:path>
                <a:path w="3809" h="248920">
                  <a:moveTo>
                    <a:pt x="3809" y="19049"/>
                  </a:moveTo>
                  <a:lnTo>
                    <a:pt x="0" y="19049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19049"/>
                  </a:lnTo>
                  <a:close/>
                </a:path>
                <a:path w="3809" h="248920">
                  <a:moveTo>
                    <a:pt x="3809" y="24129"/>
                  </a:moveTo>
                  <a:lnTo>
                    <a:pt x="0" y="24129"/>
                  </a:lnTo>
                  <a:lnTo>
                    <a:pt x="0" y="220979"/>
                  </a:lnTo>
                  <a:lnTo>
                    <a:pt x="3809" y="220979"/>
                  </a:lnTo>
                  <a:lnTo>
                    <a:pt x="3809" y="24129"/>
                  </a:lnTo>
                  <a:close/>
                </a:path>
                <a:path w="3809" h="248920">
                  <a:moveTo>
                    <a:pt x="3809" y="220979"/>
                  </a:moveTo>
                  <a:lnTo>
                    <a:pt x="0" y="220979"/>
                  </a:lnTo>
                  <a:lnTo>
                    <a:pt x="0" y="228599"/>
                  </a:lnTo>
                  <a:lnTo>
                    <a:pt x="3809" y="228599"/>
                  </a:lnTo>
                  <a:lnTo>
                    <a:pt x="3809" y="220979"/>
                  </a:lnTo>
                  <a:close/>
                </a:path>
                <a:path w="3809" h="248920">
                  <a:moveTo>
                    <a:pt x="3809" y="228599"/>
                  </a:moveTo>
                  <a:lnTo>
                    <a:pt x="0" y="228599"/>
                  </a:lnTo>
                  <a:lnTo>
                    <a:pt x="0" y="234949"/>
                  </a:lnTo>
                  <a:lnTo>
                    <a:pt x="3809" y="234949"/>
                  </a:lnTo>
                  <a:lnTo>
                    <a:pt x="3809" y="228599"/>
                  </a:lnTo>
                  <a:close/>
                </a:path>
                <a:path w="3809" h="248920">
                  <a:moveTo>
                    <a:pt x="3809" y="234949"/>
                  </a:moveTo>
                  <a:lnTo>
                    <a:pt x="0" y="234949"/>
                  </a:lnTo>
                  <a:lnTo>
                    <a:pt x="0" y="241299"/>
                  </a:lnTo>
                  <a:lnTo>
                    <a:pt x="3809" y="241299"/>
                  </a:lnTo>
                  <a:lnTo>
                    <a:pt x="3809" y="234949"/>
                  </a:lnTo>
                  <a:close/>
                </a:path>
                <a:path w="3809" h="248920">
                  <a:moveTo>
                    <a:pt x="3809" y="241299"/>
                  </a:moveTo>
                  <a:lnTo>
                    <a:pt x="0" y="241299"/>
                  </a:lnTo>
                  <a:lnTo>
                    <a:pt x="0" y="247649"/>
                  </a:lnTo>
                  <a:lnTo>
                    <a:pt x="3809" y="247649"/>
                  </a:lnTo>
                  <a:lnTo>
                    <a:pt x="3809" y="241299"/>
                  </a:lnTo>
                  <a:close/>
                </a:path>
                <a:path w="3809" h="248920">
                  <a:moveTo>
                    <a:pt x="3809" y="247649"/>
                  </a:moveTo>
                  <a:lnTo>
                    <a:pt x="1270" y="247649"/>
                  </a:lnTo>
                  <a:lnTo>
                    <a:pt x="1270" y="248919"/>
                  </a:lnTo>
                  <a:lnTo>
                    <a:pt x="3809" y="248919"/>
                  </a:lnTo>
                  <a:lnTo>
                    <a:pt x="3809" y="247649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4" name="object 2194"/>
            <p:cNvSpPr/>
            <p:nvPr/>
          </p:nvSpPr>
          <p:spPr>
            <a:xfrm>
              <a:off x="6849110" y="4911102"/>
              <a:ext cx="2540" cy="248920"/>
            </a:xfrm>
            <a:custGeom>
              <a:avLst/>
              <a:gdLst/>
              <a:ahLst/>
              <a:cxnLst/>
              <a:rect l="l" t="t" r="r" b="b"/>
              <a:pathLst>
                <a:path w="2540" h="248920">
                  <a:moveTo>
                    <a:pt x="2540" y="247650"/>
                  </a:moveTo>
                  <a:lnTo>
                    <a:pt x="0" y="247650"/>
                  </a:lnTo>
                  <a:lnTo>
                    <a:pt x="0" y="248907"/>
                  </a:lnTo>
                  <a:lnTo>
                    <a:pt x="2540" y="248907"/>
                  </a:lnTo>
                  <a:lnTo>
                    <a:pt x="2540" y="247650"/>
                  </a:lnTo>
                  <a:close/>
                </a:path>
                <a:path w="2540" h="248920">
                  <a:moveTo>
                    <a:pt x="254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2540" y="247637"/>
                  </a:lnTo>
                  <a:lnTo>
                    <a:pt x="2540" y="241300"/>
                  </a:lnTo>
                  <a:close/>
                </a:path>
                <a:path w="2540" h="248920">
                  <a:moveTo>
                    <a:pt x="2540" y="234950"/>
                  </a:moveTo>
                  <a:lnTo>
                    <a:pt x="0" y="234950"/>
                  </a:lnTo>
                  <a:lnTo>
                    <a:pt x="0" y="241287"/>
                  </a:lnTo>
                  <a:lnTo>
                    <a:pt x="2540" y="241287"/>
                  </a:lnTo>
                  <a:lnTo>
                    <a:pt x="2540" y="234950"/>
                  </a:lnTo>
                  <a:close/>
                </a:path>
                <a:path w="2540" h="248920">
                  <a:moveTo>
                    <a:pt x="2540" y="228600"/>
                  </a:moveTo>
                  <a:lnTo>
                    <a:pt x="0" y="228600"/>
                  </a:lnTo>
                  <a:lnTo>
                    <a:pt x="0" y="234937"/>
                  </a:lnTo>
                  <a:lnTo>
                    <a:pt x="2540" y="234937"/>
                  </a:lnTo>
                  <a:lnTo>
                    <a:pt x="2540" y="228600"/>
                  </a:lnTo>
                  <a:close/>
                </a:path>
                <a:path w="2540" h="248920">
                  <a:moveTo>
                    <a:pt x="2540" y="220980"/>
                  </a:moveTo>
                  <a:lnTo>
                    <a:pt x="0" y="220980"/>
                  </a:lnTo>
                  <a:lnTo>
                    <a:pt x="0" y="228587"/>
                  </a:lnTo>
                  <a:lnTo>
                    <a:pt x="2540" y="228587"/>
                  </a:lnTo>
                  <a:lnTo>
                    <a:pt x="2540" y="220980"/>
                  </a:lnTo>
                  <a:close/>
                </a:path>
                <a:path w="2540" h="248920">
                  <a:moveTo>
                    <a:pt x="2540" y="24130"/>
                  </a:moveTo>
                  <a:lnTo>
                    <a:pt x="0" y="24130"/>
                  </a:lnTo>
                  <a:lnTo>
                    <a:pt x="0" y="220967"/>
                  </a:lnTo>
                  <a:lnTo>
                    <a:pt x="2540" y="220967"/>
                  </a:lnTo>
                  <a:lnTo>
                    <a:pt x="2540" y="24130"/>
                  </a:lnTo>
                  <a:close/>
                </a:path>
                <a:path w="2540" h="248920">
                  <a:moveTo>
                    <a:pt x="254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2540" y="24117"/>
                  </a:lnTo>
                  <a:lnTo>
                    <a:pt x="2540" y="19050"/>
                  </a:lnTo>
                  <a:close/>
                </a:path>
                <a:path w="2540" h="248920">
                  <a:moveTo>
                    <a:pt x="254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2540" y="19037"/>
                  </a:lnTo>
                  <a:lnTo>
                    <a:pt x="2540" y="12700"/>
                  </a:lnTo>
                  <a:close/>
                </a:path>
                <a:path w="2540" h="248920">
                  <a:moveTo>
                    <a:pt x="254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6350"/>
                  </a:lnTo>
                  <a:close/>
                </a:path>
                <a:path w="2540" h="248920">
                  <a:moveTo>
                    <a:pt x="254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8E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5" name="object 2195"/>
            <p:cNvSpPr/>
            <p:nvPr/>
          </p:nvSpPr>
          <p:spPr>
            <a:xfrm>
              <a:off x="6851650" y="4911102"/>
              <a:ext cx="5080" cy="248920"/>
            </a:xfrm>
            <a:custGeom>
              <a:avLst/>
              <a:gdLst/>
              <a:ahLst/>
              <a:cxnLst/>
              <a:rect l="l" t="t" r="r" b="b"/>
              <a:pathLst>
                <a:path w="5079" h="248920">
                  <a:moveTo>
                    <a:pt x="5080" y="247650"/>
                  </a:moveTo>
                  <a:lnTo>
                    <a:pt x="0" y="247650"/>
                  </a:lnTo>
                  <a:lnTo>
                    <a:pt x="0" y="248907"/>
                  </a:lnTo>
                  <a:lnTo>
                    <a:pt x="5080" y="248907"/>
                  </a:lnTo>
                  <a:lnTo>
                    <a:pt x="5080" y="247650"/>
                  </a:lnTo>
                  <a:close/>
                </a:path>
                <a:path w="5079" h="248920">
                  <a:moveTo>
                    <a:pt x="508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5080" y="247637"/>
                  </a:lnTo>
                  <a:lnTo>
                    <a:pt x="5080" y="241300"/>
                  </a:lnTo>
                  <a:close/>
                </a:path>
                <a:path w="5079" h="248920">
                  <a:moveTo>
                    <a:pt x="5080" y="234950"/>
                  </a:moveTo>
                  <a:lnTo>
                    <a:pt x="0" y="234950"/>
                  </a:lnTo>
                  <a:lnTo>
                    <a:pt x="0" y="241287"/>
                  </a:lnTo>
                  <a:lnTo>
                    <a:pt x="5080" y="241287"/>
                  </a:lnTo>
                  <a:lnTo>
                    <a:pt x="5080" y="234950"/>
                  </a:lnTo>
                  <a:close/>
                </a:path>
                <a:path w="5079" h="248920">
                  <a:moveTo>
                    <a:pt x="5080" y="228600"/>
                  </a:moveTo>
                  <a:lnTo>
                    <a:pt x="0" y="228600"/>
                  </a:lnTo>
                  <a:lnTo>
                    <a:pt x="0" y="234937"/>
                  </a:lnTo>
                  <a:lnTo>
                    <a:pt x="5080" y="234937"/>
                  </a:lnTo>
                  <a:lnTo>
                    <a:pt x="5080" y="228600"/>
                  </a:lnTo>
                  <a:close/>
                </a:path>
                <a:path w="5079" h="248920">
                  <a:moveTo>
                    <a:pt x="5080" y="220980"/>
                  </a:moveTo>
                  <a:lnTo>
                    <a:pt x="0" y="220980"/>
                  </a:lnTo>
                  <a:lnTo>
                    <a:pt x="0" y="228587"/>
                  </a:lnTo>
                  <a:lnTo>
                    <a:pt x="5080" y="228587"/>
                  </a:lnTo>
                  <a:lnTo>
                    <a:pt x="5080" y="220980"/>
                  </a:lnTo>
                  <a:close/>
                </a:path>
                <a:path w="5079" h="248920">
                  <a:moveTo>
                    <a:pt x="5080" y="24130"/>
                  </a:moveTo>
                  <a:lnTo>
                    <a:pt x="0" y="24130"/>
                  </a:lnTo>
                  <a:lnTo>
                    <a:pt x="0" y="220967"/>
                  </a:lnTo>
                  <a:lnTo>
                    <a:pt x="5080" y="220967"/>
                  </a:lnTo>
                  <a:lnTo>
                    <a:pt x="5080" y="24130"/>
                  </a:lnTo>
                  <a:close/>
                </a:path>
                <a:path w="5079" h="248920">
                  <a:moveTo>
                    <a:pt x="508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5080" y="24117"/>
                  </a:lnTo>
                  <a:lnTo>
                    <a:pt x="5080" y="19050"/>
                  </a:lnTo>
                  <a:close/>
                </a:path>
                <a:path w="5079" h="248920">
                  <a:moveTo>
                    <a:pt x="508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5080" y="19037"/>
                  </a:lnTo>
                  <a:lnTo>
                    <a:pt x="5080" y="12700"/>
                  </a:lnTo>
                  <a:close/>
                </a:path>
                <a:path w="5079" h="248920">
                  <a:moveTo>
                    <a:pt x="508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5080" y="12687"/>
                  </a:lnTo>
                  <a:lnTo>
                    <a:pt x="5080" y="6350"/>
                  </a:lnTo>
                  <a:close/>
                </a:path>
                <a:path w="5079" h="248920">
                  <a:moveTo>
                    <a:pt x="508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5080" y="6337"/>
                  </a:lnTo>
                  <a:lnTo>
                    <a:pt x="5080" y="0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6" name="object 2196"/>
            <p:cNvSpPr/>
            <p:nvPr/>
          </p:nvSpPr>
          <p:spPr>
            <a:xfrm>
              <a:off x="6856730" y="4911102"/>
              <a:ext cx="2540" cy="220979"/>
            </a:xfrm>
            <a:custGeom>
              <a:avLst/>
              <a:gdLst/>
              <a:ahLst/>
              <a:cxnLst/>
              <a:rect l="l" t="t" r="r" b="b"/>
              <a:pathLst>
                <a:path w="2540" h="220979">
                  <a:moveTo>
                    <a:pt x="2540" y="24130"/>
                  </a:moveTo>
                  <a:lnTo>
                    <a:pt x="0" y="24130"/>
                  </a:lnTo>
                  <a:lnTo>
                    <a:pt x="0" y="220967"/>
                  </a:lnTo>
                  <a:lnTo>
                    <a:pt x="2540" y="220967"/>
                  </a:lnTo>
                  <a:lnTo>
                    <a:pt x="2540" y="24130"/>
                  </a:lnTo>
                  <a:close/>
                </a:path>
                <a:path w="2540" h="220979">
                  <a:moveTo>
                    <a:pt x="254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2540" y="24117"/>
                  </a:lnTo>
                  <a:lnTo>
                    <a:pt x="2540" y="19050"/>
                  </a:lnTo>
                  <a:close/>
                </a:path>
                <a:path w="2540" h="220979">
                  <a:moveTo>
                    <a:pt x="254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2540" y="19037"/>
                  </a:lnTo>
                  <a:lnTo>
                    <a:pt x="2540" y="12700"/>
                  </a:lnTo>
                  <a:close/>
                </a:path>
                <a:path w="2540" h="220979">
                  <a:moveTo>
                    <a:pt x="254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6350"/>
                  </a:lnTo>
                  <a:close/>
                </a:path>
                <a:path w="2540" h="220979">
                  <a:moveTo>
                    <a:pt x="254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7" name="object 2197"/>
            <p:cNvSpPr/>
            <p:nvPr/>
          </p:nvSpPr>
          <p:spPr>
            <a:xfrm>
              <a:off x="6859270" y="4911102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7650"/>
                  </a:moveTo>
                  <a:lnTo>
                    <a:pt x="0" y="247650"/>
                  </a:lnTo>
                  <a:lnTo>
                    <a:pt x="0" y="248907"/>
                  </a:lnTo>
                  <a:lnTo>
                    <a:pt x="3810" y="248907"/>
                  </a:lnTo>
                  <a:lnTo>
                    <a:pt x="3810" y="247650"/>
                  </a:lnTo>
                  <a:close/>
                </a:path>
                <a:path w="3809" h="248920">
                  <a:moveTo>
                    <a:pt x="381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1300"/>
                  </a:lnTo>
                  <a:close/>
                </a:path>
                <a:path w="3809" h="248920">
                  <a:moveTo>
                    <a:pt x="3810" y="234950"/>
                  </a:moveTo>
                  <a:lnTo>
                    <a:pt x="0" y="23495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4950"/>
                  </a:lnTo>
                  <a:close/>
                </a:path>
                <a:path w="3809" h="248920">
                  <a:moveTo>
                    <a:pt x="3810" y="228600"/>
                  </a:moveTo>
                  <a:lnTo>
                    <a:pt x="0" y="22860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28600"/>
                  </a:lnTo>
                  <a:close/>
                </a:path>
                <a:path w="3809" h="248920">
                  <a:moveTo>
                    <a:pt x="3810" y="220980"/>
                  </a:moveTo>
                  <a:lnTo>
                    <a:pt x="0" y="22098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0980"/>
                  </a:lnTo>
                  <a:close/>
                </a:path>
                <a:path w="3809" h="248920">
                  <a:moveTo>
                    <a:pt x="3810" y="24130"/>
                  </a:moveTo>
                  <a:lnTo>
                    <a:pt x="0" y="2413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24130"/>
                  </a:lnTo>
                  <a:close/>
                </a:path>
                <a:path w="3809" h="248920">
                  <a:moveTo>
                    <a:pt x="381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3810" y="24117"/>
                  </a:lnTo>
                  <a:lnTo>
                    <a:pt x="3810" y="19050"/>
                  </a:lnTo>
                  <a:close/>
                </a:path>
                <a:path w="3809" h="248920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09" h="2489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799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8" name="object 2198"/>
            <p:cNvSpPr/>
            <p:nvPr/>
          </p:nvSpPr>
          <p:spPr>
            <a:xfrm>
              <a:off x="6863080" y="4911102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7650"/>
                  </a:moveTo>
                  <a:lnTo>
                    <a:pt x="0" y="247650"/>
                  </a:lnTo>
                  <a:lnTo>
                    <a:pt x="0" y="248907"/>
                  </a:lnTo>
                  <a:lnTo>
                    <a:pt x="3810" y="248907"/>
                  </a:lnTo>
                  <a:lnTo>
                    <a:pt x="3810" y="247650"/>
                  </a:lnTo>
                  <a:close/>
                </a:path>
                <a:path w="3809" h="248920">
                  <a:moveTo>
                    <a:pt x="381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1300"/>
                  </a:lnTo>
                  <a:close/>
                </a:path>
                <a:path w="3809" h="248920">
                  <a:moveTo>
                    <a:pt x="3810" y="234950"/>
                  </a:moveTo>
                  <a:lnTo>
                    <a:pt x="0" y="23495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4950"/>
                  </a:lnTo>
                  <a:close/>
                </a:path>
                <a:path w="3809" h="248920">
                  <a:moveTo>
                    <a:pt x="3810" y="228600"/>
                  </a:moveTo>
                  <a:lnTo>
                    <a:pt x="0" y="22860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28600"/>
                  </a:lnTo>
                  <a:close/>
                </a:path>
                <a:path w="3809" h="248920">
                  <a:moveTo>
                    <a:pt x="3810" y="220980"/>
                  </a:moveTo>
                  <a:lnTo>
                    <a:pt x="0" y="22098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0980"/>
                  </a:lnTo>
                  <a:close/>
                </a:path>
                <a:path w="3809" h="248920">
                  <a:moveTo>
                    <a:pt x="3810" y="24130"/>
                  </a:moveTo>
                  <a:lnTo>
                    <a:pt x="0" y="2413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24130"/>
                  </a:lnTo>
                  <a:close/>
                </a:path>
                <a:path w="3809" h="248920">
                  <a:moveTo>
                    <a:pt x="381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3810" y="24117"/>
                  </a:lnTo>
                  <a:lnTo>
                    <a:pt x="3810" y="19050"/>
                  </a:lnTo>
                  <a:close/>
                </a:path>
                <a:path w="3809" h="248920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09" h="2489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496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9" name="object 2199"/>
            <p:cNvSpPr/>
            <p:nvPr/>
          </p:nvSpPr>
          <p:spPr>
            <a:xfrm>
              <a:off x="6866890" y="4911102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7650"/>
                  </a:moveTo>
                  <a:lnTo>
                    <a:pt x="0" y="247650"/>
                  </a:lnTo>
                  <a:lnTo>
                    <a:pt x="0" y="248907"/>
                  </a:lnTo>
                  <a:lnTo>
                    <a:pt x="3810" y="248907"/>
                  </a:lnTo>
                  <a:lnTo>
                    <a:pt x="3810" y="247650"/>
                  </a:lnTo>
                  <a:close/>
                </a:path>
                <a:path w="3809" h="248920">
                  <a:moveTo>
                    <a:pt x="381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1300"/>
                  </a:lnTo>
                  <a:close/>
                </a:path>
                <a:path w="3809" h="248920">
                  <a:moveTo>
                    <a:pt x="3810" y="234950"/>
                  </a:moveTo>
                  <a:lnTo>
                    <a:pt x="0" y="23495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4950"/>
                  </a:lnTo>
                  <a:close/>
                </a:path>
                <a:path w="3809" h="248920">
                  <a:moveTo>
                    <a:pt x="3810" y="228600"/>
                  </a:moveTo>
                  <a:lnTo>
                    <a:pt x="0" y="22860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28600"/>
                  </a:lnTo>
                  <a:close/>
                </a:path>
                <a:path w="3809" h="248920">
                  <a:moveTo>
                    <a:pt x="3810" y="220980"/>
                  </a:moveTo>
                  <a:lnTo>
                    <a:pt x="0" y="22098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0980"/>
                  </a:lnTo>
                  <a:close/>
                </a:path>
                <a:path w="3809" h="248920">
                  <a:moveTo>
                    <a:pt x="3810" y="24130"/>
                  </a:moveTo>
                  <a:lnTo>
                    <a:pt x="0" y="2413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24130"/>
                  </a:lnTo>
                  <a:close/>
                </a:path>
                <a:path w="3809" h="248920">
                  <a:moveTo>
                    <a:pt x="381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3810" y="24117"/>
                  </a:lnTo>
                  <a:lnTo>
                    <a:pt x="3810" y="19050"/>
                  </a:lnTo>
                  <a:close/>
                </a:path>
                <a:path w="3809" h="248920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09" h="2489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19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0" name="object 2200"/>
            <p:cNvSpPr/>
            <p:nvPr/>
          </p:nvSpPr>
          <p:spPr>
            <a:xfrm>
              <a:off x="6870700" y="4909820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09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09" h="251460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09" h="251460">
                  <a:moveTo>
                    <a:pt x="380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7619"/>
                  </a:lnTo>
                  <a:close/>
                </a:path>
                <a:path w="3809" h="251460">
                  <a:moveTo>
                    <a:pt x="3809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3969"/>
                  </a:lnTo>
                  <a:close/>
                </a:path>
                <a:path w="3809" h="251460">
                  <a:moveTo>
                    <a:pt x="3809" y="20319"/>
                  </a:moveTo>
                  <a:lnTo>
                    <a:pt x="0" y="2031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0319"/>
                  </a:lnTo>
                  <a:close/>
                </a:path>
                <a:path w="3809" h="251460">
                  <a:moveTo>
                    <a:pt x="3809" y="25400"/>
                  </a:moveTo>
                  <a:lnTo>
                    <a:pt x="0" y="25400"/>
                  </a:lnTo>
                  <a:lnTo>
                    <a:pt x="0" y="222249"/>
                  </a:lnTo>
                  <a:lnTo>
                    <a:pt x="3809" y="222249"/>
                  </a:lnTo>
                  <a:lnTo>
                    <a:pt x="3809" y="25400"/>
                  </a:lnTo>
                  <a:close/>
                </a:path>
                <a:path w="3809" h="251460">
                  <a:moveTo>
                    <a:pt x="3809" y="222250"/>
                  </a:moveTo>
                  <a:lnTo>
                    <a:pt x="0" y="222250"/>
                  </a:lnTo>
                  <a:lnTo>
                    <a:pt x="0" y="229869"/>
                  </a:lnTo>
                  <a:lnTo>
                    <a:pt x="3809" y="229869"/>
                  </a:lnTo>
                  <a:lnTo>
                    <a:pt x="3809" y="222250"/>
                  </a:lnTo>
                  <a:close/>
                </a:path>
                <a:path w="3809" h="251460">
                  <a:moveTo>
                    <a:pt x="3809" y="229869"/>
                  </a:moveTo>
                  <a:lnTo>
                    <a:pt x="0" y="229869"/>
                  </a:lnTo>
                  <a:lnTo>
                    <a:pt x="0" y="236219"/>
                  </a:lnTo>
                  <a:lnTo>
                    <a:pt x="3809" y="236219"/>
                  </a:lnTo>
                  <a:lnTo>
                    <a:pt x="3809" y="229869"/>
                  </a:lnTo>
                  <a:close/>
                </a:path>
                <a:path w="3809" h="251460">
                  <a:moveTo>
                    <a:pt x="3809" y="236219"/>
                  </a:moveTo>
                  <a:lnTo>
                    <a:pt x="0" y="236219"/>
                  </a:lnTo>
                  <a:lnTo>
                    <a:pt x="0" y="242569"/>
                  </a:lnTo>
                  <a:lnTo>
                    <a:pt x="3809" y="242569"/>
                  </a:lnTo>
                  <a:lnTo>
                    <a:pt x="3809" y="236219"/>
                  </a:lnTo>
                  <a:close/>
                </a:path>
                <a:path w="3809" h="251460">
                  <a:moveTo>
                    <a:pt x="3809" y="242569"/>
                  </a:moveTo>
                  <a:lnTo>
                    <a:pt x="0" y="242569"/>
                  </a:lnTo>
                  <a:lnTo>
                    <a:pt x="0" y="248919"/>
                  </a:lnTo>
                  <a:lnTo>
                    <a:pt x="3809" y="248919"/>
                  </a:lnTo>
                  <a:lnTo>
                    <a:pt x="3809" y="242569"/>
                  </a:lnTo>
                  <a:close/>
                </a:path>
                <a:path w="3809" h="251460">
                  <a:moveTo>
                    <a:pt x="3809" y="248919"/>
                  </a:moveTo>
                  <a:lnTo>
                    <a:pt x="0" y="248919"/>
                  </a:lnTo>
                  <a:lnTo>
                    <a:pt x="0" y="250189"/>
                  </a:lnTo>
                  <a:lnTo>
                    <a:pt x="2540" y="250189"/>
                  </a:lnTo>
                  <a:lnTo>
                    <a:pt x="2540" y="251459"/>
                  </a:lnTo>
                  <a:lnTo>
                    <a:pt x="3809" y="251459"/>
                  </a:lnTo>
                  <a:lnTo>
                    <a:pt x="3809" y="248919"/>
                  </a:lnTo>
                  <a:close/>
                </a:path>
              </a:pathLst>
            </a:custGeom>
            <a:solidFill>
              <a:srgbClr val="7F92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1" name="object 2201"/>
            <p:cNvSpPr/>
            <p:nvPr/>
          </p:nvSpPr>
          <p:spPr>
            <a:xfrm>
              <a:off x="6874510" y="49098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48932"/>
                  </a:moveTo>
                  <a:lnTo>
                    <a:pt x="0" y="24893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48932"/>
                  </a:lnTo>
                  <a:close/>
                </a:path>
                <a:path w="3809" h="251460">
                  <a:moveTo>
                    <a:pt x="3810" y="242582"/>
                  </a:moveTo>
                  <a:lnTo>
                    <a:pt x="0" y="24258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2582"/>
                  </a:lnTo>
                  <a:close/>
                </a:path>
                <a:path w="3809" h="251460">
                  <a:moveTo>
                    <a:pt x="3810" y="236232"/>
                  </a:moveTo>
                  <a:lnTo>
                    <a:pt x="0" y="23623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6232"/>
                  </a:lnTo>
                  <a:close/>
                </a:path>
                <a:path w="3809" h="251460">
                  <a:moveTo>
                    <a:pt x="3810" y="229882"/>
                  </a:moveTo>
                  <a:lnTo>
                    <a:pt x="0" y="22988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29882"/>
                  </a:lnTo>
                  <a:close/>
                </a:path>
                <a:path w="3809" h="251460">
                  <a:moveTo>
                    <a:pt x="3810" y="222262"/>
                  </a:moveTo>
                  <a:lnTo>
                    <a:pt x="0" y="22226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2262"/>
                  </a:lnTo>
                  <a:close/>
                </a:path>
                <a:path w="3809" h="251460">
                  <a:moveTo>
                    <a:pt x="3810" y="25412"/>
                  </a:moveTo>
                  <a:lnTo>
                    <a:pt x="0" y="2541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5412"/>
                  </a:lnTo>
                  <a:close/>
                </a:path>
                <a:path w="3809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0332"/>
                  </a:lnTo>
                  <a:close/>
                </a:path>
                <a:path w="3809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09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2" name="object 2202"/>
            <p:cNvSpPr/>
            <p:nvPr/>
          </p:nvSpPr>
          <p:spPr>
            <a:xfrm>
              <a:off x="6878320" y="4909819"/>
              <a:ext cx="2540" cy="251460"/>
            </a:xfrm>
            <a:custGeom>
              <a:avLst/>
              <a:gdLst/>
              <a:ahLst/>
              <a:cxnLst/>
              <a:rect l="l" t="t" r="r" b="b"/>
              <a:pathLst>
                <a:path w="2540" h="251460">
                  <a:moveTo>
                    <a:pt x="2540" y="248932"/>
                  </a:moveTo>
                  <a:lnTo>
                    <a:pt x="0" y="248932"/>
                  </a:lnTo>
                  <a:lnTo>
                    <a:pt x="0" y="251460"/>
                  </a:lnTo>
                  <a:lnTo>
                    <a:pt x="2540" y="251460"/>
                  </a:lnTo>
                  <a:lnTo>
                    <a:pt x="2540" y="248932"/>
                  </a:lnTo>
                  <a:close/>
                </a:path>
                <a:path w="2540" h="251460">
                  <a:moveTo>
                    <a:pt x="2540" y="242582"/>
                  </a:moveTo>
                  <a:lnTo>
                    <a:pt x="0" y="242582"/>
                  </a:lnTo>
                  <a:lnTo>
                    <a:pt x="0" y="248920"/>
                  </a:lnTo>
                  <a:lnTo>
                    <a:pt x="2540" y="248920"/>
                  </a:lnTo>
                  <a:lnTo>
                    <a:pt x="2540" y="242582"/>
                  </a:lnTo>
                  <a:close/>
                </a:path>
                <a:path w="2540" h="251460">
                  <a:moveTo>
                    <a:pt x="2540" y="236232"/>
                  </a:moveTo>
                  <a:lnTo>
                    <a:pt x="0" y="236232"/>
                  </a:lnTo>
                  <a:lnTo>
                    <a:pt x="0" y="242570"/>
                  </a:lnTo>
                  <a:lnTo>
                    <a:pt x="2540" y="242570"/>
                  </a:lnTo>
                  <a:lnTo>
                    <a:pt x="2540" y="236232"/>
                  </a:lnTo>
                  <a:close/>
                </a:path>
                <a:path w="2540" h="251460">
                  <a:moveTo>
                    <a:pt x="2540" y="229882"/>
                  </a:moveTo>
                  <a:lnTo>
                    <a:pt x="0" y="229882"/>
                  </a:lnTo>
                  <a:lnTo>
                    <a:pt x="0" y="236220"/>
                  </a:lnTo>
                  <a:lnTo>
                    <a:pt x="2540" y="236220"/>
                  </a:lnTo>
                  <a:lnTo>
                    <a:pt x="2540" y="229882"/>
                  </a:lnTo>
                  <a:close/>
                </a:path>
                <a:path w="2540" h="251460">
                  <a:moveTo>
                    <a:pt x="2540" y="222262"/>
                  </a:moveTo>
                  <a:lnTo>
                    <a:pt x="0" y="222262"/>
                  </a:lnTo>
                  <a:lnTo>
                    <a:pt x="0" y="229870"/>
                  </a:lnTo>
                  <a:lnTo>
                    <a:pt x="2540" y="229870"/>
                  </a:lnTo>
                  <a:lnTo>
                    <a:pt x="2540" y="222262"/>
                  </a:lnTo>
                  <a:close/>
                </a:path>
                <a:path w="2540" h="251460">
                  <a:moveTo>
                    <a:pt x="2540" y="25412"/>
                  </a:moveTo>
                  <a:lnTo>
                    <a:pt x="0" y="25412"/>
                  </a:lnTo>
                  <a:lnTo>
                    <a:pt x="0" y="222250"/>
                  </a:lnTo>
                  <a:lnTo>
                    <a:pt x="2540" y="222250"/>
                  </a:lnTo>
                  <a:lnTo>
                    <a:pt x="2540" y="25412"/>
                  </a:lnTo>
                  <a:close/>
                </a:path>
                <a:path w="2540" h="251460">
                  <a:moveTo>
                    <a:pt x="2540" y="20332"/>
                  </a:moveTo>
                  <a:lnTo>
                    <a:pt x="0" y="20332"/>
                  </a:lnTo>
                  <a:lnTo>
                    <a:pt x="0" y="25400"/>
                  </a:lnTo>
                  <a:lnTo>
                    <a:pt x="2540" y="25400"/>
                  </a:lnTo>
                  <a:lnTo>
                    <a:pt x="2540" y="20332"/>
                  </a:lnTo>
                  <a:close/>
                </a:path>
                <a:path w="2540" h="251460">
                  <a:moveTo>
                    <a:pt x="254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2540" y="20320"/>
                  </a:lnTo>
                  <a:lnTo>
                    <a:pt x="2540" y="13982"/>
                  </a:lnTo>
                  <a:close/>
                </a:path>
                <a:path w="2540" h="251460">
                  <a:moveTo>
                    <a:pt x="254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2540" y="13970"/>
                  </a:lnTo>
                  <a:lnTo>
                    <a:pt x="2540" y="7632"/>
                  </a:lnTo>
                  <a:close/>
                </a:path>
                <a:path w="2540" h="251460">
                  <a:moveTo>
                    <a:pt x="254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1282"/>
                  </a:lnTo>
                  <a:close/>
                </a:path>
                <a:path w="2540" h="251460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79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3" name="object 2203"/>
            <p:cNvSpPr/>
            <p:nvPr/>
          </p:nvSpPr>
          <p:spPr>
            <a:xfrm>
              <a:off x="6880860" y="49098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48932"/>
                  </a:moveTo>
                  <a:lnTo>
                    <a:pt x="0" y="24893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48932"/>
                  </a:lnTo>
                  <a:close/>
                </a:path>
                <a:path w="3809" h="251460">
                  <a:moveTo>
                    <a:pt x="3810" y="242582"/>
                  </a:moveTo>
                  <a:lnTo>
                    <a:pt x="0" y="24258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2582"/>
                  </a:lnTo>
                  <a:close/>
                </a:path>
                <a:path w="3809" h="251460">
                  <a:moveTo>
                    <a:pt x="3810" y="236232"/>
                  </a:moveTo>
                  <a:lnTo>
                    <a:pt x="0" y="23623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6232"/>
                  </a:lnTo>
                  <a:close/>
                </a:path>
                <a:path w="3809" h="251460">
                  <a:moveTo>
                    <a:pt x="3810" y="229882"/>
                  </a:moveTo>
                  <a:lnTo>
                    <a:pt x="0" y="22988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29882"/>
                  </a:lnTo>
                  <a:close/>
                </a:path>
                <a:path w="3809" h="251460">
                  <a:moveTo>
                    <a:pt x="3810" y="222262"/>
                  </a:moveTo>
                  <a:lnTo>
                    <a:pt x="0" y="22226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2262"/>
                  </a:lnTo>
                  <a:close/>
                </a:path>
                <a:path w="3809" h="251460">
                  <a:moveTo>
                    <a:pt x="3810" y="25412"/>
                  </a:moveTo>
                  <a:lnTo>
                    <a:pt x="0" y="2541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5412"/>
                  </a:lnTo>
                  <a:close/>
                </a:path>
                <a:path w="3809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0332"/>
                  </a:lnTo>
                  <a:close/>
                </a:path>
                <a:path w="3809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09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4" name="object 2204"/>
            <p:cNvSpPr/>
            <p:nvPr/>
          </p:nvSpPr>
          <p:spPr>
            <a:xfrm>
              <a:off x="6884670" y="49098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48932"/>
                  </a:moveTo>
                  <a:lnTo>
                    <a:pt x="0" y="24893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48932"/>
                  </a:lnTo>
                  <a:close/>
                </a:path>
                <a:path w="3809" h="251460">
                  <a:moveTo>
                    <a:pt x="3810" y="242582"/>
                  </a:moveTo>
                  <a:lnTo>
                    <a:pt x="0" y="24258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2582"/>
                  </a:lnTo>
                  <a:close/>
                </a:path>
                <a:path w="3809" h="251460">
                  <a:moveTo>
                    <a:pt x="3810" y="236232"/>
                  </a:moveTo>
                  <a:lnTo>
                    <a:pt x="0" y="23623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6232"/>
                  </a:lnTo>
                  <a:close/>
                </a:path>
                <a:path w="3809" h="251460">
                  <a:moveTo>
                    <a:pt x="3810" y="229882"/>
                  </a:moveTo>
                  <a:lnTo>
                    <a:pt x="0" y="22988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29882"/>
                  </a:lnTo>
                  <a:close/>
                </a:path>
                <a:path w="3809" h="251460">
                  <a:moveTo>
                    <a:pt x="3810" y="222262"/>
                  </a:moveTo>
                  <a:lnTo>
                    <a:pt x="0" y="22226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2262"/>
                  </a:lnTo>
                  <a:close/>
                </a:path>
                <a:path w="3809" h="251460">
                  <a:moveTo>
                    <a:pt x="3810" y="25412"/>
                  </a:moveTo>
                  <a:lnTo>
                    <a:pt x="0" y="2541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5412"/>
                  </a:lnTo>
                  <a:close/>
                </a:path>
                <a:path w="3809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0332"/>
                  </a:lnTo>
                  <a:close/>
                </a:path>
                <a:path w="3809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09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5" name="object 2205"/>
            <p:cNvSpPr/>
            <p:nvPr/>
          </p:nvSpPr>
          <p:spPr>
            <a:xfrm>
              <a:off x="6888480" y="49098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48932"/>
                  </a:moveTo>
                  <a:lnTo>
                    <a:pt x="0" y="24893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48932"/>
                  </a:lnTo>
                  <a:close/>
                </a:path>
                <a:path w="3809" h="251460">
                  <a:moveTo>
                    <a:pt x="3810" y="242582"/>
                  </a:moveTo>
                  <a:lnTo>
                    <a:pt x="0" y="24258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2582"/>
                  </a:lnTo>
                  <a:close/>
                </a:path>
                <a:path w="3809" h="251460">
                  <a:moveTo>
                    <a:pt x="3810" y="236232"/>
                  </a:moveTo>
                  <a:lnTo>
                    <a:pt x="0" y="23623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6232"/>
                  </a:lnTo>
                  <a:close/>
                </a:path>
                <a:path w="3809" h="251460">
                  <a:moveTo>
                    <a:pt x="3810" y="229882"/>
                  </a:moveTo>
                  <a:lnTo>
                    <a:pt x="0" y="22988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29882"/>
                  </a:lnTo>
                  <a:close/>
                </a:path>
                <a:path w="3809" h="251460">
                  <a:moveTo>
                    <a:pt x="3810" y="222262"/>
                  </a:moveTo>
                  <a:lnTo>
                    <a:pt x="0" y="22226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2262"/>
                  </a:lnTo>
                  <a:close/>
                </a:path>
                <a:path w="3809" h="251460">
                  <a:moveTo>
                    <a:pt x="3810" y="25412"/>
                  </a:moveTo>
                  <a:lnTo>
                    <a:pt x="0" y="2541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5412"/>
                  </a:lnTo>
                  <a:close/>
                </a:path>
                <a:path w="3809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0332"/>
                  </a:lnTo>
                  <a:close/>
                </a:path>
                <a:path w="3809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09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1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6" name="object 2206"/>
            <p:cNvSpPr/>
            <p:nvPr/>
          </p:nvSpPr>
          <p:spPr>
            <a:xfrm>
              <a:off x="6892290" y="49098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48932"/>
                  </a:moveTo>
                  <a:lnTo>
                    <a:pt x="0" y="24893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48932"/>
                  </a:lnTo>
                  <a:close/>
                </a:path>
                <a:path w="3809" h="251460">
                  <a:moveTo>
                    <a:pt x="3810" y="242582"/>
                  </a:moveTo>
                  <a:lnTo>
                    <a:pt x="0" y="24258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2582"/>
                  </a:lnTo>
                  <a:close/>
                </a:path>
                <a:path w="3809" h="251460">
                  <a:moveTo>
                    <a:pt x="3810" y="236232"/>
                  </a:moveTo>
                  <a:lnTo>
                    <a:pt x="0" y="23623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6232"/>
                  </a:lnTo>
                  <a:close/>
                </a:path>
                <a:path w="3809" h="251460">
                  <a:moveTo>
                    <a:pt x="3810" y="229882"/>
                  </a:moveTo>
                  <a:lnTo>
                    <a:pt x="0" y="22988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29882"/>
                  </a:lnTo>
                  <a:close/>
                </a:path>
                <a:path w="3809" h="251460">
                  <a:moveTo>
                    <a:pt x="3810" y="222262"/>
                  </a:moveTo>
                  <a:lnTo>
                    <a:pt x="0" y="22226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2262"/>
                  </a:lnTo>
                  <a:close/>
                </a:path>
                <a:path w="3809" h="251460">
                  <a:moveTo>
                    <a:pt x="3810" y="25412"/>
                  </a:moveTo>
                  <a:lnTo>
                    <a:pt x="0" y="2541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5412"/>
                  </a:lnTo>
                  <a:close/>
                </a:path>
                <a:path w="3809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0332"/>
                  </a:lnTo>
                  <a:close/>
                </a:path>
                <a:path w="3809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09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F84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7" name="object 2207"/>
            <p:cNvSpPr/>
            <p:nvPr/>
          </p:nvSpPr>
          <p:spPr>
            <a:xfrm>
              <a:off x="6896100" y="49098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48932"/>
                  </a:moveTo>
                  <a:lnTo>
                    <a:pt x="0" y="24893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48932"/>
                  </a:lnTo>
                  <a:close/>
                </a:path>
                <a:path w="3809" h="251460">
                  <a:moveTo>
                    <a:pt x="3810" y="242582"/>
                  </a:moveTo>
                  <a:lnTo>
                    <a:pt x="0" y="24258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2582"/>
                  </a:lnTo>
                  <a:close/>
                </a:path>
                <a:path w="3809" h="251460">
                  <a:moveTo>
                    <a:pt x="3810" y="236232"/>
                  </a:moveTo>
                  <a:lnTo>
                    <a:pt x="0" y="23623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6232"/>
                  </a:lnTo>
                  <a:close/>
                </a:path>
                <a:path w="3809" h="251460">
                  <a:moveTo>
                    <a:pt x="3810" y="229882"/>
                  </a:moveTo>
                  <a:lnTo>
                    <a:pt x="0" y="22988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29882"/>
                  </a:lnTo>
                  <a:close/>
                </a:path>
                <a:path w="3809" h="251460">
                  <a:moveTo>
                    <a:pt x="3810" y="222262"/>
                  </a:moveTo>
                  <a:lnTo>
                    <a:pt x="0" y="22226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2262"/>
                  </a:lnTo>
                  <a:close/>
                </a:path>
                <a:path w="3809" h="251460">
                  <a:moveTo>
                    <a:pt x="3810" y="25412"/>
                  </a:moveTo>
                  <a:lnTo>
                    <a:pt x="0" y="2541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5412"/>
                  </a:lnTo>
                  <a:close/>
                </a:path>
                <a:path w="3809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0332"/>
                  </a:lnTo>
                  <a:close/>
                </a:path>
                <a:path w="3809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09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C82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8" name="object 2208"/>
            <p:cNvSpPr/>
            <p:nvPr/>
          </p:nvSpPr>
          <p:spPr>
            <a:xfrm>
              <a:off x="6899910" y="4908550"/>
              <a:ext cx="3810" cy="254000"/>
            </a:xfrm>
            <a:custGeom>
              <a:avLst/>
              <a:gdLst/>
              <a:ahLst/>
              <a:cxnLst/>
              <a:rect l="l" t="t" r="r" b="b"/>
              <a:pathLst>
                <a:path w="3809" h="254000">
                  <a:moveTo>
                    <a:pt x="3810" y="250202"/>
                  </a:moveTo>
                  <a:lnTo>
                    <a:pt x="0" y="250202"/>
                  </a:lnTo>
                  <a:lnTo>
                    <a:pt x="0" y="252730"/>
                  </a:lnTo>
                  <a:lnTo>
                    <a:pt x="1270" y="252730"/>
                  </a:lnTo>
                  <a:lnTo>
                    <a:pt x="1270" y="254000"/>
                  </a:lnTo>
                  <a:lnTo>
                    <a:pt x="2540" y="254000"/>
                  </a:lnTo>
                  <a:lnTo>
                    <a:pt x="2540" y="252730"/>
                  </a:lnTo>
                  <a:lnTo>
                    <a:pt x="3810" y="252730"/>
                  </a:lnTo>
                  <a:lnTo>
                    <a:pt x="3810" y="250202"/>
                  </a:lnTo>
                  <a:close/>
                </a:path>
                <a:path w="3809" h="254000">
                  <a:moveTo>
                    <a:pt x="3810" y="243852"/>
                  </a:moveTo>
                  <a:lnTo>
                    <a:pt x="0" y="24385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3852"/>
                  </a:lnTo>
                  <a:close/>
                </a:path>
                <a:path w="3809" h="254000">
                  <a:moveTo>
                    <a:pt x="3810" y="237502"/>
                  </a:moveTo>
                  <a:lnTo>
                    <a:pt x="0" y="23750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37502"/>
                  </a:lnTo>
                  <a:close/>
                </a:path>
                <a:path w="3809" h="254000">
                  <a:moveTo>
                    <a:pt x="3810" y="231152"/>
                  </a:moveTo>
                  <a:lnTo>
                    <a:pt x="0" y="23115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1152"/>
                  </a:lnTo>
                  <a:close/>
                </a:path>
                <a:path w="3809" h="254000">
                  <a:moveTo>
                    <a:pt x="3810" y="223532"/>
                  </a:moveTo>
                  <a:lnTo>
                    <a:pt x="0" y="22353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3532"/>
                  </a:lnTo>
                  <a:close/>
                </a:path>
                <a:path w="3809" h="254000">
                  <a:moveTo>
                    <a:pt x="3810" y="26682"/>
                  </a:moveTo>
                  <a:lnTo>
                    <a:pt x="0" y="2668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6682"/>
                  </a:lnTo>
                  <a:close/>
                </a:path>
                <a:path w="3809" h="254000">
                  <a:moveTo>
                    <a:pt x="3810" y="21602"/>
                  </a:moveTo>
                  <a:lnTo>
                    <a:pt x="0" y="21602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1602"/>
                  </a:lnTo>
                  <a:close/>
                </a:path>
                <a:path w="3809" h="254000">
                  <a:moveTo>
                    <a:pt x="3810" y="15252"/>
                  </a:moveTo>
                  <a:lnTo>
                    <a:pt x="0" y="1525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5252"/>
                  </a:lnTo>
                  <a:close/>
                </a:path>
                <a:path w="3809" h="254000">
                  <a:moveTo>
                    <a:pt x="381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8902"/>
                  </a:lnTo>
                  <a:close/>
                </a:path>
                <a:path w="3809" h="254000">
                  <a:moveTo>
                    <a:pt x="381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2552"/>
                  </a:lnTo>
                  <a:close/>
                </a:path>
                <a:path w="3809" h="254000">
                  <a:moveTo>
                    <a:pt x="3810" y="1270"/>
                  </a:moveTo>
                  <a:lnTo>
                    <a:pt x="2540" y="1270"/>
                  </a:lnTo>
                  <a:lnTo>
                    <a:pt x="254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1270"/>
                  </a:lnTo>
                  <a:close/>
                </a:path>
              </a:pathLst>
            </a:custGeom>
            <a:solidFill>
              <a:srgbClr val="6980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9" name="object 2209"/>
            <p:cNvSpPr/>
            <p:nvPr/>
          </p:nvSpPr>
          <p:spPr>
            <a:xfrm>
              <a:off x="6903720" y="4909819"/>
              <a:ext cx="3810" cy="222250"/>
            </a:xfrm>
            <a:custGeom>
              <a:avLst/>
              <a:gdLst/>
              <a:ahLst/>
              <a:cxnLst/>
              <a:rect l="l" t="t" r="r" b="b"/>
              <a:pathLst>
                <a:path w="3809" h="222250">
                  <a:moveTo>
                    <a:pt x="3810" y="25412"/>
                  </a:moveTo>
                  <a:lnTo>
                    <a:pt x="0" y="2541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5412"/>
                  </a:lnTo>
                  <a:close/>
                </a:path>
                <a:path w="3809" h="222250">
                  <a:moveTo>
                    <a:pt x="3810" y="20332"/>
                  </a:moveTo>
                  <a:lnTo>
                    <a:pt x="0" y="2033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0332"/>
                  </a:lnTo>
                  <a:close/>
                </a:path>
                <a:path w="3809" h="22225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09" h="22225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2225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2225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77E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0" name="object 2210"/>
            <p:cNvSpPr/>
            <p:nvPr/>
          </p:nvSpPr>
          <p:spPr>
            <a:xfrm>
              <a:off x="6907530" y="4909819"/>
              <a:ext cx="2540" cy="251460"/>
            </a:xfrm>
            <a:custGeom>
              <a:avLst/>
              <a:gdLst/>
              <a:ahLst/>
              <a:cxnLst/>
              <a:rect l="l" t="t" r="r" b="b"/>
              <a:pathLst>
                <a:path w="2540" h="251460">
                  <a:moveTo>
                    <a:pt x="2540" y="248932"/>
                  </a:moveTo>
                  <a:lnTo>
                    <a:pt x="0" y="248932"/>
                  </a:lnTo>
                  <a:lnTo>
                    <a:pt x="0" y="251460"/>
                  </a:lnTo>
                  <a:lnTo>
                    <a:pt x="2540" y="251460"/>
                  </a:lnTo>
                  <a:lnTo>
                    <a:pt x="2540" y="248932"/>
                  </a:lnTo>
                  <a:close/>
                </a:path>
                <a:path w="2540" h="251460">
                  <a:moveTo>
                    <a:pt x="2540" y="242582"/>
                  </a:moveTo>
                  <a:lnTo>
                    <a:pt x="0" y="242582"/>
                  </a:lnTo>
                  <a:lnTo>
                    <a:pt x="0" y="248920"/>
                  </a:lnTo>
                  <a:lnTo>
                    <a:pt x="2540" y="248920"/>
                  </a:lnTo>
                  <a:lnTo>
                    <a:pt x="2540" y="242582"/>
                  </a:lnTo>
                  <a:close/>
                </a:path>
                <a:path w="2540" h="251460">
                  <a:moveTo>
                    <a:pt x="2540" y="236232"/>
                  </a:moveTo>
                  <a:lnTo>
                    <a:pt x="0" y="236232"/>
                  </a:lnTo>
                  <a:lnTo>
                    <a:pt x="0" y="242570"/>
                  </a:lnTo>
                  <a:lnTo>
                    <a:pt x="2540" y="242570"/>
                  </a:lnTo>
                  <a:lnTo>
                    <a:pt x="2540" y="236232"/>
                  </a:lnTo>
                  <a:close/>
                </a:path>
                <a:path w="2540" h="251460">
                  <a:moveTo>
                    <a:pt x="2540" y="229882"/>
                  </a:moveTo>
                  <a:lnTo>
                    <a:pt x="0" y="229882"/>
                  </a:lnTo>
                  <a:lnTo>
                    <a:pt x="0" y="236220"/>
                  </a:lnTo>
                  <a:lnTo>
                    <a:pt x="2540" y="236220"/>
                  </a:lnTo>
                  <a:lnTo>
                    <a:pt x="2540" y="229882"/>
                  </a:lnTo>
                  <a:close/>
                </a:path>
                <a:path w="2540" h="251460">
                  <a:moveTo>
                    <a:pt x="2540" y="222262"/>
                  </a:moveTo>
                  <a:lnTo>
                    <a:pt x="0" y="222262"/>
                  </a:lnTo>
                  <a:lnTo>
                    <a:pt x="0" y="229870"/>
                  </a:lnTo>
                  <a:lnTo>
                    <a:pt x="2540" y="229870"/>
                  </a:lnTo>
                  <a:lnTo>
                    <a:pt x="2540" y="222262"/>
                  </a:lnTo>
                  <a:close/>
                </a:path>
                <a:path w="2540" h="251460">
                  <a:moveTo>
                    <a:pt x="2540" y="25412"/>
                  </a:moveTo>
                  <a:lnTo>
                    <a:pt x="0" y="25412"/>
                  </a:lnTo>
                  <a:lnTo>
                    <a:pt x="0" y="222250"/>
                  </a:lnTo>
                  <a:lnTo>
                    <a:pt x="2540" y="222250"/>
                  </a:lnTo>
                  <a:lnTo>
                    <a:pt x="2540" y="25412"/>
                  </a:lnTo>
                  <a:close/>
                </a:path>
                <a:path w="2540" h="251460">
                  <a:moveTo>
                    <a:pt x="2540" y="20332"/>
                  </a:moveTo>
                  <a:lnTo>
                    <a:pt x="0" y="20332"/>
                  </a:lnTo>
                  <a:lnTo>
                    <a:pt x="0" y="25400"/>
                  </a:lnTo>
                  <a:lnTo>
                    <a:pt x="2540" y="25400"/>
                  </a:lnTo>
                  <a:lnTo>
                    <a:pt x="2540" y="20332"/>
                  </a:lnTo>
                  <a:close/>
                </a:path>
                <a:path w="2540" h="251460">
                  <a:moveTo>
                    <a:pt x="254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2540" y="20320"/>
                  </a:lnTo>
                  <a:lnTo>
                    <a:pt x="2540" y="13982"/>
                  </a:lnTo>
                  <a:close/>
                </a:path>
                <a:path w="2540" h="251460">
                  <a:moveTo>
                    <a:pt x="254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2540" y="13970"/>
                  </a:lnTo>
                  <a:lnTo>
                    <a:pt x="2540" y="7632"/>
                  </a:lnTo>
                  <a:close/>
                </a:path>
                <a:path w="2540" h="251460">
                  <a:moveTo>
                    <a:pt x="254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1282"/>
                  </a:lnTo>
                  <a:close/>
                </a:path>
                <a:path w="2540" h="251460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6A80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1" name="object 2211"/>
            <p:cNvSpPr/>
            <p:nvPr/>
          </p:nvSpPr>
          <p:spPr>
            <a:xfrm>
              <a:off x="6910070" y="49098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48932"/>
                  </a:moveTo>
                  <a:lnTo>
                    <a:pt x="0" y="24893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48932"/>
                  </a:lnTo>
                  <a:close/>
                </a:path>
                <a:path w="3809" h="251460">
                  <a:moveTo>
                    <a:pt x="3810" y="242582"/>
                  </a:moveTo>
                  <a:lnTo>
                    <a:pt x="0" y="24258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2582"/>
                  </a:lnTo>
                  <a:close/>
                </a:path>
                <a:path w="3809" h="251460">
                  <a:moveTo>
                    <a:pt x="3810" y="236232"/>
                  </a:moveTo>
                  <a:lnTo>
                    <a:pt x="0" y="23623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6232"/>
                  </a:lnTo>
                  <a:close/>
                </a:path>
                <a:path w="3809" h="251460">
                  <a:moveTo>
                    <a:pt x="3810" y="229882"/>
                  </a:moveTo>
                  <a:lnTo>
                    <a:pt x="0" y="22988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29882"/>
                  </a:lnTo>
                  <a:close/>
                </a:path>
                <a:path w="3809" h="251460">
                  <a:moveTo>
                    <a:pt x="3810" y="222262"/>
                  </a:moveTo>
                  <a:lnTo>
                    <a:pt x="0" y="22226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2262"/>
                  </a:lnTo>
                  <a:close/>
                </a:path>
                <a:path w="3809" h="251460">
                  <a:moveTo>
                    <a:pt x="3810" y="25412"/>
                  </a:moveTo>
                  <a:lnTo>
                    <a:pt x="0" y="2541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5412"/>
                  </a:lnTo>
                  <a:close/>
                </a:path>
                <a:path w="3809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0332"/>
                  </a:lnTo>
                  <a:close/>
                </a:path>
                <a:path w="3809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09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C82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2" name="object 2212"/>
            <p:cNvSpPr/>
            <p:nvPr/>
          </p:nvSpPr>
          <p:spPr>
            <a:xfrm>
              <a:off x="6913880" y="49098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48932"/>
                  </a:moveTo>
                  <a:lnTo>
                    <a:pt x="0" y="24893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48932"/>
                  </a:lnTo>
                  <a:close/>
                </a:path>
                <a:path w="3809" h="251460">
                  <a:moveTo>
                    <a:pt x="3810" y="242582"/>
                  </a:moveTo>
                  <a:lnTo>
                    <a:pt x="0" y="24258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2582"/>
                  </a:lnTo>
                  <a:close/>
                </a:path>
                <a:path w="3809" h="251460">
                  <a:moveTo>
                    <a:pt x="3810" y="236232"/>
                  </a:moveTo>
                  <a:lnTo>
                    <a:pt x="0" y="23623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6232"/>
                  </a:lnTo>
                  <a:close/>
                </a:path>
                <a:path w="3809" h="251460">
                  <a:moveTo>
                    <a:pt x="3810" y="229882"/>
                  </a:moveTo>
                  <a:lnTo>
                    <a:pt x="0" y="22988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29882"/>
                  </a:lnTo>
                  <a:close/>
                </a:path>
                <a:path w="3809" h="251460">
                  <a:moveTo>
                    <a:pt x="3810" y="222262"/>
                  </a:moveTo>
                  <a:lnTo>
                    <a:pt x="0" y="22226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2262"/>
                  </a:lnTo>
                  <a:close/>
                </a:path>
                <a:path w="3809" h="251460">
                  <a:moveTo>
                    <a:pt x="3810" y="25412"/>
                  </a:moveTo>
                  <a:lnTo>
                    <a:pt x="0" y="2541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5412"/>
                  </a:lnTo>
                  <a:close/>
                </a:path>
                <a:path w="3809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0332"/>
                  </a:lnTo>
                  <a:close/>
                </a:path>
                <a:path w="3809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09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F84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3" name="object 2213"/>
            <p:cNvSpPr/>
            <p:nvPr/>
          </p:nvSpPr>
          <p:spPr>
            <a:xfrm>
              <a:off x="6917690" y="49098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48932"/>
                  </a:moveTo>
                  <a:lnTo>
                    <a:pt x="0" y="24893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48932"/>
                  </a:lnTo>
                  <a:close/>
                </a:path>
                <a:path w="3809" h="251460">
                  <a:moveTo>
                    <a:pt x="3810" y="242582"/>
                  </a:moveTo>
                  <a:lnTo>
                    <a:pt x="0" y="24258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2582"/>
                  </a:lnTo>
                  <a:close/>
                </a:path>
                <a:path w="3809" h="251460">
                  <a:moveTo>
                    <a:pt x="3810" y="236232"/>
                  </a:moveTo>
                  <a:lnTo>
                    <a:pt x="0" y="23623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6232"/>
                  </a:lnTo>
                  <a:close/>
                </a:path>
                <a:path w="3809" h="251460">
                  <a:moveTo>
                    <a:pt x="3810" y="229882"/>
                  </a:moveTo>
                  <a:lnTo>
                    <a:pt x="0" y="22988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29882"/>
                  </a:lnTo>
                  <a:close/>
                </a:path>
                <a:path w="3809" h="251460">
                  <a:moveTo>
                    <a:pt x="3810" y="222262"/>
                  </a:moveTo>
                  <a:lnTo>
                    <a:pt x="0" y="22226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2262"/>
                  </a:lnTo>
                  <a:close/>
                </a:path>
                <a:path w="3809" h="251460">
                  <a:moveTo>
                    <a:pt x="3810" y="25412"/>
                  </a:moveTo>
                  <a:lnTo>
                    <a:pt x="0" y="2541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5412"/>
                  </a:lnTo>
                  <a:close/>
                </a:path>
                <a:path w="3809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0332"/>
                  </a:lnTo>
                  <a:close/>
                </a:path>
                <a:path w="3809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09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2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4" name="object 2214"/>
            <p:cNvSpPr/>
            <p:nvPr/>
          </p:nvSpPr>
          <p:spPr>
            <a:xfrm>
              <a:off x="6921500" y="49098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48932"/>
                  </a:moveTo>
                  <a:lnTo>
                    <a:pt x="0" y="24893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48932"/>
                  </a:lnTo>
                  <a:close/>
                </a:path>
                <a:path w="3809" h="251460">
                  <a:moveTo>
                    <a:pt x="3810" y="242582"/>
                  </a:moveTo>
                  <a:lnTo>
                    <a:pt x="0" y="24258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2582"/>
                  </a:lnTo>
                  <a:close/>
                </a:path>
                <a:path w="3809" h="251460">
                  <a:moveTo>
                    <a:pt x="3810" y="236232"/>
                  </a:moveTo>
                  <a:lnTo>
                    <a:pt x="0" y="23623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6232"/>
                  </a:lnTo>
                  <a:close/>
                </a:path>
                <a:path w="3809" h="251460">
                  <a:moveTo>
                    <a:pt x="3810" y="229882"/>
                  </a:moveTo>
                  <a:lnTo>
                    <a:pt x="0" y="22988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29882"/>
                  </a:lnTo>
                  <a:close/>
                </a:path>
                <a:path w="3809" h="251460">
                  <a:moveTo>
                    <a:pt x="3810" y="222262"/>
                  </a:moveTo>
                  <a:lnTo>
                    <a:pt x="0" y="22226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2262"/>
                  </a:lnTo>
                  <a:close/>
                </a:path>
                <a:path w="3809" h="251460">
                  <a:moveTo>
                    <a:pt x="3810" y="25412"/>
                  </a:moveTo>
                  <a:lnTo>
                    <a:pt x="0" y="2541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5412"/>
                  </a:lnTo>
                  <a:close/>
                </a:path>
                <a:path w="3809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0332"/>
                  </a:lnTo>
                  <a:close/>
                </a:path>
                <a:path w="3809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09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5" name="object 2215"/>
            <p:cNvSpPr/>
            <p:nvPr/>
          </p:nvSpPr>
          <p:spPr>
            <a:xfrm>
              <a:off x="6925310" y="49098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48932"/>
                  </a:moveTo>
                  <a:lnTo>
                    <a:pt x="0" y="24893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48932"/>
                  </a:lnTo>
                  <a:close/>
                </a:path>
                <a:path w="3809" h="251460">
                  <a:moveTo>
                    <a:pt x="3810" y="242582"/>
                  </a:moveTo>
                  <a:lnTo>
                    <a:pt x="0" y="24258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2582"/>
                  </a:lnTo>
                  <a:close/>
                </a:path>
                <a:path w="3809" h="251460">
                  <a:moveTo>
                    <a:pt x="3810" y="236232"/>
                  </a:moveTo>
                  <a:lnTo>
                    <a:pt x="0" y="23623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6232"/>
                  </a:lnTo>
                  <a:close/>
                </a:path>
                <a:path w="3809" h="251460">
                  <a:moveTo>
                    <a:pt x="3810" y="229882"/>
                  </a:moveTo>
                  <a:lnTo>
                    <a:pt x="0" y="22988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29882"/>
                  </a:lnTo>
                  <a:close/>
                </a:path>
                <a:path w="3809" h="251460">
                  <a:moveTo>
                    <a:pt x="3810" y="222262"/>
                  </a:moveTo>
                  <a:lnTo>
                    <a:pt x="0" y="22226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2262"/>
                  </a:lnTo>
                  <a:close/>
                </a:path>
                <a:path w="3809" h="251460">
                  <a:moveTo>
                    <a:pt x="3810" y="25412"/>
                  </a:moveTo>
                  <a:lnTo>
                    <a:pt x="0" y="2541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5412"/>
                  </a:lnTo>
                  <a:close/>
                </a:path>
                <a:path w="3809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0332"/>
                  </a:lnTo>
                  <a:close/>
                </a:path>
                <a:path w="3809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09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6" name="object 2216"/>
            <p:cNvSpPr/>
            <p:nvPr/>
          </p:nvSpPr>
          <p:spPr>
            <a:xfrm>
              <a:off x="6929120" y="4909820"/>
              <a:ext cx="2540" cy="251460"/>
            </a:xfrm>
            <a:custGeom>
              <a:avLst/>
              <a:gdLst/>
              <a:ahLst/>
              <a:cxnLst/>
              <a:rect l="l" t="t" r="r" b="b"/>
              <a:pathLst>
                <a:path w="2540" h="251460">
                  <a:moveTo>
                    <a:pt x="127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2540" h="251460">
                  <a:moveTo>
                    <a:pt x="253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2539" y="7619"/>
                  </a:lnTo>
                  <a:lnTo>
                    <a:pt x="2539" y="1269"/>
                  </a:lnTo>
                  <a:close/>
                </a:path>
                <a:path w="2540" h="251460">
                  <a:moveTo>
                    <a:pt x="253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2539" y="13969"/>
                  </a:lnTo>
                  <a:lnTo>
                    <a:pt x="2539" y="7619"/>
                  </a:lnTo>
                  <a:close/>
                </a:path>
                <a:path w="2540" h="251460">
                  <a:moveTo>
                    <a:pt x="2539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2539" y="20319"/>
                  </a:lnTo>
                  <a:lnTo>
                    <a:pt x="2539" y="13969"/>
                  </a:lnTo>
                  <a:close/>
                </a:path>
                <a:path w="2540" h="251460">
                  <a:moveTo>
                    <a:pt x="2539" y="20319"/>
                  </a:moveTo>
                  <a:lnTo>
                    <a:pt x="0" y="20319"/>
                  </a:lnTo>
                  <a:lnTo>
                    <a:pt x="0" y="25399"/>
                  </a:lnTo>
                  <a:lnTo>
                    <a:pt x="2539" y="25399"/>
                  </a:lnTo>
                  <a:lnTo>
                    <a:pt x="2539" y="20319"/>
                  </a:lnTo>
                  <a:close/>
                </a:path>
                <a:path w="2540" h="251460">
                  <a:moveTo>
                    <a:pt x="2539" y="25400"/>
                  </a:moveTo>
                  <a:lnTo>
                    <a:pt x="0" y="25400"/>
                  </a:lnTo>
                  <a:lnTo>
                    <a:pt x="0" y="222249"/>
                  </a:lnTo>
                  <a:lnTo>
                    <a:pt x="2539" y="222249"/>
                  </a:lnTo>
                  <a:lnTo>
                    <a:pt x="2539" y="25400"/>
                  </a:lnTo>
                  <a:close/>
                </a:path>
                <a:path w="2540" h="251460">
                  <a:moveTo>
                    <a:pt x="2539" y="222250"/>
                  </a:moveTo>
                  <a:lnTo>
                    <a:pt x="0" y="222250"/>
                  </a:lnTo>
                  <a:lnTo>
                    <a:pt x="0" y="229869"/>
                  </a:lnTo>
                  <a:lnTo>
                    <a:pt x="2539" y="229869"/>
                  </a:lnTo>
                  <a:lnTo>
                    <a:pt x="2539" y="222250"/>
                  </a:lnTo>
                  <a:close/>
                </a:path>
                <a:path w="2540" h="251460">
                  <a:moveTo>
                    <a:pt x="2539" y="229869"/>
                  </a:moveTo>
                  <a:lnTo>
                    <a:pt x="0" y="229869"/>
                  </a:lnTo>
                  <a:lnTo>
                    <a:pt x="0" y="236219"/>
                  </a:lnTo>
                  <a:lnTo>
                    <a:pt x="2539" y="236219"/>
                  </a:lnTo>
                  <a:lnTo>
                    <a:pt x="2539" y="229869"/>
                  </a:lnTo>
                  <a:close/>
                </a:path>
                <a:path w="2540" h="251460">
                  <a:moveTo>
                    <a:pt x="2539" y="236219"/>
                  </a:moveTo>
                  <a:lnTo>
                    <a:pt x="0" y="236219"/>
                  </a:lnTo>
                  <a:lnTo>
                    <a:pt x="0" y="242569"/>
                  </a:lnTo>
                  <a:lnTo>
                    <a:pt x="2539" y="242569"/>
                  </a:lnTo>
                  <a:lnTo>
                    <a:pt x="2539" y="236219"/>
                  </a:lnTo>
                  <a:close/>
                </a:path>
                <a:path w="2540" h="251460">
                  <a:moveTo>
                    <a:pt x="2539" y="242569"/>
                  </a:moveTo>
                  <a:lnTo>
                    <a:pt x="0" y="242569"/>
                  </a:lnTo>
                  <a:lnTo>
                    <a:pt x="0" y="248919"/>
                  </a:lnTo>
                  <a:lnTo>
                    <a:pt x="2539" y="248919"/>
                  </a:lnTo>
                  <a:lnTo>
                    <a:pt x="2539" y="242569"/>
                  </a:lnTo>
                  <a:close/>
                </a:path>
                <a:path w="2540" h="251460">
                  <a:moveTo>
                    <a:pt x="2539" y="248919"/>
                  </a:moveTo>
                  <a:lnTo>
                    <a:pt x="0" y="248919"/>
                  </a:lnTo>
                  <a:lnTo>
                    <a:pt x="0" y="251459"/>
                  </a:lnTo>
                  <a:lnTo>
                    <a:pt x="1270" y="251459"/>
                  </a:lnTo>
                  <a:lnTo>
                    <a:pt x="1270" y="250189"/>
                  </a:lnTo>
                  <a:lnTo>
                    <a:pt x="2539" y="250189"/>
                  </a:lnTo>
                  <a:lnTo>
                    <a:pt x="2539" y="248919"/>
                  </a:lnTo>
                  <a:close/>
                </a:path>
              </a:pathLst>
            </a:custGeom>
            <a:solidFill>
              <a:srgbClr val="7A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7" name="object 2217"/>
            <p:cNvSpPr/>
            <p:nvPr/>
          </p:nvSpPr>
          <p:spPr>
            <a:xfrm>
              <a:off x="6931660" y="4911102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7650"/>
                  </a:moveTo>
                  <a:lnTo>
                    <a:pt x="0" y="247650"/>
                  </a:lnTo>
                  <a:lnTo>
                    <a:pt x="0" y="248907"/>
                  </a:lnTo>
                  <a:lnTo>
                    <a:pt x="3810" y="248907"/>
                  </a:lnTo>
                  <a:lnTo>
                    <a:pt x="3810" y="247650"/>
                  </a:lnTo>
                  <a:close/>
                </a:path>
                <a:path w="3809" h="248920">
                  <a:moveTo>
                    <a:pt x="381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1300"/>
                  </a:lnTo>
                  <a:close/>
                </a:path>
                <a:path w="3809" h="248920">
                  <a:moveTo>
                    <a:pt x="3810" y="234950"/>
                  </a:moveTo>
                  <a:lnTo>
                    <a:pt x="0" y="23495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4950"/>
                  </a:lnTo>
                  <a:close/>
                </a:path>
                <a:path w="3809" h="248920">
                  <a:moveTo>
                    <a:pt x="3810" y="228600"/>
                  </a:moveTo>
                  <a:lnTo>
                    <a:pt x="0" y="22860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28600"/>
                  </a:lnTo>
                  <a:close/>
                </a:path>
                <a:path w="3809" h="248920">
                  <a:moveTo>
                    <a:pt x="3810" y="220980"/>
                  </a:moveTo>
                  <a:lnTo>
                    <a:pt x="0" y="22098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0980"/>
                  </a:lnTo>
                  <a:close/>
                </a:path>
                <a:path w="3809" h="248920">
                  <a:moveTo>
                    <a:pt x="3810" y="24130"/>
                  </a:moveTo>
                  <a:lnTo>
                    <a:pt x="0" y="2413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24130"/>
                  </a:lnTo>
                  <a:close/>
                </a:path>
                <a:path w="3809" h="248920">
                  <a:moveTo>
                    <a:pt x="381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3810" y="24117"/>
                  </a:lnTo>
                  <a:lnTo>
                    <a:pt x="3810" y="19050"/>
                  </a:lnTo>
                  <a:close/>
                </a:path>
                <a:path w="3809" h="248920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09" h="2489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8" name="object 2218"/>
            <p:cNvSpPr/>
            <p:nvPr/>
          </p:nvSpPr>
          <p:spPr>
            <a:xfrm>
              <a:off x="6935470" y="4911102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7650"/>
                  </a:moveTo>
                  <a:lnTo>
                    <a:pt x="0" y="247650"/>
                  </a:lnTo>
                  <a:lnTo>
                    <a:pt x="0" y="248907"/>
                  </a:lnTo>
                  <a:lnTo>
                    <a:pt x="3810" y="248907"/>
                  </a:lnTo>
                  <a:lnTo>
                    <a:pt x="3810" y="247650"/>
                  </a:lnTo>
                  <a:close/>
                </a:path>
                <a:path w="3809" h="248920">
                  <a:moveTo>
                    <a:pt x="381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1300"/>
                  </a:lnTo>
                  <a:close/>
                </a:path>
                <a:path w="3809" h="248920">
                  <a:moveTo>
                    <a:pt x="3810" y="234950"/>
                  </a:moveTo>
                  <a:lnTo>
                    <a:pt x="0" y="23495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4950"/>
                  </a:lnTo>
                  <a:close/>
                </a:path>
                <a:path w="3809" h="248920">
                  <a:moveTo>
                    <a:pt x="3810" y="228600"/>
                  </a:moveTo>
                  <a:lnTo>
                    <a:pt x="0" y="22860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28600"/>
                  </a:lnTo>
                  <a:close/>
                </a:path>
                <a:path w="3809" h="248920">
                  <a:moveTo>
                    <a:pt x="3810" y="220980"/>
                  </a:moveTo>
                  <a:lnTo>
                    <a:pt x="0" y="22098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0980"/>
                  </a:lnTo>
                  <a:close/>
                </a:path>
                <a:path w="3809" h="248920">
                  <a:moveTo>
                    <a:pt x="3810" y="24130"/>
                  </a:moveTo>
                  <a:lnTo>
                    <a:pt x="0" y="2413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24130"/>
                  </a:lnTo>
                  <a:close/>
                </a:path>
                <a:path w="3809" h="248920">
                  <a:moveTo>
                    <a:pt x="381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3810" y="24117"/>
                  </a:lnTo>
                  <a:lnTo>
                    <a:pt x="3810" y="19050"/>
                  </a:lnTo>
                  <a:close/>
                </a:path>
                <a:path w="3809" h="248920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09" h="2489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F9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9" name="object 2219"/>
            <p:cNvSpPr/>
            <p:nvPr/>
          </p:nvSpPr>
          <p:spPr>
            <a:xfrm>
              <a:off x="6939280" y="4911102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7650"/>
                  </a:moveTo>
                  <a:lnTo>
                    <a:pt x="0" y="247650"/>
                  </a:lnTo>
                  <a:lnTo>
                    <a:pt x="0" y="248907"/>
                  </a:lnTo>
                  <a:lnTo>
                    <a:pt x="3810" y="248907"/>
                  </a:lnTo>
                  <a:lnTo>
                    <a:pt x="3810" y="247650"/>
                  </a:lnTo>
                  <a:close/>
                </a:path>
                <a:path w="3809" h="248920">
                  <a:moveTo>
                    <a:pt x="381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1300"/>
                  </a:lnTo>
                  <a:close/>
                </a:path>
                <a:path w="3809" h="248920">
                  <a:moveTo>
                    <a:pt x="3810" y="234950"/>
                  </a:moveTo>
                  <a:lnTo>
                    <a:pt x="0" y="23495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4950"/>
                  </a:lnTo>
                  <a:close/>
                </a:path>
                <a:path w="3809" h="248920">
                  <a:moveTo>
                    <a:pt x="3810" y="228600"/>
                  </a:moveTo>
                  <a:lnTo>
                    <a:pt x="0" y="22860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28600"/>
                  </a:lnTo>
                  <a:close/>
                </a:path>
                <a:path w="3809" h="248920">
                  <a:moveTo>
                    <a:pt x="3810" y="220980"/>
                  </a:moveTo>
                  <a:lnTo>
                    <a:pt x="0" y="22098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0980"/>
                  </a:lnTo>
                  <a:close/>
                </a:path>
                <a:path w="3809" h="248920">
                  <a:moveTo>
                    <a:pt x="3810" y="24130"/>
                  </a:moveTo>
                  <a:lnTo>
                    <a:pt x="0" y="2413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24130"/>
                  </a:lnTo>
                  <a:close/>
                </a:path>
                <a:path w="3809" h="248920">
                  <a:moveTo>
                    <a:pt x="381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3810" y="24117"/>
                  </a:lnTo>
                  <a:lnTo>
                    <a:pt x="3810" y="19050"/>
                  </a:lnTo>
                  <a:close/>
                </a:path>
                <a:path w="3809" h="248920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09" h="2489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294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0" name="object 2220"/>
            <p:cNvSpPr/>
            <p:nvPr/>
          </p:nvSpPr>
          <p:spPr>
            <a:xfrm>
              <a:off x="6943090" y="4911102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7650"/>
                  </a:moveTo>
                  <a:lnTo>
                    <a:pt x="0" y="247650"/>
                  </a:lnTo>
                  <a:lnTo>
                    <a:pt x="0" y="248907"/>
                  </a:lnTo>
                  <a:lnTo>
                    <a:pt x="3810" y="248907"/>
                  </a:lnTo>
                  <a:lnTo>
                    <a:pt x="3810" y="247650"/>
                  </a:lnTo>
                  <a:close/>
                </a:path>
                <a:path w="3809" h="248920">
                  <a:moveTo>
                    <a:pt x="381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1300"/>
                  </a:lnTo>
                  <a:close/>
                </a:path>
                <a:path w="3809" h="248920">
                  <a:moveTo>
                    <a:pt x="3810" y="234950"/>
                  </a:moveTo>
                  <a:lnTo>
                    <a:pt x="0" y="23495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4950"/>
                  </a:lnTo>
                  <a:close/>
                </a:path>
                <a:path w="3809" h="248920">
                  <a:moveTo>
                    <a:pt x="3810" y="228600"/>
                  </a:moveTo>
                  <a:lnTo>
                    <a:pt x="0" y="22860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28600"/>
                  </a:lnTo>
                  <a:close/>
                </a:path>
                <a:path w="3809" h="248920">
                  <a:moveTo>
                    <a:pt x="3810" y="220980"/>
                  </a:moveTo>
                  <a:lnTo>
                    <a:pt x="0" y="22098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0980"/>
                  </a:lnTo>
                  <a:close/>
                </a:path>
                <a:path w="3809" h="248920">
                  <a:moveTo>
                    <a:pt x="3810" y="24130"/>
                  </a:moveTo>
                  <a:lnTo>
                    <a:pt x="0" y="2413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24130"/>
                  </a:lnTo>
                  <a:close/>
                </a:path>
                <a:path w="3809" h="248920">
                  <a:moveTo>
                    <a:pt x="381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3810" y="24117"/>
                  </a:lnTo>
                  <a:lnTo>
                    <a:pt x="3810" y="19050"/>
                  </a:lnTo>
                  <a:close/>
                </a:path>
                <a:path w="3809" h="248920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09" h="2489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496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1" name="object 2221"/>
            <p:cNvSpPr/>
            <p:nvPr/>
          </p:nvSpPr>
          <p:spPr>
            <a:xfrm>
              <a:off x="6946900" y="4911102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7650"/>
                  </a:moveTo>
                  <a:lnTo>
                    <a:pt x="0" y="247650"/>
                  </a:lnTo>
                  <a:lnTo>
                    <a:pt x="0" y="248907"/>
                  </a:lnTo>
                  <a:lnTo>
                    <a:pt x="3810" y="248907"/>
                  </a:lnTo>
                  <a:lnTo>
                    <a:pt x="3810" y="247650"/>
                  </a:lnTo>
                  <a:close/>
                </a:path>
                <a:path w="3809" h="248920">
                  <a:moveTo>
                    <a:pt x="381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1300"/>
                  </a:lnTo>
                  <a:close/>
                </a:path>
                <a:path w="3809" h="248920">
                  <a:moveTo>
                    <a:pt x="3810" y="234950"/>
                  </a:moveTo>
                  <a:lnTo>
                    <a:pt x="0" y="23495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4950"/>
                  </a:lnTo>
                  <a:close/>
                </a:path>
                <a:path w="3809" h="248920">
                  <a:moveTo>
                    <a:pt x="3810" y="228600"/>
                  </a:moveTo>
                  <a:lnTo>
                    <a:pt x="0" y="22860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28600"/>
                  </a:lnTo>
                  <a:close/>
                </a:path>
                <a:path w="3809" h="248920">
                  <a:moveTo>
                    <a:pt x="3810" y="220980"/>
                  </a:moveTo>
                  <a:lnTo>
                    <a:pt x="0" y="22098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0980"/>
                  </a:lnTo>
                  <a:close/>
                </a:path>
                <a:path w="3809" h="248920">
                  <a:moveTo>
                    <a:pt x="3810" y="24130"/>
                  </a:moveTo>
                  <a:lnTo>
                    <a:pt x="0" y="2413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24130"/>
                  </a:lnTo>
                  <a:close/>
                </a:path>
                <a:path w="3809" h="248920">
                  <a:moveTo>
                    <a:pt x="381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3810" y="24117"/>
                  </a:lnTo>
                  <a:lnTo>
                    <a:pt x="3810" y="19050"/>
                  </a:lnTo>
                  <a:close/>
                </a:path>
                <a:path w="3809" h="248920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09" h="2489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799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2" name="object 2222"/>
            <p:cNvSpPr/>
            <p:nvPr/>
          </p:nvSpPr>
          <p:spPr>
            <a:xfrm>
              <a:off x="6950710" y="4911102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7650"/>
                  </a:moveTo>
                  <a:lnTo>
                    <a:pt x="0" y="247650"/>
                  </a:lnTo>
                  <a:lnTo>
                    <a:pt x="0" y="248907"/>
                  </a:lnTo>
                  <a:lnTo>
                    <a:pt x="3810" y="248907"/>
                  </a:lnTo>
                  <a:lnTo>
                    <a:pt x="3810" y="247650"/>
                  </a:lnTo>
                  <a:close/>
                </a:path>
                <a:path w="3809" h="248920">
                  <a:moveTo>
                    <a:pt x="381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1300"/>
                  </a:lnTo>
                  <a:close/>
                </a:path>
                <a:path w="3809" h="248920">
                  <a:moveTo>
                    <a:pt x="3810" y="234950"/>
                  </a:moveTo>
                  <a:lnTo>
                    <a:pt x="0" y="23495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4950"/>
                  </a:lnTo>
                  <a:close/>
                </a:path>
                <a:path w="3809" h="248920">
                  <a:moveTo>
                    <a:pt x="3810" y="228600"/>
                  </a:moveTo>
                  <a:lnTo>
                    <a:pt x="0" y="22860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28600"/>
                  </a:lnTo>
                  <a:close/>
                </a:path>
                <a:path w="3809" h="248920">
                  <a:moveTo>
                    <a:pt x="3810" y="220980"/>
                  </a:moveTo>
                  <a:lnTo>
                    <a:pt x="0" y="22098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0980"/>
                  </a:lnTo>
                  <a:close/>
                </a:path>
                <a:path w="3809" h="248920">
                  <a:moveTo>
                    <a:pt x="3810" y="24130"/>
                  </a:moveTo>
                  <a:lnTo>
                    <a:pt x="0" y="2413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24130"/>
                  </a:lnTo>
                  <a:close/>
                </a:path>
                <a:path w="3809" h="248920">
                  <a:moveTo>
                    <a:pt x="381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3810" y="24117"/>
                  </a:lnTo>
                  <a:lnTo>
                    <a:pt x="3810" y="19050"/>
                  </a:lnTo>
                  <a:close/>
                </a:path>
                <a:path w="3809" h="248920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09" h="2489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3" name="object 2223"/>
            <p:cNvSpPr/>
            <p:nvPr/>
          </p:nvSpPr>
          <p:spPr>
            <a:xfrm>
              <a:off x="6954520" y="4911089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254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09" h="248920">
                  <a:moveTo>
                    <a:pt x="380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6349"/>
                  </a:lnTo>
                  <a:close/>
                </a:path>
                <a:path w="3809" h="248920">
                  <a:moveTo>
                    <a:pt x="380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2699"/>
                  </a:lnTo>
                  <a:close/>
                </a:path>
                <a:path w="3809" h="248920">
                  <a:moveTo>
                    <a:pt x="3809" y="19049"/>
                  </a:moveTo>
                  <a:lnTo>
                    <a:pt x="0" y="19049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19049"/>
                  </a:lnTo>
                  <a:close/>
                </a:path>
                <a:path w="3809" h="248920">
                  <a:moveTo>
                    <a:pt x="3809" y="24129"/>
                  </a:moveTo>
                  <a:lnTo>
                    <a:pt x="0" y="24129"/>
                  </a:lnTo>
                  <a:lnTo>
                    <a:pt x="0" y="220979"/>
                  </a:lnTo>
                  <a:lnTo>
                    <a:pt x="3809" y="220979"/>
                  </a:lnTo>
                  <a:lnTo>
                    <a:pt x="3809" y="24129"/>
                  </a:lnTo>
                  <a:close/>
                </a:path>
                <a:path w="3809" h="248920">
                  <a:moveTo>
                    <a:pt x="3809" y="220979"/>
                  </a:moveTo>
                  <a:lnTo>
                    <a:pt x="0" y="220979"/>
                  </a:lnTo>
                  <a:lnTo>
                    <a:pt x="0" y="228599"/>
                  </a:lnTo>
                  <a:lnTo>
                    <a:pt x="3809" y="228599"/>
                  </a:lnTo>
                  <a:lnTo>
                    <a:pt x="3809" y="220979"/>
                  </a:lnTo>
                  <a:close/>
                </a:path>
                <a:path w="3809" h="248920">
                  <a:moveTo>
                    <a:pt x="3809" y="228599"/>
                  </a:moveTo>
                  <a:lnTo>
                    <a:pt x="0" y="228599"/>
                  </a:lnTo>
                  <a:lnTo>
                    <a:pt x="0" y="234949"/>
                  </a:lnTo>
                  <a:lnTo>
                    <a:pt x="3809" y="234949"/>
                  </a:lnTo>
                  <a:lnTo>
                    <a:pt x="3809" y="228599"/>
                  </a:lnTo>
                  <a:close/>
                </a:path>
                <a:path w="3809" h="248920">
                  <a:moveTo>
                    <a:pt x="3809" y="234949"/>
                  </a:moveTo>
                  <a:lnTo>
                    <a:pt x="0" y="234949"/>
                  </a:lnTo>
                  <a:lnTo>
                    <a:pt x="0" y="241299"/>
                  </a:lnTo>
                  <a:lnTo>
                    <a:pt x="3809" y="241299"/>
                  </a:lnTo>
                  <a:lnTo>
                    <a:pt x="3809" y="234949"/>
                  </a:lnTo>
                  <a:close/>
                </a:path>
                <a:path w="3809" h="248920">
                  <a:moveTo>
                    <a:pt x="3809" y="241299"/>
                  </a:moveTo>
                  <a:lnTo>
                    <a:pt x="0" y="241299"/>
                  </a:lnTo>
                  <a:lnTo>
                    <a:pt x="0" y="247649"/>
                  </a:lnTo>
                  <a:lnTo>
                    <a:pt x="3809" y="247649"/>
                  </a:lnTo>
                  <a:lnTo>
                    <a:pt x="3809" y="241299"/>
                  </a:lnTo>
                  <a:close/>
                </a:path>
                <a:path w="3809" h="248920">
                  <a:moveTo>
                    <a:pt x="2540" y="247649"/>
                  </a:moveTo>
                  <a:lnTo>
                    <a:pt x="0" y="247649"/>
                  </a:lnTo>
                  <a:lnTo>
                    <a:pt x="0" y="248919"/>
                  </a:lnTo>
                  <a:lnTo>
                    <a:pt x="2540" y="248919"/>
                  </a:lnTo>
                  <a:lnTo>
                    <a:pt x="2540" y="247649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4" name="object 2224"/>
            <p:cNvSpPr/>
            <p:nvPr/>
          </p:nvSpPr>
          <p:spPr>
            <a:xfrm>
              <a:off x="6958330" y="4912359"/>
              <a:ext cx="2540" cy="246379"/>
            </a:xfrm>
            <a:custGeom>
              <a:avLst/>
              <a:gdLst/>
              <a:ahLst/>
              <a:cxnLst/>
              <a:rect l="l" t="t" r="r" b="b"/>
              <a:pathLst>
                <a:path w="2540" h="246379">
                  <a:moveTo>
                    <a:pt x="2540" y="240042"/>
                  </a:moveTo>
                  <a:lnTo>
                    <a:pt x="0" y="240042"/>
                  </a:lnTo>
                  <a:lnTo>
                    <a:pt x="0" y="246380"/>
                  </a:lnTo>
                  <a:lnTo>
                    <a:pt x="2540" y="246380"/>
                  </a:lnTo>
                  <a:lnTo>
                    <a:pt x="2540" y="240042"/>
                  </a:lnTo>
                  <a:close/>
                </a:path>
                <a:path w="2540" h="246379">
                  <a:moveTo>
                    <a:pt x="2540" y="233692"/>
                  </a:moveTo>
                  <a:lnTo>
                    <a:pt x="0" y="233692"/>
                  </a:lnTo>
                  <a:lnTo>
                    <a:pt x="0" y="240030"/>
                  </a:lnTo>
                  <a:lnTo>
                    <a:pt x="2540" y="240030"/>
                  </a:lnTo>
                  <a:lnTo>
                    <a:pt x="2540" y="233692"/>
                  </a:lnTo>
                  <a:close/>
                </a:path>
                <a:path w="2540" h="246379">
                  <a:moveTo>
                    <a:pt x="2540" y="227342"/>
                  </a:moveTo>
                  <a:lnTo>
                    <a:pt x="0" y="227342"/>
                  </a:lnTo>
                  <a:lnTo>
                    <a:pt x="0" y="233680"/>
                  </a:lnTo>
                  <a:lnTo>
                    <a:pt x="2540" y="233680"/>
                  </a:lnTo>
                  <a:lnTo>
                    <a:pt x="2540" y="227342"/>
                  </a:lnTo>
                  <a:close/>
                </a:path>
                <a:path w="2540" h="246379">
                  <a:moveTo>
                    <a:pt x="2540" y="219722"/>
                  </a:moveTo>
                  <a:lnTo>
                    <a:pt x="0" y="219722"/>
                  </a:lnTo>
                  <a:lnTo>
                    <a:pt x="0" y="227330"/>
                  </a:lnTo>
                  <a:lnTo>
                    <a:pt x="2540" y="227330"/>
                  </a:lnTo>
                  <a:lnTo>
                    <a:pt x="2540" y="219722"/>
                  </a:lnTo>
                  <a:close/>
                </a:path>
                <a:path w="2540" h="246379">
                  <a:moveTo>
                    <a:pt x="2540" y="22872"/>
                  </a:moveTo>
                  <a:lnTo>
                    <a:pt x="0" y="22872"/>
                  </a:lnTo>
                  <a:lnTo>
                    <a:pt x="0" y="219710"/>
                  </a:lnTo>
                  <a:lnTo>
                    <a:pt x="2540" y="219710"/>
                  </a:lnTo>
                  <a:lnTo>
                    <a:pt x="2540" y="22872"/>
                  </a:lnTo>
                  <a:close/>
                </a:path>
                <a:path w="2540" h="246379">
                  <a:moveTo>
                    <a:pt x="2540" y="17792"/>
                  </a:moveTo>
                  <a:lnTo>
                    <a:pt x="0" y="17792"/>
                  </a:lnTo>
                  <a:lnTo>
                    <a:pt x="0" y="22860"/>
                  </a:lnTo>
                  <a:lnTo>
                    <a:pt x="2540" y="22860"/>
                  </a:lnTo>
                  <a:lnTo>
                    <a:pt x="2540" y="17792"/>
                  </a:lnTo>
                  <a:close/>
                </a:path>
                <a:path w="2540" h="246379">
                  <a:moveTo>
                    <a:pt x="254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2540" y="17780"/>
                  </a:lnTo>
                  <a:lnTo>
                    <a:pt x="2540" y="11442"/>
                  </a:lnTo>
                  <a:close/>
                </a:path>
                <a:path w="2540" h="246379">
                  <a:moveTo>
                    <a:pt x="254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5092"/>
                  </a:lnTo>
                  <a:close/>
                </a:path>
                <a:path w="2540" h="246379">
                  <a:moveTo>
                    <a:pt x="25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8F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5" name="object 2225"/>
            <p:cNvSpPr/>
            <p:nvPr/>
          </p:nvSpPr>
          <p:spPr>
            <a:xfrm>
              <a:off x="6960870" y="4912359"/>
              <a:ext cx="3810" cy="246379"/>
            </a:xfrm>
            <a:custGeom>
              <a:avLst/>
              <a:gdLst/>
              <a:ahLst/>
              <a:cxnLst/>
              <a:rect l="l" t="t" r="r" b="b"/>
              <a:pathLst>
                <a:path w="3809" h="246379">
                  <a:moveTo>
                    <a:pt x="380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0"/>
                  </a:lnTo>
                  <a:close/>
                </a:path>
                <a:path w="3809" h="246379">
                  <a:moveTo>
                    <a:pt x="380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5080"/>
                  </a:lnTo>
                  <a:close/>
                </a:path>
                <a:path w="3809" h="246379">
                  <a:moveTo>
                    <a:pt x="380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1430"/>
                  </a:lnTo>
                  <a:close/>
                </a:path>
                <a:path w="3809" h="246379">
                  <a:moveTo>
                    <a:pt x="3809" y="17780"/>
                  </a:moveTo>
                  <a:lnTo>
                    <a:pt x="0" y="17780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17780"/>
                  </a:lnTo>
                  <a:close/>
                </a:path>
                <a:path w="3809" h="246379">
                  <a:moveTo>
                    <a:pt x="3809" y="22860"/>
                  </a:moveTo>
                  <a:lnTo>
                    <a:pt x="0" y="22860"/>
                  </a:lnTo>
                  <a:lnTo>
                    <a:pt x="0" y="219709"/>
                  </a:lnTo>
                  <a:lnTo>
                    <a:pt x="3809" y="219709"/>
                  </a:lnTo>
                  <a:lnTo>
                    <a:pt x="3809" y="22860"/>
                  </a:lnTo>
                  <a:close/>
                </a:path>
                <a:path w="3809" h="246379">
                  <a:moveTo>
                    <a:pt x="3809" y="219710"/>
                  </a:moveTo>
                  <a:lnTo>
                    <a:pt x="0" y="219710"/>
                  </a:lnTo>
                  <a:lnTo>
                    <a:pt x="0" y="227329"/>
                  </a:lnTo>
                  <a:lnTo>
                    <a:pt x="3809" y="227329"/>
                  </a:lnTo>
                  <a:lnTo>
                    <a:pt x="3809" y="219710"/>
                  </a:lnTo>
                  <a:close/>
                </a:path>
                <a:path w="3809" h="246379">
                  <a:moveTo>
                    <a:pt x="3809" y="227330"/>
                  </a:moveTo>
                  <a:lnTo>
                    <a:pt x="0" y="227330"/>
                  </a:lnTo>
                  <a:lnTo>
                    <a:pt x="0" y="233679"/>
                  </a:lnTo>
                  <a:lnTo>
                    <a:pt x="3809" y="233679"/>
                  </a:lnTo>
                  <a:lnTo>
                    <a:pt x="3809" y="227330"/>
                  </a:lnTo>
                  <a:close/>
                </a:path>
                <a:path w="3809" h="246379">
                  <a:moveTo>
                    <a:pt x="3809" y="233680"/>
                  </a:moveTo>
                  <a:lnTo>
                    <a:pt x="0" y="233680"/>
                  </a:lnTo>
                  <a:lnTo>
                    <a:pt x="0" y="240029"/>
                  </a:lnTo>
                  <a:lnTo>
                    <a:pt x="3809" y="240029"/>
                  </a:lnTo>
                  <a:lnTo>
                    <a:pt x="3809" y="233680"/>
                  </a:lnTo>
                  <a:close/>
                </a:path>
                <a:path w="3809" h="246379">
                  <a:moveTo>
                    <a:pt x="3809" y="240030"/>
                  </a:moveTo>
                  <a:lnTo>
                    <a:pt x="0" y="240030"/>
                  </a:lnTo>
                  <a:lnTo>
                    <a:pt x="0" y="246379"/>
                  </a:lnTo>
                  <a:lnTo>
                    <a:pt x="1270" y="246379"/>
                  </a:lnTo>
                  <a:lnTo>
                    <a:pt x="1270" y="245109"/>
                  </a:lnTo>
                  <a:lnTo>
                    <a:pt x="3809" y="245109"/>
                  </a:lnTo>
                  <a:lnTo>
                    <a:pt x="3809" y="240030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6" name="object 2226"/>
            <p:cNvSpPr/>
            <p:nvPr/>
          </p:nvSpPr>
          <p:spPr>
            <a:xfrm>
              <a:off x="6964680" y="4912359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09" h="245110">
                  <a:moveTo>
                    <a:pt x="3810" y="240042"/>
                  </a:moveTo>
                  <a:lnTo>
                    <a:pt x="0" y="24004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0042"/>
                  </a:lnTo>
                  <a:close/>
                </a:path>
                <a:path w="3809" h="245110">
                  <a:moveTo>
                    <a:pt x="3810" y="233692"/>
                  </a:moveTo>
                  <a:lnTo>
                    <a:pt x="0" y="23369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3692"/>
                  </a:lnTo>
                  <a:close/>
                </a:path>
                <a:path w="3809" h="245110">
                  <a:moveTo>
                    <a:pt x="3810" y="227342"/>
                  </a:moveTo>
                  <a:lnTo>
                    <a:pt x="0" y="22734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7342"/>
                  </a:lnTo>
                  <a:close/>
                </a:path>
                <a:path w="3809" h="245110">
                  <a:moveTo>
                    <a:pt x="3810" y="219722"/>
                  </a:moveTo>
                  <a:lnTo>
                    <a:pt x="0" y="21972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19722"/>
                  </a:lnTo>
                  <a:close/>
                </a:path>
                <a:path w="3809" h="245110">
                  <a:moveTo>
                    <a:pt x="3810" y="22872"/>
                  </a:moveTo>
                  <a:lnTo>
                    <a:pt x="0" y="2287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2872"/>
                  </a:lnTo>
                  <a:close/>
                </a:path>
                <a:path w="3809" h="245110">
                  <a:moveTo>
                    <a:pt x="3810" y="17792"/>
                  </a:moveTo>
                  <a:lnTo>
                    <a:pt x="0" y="1779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7792"/>
                  </a:lnTo>
                  <a:close/>
                </a:path>
                <a:path w="3809" h="245110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09" h="245110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09" h="245110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7" name="object 2227"/>
            <p:cNvSpPr/>
            <p:nvPr/>
          </p:nvSpPr>
          <p:spPr>
            <a:xfrm>
              <a:off x="6968490" y="4912359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09" h="245110">
                  <a:moveTo>
                    <a:pt x="380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0"/>
                  </a:lnTo>
                  <a:close/>
                </a:path>
                <a:path w="3809" h="245110">
                  <a:moveTo>
                    <a:pt x="380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5080"/>
                  </a:lnTo>
                  <a:close/>
                </a:path>
                <a:path w="3809" h="245110">
                  <a:moveTo>
                    <a:pt x="380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1430"/>
                  </a:lnTo>
                  <a:close/>
                </a:path>
                <a:path w="3809" h="245110">
                  <a:moveTo>
                    <a:pt x="3809" y="17780"/>
                  </a:moveTo>
                  <a:lnTo>
                    <a:pt x="0" y="17780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17780"/>
                  </a:lnTo>
                  <a:close/>
                </a:path>
                <a:path w="3809" h="245110">
                  <a:moveTo>
                    <a:pt x="3809" y="22860"/>
                  </a:moveTo>
                  <a:lnTo>
                    <a:pt x="0" y="22860"/>
                  </a:lnTo>
                  <a:lnTo>
                    <a:pt x="0" y="219709"/>
                  </a:lnTo>
                  <a:lnTo>
                    <a:pt x="3809" y="219709"/>
                  </a:lnTo>
                  <a:lnTo>
                    <a:pt x="3809" y="22860"/>
                  </a:lnTo>
                  <a:close/>
                </a:path>
                <a:path w="3809" h="245110">
                  <a:moveTo>
                    <a:pt x="3809" y="219710"/>
                  </a:moveTo>
                  <a:lnTo>
                    <a:pt x="0" y="219710"/>
                  </a:lnTo>
                  <a:lnTo>
                    <a:pt x="0" y="227329"/>
                  </a:lnTo>
                  <a:lnTo>
                    <a:pt x="3809" y="227329"/>
                  </a:lnTo>
                  <a:lnTo>
                    <a:pt x="3809" y="219710"/>
                  </a:lnTo>
                  <a:close/>
                </a:path>
                <a:path w="3809" h="245110">
                  <a:moveTo>
                    <a:pt x="3809" y="227330"/>
                  </a:moveTo>
                  <a:lnTo>
                    <a:pt x="0" y="227330"/>
                  </a:lnTo>
                  <a:lnTo>
                    <a:pt x="0" y="233679"/>
                  </a:lnTo>
                  <a:lnTo>
                    <a:pt x="3809" y="233679"/>
                  </a:lnTo>
                  <a:lnTo>
                    <a:pt x="3809" y="227330"/>
                  </a:lnTo>
                  <a:close/>
                </a:path>
                <a:path w="3809" h="245110">
                  <a:moveTo>
                    <a:pt x="3809" y="233680"/>
                  </a:moveTo>
                  <a:lnTo>
                    <a:pt x="0" y="233680"/>
                  </a:lnTo>
                  <a:lnTo>
                    <a:pt x="0" y="240029"/>
                  </a:lnTo>
                  <a:lnTo>
                    <a:pt x="3809" y="240029"/>
                  </a:lnTo>
                  <a:lnTo>
                    <a:pt x="3809" y="233680"/>
                  </a:lnTo>
                  <a:close/>
                </a:path>
                <a:path w="3809" h="245110">
                  <a:moveTo>
                    <a:pt x="3809" y="240030"/>
                  </a:moveTo>
                  <a:lnTo>
                    <a:pt x="0" y="240030"/>
                  </a:lnTo>
                  <a:lnTo>
                    <a:pt x="0" y="245109"/>
                  </a:lnTo>
                  <a:lnTo>
                    <a:pt x="1270" y="245109"/>
                  </a:lnTo>
                  <a:lnTo>
                    <a:pt x="1270" y="243839"/>
                  </a:lnTo>
                  <a:lnTo>
                    <a:pt x="3809" y="243839"/>
                  </a:lnTo>
                  <a:lnTo>
                    <a:pt x="3809" y="240030"/>
                  </a:lnTo>
                  <a:close/>
                </a:path>
              </a:pathLst>
            </a:custGeom>
            <a:solidFill>
              <a:srgbClr val="97A6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8" name="object 2228"/>
            <p:cNvSpPr/>
            <p:nvPr/>
          </p:nvSpPr>
          <p:spPr>
            <a:xfrm>
              <a:off x="6972300" y="4912359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09" h="243839">
                  <a:moveTo>
                    <a:pt x="254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09" h="243839">
                  <a:moveTo>
                    <a:pt x="380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5080"/>
                  </a:lnTo>
                  <a:close/>
                </a:path>
                <a:path w="3809" h="243839">
                  <a:moveTo>
                    <a:pt x="380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1430"/>
                  </a:lnTo>
                  <a:close/>
                </a:path>
                <a:path w="3809" h="243839">
                  <a:moveTo>
                    <a:pt x="3809" y="17780"/>
                  </a:moveTo>
                  <a:lnTo>
                    <a:pt x="0" y="17780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17780"/>
                  </a:lnTo>
                  <a:close/>
                </a:path>
                <a:path w="3809" h="243839">
                  <a:moveTo>
                    <a:pt x="3809" y="22860"/>
                  </a:moveTo>
                  <a:lnTo>
                    <a:pt x="0" y="22860"/>
                  </a:lnTo>
                  <a:lnTo>
                    <a:pt x="0" y="219709"/>
                  </a:lnTo>
                  <a:lnTo>
                    <a:pt x="3809" y="219709"/>
                  </a:lnTo>
                  <a:lnTo>
                    <a:pt x="3809" y="22860"/>
                  </a:lnTo>
                  <a:close/>
                </a:path>
                <a:path w="3809" h="243839">
                  <a:moveTo>
                    <a:pt x="3809" y="219710"/>
                  </a:moveTo>
                  <a:lnTo>
                    <a:pt x="0" y="219710"/>
                  </a:lnTo>
                  <a:lnTo>
                    <a:pt x="0" y="227329"/>
                  </a:lnTo>
                  <a:lnTo>
                    <a:pt x="3809" y="227329"/>
                  </a:lnTo>
                  <a:lnTo>
                    <a:pt x="3809" y="219710"/>
                  </a:lnTo>
                  <a:close/>
                </a:path>
                <a:path w="3809" h="243839">
                  <a:moveTo>
                    <a:pt x="3809" y="227330"/>
                  </a:moveTo>
                  <a:lnTo>
                    <a:pt x="0" y="227330"/>
                  </a:lnTo>
                  <a:lnTo>
                    <a:pt x="0" y="233679"/>
                  </a:lnTo>
                  <a:lnTo>
                    <a:pt x="3809" y="233679"/>
                  </a:lnTo>
                  <a:lnTo>
                    <a:pt x="3809" y="227330"/>
                  </a:lnTo>
                  <a:close/>
                </a:path>
                <a:path w="3809" h="243839">
                  <a:moveTo>
                    <a:pt x="3809" y="233680"/>
                  </a:moveTo>
                  <a:lnTo>
                    <a:pt x="0" y="233680"/>
                  </a:lnTo>
                  <a:lnTo>
                    <a:pt x="0" y="240029"/>
                  </a:lnTo>
                  <a:lnTo>
                    <a:pt x="3809" y="240029"/>
                  </a:lnTo>
                  <a:lnTo>
                    <a:pt x="3809" y="233680"/>
                  </a:lnTo>
                  <a:close/>
                </a:path>
                <a:path w="3809" h="243839">
                  <a:moveTo>
                    <a:pt x="3809" y="240030"/>
                  </a:moveTo>
                  <a:lnTo>
                    <a:pt x="0" y="240030"/>
                  </a:lnTo>
                  <a:lnTo>
                    <a:pt x="0" y="243839"/>
                  </a:lnTo>
                  <a:lnTo>
                    <a:pt x="3809" y="243839"/>
                  </a:lnTo>
                  <a:lnTo>
                    <a:pt x="3809" y="240030"/>
                  </a:lnTo>
                  <a:close/>
                </a:path>
              </a:pathLst>
            </a:custGeom>
            <a:solidFill>
              <a:srgbClr val="99A8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9" name="object 2229"/>
            <p:cNvSpPr/>
            <p:nvPr/>
          </p:nvSpPr>
          <p:spPr>
            <a:xfrm>
              <a:off x="6976110" y="4913630"/>
              <a:ext cx="3810" cy="242570"/>
            </a:xfrm>
            <a:custGeom>
              <a:avLst/>
              <a:gdLst/>
              <a:ahLst/>
              <a:cxnLst/>
              <a:rect l="l" t="t" r="r" b="b"/>
              <a:pathLst>
                <a:path w="3809" h="242570">
                  <a:moveTo>
                    <a:pt x="3810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8772"/>
                  </a:lnTo>
                  <a:close/>
                </a:path>
                <a:path w="3809" h="242570">
                  <a:moveTo>
                    <a:pt x="3810" y="232422"/>
                  </a:moveTo>
                  <a:lnTo>
                    <a:pt x="0" y="23242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2422"/>
                  </a:lnTo>
                  <a:close/>
                </a:path>
                <a:path w="3809" h="242570">
                  <a:moveTo>
                    <a:pt x="381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6072"/>
                  </a:lnTo>
                  <a:close/>
                </a:path>
                <a:path w="3809" h="242570">
                  <a:moveTo>
                    <a:pt x="3810" y="218452"/>
                  </a:moveTo>
                  <a:lnTo>
                    <a:pt x="0" y="21845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18452"/>
                  </a:lnTo>
                  <a:close/>
                </a:path>
                <a:path w="3809" h="242570">
                  <a:moveTo>
                    <a:pt x="3810" y="21602"/>
                  </a:moveTo>
                  <a:lnTo>
                    <a:pt x="0" y="21602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602"/>
                  </a:lnTo>
                  <a:close/>
                </a:path>
                <a:path w="3809" h="242570">
                  <a:moveTo>
                    <a:pt x="3810" y="16522"/>
                  </a:moveTo>
                  <a:lnTo>
                    <a:pt x="0" y="1652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6522"/>
                  </a:lnTo>
                  <a:close/>
                </a:path>
                <a:path w="3809" h="242570">
                  <a:moveTo>
                    <a:pt x="381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72"/>
                  </a:lnTo>
                  <a:close/>
                </a:path>
                <a:path w="3809" h="242570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09" h="242570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CA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0" name="object 2230"/>
            <p:cNvSpPr/>
            <p:nvPr/>
          </p:nvSpPr>
          <p:spPr>
            <a:xfrm>
              <a:off x="6979920" y="4913630"/>
              <a:ext cx="2540" cy="242570"/>
            </a:xfrm>
            <a:custGeom>
              <a:avLst/>
              <a:gdLst/>
              <a:ahLst/>
              <a:cxnLst/>
              <a:rect l="l" t="t" r="r" b="b"/>
              <a:pathLst>
                <a:path w="2540" h="242570">
                  <a:moveTo>
                    <a:pt x="127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39" y="3810"/>
                  </a:lnTo>
                  <a:lnTo>
                    <a:pt x="2539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2540" h="242570">
                  <a:moveTo>
                    <a:pt x="253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2539" y="10160"/>
                  </a:lnTo>
                  <a:lnTo>
                    <a:pt x="2539" y="3810"/>
                  </a:lnTo>
                  <a:close/>
                </a:path>
                <a:path w="2540" h="242570">
                  <a:moveTo>
                    <a:pt x="253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2539" y="16510"/>
                  </a:lnTo>
                  <a:lnTo>
                    <a:pt x="2539" y="10160"/>
                  </a:lnTo>
                  <a:close/>
                </a:path>
                <a:path w="2540" h="242570">
                  <a:moveTo>
                    <a:pt x="2539" y="16510"/>
                  </a:moveTo>
                  <a:lnTo>
                    <a:pt x="0" y="16510"/>
                  </a:lnTo>
                  <a:lnTo>
                    <a:pt x="0" y="21590"/>
                  </a:lnTo>
                  <a:lnTo>
                    <a:pt x="2539" y="21590"/>
                  </a:lnTo>
                  <a:lnTo>
                    <a:pt x="2539" y="16510"/>
                  </a:lnTo>
                  <a:close/>
                </a:path>
                <a:path w="2540" h="242570">
                  <a:moveTo>
                    <a:pt x="2539" y="21590"/>
                  </a:moveTo>
                  <a:lnTo>
                    <a:pt x="0" y="21590"/>
                  </a:lnTo>
                  <a:lnTo>
                    <a:pt x="0" y="218440"/>
                  </a:lnTo>
                  <a:lnTo>
                    <a:pt x="2539" y="218440"/>
                  </a:lnTo>
                  <a:lnTo>
                    <a:pt x="2539" y="21590"/>
                  </a:lnTo>
                  <a:close/>
                </a:path>
                <a:path w="2540" h="242570">
                  <a:moveTo>
                    <a:pt x="2539" y="218440"/>
                  </a:moveTo>
                  <a:lnTo>
                    <a:pt x="0" y="218440"/>
                  </a:lnTo>
                  <a:lnTo>
                    <a:pt x="0" y="226060"/>
                  </a:lnTo>
                  <a:lnTo>
                    <a:pt x="2539" y="226060"/>
                  </a:lnTo>
                  <a:lnTo>
                    <a:pt x="2539" y="218440"/>
                  </a:lnTo>
                  <a:close/>
                </a:path>
                <a:path w="2540" h="242570">
                  <a:moveTo>
                    <a:pt x="2539" y="226060"/>
                  </a:moveTo>
                  <a:lnTo>
                    <a:pt x="0" y="226060"/>
                  </a:lnTo>
                  <a:lnTo>
                    <a:pt x="0" y="232410"/>
                  </a:lnTo>
                  <a:lnTo>
                    <a:pt x="2539" y="232410"/>
                  </a:lnTo>
                  <a:lnTo>
                    <a:pt x="2539" y="226060"/>
                  </a:lnTo>
                  <a:close/>
                </a:path>
                <a:path w="2540" h="242570">
                  <a:moveTo>
                    <a:pt x="2539" y="232410"/>
                  </a:moveTo>
                  <a:lnTo>
                    <a:pt x="0" y="232410"/>
                  </a:lnTo>
                  <a:lnTo>
                    <a:pt x="0" y="238760"/>
                  </a:lnTo>
                  <a:lnTo>
                    <a:pt x="2539" y="238760"/>
                  </a:lnTo>
                  <a:lnTo>
                    <a:pt x="2539" y="232410"/>
                  </a:lnTo>
                  <a:close/>
                </a:path>
                <a:path w="2540" h="242570">
                  <a:moveTo>
                    <a:pt x="2539" y="238760"/>
                  </a:moveTo>
                  <a:lnTo>
                    <a:pt x="0" y="238760"/>
                  </a:lnTo>
                  <a:lnTo>
                    <a:pt x="0" y="242570"/>
                  </a:lnTo>
                  <a:lnTo>
                    <a:pt x="1270" y="242570"/>
                  </a:lnTo>
                  <a:lnTo>
                    <a:pt x="1270" y="241300"/>
                  </a:lnTo>
                  <a:lnTo>
                    <a:pt x="2539" y="241300"/>
                  </a:lnTo>
                  <a:lnTo>
                    <a:pt x="2539" y="238760"/>
                  </a:lnTo>
                  <a:close/>
                </a:path>
              </a:pathLst>
            </a:custGeom>
            <a:solidFill>
              <a:srgbClr val="9FA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1" name="object 2231"/>
            <p:cNvSpPr/>
            <p:nvPr/>
          </p:nvSpPr>
          <p:spPr>
            <a:xfrm>
              <a:off x="6982460" y="4914900"/>
              <a:ext cx="3810" cy="240029"/>
            </a:xfrm>
            <a:custGeom>
              <a:avLst/>
              <a:gdLst/>
              <a:ahLst/>
              <a:cxnLst/>
              <a:rect l="l" t="t" r="r" b="b"/>
              <a:pathLst>
                <a:path w="3809" h="240029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09" h="240029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09" h="240029">
                  <a:moveTo>
                    <a:pt x="381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8890"/>
                  </a:lnTo>
                  <a:close/>
                </a:path>
                <a:path w="3809" h="240029">
                  <a:moveTo>
                    <a:pt x="3810" y="15240"/>
                  </a:moveTo>
                  <a:lnTo>
                    <a:pt x="0" y="15240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5240"/>
                  </a:lnTo>
                  <a:close/>
                </a:path>
                <a:path w="3809" h="240029">
                  <a:moveTo>
                    <a:pt x="3810" y="20320"/>
                  </a:moveTo>
                  <a:lnTo>
                    <a:pt x="0" y="20320"/>
                  </a:lnTo>
                  <a:lnTo>
                    <a:pt x="0" y="217169"/>
                  </a:lnTo>
                  <a:lnTo>
                    <a:pt x="3810" y="217169"/>
                  </a:lnTo>
                  <a:lnTo>
                    <a:pt x="3810" y="20320"/>
                  </a:lnTo>
                  <a:close/>
                </a:path>
                <a:path w="3809" h="240029">
                  <a:moveTo>
                    <a:pt x="3810" y="217170"/>
                  </a:moveTo>
                  <a:lnTo>
                    <a:pt x="0" y="217170"/>
                  </a:lnTo>
                  <a:lnTo>
                    <a:pt x="0" y="224789"/>
                  </a:lnTo>
                  <a:lnTo>
                    <a:pt x="3810" y="224789"/>
                  </a:lnTo>
                  <a:lnTo>
                    <a:pt x="3810" y="217170"/>
                  </a:lnTo>
                  <a:close/>
                </a:path>
                <a:path w="3809" h="240029">
                  <a:moveTo>
                    <a:pt x="3810" y="224790"/>
                  </a:moveTo>
                  <a:lnTo>
                    <a:pt x="0" y="224790"/>
                  </a:lnTo>
                  <a:lnTo>
                    <a:pt x="0" y="231139"/>
                  </a:lnTo>
                  <a:lnTo>
                    <a:pt x="3810" y="231139"/>
                  </a:lnTo>
                  <a:lnTo>
                    <a:pt x="3810" y="224790"/>
                  </a:lnTo>
                  <a:close/>
                </a:path>
                <a:path w="3809" h="240029">
                  <a:moveTo>
                    <a:pt x="3810" y="231140"/>
                  </a:moveTo>
                  <a:lnTo>
                    <a:pt x="0" y="231140"/>
                  </a:lnTo>
                  <a:lnTo>
                    <a:pt x="0" y="237489"/>
                  </a:lnTo>
                  <a:lnTo>
                    <a:pt x="3810" y="237489"/>
                  </a:lnTo>
                  <a:lnTo>
                    <a:pt x="3810" y="231140"/>
                  </a:lnTo>
                  <a:close/>
                </a:path>
                <a:path w="3809" h="240029">
                  <a:moveTo>
                    <a:pt x="3810" y="237490"/>
                  </a:moveTo>
                  <a:lnTo>
                    <a:pt x="0" y="237490"/>
                  </a:lnTo>
                  <a:lnTo>
                    <a:pt x="0" y="240030"/>
                  </a:lnTo>
                  <a:lnTo>
                    <a:pt x="2540" y="240030"/>
                  </a:lnTo>
                  <a:lnTo>
                    <a:pt x="2540" y="238760"/>
                  </a:lnTo>
                  <a:lnTo>
                    <a:pt x="3810" y="238760"/>
                  </a:lnTo>
                  <a:lnTo>
                    <a:pt x="3810" y="237490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2" name="object 2232"/>
            <p:cNvSpPr/>
            <p:nvPr/>
          </p:nvSpPr>
          <p:spPr>
            <a:xfrm>
              <a:off x="6986270" y="4914900"/>
              <a:ext cx="3810" cy="238760"/>
            </a:xfrm>
            <a:custGeom>
              <a:avLst/>
              <a:gdLst/>
              <a:ahLst/>
              <a:cxnLst/>
              <a:rect l="l" t="t" r="r" b="b"/>
              <a:pathLst>
                <a:path w="3809" h="238760">
                  <a:moveTo>
                    <a:pt x="3810" y="237502"/>
                  </a:moveTo>
                  <a:lnTo>
                    <a:pt x="0" y="23750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7502"/>
                  </a:lnTo>
                  <a:close/>
                </a:path>
                <a:path w="3809" h="238760">
                  <a:moveTo>
                    <a:pt x="3810" y="231152"/>
                  </a:moveTo>
                  <a:lnTo>
                    <a:pt x="0" y="23115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1152"/>
                  </a:lnTo>
                  <a:close/>
                </a:path>
                <a:path w="3809" h="238760">
                  <a:moveTo>
                    <a:pt x="3810" y="224802"/>
                  </a:moveTo>
                  <a:lnTo>
                    <a:pt x="0" y="22480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4802"/>
                  </a:lnTo>
                  <a:close/>
                </a:path>
                <a:path w="3809" h="238760">
                  <a:moveTo>
                    <a:pt x="3810" y="217182"/>
                  </a:moveTo>
                  <a:lnTo>
                    <a:pt x="0" y="21718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17182"/>
                  </a:lnTo>
                  <a:close/>
                </a:path>
                <a:path w="3809" h="238760">
                  <a:moveTo>
                    <a:pt x="3810" y="20332"/>
                  </a:moveTo>
                  <a:lnTo>
                    <a:pt x="0" y="2033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20332"/>
                  </a:lnTo>
                  <a:close/>
                </a:path>
                <a:path w="3809" h="238760">
                  <a:moveTo>
                    <a:pt x="3810" y="15252"/>
                  </a:moveTo>
                  <a:lnTo>
                    <a:pt x="0" y="1525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5252"/>
                  </a:lnTo>
                  <a:close/>
                </a:path>
                <a:path w="3809" h="238760">
                  <a:moveTo>
                    <a:pt x="381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8902"/>
                  </a:lnTo>
                  <a:close/>
                </a:path>
                <a:path w="3809" h="238760">
                  <a:moveTo>
                    <a:pt x="381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2552"/>
                  </a:lnTo>
                  <a:close/>
                </a:path>
                <a:path w="3809" h="23876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3" name="object 2233"/>
            <p:cNvSpPr/>
            <p:nvPr/>
          </p:nvSpPr>
          <p:spPr>
            <a:xfrm>
              <a:off x="6990080" y="4914900"/>
              <a:ext cx="3810" cy="238760"/>
            </a:xfrm>
            <a:custGeom>
              <a:avLst/>
              <a:gdLst/>
              <a:ahLst/>
              <a:cxnLst/>
              <a:rect l="l" t="t" r="r" b="b"/>
              <a:pathLst>
                <a:path w="3809" h="238760">
                  <a:moveTo>
                    <a:pt x="127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238760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09" h="238760">
                  <a:moveTo>
                    <a:pt x="381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8890"/>
                  </a:lnTo>
                  <a:close/>
                </a:path>
                <a:path w="3809" h="238760">
                  <a:moveTo>
                    <a:pt x="3810" y="15240"/>
                  </a:moveTo>
                  <a:lnTo>
                    <a:pt x="0" y="15240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5240"/>
                  </a:lnTo>
                  <a:close/>
                </a:path>
                <a:path w="3809" h="238760">
                  <a:moveTo>
                    <a:pt x="3810" y="20320"/>
                  </a:moveTo>
                  <a:lnTo>
                    <a:pt x="0" y="20320"/>
                  </a:lnTo>
                  <a:lnTo>
                    <a:pt x="0" y="217169"/>
                  </a:lnTo>
                  <a:lnTo>
                    <a:pt x="3810" y="217169"/>
                  </a:lnTo>
                  <a:lnTo>
                    <a:pt x="3810" y="20320"/>
                  </a:lnTo>
                  <a:close/>
                </a:path>
                <a:path w="3809" h="238760">
                  <a:moveTo>
                    <a:pt x="3810" y="217170"/>
                  </a:moveTo>
                  <a:lnTo>
                    <a:pt x="0" y="217170"/>
                  </a:lnTo>
                  <a:lnTo>
                    <a:pt x="0" y="224789"/>
                  </a:lnTo>
                  <a:lnTo>
                    <a:pt x="3810" y="224789"/>
                  </a:lnTo>
                  <a:lnTo>
                    <a:pt x="3810" y="217170"/>
                  </a:lnTo>
                  <a:close/>
                </a:path>
                <a:path w="3809" h="238760">
                  <a:moveTo>
                    <a:pt x="3810" y="224790"/>
                  </a:moveTo>
                  <a:lnTo>
                    <a:pt x="0" y="224790"/>
                  </a:lnTo>
                  <a:lnTo>
                    <a:pt x="0" y="231139"/>
                  </a:lnTo>
                  <a:lnTo>
                    <a:pt x="3810" y="231139"/>
                  </a:lnTo>
                  <a:lnTo>
                    <a:pt x="3810" y="224790"/>
                  </a:lnTo>
                  <a:close/>
                </a:path>
                <a:path w="3809" h="238760">
                  <a:moveTo>
                    <a:pt x="3810" y="231140"/>
                  </a:moveTo>
                  <a:lnTo>
                    <a:pt x="0" y="231140"/>
                  </a:lnTo>
                  <a:lnTo>
                    <a:pt x="0" y="237489"/>
                  </a:lnTo>
                  <a:lnTo>
                    <a:pt x="3810" y="237489"/>
                  </a:lnTo>
                  <a:lnTo>
                    <a:pt x="3810" y="231140"/>
                  </a:lnTo>
                  <a:close/>
                </a:path>
                <a:path w="3809" h="238760">
                  <a:moveTo>
                    <a:pt x="2539" y="237490"/>
                  </a:moveTo>
                  <a:lnTo>
                    <a:pt x="0" y="237490"/>
                  </a:lnTo>
                  <a:lnTo>
                    <a:pt x="0" y="238760"/>
                  </a:lnTo>
                  <a:lnTo>
                    <a:pt x="2539" y="238760"/>
                  </a:lnTo>
                  <a:lnTo>
                    <a:pt x="2539" y="237490"/>
                  </a:lnTo>
                  <a:close/>
                </a:path>
              </a:pathLst>
            </a:custGeom>
            <a:solidFill>
              <a:srgbClr val="A7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4" name="object 2234"/>
            <p:cNvSpPr/>
            <p:nvPr/>
          </p:nvSpPr>
          <p:spPr>
            <a:xfrm>
              <a:off x="6993890" y="4916169"/>
              <a:ext cx="3810" cy="236220"/>
            </a:xfrm>
            <a:custGeom>
              <a:avLst/>
              <a:gdLst/>
              <a:ahLst/>
              <a:cxnLst/>
              <a:rect l="l" t="t" r="r" b="b"/>
              <a:pathLst>
                <a:path w="3809" h="236220">
                  <a:moveTo>
                    <a:pt x="3810" y="229882"/>
                  </a:moveTo>
                  <a:lnTo>
                    <a:pt x="0" y="22988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29882"/>
                  </a:lnTo>
                  <a:close/>
                </a:path>
                <a:path w="3809" h="236220">
                  <a:moveTo>
                    <a:pt x="3810" y="223532"/>
                  </a:moveTo>
                  <a:lnTo>
                    <a:pt x="0" y="22353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3532"/>
                  </a:lnTo>
                  <a:close/>
                </a:path>
                <a:path w="3809" h="236220">
                  <a:moveTo>
                    <a:pt x="3810" y="215912"/>
                  </a:moveTo>
                  <a:lnTo>
                    <a:pt x="0" y="21591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5912"/>
                  </a:lnTo>
                  <a:close/>
                </a:path>
                <a:path w="3809" h="236220">
                  <a:moveTo>
                    <a:pt x="3810" y="19062"/>
                  </a:moveTo>
                  <a:lnTo>
                    <a:pt x="0" y="19062"/>
                  </a:lnTo>
                  <a:lnTo>
                    <a:pt x="0" y="215900"/>
                  </a:lnTo>
                  <a:lnTo>
                    <a:pt x="3810" y="215900"/>
                  </a:lnTo>
                  <a:lnTo>
                    <a:pt x="3810" y="19062"/>
                  </a:lnTo>
                  <a:close/>
                </a:path>
                <a:path w="3809" h="236220">
                  <a:moveTo>
                    <a:pt x="3810" y="13982"/>
                  </a:moveTo>
                  <a:lnTo>
                    <a:pt x="0" y="13982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3982"/>
                  </a:lnTo>
                  <a:close/>
                </a:path>
                <a:path w="3809" h="23622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3622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3622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5" name="object 2235"/>
            <p:cNvSpPr/>
            <p:nvPr/>
          </p:nvSpPr>
          <p:spPr>
            <a:xfrm>
              <a:off x="6997700" y="4916169"/>
              <a:ext cx="3810" cy="236220"/>
            </a:xfrm>
            <a:custGeom>
              <a:avLst/>
              <a:gdLst/>
              <a:ahLst/>
              <a:cxnLst/>
              <a:rect l="l" t="t" r="r" b="b"/>
              <a:pathLst>
                <a:path w="3809" h="236220">
                  <a:moveTo>
                    <a:pt x="1257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57" y="1270"/>
                  </a:lnTo>
                  <a:lnTo>
                    <a:pt x="1257" y="0"/>
                  </a:lnTo>
                  <a:close/>
                </a:path>
                <a:path w="3809" h="236220">
                  <a:moveTo>
                    <a:pt x="3810" y="229882"/>
                  </a:moveTo>
                  <a:lnTo>
                    <a:pt x="0" y="22988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29882"/>
                  </a:lnTo>
                  <a:close/>
                </a:path>
                <a:path w="3809" h="236220">
                  <a:moveTo>
                    <a:pt x="3810" y="223532"/>
                  </a:moveTo>
                  <a:lnTo>
                    <a:pt x="0" y="22353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3532"/>
                  </a:lnTo>
                  <a:close/>
                </a:path>
                <a:path w="3809" h="236220">
                  <a:moveTo>
                    <a:pt x="3810" y="215912"/>
                  </a:moveTo>
                  <a:lnTo>
                    <a:pt x="0" y="21591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5912"/>
                  </a:lnTo>
                  <a:close/>
                </a:path>
                <a:path w="3809" h="236220">
                  <a:moveTo>
                    <a:pt x="3810" y="19062"/>
                  </a:moveTo>
                  <a:lnTo>
                    <a:pt x="0" y="19062"/>
                  </a:lnTo>
                  <a:lnTo>
                    <a:pt x="0" y="215900"/>
                  </a:lnTo>
                  <a:lnTo>
                    <a:pt x="3810" y="215900"/>
                  </a:lnTo>
                  <a:lnTo>
                    <a:pt x="3810" y="19062"/>
                  </a:lnTo>
                  <a:close/>
                </a:path>
                <a:path w="3809" h="236220">
                  <a:moveTo>
                    <a:pt x="3810" y="13982"/>
                  </a:moveTo>
                  <a:lnTo>
                    <a:pt x="0" y="13982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3982"/>
                  </a:lnTo>
                  <a:close/>
                </a:path>
                <a:path w="3809" h="23622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3622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6" name="object 2236"/>
            <p:cNvSpPr/>
            <p:nvPr/>
          </p:nvSpPr>
          <p:spPr>
            <a:xfrm>
              <a:off x="7001510" y="4917439"/>
              <a:ext cx="3810" cy="234950"/>
            </a:xfrm>
            <a:custGeom>
              <a:avLst/>
              <a:gdLst/>
              <a:ahLst/>
              <a:cxnLst/>
              <a:rect l="l" t="t" r="r" b="b"/>
              <a:pathLst>
                <a:path w="3809" h="234950">
                  <a:moveTo>
                    <a:pt x="127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234950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09" h="234950">
                  <a:moveTo>
                    <a:pt x="3810" y="12699"/>
                  </a:moveTo>
                  <a:lnTo>
                    <a:pt x="0" y="12699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2699"/>
                  </a:lnTo>
                  <a:close/>
                </a:path>
                <a:path w="3809" h="234950">
                  <a:moveTo>
                    <a:pt x="3810" y="17779"/>
                  </a:moveTo>
                  <a:lnTo>
                    <a:pt x="0" y="17779"/>
                  </a:lnTo>
                  <a:lnTo>
                    <a:pt x="0" y="214629"/>
                  </a:lnTo>
                  <a:lnTo>
                    <a:pt x="3810" y="214629"/>
                  </a:lnTo>
                  <a:lnTo>
                    <a:pt x="3810" y="17779"/>
                  </a:lnTo>
                  <a:close/>
                </a:path>
                <a:path w="3809" h="234950">
                  <a:moveTo>
                    <a:pt x="3810" y="214629"/>
                  </a:moveTo>
                  <a:lnTo>
                    <a:pt x="0" y="214629"/>
                  </a:lnTo>
                  <a:lnTo>
                    <a:pt x="0" y="222249"/>
                  </a:lnTo>
                  <a:lnTo>
                    <a:pt x="3810" y="222249"/>
                  </a:lnTo>
                  <a:lnTo>
                    <a:pt x="3810" y="214629"/>
                  </a:lnTo>
                  <a:close/>
                </a:path>
                <a:path w="3809" h="234950">
                  <a:moveTo>
                    <a:pt x="3810" y="222249"/>
                  </a:moveTo>
                  <a:lnTo>
                    <a:pt x="0" y="22224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2249"/>
                  </a:lnTo>
                  <a:close/>
                </a:path>
                <a:path w="3809" h="234950">
                  <a:moveTo>
                    <a:pt x="3810" y="228599"/>
                  </a:moveTo>
                  <a:lnTo>
                    <a:pt x="0" y="228599"/>
                  </a:lnTo>
                  <a:lnTo>
                    <a:pt x="0" y="234949"/>
                  </a:lnTo>
                  <a:lnTo>
                    <a:pt x="1270" y="234949"/>
                  </a:lnTo>
                  <a:lnTo>
                    <a:pt x="1270" y="233679"/>
                  </a:lnTo>
                  <a:lnTo>
                    <a:pt x="3810" y="233679"/>
                  </a:lnTo>
                  <a:lnTo>
                    <a:pt x="3810" y="228599"/>
                  </a:lnTo>
                  <a:close/>
                </a:path>
              </a:pathLst>
            </a:custGeom>
            <a:solidFill>
              <a:srgbClr val="AEBA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7" name="object 2237"/>
            <p:cNvSpPr/>
            <p:nvPr/>
          </p:nvSpPr>
          <p:spPr>
            <a:xfrm>
              <a:off x="7005320" y="4918709"/>
              <a:ext cx="2540" cy="232410"/>
            </a:xfrm>
            <a:custGeom>
              <a:avLst/>
              <a:gdLst/>
              <a:ahLst/>
              <a:cxnLst/>
              <a:rect l="l" t="t" r="r" b="b"/>
              <a:pathLst>
                <a:path w="2540" h="232410">
                  <a:moveTo>
                    <a:pt x="253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2539" y="5079"/>
                  </a:lnTo>
                  <a:lnTo>
                    <a:pt x="2539" y="0"/>
                  </a:lnTo>
                  <a:close/>
                </a:path>
                <a:path w="2540" h="232410">
                  <a:moveTo>
                    <a:pt x="253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2539" y="11429"/>
                  </a:lnTo>
                  <a:lnTo>
                    <a:pt x="2539" y="5080"/>
                  </a:lnTo>
                  <a:close/>
                </a:path>
                <a:path w="2540" h="232410">
                  <a:moveTo>
                    <a:pt x="2539" y="11430"/>
                  </a:moveTo>
                  <a:lnTo>
                    <a:pt x="0" y="11430"/>
                  </a:lnTo>
                  <a:lnTo>
                    <a:pt x="0" y="16509"/>
                  </a:lnTo>
                  <a:lnTo>
                    <a:pt x="2539" y="16509"/>
                  </a:lnTo>
                  <a:lnTo>
                    <a:pt x="2539" y="11430"/>
                  </a:lnTo>
                  <a:close/>
                </a:path>
                <a:path w="2540" h="232410">
                  <a:moveTo>
                    <a:pt x="2539" y="16510"/>
                  </a:moveTo>
                  <a:lnTo>
                    <a:pt x="0" y="16510"/>
                  </a:lnTo>
                  <a:lnTo>
                    <a:pt x="0" y="213359"/>
                  </a:lnTo>
                  <a:lnTo>
                    <a:pt x="2539" y="213359"/>
                  </a:lnTo>
                  <a:lnTo>
                    <a:pt x="2539" y="16510"/>
                  </a:lnTo>
                  <a:close/>
                </a:path>
                <a:path w="2540" h="232410">
                  <a:moveTo>
                    <a:pt x="2539" y="213360"/>
                  </a:moveTo>
                  <a:lnTo>
                    <a:pt x="0" y="213360"/>
                  </a:lnTo>
                  <a:lnTo>
                    <a:pt x="0" y="220979"/>
                  </a:lnTo>
                  <a:lnTo>
                    <a:pt x="2539" y="220979"/>
                  </a:lnTo>
                  <a:lnTo>
                    <a:pt x="2539" y="213360"/>
                  </a:lnTo>
                  <a:close/>
                </a:path>
                <a:path w="2540" h="232410">
                  <a:moveTo>
                    <a:pt x="2539" y="220980"/>
                  </a:moveTo>
                  <a:lnTo>
                    <a:pt x="0" y="220980"/>
                  </a:lnTo>
                  <a:lnTo>
                    <a:pt x="0" y="227329"/>
                  </a:lnTo>
                  <a:lnTo>
                    <a:pt x="2539" y="227329"/>
                  </a:lnTo>
                  <a:lnTo>
                    <a:pt x="2539" y="220980"/>
                  </a:lnTo>
                  <a:close/>
                </a:path>
                <a:path w="2540" h="232410">
                  <a:moveTo>
                    <a:pt x="2539" y="227330"/>
                  </a:moveTo>
                  <a:lnTo>
                    <a:pt x="0" y="227330"/>
                  </a:lnTo>
                  <a:lnTo>
                    <a:pt x="0" y="232409"/>
                  </a:lnTo>
                  <a:lnTo>
                    <a:pt x="1269" y="232409"/>
                  </a:lnTo>
                  <a:lnTo>
                    <a:pt x="1269" y="231139"/>
                  </a:lnTo>
                  <a:lnTo>
                    <a:pt x="2539" y="231139"/>
                  </a:lnTo>
                  <a:lnTo>
                    <a:pt x="2539" y="227330"/>
                  </a:lnTo>
                  <a:close/>
                </a:path>
              </a:pathLst>
            </a:custGeom>
            <a:solidFill>
              <a:srgbClr val="B1BD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8" name="object 2238"/>
            <p:cNvSpPr/>
            <p:nvPr/>
          </p:nvSpPr>
          <p:spPr>
            <a:xfrm>
              <a:off x="7007860" y="4918709"/>
              <a:ext cx="3810" cy="231140"/>
            </a:xfrm>
            <a:custGeom>
              <a:avLst/>
              <a:gdLst/>
              <a:ahLst/>
              <a:cxnLst/>
              <a:rect l="l" t="t" r="r" b="b"/>
              <a:pathLst>
                <a:path w="3809" h="231139">
                  <a:moveTo>
                    <a:pt x="127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231139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09" h="231139">
                  <a:moveTo>
                    <a:pt x="3810" y="11430"/>
                  </a:moveTo>
                  <a:lnTo>
                    <a:pt x="0" y="1143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1430"/>
                  </a:lnTo>
                  <a:close/>
                </a:path>
                <a:path w="3809" h="231139">
                  <a:moveTo>
                    <a:pt x="3810" y="16510"/>
                  </a:moveTo>
                  <a:lnTo>
                    <a:pt x="0" y="16510"/>
                  </a:lnTo>
                  <a:lnTo>
                    <a:pt x="0" y="213359"/>
                  </a:lnTo>
                  <a:lnTo>
                    <a:pt x="3810" y="213359"/>
                  </a:lnTo>
                  <a:lnTo>
                    <a:pt x="3810" y="16510"/>
                  </a:lnTo>
                  <a:close/>
                </a:path>
                <a:path w="3809" h="231139">
                  <a:moveTo>
                    <a:pt x="3810" y="213360"/>
                  </a:moveTo>
                  <a:lnTo>
                    <a:pt x="0" y="213360"/>
                  </a:lnTo>
                  <a:lnTo>
                    <a:pt x="0" y="220979"/>
                  </a:lnTo>
                  <a:lnTo>
                    <a:pt x="3810" y="220979"/>
                  </a:lnTo>
                  <a:lnTo>
                    <a:pt x="3810" y="213360"/>
                  </a:lnTo>
                  <a:close/>
                </a:path>
                <a:path w="3809" h="231139">
                  <a:moveTo>
                    <a:pt x="3810" y="220980"/>
                  </a:moveTo>
                  <a:lnTo>
                    <a:pt x="0" y="220980"/>
                  </a:lnTo>
                  <a:lnTo>
                    <a:pt x="0" y="227329"/>
                  </a:lnTo>
                  <a:lnTo>
                    <a:pt x="3810" y="227329"/>
                  </a:lnTo>
                  <a:lnTo>
                    <a:pt x="3810" y="220980"/>
                  </a:lnTo>
                  <a:close/>
                </a:path>
                <a:path w="3809" h="231139">
                  <a:moveTo>
                    <a:pt x="3810" y="227330"/>
                  </a:moveTo>
                  <a:lnTo>
                    <a:pt x="0" y="227330"/>
                  </a:lnTo>
                  <a:lnTo>
                    <a:pt x="0" y="231139"/>
                  </a:lnTo>
                  <a:lnTo>
                    <a:pt x="3810" y="231139"/>
                  </a:lnTo>
                  <a:lnTo>
                    <a:pt x="3810" y="227330"/>
                  </a:lnTo>
                  <a:close/>
                </a:path>
              </a:pathLst>
            </a:custGeom>
            <a:solidFill>
              <a:srgbClr val="B4BF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9" name="object 2239"/>
            <p:cNvSpPr/>
            <p:nvPr/>
          </p:nvSpPr>
          <p:spPr>
            <a:xfrm>
              <a:off x="7011670" y="4919980"/>
              <a:ext cx="3810" cy="228600"/>
            </a:xfrm>
            <a:custGeom>
              <a:avLst/>
              <a:gdLst/>
              <a:ahLst/>
              <a:cxnLst/>
              <a:rect l="l" t="t" r="r" b="b"/>
              <a:pathLst>
                <a:path w="3809" h="228600">
                  <a:moveTo>
                    <a:pt x="126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3809" h="228600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09" h="228600">
                  <a:moveTo>
                    <a:pt x="3809" y="10160"/>
                  </a:moveTo>
                  <a:lnTo>
                    <a:pt x="0" y="10160"/>
                  </a:lnTo>
                  <a:lnTo>
                    <a:pt x="0" y="15240"/>
                  </a:lnTo>
                  <a:lnTo>
                    <a:pt x="3809" y="15240"/>
                  </a:lnTo>
                  <a:lnTo>
                    <a:pt x="3809" y="10160"/>
                  </a:lnTo>
                  <a:close/>
                </a:path>
                <a:path w="3809" h="228600">
                  <a:moveTo>
                    <a:pt x="3809" y="15240"/>
                  </a:moveTo>
                  <a:lnTo>
                    <a:pt x="0" y="15240"/>
                  </a:lnTo>
                  <a:lnTo>
                    <a:pt x="0" y="212090"/>
                  </a:lnTo>
                  <a:lnTo>
                    <a:pt x="3809" y="212090"/>
                  </a:lnTo>
                  <a:lnTo>
                    <a:pt x="3809" y="15240"/>
                  </a:lnTo>
                  <a:close/>
                </a:path>
                <a:path w="3809" h="228600">
                  <a:moveTo>
                    <a:pt x="3809" y="212090"/>
                  </a:moveTo>
                  <a:lnTo>
                    <a:pt x="0" y="212090"/>
                  </a:lnTo>
                  <a:lnTo>
                    <a:pt x="0" y="219710"/>
                  </a:lnTo>
                  <a:lnTo>
                    <a:pt x="3809" y="219710"/>
                  </a:lnTo>
                  <a:lnTo>
                    <a:pt x="3809" y="212090"/>
                  </a:lnTo>
                  <a:close/>
                </a:path>
                <a:path w="3809" h="228600">
                  <a:moveTo>
                    <a:pt x="3809" y="219710"/>
                  </a:moveTo>
                  <a:lnTo>
                    <a:pt x="0" y="219710"/>
                  </a:lnTo>
                  <a:lnTo>
                    <a:pt x="0" y="226060"/>
                  </a:lnTo>
                  <a:lnTo>
                    <a:pt x="3809" y="226060"/>
                  </a:lnTo>
                  <a:lnTo>
                    <a:pt x="3809" y="219710"/>
                  </a:lnTo>
                  <a:close/>
                </a:path>
                <a:path w="3809" h="228600">
                  <a:moveTo>
                    <a:pt x="3809" y="226060"/>
                  </a:moveTo>
                  <a:lnTo>
                    <a:pt x="0" y="226060"/>
                  </a:lnTo>
                  <a:lnTo>
                    <a:pt x="0" y="228600"/>
                  </a:lnTo>
                  <a:lnTo>
                    <a:pt x="3809" y="228600"/>
                  </a:lnTo>
                  <a:lnTo>
                    <a:pt x="3809" y="226060"/>
                  </a:lnTo>
                  <a:close/>
                </a:path>
              </a:pathLst>
            </a:custGeom>
            <a:solidFill>
              <a:srgbClr val="B6C1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0" name="object 2240"/>
            <p:cNvSpPr/>
            <p:nvPr/>
          </p:nvSpPr>
          <p:spPr>
            <a:xfrm>
              <a:off x="7015480" y="4921250"/>
              <a:ext cx="3810" cy="227329"/>
            </a:xfrm>
            <a:custGeom>
              <a:avLst/>
              <a:gdLst/>
              <a:ahLst/>
              <a:cxnLst/>
              <a:rect l="l" t="t" r="r" b="b"/>
              <a:pathLst>
                <a:path w="3809" h="227329">
                  <a:moveTo>
                    <a:pt x="254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09" h="227329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09" h="227329">
                  <a:moveTo>
                    <a:pt x="3810" y="8890"/>
                  </a:moveTo>
                  <a:lnTo>
                    <a:pt x="0" y="8890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8890"/>
                  </a:lnTo>
                  <a:close/>
                </a:path>
                <a:path w="3809" h="227329">
                  <a:moveTo>
                    <a:pt x="3810" y="13970"/>
                  </a:moveTo>
                  <a:lnTo>
                    <a:pt x="0" y="13970"/>
                  </a:lnTo>
                  <a:lnTo>
                    <a:pt x="0" y="210819"/>
                  </a:lnTo>
                  <a:lnTo>
                    <a:pt x="3810" y="210819"/>
                  </a:lnTo>
                  <a:lnTo>
                    <a:pt x="3810" y="13970"/>
                  </a:lnTo>
                  <a:close/>
                </a:path>
                <a:path w="3809" h="227329">
                  <a:moveTo>
                    <a:pt x="3810" y="210820"/>
                  </a:moveTo>
                  <a:lnTo>
                    <a:pt x="0" y="210820"/>
                  </a:lnTo>
                  <a:lnTo>
                    <a:pt x="0" y="218439"/>
                  </a:lnTo>
                  <a:lnTo>
                    <a:pt x="3810" y="218439"/>
                  </a:lnTo>
                  <a:lnTo>
                    <a:pt x="3810" y="210820"/>
                  </a:lnTo>
                  <a:close/>
                </a:path>
                <a:path w="3809" h="227329">
                  <a:moveTo>
                    <a:pt x="3810" y="218440"/>
                  </a:moveTo>
                  <a:lnTo>
                    <a:pt x="0" y="218440"/>
                  </a:lnTo>
                  <a:lnTo>
                    <a:pt x="0" y="224789"/>
                  </a:lnTo>
                  <a:lnTo>
                    <a:pt x="3810" y="224789"/>
                  </a:lnTo>
                  <a:lnTo>
                    <a:pt x="3810" y="218440"/>
                  </a:lnTo>
                  <a:close/>
                </a:path>
                <a:path w="3809" h="227329">
                  <a:moveTo>
                    <a:pt x="3810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790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1" name="object 2241"/>
            <p:cNvSpPr/>
            <p:nvPr/>
          </p:nvSpPr>
          <p:spPr>
            <a:xfrm>
              <a:off x="7019290" y="4922520"/>
              <a:ext cx="3810" cy="226060"/>
            </a:xfrm>
            <a:custGeom>
              <a:avLst/>
              <a:gdLst/>
              <a:ahLst/>
              <a:cxnLst/>
              <a:rect l="l" t="t" r="r" b="b"/>
              <a:pathLst>
                <a:path w="3809" h="226060">
                  <a:moveTo>
                    <a:pt x="127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226060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09" h="226060">
                  <a:moveTo>
                    <a:pt x="3809" y="7619"/>
                  </a:moveTo>
                  <a:lnTo>
                    <a:pt x="0" y="761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7619"/>
                  </a:lnTo>
                  <a:close/>
                </a:path>
                <a:path w="3809" h="226060">
                  <a:moveTo>
                    <a:pt x="3809" y="12700"/>
                  </a:moveTo>
                  <a:lnTo>
                    <a:pt x="0" y="12700"/>
                  </a:lnTo>
                  <a:lnTo>
                    <a:pt x="0" y="209549"/>
                  </a:lnTo>
                  <a:lnTo>
                    <a:pt x="3809" y="209549"/>
                  </a:lnTo>
                  <a:lnTo>
                    <a:pt x="3809" y="12700"/>
                  </a:lnTo>
                  <a:close/>
                </a:path>
                <a:path w="3809" h="226060">
                  <a:moveTo>
                    <a:pt x="3809" y="209550"/>
                  </a:moveTo>
                  <a:lnTo>
                    <a:pt x="0" y="209550"/>
                  </a:lnTo>
                  <a:lnTo>
                    <a:pt x="0" y="217169"/>
                  </a:lnTo>
                  <a:lnTo>
                    <a:pt x="3809" y="217169"/>
                  </a:lnTo>
                  <a:lnTo>
                    <a:pt x="3809" y="209550"/>
                  </a:lnTo>
                  <a:close/>
                </a:path>
                <a:path w="3809" h="226060">
                  <a:moveTo>
                    <a:pt x="3809" y="217169"/>
                  </a:moveTo>
                  <a:lnTo>
                    <a:pt x="0" y="217169"/>
                  </a:lnTo>
                  <a:lnTo>
                    <a:pt x="0" y="223519"/>
                  </a:lnTo>
                  <a:lnTo>
                    <a:pt x="3809" y="223519"/>
                  </a:lnTo>
                  <a:lnTo>
                    <a:pt x="3809" y="217169"/>
                  </a:lnTo>
                  <a:close/>
                </a:path>
                <a:path w="3809" h="226060">
                  <a:moveTo>
                    <a:pt x="3809" y="223519"/>
                  </a:moveTo>
                  <a:lnTo>
                    <a:pt x="0" y="223519"/>
                  </a:lnTo>
                  <a:lnTo>
                    <a:pt x="0" y="226059"/>
                  </a:lnTo>
                  <a:lnTo>
                    <a:pt x="1270" y="226059"/>
                  </a:lnTo>
                  <a:lnTo>
                    <a:pt x="1270" y="224789"/>
                  </a:lnTo>
                  <a:lnTo>
                    <a:pt x="3809" y="224789"/>
                  </a:lnTo>
                  <a:lnTo>
                    <a:pt x="3809" y="223519"/>
                  </a:lnTo>
                  <a:close/>
                </a:path>
              </a:pathLst>
            </a:custGeom>
            <a:solidFill>
              <a:srgbClr val="BC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2" name="object 2242"/>
            <p:cNvSpPr/>
            <p:nvPr/>
          </p:nvSpPr>
          <p:spPr>
            <a:xfrm>
              <a:off x="7023100" y="4923789"/>
              <a:ext cx="3810" cy="222250"/>
            </a:xfrm>
            <a:custGeom>
              <a:avLst/>
              <a:gdLst/>
              <a:ahLst/>
              <a:cxnLst/>
              <a:rect l="l" t="t" r="r" b="b"/>
              <a:pathLst>
                <a:path w="3809" h="222250">
                  <a:moveTo>
                    <a:pt x="127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222250">
                  <a:moveTo>
                    <a:pt x="3809" y="6349"/>
                  </a:moveTo>
                  <a:lnTo>
                    <a:pt x="0" y="6349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6349"/>
                  </a:lnTo>
                  <a:close/>
                </a:path>
                <a:path w="3809" h="222250">
                  <a:moveTo>
                    <a:pt x="3809" y="11429"/>
                  </a:moveTo>
                  <a:lnTo>
                    <a:pt x="0" y="11429"/>
                  </a:lnTo>
                  <a:lnTo>
                    <a:pt x="0" y="208279"/>
                  </a:lnTo>
                  <a:lnTo>
                    <a:pt x="3809" y="208279"/>
                  </a:lnTo>
                  <a:lnTo>
                    <a:pt x="3809" y="11429"/>
                  </a:lnTo>
                  <a:close/>
                </a:path>
                <a:path w="3809" h="222250">
                  <a:moveTo>
                    <a:pt x="3809" y="208279"/>
                  </a:moveTo>
                  <a:lnTo>
                    <a:pt x="0" y="208279"/>
                  </a:lnTo>
                  <a:lnTo>
                    <a:pt x="0" y="215899"/>
                  </a:lnTo>
                  <a:lnTo>
                    <a:pt x="3809" y="215899"/>
                  </a:lnTo>
                  <a:lnTo>
                    <a:pt x="3809" y="208279"/>
                  </a:lnTo>
                  <a:close/>
                </a:path>
                <a:path w="3809" h="222250">
                  <a:moveTo>
                    <a:pt x="3809" y="215899"/>
                  </a:moveTo>
                  <a:lnTo>
                    <a:pt x="0" y="215899"/>
                  </a:lnTo>
                  <a:lnTo>
                    <a:pt x="0" y="222249"/>
                  </a:lnTo>
                  <a:lnTo>
                    <a:pt x="3809" y="222249"/>
                  </a:lnTo>
                  <a:lnTo>
                    <a:pt x="3809" y="215899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3" name="object 2243"/>
            <p:cNvSpPr/>
            <p:nvPr/>
          </p:nvSpPr>
          <p:spPr>
            <a:xfrm>
              <a:off x="7026910" y="4926330"/>
              <a:ext cx="2540" cy="218440"/>
            </a:xfrm>
            <a:custGeom>
              <a:avLst/>
              <a:gdLst/>
              <a:ahLst/>
              <a:cxnLst/>
              <a:rect l="l" t="t" r="r" b="b"/>
              <a:pathLst>
                <a:path w="2540" h="218439">
                  <a:moveTo>
                    <a:pt x="254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40" y="3810"/>
                  </a:lnTo>
                  <a:lnTo>
                    <a:pt x="2540" y="0"/>
                  </a:lnTo>
                  <a:close/>
                </a:path>
                <a:path w="2540" h="218439">
                  <a:moveTo>
                    <a:pt x="2540" y="3810"/>
                  </a:moveTo>
                  <a:lnTo>
                    <a:pt x="0" y="3810"/>
                  </a:lnTo>
                  <a:lnTo>
                    <a:pt x="0" y="8890"/>
                  </a:lnTo>
                  <a:lnTo>
                    <a:pt x="2540" y="8890"/>
                  </a:lnTo>
                  <a:lnTo>
                    <a:pt x="2540" y="3810"/>
                  </a:lnTo>
                  <a:close/>
                </a:path>
                <a:path w="2540" h="218439">
                  <a:moveTo>
                    <a:pt x="2540" y="8890"/>
                  </a:moveTo>
                  <a:lnTo>
                    <a:pt x="0" y="8890"/>
                  </a:lnTo>
                  <a:lnTo>
                    <a:pt x="0" y="205740"/>
                  </a:lnTo>
                  <a:lnTo>
                    <a:pt x="2540" y="205740"/>
                  </a:lnTo>
                  <a:lnTo>
                    <a:pt x="2540" y="8890"/>
                  </a:lnTo>
                  <a:close/>
                </a:path>
                <a:path w="2540" h="218439">
                  <a:moveTo>
                    <a:pt x="2540" y="205740"/>
                  </a:moveTo>
                  <a:lnTo>
                    <a:pt x="0" y="205740"/>
                  </a:lnTo>
                  <a:lnTo>
                    <a:pt x="0" y="213360"/>
                  </a:lnTo>
                  <a:lnTo>
                    <a:pt x="2540" y="213360"/>
                  </a:lnTo>
                  <a:lnTo>
                    <a:pt x="2540" y="205740"/>
                  </a:lnTo>
                  <a:close/>
                </a:path>
                <a:path w="2540" h="218439">
                  <a:moveTo>
                    <a:pt x="2540" y="213360"/>
                  </a:moveTo>
                  <a:lnTo>
                    <a:pt x="0" y="213360"/>
                  </a:lnTo>
                  <a:lnTo>
                    <a:pt x="0" y="218440"/>
                  </a:lnTo>
                  <a:lnTo>
                    <a:pt x="1270" y="218440"/>
                  </a:lnTo>
                  <a:lnTo>
                    <a:pt x="1270" y="217170"/>
                  </a:lnTo>
                  <a:lnTo>
                    <a:pt x="2540" y="217170"/>
                  </a:lnTo>
                  <a:lnTo>
                    <a:pt x="2540" y="213360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4" name="object 2244"/>
            <p:cNvSpPr/>
            <p:nvPr/>
          </p:nvSpPr>
          <p:spPr>
            <a:xfrm>
              <a:off x="7029450" y="4926330"/>
              <a:ext cx="3810" cy="217170"/>
            </a:xfrm>
            <a:custGeom>
              <a:avLst/>
              <a:gdLst/>
              <a:ahLst/>
              <a:cxnLst/>
              <a:rect l="l" t="t" r="r" b="b"/>
              <a:pathLst>
                <a:path w="3809" h="217170">
                  <a:moveTo>
                    <a:pt x="127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3809" h="217170">
                  <a:moveTo>
                    <a:pt x="3809" y="3810"/>
                  </a:moveTo>
                  <a:lnTo>
                    <a:pt x="0" y="3810"/>
                  </a:lnTo>
                  <a:lnTo>
                    <a:pt x="0" y="8890"/>
                  </a:lnTo>
                  <a:lnTo>
                    <a:pt x="3809" y="8890"/>
                  </a:lnTo>
                  <a:lnTo>
                    <a:pt x="3809" y="3810"/>
                  </a:lnTo>
                  <a:close/>
                </a:path>
                <a:path w="3809" h="217170">
                  <a:moveTo>
                    <a:pt x="3809" y="8890"/>
                  </a:moveTo>
                  <a:lnTo>
                    <a:pt x="0" y="8890"/>
                  </a:lnTo>
                  <a:lnTo>
                    <a:pt x="0" y="205740"/>
                  </a:lnTo>
                  <a:lnTo>
                    <a:pt x="3809" y="205740"/>
                  </a:lnTo>
                  <a:lnTo>
                    <a:pt x="3809" y="8890"/>
                  </a:lnTo>
                  <a:close/>
                </a:path>
                <a:path w="3809" h="217170">
                  <a:moveTo>
                    <a:pt x="3809" y="205740"/>
                  </a:moveTo>
                  <a:lnTo>
                    <a:pt x="0" y="205740"/>
                  </a:lnTo>
                  <a:lnTo>
                    <a:pt x="0" y="213360"/>
                  </a:lnTo>
                  <a:lnTo>
                    <a:pt x="3809" y="213360"/>
                  </a:lnTo>
                  <a:lnTo>
                    <a:pt x="3809" y="205740"/>
                  </a:lnTo>
                  <a:close/>
                </a:path>
                <a:path w="3809" h="217170">
                  <a:moveTo>
                    <a:pt x="3809" y="213360"/>
                  </a:moveTo>
                  <a:lnTo>
                    <a:pt x="0" y="213360"/>
                  </a:lnTo>
                  <a:lnTo>
                    <a:pt x="0" y="217170"/>
                  </a:lnTo>
                  <a:lnTo>
                    <a:pt x="1270" y="217170"/>
                  </a:lnTo>
                  <a:lnTo>
                    <a:pt x="1270" y="215900"/>
                  </a:lnTo>
                  <a:lnTo>
                    <a:pt x="3809" y="215900"/>
                  </a:lnTo>
                  <a:lnTo>
                    <a:pt x="3809" y="213360"/>
                  </a:lnTo>
                  <a:close/>
                </a:path>
              </a:pathLst>
            </a:custGeom>
            <a:solidFill>
              <a:srgbClr val="C4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5" name="object 2245"/>
            <p:cNvSpPr/>
            <p:nvPr/>
          </p:nvSpPr>
          <p:spPr>
            <a:xfrm>
              <a:off x="7033260" y="4928869"/>
              <a:ext cx="3810" cy="212090"/>
            </a:xfrm>
            <a:custGeom>
              <a:avLst/>
              <a:gdLst/>
              <a:ahLst/>
              <a:cxnLst/>
              <a:rect l="l" t="t" r="r" b="b"/>
              <a:pathLst>
                <a:path w="3809" h="212089">
                  <a:moveTo>
                    <a:pt x="1270" y="210832"/>
                  </a:moveTo>
                  <a:lnTo>
                    <a:pt x="0" y="210832"/>
                  </a:lnTo>
                  <a:lnTo>
                    <a:pt x="0" y="212090"/>
                  </a:lnTo>
                  <a:lnTo>
                    <a:pt x="1270" y="212090"/>
                  </a:lnTo>
                  <a:lnTo>
                    <a:pt x="1270" y="210832"/>
                  </a:lnTo>
                  <a:close/>
                </a:path>
                <a:path w="3809" h="212089">
                  <a:moveTo>
                    <a:pt x="3810" y="203212"/>
                  </a:moveTo>
                  <a:lnTo>
                    <a:pt x="0" y="203212"/>
                  </a:lnTo>
                  <a:lnTo>
                    <a:pt x="0" y="210820"/>
                  </a:lnTo>
                  <a:lnTo>
                    <a:pt x="3810" y="210820"/>
                  </a:lnTo>
                  <a:lnTo>
                    <a:pt x="3810" y="203212"/>
                  </a:lnTo>
                  <a:close/>
                </a:path>
                <a:path w="3809" h="212089">
                  <a:moveTo>
                    <a:pt x="3810" y="6362"/>
                  </a:moveTo>
                  <a:lnTo>
                    <a:pt x="0" y="6362"/>
                  </a:lnTo>
                  <a:lnTo>
                    <a:pt x="0" y="203200"/>
                  </a:lnTo>
                  <a:lnTo>
                    <a:pt x="3810" y="203200"/>
                  </a:lnTo>
                  <a:lnTo>
                    <a:pt x="3810" y="6362"/>
                  </a:lnTo>
                  <a:close/>
                </a:path>
                <a:path w="3809" h="212089">
                  <a:moveTo>
                    <a:pt x="3810" y="1282"/>
                  </a:moveTo>
                  <a:lnTo>
                    <a:pt x="0" y="1282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1282"/>
                  </a:lnTo>
                  <a:close/>
                </a:path>
                <a:path w="3809" h="212089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C6CF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6" name="object 2246"/>
            <p:cNvSpPr/>
            <p:nvPr/>
          </p:nvSpPr>
          <p:spPr>
            <a:xfrm>
              <a:off x="7037070" y="4930139"/>
              <a:ext cx="3810" cy="209550"/>
            </a:xfrm>
            <a:custGeom>
              <a:avLst/>
              <a:gdLst/>
              <a:ahLst/>
              <a:cxnLst/>
              <a:rect l="l" t="t" r="r" b="b"/>
              <a:pathLst>
                <a:path w="3809" h="209550">
                  <a:moveTo>
                    <a:pt x="127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2539"/>
                  </a:lnTo>
                  <a:lnTo>
                    <a:pt x="2540" y="2539"/>
                  </a:lnTo>
                  <a:lnTo>
                    <a:pt x="254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209550">
                  <a:moveTo>
                    <a:pt x="3809" y="5079"/>
                  </a:moveTo>
                  <a:lnTo>
                    <a:pt x="0" y="5079"/>
                  </a:lnTo>
                  <a:lnTo>
                    <a:pt x="0" y="201929"/>
                  </a:lnTo>
                  <a:lnTo>
                    <a:pt x="3809" y="201929"/>
                  </a:lnTo>
                  <a:lnTo>
                    <a:pt x="3809" y="5079"/>
                  </a:lnTo>
                  <a:close/>
                </a:path>
                <a:path w="3809" h="209550">
                  <a:moveTo>
                    <a:pt x="3809" y="201929"/>
                  </a:moveTo>
                  <a:lnTo>
                    <a:pt x="0" y="201929"/>
                  </a:lnTo>
                  <a:lnTo>
                    <a:pt x="0" y="209549"/>
                  </a:lnTo>
                  <a:lnTo>
                    <a:pt x="1270" y="209549"/>
                  </a:lnTo>
                  <a:lnTo>
                    <a:pt x="1270" y="208279"/>
                  </a:lnTo>
                  <a:lnTo>
                    <a:pt x="2540" y="208279"/>
                  </a:lnTo>
                  <a:lnTo>
                    <a:pt x="2540" y="207009"/>
                  </a:lnTo>
                  <a:lnTo>
                    <a:pt x="3809" y="207009"/>
                  </a:lnTo>
                  <a:lnTo>
                    <a:pt x="3809" y="201929"/>
                  </a:lnTo>
                  <a:close/>
                </a:path>
              </a:pathLst>
            </a:custGeom>
            <a:solidFill>
              <a:srgbClr val="C9D1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7" name="object 2247"/>
            <p:cNvSpPr/>
            <p:nvPr/>
          </p:nvSpPr>
          <p:spPr>
            <a:xfrm>
              <a:off x="7040880" y="4933950"/>
              <a:ext cx="3810" cy="203200"/>
            </a:xfrm>
            <a:custGeom>
              <a:avLst/>
              <a:gdLst/>
              <a:ahLst/>
              <a:cxnLst/>
              <a:rect l="l" t="t" r="r" b="b"/>
              <a:pathLst>
                <a:path w="3809" h="203200">
                  <a:moveTo>
                    <a:pt x="3810" y="5080"/>
                  </a:moveTo>
                  <a:lnTo>
                    <a:pt x="2527" y="5080"/>
                  </a:lnTo>
                  <a:lnTo>
                    <a:pt x="2527" y="1270"/>
                  </a:lnTo>
                  <a:lnTo>
                    <a:pt x="1270" y="127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5080"/>
                  </a:lnTo>
                  <a:lnTo>
                    <a:pt x="0" y="198120"/>
                  </a:lnTo>
                  <a:lnTo>
                    <a:pt x="0" y="201930"/>
                  </a:lnTo>
                  <a:lnTo>
                    <a:pt x="0" y="203200"/>
                  </a:lnTo>
                  <a:lnTo>
                    <a:pt x="1270" y="203200"/>
                  </a:lnTo>
                  <a:lnTo>
                    <a:pt x="1270" y="201930"/>
                  </a:lnTo>
                  <a:lnTo>
                    <a:pt x="2527" y="201930"/>
                  </a:lnTo>
                  <a:lnTo>
                    <a:pt x="2527" y="198120"/>
                  </a:lnTo>
                  <a:lnTo>
                    <a:pt x="3810" y="198120"/>
                  </a:lnTo>
                  <a:lnTo>
                    <a:pt x="3810" y="5080"/>
                  </a:lnTo>
                  <a:close/>
                </a:path>
              </a:pathLst>
            </a:custGeom>
            <a:solidFill>
              <a:srgbClr val="CCD3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8" name="object 2248"/>
            <p:cNvSpPr/>
            <p:nvPr/>
          </p:nvSpPr>
          <p:spPr>
            <a:xfrm>
              <a:off x="7044690" y="4939030"/>
              <a:ext cx="0" cy="193040"/>
            </a:xfrm>
            <a:custGeom>
              <a:avLst/>
              <a:gdLst/>
              <a:ahLst/>
              <a:cxnLst/>
              <a:rect l="l" t="t" r="r" b="b"/>
              <a:pathLst>
                <a:path h="193039">
                  <a:moveTo>
                    <a:pt x="0" y="0"/>
                  </a:moveTo>
                  <a:lnTo>
                    <a:pt x="0" y="1930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9" name="object 2249"/>
            <p:cNvSpPr/>
            <p:nvPr/>
          </p:nvSpPr>
          <p:spPr>
            <a:xfrm>
              <a:off x="6758940" y="4908550"/>
              <a:ext cx="284480" cy="252729"/>
            </a:xfrm>
            <a:custGeom>
              <a:avLst/>
              <a:gdLst/>
              <a:ahLst/>
              <a:cxnLst/>
              <a:rect l="l" t="t" r="r" b="b"/>
              <a:pathLst>
                <a:path w="284479" h="252729">
                  <a:moveTo>
                    <a:pt x="142239" y="0"/>
                  </a:moveTo>
                  <a:lnTo>
                    <a:pt x="87332" y="2460"/>
                  </a:lnTo>
                  <a:lnTo>
                    <a:pt x="42068" y="9207"/>
                  </a:lnTo>
                  <a:lnTo>
                    <a:pt x="11330" y="19288"/>
                  </a:lnTo>
                  <a:lnTo>
                    <a:pt x="0" y="31750"/>
                  </a:lnTo>
                  <a:lnTo>
                    <a:pt x="0" y="34706"/>
                  </a:lnTo>
                  <a:lnTo>
                    <a:pt x="0" y="55403"/>
                  </a:lnTo>
                  <a:lnTo>
                    <a:pt x="0" y="111581"/>
                  </a:lnTo>
                  <a:lnTo>
                    <a:pt x="0" y="220980"/>
                  </a:lnTo>
                  <a:lnTo>
                    <a:pt x="11330" y="232906"/>
                  </a:lnTo>
                  <a:lnTo>
                    <a:pt x="42068" y="243046"/>
                  </a:lnTo>
                  <a:lnTo>
                    <a:pt x="87332" y="250090"/>
                  </a:lnTo>
                  <a:lnTo>
                    <a:pt x="142239" y="252730"/>
                  </a:lnTo>
                  <a:lnTo>
                    <a:pt x="197147" y="250090"/>
                  </a:lnTo>
                  <a:lnTo>
                    <a:pt x="242411" y="243046"/>
                  </a:lnTo>
                  <a:lnTo>
                    <a:pt x="273149" y="232906"/>
                  </a:lnTo>
                  <a:lnTo>
                    <a:pt x="284479" y="220980"/>
                  </a:lnTo>
                  <a:lnTo>
                    <a:pt x="284479" y="218023"/>
                  </a:lnTo>
                  <a:lnTo>
                    <a:pt x="284479" y="197326"/>
                  </a:lnTo>
                  <a:lnTo>
                    <a:pt x="284479" y="141148"/>
                  </a:lnTo>
                  <a:lnTo>
                    <a:pt x="284479" y="31750"/>
                  </a:lnTo>
                  <a:lnTo>
                    <a:pt x="273149" y="19288"/>
                  </a:lnTo>
                  <a:lnTo>
                    <a:pt x="242411" y="9207"/>
                  </a:lnTo>
                  <a:lnTo>
                    <a:pt x="197147" y="2460"/>
                  </a:lnTo>
                  <a:lnTo>
                    <a:pt x="142239" y="0"/>
                  </a:lnTo>
                  <a:close/>
                </a:path>
              </a:pathLst>
            </a:custGeom>
            <a:ln w="646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0" name="object 2250"/>
            <p:cNvSpPr/>
            <p:nvPr/>
          </p:nvSpPr>
          <p:spPr>
            <a:xfrm>
              <a:off x="6758940" y="4935220"/>
              <a:ext cx="2540" cy="10160"/>
            </a:xfrm>
            <a:custGeom>
              <a:avLst/>
              <a:gdLst/>
              <a:ahLst/>
              <a:cxnLst/>
              <a:rect l="l" t="t" r="r" b="b"/>
              <a:pathLst>
                <a:path w="2540" h="10160">
                  <a:moveTo>
                    <a:pt x="2539" y="0"/>
                  </a:moveTo>
                  <a:lnTo>
                    <a:pt x="1269" y="0"/>
                  </a:lnTo>
                  <a:lnTo>
                    <a:pt x="1269" y="2539"/>
                  </a:lnTo>
                  <a:lnTo>
                    <a:pt x="0" y="2539"/>
                  </a:lnTo>
                  <a:lnTo>
                    <a:pt x="0" y="7619"/>
                  </a:lnTo>
                  <a:lnTo>
                    <a:pt x="2539" y="7619"/>
                  </a:lnTo>
                  <a:lnTo>
                    <a:pt x="2539" y="0"/>
                  </a:lnTo>
                  <a:close/>
                </a:path>
                <a:path w="2540" h="10160">
                  <a:moveTo>
                    <a:pt x="2539" y="7619"/>
                  </a:moveTo>
                  <a:lnTo>
                    <a:pt x="1269" y="7619"/>
                  </a:lnTo>
                  <a:lnTo>
                    <a:pt x="1269" y="10159"/>
                  </a:lnTo>
                  <a:lnTo>
                    <a:pt x="2539" y="10159"/>
                  </a:lnTo>
                  <a:lnTo>
                    <a:pt x="2539" y="7619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1" name="object 2251"/>
            <p:cNvSpPr/>
            <p:nvPr/>
          </p:nvSpPr>
          <p:spPr>
            <a:xfrm>
              <a:off x="6761480" y="4931409"/>
              <a:ext cx="3810" cy="17780"/>
            </a:xfrm>
            <a:custGeom>
              <a:avLst/>
              <a:gdLst/>
              <a:ahLst/>
              <a:cxnLst/>
              <a:rect l="l" t="t" r="r" b="b"/>
              <a:pathLst>
                <a:path w="3809" h="17779">
                  <a:moveTo>
                    <a:pt x="3810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1270" y="1269"/>
                  </a:lnTo>
                  <a:lnTo>
                    <a:pt x="1270" y="2539"/>
                  </a:lnTo>
                  <a:lnTo>
                    <a:pt x="0" y="2539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0"/>
                  </a:lnTo>
                  <a:close/>
                </a:path>
                <a:path w="3809" h="17779">
                  <a:moveTo>
                    <a:pt x="3810" y="3810"/>
                  </a:moveTo>
                  <a:lnTo>
                    <a:pt x="0" y="381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3810"/>
                  </a:lnTo>
                  <a:close/>
                </a:path>
                <a:path w="3809" h="17779">
                  <a:moveTo>
                    <a:pt x="3810" y="11430"/>
                  </a:moveTo>
                  <a:lnTo>
                    <a:pt x="0" y="11430"/>
                  </a:lnTo>
                  <a:lnTo>
                    <a:pt x="0" y="16509"/>
                  </a:lnTo>
                  <a:lnTo>
                    <a:pt x="2540" y="16509"/>
                  </a:lnTo>
                  <a:lnTo>
                    <a:pt x="254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</a:pathLst>
            </a:custGeom>
            <a:solidFill>
              <a:srgbClr val="CED5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2" name="object 2252"/>
            <p:cNvSpPr/>
            <p:nvPr/>
          </p:nvSpPr>
          <p:spPr>
            <a:xfrm>
              <a:off x="6765290" y="4930139"/>
              <a:ext cx="3810" cy="21590"/>
            </a:xfrm>
            <a:custGeom>
              <a:avLst/>
              <a:gdLst/>
              <a:ahLst/>
              <a:cxnLst/>
              <a:rect l="l" t="t" r="r" b="b"/>
              <a:pathLst>
                <a:path w="3809" h="21589">
                  <a:moveTo>
                    <a:pt x="380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0"/>
                  </a:lnTo>
                  <a:close/>
                </a:path>
                <a:path w="3809" h="21589">
                  <a:moveTo>
                    <a:pt x="3809" y="5079"/>
                  </a:moveTo>
                  <a:lnTo>
                    <a:pt x="0" y="507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5079"/>
                  </a:lnTo>
                  <a:close/>
                </a:path>
                <a:path w="3809" h="21589">
                  <a:moveTo>
                    <a:pt x="380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2699"/>
                  </a:lnTo>
                  <a:close/>
                </a:path>
                <a:path w="3809" h="21589">
                  <a:moveTo>
                    <a:pt x="3809" y="19049"/>
                  </a:moveTo>
                  <a:lnTo>
                    <a:pt x="0" y="19049"/>
                  </a:lnTo>
                  <a:lnTo>
                    <a:pt x="0" y="20319"/>
                  </a:lnTo>
                  <a:lnTo>
                    <a:pt x="1269" y="20319"/>
                  </a:lnTo>
                  <a:lnTo>
                    <a:pt x="1269" y="21589"/>
                  </a:lnTo>
                  <a:lnTo>
                    <a:pt x="3809" y="21589"/>
                  </a:lnTo>
                  <a:lnTo>
                    <a:pt x="3809" y="19049"/>
                  </a:lnTo>
                  <a:close/>
                </a:path>
              </a:pathLst>
            </a:custGeom>
            <a:solidFill>
              <a:srgbClr val="CCD3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3" name="object 2253"/>
            <p:cNvSpPr/>
            <p:nvPr/>
          </p:nvSpPr>
          <p:spPr>
            <a:xfrm>
              <a:off x="6769100" y="4927600"/>
              <a:ext cx="3810" cy="26670"/>
            </a:xfrm>
            <a:custGeom>
              <a:avLst/>
              <a:gdLst/>
              <a:ahLst/>
              <a:cxnLst/>
              <a:rect l="l" t="t" r="r" b="b"/>
              <a:pathLst>
                <a:path w="3809" h="26670">
                  <a:moveTo>
                    <a:pt x="3809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09" h="26670">
                  <a:moveTo>
                    <a:pt x="3809" y="2540"/>
                  </a:moveTo>
                  <a:lnTo>
                    <a:pt x="0" y="2540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2540"/>
                  </a:lnTo>
                  <a:close/>
                </a:path>
                <a:path w="3809" h="26670">
                  <a:moveTo>
                    <a:pt x="3809" y="7620"/>
                  </a:moveTo>
                  <a:lnTo>
                    <a:pt x="0" y="762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7620"/>
                  </a:lnTo>
                  <a:close/>
                </a:path>
                <a:path w="3809" h="26670">
                  <a:moveTo>
                    <a:pt x="3809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5240"/>
                  </a:lnTo>
                  <a:close/>
                </a:path>
                <a:path w="3809" h="26670">
                  <a:moveTo>
                    <a:pt x="3809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1270" y="24130"/>
                  </a:lnTo>
                  <a:lnTo>
                    <a:pt x="1270" y="25400"/>
                  </a:lnTo>
                  <a:lnTo>
                    <a:pt x="2540" y="25400"/>
                  </a:lnTo>
                  <a:lnTo>
                    <a:pt x="2540" y="26669"/>
                  </a:lnTo>
                  <a:lnTo>
                    <a:pt x="3809" y="26669"/>
                  </a:lnTo>
                  <a:lnTo>
                    <a:pt x="3809" y="21590"/>
                  </a:lnTo>
                  <a:close/>
                </a:path>
              </a:pathLst>
            </a:custGeom>
            <a:solidFill>
              <a:srgbClr val="C9D1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4" name="object 2254"/>
            <p:cNvSpPr/>
            <p:nvPr/>
          </p:nvSpPr>
          <p:spPr>
            <a:xfrm>
              <a:off x="6772910" y="4926330"/>
              <a:ext cx="3810" cy="29209"/>
            </a:xfrm>
            <a:custGeom>
              <a:avLst/>
              <a:gdLst/>
              <a:ahLst/>
              <a:cxnLst/>
              <a:rect l="l" t="t" r="r" b="b"/>
              <a:pathLst>
                <a:path w="3809" h="29210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09" h="29210">
                  <a:moveTo>
                    <a:pt x="3810" y="3810"/>
                  </a:moveTo>
                  <a:lnTo>
                    <a:pt x="0" y="381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3810"/>
                  </a:lnTo>
                  <a:close/>
                </a:path>
                <a:path w="3809" h="29210">
                  <a:moveTo>
                    <a:pt x="3810" y="8890"/>
                  </a:moveTo>
                  <a:lnTo>
                    <a:pt x="0" y="889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8890"/>
                  </a:lnTo>
                  <a:close/>
                </a:path>
                <a:path w="3809" h="29210">
                  <a:moveTo>
                    <a:pt x="3810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10"/>
                  </a:lnTo>
                  <a:close/>
                </a:path>
                <a:path w="3809" h="29210">
                  <a:moveTo>
                    <a:pt x="3810" y="22860"/>
                  </a:moveTo>
                  <a:lnTo>
                    <a:pt x="0" y="22860"/>
                  </a:lnTo>
                  <a:lnTo>
                    <a:pt x="0" y="27940"/>
                  </a:lnTo>
                  <a:lnTo>
                    <a:pt x="1270" y="27940"/>
                  </a:lnTo>
                  <a:lnTo>
                    <a:pt x="1270" y="29210"/>
                  </a:lnTo>
                  <a:lnTo>
                    <a:pt x="3810" y="29210"/>
                  </a:lnTo>
                  <a:lnTo>
                    <a:pt x="3810" y="22860"/>
                  </a:lnTo>
                  <a:close/>
                </a:path>
              </a:pathLst>
            </a:custGeom>
            <a:solidFill>
              <a:srgbClr val="C6CF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5" name="object 2255"/>
            <p:cNvSpPr/>
            <p:nvPr/>
          </p:nvSpPr>
          <p:spPr>
            <a:xfrm>
              <a:off x="6776720" y="4925059"/>
              <a:ext cx="2540" cy="31750"/>
            </a:xfrm>
            <a:custGeom>
              <a:avLst/>
              <a:gdLst/>
              <a:ahLst/>
              <a:cxnLst/>
              <a:rect l="l" t="t" r="r" b="b"/>
              <a:pathLst>
                <a:path w="2540" h="31750">
                  <a:moveTo>
                    <a:pt x="253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2539" y="5079"/>
                  </a:lnTo>
                  <a:lnTo>
                    <a:pt x="2539" y="0"/>
                  </a:lnTo>
                  <a:close/>
                </a:path>
                <a:path w="2540" h="31750">
                  <a:moveTo>
                    <a:pt x="2539" y="5080"/>
                  </a:moveTo>
                  <a:lnTo>
                    <a:pt x="0" y="5080"/>
                  </a:lnTo>
                  <a:lnTo>
                    <a:pt x="0" y="10159"/>
                  </a:lnTo>
                  <a:lnTo>
                    <a:pt x="2539" y="10159"/>
                  </a:lnTo>
                  <a:lnTo>
                    <a:pt x="2539" y="5080"/>
                  </a:lnTo>
                  <a:close/>
                </a:path>
                <a:path w="2540" h="31750">
                  <a:moveTo>
                    <a:pt x="2539" y="10160"/>
                  </a:moveTo>
                  <a:lnTo>
                    <a:pt x="0" y="10160"/>
                  </a:lnTo>
                  <a:lnTo>
                    <a:pt x="0" y="17779"/>
                  </a:lnTo>
                  <a:lnTo>
                    <a:pt x="2539" y="17779"/>
                  </a:lnTo>
                  <a:lnTo>
                    <a:pt x="2539" y="10160"/>
                  </a:lnTo>
                  <a:close/>
                </a:path>
                <a:path w="2540" h="31750">
                  <a:moveTo>
                    <a:pt x="2539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2539" y="24129"/>
                  </a:lnTo>
                  <a:lnTo>
                    <a:pt x="2539" y="17780"/>
                  </a:lnTo>
                  <a:close/>
                </a:path>
                <a:path w="2540" h="31750">
                  <a:moveTo>
                    <a:pt x="2539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2539" y="30479"/>
                  </a:lnTo>
                  <a:lnTo>
                    <a:pt x="2539" y="24130"/>
                  </a:lnTo>
                  <a:close/>
                </a:path>
                <a:path w="2540" h="31750">
                  <a:moveTo>
                    <a:pt x="2539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2539" y="31750"/>
                  </a:lnTo>
                  <a:lnTo>
                    <a:pt x="2539" y="30480"/>
                  </a:lnTo>
                  <a:close/>
                </a:path>
              </a:pathLst>
            </a:custGeom>
            <a:solidFill>
              <a:srgbClr val="C3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6" name="object 2256"/>
            <p:cNvSpPr/>
            <p:nvPr/>
          </p:nvSpPr>
          <p:spPr>
            <a:xfrm>
              <a:off x="6779260" y="4923789"/>
              <a:ext cx="3810" cy="34290"/>
            </a:xfrm>
            <a:custGeom>
              <a:avLst/>
              <a:gdLst/>
              <a:ahLst/>
              <a:cxnLst/>
              <a:rect l="l" t="t" r="r" b="b"/>
              <a:pathLst>
                <a:path w="3809" h="34289">
                  <a:moveTo>
                    <a:pt x="3810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0" y="126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0"/>
                  </a:lnTo>
                  <a:close/>
                </a:path>
                <a:path w="3809" h="34289">
                  <a:moveTo>
                    <a:pt x="3810" y="6349"/>
                  </a:moveTo>
                  <a:lnTo>
                    <a:pt x="0" y="6349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6349"/>
                  </a:lnTo>
                  <a:close/>
                </a:path>
                <a:path w="3809" h="34289">
                  <a:moveTo>
                    <a:pt x="3810" y="11429"/>
                  </a:moveTo>
                  <a:lnTo>
                    <a:pt x="0" y="1142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1429"/>
                  </a:lnTo>
                  <a:close/>
                </a:path>
                <a:path w="3809" h="34289">
                  <a:moveTo>
                    <a:pt x="3810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19049"/>
                  </a:lnTo>
                  <a:close/>
                </a:path>
                <a:path w="3809" h="34289">
                  <a:moveTo>
                    <a:pt x="3810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5399"/>
                  </a:lnTo>
                  <a:close/>
                </a:path>
                <a:path w="3809" h="34289">
                  <a:moveTo>
                    <a:pt x="3810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31749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7" name="object 2257"/>
            <p:cNvSpPr/>
            <p:nvPr/>
          </p:nvSpPr>
          <p:spPr>
            <a:xfrm>
              <a:off x="6783070" y="4922520"/>
              <a:ext cx="3810" cy="36830"/>
            </a:xfrm>
            <a:custGeom>
              <a:avLst/>
              <a:gdLst/>
              <a:ahLst/>
              <a:cxnLst/>
              <a:rect l="l" t="t" r="r" b="b"/>
              <a:pathLst>
                <a:path w="3809" h="36829">
                  <a:moveTo>
                    <a:pt x="380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09" h="36829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09" h="36829">
                  <a:moveTo>
                    <a:pt x="3809" y="7619"/>
                  </a:moveTo>
                  <a:lnTo>
                    <a:pt x="0" y="761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7619"/>
                  </a:lnTo>
                  <a:close/>
                </a:path>
                <a:path w="3809" h="36829">
                  <a:moveTo>
                    <a:pt x="3809" y="12700"/>
                  </a:moveTo>
                  <a:lnTo>
                    <a:pt x="0" y="12700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2700"/>
                  </a:lnTo>
                  <a:close/>
                </a:path>
                <a:path w="3809" h="36829">
                  <a:moveTo>
                    <a:pt x="3809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3809" y="26669"/>
                  </a:lnTo>
                  <a:lnTo>
                    <a:pt x="3809" y="20319"/>
                  </a:lnTo>
                  <a:close/>
                </a:path>
                <a:path w="3809" h="36829">
                  <a:moveTo>
                    <a:pt x="3809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6669"/>
                  </a:lnTo>
                  <a:close/>
                </a:path>
                <a:path w="3809" h="36829">
                  <a:moveTo>
                    <a:pt x="3809" y="33019"/>
                  </a:moveTo>
                  <a:lnTo>
                    <a:pt x="0" y="33019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3019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8" name="object 2258"/>
            <p:cNvSpPr/>
            <p:nvPr/>
          </p:nvSpPr>
          <p:spPr>
            <a:xfrm>
              <a:off x="6786880" y="4921250"/>
              <a:ext cx="3810" cy="39370"/>
            </a:xfrm>
            <a:custGeom>
              <a:avLst/>
              <a:gdLst/>
              <a:ahLst/>
              <a:cxnLst/>
              <a:rect l="l" t="t" r="r" b="b"/>
              <a:pathLst>
                <a:path w="3809" h="39370">
                  <a:moveTo>
                    <a:pt x="3810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09" h="39370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09" h="39370">
                  <a:moveTo>
                    <a:pt x="3810" y="8890"/>
                  </a:moveTo>
                  <a:lnTo>
                    <a:pt x="0" y="8890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8890"/>
                  </a:lnTo>
                  <a:close/>
                </a:path>
                <a:path w="3809" h="39370">
                  <a:moveTo>
                    <a:pt x="3810" y="13970"/>
                  </a:moveTo>
                  <a:lnTo>
                    <a:pt x="0" y="1397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3970"/>
                  </a:lnTo>
                  <a:close/>
                </a:path>
                <a:path w="3809" h="39370">
                  <a:moveTo>
                    <a:pt x="3810" y="21590"/>
                  </a:moveTo>
                  <a:lnTo>
                    <a:pt x="0" y="21590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1590"/>
                  </a:lnTo>
                  <a:close/>
                </a:path>
                <a:path w="3809" h="39370">
                  <a:moveTo>
                    <a:pt x="3810" y="27940"/>
                  </a:moveTo>
                  <a:lnTo>
                    <a:pt x="0" y="27940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27940"/>
                  </a:lnTo>
                  <a:close/>
                </a:path>
                <a:path w="3809" h="39370">
                  <a:moveTo>
                    <a:pt x="3810" y="34290"/>
                  </a:moveTo>
                  <a:lnTo>
                    <a:pt x="0" y="34290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4290"/>
                  </a:lnTo>
                  <a:close/>
                </a:path>
              </a:pathLst>
            </a:custGeom>
            <a:solidFill>
              <a:srgbClr val="BB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9" name="object 2259"/>
            <p:cNvSpPr/>
            <p:nvPr/>
          </p:nvSpPr>
          <p:spPr>
            <a:xfrm>
              <a:off x="6790690" y="4919980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09" h="41910">
                  <a:moveTo>
                    <a:pt x="3809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09" h="41910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09" h="41910">
                  <a:moveTo>
                    <a:pt x="3809" y="10160"/>
                  </a:moveTo>
                  <a:lnTo>
                    <a:pt x="0" y="10160"/>
                  </a:lnTo>
                  <a:lnTo>
                    <a:pt x="0" y="15240"/>
                  </a:lnTo>
                  <a:lnTo>
                    <a:pt x="3809" y="15240"/>
                  </a:lnTo>
                  <a:lnTo>
                    <a:pt x="3809" y="10160"/>
                  </a:lnTo>
                  <a:close/>
                </a:path>
                <a:path w="3809" h="41910">
                  <a:moveTo>
                    <a:pt x="3809" y="15240"/>
                  </a:moveTo>
                  <a:lnTo>
                    <a:pt x="0" y="15240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15240"/>
                  </a:lnTo>
                  <a:close/>
                </a:path>
                <a:path w="3809" h="41910">
                  <a:moveTo>
                    <a:pt x="3809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3809" y="29210"/>
                  </a:lnTo>
                  <a:lnTo>
                    <a:pt x="3809" y="22860"/>
                  </a:lnTo>
                  <a:close/>
                </a:path>
                <a:path w="3809" h="41910">
                  <a:moveTo>
                    <a:pt x="3809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29210"/>
                  </a:lnTo>
                  <a:close/>
                </a:path>
                <a:path w="3809" h="41910">
                  <a:moveTo>
                    <a:pt x="3809" y="35560"/>
                  </a:moveTo>
                  <a:lnTo>
                    <a:pt x="0" y="35560"/>
                  </a:lnTo>
                  <a:lnTo>
                    <a:pt x="0" y="40640"/>
                  </a:lnTo>
                  <a:lnTo>
                    <a:pt x="1269" y="40640"/>
                  </a:lnTo>
                  <a:lnTo>
                    <a:pt x="1269" y="41910"/>
                  </a:lnTo>
                  <a:lnTo>
                    <a:pt x="3809" y="41910"/>
                  </a:lnTo>
                  <a:lnTo>
                    <a:pt x="3809" y="35560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0" name="object 2260"/>
            <p:cNvSpPr/>
            <p:nvPr/>
          </p:nvSpPr>
          <p:spPr>
            <a:xfrm>
              <a:off x="6794500" y="4919980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09" h="41910">
                  <a:moveTo>
                    <a:pt x="380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09" h="41910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09" h="41910">
                  <a:moveTo>
                    <a:pt x="3809" y="10160"/>
                  </a:moveTo>
                  <a:lnTo>
                    <a:pt x="0" y="10160"/>
                  </a:lnTo>
                  <a:lnTo>
                    <a:pt x="0" y="15240"/>
                  </a:lnTo>
                  <a:lnTo>
                    <a:pt x="3809" y="15240"/>
                  </a:lnTo>
                  <a:lnTo>
                    <a:pt x="3809" y="10160"/>
                  </a:lnTo>
                  <a:close/>
                </a:path>
                <a:path w="3809" h="41910">
                  <a:moveTo>
                    <a:pt x="3809" y="15240"/>
                  </a:moveTo>
                  <a:lnTo>
                    <a:pt x="0" y="15240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15240"/>
                  </a:lnTo>
                  <a:close/>
                </a:path>
                <a:path w="3809" h="41910">
                  <a:moveTo>
                    <a:pt x="3809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3809" y="29210"/>
                  </a:lnTo>
                  <a:lnTo>
                    <a:pt x="3809" y="22860"/>
                  </a:lnTo>
                  <a:close/>
                </a:path>
                <a:path w="3809" h="41910">
                  <a:moveTo>
                    <a:pt x="3809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29210"/>
                  </a:lnTo>
                  <a:close/>
                </a:path>
                <a:path w="3809" h="41910">
                  <a:moveTo>
                    <a:pt x="3809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35560"/>
                  </a:lnTo>
                  <a:close/>
                </a:path>
              </a:pathLst>
            </a:custGeom>
            <a:solidFill>
              <a:srgbClr val="B6C1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1" name="object 2261"/>
            <p:cNvSpPr/>
            <p:nvPr/>
          </p:nvSpPr>
          <p:spPr>
            <a:xfrm>
              <a:off x="6798310" y="4918709"/>
              <a:ext cx="2540" cy="43180"/>
            </a:xfrm>
            <a:custGeom>
              <a:avLst/>
              <a:gdLst/>
              <a:ahLst/>
              <a:cxnLst/>
              <a:rect l="l" t="t" r="r" b="b"/>
              <a:pathLst>
                <a:path w="2540" h="43179">
                  <a:moveTo>
                    <a:pt x="254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2540" y="5079"/>
                  </a:lnTo>
                  <a:lnTo>
                    <a:pt x="2540" y="0"/>
                  </a:lnTo>
                  <a:close/>
                </a:path>
                <a:path w="2540" h="43179">
                  <a:moveTo>
                    <a:pt x="254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2540" y="11429"/>
                  </a:lnTo>
                  <a:lnTo>
                    <a:pt x="2540" y="5080"/>
                  </a:lnTo>
                  <a:close/>
                </a:path>
                <a:path w="2540" h="43179">
                  <a:moveTo>
                    <a:pt x="2540" y="11430"/>
                  </a:moveTo>
                  <a:lnTo>
                    <a:pt x="0" y="11430"/>
                  </a:lnTo>
                  <a:lnTo>
                    <a:pt x="0" y="16509"/>
                  </a:lnTo>
                  <a:lnTo>
                    <a:pt x="2540" y="16509"/>
                  </a:lnTo>
                  <a:lnTo>
                    <a:pt x="2540" y="11430"/>
                  </a:lnTo>
                  <a:close/>
                </a:path>
                <a:path w="2540" h="43179">
                  <a:moveTo>
                    <a:pt x="2540" y="16510"/>
                  </a:moveTo>
                  <a:lnTo>
                    <a:pt x="0" y="16510"/>
                  </a:lnTo>
                  <a:lnTo>
                    <a:pt x="0" y="24129"/>
                  </a:lnTo>
                  <a:lnTo>
                    <a:pt x="2540" y="24129"/>
                  </a:lnTo>
                  <a:lnTo>
                    <a:pt x="2540" y="16510"/>
                  </a:lnTo>
                  <a:close/>
                </a:path>
                <a:path w="2540" h="43179">
                  <a:moveTo>
                    <a:pt x="2540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2540" y="30479"/>
                  </a:lnTo>
                  <a:lnTo>
                    <a:pt x="2540" y="24130"/>
                  </a:lnTo>
                  <a:close/>
                </a:path>
                <a:path w="2540" h="43179">
                  <a:moveTo>
                    <a:pt x="2540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2540" y="36829"/>
                  </a:lnTo>
                  <a:lnTo>
                    <a:pt x="2540" y="30480"/>
                  </a:lnTo>
                  <a:close/>
                </a:path>
                <a:path w="2540" h="43179">
                  <a:moveTo>
                    <a:pt x="254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2540" y="43179"/>
                  </a:lnTo>
                  <a:lnTo>
                    <a:pt x="2540" y="36830"/>
                  </a:lnTo>
                  <a:close/>
                </a:path>
              </a:pathLst>
            </a:custGeom>
            <a:solidFill>
              <a:srgbClr val="B3BF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2" name="object 2262"/>
            <p:cNvSpPr/>
            <p:nvPr/>
          </p:nvSpPr>
          <p:spPr>
            <a:xfrm>
              <a:off x="6800850" y="4917439"/>
              <a:ext cx="3810" cy="45720"/>
            </a:xfrm>
            <a:custGeom>
              <a:avLst/>
              <a:gdLst/>
              <a:ahLst/>
              <a:cxnLst/>
              <a:rect l="l" t="t" r="r" b="b"/>
              <a:pathLst>
                <a:path w="3809" h="45720">
                  <a:moveTo>
                    <a:pt x="380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0"/>
                  </a:lnTo>
                  <a:close/>
                </a:path>
                <a:path w="3809" h="45720">
                  <a:moveTo>
                    <a:pt x="380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6349"/>
                  </a:lnTo>
                  <a:close/>
                </a:path>
                <a:path w="3809" h="45720">
                  <a:moveTo>
                    <a:pt x="3809" y="12699"/>
                  </a:moveTo>
                  <a:lnTo>
                    <a:pt x="0" y="12699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2699"/>
                  </a:lnTo>
                  <a:close/>
                </a:path>
                <a:path w="3809" h="45720">
                  <a:moveTo>
                    <a:pt x="3809" y="17779"/>
                  </a:moveTo>
                  <a:lnTo>
                    <a:pt x="0" y="1777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17779"/>
                  </a:lnTo>
                  <a:close/>
                </a:path>
                <a:path w="3809" h="45720">
                  <a:moveTo>
                    <a:pt x="3809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5399"/>
                  </a:lnTo>
                  <a:close/>
                </a:path>
                <a:path w="3809" h="45720">
                  <a:moveTo>
                    <a:pt x="3809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1749"/>
                  </a:lnTo>
                  <a:close/>
                </a:path>
                <a:path w="3809" h="45720">
                  <a:moveTo>
                    <a:pt x="3809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38099"/>
                  </a:lnTo>
                  <a:close/>
                </a:path>
                <a:path w="3809" h="45720">
                  <a:moveTo>
                    <a:pt x="3809" y="44449"/>
                  </a:moveTo>
                  <a:lnTo>
                    <a:pt x="0" y="44449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44449"/>
                  </a:lnTo>
                  <a:close/>
                </a:path>
              </a:pathLst>
            </a:custGeom>
            <a:solidFill>
              <a:srgbClr val="B1BD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3" name="object 2263"/>
            <p:cNvSpPr/>
            <p:nvPr/>
          </p:nvSpPr>
          <p:spPr>
            <a:xfrm>
              <a:off x="6804660" y="4917439"/>
              <a:ext cx="3810" cy="46990"/>
            </a:xfrm>
            <a:custGeom>
              <a:avLst/>
              <a:gdLst/>
              <a:ahLst/>
              <a:cxnLst/>
              <a:rect l="l" t="t" r="r" b="b"/>
              <a:pathLst>
                <a:path w="3809" h="46989">
                  <a:moveTo>
                    <a:pt x="381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0"/>
                  </a:lnTo>
                  <a:close/>
                </a:path>
                <a:path w="3809" h="46989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09" h="46989">
                  <a:moveTo>
                    <a:pt x="3810" y="12699"/>
                  </a:moveTo>
                  <a:lnTo>
                    <a:pt x="0" y="12699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2699"/>
                  </a:lnTo>
                  <a:close/>
                </a:path>
                <a:path w="3809" h="46989">
                  <a:moveTo>
                    <a:pt x="3810" y="17779"/>
                  </a:moveTo>
                  <a:lnTo>
                    <a:pt x="0" y="1777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17779"/>
                  </a:lnTo>
                  <a:close/>
                </a:path>
                <a:path w="3809" h="46989">
                  <a:moveTo>
                    <a:pt x="3810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5399"/>
                  </a:lnTo>
                  <a:close/>
                </a:path>
                <a:path w="3809" h="46989">
                  <a:moveTo>
                    <a:pt x="3810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1749"/>
                  </a:lnTo>
                  <a:close/>
                </a:path>
                <a:path w="3809" h="46989">
                  <a:moveTo>
                    <a:pt x="3810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38099"/>
                  </a:lnTo>
                  <a:close/>
                </a:path>
                <a:path w="3809" h="46989">
                  <a:moveTo>
                    <a:pt x="381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4449"/>
                  </a:lnTo>
                  <a:close/>
                </a:path>
              </a:pathLst>
            </a:custGeom>
            <a:solidFill>
              <a:srgbClr val="AEBA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4" name="object 2264"/>
            <p:cNvSpPr/>
            <p:nvPr/>
          </p:nvSpPr>
          <p:spPr>
            <a:xfrm>
              <a:off x="6808470" y="4916170"/>
              <a:ext cx="3810" cy="48260"/>
            </a:xfrm>
            <a:custGeom>
              <a:avLst/>
              <a:gdLst/>
              <a:ahLst/>
              <a:cxnLst/>
              <a:rect l="l" t="t" r="r" b="b"/>
              <a:pathLst>
                <a:path w="3809" h="48260">
                  <a:moveTo>
                    <a:pt x="3809" y="0"/>
                  </a:moveTo>
                  <a:lnTo>
                    <a:pt x="2539" y="0"/>
                  </a:lnTo>
                  <a:lnTo>
                    <a:pt x="2539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09" h="48260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09" h="48260">
                  <a:moveTo>
                    <a:pt x="380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7619"/>
                  </a:lnTo>
                  <a:close/>
                </a:path>
                <a:path w="3809" h="48260">
                  <a:moveTo>
                    <a:pt x="3809" y="13969"/>
                  </a:moveTo>
                  <a:lnTo>
                    <a:pt x="0" y="1396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3969"/>
                  </a:lnTo>
                  <a:close/>
                </a:path>
                <a:path w="3809" h="48260">
                  <a:moveTo>
                    <a:pt x="3809" y="19050"/>
                  </a:moveTo>
                  <a:lnTo>
                    <a:pt x="0" y="19050"/>
                  </a:lnTo>
                  <a:lnTo>
                    <a:pt x="0" y="26669"/>
                  </a:lnTo>
                  <a:lnTo>
                    <a:pt x="3809" y="26669"/>
                  </a:lnTo>
                  <a:lnTo>
                    <a:pt x="3809" y="19050"/>
                  </a:lnTo>
                  <a:close/>
                </a:path>
                <a:path w="3809" h="48260">
                  <a:moveTo>
                    <a:pt x="3809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6669"/>
                  </a:lnTo>
                  <a:close/>
                </a:path>
                <a:path w="3809" h="48260">
                  <a:moveTo>
                    <a:pt x="3809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3019"/>
                  </a:lnTo>
                  <a:close/>
                </a:path>
                <a:path w="3809" h="48260">
                  <a:moveTo>
                    <a:pt x="3809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39369"/>
                  </a:lnTo>
                  <a:close/>
                </a:path>
                <a:path w="3809" h="48260">
                  <a:moveTo>
                    <a:pt x="3809" y="45719"/>
                  </a:moveTo>
                  <a:lnTo>
                    <a:pt x="0" y="45719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45719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5" name="object 2265"/>
            <p:cNvSpPr/>
            <p:nvPr/>
          </p:nvSpPr>
          <p:spPr>
            <a:xfrm>
              <a:off x="6812280" y="4916170"/>
              <a:ext cx="3810" cy="49530"/>
            </a:xfrm>
            <a:custGeom>
              <a:avLst/>
              <a:gdLst/>
              <a:ahLst/>
              <a:cxnLst/>
              <a:rect l="l" t="t" r="r" b="b"/>
              <a:pathLst>
                <a:path w="3809" h="49529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09" h="49529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09" h="49529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09" h="49529">
                  <a:moveTo>
                    <a:pt x="3810" y="13969"/>
                  </a:moveTo>
                  <a:lnTo>
                    <a:pt x="0" y="1396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3969"/>
                  </a:lnTo>
                  <a:close/>
                </a:path>
                <a:path w="3809" h="49529">
                  <a:moveTo>
                    <a:pt x="3810" y="19050"/>
                  </a:moveTo>
                  <a:lnTo>
                    <a:pt x="0" y="19050"/>
                  </a:lnTo>
                  <a:lnTo>
                    <a:pt x="0" y="26669"/>
                  </a:lnTo>
                  <a:lnTo>
                    <a:pt x="3810" y="26669"/>
                  </a:lnTo>
                  <a:lnTo>
                    <a:pt x="3810" y="19050"/>
                  </a:lnTo>
                  <a:close/>
                </a:path>
                <a:path w="3809" h="49529">
                  <a:moveTo>
                    <a:pt x="3810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6669"/>
                  </a:lnTo>
                  <a:close/>
                </a:path>
                <a:path w="3809" h="49529">
                  <a:moveTo>
                    <a:pt x="3810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3019"/>
                  </a:lnTo>
                  <a:close/>
                </a:path>
                <a:path w="3809" h="49529">
                  <a:moveTo>
                    <a:pt x="3810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39369"/>
                  </a:lnTo>
                  <a:close/>
                </a:path>
                <a:path w="3809" h="49529">
                  <a:moveTo>
                    <a:pt x="3810" y="45719"/>
                  </a:moveTo>
                  <a:lnTo>
                    <a:pt x="0" y="45719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5719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6" name="object 2266"/>
            <p:cNvSpPr/>
            <p:nvPr/>
          </p:nvSpPr>
          <p:spPr>
            <a:xfrm>
              <a:off x="6816090" y="4914900"/>
              <a:ext cx="3810" cy="50800"/>
            </a:xfrm>
            <a:custGeom>
              <a:avLst/>
              <a:gdLst/>
              <a:ahLst/>
              <a:cxnLst/>
              <a:rect l="l" t="t" r="r" b="b"/>
              <a:pathLst>
                <a:path w="3809" h="50800">
                  <a:moveTo>
                    <a:pt x="3809" y="0"/>
                  </a:moveTo>
                  <a:lnTo>
                    <a:pt x="2539" y="0"/>
                  </a:lnTo>
                  <a:lnTo>
                    <a:pt x="2539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09" h="50800">
                  <a:moveTo>
                    <a:pt x="3809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2540"/>
                  </a:lnTo>
                  <a:close/>
                </a:path>
                <a:path w="3809" h="50800">
                  <a:moveTo>
                    <a:pt x="3809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8890"/>
                  </a:lnTo>
                  <a:close/>
                </a:path>
                <a:path w="3809" h="50800">
                  <a:moveTo>
                    <a:pt x="3809" y="15240"/>
                  </a:moveTo>
                  <a:lnTo>
                    <a:pt x="0" y="15240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5240"/>
                  </a:lnTo>
                  <a:close/>
                </a:path>
                <a:path w="3809" h="50800">
                  <a:moveTo>
                    <a:pt x="3809" y="20320"/>
                  </a:moveTo>
                  <a:lnTo>
                    <a:pt x="0" y="20320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0320"/>
                  </a:lnTo>
                  <a:close/>
                </a:path>
                <a:path w="3809" h="50800">
                  <a:moveTo>
                    <a:pt x="3809" y="27940"/>
                  </a:moveTo>
                  <a:lnTo>
                    <a:pt x="0" y="27940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27940"/>
                  </a:lnTo>
                  <a:close/>
                </a:path>
                <a:path w="3809" h="50800">
                  <a:moveTo>
                    <a:pt x="3809" y="34290"/>
                  </a:moveTo>
                  <a:lnTo>
                    <a:pt x="0" y="34290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4290"/>
                  </a:lnTo>
                  <a:close/>
                </a:path>
                <a:path w="3809" h="50800">
                  <a:moveTo>
                    <a:pt x="3809" y="40640"/>
                  </a:moveTo>
                  <a:lnTo>
                    <a:pt x="0" y="40640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0640"/>
                  </a:lnTo>
                  <a:close/>
                </a:path>
                <a:path w="3809" h="50800">
                  <a:moveTo>
                    <a:pt x="3809" y="46990"/>
                  </a:moveTo>
                  <a:lnTo>
                    <a:pt x="0" y="46990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46990"/>
                  </a:lnTo>
                  <a:close/>
                </a:path>
              </a:pathLst>
            </a:custGeom>
            <a:solidFill>
              <a:srgbClr val="A6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7" name="object 2267"/>
            <p:cNvSpPr/>
            <p:nvPr/>
          </p:nvSpPr>
          <p:spPr>
            <a:xfrm>
              <a:off x="6819900" y="4913630"/>
              <a:ext cx="3810" cy="53340"/>
            </a:xfrm>
            <a:custGeom>
              <a:avLst/>
              <a:gdLst/>
              <a:ahLst/>
              <a:cxnLst/>
              <a:rect l="l" t="t" r="r" b="b"/>
              <a:pathLst>
                <a:path w="3809" h="53339">
                  <a:moveTo>
                    <a:pt x="3809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09" h="53339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09" h="53339">
                  <a:moveTo>
                    <a:pt x="380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0160"/>
                  </a:lnTo>
                  <a:close/>
                </a:path>
                <a:path w="3809" h="53339">
                  <a:moveTo>
                    <a:pt x="3809" y="16510"/>
                  </a:moveTo>
                  <a:lnTo>
                    <a:pt x="0" y="16510"/>
                  </a:lnTo>
                  <a:lnTo>
                    <a:pt x="0" y="21590"/>
                  </a:lnTo>
                  <a:lnTo>
                    <a:pt x="3809" y="21590"/>
                  </a:lnTo>
                  <a:lnTo>
                    <a:pt x="3809" y="16510"/>
                  </a:lnTo>
                  <a:close/>
                </a:path>
                <a:path w="3809" h="53339">
                  <a:moveTo>
                    <a:pt x="3809" y="21590"/>
                  </a:moveTo>
                  <a:lnTo>
                    <a:pt x="0" y="21590"/>
                  </a:lnTo>
                  <a:lnTo>
                    <a:pt x="0" y="29210"/>
                  </a:lnTo>
                  <a:lnTo>
                    <a:pt x="3809" y="29210"/>
                  </a:lnTo>
                  <a:lnTo>
                    <a:pt x="3809" y="21590"/>
                  </a:lnTo>
                  <a:close/>
                </a:path>
                <a:path w="3809" h="53339">
                  <a:moveTo>
                    <a:pt x="3809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29210"/>
                  </a:lnTo>
                  <a:close/>
                </a:path>
                <a:path w="3809" h="53339">
                  <a:moveTo>
                    <a:pt x="3809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35560"/>
                  </a:lnTo>
                  <a:close/>
                </a:path>
                <a:path w="3809" h="53339">
                  <a:moveTo>
                    <a:pt x="3809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3809" y="48260"/>
                  </a:lnTo>
                  <a:lnTo>
                    <a:pt x="3809" y="41910"/>
                  </a:lnTo>
                  <a:close/>
                </a:path>
                <a:path w="3809" h="53339">
                  <a:moveTo>
                    <a:pt x="3809" y="48260"/>
                  </a:moveTo>
                  <a:lnTo>
                    <a:pt x="0" y="48260"/>
                  </a:lnTo>
                  <a:lnTo>
                    <a:pt x="0" y="52070"/>
                  </a:lnTo>
                  <a:lnTo>
                    <a:pt x="2540" y="52070"/>
                  </a:lnTo>
                  <a:lnTo>
                    <a:pt x="2540" y="53340"/>
                  </a:lnTo>
                  <a:lnTo>
                    <a:pt x="3809" y="53340"/>
                  </a:lnTo>
                  <a:lnTo>
                    <a:pt x="3809" y="48260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8" name="object 2268"/>
            <p:cNvSpPr/>
            <p:nvPr/>
          </p:nvSpPr>
          <p:spPr>
            <a:xfrm>
              <a:off x="6823710" y="4913630"/>
              <a:ext cx="3810" cy="53340"/>
            </a:xfrm>
            <a:custGeom>
              <a:avLst/>
              <a:gdLst/>
              <a:ahLst/>
              <a:cxnLst/>
              <a:rect l="l" t="t" r="r" b="b"/>
              <a:pathLst>
                <a:path w="3809" h="53339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09" h="53339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09" h="53339">
                  <a:moveTo>
                    <a:pt x="381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60"/>
                  </a:lnTo>
                  <a:close/>
                </a:path>
                <a:path w="3809" h="53339">
                  <a:moveTo>
                    <a:pt x="3810" y="16510"/>
                  </a:moveTo>
                  <a:lnTo>
                    <a:pt x="0" y="1651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6510"/>
                  </a:lnTo>
                  <a:close/>
                </a:path>
                <a:path w="3809" h="53339">
                  <a:moveTo>
                    <a:pt x="3810" y="21590"/>
                  </a:moveTo>
                  <a:lnTo>
                    <a:pt x="0" y="21590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1590"/>
                  </a:lnTo>
                  <a:close/>
                </a:path>
                <a:path w="3809" h="53339">
                  <a:moveTo>
                    <a:pt x="3810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29210"/>
                  </a:lnTo>
                  <a:close/>
                </a:path>
                <a:path w="3809" h="53339">
                  <a:moveTo>
                    <a:pt x="3810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5560"/>
                  </a:lnTo>
                  <a:close/>
                </a:path>
                <a:path w="3809" h="53339">
                  <a:moveTo>
                    <a:pt x="3810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1910"/>
                  </a:lnTo>
                  <a:close/>
                </a:path>
                <a:path w="3809" h="53339">
                  <a:moveTo>
                    <a:pt x="3810" y="48260"/>
                  </a:moveTo>
                  <a:lnTo>
                    <a:pt x="0" y="48260"/>
                  </a:lnTo>
                  <a:lnTo>
                    <a:pt x="0" y="53340"/>
                  </a:lnTo>
                  <a:lnTo>
                    <a:pt x="3810" y="53340"/>
                  </a:lnTo>
                  <a:lnTo>
                    <a:pt x="3810" y="48260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9" name="object 2269"/>
            <p:cNvSpPr/>
            <p:nvPr/>
          </p:nvSpPr>
          <p:spPr>
            <a:xfrm>
              <a:off x="6827520" y="4913630"/>
              <a:ext cx="2540" cy="54610"/>
            </a:xfrm>
            <a:custGeom>
              <a:avLst/>
              <a:gdLst/>
              <a:ahLst/>
              <a:cxnLst/>
              <a:rect l="l" t="t" r="r" b="b"/>
              <a:pathLst>
                <a:path w="2540" h="54610">
                  <a:moveTo>
                    <a:pt x="253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39" y="3810"/>
                  </a:lnTo>
                  <a:lnTo>
                    <a:pt x="2539" y="0"/>
                  </a:lnTo>
                  <a:close/>
                </a:path>
                <a:path w="2540" h="54610">
                  <a:moveTo>
                    <a:pt x="253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2539" y="10160"/>
                  </a:lnTo>
                  <a:lnTo>
                    <a:pt x="2539" y="3810"/>
                  </a:lnTo>
                  <a:close/>
                </a:path>
                <a:path w="2540" h="54610">
                  <a:moveTo>
                    <a:pt x="253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2539" y="16510"/>
                  </a:lnTo>
                  <a:lnTo>
                    <a:pt x="2539" y="10160"/>
                  </a:lnTo>
                  <a:close/>
                </a:path>
                <a:path w="2540" h="54610">
                  <a:moveTo>
                    <a:pt x="2539" y="16510"/>
                  </a:moveTo>
                  <a:lnTo>
                    <a:pt x="0" y="16510"/>
                  </a:lnTo>
                  <a:lnTo>
                    <a:pt x="0" y="21590"/>
                  </a:lnTo>
                  <a:lnTo>
                    <a:pt x="2539" y="21590"/>
                  </a:lnTo>
                  <a:lnTo>
                    <a:pt x="2539" y="16510"/>
                  </a:lnTo>
                  <a:close/>
                </a:path>
                <a:path w="2540" h="54610">
                  <a:moveTo>
                    <a:pt x="2539" y="21590"/>
                  </a:moveTo>
                  <a:lnTo>
                    <a:pt x="0" y="21590"/>
                  </a:lnTo>
                  <a:lnTo>
                    <a:pt x="0" y="29210"/>
                  </a:lnTo>
                  <a:lnTo>
                    <a:pt x="2539" y="29210"/>
                  </a:lnTo>
                  <a:lnTo>
                    <a:pt x="2539" y="21590"/>
                  </a:lnTo>
                  <a:close/>
                </a:path>
                <a:path w="2540" h="54610">
                  <a:moveTo>
                    <a:pt x="2539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2539" y="35560"/>
                  </a:lnTo>
                  <a:lnTo>
                    <a:pt x="2539" y="29210"/>
                  </a:lnTo>
                  <a:close/>
                </a:path>
                <a:path w="2540" h="54610">
                  <a:moveTo>
                    <a:pt x="2539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2539" y="41910"/>
                  </a:lnTo>
                  <a:lnTo>
                    <a:pt x="2539" y="35560"/>
                  </a:lnTo>
                  <a:close/>
                </a:path>
                <a:path w="2540" h="54610">
                  <a:moveTo>
                    <a:pt x="2539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2539" y="48260"/>
                  </a:lnTo>
                  <a:lnTo>
                    <a:pt x="2539" y="41910"/>
                  </a:lnTo>
                  <a:close/>
                </a:path>
                <a:path w="2540" h="54610">
                  <a:moveTo>
                    <a:pt x="2539" y="48260"/>
                  </a:moveTo>
                  <a:lnTo>
                    <a:pt x="0" y="48260"/>
                  </a:lnTo>
                  <a:lnTo>
                    <a:pt x="0" y="54610"/>
                  </a:lnTo>
                  <a:lnTo>
                    <a:pt x="2539" y="54610"/>
                  </a:lnTo>
                  <a:lnTo>
                    <a:pt x="2539" y="48260"/>
                  </a:lnTo>
                  <a:close/>
                </a:path>
              </a:pathLst>
            </a:custGeom>
            <a:solidFill>
              <a:srgbClr val="9EAD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0" name="object 2270"/>
            <p:cNvSpPr/>
            <p:nvPr/>
          </p:nvSpPr>
          <p:spPr>
            <a:xfrm>
              <a:off x="6830060" y="4913630"/>
              <a:ext cx="3810" cy="54610"/>
            </a:xfrm>
            <a:custGeom>
              <a:avLst/>
              <a:gdLst/>
              <a:ahLst/>
              <a:cxnLst/>
              <a:rect l="l" t="t" r="r" b="b"/>
              <a:pathLst>
                <a:path w="3809" h="54610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09" h="54610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09" h="54610">
                  <a:moveTo>
                    <a:pt x="381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60"/>
                  </a:lnTo>
                  <a:close/>
                </a:path>
                <a:path w="3809" h="54610">
                  <a:moveTo>
                    <a:pt x="3810" y="16510"/>
                  </a:moveTo>
                  <a:lnTo>
                    <a:pt x="0" y="1651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6510"/>
                  </a:lnTo>
                  <a:close/>
                </a:path>
                <a:path w="3809" h="54610">
                  <a:moveTo>
                    <a:pt x="3810" y="21590"/>
                  </a:moveTo>
                  <a:lnTo>
                    <a:pt x="0" y="21590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1590"/>
                  </a:lnTo>
                  <a:close/>
                </a:path>
                <a:path w="3809" h="54610">
                  <a:moveTo>
                    <a:pt x="3810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29210"/>
                  </a:lnTo>
                  <a:close/>
                </a:path>
                <a:path w="3809" h="54610">
                  <a:moveTo>
                    <a:pt x="3810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5560"/>
                  </a:lnTo>
                  <a:close/>
                </a:path>
                <a:path w="3809" h="54610">
                  <a:moveTo>
                    <a:pt x="3810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1910"/>
                  </a:lnTo>
                  <a:close/>
                </a:path>
                <a:path w="3809" h="54610">
                  <a:moveTo>
                    <a:pt x="3810" y="48260"/>
                  </a:moveTo>
                  <a:lnTo>
                    <a:pt x="0" y="48260"/>
                  </a:lnTo>
                  <a:lnTo>
                    <a:pt x="0" y="54610"/>
                  </a:lnTo>
                  <a:lnTo>
                    <a:pt x="3810" y="54610"/>
                  </a:lnTo>
                  <a:lnTo>
                    <a:pt x="3810" y="48260"/>
                  </a:lnTo>
                  <a:close/>
                </a:path>
              </a:pathLst>
            </a:custGeom>
            <a:solidFill>
              <a:srgbClr val="9CAB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1" name="object 2271"/>
            <p:cNvSpPr/>
            <p:nvPr/>
          </p:nvSpPr>
          <p:spPr>
            <a:xfrm>
              <a:off x="6833870" y="4913630"/>
              <a:ext cx="3810" cy="55880"/>
            </a:xfrm>
            <a:custGeom>
              <a:avLst/>
              <a:gdLst/>
              <a:ahLst/>
              <a:cxnLst/>
              <a:rect l="l" t="t" r="r" b="b"/>
              <a:pathLst>
                <a:path w="3809" h="55879">
                  <a:moveTo>
                    <a:pt x="380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09" h="55879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09" h="55879">
                  <a:moveTo>
                    <a:pt x="380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0160"/>
                  </a:lnTo>
                  <a:close/>
                </a:path>
                <a:path w="3809" h="55879">
                  <a:moveTo>
                    <a:pt x="3809" y="16510"/>
                  </a:moveTo>
                  <a:lnTo>
                    <a:pt x="0" y="16510"/>
                  </a:lnTo>
                  <a:lnTo>
                    <a:pt x="0" y="21590"/>
                  </a:lnTo>
                  <a:lnTo>
                    <a:pt x="3809" y="21590"/>
                  </a:lnTo>
                  <a:lnTo>
                    <a:pt x="3809" y="16510"/>
                  </a:lnTo>
                  <a:close/>
                </a:path>
                <a:path w="3809" h="55879">
                  <a:moveTo>
                    <a:pt x="3809" y="21590"/>
                  </a:moveTo>
                  <a:lnTo>
                    <a:pt x="0" y="21590"/>
                  </a:lnTo>
                  <a:lnTo>
                    <a:pt x="0" y="29210"/>
                  </a:lnTo>
                  <a:lnTo>
                    <a:pt x="3809" y="29210"/>
                  </a:lnTo>
                  <a:lnTo>
                    <a:pt x="3809" y="21590"/>
                  </a:lnTo>
                  <a:close/>
                </a:path>
                <a:path w="3809" h="55879">
                  <a:moveTo>
                    <a:pt x="3809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29210"/>
                  </a:lnTo>
                  <a:close/>
                </a:path>
                <a:path w="3809" h="55879">
                  <a:moveTo>
                    <a:pt x="3809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35560"/>
                  </a:lnTo>
                  <a:close/>
                </a:path>
                <a:path w="3809" h="55879">
                  <a:moveTo>
                    <a:pt x="3809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3809" y="48260"/>
                  </a:lnTo>
                  <a:lnTo>
                    <a:pt x="3809" y="41910"/>
                  </a:lnTo>
                  <a:close/>
                </a:path>
                <a:path w="3809" h="55879">
                  <a:moveTo>
                    <a:pt x="3809" y="48260"/>
                  </a:moveTo>
                  <a:lnTo>
                    <a:pt x="0" y="48260"/>
                  </a:lnTo>
                  <a:lnTo>
                    <a:pt x="0" y="54610"/>
                  </a:lnTo>
                  <a:lnTo>
                    <a:pt x="3809" y="54610"/>
                  </a:lnTo>
                  <a:lnTo>
                    <a:pt x="3809" y="48260"/>
                  </a:lnTo>
                  <a:close/>
                </a:path>
                <a:path w="3809" h="55879">
                  <a:moveTo>
                    <a:pt x="3809" y="54610"/>
                  </a:moveTo>
                  <a:lnTo>
                    <a:pt x="1270" y="54610"/>
                  </a:lnTo>
                  <a:lnTo>
                    <a:pt x="1270" y="55880"/>
                  </a:lnTo>
                  <a:lnTo>
                    <a:pt x="3809" y="55880"/>
                  </a:lnTo>
                  <a:lnTo>
                    <a:pt x="3809" y="54610"/>
                  </a:lnTo>
                  <a:close/>
                </a:path>
              </a:pathLst>
            </a:custGeom>
            <a:solidFill>
              <a:srgbClr val="99A8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2" name="object 2272"/>
            <p:cNvSpPr/>
            <p:nvPr/>
          </p:nvSpPr>
          <p:spPr>
            <a:xfrm>
              <a:off x="6837680" y="4912359"/>
              <a:ext cx="3810" cy="57150"/>
            </a:xfrm>
            <a:custGeom>
              <a:avLst/>
              <a:gdLst/>
              <a:ahLst/>
              <a:cxnLst/>
              <a:rect l="l" t="t" r="r" b="b"/>
              <a:pathLst>
                <a:path w="3809" h="57150">
                  <a:moveTo>
                    <a:pt x="3810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0" y="1269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09" h="57150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09" h="57150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09" h="57150">
                  <a:moveTo>
                    <a:pt x="3810" y="17780"/>
                  </a:moveTo>
                  <a:lnTo>
                    <a:pt x="0" y="1778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7780"/>
                  </a:lnTo>
                  <a:close/>
                </a:path>
                <a:path w="3809" h="57150">
                  <a:moveTo>
                    <a:pt x="3810" y="22860"/>
                  </a:moveTo>
                  <a:lnTo>
                    <a:pt x="0" y="22860"/>
                  </a:lnTo>
                  <a:lnTo>
                    <a:pt x="0" y="30479"/>
                  </a:lnTo>
                  <a:lnTo>
                    <a:pt x="3810" y="30479"/>
                  </a:lnTo>
                  <a:lnTo>
                    <a:pt x="3810" y="22860"/>
                  </a:lnTo>
                  <a:close/>
                </a:path>
                <a:path w="3809" h="57150">
                  <a:moveTo>
                    <a:pt x="3810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30480"/>
                  </a:lnTo>
                  <a:close/>
                </a:path>
                <a:path w="3809" h="57150">
                  <a:moveTo>
                    <a:pt x="381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36830"/>
                  </a:lnTo>
                  <a:close/>
                </a:path>
                <a:path w="3809" h="57150">
                  <a:moveTo>
                    <a:pt x="3810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3180"/>
                  </a:lnTo>
                  <a:close/>
                </a:path>
                <a:path w="3809" h="57150">
                  <a:moveTo>
                    <a:pt x="3810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49530"/>
                  </a:lnTo>
                  <a:close/>
                </a:path>
                <a:path w="3809" h="57150">
                  <a:moveTo>
                    <a:pt x="3810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3810" y="57150"/>
                  </a:lnTo>
                  <a:lnTo>
                    <a:pt x="3810" y="55880"/>
                  </a:lnTo>
                  <a:close/>
                </a:path>
              </a:pathLst>
            </a:custGeom>
            <a:solidFill>
              <a:srgbClr val="96A6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3" name="object 2273"/>
            <p:cNvSpPr/>
            <p:nvPr/>
          </p:nvSpPr>
          <p:spPr>
            <a:xfrm>
              <a:off x="6841490" y="4912359"/>
              <a:ext cx="3810" cy="57150"/>
            </a:xfrm>
            <a:custGeom>
              <a:avLst/>
              <a:gdLst/>
              <a:ahLst/>
              <a:cxnLst/>
              <a:rect l="l" t="t" r="r" b="b"/>
              <a:pathLst>
                <a:path w="3809" h="57150">
                  <a:moveTo>
                    <a:pt x="380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0"/>
                  </a:lnTo>
                  <a:close/>
                </a:path>
                <a:path w="3809" h="57150">
                  <a:moveTo>
                    <a:pt x="380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5080"/>
                  </a:lnTo>
                  <a:close/>
                </a:path>
                <a:path w="3809" h="57150">
                  <a:moveTo>
                    <a:pt x="380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1430"/>
                  </a:lnTo>
                  <a:close/>
                </a:path>
                <a:path w="3809" h="57150">
                  <a:moveTo>
                    <a:pt x="3809" y="17780"/>
                  </a:moveTo>
                  <a:lnTo>
                    <a:pt x="0" y="17780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17780"/>
                  </a:lnTo>
                  <a:close/>
                </a:path>
                <a:path w="3809" h="57150">
                  <a:moveTo>
                    <a:pt x="3809" y="22860"/>
                  </a:moveTo>
                  <a:lnTo>
                    <a:pt x="0" y="22860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22860"/>
                  </a:lnTo>
                  <a:close/>
                </a:path>
                <a:path w="3809" h="57150">
                  <a:moveTo>
                    <a:pt x="3809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0480"/>
                  </a:lnTo>
                  <a:close/>
                </a:path>
                <a:path w="3809" h="57150">
                  <a:moveTo>
                    <a:pt x="3809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36830"/>
                  </a:lnTo>
                  <a:close/>
                </a:path>
                <a:path w="3809" h="57150">
                  <a:moveTo>
                    <a:pt x="3809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3180"/>
                  </a:lnTo>
                  <a:close/>
                </a:path>
                <a:path w="3809" h="57150">
                  <a:moveTo>
                    <a:pt x="3809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49530"/>
                  </a:lnTo>
                  <a:close/>
                </a:path>
                <a:path w="3809" h="57150">
                  <a:moveTo>
                    <a:pt x="3809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3809" y="57150"/>
                  </a:lnTo>
                  <a:lnTo>
                    <a:pt x="3809" y="55880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4" name="object 2274"/>
            <p:cNvSpPr/>
            <p:nvPr/>
          </p:nvSpPr>
          <p:spPr>
            <a:xfrm>
              <a:off x="6845300" y="49110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89">
                  <a:moveTo>
                    <a:pt x="3809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0" y="126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0"/>
                  </a:lnTo>
                  <a:close/>
                </a:path>
                <a:path w="3809" h="59689">
                  <a:moveTo>
                    <a:pt x="380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6349"/>
                  </a:lnTo>
                  <a:close/>
                </a:path>
                <a:path w="3809" h="59689">
                  <a:moveTo>
                    <a:pt x="380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2699"/>
                  </a:lnTo>
                  <a:close/>
                </a:path>
                <a:path w="3809" h="59689">
                  <a:moveTo>
                    <a:pt x="3809" y="19049"/>
                  </a:moveTo>
                  <a:lnTo>
                    <a:pt x="0" y="19049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19049"/>
                  </a:lnTo>
                  <a:close/>
                </a:path>
                <a:path w="3809" h="59689">
                  <a:moveTo>
                    <a:pt x="3809" y="24129"/>
                  </a:moveTo>
                  <a:lnTo>
                    <a:pt x="0" y="2412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4129"/>
                  </a:lnTo>
                  <a:close/>
                </a:path>
                <a:path w="3809" h="59689">
                  <a:moveTo>
                    <a:pt x="3809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1749"/>
                  </a:lnTo>
                  <a:close/>
                </a:path>
                <a:path w="3809" h="59689">
                  <a:moveTo>
                    <a:pt x="3809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38099"/>
                  </a:lnTo>
                  <a:close/>
                </a:path>
                <a:path w="3809" h="59689">
                  <a:moveTo>
                    <a:pt x="3809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4449"/>
                  </a:lnTo>
                  <a:close/>
                </a:path>
                <a:path w="3809" h="59689">
                  <a:moveTo>
                    <a:pt x="3809" y="50799"/>
                  </a:moveTo>
                  <a:lnTo>
                    <a:pt x="0" y="5079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0799"/>
                  </a:lnTo>
                  <a:close/>
                </a:path>
                <a:path w="3809" h="59689">
                  <a:moveTo>
                    <a:pt x="3809" y="57149"/>
                  </a:moveTo>
                  <a:lnTo>
                    <a:pt x="0" y="57149"/>
                  </a:lnTo>
                  <a:lnTo>
                    <a:pt x="0" y="58419"/>
                  </a:lnTo>
                  <a:lnTo>
                    <a:pt x="1270" y="58419"/>
                  </a:lnTo>
                  <a:lnTo>
                    <a:pt x="1270" y="59689"/>
                  </a:lnTo>
                  <a:lnTo>
                    <a:pt x="3809" y="59689"/>
                  </a:lnTo>
                  <a:lnTo>
                    <a:pt x="3809" y="57149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5" name="object 2275"/>
            <p:cNvSpPr/>
            <p:nvPr/>
          </p:nvSpPr>
          <p:spPr>
            <a:xfrm>
              <a:off x="6849110" y="4911089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254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2540" y="6349"/>
                  </a:lnTo>
                  <a:lnTo>
                    <a:pt x="2540" y="0"/>
                  </a:lnTo>
                  <a:close/>
                </a:path>
                <a:path w="2540" h="59689">
                  <a:moveTo>
                    <a:pt x="254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2540" y="12699"/>
                  </a:lnTo>
                  <a:lnTo>
                    <a:pt x="2540" y="6349"/>
                  </a:lnTo>
                  <a:close/>
                </a:path>
                <a:path w="2540" h="59689">
                  <a:moveTo>
                    <a:pt x="254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2540" y="19049"/>
                  </a:lnTo>
                  <a:lnTo>
                    <a:pt x="2540" y="12699"/>
                  </a:lnTo>
                  <a:close/>
                </a:path>
                <a:path w="2540" h="59689">
                  <a:moveTo>
                    <a:pt x="2540" y="19049"/>
                  </a:moveTo>
                  <a:lnTo>
                    <a:pt x="0" y="19049"/>
                  </a:lnTo>
                  <a:lnTo>
                    <a:pt x="0" y="24129"/>
                  </a:lnTo>
                  <a:lnTo>
                    <a:pt x="2540" y="24129"/>
                  </a:lnTo>
                  <a:lnTo>
                    <a:pt x="2540" y="19049"/>
                  </a:lnTo>
                  <a:close/>
                </a:path>
                <a:path w="2540" h="59689">
                  <a:moveTo>
                    <a:pt x="2540" y="24129"/>
                  </a:moveTo>
                  <a:lnTo>
                    <a:pt x="0" y="24129"/>
                  </a:lnTo>
                  <a:lnTo>
                    <a:pt x="0" y="31749"/>
                  </a:lnTo>
                  <a:lnTo>
                    <a:pt x="2540" y="31749"/>
                  </a:lnTo>
                  <a:lnTo>
                    <a:pt x="2540" y="24129"/>
                  </a:lnTo>
                  <a:close/>
                </a:path>
                <a:path w="2540" h="59689">
                  <a:moveTo>
                    <a:pt x="2540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2540" y="38099"/>
                  </a:lnTo>
                  <a:lnTo>
                    <a:pt x="2540" y="31749"/>
                  </a:lnTo>
                  <a:close/>
                </a:path>
                <a:path w="2540" h="59689">
                  <a:moveTo>
                    <a:pt x="2540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2540" y="44449"/>
                  </a:lnTo>
                  <a:lnTo>
                    <a:pt x="2540" y="38099"/>
                  </a:lnTo>
                  <a:close/>
                </a:path>
                <a:path w="2540" h="59689">
                  <a:moveTo>
                    <a:pt x="2540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2540" y="50799"/>
                  </a:lnTo>
                  <a:lnTo>
                    <a:pt x="2540" y="44449"/>
                  </a:lnTo>
                  <a:close/>
                </a:path>
                <a:path w="2540" h="59689">
                  <a:moveTo>
                    <a:pt x="2540" y="50799"/>
                  </a:moveTo>
                  <a:lnTo>
                    <a:pt x="0" y="50799"/>
                  </a:lnTo>
                  <a:lnTo>
                    <a:pt x="0" y="57149"/>
                  </a:lnTo>
                  <a:lnTo>
                    <a:pt x="2540" y="57149"/>
                  </a:lnTo>
                  <a:lnTo>
                    <a:pt x="2540" y="50799"/>
                  </a:lnTo>
                  <a:close/>
                </a:path>
                <a:path w="2540" h="59689">
                  <a:moveTo>
                    <a:pt x="2540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2540" y="59689"/>
                  </a:lnTo>
                  <a:lnTo>
                    <a:pt x="2540" y="57149"/>
                  </a:lnTo>
                  <a:close/>
                </a:path>
              </a:pathLst>
            </a:custGeom>
            <a:solidFill>
              <a:srgbClr val="8E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6" name="object 2276"/>
            <p:cNvSpPr/>
            <p:nvPr/>
          </p:nvSpPr>
          <p:spPr>
            <a:xfrm>
              <a:off x="6851650" y="4911089"/>
              <a:ext cx="5080" cy="59690"/>
            </a:xfrm>
            <a:custGeom>
              <a:avLst/>
              <a:gdLst/>
              <a:ahLst/>
              <a:cxnLst/>
              <a:rect l="l" t="t" r="r" b="b"/>
              <a:pathLst>
                <a:path w="5079" h="59689">
                  <a:moveTo>
                    <a:pt x="507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5079" y="6349"/>
                  </a:lnTo>
                  <a:lnTo>
                    <a:pt x="5079" y="0"/>
                  </a:lnTo>
                  <a:close/>
                </a:path>
                <a:path w="5079" h="59689">
                  <a:moveTo>
                    <a:pt x="507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5079" y="12699"/>
                  </a:lnTo>
                  <a:lnTo>
                    <a:pt x="5079" y="6349"/>
                  </a:lnTo>
                  <a:close/>
                </a:path>
                <a:path w="5079" h="59689">
                  <a:moveTo>
                    <a:pt x="507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5079" y="19049"/>
                  </a:lnTo>
                  <a:lnTo>
                    <a:pt x="5079" y="12699"/>
                  </a:lnTo>
                  <a:close/>
                </a:path>
                <a:path w="5079" h="59689">
                  <a:moveTo>
                    <a:pt x="5079" y="19049"/>
                  </a:moveTo>
                  <a:lnTo>
                    <a:pt x="0" y="19049"/>
                  </a:lnTo>
                  <a:lnTo>
                    <a:pt x="0" y="24129"/>
                  </a:lnTo>
                  <a:lnTo>
                    <a:pt x="5079" y="24129"/>
                  </a:lnTo>
                  <a:lnTo>
                    <a:pt x="5079" y="19049"/>
                  </a:lnTo>
                  <a:close/>
                </a:path>
                <a:path w="5079" h="59689">
                  <a:moveTo>
                    <a:pt x="5079" y="24129"/>
                  </a:moveTo>
                  <a:lnTo>
                    <a:pt x="0" y="24129"/>
                  </a:lnTo>
                  <a:lnTo>
                    <a:pt x="0" y="31749"/>
                  </a:lnTo>
                  <a:lnTo>
                    <a:pt x="5079" y="31749"/>
                  </a:lnTo>
                  <a:lnTo>
                    <a:pt x="5079" y="24129"/>
                  </a:lnTo>
                  <a:close/>
                </a:path>
                <a:path w="5079" h="59689">
                  <a:moveTo>
                    <a:pt x="5079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5079" y="38099"/>
                  </a:lnTo>
                  <a:lnTo>
                    <a:pt x="5079" y="31749"/>
                  </a:lnTo>
                  <a:close/>
                </a:path>
                <a:path w="5079" h="59689">
                  <a:moveTo>
                    <a:pt x="5079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5079" y="44449"/>
                  </a:lnTo>
                  <a:lnTo>
                    <a:pt x="5079" y="38099"/>
                  </a:lnTo>
                  <a:close/>
                </a:path>
                <a:path w="5079" h="59689">
                  <a:moveTo>
                    <a:pt x="5079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5079" y="50799"/>
                  </a:lnTo>
                  <a:lnTo>
                    <a:pt x="5079" y="44449"/>
                  </a:lnTo>
                  <a:close/>
                </a:path>
                <a:path w="5079" h="59689">
                  <a:moveTo>
                    <a:pt x="5079" y="50799"/>
                  </a:moveTo>
                  <a:lnTo>
                    <a:pt x="0" y="50799"/>
                  </a:lnTo>
                  <a:lnTo>
                    <a:pt x="0" y="57149"/>
                  </a:lnTo>
                  <a:lnTo>
                    <a:pt x="5079" y="57149"/>
                  </a:lnTo>
                  <a:lnTo>
                    <a:pt x="5079" y="50799"/>
                  </a:lnTo>
                  <a:close/>
                </a:path>
                <a:path w="5079" h="59689">
                  <a:moveTo>
                    <a:pt x="5079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5079" y="59689"/>
                  </a:lnTo>
                  <a:lnTo>
                    <a:pt x="5079" y="57149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7" name="object 2277"/>
            <p:cNvSpPr/>
            <p:nvPr/>
          </p:nvSpPr>
          <p:spPr>
            <a:xfrm>
              <a:off x="6856730" y="4911089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254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2540" y="6349"/>
                  </a:lnTo>
                  <a:lnTo>
                    <a:pt x="2540" y="0"/>
                  </a:lnTo>
                  <a:close/>
                </a:path>
                <a:path w="2540" h="59689">
                  <a:moveTo>
                    <a:pt x="254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2540" y="12699"/>
                  </a:lnTo>
                  <a:lnTo>
                    <a:pt x="2540" y="6349"/>
                  </a:lnTo>
                  <a:close/>
                </a:path>
                <a:path w="2540" h="59689">
                  <a:moveTo>
                    <a:pt x="254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2540" y="19049"/>
                  </a:lnTo>
                  <a:lnTo>
                    <a:pt x="2540" y="12699"/>
                  </a:lnTo>
                  <a:close/>
                </a:path>
                <a:path w="2540" h="59689">
                  <a:moveTo>
                    <a:pt x="2540" y="19049"/>
                  </a:moveTo>
                  <a:lnTo>
                    <a:pt x="0" y="19049"/>
                  </a:lnTo>
                  <a:lnTo>
                    <a:pt x="0" y="24129"/>
                  </a:lnTo>
                  <a:lnTo>
                    <a:pt x="2540" y="24129"/>
                  </a:lnTo>
                  <a:lnTo>
                    <a:pt x="2540" y="19049"/>
                  </a:lnTo>
                  <a:close/>
                </a:path>
                <a:path w="2540" h="59689">
                  <a:moveTo>
                    <a:pt x="2540" y="24129"/>
                  </a:moveTo>
                  <a:lnTo>
                    <a:pt x="0" y="24129"/>
                  </a:lnTo>
                  <a:lnTo>
                    <a:pt x="0" y="31749"/>
                  </a:lnTo>
                  <a:lnTo>
                    <a:pt x="2540" y="31749"/>
                  </a:lnTo>
                  <a:lnTo>
                    <a:pt x="2540" y="24129"/>
                  </a:lnTo>
                  <a:close/>
                </a:path>
                <a:path w="2540" h="59689">
                  <a:moveTo>
                    <a:pt x="2540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2540" y="38099"/>
                  </a:lnTo>
                  <a:lnTo>
                    <a:pt x="2540" y="31749"/>
                  </a:lnTo>
                  <a:close/>
                </a:path>
                <a:path w="2540" h="59689">
                  <a:moveTo>
                    <a:pt x="2540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2540" y="44449"/>
                  </a:lnTo>
                  <a:lnTo>
                    <a:pt x="2540" y="38099"/>
                  </a:lnTo>
                  <a:close/>
                </a:path>
                <a:path w="2540" h="59689">
                  <a:moveTo>
                    <a:pt x="2540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2540" y="50799"/>
                  </a:lnTo>
                  <a:lnTo>
                    <a:pt x="2540" y="44449"/>
                  </a:lnTo>
                  <a:close/>
                </a:path>
                <a:path w="2540" h="59689">
                  <a:moveTo>
                    <a:pt x="2540" y="50799"/>
                  </a:moveTo>
                  <a:lnTo>
                    <a:pt x="0" y="50799"/>
                  </a:lnTo>
                  <a:lnTo>
                    <a:pt x="0" y="57149"/>
                  </a:lnTo>
                  <a:lnTo>
                    <a:pt x="2540" y="57149"/>
                  </a:lnTo>
                  <a:lnTo>
                    <a:pt x="2540" y="50799"/>
                  </a:lnTo>
                  <a:close/>
                </a:path>
                <a:path w="2540" h="59689">
                  <a:moveTo>
                    <a:pt x="2540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2540" y="59689"/>
                  </a:lnTo>
                  <a:lnTo>
                    <a:pt x="2540" y="57149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8" name="object 2278"/>
            <p:cNvSpPr/>
            <p:nvPr/>
          </p:nvSpPr>
          <p:spPr>
            <a:xfrm>
              <a:off x="6859270" y="49110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89">
                  <a:moveTo>
                    <a:pt x="380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0"/>
                  </a:lnTo>
                  <a:close/>
                </a:path>
                <a:path w="3809" h="59689">
                  <a:moveTo>
                    <a:pt x="380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6349"/>
                  </a:lnTo>
                  <a:close/>
                </a:path>
                <a:path w="3809" h="59689">
                  <a:moveTo>
                    <a:pt x="380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2699"/>
                  </a:lnTo>
                  <a:close/>
                </a:path>
                <a:path w="3809" h="59689">
                  <a:moveTo>
                    <a:pt x="3809" y="19049"/>
                  </a:moveTo>
                  <a:lnTo>
                    <a:pt x="0" y="19049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19049"/>
                  </a:lnTo>
                  <a:close/>
                </a:path>
                <a:path w="3809" h="59689">
                  <a:moveTo>
                    <a:pt x="3809" y="24129"/>
                  </a:moveTo>
                  <a:lnTo>
                    <a:pt x="0" y="2412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4129"/>
                  </a:lnTo>
                  <a:close/>
                </a:path>
                <a:path w="3809" h="59689">
                  <a:moveTo>
                    <a:pt x="3809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1749"/>
                  </a:lnTo>
                  <a:close/>
                </a:path>
                <a:path w="3809" h="59689">
                  <a:moveTo>
                    <a:pt x="3809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38099"/>
                  </a:lnTo>
                  <a:close/>
                </a:path>
                <a:path w="3809" h="59689">
                  <a:moveTo>
                    <a:pt x="3809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4449"/>
                  </a:lnTo>
                  <a:close/>
                </a:path>
                <a:path w="3809" h="59689">
                  <a:moveTo>
                    <a:pt x="3809" y="50799"/>
                  </a:moveTo>
                  <a:lnTo>
                    <a:pt x="0" y="5079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0799"/>
                  </a:lnTo>
                  <a:close/>
                </a:path>
                <a:path w="3809" h="59689">
                  <a:moveTo>
                    <a:pt x="3809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7149"/>
                  </a:lnTo>
                  <a:close/>
                </a:path>
              </a:pathLst>
            </a:custGeom>
            <a:solidFill>
              <a:srgbClr val="8799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9" name="object 2279"/>
            <p:cNvSpPr/>
            <p:nvPr/>
          </p:nvSpPr>
          <p:spPr>
            <a:xfrm>
              <a:off x="6863080" y="49110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89">
                  <a:moveTo>
                    <a:pt x="381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0"/>
                  </a:lnTo>
                  <a:close/>
                </a:path>
                <a:path w="3809" h="59689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09" h="59689">
                  <a:moveTo>
                    <a:pt x="381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2699"/>
                  </a:lnTo>
                  <a:close/>
                </a:path>
                <a:path w="3809" h="59689">
                  <a:moveTo>
                    <a:pt x="3810" y="19049"/>
                  </a:moveTo>
                  <a:lnTo>
                    <a:pt x="0" y="19049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9049"/>
                  </a:lnTo>
                  <a:close/>
                </a:path>
                <a:path w="3809" h="59689">
                  <a:moveTo>
                    <a:pt x="3810" y="24129"/>
                  </a:moveTo>
                  <a:lnTo>
                    <a:pt x="0" y="2412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4129"/>
                  </a:lnTo>
                  <a:close/>
                </a:path>
                <a:path w="3809" h="59689">
                  <a:moveTo>
                    <a:pt x="3810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1749"/>
                  </a:lnTo>
                  <a:close/>
                </a:path>
                <a:path w="3809" h="59689">
                  <a:moveTo>
                    <a:pt x="3810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38099"/>
                  </a:lnTo>
                  <a:close/>
                </a:path>
                <a:path w="3809" h="59689">
                  <a:moveTo>
                    <a:pt x="3810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4449"/>
                  </a:lnTo>
                  <a:close/>
                </a:path>
                <a:path w="3809" h="59689">
                  <a:moveTo>
                    <a:pt x="3810" y="50799"/>
                  </a:moveTo>
                  <a:lnTo>
                    <a:pt x="0" y="5079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0799"/>
                  </a:lnTo>
                  <a:close/>
                </a:path>
                <a:path w="3809" h="59689">
                  <a:moveTo>
                    <a:pt x="3810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7149"/>
                  </a:lnTo>
                  <a:close/>
                </a:path>
              </a:pathLst>
            </a:custGeom>
            <a:solidFill>
              <a:srgbClr val="8496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0" name="object 2280"/>
            <p:cNvSpPr/>
            <p:nvPr/>
          </p:nvSpPr>
          <p:spPr>
            <a:xfrm>
              <a:off x="6866890" y="49110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89">
                  <a:moveTo>
                    <a:pt x="380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0"/>
                  </a:lnTo>
                  <a:close/>
                </a:path>
                <a:path w="3809" h="59689">
                  <a:moveTo>
                    <a:pt x="380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6349"/>
                  </a:lnTo>
                  <a:close/>
                </a:path>
                <a:path w="3809" h="59689">
                  <a:moveTo>
                    <a:pt x="380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2699"/>
                  </a:lnTo>
                  <a:close/>
                </a:path>
                <a:path w="3809" h="59689">
                  <a:moveTo>
                    <a:pt x="3809" y="19049"/>
                  </a:moveTo>
                  <a:lnTo>
                    <a:pt x="0" y="19049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19049"/>
                  </a:lnTo>
                  <a:close/>
                </a:path>
                <a:path w="3809" h="59689">
                  <a:moveTo>
                    <a:pt x="3809" y="24129"/>
                  </a:moveTo>
                  <a:lnTo>
                    <a:pt x="0" y="2412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4129"/>
                  </a:lnTo>
                  <a:close/>
                </a:path>
                <a:path w="3809" h="59689">
                  <a:moveTo>
                    <a:pt x="3809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1749"/>
                  </a:lnTo>
                  <a:close/>
                </a:path>
                <a:path w="3809" h="59689">
                  <a:moveTo>
                    <a:pt x="3809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38099"/>
                  </a:lnTo>
                  <a:close/>
                </a:path>
                <a:path w="3809" h="59689">
                  <a:moveTo>
                    <a:pt x="3809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4449"/>
                  </a:lnTo>
                  <a:close/>
                </a:path>
                <a:path w="3809" h="59689">
                  <a:moveTo>
                    <a:pt x="3809" y="50799"/>
                  </a:moveTo>
                  <a:lnTo>
                    <a:pt x="0" y="5079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0799"/>
                  </a:lnTo>
                  <a:close/>
                </a:path>
                <a:path w="3809" h="59689">
                  <a:moveTo>
                    <a:pt x="3809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7149"/>
                  </a:lnTo>
                  <a:close/>
                </a:path>
              </a:pathLst>
            </a:custGeom>
            <a:solidFill>
              <a:srgbClr val="819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1" name="object 2281"/>
            <p:cNvSpPr/>
            <p:nvPr/>
          </p:nvSpPr>
          <p:spPr>
            <a:xfrm>
              <a:off x="6870700" y="49098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09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09" h="62229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09" h="62229">
                  <a:moveTo>
                    <a:pt x="380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7619"/>
                  </a:lnTo>
                  <a:close/>
                </a:path>
                <a:path w="3809" h="62229">
                  <a:moveTo>
                    <a:pt x="3809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3969"/>
                  </a:lnTo>
                  <a:close/>
                </a:path>
                <a:path w="3809" h="62229">
                  <a:moveTo>
                    <a:pt x="3809" y="20319"/>
                  </a:moveTo>
                  <a:lnTo>
                    <a:pt x="0" y="2031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0319"/>
                  </a:lnTo>
                  <a:close/>
                </a:path>
                <a:path w="3809" h="62229">
                  <a:moveTo>
                    <a:pt x="3809" y="25400"/>
                  </a:moveTo>
                  <a:lnTo>
                    <a:pt x="0" y="25400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5400"/>
                  </a:lnTo>
                  <a:close/>
                </a:path>
                <a:path w="3809" h="62229">
                  <a:moveTo>
                    <a:pt x="3809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3019"/>
                  </a:lnTo>
                  <a:close/>
                </a:path>
                <a:path w="3809" h="62229">
                  <a:moveTo>
                    <a:pt x="3809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39369"/>
                  </a:lnTo>
                  <a:close/>
                </a:path>
                <a:path w="3809" h="62229">
                  <a:moveTo>
                    <a:pt x="3809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3809" y="52069"/>
                  </a:lnTo>
                  <a:lnTo>
                    <a:pt x="3809" y="45719"/>
                  </a:lnTo>
                  <a:close/>
                </a:path>
                <a:path w="3809" h="62229">
                  <a:moveTo>
                    <a:pt x="3809" y="52069"/>
                  </a:moveTo>
                  <a:lnTo>
                    <a:pt x="0" y="52069"/>
                  </a:lnTo>
                  <a:lnTo>
                    <a:pt x="0" y="58419"/>
                  </a:lnTo>
                  <a:lnTo>
                    <a:pt x="3809" y="58419"/>
                  </a:lnTo>
                  <a:lnTo>
                    <a:pt x="3809" y="52069"/>
                  </a:lnTo>
                  <a:close/>
                </a:path>
                <a:path w="3809" h="62229">
                  <a:moveTo>
                    <a:pt x="3809" y="58419"/>
                  </a:moveTo>
                  <a:lnTo>
                    <a:pt x="0" y="58419"/>
                  </a:lnTo>
                  <a:lnTo>
                    <a:pt x="0" y="60959"/>
                  </a:lnTo>
                  <a:lnTo>
                    <a:pt x="2540" y="60959"/>
                  </a:lnTo>
                  <a:lnTo>
                    <a:pt x="2540" y="62229"/>
                  </a:lnTo>
                  <a:lnTo>
                    <a:pt x="3809" y="62229"/>
                  </a:lnTo>
                  <a:lnTo>
                    <a:pt x="3809" y="58419"/>
                  </a:lnTo>
                  <a:close/>
                </a:path>
              </a:pathLst>
            </a:custGeom>
            <a:solidFill>
              <a:srgbClr val="7F92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2" name="object 2282"/>
            <p:cNvSpPr/>
            <p:nvPr/>
          </p:nvSpPr>
          <p:spPr>
            <a:xfrm>
              <a:off x="6874510" y="49098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09" h="62229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09" h="62229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09" h="62229">
                  <a:moveTo>
                    <a:pt x="3810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3969"/>
                  </a:lnTo>
                  <a:close/>
                </a:path>
                <a:path w="3809" h="62229">
                  <a:moveTo>
                    <a:pt x="3810" y="20319"/>
                  </a:moveTo>
                  <a:lnTo>
                    <a:pt x="0" y="2031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20319"/>
                  </a:lnTo>
                  <a:close/>
                </a:path>
                <a:path w="3809" h="62229">
                  <a:moveTo>
                    <a:pt x="3810" y="25400"/>
                  </a:moveTo>
                  <a:lnTo>
                    <a:pt x="0" y="25400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5400"/>
                  </a:lnTo>
                  <a:close/>
                </a:path>
                <a:path w="3809" h="62229">
                  <a:moveTo>
                    <a:pt x="3810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3019"/>
                  </a:lnTo>
                  <a:close/>
                </a:path>
                <a:path w="3809" h="62229">
                  <a:moveTo>
                    <a:pt x="3810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39369"/>
                  </a:lnTo>
                  <a:close/>
                </a:path>
                <a:path w="3809" h="62229">
                  <a:moveTo>
                    <a:pt x="3810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3810" y="52069"/>
                  </a:lnTo>
                  <a:lnTo>
                    <a:pt x="3810" y="45719"/>
                  </a:lnTo>
                  <a:close/>
                </a:path>
                <a:path w="3809" h="62229">
                  <a:moveTo>
                    <a:pt x="3810" y="52069"/>
                  </a:moveTo>
                  <a:lnTo>
                    <a:pt x="0" y="52069"/>
                  </a:lnTo>
                  <a:lnTo>
                    <a:pt x="0" y="58419"/>
                  </a:lnTo>
                  <a:lnTo>
                    <a:pt x="3810" y="58419"/>
                  </a:lnTo>
                  <a:lnTo>
                    <a:pt x="3810" y="52069"/>
                  </a:lnTo>
                  <a:close/>
                </a:path>
                <a:path w="3809" h="62229">
                  <a:moveTo>
                    <a:pt x="3810" y="58419"/>
                  </a:moveTo>
                  <a:lnTo>
                    <a:pt x="0" y="58419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8419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3" name="object 2283"/>
            <p:cNvSpPr/>
            <p:nvPr/>
          </p:nvSpPr>
          <p:spPr>
            <a:xfrm>
              <a:off x="6878320" y="4909820"/>
              <a:ext cx="2540" cy="62230"/>
            </a:xfrm>
            <a:custGeom>
              <a:avLst/>
              <a:gdLst/>
              <a:ahLst/>
              <a:cxnLst/>
              <a:rect l="l" t="t" r="r" b="b"/>
              <a:pathLst>
                <a:path w="2540" h="62229">
                  <a:moveTo>
                    <a:pt x="253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  <a:path w="2540" h="62229">
                  <a:moveTo>
                    <a:pt x="253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2539" y="7619"/>
                  </a:lnTo>
                  <a:lnTo>
                    <a:pt x="2539" y="1269"/>
                  </a:lnTo>
                  <a:close/>
                </a:path>
                <a:path w="2540" h="62229">
                  <a:moveTo>
                    <a:pt x="253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2539" y="13969"/>
                  </a:lnTo>
                  <a:lnTo>
                    <a:pt x="2539" y="7619"/>
                  </a:lnTo>
                  <a:close/>
                </a:path>
                <a:path w="2540" h="62229">
                  <a:moveTo>
                    <a:pt x="2539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2539" y="20319"/>
                  </a:lnTo>
                  <a:lnTo>
                    <a:pt x="2539" y="13969"/>
                  </a:lnTo>
                  <a:close/>
                </a:path>
                <a:path w="2540" h="62229">
                  <a:moveTo>
                    <a:pt x="2539" y="20319"/>
                  </a:moveTo>
                  <a:lnTo>
                    <a:pt x="0" y="20319"/>
                  </a:lnTo>
                  <a:lnTo>
                    <a:pt x="0" y="25399"/>
                  </a:lnTo>
                  <a:lnTo>
                    <a:pt x="2539" y="25399"/>
                  </a:lnTo>
                  <a:lnTo>
                    <a:pt x="2539" y="20319"/>
                  </a:lnTo>
                  <a:close/>
                </a:path>
                <a:path w="2540" h="62229">
                  <a:moveTo>
                    <a:pt x="2539" y="25400"/>
                  </a:moveTo>
                  <a:lnTo>
                    <a:pt x="0" y="25400"/>
                  </a:lnTo>
                  <a:lnTo>
                    <a:pt x="0" y="33019"/>
                  </a:lnTo>
                  <a:lnTo>
                    <a:pt x="2539" y="33019"/>
                  </a:lnTo>
                  <a:lnTo>
                    <a:pt x="2539" y="25400"/>
                  </a:lnTo>
                  <a:close/>
                </a:path>
                <a:path w="2540" h="62229">
                  <a:moveTo>
                    <a:pt x="2539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2539" y="39369"/>
                  </a:lnTo>
                  <a:lnTo>
                    <a:pt x="2539" y="33019"/>
                  </a:lnTo>
                  <a:close/>
                </a:path>
                <a:path w="2540" h="62229">
                  <a:moveTo>
                    <a:pt x="2539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2539" y="45719"/>
                  </a:lnTo>
                  <a:lnTo>
                    <a:pt x="2539" y="39369"/>
                  </a:lnTo>
                  <a:close/>
                </a:path>
                <a:path w="2540" h="62229">
                  <a:moveTo>
                    <a:pt x="2539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2539" y="52069"/>
                  </a:lnTo>
                  <a:lnTo>
                    <a:pt x="2539" y="45719"/>
                  </a:lnTo>
                  <a:close/>
                </a:path>
                <a:path w="2540" h="62229">
                  <a:moveTo>
                    <a:pt x="2539" y="52069"/>
                  </a:moveTo>
                  <a:lnTo>
                    <a:pt x="0" y="52069"/>
                  </a:lnTo>
                  <a:lnTo>
                    <a:pt x="0" y="58419"/>
                  </a:lnTo>
                  <a:lnTo>
                    <a:pt x="2539" y="58419"/>
                  </a:lnTo>
                  <a:lnTo>
                    <a:pt x="2539" y="52069"/>
                  </a:lnTo>
                  <a:close/>
                </a:path>
                <a:path w="2540" h="62229">
                  <a:moveTo>
                    <a:pt x="2539" y="58419"/>
                  </a:moveTo>
                  <a:lnTo>
                    <a:pt x="0" y="58419"/>
                  </a:lnTo>
                  <a:lnTo>
                    <a:pt x="0" y="62229"/>
                  </a:lnTo>
                  <a:lnTo>
                    <a:pt x="2539" y="62229"/>
                  </a:lnTo>
                  <a:lnTo>
                    <a:pt x="2539" y="58419"/>
                  </a:lnTo>
                  <a:close/>
                </a:path>
              </a:pathLst>
            </a:custGeom>
            <a:solidFill>
              <a:srgbClr val="79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4" name="object 2284"/>
            <p:cNvSpPr/>
            <p:nvPr/>
          </p:nvSpPr>
          <p:spPr>
            <a:xfrm>
              <a:off x="6880860" y="49098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09" h="62229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09" h="62229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09" h="62229">
                  <a:moveTo>
                    <a:pt x="3810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3969"/>
                  </a:lnTo>
                  <a:close/>
                </a:path>
                <a:path w="3809" h="62229">
                  <a:moveTo>
                    <a:pt x="3810" y="20319"/>
                  </a:moveTo>
                  <a:lnTo>
                    <a:pt x="0" y="2031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20319"/>
                  </a:lnTo>
                  <a:close/>
                </a:path>
                <a:path w="3809" h="62229">
                  <a:moveTo>
                    <a:pt x="3810" y="25400"/>
                  </a:moveTo>
                  <a:lnTo>
                    <a:pt x="0" y="25400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5400"/>
                  </a:lnTo>
                  <a:close/>
                </a:path>
                <a:path w="3809" h="62229">
                  <a:moveTo>
                    <a:pt x="3810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3019"/>
                  </a:lnTo>
                  <a:close/>
                </a:path>
                <a:path w="3809" h="62229">
                  <a:moveTo>
                    <a:pt x="3810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39369"/>
                  </a:lnTo>
                  <a:close/>
                </a:path>
                <a:path w="3809" h="62229">
                  <a:moveTo>
                    <a:pt x="3810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3810" y="52069"/>
                  </a:lnTo>
                  <a:lnTo>
                    <a:pt x="3810" y="45719"/>
                  </a:lnTo>
                  <a:close/>
                </a:path>
                <a:path w="3809" h="62229">
                  <a:moveTo>
                    <a:pt x="3810" y="52069"/>
                  </a:moveTo>
                  <a:lnTo>
                    <a:pt x="0" y="52069"/>
                  </a:lnTo>
                  <a:lnTo>
                    <a:pt x="0" y="58419"/>
                  </a:lnTo>
                  <a:lnTo>
                    <a:pt x="3810" y="58419"/>
                  </a:lnTo>
                  <a:lnTo>
                    <a:pt x="3810" y="52069"/>
                  </a:lnTo>
                  <a:close/>
                </a:path>
                <a:path w="3809" h="62229">
                  <a:moveTo>
                    <a:pt x="3810" y="58419"/>
                  </a:moveTo>
                  <a:lnTo>
                    <a:pt x="0" y="58419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8419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5" name="object 2285"/>
            <p:cNvSpPr/>
            <p:nvPr/>
          </p:nvSpPr>
          <p:spPr>
            <a:xfrm>
              <a:off x="6884670" y="49098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0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09" h="62229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09" h="62229">
                  <a:moveTo>
                    <a:pt x="380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7619"/>
                  </a:lnTo>
                  <a:close/>
                </a:path>
                <a:path w="3809" h="62229">
                  <a:moveTo>
                    <a:pt x="3809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3969"/>
                  </a:lnTo>
                  <a:close/>
                </a:path>
                <a:path w="3809" h="62229">
                  <a:moveTo>
                    <a:pt x="3809" y="20319"/>
                  </a:moveTo>
                  <a:lnTo>
                    <a:pt x="0" y="2031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0319"/>
                  </a:lnTo>
                  <a:close/>
                </a:path>
                <a:path w="3809" h="62229">
                  <a:moveTo>
                    <a:pt x="3809" y="25400"/>
                  </a:moveTo>
                  <a:lnTo>
                    <a:pt x="0" y="25400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5400"/>
                  </a:lnTo>
                  <a:close/>
                </a:path>
                <a:path w="3809" h="62229">
                  <a:moveTo>
                    <a:pt x="3809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3019"/>
                  </a:lnTo>
                  <a:close/>
                </a:path>
                <a:path w="3809" h="62229">
                  <a:moveTo>
                    <a:pt x="3809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39369"/>
                  </a:lnTo>
                  <a:close/>
                </a:path>
                <a:path w="3809" h="62229">
                  <a:moveTo>
                    <a:pt x="3809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3809" y="52069"/>
                  </a:lnTo>
                  <a:lnTo>
                    <a:pt x="3809" y="45719"/>
                  </a:lnTo>
                  <a:close/>
                </a:path>
                <a:path w="3809" h="62229">
                  <a:moveTo>
                    <a:pt x="3809" y="52069"/>
                  </a:moveTo>
                  <a:lnTo>
                    <a:pt x="0" y="52069"/>
                  </a:lnTo>
                  <a:lnTo>
                    <a:pt x="0" y="58419"/>
                  </a:lnTo>
                  <a:lnTo>
                    <a:pt x="3809" y="58419"/>
                  </a:lnTo>
                  <a:lnTo>
                    <a:pt x="3809" y="52069"/>
                  </a:lnTo>
                  <a:close/>
                </a:path>
                <a:path w="3809" h="62229">
                  <a:moveTo>
                    <a:pt x="3809" y="58419"/>
                  </a:moveTo>
                  <a:lnTo>
                    <a:pt x="0" y="58419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8419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6" name="object 2286"/>
            <p:cNvSpPr/>
            <p:nvPr/>
          </p:nvSpPr>
          <p:spPr>
            <a:xfrm>
              <a:off x="6888480" y="49098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09" h="62229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09" h="62229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09" h="62229">
                  <a:moveTo>
                    <a:pt x="3810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3969"/>
                  </a:lnTo>
                  <a:close/>
                </a:path>
                <a:path w="3809" h="62229">
                  <a:moveTo>
                    <a:pt x="3810" y="20319"/>
                  </a:moveTo>
                  <a:lnTo>
                    <a:pt x="0" y="2031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20319"/>
                  </a:lnTo>
                  <a:close/>
                </a:path>
                <a:path w="3809" h="62229">
                  <a:moveTo>
                    <a:pt x="3810" y="25400"/>
                  </a:moveTo>
                  <a:lnTo>
                    <a:pt x="0" y="25400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5400"/>
                  </a:lnTo>
                  <a:close/>
                </a:path>
                <a:path w="3809" h="62229">
                  <a:moveTo>
                    <a:pt x="3810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3019"/>
                  </a:lnTo>
                  <a:close/>
                </a:path>
                <a:path w="3809" h="62229">
                  <a:moveTo>
                    <a:pt x="3810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39369"/>
                  </a:lnTo>
                  <a:close/>
                </a:path>
                <a:path w="3809" h="62229">
                  <a:moveTo>
                    <a:pt x="3810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3810" y="52069"/>
                  </a:lnTo>
                  <a:lnTo>
                    <a:pt x="3810" y="45719"/>
                  </a:lnTo>
                  <a:close/>
                </a:path>
                <a:path w="3809" h="62229">
                  <a:moveTo>
                    <a:pt x="3810" y="52069"/>
                  </a:moveTo>
                  <a:lnTo>
                    <a:pt x="0" y="52069"/>
                  </a:lnTo>
                  <a:lnTo>
                    <a:pt x="0" y="58419"/>
                  </a:lnTo>
                  <a:lnTo>
                    <a:pt x="3810" y="58419"/>
                  </a:lnTo>
                  <a:lnTo>
                    <a:pt x="3810" y="52069"/>
                  </a:lnTo>
                  <a:close/>
                </a:path>
                <a:path w="3809" h="62229">
                  <a:moveTo>
                    <a:pt x="3810" y="58419"/>
                  </a:moveTo>
                  <a:lnTo>
                    <a:pt x="0" y="58419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8419"/>
                  </a:lnTo>
                  <a:close/>
                </a:path>
              </a:pathLst>
            </a:custGeom>
            <a:solidFill>
              <a:srgbClr val="71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7" name="object 2287"/>
            <p:cNvSpPr/>
            <p:nvPr/>
          </p:nvSpPr>
          <p:spPr>
            <a:xfrm>
              <a:off x="6892290" y="49098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0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09" h="62229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09" h="62229">
                  <a:moveTo>
                    <a:pt x="380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7619"/>
                  </a:lnTo>
                  <a:close/>
                </a:path>
                <a:path w="3809" h="62229">
                  <a:moveTo>
                    <a:pt x="3809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3969"/>
                  </a:lnTo>
                  <a:close/>
                </a:path>
                <a:path w="3809" h="62229">
                  <a:moveTo>
                    <a:pt x="3809" y="20319"/>
                  </a:moveTo>
                  <a:lnTo>
                    <a:pt x="0" y="2031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0319"/>
                  </a:lnTo>
                  <a:close/>
                </a:path>
                <a:path w="3809" h="62229">
                  <a:moveTo>
                    <a:pt x="3809" y="25400"/>
                  </a:moveTo>
                  <a:lnTo>
                    <a:pt x="0" y="25400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5400"/>
                  </a:lnTo>
                  <a:close/>
                </a:path>
                <a:path w="3809" h="62229">
                  <a:moveTo>
                    <a:pt x="3809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3019"/>
                  </a:lnTo>
                  <a:close/>
                </a:path>
                <a:path w="3809" h="62229">
                  <a:moveTo>
                    <a:pt x="3809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39369"/>
                  </a:lnTo>
                  <a:close/>
                </a:path>
                <a:path w="3809" h="62229">
                  <a:moveTo>
                    <a:pt x="3809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3809" y="52069"/>
                  </a:lnTo>
                  <a:lnTo>
                    <a:pt x="3809" y="45719"/>
                  </a:lnTo>
                  <a:close/>
                </a:path>
                <a:path w="3809" h="62229">
                  <a:moveTo>
                    <a:pt x="3809" y="52069"/>
                  </a:moveTo>
                  <a:lnTo>
                    <a:pt x="0" y="52069"/>
                  </a:lnTo>
                  <a:lnTo>
                    <a:pt x="0" y="58419"/>
                  </a:lnTo>
                  <a:lnTo>
                    <a:pt x="3809" y="58419"/>
                  </a:lnTo>
                  <a:lnTo>
                    <a:pt x="3809" y="52069"/>
                  </a:lnTo>
                  <a:close/>
                </a:path>
                <a:path w="3809" h="62229">
                  <a:moveTo>
                    <a:pt x="3809" y="58419"/>
                  </a:moveTo>
                  <a:lnTo>
                    <a:pt x="0" y="58419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8419"/>
                  </a:lnTo>
                  <a:close/>
                </a:path>
              </a:pathLst>
            </a:custGeom>
            <a:solidFill>
              <a:srgbClr val="6F84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8" name="object 2288"/>
            <p:cNvSpPr/>
            <p:nvPr/>
          </p:nvSpPr>
          <p:spPr>
            <a:xfrm>
              <a:off x="6896100" y="49098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0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09" h="62229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09" h="62229">
                  <a:moveTo>
                    <a:pt x="380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7619"/>
                  </a:lnTo>
                  <a:close/>
                </a:path>
                <a:path w="3809" h="62229">
                  <a:moveTo>
                    <a:pt x="3809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3969"/>
                  </a:lnTo>
                  <a:close/>
                </a:path>
                <a:path w="3809" h="62229">
                  <a:moveTo>
                    <a:pt x="3809" y="20319"/>
                  </a:moveTo>
                  <a:lnTo>
                    <a:pt x="0" y="2031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0319"/>
                  </a:lnTo>
                  <a:close/>
                </a:path>
                <a:path w="3809" h="62229">
                  <a:moveTo>
                    <a:pt x="3809" y="25400"/>
                  </a:moveTo>
                  <a:lnTo>
                    <a:pt x="0" y="25400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5400"/>
                  </a:lnTo>
                  <a:close/>
                </a:path>
                <a:path w="3809" h="62229">
                  <a:moveTo>
                    <a:pt x="3809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3019"/>
                  </a:lnTo>
                  <a:close/>
                </a:path>
                <a:path w="3809" h="62229">
                  <a:moveTo>
                    <a:pt x="3809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39369"/>
                  </a:lnTo>
                  <a:close/>
                </a:path>
                <a:path w="3809" h="62229">
                  <a:moveTo>
                    <a:pt x="3809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3809" y="52069"/>
                  </a:lnTo>
                  <a:lnTo>
                    <a:pt x="3809" y="45719"/>
                  </a:lnTo>
                  <a:close/>
                </a:path>
                <a:path w="3809" h="62229">
                  <a:moveTo>
                    <a:pt x="3809" y="52069"/>
                  </a:moveTo>
                  <a:lnTo>
                    <a:pt x="0" y="52069"/>
                  </a:lnTo>
                  <a:lnTo>
                    <a:pt x="0" y="58419"/>
                  </a:lnTo>
                  <a:lnTo>
                    <a:pt x="3809" y="58419"/>
                  </a:lnTo>
                  <a:lnTo>
                    <a:pt x="3809" y="52069"/>
                  </a:lnTo>
                  <a:close/>
                </a:path>
                <a:path w="3809" h="62229">
                  <a:moveTo>
                    <a:pt x="3809" y="58419"/>
                  </a:moveTo>
                  <a:lnTo>
                    <a:pt x="0" y="58419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8419"/>
                  </a:lnTo>
                  <a:close/>
                </a:path>
              </a:pathLst>
            </a:custGeom>
            <a:solidFill>
              <a:srgbClr val="6C82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9" name="object 2289"/>
            <p:cNvSpPr/>
            <p:nvPr/>
          </p:nvSpPr>
          <p:spPr>
            <a:xfrm>
              <a:off x="6899910" y="4908550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09" h="63500">
                  <a:moveTo>
                    <a:pt x="3810" y="1269"/>
                  </a:moveTo>
                  <a:lnTo>
                    <a:pt x="0" y="1269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1269"/>
                  </a:lnTo>
                  <a:close/>
                </a:path>
                <a:path w="3809" h="63500">
                  <a:moveTo>
                    <a:pt x="2540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09" h="63500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09" h="63500">
                  <a:moveTo>
                    <a:pt x="381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8890"/>
                  </a:lnTo>
                  <a:close/>
                </a:path>
                <a:path w="3809" h="63500">
                  <a:moveTo>
                    <a:pt x="3810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5240"/>
                  </a:lnTo>
                  <a:close/>
                </a:path>
                <a:path w="3809" h="63500">
                  <a:moveTo>
                    <a:pt x="3810" y="21590"/>
                  </a:moveTo>
                  <a:lnTo>
                    <a:pt x="0" y="21590"/>
                  </a:lnTo>
                  <a:lnTo>
                    <a:pt x="0" y="26669"/>
                  </a:lnTo>
                  <a:lnTo>
                    <a:pt x="3810" y="26669"/>
                  </a:lnTo>
                  <a:lnTo>
                    <a:pt x="3810" y="21590"/>
                  </a:lnTo>
                  <a:close/>
                </a:path>
                <a:path w="3809" h="63500">
                  <a:moveTo>
                    <a:pt x="3810" y="26670"/>
                  </a:moveTo>
                  <a:lnTo>
                    <a:pt x="0" y="26670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26670"/>
                  </a:lnTo>
                  <a:close/>
                </a:path>
                <a:path w="3809" h="63500">
                  <a:moveTo>
                    <a:pt x="3810" y="34290"/>
                  </a:moveTo>
                  <a:lnTo>
                    <a:pt x="0" y="34290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4290"/>
                  </a:lnTo>
                  <a:close/>
                </a:path>
                <a:path w="3809" h="63500">
                  <a:moveTo>
                    <a:pt x="3810" y="40640"/>
                  </a:moveTo>
                  <a:lnTo>
                    <a:pt x="0" y="40640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0640"/>
                  </a:lnTo>
                  <a:close/>
                </a:path>
                <a:path w="3809" h="63500">
                  <a:moveTo>
                    <a:pt x="3810" y="46990"/>
                  </a:moveTo>
                  <a:lnTo>
                    <a:pt x="0" y="46990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46990"/>
                  </a:lnTo>
                  <a:close/>
                </a:path>
                <a:path w="3809" h="63500">
                  <a:moveTo>
                    <a:pt x="3810" y="53340"/>
                  </a:moveTo>
                  <a:lnTo>
                    <a:pt x="0" y="53340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3340"/>
                  </a:lnTo>
                  <a:close/>
                </a:path>
                <a:path w="3809" h="63500">
                  <a:moveTo>
                    <a:pt x="3810" y="59690"/>
                  </a:moveTo>
                  <a:lnTo>
                    <a:pt x="0" y="59690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59690"/>
                  </a:lnTo>
                  <a:close/>
                </a:path>
              </a:pathLst>
            </a:custGeom>
            <a:solidFill>
              <a:srgbClr val="6980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0" name="object 2290"/>
            <p:cNvSpPr/>
            <p:nvPr/>
          </p:nvSpPr>
          <p:spPr>
            <a:xfrm>
              <a:off x="6903720" y="49098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0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09" h="62229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09" h="62229">
                  <a:moveTo>
                    <a:pt x="380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7619"/>
                  </a:lnTo>
                  <a:close/>
                </a:path>
                <a:path w="3809" h="62229">
                  <a:moveTo>
                    <a:pt x="3809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3969"/>
                  </a:lnTo>
                  <a:close/>
                </a:path>
                <a:path w="3809" h="62229">
                  <a:moveTo>
                    <a:pt x="3809" y="20319"/>
                  </a:moveTo>
                  <a:lnTo>
                    <a:pt x="0" y="2031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0319"/>
                  </a:lnTo>
                  <a:close/>
                </a:path>
                <a:path w="3809" h="62229">
                  <a:moveTo>
                    <a:pt x="3809" y="25400"/>
                  </a:moveTo>
                  <a:lnTo>
                    <a:pt x="0" y="25400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5400"/>
                  </a:lnTo>
                  <a:close/>
                </a:path>
                <a:path w="3809" h="62229">
                  <a:moveTo>
                    <a:pt x="3809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3019"/>
                  </a:lnTo>
                  <a:close/>
                </a:path>
                <a:path w="3809" h="62229">
                  <a:moveTo>
                    <a:pt x="3809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39369"/>
                  </a:lnTo>
                  <a:close/>
                </a:path>
                <a:path w="3809" h="62229">
                  <a:moveTo>
                    <a:pt x="3809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3809" y="52069"/>
                  </a:lnTo>
                  <a:lnTo>
                    <a:pt x="3809" y="45719"/>
                  </a:lnTo>
                  <a:close/>
                </a:path>
                <a:path w="3809" h="62229">
                  <a:moveTo>
                    <a:pt x="3809" y="52069"/>
                  </a:moveTo>
                  <a:lnTo>
                    <a:pt x="0" y="52069"/>
                  </a:lnTo>
                  <a:lnTo>
                    <a:pt x="0" y="58419"/>
                  </a:lnTo>
                  <a:lnTo>
                    <a:pt x="3809" y="58419"/>
                  </a:lnTo>
                  <a:lnTo>
                    <a:pt x="3809" y="52069"/>
                  </a:lnTo>
                  <a:close/>
                </a:path>
                <a:path w="3809" h="62229">
                  <a:moveTo>
                    <a:pt x="3809" y="58419"/>
                  </a:moveTo>
                  <a:lnTo>
                    <a:pt x="0" y="58419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8419"/>
                  </a:lnTo>
                  <a:close/>
                </a:path>
              </a:pathLst>
            </a:custGeom>
            <a:solidFill>
              <a:srgbClr val="677E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1" name="object 2291"/>
            <p:cNvSpPr/>
            <p:nvPr/>
          </p:nvSpPr>
          <p:spPr>
            <a:xfrm>
              <a:off x="6907530" y="4909820"/>
              <a:ext cx="2540" cy="62230"/>
            </a:xfrm>
            <a:custGeom>
              <a:avLst/>
              <a:gdLst/>
              <a:ahLst/>
              <a:cxnLst/>
              <a:rect l="l" t="t" r="r" b="b"/>
              <a:pathLst>
                <a:path w="2540" h="62229">
                  <a:moveTo>
                    <a:pt x="254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2540" h="62229">
                  <a:moveTo>
                    <a:pt x="254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2540" y="7619"/>
                  </a:lnTo>
                  <a:lnTo>
                    <a:pt x="2540" y="1269"/>
                  </a:lnTo>
                  <a:close/>
                </a:path>
                <a:path w="2540" h="62229">
                  <a:moveTo>
                    <a:pt x="254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2540" y="13969"/>
                  </a:lnTo>
                  <a:lnTo>
                    <a:pt x="2540" y="7619"/>
                  </a:lnTo>
                  <a:close/>
                </a:path>
                <a:path w="2540" h="62229">
                  <a:moveTo>
                    <a:pt x="2540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2540" y="20319"/>
                  </a:lnTo>
                  <a:lnTo>
                    <a:pt x="2540" y="13969"/>
                  </a:lnTo>
                  <a:close/>
                </a:path>
                <a:path w="2540" h="62229">
                  <a:moveTo>
                    <a:pt x="2540" y="20319"/>
                  </a:moveTo>
                  <a:lnTo>
                    <a:pt x="0" y="20319"/>
                  </a:lnTo>
                  <a:lnTo>
                    <a:pt x="0" y="25399"/>
                  </a:lnTo>
                  <a:lnTo>
                    <a:pt x="2540" y="25399"/>
                  </a:lnTo>
                  <a:lnTo>
                    <a:pt x="2540" y="20319"/>
                  </a:lnTo>
                  <a:close/>
                </a:path>
                <a:path w="2540" h="62229">
                  <a:moveTo>
                    <a:pt x="2540" y="25400"/>
                  </a:moveTo>
                  <a:lnTo>
                    <a:pt x="0" y="25400"/>
                  </a:lnTo>
                  <a:lnTo>
                    <a:pt x="0" y="33019"/>
                  </a:lnTo>
                  <a:lnTo>
                    <a:pt x="2540" y="33019"/>
                  </a:lnTo>
                  <a:lnTo>
                    <a:pt x="2540" y="25400"/>
                  </a:lnTo>
                  <a:close/>
                </a:path>
                <a:path w="2540" h="62229">
                  <a:moveTo>
                    <a:pt x="2540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2540" y="39369"/>
                  </a:lnTo>
                  <a:lnTo>
                    <a:pt x="2540" y="33019"/>
                  </a:lnTo>
                  <a:close/>
                </a:path>
                <a:path w="2540" h="62229">
                  <a:moveTo>
                    <a:pt x="2540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2540" y="45719"/>
                  </a:lnTo>
                  <a:lnTo>
                    <a:pt x="2540" y="39369"/>
                  </a:lnTo>
                  <a:close/>
                </a:path>
                <a:path w="2540" h="62229">
                  <a:moveTo>
                    <a:pt x="2540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2540" y="52069"/>
                  </a:lnTo>
                  <a:lnTo>
                    <a:pt x="2540" y="45719"/>
                  </a:lnTo>
                  <a:close/>
                </a:path>
                <a:path w="2540" h="62229">
                  <a:moveTo>
                    <a:pt x="2540" y="52069"/>
                  </a:moveTo>
                  <a:lnTo>
                    <a:pt x="0" y="52069"/>
                  </a:lnTo>
                  <a:lnTo>
                    <a:pt x="0" y="58419"/>
                  </a:lnTo>
                  <a:lnTo>
                    <a:pt x="2540" y="58419"/>
                  </a:lnTo>
                  <a:lnTo>
                    <a:pt x="2540" y="52069"/>
                  </a:lnTo>
                  <a:close/>
                </a:path>
                <a:path w="2540" h="62229">
                  <a:moveTo>
                    <a:pt x="2540" y="58419"/>
                  </a:moveTo>
                  <a:lnTo>
                    <a:pt x="0" y="58419"/>
                  </a:lnTo>
                  <a:lnTo>
                    <a:pt x="0" y="62229"/>
                  </a:lnTo>
                  <a:lnTo>
                    <a:pt x="2540" y="62229"/>
                  </a:lnTo>
                  <a:lnTo>
                    <a:pt x="2540" y="58419"/>
                  </a:lnTo>
                  <a:close/>
                </a:path>
              </a:pathLst>
            </a:custGeom>
            <a:solidFill>
              <a:srgbClr val="6A80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2" name="object 2292"/>
            <p:cNvSpPr/>
            <p:nvPr/>
          </p:nvSpPr>
          <p:spPr>
            <a:xfrm>
              <a:off x="6910070" y="49098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0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09" h="62229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09" h="62229">
                  <a:moveTo>
                    <a:pt x="380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7619"/>
                  </a:lnTo>
                  <a:close/>
                </a:path>
                <a:path w="3809" h="62229">
                  <a:moveTo>
                    <a:pt x="3809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3969"/>
                  </a:lnTo>
                  <a:close/>
                </a:path>
                <a:path w="3809" h="62229">
                  <a:moveTo>
                    <a:pt x="3809" y="20319"/>
                  </a:moveTo>
                  <a:lnTo>
                    <a:pt x="0" y="2031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0319"/>
                  </a:lnTo>
                  <a:close/>
                </a:path>
                <a:path w="3809" h="62229">
                  <a:moveTo>
                    <a:pt x="3809" y="25400"/>
                  </a:moveTo>
                  <a:lnTo>
                    <a:pt x="0" y="25400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5400"/>
                  </a:lnTo>
                  <a:close/>
                </a:path>
                <a:path w="3809" h="62229">
                  <a:moveTo>
                    <a:pt x="3809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3019"/>
                  </a:lnTo>
                  <a:close/>
                </a:path>
                <a:path w="3809" h="62229">
                  <a:moveTo>
                    <a:pt x="3809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39369"/>
                  </a:lnTo>
                  <a:close/>
                </a:path>
                <a:path w="3809" h="62229">
                  <a:moveTo>
                    <a:pt x="3809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3809" y="52069"/>
                  </a:lnTo>
                  <a:lnTo>
                    <a:pt x="3809" y="45719"/>
                  </a:lnTo>
                  <a:close/>
                </a:path>
                <a:path w="3809" h="62229">
                  <a:moveTo>
                    <a:pt x="3809" y="52069"/>
                  </a:moveTo>
                  <a:lnTo>
                    <a:pt x="0" y="52069"/>
                  </a:lnTo>
                  <a:lnTo>
                    <a:pt x="0" y="58419"/>
                  </a:lnTo>
                  <a:lnTo>
                    <a:pt x="3809" y="58419"/>
                  </a:lnTo>
                  <a:lnTo>
                    <a:pt x="3809" y="52069"/>
                  </a:lnTo>
                  <a:close/>
                </a:path>
                <a:path w="3809" h="62229">
                  <a:moveTo>
                    <a:pt x="3809" y="58419"/>
                  </a:moveTo>
                  <a:lnTo>
                    <a:pt x="0" y="58419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8419"/>
                  </a:lnTo>
                  <a:close/>
                </a:path>
              </a:pathLst>
            </a:custGeom>
            <a:solidFill>
              <a:srgbClr val="6C82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3" name="object 2293"/>
            <p:cNvSpPr/>
            <p:nvPr/>
          </p:nvSpPr>
          <p:spPr>
            <a:xfrm>
              <a:off x="6913880" y="49098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09" h="62229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09" h="62229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09" h="62229">
                  <a:moveTo>
                    <a:pt x="3810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3969"/>
                  </a:lnTo>
                  <a:close/>
                </a:path>
                <a:path w="3809" h="62229">
                  <a:moveTo>
                    <a:pt x="3810" y="20319"/>
                  </a:moveTo>
                  <a:lnTo>
                    <a:pt x="0" y="2031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20319"/>
                  </a:lnTo>
                  <a:close/>
                </a:path>
                <a:path w="3809" h="62229">
                  <a:moveTo>
                    <a:pt x="3810" y="25400"/>
                  </a:moveTo>
                  <a:lnTo>
                    <a:pt x="0" y="25400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5400"/>
                  </a:lnTo>
                  <a:close/>
                </a:path>
                <a:path w="3809" h="62229">
                  <a:moveTo>
                    <a:pt x="3810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3019"/>
                  </a:lnTo>
                  <a:close/>
                </a:path>
                <a:path w="3809" h="62229">
                  <a:moveTo>
                    <a:pt x="3810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39369"/>
                  </a:lnTo>
                  <a:close/>
                </a:path>
                <a:path w="3809" h="62229">
                  <a:moveTo>
                    <a:pt x="3810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3810" y="52069"/>
                  </a:lnTo>
                  <a:lnTo>
                    <a:pt x="3810" y="45719"/>
                  </a:lnTo>
                  <a:close/>
                </a:path>
                <a:path w="3809" h="62229">
                  <a:moveTo>
                    <a:pt x="3810" y="52069"/>
                  </a:moveTo>
                  <a:lnTo>
                    <a:pt x="0" y="52069"/>
                  </a:lnTo>
                  <a:lnTo>
                    <a:pt x="0" y="58419"/>
                  </a:lnTo>
                  <a:lnTo>
                    <a:pt x="3810" y="58419"/>
                  </a:lnTo>
                  <a:lnTo>
                    <a:pt x="3810" y="52069"/>
                  </a:lnTo>
                  <a:close/>
                </a:path>
                <a:path w="3809" h="62229">
                  <a:moveTo>
                    <a:pt x="3810" y="58419"/>
                  </a:moveTo>
                  <a:lnTo>
                    <a:pt x="0" y="58419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8419"/>
                  </a:lnTo>
                  <a:close/>
                </a:path>
              </a:pathLst>
            </a:custGeom>
            <a:solidFill>
              <a:srgbClr val="6F84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4" name="object 2294"/>
            <p:cNvSpPr/>
            <p:nvPr/>
          </p:nvSpPr>
          <p:spPr>
            <a:xfrm>
              <a:off x="6917690" y="49098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0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09" h="62229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09" h="62229">
                  <a:moveTo>
                    <a:pt x="380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7619"/>
                  </a:lnTo>
                  <a:close/>
                </a:path>
                <a:path w="3809" h="62229">
                  <a:moveTo>
                    <a:pt x="3809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3969"/>
                  </a:lnTo>
                  <a:close/>
                </a:path>
                <a:path w="3809" h="62229">
                  <a:moveTo>
                    <a:pt x="3809" y="20319"/>
                  </a:moveTo>
                  <a:lnTo>
                    <a:pt x="0" y="2031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0319"/>
                  </a:lnTo>
                  <a:close/>
                </a:path>
                <a:path w="3809" h="62229">
                  <a:moveTo>
                    <a:pt x="3809" y="25400"/>
                  </a:moveTo>
                  <a:lnTo>
                    <a:pt x="0" y="25400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5400"/>
                  </a:lnTo>
                  <a:close/>
                </a:path>
                <a:path w="3809" h="62229">
                  <a:moveTo>
                    <a:pt x="3809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3019"/>
                  </a:lnTo>
                  <a:close/>
                </a:path>
                <a:path w="3809" h="62229">
                  <a:moveTo>
                    <a:pt x="3809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39369"/>
                  </a:lnTo>
                  <a:close/>
                </a:path>
                <a:path w="3809" h="62229">
                  <a:moveTo>
                    <a:pt x="3809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3809" y="52069"/>
                  </a:lnTo>
                  <a:lnTo>
                    <a:pt x="3809" y="45719"/>
                  </a:lnTo>
                  <a:close/>
                </a:path>
                <a:path w="3809" h="62229">
                  <a:moveTo>
                    <a:pt x="3809" y="52069"/>
                  </a:moveTo>
                  <a:lnTo>
                    <a:pt x="0" y="52069"/>
                  </a:lnTo>
                  <a:lnTo>
                    <a:pt x="0" y="58419"/>
                  </a:lnTo>
                  <a:lnTo>
                    <a:pt x="3809" y="58419"/>
                  </a:lnTo>
                  <a:lnTo>
                    <a:pt x="3809" y="52069"/>
                  </a:lnTo>
                  <a:close/>
                </a:path>
                <a:path w="3809" h="62229">
                  <a:moveTo>
                    <a:pt x="3809" y="58419"/>
                  </a:moveTo>
                  <a:lnTo>
                    <a:pt x="0" y="58419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8419"/>
                  </a:lnTo>
                  <a:close/>
                </a:path>
              </a:pathLst>
            </a:custGeom>
            <a:solidFill>
              <a:srgbClr val="72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5" name="object 2295"/>
            <p:cNvSpPr/>
            <p:nvPr/>
          </p:nvSpPr>
          <p:spPr>
            <a:xfrm>
              <a:off x="6921500" y="49098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0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09" h="62229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09" h="62229">
                  <a:moveTo>
                    <a:pt x="380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7619"/>
                  </a:lnTo>
                  <a:close/>
                </a:path>
                <a:path w="3809" h="62229">
                  <a:moveTo>
                    <a:pt x="3809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3969"/>
                  </a:lnTo>
                  <a:close/>
                </a:path>
                <a:path w="3809" h="62229">
                  <a:moveTo>
                    <a:pt x="3809" y="20319"/>
                  </a:moveTo>
                  <a:lnTo>
                    <a:pt x="0" y="2031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0319"/>
                  </a:lnTo>
                  <a:close/>
                </a:path>
                <a:path w="3809" h="62229">
                  <a:moveTo>
                    <a:pt x="3809" y="25400"/>
                  </a:moveTo>
                  <a:lnTo>
                    <a:pt x="0" y="25400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5400"/>
                  </a:lnTo>
                  <a:close/>
                </a:path>
                <a:path w="3809" h="62229">
                  <a:moveTo>
                    <a:pt x="3809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3019"/>
                  </a:lnTo>
                  <a:close/>
                </a:path>
                <a:path w="3809" h="62229">
                  <a:moveTo>
                    <a:pt x="3809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39369"/>
                  </a:lnTo>
                  <a:close/>
                </a:path>
                <a:path w="3809" h="62229">
                  <a:moveTo>
                    <a:pt x="3809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3809" y="52069"/>
                  </a:lnTo>
                  <a:lnTo>
                    <a:pt x="3809" y="45719"/>
                  </a:lnTo>
                  <a:close/>
                </a:path>
                <a:path w="3809" h="62229">
                  <a:moveTo>
                    <a:pt x="3809" y="52069"/>
                  </a:moveTo>
                  <a:lnTo>
                    <a:pt x="0" y="52069"/>
                  </a:lnTo>
                  <a:lnTo>
                    <a:pt x="0" y="58419"/>
                  </a:lnTo>
                  <a:lnTo>
                    <a:pt x="3809" y="58419"/>
                  </a:lnTo>
                  <a:lnTo>
                    <a:pt x="3809" y="52069"/>
                  </a:lnTo>
                  <a:close/>
                </a:path>
                <a:path w="3809" h="62229">
                  <a:moveTo>
                    <a:pt x="3809" y="58419"/>
                  </a:moveTo>
                  <a:lnTo>
                    <a:pt x="0" y="58419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8419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6" name="object 2296"/>
            <p:cNvSpPr/>
            <p:nvPr/>
          </p:nvSpPr>
          <p:spPr>
            <a:xfrm>
              <a:off x="6925310" y="49098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09" h="62229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09" h="62229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09" h="62229">
                  <a:moveTo>
                    <a:pt x="3810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3969"/>
                  </a:lnTo>
                  <a:close/>
                </a:path>
                <a:path w="3809" h="62229">
                  <a:moveTo>
                    <a:pt x="3810" y="20319"/>
                  </a:moveTo>
                  <a:lnTo>
                    <a:pt x="0" y="2031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20319"/>
                  </a:lnTo>
                  <a:close/>
                </a:path>
                <a:path w="3809" h="62229">
                  <a:moveTo>
                    <a:pt x="3810" y="25400"/>
                  </a:moveTo>
                  <a:lnTo>
                    <a:pt x="0" y="25400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5400"/>
                  </a:lnTo>
                  <a:close/>
                </a:path>
                <a:path w="3809" h="62229">
                  <a:moveTo>
                    <a:pt x="3810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3019"/>
                  </a:lnTo>
                  <a:close/>
                </a:path>
                <a:path w="3809" h="62229">
                  <a:moveTo>
                    <a:pt x="3810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39369"/>
                  </a:lnTo>
                  <a:close/>
                </a:path>
                <a:path w="3809" h="62229">
                  <a:moveTo>
                    <a:pt x="3810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3810" y="52069"/>
                  </a:lnTo>
                  <a:lnTo>
                    <a:pt x="3810" y="45719"/>
                  </a:lnTo>
                  <a:close/>
                </a:path>
                <a:path w="3809" h="62229">
                  <a:moveTo>
                    <a:pt x="3810" y="52069"/>
                  </a:moveTo>
                  <a:lnTo>
                    <a:pt x="0" y="52069"/>
                  </a:lnTo>
                  <a:lnTo>
                    <a:pt x="0" y="58419"/>
                  </a:lnTo>
                  <a:lnTo>
                    <a:pt x="3810" y="58419"/>
                  </a:lnTo>
                  <a:lnTo>
                    <a:pt x="3810" y="52069"/>
                  </a:lnTo>
                  <a:close/>
                </a:path>
                <a:path w="3809" h="62229">
                  <a:moveTo>
                    <a:pt x="3810" y="58419"/>
                  </a:moveTo>
                  <a:lnTo>
                    <a:pt x="0" y="58419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8419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7" name="object 2297"/>
            <p:cNvSpPr/>
            <p:nvPr/>
          </p:nvSpPr>
          <p:spPr>
            <a:xfrm>
              <a:off x="6929120" y="4909820"/>
              <a:ext cx="2540" cy="62230"/>
            </a:xfrm>
            <a:custGeom>
              <a:avLst/>
              <a:gdLst/>
              <a:ahLst/>
              <a:cxnLst/>
              <a:rect l="l" t="t" r="r" b="b"/>
              <a:pathLst>
                <a:path w="2540" h="62229">
                  <a:moveTo>
                    <a:pt x="127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2540" h="62229">
                  <a:moveTo>
                    <a:pt x="253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2539" y="7619"/>
                  </a:lnTo>
                  <a:lnTo>
                    <a:pt x="2539" y="1269"/>
                  </a:lnTo>
                  <a:close/>
                </a:path>
                <a:path w="2540" h="62229">
                  <a:moveTo>
                    <a:pt x="253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2539" y="13969"/>
                  </a:lnTo>
                  <a:lnTo>
                    <a:pt x="2539" y="7619"/>
                  </a:lnTo>
                  <a:close/>
                </a:path>
                <a:path w="2540" h="62229">
                  <a:moveTo>
                    <a:pt x="2539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2539" y="20319"/>
                  </a:lnTo>
                  <a:lnTo>
                    <a:pt x="2539" y="13969"/>
                  </a:lnTo>
                  <a:close/>
                </a:path>
                <a:path w="2540" h="62229">
                  <a:moveTo>
                    <a:pt x="2539" y="20319"/>
                  </a:moveTo>
                  <a:lnTo>
                    <a:pt x="0" y="20319"/>
                  </a:lnTo>
                  <a:lnTo>
                    <a:pt x="0" y="25399"/>
                  </a:lnTo>
                  <a:lnTo>
                    <a:pt x="2539" y="25399"/>
                  </a:lnTo>
                  <a:lnTo>
                    <a:pt x="2539" y="20319"/>
                  </a:lnTo>
                  <a:close/>
                </a:path>
                <a:path w="2540" h="62229">
                  <a:moveTo>
                    <a:pt x="2539" y="25400"/>
                  </a:moveTo>
                  <a:lnTo>
                    <a:pt x="0" y="25400"/>
                  </a:lnTo>
                  <a:lnTo>
                    <a:pt x="0" y="33019"/>
                  </a:lnTo>
                  <a:lnTo>
                    <a:pt x="2539" y="33019"/>
                  </a:lnTo>
                  <a:lnTo>
                    <a:pt x="2539" y="25400"/>
                  </a:lnTo>
                  <a:close/>
                </a:path>
                <a:path w="2540" h="62229">
                  <a:moveTo>
                    <a:pt x="2539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2539" y="39369"/>
                  </a:lnTo>
                  <a:lnTo>
                    <a:pt x="2539" y="33019"/>
                  </a:lnTo>
                  <a:close/>
                </a:path>
                <a:path w="2540" h="62229">
                  <a:moveTo>
                    <a:pt x="2539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2539" y="45719"/>
                  </a:lnTo>
                  <a:lnTo>
                    <a:pt x="2539" y="39369"/>
                  </a:lnTo>
                  <a:close/>
                </a:path>
                <a:path w="2540" h="62229">
                  <a:moveTo>
                    <a:pt x="2539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2539" y="52069"/>
                  </a:lnTo>
                  <a:lnTo>
                    <a:pt x="2539" y="45719"/>
                  </a:lnTo>
                  <a:close/>
                </a:path>
                <a:path w="2540" h="62229">
                  <a:moveTo>
                    <a:pt x="2539" y="52069"/>
                  </a:moveTo>
                  <a:lnTo>
                    <a:pt x="0" y="52069"/>
                  </a:lnTo>
                  <a:lnTo>
                    <a:pt x="0" y="58419"/>
                  </a:lnTo>
                  <a:lnTo>
                    <a:pt x="2539" y="58419"/>
                  </a:lnTo>
                  <a:lnTo>
                    <a:pt x="2539" y="52069"/>
                  </a:lnTo>
                  <a:close/>
                </a:path>
                <a:path w="2540" h="62229">
                  <a:moveTo>
                    <a:pt x="2539" y="58419"/>
                  </a:moveTo>
                  <a:lnTo>
                    <a:pt x="0" y="58419"/>
                  </a:lnTo>
                  <a:lnTo>
                    <a:pt x="0" y="62229"/>
                  </a:lnTo>
                  <a:lnTo>
                    <a:pt x="1270" y="62229"/>
                  </a:lnTo>
                  <a:lnTo>
                    <a:pt x="1270" y="60959"/>
                  </a:lnTo>
                  <a:lnTo>
                    <a:pt x="2539" y="60959"/>
                  </a:lnTo>
                  <a:lnTo>
                    <a:pt x="2539" y="58419"/>
                  </a:lnTo>
                  <a:close/>
                </a:path>
              </a:pathLst>
            </a:custGeom>
            <a:solidFill>
              <a:srgbClr val="7A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8" name="object 2298"/>
            <p:cNvSpPr/>
            <p:nvPr/>
          </p:nvSpPr>
          <p:spPr>
            <a:xfrm>
              <a:off x="6931660" y="49110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89">
                  <a:moveTo>
                    <a:pt x="381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0"/>
                  </a:lnTo>
                  <a:close/>
                </a:path>
                <a:path w="3809" h="59689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09" h="59689">
                  <a:moveTo>
                    <a:pt x="381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2699"/>
                  </a:lnTo>
                  <a:close/>
                </a:path>
                <a:path w="3809" h="59689">
                  <a:moveTo>
                    <a:pt x="3810" y="19049"/>
                  </a:moveTo>
                  <a:lnTo>
                    <a:pt x="0" y="19049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9049"/>
                  </a:lnTo>
                  <a:close/>
                </a:path>
                <a:path w="3809" h="59689">
                  <a:moveTo>
                    <a:pt x="3810" y="24129"/>
                  </a:moveTo>
                  <a:lnTo>
                    <a:pt x="0" y="2412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4129"/>
                  </a:lnTo>
                  <a:close/>
                </a:path>
                <a:path w="3809" h="59689">
                  <a:moveTo>
                    <a:pt x="3810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1749"/>
                  </a:lnTo>
                  <a:close/>
                </a:path>
                <a:path w="3809" h="59689">
                  <a:moveTo>
                    <a:pt x="3810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38099"/>
                  </a:lnTo>
                  <a:close/>
                </a:path>
                <a:path w="3809" h="59689">
                  <a:moveTo>
                    <a:pt x="3810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4449"/>
                  </a:lnTo>
                  <a:close/>
                </a:path>
                <a:path w="3809" h="59689">
                  <a:moveTo>
                    <a:pt x="3810" y="50799"/>
                  </a:moveTo>
                  <a:lnTo>
                    <a:pt x="0" y="5079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0799"/>
                  </a:lnTo>
                  <a:close/>
                </a:path>
                <a:path w="3809" h="59689">
                  <a:moveTo>
                    <a:pt x="3810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7149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9" name="object 2299"/>
            <p:cNvSpPr/>
            <p:nvPr/>
          </p:nvSpPr>
          <p:spPr>
            <a:xfrm>
              <a:off x="6935470" y="49110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89">
                  <a:moveTo>
                    <a:pt x="380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0"/>
                  </a:lnTo>
                  <a:close/>
                </a:path>
                <a:path w="3809" h="59689">
                  <a:moveTo>
                    <a:pt x="380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6349"/>
                  </a:lnTo>
                  <a:close/>
                </a:path>
                <a:path w="3809" h="59689">
                  <a:moveTo>
                    <a:pt x="380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2699"/>
                  </a:lnTo>
                  <a:close/>
                </a:path>
                <a:path w="3809" h="59689">
                  <a:moveTo>
                    <a:pt x="3809" y="19049"/>
                  </a:moveTo>
                  <a:lnTo>
                    <a:pt x="0" y="19049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19049"/>
                  </a:lnTo>
                  <a:close/>
                </a:path>
                <a:path w="3809" h="59689">
                  <a:moveTo>
                    <a:pt x="3809" y="24129"/>
                  </a:moveTo>
                  <a:lnTo>
                    <a:pt x="0" y="2412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4129"/>
                  </a:lnTo>
                  <a:close/>
                </a:path>
                <a:path w="3809" h="59689">
                  <a:moveTo>
                    <a:pt x="3809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1749"/>
                  </a:lnTo>
                  <a:close/>
                </a:path>
                <a:path w="3809" h="59689">
                  <a:moveTo>
                    <a:pt x="3809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38099"/>
                  </a:lnTo>
                  <a:close/>
                </a:path>
                <a:path w="3809" h="59689">
                  <a:moveTo>
                    <a:pt x="3809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4449"/>
                  </a:lnTo>
                  <a:close/>
                </a:path>
                <a:path w="3809" h="59689">
                  <a:moveTo>
                    <a:pt x="3809" y="50799"/>
                  </a:moveTo>
                  <a:lnTo>
                    <a:pt x="0" y="5079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0799"/>
                  </a:lnTo>
                  <a:close/>
                </a:path>
                <a:path w="3809" h="59689">
                  <a:moveTo>
                    <a:pt x="3809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7149"/>
                  </a:lnTo>
                  <a:close/>
                </a:path>
              </a:pathLst>
            </a:custGeom>
            <a:solidFill>
              <a:srgbClr val="7F9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0" name="object 2300"/>
            <p:cNvSpPr/>
            <p:nvPr/>
          </p:nvSpPr>
          <p:spPr>
            <a:xfrm>
              <a:off x="6939280" y="49110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89">
                  <a:moveTo>
                    <a:pt x="381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0"/>
                  </a:lnTo>
                  <a:close/>
                </a:path>
                <a:path w="3809" h="59689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09" h="59689">
                  <a:moveTo>
                    <a:pt x="381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2699"/>
                  </a:lnTo>
                  <a:close/>
                </a:path>
                <a:path w="3809" h="59689">
                  <a:moveTo>
                    <a:pt x="3810" y="19049"/>
                  </a:moveTo>
                  <a:lnTo>
                    <a:pt x="0" y="19049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9049"/>
                  </a:lnTo>
                  <a:close/>
                </a:path>
                <a:path w="3809" h="59689">
                  <a:moveTo>
                    <a:pt x="3810" y="24129"/>
                  </a:moveTo>
                  <a:lnTo>
                    <a:pt x="0" y="2412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4129"/>
                  </a:lnTo>
                  <a:close/>
                </a:path>
                <a:path w="3809" h="59689">
                  <a:moveTo>
                    <a:pt x="3810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1749"/>
                  </a:lnTo>
                  <a:close/>
                </a:path>
                <a:path w="3809" h="59689">
                  <a:moveTo>
                    <a:pt x="3810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38099"/>
                  </a:lnTo>
                  <a:close/>
                </a:path>
                <a:path w="3809" h="59689">
                  <a:moveTo>
                    <a:pt x="3810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4449"/>
                  </a:lnTo>
                  <a:close/>
                </a:path>
                <a:path w="3809" h="59689">
                  <a:moveTo>
                    <a:pt x="3810" y="50799"/>
                  </a:moveTo>
                  <a:lnTo>
                    <a:pt x="0" y="5079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0799"/>
                  </a:lnTo>
                  <a:close/>
                </a:path>
                <a:path w="3809" h="59689">
                  <a:moveTo>
                    <a:pt x="3810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7149"/>
                  </a:lnTo>
                  <a:close/>
                </a:path>
              </a:pathLst>
            </a:custGeom>
            <a:solidFill>
              <a:srgbClr val="8294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1" name="object 2301"/>
            <p:cNvSpPr/>
            <p:nvPr/>
          </p:nvSpPr>
          <p:spPr>
            <a:xfrm>
              <a:off x="6943090" y="49110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89">
                  <a:moveTo>
                    <a:pt x="380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0"/>
                  </a:lnTo>
                  <a:close/>
                </a:path>
                <a:path w="3809" h="59689">
                  <a:moveTo>
                    <a:pt x="380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6349"/>
                  </a:lnTo>
                  <a:close/>
                </a:path>
                <a:path w="3809" h="59689">
                  <a:moveTo>
                    <a:pt x="380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2699"/>
                  </a:lnTo>
                  <a:close/>
                </a:path>
                <a:path w="3809" h="59689">
                  <a:moveTo>
                    <a:pt x="3809" y="19049"/>
                  </a:moveTo>
                  <a:lnTo>
                    <a:pt x="0" y="19049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19049"/>
                  </a:lnTo>
                  <a:close/>
                </a:path>
                <a:path w="3809" h="59689">
                  <a:moveTo>
                    <a:pt x="3809" y="24129"/>
                  </a:moveTo>
                  <a:lnTo>
                    <a:pt x="0" y="2412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4129"/>
                  </a:lnTo>
                  <a:close/>
                </a:path>
                <a:path w="3809" h="59689">
                  <a:moveTo>
                    <a:pt x="3809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1749"/>
                  </a:lnTo>
                  <a:close/>
                </a:path>
                <a:path w="3809" h="59689">
                  <a:moveTo>
                    <a:pt x="3809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38099"/>
                  </a:lnTo>
                  <a:close/>
                </a:path>
                <a:path w="3809" h="59689">
                  <a:moveTo>
                    <a:pt x="3809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4449"/>
                  </a:lnTo>
                  <a:close/>
                </a:path>
                <a:path w="3809" h="59689">
                  <a:moveTo>
                    <a:pt x="3809" y="50799"/>
                  </a:moveTo>
                  <a:lnTo>
                    <a:pt x="0" y="5079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0799"/>
                  </a:lnTo>
                  <a:close/>
                </a:path>
                <a:path w="3809" h="59689">
                  <a:moveTo>
                    <a:pt x="3809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7149"/>
                  </a:lnTo>
                  <a:close/>
                </a:path>
              </a:pathLst>
            </a:custGeom>
            <a:solidFill>
              <a:srgbClr val="8496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2" name="object 2302"/>
            <p:cNvSpPr/>
            <p:nvPr/>
          </p:nvSpPr>
          <p:spPr>
            <a:xfrm>
              <a:off x="6946900" y="49110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89">
                  <a:moveTo>
                    <a:pt x="380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0"/>
                  </a:lnTo>
                  <a:close/>
                </a:path>
                <a:path w="3809" h="59689">
                  <a:moveTo>
                    <a:pt x="380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6349"/>
                  </a:lnTo>
                  <a:close/>
                </a:path>
                <a:path w="3809" h="59689">
                  <a:moveTo>
                    <a:pt x="380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2699"/>
                  </a:lnTo>
                  <a:close/>
                </a:path>
                <a:path w="3809" h="59689">
                  <a:moveTo>
                    <a:pt x="3809" y="19049"/>
                  </a:moveTo>
                  <a:lnTo>
                    <a:pt x="0" y="19049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19049"/>
                  </a:lnTo>
                  <a:close/>
                </a:path>
                <a:path w="3809" h="59689">
                  <a:moveTo>
                    <a:pt x="3809" y="24129"/>
                  </a:moveTo>
                  <a:lnTo>
                    <a:pt x="0" y="2412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4129"/>
                  </a:lnTo>
                  <a:close/>
                </a:path>
                <a:path w="3809" h="59689">
                  <a:moveTo>
                    <a:pt x="3809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1749"/>
                  </a:lnTo>
                  <a:close/>
                </a:path>
                <a:path w="3809" h="59689">
                  <a:moveTo>
                    <a:pt x="3809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38099"/>
                  </a:lnTo>
                  <a:close/>
                </a:path>
                <a:path w="3809" h="59689">
                  <a:moveTo>
                    <a:pt x="3809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4449"/>
                  </a:lnTo>
                  <a:close/>
                </a:path>
                <a:path w="3809" h="59689">
                  <a:moveTo>
                    <a:pt x="3809" y="50799"/>
                  </a:moveTo>
                  <a:lnTo>
                    <a:pt x="0" y="5079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0799"/>
                  </a:lnTo>
                  <a:close/>
                </a:path>
                <a:path w="3809" h="59689">
                  <a:moveTo>
                    <a:pt x="3809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7149"/>
                  </a:lnTo>
                  <a:close/>
                </a:path>
              </a:pathLst>
            </a:custGeom>
            <a:solidFill>
              <a:srgbClr val="8799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3" name="object 2303"/>
            <p:cNvSpPr/>
            <p:nvPr/>
          </p:nvSpPr>
          <p:spPr>
            <a:xfrm>
              <a:off x="6950710" y="49110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89">
                  <a:moveTo>
                    <a:pt x="381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0"/>
                  </a:lnTo>
                  <a:close/>
                </a:path>
                <a:path w="3809" h="59689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09" h="59689">
                  <a:moveTo>
                    <a:pt x="381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2699"/>
                  </a:lnTo>
                  <a:close/>
                </a:path>
                <a:path w="3809" h="59689">
                  <a:moveTo>
                    <a:pt x="3810" y="19049"/>
                  </a:moveTo>
                  <a:lnTo>
                    <a:pt x="0" y="19049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9049"/>
                  </a:lnTo>
                  <a:close/>
                </a:path>
                <a:path w="3809" h="59689">
                  <a:moveTo>
                    <a:pt x="3810" y="24129"/>
                  </a:moveTo>
                  <a:lnTo>
                    <a:pt x="0" y="2412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4129"/>
                  </a:lnTo>
                  <a:close/>
                </a:path>
                <a:path w="3809" h="59689">
                  <a:moveTo>
                    <a:pt x="3810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1749"/>
                  </a:lnTo>
                  <a:close/>
                </a:path>
                <a:path w="3809" h="59689">
                  <a:moveTo>
                    <a:pt x="3810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38099"/>
                  </a:lnTo>
                  <a:close/>
                </a:path>
                <a:path w="3809" h="59689">
                  <a:moveTo>
                    <a:pt x="3810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4449"/>
                  </a:lnTo>
                  <a:close/>
                </a:path>
                <a:path w="3809" h="59689">
                  <a:moveTo>
                    <a:pt x="3810" y="50799"/>
                  </a:moveTo>
                  <a:lnTo>
                    <a:pt x="0" y="5079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0799"/>
                  </a:lnTo>
                  <a:close/>
                </a:path>
                <a:path w="3809" h="59689">
                  <a:moveTo>
                    <a:pt x="3810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7149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4" name="object 2304"/>
            <p:cNvSpPr/>
            <p:nvPr/>
          </p:nvSpPr>
          <p:spPr>
            <a:xfrm>
              <a:off x="6954520" y="49110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89">
                  <a:moveTo>
                    <a:pt x="254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09" h="59689">
                  <a:moveTo>
                    <a:pt x="380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6349"/>
                  </a:lnTo>
                  <a:close/>
                </a:path>
                <a:path w="3809" h="59689">
                  <a:moveTo>
                    <a:pt x="380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2699"/>
                  </a:lnTo>
                  <a:close/>
                </a:path>
                <a:path w="3809" h="59689">
                  <a:moveTo>
                    <a:pt x="3809" y="19049"/>
                  </a:moveTo>
                  <a:lnTo>
                    <a:pt x="0" y="19049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19049"/>
                  </a:lnTo>
                  <a:close/>
                </a:path>
                <a:path w="3809" h="59689">
                  <a:moveTo>
                    <a:pt x="3809" y="24129"/>
                  </a:moveTo>
                  <a:lnTo>
                    <a:pt x="0" y="2412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4129"/>
                  </a:lnTo>
                  <a:close/>
                </a:path>
                <a:path w="3809" h="59689">
                  <a:moveTo>
                    <a:pt x="3809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1749"/>
                  </a:lnTo>
                  <a:close/>
                </a:path>
                <a:path w="3809" h="59689">
                  <a:moveTo>
                    <a:pt x="3809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38099"/>
                  </a:lnTo>
                  <a:close/>
                </a:path>
                <a:path w="3809" h="59689">
                  <a:moveTo>
                    <a:pt x="3809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4449"/>
                  </a:lnTo>
                  <a:close/>
                </a:path>
                <a:path w="3809" h="59689">
                  <a:moveTo>
                    <a:pt x="3809" y="50799"/>
                  </a:moveTo>
                  <a:lnTo>
                    <a:pt x="0" y="5079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0799"/>
                  </a:lnTo>
                  <a:close/>
                </a:path>
                <a:path w="3809" h="59689">
                  <a:moveTo>
                    <a:pt x="3809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2540" y="59689"/>
                  </a:lnTo>
                  <a:lnTo>
                    <a:pt x="2540" y="58419"/>
                  </a:lnTo>
                  <a:lnTo>
                    <a:pt x="3809" y="58419"/>
                  </a:lnTo>
                  <a:lnTo>
                    <a:pt x="3809" y="57149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5" name="object 2305"/>
            <p:cNvSpPr/>
            <p:nvPr/>
          </p:nvSpPr>
          <p:spPr>
            <a:xfrm>
              <a:off x="6958330" y="4912359"/>
              <a:ext cx="2540" cy="57150"/>
            </a:xfrm>
            <a:custGeom>
              <a:avLst/>
              <a:gdLst/>
              <a:ahLst/>
              <a:cxnLst/>
              <a:rect l="l" t="t" r="r" b="b"/>
              <a:pathLst>
                <a:path w="2540" h="57150">
                  <a:moveTo>
                    <a:pt x="254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2540" y="5079"/>
                  </a:lnTo>
                  <a:lnTo>
                    <a:pt x="2540" y="0"/>
                  </a:lnTo>
                  <a:close/>
                </a:path>
                <a:path w="2540" h="57150">
                  <a:moveTo>
                    <a:pt x="254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2540" y="11429"/>
                  </a:lnTo>
                  <a:lnTo>
                    <a:pt x="2540" y="5080"/>
                  </a:lnTo>
                  <a:close/>
                </a:path>
                <a:path w="2540" h="57150">
                  <a:moveTo>
                    <a:pt x="254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2540" y="17779"/>
                  </a:lnTo>
                  <a:lnTo>
                    <a:pt x="2540" y="11430"/>
                  </a:lnTo>
                  <a:close/>
                </a:path>
                <a:path w="2540" h="57150">
                  <a:moveTo>
                    <a:pt x="2540" y="17780"/>
                  </a:moveTo>
                  <a:lnTo>
                    <a:pt x="0" y="17780"/>
                  </a:lnTo>
                  <a:lnTo>
                    <a:pt x="0" y="22859"/>
                  </a:lnTo>
                  <a:lnTo>
                    <a:pt x="2540" y="22859"/>
                  </a:lnTo>
                  <a:lnTo>
                    <a:pt x="2540" y="17780"/>
                  </a:lnTo>
                  <a:close/>
                </a:path>
                <a:path w="2540" h="57150">
                  <a:moveTo>
                    <a:pt x="2540" y="22860"/>
                  </a:moveTo>
                  <a:lnTo>
                    <a:pt x="0" y="22860"/>
                  </a:lnTo>
                  <a:lnTo>
                    <a:pt x="0" y="30479"/>
                  </a:lnTo>
                  <a:lnTo>
                    <a:pt x="2540" y="30479"/>
                  </a:lnTo>
                  <a:lnTo>
                    <a:pt x="2540" y="22860"/>
                  </a:lnTo>
                  <a:close/>
                </a:path>
                <a:path w="2540" h="57150">
                  <a:moveTo>
                    <a:pt x="2540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2540" y="36829"/>
                  </a:lnTo>
                  <a:lnTo>
                    <a:pt x="2540" y="30480"/>
                  </a:lnTo>
                  <a:close/>
                </a:path>
                <a:path w="2540" h="57150">
                  <a:moveTo>
                    <a:pt x="254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2540" y="43179"/>
                  </a:lnTo>
                  <a:lnTo>
                    <a:pt x="2540" y="36830"/>
                  </a:lnTo>
                  <a:close/>
                </a:path>
                <a:path w="2540" h="57150">
                  <a:moveTo>
                    <a:pt x="2540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2540" y="49529"/>
                  </a:lnTo>
                  <a:lnTo>
                    <a:pt x="2540" y="43180"/>
                  </a:lnTo>
                  <a:close/>
                </a:path>
                <a:path w="2540" h="57150">
                  <a:moveTo>
                    <a:pt x="2540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2540" y="55879"/>
                  </a:lnTo>
                  <a:lnTo>
                    <a:pt x="2540" y="49530"/>
                  </a:lnTo>
                  <a:close/>
                </a:path>
                <a:path w="2540" h="57150">
                  <a:moveTo>
                    <a:pt x="2540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2540" y="57150"/>
                  </a:lnTo>
                  <a:lnTo>
                    <a:pt x="2540" y="55880"/>
                  </a:lnTo>
                  <a:close/>
                </a:path>
              </a:pathLst>
            </a:custGeom>
            <a:solidFill>
              <a:srgbClr val="8F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6" name="object 2306"/>
            <p:cNvSpPr/>
            <p:nvPr/>
          </p:nvSpPr>
          <p:spPr>
            <a:xfrm>
              <a:off x="6960870" y="4912359"/>
              <a:ext cx="3810" cy="57150"/>
            </a:xfrm>
            <a:custGeom>
              <a:avLst/>
              <a:gdLst/>
              <a:ahLst/>
              <a:cxnLst/>
              <a:rect l="l" t="t" r="r" b="b"/>
              <a:pathLst>
                <a:path w="3809" h="57150">
                  <a:moveTo>
                    <a:pt x="380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0"/>
                  </a:lnTo>
                  <a:close/>
                </a:path>
                <a:path w="3809" h="57150">
                  <a:moveTo>
                    <a:pt x="380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5080"/>
                  </a:lnTo>
                  <a:close/>
                </a:path>
                <a:path w="3809" h="57150">
                  <a:moveTo>
                    <a:pt x="380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1430"/>
                  </a:lnTo>
                  <a:close/>
                </a:path>
                <a:path w="3809" h="57150">
                  <a:moveTo>
                    <a:pt x="3809" y="17780"/>
                  </a:moveTo>
                  <a:lnTo>
                    <a:pt x="0" y="17780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17780"/>
                  </a:lnTo>
                  <a:close/>
                </a:path>
                <a:path w="3809" h="57150">
                  <a:moveTo>
                    <a:pt x="3809" y="22860"/>
                  </a:moveTo>
                  <a:lnTo>
                    <a:pt x="0" y="22860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22860"/>
                  </a:lnTo>
                  <a:close/>
                </a:path>
                <a:path w="3809" h="57150">
                  <a:moveTo>
                    <a:pt x="3809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0480"/>
                  </a:lnTo>
                  <a:close/>
                </a:path>
                <a:path w="3809" h="57150">
                  <a:moveTo>
                    <a:pt x="3809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36830"/>
                  </a:lnTo>
                  <a:close/>
                </a:path>
                <a:path w="3809" h="57150">
                  <a:moveTo>
                    <a:pt x="3809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3180"/>
                  </a:lnTo>
                  <a:close/>
                </a:path>
                <a:path w="3809" h="57150">
                  <a:moveTo>
                    <a:pt x="3809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49530"/>
                  </a:lnTo>
                  <a:close/>
                </a:path>
                <a:path w="3809" h="57150">
                  <a:moveTo>
                    <a:pt x="1270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1270" y="57150"/>
                  </a:lnTo>
                  <a:lnTo>
                    <a:pt x="1270" y="55880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7" name="object 2307"/>
            <p:cNvSpPr/>
            <p:nvPr/>
          </p:nvSpPr>
          <p:spPr>
            <a:xfrm>
              <a:off x="6964680" y="4912359"/>
              <a:ext cx="3810" cy="55880"/>
            </a:xfrm>
            <a:custGeom>
              <a:avLst/>
              <a:gdLst/>
              <a:ahLst/>
              <a:cxnLst/>
              <a:rect l="l" t="t" r="r" b="b"/>
              <a:pathLst>
                <a:path w="3809" h="55879">
                  <a:moveTo>
                    <a:pt x="381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09" h="55879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09" h="55879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09" h="55879">
                  <a:moveTo>
                    <a:pt x="3810" y="17780"/>
                  </a:moveTo>
                  <a:lnTo>
                    <a:pt x="0" y="1778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7780"/>
                  </a:lnTo>
                  <a:close/>
                </a:path>
                <a:path w="3809" h="55879">
                  <a:moveTo>
                    <a:pt x="3810" y="22860"/>
                  </a:moveTo>
                  <a:lnTo>
                    <a:pt x="0" y="22860"/>
                  </a:lnTo>
                  <a:lnTo>
                    <a:pt x="0" y="30479"/>
                  </a:lnTo>
                  <a:lnTo>
                    <a:pt x="3810" y="30479"/>
                  </a:lnTo>
                  <a:lnTo>
                    <a:pt x="3810" y="22860"/>
                  </a:lnTo>
                  <a:close/>
                </a:path>
                <a:path w="3809" h="55879">
                  <a:moveTo>
                    <a:pt x="3810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30480"/>
                  </a:lnTo>
                  <a:close/>
                </a:path>
                <a:path w="3809" h="55879">
                  <a:moveTo>
                    <a:pt x="381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36830"/>
                  </a:lnTo>
                  <a:close/>
                </a:path>
                <a:path w="3809" h="55879">
                  <a:moveTo>
                    <a:pt x="3810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3180"/>
                  </a:lnTo>
                  <a:close/>
                </a:path>
                <a:path w="3809" h="55879">
                  <a:moveTo>
                    <a:pt x="3810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49530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8" name="object 2308"/>
            <p:cNvSpPr/>
            <p:nvPr/>
          </p:nvSpPr>
          <p:spPr>
            <a:xfrm>
              <a:off x="6968490" y="4912359"/>
              <a:ext cx="3810" cy="55880"/>
            </a:xfrm>
            <a:custGeom>
              <a:avLst/>
              <a:gdLst/>
              <a:ahLst/>
              <a:cxnLst/>
              <a:rect l="l" t="t" r="r" b="b"/>
              <a:pathLst>
                <a:path w="3809" h="55879">
                  <a:moveTo>
                    <a:pt x="380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0"/>
                  </a:lnTo>
                  <a:close/>
                </a:path>
                <a:path w="3809" h="55879">
                  <a:moveTo>
                    <a:pt x="380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5080"/>
                  </a:lnTo>
                  <a:close/>
                </a:path>
                <a:path w="3809" h="55879">
                  <a:moveTo>
                    <a:pt x="380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1430"/>
                  </a:lnTo>
                  <a:close/>
                </a:path>
                <a:path w="3809" h="55879">
                  <a:moveTo>
                    <a:pt x="3809" y="17780"/>
                  </a:moveTo>
                  <a:lnTo>
                    <a:pt x="0" y="17780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17780"/>
                  </a:lnTo>
                  <a:close/>
                </a:path>
                <a:path w="3809" h="55879">
                  <a:moveTo>
                    <a:pt x="3809" y="22860"/>
                  </a:moveTo>
                  <a:lnTo>
                    <a:pt x="0" y="22860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22860"/>
                  </a:lnTo>
                  <a:close/>
                </a:path>
                <a:path w="3809" h="55879">
                  <a:moveTo>
                    <a:pt x="3809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0480"/>
                  </a:lnTo>
                  <a:close/>
                </a:path>
                <a:path w="3809" h="55879">
                  <a:moveTo>
                    <a:pt x="3809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36830"/>
                  </a:lnTo>
                  <a:close/>
                </a:path>
                <a:path w="3809" h="55879">
                  <a:moveTo>
                    <a:pt x="3809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3180"/>
                  </a:lnTo>
                  <a:close/>
                </a:path>
                <a:path w="3809" h="55879">
                  <a:moveTo>
                    <a:pt x="3809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1270" y="55879"/>
                  </a:lnTo>
                  <a:lnTo>
                    <a:pt x="1270" y="54609"/>
                  </a:lnTo>
                  <a:lnTo>
                    <a:pt x="3809" y="54609"/>
                  </a:lnTo>
                  <a:lnTo>
                    <a:pt x="3809" y="49530"/>
                  </a:lnTo>
                  <a:close/>
                </a:path>
              </a:pathLst>
            </a:custGeom>
            <a:solidFill>
              <a:srgbClr val="97A6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9" name="object 2309"/>
            <p:cNvSpPr/>
            <p:nvPr/>
          </p:nvSpPr>
          <p:spPr>
            <a:xfrm>
              <a:off x="6972300" y="4912359"/>
              <a:ext cx="3810" cy="54610"/>
            </a:xfrm>
            <a:custGeom>
              <a:avLst/>
              <a:gdLst/>
              <a:ahLst/>
              <a:cxnLst/>
              <a:rect l="l" t="t" r="r" b="b"/>
              <a:pathLst>
                <a:path w="3809" h="54610">
                  <a:moveTo>
                    <a:pt x="254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09" h="54610">
                  <a:moveTo>
                    <a:pt x="380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5080"/>
                  </a:lnTo>
                  <a:close/>
                </a:path>
                <a:path w="3809" h="54610">
                  <a:moveTo>
                    <a:pt x="380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1430"/>
                  </a:lnTo>
                  <a:close/>
                </a:path>
                <a:path w="3809" h="54610">
                  <a:moveTo>
                    <a:pt x="3809" y="17780"/>
                  </a:moveTo>
                  <a:lnTo>
                    <a:pt x="0" y="17780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17780"/>
                  </a:lnTo>
                  <a:close/>
                </a:path>
                <a:path w="3809" h="54610">
                  <a:moveTo>
                    <a:pt x="3809" y="22860"/>
                  </a:moveTo>
                  <a:lnTo>
                    <a:pt x="0" y="22860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22860"/>
                  </a:lnTo>
                  <a:close/>
                </a:path>
                <a:path w="3809" h="54610">
                  <a:moveTo>
                    <a:pt x="3809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0480"/>
                  </a:lnTo>
                  <a:close/>
                </a:path>
                <a:path w="3809" h="54610">
                  <a:moveTo>
                    <a:pt x="3809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36830"/>
                  </a:lnTo>
                  <a:close/>
                </a:path>
                <a:path w="3809" h="54610">
                  <a:moveTo>
                    <a:pt x="3809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3180"/>
                  </a:lnTo>
                  <a:close/>
                </a:path>
                <a:path w="3809" h="54610">
                  <a:moveTo>
                    <a:pt x="3809" y="49530"/>
                  </a:moveTo>
                  <a:lnTo>
                    <a:pt x="0" y="49530"/>
                  </a:lnTo>
                  <a:lnTo>
                    <a:pt x="0" y="54609"/>
                  </a:lnTo>
                  <a:lnTo>
                    <a:pt x="3809" y="54609"/>
                  </a:lnTo>
                  <a:lnTo>
                    <a:pt x="3809" y="49530"/>
                  </a:lnTo>
                  <a:close/>
                </a:path>
              </a:pathLst>
            </a:custGeom>
            <a:solidFill>
              <a:srgbClr val="99A8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0" name="object 2310"/>
            <p:cNvSpPr/>
            <p:nvPr/>
          </p:nvSpPr>
          <p:spPr>
            <a:xfrm>
              <a:off x="6976110" y="4913630"/>
              <a:ext cx="3810" cy="53340"/>
            </a:xfrm>
            <a:custGeom>
              <a:avLst/>
              <a:gdLst/>
              <a:ahLst/>
              <a:cxnLst/>
              <a:rect l="l" t="t" r="r" b="b"/>
              <a:pathLst>
                <a:path w="3809" h="53339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09" h="53339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09" h="53339">
                  <a:moveTo>
                    <a:pt x="381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60"/>
                  </a:lnTo>
                  <a:close/>
                </a:path>
                <a:path w="3809" h="53339">
                  <a:moveTo>
                    <a:pt x="3810" y="16510"/>
                  </a:moveTo>
                  <a:lnTo>
                    <a:pt x="0" y="1651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6510"/>
                  </a:lnTo>
                  <a:close/>
                </a:path>
                <a:path w="3809" h="53339">
                  <a:moveTo>
                    <a:pt x="3810" y="21590"/>
                  </a:moveTo>
                  <a:lnTo>
                    <a:pt x="0" y="21590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1590"/>
                  </a:lnTo>
                  <a:close/>
                </a:path>
                <a:path w="3809" h="53339">
                  <a:moveTo>
                    <a:pt x="3810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29210"/>
                  </a:lnTo>
                  <a:close/>
                </a:path>
                <a:path w="3809" h="53339">
                  <a:moveTo>
                    <a:pt x="3810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5560"/>
                  </a:lnTo>
                  <a:close/>
                </a:path>
                <a:path w="3809" h="53339">
                  <a:moveTo>
                    <a:pt x="3810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1910"/>
                  </a:lnTo>
                  <a:close/>
                </a:path>
                <a:path w="3809" h="53339">
                  <a:moveTo>
                    <a:pt x="3810" y="48260"/>
                  </a:moveTo>
                  <a:lnTo>
                    <a:pt x="0" y="48260"/>
                  </a:lnTo>
                  <a:lnTo>
                    <a:pt x="0" y="53340"/>
                  </a:lnTo>
                  <a:lnTo>
                    <a:pt x="3810" y="53340"/>
                  </a:lnTo>
                  <a:lnTo>
                    <a:pt x="3810" y="48260"/>
                  </a:lnTo>
                  <a:close/>
                </a:path>
              </a:pathLst>
            </a:custGeom>
            <a:solidFill>
              <a:srgbClr val="9CA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1" name="object 2311"/>
            <p:cNvSpPr/>
            <p:nvPr/>
          </p:nvSpPr>
          <p:spPr>
            <a:xfrm>
              <a:off x="6979920" y="4913630"/>
              <a:ext cx="2540" cy="53340"/>
            </a:xfrm>
            <a:custGeom>
              <a:avLst/>
              <a:gdLst/>
              <a:ahLst/>
              <a:cxnLst/>
              <a:rect l="l" t="t" r="r" b="b"/>
              <a:pathLst>
                <a:path w="2540" h="53339">
                  <a:moveTo>
                    <a:pt x="127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39" y="3810"/>
                  </a:lnTo>
                  <a:lnTo>
                    <a:pt x="2539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2540" h="53339">
                  <a:moveTo>
                    <a:pt x="253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2539" y="10160"/>
                  </a:lnTo>
                  <a:lnTo>
                    <a:pt x="2539" y="3810"/>
                  </a:lnTo>
                  <a:close/>
                </a:path>
                <a:path w="2540" h="53339">
                  <a:moveTo>
                    <a:pt x="253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2539" y="16510"/>
                  </a:lnTo>
                  <a:lnTo>
                    <a:pt x="2539" y="10160"/>
                  </a:lnTo>
                  <a:close/>
                </a:path>
                <a:path w="2540" h="53339">
                  <a:moveTo>
                    <a:pt x="2539" y="16510"/>
                  </a:moveTo>
                  <a:lnTo>
                    <a:pt x="0" y="16510"/>
                  </a:lnTo>
                  <a:lnTo>
                    <a:pt x="0" y="21590"/>
                  </a:lnTo>
                  <a:lnTo>
                    <a:pt x="2539" y="21590"/>
                  </a:lnTo>
                  <a:lnTo>
                    <a:pt x="2539" y="16510"/>
                  </a:lnTo>
                  <a:close/>
                </a:path>
                <a:path w="2540" h="53339">
                  <a:moveTo>
                    <a:pt x="2539" y="21590"/>
                  </a:moveTo>
                  <a:lnTo>
                    <a:pt x="0" y="21590"/>
                  </a:lnTo>
                  <a:lnTo>
                    <a:pt x="0" y="29210"/>
                  </a:lnTo>
                  <a:lnTo>
                    <a:pt x="2539" y="29210"/>
                  </a:lnTo>
                  <a:lnTo>
                    <a:pt x="2539" y="21590"/>
                  </a:lnTo>
                  <a:close/>
                </a:path>
                <a:path w="2540" h="53339">
                  <a:moveTo>
                    <a:pt x="2539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2539" y="35560"/>
                  </a:lnTo>
                  <a:lnTo>
                    <a:pt x="2539" y="29210"/>
                  </a:lnTo>
                  <a:close/>
                </a:path>
                <a:path w="2540" h="53339">
                  <a:moveTo>
                    <a:pt x="2539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2539" y="41910"/>
                  </a:lnTo>
                  <a:lnTo>
                    <a:pt x="2539" y="35560"/>
                  </a:lnTo>
                  <a:close/>
                </a:path>
                <a:path w="2540" h="53339">
                  <a:moveTo>
                    <a:pt x="2539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2539" y="48260"/>
                  </a:lnTo>
                  <a:lnTo>
                    <a:pt x="2539" y="41910"/>
                  </a:lnTo>
                  <a:close/>
                </a:path>
                <a:path w="2540" h="53339">
                  <a:moveTo>
                    <a:pt x="2539" y="48260"/>
                  </a:moveTo>
                  <a:lnTo>
                    <a:pt x="0" y="48260"/>
                  </a:lnTo>
                  <a:lnTo>
                    <a:pt x="0" y="53340"/>
                  </a:lnTo>
                  <a:lnTo>
                    <a:pt x="1270" y="53340"/>
                  </a:lnTo>
                  <a:lnTo>
                    <a:pt x="1270" y="52070"/>
                  </a:lnTo>
                  <a:lnTo>
                    <a:pt x="2539" y="52070"/>
                  </a:lnTo>
                  <a:lnTo>
                    <a:pt x="2539" y="48260"/>
                  </a:lnTo>
                  <a:close/>
                </a:path>
              </a:pathLst>
            </a:custGeom>
            <a:solidFill>
              <a:srgbClr val="9FA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2" name="object 2312"/>
            <p:cNvSpPr/>
            <p:nvPr/>
          </p:nvSpPr>
          <p:spPr>
            <a:xfrm>
              <a:off x="6982460" y="4914900"/>
              <a:ext cx="3810" cy="50800"/>
            </a:xfrm>
            <a:custGeom>
              <a:avLst/>
              <a:gdLst/>
              <a:ahLst/>
              <a:cxnLst/>
              <a:rect l="l" t="t" r="r" b="b"/>
              <a:pathLst>
                <a:path w="3809" h="50800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09" h="50800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09" h="50800">
                  <a:moveTo>
                    <a:pt x="381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8890"/>
                  </a:lnTo>
                  <a:close/>
                </a:path>
                <a:path w="3809" h="50800">
                  <a:moveTo>
                    <a:pt x="3810" y="15240"/>
                  </a:moveTo>
                  <a:lnTo>
                    <a:pt x="0" y="15240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5240"/>
                  </a:lnTo>
                  <a:close/>
                </a:path>
                <a:path w="3809" h="50800">
                  <a:moveTo>
                    <a:pt x="3810" y="20320"/>
                  </a:moveTo>
                  <a:lnTo>
                    <a:pt x="0" y="20320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0320"/>
                  </a:lnTo>
                  <a:close/>
                </a:path>
                <a:path w="3809" h="50800">
                  <a:moveTo>
                    <a:pt x="3810" y="27940"/>
                  </a:moveTo>
                  <a:lnTo>
                    <a:pt x="0" y="27940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27940"/>
                  </a:lnTo>
                  <a:close/>
                </a:path>
                <a:path w="3809" h="50800">
                  <a:moveTo>
                    <a:pt x="3810" y="34290"/>
                  </a:moveTo>
                  <a:lnTo>
                    <a:pt x="0" y="34290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4290"/>
                  </a:lnTo>
                  <a:close/>
                </a:path>
                <a:path w="3809" h="50800">
                  <a:moveTo>
                    <a:pt x="3810" y="40640"/>
                  </a:moveTo>
                  <a:lnTo>
                    <a:pt x="0" y="40640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0640"/>
                  </a:lnTo>
                  <a:close/>
                </a:path>
                <a:path w="3809" h="50800">
                  <a:moveTo>
                    <a:pt x="3810" y="46990"/>
                  </a:moveTo>
                  <a:lnTo>
                    <a:pt x="0" y="46990"/>
                  </a:lnTo>
                  <a:lnTo>
                    <a:pt x="0" y="50800"/>
                  </a:lnTo>
                  <a:lnTo>
                    <a:pt x="2540" y="50800"/>
                  </a:lnTo>
                  <a:lnTo>
                    <a:pt x="2540" y="49530"/>
                  </a:lnTo>
                  <a:lnTo>
                    <a:pt x="3810" y="49530"/>
                  </a:lnTo>
                  <a:lnTo>
                    <a:pt x="3810" y="46990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3" name="object 2313"/>
            <p:cNvSpPr/>
            <p:nvPr/>
          </p:nvSpPr>
          <p:spPr>
            <a:xfrm>
              <a:off x="6986270" y="4914900"/>
              <a:ext cx="3810" cy="49530"/>
            </a:xfrm>
            <a:custGeom>
              <a:avLst/>
              <a:gdLst/>
              <a:ahLst/>
              <a:cxnLst/>
              <a:rect l="l" t="t" r="r" b="b"/>
              <a:pathLst>
                <a:path w="3809" h="49529">
                  <a:moveTo>
                    <a:pt x="380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09" h="49529">
                  <a:moveTo>
                    <a:pt x="3809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2540"/>
                  </a:lnTo>
                  <a:close/>
                </a:path>
                <a:path w="3809" h="49529">
                  <a:moveTo>
                    <a:pt x="3809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8890"/>
                  </a:lnTo>
                  <a:close/>
                </a:path>
                <a:path w="3809" h="49529">
                  <a:moveTo>
                    <a:pt x="3809" y="15240"/>
                  </a:moveTo>
                  <a:lnTo>
                    <a:pt x="0" y="15240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5240"/>
                  </a:lnTo>
                  <a:close/>
                </a:path>
                <a:path w="3809" h="49529">
                  <a:moveTo>
                    <a:pt x="3809" y="20320"/>
                  </a:moveTo>
                  <a:lnTo>
                    <a:pt x="0" y="20320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0320"/>
                  </a:lnTo>
                  <a:close/>
                </a:path>
                <a:path w="3809" h="49529">
                  <a:moveTo>
                    <a:pt x="3809" y="27940"/>
                  </a:moveTo>
                  <a:lnTo>
                    <a:pt x="0" y="27940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27940"/>
                  </a:lnTo>
                  <a:close/>
                </a:path>
                <a:path w="3809" h="49529">
                  <a:moveTo>
                    <a:pt x="3809" y="34290"/>
                  </a:moveTo>
                  <a:lnTo>
                    <a:pt x="0" y="34290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4290"/>
                  </a:lnTo>
                  <a:close/>
                </a:path>
                <a:path w="3809" h="49529">
                  <a:moveTo>
                    <a:pt x="3809" y="40640"/>
                  </a:moveTo>
                  <a:lnTo>
                    <a:pt x="0" y="40640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0640"/>
                  </a:lnTo>
                  <a:close/>
                </a:path>
                <a:path w="3809" h="49529">
                  <a:moveTo>
                    <a:pt x="3809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3809" y="49530"/>
                  </a:lnTo>
                  <a:lnTo>
                    <a:pt x="3809" y="46990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4" name="object 2314"/>
            <p:cNvSpPr/>
            <p:nvPr/>
          </p:nvSpPr>
          <p:spPr>
            <a:xfrm>
              <a:off x="6990080" y="4914900"/>
              <a:ext cx="3810" cy="49530"/>
            </a:xfrm>
            <a:custGeom>
              <a:avLst/>
              <a:gdLst/>
              <a:ahLst/>
              <a:cxnLst/>
              <a:rect l="l" t="t" r="r" b="b"/>
              <a:pathLst>
                <a:path w="3809" h="49529">
                  <a:moveTo>
                    <a:pt x="127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49529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09" h="49529">
                  <a:moveTo>
                    <a:pt x="381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8890"/>
                  </a:lnTo>
                  <a:close/>
                </a:path>
                <a:path w="3809" h="49529">
                  <a:moveTo>
                    <a:pt x="3810" y="15240"/>
                  </a:moveTo>
                  <a:lnTo>
                    <a:pt x="0" y="15240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5240"/>
                  </a:lnTo>
                  <a:close/>
                </a:path>
                <a:path w="3809" h="49529">
                  <a:moveTo>
                    <a:pt x="3810" y="20320"/>
                  </a:moveTo>
                  <a:lnTo>
                    <a:pt x="0" y="20320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0320"/>
                  </a:lnTo>
                  <a:close/>
                </a:path>
                <a:path w="3809" h="49529">
                  <a:moveTo>
                    <a:pt x="3810" y="27940"/>
                  </a:moveTo>
                  <a:lnTo>
                    <a:pt x="0" y="27940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27940"/>
                  </a:lnTo>
                  <a:close/>
                </a:path>
                <a:path w="3809" h="49529">
                  <a:moveTo>
                    <a:pt x="3810" y="34290"/>
                  </a:moveTo>
                  <a:lnTo>
                    <a:pt x="0" y="34290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4290"/>
                  </a:lnTo>
                  <a:close/>
                </a:path>
                <a:path w="3809" h="49529">
                  <a:moveTo>
                    <a:pt x="3810" y="40640"/>
                  </a:moveTo>
                  <a:lnTo>
                    <a:pt x="0" y="40640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0640"/>
                  </a:lnTo>
                  <a:close/>
                </a:path>
                <a:path w="3809" h="49529">
                  <a:moveTo>
                    <a:pt x="3810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2539" y="49530"/>
                  </a:lnTo>
                  <a:lnTo>
                    <a:pt x="2539" y="48260"/>
                  </a:lnTo>
                  <a:lnTo>
                    <a:pt x="3810" y="48260"/>
                  </a:lnTo>
                  <a:lnTo>
                    <a:pt x="3810" y="46990"/>
                  </a:lnTo>
                  <a:close/>
                </a:path>
              </a:pathLst>
            </a:custGeom>
            <a:solidFill>
              <a:srgbClr val="A7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5" name="object 2315"/>
            <p:cNvSpPr/>
            <p:nvPr/>
          </p:nvSpPr>
          <p:spPr>
            <a:xfrm>
              <a:off x="6993890" y="4916170"/>
              <a:ext cx="3810" cy="46990"/>
            </a:xfrm>
            <a:custGeom>
              <a:avLst/>
              <a:gdLst/>
              <a:ahLst/>
              <a:cxnLst/>
              <a:rect l="l" t="t" r="r" b="b"/>
              <a:pathLst>
                <a:path w="3809" h="46989">
                  <a:moveTo>
                    <a:pt x="380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09" h="46989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09" h="46989">
                  <a:moveTo>
                    <a:pt x="380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7619"/>
                  </a:lnTo>
                  <a:close/>
                </a:path>
                <a:path w="3809" h="46989">
                  <a:moveTo>
                    <a:pt x="3809" y="13969"/>
                  </a:moveTo>
                  <a:lnTo>
                    <a:pt x="0" y="1396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3969"/>
                  </a:lnTo>
                  <a:close/>
                </a:path>
                <a:path w="3809" h="46989">
                  <a:moveTo>
                    <a:pt x="3809" y="19050"/>
                  </a:moveTo>
                  <a:lnTo>
                    <a:pt x="0" y="19050"/>
                  </a:lnTo>
                  <a:lnTo>
                    <a:pt x="0" y="26669"/>
                  </a:lnTo>
                  <a:lnTo>
                    <a:pt x="3809" y="26669"/>
                  </a:lnTo>
                  <a:lnTo>
                    <a:pt x="3809" y="19050"/>
                  </a:lnTo>
                  <a:close/>
                </a:path>
                <a:path w="3809" h="46989">
                  <a:moveTo>
                    <a:pt x="3809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6669"/>
                  </a:lnTo>
                  <a:close/>
                </a:path>
                <a:path w="3809" h="46989">
                  <a:moveTo>
                    <a:pt x="3809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3019"/>
                  </a:lnTo>
                  <a:close/>
                </a:path>
                <a:path w="3809" h="46989">
                  <a:moveTo>
                    <a:pt x="3809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39369"/>
                  </a:lnTo>
                  <a:close/>
                </a:path>
                <a:path w="3809" h="46989">
                  <a:moveTo>
                    <a:pt x="3809" y="45719"/>
                  </a:moveTo>
                  <a:lnTo>
                    <a:pt x="0" y="45719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5719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6" name="object 2316"/>
            <p:cNvSpPr/>
            <p:nvPr/>
          </p:nvSpPr>
          <p:spPr>
            <a:xfrm>
              <a:off x="6997700" y="4916170"/>
              <a:ext cx="3810" cy="46990"/>
            </a:xfrm>
            <a:custGeom>
              <a:avLst/>
              <a:gdLst/>
              <a:ahLst/>
              <a:cxnLst/>
              <a:rect l="l" t="t" r="r" b="b"/>
              <a:pathLst>
                <a:path w="3809" h="46989">
                  <a:moveTo>
                    <a:pt x="126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3809" h="46989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09" h="46989">
                  <a:moveTo>
                    <a:pt x="380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7619"/>
                  </a:lnTo>
                  <a:close/>
                </a:path>
                <a:path w="3809" h="46989">
                  <a:moveTo>
                    <a:pt x="3809" y="13969"/>
                  </a:moveTo>
                  <a:lnTo>
                    <a:pt x="0" y="1396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3969"/>
                  </a:lnTo>
                  <a:close/>
                </a:path>
                <a:path w="3809" h="46989">
                  <a:moveTo>
                    <a:pt x="3809" y="19050"/>
                  </a:moveTo>
                  <a:lnTo>
                    <a:pt x="0" y="19050"/>
                  </a:lnTo>
                  <a:lnTo>
                    <a:pt x="0" y="26669"/>
                  </a:lnTo>
                  <a:lnTo>
                    <a:pt x="3809" y="26669"/>
                  </a:lnTo>
                  <a:lnTo>
                    <a:pt x="3809" y="19050"/>
                  </a:lnTo>
                  <a:close/>
                </a:path>
                <a:path w="3809" h="46989">
                  <a:moveTo>
                    <a:pt x="3809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6669"/>
                  </a:lnTo>
                  <a:close/>
                </a:path>
                <a:path w="3809" h="46989">
                  <a:moveTo>
                    <a:pt x="3809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3019"/>
                  </a:lnTo>
                  <a:close/>
                </a:path>
                <a:path w="3809" h="46989">
                  <a:moveTo>
                    <a:pt x="3809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39369"/>
                  </a:lnTo>
                  <a:close/>
                </a:path>
                <a:path w="3809" h="46989">
                  <a:moveTo>
                    <a:pt x="3809" y="45719"/>
                  </a:moveTo>
                  <a:lnTo>
                    <a:pt x="0" y="45719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5719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7" name="object 2317"/>
            <p:cNvSpPr/>
            <p:nvPr/>
          </p:nvSpPr>
          <p:spPr>
            <a:xfrm>
              <a:off x="7001510" y="4917439"/>
              <a:ext cx="3810" cy="45720"/>
            </a:xfrm>
            <a:custGeom>
              <a:avLst/>
              <a:gdLst/>
              <a:ahLst/>
              <a:cxnLst/>
              <a:rect l="l" t="t" r="r" b="b"/>
              <a:pathLst>
                <a:path w="3809" h="45720">
                  <a:moveTo>
                    <a:pt x="127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45720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09" h="45720">
                  <a:moveTo>
                    <a:pt x="3810" y="12699"/>
                  </a:moveTo>
                  <a:lnTo>
                    <a:pt x="0" y="12699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2699"/>
                  </a:lnTo>
                  <a:close/>
                </a:path>
                <a:path w="3809" h="45720">
                  <a:moveTo>
                    <a:pt x="3810" y="17779"/>
                  </a:moveTo>
                  <a:lnTo>
                    <a:pt x="0" y="1777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17779"/>
                  </a:lnTo>
                  <a:close/>
                </a:path>
                <a:path w="3809" h="45720">
                  <a:moveTo>
                    <a:pt x="3810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5399"/>
                  </a:lnTo>
                  <a:close/>
                </a:path>
                <a:path w="3809" h="45720">
                  <a:moveTo>
                    <a:pt x="3810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1749"/>
                  </a:lnTo>
                  <a:close/>
                </a:path>
                <a:path w="3809" h="45720">
                  <a:moveTo>
                    <a:pt x="3810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38099"/>
                  </a:lnTo>
                  <a:close/>
                </a:path>
                <a:path w="3809" h="45720">
                  <a:moveTo>
                    <a:pt x="1270" y="44449"/>
                  </a:moveTo>
                  <a:lnTo>
                    <a:pt x="0" y="44449"/>
                  </a:lnTo>
                  <a:lnTo>
                    <a:pt x="0" y="45719"/>
                  </a:lnTo>
                  <a:lnTo>
                    <a:pt x="1270" y="45719"/>
                  </a:lnTo>
                  <a:lnTo>
                    <a:pt x="1270" y="44449"/>
                  </a:lnTo>
                  <a:close/>
                </a:path>
              </a:pathLst>
            </a:custGeom>
            <a:solidFill>
              <a:srgbClr val="AEBA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8" name="object 2318"/>
            <p:cNvSpPr/>
            <p:nvPr/>
          </p:nvSpPr>
          <p:spPr>
            <a:xfrm>
              <a:off x="7005320" y="4918709"/>
              <a:ext cx="2540" cy="43180"/>
            </a:xfrm>
            <a:custGeom>
              <a:avLst/>
              <a:gdLst/>
              <a:ahLst/>
              <a:cxnLst/>
              <a:rect l="l" t="t" r="r" b="b"/>
              <a:pathLst>
                <a:path w="2540" h="43179">
                  <a:moveTo>
                    <a:pt x="253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2539" y="5079"/>
                  </a:lnTo>
                  <a:lnTo>
                    <a:pt x="2539" y="0"/>
                  </a:lnTo>
                  <a:close/>
                </a:path>
                <a:path w="2540" h="43179">
                  <a:moveTo>
                    <a:pt x="253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2539" y="11429"/>
                  </a:lnTo>
                  <a:lnTo>
                    <a:pt x="2539" y="5080"/>
                  </a:lnTo>
                  <a:close/>
                </a:path>
                <a:path w="2540" h="43179">
                  <a:moveTo>
                    <a:pt x="2539" y="11430"/>
                  </a:moveTo>
                  <a:lnTo>
                    <a:pt x="0" y="11430"/>
                  </a:lnTo>
                  <a:lnTo>
                    <a:pt x="0" y="16509"/>
                  </a:lnTo>
                  <a:lnTo>
                    <a:pt x="2539" y="16509"/>
                  </a:lnTo>
                  <a:lnTo>
                    <a:pt x="2539" y="11430"/>
                  </a:lnTo>
                  <a:close/>
                </a:path>
                <a:path w="2540" h="43179">
                  <a:moveTo>
                    <a:pt x="2539" y="16510"/>
                  </a:moveTo>
                  <a:lnTo>
                    <a:pt x="0" y="16510"/>
                  </a:lnTo>
                  <a:lnTo>
                    <a:pt x="0" y="24129"/>
                  </a:lnTo>
                  <a:lnTo>
                    <a:pt x="2539" y="24129"/>
                  </a:lnTo>
                  <a:lnTo>
                    <a:pt x="2539" y="16510"/>
                  </a:lnTo>
                  <a:close/>
                </a:path>
                <a:path w="2540" h="43179">
                  <a:moveTo>
                    <a:pt x="2539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2539" y="30479"/>
                  </a:lnTo>
                  <a:lnTo>
                    <a:pt x="2539" y="24130"/>
                  </a:lnTo>
                  <a:close/>
                </a:path>
                <a:path w="2540" h="43179">
                  <a:moveTo>
                    <a:pt x="2539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2539" y="36829"/>
                  </a:lnTo>
                  <a:lnTo>
                    <a:pt x="2539" y="30480"/>
                  </a:lnTo>
                  <a:close/>
                </a:path>
                <a:path w="2540" h="43179">
                  <a:moveTo>
                    <a:pt x="2539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1269" y="43179"/>
                  </a:lnTo>
                  <a:lnTo>
                    <a:pt x="1269" y="41909"/>
                  </a:lnTo>
                  <a:lnTo>
                    <a:pt x="2539" y="41909"/>
                  </a:lnTo>
                  <a:lnTo>
                    <a:pt x="2539" y="36830"/>
                  </a:lnTo>
                  <a:close/>
                </a:path>
              </a:pathLst>
            </a:custGeom>
            <a:solidFill>
              <a:srgbClr val="B1BD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9" name="object 2319"/>
            <p:cNvSpPr/>
            <p:nvPr/>
          </p:nvSpPr>
          <p:spPr>
            <a:xfrm>
              <a:off x="7007860" y="491870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09" h="41910">
                  <a:moveTo>
                    <a:pt x="127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41910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09" h="41910">
                  <a:moveTo>
                    <a:pt x="3810" y="11430"/>
                  </a:moveTo>
                  <a:lnTo>
                    <a:pt x="0" y="1143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1430"/>
                  </a:lnTo>
                  <a:close/>
                </a:path>
                <a:path w="3809" h="41910">
                  <a:moveTo>
                    <a:pt x="3810" y="16510"/>
                  </a:moveTo>
                  <a:lnTo>
                    <a:pt x="0" y="1651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6510"/>
                  </a:lnTo>
                  <a:close/>
                </a:path>
                <a:path w="3809" h="41910">
                  <a:moveTo>
                    <a:pt x="3810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10" y="30479"/>
                  </a:lnTo>
                  <a:lnTo>
                    <a:pt x="3810" y="24130"/>
                  </a:lnTo>
                  <a:close/>
                </a:path>
                <a:path w="3809" h="41910">
                  <a:moveTo>
                    <a:pt x="3810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30480"/>
                  </a:lnTo>
                  <a:close/>
                </a:path>
                <a:path w="3809" h="41910">
                  <a:moveTo>
                    <a:pt x="3810" y="36830"/>
                  </a:moveTo>
                  <a:lnTo>
                    <a:pt x="0" y="3683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6830"/>
                  </a:lnTo>
                  <a:close/>
                </a:path>
              </a:pathLst>
            </a:custGeom>
            <a:solidFill>
              <a:srgbClr val="B4BF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0" name="object 2320"/>
            <p:cNvSpPr/>
            <p:nvPr/>
          </p:nvSpPr>
          <p:spPr>
            <a:xfrm>
              <a:off x="7011670" y="4919980"/>
              <a:ext cx="3810" cy="39370"/>
            </a:xfrm>
            <a:custGeom>
              <a:avLst/>
              <a:gdLst/>
              <a:ahLst/>
              <a:cxnLst/>
              <a:rect l="l" t="t" r="r" b="b"/>
              <a:pathLst>
                <a:path w="3809" h="39370">
                  <a:moveTo>
                    <a:pt x="126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3809" h="39370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09" h="39370">
                  <a:moveTo>
                    <a:pt x="3809" y="10160"/>
                  </a:moveTo>
                  <a:lnTo>
                    <a:pt x="0" y="10160"/>
                  </a:lnTo>
                  <a:lnTo>
                    <a:pt x="0" y="15240"/>
                  </a:lnTo>
                  <a:lnTo>
                    <a:pt x="3809" y="15240"/>
                  </a:lnTo>
                  <a:lnTo>
                    <a:pt x="3809" y="10160"/>
                  </a:lnTo>
                  <a:close/>
                </a:path>
                <a:path w="3809" h="39370">
                  <a:moveTo>
                    <a:pt x="3809" y="15240"/>
                  </a:moveTo>
                  <a:lnTo>
                    <a:pt x="0" y="15240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15240"/>
                  </a:lnTo>
                  <a:close/>
                </a:path>
                <a:path w="3809" h="39370">
                  <a:moveTo>
                    <a:pt x="3809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3809" y="29210"/>
                  </a:lnTo>
                  <a:lnTo>
                    <a:pt x="3809" y="22860"/>
                  </a:lnTo>
                  <a:close/>
                </a:path>
                <a:path w="3809" h="39370">
                  <a:moveTo>
                    <a:pt x="3809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29210"/>
                  </a:lnTo>
                  <a:close/>
                </a:path>
                <a:path w="3809" h="39370">
                  <a:moveTo>
                    <a:pt x="3809" y="35560"/>
                  </a:moveTo>
                  <a:lnTo>
                    <a:pt x="0" y="35560"/>
                  </a:lnTo>
                  <a:lnTo>
                    <a:pt x="0" y="39370"/>
                  </a:lnTo>
                  <a:lnTo>
                    <a:pt x="3809" y="39370"/>
                  </a:lnTo>
                  <a:lnTo>
                    <a:pt x="3809" y="35560"/>
                  </a:lnTo>
                  <a:close/>
                </a:path>
              </a:pathLst>
            </a:custGeom>
            <a:solidFill>
              <a:srgbClr val="B6C1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1" name="object 2321"/>
            <p:cNvSpPr/>
            <p:nvPr/>
          </p:nvSpPr>
          <p:spPr>
            <a:xfrm>
              <a:off x="7015480" y="4921250"/>
              <a:ext cx="3810" cy="38100"/>
            </a:xfrm>
            <a:custGeom>
              <a:avLst/>
              <a:gdLst/>
              <a:ahLst/>
              <a:cxnLst/>
              <a:rect l="l" t="t" r="r" b="b"/>
              <a:pathLst>
                <a:path w="3809" h="38100">
                  <a:moveTo>
                    <a:pt x="254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09" h="38100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09" h="38100">
                  <a:moveTo>
                    <a:pt x="3810" y="8890"/>
                  </a:moveTo>
                  <a:lnTo>
                    <a:pt x="0" y="8890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8890"/>
                  </a:lnTo>
                  <a:close/>
                </a:path>
                <a:path w="3809" h="38100">
                  <a:moveTo>
                    <a:pt x="3810" y="13970"/>
                  </a:moveTo>
                  <a:lnTo>
                    <a:pt x="0" y="1397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3970"/>
                  </a:lnTo>
                  <a:close/>
                </a:path>
                <a:path w="3809" h="38100">
                  <a:moveTo>
                    <a:pt x="3810" y="21590"/>
                  </a:moveTo>
                  <a:lnTo>
                    <a:pt x="0" y="21590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1590"/>
                  </a:lnTo>
                  <a:close/>
                </a:path>
                <a:path w="3809" h="38100">
                  <a:moveTo>
                    <a:pt x="3810" y="27940"/>
                  </a:moveTo>
                  <a:lnTo>
                    <a:pt x="0" y="27940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27940"/>
                  </a:lnTo>
                  <a:close/>
                </a:path>
                <a:path w="3809" h="38100">
                  <a:moveTo>
                    <a:pt x="3810" y="34290"/>
                  </a:moveTo>
                  <a:lnTo>
                    <a:pt x="0" y="34290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4290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2" name="object 2322"/>
            <p:cNvSpPr/>
            <p:nvPr/>
          </p:nvSpPr>
          <p:spPr>
            <a:xfrm>
              <a:off x="7019290" y="4922520"/>
              <a:ext cx="3810" cy="36830"/>
            </a:xfrm>
            <a:custGeom>
              <a:avLst/>
              <a:gdLst/>
              <a:ahLst/>
              <a:cxnLst/>
              <a:rect l="l" t="t" r="r" b="b"/>
              <a:pathLst>
                <a:path w="3809" h="36829">
                  <a:moveTo>
                    <a:pt x="127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36829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09" h="36829">
                  <a:moveTo>
                    <a:pt x="3809" y="7619"/>
                  </a:moveTo>
                  <a:lnTo>
                    <a:pt x="0" y="761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7619"/>
                  </a:lnTo>
                  <a:close/>
                </a:path>
                <a:path w="3809" h="36829">
                  <a:moveTo>
                    <a:pt x="3809" y="12700"/>
                  </a:moveTo>
                  <a:lnTo>
                    <a:pt x="0" y="12700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2700"/>
                  </a:lnTo>
                  <a:close/>
                </a:path>
                <a:path w="3809" h="36829">
                  <a:moveTo>
                    <a:pt x="3809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3809" y="26669"/>
                  </a:lnTo>
                  <a:lnTo>
                    <a:pt x="3809" y="20319"/>
                  </a:lnTo>
                  <a:close/>
                </a:path>
                <a:path w="3809" h="36829">
                  <a:moveTo>
                    <a:pt x="3809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6669"/>
                  </a:lnTo>
                  <a:close/>
                </a:path>
                <a:path w="3809" h="36829">
                  <a:moveTo>
                    <a:pt x="3809" y="33019"/>
                  </a:moveTo>
                  <a:lnTo>
                    <a:pt x="0" y="33019"/>
                  </a:lnTo>
                  <a:lnTo>
                    <a:pt x="0" y="36829"/>
                  </a:lnTo>
                  <a:lnTo>
                    <a:pt x="1270" y="36829"/>
                  </a:lnTo>
                  <a:lnTo>
                    <a:pt x="1270" y="35559"/>
                  </a:lnTo>
                  <a:lnTo>
                    <a:pt x="3809" y="35559"/>
                  </a:lnTo>
                  <a:lnTo>
                    <a:pt x="3809" y="33019"/>
                  </a:lnTo>
                  <a:close/>
                </a:path>
              </a:pathLst>
            </a:custGeom>
            <a:solidFill>
              <a:srgbClr val="BC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3" name="object 2323"/>
            <p:cNvSpPr/>
            <p:nvPr/>
          </p:nvSpPr>
          <p:spPr>
            <a:xfrm>
              <a:off x="7023100" y="4923789"/>
              <a:ext cx="3810" cy="33020"/>
            </a:xfrm>
            <a:custGeom>
              <a:avLst/>
              <a:gdLst/>
              <a:ahLst/>
              <a:cxnLst/>
              <a:rect l="l" t="t" r="r" b="b"/>
              <a:pathLst>
                <a:path w="3809" h="33020">
                  <a:moveTo>
                    <a:pt x="127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33020">
                  <a:moveTo>
                    <a:pt x="3809" y="6349"/>
                  </a:moveTo>
                  <a:lnTo>
                    <a:pt x="0" y="6349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6349"/>
                  </a:lnTo>
                  <a:close/>
                </a:path>
                <a:path w="3809" h="33020">
                  <a:moveTo>
                    <a:pt x="3809" y="11429"/>
                  </a:moveTo>
                  <a:lnTo>
                    <a:pt x="0" y="1142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1429"/>
                  </a:lnTo>
                  <a:close/>
                </a:path>
                <a:path w="3809" h="33020">
                  <a:moveTo>
                    <a:pt x="3809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19049"/>
                  </a:lnTo>
                  <a:close/>
                </a:path>
                <a:path w="3809" h="33020">
                  <a:moveTo>
                    <a:pt x="3809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5399"/>
                  </a:lnTo>
                  <a:close/>
                </a:path>
                <a:path w="3809" h="33020">
                  <a:moveTo>
                    <a:pt x="3809" y="31749"/>
                  </a:moveTo>
                  <a:lnTo>
                    <a:pt x="0" y="31749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31749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4" name="object 2324"/>
            <p:cNvSpPr/>
            <p:nvPr/>
          </p:nvSpPr>
          <p:spPr>
            <a:xfrm>
              <a:off x="7026910" y="4926330"/>
              <a:ext cx="2540" cy="29209"/>
            </a:xfrm>
            <a:custGeom>
              <a:avLst/>
              <a:gdLst/>
              <a:ahLst/>
              <a:cxnLst/>
              <a:rect l="l" t="t" r="r" b="b"/>
              <a:pathLst>
                <a:path w="2540" h="29210">
                  <a:moveTo>
                    <a:pt x="254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40" y="3810"/>
                  </a:lnTo>
                  <a:lnTo>
                    <a:pt x="2540" y="0"/>
                  </a:lnTo>
                  <a:close/>
                </a:path>
                <a:path w="2540" h="29210">
                  <a:moveTo>
                    <a:pt x="2540" y="3810"/>
                  </a:moveTo>
                  <a:lnTo>
                    <a:pt x="0" y="3810"/>
                  </a:lnTo>
                  <a:lnTo>
                    <a:pt x="0" y="8890"/>
                  </a:lnTo>
                  <a:lnTo>
                    <a:pt x="2540" y="8890"/>
                  </a:lnTo>
                  <a:lnTo>
                    <a:pt x="2540" y="3810"/>
                  </a:lnTo>
                  <a:close/>
                </a:path>
                <a:path w="2540" h="29210">
                  <a:moveTo>
                    <a:pt x="2540" y="8890"/>
                  </a:moveTo>
                  <a:lnTo>
                    <a:pt x="0" y="8890"/>
                  </a:lnTo>
                  <a:lnTo>
                    <a:pt x="0" y="16510"/>
                  </a:lnTo>
                  <a:lnTo>
                    <a:pt x="2540" y="16510"/>
                  </a:lnTo>
                  <a:lnTo>
                    <a:pt x="2540" y="8890"/>
                  </a:lnTo>
                  <a:close/>
                </a:path>
                <a:path w="2540" h="29210">
                  <a:moveTo>
                    <a:pt x="2540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2540" y="22860"/>
                  </a:lnTo>
                  <a:lnTo>
                    <a:pt x="2540" y="16510"/>
                  </a:lnTo>
                  <a:close/>
                </a:path>
                <a:path w="2540" h="29210">
                  <a:moveTo>
                    <a:pt x="2540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1270" y="29210"/>
                  </a:lnTo>
                  <a:lnTo>
                    <a:pt x="1270" y="27940"/>
                  </a:lnTo>
                  <a:lnTo>
                    <a:pt x="2540" y="27940"/>
                  </a:lnTo>
                  <a:lnTo>
                    <a:pt x="2540" y="22860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5" name="object 2325"/>
            <p:cNvSpPr/>
            <p:nvPr/>
          </p:nvSpPr>
          <p:spPr>
            <a:xfrm>
              <a:off x="7029450" y="4926330"/>
              <a:ext cx="3810" cy="27940"/>
            </a:xfrm>
            <a:custGeom>
              <a:avLst/>
              <a:gdLst/>
              <a:ahLst/>
              <a:cxnLst/>
              <a:rect l="l" t="t" r="r" b="b"/>
              <a:pathLst>
                <a:path w="3809" h="27939">
                  <a:moveTo>
                    <a:pt x="127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3809" h="27939">
                  <a:moveTo>
                    <a:pt x="3809" y="3810"/>
                  </a:moveTo>
                  <a:lnTo>
                    <a:pt x="0" y="3810"/>
                  </a:lnTo>
                  <a:lnTo>
                    <a:pt x="0" y="8890"/>
                  </a:lnTo>
                  <a:lnTo>
                    <a:pt x="3809" y="8890"/>
                  </a:lnTo>
                  <a:lnTo>
                    <a:pt x="3809" y="3810"/>
                  </a:lnTo>
                  <a:close/>
                </a:path>
                <a:path w="3809" h="27939">
                  <a:moveTo>
                    <a:pt x="3809" y="8890"/>
                  </a:moveTo>
                  <a:lnTo>
                    <a:pt x="0" y="889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8890"/>
                  </a:lnTo>
                  <a:close/>
                </a:path>
                <a:path w="3809" h="27939">
                  <a:moveTo>
                    <a:pt x="3809" y="16510"/>
                  </a:moveTo>
                  <a:lnTo>
                    <a:pt x="0" y="16510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16510"/>
                  </a:lnTo>
                  <a:close/>
                </a:path>
                <a:path w="3809" h="27939">
                  <a:moveTo>
                    <a:pt x="3809" y="22860"/>
                  </a:moveTo>
                  <a:lnTo>
                    <a:pt x="0" y="22860"/>
                  </a:lnTo>
                  <a:lnTo>
                    <a:pt x="0" y="27940"/>
                  </a:lnTo>
                  <a:lnTo>
                    <a:pt x="1270" y="27940"/>
                  </a:lnTo>
                  <a:lnTo>
                    <a:pt x="1270" y="26670"/>
                  </a:lnTo>
                  <a:lnTo>
                    <a:pt x="3809" y="26670"/>
                  </a:lnTo>
                  <a:lnTo>
                    <a:pt x="3809" y="22860"/>
                  </a:lnTo>
                  <a:close/>
                </a:path>
              </a:pathLst>
            </a:custGeom>
            <a:solidFill>
              <a:srgbClr val="C4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6" name="object 2326"/>
            <p:cNvSpPr/>
            <p:nvPr/>
          </p:nvSpPr>
          <p:spPr>
            <a:xfrm>
              <a:off x="7033260" y="4928870"/>
              <a:ext cx="3810" cy="22860"/>
            </a:xfrm>
            <a:custGeom>
              <a:avLst/>
              <a:gdLst/>
              <a:ahLst/>
              <a:cxnLst/>
              <a:rect l="l" t="t" r="r" b="b"/>
              <a:pathLst>
                <a:path w="3809" h="22860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09" h="22860">
                  <a:moveTo>
                    <a:pt x="3810" y="1269"/>
                  </a:moveTo>
                  <a:lnTo>
                    <a:pt x="0" y="126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1269"/>
                  </a:lnTo>
                  <a:close/>
                </a:path>
                <a:path w="3809" h="22860">
                  <a:moveTo>
                    <a:pt x="3810" y="6350"/>
                  </a:moveTo>
                  <a:lnTo>
                    <a:pt x="0" y="6350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6350"/>
                  </a:lnTo>
                  <a:close/>
                </a:path>
                <a:path w="3809" h="22860">
                  <a:moveTo>
                    <a:pt x="3810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3969"/>
                  </a:lnTo>
                  <a:close/>
                </a:path>
                <a:path w="3809" h="22860">
                  <a:moveTo>
                    <a:pt x="3810" y="20319"/>
                  </a:moveTo>
                  <a:lnTo>
                    <a:pt x="0" y="20319"/>
                  </a:lnTo>
                  <a:lnTo>
                    <a:pt x="0" y="22859"/>
                  </a:lnTo>
                  <a:lnTo>
                    <a:pt x="1270" y="22859"/>
                  </a:lnTo>
                  <a:lnTo>
                    <a:pt x="1270" y="21589"/>
                  </a:lnTo>
                  <a:lnTo>
                    <a:pt x="3810" y="21589"/>
                  </a:lnTo>
                  <a:lnTo>
                    <a:pt x="3810" y="20319"/>
                  </a:lnTo>
                  <a:close/>
                </a:path>
              </a:pathLst>
            </a:custGeom>
            <a:solidFill>
              <a:srgbClr val="C6CF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7" name="object 2327"/>
            <p:cNvSpPr/>
            <p:nvPr/>
          </p:nvSpPr>
          <p:spPr>
            <a:xfrm>
              <a:off x="7037070" y="4930139"/>
              <a:ext cx="3810" cy="20320"/>
            </a:xfrm>
            <a:custGeom>
              <a:avLst/>
              <a:gdLst/>
              <a:ahLst/>
              <a:cxnLst/>
              <a:rect l="l" t="t" r="r" b="b"/>
              <a:pathLst>
                <a:path w="3809" h="20320">
                  <a:moveTo>
                    <a:pt x="127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2539"/>
                  </a:lnTo>
                  <a:lnTo>
                    <a:pt x="2540" y="2539"/>
                  </a:lnTo>
                  <a:lnTo>
                    <a:pt x="254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20320">
                  <a:moveTo>
                    <a:pt x="3809" y="5079"/>
                  </a:moveTo>
                  <a:lnTo>
                    <a:pt x="0" y="507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5079"/>
                  </a:lnTo>
                  <a:close/>
                </a:path>
                <a:path w="3809" h="20320">
                  <a:moveTo>
                    <a:pt x="380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2540" y="19049"/>
                  </a:lnTo>
                  <a:lnTo>
                    <a:pt x="2540" y="17779"/>
                  </a:lnTo>
                  <a:lnTo>
                    <a:pt x="3809" y="17779"/>
                  </a:lnTo>
                  <a:lnTo>
                    <a:pt x="3809" y="12699"/>
                  </a:lnTo>
                  <a:close/>
                </a:path>
                <a:path w="3809" h="20320">
                  <a:moveTo>
                    <a:pt x="1270" y="19049"/>
                  </a:moveTo>
                  <a:lnTo>
                    <a:pt x="0" y="19049"/>
                  </a:lnTo>
                  <a:lnTo>
                    <a:pt x="0" y="20319"/>
                  </a:lnTo>
                  <a:lnTo>
                    <a:pt x="1270" y="20319"/>
                  </a:lnTo>
                  <a:lnTo>
                    <a:pt x="1270" y="19049"/>
                  </a:lnTo>
                  <a:close/>
                </a:path>
              </a:pathLst>
            </a:custGeom>
            <a:solidFill>
              <a:srgbClr val="C9D1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8" name="object 2328"/>
            <p:cNvSpPr/>
            <p:nvPr/>
          </p:nvSpPr>
          <p:spPr>
            <a:xfrm>
              <a:off x="7040880" y="4933950"/>
              <a:ext cx="3810" cy="13970"/>
            </a:xfrm>
            <a:custGeom>
              <a:avLst/>
              <a:gdLst/>
              <a:ahLst/>
              <a:cxnLst/>
              <a:rect l="l" t="t" r="r" b="b"/>
              <a:pathLst>
                <a:path w="3809" h="13970">
                  <a:moveTo>
                    <a:pt x="127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13970">
                  <a:moveTo>
                    <a:pt x="2539" y="1270"/>
                  </a:moveTo>
                  <a:lnTo>
                    <a:pt x="0" y="127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5080"/>
                  </a:lnTo>
                  <a:lnTo>
                    <a:pt x="2540" y="5080"/>
                  </a:lnTo>
                  <a:lnTo>
                    <a:pt x="2539" y="1270"/>
                  </a:lnTo>
                  <a:close/>
                </a:path>
                <a:path w="3809" h="13970">
                  <a:moveTo>
                    <a:pt x="2539" y="8890"/>
                  </a:moveTo>
                  <a:lnTo>
                    <a:pt x="0" y="8890"/>
                  </a:lnTo>
                  <a:lnTo>
                    <a:pt x="0" y="13969"/>
                  </a:lnTo>
                  <a:lnTo>
                    <a:pt x="1270" y="13969"/>
                  </a:lnTo>
                  <a:lnTo>
                    <a:pt x="1270" y="12700"/>
                  </a:lnTo>
                  <a:lnTo>
                    <a:pt x="2540" y="12700"/>
                  </a:lnTo>
                  <a:lnTo>
                    <a:pt x="2539" y="8890"/>
                  </a:lnTo>
                  <a:close/>
                </a:path>
              </a:pathLst>
            </a:custGeom>
            <a:solidFill>
              <a:srgbClr val="CCD3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9" name="object 2329"/>
            <p:cNvSpPr/>
            <p:nvPr/>
          </p:nvSpPr>
          <p:spPr>
            <a:xfrm>
              <a:off x="7044690" y="493903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8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0" name="object 2330"/>
            <p:cNvSpPr/>
            <p:nvPr/>
          </p:nvSpPr>
          <p:spPr>
            <a:xfrm>
              <a:off x="6758940" y="4908550"/>
              <a:ext cx="284480" cy="63500"/>
            </a:xfrm>
            <a:custGeom>
              <a:avLst/>
              <a:gdLst/>
              <a:ahLst/>
              <a:cxnLst/>
              <a:rect l="l" t="t" r="r" b="b"/>
              <a:pathLst>
                <a:path w="284479" h="63500">
                  <a:moveTo>
                    <a:pt x="142239" y="0"/>
                  </a:moveTo>
                  <a:lnTo>
                    <a:pt x="87332" y="2460"/>
                  </a:lnTo>
                  <a:lnTo>
                    <a:pt x="42068" y="9207"/>
                  </a:lnTo>
                  <a:lnTo>
                    <a:pt x="11330" y="19288"/>
                  </a:lnTo>
                  <a:lnTo>
                    <a:pt x="0" y="31750"/>
                  </a:lnTo>
                  <a:lnTo>
                    <a:pt x="11330" y="43676"/>
                  </a:lnTo>
                  <a:lnTo>
                    <a:pt x="42068" y="53816"/>
                  </a:lnTo>
                  <a:lnTo>
                    <a:pt x="87332" y="60860"/>
                  </a:lnTo>
                  <a:lnTo>
                    <a:pt x="142239" y="63500"/>
                  </a:lnTo>
                  <a:lnTo>
                    <a:pt x="197147" y="60860"/>
                  </a:lnTo>
                  <a:lnTo>
                    <a:pt x="242411" y="53816"/>
                  </a:lnTo>
                  <a:lnTo>
                    <a:pt x="273149" y="43676"/>
                  </a:lnTo>
                  <a:lnTo>
                    <a:pt x="284479" y="31750"/>
                  </a:lnTo>
                  <a:lnTo>
                    <a:pt x="273149" y="19288"/>
                  </a:lnTo>
                  <a:lnTo>
                    <a:pt x="242411" y="9207"/>
                  </a:lnTo>
                  <a:lnTo>
                    <a:pt x="197147" y="2460"/>
                  </a:lnTo>
                  <a:lnTo>
                    <a:pt x="142239" y="0"/>
                  </a:lnTo>
                  <a:close/>
                </a:path>
              </a:pathLst>
            </a:custGeom>
            <a:ln w="646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1" name="object 2331"/>
            <p:cNvSpPr/>
            <p:nvPr/>
          </p:nvSpPr>
          <p:spPr>
            <a:xfrm>
              <a:off x="6911340" y="5303519"/>
              <a:ext cx="3810" cy="200660"/>
            </a:xfrm>
            <a:custGeom>
              <a:avLst/>
              <a:gdLst/>
              <a:ahLst/>
              <a:cxnLst/>
              <a:rect l="l" t="t" r="r" b="b"/>
              <a:pathLst>
                <a:path w="3809" h="200660">
                  <a:moveTo>
                    <a:pt x="3810" y="199402"/>
                  </a:moveTo>
                  <a:lnTo>
                    <a:pt x="2540" y="199402"/>
                  </a:lnTo>
                  <a:lnTo>
                    <a:pt x="2540" y="200660"/>
                  </a:lnTo>
                  <a:lnTo>
                    <a:pt x="3810" y="200660"/>
                  </a:lnTo>
                  <a:lnTo>
                    <a:pt x="3810" y="199402"/>
                  </a:lnTo>
                  <a:close/>
                </a:path>
                <a:path w="3809" h="200660">
                  <a:moveTo>
                    <a:pt x="38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5080"/>
                  </a:lnTo>
                  <a:lnTo>
                    <a:pt x="0" y="5080"/>
                  </a:lnTo>
                  <a:lnTo>
                    <a:pt x="0" y="195580"/>
                  </a:lnTo>
                  <a:lnTo>
                    <a:pt x="1270" y="195580"/>
                  </a:lnTo>
                  <a:lnTo>
                    <a:pt x="1270" y="199390"/>
                  </a:lnTo>
                  <a:lnTo>
                    <a:pt x="3810" y="199390"/>
                  </a:lnTo>
                  <a:lnTo>
                    <a:pt x="3810" y="195580"/>
                  </a:lnTo>
                  <a:lnTo>
                    <a:pt x="3810" y="508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2" name="object 2332"/>
            <p:cNvSpPr/>
            <p:nvPr/>
          </p:nvSpPr>
          <p:spPr>
            <a:xfrm>
              <a:off x="6915150" y="5300980"/>
              <a:ext cx="2540" cy="205740"/>
            </a:xfrm>
            <a:custGeom>
              <a:avLst/>
              <a:gdLst/>
              <a:ahLst/>
              <a:cxnLst/>
              <a:rect l="l" t="t" r="r" b="b"/>
              <a:pathLst>
                <a:path w="2540" h="205739">
                  <a:moveTo>
                    <a:pt x="2540" y="2552"/>
                  </a:moveTo>
                  <a:lnTo>
                    <a:pt x="0" y="2552"/>
                  </a:lnTo>
                  <a:lnTo>
                    <a:pt x="0" y="201930"/>
                  </a:lnTo>
                  <a:lnTo>
                    <a:pt x="0" y="204470"/>
                  </a:lnTo>
                  <a:lnTo>
                    <a:pt x="1270" y="204470"/>
                  </a:lnTo>
                  <a:lnTo>
                    <a:pt x="1270" y="205740"/>
                  </a:lnTo>
                  <a:lnTo>
                    <a:pt x="2540" y="205740"/>
                  </a:lnTo>
                  <a:lnTo>
                    <a:pt x="2540" y="204470"/>
                  </a:lnTo>
                  <a:lnTo>
                    <a:pt x="2540" y="201930"/>
                  </a:lnTo>
                  <a:lnTo>
                    <a:pt x="2540" y="2552"/>
                  </a:lnTo>
                  <a:close/>
                </a:path>
                <a:path w="2540" h="205739">
                  <a:moveTo>
                    <a:pt x="254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2540" y="254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CED5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3" name="object 2333"/>
            <p:cNvSpPr/>
            <p:nvPr/>
          </p:nvSpPr>
          <p:spPr>
            <a:xfrm>
              <a:off x="6917690" y="5298439"/>
              <a:ext cx="3810" cy="212090"/>
            </a:xfrm>
            <a:custGeom>
              <a:avLst/>
              <a:gdLst/>
              <a:ahLst/>
              <a:cxnLst/>
              <a:rect l="l" t="t" r="r" b="b"/>
              <a:pathLst>
                <a:path w="3809" h="212089">
                  <a:moveTo>
                    <a:pt x="3809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3809" y="1270"/>
                  </a:lnTo>
                  <a:lnTo>
                    <a:pt x="3809" y="0"/>
                  </a:lnTo>
                  <a:close/>
                </a:path>
                <a:path w="3809" h="212089">
                  <a:moveTo>
                    <a:pt x="380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1270"/>
                  </a:lnTo>
                  <a:close/>
                </a:path>
                <a:path w="3809" h="212089">
                  <a:moveTo>
                    <a:pt x="3809" y="5080"/>
                  </a:moveTo>
                  <a:lnTo>
                    <a:pt x="0" y="5080"/>
                  </a:lnTo>
                  <a:lnTo>
                    <a:pt x="0" y="204470"/>
                  </a:lnTo>
                  <a:lnTo>
                    <a:pt x="3809" y="204470"/>
                  </a:lnTo>
                  <a:lnTo>
                    <a:pt x="3809" y="5080"/>
                  </a:lnTo>
                  <a:close/>
                </a:path>
                <a:path w="3809" h="212089">
                  <a:moveTo>
                    <a:pt x="3809" y="204470"/>
                  </a:moveTo>
                  <a:lnTo>
                    <a:pt x="0" y="204470"/>
                  </a:lnTo>
                  <a:lnTo>
                    <a:pt x="0" y="208280"/>
                  </a:lnTo>
                  <a:lnTo>
                    <a:pt x="3809" y="208280"/>
                  </a:lnTo>
                  <a:lnTo>
                    <a:pt x="3809" y="204470"/>
                  </a:lnTo>
                  <a:close/>
                </a:path>
                <a:path w="3809" h="212089">
                  <a:moveTo>
                    <a:pt x="3809" y="208280"/>
                  </a:moveTo>
                  <a:lnTo>
                    <a:pt x="0" y="208280"/>
                  </a:lnTo>
                  <a:lnTo>
                    <a:pt x="0" y="209550"/>
                  </a:lnTo>
                  <a:lnTo>
                    <a:pt x="1269" y="209550"/>
                  </a:lnTo>
                  <a:lnTo>
                    <a:pt x="1269" y="210820"/>
                  </a:lnTo>
                  <a:lnTo>
                    <a:pt x="3809" y="210820"/>
                  </a:lnTo>
                  <a:lnTo>
                    <a:pt x="3809" y="208280"/>
                  </a:lnTo>
                  <a:close/>
                </a:path>
                <a:path w="3809" h="212089">
                  <a:moveTo>
                    <a:pt x="3809" y="210820"/>
                  </a:moveTo>
                  <a:lnTo>
                    <a:pt x="2539" y="210820"/>
                  </a:lnTo>
                  <a:lnTo>
                    <a:pt x="2539" y="212090"/>
                  </a:lnTo>
                  <a:lnTo>
                    <a:pt x="3809" y="212090"/>
                  </a:lnTo>
                  <a:lnTo>
                    <a:pt x="3809" y="210820"/>
                  </a:lnTo>
                  <a:close/>
                </a:path>
              </a:pathLst>
            </a:custGeom>
            <a:solidFill>
              <a:srgbClr val="CCD3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4" name="object 2334"/>
            <p:cNvSpPr/>
            <p:nvPr/>
          </p:nvSpPr>
          <p:spPr>
            <a:xfrm>
              <a:off x="6921500" y="5295900"/>
              <a:ext cx="3810" cy="215900"/>
            </a:xfrm>
            <a:custGeom>
              <a:avLst/>
              <a:gdLst/>
              <a:ahLst/>
              <a:cxnLst/>
              <a:rect l="l" t="t" r="r" b="b"/>
              <a:pathLst>
                <a:path w="3809" h="215900">
                  <a:moveTo>
                    <a:pt x="3809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09" h="215900">
                  <a:moveTo>
                    <a:pt x="3809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1270"/>
                  </a:lnTo>
                  <a:close/>
                </a:path>
                <a:path w="3809" h="215900">
                  <a:moveTo>
                    <a:pt x="3809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3810"/>
                  </a:lnTo>
                  <a:close/>
                </a:path>
                <a:path w="3809" h="215900">
                  <a:moveTo>
                    <a:pt x="3809" y="7620"/>
                  </a:moveTo>
                  <a:lnTo>
                    <a:pt x="0" y="7620"/>
                  </a:lnTo>
                  <a:lnTo>
                    <a:pt x="0" y="207009"/>
                  </a:lnTo>
                  <a:lnTo>
                    <a:pt x="3809" y="207009"/>
                  </a:lnTo>
                  <a:lnTo>
                    <a:pt x="3809" y="7620"/>
                  </a:lnTo>
                  <a:close/>
                </a:path>
                <a:path w="3809" h="215900">
                  <a:moveTo>
                    <a:pt x="3809" y="207010"/>
                  </a:moveTo>
                  <a:lnTo>
                    <a:pt x="0" y="207010"/>
                  </a:lnTo>
                  <a:lnTo>
                    <a:pt x="0" y="210819"/>
                  </a:lnTo>
                  <a:lnTo>
                    <a:pt x="3809" y="210819"/>
                  </a:lnTo>
                  <a:lnTo>
                    <a:pt x="3809" y="207010"/>
                  </a:lnTo>
                  <a:close/>
                </a:path>
                <a:path w="3809" h="215900">
                  <a:moveTo>
                    <a:pt x="3809" y="210820"/>
                  </a:moveTo>
                  <a:lnTo>
                    <a:pt x="0" y="210820"/>
                  </a:lnTo>
                  <a:lnTo>
                    <a:pt x="0" y="213359"/>
                  </a:lnTo>
                  <a:lnTo>
                    <a:pt x="3809" y="213359"/>
                  </a:lnTo>
                  <a:lnTo>
                    <a:pt x="3809" y="210820"/>
                  </a:lnTo>
                  <a:close/>
                </a:path>
                <a:path w="3809" h="215900">
                  <a:moveTo>
                    <a:pt x="3809" y="213360"/>
                  </a:moveTo>
                  <a:lnTo>
                    <a:pt x="0" y="213360"/>
                  </a:lnTo>
                  <a:lnTo>
                    <a:pt x="0" y="214630"/>
                  </a:lnTo>
                  <a:lnTo>
                    <a:pt x="1270" y="214630"/>
                  </a:lnTo>
                  <a:lnTo>
                    <a:pt x="1270" y="215900"/>
                  </a:lnTo>
                  <a:lnTo>
                    <a:pt x="3809" y="215900"/>
                  </a:lnTo>
                  <a:lnTo>
                    <a:pt x="3809" y="213360"/>
                  </a:lnTo>
                  <a:close/>
                </a:path>
              </a:pathLst>
            </a:custGeom>
            <a:solidFill>
              <a:srgbClr val="C9D1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5" name="object 2335"/>
            <p:cNvSpPr/>
            <p:nvPr/>
          </p:nvSpPr>
          <p:spPr>
            <a:xfrm>
              <a:off x="6925310" y="5294630"/>
              <a:ext cx="3810" cy="218440"/>
            </a:xfrm>
            <a:custGeom>
              <a:avLst/>
              <a:gdLst/>
              <a:ahLst/>
              <a:cxnLst/>
              <a:rect l="l" t="t" r="r" b="b"/>
              <a:pathLst>
                <a:path w="3809" h="218439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  <a:path w="3809" h="218439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09" h="218439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09" h="218439">
                  <a:moveTo>
                    <a:pt x="3810" y="8890"/>
                  </a:moveTo>
                  <a:lnTo>
                    <a:pt x="0" y="8890"/>
                  </a:lnTo>
                  <a:lnTo>
                    <a:pt x="0" y="208280"/>
                  </a:lnTo>
                  <a:lnTo>
                    <a:pt x="3810" y="208280"/>
                  </a:lnTo>
                  <a:lnTo>
                    <a:pt x="3810" y="8890"/>
                  </a:lnTo>
                  <a:close/>
                </a:path>
                <a:path w="3809" h="218439">
                  <a:moveTo>
                    <a:pt x="3810" y="208280"/>
                  </a:moveTo>
                  <a:lnTo>
                    <a:pt x="0" y="208280"/>
                  </a:lnTo>
                  <a:lnTo>
                    <a:pt x="0" y="212090"/>
                  </a:lnTo>
                  <a:lnTo>
                    <a:pt x="3810" y="212090"/>
                  </a:lnTo>
                  <a:lnTo>
                    <a:pt x="3810" y="208280"/>
                  </a:lnTo>
                  <a:close/>
                </a:path>
                <a:path w="3809" h="218439">
                  <a:moveTo>
                    <a:pt x="3810" y="212090"/>
                  </a:moveTo>
                  <a:lnTo>
                    <a:pt x="0" y="212090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212090"/>
                  </a:lnTo>
                  <a:close/>
                </a:path>
                <a:path w="3809" h="218439">
                  <a:moveTo>
                    <a:pt x="3810" y="214630"/>
                  </a:moveTo>
                  <a:lnTo>
                    <a:pt x="0" y="214630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4630"/>
                  </a:lnTo>
                  <a:close/>
                </a:path>
              </a:pathLst>
            </a:custGeom>
            <a:solidFill>
              <a:srgbClr val="C6CF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6" name="object 2336"/>
            <p:cNvSpPr/>
            <p:nvPr/>
          </p:nvSpPr>
          <p:spPr>
            <a:xfrm>
              <a:off x="6929120" y="5293359"/>
              <a:ext cx="3810" cy="222250"/>
            </a:xfrm>
            <a:custGeom>
              <a:avLst/>
              <a:gdLst/>
              <a:ahLst/>
              <a:cxnLst/>
              <a:rect l="l" t="t" r="r" b="b"/>
              <a:pathLst>
                <a:path w="3809" h="222250">
                  <a:moveTo>
                    <a:pt x="380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0"/>
                  </a:lnTo>
                  <a:close/>
                </a:path>
                <a:path w="3809" h="222250">
                  <a:moveTo>
                    <a:pt x="380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3809"/>
                  </a:lnTo>
                  <a:close/>
                </a:path>
                <a:path w="3809" h="222250">
                  <a:moveTo>
                    <a:pt x="380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6350"/>
                  </a:lnTo>
                  <a:close/>
                </a:path>
                <a:path w="3809" h="222250">
                  <a:moveTo>
                    <a:pt x="3809" y="10159"/>
                  </a:moveTo>
                  <a:lnTo>
                    <a:pt x="0" y="10159"/>
                  </a:lnTo>
                  <a:lnTo>
                    <a:pt x="0" y="209549"/>
                  </a:lnTo>
                  <a:lnTo>
                    <a:pt x="3809" y="209549"/>
                  </a:lnTo>
                  <a:lnTo>
                    <a:pt x="3809" y="10159"/>
                  </a:lnTo>
                  <a:close/>
                </a:path>
                <a:path w="3809" h="222250">
                  <a:moveTo>
                    <a:pt x="3809" y="209550"/>
                  </a:moveTo>
                  <a:lnTo>
                    <a:pt x="0" y="209550"/>
                  </a:lnTo>
                  <a:lnTo>
                    <a:pt x="0" y="213359"/>
                  </a:lnTo>
                  <a:lnTo>
                    <a:pt x="3809" y="213359"/>
                  </a:lnTo>
                  <a:lnTo>
                    <a:pt x="3809" y="209550"/>
                  </a:lnTo>
                  <a:close/>
                </a:path>
                <a:path w="3809" h="222250">
                  <a:moveTo>
                    <a:pt x="3809" y="213359"/>
                  </a:moveTo>
                  <a:lnTo>
                    <a:pt x="0" y="213359"/>
                  </a:lnTo>
                  <a:lnTo>
                    <a:pt x="0" y="215899"/>
                  </a:lnTo>
                  <a:lnTo>
                    <a:pt x="3809" y="215899"/>
                  </a:lnTo>
                  <a:lnTo>
                    <a:pt x="3809" y="213359"/>
                  </a:lnTo>
                  <a:close/>
                </a:path>
                <a:path w="3809" h="222250">
                  <a:moveTo>
                    <a:pt x="3809" y="215900"/>
                  </a:moveTo>
                  <a:lnTo>
                    <a:pt x="0" y="215900"/>
                  </a:lnTo>
                  <a:lnTo>
                    <a:pt x="0" y="219709"/>
                  </a:lnTo>
                  <a:lnTo>
                    <a:pt x="3809" y="219709"/>
                  </a:lnTo>
                  <a:lnTo>
                    <a:pt x="3809" y="215900"/>
                  </a:lnTo>
                  <a:close/>
                </a:path>
                <a:path w="3809" h="222250">
                  <a:moveTo>
                    <a:pt x="3809" y="219709"/>
                  </a:moveTo>
                  <a:lnTo>
                    <a:pt x="0" y="219709"/>
                  </a:lnTo>
                  <a:lnTo>
                    <a:pt x="0" y="220979"/>
                  </a:lnTo>
                  <a:lnTo>
                    <a:pt x="2539" y="220979"/>
                  </a:lnTo>
                  <a:lnTo>
                    <a:pt x="2539" y="222249"/>
                  </a:lnTo>
                  <a:lnTo>
                    <a:pt x="3809" y="222249"/>
                  </a:lnTo>
                  <a:lnTo>
                    <a:pt x="3809" y="219709"/>
                  </a:lnTo>
                  <a:close/>
                </a:path>
              </a:pathLst>
            </a:custGeom>
            <a:solidFill>
              <a:srgbClr val="C3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7" name="object 2337"/>
            <p:cNvSpPr/>
            <p:nvPr/>
          </p:nvSpPr>
          <p:spPr>
            <a:xfrm>
              <a:off x="6932930" y="5292089"/>
              <a:ext cx="3810" cy="223520"/>
            </a:xfrm>
            <a:custGeom>
              <a:avLst/>
              <a:gdLst/>
              <a:ahLst/>
              <a:cxnLst/>
              <a:rect l="l" t="t" r="r" b="b"/>
              <a:pathLst>
                <a:path w="3809" h="223520">
                  <a:moveTo>
                    <a:pt x="3810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92"/>
                  </a:lnTo>
                  <a:close/>
                </a:path>
                <a:path w="3809" h="223520">
                  <a:moveTo>
                    <a:pt x="3810" y="217182"/>
                  </a:moveTo>
                  <a:lnTo>
                    <a:pt x="0" y="21718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7182"/>
                  </a:lnTo>
                  <a:close/>
                </a:path>
                <a:path w="3809" h="223520">
                  <a:moveTo>
                    <a:pt x="3810" y="214642"/>
                  </a:moveTo>
                  <a:lnTo>
                    <a:pt x="0" y="21464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214642"/>
                  </a:lnTo>
                  <a:close/>
                </a:path>
                <a:path w="3809" h="223520">
                  <a:moveTo>
                    <a:pt x="3810" y="210832"/>
                  </a:moveTo>
                  <a:lnTo>
                    <a:pt x="0" y="210832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210832"/>
                  </a:lnTo>
                  <a:close/>
                </a:path>
                <a:path w="3809" h="223520">
                  <a:moveTo>
                    <a:pt x="3810" y="11442"/>
                  </a:moveTo>
                  <a:lnTo>
                    <a:pt x="0" y="11442"/>
                  </a:lnTo>
                  <a:lnTo>
                    <a:pt x="0" y="210820"/>
                  </a:lnTo>
                  <a:lnTo>
                    <a:pt x="3810" y="210820"/>
                  </a:lnTo>
                  <a:lnTo>
                    <a:pt x="3810" y="11442"/>
                  </a:lnTo>
                  <a:close/>
                </a:path>
                <a:path w="3809" h="22352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09" h="22352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09" h="22352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09" h="223520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8" name="object 2338"/>
            <p:cNvSpPr/>
            <p:nvPr/>
          </p:nvSpPr>
          <p:spPr>
            <a:xfrm>
              <a:off x="6936740" y="5290832"/>
              <a:ext cx="2540" cy="226060"/>
            </a:xfrm>
            <a:custGeom>
              <a:avLst/>
              <a:gdLst/>
              <a:ahLst/>
              <a:cxnLst/>
              <a:rect l="l" t="t" r="r" b="b"/>
              <a:pathLst>
                <a:path w="2540" h="226060">
                  <a:moveTo>
                    <a:pt x="2540" y="224790"/>
                  </a:moveTo>
                  <a:lnTo>
                    <a:pt x="0" y="224790"/>
                  </a:lnTo>
                  <a:lnTo>
                    <a:pt x="0" y="226047"/>
                  </a:lnTo>
                  <a:lnTo>
                    <a:pt x="2540" y="226047"/>
                  </a:lnTo>
                  <a:lnTo>
                    <a:pt x="2540" y="224790"/>
                  </a:lnTo>
                  <a:close/>
                </a:path>
                <a:path w="2540" h="226060">
                  <a:moveTo>
                    <a:pt x="2540" y="222250"/>
                  </a:moveTo>
                  <a:lnTo>
                    <a:pt x="0" y="222250"/>
                  </a:lnTo>
                  <a:lnTo>
                    <a:pt x="0" y="224777"/>
                  </a:lnTo>
                  <a:lnTo>
                    <a:pt x="2540" y="224777"/>
                  </a:lnTo>
                  <a:lnTo>
                    <a:pt x="2540" y="222250"/>
                  </a:lnTo>
                  <a:close/>
                </a:path>
                <a:path w="2540" h="226060">
                  <a:moveTo>
                    <a:pt x="2540" y="218440"/>
                  </a:moveTo>
                  <a:lnTo>
                    <a:pt x="0" y="218440"/>
                  </a:lnTo>
                  <a:lnTo>
                    <a:pt x="0" y="222237"/>
                  </a:lnTo>
                  <a:lnTo>
                    <a:pt x="2540" y="222237"/>
                  </a:lnTo>
                  <a:lnTo>
                    <a:pt x="2540" y="218440"/>
                  </a:lnTo>
                  <a:close/>
                </a:path>
                <a:path w="2540" h="226060">
                  <a:moveTo>
                    <a:pt x="2540" y="215900"/>
                  </a:moveTo>
                  <a:lnTo>
                    <a:pt x="0" y="215900"/>
                  </a:lnTo>
                  <a:lnTo>
                    <a:pt x="0" y="218427"/>
                  </a:lnTo>
                  <a:lnTo>
                    <a:pt x="2540" y="218427"/>
                  </a:lnTo>
                  <a:lnTo>
                    <a:pt x="2540" y="215900"/>
                  </a:lnTo>
                  <a:close/>
                </a:path>
                <a:path w="2540" h="226060">
                  <a:moveTo>
                    <a:pt x="2540" y="212090"/>
                  </a:moveTo>
                  <a:lnTo>
                    <a:pt x="0" y="212090"/>
                  </a:lnTo>
                  <a:lnTo>
                    <a:pt x="0" y="215887"/>
                  </a:lnTo>
                  <a:lnTo>
                    <a:pt x="2540" y="215887"/>
                  </a:lnTo>
                  <a:lnTo>
                    <a:pt x="2540" y="212090"/>
                  </a:lnTo>
                  <a:close/>
                </a:path>
                <a:path w="2540" h="226060">
                  <a:moveTo>
                    <a:pt x="2540" y="12700"/>
                  </a:moveTo>
                  <a:lnTo>
                    <a:pt x="0" y="12700"/>
                  </a:lnTo>
                  <a:lnTo>
                    <a:pt x="0" y="212077"/>
                  </a:lnTo>
                  <a:lnTo>
                    <a:pt x="2540" y="212077"/>
                  </a:lnTo>
                  <a:lnTo>
                    <a:pt x="2540" y="12700"/>
                  </a:lnTo>
                  <a:close/>
                </a:path>
                <a:path w="2540" h="226060">
                  <a:moveTo>
                    <a:pt x="254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8890"/>
                  </a:lnTo>
                  <a:close/>
                </a:path>
                <a:path w="2540" h="226060">
                  <a:moveTo>
                    <a:pt x="254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2540" y="8877"/>
                  </a:lnTo>
                  <a:lnTo>
                    <a:pt x="2540" y="6350"/>
                  </a:lnTo>
                  <a:close/>
                </a:path>
                <a:path w="2540" h="226060">
                  <a:moveTo>
                    <a:pt x="254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2540"/>
                  </a:lnTo>
                  <a:close/>
                </a:path>
                <a:path w="2540" h="226060">
                  <a:moveTo>
                    <a:pt x="254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2540" y="252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9" name="object 2339"/>
            <p:cNvSpPr/>
            <p:nvPr/>
          </p:nvSpPr>
          <p:spPr>
            <a:xfrm>
              <a:off x="6939280" y="5290832"/>
              <a:ext cx="3810" cy="212090"/>
            </a:xfrm>
            <a:custGeom>
              <a:avLst/>
              <a:gdLst/>
              <a:ahLst/>
              <a:cxnLst/>
              <a:rect l="l" t="t" r="r" b="b"/>
              <a:pathLst>
                <a:path w="3809" h="212089">
                  <a:moveTo>
                    <a:pt x="3810" y="12700"/>
                  </a:moveTo>
                  <a:lnTo>
                    <a:pt x="0" y="12700"/>
                  </a:lnTo>
                  <a:lnTo>
                    <a:pt x="0" y="212077"/>
                  </a:lnTo>
                  <a:lnTo>
                    <a:pt x="3810" y="212077"/>
                  </a:lnTo>
                  <a:lnTo>
                    <a:pt x="3810" y="12700"/>
                  </a:lnTo>
                  <a:close/>
                </a:path>
                <a:path w="3809" h="212089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09" h="212089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09" h="212089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09" h="212089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B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0" name="object 2340"/>
            <p:cNvSpPr/>
            <p:nvPr/>
          </p:nvSpPr>
          <p:spPr>
            <a:xfrm>
              <a:off x="6943090" y="5289550"/>
              <a:ext cx="3810" cy="229870"/>
            </a:xfrm>
            <a:custGeom>
              <a:avLst/>
              <a:gdLst/>
              <a:ahLst/>
              <a:cxnLst/>
              <a:rect l="l" t="t" r="r" b="b"/>
              <a:pathLst>
                <a:path w="3809" h="229870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09" h="229870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09" h="229870">
                  <a:moveTo>
                    <a:pt x="3810" y="219722"/>
                  </a:moveTo>
                  <a:lnTo>
                    <a:pt x="0" y="21972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9722"/>
                  </a:lnTo>
                  <a:close/>
                </a:path>
                <a:path w="3809" h="229870">
                  <a:moveTo>
                    <a:pt x="3810" y="217182"/>
                  </a:moveTo>
                  <a:lnTo>
                    <a:pt x="0" y="21718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17182"/>
                  </a:lnTo>
                  <a:close/>
                </a:path>
                <a:path w="3809" h="229870">
                  <a:moveTo>
                    <a:pt x="3810" y="213372"/>
                  </a:moveTo>
                  <a:lnTo>
                    <a:pt x="0" y="21337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213372"/>
                  </a:lnTo>
                  <a:close/>
                </a:path>
                <a:path w="3809" h="229870">
                  <a:moveTo>
                    <a:pt x="3810" y="13982"/>
                  </a:moveTo>
                  <a:lnTo>
                    <a:pt x="0" y="13982"/>
                  </a:lnTo>
                  <a:lnTo>
                    <a:pt x="0" y="213360"/>
                  </a:lnTo>
                  <a:lnTo>
                    <a:pt x="3810" y="213360"/>
                  </a:lnTo>
                  <a:lnTo>
                    <a:pt x="3810" y="13982"/>
                  </a:lnTo>
                  <a:close/>
                </a:path>
                <a:path w="3809" h="229870">
                  <a:moveTo>
                    <a:pt x="381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0172"/>
                  </a:lnTo>
                  <a:close/>
                </a:path>
                <a:path w="3809" h="229870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09" h="229870">
                  <a:moveTo>
                    <a:pt x="381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3822"/>
                  </a:lnTo>
                  <a:close/>
                </a:path>
                <a:path w="3809" h="229870">
                  <a:moveTo>
                    <a:pt x="381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82"/>
                  </a:lnTo>
                  <a:close/>
                </a:path>
                <a:path w="3809" h="229870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1" name="object 2341"/>
            <p:cNvSpPr/>
            <p:nvPr/>
          </p:nvSpPr>
          <p:spPr>
            <a:xfrm>
              <a:off x="6946900" y="5288280"/>
              <a:ext cx="3810" cy="232410"/>
            </a:xfrm>
            <a:custGeom>
              <a:avLst/>
              <a:gdLst/>
              <a:ahLst/>
              <a:cxnLst/>
              <a:rect l="l" t="t" r="r" b="b"/>
              <a:pathLst>
                <a:path w="3809" h="232410">
                  <a:moveTo>
                    <a:pt x="3809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09" y="2540"/>
                  </a:lnTo>
                  <a:lnTo>
                    <a:pt x="3809" y="0"/>
                  </a:lnTo>
                  <a:close/>
                </a:path>
                <a:path w="3809" h="232410">
                  <a:moveTo>
                    <a:pt x="380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2540"/>
                  </a:lnTo>
                  <a:close/>
                </a:path>
                <a:path w="3809" h="232410">
                  <a:moveTo>
                    <a:pt x="380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09" y="8890"/>
                  </a:lnTo>
                  <a:lnTo>
                    <a:pt x="3809" y="5080"/>
                  </a:lnTo>
                  <a:close/>
                </a:path>
                <a:path w="3809" h="232410">
                  <a:moveTo>
                    <a:pt x="380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8890"/>
                  </a:lnTo>
                  <a:close/>
                </a:path>
                <a:path w="3809" h="232410">
                  <a:moveTo>
                    <a:pt x="3809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09" y="15240"/>
                  </a:lnTo>
                  <a:lnTo>
                    <a:pt x="3809" y="11430"/>
                  </a:lnTo>
                  <a:close/>
                </a:path>
                <a:path w="3809" h="232410">
                  <a:moveTo>
                    <a:pt x="3809" y="15240"/>
                  </a:moveTo>
                  <a:lnTo>
                    <a:pt x="0" y="15240"/>
                  </a:lnTo>
                  <a:lnTo>
                    <a:pt x="0" y="214630"/>
                  </a:lnTo>
                  <a:lnTo>
                    <a:pt x="3809" y="214630"/>
                  </a:lnTo>
                  <a:lnTo>
                    <a:pt x="3809" y="15240"/>
                  </a:lnTo>
                  <a:close/>
                </a:path>
                <a:path w="3809" h="232410">
                  <a:moveTo>
                    <a:pt x="3809" y="214630"/>
                  </a:moveTo>
                  <a:lnTo>
                    <a:pt x="0" y="214630"/>
                  </a:lnTo>
                  <a:lnTo>
                    <a:pt x="0" y="218440"/>
                  </a:lnTo>
                  <a:lnTo>
                    <a:pt x="3809" y="218440"/>
                  </a:lnTo>
                  <a:lnTo>
                    <a:pt x="3809" y="214630"/>
                  </a:lnTo>
                  <a:close/>
                </a:path>
                <a:path w="3809" h="232410">
                  <a:moveTo>
                    <a:pt x="3809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3809" y="220980"/>
                  </a:lnTo>
                  <a:lnTo>
                    <a:pt x="3809" y="218440"/>
                  </a:lnTo>
                  <a:close/>
                </a:path>
                <a:path w="3809" h="232410">
                  <a:moveTo>
                    <a:pt x="3809" y="220980"/>
                  </a:moveTo>
                  <a:lnTo>
                    <a:pt x="0" y="220980"/>
                  </a:lnTo>
                  <a:lnTo>
                    <a:pt x="0" y="224790"/>
                  </a:lnTo>
                  <a:lnTo>
                    <a:pt x="3809" y="224790"/>
                  </a:lnTo>
                  <a:lnTo>
                    <a:pt x="3809" y="220980"/>
                  </a:lnTo>
                  <a:close/>
                </a:path>
                <a:path w="3809" h="232410">
                  <a:moveTo>
                    <a:pt x="3809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09" y="227330"/>
                  </a:lnTo>
                  <a:lnTo>
                    <a:pt x="3809" y="224790"/>
                  </a:lnTo>
                  <a:close/>
                </a:path>
                <a:path w="3809" h="232410">
                  <a:moveTo>
                    <a:pt x="3809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3809" y="231140"/>
                  </a:lnTo>
                  <a:lnTo>
                    <a:pt x="3809" y="227330"/>
                  </a:lnTo>
                  <a:close/>
                </a:path>
                <a:path w="3809" h="232410">
                  <a:moveTo>
                    <a:pt x="3809" y="231140"/>
                  </a:moveTo>
                  <a:lnTo>
                    <a:pt x="1270" y="231140"/>
                  </a:lnTo>
                  <a:lnTo>
                    <a:pt x="1270" y="232410"/>
                  </a:lnTo>
                  <a:lnTo>
                    <a:pt x="3809" y="232410"/>
                  </a:lnTo>
                  <a:lnTo>
                    <a:pt x="3809" y="231140"/>
                  </a:lnTo>
                  <a:close/>
                </a:path>
              </a:pathLst>
            </a:custGeom>
            <a:solidFill>
              <a:srgbClr val="B6C1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2" name="object 2342"/>
            <p:cNvSpPr/>
            <p:nvPr/>
          </p:nvSpPr>
          <p:spPr>
            <a:xfrm>
              <a:off x="6950710" y="5287009"/>
              <a:ext cx="3810" cy="234950"/>
            </a:xfrm>
            <a:custGeom>
              <a:avLst/>
              <a:gdLst/>
              <a:ahLst/>
              <a:cxnLst/>
              <a:rect l="l" t="t" r="r" b="b"/>
              <a:pathLst>
                <a:path w="3809" h="234950">
                  <a:moveTo>
                    <a:pt x="3810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0" y="1269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0"/>
                  </a:lnTo>
                  <a:close/>
                </a:path>
                <a:path w="3809" h="234950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09" h="234950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09" h="234950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09" h="234950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09" h="234950">
                  <a:moveTo>
                    <a:pt x="3810" y="16509"/>
                  </a:moveTo>
                  <a:lnTo>
                    <a:pt x="0" y="16509"/>
                  </a:lnTo>
                  <a:lnTo>
                    <a:pt x="0" y="215899"/>
                  </a:lnTo>
                  <a:lnTo>
                    <a:pt x="3810" y="215899"/>
                  </a:lnTo>
                  <a:lnTo>
                    <a:pt x="3810" y="16509"/>
                  </a:lnTo>
                  <a:close/>
                </a:path>
                <a:path w="3809" h="234950">
                  <a:moveTo>
                    <a:pt x="3810" y="215900"/>
                  </a:moveTo>
                  <a:lnTo>
                    <a:pt x="0" y="215900"/>
                  </a:lnTo>
                  <a:lnTo>
                    <a:pt x="0" y="219709"/>
                  </a:lnTo>
                  <a:lnTo>
                    <a:pt x="3810" y="219709"/>
                  </a:lnTo>
                  <a:lnTo>
                    <a:pt x="3810" y="215900"/>
                  </a:lnTo>
                  <a:close/>
                </a:path>
                <a:path w="3809" h="234950">
                  <a:moveTo>
                    <a:pt x="3810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3810" y="222249"/>
                  </a:lnTo>
                  <a:lnTo>
                    <a:pt x="3810" y="219709"/>
                  </a:lnTo>
                  <a:close/>
                </a:path>
                <a:path w="3809" h="234950">
                  <a:moveTo>
                    <a:pt x="3810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22250"/>
                  </a:lnTo>
                  <a:close/>
                </a:path>
                <a:path w="3809" h="234950">
                  <a:moveTo>
                    <a:pt x="3810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6059"/>
                  </a:lnTo>
                  <a:close/>
                </a:path>
                <a:path w="3809" h="234950">
                  <a:moveTo>
                    <a:pt x="3810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8600"/>
                  </a:lnTo>
                  <a:close/>
                </a:path>
                <a:path w="3809" h="234950">
                  <a:moveTo>
                    <a:pt x="3810" y="232409"/>
                  </a:moveTo>
                  <a:lnTo>
                    <a:pt x="0" y="232409"/>
                  </a:lnTo>
                  <a:lnTo>
                    <a:pt x="0" y="233679"/>
                  </a:lnTo>
                  <a:lnTo>
                    <a:pt x="2540" y="233679"/>
                  </a:lnTo>
                  <a:lnTo>
                    <a:pt x="2540" y="234949"/>
                  </a:lnTo>
                  <a:lnTo>
                    <a:pt x="3810" y="234949"/>
                  </a:lnTo>
                  <a:lnTo>
                    <a:pt x="3810" y="232409"/>
                  </a:lnTo>
                  <a:close/>
                </a:path>
              </a:pathLst>
            </a:custGeom>
            <a:solidFill>
              <a:srgbClr val="B3BF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3" name="object 2343"/>
            <p:cNvSpPr/>
            <p:nvPr/>
          </p:nvSpPr>
          <p:spPr>
            <a:xfrm>
              <a:off x="6954520" y="5287022"/>
              <a:ext cx="3810" cy="236220"/>
            </a:xfrm>
            <a:custGeom>
              <a:avLst/>
              <a:gdLst/>
              <a:ahLst/>
              <a:cxnLst/>
              <a:rect l="l" t="t" r="r" b="b"/>
              <a:pathLst>
                <a:path w="3809" h="236220">
                  <a:moveTo>
                    <a:pt x="3810" y="234950"/>
                  </a:moveTo>
                  <a:lnTo>
                    <a:pt x="2540" y="234950"/>
                  </a:lnTo>
                  <a:lnTo>
                    <a:pt x="2540" y="236207"/>
                  </a:lnTo>
                  <a:lnTo>
                    <a:pt x="3810" y="236207"/>
                  </a:lnTo>
                  <a:lnTo>
                    <a:pt x="3810" y="234950"/>
                  </a:lnTo>
                  <a:close/>
                </a:path>
                <a:path w="3809" h="236220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09" h="236220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09" h="236220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09" h="236220">
                  <a:moveTo>
                    <a:pt x="381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22250"/>
                  </a:lnTo>
                  <a:close/>
                </a:path>
                <a:path w="3809" h="236220">
                  <a:moveTo>
                    <a:pt x="3810" y="219710"/>
                  </a:moveTo>
                  <a:lnTo>
                    <a:pt x="0" y="21971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19710"/>
                  </a:lnTo>
                  <a:close/>
                </a:path>
                <a:path w="3809" h="236220">
                  <a:moveTo>
                    <a:pt x="3810" y="215900"/>
                  </a:moveTo>
                  <a:lnTo>
                    <a:pt x="0" y="215900"/>
                  </a:lnTo>
                  <a:lnTo>
                    <a:pt x="0" y="219697"/>
                  </a:lnTo>
                  <a:lnTo>
                    <a:pt x="3810" y="219697"/>
                  </a:lnTo>
                  <a:lnTo>
                    <a:pt x="3810" y="215900"/>
                  </a:lnTo>
                  <a:close/>
                </a:path>
                <a:path w="3809" h="236220">
                  <a:moveTo>
                    <a:pt x="3810" y="16510"/>
                  </a:moveTo>
                  <a:lnTo>
                    <a:pt x="0" y="16510"/>
                  </a:lnTo>
                  <a:lnTo>
                    <a:pt x="0" y="215887"/>
                  </a:lnTo>
                  <a:lnTo>
                    <a:pt x="3810" y="215887"/>
                  </a:lnTo>
                  <a:lnTo>
                    <a:pt x="3810" y="16510"/>
                  </a:lnTo>
                  <a:close/>
                </a:path>
                <a:path w="3809" h="236220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09" h="236220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09" h="236220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09" h="236220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09" h="236220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1BD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4" name="object 2344"/>
            <p:cNvSpPr/>
            <p:nvPr/>
          </p:nvSpPr>
          <p:spPr>
            <a:xfrm>
              <a:off x="6958330" y="5287022"/>
              <a:ext cx="3810" cy="236220"/>
            </a:xfrm>
            <a:custGeom>
              <a:avLst/>
              <a:gdLst/>
              <a:ahLst/>
              <a:cxnLst/>
              <a:rect l="l" t="t" r="r" b="b"/>
              <a:pathLst>
                <a:path w="3809" h="236220">
                  <a:moveTo>
                    <a:pt x="3810" y="234950"/>
                  </a:moveTo>
                  <a:lnTo>
                    <a:pt x="0" y="234950"/>
                  </a:lnTo>
                  <a:lnTo>
                    <a:pt x="0" y="236207"/>
                  </a:lnTo>
                  <a:lnTo>
                    <a:pt x="3810" y="236207"/>
                  </a:lnTo>
                  <a:lnTo>
                    <a:pt x="3810" y="234950"/>
                  </a:lnTo>
                  <a:close/>
                </a:path>
                <a:path w="3809" h="236220">
                  <a:moveTo>
                    <a:pt x="3810" y="16510"/>
                  </a:moveTo>
                  <a:lnTo>
                    <a:pt x="0" y="16510"/>
                  </a:lnTo>
                  <a:lnTo>
                    <a:pt x="0" y="215887"/>
                  </a:lnTo>
                  <a:lnTo>
                    <a:pt x="3810" y="215887"/>
                  </a:lnTo>
                  <a:lnTo>
                    <a:pt x="3810" y="16510"/>
                  </a:lnTo>
                  <a:close/>
                </a:path>
                <a:path w="3809" h="236220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09" h="236220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09" h="236220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09" h="236220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09" h="236220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EBA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5" name="object 2345"/>
            <p:cNvSpPr/>
            <p:nvPr/>
          </p:nvSpPr>
          <p:spPr>
            <a:xfrm>
              <a:off x="6962140" y="5285739"/>
              <a:ext cx="2540" cy="237490"/>
            </a:xfrm>
            <a:custGeom>
              <a:avLst/>
              <a:gdLst/>
              <a:ahLst/>
              <a:cxnLst/>
              <a:rect l="l" t="t" r="r" b="b"/>
              <a:pathLst>
                <a:path w="2540" h="237489">
                  <a:moveTo>
                    <a:pt x="2540" y="236232"/>
                  </a:moveTo>
                  <a:lnTo>
                    <a:pt x="0" y="236232"/>
                  </a:lnTo>
                  <a:lnTo>
                    <a:pt x="0" y="237490"/>
                  </a:lnTo>
                  <a:lnTo>
                    <a:pt x="2540" y="237490"/>
                  </a:lnTo>
                  <a:lnTo>
                    <a:pt x="2540" y="236232"/>
                  </a:lnTo>
                  <a:close/>
                </a:path>
                <a:path w="2540" h="237489">
                  <a:moveTo>
                    <a:pt x="254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2540" y="236220"/>
                  </a:lnTo>
                  <a:lnTo>
                    <a:pt x="2540" y="233692"/>
                  </a:lnTo>
                  <a:close/>
                </a:path>
                <a:path w="2540" h="237489">
                  <a:moveTo>
                    <a:pt x="254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2540" y="233680"/>
                  </a:lnTo>
                  <a:lnTo>
                    <a:pt x="2540" y="229882"/>
                  </a:lnTo>
                  <a:close/>
                </a:path>
                <a:path w="2540" h="237489">
                  <a:moveTo>
                    <a:pt x="254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2540" y="229870"/>
                  </a:lnTo>
                  <a:lnTo>
                    <a:pt x="2540" y="227342"/>
                  </a:lnTo>
                  <a:close/>
                </a:path>
                <a:path w="2540" h="237489">
                  <a:moveTo>
                    <a:pt x="254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2540" y="227330"/>
                  </a:lnTo>
                  <a:lnTo>
                    <a:pt x="2540" y="223532"/>
                  </a:lnTo>
                  <a:close/>
                </a:path>
                <a:path w="2540" h="237489">
                  <a:moveTo>
                    <a:pt x="2540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2540" y="223520"/>
                  </a:lnTo>
                  <a:lnTo>
                    <a:pt x="2540" y="220992"/>
                  </a:lnTo>
                  <a:close/>
                </a:path>
                <a:path w="2540" h="237489">
                  <a:moveTo>
                    <a:pt x="2540" y="217182"/>
                  </a:moveTo>
                  <a:lnTo>
                    <a:pt x="0" y="217182"/>
                  </a:lnTo>
                  <a:lnTo>
                    <a:pt x="0" y="220980"/>
                  </a:lnTo>
                  <a:lnTo>
                    <a:pt x="2540" y="220980"/>
                  </a:lnTo>
                  <a:lnTo>
                    <a:pt x="2540" y="217182"/>
                  </a:lnTo>
                  <a:close/>
                </a:path>
                <a:path w="2540" h="237489">
                  <a:moveTo>
                    <a:pt x="2540" y="17792"/>
                  </a:moveTo>
                  <a:lnTo>
                    <a:pt x="0" y="17792"/>
                  </a:lnTo>
                  <a:lnTo>
                    <a:pt x="0" y="217170"/>
                  </a:lnTo>
                  <a:lnTo>
                    <a:pt x="2540" y="217170"/>
                  </a:lnTo>
                  <a:lnTo>
                    <a:pt x="2540" y="17792"/>
                  </a:lnTo>
                  <a:close/>
                </a:path>
                <a:path w="2540" h="237489">
                  <a:moveTo>
                    <a:pt x="254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2540" y="17780"/>
                  </a:lnTo>
                  <a:lnTo>
                    <a:pt x="2540" y="13982"/>
                  </a:lnTo>
                  <a:close/>
                </a:path>
                <a:path w="2540" h="237489">
                  <a:moveTo>
                    <a:pt x="254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2540" y="13970"/>
                  </a:lnTo>
                  <a:lnTo>
                    <a:pt x="2540" y="11442"/>
                  </a:lnTo>
                  <a:close/>
                </a:path>
                <a:path w="2540" h="237489">
                  <a:moveTo>
                    <a:pt x="254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7632"/>
                  </a:lnTo>
                  <a:close/>
                </a:path>
                <a:path w="2540" h="237489">
                  <a:moveTo>
                    <a:pt x="254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5092"/>
                  </a:lnTo>
                  <a:close/>
                </a:path>
                <a:path w="2540" h="237489">
                  <a:moveTo>
                    <a:pt x="254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1282"/>
                  </a:lnTo>
                  <a:close/>
                </a:path>
                <a:path w="2540" h="237489">
                  <a:moveTo>
                    <a:pt x="254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6" name="object 2346"/>
            <p:cNvSpPr/>
            <p:nvPr/>
          </p:nvSpPr>
          <p:spPr>
            <a:xfrm>
              <a:off x="6964680" y="5285739"/>
              <a:ext cx="3810" cy="238760"/>
            </a:xfrm>
            <a:custGeom>
              <a:avLst/>
              <a:gdLst/>
              <a:ahLst/>
              <a:cxnLst/>
              <a:rect l="l" t="t" r="r" b="b"/>
              <a:pathLst>
                <a:path w="3809" h="238760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09" h="238760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09" h="238760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09" h="238760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09" h="238760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09" h="238760">
                  <a:moveTo>
                    <a:pt x="3810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92"/>
                  </a:lnTo>
                  <a:close/>
                </a:path>
                <a:path w="3809" h="238760">
                  <a:moveTo>
                    <a:pt x="3810" y="217182"/>
                  </a:moveTo>
                  <a:lnTo>
                    <a:pt x="0" y="21718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7182"/>
                  </a:lnTo>
                  <a:close/>
                </a:path>
                <a:path w="3809" h="238760">
                  <a:moveTo>
                    <a:pt x="3810" y="17792"/>
                  </a:moveTo>
                  <a:lnTo>
                    <a:pt x="0" y="1779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17792"/>
                  </a:lnTo>
                  <a:close/>
                </a:path>
                <a:path w="3809" h="238760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09" h="238760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09" h="23876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09" h="23876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09" h="23876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09" h="2387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7" name="object 2347"/>
            <p:cNvSpPr/>
            <p:nvPr/>
          </p:nvSpPr>
          <p:spPr>
            <a:xfrm>
              <a:off x="6968490" y="5284470"/>
              <a:ext cx="3810" cy="240029"/>
            </a:xfrm>
            <a:custGeom>
              <a:avLst/>
              <a:gdLst/>
              <a:ahLst/>
              <a:cxnLst/>
              <a:rect l="l" t="t" r="r" b="b"/>
              <a:pathLst>
                <a:path w="3809" h="240029">
                  <a:moveTo>
                    <a:pt x="3809" y="0"/>
                  </a:moveTo>
                  <a:lnTo>
                    <a:pt x="2539" y="0"/>
                  </a:lnTo>
                  <a:lnTo>
                    <a:pt x="2539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09" h="240029">
                  <a:moveTo>
                    <a:pt x="380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2539"/>
                  </a:lnTo>
                  <a:close/>
                </a:path>
                <a:path w="3809" h="240029">
                  <a:moveTo>
                    <a:pt x="380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49"/>
                  </a:lnTo>
                  <a:close/>
                </a:path>
                <a:path w="3809" h="240029">
                  <a:moveTo>
                    <a:pt x="380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8889"/>
                  </a:lnTo>
                  <a:close/>
                </a:path>
                <a:path w="3809" h="240029">
                  <a:moveTo>
                    <a:pt x="380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2699"/>
                  </a:lnTo>
                  <a:close/>
                </a:path>
                <a:path w="3809" h="240029">
                  <a:moveTo>
                    <a:pt x="3809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5239"/>
                  </a:lnTo>
                  <a:close/>
                </a:path>
                <a:path w="3809" h="240029">
                  <a:moveTo>
                    <a:pt x="3809" y="19049"/>
                  </a:moveTo>
                  <a:lnTo>
                    <a:pt x="0" y="19049"/>
                  </a:lnTo>
                  <a:lnTo>
                    <a:pt x="0" y="218439"/>
                  </a:lnTo>
                  <a:lnTo>
                    <a:pt x="3809" y="218439"/>
                  </a:lnTo>
                  <a:lnTo>
                    <a:pt x="3809" y="19049"/>
                  </a:lnTo>
                  <a:close/>
                </a:path>
                <a:path w="3809" h="240029">
                  <a:moveTo>
                    <a:pt x="3809" y="218439"/>
                  </a:moveTo>
                  <a:lnTo>
                    <a:pt x="0" y="218439"/>
                  </a:lnTo>
                  <a:lnTo>
                    <a:pt x="0" y="222249"/>
                  </a:lnTo>
                  <a:lnTo>
                    <a:pt x="3809" y="222249"/>
                  </a:lnTo>
                  <a:lnTo>
                    <a:pt x="3809" y="218439"/>
                  </a:lnTo>
                  <a:close/>
                </a:path>
                <a:path w="3809" h="240029">
                  <a:moveTo>
                    <a:pt x="3809" y="222249"/>
                  </a:moveTo>
                  <a:lnTo>
                    <a:pt x="0" y="222249"/>
                  </a:lnTo>
                  <a:lnTo>
                    <a:pt x="0" y="224789"/>
                  </a:lnTo>
                  <a:lnTo>
                    <a:pt x="3809" y="224789"/>
                  </a:lnTo>
                  <a:lnTo>
                    <a:pt x="3809" y="222249"/>
                  </a:lnTo>
                  <a:close/>
                </a:path>
                <a:path w="3809" h="240029">
                  <a:moveTo>
                    <a:pt x="3809" y="224789"/>
                  </a:moveTo>
                  <a:lnTo>
                    <a:pt x="0" y="224789"/>
                  </a:lnTo>
                  <a:lnTo>
                    <a:pt x="0" y="228599"/>
                  </a:lnTo>
                  <a:lnTo>
                    <a:pt x="3809" y="228599"/>
                  </a:lnTo>
                  <a:lnTo>
                    <a:pt x="3809" y="224789"/>
                  </a:lnTo>
                  <a:close/>
                </a:path>
                <a:path w="3809" h="240029">
                  <a:moveTo>
                    <a:pt x="3809" y="228599"/>
                  </a:moveTo>
                  <a:lnTo>
                    <a:pt x="0" y="228599"/>
                  </a:lnTo>
                  <a:lnTo>
                    <a:pt x="0" y="231139"/>
                  </a:lnTo>
                  <a:lnTo>
                    <a:pt x="3809" y="231139"/>
                  </a:lnTo>
                  <a:lnTo>
                    <a:pt x="3809" y="228599"/>
                  </a:lnTo>
                  <a:close/>
                </a:path>
                <a:path w="3809" h="240029">
                  <a:moveTo>
                    <a:pt x="3809" y="231139"/>
                  </a:moveTo>
                  <a:lnTo>
                    <a:pt x="0" y="231139"/>
                  </a:lnTo>
                  <a:lnTo>
                    <a:pt x="0" y="234949"/>
                  </a:lnTo>
                  <a:lnTo>
                    <a:pt x="3809" y="234949"/>
                  </a:lnTo>
                  <a:lnTo>
                    <a:pt x="3809" y="231139"/>
                  </a:lnTo>
                  <a:close/>
                </a:path>
                <a:path w="3809" h="240029">
                  <a:moveTo>
                    <a:pt x="3809" y="234949"/>
                  </a:moveTo>
                  <a:lnTo>
                    <a:pt x="0" y="234949"/>
                  </a:lnTo>
                  <a:lnTo>
                    <a:pt x="0" y="237489"/>
                  </a:lnTo>
                  <a:lnTo>
                    <a:pt x="3809" y="237489"/>
                  </a:lnTo>
                  <a:lnTo>
                    <a:pt x="3809" y="234949"/>
                  </a:lnTo>
                  <a:close/>
                </a:path>
                <a:path w="3809" h="240029">
                  <a:moveTo>
                    <a:pt x="3809" y="237489"/>
                  </a:moveTo>
                  <a:lnTo>
                    <a:pt x="0" y="237489"/>
                  </a:lnTo>
                  <a:lnTo>
                    <a:pt x="0" y="240029"/>
                  </a:lnTo>
                  <a:lnTo>
                    <a:pt x="3809" y="240029"/>
                  </a:lnTo>
                  <a:lnTo>
                    <a:pt x="3809" y="237489"/>
                  </a:lnTo>
                  <a:close/>
                </a:path>
              </a:pathLst>
            </a:custGeom>
            <a:solidFill>
              <a:srgbClr val="A6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8" name="object 2348"/>
            <p:cNvSpPr/>
            <p:nvPr/>
          </p:nvSpPr>
          <p:spPr>
            <a:xfrm>
              <a:off x="6972300" y="5283200"/>
              <a:ext cx="3810" cy="242570"/>
            </a:xfrm>
            <a:custGeom>
              <a:avLst/>
              <a:gdLst/>
              <a:ahLst/>
              <a:cxnLst/>
              <a:rect l="l" t="t" r="r" b="b"/>
              <a:pathLst>
                <a:path w="3809" h="242570">
                  <a:moveTo>
                    <a:pt x="3809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09" h="242570">
                  <a:moveTo>
                    <a:pt x="3809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1270"/>
                  </a:lnTo>
                  <a:close/>
                </a:path>
                <a:path w="3809" h="242570">
                  <a:moveTo>
                    <a:pt x="3809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3810"/>
                  </a:lnTo>
                  <a:close/>
                </a:path>
                <a:path w="3809" h="242570">
                  <a:moveTo>
                    <a:pt x="3809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7620"/>
                  </a:lnTo>
                  <a:close/>
                </a:path>
                <a:path w="3809" h="242570">
                  <a:moveTo>
                    <a:pt x="3809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10160"/>
                  </a:lnTo>
                  <a:close/>
                </a:path>
                <a:path w="3809" h="242570">
                  <a:moveTo>
                    <a:pt x="3809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3970"/>
                  </a:lnTo>
                  <a:close/>
                </a:path>
                <a:path w="3809" h="242570">
                  <a:moveTo>
                    <a:pt x="3809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6510"/>
                  </a:lnTo>
                  <a:close/>
                </a:path>
                <a:path w="3809" h="242570">
                  <a:moveTo>
                    <a:pt x="3809" y="20320"/>
                  </a:moveTo>
                  <a:lnTo>
                    <a:pt x="0" y="20320"/>
                  </a:lnTo>
                  <a:lnTo>
                    <a:pt x="0" y="219709"/>
                  </a:lnTo>
                  <a:lnTo>
                    <a:pt x="3809" y="219709"/>
                  </a:lnTo>
                  <a:lnTo>
                    <a:pt x="3809" y="20320"/>
                  </a:lnTo>
                  <a:close/>
                </a:path>
                <a:path w="3809" h="242570">
                  <a:moveTo>
                    <a:pt x="3809" y="219710"/>
                  </a:moveTo>
                  <a:lnTo>
                    <a:pt x="0" y="219710"/>
                  </a:lnTo>
                  <a:lnTo>
                    <a:pt x="0" y="223519"/>
                  </a:lnTo>
                  <a:lnTo>
                    <a:pt x="3809" y="223519"/>
                  </a:lnTo>
                  <a:lnTo>
                    <a:pt x="3809" y="219710"/>
                  </a:lnTo>
                  <a:close/>
                </a:path>
                <a:path w="3809" h="242570">
                  <a:moveTo>
                    <a:pt x="3809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3809" y="226059"/>
                  </a:lnTo>
                  <a:lnTo>
                    <a:pt x="3809" y="223520"/>
                  </a:lnTo>
                  <a:close/>
                </a:path>
                <a:path w="3809" h="242570">
                  <a:moveTo>
                    <a:pt x="3809" y="226060"/>
                  </a:moveTo>
                  <a:lnTo>
                    <a:pt x="0" y="226060"/>
                  </a:lnTo>
                  <a:lnTo>
                    <a:pt x="0" y="229869"/>
                  </a:lnTo>
                  <a:lnTo>
                    <a:pt x="3809" y="229869"/>
                  </a:lnTo>
                  <a:lnTo>
                    <a:pt x="3809" y="226060"/>
                  </a:lnTo>
                  <a:close/>
                </a:path>
                <a:path w="3809" h="242570">
                  <a:moveTo>
                    <a:pt x="3809" y="229870"/>
                  </a:moveTo>
                  <a:lnTo>
                    <a:pt x="0" y="229870"/>
                  </a:lnTo>
                  <a:lnTo>
                    <a:pt x="0" y="232409"/>
                  </a:lnTo>
                  <a:lnTo>
                    <a:pt x="3809" y="232409"/>
                  </a:lnTo>
                  <a:lnTo>
                    <a:pt x="3809" y="229870"/>
                  </a:lnTo>
                  <a:close/>
                </a:path>
                <a:path w="3809" h="242570">
                  <a:moveTo>
                    <a:pt x="3809" y="232410"/>
                  </a:moveTo>
                  <a:lnTo>
                    <a:pt x="0" y="232410"/>
                  </a:lnTo>
                  <a:lnTo>
                    <a:pt x="0" y="236219"/>
                  </a:lnTo>
                  <a:lnTo>
                    <a:pt x="3809" y="236219"/>
                  </a:lnTo>
                  <a:lnTo>
                    <a:pt x="3809" y="232410"/>
                  </a:lnTo>
                  <a:close/>
                </a:path>
                <a:path w="3809" h="242570">
                  <a:moveTo>
                    <a:pt x="3809" y="236220"/>
                  </a:moveTo>
                  <a:lnTo>
                    <a:pt x="0" y="236220"/>
                  </a:lnTo>
                  <a:lnTo>
                    <a:pt x="0" y="238759"/>
                  </a:lnTo>
                  <a:lnTo>
                    <a:pt x="3809" y="238759"/>
                  </a:lnTo>
                  <a:lnTo>
                    <a:pt x="3809" y="236220"/>
                  </a:lnTo>
                  <a:close/>
                </a:path>
                <a:path w="3809" h="242570">
                  <a:moveTo>
                    <a:pt x="3809" y="238760"/>
                  </a:moveTo>
                  <a:lnTo>
                    <a:pt x="0" y="238760"/>
                  </a:lnTo>
                  <a:lnTo>
                    <a:pt x="0" y="241300"/>
                  </a:lnTo>
                  <a:lnTo>
                    <a:pt x="2540" y="241300"/>
                  </a:lnTo>
                  <a:lnTo>
                    <a:pt x="2540" y="242569"/>
                  </a:lnTo>
                  <a:lnTo>
                    <a:pt x="3809" y="242569"/>
                  </a:lnTo>
                  <a:lnTo>
                    <a:pt x="3809" y="238760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9" name="object 2349"/>
            <p:cNvSpPr/>
            <p:nvPr/>
          </p:nvSpPr>
          <p:spPr>
            <a:xfrm>
              <a:off x="6976110" y="5283200"/>
              <a:ext cx="3810" cy="242570"/>
            </a:xfrm>
            <a:custGeom>
              <a:avLst/>
              <a:gdLst/>
              <a:ahLst/>
              <a:cxnLst/>
              <a:rect l="l" t="t" r="r" b="b"/>
              <a:pathLst>
                <a:path w="3809" h="242570">
                  <a:moveTo>
                    <a:pt x="3810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8772"/>
                  </a:lnTo>
                  <a:close/>
                </a:path>
                <a:path w="3809" h="242570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09" h="242570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09" h="242570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09" h="242570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09" h="242570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09" h="242570">
                  <a:moveTo>
                    <a:pt x="3810" y="219722"/>
                  </a:moveTo>
                  <a:lnTo>
                    <a:pt x="0" y="21972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9722"/>
                  </a:lnTo>
                  <a:close/>
                </a:path>
                <a:path w="3809" h="242570">
                  <a:moveTo>
                    <a:pt x="3810" y="20332"/>
                  </a:moveTo>
                  <a:lnTo>
                    <a:pt x="0" y="2033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0332"/>
                  </a:lnTo>
                  <a:close/>
                </a:path>
                <a:path w="3809" h="242570">
                  <a:moveTo>
                    <a:pt x="3810" y="16522"/>
                  </a:moveTo>
                  <a:lnTo>
                    <a:pt x="0" y="1652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6522"/>
                  </a:lnTo>
                  <a:close/>
                </a:path>
                <a:path w="3809" h="242570">
                  <a:moveTo>
                    <a:pt x="3810" y="13982"/>
                  </a:moveTo>
                  <a:lnTo>
                    <a:pt x="0" y="1398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82"/>
                  </a:lnTo>
                  <a:close/>
                </a:path>
                <a:path w="3809" h="242570">
                  <a:moveTo>
                    <a:pt x="381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0172"/>
                  </a:lnTo>
                  <a:close/>
                </a:path>
                <a:path w="3809" h="242570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09" h="242570">
                  <a:moveTo>
                    <a:pt x="381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3822"/>
                  </a:lnTo>
                  <a:close/>
                </a:path>
                <a:path w="3809" h="242570">
                  <a:moveTo>
                    <a:pt x="381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82"/>
                  </a:lnTo>
                  <a:close/>
                </a:path>
                <a:path w="3809" h="24257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0" name="object 2350"/>
            <p:cNvSpPr/>
            <p:nvPr/>
          </p:nvSpPr>
          <p:spPr>
            <a:xfrm>
              <a:off x="6979920" y="5283200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09" h="243839">
                  <a:moveTo>
                    <a:pt x="3810" y="242582"/>
                  </a:moveTo>
                  <a:lnTo>
                    <a:pt x="1270" y="242582"/>
                  </a:lnTo>
                  <a:lnTo>
                    <a:pt x="1270" y="243840"/>
                  </a:lnTo>
                  <a:lnTo>
                    <a:pt x="3810" y="243840"/>
                  </a:lnTo>
                  <a:lnTo>
                    <a:pt x="3810" y="242582"/>
                  </a:lnTo>
                  <a:close/>
                </a:path>
                <a:path w="3809" h="243839">
                  <a:moveTo>
                    <a:pt x="3810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8772"/>
                  </a:lnTo>
                  <a:close/>
                </a:path>
                <a:path w="3809" h="243839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09" h="243839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09" h="243839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09" h="243839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09" h="243839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09" h="243839">
                  <a:moveTo>
                    <a:pt x="3810" y="219722"/>
                  </a:moveTo>
                  <a:lnTo>
                    <a:pt x="0" y="21972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9722"/>
                  </a:lnTo>
                  <a:close/>
                </a:path>
                <a:path w="3809" h="243839">
                  <a:moveTo>
                    <a:pt x="3810" y="20332"/>
                  </a:moveTo>
                  <a:lnTo>
                    <a:pt x="0" y="2033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0332"/>
                  </a:lnTo>
                  <a:close/>
                </a:path>
                <a:path w="3809" h="243839">
                  <a:moveTo>
                    <a:pt x="3810" y="16522"/>
                  </a:moveTo>
                  <a:lnTo>
                    <a:pt x="0" y="1652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6522"/>
                  </a:lnTo>
                  <a:close/>
                </a:path>
                <a:path w="3809" h="243839">
                  <a:moveTo>
                    <a:pt x="3810" y="13982"/>
                  </a:moveTo>
                  <a:lnTo>
                    <a:pt x="0" y="1398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82"/>
                  </a:lnTo>
                  <a:close/>
                </a:path>
                <a:path w="3809" h="243839">
                  <a:moveTo>
                    <a:pt x="381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0172"/>
                  </a:lnTo>
                  <a:close/>
                </a:path>
                <a:path w="3809" h="243839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09" h="243839">
                  <a:moveTo>
                    <a:pt x="381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3822"/>
                  </a:lnTo>
                  <a:close/>
                </a:path>
                <a:path w="3809" h="243839">
                  <a:moveTo>
                    <a:pt x="381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82"/>
                  </a:lnTo>
                  <a:close/>
                </a:path>
                <a:path w="3809" h="243839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EAD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1" name="object 2351"/>
            <p:cNvSpPr/>
            <p:nvPr/>
          </p:nvSpPr>
          <p:spPr>
            <a:xfrm>
              <a:off x="6983730" y="5283200"/>
              <a:ext cx="2540" cy="243840"/>
            </a:xfrm>
            <a:custGeom>
              <a:avLst/>
              <a:gdLst/>
              <a:ahLst/>
              <a:cxnLst/>
              <a:rect l="l" t="t" r="r" b="b"/>
              <a:pathLst>
                <a:path w="2540" h="243839">
                  <a:moveTo>
                    <a:pt x="2540" y="242582"/>
                  </a:moveTo>
                  <a:lnTo>
                    <a:pt x="0" y="242582"/>
                  </a:lnTo>
                  <a:lnTo>
                    <a:pt x="0" y="243840"/>
                  </a:lnTo>
                  <a:lnTo>
                    <a:pt x="2540" y="243840"/>
                  </a:lnTo>
                  <a:lnTo>
                    <a:pt x="2540" y="242582"/>
                  </a:lnTo>
                  <a:close/>
                </a:path>
                <a:path w="2540" h="243839">
                  <a:moveTo>
                    <a:pt x="2540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2540" y="242570"/>
                  </a:lnTo>
                  <a:lnTo>
                    <a:pt x="2540" y="238772"/>
                  </a:lnTo>
                  <a:close/>
                </a:path>
                <a:path w="2540" h="243839">
                  <a:moveTo>
                    <a:pt x="254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2540" y="238760"/>
                  </a:lnTo>
                  <a:lnTo>
                    <a:pt x="2540" y="236232"/>
                  </a:lnTo>
                  <a:close/>
                </a:path>
                <a:path w="2540" h="243839">
                  <a:moveTo>
                    <a:pt x="254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2540" y="236220"/>
                  </a:lnTo>
                  <a:lnTo>
                    <a:pt x="2540" y="232422"/>
                  </a:lnTo>
                  <a:close/>
                </a:path>
                <a:path w="2540" h="243839">
                  <a:moveTo>
                    <a:pt x="254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2540" y="232410"/>
                  </a:lnTo>
                  <a:lnTo>
                    <a:pt x="2540" y="229882"/>
                  </a:lnTo>
                  <a:close/>
                </a:path>
                <a:path w="2540" h="243839">
                  <a:moveTo>
                    <a:pt x="254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2540" y="229870"/>
                  </a:lnTo>
                  <a:lnTo>
                    <a:pt x="2540" y="226072"/>
                  </a:lnTo>
                  <a:close/>
                </a:path>
                <a:path w="2540" h="243839">
                  <a:moveTo>
                    <a:pt x="254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2540" y="226060"/>
                  </a:lnTo>
                  <a:lnTo>
                    <a:pt x="2540" y="223532"/>
                  </a:lnTo>
                  <a:close/>
                </a:path>
                <a:path w="2540" h="243839">
                  <a:moveTo>
                    <a:pt x="2540" y="219722"/>
                  </a:moveTo>
                  <a:lnTo>
                    <a:pt x="0" y="219722"/>
                  </a:lnTo>
                  <a:lnTo>
                    <a:pt x="0" y="223520"/>
                  </a:lnTo>
                  <a:lnTo>
                    <a:pt x="2540" y="223520"/>
                  </a:lnTo>
                  <a:lnTo>
                    <a:pt x="2540" y="219722"/>
                  </a:lnTo>
                  <a:close/>
                </a:path>
                <a:path w="2540" h="243839">
                  <a:moveTo>
                    <a:pt x="2540" y="20332"/>
                  </a:moveTo>
                  <a:lnTo>
                    <a:pt x="0" y="20332"/>
                  </a:lnTo>
                  <a:lnTo>
                    <a:pt x="0" y="219710"/>
                  </a:lnTo>
                  <a:lnTo>
                    <a:pt x="2540" y="219710"/>
                  </a:lnTo>
                  <a:lnTo>
                    <a:pt x="2540" y="20332"/>
                  </a:lnTo>
                  <a:close/>
                </a:path>
                <a:path w="2540" h="243839">
                  <a:moveTo>
                    <a:pt x="2540" y="16522"/>
                  </a:moveTo>
                  <a:lnTo>
                    <a:pt x="0" y="16522"/>
                  </a:lnTo>
                  <a:lnTo>
                    <a:pt x="0" y="20320"/>
                  </a:lnTo>
                  <a:lnTo>
                    <a:pt x="2540" y="20320"/>
                  </a:lnTo>
                  <a:lnTo>
                    <a:pt x="2540" y="16522"/>
                  </a:lnTo>
                  <a:close/>
                </a:path>
                <a:path w="2540" h="243839">
                  <a:moveTo>
                    <a:pt x="2540" y="13982"/>
                  </a:moveTo>
                  <a:lnTo>
                    <a:pt x="0" y="13982"/>
                  </a:lnTo>
                  <a:lnTo>
                    <a:pt x="0" y="16510"/>
                  </a:lnTo>
                  <a:lnTo>
                    <a:pt x="2540" y="16510"/>
                  </a:lnTo>
                  <a:lnTo>
                    <a:pt x="2540" y="13982"/>
                  </a:lnTo>
                  <a:close/>
                </a:path>
                <a:path w="2540" h="243839">
                  <a:moveTo>
                    <a:pt x="254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2540" y="13970"/>
                  </a:lnTo>
                  <a:lnTo>
                    <a:pt x="2540" y="10172"/>
                  </a:lnTo>
                  <a:close/>
                </a:path>
                <a:path w="2540" h="243839">
                  <a:moveTo>
                    <a:pt x="254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2540" y="10160"/>
                  </a:lnTo>
                  <a:lnTo>
                    <a:pt x="2540" y="7632"/>
                  </a:lnTo>
                  <a:close/>
                </a:path>
                <a:path w="2540" h="243839">
                  <a:moveTo>
                    <a:pt x="254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3822"/>
                  </a:lnTo>
                  <a:close/>
                </a:path>
                <a:path w="2540" h="243839">
                  <a:moveTo>
                    <a:pt x="254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2540" y="3810"/>
                  </a:lnTo>
                  <a:lnTo>
                    <a:pt x="2540" y="1282"/>
                  </a:lnTo>
                  <a:close/>
                </a:path>
                <a:path w="2540" h="243839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9CAB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2" name="object 2352"/>
            <p:cNvSpPr/>
            <p:nvPr/>
          </p:nvSpPr>
          <p:spPr>
            <a:xfrm>
              <a:off x="6986270" y="5281930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09" h="245110">
                  <a:moveTo>
                    <a:pt x="3810" y="243852"/>
                  </a:moveTo>
                  <a:lnTo>
                    <a:pt x="0" y="24385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3852"/>
                  </a:lnTo>
                  <a:close/>
                </a:path>
                <a:path w="3809" h="245110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09" h="245110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09" h="245110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09" h="245110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09" h="245110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09" h="245110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09" h="245110">
                  <a:moveTo>
                    <a:pt x="381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0992"/>
                  </a:lnTo>
                  <a:close/>
                </a:path>
                <a:path w="3809" h="245110">
                  <a:moveTo>
                    <a:pt x="3810" y="21602"/>
                  </a:moveTo>
                  <a:lnTo>
                    <a:pt x="0" y="2160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602"/>
                  </a:lnTo>
                  <a:close/>
                </a:path>
                <a:path w="3809" h="245110">
                  <a:moveTo>
                    <a:pt x="381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92"/>
                  </a:lnTo>
                  <a:close/>
                </a:path>
                <a:path w="3809" h="245110">
                  <a:moveTo>
                    <a:pt x="381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52"/>
                  </a:lnTo>
                  <a:close/>
                </a:path>
                <a:path w="3809" h="245110">
                  <a:moveTo>
                    <a:pt x="381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42"/>
                  </a:lnTo>
                  <a:close/>
                </a:path>
                <a:path w="3809" h="245110">
                  <a:moveTo>
                    <a:pt x="381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902"/>
                  </a:lnTo>
                  <a:close/>
                </a:path>
                <a:path w="3809" h="245110">
                  <a:moveTo>
                    <a:pt x="381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92"/>
                  </a:lnTo>
                  <a:close/>
                </a:path>
                <a:path w="3809" h="245110">
                  <a:moveTo>
                    <a:pt x="381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52"/>
                  </a:lnTo>
                  <a:close/>
                </a:path>
                <a:path w="3809" h="24511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9A8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3" name="object 2353"/>
            <p:cNvSpPr/>
            <p:nvPr/>
          </p:nvSpPr>
          <p:spPr>
            <a:xfrm>
              <a:off x="6990080" y="5281930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09" h="245110">
                  <a:moveTo>
                    <a:pt x="3810" y="243852"/>
                  </a:moveTo>
                  <a:lnTo>
                    <a:pt x="0" y="24385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3852"/>
                  </a:lnTo>
                  <a:close/>
                </a:path>
                <a:path w="3809" h="245110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09" h="245110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09" h="245110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09" h="245110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09" h="245110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09" h="245110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09" h="245110">
                  <a:moveTo>
                    <a:pt x="381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0992"/>
                  </a:lnTo>
                  <a:close/>
                </a:path>
                <a:path w="3809" h="245110">
                  <a:moveTo>
                    <a:pt x="3810" y="21602"/>
                  </a:moveTo>
                  <a:lnTo>
                    <a:pt x="0" y="2160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602"/>
                  </a:lnTo>
                  <a:close/>
                </a:path>
                <a:path w="3809" h="245110">
                  <a:moveTo>
                    <a:pt x="381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92"/>
                  </a:lnTo>
                  <a:close/>
                </a:path>
                <a:path w="3809" h="245110">
                  <a:moveTo>
                    <a:pt x="381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52"/>
                  </a:lnTo>
                  <a:close/>
                </a:path>
                <a:path w="3809" h="245110">
                  <a:moveTo>
                    <a:pt x="381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42"/>
                  </a:lnTo>
                  <a:close/>
                </a:path>
                <a:path w="3809" h="245110">
                  <a:moveTo>
                    <a:pt x="381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902"/>
                  </a:lnTo>
                  <a:close/>
                </a:path>
                <a:path w="3809" h="245110">
                  <a:moveTo>
                    <a:pt x="381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92"/>
                  </a:lnTo>
                  <a:close/>
                </a:path>
                <a:path w="3809" h="245110">
                  <a:moveTo>
                    <a:pt x="381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52"/>
                  </a:lnTo>
                  <a:close/>
                </a:path>
                <a:path w="3809" h="24511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6A6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4" name="object 2354"/>
            <p:cNvSpPr/>
            <p:nvPr/>
          </p:nvSpPr>
          <p:spPr>
            <a:xfrm>
              <a:off x="6993890" y="5280672"/>
              <a:ext cx="3810" cy="246379"/>
            </a:xfrm>
            <a:custGeom>
              <a:avLst/>
              <a:gdLst/>
              <a:ahLst/>
              <a:cxnLst/>
              <a:rect l="l" t="t" r="r" b="b"/>
              <a:pathLst>
                <a:path w="3809" h="246379">
                  <a:moveTo>
                    <a:pt x="3810" y="245110"/>
                  </a:moveTo>
                  <a:lnTo>
                    <a:pt x="0" y="245110"/>
                  </a:lnTo>
                  <a:lnTo>
                    <a:pt x="0" y="246367"/>
                  </a:lnTo>
                  <a:lnTo>
                    <a:pt x="3810" y="246367"/>
                  </a:lnTo>
                  <a:lnTo>
                    <a:pt x="3810" y="245110"/>
                  </a:lnTo>
                  <a:close/>
                </a:path>
                <a:path w="3809" h="24637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09" h="24637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09" h="24637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09" h="24637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09" h="24637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09" h="24637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09" h="246379">
                  <a:moveTo>
                    <a:pt x="381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22250"/>
                  </a:lnTo>
                  <a:close/>
                </a:path>
                <a:path w="3809" h="246379">
                  <a:moveTo>
                    <a:pt x="3810" y="22860"/>
                  </a:moveTo>
                  <a:lnTo>
                    <a:pt x="0" y="2286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2860"/>
                  </a:lnTo>
                  <a:close/>
                </a:path>
                <a:path w="3809" h="24637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09" h="24637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09" h="24637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09" h="24637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09" h="24637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09" h="24637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09" h="24637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5" name="object 2355"/>
            <p:cNvSpPr/>
            <p:nvPr/>
          </p:nvSpPr>
          <p:spPr>
            <a:xfrm>
              <a:off x="6997700" y="5279389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09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3809" y="1270"/>
                  </a:lnTo>
                  <a:lnTo>
                    <a:pt x="3809" y="0"/>
                  </a:lnTo>
                  <a:close/>
                </a:path>
                <a:path w="3809" h="248920">
                  <a:moveTo>
                    <a:pt x="380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1270"/>
                  </a:lnTo>
                  <a:close/>
                </a:path>
                <a:path w="3809" h="248920">
                  <a:moveTo>
                    <a:pt x="380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09" y="7620"/>
                  </a:lnTo>
                  <a:lnTo>
                    <a:pt x="3809" y="5080"/>
                  </a:lnTo>
                  <a:close/>
                </a:path>
                <a:path w="3809" h="248920">
                  <a:moveTo>
                    <a:pt x="380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7620"/>
                  </a:lnTo>
                  <a:close/>
                </a:path>
                <a:path w="3809" h="248920">
                  <a:moveTo>
                    <a:pt x="3809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09" y="13970"/>
                  </a:lnTo>
                  <a:lnTo>
                    <a:pt x="3809" y="11430"/>
                  </a:lnTo>
                  <a:close/>
                </a:path>
                <a:path w="3809" h="248920">
                  <a:moveTo>
                    <a:pt x="3809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3970"/>
                  </a:lnTo>
                  <a:close/>
                </a:path>
                <a:path w="3809" h="248920">
                  <a:moveTo>
                    <a:pt x="3809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09" y="20320"/>
                  </a:lnTo>
                  <a:lnTo>
                    <a:pt x="3809" y="17780"/>
                  </a:lnTo>
                  <a:close/>
                </a:path>
                <a:path w="3809" h="248920">
                  <a:moveTo>
                    <a:pt x="3809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3809" y="24130"/>
                  </a:lnTo>
                  <a:lnTo>
                    <a:pt x="3809" y="20320"/>
                  </a:lnTo>
                  <a:close/>
                </a:path>
                <a:path w="3809" h="248920">
                  <a:moveTo>
                    <a:pt x="3809" y="24130"/>
                  </a:moveTo>
                  <a:lnTo>
                    <a:pt x="0" y="24130"/>
                  </a:lnTo>
                  <a:lnTo>
                    <a:pt x="0" y="223520"/>
                  </a:lnTo>
                  <a:lnTo>
                    <a:pt x="3809" y="223520"/>
                  </a:lnTo>
                  <a:lnTo>
                    <a:pt x="3809" y="24130"/>
                  </a:lnTo>
                  <a:close/>
                </a:path>
                <a:path w="3809" h="248920">
                  <a:moveTo>
                    <a:pt x="3809" y="223520"/>
                  </a:moveTo>
                  <a:lnTo>
                    <a:pt x="0" y="223520"/>
                  </a:lnTo>
                  <a:lnTo>
                    <a:pt x="0" y="227330"/>
                  </a:lnTo>
                  <a:lnTo>
                    <a:pt x="3809" y="227330"/>
                  </a:lnTo>
                  <a:lnTo>
                    <a:pt x="3809" y="223520"/>
                  </a:lnTo>
                  <a:close/>
                </a:path>
                <a:path w="3809" h="248920">
                  <a:moveTo>
                    <a:pt x="3809" y="227330"/>
                  </a:moveTo>
                  <a:lnTo>
                    <a:pt x="0" y="227330"/>
                  </a:lnTo>
                  <a:lnTo>
                    <a:pt x="0" y="229870"/>
                  </a:lnTo>
                  <a:lnTo>
                    <a:pt x="3809" y="229870"/>
                  </a:lnTo>
                  <a:lnTo>
                    <a:pt x="3809" y="227330"/>
                  </a:lnTo>
                  <a:close/>
                </a:path>
                <a:path w="3809" h="248920">
                  <a:moveTo>
                    <a:pt x="3809" y="229870"/>
                  </a:moveTo>
                  <a:lnTo>
                    <a:pt x="0" y="229870"/>
                  </a:lnTo>
                  <a:lnTo>
                    <a:pt x="0" y="233680"/>
                  </a:lnTo>
                  <a:lnTo>
                    <a:pt x="3809" y="233680"/>
                  </a:lnTo>
                  <a:lnTo>
                    <a:pt x="3809" y="229870"/>
                  </a:lnTo>
                  <a:close/>
                </a:path>
                <a:path w="3809" h="248920">
                  <a:moveTo>
                    <a:pt x="3809" y="233680"/>
                  </a:moveTo>
                  <a:lnTo>
                    <a:pt x="0" y="233680"/>
                  </a:lnTo>
                  <a:lnTo>
                    <a:pt x="0" y="236220"/>
                  </a:lnTo>
                  <a:lnTo>
                    <a:pt x="3809" y="236220"/>
                  </a:lnTo>
                  <a:lnTo>
                    <a:pt x="3809" y="233680"/>
                  </a:lnTo>
                  <a:close/>
                </a:path>
                <a:path w="3809" h="248920">
                  <a:moveTo>
                    <a:pt x="3809" y="236220"/>
                  </a:moveTo>
                  <a:lnTo>
                    <a:pt x="0" y="236220"/>
                  </a:lnTo>
                  <a:lnTo>
                    <a:pt x="0" y="240030"/>
                  </a:lnTo>
                  <a:lnTo>
                    <a:pt x="3809" y="240030"/>
                  </a:lnTo>
                  <a:lnTo>
                    <a:pt x="3809" y="236220"/>
                  </a:lnTo>
                  <a:close/>
                </a:path>
                <a:path w="3809" h="248920">
                  <a:moveTo>
                    <a:pt x="3809" y="240030"/>
                  </a:moveTo>
                  <a:lnTo>
                    <a:pt x="0" y="240030"/>
                  </a:lnTo>
                  <a:lnTo>
                    <a:pt x="0" y="242570"/>
                  </a:lnTo>
                  <a:lnTo>
                    <a:pt x="3809" y="242570"/>
                  </a:lnTo>
                  <a:lnTo>
                    <a:pt x="3809" y="240030"/>
                  </a:lnTo>
                  <a:close/>
                </a:path>
                <a:path w="3809" h="248920">
                  <a:moveTo>
                    <a:pt x="3809" y="242570"/>
                  </a:moveTo>
                  <a:lnTo>
                    <a:pt x="0" y="242570"/>
                  </a:lnTo>
                  <a:lnTo>
                    <a:pt x="0" y="246380"/>
                  </a:lnTo>
                  <a:lnTo>
                    <a:pt x="3809" y="246380"/>
                  </a:lnTo>
                  <a:lnTo>
                    <a:pt x="3809" y="242570"/>
                  </a:lnTo>
                  <a:close/>
                </a:path>
                <a:path w="3809" h="248920">
                  <a:moveTo>
                    <a:pt x="3809" y="246380"/>
                  </a:moveTo>
                  <a:lnTo>
                    <a:pt x="0" y="246380"/>
                  </a:lnTo>
                  <a:lnTo>
                    <a:pt x="0" y="247650"/>
                  </a:lnTo>
                  <a:lnTo>
                    <a:pt x="1270" y="247650"/>
                  </a:lnTo>
                  <a:lnTo>
                    <a:pt x="1270" y="248920"/>
                  </a:lnTo>
                  <a:lnTo>
                    <a:pt x="3809" y="248920"/>
                  </a:lnTo>
                  <a:lnTo>
                    <a:pt x="3809" y="246380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6" name="object 2356"/>
            <p:cNvSpPr/>
            <p:nvPr/>
          </p:nvSpPr>
          <p:spPr>
            <a:xfrm>
              <a:off x="7001510" y="5279389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09" h="248920">
                  <a:moveTo>
                    <a:pt x="3810" y="242582"/>
                  </a:moveTo>
                  <a:lnTo>
                    <a:pt x="0" y="24258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2582"/>
                  </a:lnTo>
                  <a:close/>
                </a:path>
                <a:path w="3809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09" h="248920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09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09" h="248920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09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09" h="248920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09" h="248920">
                  <a:moveTo>
                    <a:pt x="3810" y="24142"/>
                  </a:moveTo>
                  <a:lnTo>
                    <a:pt x="0" y="2414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4142"/>
                  </a:lnTo>
                  <a:close/>
                </a:path>
                <a:path w="3809" h="248920">
                  <a:moveTo>
                    <a:pt x="3810" y="20332"/>
                  </a:moveTo>
                  <a:lnTo>
                    <a:pt x="0" y="2033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0332"/>
                  </a:lnTo>
                  <a:close/>
                </a:path>
                <a:path w="3809" h="248920">
                  <a:moveTo>
                    <a:pt x="381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92"/>
                  </a:lnTo>
                  <a:close/>
                </a:path>
                <a:path w="3809" h="248920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09" h="248920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09" h="24892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09" h="24892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09" h="24892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E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7" name="object 2357"/>
            <p:cNvSpPr/>
            <p:nvPr/>
          </p:nvSpPr>
          <p:spPr>
            <a:xfrm>
              <a:off x="7005320" y="5279389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09" h="248920">
                  <a:moveTo>
                    <a:pt x="3810" y="242582"/>
                  </a:moveTo>
                  <a:lnTo>
                    <a:pt x="0" y="24258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2582"/>
                  </a:lnTo>
                  <a:close/>
                </a:path>
                <a:path w="3809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09" h="248920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09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09" h="248920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09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09" h="248920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09" h="248920">
                  <a:moveTo>
                    <a:pt x="3810" y="24142"/>
                  </a:moveTo>
                  <a:lnTo>
                    <a:pt x="0" y="2414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4142"/>
                  </a:lnTo>
                  <a:close/>
                </a:path>
                <a:path w="3809" h="248920">
                  <a:moveTo>
                    <a:pt x="3810" y="20332"/>
                  </a:moveTo>
                  <a:lnTo>
                    <a:pt x="0" y="2033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0332"/>
                  </a:lnTo>
                  <a:close/>
                </a:path>
                <a:path w="3809" h="248920">
                  <a:moveTo>
                    <a:pt x="381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92"/>
                  </a:lnTo>
                  <a:close/>
                </a:path>
                <a:path w="3809" h="248920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09" h="248920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09" h="24892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09" h="24892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09" h="24892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8" name="object 2358"/>
            <p:cNvSpPr/>
            <p:nvPr/>
          </p:nvSpPr>
          <p:spPr>
            <a:xfrm>
              <a:off x="7009130" y="5279389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09" h="248920">
                  <a:moveTo>
                    <a:pt x="3810" y="242582"/>
                  </a:moveTo>
                  <a:lnTo>
                    <a:pt x="0" y="24258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2582"/>
                  </a:lnTo>
                  <a:close/>
                </a:path>
                <a:path w="3809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09" h="248920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09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09" h="248920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09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09" h="248920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09" h="248920">
                  <a:moveTo>
                    <a:pt x="3810" y="24142"/>
                  </a:moveTo>
                  <a:lnTo>
                    <a:pt x="0" y="2414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4142"/>
                  </a:lnTo>
                  <a:close/>
                </a:path>
                <a:path w="3809" h="248920">
                  <a:moveTo>
                    <a:pt x="3810" y="20332"/>
                  </a:moveTo>
                  <a:lnTo>
                    <a:pt x="0" y="2033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0332"/>
                  </a:lnTo>
                  <a:close/>
                </a:path>
                <a:path w="3809" h="248920">
                  <a:moveTo>
                    <a:pt x="381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92"/>
                  </a:lnTo>
                  <a:close/>
                </a:path>
                <a:path w="3809" h="248920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09" h="248920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09" h="24892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09" h="24892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09" h="24892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9" name="object 2359"/>
            <p:cNvSpPr/>
            <p:nvPr/>
          </p:nvSpPr>
          <p:spPr>
            <a:xfrm>
              <a:off x="7012940" y="5279389"/>
              <a:ext cx="2540" cy="248920"/>
            </a:xfrm>
            <a:custGeom>
              <a:avLst/>
              <a:gdLst/>
              <a:ahLst/>
              <a:cxnLst/>
              <a:rect l="l" t="t" r="r" b="b"/>
              <a:pathLst>
                <a:path w="2540" h="248920">
                  <a:moveTo>
                    <a:pt x="254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2540" y="248920"/>
                  </a:lnTo>
                  <a:lnTo>
                    <a:pt x="2540" y="246392"/>
                  </a:lnTo>
                  <a:close/>
                </a:path>
                <a:path w="2540" h="248920">
                  <a:moveTo>
                    <a:pt x="2540" y="242582"/>
                  </a:moveTo>
                  <a:lnTo>
                    <a:pt x="0" y="242582"/>
                  </a:lnTo>
                  <a:lnTo>
                    <a:pt x="0" y="246380"/>
                  </a:lnTo>
                  <a:lnTo>
                    <a:pt x="2540" y="246380"/>
                  </a:lnTo>
                  <a:lnTo>
                    <a:pt x="2540" y="242582"/>
                  </a:lnTo>
                  <a:close/>
                </a:path>
                <a:path w="2540" h="248920">
                  <a:moveTo>
                    <a:pt x="254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2540" y="242570"/>
                  </a:lnTo>
                  <a:lnTo>
                    <a:pt x="2540" y="240042"/>
                  </a:lnTo>
                  <a:close/>
                </a:path>
                <a:path w="2540" h="248920">
                  <a:moveTo>
                    <a:pt x="254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2540" y="240030"/>
                  </a:lnTo>
                  <a:lnTo>
                    <a:pt x="2540" y="236232"/>
                  </a:lnTo>
                  <a:close/>
                </a:path>
                <a:path w="2540" h="248920">
                  <a:moveTo>
                    <a:pt x="254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2540" y="236220"/>
                  </a:lnTo>
                  <a:lnTo>
                    <a:pt x="2540" y="233692"/>
                  </a:lnTo>
                  <a:close/>
                </a:path>
                <a:path w="2540" h="248920">
                  <a:moveTo>
                    <a:pt x="254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2540" y="233680"/>
                  </a:lnTo>
                  <a:lnTo>
                    <a:pt x="2540" y="229882"/>
                  </a:lnTo>
                  <a:close/>
                </a:path>
                <a:path w="2540" h="248920">
                  <a:moveTo>
                    <a:pt x="254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2540" y="229870"/>
                  </a:lnTo>
                  <a:lnTo>
                    <a:pt x="2540" y="227342"/>
                  </a:lnTo>
                  <a:close/>
                </a:path>
                <a:path w="2540" h="248920">
                  <a:moveTo>
                    <a:pt x="254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2540" y="227330"/>
                  </a:lnTo>
                  <a:lnTo>
                    <a:pt x="2540" y="223532"/>
                  </a:lnTo>
                  <a:close/>
                </a:path>
                <a:path w="2540" h="248920">
                  <a:moveTo>
                    <a:pt x="2540" y="24142"/>
                  </a:moveTo>
                  <a:lnTo>
                    <a:pt x="0" y="24142"/>
                  </a:lnTo>
                  <a:lnTo>
                    <a:pt x="0" y="223520"/>
                  </a:lnTo>
                  <a:lnTo>
                    <a:pt x="2540" y="223520"/>
                  </a:lnTo>
                  <a:lnTo>
                    <a:pt x="2540" y="24142"/>
                  </a:lnTo>
                  <a:close/>
                </a:path>
                <a:path w="2540" h="248920">
                  <a:moveTo>
                    <a:pt x="2540" y="20332"/>
                  </a:moveTo>
                  <a:lnTo>
                    <a:pt x="0" y="20332"/>
                  </a:lnTo>
                  <a:lnTo>
                    <a:pt x="0" y="24130"/>
                  </a:lnTo>
                  <a:lnTo>
                    <a:pt x="2540" y="24130"/>
                  </a:lnTo>
                  <a:lnTo>
                    <a:pt x="2540" y="20332"/>
                  </a:lnTo>
                  <a:close/>
                </a:path>
                <a:path w="2540" h="248920">
                  <a:moveTo>
                    <a:pt x="254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2540" y="20320"/>
                  </a:lnTo>
                  <a:lnTo>
                    <a:pt x="2540" y="17792"/>
                  </a:lnTo>
                  <a:close/>
                </a:path>
                <a:path w="2540" h="248920">
                  <a:moveTo>
                    <a:pt x="254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2540" y="17780"/>
                  </a:lnTo>
                  <a:lnTo>
                    <a:pt x="2540" y="13982"/>
                  </a:lnTo>
                  <a:close/>
                </a:path>
                <a:path w="2540" h="248920">
                  <a:moveTo>
                    <a:pt x="254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2540" y="13970"/>
                  </a:lnTo>
                  <a:lnTo>
                    <a:pt x="2540" y="11442"/>
                  </a:lnTo>
                  <a:close/>
                </a:path>
                <a:path w="2540" h="248920">
                  <a:moveTo>
                    <a:pt x="254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7632"/>
                  </a:lnTo>
                  <a:close/>
                </a:path>
                <a:path w="2540" h="248920">
                  <a:moveTo>
                    <a:pt x="254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5092"/>
                  </a:lnTo>
                  <a:close/>
                </a:path>
                <a:path w="2540" h="248920">
                  <a:moveTo>
                    <a:pt x="254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1282"/>
                  </a:lnTo>
                  <a:close/>
                </a:path>
                <a:path w="2540" h="248920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8799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0" name="object 2360"/>
            <p:cNvSpPr/>
            <p:nvPr/>
          </p:nvSpPr>
          <p:spPr>
            <a:xfrm>
              <a:off x="7015480" y="5279389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09" h="248920">
                  <a:moveTo>
                    <a:pt x="3810" y="242582"/>
                  </a:moveTo>
                  <a:lnTo>
                    <a:pt x="0" y="24258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2582"/>
                  </a:lnTo>
                  <a:close/>
                </a:path>
                <a:path w="3809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09" h="248920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09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09" h="248920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09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09" h="248920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09" h="248920">
                  <a:moveTo>
                    <a:pt x="3810" y="24142"/>
                  </a:moveTo>
                  <a:lnTo>
                    <a:pt x="0" y="2414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4142"/>
                  </a:lnTo>
                  <a:close/>
                </a:path>
                <a:path w="3809" h="248920">
                  <a:moveTo>
                    <a:pt x="3810" y="20332"/>
                  </a:moveTo>
                  <a:lnTo>
                    <a:pt x="0" y="2033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0332"/>
                  </a:lnTo>
                  <a:close/>
                </a:path>
                <a:path w="3809" h="248920">
                  <a:moveTo>
                    <a:pt x="381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92"/>
                  </a:lnTo>
                  <a:close/>
                </a:path>
                <a:path w="3809" h="248920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09" h="248920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09" h="24892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09" h="24892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09" h="24892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496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1" name="object 2361"/>
            <p:cNvSpPr/>
            <p:nvPr/>
          </p:nvSpPr>
          <p:spPr>
            <a:xfrm>
              <a:off x="7019290" y="5279389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09" h="248920">
                  <a:moveTo>
                    <a:pt x="3810" y="242582"/>
                  </a:moveTo>
                  <a:lnTo>
                    <a:pt x="0" y="24258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2582"/>
                  </a:lnTo>
                  <a:close/>
                </a:path>
                <a:path w="3809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09" h="248920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09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09" h="248920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09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09" h="248920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09" h="248920">
                  <a:moveTo>
                    <a:pt x="3810" y="24142"/>
                  </a:moveTo>
                  <a:lnTo>
                    <a:pt x="0" y="2414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4142"/>
                  </a:lnTo>
                  <a:close/>
                </a:path>
                <a:path w="3809" h="248920">
                  <a:moveTo>
                    <a:pt x="3810" y="20332"/>
                  </a:moveTo>
                  <a:lnTo>
                    <a:pt x="0" y="2033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0332"/>
                  </a:lnTo>
                  <a:close/>
                </a:path>
                <a:path w="3809" h="248920">
                  <a:moveTo>
                    <a:pt x="381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92"/>
                  </a:lnTo>
                  <a:close/>
                </a:path>
                <a:path w="3809" h="248920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09" h="248920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09" h="24892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09" h="24892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09" h="24892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19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2" name="object 2362"/>
            <p:cNvSpPr/>
            <p:nvPr/>
          </p:nvSpPr>
          <p:spPr>
            <a:xfrm>
              <a:off x="7023100" y="5278120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09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09" h="251460">
                  <a:moveTo>
                    <a:pt x="380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2539"/>
                  </a:lnTo>
                  <a:close/>
                </a:path>
                <a:path w="3809" h="251460">
                  <a:moveTo>
                    <a:pt x="380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49"/>
                  </a:lnTo>
                  <a:close/>
                </a:path>
                <a:path w="3809" h="251460">
                  <a:moveTo>
                    <a:pt x="380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8889"/>
                  </a:lnTo>
                  <a:close/>
                </a:path>
                <a:path w="3809" h="251460">
                  <a:moveTo>
                    <a:pt x="380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2699"/>
                  </a:lnTo>
                  <a:close/>
                </a:path>
                <a:path w="3809" h="251460">
                  <a:moveTo>
                    <a:pt x="3809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5239"/>
                  </a:lnTo>
                  <a:close/>
                </a:path>
                <a:path w="3809" h="251460">
                  <a:moveTo>
                    <a:pt x="3809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9049"/>
                  </a:lnTo>
                  <a:close/>
                </a:path>
                <a:path w="3809" h="251460">
                  <a:moveTo>
                    <a:pt x="3809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1589"/>
                  </a:lnTo>
                  <a:close/>
                </a:path>
                <a:path w="3809" h="251460">
                  <a:moveTo>
                    <a:pt x="3809" y="25399"/>
                  </a:moveTo>
                  <a:lnTo>
                    <a:pt x="0" y="25399"/>
                  </a:lnTo>
                  <a:lnTo>
                    <a:pt x="0" y="224789"/>
                  </a:lnTo>
                  <a:lnTo>
                    <a:pt x="3809" y="224789"/>
                  </a:lnTo>
                  <a:lnTo>
                    <a:pt x="3809" y="25399"/>
                  </a:lnTo>
                  <a:close/>
                </a:path>
                <a:path w="3809" h="251460">
                  <a:moveTo>
                    <a:pt x="3809" y="224789"/>
                  </a:moveTo>
                  <a:lnTo>
                    <a:pt x="0" y="224789"/>
                  </a:lnTo>
                  <a:lnTo>
                    <a:pt x="0" y="228599"/>
                  </a:lnTo>
                  <a:lnTo>
                    <a:pt x="3809" y="228599"/>
                  </a:lnTo>
                  <a:lnTo>
                    <a:pt x="3809" y="224789"/>
                  </a:lnTo>
                  <a:close/>
                </a:path>
                <a:path w="3809" h="251460">
                  <a:moveTo>
                    <a:pt x="3809" y="228599"/>
                  </a:moveTo>
                  <a:lnTo>
                    <a:pt x="0" y="228599"/>
                  </a:lnTo>
                  <a:lnTo>
                    <a:pt x="0" y="231139"/>
                  </a:lnTo>
                  <a:lnTo>
                    <a:pt x="3809" y="231139"/>
                  </a:lnTo>
                  <a:lnTo>
                    <a:pt x="3809" y="228599"/>
                  </a:lnTo>
                  <a:close/>
                </a:path>
                <a:path w="3809" h="251460">
                  <a:moveTo>
                    <a:pt x="3809" y="231139"/>
                  </a:moveTo>
                  <a:lnTo>
                    <a:pt x="0" y="231139"/>
                  </a:lnTo>
                  <a:lnTo>
                    <a:pt x="0" y="234949"/>
                  </a:lnTo>
                  <a:lnTo>
                    <a:pt x="3809" y="234949"/>
                  </a:lnTo>
                  <a:lnTo>
                    <a:pt x="3809" y="231139"/>
                  </a:lnTo>
                  <a:close/>
                </a:path>
                <a:path w="3809" h="251460">
                  <a:moveTo>
                    <a:pt x="3809" y="234949"/>
                  </a:moveTo>
                  <a:lnTo>
                    <a:pt x="0" y="234949"/>
                  </a:lnTo>
                  <a:lnTo>
                    <a:pt x="0" y="237489"/>
                  </a:lnTo>
                  <a:lnTo>
                    <a:pt x="3809" y="237489"/>
                  </a:lnTo>
                  <a:lnTo>
                    <a:pt x="3809" y="234949"/>
                  </a:lnTo>
                  <a:close/>
                </a:path>
                <a:path w="3809" h="251460">
                  <a:moveTo>
                    <a:pt x="3809" y="237489"/>
                  </a:moveTo>
                  <a:lnTo>
                    <a:pt x="0" y="237489"/>
                  </a:lnTo>
                  <a:lnTo>
                    <a:pt x="0" y="241299"/>
                  </a:lnTo>
                  <a:lnTo>
                    <a:pt x="3809" y="241299"/>
                  </a:lnTo>
                  <a:lnTo>
                    <a:pt x="3809" y="237489"/>
                  </a:lnTo>
                  <a:close/>
                </a:path>
                <a:path w="3809" h="251460">
                  <a:moveTo>
                    <a:pt x="3809" y="241299"/>
                  </a:moveTo>
                  <a:lnTo>
                    <a:pt x="0" y="241299"/>
                  </a:lnTo>
                  <a:lnTo>
                    <a:pt x="0" y="243839"/>
                  </a:lnTo>
                  <a:lnTo>
                    <a:pt x="3809" y="243839"/>
                  </a:lnTo>
                  <a:lnTo>
                    <a:pt x="3809" y="241299"/>
                  </a:lnTo>
                  <a:close/>
                </a:path>
                <a:path w="3809" h="251460">
                  <a:moveTo>
                    <a:pt x="3809" y="243839"/>
                  </a:moveTo>
                  <a:lnTo>
                    <a:pt x="0" y="243839"/>
                  </a:lnTo>
                  <a:lnTo>
                    <a:pt x="0" y="247649"/>
                  </a:lnTo>
                  <a:lnTo>
                    <a:pt x="3809" y="247649"/>
                  </a:lnTo>
                  <a:lnTo>
                    <a:pt x="3809" y="243839"/>
                  </a:lnTo>
                  <a:close/>
                </a:path>
                <a:path w="3809" h="251460">
                  <a:moveTo>
                    <a:pt x="3809" y="247649"/>
                  </a:moveTo>
                  <a:lnTo>
                    <a:pt x="0" y="247649"/>
                  </a:lnTo>
                  <a:lnTo>
                    <a:pt x="0" y="250189"/>
                  </a:lnTo>
                  <a:lnTo>
                    <a:pt x="3809" y="250189"/>
                  </a:lnTo>
                  <a:lnTo>
                    <a:pt x="3809" y="247649"/>
                  </a:lnTo>
                  <a:close/>
                </a:path>
                <a:path w="3809" h="251460">
                  <a:moveTo>
                    <a:pt x="3809" y="250189"/>
                  </a:moveTo>
                  <a:lnTo>
                    <a:pt x="2540" y="250189"/>
                  </a:lnTo>
                  <a:lnTo>
                    <a:pt x="2540" y="251459"/>
                  </a:lnTo>
                  <a:lnTo>
                    <a:pt x="3809" y="251459"/>
                  </a:lnTo>
                  <a:lnTo>
                    <a:pt x="3809" y="250189"/>
                  </a:lnTo>
                  <a:close/>
                </a:path>
              </a:pathLst>
            </a:custGeom>
            <a:solidFill>
              <a:srgbClr val="7F92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3" name="object 2363"/>
            <p:cNvSpPr/>
            <p:nvPr/>
          </p:nvSpPr>
          <p:spPr>
            <a:xfrm>
              <a:off x="7026910" y="5278132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190"/>
                  </a:moveTo>
                  <a:lnTo>
                    <a:pt x="0" y="25019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50190"/>
                  </a:lnTo>
                  <a:close/>
                </a:path>
                <a:path w="3809" h="251460">
                  <a:moveTo>
                    <a:pt x="3810" y="247650"/>
                  </a:moveTo>
                  <a:lnTo>
                    <a:pt x="0" y="247650"/>
                  </a:lnTo>
                  <a:lnTo>
                    <a:pt x="0" y="250177"/>
                  </a:lnTo>
                  <a:lnTo>
                    <a:pt x="3810" y="250177"/>
                  </a:lnTo>
                  <a:lnTo>
                    <a:pt x="3810" y="247650"/>
                  </a:lnTo>
                  <a:close/>
                </a:path>
                <a:path w="3809" h="251460">
                  <a:moveTo>
                    <a:pt x="3810" y="243840"/>
                  </a:moveTo>
                  <a:lnTo>
                    <a:pt x="0" y="24384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3840"/>
                  </a:lnTo>
                  <a:close/>
                </a:path>
                <a:path w="3809" h="251460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09" h="251460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09" h="251460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09" h="251460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09" h="25146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09" h="251460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09" h="251460">
                  <a:moveTo>
                    <a:pt x="3810" y="25400"/>
                  </a:moveTo>
                  <a:lnTo>
                    <a:pt x="0" y="2540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5400"/>
                  </a:lnTo>
                  <a:close/>
                </a:path>
                <a:path w="3809" h="251460">
                  <a:moveTo>
                    <a:pt x="381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1590"/>
                  </a:lnTo>
                  <a:close/>
                </a:path>
                <a:path w="3809" h="251460">
                  <a:moveTo>
                    <a:pt x="381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10" y="21577"/>
                  </a:lnTo>
                  <a:lnTo>
                    <a:pt x="3810" y="19050"/>
                  </a:lnTo>
                  <a:close/>
                </a:path>
                <a:path w="3809" h="251460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09" h="25146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09" h="25146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09" h="25146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09" h="25146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4" name="object 2364"/>
            <p:cNvSpPr/>
            <p:nvPr/>
          </p:nvSpPr>
          <p:spPr>
            <a:xfrm>
              <a:off x="7030720" y="5278132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190"/>
                  </a:moveTo>
                  <a:lnTo>
                    <a:pt x="0" y="25019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50190"/>
                  </a:lnTo>
                  <a:close/>
                </a:path>
                <a:path w="3809" h="251460">
                  <a:moveTo>
                    <a:pt x="3810" y="247650"/>
                  </a:moveTo>
                  <a:lnTo>
                    <a:pt x="0" y="247650"/>
                  </a:lnTo>
                  <a:lnTo>
                    <a:pt x="0" y="250177"/>
                  </a:lnTo>
                  <a:lnTo>
                    <a:pt x="3810" y="250177"/>
                  </a:lnTo>
                  <a:lnTo>
                    <a:pt x="3810" y="247650"/>
                  </a:lnTo>
                  <a:close/>
                </a:path>
                <a:path w="3809" h="251460">
                  <a:moveTo>
                    <a:pt x="3810" y="243840"/>
                  </a:moveTo>
                  <a:lnTo>
                    <a:pt x="0" y="24384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3840"/>
                  </a:lnTo>
                  <a:close/>
                </a:path>
                <a:path w="3809" h="251460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09" h="251460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09" h="251460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09" h="251460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09" h="25146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09" h="251460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09" h="251460">
                  <a:moveTo>
                    <a:pt x="3810" y="25400"/>
                  </a:moveTo>
                  <a:lnTo>
                    <a:pt x="0" y="2540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5400"/>
                  </a:lnTo>
                  <a:close/>
                </a:path>
                <a:path w="3809" h="251460">
                  <a:moveTo>
                    <a:pt x="381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1590"/>
                  </a:lnTo>
                  <a:close/>
                </a:path>
                <a:path w="3809" h="251460">
                  <a:moveTo>
                    <a:pt x="381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10" y="21577"/>
                  </a:lnTo>
                  <a:lnTo>
                    <a:pt x="3810" y="19050"/>
                  </a:lnTo>
                  <a:close/>
                </a:path>
                <a:path w="3809" h="251460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09" h="25146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09" h="25146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09" h="25146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09" h="25146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9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5" name="object 2365"/>
            <p:cNvSpPr/>
            <p:nvPr/>
          </p:nvSpPr>
          <p:spPr>
            <a:xfrm>
              <a:off x="7034530" y="5278132"/>
              <a:ext cx="2540" cy="251460"/>
            </a:xfrm>
            <a:custGeom>
              <a:avLst/>
              <a:gdLst/>
              <a:ahLst/>
              <a:cxnLst/>
              <a:rect l="l" t="t" r="r" b="b"/>
              <a:pathLst>
                <a:path w="2540" h="251460">
                  <a:moveTo>
                    <a:pt x="2540" y="250190"/>
                  </a:moveTo>
                  <a:lnTo>
                    <a:pt x="0" y="250190"/>
                  </a:lnTo>
                  <a:lnTo>
                    <a:pt x="0" y="251447"/>
                  </a:lnTo>
                  <a:lnTo>
                    <a:pt x="2540" y="251447"/>
                  </a:lnTo>
                  <a:lnTo>
                    <a:pt x="2540" y="250190"/>
                  </a:lnTo>
                  <a:close/>
                </a:path>
                <a:path w="2540" h="251460">
                  <a:moveTo>
                    <a:pt x="2540" y="247650"/>
                  </a:moveTo>
                  <a:lnTo>
                    <a:pt x="0" y="247650"/>
                  </a:lnTo>
                  <a:lnTo>
                    <a:pt x="0" y="250177"/>
                  </a:lnTo>
                  <a:lnTo>
                    <a:pt x="2540" y="250177"/>
                  </a:lnTo>
                  <a:lnTo>
                    <a:pt x="2540" y="247650"/>
                  </a:lnTo>
                  <a:close/>
                </a:path>
                <a:path w="2540" h="251460">
                  <a:moveTo>
                    <a:pt x="2540" y="243840"/>
                  </a:moveTo>
                  <a:lnTo>
                    <a:pt x="0" y="243840"/>
                  </a:lnTo>
                  <a:lnTo>
                    <a:pt x="0" y="247637"/>
                  </a:lnTo>
                  <a:lnTo>
                    <a:pt x="2540" y="247637"/>
                  </a:lnTo>
                  <a:lnTo>
                    <a:pt x="2540" y="243840"/>
                  </a:lnTo>
                  <a:close/>
                </a:path>
                <a:path w="2540" h="251460">
                  <a:moveTo>
                    <a:pt x="254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2540" y="243827"/>
                  </a:lnTo>
                  <a:lnTo>
                    <a:pt x="2540" y="241300"/>
                  </a:lnTo>
                  <a:close/>
                </a:path>
                <a:path w="2540" h="251460">
                  <a:moveTo>
                    <a:pt x="254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2540" y="241287"/>
                  </a:lnTo>
                  <a:lnTo>
                    <a:pt x="2540" y="237490"/>
                  </a:lnTo>
                  <a:close/>
                </a:path>
                <a:path w="2540" h="251460">
                  <a:moveTo>
                    <a:pt x="254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2540" y="237477"/>
                  </a:lnTo>
                  <a:lnTo>
                    <a:pt x="2540" y="234950"/>
                  </a:lnTo>
                  <a:close/>
                </a:path>
                <a:path w="2540" h="251460">
                  <a:moveTo>
                    <a:pt x="254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2540" y="234937"/>
                  </a:lnTo>
                  <a:lnTo>
                    <a:pt x="2540" y="231140"/>
                  </a:lnTo>
                  <a:close/>
                </a:path>
                <a:path w="2540" h="251460">
                  <a:moveTo>
                    <a:pt x="254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2540" y="231127"/>
                  </a:lnTo>
                  <a:lnTo>
                    <a:pt x="2540" y="228600"/>
                  </a:lnTo>
                  <a:close/>
                </a:path>
                <a:path w="2540" h="251460">
                  <a:moveTo>
                    <a:pt x="254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2540" y="228587"/>
                  </a:lnTo>
                  <a:lnTo>
                    <a:pt x="2540" y="224790"/>
                  </a:lnTo>
                  <a:close/>
                </a:path>
                <a:path w="2540" h="251460">
                  <a:moveTo>
                    <a:pt x="2540" y="25400"/>
                  </a:moveTo>
                  <a:lnTo>
                    <a:pt x="0" y="25400"/>
                  </a:lnTo>
                  <a:lnTo>
                    <a:pt x="0" y="224777"/>
                  </a:lnTo>
                  <a:lnTo>
                    <a:pt x="2540" y="224777"/>
                  </a:lnTo>
                  <a:lnTo>
                    <a:pt x="2540" y="25400"/>
                  </a:lnTo>
                  <a:close/>
                </a:path>
                <a:path w="2540" h="251460">
                  <a:moveTo>
                    <a:pt x="254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2540" y="25387"/>
                  </a:lnTo>
                  <a:lnTo>
                    <a:pt x="2540" y="21590"/>
                  </a:lnTo>
                  <a:close/>
                </a:path>
                <a:path w="2540" h="251460">
                  <a:moveTo>
                    <a:pt x="254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2540" y="21577"/>
                  </a:lnTo>
                  <a:lnTo>
                    <a:pt x="2540" y="19050"/>
                  </a:lnTo>
                  <a:close/>
                </a:path>
                <a:path w="2540" h="251460">
                  <a:moveTo>
                    <a:pt x="254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2540" y="19037"/>
                  </a:lnTo>
                  <a:lnTo>
                    <a:pt x="2540" y="15240"/>
                  </a:lnTo>
                  <a:close/>
                </a:path>
                <a:path w="2540" h="251460">
                  <a:moveTo>
                    <a:pt x="254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540" y="15227"/>
                  </a:lnTo>
                  <a:lnTo>
                    <a:pt x="2540" y="12700"/>
                  </a:lnTo>
                  <a:close/>
                </a:path>
                <a:path w="2540" h="251460">
                  <a:moveTo>
                    <a:pt x="254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8890"/>
                  </a:lnTo>
                  <a:close/>
                </a:path>
                <a:path w="2540" h="251460">
                  <a:moveTo>
                    <a:pt x="254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2540" y="8877"/>
                  </a:lnTo>
                  <a:lnTo>
                    <a:pt x="2540" y="6350"/>
                  </a:lnTo>
                  <a:close/>
                </a:path>
                <a:path w="2540" h="251460">
                  <a:moveTo>
                    <a:pt x="254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2540"/>
                  </a:lnTo>
                  <a:close/>
                </a:path>
                <a:path w="2540" h="251460">
                  <a:moveTo>
                    <a:pt x="254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2540" y="252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6" name="object 2366"/>
            <p:cNvSpPr/>
            <p:nvPr/>
          </p:nvSpPr>
          <p:spPr>
            <a:xfrm>
              <a:off x="7037070" y="5278132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190"/>
                  </a:moveTo>
                  <a:lnTo>
                    <a:pt x="0" y="25019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50190"/>
                  </a:lnTo>
                  <a:close/>
                </a:path>
                <a:path w="3809" h="251460">
                  <a:moveTo>
                    <a:pt x="3810" y="247650"/>
                  </a:moveTo>
                  <a:lnTo>
                    <a:pt x="0" y="247650"/>
                  </a:lnTo>
                  <a:lnTo>
                    <a:pt x="0" y="250177"/>
                  </a:lnTo>
                  <a:lnTo>
                    <a:pt x="3810" y="250177"/>
                  </a:lnTo>
                  <a:lnTo>
                    <a:pt x="3810" y="247650"/>
                  </a:lnTo>
                  <a:close/>
                </a:path>
                <a:path w="3809" h="251460">
                  <a:moveTo>
                    <a:pt x="3810" y="243840"/>
                  </a:moveTo>
                  <a:lnTo>
                    <a:pt x="0" y="24384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3840"/>
                  </a:lnTo>
                  <a:close/>
                </a:path>
                <a:path w="3809" h="251460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09" h="251460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09" h="251460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09" h="251460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09" h="25146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09" h="251460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09" h="251460">
                  <a:moveTo>
                    <a:pt x="3810" y="25400"/>
                  </a:moveTo>
                  <a:lnTo>
                    <a:pt x="0" y="2540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5400"/>
                  </a:lnTo>
                  <a:close/>
                </a:path>
                <a:path w="3809" h="251460">
                  <a:moveTo>
                    <a:pt x="381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1590"/>
                  </a:lnTo>
                  <a:close/>
                </a:path>
                <a:path w="3809" h="251460">
                  <a:moveTo>
                    <a:pt x="381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10" y="21577"/>
                  </a:lnTo>
                  <a:lnTo>
                    <a:pt x="3810" y="19050"/>
                  </a:lnTo>
                  <a:close/>
                </a:path>
                <a:path w="3809" h="251460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09" h="25146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09" h="25146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09" h="25146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09" h="25146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7" name="object 2367"/>
            <p:cNvSpPr/>
            <p:nvPr/>
          </p:nvSpPr>
          <p:spPr>
            <a:xfrm>
              <a:off x="7040880" y="5278132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190"/>
                  </a:moveTo>
                  <a:lnTo>
                    <a:pt x="0" y="25019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50190"/>
                  </a:lnTo>
                  <a:close/>
                </a:path>
                <a:path w="3809" h="251460">
                  <a:moveTo>
                    <a:pt x="3810" y="247650"/>
                  </a:moveTo>
                  <a:lnTo>
                    <a:pt x="0" y="247650"/>
                  </a:lnTo>
                  <a:lnTo>
                    <a:pt x="0" y="250177"/>
                  </a:lnTo>
                  <a:lnTo>
                    <a:pt x="3810" y="250177"/>
                  </a:lnTo>
                  <a:lnTo>
                    <a:pt x="3810" y="247650"/>
                  </a:lnTo>
                  <a:close/>
                </a:path>
                <a:path w="3809" h="251460">
                  <a:moveTo>
                    <a:pt x="3810" y="243840"/>
                  </a:moveTo>
                  <a:lnTo>
                    <a:pt x="0" y="24384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3840"/>
                  </a:lnTo>
                  <a:close/>
                </a:path>
                <a:path w="3809" h="251460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09" h="251460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09" h="251460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09" h="251460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09" h="25146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09" h="251460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09" h="251460">
                  <a:moveTo>
                    <a:pt x="3810" y="25400"/>
                  </a:moveTo>
                  <a:lnTo>
                    <a:pt x="0" y="2540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5400"/>
                  </a:lnTo>
                  <a:close/>
                </a:path>
                <a:path w="3809" h="251460">
                  <a:moveTo>
                    <a:pt x="381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1590"/>
                  </a:lnTo>
                  <a:close/>
                </a:path>
                <a:path w="3809" h="251460">
                  <a:moveTo>
                    <a:pt x="381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10" y="21577"/>
                  </a:lnTo>
                  <a:lnTo>
                    <a:pt x="3810" y="19050"/>
                  </a:lnTo>
                  <a:close/>
                </a:path>
                <a:path w="3809" h="251460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09" h="25146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09" h="25146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09" h="25146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09" h="25146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1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8" name="object 2368"/>
            <p:cNvSpPr/>
            <p:nvPr/>
          </p:nvSpPr>
          <p:spPr>
            <a:xfrm>
              <a:off x="7044690" y="5278132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190"/>
                  </a:moveTo>
                  <a:lnTo>
                    <a:pt x="0" y="25019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50190"/>
                  </a:lnTo>
                  <a:close/>
                </a:path>
                <a:path w="3809" h="251460">
                  <a:moveTo>
                    <a:pt x="3810" y="247650"/>
                  </a:moveTo>
                  <a:lnTo>
                    <a:pt x="0" y="247650"/>
                  </a:lnTo>
                  <a:lnTo>
                    <a:pt x="0" y="250177"/>
                  </a:lnTo>
                  <a:lnTo>
                    <a:pt x="3810" y="250177"/>
                  </a:lnTo>
                  <a:lnTo>
                    <a:pt x="3810" y="247650"/>
                  </a:lnTo>
                  <a:close/>
                </a:path>
                <a:path w="3809" h="251460">
                  <a:moveTo>
                    <a:pt x="3810" y="243840"/>
                  </a:moveTo>
                  <a:lnTo>
                    <a:pt x="0" y="24384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3840"/>
                  </a:lnTo>
                  <a:close/>
                </a:path>
                <a:path w="3809" h="251460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09" h="251460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09" h="251460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09" h="251460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09" h="25146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09" h="251460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09" h="251460">
                  <a:moveTo>
                    <a:pt x="3810" y="25400"/>
                  </a:moveTo>
                  <a:lnTo>
                    <a:pt x="0" y="2540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5400"/>
                  </a:lnTo>
                  <a:close/>
                </a:path>
                <a:path w="3809" h="251460">
                  <a:moveTo>
                    <a:pt x="381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1590"/>
                  </a:lnTo>
                  <a:close/>
                </a:path>
                <a:path w="3809" h="251460">
                  <a:moveTo>
                    <a:pt x="381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10" y="21577"/>
                  </a:lnTo>
                  <a:lnTo>
                    <a:pt x="3810" y="19050"/>
                  </a:lnTo>
                  <a:close/>
                </a:path>
                <a:path w="3809" h="251460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09" h="25146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09" h="25146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09" h="25146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09" h="25146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F84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9" name="object 2369"/>
            <p:cNvSpPr/>
            <p:nvPr/>
          </p:nvSpPr>
          <p:spPr>
            <a:xfrm>
              <a:off x="7048500" y="5278132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190"/>
                  </a:moveTo>
                  <a:lnTo>
                    <a:pt x="0" y="25019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50190"/>
                  </a:lnTo>
                  <a:close/>
                </a:path>
                <a:path w="3809" h="251460">
                  <a:moveTo>
                    <a:pt x="3810" y="247650"/>
                  </a:moveTo>
                  <a:lnTo>
                    <a:pt x="0" y="247650"/>
                  </a:lnTo>
                  <a:lnTo>
                    <a:pt x="0" y="250177"/>
                  </a:lnTo>
                  <a:lnTo>
                    <a:pt x="3810" y="250177"/>
                  </a:lnTo>
                  <a:lnTo>
                    <a:pt x="3810" y="247650"/>
                  </a:lnTo>
                  <a:close/>
                </a:path>
                <a:path w="3809" h="251460">
                  <a:moveTo>
                    <a:pt x="3810" y="243840"/>
                  </a:moveTo>
                  <a:lnTo>
                    <a:pt x="0" y="24384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3840"/>
                  </a:lnTo>
                  <a:close/>
                </a:path>
                <a:path w="3809" h="251460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09" h="251460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09" h="251460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09" h="251460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09" h="25146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09" h="251460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09" h="251460">
                  <a:moveTo>
                    <a:pt x="3810" y="25400"/>
                  </a:moveTo>
                  <a:lnTo>
                    <a:pt x="0" y="2540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5400"/>
                  </a:lnTo>
                  <a:close/>
                </a:path>
                <a:path w="3809" h="251460">
                  <a:moveTo>
                    <a:pt x="381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1590"/>
                  </a:lnTo>
                  <a:close/>
                </a:path>
                <a:path w="3809" h="251460">
                  <a:moveTo>
                    <a:pt x="381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10" y="21577"/>
                  </a:lnTo>
                  <a:lnTo>
                    <a:pt x="3810" y="19050"/>
                  </a:lnTo>
                  <a:close/>
                </a:path>
                <a:path w="3809" h="251460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09" h="25146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09" h="25146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09" h="25146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09" h="25146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C82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0" name="object 2370"/>
            <p:cNvSpPr/>
            <p:nvPr/>
          </p:nvSpPr>
          <p:spPr>
            <a:xfrm>
              <a:off x="7052310" y="5276850"/>
              <a:ext cx="3810" cy="254000"/>
            </a:xfrm>
            <a:custGeom>
              <a:avLst/>
              <a:gdLst/>
              <a:ahLst/>
              <a:cxnLst/>
              <a:rect l="l" t="t" r="r" b="b"/>
              <a:pathLst>
                <a:path w="3809" h="254000">
                  <a:moveTo>
                    <a:pt x="254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  <a:path w="3809" h="254000">
                  <a:moveTo>
                    <a:pt x="381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1270" y="252730"/>
                  </a:lnTo>
                  <a:lnTo>
                    <a:pt x="1270" y="254000"/>
                  </a:lnTo>
                  <a:lnTo>
                    <a:pt x="2540" y="254000"/>
                  </a:lnTo>
                  <a:lnTo>
                    <a:pt x="2540" y="252730"/>
                  </a:lnTo>
                  <a:lnTo>
                    <a:pt x="3810" y="252730"/>
                  </a:lnTo>
                  <a:lnTo>
                    <a:pt x="3810" y="251472"/>
                  </a:lnTo>
                  <a:close/>
                </a:path>
                <a:path w="3809" h="254000">
                  <a:moveTo>
                    <a:pt x="3810" y="248932"/>
                  </a:moveTo>
                  <a:lnTo>
                    <a:pt x="0" y="24893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48932"/>
                  </a:lnTo>
                  <a:close/>
                </a:path>
                <a:path w="3809" h="254000">
                  <a:moveTo>
                    <a:pt x="3810" y="245122"/>
                  </a:moveTo>
                  <a:lnTo>
                    <a:pt x="0" y="24512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5122"/>
                  </a:lnTo>
                  <a:close/>
                </a:path>
                <a:path w="3809" h="254000">
                  <a:moveTo>
                    <a:pt x="3810" y="242582"/>
                  </a:moveTo>
                  <a:lnTo>
                    <a:pt x="0" y="24258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2582"/>
                  </a:lnTo>
                  <a:close/>
                </a:path>
                <a:path w="3809" h="254000">
                  <a:moveTo>
                    <a:pt x="3810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8772"/>
                  </a:lnTo>
                  <a:close/>
                </a:path>
                <a:path w="3809" h="254000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09" h="254000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09" h="254000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09" h="254000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09" h="254000">
                  <a:moveTo>
                    <a:pt x="3810" y="26682"/>
                  </a:moveTo>
                  <a:lnTo>
                    <a:pt x="0" y="2668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6682"/>
                  </a:lnTo>
                  <a:close/>
                </a:path>
                <a:path w="3809" h="254000">
                  <a:moveTo>
                    <a:pt x="3810" y="22872"/>
                  </a:moveTo>
                  <a:lnTo>
                    <a:pt x="0" y="22872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2872"/>
                  </a:lnTo>
                  <a:close/>
                </a:path>
                <a:path w="3809" h="254000">
                  <a:moveTo>
                    <a:pt x="3810" y="20332"/>
                  </a:moveTo>
                  <a:lnTo>
                    <a:pt x="0" y="2033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20332"/>
                  </a:lnTo>
                  <a:close/>
                </a:path>
                <a:path w="3809" h="254000">
                  <a:moveTo>
                    <a:pt x="3810" y="16522"/>
                  </a:moveTo>
                  <a:lnTo>
                    <a:pt x="0" y="1652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6522"/>
                  </a:lnTo>
                  <a:close/>
                </a:path>
                <a:path w="3809" h="254000">
                  <a:moveTo>
                    <a:pt x="3810" y="13982"/>
                  </a:moveTo>
                  <a:lnTo>
                    <a:pt x="0" y="1398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82"/>
                  </a:lnTo>
                  <a:close/>
                </a:path>
                <a:path w="3809" h="254000">
                  <a:moveTo>
                    <a:pt x="381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0172"/>
                  </a:lnTo>
                  <a:close/>
                </a:path>
                <a:path w="3809" h="254000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09" h="254000">
                  <a:moveTo>
                    <a:pt x="381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3822"/>
                  </a:lnTo>
                  <a:close/>
                </a:path>
                <a:path w="3809" h="254000">
                  <a:moveTo>
                    <a:pt x="381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82"/>
                  </a:lnTo>
                  <a:close/>
                </a:path>
              </a:pathLst>
            </a:custGeom>
            <a:solidFill>
              <a:srgbClr val="6980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1" name="object 2371"/>
            <p:cNvSpPr/>
            <p:nvPr/>
          </p:nvSpPr>
          <p:spPr>
            <a:xfrm>
              <a:off x="7056120" y="5278132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190"/>
                  </a:moveTo>
                  <a:lnTo>
                    <a:pt x="0" y="25019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50190"/>
                  </a:lnTo>
                  <a:close/>
                </a:path>
                <a:path w="3809" h="251460">
                  <a:moveTo>
                    <a:pt x="3810" y="247650"/>
                  </a:moveTo>
                  <a:lnTo>
                    <a:pt x="0" y="247650"/>
                  </a:lnTo>
                  <a:lnTo>
                    <a:pt x="0" y="250177"/>
                  </a:lnTo>
                  <a:lnTo>
                    <a:pt x="3810" y="250177"/>
                  </a:lnTo>
                  <a:lnTo>
                    <a:pt x="3810" y="247650"/>
                  </a:lnTo>
                  <a:close/>
                </a:path>
                <a:path w="3809" h="251460">
                  <a:moveTo>
                    <a:pt x="3810" y="243840"/>
                  </a:moveTo>
                  <a:lnTo>
                    <a:pt x="0" y="24384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3840"/>
                  </a:lnTo>
                  <a:close/>
                </a:path>
                <a:path w="3809" h="251460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09" h="251460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09" h="251460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09" h="251460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09" h="25146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09" h="251460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09" h="251460">
                  <a:moveTo>
                    <a:pt x="3810" y="25400"/>
                  </a:moveTo>
                  <a:lnTo>
                    <a:pt x="0" y="2540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5400"/>
                  </a:lnTo>
                  <a:close/>
                </a:path>
                <a:path w="3809" h="251460">
                  <a:moveTo>
                    <a:pt x="381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1590"/>
                  </a:lnTo>
                  <a:close/>
                </a:path>
                <a:path w="3809" h="251460">
                  <a:moveTo>
                    <a:pt x="381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10" y="21577"/>
                  </a:lnTo>
                  <a:lnTo>
                    <a:pt x="3810" y="19050"/>
                  </a:lnTo>
                  <a:close/>
                </a:path>
                <a:path w="3809" h="251460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09" h="25146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09" h="25146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09" h="25146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09" h="25146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77E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2" name="object 2372"/>
            <p:cNvSpPr/>
            <p:nvPr/>
          </p:nvSpPr>
          <p:spPr>
            <a:xfrm>
              <a:off x="7059930" y="5278132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190"/>
                  </a:moveTo>
                  <a:lnTo>
                    <a:pt x="0" y="25019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50190"/>
                  </a:lnTo>
                  <a:close/>
                </a:path>
                <a:path w="3809" h="251460">
                  <a:moveTo>
                    <a:pt x="3810" y="247650"/>
                  </a:moveTo>
                  <a:lnTo>
                    <a:pt x="0" y="247650"/>
                  </a:lnTo>
                  <a:lnTo>
                    <a:pt x="0" y="250177"/>
                  </a:lnTo>
                  <a:lnTo>
                    <a:pt x="3810" y="250177"/>
                  </a:lnTo>
                  <a:lnTo>
                    <a:pt x="3810" y="247650"/>
                  </a:lnTo>
                  <a:close/>
                </a:path>
                <a:path w="3809" h="251460">
                  <a:moveTo>
                    <a:pt x="3810" y="243840"/>
                  </a:moveTo>
                  <a:lnTo>
                    <a:pt x="0" y="24384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3840"/>
                  </a:lnTo>
                  <a:close/>
                </a:path>
                <a:path w="3809" h="251460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09" h="251460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09" h="251460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09" h="251460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09" h="25146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09" h="251460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09" h="251460">
                  <a:moveTo>
                    <a:pt x="3810" y="25400"/>
                  </a:moveTo>
                  <a:lnTo>
                    <a:pt x="0" y="2540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5400"/>
                  </a:lnTo>
                  <a:close/>
                </a:path>
                <a:path w="3809" h="251460">
                  <a:moveTo>
                    <a:pt x="381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1590"/>
                  </a:lnTo>
                  <a:close/>
                </a:path>
                <a:path w="3809" h="251460">
                  <a:moveTo>
                    <a:pt x="381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10" y="21577"/>
                  </a:lnTo>
                  <a:lnTo>
                    <a:pt x="3810" y="19050"/>
                  </a:lnTo>
                  <a:close/>
                </a:path>
                <a:path w="3809" h="251460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09" h="25146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09" h="25146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09" h="25146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09" h="25146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A80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3" name="object 2373"/>
            <p:cNvSpPr/>
            <p:nvPr/>
          </p:nvSpPr>
          <p:spPr>
            <a:xfrm>
              <a:off x="7063740" y="5278132"/>
              <a:ext cx="2540" cy="251460"/>
            </a:xfrm>
            <a:custGeom>
              <a:avLst/>
              <a:gdLst/>
              <a:ahLst/>
              <a:cxnLst/>
              <a:rect l="l" t="t" r="r" b="b"/>
              <a:pathLst>
                <a:path w="2540" h="251460">
                  <a:moveTo>
                    <a:pt x="2540" y="250190"/>
                  </a:moveTo>
                  <a:lnTo>
                    <a:pt x="0" y="250190"/>
                  </a:lnTo>
                  <a:lnTo>
                    <a:pt x="0" y="251447"/>
                  </a:lnTo>
                  <a:lnTo>
                    <a:pt x="2540" y="251447"/>
                  </a:lnTo>
                  <a:lnTo>
                    <a:pt x="2540" y="250190"/>
                  </a:lnTo>
                  <a:close/>
                </a:path>
                <a:path w="2540" h="251460">
                  <a:moveTo>
                    <a:pt x="2540" y="247650"/>
                  </a:moveTo>
                  <a:lnTo>
                    <a:pt x="0" y="247650"/>
                  </a:lnTo>
                  <a:lnTo>
                    <a:pt x="0" y="250177"/>
                  </a:lnTo>
                  <a:lnTo>
                    <a:pt x="2540" y="250177"/>
                  </a:lnTo>
                  <a:lnTo>
                    <a:pt x="2540" y="247650"/>
                  </a:lnTo>
                  <a:close/>
                </a:path>
                <a:path w="2540" h="251460">
                  <a:moveTo>
                    <a:pt x="2540" y="243840"/>
                  </a:moveTo>
                  <a:lnTo>
                    <a:pt x="0" y="243840"/>
                  </a:lnTo>
                  <a:lnTo>
                    <a:pt x="0" y="247637"/>
                  </a:lnTo>
                  <a:lnTo>
                    <a:pt x="2540" y="247637"/>
                  </a:lnTo>
                  <a:lnTo>
                    <a:pt x="2540" y="243840"/>
                  </a:lnTo>
                  <a:close/>
                </a:path>
                <a:path w="2540" h="251460">
                  <a:moveTo>
                    <a:pt x="254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2540" y="243827"/>
                  </a:lnTo>
                  <a:lnTo>
                    <a:pt x="2540" y="241300"/>
                  </a:lnTo>
                  <a:close/>
                </a:path>
                <a:path w="2540" h="251460">
                  <a:moveTo>
                    <a:pt x="254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2540" y="241287"/>
                  </a:lnTo>
                  <a:lnTo>
                    <a:pt x="2540" y="237490"/>
                  </a:lnTo>
                  <a:close/>
                </a:path>
                <a:path w="2540" h="251460">
                  <a:moveTo>
                    <a:pt x="254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2540" y="237477"/>
                  </a:lnTo>
                  <a:lnTo>
                    <a:pt x="2540" y="234950"/>
                  </a:lnTo>
                  <a:close/>
                </a:path>
                <a:path w="2540" h="251460">
                  <a:moveTo>
                    <a:pt x="254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2540" y="234937"/>
                  </a:lnTo>
                  <a:lnTo>
                    <a:pt x="2540" y="231140"/>
                  </a:lnTo>
                  <a:close/>
                </a:path>
                <a:path w="2540" h="251460">
                  <a:moveTo>
                    <a:pt x="254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2540" y="231127"/>
                  </a:lnTo>
                  <a:lnTo>
                    <a:pt x="2540" y="228600"/>
                  </a:lnTo>
                  <a:close/>
                </a:path>
                <a:path w="2540" h="251460">
                  <a:moveTo>
                    <a:pt x="254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2540" y="228587"/>
                  </a:lnTo>
                  <a:lnTo>
                    <a:pt x="2540" y="224790"/>
                  </a:lnTo>
                  <a:close/>
                </a:path>
                <a:path w="2540" h="251460">
                  <a:moveTo>
                    <a:pt x="2540" y="25400"/>
                  </a:moveTo>
                  <a:lnTo>
                    <a:pt x="0" y="25400"/>
                  </a:lnTo>
                  <a:lnTo>
                    <a:pt x="0" y="224777"/>
                  </a:lnTo>
                  <a:lnTo>
                    <a:pt x="2540" y="224777"/>
                  </a:lnTo>
                  <a:lnTo>
                    <a:pt x="2540" y="25400"/>
                  </a:lnTo>
                  <a:close/>
                </a:path>
                <a:path w="2540" h="251460">
                  <a:moveTo>
                    <a:pt x="254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2540" y="25387"/>
                  </a:lnTo>
                  <a:lnTo>
                    <a:pt x="2540" y="21590"/>
                  </a:lnTo>
                  <a:close/>
                </a:path>
                <a:path w="2540" h="251460">
                  <a:moveTo>
                    <a:pt x="254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2540" y="21577"/>
                  </a:lnTo>
                  <a:lnTo>
                    <a:pt x="2540" y="19050"/>
                  </a:lnTo>
                  <a:close/>
                </a:path>
                <a:path w="2540" h="251460">
                  <a:moveTo>
                    <a:pt x="254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2540" y="19037"/>
                  </a:lnTo>
                  <a:lnTo>
                    <a:pt x="2540" y="15240"/>
                  </a:lnTo>
                  <a:close/>
                </a:path>
                <a:path w="2540" h="251460">
                  <a:moveTo>
                    <a:pt x="254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540" y="15227"/>
                  </a:lnTo>
                  <a:lnTo>
                    <a:pt x="2540" y="12700"/>
                  </a:lnTo>
                  <a:close/>
                </a:path>
                <a:path w="2540" h="251460">
                  <a:moveTo>
                    <a:pt x="254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8890"/>
                  </a:lnTo>
                  <a:close/>
                </a:path>
                <a:path w="2540" h="251460">
                  <a:moveTo>
                    <a:pt x="254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2540" y="8877"/>
                  </a:lnTo>
                  <a:lnTo>
                    <a:pt x="2540" y="6350"/>
                  </a:lnTo>
                  <a:close/>
                </a:path>
                <a:path w="2540" h="251460">
                  <a:moveTo>
                    <a:pt x="254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2540"/>
                  </a:lnTo>
                  <a:close/>
                </a:path>
                <a:path w="2540" h="251460">
                  <a:moveTo>
                    <a:pt x="254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2540" y="252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6C82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4" name="object 2374"/>
            <p:cNvSpPr/>
            <p:nvPr/>
          </p:nvSpPr>
          <p:spPr>
            <a:xfrm>
              <a:off x="7066280" y="5278132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190"/>
                  </a:moveTo>
                  <a:lnTo>
                    <a:pt x="0" y="25019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50190"/>
                  </a:lnTo>
                  <a:close/>
                </a:path>
                <a:path w="3809" h="251460">
                  <a:moveTo>
                    <a:pt x="3810" y="247650"/>
                  </a:moveTo>
                  <a:lnTo>
                    <a:pt x="0" y="247650"/>
                  </a:lnTo>
                  <a:lnTo>
                    <a:pt x="0" y="250177"/>
                  </a:lnTo>
                  <a:lnTo>
                    <a:pt x="3810" y="250177"/>
                  </a:lnTo>
                  <a:lnTo>
                    <a:pt x="3810" y="247650"/>
                  </a:lnTo>
                  <a:close/>
                </a:path>
                <a:path w="3809" h="251460">
                  <a:moveTo>
                    <a:pt x="3810" y="243840"/>
                  </a:moveTo>
                  <a:lnTo>
                    <a:pt x="0" y="24384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3840"/>
                  </a:lnTo>
                  <a:close/>
                </a:path>
                <a:path w="3809" h="251460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09" h="251460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09" h="251460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09" h="251460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09" h="25146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09" h="251460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09" h="251460">
                  <a:moveTo>
                    <a:pt x="3810" y="25400"/>
                  </a:moveTo>
                  <a:lnTo>
                    <a:pt x="0" y="2540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5400"/>
                  </a:lnTo>
                  <a:close/>
                </a:path>
                <a:path w="3809" h="251460">
                  <a:moveTo>
                    <a:pt x="381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1590"/>
                  </a:lnTo>
                  <a:close/>
                </a:path>
                <a:path w="3809" h="251460">
                  <a:moveTo>
                    <a:pt x="381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10" y="21577"/>
                  </a:lnTo>
                  <a:lnTo>
                    <a:pt x="3810" y="19050"/>
                  </a:lnTo>
                  <a:close/>
                </a:path>
                <a:path w="3809" h="251460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09" h="25146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09" h="25146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09" h="25146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09" h="25146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F84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5" name="object 2375"/>
            <p:cNvSpPr/>
            <p:nvPr/>
          </p:nvSpPr>
          <p:spPr>
            <a:xfrm>
              <a:off x="7070090" y="5278132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190"/>
                  </a:moveTo>
                  <a:lnTo>
                    <a:pt x="0" y="25019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50190"/>
                  </a:lnTo>
                  <a:close/>
                </a:path>
                <a:path w="3809" h="251460">
                  <a:moveTo>
                    <a:pt x="3810" y="247650"/>
                  </a:moveTo>
                  <a:lnTo>
                    <a:pt x="0" y="247650"/>
                  </a:lnTo>
                  <a:lnTo>
                    <a:pt x="0" y="250177"/>
                  </a:lnTo>
                  <a:lnTo>
                    <a:pt x="3810" y="250177"/>
                  </a:lnTo>
                  <a:lnTo>
                    <a:pt x="3810" y="247650"/>
                  </a:lnTo>
                  <a:close/>
                </a:path>
                <a:path w="3809" h="251460">
                  <a:moveTo>
                    <a:pt x="3810" y="243840"/>
                  </a:moveTo>
                  <a:lnTo>
                    <a:pt x="0" y="24384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3840"/>
                  </a:lnTo>
                  <a:close/>
                </a:path>
                <a:path w="3809" h="251460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09" h="251460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09" h="251460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09" h="251460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09" h="25146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09" h="251460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09" h="251460">
                  <a:moveTo>
                    <a:pt x="3810" y="25400"/>
                  </a:moveTo>
                  <a:lnTo>
                    <a:pt x="0" y="2540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5400"/>
                  </a:lnTo>
                  <a:close/>
                </a:path>
                <a:path w="3809" h="251460">
                  <a:moveTo>
                    <a:pt x="381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1590"/>
                  </a:lnTo>
                  <a:close/>
                </a:path>
                <a:path w="3809" h="251460">
                  <a:moveTo>
                    <a:pt x="381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10" y="21577"/>
                  </a:lnTo>
                  <a:lnTo>
                    <a:pt x="3810" y="19050"/>
                  </a:lnTo>
                  <a:close/>
                </a:path>
                <a:path w="3809" h="251460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09" h="25146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09" h="25146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09" h="25146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09" h="25146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2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6" name="object 2376"/>
            <p:cNvSpPr/>
            <p:nvPr/>
          </p:nvSpPr>
          <p:spPr>
            <a:xfrm>
              <a:off x="7073900" y="5278132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190"/>
                  </a:moveTo>
                  <a:lnTo>
                    <a:pt x="0" y="25019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50190"/>
                  </a:lnTo>
                  <a:close/>
                </a:path>
                <a:path w="3809" h="251460">
                  <a:moveTo>
                    <a:pt x="3810" y="247650"/>
                  </a:moveTo>
                  <a:lnTo>
                    <a:pt x="0" y="247650"/>
                  </a:lnTo>
                  <a:lnTo>
                    <a:pt x="0" y="250177"/>
                  </a:lnTo>
                  <a:lnTo>
                    <a:pt x="3810" y="250177"/>
                  </a:lnTo>
                  <a:lnTo>
                    <a:pt x="3810" y="247650"/>
                  </a:lnTo>
                  <a:close/>
                </a:path>
                <a:path w="3809" h="251460">
                  <a:moveTo>
                    <a:pt x="3810" y="243840"/>
                  </a:moveTo>
                  <a:lnTo>
                    <a:pt x="0" y="24384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3840"/>
                  </a:lnTo>
                  <a:close/>
                </a:path>
                <a:path w="3809" h="251460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09" h="251460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09" h="251460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09" h="251460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09" h="25146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09" h="251460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09" h="251460">
                  <a:moveTo>
                    <a:pt x="3810" y="25400"/>
                  </a:moveTo>
                  <a:lnTo>
                    <a:pt x="0" y="2540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5400"/>
                  </a:lnTo>
                  <a:close/>
                </a:path>
                <a:path w="3809" h="251460">
                  <a:moveTo>
                    <a:pt x="381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1590"/>
                  </a:lnTo>
                  <a:close/>
                </a:path>
                <a:path w="3809" h="251460">
                  <a:moveTo>
                    <a:pt x="381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10" y="21577"/>
                  </a:lnTo>
                  <a:lnTo>
                    <a:pt x="3810" y="19050"/>
                  </a:lnTo>
                  <a:close/>
                </a:path>
                <a:path w="3809" h="251460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09" h="25146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09" h="25146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09" h="25146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09" h="25146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7" name="object 2377"/>
            <p:cNvSpPr/>
            <p:nvPr/>
          </p:nvSpPr>
          <p:spPr>
            <a:xfrm>
              <a:off x="7077710" y="5278132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190"/>
                  </a:moveTo>
                  <a:lnTo>
                    <a:pt x="0" y="25019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50190"/>
                  </a:lnTo>
                  <a:close/>
                </a:path>
                <a:path w="3809" h="251460">
                  <a:moveTo>
                    <a:pt x="3810" y="247650"/>
                  </a:moveTo>
                  <a:lnTo>
                    <a:pt x="0" y="247650"/>
                  </a:lnTo>
                  <a:lnTo>
                    <a:pt x="0" y="250177"/>
                  </a:lnTo>
                  <a:lnTo>
                    <a:pt x="3810" y="250177"/>
                  </a:lnTo>
                  <a:lnTo>
                    <a:pt x="3810" y="247650"/>
                  </a:lnTo>
                  <a:close/>
                </a:path>
                <a:path w="3809" h="251460">
                  <a:moveTo>
                    <a:pt x="3810" y="243840"/>
                  </a:moveTo>
                  <a:lnTo>
                    <a:pt x="0" y="24384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3840"/>
                  </a:lnTo>
                  <a:close/>
                </a:path>
                <a:path w="3809" h="251460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09" h="251460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09" h="251460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09" h="251460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09" h="25146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09" h="251460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09" h="251460">
                  <a:moveTo>
                    <a:pt x="3810" y="25400"/>
                  </a:moveTo>
                  <a:lnTo>
                    <a:pt x="0" y="2540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5400"/>
                  </a:lnTo>
                  <a:close/>
                </a:path>
                <a:path w="3809" h="251460">
                  <a:moveTo>
                    <a:pt x="381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1590"/>
                  </a:lnTo>
                  <a:close/>
                </a:path>
                <a:path w="3809" h="251460">
                  <a:moveTo>
                    <a:pt x="381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10" y="21577"/>
                  </a:lnTo>
                  <a:lnTo>
                    <a:pt x="3810" y="19050"/>
                  </a:lnTo>
                  <a:close/>
                </a:path>
                <a:path w="3809" h="251460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09" h="25146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09" h="25146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09" h="25146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09" h="25146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8" name="object 2378"/>
            <p:cNvSpPr/>
            <p:nvPr/>
          </p:nvSpPr>
          <p:spPr>
            <a:xfrm>
              <a:off x="7081520" y="5278120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254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09" h="251460">
                  <a:moveTo>
                    <a:pt x="380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2539"/>
                  </a:lnTo>
                  <a:close/>
                </a:path>
                <a:path w="3809" h="251460">
                  <a:moveTo>
                    <a:pt x="380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49"/>
                  </a:lnTo>
                  <a:close/>
                </a:path>
                <a:path w="3809" h="251460">
                  <a:moveTo>
                    <a:pt x="380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8889"/>
                  </a:lnTo>
                  <a:close/>
                </a:path>
                <a:path w="3809" h="251460">
                  <a:moveTo>
                    <a:pt x="380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2699"/>
                  </a:lnTo>
                  <a:close/>
                </a:path>
                <a:path w="3809" h="251460">
                  <a:moveTo>
                    <a:pt x="3809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5239"/>
                  </a:lnTo>
                  <a:close/>
                </a:path>
                <a:path w="3809" h="251460">
                  <a:moveTo>
                    <a:pt x="3809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9049"/>
                  </a:lnTo>
                  <a:close/>
                </a:path>
                <a:path w="3809" h="251460">
                  <a:moveTo>
                    <a:pt x="3809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1589"/>
                  </a:lnTo>
                  <a:close/>
                </a:path>
                <a:path w="3809" h="251460">
                  <a:moveTo>
                    <a:pt x="3809" y="25399"/>
                  </a:moveTo>
                  <a:lnTo>
                    <a:pt x="0" y="25399"/>
                  </a:lnTo>
                  <a:lnTo>
                    <a:pt x="0" y="224789"/>
                  </a:lnTo>
                  <a:lnTo>
                    <a:pt x="3809" y="224789"/>
                  </a:lnTo>
                  <a:lnTo>
                    <a:pt x="3809" y="25399"/>
                  </a:lnTo>
                  <a:close/>
                </a:path>
                <a:path w="3809" h="251460">
                  <a:moveTo>
                    <a:pt x="3809" y="224789"/>
                  </a:moveTo>
                  <a:lnTo>
                    <a:pt x="0" y="224789"/>
                  </a:lnTo>
                  <a:lnTo>
                    <a:pt x="0" y="228599"/>
                  </a:lnTo>
                  <a:lnTo>
                    <a:pt x="3809" y="228599"/>
                  </a:lnTo>
                  <a:lnTo>
                    <a:pt x="3809" y="224789"/>
                  </a:lnTo>
                  <a:close/>
                </a:path>
                <a:path w="3809" h="251460">
                  <a:moveTo>
                    <a:pt x="3809" y="228599"/>
                  </a:moveTo>
                  <a:lnTo>
                    <a:pt x="0" y="228599"/>
                  </a:lnTo>
                  <a:lnTo>
                    <a:pt x="0" y="231139"/>
                  </a:lnTo>
                  <a:lnTo>
                    <a:pt x="3809" y="231139"/>
                  </a:lnTo>
                  <a:lnTo>
                    <a:pt x="3809" y="228599"/>
                  </a:lnTo>
                  <a:close/>
                </a:path>
                <a:path w="3809" h="251460">
                  <a:moveTo>
                    <a:pt x="3809" y="231139"/>
                  </a:moveTo>
                  <a:lnTo>
                    <a:pt x="0" y="231139"/>
                  </a:lnTo>
                  <a:lnTo>
                    <a:pt x="0" y="234949"/>
                  </a:lnTo>
                  <a:lnTo>
                    <a:pt x="3809" y="234949"/>
                  </a:lnTo>
                  <a:lnTo>
                    <a:pt x="3809" y="231139"/>
                  </a:lnTo>
                  <a:close/>
                </a:path>
                <a:path w="3809" h="251460">
                  <a:moveTo>
                    <a:pt x="3809" y="234949"/>
                  </a:moveTo>
                  <a:lnTo>
                    <a:pt x="0" y="234949"/>
                  </a:lnTo>
                  <a:lnTo>
                    <a:pt x="0" y="237489"/>
                  </a:lnTo>
                  <a:lnTo>
                    <a:pt x="3809" y="237489"/>
                  </a:lnTo>
                  <a:lnTo>
                    <a:pt x="3809" y="234949"/>
                  </a:lnTo>
                  <a:close/>
                </a:path>
                <a:path w="3809" h="251460">
                  <a:moveTo>
                    <a:pt x="3809" y="237489"/>
                  </a:moveTo>
                  <a:lnTo>
                    <a:pt x="0" y="237489"/>
                  </a:lnTo>
                  <a:lnTo>
                    <a:pt x="0" y="241299"/>
                  </a:lnTo>
                  <a:lnTo>
                    <a:pt x="3809" y="241299"/>
                  </a:lnTo>
                  <a:lnTo>
                    <a:pt x="3809" y="237489"/>
                  </a:lnTo>
                  <a:close/>
                </a:path>
                <a:path w="3809" h="251460">
                  <a:moveTo>
                    <a:pt x="3809" y="241299"/>
                  </a:moveTo>
                  <a:lnTo>
                    <a:pt x="0" y="241299"/>
                  </a:lnTo>
                  <a:lnTo>
                    <a:pt x="0" y="243839"/>
                  </a:lnTo>
                  <a:lnTo>
                    <a:pt x="3809" y="243839"/>
                  </a:lnTo>
                  <a:lnTo>
                    <a:pt x="3809" y="241299"/>
                  </a:lnTo>
                  <a:close/>
                </a:path>
                <a:path w="3809" h="251460">
                  <a:moveTo>
                    <a:pt x="3809" y="243839"/>
                  </a:moveTo>
                  <a:lnTo>
                    <a:pt x="0" y="243839"/>
                  </a:lnTo>
                  <a:lnTo>
                    <a:pt x="0" y="247649"/>
                  </a:lnTo>
                  <a:lnTo>
                    <a:pt x="3809" y="247649"/>
                  </a:lnTo>
                  <a:lnTo>
                    <a:pt x="3809" y="243839"/>
                  </a:lnTo>
                  <a:close/>
                </a:path>
                <a:path w="3809" h="251460">
                  <a:moveTo>
                    <a:pt x="3809" y="247649"/>
                  </a:moveTo>
                  <a:lnTo>
                    <a:pt x="0" y="247649"/>
                  </a:lnTo>
                  <a:lnTo>
                    <a:pt x="0" y="250189"/>
                  </a:lnTo>
                  <a:lnTo>
                    <a:pt x="3809" y="250189"/>
                  </a:lnTo>
                  <a:lnTo>
                    <a:pt x="3809" y="247649"/>
                  </a:lnTo>
                  <a:close/>
                </a:path>
                <a:path w="3809" h="251460">
                  <a:moveTo>
                    <a:pt x="2540" y="250189"/>
                  </a:moveTo>
                  <a:lnTo>
                    <a:pt x="0" y="250189"/>
                  </a:lnTo>
                  <a:lnTo>
                    <a:pt x="0" y="251459"/>
                  </a:lnTo>
                  <a:lnTo>
                    <a:pt x="2540" y="251459"/>
                  </a:lnTo>
                  <a:lnTo>
                    <a:pt x="2540" y="250189"/>
                  </a:lnTo>
                  <a:close/>
                </a:path>
              </a:pathLst>
            </a:custGeom>
            <a:solidFill>
              <a:srgbClr val="7A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9" name="object 2379"/>
            <p:cNvSpPr/>
            <p:nvPr/>
          </p:nvSpPr>
          <p:spPr>
            <a:xfrm>
              <a:off x="7085330" y="5279389"/>
              <a:ext cx="2540" cy="248920"/>
            </a:xfrm>
            <a:custGeom>
              <a:avLst/>
              <a:gdLst/>
              <a:ahLst/>
              <a:cxnLst/>
              <a:rect l="l" t="t" r="r" b="b"/>
              <a:pathLst>
                <a:path w="2540" h="248920">
                  <a:moveTo>
                    <a:pt x="254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2540" y="248920"/>
                  </a:lnTo>
                  <a:lnTo>
                    <a:pt x="2540" y="246392"/>
                  </a:lnTo>
                  <a:close/>
                </a:path>
                <a:path w="2540" h="248920">
                  <a:moveTo>
                    <a:pt x="2540" y="242582"/>
                  </a:moveTo>
                  <a:lnTo>
                    <a:pt x="0" y="242582"/>
                  </a:lnTo>
                  <a:lnTo>
                    <a:pt x="0" y="246380"/>
                  </a:lnTo>
                  <a:lnTo>
                    <a:pt x="2540" y="246380"/>
                  </a:lnTo>
                  <a:lnTo>
                    <a:pt x="2540" y="242582"/>
                  </a:lnTo>
                  <a:close/>
                </a:path>
                <a:path w="2540" h="248920">
                  <a:moveTo>
                    <a:pt x="254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2540" y="242570"/>
                  </a:lnTo>
                  <a:lnTo>
                    <a:pt x="2540" y="240042"/>
                  </a:lnTo>
                  <a:close/>
                </a:path>
                <a:path w="2540" h="248920">
                  <a:moveTo>
                    <a:pt x="254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2540" y="240030"/>
                  </a:lnTo>
                  <a:lnTo>
                    <a:pt x="2540" y="236232"/>
                  </a:lnTo>
                  <a:close/>
                </a:path>
                <a:path w="2540" h="248920">
                  <a:moveTo>
                    <a:pt x="254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2540" y="236220"/>
                  </a:lnTo>
                  <a:lnTo>
                    <a:pt x="2540" y="233692"/>
                  </a:lnTo>
                  <a:close/>
                </a:path>
                <a:path w="2540" h="248920">
                  <a:moveTo>
                    <a:pt x="254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2540" y="233680"/>
                  </a:lnTo>
                  <a:lnTo>
                    <a:pt x="2540" y="229882"/>
                  </a:lnTo>
                  <a:close/>
                </a:path>
                <a:path w="2540" h="248920">
                  <a:moveTo>
                    <a:pt x="254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2540" y="229870"/>
                  </a:lnTo>
                  <a:lnTo>
                    <a:pt x="2540" y="227342"/>
                  </a:lnTo>
                  <a:close/>
                </a:path>
                <a:path w="2540" h="248920">
                  <a:moveTo>
                    <a:pt x="254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2540" y="227330"/>
                  </a:lnTo>
                  <a:lnTo>
                    <a:pt x="2540" y="223532"/>
                  </a:lnTo>
                  <a:close/>
                </a:path>
                <a:path w="2540" h="248920">
                  <a:moveTo>
                    <a:pt x="2540" y="24142"/>
                  </a:moveTo>
                  <a:lnTo>
                    <a:pt x="0" y="24142"/>
                  </a:lnTo>
                  <a:lnTo>
                    <a:pt x="0" y="223520"/>
                  </a:lnTo>
                  <a:lnTo>
                    <a:pt x="2540" y="223520"/>
                  </a:lnTo>
                  <a:lnTo>
                    <a:pt x="2540" y="24142"/>
                  </a:lnTo>
                  <a:close/>
                </a:path>
                <a:path w="2540" h="248920">
                  <a:moveTo>
                    <a:pt x="2540" y="20332"/>
                  </a:moveTo>
                  <a:lnTo>
                    <a:pt x="0" y="20332"/>
                  </a:lnTo>
                  <a:lnTo>
                    <a:pt x="0" y="24130"/>
                  </a:lnTo>
                  <a:lnTo>
                    <a:pt x="2540" y="24130"/>
                  </a:lnTo>
                  <a:lnTo>
                    <a:pt x="2540" y="20332"/>
                  </a:lnTo>
                  <a:close/>
                </a:path>
                <a:path w="2540" h="248920">
                  <a:moveTo>
                    <a:pt x="254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2540" y="20320"/>
                  </a:lnTo>
                  <a:lnTo>
                    <a:pt x="2540" y="17792"/>
                  </a:lnTo>
                  <a:close/>
                </a:path>
                <a:path w="2540" h="248920">
                  <a:moveTo>
                    <a:pt x="254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2540" y="17780"/>
                  </a:lnTo>
                  <a:lnTo>
                    <a:pt x="2540" y="13982"/>
                  </a:lnTo>
                  <a:close/>
                </a:path>
                <a:path w="2540" h="248920">
                  <a:moveTo>
                    <a:pt x="254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2540" y="13970"/>
                  </a:lnTo>
                  <a:lnTo>
                    <a:pt x="2540" y="11442"/>
                  </a:lnTo>
                  <a:close/>
                </a:path>
                <a:path w="2540" h="248920">
                  <a:moveTo>
                    <a:pt x="254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7632"/>
                  </a:lnTo>
                  <a:close/>
                </a:path>
                <a:path w="2540" h="248920">
                  <a:moveTo>
                    <a:pt x="254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5092"/>
                  </a:lnTo>
                  <a:close/>
                </a:path>
                <a:path w="2540" h="248920">
                  <a:moveTo>
                    <a:pt x="254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1282"/>
                  </a:lnTo>
                  <a:close/>
                </a:path>
                <a:path w="2540" h="248920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0" name="object 2380"/>
            <p:cNvSpPr/>
            <p:nvPr/>
          </p:nvSpPr>
          <p:spPr>
            <a:xfrm>
              <a:off x="7087870" y="5279389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09" h="248920">
                  <a:moveTo>
                    <a:pt x="3810" y="242582"/>
                  </a:moveTo>
                  <a:lnTo>
                    <a:pt x="0" y="24258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2582"/>
                  </a:lnTo>
                  <a:close/>
                </a:path>
                <a:path w="3809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09" h="248920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09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09" h="248920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09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09" h="248920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09" h="248920">
                  <a:moveTo>
                    <a:pt x="3810" y="24142"/>
                  </a:moveTo>
                  <a:lnTo>
                    <a:pt x="0" y="2414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4142"/>
                  </a:lnTo>
                  <a:close/>
                </a:path>
                <a:path w="3809" h="248920">
                  <a:moveTo>
                    <a:pt x="3810" y="20332"/>
                  </a:moveTo>
                  <a:lnTo>
                    <a:pt x="0" y="2033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0332"/>
                  </a:lnTo>
                  <a:close/>
                </a:path>
                <a:path w="3809" h="248920">
                  <a:moveTo>
                    <a:pt x="381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92"/>
                  </a:lnTo>
                  <a:close/>
                </a:path>
                <a:path w="3809" h="248920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09" h="248920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09" h="24892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09" h="24892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09" h="24892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F9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1" name="object 2381"/>
            <p:cNvSpPr/>
            <p:nvPr/>
          </p:nvSpPr>
          <p:spPr>
            <a:xfrm>
              <a:off x="7091680" y="5279389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09" h="248920">
                  <a:moveTo>
                    <a:pt x="3810" y="242582"/>
                  </a:moveTo>
                  <a:lnTo>
                    <a:pt x="0" y="24258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2582"/>
                  </a:lnTo>
                  <a:close/>
                </a:path>
                <a:path w="3809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09" h="248920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09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09" h="248920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09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09" h="248920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09" h="248920">
                  <a:moveTo>
                    <a:pt x="3810" y="24142"/>
                  </a:moveTo>
                  <a:lnTo>
                    <a:pt x="0" y="2414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4142"/>
                  </a:lnTo>
                  <a:close/>
                </a:path>
                <a:path w="3809" h="248920">
                  <a:moveTo>
                    <a:pt x="3810" y="20332"/>
                  </a:moveTo>
                  <a:lnTo>
                    <a:pt x="0" y="2033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0332"/>
                  </a:lnTo>
                  <a:close/>
                </a:path>
                <a:path w="3809" h="248920">
                  <a:moveTo>
                    <a:pt x="381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92"/>
                  </a:lnTo>
                  <a:close/>
                </a:path>
                <a:path w="3809" h="248920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09" h="248920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09" h="24892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09" h="24892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09" h="24892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294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2" name="object 2382"/>
            <p:cNvSpPr/>
            <p:nvPr/>
          </p:nvSpPr>
          <p:spPr>
            <a:xfrm>
              <a:off x="7095490" y="5279389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09" h="248920">
                  <a:moveTo>
                    <a:pt x="3810" y="242582"/>
                  </a:moveTo>
                  <a:lnTo>
                    <a:pt x="0" y="24258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2582"/>
                  </a:lnTo>
                  <a:close/>
                </a:path>
                <a:path w="3809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09" h="248920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09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09" h="248920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09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09" h="248920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09" h="248920">
                  <a:moveTo>
                    <a:pt x="3810" y="24142"/>
                  </a:moveTo>
                  <a:lnTo>
                    <a:pt x="0" y="2414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4142"/>
                  </a:lnTo>
                  <a:close/>
                </a:path>
                <a:path w="3809" h="248920">
                  <a:moveTo>
                    <a:pt x="3810" y="20332"/>
                  </a:moveTo>
                  <a:lnTo>
                    <a:pt x="0" y="2033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0332"/>
                  </a:lnTo>
                  <a:close/>
                </a:path>
                <a:path w="3809" h="248920">
                  <a:moveTo>
                    <a:pt x="381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92"/>
                  </a:lnTo>
                  <a:close/>
                </a:path>
                <a:path w="3809" h="248920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09" h="248920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09" h="24892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09" h="24892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09" h="24892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496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3" name="object 2383"/>
            <p:cNvSpPr/>
            <p:nvPr/>
          </p:nvSpPr>
          <p:spPr>
            <a:xfrm>
              <a:off x="7099300" y="5279389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09" h="248920">
                  <a:moveTo>
                    <a:pt x="3810" y="242582"/>
                  </a:moveTo>
                  <a:lnTo>
                    <a:pt x="0" y="24258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2582"/>
                  </a:lnTo>
                  <a:close/>
                </a:path>
                <a:path w="3809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09" h="248920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09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09" h="248920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09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09" h="248920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09" h="248920">
                  <a:moveTo>
                    <a:pt x="3810" y="24142"/>
                  </a:moveTo>
                  <a:lnTo>
                    <a:pt x="0" y="2414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4142"/>
                  </a:lnTo>
                  <a:close/>
                </a:path>
                <a:path w="3809" h="248920">
                  <a:moveTo>
                    <a:pt x="3810" y="20332"/>
                  </a:moveTo>
                  <a:lnTo>
                    <a:pt x="0" y="2033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0332"/>
                  </a:lnTo>
                  <a:close/>
                </a:path>
                <a:path w="3809" h="248920">
                  <a:moveTo>
                    <a:pt x="381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92"/>
                  </a:lnTo>
                  <a:close/>
                </a:path>
                <a:path w="3809" h="248920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09" h="248920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09" h="24892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09" h="24892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09" h="24892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799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4" name="object 2384"/>
            <p:cNvSpPr/>
            <p:nvPr/>
          </p:nvSpPr>
          <p:spPr>
            <a:xfrm>
              <a:off x="7103110" y="5279389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09" h="248920">
                  <a:moveTo>
                    <a:pt x="3810" y="242582"/>
                  </a:moveTo>
                  <a:lnTo>
                    <a:pt x="0" y="24258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2582"/>
                  </a:lnTo>
                  <a:close/>
                </a:path>
                <a:path w="3809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09" h="248920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09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09" h="248920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09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09" h="248920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09" h="248920">
                  <a:moveTo>
                    <a:pt x="3810" y="24142"/>
                  </a:moveTo>
                  <a:lnTo>
                    <a:pt x="0" y="2414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4142"/>
                  </a:lnTo>
                  <a:close/>
                </a:path>
                <a:path w="3809" h="248920">
                  <a:moveTo>
                    <a:pt x="3810" y="20332"/>
                  </a:moveTo>
                  <a:lnTo>
                    <a:pt x="0" y="2033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0332"/>
                  </a:lnTo>
                  <a:close/>
                </a:path>
                <a:path w="3809" h="248920">
                  <a:moveTo>
                    <a:pt x="381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92"/>
                  </a:lnTo>
                  <a:close/>
                </a:path>
                <a:path w="3809" h="248920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09" h="248920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09" h="24892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09" h="24892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09" h="24892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5" name="object 2385"/>
            <p:cNvSpPr/>
            <p:nvPr/>
          </p:nvSpPr>
          <p:spPr>
            <a:xfrm>
              <a:off x="7106920" y="5279389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09" h="248920">
                  <a:moveTo>
                    <a:pt x="3810" y="242582"/>
                  </a:moveTo>
                  <a:lnTo>
                    <a:pt x="0" y="24258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2582"/>
                  </a:lnTo>
                  <a:close/>
                </a:path>
                <a:path w="3809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09" h="248920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09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09" h="248920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09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09" h="248920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09" h="248920">
                  <a:moveTo>
                    <a:pt x="3810" y="24142"/>
                  </a:moveTo>
                  <a:lnTo>
                    <a:pt x="0" y="2414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4142"/>
                  </a:lnTo>
                  <a:close/>
                </a:path>
                <a:path w="3809" h="248920">
                  <a:moveTo>
                    <a:pt x="3810" y="20332"/>
                  </a:moveTo>
                  <a:lnTo>
                    <a:pt x="0" y="2033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0332"/>
                  </a:lnTo>
                  <a:close/>
                </a:path>
                <a:path w="3809" h="248920">
                  <a:moveTo>
                    <a:pt x="381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92"/>
                  </a:lnTo>
                  <a:close/>
                </a:path>
                <a:path w="3809" h="248920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09" h="248920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09" h="24892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09" h="24892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09" h="24892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6" name="object 2386"/>
            <p:cNvSpPr/>
            <p:nvPr/>
          </p:nvSpPr>
          <p:spPr>
            <a:xfrm>
              <a:off x="7110730" y="5280672"/>
              <a:ext cx="3810" cy="246379"/>
            </a:xfrm>
            <a:custGeom>
              <a:avLst/>
              <a:gdLst/>
              <a:ahLst/>
              <a:cxnLst/>
              <a:rect l="l" t="t" r="r" b="b"/>
              <a:pathLst>
                <a:path w="3809" h="246379">
                  <a:moveTo>
                    <a:pt x="3810" y="245110"/>
                  </a:moveTo>
                  <a:lnTo>
                    <a:pt x="0" y="245110"/>
                  </a:lnTo>
                  <a:lnTo>
                    <a:pt x="0" y="246367"/>
                  </a:lnTo>
                  <a:lnTo>
                    <a:pt x="3810" y="246367"/>
                  </a:lnTo>
                  <a:lnTo>
                    <a:pt x="3810" y="245110"/>
                  </a:lnTo>
                  <a:close/>
                </a:path>
                <a:path w="3809" h="24637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09" h="24637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09" h="24637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09" h="24637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09" h="24637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09" h="24637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09" h="246379">
                  <a:moveTo>
                    <a:pt x="381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22250"/>
                  </a:lnTo>
                  <a:close/>
                </a:path>
                <a:path w="3809" h="246379">
                  <a:moveTo>
                    <a:pt x="3810" y="22860"/>
                  </a:moveTo>
                  <a:lnTo>
                    <a:pt x="0" y="2286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2860"/>
                  </a:lnTo>
                  <a:close/>
                </a:path>
                <a:path w="3809" h="24637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09" h="24637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09" h="24637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09" h="24637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09" h="24637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09" h="24637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09" h="24637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F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7" name="object 2387"/>
            <p:cNvSpPr/>
            <p:nvPr/>
          </p:nvSpPr>
          <p:spPr>
            <a:xfrm>
              <a:off x="7114540" y="5280672"/>
              <a:ext cx="2540" cy="246379"/>
            </a:xfrm>
            <a:custGeom>
              <a:avLst/>
              <a:gdLst/>
              <a:ahLst/>
              <a:cxnLst/>
              <a:rect l="l" t="t" r="r" b="b"/>
              <a:pathLst>
                <a:path w="2540" h="246379">
                  <a:moveTo>
                    <a:pt x="2540" y="245110"/>
                  </a:moveTo>
                  <a:lnTo>
                    <a:pt x="0" y="245110"/>
                  </a:lnTo>
                  <a:lnTo>
                    <a:pt x="0" y="246367"/>
                  </a:lnTo>
                  <a:lnTo>
                    <a:pt x="2540" y="246367"/>
                  </a:lnTo>
                  <a:lnTo>
                    <a:pt x="2540" y="245110"/>
                  </a:lnTo>
                  <a:close/>
                </a:path>
                <a:path w="2540" h="246379">
                  <a:moveTo>
                    <a:pt x="254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2540" y="245097"/>
                  </a:lnTo>
                  <a:lnTo>
                    <a:pt x="2540" y="241300"/>
                  </a:lnTo>
                  <a:close/>
                </a:path>
                <a:path w="2540" h="246379">
                  <a:moveTo>
                    <a:pt x="254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2540" y="241287"/>
                  </a:lnTo>
                  <a:lnTo>
                    <a:pt x="2540" y="238760"/>
                  </a:lnTo>
                  <a:close/>
                </a:path>
                <a:path w="2540" h="246379">
                  <a:moveTo>
                    <a:pt x="254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2540" y="238747"/>
                  </a:lnTo>
                  <a:lnTo>
                    <a:pt x="2540" y="234950"/>
                  </a:lnTo>
                  <a:close/>
                </a:path>
                <a:path w="2540" h="246379">
                  <a:moveTo>
                    <a:pt x="254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2540" y="234937"/>
                  </a:lnTo>
                  <a:lnTo>
                    <a:pt x="2540" y="232410"/>
                  </a:lnTo>
                  <a:close/>
                </a:path>
                <a:path w="2540" h="246379">
                  <a:moveTo>
                    <a:pt x="254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2540" y="232397"/>
                  </a:lnTo>
                  <a:lnTo>
                    <a:pt x="2540" y="228600"/>
                  </a:lnTo>
                  <a:close/>
                </a:path>
                <a:path w="2540" h="246379">
                  <a:moveTo>
                    <a:pt x="254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2540" y="228587"/>
                  </a:lnTo>
                  <a:lnTo>
                    <a:pt x="2540" y="226060"/>
                  </a:lnTo>
                  <a:close/>
                </a:path>
                <a:path w="2540" h="246379">
                  <a:moveTo>
                    <a:pt x="254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2540" y="226047"/>
                  </a:lnTo>
                  <a:lnTo>
                    <a:pt x="2540" y="222250"/>
                  </a:lnTo>
                  <a:close/>
                </a:path>
                <a:path w="2540" h="246379">
                  <a:moveTo>
                    <a:pt x="2540" y="22860"/>
                  </a:moveTo>
                  <a:lnTo>
                    <a:pt x="0" y="22860"/>
                  </a:lnTo>
                  <a:lnTo>
                    <a:pt x="0" y="222237"/>
                  </a:lnTo>
                  <a:lnTo>
                    <a:pt x="2540" y="222237"/>
                  </a:lnTo>
                  <a:lnTo>
                    <a:pt x="2540" y="22860"/>
                  </a:lnTo>
                  <a:close/>
                </a:path>
                <a:path w="2540" h="246379">
                  <a:moveTo>
                    <a:pt x="254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2540" y="22847"/>
                  </a:lnTo>
                  <a:lnTo>
                    <a:pt x="2540" y="19050"/>
                  </a:lnTo>
                  <a:close/>
                </a:path>
                <a:path w="2540" h="246379">
                  <a:moveTo>
                    <a:pt x="254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2540" y="19037"/>
                  </a:lnTo>
                  <a:lnTo>
                    <a:pt x="2540" y="16510"/>
                  </a:lnTo>
                  <a:close/>
                </a:path>
                <a:path w="2540" h="246379">
                  <a:moveTo>
                    <a:pt x="254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2540" y="16497"/>
                  </a:lnTo>
                  <a:lnTo>
                    <a:pt x="2540" y="12700"/>
                  </a:lnTo>
                  <a:close/>
                </a:path>
                <a:path w="2540" h="246379">
                  <a:moveTo>
                    <a:pt x="254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10160"/>
                  </a:lnTo>
                  <a:close/>
                </a:path>
                <a:path w="2540" h="246379">
                  <a:moveTo>
                    <a:pt x="254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2540" y="10147"/>
                  </a:lnTo>
                  <a:lnTo>
                    <a:pt x="2540" y="6350"/>
                  </a:lnTo>
                  <a:close/>
                </a:path>
                <a:path w="2540" h="246379">
                  <a:moveTo>
                    <a:pt x="254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3810"/>
                  </a:lnTo>
                  <a:close/>
                </a:path>
                <a:path w="2540" h="246379">
                  <a:moveTo>
                    <a:pt x="254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2540" y="379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8" name="object 2388"/>
            <p:cNvSpPr/>
            <p:nvPr/>
          </p:nvSpPr>
          <p:spPr>
            <a:xfrm>
              <a:off x="7117080" y="5280672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09" h="245110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09" h="245110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09" h="245110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09" h="245110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09" h="245110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09" h="245110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09" h="245110">
                  <a:moveTo>
                    <a:pt x="381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22250"/>
                  </a:lnTo>
                  <a:close/>
                </a:path>
                <a:path w="3809" h="245110">
                  <a:moveTo>
                    <a:pt x="3810" y="22860"/>
                  </a:moveTo>
                  <a:lnTo>
                    <a:pt x="0" y="2286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2860"/>
                  </a:lnTo>
                  <a:close/>
                </a:path>
                <a:path w="3809" h="245110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09" h="245110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09" h="245110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09" h="245110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09" h="245110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09" h="245110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09" h="245110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9" name="object 2389"/>
            <p:cNvSpPr/>
            <p:nvPr/>
          </p:nvSpPr>
          <p:spPr>
            <a:xfrm>
              <a:off x="7120890" y="5280659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09" h="245110">
                  <a:moveTo>
                    <a:pt x="127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245110">
                  <a:moveTo>
                    <a:pt x="380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3809"/>
                  </a:lnTo>
                  <a:close/>
                </a:path>
                <a:path w="3809" h="245110">
                  <a:moveTo>
                    <a:pt x="380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6350"/>
                  </a:lnTo>
                  <a:close/>
                </a:path>
                <a:path w="3809" h="245110">
                  <a:moveTo>
                    <a:pt x="380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10159"/>
                  </a:lnTo>
                  <a:close/>
                </a:path>
                <a:path w="3809" h="245110">
                  <a:moveTo>
                    <a:pt x="380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2700"/>
                  </a:lnTo>
                  <a:close/>
                </a:path>
                <a:path w="3809" h="245110">
                  <a:moveTo>
                    <a:pt x="380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6509"/>
                  </a:lnTo>
                  <a:close/>
                </a:path>
                <a:path w="3809" h="245110">
                  <a:moveTo>
                    <a:pt x="380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19050"/>
                  </a:lnTo>
                  <a:close/>
                </a:path>
                <a:path w="3809" h="245110">
                  <a:moveTo>
                    <a:pt x="3809" y="22859"/>
                  </a:moveTo>
                  <a:lnTo>
                    <a:pt x="0" y="22859"/>
                  </a:lnTo>
                  <a:lnTo>
                    <a:pt x="0" y="222249"/>
                  </a:lnTo>
                  <a:lnTo>
                    <a:pt x="3809" y="222249"/>
                  </a:lnTo>
                  <a:lnTo>
                    <a:pt x="3809" y="22859"/>
                  </a:lnTo>
                  <a:close/>
                </a:path>
                <a:path w="3809" h="245110">
                  <a:moveTo>
                    <a:pt x="3809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3809" y="226059"/>
                  </a:lnTo>
                  <a:lnTo>
                    <a:pt x="3809" y="222250"/>
                  </a:lnTo>
                  <a:close/>
                </a:path>
                <a:path w="3809" h="245110">
                  <a:moveTo>
                    <a:pt x="3809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3809" y="228599"/>
                  </a:lnTo>
                  <a:lnTo>
                    <a:pt x="3809" y="226059"/>
                  </a:lnTo>
                  <a:close/>
                </a:path>
                <a:path w="3809" h="245110">
                  <a:moveTo>
                    <a:pt x="3809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3809" y="232409"/>
                  </a:lnTo>
                  <a:lnTo>
                    <a:pt x="3809" y="228600"/>
                  </a:lnTo>
                  <a:close/>
                </a:path>
                <a:path w="3809" h="245110">
                  <a:moveTo>
                    <a:pt x="3809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3809" y="234949"/>
                  </a:lnTo>
                  <a:lnTo>
                    <a:pt x="3809" y="232409"/>
                  </a:lnTo>
                  <a:close/>
                </a:path>
                <a:path w="3809" h="245110">
                  <a:moveTo>
                    <a:pt x="3809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3809" y="238759"/>
                  </a:lnTo>
                  <a:lnTo>
                    <a:pt x="3809" y="234950"/>
                  </a:lnTo>
                  <a:close/>
                </a:path>
                <a:path w="3809" h="245110">
                  <a:moveTo>
                    <a:pt x="3809" y="238759"/>
                  </a:moveTo>
                  <a:lnTo>
                    <a:pt x="0" y="238759"/>
                  </a:lnTo>
                  <a:lnTo>
                    <a:pt x="0" y="241299"/>
                  </a:lnTo>
                  <a:lnTo>
                    <a:pt x="3809" y="241299"/>
                  </a:lnTo>
                  <a:lnTo>
                    <a:pt x="3809" y="238759"/>
                  </a:lnTo>
                  <a:close/>
                </a:path>
                <a:path w="3809" h="245110">
                  <a:moveTo>
                    <a:pt x="3809" y="241300"/>
                  </a:moveTo>
                  <a:lnTo>
                    <a:pt x="0" y="241300"/>
                  </a:lnTo>
                  <a:lnTo>
                    <a:pt x="0" y="245109"/>
                  </a:lnTo>
                  <a:lnTo>
                    <a:pt x="3809" y="245109"/>
                  </a:lnTo>
                  <a:lnTo>
                    <a:pt x="3809" y="241300"/>
                  </a:lnTo>
                  <a:close/>
                </a:path>
              </a:pathLst>
            </a:custGeom>
            <a:solidFill>
              <a:srgbClr val="97A6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0" name="object 2390"/>
            <p:cNvSpPr/>
            <p:nvPr/>
          </p:nvSpPr>
          <p:spPr>
            <a:xfrm>
              <a:off x="7124700" y="5281930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09" h="243839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09" h="243839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09" h="243839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09" h="243839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09" h="243839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09" h="243839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09" h="243839">
                  <a:moveTo>
                    <a:pt x="381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0992"/>
                  </a:lnTo>
                  <a:close/>
                </a:path>
                <a:path w="3809" h="243839">
                  <a:moveTo>
                    <a:pt x="3810" y="21602"/>
                  </a:moveTo>
                  <a:lnTo>
                    <a:pt x="0" y="2160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602"/>
                  </a:lnTo>
                  <a:close/>
                </a:path>
                <a:path w="3809" h="243839">
                  <a:moveTo>
                    <a:pt x="381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92"/>
                  </a:lnTo>
                  <a:close/>
                </a:path>
                <a:path w="3809" h="243839">
                  <a:moveTo>
                    <a:pt x="381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52"/>
                  </a:lnTo>
                  <a:close/>
                </a:path>
                <a:path w="3809" h="243839">
                  <a:moveTo>
                    <a:pt x="381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42"/>
                  </a:lnTo>
                  <a:close/>
                </a:path>
                <a:path w="3809" h="243839">
                  <a:moveTo>
                    <a:pt x="381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902"/>
                  </a:lnTo>
                  <a:close/>
                </a:path>
                <a:path w="3809" h="243839">
                  <a:moveTo>
                    <a:pt x="381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92"/>
                  </a:lnTo>
                  <a:close/>
                </a:path>
                <a:path w="3809" h="243839">
                  <a:moveTo>
                    <a:pt x="381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52"/>
                  </a:lnTo>
                  <a:close/>
                </a:path>
                <a:path w="3809" h="243839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9A8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1" name="object 2391"/>
            <p:cNvSpPr/>
            <p:nvPr/>
          </p:nvSpPr>
          <p:spPr>
            <a:xfrm>
              <a:off x="7128510" y="5281930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09" h="243839">
                  <a:moveTo>
                    <a:pt x="127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3809" h="243839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09" h="243839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09" h="243839">
                  <a:moveTo>
                    <a:pt x="381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890"/>
                  </a:lnTo>
                  <a:close/>
                </a:path>
                <a:path w="3809" h="243839">
                  <a:moveTo>
                    <a:pt x="381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30"/>
                  </a:lnTo>
                  <a:close/>
                </a:path>
                <a:path w="3809" h="243839">
                  <a:moveTo>
                    <a:pt x="381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40"/>
                  </a:lnTo>
                  <a:close/>
                </a:path>
                <a:path w="3809" h="243839">
                  <a:moveTo>
                    <a:pt x="3810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80"/>
                  </a:lnTo>
                  <a:close/>
                </a:path>
                <a:path w="3809" h="243839">
                  <a:moveTo>
                    <a:pt x="3810" y="21590"/>
                  </a:moveTo>
                  <a:lnTo>
                    <a:pt x="0" y="21590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590"/>
                  </a:lnTo>
                  <a:close/>
                </a:path>
                <a:path w="3809" h="243839">
                  <a:moveTo>
                    <a:pt x="3810" y="220980"/>
                  </a:moveTo>
                  <a:lnTo>
                    <a:pt x="0" y="220980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0980"/>
                  </a:lnTo>
                  <a:close/>
                </a:path>
                <a:path w="3809" h="243839">
                  <a:moveTo>
                    <a:pt x="3810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790"/>
                  </a:lnTo>
                  <a:close/>
                </a:path>
                <a:path w="3809" h="243839">
                  <a:moveTo>
                    <a:pt x="3810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30"/>
                  </a:lnTo>
                  <a:close/>
                </a:path>
                <a:path w="3809" h="243839">
                  <a:moveTo>
                    <a:pt x="3810" y="231140"/>
                  </a:moveTo>
                  <a:lnTo>
                    <a:pt x="0" y="231140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40"/>
                  </a:lnTo>
                  <a:close/>
                </a:path>
                <a:path w="3809" h="243839">
                  <a:moveTo>
                    <a:pt x="3810" y="233680"/>
                  </a:moveTo>
                  <a:lnTo>
                    <a:pt x="0" y="233680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80"/>
                  </a:lnTo>
                  <a:close/>
                </a:path>
                <a:path w="3809" h="243839">
                  <a:moveTo>
                    <a:pt x="3810" y="237490"/>
                  </a:moveTo>
                  <a:lnTo>
                    <a:pt x="0" y="237490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490"/>
                  </a:lnTo>
                  <a:close/>
                </a:path>
                <a:path w="3809" h="243839">
                  <a:moveTo>
                    <a:pt x="3810" y="240030"/>
                  </a:moveTo>
                  <a:lnTo>
                    <a:pt x="0" y="240030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30"/>
                  </a:lnTo>
                  <a:close/>
                </a:path>
              </a:pathLst>
            </a:custGeom>
            <a:solidFill>
              <a:srgbClr val="9CA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2" name="object 2392"/>
            <p:cNvSpPr/>
            <p:nvPr/>
          </p:nvSpPr>
          <p:spPr>
            <a:xfrm>
              <a:off x="7132320" y="5283200"/>
              <a:ext cx="3810" cy="242570"/>
            </a:xfrm>
            <a:custGeom>
              <a:avLst/>
              <a:gdLst/>
              <a:ahLst/>
              <a:cxnLst/>
              <a:rect l="l" t="t" r="r" b="b"/>
              <a:pathLst>
                <a:path w="3809" h="242570">
                  <a:moveTo>
                    <a:pt x="254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09" h="242570">
                  <a:moveTo>
                    <a:pt x="3809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1270"/>
                  </a:lnTo>
                  <a:close/>
                </a:path>
                <a:path w="3809" h="242570">
                  <a:moveTo>
                    <a:pt x="3809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3810"/>
                  </a:lnTo>
                  <a:close/>
                </a:path>
                <a:path w="3809" h="242570">
                  <a:moveTo>
                    <a:pt x="3809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7620"/>
                  </a:lnTo>
                  <a:close/>
                </a:path>
                <a:path w="3809" h="242570">
                  <a:moveTo>
                    <a:pt x="3809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10160"/>
                  </a:lnTo>
                  <a:close/>
                </a:path>
                <a:path w="3809" h="242570">
                  <a:moveTo>
                    <a:pt x="3809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3970"/>
                  </a:lnTo>
                  <a:close/>
                </a:path>
                <a:path w="3809" h="242570">
                  <a:moveTo>
                    <a:pt x="3809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6510"/>
                  </a:lnTo>
                  <a:close/>
                </a:path>
                <a:path w="3809" h="242570">
                  <a:moveTo>
                    <a:pt x="3809" y="20320"/>
                  </a:moveTo>
                  <a:lnTo>
                    <a:pt x="0" y="20320"/>
                  </a:lnTo>
                  <a:lnTo>
                    <a:pt x="0" y="219709"/>
                  </a:lnTo>
                  <a:lnTo>
                    <a:pt x="3809" y="219709"/>
                  </a:lnTo>
                  <a:lnTo>
                    <a:pt x="3809" y="20320"/>
                  </a:lnTo>
                  <a:close/>
                </a:path>
                <a:path w="3809" h="242570">
                  <a:moveTo>
                    <a:pt x="3809" y="219710"/>
                  </a:moveTo>
                  <a:lnTo>
                    <a:pt x="0" y="219710"/>
                  </a:lnTo>
                  <a:lnTo>
                    <a:pt x="0" y="223519"/>
                  </a:lnTo>
                  <a:lnTo>
                    <a:pt x="3809" y="223519"/>
                  </a:lnTo>
                  <a:lnTo>
                    <a:pt x="3809" y="219710"/>
                  </a:lnTo>
                  <a:close/>
                </a:path>
                <a:path w="3809" h="242570">
                  <a:moveTo>
                    <a:pt x="3809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3809" y="226059"/>
                  </a:lnTo>
                  <a:lnTo>
                    <a:pt x="3809" y="223520"/>
                  </a:lnTo>
                  <a:close/>
                </a:path>
                <a:path w="3809" h="242570">
                  <a:moveTo>
                    <a:pt x="3809" y="226060"/>
                  </a:moveTo>
                  <a:lnTo>
                    <a:pt x="0" y="226060"/>
                  </a:lnTo>
                  <a:lnTo>
                    <a:pt x="0" y="229869"/>
                  </a:lnTo>
                  <a:lnTo>
                    <a:pt x="3809" y="229869"/>
                  </a:lnTo>
                  <a:lnTo>
                    <a:pt x="3809" y="226060"/>
                  </a:lnTo>
                  <a:close/>
                </a:path>
                <a:path w="3809" h="242570">
                  <a:moveTo>
                    <a:pt x="3809" y="229870"/>
                  </a:moveTo>
                  <a:lnTo>
                    <a:pt x="0" y="229870"/>
                  </a:lnTo>
                  <a:lnTo>
                    <a:pt x="0" y="232409"/>
                  </a:lnTo>
                  <a:lnTo>
                    <a:pt x="3809" y="232409"/>
                  </a:lnTo>
                  <a:lnTo>
                    <a:pt x="3809" y="229870"/>
                  </a:lnTo>
                  <a:close/>
                </a:path>
                <a:path w="3809" h="242570">
                  <a:moveTo>
                    <a:pt x="3809" y="232410"/>
                  </a:moveTo>
                  <a:lnTo>
                    <a:pt x="0" y="232410"/>
                  </a:lnTo>
                  <a:lnTo>
                    <a:pt x="0" y="236219"/>
                  </a:lnTo>
                  <a:lnTo>
                    <a:pt x="3809" y="236219"/>
                  </a:lnTo>
                  <a:lnTo>
                    <a:pt x="3809" y="232410"/>
                  </a:lnTo>
                  <a:close/>
                </a:path>
                <a:path w="3809" h="242570">
                  <a:moveTo>
                    <a:pt x="3809" y="236220"/>
                  </a:moveTo>
                  <a:lnTo>
                    <a:pt x="0" y="236220"/>
                  </a:lnTo>
                  <a:lnTo>
                    <a:pt x="0" y="238759"/>
                  </a:lnTo>
                  <a:lnTo>
                    <a:pt x="3809" y="238759"/>
                  </a:lnTo>
                  <a:lnTo>
                    <a:pt x="3809" y="236220"/>
                  </a:lnTo>
                  <a:close/>
                </a:path>
                <a:path w="3809" h="242570">
                  <a:moveTo>
                    <a:pt x="3809" y="238760"/>
                  </a:moveTo>
                  <a:lnTo>
                    <a:pt x="0" y="238760"/>
                  </a:lnTo>
                  <a:lnTo>
                    <a:pt x="0" y="242569"/>
                  </a:lnTo>
                  <a:lnTo>
                    <a:pt x="2540" y="242569"/>
                  </a:lnTo>
                  <a:lnTo>
                    <a:pt x="2540" y="241300"/>
                  </a:lnTo>
                  <a:lnTo>
                    <a:pt x="3809" y="241300"/>
                  </a:lnTo>
                  <a:lnTo>
                    <a:pt x="3809" y="238760"/>
                  </a:lnTo>
                  <a:close/>
                </a:path>
              </a:pathLst>
            </a:custGeom>
            <a:solidFill>
              <a:srgbClr val="9FA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3" name="object 2393"/>
            <p:cNvSpPr/>
            <p:nvPr/>
          </p:nvSpPr>
          <p:spPr>
            <a:xfrm>
              <a:off x="7136130" y="5284482"/>
              <a:ext cx="2540" cy="240029"/>
            </a:xfrm>
            <a:custGeom>
              <a:avLst/>
              <a:gdLst/>
              <a:ahLst/>
              <a:cxnLst/>
              <a:rect l="l" t="t" r="r" b="b"/>
              <a:pathLst>
                <a:path w="2540" h="240029">
                  <a:moveTo>
                    <a:pt x="2540" y="237490"/>
                  </a:moveTo>
                  <a:lnTo>
                    <a:pt x="0" y="237490"/>
                  </a:lnTo>
                  <a:lnTo>
                    <a:pt x="0" y="240017"/>
                  </a:lnTo>
                  <a:lnTo>
                    <a:pt x="2540" y="240017"/>
                  </a:lnTo>
                  <a:lnTo>
                    <a:pt x="2540" y="237490"/>
                  </a:lnTo>
                  <a:close/>
                </a:path>
                <a:path w="2540" h="240029">
                  <a:moveTo>
                    <a:pt x="254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2540" y="237477"/>
                  </a:lnTo>
                  <a:lnTo>
                    <a:pt x="2540" y="234950"/>
                  </a:lnTo>
                  <a:close/>
                </a:path>
                <a:path w="2540" h="240029">
                  <a:moveTo>
                    <a:pt x="254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2540" y="234937"/>
                  </a:lnTo>
                  <a:lnTo>
                    <a:pt x="2540" y="231140"/>
                  </a:lnTo>
                  <a:close/>
                </a:path>
                <a:path w="2540" h="240029">
                  <a:moveTo>
                    <a:pt x="254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2540" y="231127"/>
                  </a:lnTo>
                  <a:lnTo>
                    <a:pt x="2540" y="228600"/>
                  </a:lnTo>
                  <a:close/>
                </a:path>
                <a:path w="2540" h="240029">
                  <a:moveTo>
                    <a:pt x="254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2540" y="228587"/>
                  </a:lnTo>
                  <a:lnTo>
                    <a:pt x="2540" y="224790"/>
                  </a:lnTo>
                  <a:close/>
                </a:path>
                <a:path w="2540" h="240029">
                  <a:moveTo>
                    <a:pt x="2540" y="222250"/>
                  </a:moveTo>
                  <a:lnTo>
                    <a:pt x="0" y="222250"/>
                  </a:lnTo>
                  <a:lnTo>
                    <a:pt x="0" y="224777"/>
                  </a:lnTo>
                  <a:lnTo>
                    <a:pt x="2540" y="224777"/>
                  </a:lnTo>
                  <a:lnTo>
                    <a:pt x="2540" y="222250"/>
                  </a:lnTo>
                  <a:close/>
                </a:path>
                <a:path w="2540" h="240029">
                  <a:moveTo>
                    <a:pt x="2540" y="218440"/>
                  </a:moveTo>
                  <a:lnTo>
                    <a:pt x="0" y="218440"/>
                  </a:lnTo>
                  <a:lnTo>
                    <a:pt x="0" y="222237"/>
                  </a:lnTo>
                  <a:lnTo>
                    <a:pt x="2540" y="222237"/>
                  </a:lnTo>
                  <a:lnTo>
                    <a:pt x="2540" y="218440"/>
                  </a:lnTo>
                  <a:close/>
                </a:path>
                <a:path w="2540" h="240029">
                  <a:moveTo>
                    <a:pt x="2540" y="19050"/>
                  </a:moveTo>
                  <a:lnTo>
                    <a:pt x="0" y="19050"/>
                  </a:lnTo>
                  <a:lnTo>
                    <a:pt x="0" y="218427"/>
                  </a:lnTo>
                  <a:lnTo>
                    <a:pt x="2540" y="218427"/>
                  </a:lnTo>
                  <a:lnTo>
                    <a:pt x="2540" y="19050"/>
                  </a:lnTo>
                  <a:close/>
                </a:path>
                <a:path w="2540" h="240029">
                  <a:moveTo>
                    <a:pt x="254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2540" y="19037"/>
                  </a:lnTo>
                  <a:lnTo>
                    <a:pt x="2540" y="15240"/>
                  </a:lnTo>
                  <a:close/>
                </a:path>
                <a:path w="2540" h="240029">
                  <a:moveTo>
                    <a:pt x="254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540" y="15227"/>
                  </a:lnTo>
                  <a:lnTo>
                    <a:pt x="2540" y="12700"/>
                  </a:lnTo>
                  <a:close/>
                </a:path>
                <a:path w="2540" h="240029">
                  <a:moveTo>
                    <a:pt x="254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8890"/>
                  </a:lnTo>
                  <a:close/>
                </a:path>
                <a:path w="2540" h="240029">
                  <a:moveTo>
                    <a:pt x="254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2540" y="8877"/>
                  </a:lnTo>
                  <a:lnTo>
                    <a:pt x="2540" y="6350"/>
                  </a:lnTo>
                  <a:close/>
                </a:path>
                <a:path w="2540" h="240029">
                  <a:moveTo>
                    <a:pt x="254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2540"/>
                  </a:lnTo>
                  <a:close/>
                </a:path>
                <a:path w="2540" h="240029">
                  <a:moveTo>
                    <a:pt x="254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2540" y="252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4" name="object 2394"/>
            <p:cNvSpPr/>
            <p:nvPr/>
          </p:nvSpPr>
          <p:spPr>
            <a:xfrm>
              <a:off x="7138670" y="5284482"/>
              <a:ext cx="3810" cy="238760"/>
            </a:xfrm>
            <a:custGeom>
              <a:avLst/>
              <a:gdLst/>
              <a:ahLst/>
              <a:cxnLst/>
              <a:rect l="l" t="t" r="r" b="b"/>
              <a:pathLst>
                <a:path w="3809" h="238760">
                  <a:moveTo>
                    <a:pt x="3810" y="237490"/>
                  </a:moveTo>
                  <a:lnTo>
                    <a:pt x="0" y="23749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7490"/>
                  </a:lnTo>
                  <a:close/>
                </a:path>
                <a:path w="3809" h="238760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09" h="238760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09" h="23876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09" h="238760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09" h="238760">
                  <a:moveTo>
                    <a:pt x="3810" y="222250"/>
                  </a:moveTo>
                  <a:lnTo>
                    <a:pt x="0" y="22225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22250"/>
                  </a:lnTo>
                  <a:close/>
                </a:path>
                <a:path w="3809" h="238760">
                  <a:moveTo>
                    <a:pt x="3810" y="218440"/>
                  </a:moveTo>
                  <a:lnTo>
                    <a:pt x="0" y="21844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18440"/>
                  </a:lnTo>
                  <a:close/>
                </a:path>
                <a:path w="3809" h="238760">
                  <a:moveTo>
                    <a:pt x="3810" y="19050"/>
                  </a:moveTo>
                  <a:lnTo>
                    <a:pt x="0" y="19050"/>
                  </a:lnTo>
                  <a:lnTo>
                    <a:pt x="0" y="218427"/>
                  </a:lnTo>
                  <a:lnTo>
                    <a:pt x="3810" y="218427"/>
                  </a:lnTo>
                  <a:lnTo>
                    <a:pt x="3810" y="19050"/>
                  </a:lnTo>
                  <a:close/>
                </a:path>
                <a:path w="3809" h="238760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09" h="23876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09" h="23876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09" h="23876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09" h="23876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09" h="23876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5" name="object 2395"/>
            <p:cNvSpPr/>
            <p:nvPr/>
          </p:nvSpPr>
          <p:spPr>
            <a:xfrm>
              <a:off x="7142480" y="5284470"/>
              <a:ext cx="3810" cy="238760"/>
            </a:xfrm>
            <a:custGeom>
              <a:avLst/>
              <a:gdLst/>
              <a:ahLst/>
              <a:cxnLst/>
              <a:rect l="l" t="t" r="r" b="b"/>
              <a:pathLst>
                <a:path w="3809" h="238760">
                  <a:moveTo>
                    <a:pt x="254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09" h="238760">
                  <a:moveTo>
                    <a:pt x="381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2539"/>
                  </a:lnTo>
                  <a:close/>
                </a:path>
                <a:path w="3809" h="238760">
                  <a:moveTo>
                    <a:pt x="381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49"/>
                  </a:lnTo>
                  <a:close/>
                </a:path>
                <a:path w="3809" h="238760">
                  <a:moveTo>
                    <a:pt x="381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8889"/>
                  </a:lnTo>
                  <a:close/>
                </a:path>
                <a:path w="3809" h="238760">
                  <a:moveTo>
                    <a:pt x="381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2699"/>
                  </a:lnTo>
                  <a:close/>
                </a:path>
                <a:path w="3809" h="238760">
                  <a:moveTo>
                    <a:pt x="381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5239"/>
                  </a:lnTo>
                  <a:close/>
                </a:path>
                <a:path w="3809" h="238760">
                  <a:moveTo>
                    <a:pt x="3810" y="19049"/>
                  </a:moveTo>
                  <a:lnTo>
                    <a:pt x="0" y="19049"/>
                  </a:lnTo>
                  <a:lnTo>
                    <a:pt x="0" y="218439"/>
                  </a:lnTo>
                  <a:lnTo>
                    <a:pt x="3810" y="218439"/>
                  </a:lnTo>
                  <a:lnTo>
                    <a:pt x="3810" y="19049"/>
                  </a:lnTo>
                  <a:close/>
                </a:path>
                <a:path w="3809" h="238760">
                  <a:moveTo>
                    <a:pt x="3810" y="218439"/>
                  </a:moveTo>
                  <a:lnTo>
                    <a:pt x="0" y="218439"/>
                  </a:lnTo>
                  <a:lnTo>
                    <a:pt x="0" y="222249"/>
                  </a:lnTo>
                  <a:lnTo>
                    <a:pt x="3810" y="222249"/>
                  </a:lnTo>
                  <a:lnTo>
                    <a:pt x="3810" y="218439"/>
                  </a:lnTo>
                  <a:close/>
                </a:path>
                <a:path w="3809" h="238760">
                  <a:moveTo>
                    <a:pt x="3810" y="222249"/>
                  </a:moveTo>
                  <a:lnTo>
                    <a:pt x="0" y="222249"/>
                  </a:lnTo>
                  <a:lnTo>
                    <a:pt x="0" y="224789"/>
                  </a:lnTo>
                  <a:lnTo>
                    <a:pt x="3810" y="224789"/>
                  </a:lnTo>
                  <a:lnTo>
                    <a:pt x="3810" y="222249"/>
                  </a:lnTo>
                  <a:close/>
                </a:path>
                <a:path w="3809" h="238760">
                  <a:moveTo>
                    <a:pt x="3810" y="224789"/>
                  </a:moveTo>
                  <a:lnTo>
                    <a:pt x="0" y="22478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4789"/>
                  </a:lnTo>
                  <a:close/>
                </a:path>
                <a:path w="3809" h="238760">
                  <a:moveTo>
                    <a:pt x="3810" y="228599"/>
                  </a:moveTo>
                  <a:lnTo>
                    <a:pt x="0" y="228599"/>
                  </a:lnTo>
                  <a:lnTo>
                    <a:pt x="0" y="231139"/>
                  </a:lnTo>
                  <a:lnTo>
                    <a:pt x="3810" y="231139"/>
                  </a:lnTo>
                  <a:lnTo>
                    <a:pt x="3810" y="228599"/>
                  </a:lnTo>
                  <a:close/>
                </a:path>
                <a:path w="3809" h="238760">
                  <a:moveTo>
                    <a:pt x="3810" y="231139"/>
                  </a:moveTo>
                  <a:lnTo>
                    <a:pt x="0" y="231139"/>
                  </a:lnTo>
                  <a:lnTo>
                    <a:pt x="0" y="234949"/>
                  </a:lnTo>
                  <a:lnTo>
                    <a:pt x="3810" y="234949"/>
                  </a:lnTo>
                  <a:lnTo>
                    <a:pt x="3810" y="231139"/>
                  </a:lnTo>
                  <a:close/>
                </a:path>
                <a:path w="3809" h="238760">
                  <a:moveTo>
                    <a:pt x="3810" y="234949"/>
                  </a:moveTo>
                  <a:lnTo>
                    <a:pt x="0" y="234949"/>
                  </a:lnTo>
                  <a:lnTo>
                    <a:pt x="0" y="237489"/>
                  </a:lnTo>
                  <a:lnTo>
                    <a:pt x="3810" y="237489"/>
                  </a:lnTo>
                  <a:lnTo>
                    <a:pt x="3810" y="234949"/>
                  </a:lnTo>
                  <a:close/>
                </a:path>
                <a:path w="3809" h="238760">
                  <a:moveTo>
                    <a:pt x="2539" y="237489"/>
                  </a:moveTo>
                  <a:lnTo>
                    <a:pt x="0" y="237489"/>
                  </a:lnTo>
                  <a:lnTo>
                    <a:pt x="0" y="238759"/>
                  </a:lnTo>
                  <a:lnTo>
                    <a:pt x="2539" y="238759"/>
                  </a:lnTo>
                  <a:lnTo>
                    <a:pt x="2539" y="237489"/>
                  </a:lnTo>
                  <a:close/>
                </a:path>
              </a:pathLst>
            </a:custGeom>
            <a:solidFill>
              <a:srgbClr val="A7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6" name="object 2396"/>
            <p:cNvSpPr/>
            <p:nvPr/>
          </p:nvSpPr>
          <p:spPr>
            <a:xfrm>
              <a:off x="7146290" y="5285739"/>
              <a:ext cx="3810" cy="236220"/>
            </a:xfrm>
            <a:custGeom>
              <a:avLst/>
              <a:gdLst/>
              <a:ahLst/>
              <a:cxnLst/>
              <a:rect l="l" t="t" r="r" b="b"/>
              <a:pathLst>
                <a:path w="3809" h="236220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09" h="236220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09" h="236220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09" h="236220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09" h="236220">
                  <a:moveTo>
                    <a:pt x="3810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92"/>
                  </a:lnTo>
                  <a:close/>
                </a:path>
                <a:path w="3809" h="236220">
                  <a:moveTo>
                    <a:pt x="3810" y="217182"/>
                  </a:moveTo>
                  <a:lnTo>
                    <a:pt x="0" y="21718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7182"/>
                  </a:lnTo>
                  <a:close/>
                </a:path>
                <a:path w="3809" h="236220">
                  <a:moveTo>
                    <a:pt x="3810" y="17792"/>
                  </a:moveTo>
                  <a:lnTo>
                    <a:pt x="0" y="1779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17792"/>
                  </a:lnTo>
                  <a:close/>
                </a:path>
                <a:path w="3809" h="236220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09" h="236220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09" h="23622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09" h="23622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09" h="23622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09" h="23622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7" name="object 2397"/>
            <p:cNvSpPr/>
            <p:nvPr/>
          </p:nvSpPr>
          <p:spPr>
            <a:xfrm>
              <a:off x="7150100" y="5285739"/>
              <a:ext cx="3810" cy="236220"/>
            </a:xfrm>
            <a:custGeom>
              <a:avLst/>
              <a:gdLst/>
              <a:ahLst/>
              <a:cxnLst/>
              <a:rect l="l" t="t" r="r" b="b"/>
              <a:pathLst>
                <a:path w="3809" h="236220">
                  <a:moveTo>
                    <a:pt x="1257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57" y="1270"/>
                  </a:lnTo>
                  <a:lnTo>
                    <a:pt x="1257" y="0"/>
                  </a:lnTo>
                  <a:close/>
                </a:path>
                <a:path w="3809" h="236220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09" h="236220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09" h="236220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09" h="236220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09" h="236220">
                  <a:moveTo>
                    <a:pt x="3810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92"/>
                  </a:lnTo>
                  <a:close/>
                </a:path>
                <a:path w="3809" h="236220">
                  <a:moveTo>
                    <a:pt x="3810" y="217182"/>
                  </a:moveTo>
                  <a:lnTo>
                    <a:pt x="0" y="21718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7182"/>
                  </a:lnTo>
                  <a:close/>
                </a:path>
                <a:path w="3809" h="236220">
                  <a:moveTo>
                    <a:pt x="3810" y="17792"/>
                  </a:moveTo>
                  <a:lnTo>
                    <a:pt x="0" y="1779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17792"/>
                  </a:lnTo>
                  <a:close/>
                </a:path>
                <a:path w="3809" h="236220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09" h="236220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09" h="23622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09" h="23622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09" h="23622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8" name="object 2398"/>
            <p:cNvSpPr/>
            <p:nvPr/>
          </p:nvSpPr>
          <p:spPr>
            <a:xfrm>
              <a:off x="7153910" y="5287009"/>
              <a:ext cx="3810" cy="234950"/>
            </a:xfrm>
            <a:custGeom>
              <a:avLst/>
              <a:gdLst/>
              <a:ahLst/>
              <a:cxnLst/>
              <a:rect l="l" t="t" r="r" b="b"/>
              <a:pathLst>
                <a:path w="3809" h="234950">
                  <a:moveTo>
                    <a:pt x="127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234950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09" h="234950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09" h="234950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09" h="234950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09" h="234950">
                  <a:moveTo>
                    <a:pt x="3810" y="16509"/>
                  </a:moveTo>
                  <a:lnTo>
                    <a:pt x="0" y="16509"/>
                  </a:lnTo>
                  <a:lnTo>
                    <a:pt x="0" y="215899"/>
                  </a:lnTo>
                  <a:lnTo>
                    <a:pt x="3810" y="215899"/>
                  </a:lnTo>
                  <a:lnTo>
                    <a:pt x="3810" y="16509"/>
                  </a:lnTo>
                  <a:close/>
                </a:path>
                <a:path w="3809" h="234950">
                  <a:moveTo>
                    <a:pt x="3810" y="215900"/>
                  </a:moveTo>
                  <a:lnTo>
                    <a:pt x="0" y="215900"/>
                  </a:lnTo>
                  <a:lnTo>
                    <a:pt x="0" y="219709"/>
                  </a:lnTo>
                  <a:lnTo>
                    <a:pt x="3810" y="219709"/>
                  </a:lnTo>
                  <a:lnTo>
                    <a:pt x="3810" y="215900"/>
                  </a:lnTo>
                  <a:close/>
                </a:path>
                <a:path w="3809" h="234950">
                  <a:moveTo>
                    <a:pt x="3810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3810" y="222249"/>
                  </a:lnTo>
                  <a:lnTo>
                    <a:pt x="3810" y="219709"/>
                  </a:lnTo>
                  <a:close/>
                </a:path>
                <a:path w="3809" h="234950">
                  <a:moveTo>
                    <a:pt x="3810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22250"/>
                  </a:lnTo>
                  <a:close/>
                </a:path>
                <a:path w="3809" h="234950">
                  <a:moveTo>
                    <a:pt x="3810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6059"/>
                  </a:lnTo>
                  <a:close/>
                </a:path>
                <a:path w="3809" h="234950">
                  <a:moveTo>
                    <a:pt x="3810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8600"/>
                  </a:lnTo>
                  <a:close/>
                </a:path>
                <a:path w="3809" h="234950">
                  <a:moveTo>
                    <a:pt x="3810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1270" y="234949"/>
                  </a:lnTo>
                  <a:lnTo>
                    <a:pt x="1270" y="233679"/>
                  </a:lnTo>
                  <a:lnTo>
                    <a:pt x="3810" y="233679"/>
                  </a:lnTo>
                  <a:lnTo>
                    <a:pt x="3810" y="232409"/>
                  </a:lnTo>
                  <a:close/>
                </a:path>
              </a:pathLst>
            </a:custGeom>
            <a:solidFill>
              <a:srgbClr val="AEBA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9" name="object 2399"/>
            <p:cNvSpPr/>
            <p:nvPr/>
          </p:nvSpPr>
          <p:spPr>
            <a:xfrm>
              <a:off x="7157720" y="5288280"/>
              <a:ext cx="3810" cy="231140"/>
            </a:xfrm>
            <a:custGeom>
              <a:avLst/>
              <a:gdLst/>
              <a:ahLst/>
              <a:cxnLst/>
              <a:rect l="l" t="t" r="r" b="b"/>
              <a:pathLst>
                <a:path w="3809" h="231139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09" h="231139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09" h="231139">
                  <a:moveTo>
                    <a:pt x="381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0992"/>
                  </a:lnTo>
                  <a:close/>
                </a:path>
                <a:path w="3809" h="231139">
                  <a:moveTo>
                    <a:pt x="3810" y="218452"/>
                  </a:moveTo>
                  <a:lnTo>
                    <a:pt x="0" y="21845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8452"/>
                  </a:lnTo>
                  <a:close/>
                </a:path>
                <a:path w="3809" h="231139">
                  <a:moveTo>
                    <a:pt x="3810" y="214642"/>
                  </a:moveTo>
                  <a:lnTo>
                    <a:pt x="0" y="214642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4642"/>
                  </a:lnTo>
                  <a:close/>
                </a:path>
                <a:path w="3809" h="231139">
                  <a:moveTo>
                    <a:pt x="3810" y="15252"/>
                  </a:moveTo>
                  <a:lnTo>
                    <a:pt x="0" y="15252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15252"/>
                  </a:lnTo>
                  <a:close/>
                </a:path>
                <a:path w="3809" h="231139">
                  <a:moveTo>
                    <a:pt x="381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42"/>
                  </a:lnTo>
                  <a:close/>
                </a:path>
                <a:path w="3809" h="231139">
                  <a:moveTo>
                    <a:pt x="381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902"/>
                  </a:lnTo>
                  <a:close/>
                </a:path>
                <a:path w="3809" h="231139">
                  <a:moveTo>
                    <a:pt x="381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92"/>
                  </a:lnTo>
                  <a:close/>
                </a:path>
                <a:path w="3809" h="231139">
                  <a:moveTo>
                    <a:pt x="381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52"/>
                  </a:lnTo>
                  <a:close/>
                </a:path>
                <a:path w="3809" h="231139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1BD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0" name="object 2400"/>
            <p:cNvSpPr/>
            <p:nvPr/>
          </p:nvSpPr>
          <p:spPr>
            <a:xfrm>
              <a:off x="7161530" y="5288280"/>
              <a:ext cx="3810" cy="231140"/>
            </a:xfrm>
            <a:custGeom>
              <a:avLst/>
              <a:gdLst/>
              <a:ahLst/>
              <a:cxnLst/>
              <a:rect l="l" t="t" r="r" b="b"/>
              <a:pathLst>
                <a:path w="3809" h="231139">
                  <a:moveTo>
                    <a:pt x="254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  <a:path w="3809" h="231139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09" h="231139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09" h="231139">
                  <a:moveTo>
                    <a:pt x="381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890"/>
                  </a:lnTo>
                  <a:close/>
                </a:path>
                <a:path w="3809" h="231139">
                  <a:moveTo>
                    <a:pt x="381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30"/>
                  </a:lnTo>
                  <a:close/>
                </a:path>
                <a:path w="3809" h="231139">
                  <a:moveTo>
                    <a:pt x="3810" y="15240"/>
                  </a:moveTo>
                  <a:lnTo>
                    <a:pt x="0" y="15240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15240"/>
                  </a:lnTo>
                  <a:close/>
                </a:path>
                <a:path w="3809" h="231139">
                  <a:moveTo>
                    <a:pt x="3810" y="214630"/>
                  </a:moveTo>
                  <a:lnTo>
                    <a:pt x="0" y="214630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4630"/>
                  </a:lnTo>
                  <a:close/>
                </a:path>
                <a:path w="3809" h="231139">
                  <a:moveTo>
                    <a:pt x="3810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8440"/>
                  </a:lnTo>
                  <a:close/>
                </a:path>
                <a:path w="3809" h="231139">
                  <a:moveTo>
                    <a:pt x="3810" y="220980"/>
                  </a:moveTo>
                  <a:lnTo>
                    <a:pt x="0" y="220980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0980"/>
                  </a:lnTo>
                  <a:close/>
                </a:path>
                <a:path w="3809" h="231139">
                  <a:moveTo>
                    <a:pt x="3810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790"/>
                  </a:lnTo>
                  <a:close/>
                </a:path>
                <a:path w="3809" h="231139">
                  <a:moveTo>
                    <a:pt x="3810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1270" y="231140"/>
                  </a:lnTo>
                  <a:lnTo>
                    <a:pt x="1270" y="229870"/>
                  </a:lnTo>
                  <a:lnTo>
                    <a:pt x="3810" y="229870"/>
                  </a:lnTo>
                  <a:lnTo>
                    <a:pt x="3810" y="227330"/>
                  </a:lnTo>
                  <a:close/>
                </a:path>
              </a:pathLst>
            </a:custGeom>
            <a:solidFill>
              <a:srgbClr val="B4BF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1" name="object 2401"/>
            <p:cNvSpPr/>
            <p:nvPr/>
          </p:nvSpPr>
          <p:spPr>
            <a:xfrm>
              <a:off x="7165340" y="5289550"/>
              <a:ext cx="2540" cy="228600"/>
            </a:xfrm>
            <a:custGeom>
              <a:avLst/>
              <a:gdLst/>
              <a:ahLst/>
              <a:cxnLst/>
              <a:rect l="l" t="t" r="r" b="b"/>
              <a:pathLst>
                <a:path w="2540" h="228600">
                  <a:moveTo>
                    <a:pt x="253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  <a:path w="2540" h="228600">
                  <a:moveTo>
                    <a:pt x="2539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2539" y="3809"/>
                  </a:lnTo>
                  <a:lnTo>
                    <a:pt x="2539" y="1270"/>
                  </a:lnTo>
                  <a:close/>
                </a:path>
                <a:path w="2540" h="228600">
                  <a:moveTo>
                    <a:pt x="2539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2539" y="7619"/>
                  </a:lnTo>
                  <a:lnTo>
                    <a:pt x="2539" y="3810"/>
                  </a:lnTo>
                  <a:close/>
                </a:path>
                <a:path w="2540" h="228600">
                  <a:moveTo>
                    <a:pt x="2539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2539" y="10159"/>
                  </a:lnTo>
                  <a:lnTo>
                    <a:pt x="2539" y="7620"/>
                  </a:lnTo>
                  <a:close/>
                </a:path>
                <a:path w="2540" h="228600">
                  <a:moveTo>
                    <a:pt x="2539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2539" y="13969"/>
                  </a:lnTo>
                  <a:lnTo>
                    <a:pt x="2539" y="10160"/>
                  </a:lnTo>
                  <a:close/>
                </a:path>
                <a:path w="2540" h="228600">
                  <a:moveTo>
                    <a:pt x="2539" y="13970"/>
                  </a:moveTo>
                  <a:lnTo>
                    <a:pt x="0" y="13970"/>
                  </a:lnTo>
                  <a:lnTo>
                    <a:pt x="0" y="213359"/>
                  </a:lnTo>
                  <a:lnTo>
                    <a:pt x="2539" y="213359"/>
                  </a:lnTo>
                  <a:lnTo>
                    <a:pt x="2539" y="13970"/>
                  </a:lnTo>
                  <a:close/>
                </a:path>
                <a:path w="2540" h="228600">
                  <a:moveTo>
                    <a:pt x="2539" y="213360"/>
                  </a:moveTo>
                  <a:lnTo>
                    <a:pt x="0" y="213360"/>
                  </a:lnTo>
                  <a:lnTo>
                    <a:pt x="0" y="217169"/>
                  </a:lnTo>
                  <a:lnTo>
                    <a:pt x="2539" y="217169"/>
                  </a:lnTo>
                  <a:lnTo>
                    <a:pt x="2539" y="213360"/>
                  </a:lnTo>
                  <a:close/>
                </a:path>
                <a:path w="2540" h="228600">
                  <a:moveTo>
                    <a:pt x="2539" y="217170"/>
                  </a:moveTo>
                  <a:lnTo>
                    <a:pt x="0" y="217170"/>
                  </a:lnTo>
                  <a:lnTo>
                    <a:pt x="0" y="219709"/>
                  </a:lnTo>
                  <a:lnTo>
                    <a:pt x="2539" y="219709"/>
                  </a:lnTo>
                  <a:lnTo>
                    <a:pt x="2539" y="217170"/>
                  </a:lnTo>
                  <a:close/>
                </a:path>
                <a:path w="2540" h="228600">
                  <a:moveTo>
                    <a:pt x="2539" y="219710"/>
                  </a:moveTo>
                  <a:lnTo>
                    <a:pt x="0" y="219710"/>
                  </a:lnTo>
                  <a:lnTo>
                    <a:pt x="0" y="223519"/>
                  </a:lnTo>
                  <a:lnTo>
                    <a:pt x="2539" y="223519"/>
                  </a:lnTo>
                  <a:lnTo>
                    <a:pt x="2539" y="219710"/>
                  </a:lnTo>
                  <a:close/>
                </a:path>
                <a:path w="2540" h="228600">
                  <a:moveTo>
                    <a:pt x="2539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2539" y="226059"/>
                  </a:lnTo>
                  <a:lnTo>
                    <a:pt x="2539" y="223520"/>
                  </a:lnTo>
                  <a:close/>
                </a:path>
                <a:path w="2540" h="228600">
                  <a:moveTo>
                    <a:pt x="2539" y="226060"/>
                  </a:moveTo>
                  <a:lnTo>
                    <a:pt x="0" y="226060"/>
                  </a:lnTo>
                  <a:lnTo>
                    <a:pt x="0" y="228600"/>
                  </a:lnTo>
                  <a:lnTo>
                    <a:pt x="1269" y="228600"/>
                  </a:lnTo>
                  <a:lnTo>
                    <a:pt x="1269" y="227330"/>
                  </a:lnTo>
                  <a:lnTo>
                    <a:pt x="2539" y="227330"/>
                  </a:lnTo>
                  <a:lnTo>
                    <a:pt x="2539" y="226060"/>
                  </a:lnTo>
                  <a:close/>
                </a:path>
              </a:pathLst>
            </a:custGeom>
            <a:solidFill>
              <a:srgbClr val="B6C1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2" name="object 2402"/>
            <p:cNvSpPr/>
            <p:nvPr/>
          </p:nvSpPr>
          <p:spPr>
            <a:xfrm>
              <a:off x="7167880" y="5289550"/>
              <a:ext cx="3810" cy="227329"/>
            </a:xfrm>
            <a:custGeom>
              <a:avLst/>
              <a:gdLst/>
              <a:ahLst/>
              <a:cxnLst/>
              <a:rect l="l" t="t" r="r" b="b"/>
              <a:pathLst>
                <a:path w="3809" h="227329">
                  <a:moveTo>
                    <a:pt x="12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3809" h="227329">
                  <a:moveTo>
                    <a:pt x="3810" y="226072"/>
                  </a:moveTo>
                  <a:lnTo>
                    <a:pt x="0" y="22607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6072"/>
                  </a:lnTo>
                  <a:close/>
                </a:path>
                <a:path w="3809" h="227329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09" h="227329">
                  <a:moveTo>
                    <a:pt x="3810" y="219722"/>
                  </a:moveTo>
                  <a:lnTo>
                    <a:pt x="0" y="21972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9722"/>
                  </a:lnTo>
                  <a:close/>
                </a:path>
                <a:path w="3809" h="227329">
                  <a:moveTo>
                    <a:pt x="3810" y="217182"/>
                  </a:moveTo>
                  <a:lnTo>
                    <a:pt x="0" y="21718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17182"/>
                  </a:lnTo>
                  <a:close/>
                </a:path>
                <a:path w="3809" h="227329">
                  <a:moveTo>
                    <a:pt x="3810" y="213372"/>
                  </a:moveTo>
                  <a:lnTo>
                    <a:pt x="0" y="21337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213372"/>
                  </a:lnTo>
                  <a:close/>
                </a:path>
                <a:path w="3809" h="227329">
                  <a:moveTo>
                    <a:pt x="3810" y="13982"/>
                  </a:moveTo>
                  <a:lnTo>
                    <a:pt x="0" y="13982"/>
                  </a:lnTo>
                  <a:lnTo>
                    <a:pt x="0" y="213360"/>
                  </a:lnTo>
                  <a:lnTo>
                    <a:pt x="3810" y="213360"/>
                  </a:lnTo>
                  <a:lnTo>
                    <a:pt x="3810" y="13982"/>
                  </a:lnTo>
                  <a:close/>
                </a:path>
                <a:path w="3809" h="227329">
                  <a:moveTo>
                    <a:pt x="381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0172"/>
                  </a:lnTo>
                  <a:close/>
                </a:path>
                <a:path w="3809" h="227329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09" h="227329">
                  <a:moveTo>
                    <a:pt x="381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3822"/>
                  </a:lnTo>
                  <a:close/>
                </a:path>
                <a:path w="3809" h="227329">
                  <a:moveTo>
                    <a:pt x="381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82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3" name="object 2403"/>
            <p:cNvSpPr/>
            <p:nvPr/>
          </p:nvSpPr>
          <p:spPr>
            <a:xfrm>
              <a:off x="7171690" y="5290820"/>
              <a:ext cx="3810" cy="226060"/>
            </a:xfrm>
            <a:custGeom>
              <a:avLst/>
              <a:gdLst/>
              <a:ahLst/>
              <a:cxnLst/>
              <a:rect l="l" t="t" r="r" b="b"/>
              <a:pathLst>
                <a:path w="3809" h="226060">
                  <a:moveTo>
                    <a:pt x="127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226060">
                  <a:moveTo>
                    <a:pt x="380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2539"/>
                  </a:lnTo>
                  <a:close/>
                </a:path>
                <a:path w="3809" h="226060">
                  <a:moveTo>
                    <a:pt x="380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49"/>
                  </a:lnTo>
                  <a:close/>
                </a:path>
                <a:path w="3809" h="226060">
                  <a:moveTo>
                    <a:pt x="380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8889"/>
                  </a:lnTo>
                  <a:close/>
                </a:path>
                <a:path w="3809" h="226060">
                  <a:moveTo>
                    <a:pt x="3809" y="12699"/>
                  </a:moveTo>
                  <a:lnTo>
                    <a:pt x="0" y="12699"/>
                  </a:lnTo>
                  <a:lnTo>
                    <a:pt x="0" y="212089"/>
                  </a:lnTo>
                  <a:lnTo>
                    <a:pt x="3809" y="212089"/>
                  </a:lnTo>
                  <a:lnTo>
                    <a:pt x="3809" y="12699"/>
                  </a:lnTo>
                  <a:close/>
                </a:path>
                <a:path w="3809" h="226060">
                  <a:moveTo>
                    <a:pt x="3809" y="212089"/>
                  </a:moveTo>
                  <a:lnTo>
                    <a:pt x="0" y="212089"/>
                  </a:lnTo>
                  <a:lnTo>
                    <a:pt x="0" y="215899"/>
                  </a:lnTo>
                  <a:lnTo>
                    <a:pt x="3809" y="215899"/>
                  </a:lnTo>
                  <a:lnTo>
                    <a:pt x="3809" y="212089"/>
                  </a:lnTo>
                  <a:close/>
                </a:path>
                <a:path w="3809" h="226060">
                  <a:moveTo>
                    <a:pt x="3809" y="215899"/>
                  </a:moveTo>
                  <a:lnTo>
                    <a:pt x="0" y="215899"/>
                  </a:lnTo>
                  <a:lnTo>
                    <a:pt x="0" y="218439"/>
                  </a:lnTo>
                  <a:lnTo>
                    <a:pt x="3809" y="218439"/>
                  </a:lnTo>
                  <a:lnTo>
                    <a:pt x="3809" y="215899"/>
                  </a:lnTo>
                  <a:close/>
                </a:path>
                <a:path w="3809" h="226060">
                  <a:moveTo>
                    <a:pt x="3809" y="218439"/>
                  </a:moveTo>
                  <a:lnTo>
                    <a:pt x="0" y="218439"/>
                  </a:lnTo>
                  <a:lnTo>
                    <a:pt x="0" y="222249"/>
                  </a:lnTo>
                  <a:lnTo>
                    <a:pt x="3809" y="222249"/>
                  </a:lnTo>
                  <a:lnTo>
                    <a:pt x="3809" y="218439"/>
                  </a:lnTo>
                  <a:close/>
                </a:path>
                <a:path w="3809" h="226060">
                  <a:moveTo>
                    <a:pt x="3809" y="222249"/>
                  </a:moveTo>
                  <a:lnTo>
                    <a:pt x="0" y="222249"/>
                  </a:lnTo>
                  <a:lnTo>
                    <a:pt x="0" y="224789"/>
                  </a:lnTo>
                  <a:lnTo>
                    <a:pt x="3809" y="224789"/>
                  </a:lnTo>
                  <a:lnTo>
                    <a:pt x="3809" y="222249"/>
                  </a:lnTo>
                  <a:close/>
                </a:path>
                <a:path w="3809" h="226060">
                  <a:moveTo>
                    <a:pt x="1270" y="224789"/>
                  </a:moveTo>
                  <a:lnTo>
                    <a:pt x="0" y="224789"/>
                  </a:lnTo>
                  <a:lnTo>
                    <a:pt x="0" y="226059"/>
                  </a:lnTo>
                  <a:lnTo>
                    <a:pt x="1270" y="226059"/>
                  </a:lnTo>
                  <a:lnTo>
                    <a:pt x="1270" y="224789"/>
                  </a:lnTo>
                  <a:close/>
                </a:path>
              </a:pathLst>
            </a:custGeom>
            <a:solidFill>
              <a:srgbClr val="BC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4" name="object 2404"/>
            <p:cNvSpPr/>
            <p:nvPr/>
          </p:nvSpPr>
          <p:spPr>
            <a:xfrm>
              <a:off x="7175500" y="5292089"/>
              <a:ext cx="3810" cy="222250"/>
            </a:xfrm>
            <a:custGeom>
              <a:avLst/>
              <a:gdLst/>
              <a:ahLst/>
              <a:cxnLst/>
              <a:rect l="l" t="t" r="r" b="b"/>
              <a:pathLst>
                <a:path w="3809" h="222250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  <a:path w="3809" h="222250">
                  <a:moveTo>
                    <a:pt x="3810" y="220992"/>
                  </a:moveTo>
                  <a:lnTo>
                    <a:pt x="0" y="22099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20992"/>
                  </a:lnTo>
                  <a:close/>
                </a:path>
                <a:path w="3809" h="222250">
                  <a:moveTo>
                    <a:pt x="3810" y="217182"/>
                  </a:moveTo>
                  <a:lnTo>
                    <a:pt x="0" y="21718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7182"/>
                  </a:lnTo>
                  <a:close/>
                </a:path>
                <a:path w="3809" h="222250">
                  <a:moveTo>
                    <a:pt x="3810" y="214642"/>
                  </a:moveTo>
                  <a:lnTo>
                    <a:pt x="0" y="21464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214642"/>
                  </a:lnTo>
                  <a:close/>
                </a:path>
                <a:path w="3809" h="222250">
                  <a:moveTo>
                    <a:pt x="3810" y="210832"/>
                  </a:moveTo>
                  <a:lnTo>
                    <a:pt x="0" y="210832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210832"/>
                  </a:lnTo>
                  <a:close/>
                </a:path>
                <a:path w="3809" h="222250">
                  <a:moveTo>
                    <a:pt x="3810" y="11442"/>
                  </a:moveTo>
                  <a:lnTo>
                    <a:pt x="0" y="11442"/>
                  </a:lnTo>
                  <a:lnTo>
                    <a:pt x="0" y="210820"/>
                  </a:lnTo>
                  <a:lnTo>
                    <a:pt x="3810" y="210820"/>
                  </a:lnTo>
                  <a:lnTo>
                    <a:pt x="3810" y="11442"/>
                  </a:lnTo>
                  <a:close/>
                </a:path>
                <a:path w="3809" h="22225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09" h="22225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09" h="22225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5" name="object 2405"/>
            <p:cNvSpPr/>
            <p:nvPr/>
          </p:nvSpPr>
          <p:spPr>
            <a:xfrm>
              <a:off x="7179310" y="5293359"/>
              <a:ext cx="3810" cy="220979"/>
            </a:xfrm>
            <a:custGeom>
              <a:avLst/>
              <a:gdLst/>
              <a:ahLst/>
              <a:cxnLst/>
              <a:rect l="l" t="t" r="r" b="b"/>
              <a:pathLst>
                <a:path w="3809" h="220979">
                  <a:moveTo>
                    <a:pt x="127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220979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09" h="220979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09" h="220979">
                  <a:moveTo>
                    <a:pt x="3810" y="10159"/>
                  </a:moveTo>
                  <a:lnTo>
                    <a:pt x="0" y="10159"/>
                  </a:lnTo>
                  <a:lnTo>
                    <a:pt x="0" y="209549"/>
                  </a:lnTo>
                  <a:lnTo>
                    <a:pt x="3810" y="209549"/>
                  </a:lnTo>
                  <a:lnTo>
                    <a:pt x="3810" y="10159"/>
                  </a:lnTo>
                  <a:close/>
                </a:path>
                <a:path w="3809" h="220979">
                  <a:moveTo>
                    <a:pt x="3810" y="209550"/>
                  </a:moveTo>
                  <a:lnTo>
                    <a:pt x="0" y="209550"/>
                  </a:lnTo>
                  <a:lnTo>
                    <a:pt x="0" y="213359"/>
                  </a:lnTo>
                  <a:lnTo>
                    <a:pt x="3810" y="213359"/>
                  </a:lnTo>
                  <a:lnTo>
                    <a:pt x="3810" y="209550"/>
                  </a:lnTo>
                  <a:close/>
                </a:path>
                <a:path w="3809" h="220979">
                  <a:moveTo>
                    <a:pt x="3810" y="213359"/>
                  </a:moveTo>
                  <a:lnTo>
                    <a:pt x="0" y="213359"/>
                  </a:lnTo>
                  <a:lnTo>
                    <a:pt x="0" y="215899"/>
                  </a:lnTo>
                  <a:lnTo>
                    <a:pt x="3810" y="215899"/>
                  </a:lnTo>
                  <a:lnTo>
                    <a:pt x="3810" y="213359"/>
                  </a:lnTo>
                  <a:close/>
                </a:path>
                <a:path w="3809" h="220979">
                  <a:moveTo>
                    <a:pt x="3810" y="215900"/>
                  </a:moveTo>
                  <a:lnTo>
                    <a:pt x="0" y="215900"/>
                  </a:lnTo>
                  <a:lnTo>
                    <a:pt x="0" y="219709"/>
                  </a:lnTo>
                  <a:lnTo>
                    <a:pt x="3810" y="219709"/>
                  </a:lnTo>
                  <a:lnTo>
                    <a:pt x="3810" y="215900"/>
                  </a:lnTo>
                  <a:close/>
                </a:path>
                <a:path w="3809" h="220979">
                  <a:moveTo>
                    <a:pt x="1270" y="219709"/>
                  </a:moveTo>
                  <a:lnTo>
                    <a:pt x="0" y="219709"/>
                  </a:lnTo>
                  <a:lnTo>
                    <a:pt x="0" y="220979"/>
                  </a:lnTo>
                  <a:lnTo>
                    <a:pt x="1270" y="220979"/>
                  </a:lnTo>
                  <a:lnTo>
                    <a:pt x="1270" y="219709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6" name="object 2406"/>
            <p:cNvSpPr/>
            <p:nvPr/>
          </p:nvSpPr>
          <p:spPr>
            <a:xfrm>
              <a:off x="7183120" y="5294630"/>
              <a:ext cx="3810" cy="217170"/>
            </a:xfrm>
            <a:custGeom>
              <a:avLst/>
              <a:gdLst/>
              <a:ahLst/>
              <a:cxnLst/>
              <a:rect l="l" t="t" r="r" b="b"/>
              <a:pathLst>
                <a:path w="3809" h="217170">
                  <a:moveTo>
                    <a:pt x="126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09" y="2540"/>
                  </a:lnTo>
                  <a:lnTo>
                    <a:pt x="3809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3809" h="217170">
                  <a:moveTo>
                    <a:pt x="380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2540"/>
                  </a:lnTo>
                  <a:close/>
                </a:path>
                <a:path w="3809" h="217170">
                  <a:moveTo>
                    <a:pt x="380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09" y="8890"/>
                  </a:lnTo>
                  <a:lnTo>
                    <a:pt x="3809" y="5080"/>
                  </a:lnTo>
                  <a:close/>
                </a:path>
                <a:path w="3809" h="217170">
                  <a:moveTo>
                    <a:pt x="3809" y="8890"/>
                  </a:moveTo>
                  <a:lnTo>
                    <a:pt x="0" y="8890"/>
                  </a:lnTo>
                  <a:lnTo>
                    <a:pt x="0" y="208280"/>
                  </a:lnTo>
                  <a:lnTo>
                    <a:pt x="3809" y="208280"/>
                  </a:lnTo>
                  <a:lnTo>
                    <a:pt x="3809" y="8890"/>
                  </a:lnTo>
                  <a:close/>
                </a:path>
                <a:path w="3809" h="217170">
                  <a:moveTo>
                    <a:pt x="3809" y="208280"/>
                  </a:moveTo>
                  <a:lnTo>
                    <a:pt x="0" y="208280"/>
                  </a:lnTo>
                  <a:lnTo>
                    <a:pt x="0" y="212090"/>
                  </a:lnTo>
                  <a:lnTo>
                    <a:pt x="3809" y="212090"/>
                  </a:lnTo>
                  <a:lnTo>
                    <a:pt x="3809" y="208280"/>
                  </a:lnTo>
                  <a:close/>
                </a:path>
                <a:path w="3809" h="217170">
                  <a:moveTo>
                    <a:pt x="3809" y="212090"/>
                  </a:moveTo>
                  <a:lnTo>
                    <a:pt x="0" y="212090"/>
                  </a:lnTo>
                  <a:lnTo>
                    <a:pt x="0" y="214630"/>
                  </a:lnTo>
                  <a:lnTo>
                    <a:pt x="3809" y="214630"/>
                  </a:lnTo>
                  <a:lnTo>
                    <a:pt x="3809" y="212090"/>
                  </a:lnTo>
                  <a:close/>
                </a:path>
                <a:path w="3809" h="217170">
                  <a:moveTo>
                    <a:pt x="3809" y="214630"/>
                  </a:moveTo>
                  <a:lnTo>
                    <a:pt x="0" y="214630"/>
                  </a:lnTo>
                  <a:lnTo>
                    <a:pt x="0" y="217170"/>
                  </a:lnTo>
                  <a:lnTo>
                    <a:pt x="3809" y="217170"/>
                  </a:lnTo>
                  <a:lnTo>
                    <a:pt x="3809" y="214630"/>
                  </a:lnTo>
                  <a:close/>
                </a:path>
              </a:pathLst>
            </a:custGeom>
            <a:solidFill>
              <a:srgbClr val="C4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7" name="object 2407"/>
            <p:cNvSpPr/>
            <p:nvPr/>
          </p:nvSpPr>
          <p:spPr>
            <a:xfrm>
              <a:off x="7186930" y="5297170"/>
              <a:ext cx="2540" cy="213360"/>
            </a:xfrm>
            <a:custGeom>
              <a:avLst/>
              <a:gdLst/>
              <a:ahLst/>
              <a:cxnLst/>
              <a:rect l="l" t="t" r="r" b="b"/>
              <a:pathLst>
                <a:path w="2540" h="213360">
                  <a:moveTo>
                    <a:pt x="127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40" y="2539"/>
                  </a:lnTo>
                  <a:lnTo>
                    <a:pt x="254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2540" h="213360">
                  <a:moveTo>
                    <a:pt x="254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2540" y="6349"/>
                  </a:lnTo>
                  <a:lnTo>
                    <a:pt x="2540" y="2539"/>
                  </a:lnTo>
                  <a:close/>
                </a:path>
                <a:path w="2540" h="213360">
                  <a:moveTo>
                    <a:pt x="2540" y="6349"/>
                  </a:moveTo>
                  <a:lnTo>
                    <a:pt x="0" y="6349"/>
                  </a:lnTo>
                  <a:lnTo>
                    <a:pt x="0" y="205739"/>
                  </a:lnTo>
                  <a:lnTo>
                    <a:pt x="2540" y="205739"/>
                  </a:lnTo>
                  <a:lnTo>
                    <a:pt x="2540" y="6349"/>
                  </a:lnTo>
                  <a:close/>
                </a:path>
                <a:path w="2540" h="213360">
                  <a:moveTo>
                    <a:pt x="2540" y="205739"/>
                  </a:moveTo>
                  <a:lnTo>
                    <a:pt x="0" y="205739"/>
                  </a:lnTo>
                  <a:lnTo>
                    <a:pt x="0" y="209549"/>
                  </a:lnTo>
                  <a:lnTo>
                    <a:pt x="2540" y="209549"/>
                  </a:lnTo>
                  <a:lnTo>
                    <a:pt x="2540" y="205739"/>
                  </a:lnTo>
                  <a:close/>
                </a:path>
                <a:path w="2540" h="213360">
                  <a:moveTo>
                    <a:pt x="2540" y="209549"/>
                  </a:moveTo>
                  <a:lnTo>
                    <a:pt x="0" y="209549"/>
                  </a:lnTo>
                  <a:lnTo>
                    <a:pt x="0" y="212089"/>
                  </a:lnTo>
                  <a:lnTo>
                    <a:pt x="2540" y="212089"/>
                  </a:lnTo>
                  <a:lnTo>
                    <a:pt x="2540" y="209549"/>
                  </a:lnTo>
                  <a:close/>
                </a:path>
                <a:path w="2540" h="213360">
                  <a:moveTo>
                    <a:pt x="1270" y="212089"/>
                  </a:moveTo>
                  <a:lnTo>
                    <a:pt x="0" y="212089"/>
                  </a:lnTo>
                  <a:lnTo>
                    <a:pt x="0" y="213359"/>
                  </a:lnTo>
                  <a:lnTo>
                    <a:pt x="1270" y="213359"/>
                  </a:lnTo>
                  <a:lnTo>
                    <a:pt x="1270" y="212089"/>
                  </a:lnTo>
                  <a:close/>
                </a:path>
              </a:pathLst>
            </a:custGeom>
            <a:solidFill>
              <a:srgbClr val="C6CF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8" name="object 2408"/>
            <p:cNvSpPr/>
            <p:nvPr/>
          </p:nvSpPr>
          <p:spPr>
            <a:xfrm>
              <a:off x="7189470" y="5299709"/>
              <a:ext cx="3810" cy="208279"/>
            </a:xfrm>
            <a:custGeom>
              <a:avLst/>
              <a:gdLst/>
              <a:ahLst/>
              <a:cxnLst/>
              <a:rect l="l" t="t" r="r" b="b"/>
              <a:pathLst>
                <a:path w="3809" h="208279">
                  <a:moveTo>
                    <a:pt x="1270" y="207022"/>
                  </a:moveTo>
                  <a:lnTo>
                    <a:pt x="0" y="207022"/>
                  </a:lnTo>
                  <a:lnTo>
                    <a:pt x="0" y="208280"/>
                  </a:lnTo>
                  <a:lnTo>
                    <a:pt x="1270" y="208280"/>
                  </a:lnTo>
                  <a:lnTo>
                    <a:pt x="1270" y="207022"/>
                  </a:lnTo>
                  <a:close/>
                </a:path>
                <a:path w="3809" h="208279">
                  <a:moveTo>
                    <a:pt x="3810" y="203212"/>
                  </a:moveTo>
                  <a:lnTo>
                    <a:pt x="0" y="203212"/>
                  </a:lnTo>
                  <a:lnTo>
                    <a:pt x="0" y="207010"/>
                  </a:lnTo>
                  <a:lnTo>
                    <a:pt x="3810" y="207010"/>
                  </a:lnTo>
                  <a:lnTo>
                    <a:pt x="3810" y="203212"/>
                  </a:lnTo>
                  <a:close/>
                </a:path>
                <a:path w="3809" h="208279">
                  <a:moveTo>
                    <a:pt x="3810" y="3822"/>
                  </a:moveTo>
                  <a:lnTo>
                    <a:pt x="0" y="3822"/>
                  </a:lnTo>
                  <a:lnTo>
                    <a:pt x="0" y="203200"/>
                  </a:lnTo>
                  <a:lnTo>
                    <a:pt x="3810" y="203200"/>
                  </a:lnTo>
                  <a:lnTo>
                    <a:pt x="3810" y="3822"/>
                  </a:lnTo>
                  <a:close/>
                </a:path>
                <a:path w="3809" h="208279">
                  <a:moveTo>
                    <a:pt x="3810" y="1270"/>
                  </a:moveTo>
                  <a:lnTo>
                    <a:pt x="1270" y="127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70"/>
                  </a:lnTo>
                  <a:close/>
                </a:path>
              </a:pathLst>
            </a:custGeom>
            <a:solidFill>
              <a:srgbClr val="C9D1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9" name="object 2409"/>
            <p:cNvSpPr/>
            <p:nvPr/>
          </p:nvSpPr>
          <p:spPr>
            <a:xfrm>
              <a:off x="7193280" y="5302250"/>
              <a:ext cx="3810" cy="203200"/>
            </a:xfrm>
            <a:custGeom>
              <a:avLst/>
              <a:gdLst/>
              <a:ahLst/>
              <a:cxnLst/>
              <a:rect l="l" t="t" r="r" b="b"/>
              <a:pathLst>
                <a:path w="3809" h="203200">
                  <a:moveTo>
                    <a:pt x="3810" y="2540"/>
                  </a:moveTo>
                  <a:lnTo>
                    <a:pt x="2540" y="254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0" y="200660"/>
                  </a:lnTo>
                  <a:lnTo>
                    <a:pt x="0" y="201930"/>
                  </a:lnTo>
                  <a:lnTo>
                    <a:pt x="0" y="203200"/>
                  </a:lnTo>
                  <a:lnTo>
                    <a:pt x="1270" y="203200"/>
                  </a:lnTo>
                  <a:lnTo>
                    <a:pt x="1270" y="201930"/>
                  </a:lnTo>
                  <a:lnTo>
                    <a:pt x="2540" y="201930"/>
                  </a:lnTo>
                  <a:lnTo>
                    <a:pt x="2540" y="200660"/>
                  </a:lnTo>
                  <a:lnTo>
                    <a:pt x="3810" y="200660"/>
                  </a:lnTo>
                  <a:lnTo>
                    <a:pt x="3810" y="2540"/>
                  </a:lnTo>
                  <a:close/>
                </a:path>
              </a:pathLst>
            </a:custGeom>
            <a:solidFill>
              <a:srgbClr val="CCD3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0" name="object 2410"/>
            <p:cNvSpPr/>
            <p:nvPr/>
          </p:nvSpPr>
          <p:spPr>
            <a:xfrm>
              <a:off x="7197090" y="5304789"/>
              <a:ext cx="0" cy="198120"/>
            </a:xfrm>
            <a:custGeom>
              <a:avLst/>
              <a:gdLst/>
              <a:ahLst/>
              <a:cxnLst/>
              <a:rect l="l" t="t" r="r" b="b"/>
              <a:pathLst>
                <a:path h="198120">
                  <a:moveTo>
                    <a:pt x="0" y="0"/>
                  </a:moveTo>
                  <a:lnTo>
                    <a:pt x="0" y="1981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1" name="object 2411"/>
            <p:cNvSpPr/>
            <p:nvPr/>
          </p:nvSpPr>
          <p:spPr>
            <a:xfrm>
              <a:off x="6911340" y="5276850"/>
              <a:ext cx="284480" cy="252729"/>
            </a:xfrm>
            <a:custGeom>
              <a:avLst/>
              <a:gdLst/>
              <a:ahLst/>
              <a:cxnLst/>
              <a:rect l="l" t="t" r="r" b="b"/>
              <a:pathLst>
                <a:path w="284479" h="252729">
                  <a:moveTo>
                    <a:pt x="142239" y="0"/>
                  </a:moveTo>
                  <a:lnTo>
                    <a:pt x="87332" y="2460"/>
                  </a:lnTo>
                  <a:lnTo>
                    <a:pt x="42068" y="9207"/>
                  </a:lnTo>
                  <a:lnTo>
                    <a:pt x="11330" y="19288"/>
                  </a:lnTo>
                  <a:lnTo>
                    <a:pt x="0" y="31750"/>
                  </a:lnTo>
                  <a:lnTo>
                    <a:pt x="0" y="34706"/>
                  </a:lnTo>
                  <a:lnTo>
                    <a:pt x="0" y="55403"/>
                  </a:lnTo>
                  <a:lnTo>
                    <a:pt x="0" y="111581"/>
                  </a:lnTo>
                  <a:lnTo>
                    <a:pt x="0" y="220980"/>
                  </a:lnTo>
                  <a:lnTo>
                    <a:pt x="11330" y="233441"/>
                  </a:lnTo>
                  <a:lnTo>
                    <a:pt x="42068" y="243522"/>
                  </a:lnTo>
                  <a:lnTo>
                    <a:pt x="87332" y="250269"/>
                  </a:lnTo>
                  <a:lnTo>
                    <a:pt x="142239" y="252730"/>
                  </a:lnTo>
                  <a:lnTo>
                    <a:pt x="197147" y="250269"/>
                  </a:lnTo>
                  <a:lnTo>
                    <a:pt x="242411" y="243522"/>
                  </a:lnTo>
                  <a:lnTo>
                    <a:pt x="273149" y="233441"/>
                  </a:lnTo>
                  <a:lnTo>
                    <a:pt x="284479" y="220980"/>
                  </a:lnTo>
                  <a:lnTo>
                    <a:pt x="284479" y="218023"/>
                  </a:lnTo>
                  <a:lnTo>
                    <a:pt x="284479" y="197326"/>
                  </a:lnTo>
                  <a:lnTo>
                    <a:pt x="284479" y="141148"/>
                  </a:lnTo>
                  <a:lnTo>
                    <a:pt x="284479" y="31750"/>
                  </a:lnTo>
                  <a:lnTo>
                    <a:pt x="273149" y="19288"/>
                  </a:lnTo>
                  <a:lnTo>
                    <a:pt x="242411" y="9207"/>
                  </a:lnTo>
                  <a:lnTo>
                    <a:pt x="197147" y="2460"/>
                  </a:lnTo>
                  <a:lnTo>
                    <a:pt x="142239" y="0"/>
                  </a:lnTo>
                  <a:close/>
                </a:path>
              </a:pathLst>
            </a:custGeom>
            <a:ln w="646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2" name="object 2412"/>
            <p:cNvSpPr/>
            <p:nvPr/>
          </p:nvSpPr>
          <p:spPr>
            <a:xfrm>
              <a:off x="6911340" y="5303532"/>
              <a:ext cx="3810" cy="11430"/>
            </a:xfrm>
            <a:custGeom>
              <a:avLst/>
              <a:gdLst/>
              <a:ahLst/>
              <a:cxnLst/>
              <a:rect l="l" t="t" r="r" b="b"/>
              <a:pathLst>
                <a:path w="3809" h="11429">
                  <a:moveTo>
                    <a:pt x="3810" y="6350"/>
                  </a:moveTo>
                  <a:lnTo>
                    <a:pt x="1270" y="6350"/>
                  </a:lnTo>
                  <a:lnTo>
                    <a:pt x="1270" y="10147"/>
                  </a:lnTo>
                  <a:lnTo>
                    <a:pt x="2540" y="10147"/>
                  </a:lnTo>
                  <a:lnTo>
                    <a:pt x="2540" y="11417"/>
                  </a:lnTo>
                  <a:lnTo>
                    <a:pt x="3810" y="11417"/>
                  </a:lnTo>
                  <a:lnTo>
                    <a:pt x="3810" y="6350"/>
                  </a:lnTo>
                  <a:close/>
                </a:path>
                <a:path w="3809" h="11429">
                  <a:moveTo>
                    <a:pt x="3810" y="0"/>
                  </a:moveTo>
                  <a:lnTo>
                    <a:pt x="2540" y="0"/>
                  </a:lnTo>
                  <a:lnTo>
                    <a:pt x="2540" y="1257"/>
                  </a:lnTo>
                  <a:lnTo>
                    <a:pt x="1270" y="1257"/>
                  </a:lnTo>
                  <a:lnTo>
                    <a:pt x="1270" y="5067"/>
                  </a:lnTo>
                  <a:lnTo>
                    <a:pt x="0" y="5067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3" name="object 2413"/>
            <p:cNvSpPr/>
            <p:nvPr/>
          </p:nvSpPr>
          <p:spPr>
            <a:xfrm>
              <a:off x="6915150" y="5300980"/>
              <a:ext cx="2540" cy="16510"/>
            </a:xfrm>
            <a:custGeom>
              <a:avLst/>
              <a:gdLst/>
              <a:ahLst/>
              <a:cxnLst/>
              <a:rect l="l" t="t" r="r" b="b"/>
              <a:pathLst>
                <a:path w="2540" h="16510">
                  <a:moveTo>
                    <a:pt x="254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2540" y="2540"/>
                  </a:lnTo>
                  <a:lnTo>
                    <a:pt x="2540" y="0"/>
                  </a:lnTo>
                  <a:close/>
                </a:path>
                <a:path w="2540" h="16510">
                  <a:moveTo>
                    <a:pt x="2540" y="2540"/>
                  </a:moveTo>
                  <a:lnTo>
                    <a:pt x="0" y="2540"/>
                  </a:lnTo>
                  <a:lnTo>
                    <a:pt x="0" y="8890"/>
                  </a:lnTo>
                  <a:lnTo>
                    <a:pt x="2540" y="8890"/>
                  </a:lnTo>
                  <a:lnTo>
                    <a:pt x="2540" y="2540"/>
                  </a:lnTo>
                  <a:close/>
                </a:path>
                <a:path w="2540" h="16510">
                  <a:moveTo>
                    <a:pt x="2540" y="8890"/>
                  </a:moveTo>
                  <a:lnTo>
                    <a:pt x="0" y="8890"/>
                  </a:lnTo>
                  <a:lnTo>
                    <a:pt x="0" y="15240"/>
                  </a:lnTo>
                  <a:lnTo>
                    <a:pt x="2540" y="15240"/>
                  </a:lnTo>
                  <a:lnTo>
                    <a:pt x="2540" y="8890"/>
                  </a:lnTo>
                  <a:close/>
                </a:path>
                <a:path w="2540" h="16510">
                  <a:moveTo>
                    <a:pt x="2540" y="15240"/>
                  </a:moveTo>
                  <a:lnTo>
                    <a:pt x="1270" y="15240"/>
                  </a:lnTo>
                  <a:lnTo>
                    <a:pt x="1270" y="16510"/>
                  </a:lnTo>
                  <a:lnTo>
                    <a:pt x="2540" y="16510"/>
                  </a:lnTo>
                  <a:lnTo>
                    <a:pt x="2540" y="15240"/>
                  </a:lnTo>
                  <a:close/>
                </a:path>
              </a:pathLst>
            </a:custGeom>
            <a:solidFill>
              <a:srgbClr val="CED5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4" name="object 2414"/>
            <p:cNvSpPr/>
            <p:nvPr/>
          </p:nvSpPr>
          <p:spPr>
            <a:xfrm>
              <a:off x="6917690" y="5298439"/>
              <a:ext cx="3810" cy="22860"/>
            </a:xfrm>
            <a:custGeom>
              <a:avLst/>
              <a:gdLst/>
              <a:ahLst/>
              <a:cxnLst/>
              <a:rect l="l" t="t" r="r" b="b"/>
              <a:pathLst>
                <a:path w="3809" h="22860">
                  <a:moveTo>
                    <a:pt x="3809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3809" y="1270"/>
                  </a:lnTo>
                  <a:lnTo>
                    <a:pt x="3809" y="0"/>
                  </a:lnTo>
                  <a:close/>
                </a:path>
                <a:path w="3809" h="22860">
                  <a:moveTo>
                    <a:pt x="380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1270"/>
                  </a:lnTo>
                  <a:close/>
                </a:path>
                <a:path w="3809" h="22860">
                  <a:moveTo>
                    <a:pt x="3809" y="5080"/>
                  </a:moveTo>
                  <a:lnTo>
                    <a:pt x="0" y="508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5080"/>
                  </a:lnTo>
                  <a:close/>
                </a:path>
                <a:path w="3809" h="22860">
                  <a:moveTo>
                    <a:pt x="3809" y="11430"/>
                  </a:moveTo>
                  <a:lnTo>
                    <a:pt x="0" y="1143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1430"/>
                  </a:lnTo>
                  <a:close/>
                </a:path>
                <a:path w="3809" h="22860">
                  <a:moveTo>
                    <a:pt x="3809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09" y="20320"/>
                  </a:lnTo>
                  <a:lnTo>
                    <a:pt x="3809" y="17780"/>
                  </a:lnTo>
                  <a:close/>
                </a:path>
                <a:path w="3809" h="22860">
                  <a:moveTo>
                    <a:pt x="3809" y="20320"/>
                  </a:moveTo>
                  <a:lnTo>
                    <a:pt x="1269" y="20320"/>
                  </a:lnTo>
                  <a:lnTo>
                    <a:pt x="1269" y="21590"/>
                  </a:lnTo>
                  <a:lnTo>
                    <a:pt x="2539" y="21590"/>
                  </a:lnTo>
                  <a:lnTo>
                    <a:pt x="2539" y="22860"/>
                  </a:lnTo>
                  <a:lnTo>
                    <a:pt x="3809" y="22860"/>
                  </a:lnTo>
                  <a:lnTo>
                    <a:pt x="3809" y="20320"/>
                  </a:lnTo>
                  <a:close/>
                </a:path>
              </a:pathLst>
            </a:custGeom>
            <a:solidFill>
              <a:srgbClr val="CCD3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5" name="object 2415"/>
            <p:cNvSpPr/>
            <p:nvPr/>
          </p:nvSpPr>
          <p:spPr>
            <a:xfrm>
              <a:off x="6921500" y="5295900"/>
              <a:ext cx="3810" cy="26670"/>
            </a:xfrm>
            <a:custGeom>
              <a:avLst/>
              <a:gdLst/>
              <a:ahLst/>
              <a:cxnLst/>
              <a:rect l="l" t="t" r="r" b="b"/>
              <a:pathLst>
                <a:path w="3809" h="26670">
                  <a:moveTo>
                    <a:pt x="3809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09" h="26670">
                  <a:moveTo>
                    <a:pt x="3809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1270"/>
                  </a:lnTo>
                  <a:close/>
                </a:path>
                <a:path w="3809" h="26670">
                  <a:moveTo>
                    <a:pt x="3809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3810"/>
                  </a:lnTo>
                  <a:close/>
                </a:path>
                <a:path w="3809" h="26670">
                  <a:moveTo>
                    <a:pt x="3809" y="7620"/>
                  </a:moveTo>
                  <a:lnTo>
                    <a:pt x="0" y="7620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7620"/>
                  </a:lnTo>
                  <a:close/>
                </a:path>
                <a:path w="3809" h="26670">
                  <a:moveTo>
                    <a:pt x="3809" y="13970"/>
                  </a:moveTo>
                  <a:lnTo>
                    <a:pt x="0" y="13970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3970"/>
                  </a:lnTo>
                  <a:close/>
                </a:path>
                <a:path w="3809" h="26670">
                  <a:moveTo>
                    <a:pt x="3809" y="20320"/>
                  </a:moveTo>
                  <a:lnTo>
                    <a:pt x="0" y="20320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20320"/>
                  </a:lnTo>
                  <a:close/>
                </a:path>
                <a:path w="3809" h="26670">
                  <a:moveTo>
                    <a:pt x="3809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1270" y="25400"/>
                  </a:lnTo>
                  <a:lnTo>
                    <a:pt x="1270" y="26669"/>
                  </a:lnTo>
                  <a:lnTo>
                    <a:pt x="3809" y="26669"/>
                  </a:lnTo>
                  <a:lnTo>
                    <a:pt x="3809" y="22860"/>
                  </a:lnTo>
                  <a:close/>
                </a:path>
              </a:pathLst>
            </a:custGeom>
            <a:solidFill>
              <a:srgbClr val="C9D1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6" name="object 2416"/>
            <p:cNvSpPr/>
            <p:nvPr/>
          </p:nvSpPr>
          <p:spPr>
            <a:xfrm>
              <a:off x="6925310" y="5294630"/>
              <a:ext cx="3810" cy="29209"/>
            </a:xfrm>
            <a:custGeom>
              <a:avLst/>
              <a:gdLst/>
              <a:ahLst/>
              <a:cxnLst/>
              <a:rect l="l" t="t" r="r" b="b"/>
              <a:pathLst>
                <a:path w="3809" h="29210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  <a:path w="3809" h="29210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09" h="29210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09" h="29210">
                  <a:moveTo>
                    <a:pt x="3810" y="8890"/>
                  </a:moveTo>
                  <a:lnTo>
                    <a:pt x="0" y="889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8890"/>
                  </a:lnTo>
                  <a:close/>
                </a:path>
                <a:path w="3809" h="29210">
                  <a:moveTo>
                    <a:pt x="3810" y="15240"/>
                  </a:moveTo>
                  <a:lnTo>
                    <a:pt x="0" y="1524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5240"/>
                  </a:lnTo>
                  <a:close/>
                </a:path>
                <a:path w="3809" h="29210">
                  <a:moveTo>
                    <a:pt x="3810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1590"/>
                  </a:lnTo>
                  <a:close/>
                </a:path>
                <a:path w="3809" h="29210">
                  <a:moveTo>
                    <a:pt x="3810" y="24130"/>
                  </a:moveTo>
                  <a:lnTo>
                    <a:pt x="0" y="24130"/>
                  </a:lnTo>
                  <a:lnTo>
                    <a:pt x="0" y="27940"/>
                  </a:lnTo>
                  <a:lnTo>
                    <a:pt x="3810" y="27940"/>
                  </a:lnTo>
                  <a:lnTo>
                    <a:pt x="3810" y="24130"/>
                  </a:lnTo>
                  <a:close/>
                </a:path>
                <a:path w="3809" h="29210">
                  <a:moveTo>
                    <a:pt x="3810" y="27940"/>
                  </a:moveTo>
                  <a:lnTo>
                    <a:pt x="0" y="27940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7940"/>
                  </a:lnTo>
                  <a:close/>
                </a:path>
              </a:pathLst>
            </a:custGeom>
            <a:solidFill>
              <a:srgbClr val="C6CF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7" name="object 2417"/>
            <p:cNvSpPr/>
            <p:nvPr/>
          </p:nvSpPr>
          <p:spPr>
            <a:xfrm>
              <a:off x="6929120" y="5293359"/>
              <a:ext cx="3810" cy="33020"/>
            </a:xfrm>
            <a:custGeom>
              <a:avLst/>
              <a:gdLst/>
              <a:ahLst/>
              <a:cxnLst/>
              <a:rect l="l" t="t" r="r" b="b"/>
              <a:pathLst>
                <a:path w="3809" h="33020">
                  <a:moveTo>
                    <a:pt x="380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0"/>
                  </a:lnTo>
                  <a:close/>
                </a:path>
                <a:path w="3809" h="33020">
                  <a:moveTo>
                    <a:pt x="380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3809"/>
                  </a:lnTo>
                  <a:close/>
                </a:path>
                <a:path w="3809" h="33020">
                  <a:moveTo>
                    <a:pt x="380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6350"/>
                  </a:lnTo>
                  <a:close/>
                </a:path>
                <a:path w="3809" h="33020">
                  <a:moveTo>
                    <a:pt x="3809" y="10159"/>
                  </a:moveTo>
                  <a:lnTo>
                    <a:pt x="0" y="10159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0159"/>
                  </a:lnTo>
                  <a:close/>
                </a:path>
                <a:path w="3809" h="33020">
                  <a:moveTo>
                    <a:pt x="3809" y="16509"/>
                  </a:moveTo>
                  <a:lnTo>
                    <a:pt x="0" y="16509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16509"/>
                  </a:lnTo>
                  <a:close/>
                </a:path>
                <a:path w="3809" h="33020">
                  <a:moveTo>
                    <a:pt x="3809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2859"/>
                  </a:lnTo>
                  <a:close/>
                </a:path>
                <a:path w="3809" h="33020">
                  <a:moveTo>
                    <a:pt x="3809" y="25400"/>
                  </a:moveTo>
                  <a:lnTo>
                    <a:pt x="0" y="25400"/>
                  </a:lnTo>
                  <a:lnTo>
                    <a:pt x="0" y="29209"/>
                  </a:lnTo>
                  <a:lnTo>
                    <a:pt x="3809" y="29209"/>
                  </a:lnTo>
                  <a:lnTo>
                    <a:pt x="3809" y="25400"/>
                  </a:lnTo>
                  <a:close/>
                </a:path>
                <a:path w="3809" h="33020">
                  <a:moveTo>
                    <a:pt x="3809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9209"/>
                  </a:lnTo>
                  <a:close/>
                </a:path>
                <a:path w="3809" h="33020">
                  <a:moveTo>
                    <a:pt x="3809" y="31750"/>
                  </a:moveTo>
                  <a:lnTo>
                    <a:pt x="2539" y="31750"/>
                  </a:lnTo>
                  <a:lnTo>
                    <a:pt x="2539" y="33019"/>
                  </a:lnTo>
                  <a:lnTo>
                    <a:pt x="3809" y="33019"/>
                  </a:lnTo>
                  <a:lnTo>
                    <a:pt x="3809" y="31750"/>
                  </a:lnTo>
                  <a:close/>
                </a:path>
              </a:pathLst>
            </a:custGeom>
            <a:solidFill>
              <a:srgbClr val="C3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8" name="object 2418"/>
            <p:cNvSpPr/>
            <p:nvPr/>
          </p:nvSpPr>
          <p:spPr>
            <a:xfrm>
              <a:off x="6932930" y="5292089"/>
              <a:ext cx="3810" cy="34290"/>
            </a:xfrm>
            <a:custGeom>
              <a:avLst/>
              <a:gdLst/>
              <a:ahLst/>
              <a:cxnLst/>
              <a:rect l="l" t="t" r="r" b="b"/>
              <a:pathLst>
                <a:path w="3809" h="34289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  <a:path w="3809" h="34289">
                  <a:moveTo>
                    <a:pt x="381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70"/>
                  </a:lnTo>
                  <a:close/>
                </a:path>
                <a:path w="3809" h="34289">
                  <a:moveTo>
                    <a:pt x="3810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80"/>
                  </a:lnTo>
                  <a:close/>
                </a:path>
                <a:path w="3809" h="34289">
                  <a:moveTo>
                    <a:pt x="3810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20"/>
                  </a:lnTo>
                  <a:close/>
                </a:path>
                <a:path w="3809" h="34289">
                  <a:moveTo>
                    <a:pt x="3810" y="11430"/>
                  </a:moveTo>
                  <a:lnTo>
                    <a:pt x="0" y="1143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30"/>
                  </a:lnTo>
                  <a:close/>
                </a:path>
                <a:path w="3809" h="34289">
                  <a:moveTo>
                    <a:pt x="3810" y="17780"/>
                  </a:moveTo>
                  <a:lnTo>
                    <a:pt x="0" y="1778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80"/>
                  </a:lnTo>
                  <a:close/>
                </a:path>
                <a:path w="3809" h="34289">
                  <a:moveTo>
                    <a:pt x="3810" y="24130"/>
                  </a:moveTo>
                  <a:lnTo>
                    <a:pt x="0" y="24130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4130"/>
                  </a:lnTo>
                  <a:close/>
                </a:path>
                <a:path w="3809" h="34289">
                  <a:moveTo>
                    <a:pt x="3810" y="26670"/>
                  </a:moveTo>
                  <a:lnTo>
                    <a:pt x="0" y="2667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26670"/>
                  </a:lnTo>
                  <a:close/>
                </a:path>
                <a:path w="3809" h="34289">
                  <a:moveTo>
                    <a:pt x="3810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3810" y="33020"/>
                  </a:lnTo>
                  <a:lnTo>
                    <a:pt x="3810" y="30480"/>
                  </a:lnTo>
                  <a:close/>
                </a:path>
                <a:path w="3809" h="34289">
                  <a:moveTo>
                    <a:pt x="3810" y="33020"/>
                  </a:moveTo>
                  <a:lnTo>
                    <a:pt x="0" y="33020"/>
                  </a:lnTo>
                  <a:lnTo>
                    <a:pt x="0" y="34290"/>
                  </a:lnTo>
                  <a:lnTo>
                    <a:pt x="3810" y="34290"/>
                  </a:lnTo>
                  <a:lnTo>
                    <a:pt x="3810" y="33020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9" name="object 2419"/>
            <p:cNvSpPr/>
            <p:nvPr/>
          </p:nvSpPr>
          <p:spPr>
            <a:xfrm>
              <a:off x="6936740" y="5290820"/>
              <a:ext cx="2540" cy="36830"/>
            </a:xfrm>
            <a:custGeom>
              <a:avLst/>
              <a:gdLst/>
              <a:ahLst/>
              <a:cxnLst/>
              <a:rect l="l" t="t" r="r" b="b"/>
              <a:pathLst>
                <a:path w="2540" h="36829">
                  <a:moveTo>
                    <a:pt x="253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39" y="2539"/>
                  </a:lnTo>
                  <a:lnTo>
                    <a:pt x="2539" y="0"/>
                  </a:lnTo>
                  <a:close/>
                </a:path>
                <a:path w="2540" h="36829">
                  <a:moveTo>
                    <a:pt x="253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2539" y="6349"/>
                  </a:lnTo>
                  <a:lnTo>
                    <a:pt x="2539" y="2539"/>
                  </a:lnTo>
                  <a:close/>
                </a:path>
                <a:path w="2540" h="36829">
                  <a:moveTo>
                    <a:pt x="253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2539" y="8889"/>
                  </a:lnTo>
                  <a:lnTo>
                    <a:pt x="2539" y="6349"/>
                  </a:lnTo>
                  <a:close/>
                </a:path>
                <a:path w="2540" h="36829">
                  <a:moveTo>
                    <a:pt x="253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2539" y="12699"/>
                  </a:lnTo>
                  <a:lnTo>
                    <a:pt x="2539" y="8889"/>
                  </a:lnTo>
                  <a:close/>
                </a:path>
                <a:path w="2540" h="36829">
                  <a:moveTo>
                    <a:pt x="253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2539" y="19049"/>
                  </a:lnTo>
                  <a:lnTo>
                    <a:pt x="2539" y="12699"/>
                  </a:lnTo>
                  <a:close/>
                </a:path>
                <a:path w="2540" h="36829">
                  <a:moveTo>
                    <a:pt x="2539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2539" y="25399"/>
                  </a:lnTo>
                  <a:lnTo>
                    <a:pt x="2539" y="19049"/>
                  </a:lnTo>
                  <a:close/>
                </a:path>
                <a:path w="2540" h="36829">
                  <a:moveTo>
                    <a:pt x="2539" y="25399"/>
                  </a:moveTo>
                  <a:lnTo>
                    <a:pt x="0" y="25399"/>
                  </a:lnTo>
                  <a:lnTo>
                    <a:pt x="0" y="27939"/>
                  </a:lnTo>
                  <a:lnTo>
                    <a:pt x="2539" y="27939"/>
                  </a:lnTo>
                  <a:lnTo>
                    <a:pt x="2539" y="25399"/>
                  </a:lnTo>
                  <a:close/>
                </a:path>
                <a:path w="2540" h="36829">
                  <a:moveTo>
                    <a:pt x="2539" y="27939"/>
                  </a:moveTo>
                  <a:lnTo>
                    <a:pt x="0" y="27939"/>
                  </a:lnTo>
                  <a:lnTo>
                    <a:pt x="0" y="31749"/>
                  </a:lnTo>
                  <a:lnTo>
                    <a:pt x="2539" y="31749"/>
                  </a:lnTo>
                  <a:lnTo>
                    <a:pt x="2539" y="27939"/>
                  </a:lnTo>
                  <a:close/>
                </a:path>
                <a:path w="2540" h="36829">
                  <a:moveTo>
                    <a:pt x="2539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2539" y="34289"/>
                  </a:lnTo>
                  <a:lnTo>
                    <a:pt x="2539" y="31749"/>
                  </a:lnTo>
                  <a:close/>
                </a:path>
                <a:path w="2540" h="36829">
                  <a:moveTo>
                    <a:pt x="2539" y="34289"/>
                  </a:moveTo>
                  <a:lnTo>
                    <a:pt x="0" y="34289"/>
                  </a:lnTo>
                  <a:lnTo>
                    <a:pt x="0" y="36829"/>
                  </a:lnTo>
                  <a:lnTo>
                    <a:pt x="2539" y="36829"/>
                  </a:lnTo>
                  <a:lnTo>
                    <a:pt x="2539" y="34289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0" name="object 2420"/>
            <p:cNvSpPr/>
            <p:nvPr/>
          </p:nvSpPr>
          <p:spPr>
            <a:xfrm>
              <a:off x="6939280" y="5290820"/>
              <a:ext cx="3810" cy="38100"/>
            </a:xfrm>
            <a:custGeom>
              <a:avLst/>
              <a:gdLst/>
              <a:ahLst/>
              <a:cxnLst/>
              <a:rect l="l" t="t" r="r" b="b"/>
              <a:pathLst>
                <a:path w="3809" h="38100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09" h="38100">
                  <a:moveTo>
                    <a:pt x="381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2539"/>
                  </a:lnTo>
                  <a:close/>
                </a:path>
                <a:path w="3809" h="38100">
                  <a:moveTo>
                    <a:pt x="381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49"/>
                  </a:lnTo>
                  <a:close/>
                </a:path>
                <a:path w="3809" h="38100">
                  <a:moveTo>
                    <a:pt x="381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8889"/>
                  </a:lnTo>
                  <a:close/>
                </a:path>
                <a:path w="3809" h="38100">
                  <a:moveTo>
                    <a:pt x="381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2699"/>
                  </a:lnTo>
                  <a:close/>
                </a:path>
                <a:path w="3809" h="38100">
                  <a:moveTo>
                    <a:pt x="3810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19049"/>
                  </a:lnTo>
                  <a:close/>
                </a:path>
                <a:path w="3809" h="38100">
                  <a:moveTo>
                    <a:pt x="3810" y="25399"/>
                  </a:moveTo>
                  <a:lnTo>
                    <a:pt x="0" y="25399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5399"/>
                  </a:lnTo>
                  <a:close/>
                </a:path>
                <a:path w="3809" h="38100">
                  <a:moveTo>
                    <a:pt x="3810" y="27939"/>
                  </a:moveTo>
                  <a:lnTo>
                    <a:pt x="0" y="2793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7939"/>
                  </a:lnTo>
                  <a:close/>
                </a:path>
                <a:path w="3809" h="38100">
                  <a:moveTo>
                    <a:pt x="3810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31749"/>
                  </a:lnTo>
                  <a:close/>
                </a:path>
                <a:path w="3809" h="38100">
                  <a:moveTo>
                    <a:pt x="3810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4289"/>
                  </a:lnTo>
                  <a:close/>
                </a:path>
              </a:pathLst>
            </a:custGeom>
            <a:solidFill>
              <a:srgbClr val="BB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1" name="object 2421"/>
            <p:cNvSpPr/>
            <p:nvPr/>
          </p:nvSpPr>
          <p:spPr>
            <a:xfrm>
              <a:off x="6943090" y="5289550"/>
              <a:ext cx="3810" cy="40640"/>
            </a:xfrm>
            <a:custGeom>
              <a:avLst/>
              <a:gdLst/>
              <a:ahLst/>
              <a:cxnLst/>
              <a:rect l="l" t="t" r="r" b="b"/>
              <a:pathLst>
                <a:path w="3809" h="40639">
                  <a:moveTo>
                    <a:pt x="3809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09" h="40639">
                  <a:moveTo>
                    <a:pt x="3809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1270"/>
                  </a:lnTo>
                  <a:close/>
                </a:path>
                <a:path w="3809" h="40639">
                  <a:moveTo>
                    <a:pt x="3809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3810"/>
                  </a:lnTo>
                  <a:close/>
                </a:path>
                <a:path w="3809" h="40639">
                  <a:moveTo>
                    <a:pt x="3809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7620"/>
                  </a:lnTo>
                  <a:close/>
                </a:path>
                <a:path w="3809" h="40639">
                  <a:moveTo>
                    <a:pt x="3809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10160"/>
                  </a:lnTo>
                  <a:close/>
                </a:path>
                <a:path w="3809" h="40639">
                  <a:moveTo>
                    <a:pt x="3809" y="13970"/>
                  </a:moveTo>
                  <a:lnTo>
                    <a:pt x="0" y="13970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3970"/>
                  </a:lnTo>
                  <a:close/>
                </a:path>
                <a:path w="3809" h="40639">
                  <a:moveTo>
                    <a:pt x="3809" y="20320"/>
                  </a:moveTo>
                  <a:lnTo>
                    <a:pt x="0" y="20320"/>
                  </a:lnTo>
                  <a:lnTo>
                    <a:pt x="0" y="26669"/>
                  </a:lnTo>
                  <a:lnTo>
                    <a:pt x="3809" y="26669"/>
                  </a:lnTo>
                  <a:lnTo>
                    <a:pt x="3809" y="20320"/>
                  </a:lnTo>
                  <a:close/>
                </a:path>
                <a:path w="3809" h="40639">
                  <a:moveTo>
                    <a:pt x="3809" y="26670"/>
                  </a:moveTo>
                  <a:lnTo>
                    <a:pt x="0" y="26670"/>
                  </a:lnTo>
                  <a:lnTo>
                    <a:pt x="0" y="29209"/>
                  </a:lnTo>
                  <a:lnTo>
                    <a:pt x="3809" y="29209"/>
                  </a:lnTo>
                  <a:lnTo>
                    <a:pt x="3809" y="26670"/>
                  </a:lnTo>
                  <a:close/>
                </a:path>
                <a:path w="3809" h="40639">
                  <a:moveTo>
                    <a:pt x="3809" y="29210"/>
                  </a:moveTo>
                  <a:lnTo>
                    <a:pt x="0" y="29210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9210"/>
                  </a:lnTo>
                  <a:close/>
                </a:path>
                <a:path w="3809" h="40639">
                  <a:moveTo>
                    <a:pt x="3809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33020"/>
                  </a:lnTo>
                  <a:close/>
                </a:path>
                <a:path w="3809" h="40639">
                  <a:moveTo>
                    <a:pt x="3809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5560"/>
                  </a:lnTo>
                  <a:close/>
                </a:path>
                <a:path w="3809" h="40639">
                  <a:moveTo>
                    <a:pt x="3809" y="39370"/>
                  </a:moveTo>
                  <a:lnTo>
                    <a:pt x="0" y="39370"/>
                  </a:lnTo>
                  <a:lnTo>
                    <a:pt x="0" y="40640"/>
                  </a:lnTo>
                  <a:lnTo>
                    <a:pt x="3809" y="40640"/>
                  </a:lnTo>
                  <a:lnTo>
                    <a:pt x="3809" y="39370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2" name="object 2422"/>
            <p:cNvSpPr/>
            <p:nvPr/>
          </p:nvSpPr>
          <p:spPr>
            <a:xfrm>
              <a:off x="6946900" y="5288280"/>
              <a:ext cx="3810" cy="43180"/>
            </a:xfrm>
            <a:custGeom>
              <a:avLst/>
              <a:gdLst/>
              <a:ahLst/>
              <a:cxnLst/>
              <a:rect l="l" t="t" r="r" b="b"/>
              <a:pathLst>
                <a:path w="3809" h="43179">
                  <a:moveTo>
                    <a:pt x="3809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09" y="2540"/>
                  </a:lnTo>
                  <a:lnTo>
                    <a:pt x="3809" y="0"/>
                  </a:lnTo>
                  <a:close/>
                </a:path>
                <a:path w="3809" h="43179">
                  <a:moveTo>
                    <a:pt x="380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2540"/>
                  </a:lnTo>
                  <a:close/>
                </a:path>
                <a:path w="3809" h="43179">
                  <a:moveTo>
                    <a:pt x="380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09" y="8890"/>
                  </a:lnTo>
                  <a:lnTo>
                    <a:pt x="3809" y="5080"/>
                  </a:lnTo>
                  <a:close/>
                </a:path>
                <a:path w="3809" h="43179">
                  <a:moveTo>
                    <a:pt x="380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8890"/>
                  </a:lnTo>
                  <a:close/>
                </a:path>
                <a:path w="3809" h="43179">
                  <a:moveTo>
                    <a:pt x="3809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09" y="15240"/>
                  </a:lnTo>
                  <a:lnTo>
                    <a:pt x="3809" y="11430"/>
                  </a:lnTo>
                  <a:close/>
                </a:path>
                <a:path w="3809" h="43179">
                  <a:moveTo>
                    <a:pt x="3809" y="15240"/>
                  </a:moveTo>
                  <a:lnTo>
                    <a:pt x="0" y="15240"/>
                  </a:lnTo>
                  <a:lnTo>
                    <a:pt x="0" y="21590"/>
                  </a:lnTo>
                  <a:lnTo>
                    <a:pt x="3809" y="21590"/>
                  </a:lnTo>
                  <a:lnTo>
                    <a:pt x="3809" y="15240"/>
                  </a:lnTo>
                  <a:close/>
                </a:path>
                <a:path w="3809" h="43179">
                  <a:moveTo>
                    <a:pt x="3809" y="21590"/>
                  </a:moveTo>
                  <a:lnTo>
                    <a:pt x="0" y="21590"/>
                  </a:lnTo>
                  <a:lnTo>
                    <a:pt x="0" y="27940"/>
                  </a:lnTo>
                  <a:lnTo>
                    <a:pt x="3809" y="27940"/>
                  </a:lnTo>
                  <a:lnTo>
                    <a:pt x="3809" y="21590"/>
                  </a:lnTo>
                  <a:close/>
                </a:path>
                <a:path w="3809" h="43179">
                  <a:moveTo>
                    <a:pt x="3809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3809" y="30480"/>
                  </a:lnTo>
                  <a:lnTo>
                    <a:pt x="3809" y="27940"/>
                  </a:lnTo>
                  <a:close/>
                </a:path>
                <a:path w="3809" h="43179">
                  <a:moveTo>
                    <a:pt x="3809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3809" y="34290"/>
                  </a:lnTo>
                  <a:lnTo>
                    <a:pt x="3809" y="30480"/>
                  </a:lnTo>
                  <a:close/>
                </a:path>
                <a:path w="3809" h="43179">
                  <a:moveTo>
                    <a:pt x="3809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4290"/>
                  </a:lnTo>
                  <a:close/>
                </a:path>
                <a:path w="3809" h="43179">
                  <a:moveTo>
                    <a:pt x="3809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3809" y="40640"/>
                  </a:lnTo>
                  <a:lnTo>
                    <a:pt x="3809" y="36830"/>
                  </a:lnTo>
                  <a:close/>
                </a:path>
                <a:path w="3809" h="43179">
                  <a:moveTo>
                    <a:pt x="3809" y="40640"/>
                  </a:moveTo>
                  <a:lnTo>
                    <a:pt x="0" y="40640"/>
                  </a:lnTo>
                  <a:lnTo>
                    <a:pt x="0" y="41910"/>
                  </a:lnTo>
                  <a:lnTo>
                    <a:pt x="1270" y="41910"/>
                  </a:lnTo>
                  <a:lnTo>
                    <a:pt x="1270" y="43180"/>
                  </a:lnTo>
                  <a:lnTo>
                    <a:pt x="3809" y="43180"/>
                  </a:lnTo>
                  <a:lnTo>
                    <a:pt x="3809" y="40640"/>
                  </a:lnTo>
                  <a:close/>
                </a:path>
              </a:pathLst>
            </a:custGeom>
            <a:solidFill>
              <a:srgbClr val="B6C1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3" name="object 2423"/>
            <p:cNvSpPr/>
            <p:nvPr/>
          </p:nvSpPr>
          <p:spPr>
            <a:xfrm>
              <a:off x="6950710" y="5287009"/>
              <a:ext cx="3810" cy="45720"/>
            </a:xfrm>
            <a:custGeom>
              <a:avLst/>
              <a:gdLst/>
              <a:ahLst/>
              <a:cxnLst/>
              <a:rect l="l" t="t" r="r" b="b"/>
              <a:pathLst>
                <a:path w="3809" h="45720">
                  <a:moveTo>
                    <a:pt x="3810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0" y="1269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0"/>
                  </a:lnTo>
                  <a:close/>
                </a:path>
                <a:path w="3809" h="45720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09" h="45720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09" h="45720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09" h="45720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09" h="45720">
                  <a:moveTo>
                    <a:pt x="3810" y="16509"/>
                  </a:moveTo>
                  <a:lnTo>
                    <a:pt x="0" y="16509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6509"/>
                  </a:lnTo>
                  <a:close/>
                </a:path>
                <a:path w="3809" h="45720">
                  <a:moveTo>
                    <a:pt x="3810" y="22859"/>
                  </a:moveTo>
                  <a:lnTo>
                    <a:pt x="0" y="22859"/>
                  </a:lnTo>
                  <a:lnTo>
                    <a:pt x="0" y="29209"/>
                  </a:lnTo>
                  <a:lnTo>
                    <a:pt x="3810" y="29209"/>
                  </a:lnTo>
                  <a:lnTo>
                    <a:pt x="3810" y="22859"/>
                  </a:lnTo>
                  <a:close/>
                </a:path>
                <a:path w="3809" h="45720">
                  <a:moveTo>
                    <a:pt x="3810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9209"/>
                  </a:lnTo>
                  <a:close/>
                </a:path>
                <a:path w="3809" h="45720">
                  <a:moveTo>
                    <a:pt x="3810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31750"/>
                  </a:lnTo>
                  <a:close/>
                </a:path>
                <a:path w="3809" h="45720">
                  <a:moveTo>
                    <a:pt x="381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5559"/>
                  </a:lnTo>
                  <a:close/>
                </a:path>
                <a:path w="3809" h="45720">
                  <a:moveTo>
                    <a:pt x="381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8100"/>
                  </a:lnTo>
                  <a:close/>
                </a:path>
                <a:path w="3809" h="45720">
                  <a:moveTo>
                    <a:pt x="381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1909"/>
                  </a:lnTo>
                  <a:close/>
                </a:path>
                <a:path w="3809" h="45720">
                  <a:moveTo>
                    <a:pt x="3810" y="44450"/>
                  </a:moveTo>
                  <a:lnTo>
                    <a:pt x="2540" y="44450"/>
                  </a:lnTo>
                  <a:lnTo>
                    <a:pt x="2540" y="45719"/>
                  </a:lnTo>
                  <a:lnTo>
                    <a:pt x="3810" y="45719"/>
                  </a:lnTo>
                  <a:lnTo>
                    <a:pt x="3810" y="44450"/>
                  </a:lnTo>
                  <a:close/>
                </a:path>
              </a:pathLst>
            </a:custGeom>
            <a:solidFill>
              <a:srgbClr val="B3BF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4" name="object 2424"/>
            <p:cNvSpPr/>
            <p:nvPr/>
          </p:nvSpPr>
          <p:spPr>
            <a:xfrm>
              <a:off x="6954520" y="5287009"/>
              <a:ext cx="3810" cy="46990"/>
            </a:xfrm>
            <a:custGeom>
              <a:avLst/>
              <a:gdLst/>
              <a:ahLst/>
              <a:cxnLst/>
              <a:rect l="l" t="t" r="r" b="b"/>
              <a:pathLst>
                <a:path w="3809" h="46989">
                  <a:moveTo>
                    <a:pt x="380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0"/>
                  </a:lnTo>
                  <a:close/>
                </a:path>
                <a:path w="3809" h="46989">
                  <a:moveTo>
                    <a:pt x="380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3809"/>
                  </a:lnTo>
                  <a:close/>
                </a:path>
                <a:path w="3809" h="46989">
                  <a:moveTo>
                    <a:pt x="380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6350"/>
                  </a:lnTo>
                  <a:close/>
                </a:path>
                <a:path w="3809" h="46989">
                  <a:moveTo>
                    <a:pt x="380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10159"/>
                  </a:lnTo>
                  <a:close/>
                </a:path>
                <a:path w="3809" h="46989">
                  <a:moveTo>
                    <a:pt x="380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2700"/>
                  </a:lnTo>
                  <a:close/>
                </a:path>
                <a:path w="3809" h="46989">
                  <a:moveTo>
                    <a:pt x="3809" y="16509"/>
                  </a:moveTo>
                  <a:lnTo>
                    <a:pt x="0" y="16509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16509"/>
                  </a:lnTo>
                  <a:close/>
                </a:path>
                <a:path w="3809" h="46989">
                  <a:moveTo>
                    <a:pt x="3809" y="22859"/>
                  </a:moveTo>
                  <a:lnTo>
                    <a:pt x="0" y="22859"/>
                  </a:lnTo>
                  <a:lnTo>
                    <a:pt x="0" y="29209"/>
                  </a:lnTo>
                  <a:lnTo>
                    <a:pt x="3809" y="29209"/>
                  </a:lnTo>
                  <a:lnTo>
                    <a:pt x="3809" y="22859"/>
                  </a:lnTo>
                  <a:close/>
                </a:path>
                <a:path w="3809" h="46989">
                  <a:moveTo>
                    <a:pt x="3809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9209"/>
                  </a:lnTo>
                  <a:close/>
                </a:path>
                <a:path w="3809" h="46989">
                  <a:moveTo>
                    <a:pt x="3809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31750"/>
                  </a:lnTo>
                  <a:close/>
                </a:path>
                <a:path w="3809" h="46989">
                  <a:moveTo>
                    <a:pt x="380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5559"/>
                  </a:lnTo>
                  <a:close/>
                </a:path>
                <a:path w="3809" h="46989">
                  <a:moveTo>
                    <a:pt x="380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8100"/>
                  </a:lnTo>
                  <a:close/>
                </a:path>
                <a:path w="3809" h="46989">
                  <a:moveTo>
                    <a:pt x="380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1909"/>
                  </a:lnTo>
                  <a:close/>
                </a:path>
                <a:path w="3809" h="46989">
                  <a:moveTo>
                    <a:pt x="3809" y="44450"/>
                  </a:moveTo>
                  <a:lnTo>
                    <a:pt x="0" y="44450"/>
                  </a:lnTo>
                  <a:lnTo>
                    <a:pt x="0" y="45719"/>
                  </a:lnTo>
                  <a:lnTo>
                    <a:pt x="2539" y="45719"/>
                  </a:lnTo>
                  <a:lnTo>
                    <a:pt x="2539" y="46989"/>
                  </a:lnTo>
                  <a:lnTo>
                    <a:pt x="3809" y="46989"/>
                  </a:lnTo>
                  <a:lnTo>
                    <a:pt x="3809" y="44450"/>
                  </a:lnTo>
                  <a:close/>
                </a:path>
              </a:pathLst>
            </a:custGeom>
            <a:solidFill>
              <a:srgbClr val="B1BD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5" name="object 2425"/>
            <p:cNvSpPr/>
            <p:nvPr/>
          </p:nvSpPr>
          <p:spPr>
            <a:xfrm>
              <a:off x="6958330" y="5287009"/>
              <a:ext cx="3810" cy="46990"/>
            </a:xfrm>
            <a:custGeom>
              <a:avLst/>
              <a:gdLst/>
              <a:ahLst/>
              <a:cxnLst/>
              <a:rect l="l" t="t" r="r" b="b"/>
              <a:pathLst>
                <a:path w="3809" h="46989">
                  <a:moveTo>
                    <a:pt x="38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0"/>
                  </a:lnTo>
                  <a:close/>
                </a:path>
                <a:path w="3809" h="46989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09" h="46989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09" h="46989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09" h="46989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09" h="46989">
                  <a:moveTo>
                    <a:pt x="3810" y="16509"/>
                  </a:moveTo>
                  <a:lnTo>
                    <a:pt x="0" y="16509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6509"/>
                  </a:lnTo>
                  <a:close/>
                </a:path>
                <a:path w="3809" h="46989">
                  <a:moveTo>
                    <a:pt x="3810" y="22859"/>
                  </a:moveTo>
                  <a:lnTo>
                    <a:pt x="0" y="22859"/>
                  </a:lnTo>
                  <a:lnTo>
                    <a:pt x="0" y="29209"/>
                  </a:lnTo>
                  <a:lnTo>
                    <a:pt x="3810" y="29209"/>
                  </a:lnTo>
                  <a:lnTo>
                    <a:pt x="3810" y="22859"/>
                  </a:lnTo>
                  <a:close/>
                </a:path>
                <a:path w="3809" h="46989">
                  <a:moveTo>
                    <a:pt x="3810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9209"/>
                  </a:lnTo>
                  <a:close/>
                </a:path>
                <a:path w="3809" h="46989">
                  <a:moveTo>
                    <a:pt x="3810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31750"/>
                  </a:lnTo>
                  <a:close/>
                </a:path>
                <a:path w="3809" h="46989">
                  <a:moveTo>
                    <a:pt x="381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5559"/>
                  </a:lnTo>
                  <a:close/>
                </a:path>
                <a:path w="3809" h="46989">
                  <a:moveTo>
                    <a:pt x="381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8100"/>
                  </a:lnTo>
                  <a:close/>
                </a:path>
                <a:path w="3809" h="46989">
                  <a:moveTo>
                    <a:pt x="381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1909"/>
                  </a:lnTo>
                  <a:close/>
                </a:path>
                <a:path w="3809" h="46989">
                  <a:moveTo>
                    <a:pt x="3810" y="44450"/>
                  </a:moveTo>
                  <a:lnTo>
                    <a:pt x="0" y="44450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4450"/>
                  </a:lnTo>
                  <a:close/>
                </a:path>
              </a:pathLst>
            </a:custGeom>
            <a:solidFill>
              <a:srgbClr val="AEBA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6" name="object 2426"/>
            <p:cNvSpPr/>
            <p:nvPr/>
          </p:nvSpPr>
          <p:spPr>
            <a:xfrm>
              <a:off x="6962140" y="5285739"/>
              <a:ext cx="2540" cy="48260"/>
            </a:xfrm>
            <a:custGeom>
              <a:avLst/>
              <a:gdLst/>
              <a:ahLst/>
              <a:cxnLst/>
              <a:rect l="l" t="t" r="r" b="b"/>
              <a:pathLst>
                <a:path w="2540" h="48260">
                  <a:moveTo>
                    <a:pt x="2539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2539" y="1270"/>
                  </a:lnTo>
                  <a:lnTo>
                    <a:pt x="2539" y="0"/>
                  </a:lnTo>
                  <a:close/>
                </a:path>
                <a:path w="2540" h="48260">
                  <a:moveTo>
                    <a:pt x="253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2539" y="5080"/>
                  </a:lnTo>
                  <a:lnTo>
                    <a:pt x="2539" y="1270"/>
                  </a:lnTo>
                  <a:close/>
                </a:path>
                <a:path w="2540" h="48260">
                  <a:moveTo>
                    <a:pt x="253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2539" y="7620"/>
                  </a:lnTo>
                  <a:lnTo>
                    <a:pt x="2539" y="5080"/>
                  </a:lnTo>
                  <a:close/>
                </a:path>
                <a:path w="2540" h="48260">
                  <a:moveTo>
                    <a:pt x="253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2539" y="11430"/>
                  </a:lnTo>
                  <a:lnTo>
                    <a:pt x="2539" y="7620"/>
                  </a:lnTo>
                  <a:close/>
                </a:path>
                <a:path w="2540" h="48260">
                  <a:moveTo>
                    <a:pt x="2539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2539" y="13970"/>
                  </a:lnTo>
                  <a:lnTo>
                    <a:pt x="2539" y="11430"/>
                  </a:lnTo>
                  <a:close/>
                </a:path>
                <a:path w="2540" h="48260">
                  <a:moveTo>
                    <a:pt x="2539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2539" y="17780"/>
                  </a:lnTo>
                  <a:lnTo>
                    <a:pt x="2539" y="13970"/>
                  </a:lnTo>
                  <a:close/>
                </a:path>
                <a:path w="2540" h="48260">
                  <a:moveTo>
                    <a:pt x="2539" y="17780"/>
                  </a:moveTo>
                  <a:lnTo>
                    <a:pt x="0" y="17780"/>
                  </a:lnTo>
                  <a:lnTo>
                    <a:pt x="0" y="24130"/>
                  </a:lnTo>
                  <a:lnTo>
                    <a:pt x="2539" y="24130"/>
                  </a:lnTo>
                  <a:lnTo>
                    <a:pt x="2539" y="17780"/>
                  </a:lnTo>
                  <a:close/>
                </a:path>
                <a:path w="2540" h="48260">
                  <a:moveTo>
                    <a:pt x="2539" y="24130"/>
                  </a:moveTo>
                  <a:lnTo>
                    <a:pt x="0" y="24130"/>
                  </a:lnTo>
                  <a:lnTo>
                    <a:pt x="0" y="30480"/>
                  </a:lnTo>
                  <a:lnTo>
                    <a:pt x="2539" y="30480"/>
                  </a:lnTo>
                  <a:lnTo>
                    <a:pt x="2539" y="24130"/>
                  </a:lnTo>
                  <a:close/>
                </a:path>
                <a:path w="2540" h="48260">
                  <a:moveTo>
                    <a:pt x="2539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2539" y="33020"/>
                  </a:lnTo>
                  <a:lnTo>
                    <a:pt x="2539" y="30480"/>
                  </a:lnTo>
                  <a:close/>
                </a:path>
                <a:path w="2540" h="48260">
                  <a:moveTo>
                    <a:pt x="2539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2539" y="36830"/>
                  </a:lnTo>
                  <a:lnTo>
                    <a:pt x="2539" y="33020"/>
                  </a:lnTo>
                  <a:close/>
                </a:path>
                <a:path w="2540" h="48260">
                  <a:moveTo>
                    <a:pt x="2539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2539" y="39370"/>
                  </a:lnTo>
                  <a:lnTo>
                    <a:pt x="2539" y="36830"/>
                  </a:lnTo>
                  <a:close/>
                </a:path>
                <a:path w="2540" h="48260">
                  <a:moveTo>
                    <a:pt x="2539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2539" y="43180"/>
                  </a:lnTo>
                  <a:lnTo>
                    <a:pt x="2539" y="39370"/>
                  </a:lnTo>
                  <a:close/>
                </a:path>
                <a:path w="2540" h="48260">
                  <a:moveTo>
                    <a:pt x="2539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2539" y="45720"/>
                  </a:lnTo>
                  <a:lnTo>
                    <a:pt x="2539" y="43180"/>
                  </a:lnTo>
                  <a:close/>
                </a:path>
                <a:path w="2540" h="48260">
                  <a:moveTo>
                    <a:pt x="2539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2539" y="48260"/>
                  </a:lnTo>
                  <a:lnTo>
                    <a:pt x="2539" y="45720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7" name="object 2427"/>
            <p:cNvSpPr/>
            <p:nvPr/>
          </p:nvSpPr>
          <p:spPr>
            <a:xfrm>
              <a:off x="6964680" y="5285739"/>
              <a:ext cx="3810" cy="49530"/>
            </a:xfrm>
            <a:custGeom>
              <a:avLst/>
              <a:gdLst/>
              <a:ahLst/>
              <a:cxnLst/>
              <a:rect l="l" t="t" r="r" b="b"/>
              <a:pathLst>
                <a:path w="3809" h="49529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  <a:path w="3809" h="49529">
                  <a:moveTo>
                    <a:pt x="381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70"/>
                  </a:lnTo>
                  <a:close/>
                </a:path>
                <a:path w="3809" h="49529">
                  <a:moveTo>
                    <a:pt x="3810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80"/>
                  </a:lnTo>
                  <a:close/>
                </a:path>
                <a:path w="3809" h="49529">
                  <a:moveTo>
                    <a:pt x="3810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20"/>
                  </a:lnTo>
                  <a:close/>
                </a:path>
                <a:path w="3809" h="49529">
                  <a:moveTo>
                    <a:pt x="3810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30"/>
                  </a:lnTo>
                  <a:close/>
                </a:path>
                <a:path w="3809" h="49529">
                  <a:moveTo>
                    <a:pt x="3810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70"/>
                  </a:lnTo>
                  <a:close/>
                </a:path>
                <a:path w="3809" h="49529">
                  <a:moveTo>
                    <a:pt x="3810" y="17780"/>
                  </a:moveTo>
                  <a:lnTo>
                    <a:pt x="0" y="1778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80"/>
                  </a:lnTo>
                  <a:close/>
                </a:path>
                <a:path w="3809" h="49529">
                  <a:moveTo>
                    <a:pt x="3810" y="24130"/>
                  </a:moveTo>
                  <a:lnTo>
                    <a:pt x="0" y="2413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24130"/>
                  </a:lnTo>
                  <a:close/>
                </a:path>
                <a:path w="3809" h="49529">
                  <a:moveTo>
                    <a:pt x="3810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3810" y="33020"/>
                  </a:lnTo>
                  <a:lnTo>
                    <a:pt x="3810" y="30480"/>
                  </a:lnTo>
                  <a:close/>
                </a:path>
                <a:path w="3809" h="49529">
                  <a:moveTo>
                    <a:pt x="3810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3020"/>
                  </a:lnTo>
                  <a:close/>
                </a:path>
                <a:path w="3809" h="49529">
                  <a:moveTo>
                    <a:pt x="3810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10" y="39370"/>
                  </a:lnTo>
                  <a:lnTo>
                    <a:pt x="3810" y="36830"/>
                  </a:lnTo>
                  <a:close/>
                </a:path>
                <a:path w="3809" h="49529">
                  <a:moveTo>
                    <a:pt x="3810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39370"/>
                  </a:lnTo>
                  <a:close/>
                </a:path>
                <a:path w="3809" h="49529">
                  <a:moveTo>
                    <a:pt x="3810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3810" y="45720"/>
                  </a:lnTo>
                  <a:lnTo>
                    <a:pt x="3810" y="43180"/>
                  </a:lnTo>
                  <a:close/>
                </a:path>
                <a:path w="3809" h="49529">
                  <a:moveTo>
                    <a:pt x="3810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5720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8" name="object 2428"/>
            <p:cNvSpPr/>
            <p:nvPr/>
          </p:nvSpPr>
          <p:spPr>
            <a:xfrm>
              <a:off x="6968490" y="5284470"/>
              <a:ext cx="3810" cy="50800"/>
            </a:xfrm>
            <a:custGeom>
              <a:avLst/>
              <a:gdLst/>
              <a:ahLst/>
              <a:cxnLst/>
              <a:rect l="l" t="t" r="r" b="b"/>
              <a:pathLst>
                <a:path w="3809" h="50800">
                  <a:moveTo>
                    <a:pt x="3809" y="0"/>
                  </a:moveTo>
                  <a:lnTo>
                    <a:pt x="2539" y="0"/>
                  </a:lnTo>
                  <a:lnTo>
                    <a:pt x="2539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09" h="50800">
                  <a:moveTo>
                    <a:pt x="380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2539"/>
                  </a:lnTo>
                  <a:close/>
                </a:path>
                <a:path w="3809" h="50800">
                  <a:moveTo>
                    <a:pt x="380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49"/>
                  </a:lnTo>
                  <a:close/>
                </a:path>
                <a:path w="3809" h="50800">
                  <a:moveTo>
                    <a:pt x="380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8889"/>
                  </a:lnTo>
                  <a:close/>
                </a:path>
                <a:path w="3809" h="50800">
                  <a:moveTo>
                    <a:pt x="380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2699"/>
                  </a:lnTo>
                  <a:close/>
                </a:path>
                <a:path w="3809" h="50800">
                  <a:moveTo>
                    <a:pt x="3809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5239"/>
                  </a:lnTo>
                  <a:close/>
                </a:path>
                <a:path w="3809" h="50800">
                  <a:moveTo>
                    <a:pt x="3809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19049"/>
                  </a:lnTo>
                  <a:close/>
                </a:path>
                <a:path w="3809" h="50800">
                  <a:moveTo>
                    <a:pt x="3809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5399"/>
                  </a:lnTo>
                  <a:close/>
                </a:path>
                <a:path w="3809" h="50800">
                  <a:moveTo>
                    <a:pt x="3809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31749"/>
                  </a:lnTo>
                  <a:close/>
                </a:path>
                <a:path w="3809" h="50800">
                  <a:moveTo>
                    <a:pt x="3809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4289"/>
                  </a:lnTo>
                  <a:close/>
                </a:path>
                <a:path w="3809" h="50800">
                  <a:moveTo>
                    <a:pt x="3809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8099"/>
                  </a:lnTo>
                  <a:close/>
                </a:path>
                <a:path w="3809" h="50800">
                  <a:moveTo>
                    <a:pt x="3809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0639"/>
                  </a:lnTo>
                  <a:close/>
                </a:path>
                <a:path w="3809" h="50800">
                  <a:moveTo>
                    <a:pt x="3809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4449"/>
                  </a:lnTo>
                  <a:close/>
                </a:path>
                <a:path w="3809" h="50800">
                  <a:moveTo>
                    <a:pt x="3809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6989"/>
                  </a:lnTo>
                  <a:close/>
                </a:path>
              </a:pathLst>
            </a:custGeom>
            <a:solidFill>
              <a:srgbClr val="A6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9" name="object 2429"/>
            <p:cNvSpPr/>
            <p:nvPr/>
          </p:nvSpPr>
          <p:spPr>
            <a:xfrm>
              <a:off x="6972300" y="5283200"/>
              <a:ext cx="3810" cy="53340"/>
            </a:xfrm>
            <a:custGeom>
              <a:avLst/>
              <a:gdLst/>
              <a:ahLst/>
              <a:cxnLst/>
              <a:rect l="l" t="t" r="r" b="b"/>
              <a:pathLst>
                <a:path w="3809" h="53339">
                  <a:moveTo>
                    <a:pt x="3809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09" h="53339">
                  <a:moveTo>
                    <a:pt x="3809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1270"/>
                  </a:lnTo>
                  <a:close/>
                </a:path>
                <a:path w="3809" h="53339">
                  <a:moveTo>
                    <a:pt x="3809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3810"/>
                  </a:lnTo>
                  <a:close/>
                </a:path>
                <a:path w="3809" h="53339">
                  <a:moveTo>
                    <a:pt x="3809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7620"/>
                  </a:lnTo>
                  <a:close/>
                </a:path>
                <a:path w="3809" h="53339">
                  <a:moveTo>
                    <a:pt x="3809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10160"/>
                  </a:lnTo>
                  <a:close/>
                </a:path>
                <a:path w="3809" h="53339">
                  <a:moveTo>
                    <a:pt x="3809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3970"/>
                  </a:lnTo>
                  <a:close/>
                </a:path>
                <a:path w="3809" h="53339">
                  <a:moveTo>
                    <a:pt x="3809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6510"/>
                  </a:lnTo>
                  <a:close/>
                </a:path>
                <a:path w="3809" h="53339">
                  <a:moveTo>
                    <a:pt x="3809" y="20320"/>
                  </a:moveTo>
                  <a:lnTo>
                    <a:pt x="0" y="20320"/>
                  </a:lnTo>
                  <a:lnTo>
                    <a:pt x="0" y="26669"/>
                  </a:lnTo>
                  <a:lnTo>
                    <a:pt x="3809" y="26669"/>
                  </a:lnTo>
                  <a:lnTo>
                    <a:pt x="3809" y="20320"/>
                  </a:lnTo>
                  <a:close/>
                </a:path>
                <a:path w="3809" h="53339">
                  <a:moveTo>
                    <a:pt x="3809" y="26670"/>
                  </a:moveTo>
                  <a:lnTo>
                    <a:pt x="0" y="26670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6670"/>
                  </a:lnTo>
                  <a:close/>
                </a:path>
                <a:path w="3809" h="53339">
                  <a:moveTo>
                    <a:pt x="3809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33020"/>
                  </a:lnTo>
                  <a:close/>
                </a:path>
                <a:path w="3809" h="53339">
                  <a:moveTo>
                    <a:pt x="3809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5560"/>
                  </a:lnTo>
                  <a:close/>
                </a:path>
                <a:path w="3809" h="53339">
                  <a:moveTo>
                    <a:pt x="3809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9370"/>
                  </a:lnTo>
                  <a:close/>
                </a:path>
                <a:path w="3809" h="53339">
                  <a:moveTo>
                    <a:pt x="3809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41910"/>
                  </a:lnTo>
                  <a:close/>
                </a:path>
                <a:path w="3809" h="53339">
                  <a:moveTo>
                    <a:pt x="3809" y="45720"/>
                  </a:moveTo>
                  <a:lnTo>
                    <a:pt x="0" y="45720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45720"/>
                  </a:lnTo>
                  <a:close/>
                </a:path>
                <a:path w="3809" h="53339">
                  <a:moveTo>
                    <a:pt x="3809" y="48260"/>
                  </a:moveTo>
                  <a:lnTo>
                    <a:pt x="0" y="48260"/>
                  </a:lnTo>
                  <a:lnTo>
                    <a:pt x="0" y="52069"/>
                  </a:lnTo>
                  <a:lnTo>
                    <a:pt x="3809" y="52069"/>
                  </a:lnTo>
                  <a:lnTo>
                    <a:pt x="3809" y="48260"/>
                  </a:lnTo>
                  <a:close/>
                </a:path>
                <a:path w="3809" h="53339">
                  <a:moveTo>
                    <a:pt x="3809" y="52070"/>
                  </a:moveTo>
                  <a:lnTo>
                    <a:pt x="2540" y="52070"/>
                  </a:lnTo>
                  <a:lnTo>
                    <a:pt x="2540" y="53340"/>
                  </a:lnTo>
                  <a:lnTo>
                    <a:pt x="3809" y="53340"/>
                  </a:lnTo>
                  <a:lnTo>
                    <a:pt x="3809" y="52070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0" name="object 2430"/>
            <p:cNvSpPr/>
            <p:nvPr/>
          </p:nvSpPr>
          <p:spPr>
            <a:xfrm>
              <a:off x="6976110" y="5283200"/>
              <a:ext cx="3810" cy="53340"/>
            </a:xfrm>
            <a:custGeom>
              <a:avLst/>
              <a:gdLst/>
              <a:ahLst/>
              <a:cxnLst/>
              <a:rect l="l" t="t" r="r" b="b"/>
              <a:pathLst>
                <a:path w="3809" h="53339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09" h="53339">
                  <a:moveTo>
                    <a:pt x="381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70"/>
                  </a:lnTo>
                  <a:close/>
                </a:path>
                <a:path w="3809" h="53339">
                  <a:moveTo>
                    <a:pt x="3810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3810"/>
                  </a:lnTo>
                  <a:close/>
                </a:path>
                <a:path w="3809" h="53339">
                  <a:moveTo>
                    <a:pt x="3810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7620"/>
                  </a:lnTo>
                  <a:close/>
                </a:path>
                <a:path w="3809" h="53339">
                  <a:moveTo>
                    <a:pt x="3810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10160"/>
                  </a:lnTo>
                  <a:close/>
                </a:path>
                <a:path w="3809" h="53339">
                  <a:moveTo>
                    <a:pt x="3810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3970"/>
                  </a:lnTo>
                  <a:close/>
                </a:path>
                <a:path w="3809" h="53339">
                  <a:moveTo>
                    <a:pt x="3810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6510"/>
                  </a:lnTo>
                  <a:close/>
                </a:path>
                <a:path w="3809" h="53339">
                  <a:moveTo>
                    <a:pt x="3810" y="20320"/>
                  </a:moveTo>
                  <a:lnTo>
                    <a:pt x="0" y="20320"/>
                  </a:lnTo>
                  <a:lnTo>
                    <a:pt x="0" y="26669"/>
                  </a:lnTo>
                  <a:lnTo>
                    <a:pt x="3810" y="26669"/>
                  </a:lnTo>
                  <a:lnTo>
                    <a:pt x="3810" y="20320"/>
                  </a:lnTo>
                  <a:close/>
                </a:path>
                <a:path w="3809" h="53339">
                  <a:moveTo>
                    <a:pt x="3810" y="26670"/>
                  </a:moveTo>
                  <a:lnTo>
                    <a:pt x="0" y="26670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6670"/>
                  </a:lnTo>
                  <a:close/>
                </a:path>
                <a:path w="3809" h="53339">
                  <a:moveTo>
                    <a:pt x="3810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33020"/>
                  </a:lnTo>
                  <a:close/>
                </a:path>
                <a:path w="3809" h="53339">
                  <a:moveTo>
                    <a:pt x="3810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5560"/>
                  </a:lnTo>
                  <a:close/>
                </a:path>
                <a:path w="3809" h="53339">
                  <a:moveTo>
                    <a:pt x="3810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9370"/>
                  </a:lnTo>
                  <a:close/>
                </a:path>
                <a:path w="3809" h="53339">
                  <a:moveTo>
                    <a:pt x="3810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41910"/>
                  </a:lnTo>
                  <a:close/>
                </a:path>
                <a:path w="3809" h="53339">
                  <a:moveTo>
                    <a:pt x="3810" y="45720"/>
                  </a:moveTo>
                  <a:lnTo>
                    <a:pt x="0" y="4572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5720"/>
                  </a:lnTo>
                  <a:close/>
                </a:path>
                <a:path w="3809" h="53339">
                  <a:moveTo>
                    <a:pt x="3810" y="48260"/>
                  </a:moveTo>
                  <a:lnTo>
                    <a:pt x="0" y="48260"/>
                  </a:lnTo>
                  <a:lnTo>
                    <a:pt x="0" y="52069"/>
                  </a:lnTo>
                  <a:lnTo>
                    <a:pt x="3810" y="52069"/>
                  </a:lnTo>
                  <a:lnTo>
                    <a:pt x="3810" y="48260"/>
                  </a:lnTo>
                  <a:close/>
                </a:path>
                <a:path w="3809" h="53339">
                  <a:moveTo>
                    <a:pt x="3810" y="52070"/>
                  </a:moveTo>
                  <a:lnTo>
                    <a:pt x="0" y="52070"/>
                  </a:lnTo>
                  <a:lnTo>
                    <a:pt x="0" y="53340"/>
                  </a:lnTo>
                  <a:lnTo>
                    <a:pt x="3810" y="53340"/>
                  </a:lnTo>
                  <a:lnTo>
                    <a:pt x="3810" y="52070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1" name="object 2431"/>
            <p:cNvSpPr/>
            <p:nvPr/>
          </p:nvSpPr>
          <p:spPr>
            <a:xfrm>
              <a:off x="6979920" y="5283200"/>
              <a:ext cx="3810" cy="54610"/>
            </a:xfrm>
            <a:custGeom>
              <a:avLst/>
              <a:gdLst/>
              <a:ahLst/>
              <a:cxnLst/>
              <a:rect l="l" t="t" r="r" b="b"/>
              <a:pathLst>
                <a:path w="3809" h="54610">
                  <a:moveTo>
                    <a:pt x="380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09" h="54610">
                  <a:moveTo>
                    <a:pt x="3809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1270"/>
                  </a:lnTo>
                  <a:close/>
                </a:path>
                <a:path w="3809" h="54610">
                  <a:moveTo>
                    <a:pt x="3809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3810"/>
                  </a:lnTo>
                  <a:close/>
                </a:path>
                <a:path w="3809" h="54610">
                  <a:moveTo>
                    <a:pt x="3809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7620"/>
                  </a:lnTo>
                  <a:close/>
                </a:path>
                <a:path w="3809" h="54610">
                  <a:moveTo>
                    <a:pt x="3809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10160"/>
                  </a:lnTo>
                  <a:close/>
                </a:path>
                <a:path w="3809" h="54610">
                  <a:moveTo>
                    <a:pt x="3809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3970"/>
                  </a:lnTo>
                  <a:close/>
                </a:path>
                <a:path w="3809" h="54610">
                  <a:moveTo>
                    <a:pt x="3809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6510"/>
                  </a:lnTo>
                  <a:close/>
                </a:path>
                <a:path w="3809" h="54610">
                  <a:moveTo>
                    <a:pt x="3809" y="20320"/>
                  </a:moveTo>
                  <a:lnTo>
                    <a:pt x="0" y="20320"/>
                  </a:lnTo>
                  <a:lnTo>
                    <a:pt x="0" y="26669"/>
                  </a:lnTo>
                  <a:lnTo>
                    <a:pt x="3809" y="26669"/>
                  </a:lnTo>
                  <a:lnTo>
                    <a:pt x="3809" y="20320"/>
                  </a:lnTo>
                  <a:close/>
                </a:path>
                <a:path w="3809" h="54610">
                  <a:moveTo>
                    <a:pt x="3809" y="26670"/>
                  </a:moveTo>
                  <a:lnTo>
                    <a:pt x="0" y="26670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6670"/>
                  </a:lnTo>
                  <a:close/>
                </a:path>
                <a:path w="3809" h="54610">
                  <a:moveTo>
                    <a:pt x="3809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33020"/>
                  </a:lnTo>
                  <a:close/>
                </a:path>
                <a:path w="3809" h="54610">
                  <a:moveTo>
                    <a:pt x="3809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5560"/>
                  </a:lnTo>
                  <a:close/>
                </a:path>
                <a:path w="3809" h="54610">
                  <a:moveTo>
                    <a:pt x="3809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9370"/>
                  </a:lnTo>
                  <a:close/>
                </a:path>
                <a:path w="3809" h="54610">
                  <a:moveTo>
                    <a:pt x="3809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41910"/>
                  </a:lnTo>
                  <a:close/>
                </a:path>
                <a:path w="3809" h="54610">
                  <a:moveTo>
                    <a:pt x="3809" y="45720"/>
                  </a:moveTo>
                  <a:lnTo>
                    <a:pt x="0" y="45720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45720"/>
                  </a:lnTo>
                  <a:close/>
                </a:path>
                <a:path w="3809" h="54610">
                  <a:moveTo>
                    <a:pt x="3809" y="48260"/>
                  </a:moveTo>
                  <a:lnTo>
                    <a:pt x="0" y="48260"/>
                  </a:lnTo>
                  <a:lnTo>
                    <a:pt x="0" y="52069"/>
                  </a:lnTo>
                  <a:lnTo>
                    <a:pt x="3809" y="52069"/>
                  </a:lnTo>
                  <a:lnTo>
                    <a:pt x="3809" y="48260"/>
                  </a:lnTo>
                  <a:close/>
                </a:path>
                <a:path w="3809" h="54610">
                  <a:moveTo>
                    <a:pt x="3809" y="52070"/>
                  </a:moveTo>
                  <a:lnTo>
                    <a:pt x="0" y="52070"/>
                  </a:lnTo>
                  <a:lnTo>
                    <a:pt x="0" y="53340"/>
                  </a:lnTo>
                  <a:lnTo>
                    <a:pt x="1270" y="53340"/>
                  </a:lnTo>
                  <a:lnTo>
                    <a:pt x="1270" y="54609"/>
                  </a:lnTo>
                  <a:lnTo>
                    <a:pt x="3809" y="54609"/>
                  </a:lnTo>
                  <a:lnTo>
                    <a:pt x="3809" y="52070"/>
                  </a:lnTo>
                  <a:close/>
                </a:path>
              </a:pathLst>
            </a:custGeom>
            <a:solidFill>
              <a:srgbClr val="9EAD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2" name="object 2432"/>
            <p:cNvSpPr/>
            <p:nvPr/>
          </p:nvSpPr>
          <p:spPr>
            <a:xfrm>
              <a:off x="6983730" y="5283200"/>
              <a:ext cx="2540" cy="54610"/>
            </a:xfrm>
            <a:custGeom>
              <a:avLst/>
              <a:gdLst/>
              <a:ahLst/>
              <a:cxnLst/>
              <a:rect l="l" t="t" r="r" b="b"/>
              <a:pathLst>
                <a:path w="2540" h="54610">
                  <a:moveTo>
                    <a:pt x="254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2540" h="54610">
                  <a:moveTo>
                    <a:pt x="254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2540" y="3809"/>
                  </a:lnTo>
                  <a:lnTo>
                    <a:pt x="2540" y="1270"/>
                  </a:lnTo>
                  <a:close/>
                </a:path>
                <a:path w="2540" h="54610">
                  <a:moveTo>
                    <a:pt x="2540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2540" y="7619"/>
                  </a:lnTo>
                  <a:lnTo>
                    <a:pt x="2540" y="3810"/>
                  </a:lnTo>
                  <a:close/>
                </a:path>
                <a:path w="2540" h="54610">
                  <a:moveTo>
                    <a:pt x="2540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2540" y="10159"/>
                  </a:lnTo>
                  <a:lnTo>
                    <a:pt x="2540" y="7620"/>
                  </a:lnTo>
                  <a:close/>
                </a:path>
                <a:path w="2540" h="54610">
                  <a:moveTo>
                    <a:pt x="2540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2540" y="13969"/>
                  </a:lnTo>
                  <a:lnTo>
                    <a:pt x="2540" y="10160"/>
                  </a:lnTo>
                  <a:close/>
                </a:path>
                <a:path w="2540" h="54610">
                  <a:moveTo>
                    <a:pt x="2540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2540" y="16509"/>
                  </a:lnTo>
                  <a:lnTo>
                    <a:pt x="2540" y="13970"/>
                  </a:lnTo>
                  <a:close/>
                </a:path>
                <a:path w="2540" h="54610">
                  <a:moveTo>
                    <a:pt x="2540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2540" y="20319"/>
                  </a:lnTo>
                  <a:lnTo>
                    <a:pt x="2540" y="16510"/>
                  </a:lnTo>
                  <a:close/>
                </a:path>
                <a:path w="2540" h="54610">
                  <a:moveTo>
                    <a:pt x="2540" y="20320"/>
                  </a:moveTo>
                  <a:lnTo>
                    <a:pt x="0" y="20320"/>
                  </a:lnTo>
                  <a:lnTo>
                    <a:pt x="0" y="26669"/>
                  </a:lnTo>
                  <a:lnTo>
                    <a:pt x="2540" y="26669"/>
                  </a:lnTo>
                  <a:lnTo>
                    <a:pt x="2540" y="20320"/>
                  </a:lnTo>
                  <a:close/>
                </a:path>
                <a:path w="2540" h="54610">
                  <a:moveTo>
                    <a:pt x="2540" y="26670"/>
                  </a:moveTo>
                  <a:lnTo>
                    <a:pt x="0" y="26670"/>
                  </a:lnTo>
                  <a:lnTo>
                    <a:pt x="0" y="33019"/>
                  </a:lnTo>
                  <a:lnTo>
                    <a:pt x="2540" y="33019"/>
                  </a:lnTo>
                  <a:lnTo>
                    <a:pt x="2540" y="26670"/>
                  </a:lnTo>
                  <a:close/>
                </a:path>
                <a:path w="2540" h="54610">
                  <a:moveTo>
                    <a:pt x="2540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2540" y="35559"/>
                  </a:lnTo>
                  <a:lnTo>
                    <a:pt x="2540" y="33020"/>
                  </a:lnTo>
                  <a:close/>
                </a:path>
                <a:path w="2540" h="54610">
                  <a:moveTo>
                    <a:pt x="2540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2540" y="39369"/>
                  </a:lnTo>
                  <a:lnTo>
                    <a:pt x="2540" y="35560"/>
                  </a:lnTo>
                  <a:close/>
                </a:path>
                <a:path w="2540" h="54610">
                  <a:moveTo>
                    <a:pt x="2540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2540" y="41909"/>
                  </a:lnTo>
                  <a:lnTo>
                    <a:pt x="2540" y="39370"/>
                  </a:lnTo>
                  <a:close/>
                </a:path>
                <a:path w="2540" h="54610">
                  <a:moveTo>
                    <a:pt x="2540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2540" y="45719"/>
                  </a:lnTo>
                  <a:lnTo>
                    <a:pt x="2540" y="41910"/>
                  </a:lnTo>
                  <a:close/>
                </a:path>
                <a:path w="2540" h="54610">
                  <a:moveTo>
                    <a:pt x="2540" y="45720"/>
                  </a:moveTo>
                  <a:lnTo>
                    <a:pt x="0" y="45720"/>
                  </a:lnTo>
                  <a:lnTo>
                    <a:pt x="0" y="48259"/>
                  </a:lnTo>
                  <a:lnTo>
                    <a:pt x="2540" y="48259"/>
                  </a:lnTo>
                  <a:lnTo>
                    <a:pt x="2540" y="45720"/>
                  </a:lnTo>
                  <a:close/>
                </a:path>
                <a:path w="2540" h="54610">
                  <a:moveTo>
                    <a:pt x="2540" y="48260"/>
                  </a:moveTo>
                  <a:lnTo>
                    <a:pt x="0" y="48260"/>
                  </a:lnTo>
                  <a:lnTo>
                    <a:pt x="0" y="52069"/>
                  </a:lnTo>
                  <a:lnTo>
                    <a:pt x="2540" y="52069"/>
                  </a:lnTo>
                  <a:lnTo>
                    <a:pt x="2540" y="48260"/>
                  </a:lnTo>
                  <a:close/>
                </a:path>
                <a:path w="2540" h="54610">
                  <a:moveTo>
                    <a:pt x="2540" y="52070"/>
                  </a:moveTo>
                  <a:lnTo>
                    <a:pt x="0" y="52070"/>
                  </a:lnTo>
                  <a:lnTo>
                    <a:pt x="0" y="54609"/>
                  </a:lnTo>
                  <a:lnTo>
                    <a:pt x="2540" y="54609"/>
                  </a:lnTo>
                  <a:lnTo>
                    <a:pt x="2540" y="52070"/>
                  </a:lnTo>
                  <a:close/>
                </a:path>
              </a:pathLst>
            </a:custGeom>
            <a:solidFill>
              <a:srgbClr val="9CAB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3" name="object 2433"/>
            <p:cNvSpPr/>
            <p:nvPr/>
          </p:nvSpPr>
          <p:spPr>
            <a:xfrm>
              <a:off x="6986270" y="5281930"/>
              <a:ext cx="3810" cy="55880"/>
            </a:xfrm>
            <a:custGeom>
              <a:avLst/>
              <a:gdLst/>
              <a:ahLst/>
              <a:cxnLst/>
              <a:rect l="l" t="t" r="r" b="b"/>
              <a:pathLst>
                <a:path w="3809" h="55879">
                  <a:moveTo>
                    <a:pt x="380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09" y="2540"/>
                  </a:lnTo>
                  <a:lnTo>
                    <a:pt x="3809" y="0"/>
                  </a:lnTo>
                  <a:close/>
                </a:path>
                <a:path w="3809" h="55879">
                  <a:moveTo>
                    <a:pt x="380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2540"/>
                  </a:lnTo>
                  <a:close/>
                </a:path>
                <a:path w="3809" h="55879">
                  <a:moveTo>
                    <a:pt x="380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09" y="8890"/>
                  </a:lnTo>
                  <a:lnTo>
                    <a:pt x="3809" y="5080"/>
                  </a:lnTo>
                  <a:close/>
                </a:path>
                <a:path w="3809" h="55879">
                  <a:moveTo>
                    <a:pt x="380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8890"/>
                  </a:lnTo>
                  <a:close/>
                </a:path>
                <a:path w="3809" h="55879">
                  <a:moveTo>
                    <a:pt x="3809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09" y="15240"/>
                  </a:lnTo>
                  <a:lnTo>
                    <a:pt x="3809" y="11430"/>
                  </a:lnTo>
                  <a:close/>
                </a:path>
                <a:path w="3809" h="55879">
                  <a:moveTo>
                    <a:pt x="3809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5240"/>
                  </a:lnTo>
                  <a:close/>
                </a:path>
                <a:path w="3809" h="55879">
                  <a:moveTo>
                    <a:pt x="3809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09" y="21590"/>
                  </a:lnTo>
                  <a:lnTo>
                    <a:pt x="3809" y="17780"/>
                  </a:lnTo>
                  <a:close/>
                </a:path>
                <a:path w="3809" h="55879">
                  <a:moveTo>
                    <a:pt x="3809" y="21590"/>
                  </a:moveTo>
                  <a:lnTo>
                    <a:pt x="0" y="21590"/>
                  </a:lnTo>
                  <a:lnTo>
                    <a:pt x="0" y="27940"/>
                  </a:lnTo>
                  <a:lnTo>
                    <a:pt x="3809" y="27940"/>
                  </a:lnTo>
                  <a:lnTo>
                    <a:pt x="3809" y="21590"/>
                  </a:lnTo>
                  <a:close/>
                </a:path>
                <a:path w="3809" h="55879">
                  <a:moveTo>
                    <a:pt x="3809" y="27940"/>
                  </a:moveTo>
                  <a:lnTo>
                    <a:pt x="0" y="27940"/>
                  </a:lnTo>
                  <a:lnTo>
                    <a:pt x="0" y="34290"/>
                  </a:lnTo>
                  <a:lnTo>
                    <a:pt x="3809" y="34290"/>
                  </a:lnTo>
                  <a:lnTo>
                    <a:pt x="3809" y="27940"/>
                  </a:lnTo>
                  <a:close/>
                </a:path>
                <a:path w="3809" h="55879">
                  <a:moveTo>
                    <a:pt x="3809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4290"/>
                  </a:lnTo>
                  <a:close/>
                </a:path>
                <a:path w="3809" h="55879">
                  <a:moveTo>
                    <a:pt x="3809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3809" y="40640"/>
                  </a:lnTo>
                  <a:lnTo>
                    <a:pt x="3809" y="36830"/>
                  </a:lnTo>
                  <a:close/>
                </a:path>
                <a:path w="3809" h="55879">
                  <a:moveTo>
                    <a:pt x="3809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3809" y="43180"/>
                  </a:lnTo>
                  <a:lnTo>
                    <a:pt x="3809" y="40640"/>
                  </a:lnTo>
                  <a:close/>
                </a:path>
                <a:path w="3809" h="55879">
                  <a:moveTo>
                    <a:pt x="3809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3809" y="46990"/>
                  </a:lnTo>
                  <a:lnTo>
                    <a:pt x="3809" y="43180"/>
                  </a:lnTo>
                  <a:close/>
                </a:path>
                <a:path w="3809" h="55879">
                  <a:moveTo>
                    <a:pt x="3809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3809" y="49530"/>
                  </a:lnTo>
                  <a:lnTo>
                    <a:pt x="3809" y="46990"/>
                  </a:lnTo>
                  <a:close/>
                </a:path>
                <a:path w="3809" h="55879">
                  <a:moveTo>
                    <a:pt x="3809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3809" y="53340"/>
                  </a:lnTo>
                  <a:lnTo>
                    <a:pt x="3809" y="49530"/>
                  </a:lnTo>
                  <a:close/>
                </a:path>
                <a:path w="3809" h="55879">
                  <a:moveTo>
                    <a:pt x="3809" y="53340"/>
                  </a:moveTo>
                  <a:lnTo>
                    <a:pt x="0" y="53340"/>
                  </a:lnTo>
                  <a:lnTo>
                    <a:pt x="0" y="55880"/>
                  </a:lnTo>
                  <a:lnTo>
                    <a:pt x="3809" y="55880"/>
                  </a:lnTo>
                  <a:lnTo>
                    <a:pt x="3809" y="53340"/>
                  </a:lnTo>
                  <a:close/>
                </a:path>
              </a:pathLst>
            </a:custGeom>
            <a:solidFill>
              <a:srgbClr val="99A8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4" name="object 2434"/>
            <p:cNvSpPr/>
            <p:nvPr/>
          </p:nvSpPr>
          <p:spPr>
            <a:xfrm>
              <a:off x="6990080" y="5281930"/>
              <a:ext cx="3810" cy="55880"/>
            </a:xfrm>
            <a:custGeom>
              <a:avLst/>
              <a:gdLst/>
              <a:ahLst/>
              <a:cxnLst/>
              <a:rect l="l" t="t" r="r" b="b"/>
              <a:pathLst>
                <a:path w="3809" h="55879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  <a:path w="3809" h="55879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09" h="55879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09" h="55879">
                  <a:moveTo>
                    <a:pt x="381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890"/>
                  </a:lnTo>
                  <a:close/>
                </a:path>
                <a:path w="3809" h="55879">
                  <a:moveTo>
                    <a:pt x="381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30"/>
                  </a:lnTo>
                  <a:close/>
                </a:path>
                <a:path w="3809" h="55879">
                  <a:moveTo>
                    <a:pt x="381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40"/>
                  </a:lnTo>
                  <a:close/>
                </a:path>
                <a:path w="3809" h="55879">
                  <a:moveTo>
                    <a:pt x="3810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80"/>
                  </a:lnTo>
                  <a:close/>
                </a:path>
                <a:path w="3809" h="55879">
                  <a:moveTo>
                    <a:pt x="3810" y="21590"/>
                  </a:moveTo>
                  <a:lnTo>
                    <a:pt x="0" y="21590"/>
                  </a:lnTo>
                  <a:lnTo>
                    <a:pt x="0" y="27940"/>
                  </a:lnTo>
                  <a:lnTo>
                    <a:pt x="3810" y="27940"/>
                  </a:lnTo>
                  <a:lnTo>
                    <a:pt x="3810" y="21590"/>
                  </a:lnTo>
                  <a:close/>
                </a:path>
                <a:path w="3809" h="55879">
                  <a:moveTo>
                    <a:pt x="3810" y="27940"/>
                  </a:moveTo>
                  <a:lnTo>
                    <a:pt x="0" y="27940"/>
                  </a:lnTo>
                  <a:lnTo>
                    <a:pt x="0" y="34290"/>
                  </a:lnTo>
                  <a:lnTo>
                    <a:pt x="3810" y="34290"/>
                  </a:lnTo>
                  <a:lnTo>
                    <a:pt x="3810" y="27940"/>
                  </a:lnTo>
                  <a:close/>
                </a:path>
                <a:path w="3809" h="55879">
                  <a:moveTo>
                    <a:pt x="3810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4290"/>
                  </a:lnTo>
                  <a:close/>
                </a:path>
                <a:path w="3809" h="55879">
                  <a:moveTo>
                    <a:pt x="3810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3810" y="40640"/>
                  </a:lnTo>
                  <a:lnTo>
                    <a:pt x="3810" y="36830"/>
                  </a:lnTo>
                  <a:close/>
                </a:path>
                <a:path w="3809" h="55879">
                  <a:moveTo>
                    <a:pt x="3810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40640"/>
                  </a:lnTo>
                  <a:close/>
                </a:path>
                <a:path w="3809" h="55879">
                  <a:moveTo>
                    <a:pt x="3810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3810" y="46990"/>
                  </a:lnTo>
                  <a:lnTo>
                    <a:pt x="3810" y="43180"/>
                  </a:lnTo>
                  <a:close/>
                </a:path>
                <a:path w="3809" h="55879">
                  <a:moveTo>
                    <a:pt x="3810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6990"/>
                  </a:lnTo>
                  <a:close/>
                </a:path>
                <a:path w="3809" h="55879">
                  <a:moveTo>
                    <a:pt x="3810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3810" y="53340"/>
                  </a:lnTo>
                  <a:lnTo>
                    <a:pt x="3810" y="49530"/>
                  </a:lnTo>
                  <a:close/>
                </a:path>
                <a:path w="3809" h="55879">
                  <a:moveTo>
                    <a:pt x="3810" y="53340"/>
                  </a:moveTo>
                  <a:lnTo>
                    <a:pt x="0" y="53340"/>
                  </a:lnTo>
                  <a:lnTo>
                    <a:pt x="0" y="55880"/>
                  </a:lnTo>
                  <a:lnTo>
                    <a:pt x="3810" y="55880"/>
                  </a:lnTo>
                  <a:lnTo>
                    <a:pt x="3810" y="53340"/>
                  </a:lnTo>
                  <a:close/>
                </a:path>
              </a:pathLst>
            </a:custGeom>
            <a:solidFill>
              <a:srgbClr val="96A6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5" name="object 2435"/>
            <p:cNvSpPr/>
            <p:nvPr/>
          </p:nvSpPr>
          <p:spPr>
            <a:xfrm>
              <a:off x="6993890" y="5280659"/>
              <a:ext cx="3810" cy="57150"/>
            </a:xfrm>
            <a:custGeom>
              <a:avLst/>
              <a:gdLst/>
              <a:ahLst/>
              <a:cxnLst/>
              <a:rect l="l" t="t" r="r" b="b"/>
              <a:pathLst>
                <a:path w="3809" h="57150">
                  <a:moveTo>
                    <a:pt x="380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0"/>
                  </a:lnTo>
                  <a:close/>
                </a:path>
                <a:path w="3809" h="57150">
                  <a:moveTo>
                    <a:pt x="380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3809"/>
                  </a:lnTo>
                  <a:close/>
                </a:path>
                <a:path w="3809" h="57150">
                  <a:moveTo>
                    <a:pt x="380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6350"/>
                  </a:lnTo>
                  <a:close/>
                </a:path>
                <a:path w="3809" h="57150">
                  <a:moveTo>
                    <a:pt x="380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10159"/>
                  </a:lnTo>
                  <a:close/>
                </a:path>
                <a:path w="3809" h="57150">
                  <a:moveTo>
                    <a:pt x="380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2700"/>
                  </a:lnTo>
                  <a:close/>
                </a:path>
                <a:path w="3809" h="57150">
                  <a:moveTo>
                    <a:pt x="380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6509"/>
                  </a:lnTo>
                  <a:close/>
                </a:path>
                <a:path w="3809" h="57150">
                  <a:moveTo>
                    <a:pt x="380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19050"/>
                  </a:lnTo>
                  <a:close/>
                </a:path>
                <a:path w="3809" h="57150">
                  <a:moveTo>
                    <a:pt x="3809" y="22859"/>
                  </a:moveTo>
                  <a:lnTo>
                    <a:pt x="0" y="22859"/>
                  </a:lnTo>
                  <a:lnTo>
                    <a:pt x="0" y="29209"/>
                  </a:lnTo>
                  <a:lnTo>
                    <a:pt x="3809" y="29209"/>
                  </a:lnTo>
                  <a:lnTo>
                    <a:pt x="3809" y="22859"/>
                  </a:lnTo>
                  <a:close/>
                </a:path>
                <a:path w="3809" h="57150">
                  <a:moveTo>
                    <a:pt x="3809" y="29209"/>
                  </a:moveTo>
                  <a:lnTo>
                    <a:pt x="0" y="29209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29209"/>
                  </a:lnTo>
                  <a:close/>
                </a:path>
                <a:path w="3809" h="57150">
                  <a:moveTo>
                    <a:pt x="380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5559"/>
                  </a:lnTo>
                  <a:close/>
                </a:path>
                <a:path w="3809" h="57150">
                  <a:moveTo>
                    <a:pt x="380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8100"/>
                  </a:lnTo>
                  <a:close/>
                </a:path>
                <a:path w="3809" h="57150">
                  <a:moveTo>
                    <a:pt x="380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1909"/>
                  </a:lnTo>
                  <a:close/>
                </a:path>
                <a:path w="3809" h="57150">
                  <a:moveTo>
                    <a:pt x="3809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44450"/>
                  </a:lnTo>
                  <a:close/>
                </a:path>
                <a:path w="3809" h="57150">
                  <a:moveTo>
                    <a:pt x="380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8259"/>
                  </a:lnTo>
                  <a:close/>
                </a:path>
                <a:path w="3809" h="57150">
                  <a:moveTo>
                    <a:pt x="3809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09" y="54609"/>
                  </a:lnTo>
                  <a:lnTo>
                    <a:pt x="3809" y="50800"/>
                  </a:lnTo>
                  <a:close/>
                </a:path>
                <a:path w="3809" h="57150">
                  <a:moveTo>
                    <a:pt x="3809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4609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6" name="object 2436"/>
            <p:cNvSpPr/>
            <p:nvPr/>
          </p:nvSpPr>
          <p:spPr>
            <a:xfrm>
              <a:off x="6997700" y="52793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89">
                  <a:moveTo>
                    <a:pt x="3809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3809" y="1270"/>
                  </a:lnTo>
                  <a:lnTo>
                    <a:pt x="3809" y="0"/>
                  </a:lnTo>
                  <a:close/>
                </a:path>
                <a:path w="3809" h="59689">
                  <a:moveTo>
                    <a:pt x="380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1270"/>
                  </a:lnTo>
                  <a:close/>
                </a:path>
                <a:path w="3809" h="59689">
                  <a:moveTo>
                    <a:pt x="380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09" y="7620"/>
                  </a:lnTo>
                  <a:lnTo>
                    <a:pt x="3809" y="5080"/>
                  </a:lnTo>
                  <a:close/>
                </a:path>
                <a:path w="3809" h="59689">
                  <a:moveTo>
                    <a:pt x="380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7620"/>
                  </a:lnTo>
                  <a:close/>
                </a:path>
                <a:path w="3809" h="59689">
                  <a:moveTo>
                    <a:pt x="3809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09" y="13970"/>
                  </a:lnTo>
                  <a:lnTo>
                    <a:pt x="3809" y="11430"/>
                  </a:lnTo>
                  <a:close/>
                </a:path>
                <a:path w="3809" h="59689">
                  <a:moveTo>
                    <a:pt x="3809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3970"/>
                  </a:lnTo>
                  <a:close/>
                </a:path>
                <a:path w="3809" h="59689">
                  <a:moveTo>
                    <a:pt x="3809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09" y="20320"/>
                  </a:lnTo>
                  <a:lnTo>
                    <a:pt x="3809" y="17780"/>
                  </a:lnTo>
                  <a:close/>
                </a:path>
                <a:path w="3809" h="59689">
                  <a:moveTo>
                    <a:pt x="3809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3809" y="24130"/>
                  </a:lnTo>
                  <a:lnTo>
                    <a:pt x="3809" y="20320"/>
                  </a:lnTo>
                  <a:close/>
                </a:path>
                <a:path w="3809" h="59689">
                  <a:moveTo>
                    <a:pt x="3809" y="24130"/>
                  </a:moveTo>
                  <a:lnTo>
                    <a:pt x="0" y="24130"/>
                  </a:lnTo>
                  <a:lnTo>
                    <a:pt x="0" y="30480"/>
                  </a:lnTo>
                  <a:lnTo>
                    <a:pt x="3809" y="30480"/>
                  </a:lnTo>
                  <a:lnTo>
                    <a:pt x="3809" y="24130"/>
                  </a:lnTo>
                  <a:close/>
                </a:path>
                <a:path w="3809" h="59689">
                  <a:moveTo>
                    <a:pt x="3809" y="30480"/>
                  </a:moveTo>
                  <a:lnTo>
                    <a:pt x="0" y="3048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0480"/>
                  </a:lnTo>
                  <a:close/>
                </a:path>
                <a:path w="3809" h="59689">
                  <a:moveTo>
                    <a:pt x="3809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09" y="39370"/>
                  </a:lnTo>
                  <a:lnTo>
                    <a:pt x="3809" y="36830"/>
                  </a:lnTo>
                  <a:close/>
                </a:path>
                <a:path w="3809" h="59689">
                  <a:moveTo>
                    <a:pt x="3809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3809" y="43180"/>
                  </a:lnTo>
                  <a:lnTo>
                    <a:pt x="3809" y="39370"/>
                  </a:lnTo>
                  <a:close/>
                </a:path>
                <a:path w="3809" h="59689">
                  <a:moveTo>
                    <a:pt x="3809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3809" y="45720"/>
                  </a:lnTo>
                  <a:lnTo>
                    <a:pt x="3809" y="43180"/>
                  </a:lnTo>
                  <a:close/>
                </a:path>
                <a:path w="3809" h="59689">
                  <a:moveTo>
                    <a:pt x="3809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3809" y="49530"/>
                  </a:lnTo>
                  <a:lnTo>
                    <a:pt x="3809" y="45720"/>
                  </a:lnTo>
                  <a:close/>
                </a:path>
                <a:path w="3809" h="59689">
                  <a:moveTo>
                    <a:pt x="3809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3809" y="52070"/>
                  </a:lnTo>
                  <a:lnTo>
                    <a:pt x="3809" y="49530"/>
                  </a:lnTo>
                  <a:close/>
                </a:path>
                <a:path w="3809" h="59689">
                  <a:moveTo>
                    <a:pt x="3809" y="52070"/>
                  </a:moveTo>
                  <a:lnTo>
                    <a:pt x="0" y="52070"/>
                  </a:lnTo>
                  <a:lnTo>
                    <a:pt x="0" y="55880"/>
                  </a:lnTo>
                  <a:lnTo>
                    <a:pt x="3809" y="55880"/>
                  </a:lnTo>
                  <a:lnTo>
                    <a:pt x="3809" y="52070"/>
                  </a:lnTo>
                  <a:close/>
                </a:path>
                <a:path w="3809" h="59689">
                  <a:moveTo>
                    <a:pt x="3809" y="55880"/>
                  </a:moveTo>
                  <a:lnTo>
                    <a:pt x="0" y="55880"/>
                  </a:lnTo>
                  <a:lnTo>
                    <a:pt x="0" y="58420"/>
                  </a:lnTo>
                  <a:lnTo>
                    <a:pt x="3809" y="58420"/>
                  </a:lnTo>
                  <a:lnTo>
                    <a:pt x="3809" y="55880"/>
                  </a:lnTo>
                  <a:close/>
                </a:path>
                <a:path w="3809" h="59689">
                  <a:moveTo>
                    <a:pt x="3809" y="58420"/>
                  </a:moveTo>
                  <a:lnTo>
                    <a:pt x="1270" y="58420"/>
                  </a:lnTo>
                  <a:lnTo>
                    <a:pt x="1270" y="59690"/>
                  </a:lnTo>
                  <a:lnTo>
                    <a:pt x="3809" y="59690"/>
                  </a:lnTo>
                  <a:lnTo>
                    <a:pt x="3809" y="58420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7" name="object 2437"/>
            <p:cNvSpPr/>
            <p:nvPr/>
          </p:nvSpPr>
          <p:spPr>
            <a:xfrm>
              <a:off x="7001510" y="52793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89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  <a:path w="3809" h="59689">
                  <a:moveTo>
                    <a:pt x="381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70"/>
                  </a:lnTo>
                  <a:close/>
                </a:path>
                <a:path w="3809" h="59689">
                  <a:moveTo>
                    <a:pt x="3810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80"/>
                  </a:lnTo>
                  <a:close/>
                </a:path>
                <a:path w="3809" h="59689">
                  <a:moveTo>
                    <a:pt x="3810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20"/>
                  </a:lnTo>
                  <a:close/>
                </a:path>
                <a:path w="3809" h="59689">
                  <a:moveTo>
                    <a:pt x="3810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30"/>
                  </a:lnTo>
                  <a:close/>
                </a:path>
                <a:path w="3809" h="59689">
                  <a:moveTo>
                    <a:pt x="3810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70"/>
                  </a:lnTo>
                  <a:close/>
                </a:path>
                <a:path w="3809" h="59689">
                  <a:moveTo>
                    <a:pt x="3810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80"/>
                  </a:lnTo>
                  <a:close/>
                </a:path>
                <a:path w="3809" h="59689">
                  <a:moveTo>
                    <a:pt x="3810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0320"/>
                  </a:lnTo>
                  <a:close/>
                </a:path>
                <a:path w="3809" h="59689">
                  <a:moveTo>
                    <a:pt x="3810" y="24130"/>
                  </a:moveTo>
                  <a:lnTo>
                    <a:pt x="0" y="2413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24130"/>
                  </a:lnTo>
                  <a:close/>
                </a:path>
                <a:path w="3809" h="59689">
                  <a:moveTo>
                    <a:pt x="3810" y="30480"/>
                  </a:moveTo>
                  <a:lnTo>
                    <a:pt x="0" y="3048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0480"/>
                  </a:lnTo>
                  <a:close/>
                </a:path>
                <a:path w="3809" h="59689">
                  <a:moveTo>
                    <a:pt x="3810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10" y="39370"/>
                  </a:lnTo>
                  <a:lnTo>
                    <a:pt x="3810" y="36830"/>
                  </a:lnTo>
                  <a:close/>
                </a:path>
                <a:path w="3809" h="59689">
                  <a:moveTo>
                    <a:pt x="3810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39370"/>
                  </a:lnTo>
                  <a:close/>
                </a:path>
                <a:path w="3809" h="59689">
                  <a:moveTo>
                    <a:pt x="3810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3810" y="45720"/>
                  </a:lnTo>
                  <a:lnTo>
                    <a:pt x="3810" y="43180"/>
                  </a:lnTo>
                  <a:close/>
                </a:path>
                <a:path w="3809" h="59689">
                  <a:moveTo>
                    <a:pt x="3810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5720"/>
                  </a:lnTo>
                  <a:close/>
                </a:path>
                <a:path w="3809" h="59689">
                  <a:moveTo>
                    <a:pt x="3810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3810" y="52070"/>
                  </a:lnTo>
                  <a:lnTo>
                    <a:pt x="3810" y="49530"/>
                  </a:lnTo>
                  <a:close/>
                </a:path>
                <a:path w="3809" h="59689">
                  <a:moveTo>
                    <a:pt x="3810" y="52070"/>
                  </a:moveTo>
                  <a:lnTo>
                    <a:pt x="0" y="52070"/>
                  </a:lnTo>
                  <a:lnTo>
                    <a:pt x="0" y="55880"/>
                  </a:lnTo>
                  <a:lnTo>
                    <a:pt x="3810" y="55880"/>
                  </a:lnTo>
                  <a:lnTo>
                    <a:pt x="3810" y="52070"/>
                  </a:lnTo>
                  <a:close/>
                </a:path>
                <a:path w="3809" h="59689">
                  <a:moveTo>
                    <a:pt x="3810" y="55880"/>
                  </a:moveTo>
                  <a:lnTo>
                    <a:pt x="0" y="55880"/>
                  </a:lnTo>
                  <a:lnTo>
                    <a:pt x="0" y="58420"/>
                  </a:lnTo>
                  <a:lnTo>
                    <a:pt x="3810" y="58420"/>
                  </a:lnTo>
                  <a:lnTo>
                    <a:pt x="3810" y="55880"/>
                  </a:lnTo>
                  <a:close/>
                </a:path>
                <a:path w="3809" h="59689">
                  <a:moveTo>
                    <a:pt x="3810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3810" y="59690"/>
                  </a:lnTo>
                  <a:lnTo>
                    <a:pt x="3810" y="58420"/>
                  </a:lnTo>
                  <a:close/>
                </a:path>
              </a:pathLst>
            </a:custGeom>
            <a:solidFill>
              <a:srgbClr val="8E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8" name="object 2438"/>
            <p:cNvSpPr/>
            <p:nvPr/>
          </p:nvSpPr>
          <p:spPr>
            <a:xfrm>
              <a:off x="7005320" y="52793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89">
                  <a:moveTo>
                    <a:pt x="3809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09" y="1270"/>
                  </a:lnTo>
                  <a:lnTo>
                    <a:pt x="3809" y="0"/>
                  </a:lnTo>
                  <a:close/>
                </a:path>
                <a:path w="3809" h="59689">
                  <a:moveTo>
                    <a:pt x="380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1270"/>
                  </a:lnTo>
                  <a:close/>
                </a:path>
                <a:path w="3809" h="59689">
                  <a:moveTo>
                    <a:pt x="380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09" y="7620"/>
                  </a:lnTo>
                  <a:lnTo>
                    <a:pt x="3809" y="5080"/>
                  </a:lnTo>
                  <a:close/>
                </a:path>
                <a:path w="3809" h="59689">
                  <a:moveTo>
                    <a:pt x="380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7620"/>
                  </a:lnTo>
                  <a:close/>
                </a:path>
                <a:path w="3809" h="59689">
                  <a:moveTo>
                    <a:pt x="3809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09" y="13970"/>
                  </a:lnTo>
                  <a:lnTo>
                    <a:pt x="3809" y="11430"/>
                  </a:lnTo>
                  <a:close/>
                </a:path>
                <a:path w="3809" h="59689">
                  <a:moveTo>
                    <a:pt x="3809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3970"/>
                  </a:lnTo>
                  <a:close/>
                </a:path>
                <a:path w="3809" h="59689">
                  <a:moveTo>
                    <a:pt x="3809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09" y="20320"/>
                  </a:lnTo>
                  <a:lnTo>
                    <a:pt x="3809" y="17780"/>
                  </a:lnTo>
                  <a:close/>
                </a:path>
                <a:path w="3809" h="59689">
                  <a:moveTo>
                    <a:pt x="3809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3809" y="24130"/>
                  </a:lnTo>
                  <a:lnTo>
                    <a:pt x="3809" y="20320"/>
                  </a:lnTo>
                  <a:close/>
                </a:path>
                <a:path w="3809" h="59689">
                  <a:moveTo>
                    <a:pt x="3809" y="24130"/>
                  </a:moveTo>
                  <a:lnTo>
                    <a:pt x="0" y="24130"/>
                  </a:lnTo>
                  <a:lnTo>
                    <a:pt x="0" y="30480"/>
                  </a:lnTo>
                  <a:lnTo>
                    <a:pt x="3809" y="30480"/>
                  </a:lnTo>
                  <a:lnTo>
                    <a:pt x="3809" y="24130"/>
                  </a:lnTo>
                  <a:close/>
                </a:path>
                <a:path w="3809" h="59689">
                  <a:moveTo>
                    <a:pt x="3809" y="30480"/>
                  </a:moveTo>
                  <a:lnTo>
                    <a:pt x="0" y="3048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0480"/>
                  </a:lnTo>
                  <a:close/>
                </a:path>
                <a:path w="3809" h="59689">
                  <a:moveTo>
                    <a:pt x="3809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09" y="39370"/>
                  </a:lnTo>
                  <a:lnTo>
                    <a:pt x="3809" y="36830"/>
                  </a:lnTo>
                  <a:close/>
                </a:path>
                <a:path w="3809" h="59689">
                  <a:moveTo>
                    <a:pt x="3809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3809" y="43180"/>
                  </a:lnTo>
                  <a:lnTo>
                    <a:pt x="3809" y="39370"/>
                  </a:lnTo>
                  <a:close/>
                </a:path>
                <a:path w="3809" h="59689">
                  <a:moveTo>
                    <a:pt x="3809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3809" y="45720"/>
                  </a:lnTo>
                  <a:lnTo>
                    <a:pt x="3809" y="43180"/>
                  </a:lnTo>
                  <a:close/>
                </a:path>
                <a:path w="3809" h="59689">
                  <a:moveTo>
                    <a:pt x="3809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3809" y="49530"/>
                  </a:lnTo>
                  <a:lnTo>
                    <a:pt x="3809" y="45720"/>
                  </a:lnTo>
                  <a:close/>
                </a:path>
                <a:path w="3809" h="59689">
                  <a:moveTo>
                    <a:pt x="3809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3809" y="52070"/>
                  </a:lnTo>
                  <a:lnTo>
                    <a:pt x="3809" y="49530"/>
                  </a:lnTo>
                  <a:close/>
                </a:path>
                <a:path w="3809" h="59689">
                  <a:moveTo>
                    <a:pt x="3809" y="52070"/>
                  </a:moveTo>
                  <a:lnTo>
                    <a:pt x="0" y="52070"/>
                  </a:lnTo>
                  <a:lnTo>
                    <a:pt x="0" y="55880"/>
                  </a:lnTo>
                  <a:lnTo>
                    <a:pt x="3809" y="55880"/>
                  </a:lnTo>
                  <a:lnTo>
                    <a:pt x="3809" y="52070"/>
                  </a:lnTo>
                  <a:close/>
                </a:path>
                <a:path w="3809" h="59689">
                  <a:moveTo>
                    <a:pt x="3809" y="55880"/>
                  </a:moveTo>
                  <a:lnTo>
                    <a:pt x="0" y="55880"/>
                  </a:lnTo>
                  <a:lnTo>
                    <a:pt x="0" y="58420"/>
                  </a:lnTo>
                  <a:lnTo>
                    <a:pt x="3809" y="58420"/>
                  </a:lnTo>
                  <a:lnTo>
                    <a:pt x="3809" y="55880"/>
                  </a:lnTo>
                  <a:close/>
                </a:path>
                <a:path w="3809" h="59689">
                  <a:moveTo>
                    <a:pt x="3809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3809" y="59690"/>
                  </a:lnTo>
                  <a:lnTo>
                    <a:pt x="3809" y="58420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9" name="object 2439"/>
            <p:cNvSpPr/>
            <p:nvPr/>
          </p:nvSpPr>
          <p:spPr>
            <a:xfrm>
              <a:off x="7009130" y="52793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89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  <a:path w="3809" h="59689">
                  <a:moveTo>
                    <a:pt x="381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70"/>
                  </a:lnTo>
                  <a:close/>
                </a:path>
                <a:path w="3809" h="59689">
                  <a:moveTo>
                    <a:pt x="3810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80"/>
                  </a:lnTo>
                  <a:close/>
                </a:path>
                <a:path w="3809" h="59689">
                  <a:moveTo>
                    <a:pt x="3810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20"/>
                  </a:lnTo>
                  <a:close/>
                </a:path>
                <a:path w="3809" h="59689">
                  <a:moveTo>
                    <a:pt x="3810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30"/>
                  </a:lnTo>
                  <a:close/>
                </a:path>
                <a:path w="3809" h="59689">
                  <a:moveTo>
                    <a:pt x="3810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70"/>
                  </a:lnTo>
                  <a:close/>
                </a:path>
                <a:path w="3809" h="59689">
                  <a:moveTo>
                    <a:pt x="3810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80"/>
                  </a:lnTo>
                  <a:close/>
                </a:path>
                <a:path w="3809" h="59689">
                  <a:moveTo>
                    <a:pt x="3810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0320"/>
                  </a:lnTo>
                  <a:close/>
                </a:path>
                <a:path w="3809" h="59689">
                  <a:moveTo>
                    <a:pt x="3810" y="24130"/>
                  </a:moveTo>
                  <a:lnTo>
                    <a:pt x="0" y="2413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24130"/>
                  </a:lnTo>
                  <a:close/>
                </a:path>
                <a:path w="3809" h="59689">
                  <a:moveTo>
                    <a:pt x="3810" y="30480"/>
                  </a:moveTo>
                  <a:lnTo>
                    <a:pt x="0" y="3048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0480"/>
                  </a:lnTo>
                  <a:close/>
                </a:path>
                <a:path w="3809" h="59689">
                  <a:moveTo>
                    <a:pt x="3810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10" y="39370"/>
                  </a:lnTo>
                  <a:lnTo>
                    <a:pt x="3810" y="36830"/>
                  </a:lnTo>
                  <a:close/>
                </a:path>
                <a:path w="3809" h="59689">
                  <a:moveTo>
                    <a:pt x="3810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39370"/>
                  </a:lnTo>
                  <a:close/>
                </a:path>
                <a:path w="3809" h="59689">
                  <a:moveTo>
                    <a:pt x="3810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3810" y="45720"/>
                  </a:lnTo>
                  <a:lnTo>
                    <a:pt x="3810" y="43180"/>
                  </a:lnTo>
                  <a:close/>
                </a:path>
                <a:path w="3809" h="59689">
                  <a:moveTo>
                    <a:pt x="3810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5720"/>
                  </a:lnTo>
                  <a:close/>
                </a:path>
                <a:path w="3809" h="59689">
                  <a:moveTo>
                    <a:pt x="3810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3810" y="52070"/>
                  </a:lnTo>
                  <a:lnTo>
                    <a:pt x="3810" y="49530"/>
                  </a:lnTo>
                  <a:close/>
                </a:path>
                <a:path w="3809" h="59689">
                  <a:moveTo>
                    <a:pt x="3810" y="52070"/>
                  </a:moveTo>
                  <a:lnTo>
                    <a:pt x="0" y="52070"/>
                  </a:lnTo>
                  <a:lnTo>
                    <a:pt x="0" y="55880"/>
                  </a:lnTo>
                  <a:lnTo>
                    <a:pt x="3810" y="55880"/>
                  </a:lnTo>
                  <a:lnTo>
                    <a:pt x="3810" y="52070"/>
                  </a:lnTo>
                  <a:close/>
                </a:path>
                <a:path w="3809" h="59689">
                  <a:moveTo>
                    <a:pt x="3810" y="55880"/>
                  </a:moveTo>
                  <a:lnTo>
                    <a:pt x="0" y="55880"/>
                  </a:lnTo>
                  <a:lnTo>
                    <a:pt x="0" y="58420"/>
                  </a:lnTo>
                  <a:lnTo>
                    <a:pt x="3810" y="58420"/>
                  </a:lnTo>
                  <a:lnTo>
                    <a:pt x="3810" y="55880"/>
                  </a:lnTo>
                  <a:close/>
                </a:path>
                <a:path w="3809" h="59689">
                  <a:moveTo>
                    <a:pt x="3810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3810" y="59690"/>
                  </a:lnTo>
                  <a:lnTo>
                    <a:pt x="3810" y="5842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0" name="object 2440"/>
            <p:cNvSpPr/>
            <p:nvPr/>
          </p:nvSpPr>
          <p:spPr>
            <a:xfrm>
              <a:off x="7012940" y="5279389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2539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39" y="1270"/>
                  </a:lnTo>
                  <a:lnTo>
                    <a:pt x="2539" y="0"/>
                  </a:lnTo>
                  <a:close/>
                </a:path>
                <a:path w="2540" h="59689">
                  <a:moveTo>
                    <a:pt x="253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2539" y="5080"/>
                  </a:lnTo>
                  <a:lnTo>
                    <a:pt x="2539" y="1270"/>
                  </a:lnTo>
                  <a:close/>
                </a:path>
                <a:path w="2540" h="59689">
                  <a:moveTo>
                    <a:pt x="253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2539" y="7620"/>
                  </a:lnTo>
                  <a:lnTo>
                    <a:pt x="2539" y="5080"/>
                  </a:lnTo>
                  <a:close/>
                </a:path>
                <a:path w="2540" h="59689">
                  <a:moveTo>
                    <a:pt x="253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2539" y="11430"/>
                  </a:lnTo>
                  <a:lnTo>
                    <a:pt x="2539" y="7620"/>
                  </a:lnTo>
                  <a:close/>
                </a:path>
                <a:path w="2540" h="59689">
                  <a:moveTo>
                    <a:pt x="2539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2539" y="13970"/>
                  </a:lnTo>
                  <a:lnTo>
                    <a:pt x="2539" y="11430"/>
                  </a:lnTo>
                  <a:close/>
                </a:path>
                <a:path w="2540" h="59689">
                  <a:moveTo>
                    <a:pt x="2539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2539" y="17780"/>
                  </a:lnTo>
                  <a:lnTo>
                    <a:pt x="2539" y="13970"/>
                  </a:lnTo>
                  <a:close/>
                </a:path>
                <a:path w="2540" h="59689">
                  <a:moveTo>
                    <a:pt x="2539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2539" y="20320"/>
                  </a:lnTo>
                  <a:lnTo>
                    <a:pt x="2539" y="17780"/>
                  </a:lnTo>
                  <a:close/>
                </a:path>
                <a:path w="2540" h="59689">
                  <a:moveTo>
                    <a:pt x="2539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2539" y="24130"/>
                  </a:lnTo>
                  <a:lnTo>
                    <a:pt x="2539" y="20320"/>
                  </a:lnTo>
                  <a:close/>
                </a:path>
                <a:path w="2540" h="59689">
                  <a:moveTo>
                    <a:pt x="2539" y="24130"/>
                  </a:moveTo>
                  <a:lnTo>
                    <a:pt x="0" y="24130"/>
                  </a:lnTo>
                  <a:lnTo>
                    <a:pt x="0" y="30480"/>
                  </a:lnTo>
                  <a:lnTo>
                    <a:pt x="2539" y="30480"/>
                  </a:lnTo>
                  <a:lnTo>
                    <a:pt x="2539" y="24130"/>
                  </a:lnTo>
                  <a:close/>
                </a:path>
                <a:path w="2540" h="59689">
                  <a:moveTo>
                    <a:pt x="2539" y="30480"/>
                  </a:moveTo>
                  <a:lnTo>
                    <a:pt x="0" y="30480"/>
                  </a:lnTo>
                  <a:lnTo>
                    <a:pt x="0" y="36830"/>
                  </a:lnTo>
                  <a:lnTo>
                    <a:pt x="2539" y="36830"/>
                  </a:lnTo>
                  <a:lnTo>
                    <a:pt x="2539" y="30480"/>
                  </a:lnTo>
                  <a:close/>
                </a:path>
                <a:path w="2540" h="59689">
                  <a:moveTo>
                    <a:pt x="2539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2539" y="39370"/>
                  </a:lnTo>
                  <a:lnTo>
                    <a:pt x="2539" y="36830"/>
                  </a:lnTo>
                  <a:close/>
                </a:path>
                <a:path w="2540" h="59689">
                  <a:moveTo>
                    <a:pt x="2539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2539" y="43180"/>
                  </a:lnTo>
                  <a:lnTo>
                    <a:pt x="2539" y="39370"/>
                  </a:lnTo>
                  <a:close/>
                </a:path>
                <a:path w="2540" h="59689">
                  <a:moveTo>
                    <a:pt x="2539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2539" y="45720"/>
                  </a:lnTo>
                  <a:lnTo>
                    <a:pt x="2539" y="43180"/>
                  </a:lnTo>
                  <a:close/>
                </a:path>
                <a:path w="2540" h="59689">
                  <a:moveTo>
                    <a:pt x="2539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2539" y="49530"/>
                  </a:lnTo>
                  <a:lnTo>
                    <a:pt x="2539" y="45720"/>
                  </a:lnTo>
                  <a:close/>
                </a:path>
                <a:path w="2540" h="59689">
                  <a:moveTo>
                    <a:pt x="2539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2539" y="52070"/>
                  </a:lnTo>
                  <a:lnTo>
                    <a:pt x="2539" y="49530"/>
                  </a:lnTo>
                  <a:close/>
                </a:path>
                <a:path w="2540" h="59689">
                  <a:moveTo>
                    <a:pt x="2539" y="52070"/>
                  </a:moveTo>
                  <a:lnTo>
                    <a:pt x="0" y="52070"/>
                  </a:lnTo>
                  <a:lnTo>
                    <a:pt x="0" y="55880"/>
                  </a:lnTo>
                  <a:lnTo>
                    <a:pt x="2539" y="55880"/>
                  </a:lnTo>
                  <a:lnTo>
                    <a:pt x="2539" y="52070"/>
                  </a:lnTo>
                  <a:close/>
                </a:path>
                <a:path w="2540" h="59689">
                  <a:moveTo>
                    <a:pt x="2539" y="55880"/>
                  </a:moveTo>
                  <a:lnTo>
                    <a:pt x="0" y="55880"/>
                  </a:lnTo>
                  <a:lnTo>
                    <a:pt x="0" y="58420"/>
                  </a:lnTo>
                  <a:lnTo>
                    <a:pt x="2539" y="58420"/>
                  </a:lnTo>
                  <a:lnTo>
                    <a:pt x="2539" y="55880"/>
                  </a:lnTo>
                  <a:close/>
                </a:path>
                <a:path w="2540" h="59689">
                  <a:moveTo>
                    <a:pt x="2539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2539" y="59690"/>
                  </a:lnTo>
                  <a:lnTo>
                    <a:pt x="2539" y="58420"/>
                  </a:lnTo>
                  <a:close/>
                </a:path>
              </a:pathLst>
            </a:custGeom>
            <a:solidFill>
              <a:srgbClr val="8799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1" name="object 2441"/>
            <p:cNvSpPr/>
            <p:nvPr/>
          </p:nvSpPr>
          <p:spPr>
            <a:xfrm>
              <a:off x="7015480" y="52793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89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  <a:path w="3809" h="59689">
                  <a:moveTo>
                    <a:pt x="381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70"/>
                  </a:lnTo>
                  <a:close/>
                </a:path>
                <a:path w="3809" h="59689">
                  <a:moveTo>
                    <a:pt x="3810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80"/>
                  </a:lnTo>
                  <a:close/>
                </a:path>
                <a:path w="3809" h="59689">
                  <a:moveTo>
                    <a:pt x="3810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20"/>
                  </a:lnTo>
                  <a:close/>
                </a:path>
                <a:path w="3809" h="59689">
                  <a:moveTo>
                    <a:pt x="3810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30"/>
                  </a:lnTo>
                  <a:close/>
                </a:path>
                <a:path w="3809" h="59689">
                  <a:moveTo>
                    <a:pt x="3810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70"/>
                  </a:lnTo>
                  <a:close/>
                </a:path>
                <a:path w="3809" h="59689">
                  <a:moveTo>
                    <a:pt x="3810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80"/>
                  </a:lnTo>
                  <a:close/>
                </a:path>
                <a:path w="3809" h="59689">
                  <a:moveTo>
                    <a:pt x="3810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0320"/>
                  </a:lnTo>
                  <a:close/>
                </a:path>
                <a:path w="3809" h="59689">
                  <a:moveTo>
                    <a:pt x="3810" y="24130"/>
                  </a:moveTo>
                  <a:lnTo>
                    <a:pt x="0" y="2413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24130"/>
                  </a:lnTo>
                  <a:close/>
                </a:path>
                <a:path w="3809" h="59689">
                  <a:moveTo>
                    <a:pt x="3810" y="30480"/>
                  </a:moveTo>
                  <a:lnTo>
                    <a:pt x="0" y="3048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0480"/>
                  </a:lnTo>
                  <a:close/>
                </a:path>
                <a:path w="3809" h="59689">
                  <a:moveTo>
                    <a:pt x="3810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10" y="39370"/>
                  </a:lnTo>
                  <a:lnTo>
                    <a:pt x="3810" y="36830"/>
                  </a:lnTo>
                  <a:close/>
                </a:path>
                <a:path w="3809" h="59689">
                  <a:moveTo>
                    <a:pt x="3810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39370"/>
                  </a:lnTo>
                  <a:close/>
                </a:path>
                <a:path w="3809" h="59689">
                  <a:moveTo>
                    <a:pt x="3810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3810" y="45720"/>
                  </a:lnTo>
                  <a:lnTo>
                    <a:pt x="3810" y="43180"/>
                  </a:lnTo>
                  <a:close/>
                </a:path>
                <a:path w="3809" h="59689">
                  <a:moveTo>
                    <a:pt x="3810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5720"/>
                  </a:lnTo>
                  <a:close/>
                </a:path>
                <a:path w="3809" h="59689">
                  <a:moveTo>
                    <a:pt x="3810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3810" y="52070"/>
                  </a:lnTo>
                  <a:lnTo>
                    <a:pt x="3810" y="49530"/>
                  </a:lnTo>
                  <a:close/>
                </a:path>
                <a:path w="3809" h="59689">
                  <a:moveTo>
                    <a:pt x="3810" y="52070"/>
                  </a:moveTo>
                  <a:lnTo>
                    <a:pt x="0" y="52070"/>
                  </a:lnTo>
                  <a:lnTo>
                    <a:pt x="0" y="55880"/>
                  </a:lnTo>
                  <a:lnTo>
                    <a:pt x="3810" y="55880"/>
                  </a:lnTo>
                  <a:lnTo>
                    <a:pt x="3810" y="52070"/>
                  </a:lnTo>
                  <a:close/>
                </a:path>
                <a:path w="3809" h="59689">
                  <a:moveTo>
                    <a:pt x="3810" y="55880"/>
                  </a:moveTo>
                  <a:lnTo>
                    <a:pt x="0" y="55880"/>
                  </a:lnTo>
                  <a:lnTo>
                    <a:pt x="0" y="58420"/>
                  </a:lnTo>
                  <a:lnTo>
                    <a:pt x="3810" y="58420"/>
                  </a:lnTo>
                  <a:lnTo>
                    <a:pt x="3810" y="55880"/>
                  </a:lnTo>
                  <a:close/>
                </a:path>
                <a:path w="3809" h="59689">
                  <a:moveTo>
                    <a:pt x="3810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3810" y="59690"/>
                  </a:lnTo>
                  <a:lnTo>
                    <a:pt x="3810" y="58420"/>
                  </a:lnTo>
                  <a:close/>
                </a:path>
              </a:pathLst>
            </a:custGeom>
            <a:solidFill>
              <a:srgbClr val="8496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2" name="object 2442"/>
            <p:cNvSpPr/>
            <p:nvPr/>
          </p:nvSpPr>
          <p:spPr>
            <a:xfrm>
              <a:off x="7019290" y="52793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89">
                  <a:moveTo>
                    <a:pt x="3809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09" y="1270"/>
                  </a:lnTo>
                  <a:lnTo>
                    <a:pt x="3809" y="0"/>
                  </a:lnTo>
                  <a:close/>
                </a:path>
                <a:path w="3809" h="59689">
                  <a:moveTo>
                    <a:pt x="380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1270"/>
                  </a:lnTo>
                  <a:close/>
                </a:path>
                <a:path w="3809" h="59689">
                  <a:moveTo>
                    <a:pt x="380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09" y="7620"/>
                  </a:lnTo>
                  <a:lnTo>
                    <a:pt x="3809" y="5080"/>
                  </a:lnTo>
                  <a:close/>
                </a:path>
                <a:path w="3809" h="59689">
                  <a:moveTo>
                    <a:pt x="380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7620"/>
                  </a:lnTo>
                  <a:close/>
                </a:path>
                <a:path w="3809" h="59689">
                  <a:moveTo>
                    <a:pt x="3809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09" y="13970"/>
                  </a:lnTo>
                  <a:lnTo>
                    <a:pt x="3809" y="11430"/>
                  </a:lnTo>
                  <a:close/>
                </a:path>
                <a:path w="3809" h="59689">
                  <a:moveTo>
                    <a:pt x="3809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3970"/>
                  </a:lnTo>
                  <a:close/>
                </a:path>
                <a:path w="3809" h="59689">
                  <a:moveTo>
                    <a:pt x="3809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09" y="20320"/>
                  </a:lnTo>
                  <a:lnTo>
                    <a:pt x="3809" y="17780"/>
                  </a:lnTo>
                  <a:close/>
                </a:path>
                <a:path w="3809" h="59689">
                  <a:moveTo>
                    <a:pt x="3809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3809" y="24130"/>
                  </a:lnTo>
                  <a:lnTo>
                    <a:pt x="3809" y="20320"/>
                  </a:lnTo>
                  <a:close/>
                </a:path>
                <a:path w="3809" h="59689">
                  <a:moveTo>
                    <a:pt x="3809" y="24130"/>
                  </a:moveTo>
                  <a:lnTo>
                    <a:pt x="0" y="24130"/>
                  </a:lnTo>
                  <a:lnTo>
                    <a:pt x="0" y="30480"/>
                  </a:lnTo>
                  <a:lnTo>
                    <a:pt x="3809" y="30480"/>
                  </a:lnTo>
                  <a:lnTo>
                    <a:pt x="3809" y="24130"/>
                  </a:lnTo>
                  <a:close/>
                </a:path>
                <a:path w="3809" h="59689">
                  <a:moveTo>
                    <a:pt x="3809" y="30480"/>
                  </a:moveTo>
                  <a:lnTo>
                    <a:pt x="0" y="3048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0480"/>
                  </a:lnTo>
                  <a:close/>
                </a:path>
                <a:path w="3809" h="59689">
                  <a:moveTo>
                    <a:pt x="3809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09" y="39370"/>
                  </a:lnTo>
                  <a:lnTo>
                    <a:pt x="3809" y="36830"/>
                  </a:lnTo>
                  <a:close/>
                </a:path>
                <a:path w="3809" h="59689">
                  <a:moveTo>
                    <a:pt x="3809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3809" y="43180"/>
                  </a:lnTo>
                  <a:lnTo>
                    <a:pt x="3809" y="39370"/>
                  </a:lnTo>
                  <a:close/>
                </a:path>
                <a:path w="3809" h="59689">
                  <a:moveTo>
                    <a:pt x="3809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3809" y="45720"/>
                  </a:lnTo>
                  <a:lnTo>
                    <a:pt x="3809" y="43180"/>
                  </a:lnTo>
                  <a:close/>
                </a:path>
                <a:path w="3809" h="59689">
                  <a:moveTo>
                    <a:pt x="3809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3809" y="49530"/>
                  </a:lnTo>
                  <a:lnTo>
                    <a:pt x="3809" y="45720"/>
                  </a:lnTo>
                  <a:close/>
                </a:path>
                <a:path w="3809" h="59689">
                  <a:moveTo>
                    <a:pt x="3809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3809" y="52070"/>
                  </a:lnTo>
                  <a:lnTo>
                    <a:pt x="3809" y="49530"/>
                  </a:lnTo>
                  <a:close/>
                </a:path>
                <a:path w="3809" h="59689">
                  <a:moveTo>
                    <a:pt x="3809" y="52070"/>
                  </a:moveTo>
                  <a:lnTo>
                    <a:pt x="0" y="52070"/>
                  </a:lnTo>
                  <a:lnTo>
                    <a:pt x="0" y="55880"/>
                  </a:lnTo>
                  <a:lnTo>
                    <a:pt x="3809" y="55880"/>
                  </a:lnTo>
                  <a:lnTo>
                    <a:pt x="3809" y="52070"/>
                  </a:lnTo>
                  <a:close/>
                </a:path>
                <a:path w="3809" h="59689">
                  <a:moveTo>
                    <a:pt x="3809" y="55880"/>
                  </a:moveTo>
                  <a:lnTo>
                    <a:pt x="0" y="55880"/>
                  </a:lnTo>
                  <a:lnTo>
                    <a:pt x="0" y="58420"/>
                  </a:lnTo>
                  <a:lnTo>
                    <a:pt x="3809" y="58420"/>
                  </a:lnTo>
                  <a:lnTo>
                    <a:pt x="3809" y="55880"/>
                  </a:lnTo>
                  <a:close/>
                </a:path>
                <a:path w="3809" h="59689">
                  <a:moveTo>
                    <a:pt x="3809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3809" y="59690"/>
                  </a:lnTo>
                  <a:lnTo>
                    <a:pt x="3809" y="58420"/>
                  </a:lnTo>
                  <a:close/>
                </a:path>
              </a:pathLst>
            </a:custGeom>
            <a:solidFill>
              <a:srgbClr val="819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3" name="object 2443"/>
            <p:cNvSpPr/>
            <p:nvPr/>
          </p:nvSpPr>
          <p:spPr>
            <a:xfrm>
              <a:off x="7023100" y="52781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09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09" h="62229">
                  <a:moveTo>
                    <a:pt x="380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2539"/>
                  </a:lnTo>
                  <a:close/>
                </a:path>
                <a:path w="3809" h="62229">
                  <a:moveTo>
                    <a:pt x="380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49"/>
                  </a:lnTo>
                  <a:close/>
                </a:path>
                <a:path w="3809" h="62229">
                  <a:moveTo>
                    <a:pt x="380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8889"/>
                  </a:lnTo>
                  <a:close/>
                </a:path>
                <a:path w="3809" h="62229">
                  <a:moveTo>
                    <a:pt x="380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2699"/>
                  </a:lnTo>
                  <a:close/>
                </a:path>
                <a:path w="3809" h="62229">
                  <a:moveTo>
                    <a:pt x="3809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5239"/>
                  </a:lnTo>
                  <a:close/>
                </a:path>
                <a:path w="3809" h="62229">
                  <a:moveTo>
                    <a:pt x="3809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9049"/>
                  </a:lnTo>
                  <a:close/>
                </a:path>
                <a:path w="3809" h="62229">
                  <a:moveTo>
                    <a:pt x="3809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1589"/>
                  </a:lnTo>
                  <a:close/>
                </a:path>
                <a:path w="3809" h="62229">
                  <a:moveTo>
                    <a:pt x="3809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5399"/>
                  </a:lnTo>
                  <a:close/>
                </a:path>
                <a:path w="3809" h="62229">
                  <a:moveTo>
                    <a:pt x="3809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1749"/>
                  </a:lnTo>
                  <a:close/>
                </a:path>
                <a:path w="3809" h="62229">
                  <a:moveTo>
                    <a:pt x="3809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8099"/>
                  </a:lnTo>
                  <a:close/>
                </a:path>
                <a:path w="3809" h="62229">
                  <a:moveTo>
                    <a:pt x="3809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0639"/>
                  </a:lnTo>
                  <a:close/>
                </a:path>
                <a:path w="3809" h="62229">
                  <a:moveTo>
                    <a:pt x="3809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4449"/>
                  </a:lnTo>
                  <a:close/>
                </a:path>
                <a:path w="3809" h="62229">
                  <a:moveTo>
                    <a:pt x="3809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6989"/>
                  </a:lnTo>
                  <a:close/>
                </a:path>
                <a:path w="3809" h="62229">
                  <a:moveTo>
                    <a:pt x="3809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0799"/>
                  </a:lnTo>
                  <a:close/>
                </a:path>
                <a:path w="3809" h="62229">
                  <a:moveTo>
                    <a:pt x="3809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3339"/>
                  </a:lnTo>
                  <a:close/>
                </a:path>
                <a:path w="3809" h="62229">
                  <a:moveTo>
                    <a:pt x="3809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7149"/>
                  </a:lnTo>
                  <a:close/>
                </a:path>
                <a:path w="3809" h="62229">
                  <a:moveTo>
                    <a:pt x="3809" y="59689"/>
                  </a:moveTo>
                  <a:lnTo>
                    <a:pt x="0" y="59689"/>
                  </a:lnTo>
                  <a:lnTo>
                    <a:pt x="0" y="60959"/>
                  </a:lnTo>
                  <a:lnTo>
                    <a:pt x="2540" y="60959"/>
                  </a:lnTo>
                  <a:lnTo>
                    <a:pt x="2540" y="62229"/>
                  </a:lnTo>
                  <a:lnTo>
                    <a:pt x="3809" y="62229"/>
                  </a:lnTo>
                  <a:lnTo>
                    <a:pt x="3809" y="59689"/>
                  </a:lnTo>
                  <a:close/>
                </a:path>
              </a:pathLst>
            </a:custGeom>
            <a:solidFill>
              <a:srgbClr val="7F92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4" name="object 2444"/>
            <p:cNvSpPr/>
            <p:nvPr/>
          </p:nvSpPr>
          <p:spPr>
            <a:xfrm>
              <a:off x="7026910" y="52781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09" h="62229">
                  <a:moveTo>
                    <a:pt x="381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2539"/>
                  </a:lnTo>
                  <a:close/>
                </a:path>
                <a:path w="3809" h="62229">
                  <a:moveTo>
                    <a:pt x="381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49"/>
                  </a:lnTo>
                  <a:close/>
                </a:path>
                <a:path w="3809" h="62229">
                  <a:moveTo>
                    <a:pt x="381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8889"/>
                  </a:lnTo>
                  <a:close/>
                </a:path>
                <a:path w="3809" h="62229">
                  <a:moveTo>
                    <a:pt x="381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2699"/>
                  </a:lnTo>
                  <a:close/>
                </a:path>
                <a:path w="3809" h="62229">
                  <a:moveTo>
                    <a:pt x="381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5239"/>
                  </a:lnTo>
                  <a:close/>
                </a:path>
                <a:path w="3809" h="62229">
                  <a:moveTo>
                    <a:pt x="3810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9049"/>
                  </a:lnTo>
                  <a:close/>
                </a:path>
                <a:path w="3809" h="62229">
                  <a:moveTo>
                    <a:pt x="3810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21589"/>
                  </a:lnTo>
                  <a:close/>
                </a:path>
                <a:path w="3809" h="62229">
                  <a:moveTo>
                    <a:pt x="3810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5399"/>
                  </a:lnTo>
                  <a:close/>
                </a:path>
                <a:path w="3809" h="62229">
                  <a:moveTo>
                    <a:pt x="3810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1749"/>
                  </a:lnTo>
                  <a:close/>
                </a:path>
                <a:path w="3809" h="62229">
                  <a:moveTo>
                    <a:pt x="381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8099"/>
                  </a:lnTo>
                  <a:close/>
                </a:path>
                <a:path w="3809" h="62229">
                  <a:moveTo>
                    <a:pt x="3810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0639"/>
                  </a:lnTo>
                  <a:close/>
                </a:path>
                <a:path w="3809" h="62229">
                  <a:moveTo>
                    <a:pt x="381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4449"/>
                  </a:lnTo>
                  <a:close/>
                </a:path>
                <a:path w="3809" h="62229">
                  <a:moveTo>
                    <a:pt x="3810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6989"/>
                  </a:lnTo>
                  <a:close/>
                </a:path>
                <a:path w="3809" h="62229">
                  <a:moveTo>
                    <a:pt x="3810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50799"/>
                  </a:lnTo>
                  <a:close/>
                </a:path>
                <a:path w="3809" h="62229">
                  <a:moveTo>
                    <a:pt x="3810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3339"/>
                  </a:lnTo>
                  <a:close/>
                </a:path>
                <a:path w="3809" h="62229">
                  <a:moveTo>
                    <a:pt x="3810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7149"/>
                  </a:lnTo>
                  <a:close/>
                </a:path>
                <a:path w="3809" h="62229">
                  <a:moveTo>
                    <a:pt x="3810" y="59689"/>
                  </a:moveTo>
                  <a:lnTo>
                    <a:pt x="0" y="59689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9689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5" name="object 2445"/>
            <p:cNvSpPr/>
            <p:nvPr/>
          </p:nvSpPr>
          <p:spPr>
            <a:xfrm>
              <a:off x="7030720" y="52781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0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09" h="62229">
                  <a:moveTo>
                    <a:pt x="380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2539"/>
                  </a:lnTo>
                  <a:close/>
                </a:path>
                <a:path w="3809" h="62229">
                  <a:moveTo>
                    <a:pt x="380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49"/>
                  </a:lnTo>
                  <a:close/>
                </a:path>
                <a:path w="3809" h="62229">
                  <a:moveTo>
                    <a:pt x="380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8889"/>
                  </a:lnTo>
                  <a:close/>
                </a:path>
                <a:path w="3809" h="62229">
                  <a:moveTo>
                    <a:pt x="380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2699"/>
                  </a:lnTo>
                  <a:close/>
                </a:path>
                <a:path w="3809" h="62229">
                  <a:moveTo>
                    <a:pt x="3809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5239"/>
                  </a:lnTo>
                  <a:close/>
                </a:path>
                <a:path w="3809" h="62229">
                  <a:moveTo>
                    <a:pt x="3809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9049"/>
                  </a:lnTo>
                  <a:close/>
                </a:path>
                <a:path w="3809" h="62229">
                  <a:moveTo>
                    <a:pt x="3809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1589"/>
                  </a:lnTo>
                  <a:close/>
                </a:path>
                <a:path w="3809" h="62229">
                  <a:moveTo>
                    <a:pt x="3809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5399"/>
                  </a:lnTo>
                  <a:close/>
                </a:path>
                <a:path w="3809" h="62229">
                  <a:moveTo>
                    <a:pt x="3809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1749"/>
                  </a:lnTo>
                  <a:close/>
                </a:path>
                <a:path w="3809" h="62229">
                  <a:moveTo>
                    <a:pt x="3809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8099"/>
                  </a:lnTo>
                  <a:close/>
                </a:path>
                <a:path w="3809" h="62229">
                  <a:moveTo>
                    <a:pt x="3809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0639"/>
                  </a:lnTo>
                  <a:close/>
                </a:path>
                <a:path w="3809" h="62229">
                  <a:moveTo>
                    <a:pt x="3809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4449"/>
                  </a:lnTo>
                  <a:close/>
                </a:path>
                <a:path w="3809" h="62229">
                  <a:moveTo>
                    <a:pt x="3809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6989"/>
                  </a:lnTo>
                  <a:close/>
                </a:path>
                <a:path w="3809" h="62229">
                  <a:moveTo>
                    <a:pt x="3809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0799"/>
                  </a:lnTo>
                  <a:close/>
                </a:path>
                <a:path w="3809" h="62229">
                  <a:moveTo>
                    <a:pt x="3809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3339"/>
                  </a:lnTo>
                  <a:close/>
                </a:path>
                <a:path w="3809" h="62229">
                  <a:moveTo>
                    <a:pt x="3809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7149"/>
                  </a:lnTo>
                  <a:close/>
                </a:path>
                <a:path w="3809" h="62229">
                  <a:moveTo>
                    <a:pt x="3809" y="59689"/>
                  </a:moveTo>
                  <a:lnTo>
                    <a:pt x="0" y="59689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9689"/>
                  </a:lnTo>
                  <a:close/>
                </a:path>
              </a:pathLst>
            </a:custGeom>
            <a:solidFill>
              <a:srgbClr val="79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6" name="object 2446"/>
            <p:cNvSpPr/>
            <p:nvPr/>
          </p:nvSpPr>
          <p:spPr>
            <a:xfrm>
              <a:off x="7034530" y="5278120"/>
              <a:ext cx="2540" cy="62230"/>
            </a:xfrm>
            <a:custGeom>
              <a:avLst/>
              <a:gdLst/>
              <a:ahLst/>
              <a:cxnLst/>
              <a:rect l="l" t="t" r="r" b="b"/>
              <a:pathLst>
                <a:path w="2540" h="62229">
                  <a:moveTo>
                    <a:pt x="254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40" y="2539"/>
                  </a:lnTo>
                  <a:lnTo>
                    <a:pt x="2540" y="0"/>
                  </a:lnTo>
                  <a:close/>
                </a:path>
                <a:path w="2540" h="62229">
                  <a:moveTo>
                    <a:pt x="254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2540" y="6349"/>
                  </a:lnTo>
                  <a:lnTo>
                    <a:pt x="2540" y="2539"/>
                  </a:lnTo>
                  <a:close/>
                </a:path>
                <a:path w="2540" h="62229">
                  <a:moveTo>
                    <a:pt x="254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2540" y="8889"/>
                  </a:lnTo>
                  <a:lnTo>
                    <a:pt x="2540" y="6349"/>
                  </a:lnTo>
                  <a:close/>
                </a:path>
                <a:path w="2540" h="62229">
                  <a:moveTo>
                    <a:pt x="254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2540" y="12699"/>
                  </a:lnTo>
                  <a:lnTo>
                    <a:pt x="2540" y="8889"/>
                  </a:lnTo>
                  <a:close/>
                </a:path>
                <a:path w="2540" h="62229">
                  <a:moveTo>
                    <a:pt x="254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2540" y="15239"/>
                  </a:lnTo>
                  <a:lnTo>
                    <a:pt x="2540" y="12699"/>
                  </a:lnTo>
                  <a:close/>
                </a:path>
                <a:path w="2540" h="62229">
                  <a:moveTo>
                    <a:pt x="254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2540" y="19049"/>
                  </a:lnTo>
                  <a:lnTo>
                    <a:pt x="2540" y="15239"/>
                  </a:lnTo>
                  <a:close/>
                </a:path>
                <a:path w="2540" h="62229">
                  <a:moveTo>
                    <a:pt x="2540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2540" y="21589"/>
                  </a:lnTo>
                  <a:lnTo>
                    <a:pt x="2540" y="19049"/>
                  </a:lnTo>
                  <a:close/>
                </a:path>
                <a:path w="2540" h="62229">
                  <a:moveTo>
                    <a:pt x="2540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2540" y="25399"/>
                  </a:lnTo>
                  <a:lnTo>
                    <a:pt x="2540" y="21589"/>
                  </a:lnTo>
                  <a:close/>
                </a:path>
                <a:path w="2540" h="62229">
                  <a:moveTo>
                    <a:pt x="2540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2540" y="31749"/>
                  </a:lnTo>
                  <a:lnTo>
                    <a:pt x="2540" y="25399"/>
                  </a:lnTo>
                  <a:close/>
                </a:path>
                <a:path w="2540" h="62229">
                  <a:moveTo>
                    <a:pt x="2540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2540" y="38099"/>
                  </a:lnTo>
                  <a:lnTo>
                    <a:pt x="2540" y="31749"/>
                  </a:lnTo>
                  <a:close/>
                </a:path>
                <a:path w="2540" h="62229">
                  <a:moveTo>
                    <a:pt x="254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2540" y="40639"/>
                  </a:lnTo>
                  <a:lnTo>
                    <a:pt x="2540" y="38099"/>
                  </a:lnTo>
                  <a:close/>
                </a:path>
                <a:path w="2540" h="62229">
                  <a:moveTo>
                    <a:pt x="2540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2540" y="44449"/>
                  </a:lnTo>
                  <a:lnTo>
                    <a:pt x="2540" y="40639"/>
                  </a:lnTo>
                  <a:close/>
                </a:path>
                <a:path w="2540" h="62229">
                  <a:moveTo>
                    <a:pt x="254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2540" y="46989"/>
                  </a:lnTo>
                  <a:lnTo>
                    <a:pt x="2540" y="44449"/>
                  </a:lnTo>
                  <a:close/>
                </a:path>
                <a:path w="2540" h="62229">
                  <a:moveTo>
                    <a:pt x="2540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2540" y="50799"/>
                  </a:lnTo>
                  <a:lnTo>
                    <a:pt x="2540" y="46989"/>
                  </a:lnTo>
                  <a:close/>
                </a:path>
                <a:path w="2540" h="62229">
                  <a:moveTo>
                    <a:pt x="2540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2540" y="53339"/>
                  </a:lnTo>
                  <a:lnTo>
                    <a:pt x="2540" y="50799"/>
                  </a:lnTo>
                  <a:close/>
                </a:path>
                <a:path w="2540" h="62229">
                  <a:moveTo>
                    <a:pt x="2540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2540" y="57149"/>
                  </a:lnTo>
                  <a:lnTo>
                    <a:pt x="2540" y="53339"/>
                  </a:lnTo>
                  <a:close/>
                </a:path>
                <a:path w="2540" h="62229">
                  <a:moveTo>
                    <a:pt x="2540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2540" y="59689"/>
                  </a:lnTo>
                  <a:lnTo>
                    <a:pt x="2540" y="57149"/>
                  </a:lnTo>
                  <a:close/>
                </a:path>
                <a:path w="2540" h="62229">
                  <a:moveTo>
                    <a:pt x="2540" y="59689"/>
                  </a:moveTo>
                  <a:lnTo>
                    <a:pt x="0" y="59689"/>
                  </a:lnTo>
                  <a:lnTo>
                    <a:pt x="0" y="62229"/>
                  </a:lnTo>
                  <a:lnTo>
                    <a:pt x="2540" y="62229"/>
                  </a:lnTo>
                  <a:lnTo>
                    <a:pt x="2540" y="59689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7" name="object 2447"/>
            <p:cNvSpPr/>
            <p:nvPr/>
          </p:nvSpPr>
          <p:spPr>
            <a:xfrm>
              <a:off x="7037070" y="52781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0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09" h="62229">
                  <a:moveTo>
                    <a:pt x="380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2539"/>
                  </a:lnTo>
                  <a:close/>
                </a:path>
                <a:path w="3809" h="62229">
                  <a:moveTo>
                    <a:pt x="380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49"/>
                  </a:lnTo>
                  <a:close/>
                </a:path>
                <a:path w="3809" h="62229">
                  <a:moveTo>
                    <a:pt x="380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8889"/>
                  </a:lnTo>
                  <a:close/>
                </a:path>
                <a:path w="3809" h="62229">
                  <a:moveTo>
                    <a:pt x="380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2699"/>
                  </a:lnTo>
                  <a:close/>
                </a:path>
                <a:path w="3809" h="62229">
                  <a:moveTo>
                    <a:pt x="3809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5239"/>
                  </a:lnTo>
                  <a:close/>
                </a:path>
                <a:path w="3809" h="62229">
                  <a:moveTo>
                    <a:pt x="3809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9049"/>
                  </a:lnTo>
                  <a:close/>
                </a:path>
                <a:path w="3809" h="62229">
                  <a:moveTo>
                    <a:pt x="3809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1589"/>
                  </a:lnTo>
                  <a:close/>
                </a:path>
                <a:path w="3809" h="62229">
                  <a:moveTo>
                    <a:pt x="3809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5399"/>
                  </a:lnTo>
                  <a:close/>
                </a:path>
                <a:path w="3809" h="62229">
                  <a:moveTo>
                    <a:pt x="3809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1749"/>
                  </a:lnTo>
                  <a:close/>
                </a:path>
                <a:path w="3809" h="62229">
                  <a:moveTo>
                    <a:pt x="3809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8099"/>
                  </a:lnTo>
                  <a:close/>
                </a:path>
                <a:path w="3809" h="62229">
                  <a:moveTo>
                    <a:pt x="3809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0639"/>
                  </a:lnTo>
                  <a:close/>
                </a:path>
                <a:path w="3809" h="62229">
                  <a:moveTo>
                    <a:pt x="3809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4449"/>
                  </a:lnTo>
                  <a:close/>
                </a:path>
                <a:path w="3809" h="62229">
                  <a:moveTo>
                    <a:pt x="3809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6989"/>
                  </a:lnTo>
                  <a:close/>
                </a:path>
                <a:path w="3809" h="62229">
                  <a:moveTo>
                    <a:pt x="3809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0799"/>
                  </a:lnTo>
                  <a:close/>
                </a:path>
                <a:path w="3809" h="62229">
                  <a:moveTo>
                    <a:pt x="3809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3339"/>
                  </a:lnTo>
                  <a:close/>
                </a:path>
                <a:path w="3809" h="62229">
                  <a:moveTo>
                    <a:pt x="3809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7149"/>
                  </a:lnTo>
                  <a:close/>
                </a:path>
                <a:path w="3809" h="62229">
                  <a:moveTo>
                    <a:pt x="3809" y="59689"/>
                  </a:moveTo>
                  <a:lnTo>
                    <a:pt x="0" y="59689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9689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8" name="object 2448"/>
            <p:cNvSpPr/>
            <p:nvPr/>
          </p:nvSpPr>
          <p:spPr>
            <a:xfrm>
              <a:off x="7040880" y="52781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09" h="62229">
                  <a:moveTo>
                    <a:pt x="381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2539"/>
                  </a:lnTo>
                  <a:close/>
                </a:path>
                <a:path w="3809" h="62229">
                  <a:moveTo>
                    <a:pt x="381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49"/>
                  </a:lnTo>
                  <a:close/>
                </a:path>
                <a:path w="3809" h="62229">
                  <a:moveTo>
                    <a:pt x="381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8889"/>
                  </a:lnTo>
                  <a:close/>
                </a:path>
                <a:path w="3809" h="62229">
                  <a:moveTo>
                    <a:pt x="381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2699"/>
                  </a:lnTo>
                  <a:close/>
                </a:path>
                <a:path w="3809" h="62229">
                  <a:moveTo>
                    <a:pt x="381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5239"/>
                  </a:lnTo>
                  <a:close/>
                </a:path>
                <a:path w="3809" h="62229">
                  <a:moveTo>
                    <a:pt x="3810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9049"/>
                  </a:lnTo>
                  <a:close/>
                </a:path>
                <a:path w="3809" h="62229">
                  <a:moveTo>
                    <a:pt x="3810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21589"/>
                  </a:lnTo>
                  <a:close/>
                </a:path>
                <a:path w="3809" h="62229">
                  <a:moveTo>
                    <a:pt x="3810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5399"/>
                  </a:lnTo>
                  <a:close/>
                </a:path>
                <a:path w="3809" h="62229">
                  <a:moveTo>
                    <a:pt x="3810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1749"/>
                  </a:lnTo>
                  <a:close/>
                </a:path>
                <a:path w="3809" h="62229">
                  <a:moveTo>
                    <a:pt x="381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8099"/>
                  </a:lnTo>
                  <a:close/>
                </a:path>
                <a:path w="3809" h="62229">
                  <a:moveTo>
                    <a:pt x="3810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0639"/>
                  </a:lnTo>
                  <a:close/>
                </a:path>
                <a:path w="3809" h="62229">
                  <a:moveTo>
                    <a:pt x="381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4449"/>
                  </a:lnTo>
                  <a:close/>
                </a:path>
                <a:path w="3809" h="62229">
                  <a:moveTo>
                    <a:pt x="3810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6989"/>
                  </a:lnTo>
                  <a:close/>
                </a:path>
                <a:path w="3809" h="62229">
                  <a:moveTo>
                    <a:pt x="3810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50799"/>
                  </a:lnTo>
                  <a:close/>
                </a:path>
                <a:path w="3809" h="62229">
                  <a:moveTo>
                    <a:pt x="3810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3339"/>
                  </a:lnTo>
                  <a:close/>
                </a:path>
                <a:path w="3809" h="62229">
                  <a:moveTo>
                    <a:pt x="3810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7149"/>
                  </a:lnTo>
                  <a:close/>
                </a:path>
                <a:path w="3809" h="62229">
                  <a:moveTo>
                    <a:pt x="3810" y="59689"/>
                  </a:moveTo>
                  <a:lnTo>
                    <a:pt x="0" y="59689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9689"/>
                  </a:lnTo>
                  <a:close/>
                </a:path>
              </a:pathLst>
            </a:custGeom>
            <a:solidFill>
              <a:srgbClr val="71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9" name="object 2449"/>
            <p:cNvSpPr/>
            <p:nvPr/>
          </p:nvSpPr>
          <p:spPr>
            <a:xfrm>
              <a:off x="7044690" y="52781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0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09" h="62229">
                  <a:moveTo>
                    <a:pt x="380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2539"/>
                  </a:lnTo>
                  <a:close/>
                </a:path>
                <a:path w="3809" h="62229">
                  <a:moveTo>
                    <a:pt x="380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49"/>
                  </a:lnTo>
                  <a:close/>
                </a:path>
                <a:path w="3809" h="62229">
                  <a:moveTo>
                    <a:pt x="380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8889"/>
                  </a:lnTo>
                  <a:close/>
                </a:path>
                <a:path w="3809" h="62229">
                  <a:moveTo>
                    <a:pt x="380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2699"/>
                  </a:lnTo>
                  <a:close/>
                </a:path>
                <a:path w="3809" h="62229">
                  <a:moveTo>
                    <a:pt x="3809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5239"/>
                  </a:lnTo>
                  <a:close/>
                </a:path>
                <a:path w="3809" h="62229">
                  <a:moveTo>
                    <a:pt x="3809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9049"/>
                  </a:lnTo>
                  <a:close/>
                </a:path>
                <a:path w="3809" h="62229">
                  <a:moveTo>
                    <a:pt x="3809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1589"/>
                  </a:lnTo>
                  <a:close/>
                </a:path>
                <a:path w="3809" h="62229">
                  <a:moveTo>
                    <a:pt x="3809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5399"/>
                  </a:lnTo>
                  <a:close/>
                </a:path>
                <a:path w="3809" h="62229">
                  <a:moveTo>
                    <a:pt x="3809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1749"/>
                  </a:lnTo>
                  <a:close/>
                </a:path>
                <a:path w="3809" h="62229">
                  <a:moveTo>
                    <a:pt x="3809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8099"/>
                  </a:lnTo>
                  <a:close/>
                </a:path>
                <a:path w="3809" h="62229">
                  <a:moveTo>
                    <a:pt x="3809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0639"/>
                  </a:lnTo>
                  <a:close/>
                </a:path>
                <a:path w="3809" h="62229">
                  <a:moveTo>
                    <a:pt x="3809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4449"/>
                  </a:lnTo>
                  <a:close/>
                </a:path>
                <a:path w="3809" h="62229">
                  <a:moveTo>
                    <a:pt x="3809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6989"/>
                  </a:lnTo>
                  <a:close/>
                </a:path>
                <a:path w="3809" h="62229">
                  <a:moveTo>
                    <a:pt x="3809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0799"/>
                  </a:lnTo>
                  <a:close/>
                </a:path>
                <a:path w="3809" h="62229">
                  <a:moveTo>
                    <a:pt x="3809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3339"/>
                  </a:lnTo>
                  <a:close/>
                </a:path>
                <a:path w="3809" h="62229">
                  <a:moveTo>
                    <a:pt x="3809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7149"/>
                  </a:lnTo>
                  <a:close/>
                </a:path>
                <a:path w="3809" h="62229">
                  <a:moveTo>
                    <a:pt x="3809" y="59689"/>
                  </a:moveTo>
                  <a:lnTo>
                    <a:pt x="0" y="59689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9689"/>
                  </a:lnTo>
                  <a:close/>
                </a:path>
              </a:pathLst>
            </a:custGeom>
            <a:solidFill>
              <a:srgbClr val="6F84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0" name="object 2450"/>
            <p:cNvSpPr/>
            <p:nvPr/>
          </p:nvSpPr>
          <p:spPr>
            <a:xfrm>
              <a:off x="7048500" y="52781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0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09" h="62229">
                  <a:moveTo>
                    <a:pt x="380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2539"/>
                  </a:lnTo>
                  <a:close/>
                </a:path>
                <a:path w="3809" h="62229">
                  <a:moveTo>
                    <a:pt x="380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49"/>
                  </a:lnTo>
                  <a:close/>
                </a:path>
                <a:path w="3809" h="62229">
                  <a:moveTo>
                    <a:pt x="380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8889"/>
                  </a:lnTo>
                  <a:close/>
                </a:path>
                <a:path w="3809" h="62229">
                  <a:moveTo>
                    <a:pt x="380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2699"/>
                  </a:lnTo>
                  <a:close/>
                </a:path>
                <a:path w="3809" h="62229">
                  <a:moveTo>
                    <a:pt x="3809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5239"/>
                  </a:lnTo>
                  <a:close/>
                </a:path>
                <a:path w="3809" h="62229">
                  <a:moveTo>
                    <a:pt x="3809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9049"/>
                  </a:lnTo>
                  <a:close/>
                </a:path>
                <a:path w="3809" h="62229">
                  <a:moveTo>
                    <a:pt x="3809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1589"/>
                  </a:lnTo>
                  <a:close/>
                </a:path>
                <a:path w="3809" h="62229">
                  <a:moveTo>
                    <a:pt x="3809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5399"/>
                  </a:lnTo>
                  <a:close/>
                </a:path>
                <a:path w="3809" h="62229">
                  <a:moveTo>
                    <a:pt x="3809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1749"/>
                  </a:lnTo>
                  <a:close/>
                </a:path>
                <a:path w="3809" h="62229">
                  <a:moveTo>
                    <a:pt x="3809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8099"/>
                  </a:lnTo>
                  <a:close/>
                </a:path>
                <a:path w="3809" h="62229">
                  <a:moveTo>
                    <a:pt x="3809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0639"/>
                  </a:lnTo>
                  <a:close/>
                </a:path>
                <a:path w="3809" h="62229">
                  <a:moveTo>
                    <a:pt x="3809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4449"/>
                  </a:lnTo>
                  <a:close/>
                </a:path>
                <a:path w="3809" h="62229">
                  <a:moveTo>
                    <a:pt x="3809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6989"/>
                  </a:lnTo>
                  <a:close/>
                </a:path>
                <a:path w="3809" h="62229">
                  <a:moveTo>
                    <a:pt x="3809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0799"/>
                  </a:lnTo>
                  <a:close/>
                </a:path>
                <a:path w="3809" h="62229">
                  <a:moveTo>
                    <a:pt x="3809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3339"/>
                  </a:lnTo>
                  <a:close/>
                </a:path>
                <a:path w="3809" h="62229">
                  <a:moveTo>
                    <a:pt x="3809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7149"/>
                  </a:lnTo>
                  <a:close/>
                </a:path>
                <a:path w="3809" h="62229">
                  <a:moveTo>
                    <a:pt x="3809" y="59689"/>
                  </a:moveTo>
                  <a:lnTo>
                    <a:pt x="0" y="59689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9689"/>
                  </a:lnTo>
                  <a:close/>
                </a:path>
              </a:pathLst>
            </a:custGeom>
            <a:solidFill>
              <a:srgbClr val="6C82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1" name="object 2451"/>
            <p:cNvSpPr/>
            <p:nvPr/>
          </p:nvSpPr>
          <p:spPr>
            <a:xfrm>
              <a:off x="7052310" y="5276850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09" h="63500">
                  <a:moveTo>
                    <a:pt x="2540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09" h="63500">
                  <a:moveTo>
                    <a:pt x="381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70"/>
                  </a:lnTo>
                  <a:close/>
                </a:path>
                <a:path w="3809" h="63500">
                  <a:moveTo>
                    <a:pt x="3810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3810"/>
                  </a:lnTo>
                  <a:close/>
                </a:path>
                <a:path w="3809" h="63500">
                  <a:moveTo>
                    <a:pt x="3810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7620"/>
                  </a:lnTo>
                  <a:close/>
                </a:path>
                <a:path w="3809" h="63500">
                  <a:moveTo>
                    <a:pt x="3810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10160"/>
                  </a:lnTo>
                  <a:close/>
                </a:path>
                <a:path w="3809" h="63500">
                  <a:moveTo>
                    <a:pt x="3810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3970"/>
                  </a:lnTo>
                  <a:close/>
                </a:path>
                <a:path w="3809" h="63500">
                  <a:moveTo>
                    <a:pt x="3810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6510"/>
                  </a:lnTo>
                  <a:close/>
                </a:path>
                <a:path w="3809" h="63500">
                  <a:moveTo>
                    <a:pt x="3810" y="20320"/>
                  </a:moveTo>
                  <a:lnTo>
                    <a:pt x="0" y="2032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20320"/>
                  </a:lnTo>
                  <a:close/>
                </a:path>
                <a:path w="3809" h="63500">
                  <a:moveTo>
                    <a:pt x="3810" y="22860"/>
                  </a:moveTo>
                  <a:lnTo>
                    <a:pt x="0" y="22860"/>
                  </a:lnTo>
                  <a:lnTo>
                    <a:pt x="0" y="26669"/>
                  </a:lnTo>
                  <a:lnTo>
                    <a:pt x="3810" y="26669"/>
                  </a:lnTo>
                  <a:lnTo>
                    <a:pt x="3810" y="22860"/>
                  </a:lnTo>
                  <a:close/>
                </a:path>
                <a:path w="3809" h="63500">
                  <a:moveTo>
                    <a:pt x="3810" y="26670"/>
                  </a:moveTo>
                  <a:lnTo>
                    <a:pt x="0" y="26670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6670"/>
                  </a:lnTo>
                  <a:close/>
                </a:path>
                <a:path w="3809" h="63500">
                  <a:moveTo>
                    <a:pt x="3810" y="33020"/>
                  </a:moveTo>
                  <a:lnTo>
                    <a:pt x="0" y="33020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3020"/>
                  </a:lnTo>
                  <a:close/>
                </a:path>
                <a:path w="3809" h="63500">
                  <a:moveTo>
                    <a:pt x="3810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9370"/>
                  </a:lnTo>
                  <a:close/>
                </a:path>
                <a:path w="3809" h="63500">
                  <a:moveTo>
                    <a:pt x="3810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41910"/>
                  </a:lnTo>
                  <a:close/>
                </a:path>
                <a:path w="3809" h="63500">
                  <a:moveTo>
                    <a:pt x="3810" y="45720"/>
                  </a:moveTo>
                  <a:lnTo>
                    <a:pt x="0" y="4572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5720"/>
                  </a:lnTo>
                  <a:close/>
                </a:path>
                <a:path w="3809" h="63500">
                  <a:moveTo>
                    <a:pt x="3810" y="48260"/>
                  </a:moveTo>
                  <a:lnTo>
                    <a:pt x="0" y="48260"/>
                  </a:lnTo>
                  <a:lnTo>
                    <a:pt x="0" y="52069"/>
                  </a:lnTo>
                  <a:lnTo>
                    <a:pt x="3810" y="52069"/>
                  </a:lnTo>
                  <a:lnTo>
                    <a:pt x="3810" y="48260"/>
                  </a:lnTo>
                  <a:close/>
                </a:path>
                <a:path w="3809" h="63500">
                  <a:moveTo>
                    <a:pt x="3810" y="52070"/>
                  </a:moveTo>
                  <a:lnTo>
                    <a:pt x="0" y="52070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2070"/>
                  </a:lnTo>
                  <a:close/>
                </a:path>
                <a:path w="3809" h="63500">
                  <a:moveTo>
                    <a:pt x="3810" y="54610"/>
                  </a:moveTo>
                  <a:lnTo>
                    <a:pt x="0" y="54610"/>
                  </a:lnTo>
                  <a:lnTo>
                    <a:pt x="0" y="58419"/>
                  </a:lnTo>
                  <a:lnTo>
                    <a:pt x="3810" y="58419"/>
                  </a:lnTo>
                  <a:lnTo>
                    <a:pt x="3810" y="54610"/>
                  </a:lnTo>
                  <a:close/>
                </a:path>
                <a:path w="3809" h="63500">
                  <a:moveTo>
                    <a:pt x="3810" y="58420"/>
                  </a:moveTo>
                  <a:lnTo>
                    <a:pt x="0" y="58420"/>
                  </a:lnTo>
                  <a:lnTo>
                    <a:pt x="0" y="60959"/>
                  </a:lnTo>
                  <a:lnTo>
                    <a:pt x="3810" y="60959"/>
                  </a:lnTo>
                  <a:lnTo>
                    <a:pt x="3810" y="58420"/>
                  </a:lnTo>
                  <a:close/>
                </a:path>
                <a:path w="3809" h="63500">
                  <a:moveTo>
                    <a:pt x="3810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60960"/>
                  </a:lnTo>
                  <a:close/>
                </a:path>
              </a:pathLst>
            </a:custGeom>
            <a:solidFill>
              <a:srgbClr val="6980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2" name="object 2452"/>
            <p:cNvSpPr/>
            <p:nvPr/>
          </p:nvSpPr>
          <p:spPr>
            <a:xfrm>
              <a:off x="7056120" y="52781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0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09" h="62229">
                  <a:moveTo>
                    <a:pt x="380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2539"/>
                  </a:lnTo>
                  <a:close/>
                </a:path>
                <a:path w="3809" h="62229">
                  <a:moveTo>
                    <a:pt x="380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49"/>
                  </a:lnTo>
                  <a:close/>
                </a:path>
                <a:path w="3809" h="62229">
                  <a:moveTo>
                    <a:pt x="380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8889"/>
                  </a:lnTo>
                  <a:close/>
                </a:path>
                <a:path w="3809" h="62229">
                  <a:moveTo>
                    <a:pt x="380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2699"/>
                  </a:lnTo>
                  <a:close/>
                </a:path>
                <a:path w="3809" h="62229">
                  <a:moveTo>
                    <a:pt x="3809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5239"/>
                  </a:lnTo>
                  <a:close/>
                </a:path>
                <a:path w="3809" h="62229">
                  <a:moveTo>
                    <a:pt x="3809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9049"/>
                  </a:lnTo>
                  <a:close/>
                </a:path>
                <a:path w="3809" h="62229">
                  <a:moveTo>
                    <a:pt x="3809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1589"/>
                  </a:lnTo>
                  <a:close/>
                </a:path>
                <a:path w="3809" h="62229">
                  <a:moveTo>
                    <a:pt x="3809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5399"/>
                  </a:lnTo>
                  <a:close/>
                </a:path>
                <a:path w="3809" h="62229">
                  <a:moveTo>
                    <a:pt x="3809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1749"/>
                  </a:lnTo>
                  <a:close/>
                </a:path>
                <a:path w="3809" h="62229">
                  <a:moveTo>
                    <a:pt x="3809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8099"/>
                  </a:lnTo>
                  <a:close/>
                </a:path>
                <a:path w="3809" h="62229">
                  <a:moveTo>
                    <a:pt x="3809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0639"/>
                  </a:lnTo>
                  <a:close/>
                </a:path>
                <a:path w="3809" h="62229">
                  <a:moveTo>
                    <a:pt x="3809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4449"/>
                  </a:lnTo>
                  <a:close/>
                </a:path>
                <a:path w="3809" h="62229">
                  <a:moveTo>
                    <a:pt x="3809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6989"/>
                  </a:lnTo>
                  <a:close/>
                </a:path>
                <a:path w="3809" h="62229">
                  <a:moveTo>
                    <a:pt x="3809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0799"/>
                  </a:lnTo>
                  <a:close/>
                </a:path>
                <a:path w="3809" h="62229">
                  <a:moveTo>
                    <a:pt x="3809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3339"/>
                  </a:lnTo>
                  <a:close/>
                </a:path>
                <a:path w="3809" h="62229">
                  <a:moveTo>
                    <a:pt x="3809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7149"/>
                  </a:lnTo>
                  <a:close/>
                </a:path>
                <a:path w="3809" h="62229">
                  <a:moveTo>
                    <a:pt x="3809" y="59689"/>
                  </a:moveTo>
                  <a:lnTo>
                    <a:pt x="0" y="59689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9689"/>
                  </a:lnTo>
                  <a:close/>
                </a:path>
              </a:pathLst>
            </a:custGeom>
            <a:solidFill>
              <a:srgbClr val="677E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3" name="object 2453"/>
            <p:cNvSpPr/>
            <p:nvPr/>
          </p:nvSpPr>
          <p:spPr>
            <a:xfrm>
              <a:off x="7059930" y="52781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09" h="62229">
                  <a:moveTo>
                    <a:pt x="381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2539"/>
                  </a:lnTo>
                  <a:close/>
                </a:path>
                <a:path w="3809" h="62229">
                  <a:moveTo>
                    <a:pt x="381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49"/>
                  </a:lnTo>
                  <a:close/>
                </a:path>
                <a:path w="3809" h="62229">
                  <a:moveTo>
                    <a:pt x="381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8889"/>
                  </a:lnTo>
                  <a:close/>
                </a:path>
                <a:path w="3809" h="62229">
                  <a:moveTo>
                    <a:pt x="381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2699"/>
                  </a:lnTo>
                  <a:close/>
                </a:path>
                <a:path w="3809" h="62229">
                  <a:moveTo>
                    <a:pt x="381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5239"/>
                  </a:lnTo>
                  <a:close/>
                </a:path>
                <a:path w="3809" h="62229">
                  <a:moveTo>
                    <a:pt x="3810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9049"/>
                  </a:lnTo>
                  <a:close/>
                </a:path>
                <a:path w="3809" h="62229">
                  <a:moveTo>
                    <a:pt x="3810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21589"/>
                  </a:lnTo>
                  <a:close/>
                </a:path>
                <a:path w="3809" h="62229">
                  <a:moveTo>
                    <a:pt x="3810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5399"/>
                  </a:lnTo>
                  <a:close/>
                </a:path>
                <a:path w="3809" h="62229">
                  <a:moveTo>
                    <a:pt x="3810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1749"/>
                  </a:lnTo>
                  <a:close/>
                </a:path>
                <a:path w="3809" h="62229">
                  <a:moveTo>
                    <a:pt x="381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8099"/>
                  </a:lnTo>
                  <a:close/>
                </a:path>
                <a:path w="3809" h="62229">
                  <a:moveTo>
                    <a:pt x="3810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0639"/>
                  </a:lnTo>
                  <a:close/>
                </a:path>
                <a:path w="3809" h="62229">
                  <a:moveTo>
                    <a:pt x="381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4449"/>
                  </a:lnTo>
                  <a:close/>
                </a:path>
                <a:path w="3809" h="62229">
                  <a:moveTo>
                    <a:pt x="3810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6989"/>
                  </a:lnTo>
                  <a:close/>
                </a:path>
                <a:path w="3809" h="62229">
                  <a:moveTo>
                    <a:pt x="3810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50799"/>
                  </a:lnTo>
                  <a:close/>
                </a:path>
                <a:path w="3809" h="62229">
                  <a:moveTo>
                    <a:pt x="3810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3339"/>
                  </a:lnTo>
                  <a:close/>
                </a:path>
                <a:path w="3809" h="62229">
                  <a:moveTo>
                    <a:pt x="3810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7149"/>
                  </a:lnTo>
                  <a:close/>
                </a:path>
                <a:path w="3809" h="62229">
                  <a:moveTo>
                    <a:pt x="3810" y="59689"/>
                  </a:moveTo>
                  <a:lnTo>
                    <a:pt x="0" y="59689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9689"/>
                  </a:lnTo>
                  <a:close/>
                </a:path>
              </a:pathLst>
            </a:custGeom>
            <a:solidFill>
              <a:srgbClr val="6A80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4" name="object 2454"/>
            <p:cNvSpPr/>
            <p:nvPr/>
          </p:nvSpPr>
          <p:spPr>
            <a:xfrm>
              <a:off x="7063740" y="5278120"/>
              <a:ext cx="2540" cy="62230"/>
            </a:xfrm>
            <a:custGeom>
              <a:avLst/>
              <a:gdLst/>
              <a:ahLst/>
              <a:cxnLst/>
              <a:rect l="l" t="t" r="r" b="b"/>
              <a:pathLst>
                <a:path w="2540" h="62229">
                  <a:moveTo>
                    <a:pt x="253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39" y="2539"/>
                  </a:lnTo>
                  <a:lnTo>
                    <a:pt x="2539" y="0"/>
                  </a:lnTo>
                  <a:close/>
                </a:path>
                <a:path w="2540" h="62229">
                  <a:moveTo>
                    <a:pt x="253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2539" y="6349"/>
                  </a:lnTo>
                  <a:lnTo>
                    <a:pt x="2539" y="2539"/>
                  </a:lnTo>
                  <a:close/>
                </a:path>
                <a:path w="2540" h="62229">
                  <a:moveTo>
                    <a:pt x="253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2539" y="8889"/>
                  </a:lnTo>
                  <a:lnTo>
                    <a:pt x="2539" y="6349"/>
                  </a:lnTo>
                  <a:close/>
                </a:path>
                <a:path w="2540" h="62229">
                  <a:moveTo>
                    <a:pt x="253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2539" y="12699"/>
                  </a:lnTo>
                  <a:lnTo>
                    <a:pt x="2539" y="8889"/>
                  </a:lnTo>
                  <a:close/>
                </a:path>
                <a:path w="2540" h="62229">
                  <a:moveTo>
                    <a:pt x="253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2539" y="15239"/>
                  </a:lnTo>
                  <a:lnTo>
                    <a:pt x="2539" y="12699"/>
                  </a:lnTo>
                  <a:close/>
                </a:path>
                <a:path w="2540" h="62229">
                  <a:moveTo>
                    <a:pt x="2539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2539" y="19049"/>
                  </a:lnTo>
                  <a:lnTo>
                    <a:pt x="2539" y="15239"/>
                  </a:lnTo>
                  <a:close/>
                </a:path>
                <a:path w="2540" h="62229">
                  <a:moveTo>
                    <a:pt x="2539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2539" y="21589"/>
                  </a:lnTo>
                  <a:lnTo>
                    <a:pt x="2539" y="19049"/>
                  </a:lnTo>
                  <a:close/>
                </a:path>
                <a:path w="2540" h="62229">
                  <a:moveTo>
                    <a:pt x="2539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2539" y="25399"/>
                  </a:lnTo>
                  <a:lnTo>
                    <a:pt x="2539" y="21589"/>
                  </a:lnTo>
                  <a:close/>
                </a:path>
                <a:path w="2540" h="62229">
                  <a:moveTo>
                    <a:pt x="2539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2539" y="31749"/>
                  </a:lnTo>
                  <a:lnTo>
                    <a:pt x="2539" y="25399"/>
                  </a:lnTo>
                  <a:close/>
                </a:path>
                <a:path w="2540" h="62229">
                  <a:moveTo>
                    <a:pt x="2539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2539" y="38099"/>
                  </a:lnTo>
                  <a:lnTo>
                    <a:pt x="2539" y="31749"/>
                  </a:lnTo>
                  <a:close/>
                </a:path>
                <a:path w="2540" h="62229">
                  <a:moveTo>
                    <a:pt x="2539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2539" y="40639"/>
                  </a:lnTo>
                  <a:lnTo>
                    <a:pt x="2539" y="38099"/>
                  </a:lnTo>
                  <a:close/>
                </a:path>
                <a:path w="2540" h="62229">
                  <a:moveTo>
                    <a:pt x="2539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2539" y="44449"/>
                  </a:lnTo>
                  <a:lnTo>
                    <a:pt x="2539" y="40639"/>
                  </a:lnTo>
                  <a:close/>
                </a:path>
                <a:path w="2540" h="62229">
                  <a:moveTo>
                    <a:pt x="2539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2539" y="46989"/>
                  </a:lnTo>
                  <a:lnTo>
                    <a:pt x="2539" y="44449"/>
                  </a:lnTo>
                  <a:close/>
                </a:path>
                <a:path w="2540" h="62229">
                  <a:moveTo>
                    <a:pt x="2539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2539" y="50799"/>
                  </a:lnTo>
                  <a:lnTo>
                    <a:pt x="2539" y="46989"/>
                  </a:lnTo>
                  <a:close/>
                </a:path>
                <a:path w="2540" h="62229">
                  <a:moveTo>
                    <a:pt x="2539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2539" y="53339"/>
                  </a:lnTo>
                  <a:lnTo>
                    <a:pt x="2539" y="50799"/>
                  </a:lnTo>
                  <a:close/>
                </a:path>
                <a:path w="2540" h="62229">
                  <a:moveTo>
                    <a:pt x="2539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2539" y="57149"/>
                  </a:lnTo>
                  <a:lnTo>
                    <a:pt x="2539" y="53339"/>
                  </a:lnTo>
                  <a:close/>
                </a:path>
                <a:path w="2540" h="62229">
                  <a:moveTo>
                    <a:pt x="2539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2539" y="59689"/>
                  </a:lnTo>
                  <a:lnTo>
                    <a:pt x="2539" y="57149"/>
                  </a:lnTo>
                  <a:close/>
                </a:path>
                <a:path w="2540" h="62229">
                  <a:moveTo>
                    <a:pt x="2539" y="59689"/>
                  </a:moveTo>
                  <a:lnTo>
                    <a:pt x="0" y="59689"/>
                  </a:lnTo>
                  <a:lnTo>
                    <a:pt x="0" y="62229"/>
                  </a:lnTo>
                  <a:lnTo>
                    <a:pt x="2539" y="62229"/>
                  </a:lnTo>
                  <a:lnTo>
                    <a:pt x="2539" y="59689"/>
                  </a:lnTo>
                  <a:close/>
                </a:path>
              </a:pathLst>
            </a:custGeom>
            <a:solidFill>
              <a:srgbClr val="6C82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5" name="object 2455"/>
            <p:cNvSpPr/>
            <p:nvPr/>
          </p:nvSpPr>
          <p:spPr>
            <a:xfrm>
              <a:off x="7066280" y="52781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09" h="62229">
                  <a:moveTo>
                    <a:pt x="381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2539"/>
                  </a:lnTo>
                  <a:close/>
                </a:path>
                <a:path w="3809" h="62229">
                  <a:moveTo>
                    <a:pt x="381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49"/>
                  </a:lnTo>
                  <a:close/>
                </a:path>
                <a:path w="3809" h="62229">
                  <a:moveTo>
                    <a:pt x="381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8889"/>
                  </a:lnTo>
                  <a:close/>
                </a:path>
                <a:path w="3809" h="62229">
                  <a:moveTo>
                    <a:pt x="381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2699"/>
                  </a:lnTo>
                  <a:close/>
                </a:path>
                <a:path w="3809" h="62229">
                  <a:moveTo>
                    <a:pt x="381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5239"/>
                  </a:lnTo>
                  <a:close/>
                </a:path>
                <a:path w="3809" h="62229">
                  <a:moveTo>
                    <a:pt x="3810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9049"/>
                  </a:lnTo>
                  <a:close/>
                </a:path>
                <a:path w="3809" h="62229">
                  <a:moveTo>
                    <a:pt x="3810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21589"/>
                  </a:lnTo>
                  <a:close/>
                </a:path>
                <a:path w="3809" h="62229">
                  <a:moveTo>
                    <a:pt x="3810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5399"/>
                  </a:lnTo>
                  <a:close/>
                </a:path>
                <a:path w="3809" h="62229">
                  <a:moveTo>
                    <a:pt x="3810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1749"/>
                  </a:lnTo>
                  <a:close/>
                </a:path>
                <a:path w="3809" h="62229">
                  <a:moveTo>
                    <a:pt x="381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8099"/>
                  </a:lnTo>
                  <a:close/>
                </a:path>
                <a:path w="3809" h="62229">
                  <a:moveTo>
                    <a:pt x="3810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0639"/>
                  </a:lnTo>
                  <a:close/>
                </a:path>
                <a:path w="3809" h="62229">
                  <a:moveTo>
                    <a:pt x="381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4449"/>
                  </a:lnTo>
                  <a:close/>
                </a:path>
                <a:path w="3809" h="62229">
                  <a:moveTo>
                    <a:pt x="3810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6989"/>
                  </a:lnTo>
                  <a:close/>
                </a:path>
                <a:path w="3809" h="62229">
                  <a:moveTo>
                    <a:pt x="3810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50799"/>
                  </a:lnTo>
                  <a:close/>
                </a:path>
                <a:path w="3809" h="62229">
                  <a:moveTo>
                    <a:pt x="3810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3339"/>
                  </a:lnTo>
                  <a:close/>
                </a:path>
                <a:path w="3809" h="62229">
                  <a:moveTo>
                    <a:pt x="3810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7149"/>
                  </a:lnTo>
                  <a:close/>
                </a:path>
                <a:path w="3809" h="62229">
                  <a:moveTo>
                    <a:pt x="3810" y="59689"/>
                  </a:moveTo>
                  <a:lnTo>
                    <a:pt x="0" y="59689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9689"/>
                  </a:lnTo>
                  <a:close/>
                </a:path>
              </a:pathLst>
            </a:custGeom>
            <a:solidFill>
              <a:srgbClr val="6F84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6" name="object 2456"/>
            <p:cNvSpPr/>
            <p:nvPr/>
          </p:nvSpPr>
          <p:spPr>
            <a:xfrm>
              <a:off x="7070090" y="52781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0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09" h="62229">
                  <a:moveTo>
                    <a:pt x="380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2539"/>
                  </a:lnTo>
                  <a:close/>
                </a:path>
                <a:path w="3809" h="62229">
                  <a:moveTo>
                    <a:pt x="380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49"/>
                  </a:lnTo>
                  <a:close/>
                </a:path>
                <a:path w="3809" h="62229">
                  <a:moveTo>
                    <a:pt x="380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8889"/>
                  </a:lnTo>
                  <a:close/>
                </a:path>
                <a:path w="3809" h="62229">
                  <a:moveTo>
                    <a:pt x="380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2699"/>
                  </a:lnTo>
                  <a:close/>
                </a:path>
                <a:path w="3809" h="62229">
                  <a:moveTo>
                    <a:pt x="3809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5239"/>
                  </a:lnTo>
                  <a:close/>
                </a:path>
                <a:path w="3809" h="62229">
                  <a:moveTo>
                    <a:pt x="3809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9049"/>
                  </a:lnTo>
                  <a:close/>
                </a:path>
                <a:path w="3809" h="62229">
                  <a:moveTo>
                    <a:pt x="3809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1589"/>
                  </a:lnTo>
                  <a:close/>
                </a:path>
                <a:path w="3809" h="62229">
                  <a:moveTo>
                    <a:pt x="3809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5399"/>
                  </a:lnTo>
                  <a:close/>
                </a:path>
                <a:path w="3809" h="62229">
                  <a:moveTo>
                    <a:pt x="3809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1749"/>
                  </a:lnTo>
                  <a:close/>
                </a:path>
                <a:path w="3809" h="62229">
                  <a:moveTo>
                    <a:pt x="3809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8099"/>
                  </a:lnTo>
                  <a:close/>
                </a:path>
                <a:path w="3809" h="62229">
                  <a:moveTo>
                    <a:pt x="3809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0639"/>
                  </a:lnTo>
                  <a:close/>
                </a:path>
                <a:path w="3809" h="62229">
                  <a:moveTo>
                    <a:pt x="3809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4449"/>
                  </a:lnTo>
                  <a:close/>
                </a:path>
                <a:path w="3809" h="62229">
                  <a:moveTo>
                    <a:pt x="3809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6989"/>
                  </a:lnTo>
                  <a:close/>
                </a:path>
                <a:path w="3809" h="62229">
                  <a:moveTo>
                    <a:pt x="3809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0799"/>
                  </a:lnTo>
                  <a:close/>
                </a:path>
                <a:path w="3809" h="62229">
                  <a:moveTo>
                    <a:pt x="3809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3339"/>
                  </a:lnTo>
                  <a:close/>
                </a:path>
                <a:path w="3809" h="62229">
                  <a:moveTo>
                    <a:pt x="3809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7149"/>
                  </a:lnTo>
                  <a:close/>
                </a:path>
                <a:path w="3809" h="62229">
                  <a:moveTo>
                    <a:pt x="3809" y="59689"/>
                  </a:moveTo>
                  <a:lnTo>
                    <a:pt x="0" y="59689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9689"/>
                  </a:lnTo>
                  <a:close/>
                </a:path>
              </a:pathLst>
            </a:custGeom>
            <a:solidFill>
              <a:srgbClr val="72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7" name="object 2457"/>
            <p:cNvSpPr/>
            <p:nvPr/>
          </p:nvSpPr>
          <p:spPr>
            <a:xfrm>
              <a:off x="7073900" y="52781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0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09" h="62229">
                  <a:moveTo>
                    <a:pt x="380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2539"/>
                  </a:lnTo>
                  <a:close/>
                </a:path>
                <a:path w="3809" h="62229">
                  <a:moveTo>
                    <a:pt x="380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49"/>
                  </a:lnTo>
                  <a:close/>
                </a:path>
                <a:path w="3809" h="62229">
                  <a:moveTo>
                    <a:pt x="380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8889"/>
                  </a:lnTo>
                  <a:close/>
                </a:path>
                <a:path w="3809" h="62229">
                  <a:moveTo>
                    <a:pt x="380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2699"/>
                  </a:lnTo>
                  <a:close/>
                </a:path>
                <a:path w="3809" h="62229">
                  <a:moveTo>
                    <a:pt x="3809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5239"/>
                  </a:lnTo>
                  <a:close/>
                </a:path>
                <a:path w="3809" h="62229">
                  <a:moveTo>
                    <a:pt x="3809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9049"/>
                  </a:lnTo>
                  <a:close/>
                </a:path>
                <a:path w="3809" h="62229">
                  <a:moveTo>
                    <a:pt x="3809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1589"/>
                  </a:lnTo>
                  <a:close/>
                </a:path>
                <a:path w="3809" h="62229">
                  <a:moveTo>
                    <a:pt x="3809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5399"/>
                  </a:lnTo>
                  <a:close/>
                </a:path>
                <a:path w="3809" h="62229">
                  <a:moveTo>
                    <a:pt x="3809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1749"/>
                  </a:lnTo>
                  <a:close/>
                </a:path>
                <a:path w="3809" h="62229">
                  <a:moveTo>
                    <a:pt x="3809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8099"/>
                  </a:lnTo>
                  <a:close/>
                </a:path>
                <a:path w="3809" h="62229">
                  <a:moveTo>
                    <a:pt x="3809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0639"/>
                  </a:lnTo>
                  <a:close/>
                </a:path>
                <a:path w="3809" h="62229">
                  <a:moveTo>
                    <a:pt x="3809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4449"/>
                  </a:lnTo>
                  <a:close/>
                </a:path>
                <a:path w="3809" h="62229">
                  <a:moveTo>
                    <a:pt x="3809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6989"/>
                  </a:lnTo>
                  <a:close/>
                </a:path>
                <a:path w="3809" h="62229">
                  <a:moveTo>
                    <a:pt x="3809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0799"/>
                  </a:lnTo>
                  <a:close/>
                </a:path>
                <a:path w="3809" h="62229">
                  <a:moveTo>
                    <a:pt x="3809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3339"/>
                  </a:lnTo>
                  <a:close/>
                </a:path>
                <a:path w="3809" h="62229">
                  <a:moveTo>
                    <a:pt x="3809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7149"/>
                  </a:lnTo>
                  <a:close/>
                </a:path>
                <a:path w="3809" h="62229">
                  <a:moveTo>
                    <a:pt x="3809" y="59689"/>
                  </a:moveTo>
                  <a:lnTo>
                    <a:pt x="0" y="59689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9689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8" name="object 2458"/>
            <p:cNvSpPr/>
            <p:nvPr/>
          </p:nvSpPr>
          <p:spPr>
            <a:xfrm>
              <a:off x="7077710" y="52781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09" h="62229">
                  <a:moveTo>
                    <a:pt x="381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2539"/>
                  </a:lnTo>
                  <a:close/>
                </a:path>
                <a:path w="3809" h="62229">
                  <a:moveTo>
                    <a:pt x="381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49"/>
                  </a:lnTo>
                  <a:close/>
                </a:path>
                <a:path w="3809" h="62229">
                  <a:moveTo>
                    <a:pt x="381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8889"/>
                  </a:lnTo>
                  <a:close/>
                </a:path>
                <a:path w="3809" h="62229">
                  <a:moveTo>
                    <a:pt x="381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2699"/>
                  </a:lnTo>
                  <a:close/>
                </a:path>
                <a:path w="3809" h="62229">
                  <a:moveTo>
                    <a:pt x="381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5239"/>
                  </a:lnTo>
                  <a:close/>
                </a:path>
                <a:path w="3809" h="62229">
                  <a:moveTo>
                    <a:pt x="3810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9049"/>
                  </a:lnTo>
                  <a:close/>
                </a:path>
                <a:path w="3809" h="62229">
                  <a:moveTo>
                    <a:pt x="3810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21589"/>
                  </a:lnTo>
                  <a:close/>
                </a:path>
                <a:path w="3809" h="62229">
                  <a:moveTo>
                    <a:pt x="3810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5399"/>
                  </a:lnTo>
                  <a:close/>
                </a:path>
                <a:path w="3809" h="62229">
                  <a:moveTo>
                    <a:pt x="3810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1749"/>
                  </a:lnTo>
                  <a:close/>
                </a:path>
                <a:path w="3809" h="62229">
                  <a:moveTo>
                    <a:pt x="381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8099"/>
                  </a:lnTo>
                  <a:close/>
                </a:path>
                <a:path w="3809" h="62229">
                  <a:moveTo>
                    <a:pt x="3810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0639"/>
                  </a:lnTo>
                  <a:close/>
                </a:path>
                <a:path w="3809" h="62229">
                  <a:moveTo>
                    <a:pt x="381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4449"/>
                  </a:lnTo>
                  <a:close/>
                </a:path>
                <a:path w="3809" h="62229">
                  <a:moveTo>
                    <a:pt x="3810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6989"/>
                  </a:lnTo>
                  <a:close/>
                </a:path>
                <a:path w="3809" h="62229">
                  <a:moveTo>
                    <a:pt x="3810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50799"/>
                  </a:lnTo>
                  <a:close/>
                </a:path>
                <a:path w="3809" h="62229">
                  <a:moveTo>
                    <a:pt x="3810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3339"/>
                  </a:lnTo>
                  <a:close/>
                </a:path>
                <a:path w="3809" h="62229">
                  <a:moveTo>
                    <a:pt x="3810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7149"/>
                  </a:lnTo>
                  <a:close/>
                </a:path>
                <a:path w="3809" h="62229">
                  <a:moveTo>
                    <a:pt x="3810" y="59689"/>
                  </a:moveTo>
                  <a:lnTo>
                    <a:pt x="0" y="59689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9689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9" name="object 2459"/>
            <p:cNvSpPr/>
            <p:nvPr/>
          </p:nvSpPr>
          <p:spPr>
            <a:xfrm>
              <a:off x="7081520" y="52781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254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09" h="62229">
                  <a:moveTo>
                    <a:pt x="380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2539"/>
                  </a:lnTo>
                  <a:close/>
                </a:path>
                <a:path w="3809" h="62229">
                  <a:moveTo>
                    <a:pt x="380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49"/>
                  </a:lnTo>
                  <a:close/>
                </a:path>
                <a:path w="3809" h="62229">
                  <a:moveTo>
                    <a:pt x="380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8889"/>
                  </a:lnTo>
                  <a:close/>
                </a:path>
                <a:path w="3809" h="62229">
                  <a:moveTo>
                    <a:pt x="380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2699"/>
                  </a:lnTo>
                  <a:close/>
                </a:path>
                <a:path w="3809" h="62229">
                  <a:moveTo>
                    <a:pt x="3809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5239"/>
                  </a:lnTo>
                  <a:close/>
                </a:path>
                <a:path w="3809" h="62229">
                  <a:moveTo>
                    <a:pt x="3809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9049"/>
                  </a:lnTo>
                  <a:close/>
                </a:path>
                <a:path w="3809" h="62229">
                  <a:moveTo>
                    <a:pt x="3809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1589"/>
                  </a:lnTo>
                  <a:close/>
                </a:path>
                <a:path w="3809" h="62229">
                  <a:moveTo>
                    <a:pt x="3809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5399"/>
                  </a:lnTo>
                  <a:close/>
                </a:path>
                <a:path w="3809" h="62229">
                  <a:moveTo>
                    <a:pt x="3809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1749"/>
                  </a:lnTo>
                  <a:close/>
                </a:path>
                <a:path w="3809" h="62229">
                  <a:moveTo>
                    <a:pt x="3809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8099"/>
                  </a:lnTo>
                  <a:close/>
                </a:path>
                <a:path w="3809" h="62229">
                  <a:moveTo>
                    <a:pt x="3809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0639"/>
                  </a:lnTo>
                  <a:close/>
                </a:path>
                <a:path w="3809" h="62229">
                  <a:moveTo>
                    <a:pt x="3809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4449"/>
                  </a:lnTo>
                  <a:close/>
                </a:path>
                <a:path w="3809" h="62229">
                  <a:moveTo>
                    <a:pt x="3809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6989"/>
                  </a:lnTo>
                  <a:close/>
                </a:path>
                <a:path w="3809" h="62229">
                  <a:moveTo>
                    <a:pt x="3809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0799"/>
                  </a:lnTo>
                  <a:close/>
                </a:path>
                <a:path w="3809" h="62229">
                  <a:moveTo>
                    <a:pt x="3809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3339"/>
                  </a:lnTo>
                  <a:close/>
                </a:path>
                <a:path w="3809" h="62229">
                  <a:moveTo>
                    <a:pt x="3809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7149"/>
                  </a:lnTo>
                  <a:close/>
                </a:path>
                <a:path w="3809" h="62229">
                  <a:moveTo>
                    <a:pt x="3809" y="59689"/>
                  </a:moveTo>
                  <a:lnTo>
                    <a:pt x="0" y="59689"/>
                  </a:lnTo>
                  <a:lnTo>
                    <a:pt x="0" y="62229"/>
                  </a:lnTo>
                  <a:lnTo>
                    <a:pt x="2540" y="62229"/>
                  </a:lnTo>
                  <a:lnTo>
                    <a:pt x="2540" y="60959"/>
                  </a:lnTo>
                  <a:lnTo>
                    <a:pt x="3809" y="60959"/>
                  </a:lnTo>
                  <a:lnTo>
                    <a:pt x="3809" y="59689"/>
                  </a:lnTo>
                  <a:close/>
                </a:path>
              </a:pathLst>
            </a:custGeom>
            <a:solidFill>
              <a:srgbClr val="7A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0" name="object 2460"/>
            <p:cNvSpPr/>
            <p:nvPr/>
          </p:nvSpPr>
          <p:spPr>
            <a:xfrm>
              <a:off x="7085330" y="5279389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  <a:path w="2540" h="59689">
                  <a:moveTo>
                    <a:pt x="254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1270"/>
                  </a:lnTo>
                  <a:close/>
                </a:path>
                <a:path w="2540" h="59689">
                  <a:moveTo>
                    <a:pt x="2540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5080"/>
                  </a:lnTo>
                  <a:close/>
                </a:path>
                <a:path w="2540" h="59689">
                  <a:moveTo>
                    <a:pt x="2540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7620"/>
                  </a:lnTo>
                  <a:close/>
                </a:path>
                <a:path w="2540" h="59689">
                  <a:moveTo>
                    <a:pt x="2540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2540" y="13970"/>
                  </a:lnTo>
                  <a:lnTo>
                    <a:pt x="2540" y="11430"/>
                  </a:lnTo>
                  <a:close/>
                </a:path>
                <a:path w="2540" h="59689">
                  <a:moveTo>
                    <a:pt x="2540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2540" y="17780"/>
                  </a:lnTo>
                  <a:lnTo>
                    <a:pt x="2540" y="13970"/>
                  </a:lnTo>
                  <a:close/>
                </a:path>
                <a:path w="2540" h="59689">
                  <a:moveTo>
                    <a:pt x="2540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2540" y="20320"/>
                  </a:lnTo>
                  <a:lnTo>
                    <a:pt x="2540" y="17780"/>
                  </a:lnTo>
                  <a:close/>
                </a:path>
                <a:path w="2540" h="59689">
                  <a:moveTo>
                    <a:pt x="2540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2540" y="24130"/>
                  </a:lnTo>
                  <a:lnTo>
                    <a:pt x="2540" y="20320"/>
                  </a:lnTo>
                  <a:close/>
                </a:path>
                <a:path w="2540" h="59689">
                  <a:moveTo>
                    <a:pt x="2540" y="24130"/>
                  </a:moveTo>
                  <a:lnTo>
                    <a:pt x="0" y="24130"/>
                  </a:lnTo>
                  <a:lnTo>
                    <a:pt x="0" y="30480"/>
                  </a:lnTo>
                  <a:lnTo>
                    <a:pt x="2540" y="30480"/>
                  </a:lnTo>
                  <a:lnTo>
                    <a:pt x="2540" y="24130"/>
                  </a:lnTo>
                  <a:close/>
                </a:path>
                <a:path w="2540" h="59689">
                  <a:moveTo>
                    <a:pt x="2540" y="30480"/>
                  </a:moveTo>
                  <a:lnTo>
                    <a:pt x="0" y="30480"/>
                  </a:lnTo>
                  <a:lnTo>
                    <a:pt x="0" y="36830"/>
                  </a:lnTo>
                  <a:lnTo>
                    <a:pt x="2540" y="36830"/>
                  </a:lnTo>
                  <a:lnTo>
                    <a:pt x="2540" y="30480"/>
                  </a:lnTo>
                  <a:close/>
                </a:path>
                <a:path w="2540" h="59689">
                  <a:moveTo>
                    <a:pt x="2540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2540" y="39370"/>
                  </a:lnTo>
                  <a:lnTo>
                    <a:pt x="2540" y="36830"/>
                  </a:lnTo>
                  <a:close/>
                </a:path>
                <a:path w="2540" h="59689">
                  <a:moveTo>
                    <a:pt x="2540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2540" y="43180"/>
                  </a:lnTo>
                  <a:lnTo>
                    <a:pt x="2540" y="39370"/>
                  </a:lnTo>
                  <a:close/>
                </a:path>
                <a:path w="2540" h="59689">
                  <a:moveTo>
                    <a:pt x="2540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2540" y="45720"/>
                  </a:lnTo>
                  <a:lnTo>
                    <a:pt x="2540" y="43180"/>
                  </a:lnTo>
                  <a:close/>
                </a:path>
                <a:path w="2540" h="59689">
                  <a:moveTo>
                    <a:pt x="2540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2540" y="49530"/>
                  </a:lnTo>
                  <a:lnTo>
                    <a:pt x="2540" y="45720"/>
                  </a:lnTo>
                  <a:close/>
                </a:path>
                <a:path w="2540" h="59689">
                  <a:moveTo>
                    <a:pt x="2540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2540" y="52070"/>
                  </a:lnTo>
                  <a:lnTo>
                    <a:pt x="2540" y="49530"/>
                  </a:lnTo>
                  <a:close/>
                </a:path>
                <a:path w="2540" h="59689">
                  <a:moveTo>
                    <a:pt x="2540" y="52070"/>
                  </a:moveTo>
                  <a:lnTo>
                    <a:pt x="0" y="52070"/>
                  </a:lnTo>
                  <a:lnTo>
                    <a:pt x="0" y="55880"/>
                  </a:lnTo>
                  <a:lnTo>
                    <a:pt x="2540" y="55880"/>
                  </a:lnTo>
                  <a:lnTo>
                    <a:pt x="2540" y="52070"/>
                  </a:lnTo>
                  <a:close/>
                </a:path>
                <a:path w="2540" h="59689">
                  <a:moveTo>
                    <a:pt x="2540" y="55880"/>
                  </a:moveTo>
                  <a:lnTo>
                    <a:pt x="0" y="55880"/>
                  </a:lnTo>
                  <a:lnTo>
                    <a:pt x="0" y="58420"/>
                  </a:lnTo>
                  <a:lnTo>
                    <a:pt x="2540" y="58420"/>
                  </a:lnTo>
                  <a:lnTo>
                    <a:pt x="2540" y="55880"/>
                  </a:lnTo>
                  <a:close/>
                </a:path>
                <a:path w="2540" h="59689">
                  <a:moveTo>
                    <a:pt x="2540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2540" y="59690"/>
                  </a:lnTo>
                  <a:lnTo>
                    <a:pt x="2540" y="58420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1" name="object 2461"/>
            <p:cNvSpPr/>
            <p:nvPr/>
          </p:nvSpPr>
          <p:spPr>
            <a:xfrm>
              <a:off x="7087870" y="52793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89">
                  <a:moveTo>
                    <a:pt x="3809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09" y="1270"/>
                  </a:lnTo>
                  <a:lnTo>
                    <a:pt x="3809" y="0"/>
                  </a:lnTo>
                  <a:close/>
                </a:path>
                <a:path w="3809" h="59689">
                  <a:moveTo>
                    <a:pt x="380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1270"/>
                  </a:lnTo>
                  <a:close/>
                </a:path>
                <a:path w="3809" h="59689">
                  <a:moveTo>
                    <a:pt x="380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09" y="7620"/>
                  </a:lnTo>
                  <a:lnTo>
                    <a:pt x="3809" y="5080"/>
                  </a:lnTo>
                  <a:close/>
                </a:path>
                <a:path w="3809" h="59689">
                  <a:moveTo>
                    <a:pt x="380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7620"/>
                  </a:lnTo>
                  <a:close/>
                </a:path>
                <a:path w="3809" h="59689">
                  <a:moveTo>
                    <a:pt x="3809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09" y="13970"/>
                  </a:lnTo>
                  <a:lnTo>
                    <a:pt x="3809" y="11430"/>
                  </a:lnTo>
                  <a:close/>
                </a:path>
                <a:path w="3809" h="59689">
                  <a:moveTo>
                    <a:pt x="3809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3970"/>
                  </a:lnTo>
                  <a:close/>
                </a:path>
                <a:path w="3809" h="59689">
                  <a:moveTo>
                    <a:pt x="3809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09" y="20320"/>
                  </a:lnTo>
                  <a:lnTo>
                    <a:pt x="3809" y="17780"/>
                  </a:lnTo>
                  <a:close/>
                </a:path>
                <a:path w="3809" h="59689">
                  <a:moveTo>
                    <a:pt x="3809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3809" y="24130"/>
                  </a:lnTo>
                  <a:lnTo>
                    <a:pt x="3809" y="20320"/>
                  </a:lnTo>
                  <a:close/>
                </a:path>
                <a:path w="3809" h="59689">
                  <a:moveTo>
                    <a:pt x="3809" y="24130"/>
                  </a:moveTo>
                  <a:lnTo>
                    <a:pt x="0" y="24130"/>
                  </a:lnTo>
                  <a:lnTo>
                    <a:pt x="0" y="30480"/>
                  </a:lnTo>
                  <a:lnTo>
                    <a:pt x="3809" y="30480"/>
                  </a:lnTo>
                  <a:lnTo>
                    <a:pt x="3809" y="24130"/>
                  </a:lnTo>
                  <a:close/>
                </a:path>
                <a:path w="3809" h="59689">
                  <a:moveTo>
                    <a:pt x="3809" y="30480"/>
                  </a:moveTo>
                  <a:lnTo>
                    <a:pt x="0" y="3048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0480"/>
                  </a:lnTo>
                  <a:close/>
                </a:path>
                <a:path w="3809" h="59689">
                  <a:moveTo>
                    <a:pt x="3809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09" y="39370"/>
                  </a:lnTo>
                  <a:lnTo>
                    <a:pt x="3809" y="36830"/>
                  </a:lnTo>
                  <a:close/>
                </a:path>
                <a:path w="3809" h="59689">
                  <a:moveTo>
                    <a:pt x="3809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3809" y="43180"/>
                  </a:lnTo>
                  <a:lnTo>
                    <a:pt x="3809" y="39370"/>
                  </a:lnTo>
                  <a:close/>
                </a:path>
                <a:path w="3809" h="59689">
                  <a:moveTo>
                    <a:pt x="3809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3809" y="45720"/>
                  </a:lnTo>
                  <a:lnTo>
                    <a:pt x="3809" y="43180"/>
                  </a:lnTo>
                  <a:close/>
                </a:path>
                <a:path w="3809" h="59689">
                  <a:moveTo>
                    <a:pt x="3809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3809" y="49530"/>
                  </a:lnTo>
                  <a:lnTo>
                    <a:pt x="3809" y="45720"/>
                  </a:lnTo>
                  <a:close/>
                </a:path>
                <a:path w="3809" h="59689">
                  <a:moveTo>
                    <a:pt x="3809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3809" y="52070"/>
                  </a:lnTo>
                  <a:lnTo>
                    <a:pt x="3809" y="49530"/>
                  </a:lnTo>
                  <a:close/>
                </a:path>
                <a:path w="3809" h="59689">
                  <a:moveTo>
                    <a:pt x="3809" y="52070"/>
                  </a:moveTo>
                  <a:lnTo>
                    <a:pt x="0" y="52070"/>
                  </a:lnTo>
                  <a:lnTo>
                    <a:pt x="0" y="55880"/>
                  </a:lnTo>
                  <a:lnTo>
                    <a:pt x="3809" y="55880"/>
                  </a:lnTo>
                  <a:lnTo>
                    <a:pt x="3809" y="52070"/>
                  </a:lnTo>
                  <a:close/>
                </a:path>
                <a:path w="3809" h="59689">
                  <a:moveTo>
                    <a:pt x="3809" y="55880"/>
                  </a:moveTo>
                  <a:lnTo>
                    <a:pt x="0" y="55880"/>
                  </a:lnTo>
                  <a:lnTo>
                    <a:pt x="0" y="58420"/>
                  </a:lnTo>
                  <a:lnTo>
                    <a:pt x="3809" y="58420"/>
                  </a:lnTo>
                  <a:lnTo>
                    <a:pt x="3809" y="55880"/>
                  </a:lnTo>
                  <a:close/>
                </a:path>
                <a:path w="3809" h="59689">
                  <a:moveTo>
                    <a:pt x="3809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3809" y="59690"/>
                  </a:lnTo>
                  <a:lnTo>
                    <a:pt x="3809" y="58420"/>
                  </a:lnTo>
                  <a:close/>
                </a:path>
              </a:pathLst>
            </a:custGeom>
            <a:solidFill>
              <a:srgbClr val="7F9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2" name="object 2462"/>
            <p:cNvSpPr/>
            <p:nvPr/>
          </p:nvSpPr>
          <p:spPr>
            <a:xfrm>
              <a:off x="7091680" y="52793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89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  <a:path w="3809" h="59689">
                  <a:moveTo>
                    <a:pt x="381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70"/>
                  </a:lnTo>
                  <a:close/>
                </a:path>
                <a:path w="3809" h="59689">
                  <a:moveTo>
                    <a:pt x="3810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80"/>
                  </a:lnTo>
                  <a:close/>
                </a:path>
                <a:path w="3809" h="59689">
                  <a:moveTo>
                    <a:pt x="3810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20"/>
                  </a:lnTo>
                  <a:close/>
                </a:path>
                <a:path w="3809" h="59689">
                  <a:moveTo>
                    <a:pt x="3810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30"/>
                  </a:lnTo>
                  <a:close/>
                </a:path>
                <a:path w="3809" h="59689">
                  <a:moveTo>
                    <a:pt x="3810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70"/>
                  </a:lnTo>
                  <a:close/>
                </a:path>
                <a:path w="3809" h="59689">
                  <a:moveTo>
                    <a:pt x="3810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80"/>
                  </a:lnTo>
                  <a:close/>
                </a:path>
                <a:path w="3809" h="59689">
                  <a:moveTo>
                    <a:pt x="3810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0320"/>
                  </a:lnTo>
                  <a:close/>
                </a:path>
                <a:path w="3809" h="59689">
                  <a:moveTo>
                    <a:pt x="3810" y="24130"/>
                  </a:moveTo>
                  <a:lnTo>
                    <a:pt x="0" y="2413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24130"/>
                  </a:lnTo>
                  <a:close/>
                </a:path>
                <a:path w="3809" h="59689">
                  <a:moveTo>
                    <a:pt x="3810" y="30480"/>
                  </a:moveTo>
                  <a:lnTo>
                    <a:pt x="0" y="3048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0480"/>
                  </a:lnTo>
                  <a:close/>
                </a:path>
                <a:path w="3809" h="59689">
                  <a:moveTo>
                    <a:pt x="3810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10" y="39370"/>
                  </a:lnTo>
                  <a:lnTo>
                    <a:pt x="3810" y="36830"/>
                  </a:lnTo>
                  <a:close/>
                </a:path>
                <a:path w="3809" h="59689">
                  <a:moveTo>
                    <a:pt x="3810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39370"/>
                  </a:lnTo>
                  <a:close/>
                </a:path>
                <a:path w="3809" h="59689">
                  <a:moveTo>
                    <a:pt x="3810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3810" y="45720"/>
                  </a:lnTo>
                  <a:lnTo>
                    <a:pt x="3810" y="43180"/>
                  </a:lnTo>
                  <a:close/>
                </a:path>
                <a:path w="3809" h="59689">
                  <a:moveTo>
                    <a:pt x="3810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5720"/>
                  </a:lnTo>
                  <a:close/>
                </a:path>
                <a:path w="3809" h="59689">
                  <a:moveTo>
                    <a:pt x="3810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3810" y="52070"/>
                  </a:lnTo>
                  <a:lnTo>
                    <a:pt x="3810" y="49530"/>
                  </a:lnTo>
                  <a:close/>
                </a:path>
                <a:path w="3809" h="59689">
                  <a:moveTo>
                    <a:pt x="3810" y="52070"/>
                  </a:moveTo>
                  <a:lnTo>
                    <a:pt x="0" y="52070"/>
                  </a:lnTo>
                  <a:lnTo>
                    <a:pt x="0" y="55880"/>
                  </a:lnTo>
                  <a:lnTo>
                    <a:pt x="3810" y="55880"/>
                  </a:lnTo>
                  <a:lnTo>
                    <a:pt x="3810" y="52070"/>
                  </a:lnTo>
                  <a:close/>
                </a:path>
                <a:path w="3809" h="59689">
                  <a:moveTo>
                    <a:pt x="3810" y="55880"/>
                  </a:moveTo>
                  <a:lnTo>
                    <a:pt x="0" y="55880"/>
                  </a:lnTo>
                  <a:lnTo>
                    <a:pt x="0" y="58420"/>
                  </a:lnTo>
                  <a:lnTo>
                    <a:pt x="3810" y="58420"/>
                  </a:lnTo>
                  <a:lnTo>
                    <a:pt x="3810" y="55880"/>
                  </a:lnTo>
                  <a:close/>
                </a:path>
                <a:path w="3809" h="59689">
                  <a:moveTo>
                    <a:pt x="3810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3810" y="59690"/>
                  </a:lnTo>
                  <a:lnTo>
                    <a:pt x="3810" y="58420"/>
                  </a:lnTo>
                  <a:close/>
                </a:path>
              </a:pathLst>
            </a:custGeom>
            <a:solidFill>
              <a:srgbClr val="8294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3" name="object 2463"/>
            <p:cNvSpPr/>
            <p:nvPr/>
          </p:nvSpPr>
          <p:spPr>
            <a:xfrm>
              <a:off x="7095490" y="52793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89">
                  <a:moveTo>
                    <a:pt x="3809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09" y="1270"/>
                  </a:lnTo>
                  <a:lnTo>
                    <a:pt x="3809" y="0"/>
                  </a:lnTo>
                  <a:close/>
                </a:path>
                <a:path w="3809" h="59689">
                  <a:moveTo>
                    <a:pt x="380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1270"/>
                  </a:lnTo>
                  <a:close/>
                </a:path>
                <a:path w="3809" h="59689">
                  <a:moveTo>
                    <a:pt x="380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09" y="7620"/>
                  </a:lnTo>
                  <a:lnTo>
                    <a:pt x="3809" y="5080"/>
                  </a:lnTo>
                  <a:close/>
                </a:path>
                <a:path w="3809" h="59689">
                  <a:moveTo>
                    <a:pt x="380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7620"/>
                  </a:lnTo>
                  <a:close/>
                </a:path>
                <a:path w="3809" h="59689">
                  <a:moveTo>
                    <a:pt x="3809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09" y="13970"/>
                  </a:lnTo>
                  <a:lnTo>
                    <a:pt x="3809" y="11430"/>
                  </a:lnTo>
                  <a:close/>
                </a:path>
                <a:path w="3809" h="59689">
                  <a:moveTo>
                    <a:pt x="3809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3970"/>
                  </a:lnTo>
                  <a:close/>
                </a:path>
                <a:path w="3809" h="59689">
                  <a:moveTo>
                    <a:pt x="3809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09" y="20320"/>
                  </a:lnTo>
                  <a:lnTo>
                    <a:pt x="3809" y="17780"/>
                  </a:lnTo>
                  <a:close/>
                </a:path>
                <a:path w="3809" h="59689">
                  <a:moveTo>
                    <a:pt x="3809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3809" y="24130"/>
                  </a:lnTo>
                  <a:lnTo>
                    <a:pt x="3809" y="20320"/>
                  </a:lnTo>
                  <a:close/>
                </a:path>
                <a:path w="3809" h="59689">
                  <a:moveTo>
                    <a:pt x="3809" y="24130"/>
                  </a:moveTo>
                  <a:lnTo>
                    <a:pt x="0" y="24130"/>
                  </a:lnTo>
                  <a:lnTo>
                    <a:pt x="0" y="30480"/>
                  </a:lnTo>
                  <a:lnTo>
                    <a:pt x="3809" y="30480"/>
                  </a:lnTo>
                  <a:lnTo>
                    <a:pt x="3809" y="24130"/>
                  </a:lnTo>
                  <a:close/>
                </a:path>
                <a:path w="3809" h="59689">
                  <a:moveTo>
                    <a:pt x="3809" y="30480"/>
                  </a:moveTo>
                  <a:lnTo>
                    <a:pt x="0" y="3048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0480"/>
                  </a:lnTo>
                  <a:close/>
                </a:path>
                <a:path w="3809" h="59689">
                  <a:moveTo>
                    <a:pt x="3809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09" y="39370"/>
                  </a:lnTo>
                  <a:lnTo>
                    <a:pt x="3809" y="36830"/>
                  </a:lnTo>
                  <a:close/>
                </a:path>
                <a:path w="3809" h="59689">
                  <a:moveTo>
                    <a:pt x="3809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3809" y="43180"/>
                  </a:lnTo>
                  <a:lnTo>
                    <a:pt x="3809" y="39370"/>
                  </a:lnTo>
                  <a:close/>
                </a:path>
                <a:path w="3809" h="59689">
                  <a:moveTo>
                    <a:pt x="3809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3809" y="45720"/>
                  </a:lnTo>
                  <a:lnTo>
                    <a:pt x="3809" y="43180"/>
                  </a:lnTo>
                  <a:close/>
                </a:path>
                <a:path w="3809" h="59689">
                  <a:moveTo>
                    <a:pt x="3809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3809" y="49530"/>
                  </a:lnTo>
                  <a:lnTo>
                    <a:pt x="3809" y="45720"/>
                  </a:lnTo>
                  <a:close/>
                </a:path>
                <a:path w="3809" h="59689">
                  <a:moveTo>
                    <a:pt x="3809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3809" y="52070"/>
                  </a:lnTo>
                  <a:lnTo>
                    <a:pt x="3809" y="49530"/>
                  </a:lnTo>
                  <a:close/>
                </a:path>
                <a:path w="3809" h="59689">
                  <a:moveTo>
                    <a:pt x="3809" y="52070"/>
                  </a:moveTo>
                  <a:lnTo>
                    <a:pt x="0" y="52070"/>
                  </a:lnTo>
                  <a:lnTo>
                    <a:pt x="0" y="55880"/>
                  </a:lnTo>
                  <a:lnTo>
                    <a:pt x="3809" y="55880"/>
                  </a:lnTo>
                  <a:lnTo>
                    <a:pt x="3809" y="52070"/>
                  </a:lnTo>
                  <a:close/>
                </a:path>
                <a:path w="3809" h="59689">
                  <a:moveTo>
                    <a:pt x="3809" y="55880"/>
                  </a:moveTo>
                  <a:lnTo>
                    <a:pt x="0" y="55880"/>
                  </a:lnTo>
                  <a:lnTo>
                    <a:pt x="0" y="58420"/>
                  </a:lnTo>
                  <a:lnTo>
                    <a:pt x="3809" y="58420"/>
                  </a:lnTo>
                  <a:lnTo>
                    <a:pt x="3809" y="55880"/>
                  </a:lnTo>
                  <a:close/>
                </a:path>
                <a:path w="3809" h="59689">
                  <a:moveTo>
                    <a:pt x="3809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3809" y="59690"/>
                  </a:lnTo>
                  <a:lnTo>
                    <a:pt x="3809" y="58420"/>
                  </a:lnTo>
                  <a:close/>
                </a:path>
              </a:pathLst>
            </a:custGeom>
            <a:solidFill>
              <a:srgbClr val="8496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4" name="object 2464"/>
            <p:cNvSpPr/>
            <p:nvPr/>
          </p:nvSpPr>
          <p:spPr>
            <a:xfrm>
              <a:off x="7099300" y="52793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89">
                  <a:moveTo>
                    <a:pt x="3809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09" y="1270"/>
                  </a:lnTo>
                  <a:lnTo>
                    <a:pt x="3809" y="0"/>
                  </a:lnTo>
                  <a:close/>
                </a:path>
                <a:path w="3809" h="59689">
                  <a:moveTo>
                    <a:pt x="380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1270"/>
                  </a:lnTo>
                  <a:close/>
                </a:path>
                <a:path w="3809" h="59689">
                  <a:moveTo>
                    <a:pt x="380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09" y="7620"/>
                  </a:lnTo>
                  <a:lnTo>
                    <a:pt x="3809" y="5080"/>
                  </a:lnTo>
                  <a:close/>
                </a:path>
                <a:path w="3809" h="59689">
                  <a:moveTo>
                    <a:pt x="380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7620"/>
                  </a:lnTo>
                  <a:close/>
                </a:path>
                <a:path w="3809" h="59689">
                  <a:moveTo>
                    <a:pt x="3809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09" y="13970"/>
                  </a:lnTo>
                  <a:lnTo>
                    <a:pt x="3809" y="11430"/>
                  </a:lnTo>
                  <a:close/>
                </a:path>
                <a:path w="3809" h="59689">
                  <a:moveTo>
                    <a:pt x="3809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3970"/>
                  </a:lnTo>
                  <a:close/>
                </a:path>
                <a:path w="3809" h="59689">
                  <a:moveTo>
                    <a:pt x="3809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09" y="20320"/>
                  </a:lnTo>
                  <a:lnTo>
                    <a:pt x="3809" y="17780"/>
                  </a:lnTo>
                  <a:close/>
                </a:path>
                <a:path w="3809" h="59689">
                  <a:moveTo>
                    <a:pt x="3809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3809" y="24130"/>
                  </a:lnTo>
                  <a:lnTo>
                    <a:pt x="3809" y="20320"/>
                  </a:lnTo>
                  <a:close/>
                </a:path>
                <a:path w="3809" h="59689">
                  <a:moveTo>
                    <a:pt x="3809" y="24130"/>
                  </a:moveTo>
                  <a:lnTo>
                    <a:pt x="0" y="24130"/>
                  </a:lnTo>
                  <a:lnTo>
                    <a:pt x="0" y="30480"/>
                  </a:lnTo>
                  <a:lnTo>
                    <a:pt x="3809" y="30480"/>
                  </a:lnTo>
                  <a:lnTo>
                    <a:pt x="3809" y="24130"/>
                  </a:lnTo>
                  <a:close/>
                </a:path>
                <a:path w="3809" h="59689">
                  <a:moveTo>
                    <a:pt x="3809" y="30480"/>
                  </a:moveTo>
                  <a:lnTo>
                    <a:pt x="0" y="3048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0480"/>
                  </a:lnTo>
                  <a:close/>
                </a:path>
                <a:path w="3809" h="59689">
                  <a:moveTo>
                    <a:pt x="3809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09" y="39370"/>
                  </a:lnTo>
                  <a:lnTo>
                    <a:pt x="3809" y="36830"/>
                  </a:lnTo>
                  <a:close/>
                </a:path>
                <a:path w="3809" h="59689">
                  <a:moveTo>
                    <a:pt x="3809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3809" y="43180"/>
                  </a:lnTo>
                  <a:lnTo>
                    <a:pt x="3809" y="39370"/>
                  </a:lnTo>
                  <a:close/>
                </a:path>
                <a:path w="3809" h="59689">
                  <a:moveTo>
                    <a:pt x="3809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3809" y="45720"/>
                  </a:lnTo>
                  <a:lnTo>
                    <a:pt x="3809" y="43180"/>
                  </a:lnTo>
                  <a:close/>
                </a:path>
                <a:path w="3809" h="59689">
                  <a:moveTo>
                    <a:pt x="3809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3809" y="49530"/>
                  </a:lnTo>
                  <a:lnTo>
                    <a:pt x="3809" y="45720"/>
                  </a:lnTo>
                  <a:close/>
                </a:path>
                <a:path w="3809" h="59689">
                  <a:moveTo>
                    <a:pt x="3809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3809" y="52070"/>
                  </a:lnTo>
                  <a:lnTo>
                    <a:pt x="3809" y="49530"/>
                  </a:lnTo>
                  <a:close/>
                </a:path>
                <a:path w="3809" h="59689">
                  <a:moveTo>
                    <a:pt x="3809" y="52070"/>
                  </a:moveTo>
                  <a:lnTo>
                    <a:pt x="0" y="52070"/>
                  </a:lnTo>
                  <a:lnTo>
                    <a:pt x="0" y="55880"/>
                  </a:lnTo>
                  <a:lnTo>
                    <a:pt x="3809" y="55880"/>
                  </a:lnTo>
                  <a:lnTo>
                    <a:pt x="3809" y="52070"/>
                  </a:lnTo>
                  <a:close/>
                </a:path>
                <a:path w="3809" h="59689">
                  <a:moveTo>
                    <a:pt x="3809" y="55880"/>
                  </a:moveTo>
                  <a:lnTo>
                    <a:pt x="0" y="55880"/>
                  </a:lnTo>
                  <a:lnTo>
                    <a:pt x="0" y="58420"/>
                  </a:lnTo>
                  <a:lnTo>
                    <a:pt x="3809" y="58420"/>
                  </a:lnTo>
                  <a:lnTo>
                    <a:pt x="3809" y="55880"/>
                  </a:lnTo>
                  <a:close/>
                </a:path>
                <a:path w="3809" h="59689">
                  <a:moveTo>
                    <a:pt x="3809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3809" y="59690"/>
                  </a:lnTo>
                  <a:lnTo>
                    <a:pt x="3809" y="58420"/>
                  </a:lnTo>
                  <a:close/>
                </a:path>
              </a:pathLst>
            </a:custGeom>
            <a:solidFill>
              <a:srgbClr val="8799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5" name="object 2465"/>
            <p:cNvSpPr/>
            <p:nvPr/>
          </p:nvSpPr>
          <p:spPr>
            <a:xfrm>
              <a:off x="7103110" y="52793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89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  <a:path w="3809" h="59689">
                  <a:moveTo>
                    <a:pt x="381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70"/>
                  </a:lnTo>
                  <a:close/>
                </a:path>
                <a:path w="3809" h="59689">
                  <a:moveTo>
                    <a:pt x="3810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80"/>
                  </a:lnTo>
                  <a:close/>
                </a:path>
                <a:path w="3809" h="59689">
                  <a:moveTo>
                    <a:pt x="3810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20"/>
                  </a:lnTo>
                  <a:close/>
                </a:path>
                <a:path w="3809" h="59689">
                  <a:moveTo>
                    <a:pt x="3810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30"/>
                  </a:lnTo>
                  <a:close/>
                </a:path>
                <a:path w="3809" h="59689">
                  <a:moveTo>
                    <a:pt x="3810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70"/>
                  </a:lnTo>
                  <a:close/>
                </a:path>
                <a:path w="3809" h="59689">
                  <a:moveTo>
                    <a:pt x="3810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80"/>
                  </a:lnTo>
                  <a:close/>
                </a:path>
                <a:path w="3809" h="59689">
                  <a:moveTo>
                    <a:pt x="3810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0320"/>
                  </a:lnTo>
                  <a:close/>
                </a:path>
                <a:path w="3809" h="59689">
                  <a:moveTo>
                    <a:pt x="3810" y="24130"/>
                  </a:moveTo>
                  <a:lnTo>
                    <a:pt x="0" y="2413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24130"/>
                  </a:lnTo>
                  <a:close/>
                </a:path>
                <a:path w="3809" h="59689">
                  <a:moveTo>
                    <a:pt x="3810" y="30480"/>
                  </a:moveTo>
                  <a:lnTo>
                    <a:pt x="0" y="3048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0480"/>
                  </a:lnTo>
                  <a:close/>
                </a:path>
                <a:path w="3809" h="59689">
                  <a:moveTo>
                    <a:pt x="3810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10" y="39370"/>
                  </a:lnTo>
                  <a:lnTo>
                    <a:pt x="3810" y="36830"/>
                  </a:lnTo>
                  <a:close/>
                </a:path>
                <a:path w="3809" h="59689">
                  <a:moveTo>
                    <a:pt x="3810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39370"/>
                  </a:lnTo>
                  <a:close/>
                </a:path>
                <a:path w="3809" h="59689">
                  <a:moveTo>
                    <a:pt x="3810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3810" y="45720"/>
                  </a:lnTo>
                  <a:lnTo>
                    <a:pt x="3810" y="43180"/>
                  </a:lnTo>
                  <a:close/>
                </a:path>
                <a:path w="3809" h="59689">
                  <a:moveTo>
                    <a:pt x="3810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5720"/>
                  </a:lnTo>
                  <a:close/>
                </a:path>
                <a:path w="3809" h="59689">
                  <a:moveTo>
                    <a:pt x="3810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3810" y="52070"/>
                  </a:lnTo>
                  <a:lnTo>
                    <a:pt x="3810" y="49530"/>
                  </a:lnTo>
                  <a:close/>
                </a:path>
                <a:path w="3809" h="59689">
                  <a:moveTo>
                    <a:pt x="3810" y="52070"/>
                  </a:moveTo>
                  <a:lnTo>
                    <a:pt x="0" y="52070"/>
                  </a:lnTo>
                  <a:lnTo>
                    <a:pt x="0" y="55880"/>
                  </a:lnTo>
                  <a:lnTo>
                    <a:pt x="3810" y="55880"/>
                  </a:lnTo>
                  <a:lnTo>
                    <a:pt x="3810" y="52070"/>
                  </a:lnTo>
                  <a:close/>
                </a:path>
                <a:path w="3809" h="59689">
                  <a:moveTo>
                    <a:pt x="3810" y="55880"/>
                  </a:moveTo>
                  <a:lnTo>
                    <a:pt x="0" y="55880"/>
                  </a:lnTo>
                  <a:lnTo>
                    <a:pt x="0" y="58420"/>
                  </a:lnTo>
                  <a:lnTo>
                    <a:pt x="3810" y="58420"/>
                  </a:lnTo>
                  <a:lnTo>
                    <a:pt x="3810" y="55880"/>
                  </a:lnTo>
                  <a:close/>
                </a:path>
                <a:path w="3809" h="59689">
                  <a:moveTo>
                    <a:pt x="3810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3810" y="59690"/>
                  </a:lnTo>
                  <a:lnTo>
                    <a:pt x="3810" y="5842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6" name="object 2466"/>
            <p:cNvSpPr/>
            <p:nvPr/>
          </p:nvSpPr>
          <p:spPr>
            <a:xfrm>
              <a:off x="7106920" y="52793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89">
                  <a:moveTo>
                    <a:pt x="3809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09" y="1270"/>
                  </a:lnTo>
                  <a:lnTo>
                    <a:pt x="3809" y="0"/>
                  </a:lnTo>
                  <a:close/>
                </a:path>
                <a:path w="3809" h="59689">
                  <a:moveTo>
                    <a:pt x="380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1270"/>
                  </a:lnTo>
                  <a:close/>
                </a:path>
                <a:path w="3809" h="59689">
                  <a:moveTo>
                    <a:pt x="380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09" y="7620"/>
                  </a:lnTo>
                  <a:lnTo>
                    <a:pt x="3809" y="5080"/>
                  </a:lnTo>
                  <a:close/>
                </a:path>
                <a:path w="3809" h="59689">
                  <a:moveTo>
                    <a:pt x="380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7620"/>
                  </a:lnTo>
                  <a:close/>
                </a:path>
                <a:path w="3809" h="59689">
                  <a:moveTo>
                    <a:pt x="3809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09" y="13970"/>
                  </a:lnTo>
                  <a:lnTo>
                    <a:pt x="3809" y="11430"/>
                  </a:lnTo>
                  <a:close/>
                </a:path>
                <a:path w="3809" h="59689">
                  <a:moveTo>
                    <a:pt x="3809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3970"/>
                  </a:lnTo>
                  <a:close/>
                </a:path>
                <a:path w="3809" h="59689">
                  <a:moveTo>
                    <a:pt x="3809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09" y="20320"/>
                  </a:lnTo>
                  <a:lnTo>
                    <a:pt x="3809" y="17780"/>
                  </a:lnTo>
                  <a:close/>
                </a:path>
                <a:path w="3809" h="59689">
                  <a:moveTo>
                    <a:pt x="3809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3809" y="24130"/>
                  </a:lnTo>
                  <a:lnTo>
                    <a:pt x="3809" y="20320"/>
                  </a:lnTo>
                  <a:close/>
                </a:path>
                <a:path w="3809" h="59689">
                  <a:moveTo>
                    <a:pt x="3809" y="24130"/>
                  </a:moveTo>
                  <a:lnTo>
                    <a:pt x="0" y="24130"/>
                  </a:lnTo>
                  <a:lnTo>
                    <a:pt x="0" y="30480"/>
                  </a:lnTo>
                  <a:lnTo>
                    <a:pt x="3809" y="30480"/>
                  </a:lnTo>
                  <a:lnTo>
                    <a:pt x="3809" y="24130"/>
                  </a:lnTo>
                  <a:close/>
                </a:path>
                <a:path w="3809" h="59689">
                  <a:moveTo>
                    <a:pt x="3809" y="30480"/>
                  </a:moveTo>
                  <a:lnTo>
                    <a:pt x="0" y="3048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0480"/>
                  </a:lnTo>
                  <a:close/>
                </a:path>
                <a:path w="3809" h="59689">
                  <a:moveTo>
                    <a:pt x="3809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09" y="39370"/>
                  </a:lnTo>
                  <a:lnTo>
                    <a:pt x="3809" y="36830"/>
                  </a:lnTo>
                  <a:close/>
                </a:path>
                <a:path w="3809" h="59689">
                  <a:moveTo>
                    <a:pt x="3809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3809" y="43180"/>
                  </a:lnTo>
                  <a:lnTo>
                    <a:pt x="3809" y="39370"/>
                  </a:lnTo>
                  <a:close/>
                </a:path>
                <a:path w="3809" h="59689">
                  <a:moveTo>
                    <a:pt x="3809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3809" y="45720"/>
                  </a:lnTo>
                  <a:lnTo>
                    <a:pt x="3809" y="43180"/>
                  </a:lnTo>
                  <a:close/>
                </a:path>
                <a:path w="3809" h="59689">
                  <a:moveTo>
                    <a:pt x="3809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3809" y="49530"/>
                  </a:lnTo>
                  <a:lnTo>
                    <a:pt x="3809" y="45720"/>
                  </a:lnTo>
                  <a:close/>
                </a:path>
                <a:path w="3809" h="59689">
                  <a:moveTo>
                    <a:pt x="3809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3809" y="52070"/>
                  </a:lnTo>
                  <a:lnTo>
                    <a:pt x="3809" y="49530"/>
                  </a:lnTo>
                  <a:close/>
                </a:path>
                <a:path w="3809" h="59689">
                  <a:moveTo>
                    <a:pt x="3809" y="52070"/>
                  </a:moveTo>
                  <a:lnTo>
                    <a:pt x="0" y="52070"/>
                  </a:lnTo>
                  <a:lnTo>
                    <a:pt x="0" y="55880"/>
                  </a:lnTo>
                  <a:lnTo>
                    <a:pt x="3809" y="55880"/>
                  </a:lnTo>
                  <a:lnTo>
                    <a:pt x="3809" y="52070"/>
                  </a:lnTo>
                  <a:close/>
                </a:path>
                <a:path w="3809" h="59689">
                  <a:moveTo>
                    <a:pt x="3809" y="55880"/>
                  </a:moveTo>
                  <a:lnTo>
                    <a:pt x="0" y="55880"/>
                  </a:lnTo>
                  <a:lnTo>
                    <a:pt x="0" y="58420"/>
                  </a:lnTo>
                  <a:lnTo>
                    <a:pt x="3809" y="58420"/>
                  </a:lnTo>
                  <a:lnTo>
                    <a:pt x="3809" y="55880"/>
                  </a:lnTo>
                  <a:close/>
                </a:path>
                <a:path w="3809" h="59689">
                  <a:moveTo>
                    <a:pt x="3809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3809" y="59690"/>
                  </a:lnTo>
                  <a:lnTo>
                    <a:pt x="3809" y="58420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7" name="object 2467"/>
            <p:cNvSpPr/>
            <p:nvPr/>
          </p:nvSpPr>
          <p:spPr>
            <a:xfrm>
              <a:off x="7110730" y="5280659"/>
              <a:ext cx="3810" cy="57150"/>
            </a:xfrm>
            <a:custGeom>
              <a:avLst/>
              <a:gdLst/>
              <a:ahLst/>
              <a:cxnLst/>
              <a:rect l="l" t="t" r="r" b="b"/>
              <a:pathLst>
                <a:path w="3809" h="57150">
                  <a:moveTo>
                    <a:pt x="38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0"/>
                  </a:lnTo>
                  <a:close/>
                </a:path>
                <a:path w="3809" h="57150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09" h="57150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09" h="57150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09" h="57150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09" h="57150">
                  <a:moveTo>
                    <a:pt x="381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6509"/>
                  </a:lnTo>
                  <a:close/>
                </a:path>
                <a:path w="3809" h="57150">
                  <a:moveTo>
                    <a:pt x="381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9050"/>
                  </a:lnTo>
                  <a:close/>
                </a:path>
                <a:path w="3809" h="57150">
                  <a:moveTo>
                    <a:pt x="3810" y="22859"/>
                  </a:moveTo>
                  <a:lnTo>
                    <a:pt x="0" y="22859"/>
                  </a:lnTo>
                  <a:lnTo>
                    <a:pt x="0" y="29209"/>
                  </a:lnTo>
                  <a:lnTo>
                    <a:pt x="3810" y="29209"/>
                  </a:lnTo>
                  <a:lnTo>
                    <a:pt x="3810" y="22859"/>
                  </a:lnTo>
                  <a:close/>
                </a:path>
                <a:path w="3809" h="57150">
                  <a:moveTo>
                    <a:pt x="3810" y="29209"/>
                  </a:moveTo>
                  <a:lnTo>
                    <a:pt x="0" y="29209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29209"/>
                  </a:lnTo>
                  <a:close/>
                </a:path>
                <a:path w="3809" h="57150">
                  <a:moveTo>
                    <a:pt x="381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5559"/>
                  </a:lnTo>
                  <a:close/>
                </a:path>
                <a:path w="3809" h="57150">
                  <a:moveTo>
                    <a:pt x="381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8100"/>
                  </a:lnTo>
                  <a:close/>
                </a:path>
                <a:path w="3809" h="57150">
                  <a:moveTo>
                    <a:pt x="381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1909"/>
                  </a:lnTo>
                  <a:close/>
                </a:path>
                <a:path w="3809" h="57150">
                  <a:moveTo>
                    <a:pt x="381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4450"/>
                  </a:lnTo>
                  <a:close/>
                </a:path>
                <a:path w="3809" h="57150">
                  <a:moveTo>
                    <a:pt x="3810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8259"/>
                  </a:lnTo>
                  <a:close/>
                </a:path>
                <a:path w="3809" h="57150">
                  <a:moveTo>
                    <a:pt x="3810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0800"/>
                  </a:lnTo>
                  <a:close/>
                </a:path>
                <a:path w="3809" h="57150">
                  <a:moveTo>
                    <a:pt x="3810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4609"/>
                  </a:lnTo>
                  <a:close/>
                </a:path>
              </a:pathLst>
            </a:custGeom>
            <a:solidFill>
              <a:srgbClr val="8F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8" name="object 2468"/>
            <p:cNvSpPr/>
            <p:nvPr/>
          </p:nvSpPr>
          <p:spPr>
            <a:xfrm>
              <a:off x="7114540" y="5280659"/>
              <a:ext cx="2540" cy="57150"/>
            </a:xfrm>
            <a:custGeom>
              <a:avLst/>
              <a:gdLst/>
              <a:ahLst/>
              <a:cxnLst/>
              <a:rect l="l" t="t" r="r" b="b"/>
              <a:pathLst>
                <a:path w="2540" h="57150">
                  <a:moveTo>
                    <a:pt x="253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2539" y="3809"/>
                  </a:lnTo>
                  <a:lnTo>
                    <a:pt x="2539" y="0"/>
                  </a:lnTo>
                  <a:close/>
                </a:path>
                <a:path w="2540" h="57150">
                  <a:moveTo>
                    <a:pt x="253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2539" y="6349"/>
                  </a:lnTo>
                  <a:lnTo>
                    <a:pt x="2539" y="3809"/>
                  </a:lnTo>
                  <a:close/>
                </a:path>
                <a:path w="2540" h="57150">
                  <a:moveTo>
                    <a:pt x="253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2539" y="10159"/>
                  </a:lnTo>
                  <a:lnTo>
                    <a:pt x="2539" y="6350"/>
                  </a:lnTo>
                  <a:close/>
                </a:path>
                <a:path w="2540" h="57150">
                  <a:moveTo>
                    <a:pt x="253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2539" y="12699"/>
                  </a:lnTo>
                  <a:lnTo>
                    <a:pt x="2539" y="10159"/>
                  </a:lnTo>
                  <a:close/>
                </a:path>
                <a:path w="2540" h="57150">
                  <a:moveTo>
                    <a:pt x="253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2539" y="16509"/>
                  </a:lnTo>
                  <a:lnTo>
                    <a:pt x="2539" y="12700"/>
                  </a:lnTo>
                  <a:close/>
                </a:path>
                <a:path w="2540" h="57150">
                  <a:moveTo>
                    <a:pt x="253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2539" y="19049"/>
                  </a:lnTo>
                  <a:lnTo>
                    <a:pt x="2539" y="16509"/>
                  </a:lnTo>
                  <a:close/>
                </a:path>
                <a:path w="2540" h="57150">
                  <a:moveTo>
                    <a:pt x="253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2539" y="22859"/>
                  </a:lnTo>
                  <a:lnTo>
                    <a:pt x="2539" y="19050"/>
                  </a:lnTo>
                  <a:close/>
                </a:path>
                <a:path w="2540" h="57150">
                  <a:moveTo>
                    <a:pt x="2539" y="22859"/>
                  </a:moveTo>
                  <a:lnTo>
                    <a:pt x="0" y="22859"/>
                  </a:lnTo>
                  <a:lnTo>
                    <a:pt x="0" y="29209"/>
                  </a:lnTo>
                  <a:lnTo>
                    <a:pt x="2539" y="29209"/>
                  </a:lnTo>
                  <a:lnTo>
                    <a:pt x="2539" y="22859"/>
                  </a:lnTo>
                  <a:close/>
                </a:path>
                <a:path w="2540" h="57150">
                  <a:moveTo>
                    <a:pt x="2539" y="29209"/>
                  </a:moveTo>
                  <a:lnTo>
                    <a:pt x="0" y="29209"/>
                  </a:lnTo>
                  <a:lnTo>
                    <a:pt x="0" y="35559"/>
                  </a:lnTo>
                  <a:lnTo>
                    <a:pt x="2539" y="35559"/>
                  </a:lnTo>
                  <a:lnTo>
                    <a:pt x="2539" y="29209"/>
                  </a:lnTo>
                  <a:close/>
                </a:path>
                <a:path w="2540" h="57150">
                  <a:moveTo>
                    <a:pt x="253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2539" y="38099"/>
                  </a:lnTo>
                  <a:lnTo>
                    <a:pt x="2539" y="35559"/>
                  </a:lnTo>
                  <a:close/>
                </a:path>
                <a:path w="2540" h="57150">
                  <a:moveTo>
                    <a:pt x="253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2539" y="41909"/>
                  </a:lnTo>
                  <a:lnTo>
                    <a:pt x="2539" y="38100"/>
                  </a:lnTo>
                  <a:close/>
                </a:path>
                <a:path w="2540" h="57150">
                  <a:moveTo>
                    <a:pt x="253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2539" y="44449"/>
                  </a:lnTo>
                  <a:lnTo>
                    <a:pt x="2539" y="41909"/>
                  </a:lnTo>
                  <a:close/>
                </a:path>
                <a:path w="2540" h="57150">
                  <a:moveTo>
                    <a:pt x="2539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2539" y="48259"/>
                  </a:lnTo>
                  <a:lnTo>
                    <a:pt x="2539" y="44450"/>
                  </a:lnTo>
                  <a:close/>
                </a:path>
                <a:path w="2540" h="57150">
                  <a:moveTo>
                    <a:pt x="253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2539" y="50799"/>
                  </a:lnTo>
                  <a:lnTo>
                    <a:pt x="2539" y="48259"/>
                  </a:lnTo>
                  <a:close/>
                </a:path>
                <a:path w="2540" h="57150">
                  <a:moveTo>
                    <a:pt x="2539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2539" y="54609"/>
                  </a:lnTo>
                  <a:lnTo>
                    <a:pt x="2539" y="50800"/>
                  </a:lnTo>
                  <a:close/>
                </a:path>
                <a:path w="2540" h="57150">
                  <a:moveTo>
                    <a:pt x="2539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2539" y="57149"/>
                  </a:lnTo>
                  <a:lnTo>
                    <a:pt x="2539" y="54609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9" name="object 2469"/>
            <p:cNvSpPr/>
            <p:nvPr/>
          </p:nvSpPr>
          <p:spPr>
            <a:xfrm>
              <a:off x="7117080" y="5280659"/>
              <a:ext cx="3810" cy="55880"/>
            </a:xfrm>
            <a:custGeom>
              <a:avLst/>
              <a:gdLst/>
              <a:ahLst/>
              <a:cxnLst/>
              <a:rect l="l" t="t" r="r" b="b"/>
              <a:pathLst>
                <a:path w="3809" h="55879">
                  <a:moveTo>
                    <a:pt x="38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0"/>
                  </a:lnTo>
                  <a:close/>
                </a:path>
                <a:path w="3809" h="55879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09" h="55879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09" h="55879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09" h="55879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09" h="55879">
                  <a:moveTo>
                    <a:pt x="381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6509"/>
                  </a:lnTo>
                  <a:close/>
                </a:path>
                <a:path w="3809" h="55879">
                  <a:moveTo>
                    <a:pt x="381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9050"/>
                  </a:lnTo>
                  <a:close/>
                </a:path>
                <a:path w="3809" h="55879">
                  <a:moveTo>
                    <a:pt x="3810" y="22859"/>
                  </a:moveTo>
                  <a:lnTo>
                    <a:pt x="0" y="22859"/>
                  </a:lnTo>
                  <a:lnTo>
                    <a:pt x="0" y="29209"/>
                  </a:lnTo>
                  <a:lnTo>
                    <a:pt x="3810" y="29209"/>
                  </a:lnTo>
                  <a:lnTo>
                    <a:pt x="3810" y="22859"/>
                  </a:lnTo>
                  <a:close/>
                </a:path>
                <a:path w="3809" h="55879">
                  <a:moveTo>
                    <a:pt x="3810" y="29209"/>
                  </a:moveTo>
                  <a:lnTo>
                    <a:pt x="0" y="29209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29209"/>
                  </a:lnTo>
                  <a:close/>
                </a:path>
                <a:path w="3809" h="55879">
                  <a:moveTo>
                    <a:pt x="381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5559"/>
                  </a:lnTo>
                  <a:close/>
                </a:path>
                <a:path w="3809" h="55879">
                  <a:moveTo>
                    <a:pt x="381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8100"/>
                  </a:lnTo>
                  <a:close/>
                </a:path>
                <a:path w="3809" h="55879">
                  <a:moveTo>
                    <a:pt x="381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1909"/>
                  </a:lnTo>
                  <a:close/>
                </a:path>
                <a:path w="3809" h="55879">
                  <a:moveTo>
                    <a:pt x="381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4450"/>
                  </a:lnTo>
                  <a:close/>
                </a:path>
                <a:path w="3809" h="55879">
                  <a:moveTo>
                    <a:pt x="3810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8259"/>
                  </a:lnTo>
                  <a:close/>
                </a:path>
                <a:path w="3809" h="55879">
                  <a:moveTo>
                    <a:pt x="3810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0800"/>
                  </a:lnTo>
                  <a:close/>
                </a:path>
                <a:path w="3809" h="55879">
                  <a:moveTo>
                    <a:pt x="3810" y="54609"/>
                  </a:moveTo>
                  <a:lnTo>
                    <a:pt x="0" y="54609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54609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0" name="object 2470"/>
            <p:cNvSpPr/>
            <p:nvPr/>
          </p:nvSpPr>
          <p:spPr>
            <a:xfrm>
              <a:off x="7120890" y="5280659"/>
              <a:ext cx="3810" cy="55880"/>
            </a:xfrm>
            <a:custGeom>
              <a:avLst/>
              <a:gdLst/>
              <a:ahLst/>
              <a:cxnLst/>
              <a:rect l="l" t="t" r="r" b="b"/>
              <a:pathLst>
                <a:path w="3809" h="55879">
                  <a:moveTo>
                    <a:pt x="127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55879">
                  <a:moveTo>
                    <a:pt x="380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3809"/>
                  </a:lnTo>
                  <a:close/>
                </a:path>
                <a:path w="3809" h="55879">
                  <a:moveTo>
                    <a:pt x="380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6350"/>
                  </a:lnTo>
                  <a:close/>
                </a:path>
                <a:path w="3809" h="55879">
                  <a:moveTo>
                    <a:pt x="380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10159"/>
                  </a:lnTo>
                  <a:close/>
                </a:path>
                <a:path w="3809" h="55879">
                  <a:moveTo>
                    <a:pt x="380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2700"/>
                  </a:lnTo>
                  <a:close/>
                </a:path>
                <a:path w="3809" h="55879">
                  <a:moveTo>
                    <a:pt x="380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6509"/>
                  </a:lnTo>
                  <a:close/>
                </a:path>
                <a:path w="3809" h="55879">
                  <a:moveTo>
                    <a:pt x="380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19050"/>
                  </a:lnTo>
                  <a:close/>
                </a:path>
                <a:path w="3809" h="55879">
                  <a:moveTo>
                    <a:pt x="3809" y="22859"/>
                  </a:moveTo>
                  <a:lnTo>
                    <a:pt x="0" y="22859"/>
                  </a:lnTo>
                  <a:lnTo>
                    <a:pt x="0" y="29209"/>
                  </a:lnTo>
                  <a:lnTo>
                    <a:pt x="3809" y="29209"/>
                  </a:lnTo>
                  <a:lnTo>
                    <a:pt x="3809" y="22859"/>
                  </a:lnTo>
                  <a:close/>
                </a:path>
                <a:path w="3809" h="55879">
                  <a:moveTo>
                    <a:pt x="3809" y="29209"/>
                  </a:moveTo>
                  <a:lnTo>
                    <a:pt x="0" y="29209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29209"/>
                  </a:lnTo>
                  <a:close/>
                </a:path>
                <a:path w="3809" h="55879">
                  <a:moveTo>
                    <a:pt x="380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5559"/>
                  </a:lnTo>
                  <a:close/>
                </a:path>
                <a:path w="3809" h="55879">
                  <a:moveTo>
                    <a:pt x="380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8100"/>
                  </a:lnTo>
                  <a:close/>
                </a:path>
                <a:path w="3809" h="55879">
                  <a:moveTo>
                    <a:pt x="380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1909"/>
                  </a:lnTo>
                  <a:close/>
                </a:path>
                <a:path w="3809" h="55879">
                  <a:moveTo>
                    <a:pt x="3809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44450"/>
                  </a:lnTo>
                  <a:close/>
                </a:path>
                <a:path w="3809" h="55879">
                  <a:moveTo>
                    <a:pt x="380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8259"/>
                  </a:lnTo>
                  <a:close/>
                </a:path>
                <a:path w="3809" h="55879">
                  <a:moveTo>
                    <a:pt x="3809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09" y="54609"/>
                  </a:lnTo>
                  <a:lnTo>
                    <a:pt x="3809" y="50800"/>
                  </a:lnTo>
                  <a:close/>
                </a:path>
                <a:path w="3809" h="55879">
                  <a:moveTo>
                    <a:pt x="3809" y="54609"/>
                  </a:moveTo>
                  <a:lnTo>
                    <a:pt x="0" y="54609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54609"/>
                  </a:lnTo>
                  <a:close/>
                </a:path>
              </a:pathLst>
            </a:custGeom>
            <a:solidFill>
              <a:srgbClr val="97A6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1" name="object 2471"/>
            <p:cNvSpPr/>
            <p:nvPr/>
          </p:nvSpPr>
          <p:spPr>
            <a:xfrm>
              <a:off x="7124700" y="5281930"/>
              <a:ext cx="3810" cy="54610"/>
            </a:xfrm>
            <a:custGeom>
              <a:avLst/>
              <a:gdLst/>
              <a:ahLst/>
              <a:cxnLst/>
              <a:rect l="l" t="t" r="r" b="b"/>
              <a:pathLst>
                <a:path w="3809" h="54610">
                  <a:moveTo>
                    <a:pt x="380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09" y="2540"/>
                  </a:lnTo>
                  <a:lnTo>
                    <a:pt x="3809" y="0"/>
                  </a:lnTo>
                  <a:close/>
                </a:path>
                <a:path w="3809" h="54610">
                  <a:moveTo>
                    <a:pt x="380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2540"/>
                  </a:lnTo>
                  <a:close/>
                </a:path>
                <a:path w="3809" h="54610">
                  <a:moveTo>
                    <a:pt x="380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09" y="8890"/>
                  </a:lnTo>
                  <a:lnTo>
                    <a:pt x="3809" y="5080"/>
                  </a:lnTo>
                  <a:close/>
                </a:path>
                <a:path w="3809" h="54610">
                  <a:moveTo>
                    <a:pt x="380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8890"/>
                  </a:lnTo>
                  <a:close/>
                </a:path>
                <a:path w="3809" h="54610">
                  <a:moveTo>
                    <a:pt x="3809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09" y="15240"/>
                  </a:lnTo>
                  <a:lnTo>
                    <a:pt x="3809" y="11430"/>
                  </a:lnTo>
                  <a:close/>
                </a:path>
                <a:path w="3809" h="54610">
                  <a:moveTo>
                    <a:pt x="3809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5240"/>
                  </a:lnTo>
                  <a:close/>
                </a:path>
                <a:path w="3809" h="54610">
                  <a:moveTo>
                    <a:pt x="3809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09" y="21590"/>
                  </a:lnTo>
                  <a:lnTo>
                    <a:pt x="3809" y="17780"/>
                  </a:lnTo>
                  <a:close/>
                </a:path>
                <a:path w="3809" h="54610">
                  <a:moveTo>
                    <a:pt x="3809" y="21590"/>
                  </a:moveTo>
                  <a:lnTo>
                    <a:pt x="0" y="21590"/>
                  </a:lnTo>
                  <a:lnTo>
                    <a:pt x="0" y="27940"/>
                  </a:lnTo>
                  <a:lnTo>
                    <a:pt x="3809" y="27940"/>
                  </a:lnTo>
                  <a:lnTo>
                    <a:pt x="3809" y="21590"/>
                  </a:lnTo>
                  <a:close/>
                </a:path>
                <a:path w="3809" h="54610">
                  <a:moveTo>
                    <a:pt x="3809" y="27940"/>
                  </a:moveTo>
                  <a:lnTo>
                    <a:pt x="0" y="27940"/>
                  </a:lnTo>
                  <a:lnTo>
                    <a:pt x="0" y="34290"/>
                  </a:lnTo>
                  <a:lnTo>
                    <a:pt x="3809" y="34290"/>
                  </a:lnTo>
                  <a:lnTo>
                    <a:pt x="3809" y="27940"/>
                  </a:lnTo>
                  <a:close/>
                </a:path>
                <a:path w="3809" h="54610">
                  <a:moveTo>
                    <a:pt x="3809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4290"/>
                  </a:lnTo>
                  <a:close/>
                </a:path>
                <a:path w="3809" h="54610">
                  <a:moveTo>
                    <a:pt x="3809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3809" y="40640"/>
                  </a:lnTo>
                  <a:lnTo>
                    <a:pt x="3809" y="36830"/>
                  </a:lnTo>
                  <a:close/>
                </a:path>
                <a:path w="3809" h="54610">
                  <a:moveTo>
                    <a:pt x="3809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3809" y="43180"/>
                  </a:lnTo>
                  <a:lnTo>
                    <a:pt x="3809" y="40640"/>
                  </a:lnTo>
                  <a:close/>
                </a:path>
                <a:path w="3809" h="54610">
                  <a:moveTo>
                    <a:pt x="3809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3809" y="46990"/>
                  </a:lnTo>
                  <a:lnTo>
                    <a:pt x="3809" y="43180"/>
                  </a:lnTo>
                  <a:close/>
                </a:path>
                <a:path w="3809" h="54610">
                  <a:moveTo>
                    <a:pt x="3809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3809" y="49530"/>
                  </a:lnTo>
                  <a:lnTo>
                    <a:pt x="3809" y="46990"/>
                  </a:lnTo>
                  <a:close/>
                </a:path>
                <a:path w="3809" h="54610">
                  <a:moveTo>
                    <a:pt x="3809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3809" y="53340"/>
                  </a:lnTo>
                  <a:lnTo>
                    <a:pt x="3809" y="49530"/>
                  </a:lnTo>
                  <a:close/>
                </a:path>
                <a:path w="3809" h="54610">
                  <a:moveTo>
                    <a:pt x="3809" y="53340"/>
                  </a:moveTo>
                  <a:lnTo>
                    <a:pt x="0" y="53340"/>
                  </a:lnTo>
                  <a:lnTo>
                    <a:pt x="0" y="54610"/>
                  </a:lnTo>
                  <a:lnTo>
                    <a:pt x="3809" y="54610"/>
                  </a:lnTo>
                  <a:lnTo>
                    <a:pt x="3809" y="53340"/>
                  </a:lnTo>
                  <a:close/>
                </a:path>
              </a:pathLst>
            </a:custGeom>
            <a:solidFill>
              <a:srgbClr val="99A8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2" name="object 2472"/>
            <p:cNvSpPr/>
            <p:nvPr/>
          </p:nvSpPr>
          <p:spPr>
            <a:xfrm>
              <a:off x="7128510" y="5281930"/>
              <a:ext cx="3810" cy="54610"/>
            </a:xfrm>
            <a:custGeom>
              <a:avLst/>
              <a:gdLst/>
              <a:ahLst/>
              <a:cxnLst/>
              <a:rect l="l" t="t" r="r" b="b"/>
              <a:pathLst>
                <a:path w="3809" h="54610">
                  <a:moveTo>
                    <a:pt x="127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3809" h="54610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09" h="54610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09" h="54610">
                  <a:moveTo>
                    <a:pt x="381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890"/>
                  </a:lnTo>
                  <a:close/>
                </a:path>
                <a:path w="3809" h="54610">
                  <a:moveTo>
                    <a:pt x="381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30"/>
                  </a:lnTo>
                  <a:close/>
                </a:path>
                <a:path w="3809" h="54610">
                  <a:moveTo>
                    <a:pt x="381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40"/>
                  </a:lnTo>
                  <a:close/>
                </a:path>
                <a:path w="3809" h="54610">
                  <a:moveTo>
                    <a:pt x="3810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80"/>
                  </a:lnTo>
                  <a:close/>
                </a:path>
                <a:path w="3809" h="54610">
                  <a:moveTo>
                    <a:pt x="3810" y="21590"/>
                  </a:moveTo>
                  <a:lnTo>
                    <a:pt x="0" y="21590"/>
                  </a:lnTo>
                  <a:lnTo>
                    <a:pt x="0" y="27940"/>
                  </a:lnTo>
                  <a:lnTo>
                    <a:pt x="3810" y="27940"/>
                  </a:lnTo>
                  <a:lnTo>
                    <a:pt x="3810" y="21590"/>
                  </a:lnTo>
                  <a:close/>
                </a:path>
                <a:path w="3809" h="54610">
                  <a:moveTo>
                    <a:pt x="3810" y="27940"/>
                  </a:moveTo>
                  <a:lnTo>
                    <a:pt x="0" y="27940"/>
                  </a:lnTo>
                  <a:lnTo>
                    <a:pt x="0" y="34290"/>
                  </a:lnTo>
                  <a:lnTo>
                    <a:pt x="3810" y="34290"/>
                  </a:lnTo>
                  <a:lnTo>
                    <a:pt x="3810" y="27940"/>
                  </a:lnTo>
                  <a:close/>
                </a:path>
                <a:path w="3809" h="54610">
                  <a:moveTo>
                    <a:pt x="3810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4290"/>
                  </a:lnTo>
                  <a:close/>
                </a:path>
                <a:path w="3809" h="54610">
                  <a:moveTo>
                    <a:pt x="3810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3810" y="40640"/>
                  </a:lnTo>
                  <a:lnTo>
                    <a:pt x="3810" y="36830"/>
                  </a:lnTo>
                  <a:close/>
                </a:path>
                <a:path w="3809" h="54610">
                  <a:moveTo>
                    <a:pt x="3810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40640"/>
                  </a:lnTo>
                  <a:close/>
                </a:path>
                <a:path w="3809" h="54610">
                  <a:moveTo>
                    <a:pt x="3810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3810" y="46990"/>
                  </a:lnTo>
                  <a:lnTo>
                    <a:pt x="3810" y="43180"/>
                  </a:lnTo>
                  <a:close/>
                </a:path>
                <a:path w="3809" h="54610">
                  <a:moveTo>
                    <a:pt x="3810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6990"/>
                  </a:lnTo>
                  <a:close/>
                </a:path>
                <a:path w="3809" h="54610">
                  <a:moveTo>
                    <a:pt x="3810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3810" y="53340"/>
                  </a:lnTo>
                  <a:lnTo>
                    <a:pt x="3810" y="49530"/>
                  </a:lnTo>
                  <a:close/>
                </a:path>
                <a:path w="3809" h="54610">
                  <a:moveTo>
                    <a:pt x="3810" y="53340"/>
                  </a:moveTo>
                  <a:lnTo>
                    <a:pt x="0" y="53340"/>
                  </a:lnTo>
                  <a:lnTo>
                    <a:pt x="0" y="54610"/>
                  </a:lnTo>
                  <a:lnTo>
                    <a:pt x="3810" y="54610"/>
                  </a:lnTo>
                  <a:lnTo>
                    <a:pt x="3810" y="53340"/>
                  </a:lnTo>
                  <a:close/>
                </a:path>
              </a:pathLst>
            </a:custGeom>
            <a:solidFill>
              <a:srgbClr val="9CA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3" name="object 2473"/>
            <p:cNvSpPr/>
            <p:nvPr/>
          </p:nvSpPr>
          <p:spPr>
            <a:xfrm>
              <a:off x="7132320" y="5283200"/>
              <a:ext cx="3810" cy="53340"/>
            </a:xfrm>
            <a:custGeom>
              <a:avLst/>
              <a:gdLst/>
              <a:ahLst/>
              <a:cxnLst/>
              <a:rect l="l" t="t" r="r" b="b"/>
              <a:pathLst>
                <a:path w="3809" h="53339">
                  <a:moveTo>
                    <a:pt x="254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09" h="53339">
                  <a:moveTo>
                    <a:pt x="3809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1270"/>
                  </a:lnTo>
                  <a:close/>
                </a:path>
                <a:path w="3809" h="53339">
                  <a:moveTo>
                    <a:pt x="3809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3810"/>
                  </a:lnTo>
                  <a:close/>
                </a:path>
                <a:path w="3809" h="53339">
                  <a:moveTo>
                    <a:pt x="3809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7620"/>
                  </a:lnTo>
                  <a:close/>
                </a:path>
                <a:path w="3809" h="53339">
                  <a:moveTo>
                    <a:pt x="3809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10160"/>
                  </a:lnTo>
                  <a:close/>
                </a:path>
                <a:path w="3809" h="53339">
                  <a:moveTo>
                    <a:pt x="3809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3970"/>
                  </a:lnTo>
                  <a:close/>
                </a:path>
                <a:path w="3809" h="53339">
                  <a:moveTo>
                    <a:pt x="3809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6510"/>
                  </a:lnTo>
                  <a:close/>
                </a:path>
                <a:path w="3809" h="53339">
                  <a:moveTo>
                    <a:pt x="3809" y="20320"/>
                  </a:moveTo>
                  <a:lnTo>
                    <a:pt x="0" y="20320"/>
                  </a:lnTo>
                  <a:lnTo>
                    <a:pt x="0" y="26669"/>
                  </a:lnTo>
                  <a:lnTo>
                    <a:pt x="3809" y="26669"/>
                  </a:lnTo>
                  <a:lnTo>
                    <a:pt x="3809" y="20320"/>
                  </a:lnTo>
                  <a:close/>
                </a:path>
                <a:path w="3809" h="53339">
                  <a:moveTo>
                    <a:pt x="3809" y="26670"/>
                  </a:moveTo>
                  <a:lnTo>
                    <a:pt x="0" y="26670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6670"/>
                  </a:lnTo>
                  <a:close/>
                </a:path>
                <a:path w="3809" h="53339">
                  <a:moveTo>
                    <a:pt x="3809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33020"/>
                  </a:lnTo>
                  <a:close/>
                </a:path>
                <a:path w="3809" h="53339">
                  <a:moveTo>
                    <a:pt x="3809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5560"/>
                  </a:lnTo>
                  <a:close/>
                </a:path>
                <a:path w="3809" h="53339">
                  <a:moveTo>
                    <a:pt x="3809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9370"/>
                  </a:lnTo>
                  <a:close/>
                </a:path>
                <a:path w="3809" h="53339">
                  <a:moveTo>
                    <a:pt x="3809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41910"/>
                  </a:lnTo>
                  <a:close/>
                </a:path>
                <a:path w="3809" h="53339">
                  <a:moveTo>
                    <a:pt x="3809" y="45720"/>
                  </a:moveTo>
                  <a:lnTo>
                    <a:pt x="0" y="45720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45720"/>
                  </a:lnTo>
                  <a:close/>
                </a:path>
                <a:path w="3809" h="53339">
                  <a:moveTo>
                    <a:pt x="3809" y="48260"/>
                  </a:moveTo>
                  <a:lnTo>
                    <a:pt x="0" y="48260"/>
                  </a:lnTo>
                  <a:lnTo>
                    <a:pt x="0" y="52069"/>
                  </a:lnTo>
                  <a:lnTo>
                    <a:pt x="3809" y="52069"/>
                  </a:lnTo>
                  <a:lnTo>
                    <a:pt x="3809" y="48260"/>
                  </a:lnTo>
                  <a:close/>
                </a:path>
                <a:path w="3809" h="53339">
                  <a:moveTo>
                    <a:pt x="2540" y="52070"/>
                  </a:moveTo>
                  <a:lnTo>
                    <a:pt x="0" y="52070"/>
                  </a:lnTo>
                  <a:lnTo>
                    <a:pt x="0" y="53340"/>
                  </a:lnTo>
                  <a:lnTo>
                    <a:pt x="2540" y="53340"/>
                  </a:lnTo>
                  <a:lnTo>
                    <a:pt x="2540" y="52070"/>
                  </a:lnTo>
                  <a:close/>
                </a:path>
              </a:pathLst>
            </a:custGeom>
            <a:solidFill>
              <a:srgbClr val="9FA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4" name="object 2474"/>
            <p:cNvSpPr/>
            <p:nvPr/>
          </p:nvSpPr>
          <p:spPr>
            <a:xfrm>
              <a:off x="7136130" y="5284470"/>
              <a:ext cx="2540" cy="50800"/>
            </a:xfrm>
            <a:custGeom>
              <a:avLst/>
              <a:gdLst/>
              <a:ahLst/>
              <a:cxnLst/>
              <a:rect l="l" t="t" r="r" b="b"/>
              <a:pathLst>
                <a:path w="2540" h="50800">
                  <a:moveTo>
                    <a:pt x="254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40" y="2539"/>
                  </a:lnTo>
                  <a:lnTo>
                    <a:pt x="2540" y="0"/>
                  </a:lnTo>
                  <a:close/>
                </a:path>
                <a:path w="2540" h="50800">
                  <a:moveTo>
                    <a:pt x="254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2540" y="6349"/>
                  </a:lnTo>
                  <a:lnTo>
                    <a:pt x="2540" y="2539"/>
                  </a:lnTo>
                  <a:close/>
                </a:path>
                <a:path w="2540" h="50800">
                  <a:moveTo>
                    <a:pt x="254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2540" y="8889"/>
                  </a:lnTo>
                  <a:lnTo>
                    <a:pt x="2540" y="6349"/>
                  </a:lnTo>
                  <a:close/>
                </a:path>
                <a:path w="2540" h="50800">
                  <a:moveTo>
                    <a:pt x="254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2540" y="12699"/>
                  </a:lnTo>
                  <a:lnTo>
                    <a:pt x="2540" y="8889"/>
                  </a:lnTo>
                  <a:close/>
                </a:path>
                <a:path w="2540" h="50800">
                  <a:moveTo>
                    <a:pt x="254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2540" y="15239"/>
                  </a:lnTo>
                  <a:lnTo>
                    <a:pt x="2540" y="12699"/>
                  </a:lnTo>
                  <a:close/>
                </a:path>
                <a:path w="2540" h="50800">
                  <a:moveTo>
                    <a:pt x="254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2540" y="19049"/>
                  </a:lnTo>
                  <a:lnTo>
                    <a:pt x="2540" y="15239"/>
                  </a:lnTo>
                  <a:close/>
                </a:path>
                <a:path w="2540" h="50800">
                  <a:moveTo>
                    <a:pt x="2540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2540" y="25399"/>
                  </a:lnTo>
                  <a:lnTo>
                    <a:pt x="2540" y="19049"/>
                  </a:lnTo>
                  <a:close/>
                </a:path>
                <a:path w="2540" h="50800">
                  <a:moveTo>
                    <a:pt x="2540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2540" y="31749"/>
                  </a:lnTo>
                  <a:lnTo>
                    <a:pt x="2540" y="25399"/>
                  </a:lnTo>
                  <a:close/>
                </a:path>
                <a:path w="2540" h="50800">
                  <a:moveTo>
                    <a:pt x="2540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2540" y="34289"/>
                  </a:lnTo>
                  <a:lnTo>
                    <a:pt x="2540" y="31749"/>
                  </a:lnTo>
                  <a:close/>
                </a:path>
                <a:path w="2540" h="50800">
                  <a:moveTo>
                    <a:pt x="2540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2540" y="38099"/>
                  </a:lnTo>
                  <a:lnTo>
                    <a:pt x="2540" y="34289"/>
                  </a:lnTo>
                  <a:close/>
                </a:path>
                <a:path w="2540" h="50800">
                  <a:moveTo>
                    <a:pt x="254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2540" y="40639"/>
                  </a:lnTo>
                  <a:lnTo>
                    <a:pt x="2540" y="38099"/>
                  </a:lnTo>
                  <a:close/>
                </a:path>
                <a:path w="2540" h="50800">
                  <a:moveTo>
                    <a:pt x="2540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2540" y="44449"/>
                  </a:lnTo>
                  <a:lnTo>
                    <a:pt x="2540" y="40639"/>
                  </a:lnTo>
                  <a:close/>
                </a:path>
                <a:path w="2540" h="50800">
                  <a:moveTo>
                    <a:pt x="254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2540" y="46989"/>
                  </a:lnTo>
                  <a:lnTo>
                    <a:pt x="2540" y="44449"/>
                  </a:lnTo>
                  <a:close/>
                </a:path>
                <a:path w="2540" h="50800">
                  <a:moveTo>
                    <a:pt x="2540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2540" y="50799"/>
                  </a:lnTo>
                  <a:lnTo>
                    <a:pt x="2540" y="46989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5" name="object 2475"/>
            <p:cNvSpPr/>
            <p:nvPr/>
          </p:nvSpPr>
          <p:spPr>
            <a:xfrm>
              <a:off x="7138670" y="5284470"/>
              <a:ext cx="3810" cy="49530"/>
            </a:xfrm>
            <a:custGeom>
              <a:avLst/>
              <a:gdLst/>
              <a:ahLst/>
              <a:cxnLst/>
              <a:rect l="l" t="t" r="r" b="b"/>
              <a:pathLst>
                <a:path w="3809" h="49529">
                  <a:moveTo>
                    <a:pt x="380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09" h="49529">
                  <a:moveTo>
                    <a:pt x="380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2539"/>
                  </a:lnTo>
                  <a:close/>
                </a:path>
                <a:path w="3809" h="49529">
                  <a:moveTo>
                    <a:pt x="380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49"/>
                  </a:lnTo>
                  <a:close/>
                </a:path>
                <a:path w="3809" h="49529">
                  <a:moveTo>
                    <a:pt x="380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8889"/>
                  </a:lnTo>
                  <a:close/>
                </a:path>
                <a:path w="3809" h="49529">
                  <a:moveTo>
                    <a:pt x="380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2699"/>
                  </a:lnTo>
                  <a:close/>
                </a:path>
                <a:path w="3809" h="49529">
                  <a:moveTo>
                    <a:pt x="3809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5239"/>
                  </a:lnTo>
                  <a:close/>
                </a:path>
                <a:path w="3809" h="49529">
                  <a:moveTo>
                    <a:pt x="3809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19049"/>
                  </a:lnTo>
                  <a:close/>
                </a:path>
                <a:path w="3809" h="49529">
                  <a:moveTo>
                    <a:pt x="3809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5399"/>
                  </a:lnTo>
                  <a:close/>
                </a:path>
                <a:path w="3809" h="49529">
                  <a:moveTo>
                    <a:pt x="3809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31749"/>
                  </a:lnTo>
                  <a:close/>
                </a:path>
                <a:path w="3809" h="49529">
                  <a:moveTo>
                    <a:pt x="3809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4289"/>
                  </a:lnTo>
                  <a:close/>
                </a:path>
                <a:path w="3809" h="49529">
                  <a:moveTo>
                    <a:pt x="3809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8099"/>
                  </a:lnTo>
                  <a:close/>
                </a:path>
                <a:path w="3809" h="49529">
                  <a:moveTo>
                    <a:pt x="3809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0639"/>
                  </a:lnTo>
                  <a:close/>
                </a:path>
                <a:path w="3809" h="49529">
                  <a:moveTo>
                    <a:pt x="3809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4449"/>
                  </a:lnTo>
                  <a:close/>
                </a:path>
                <a:path w="3809" h="49529">
                  <a:moveTo>
                    <a:pt x="3809" y="46989"/>
                  </a:moveTo>
                  <a:lnTo>
                    <a:pt x="0" y="46989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6989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6" name="object 2476"/>
            <p:cNvSpPr/>
            <p:nvPr/>
          </p:nvSpPr>
          <p:spPr>
            <a:xfrm>
              <a:off x="7142480" y="5284470"/>
              <a:ext cx="3810" cy="49530"/>
            </a:xfrm>
            <a:custGeom>
              <a:avLst/>
              <a:gdLst/>
              <a:ahLst/>
              <a:cxnLst/>
              <a:rect l="l" t="t" r="r" b="b"/>
              <a:pathLst>
                <a:path w="3809" h="49529">
                  <a:moveTo>
                    <a:pt x="254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09" h="49529">
                  <a:moveTo>
                    <a:pt x="381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2539"/>
                  </a:lnTo>
                  <a:close/>
                </a:path>
                <a:path w="3809" h="49529">
                  <a:moveTo>
                    <a:pt x="381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49"/>
                  </a:lnTo>
                  <a:close/>
                </a:path>
                <a:path w="3809" h="49529">
                  <a:moveTo>
                    <a:pt x="381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8889"/>
                  </a:lnTo>
                  <a:close/>
                </a:path>
                <a:path w="3809" h="49529">
                  <a:moveTo>
                    <a:pt x="381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2699"/>
                  </a:lnTo>
                  <a:close/>
                </a:path>
                <a:path w="3809" h="49529">
                  <a:moveTo>
                    <a:pt x="381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5239"/>
                  </a:lnTo>
                  <a:close/>
                </a:path>
                <a:path w="3809" h="49529">
                  <a:moveTo>
                    <a:pt x="3810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19049"/>
                  </a:lnTo>
                  <a:close/>
                </a:path>
                <a:path w="3809" h="49529">
                  <a:moveTo>
                    <a:pt x="3810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5399"/>
                  </a:lnTo>
                  <a:close/>
                </a:path>
                <a:path w="3809" h="49529">
                  <a:moveTo>
                    <a:pt x="3810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31749"/>
                  </a:lnTo>
                  <a:close/>
                </a:path>
                <a:path w="3809" h="49529">
                  <a:moveTo>
                    <a:pt x="3810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4289"/>
                  </a:lnTo>
                  <a:close/>
                </a:path>
                <a:path w="3809" h="49529">
                  <a:moveTo>
                    <a:pt x="381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8099"/>
                  </a:lnTo>
                  <a:close/>
                </a:path>
                <a:path w="3809" h="49529">
                  <a:moveTo>
                    <a:pt x="3810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0639"/>
                  </a:lnTo>
                  <a:close/>
                </a:path>
                <a:path w="3809" h="49529">
                  <a:moveTo>
                    <a:pt x="381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4449"/>
                  </a:lnTo>
                  <a:close/>
                </a:path>
                <a:path w="3809" h="49529">
                  <a:moveTo>
                    <a:pt x="3810" y="46989"/>
                  </a:moveTo>
                  <a:lnTo>
                    <a:pt x="0" y="46989"/>
                  </a:lnTo>
                  <a:lnTo>
                    <a:pt x="0" y="49529"/>
                  </a:lnTo>
                  <a:lnTo>
                    <a:pt x="2539" y="49529"/>
                  </a:lnTo>
                  <a:lnTo>
                    <a:pt x="2539" y="48259"/>
                  </a:lnTo>
                  <a:lnTo>
                    <a:pt x="3810" y="48259"/>
                  </a:lnTo>
                  <a:lnTo>
                    <a:pt x="3810" y="46989"/>
                  </a:lnTo>
                  <a:close/>
                </a:path>
              </a:pathLst>
            </a:custGeom>
            <a:solidFill>
              <a:srgbClr val="A7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7" name="object 2477"/>
            <p:cNvSpPr/>
            <p:nvPr/>
          </p:nvSpPr>
          <p:spPr>
            <a:xfrm>
              <a:off x="7146290" y="5285739"/>
              <a:ext cx="3810" cy="46990"/>
            </a:xfrm>
            <a:custGeom>
              <a:avLst/>
              <a:gdLst/>
              <a:ahLst/>
              <a:cxnLst/>
              <a:rect l="l" t="t" r="r" b="b"/>
              <a:pathLst>
                <a:path w="3809" h="46989">
                  <a:moveTo>
                    <a:pt x="3809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09" y="1270"/>
                  </a:lnTo>
                  <a:lnTo>
                    <a:pt x="3809" y="0"/>
                  </a:lnTo>
                  <a:close/>
                </a:path>
                <a:path w="3809" h="46989">
                  <a:moveTo>
                    <a:pt x="380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1270"/>
                  </a:lnTo>
                  <a:close/>
                </a:path>
                <a:path w="3809" h="46989">
                  <a:moveTo>
                    <a:pt x="380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09" y="7620"/>
                  </a:lnTo>
                  <a:lnTo>
                    <a:pt x="3809" y="5080"/>
                  </a:lnTo>
                  <a:close/>
                </a:path>
                <a:path w="3809" h="46989">
                  <a:moveTo>
                    <a:pt x="380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7620"/>
                  </a:lnTo>
                  <a:close/>
                </a:path>
                <a:path w="3809" h="46989">
                  <a:moveTo>
                    <a:pt x="3809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09" y="13970"/>
                  </a:lnTo>
                  <a:lnTo>
                    <a:pt x="3809" y="11430"/>
                  </a:lnTo>
                  <a:close/>
                </a:path>
                <a:path w="3809" h="46989">
                  <a:moveTo>
                    <a:pt x="3809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3970"/>
                  </a:lnTo>
                  <a:close/>
                </a:path>
                <a:path w="3809" h="46989">
                  <a:moveTo>
                    <a:pt x="3809" y="17780"/>
                  </a:moveTo>
                  <a:lnTo>
                    <a:pt x="0" y="17780"/>
                  </a:lnTo>
                  <a:lnTo>
                    <a:pt x="0" y="24130"/>
                  </a:lnTo>
                  <a:lnTo>
                    <a:pt x="3809" y="24130"/>
                  </a:lnTo>
                  <a:lnTo>
                    <a:pt x="3809" y="17780"/>
                  </a:lnTo>
                  <a:close/>
                </a:path>
                <a:path w="3809" h="46989">
                  <a:moveTo>
                    <a:pt x="3809" y="24130"/>
                  </a:moveTo>
                  <a:lnTo>
                    <a:pt x="0" y="24130"/>
                  </a:lnTo>
                  <a:lnTo>
                    <a:pt x="0" y="30480"/>
                  </a:lnTo>
                  <a:lnTo>
                    <a:pt x="3809" y="30480"/>
                  </a:lnTo>
                  <a:lnTo>
                    <a:pt x="3809" y="24130"/>
                  </a:lnTo>
                  <a:close/>
                </a:path>
                <a:path w="3809" h="46989">
                  <a:moveTo>
                    <a:pt x="3809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3809" y="33020"/>
                  </a:lnTo>
                  <a:lnTo>
                    <a:pt x="3809" y="30480"/>
                  </a:lnTo>
                  <a:close/>
                </a:path>
                <a:path w="3809" h="46989">
                  <a:moveTo>
                    <a:pt x="3809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3020"/>
                  </a:lnTo>
                  <a:close/>
                </a:path>
                <a:path w="3809" h="46989">
                  <a:moveTo>
                    <a:pt x="3809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09" y="39370"/>
                  </a:lnTo>
                  <a:lnTo>
                    <a:pt x="3809" y="36830"/>
                  </a:lnTo>
                  <a:close/>
                </a:path>
                <a:path w="3809" h="46989">
                  <a:moveTo>
                    <a:pt x="3809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3809" y="43180"/>
                  </a:lnTo>
                  <a:lnTo>
                    <a:pt x="3809" y="39370"/>
                  </a:lnTo>
                  <a:close/>
                </a:path>
                <a:path w="3809" h="46989">
                  <a:moveTo>
                    <a:pt x="3809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3809" y="45720"/>
                  </a:lnTo>
                  <a:lnTo>
                    <a:pt x="3809" y="43180"/>
                  </a:lnTo>
                  <a:close/>
                </a:path>
                <a:path w="3809" h="46989">
                  <a:moveTo>
                    <a:pt x="3809" y="45720"/>
                  </a:moveTo>
                  <a:lnTo>
                    <a:pt x="0" y="45720"/>
                  </a:lnTo>
                  <a:lnTo>
                    <a:pt x="0" y="46990"/>
                  </a:lnTo>
                  <a:lnTo>
                    <a:pt x="3809" y="46990"/>
                  </a:lnTo>
                  <a:lnTo>
                    <a:pt x="3809" y="45720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8" name="object 2478"/>
            <p:cNvSpPr/>
            <p:nvPr/>
          </p:nvSpPr>
          <p:spPr>
            <a:xfrm>
              <a:off x="7150100" y="5285739"/>
              <a:ext cx="3810" cy="46990"/>
            </a:xfrm>
            <a:custGeom>
              <a:avLst/>
              <a:gdLst/>
              <a:ahLst/>
              <a:cxnLst/>
              <a:rect l="l" t="t" r="r" b="b"/>
              <a:pathLst>
                <a:path w="3809" h="46989">
                  <a:moveTo>
                    <a:pt x="1269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3809" h="46989">
                  <a:moveTo>
                    <a:pt x="380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1270"/>
                  </a:lnTo>
                  <a:close/>
                </a:path>
                <a:path w="3809" h="46989">
                  <a:moveTo>
                    <a:pt x="380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09" y="7620"/>
                  </a:lnTo>
                  <a:lnTo>
                    <a:pt x="3809" y="5080"/>
                  </a:lnTo>
                  <a:close/>
                </a:path>
                <a:path w="3809" h="46989">
                  <a:moveTo>
                    <a:pt x="380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7620"/>
                  </a:lnTo>
                  <a:close/>
                </a:path>
                <a:path w="3809" h="46989">
                  <a:moveTo>
                    <a:pt x="3809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09" y="13970"/>
                  </a:lnTo>
                  <a:lnTo>
                    <a:pt x="3809" y="11430"/>
                  </a:lnTo>
                  <a:close/>
                </a:path>
                <a:path w="3809" h="46989">
                  <a:moveTo>
                    <a:pt x="3809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3970"/>
                  </a:lnTo>
                  <a:close/>
                </a:path>
                <a:path w="3809" h="46989">
                  <a:moveTo>
                    <a:pt x="3809" y="17780"/>
                  </a:moveTo>
                  <a:lnTo>
                    <a:pt x="0" y="17780"/>
                  </a:lnTo>
                  <a:lnTo>
                    <a:pt x="0" y="24130"/>
                  </a:lnTo>
                  <a:lnTo>
                    <a:pt x="3809" y="24130"/>
                  </a:lnTo>
                  <a:lnTo>
                    <a:pt x="3809" y="17780"/>
                  </a:lnTo>
                  <a:close/>
                </a:path>
                <a:path w="3809" h="46989">
                  <a:moveTo>
                    <a:pt x="3809" y="24130"/>
                  </a:moveTo>
                  <a:lnTo>
                    <a:pt x="0" y="24130"/>
                  </a:lnTo>
                  <a:lnTo>
                    <a:pt x="0" y="30480"/>
                  </a:lnTo>
                  <a:lnTo>
                    <a:pt x="3809" y="30480"/>
                  </a:lnTo>
                  <a:lnTo>
                    <a:pt x="3809" y="24130"/>
                  </a:lnTo>
                  <a:close/>
                </a:path>
                <a:path w="3809" h="46989">
                  <a:moveTo>
                    <a:pt x="3809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3809" y="33020"/>
                  </a:lnTo>
                  <a:lnTo>
                    <a:pt x="3809" y="30480"/>
                  </a:lnTo>
                  <a:close/>
                </a:path>
                <a:path w="3809" h="46989">
                  <a:moveTo>
                    <a:pt x="3809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3020"/>
                  </a:lnTo>
                  <a:close/>
                </a:path>
                <a:path w="3809" h="46989">
                  <a:moveTo>
                    <a:pt x="3809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09" y="39370"/>
                  </a:lnTo>
                  <a:lnTo>
                    <a:pt x="3809" y="36830"/>
                  </a:lnTo>
                  <a:close/>
                </a:path>
                <a:path w="3809" h="46989">
                  <a:moveTo>
                    <a:pt x="3809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3809" y="43180"/>
                  </a:lnTo>
                  <a:lnTo>
                    <a:pt x="3809" y="39370"/>
                  </a:lnTo>
                  <a:close/>
                </a:path>
                <a:path w="3809" h="46989">
                  <a:moveTo>
                    <a:pt x="3809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3809" y="45720"/>
                  </a:lnTo>
                  <a:lnTo>
                    <a:pt x="3809" y="43180"/>
                  </a:lnTo>
                  <a:close/>
                </a:path>
                <a:path w="3809" h="46989">
                  <a:moveTo>
                    <a:pt x="3809" y="45720"/>
                  </a:moveTo>
                  <a:lnTo>
                    <a:pt x="0" y="45720"/>
                  </a:lnTo>
                  <a:lnTo>
                    <a:pt x="0" y="46990"/>
                  </a:lnTo>
                  <a:lnTo>
                    <a:pt x="3809" y="46990"/>
                  </a:lnTo>
                  <a:lnTo>
                    <a:pt x="3809" y="45720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9" name="object 2479"/>
            <p:cNvSpPr/>
            <p:nvPr/>
          </p:nvSpPr>
          <p:spPr>
            <a:xfrm>
              <a:off x="7153910" y="5287009"/>
              <a:ext cx="3810" cy="45720"/>
            </a:xfrm>
            <a:custGeom>
              <a:avLst/>
              <a:gdLst/>
              <a:ahLst/>
              <a:cxnLst/>
              <a:rect l="l" t="t" r="r" b="b"/>
              <a:pathLst>
                <a:path w="3809" h="45720">
                  <a:moveTo>
                    <a:pt x="127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45720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09" h="45720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09" h="45720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09" h="45720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09" h="45720">
                  <a:moveTo>
                    <a:pt x="3810" y="16509"/>
                  </a:moveTo>
                  <a:lnTo>
                    <a:pt x="0" y="16509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6509"/>
                  </a:lnTo>
                  <a:close/>
                </a:path>
                <a:path w="3809" h="45720">
                  <a:moveTo>
                    <a:pt x="3810" y="22859"/>
                  </a:moveTo>
                  <a:lnTo>
                    <a:pt x="0" y="22859"/>
                  </a:lnTo>
                  <a:lnTo>
                    <a:pt x="0" y="29209"/>
                  </a:lnTo>
                  <a:lnTo>
                    <a:pt x="3810" y="29209"/>
                  </a:lnTo>
                  <a:lnTo>
                    <a:pt x="3810" y="22859"/>
                  </a:lnTo>
                  <a:close/>
                </a:path>
                <a:path w="3809" h="45720">
                  <a:moveTo>
                    <a:pt x="3810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9209"/>
                  </a:lnTo>
                  <a:close/>
                </a:path>
                <a:path w="3809" h="45720">
                  <a:moveTo>
                    <a:pt x="3810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31750"/>
                  </a:lnTo>
                  <a:close/>
                </a:path>
                <a:path w="3809" h="45720">
                  <a:moveTo>
                    <a:pt x="381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5559"/>
                  </a:lnTo>
                  <a:close/>
                </a:path>
                <a:path w="3809" h="45720">
                  <a:moveTo>
                    <a:pt x="381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8100"/>
                  </a:lnTo>
                  <a:close/>
                </a:path>
                <a:path w="3809" h="45720">
                  <a:moveTo>
                    <a:pt x="381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1909"/>
                  </a:lnTo>
                  <a:close/>
                </a:path>
                <a:path w="3809" h="45720">
                  <a:moveTo>
                    <a:pt x="1270" y="44450"/>
                  </a:moveTo>
                  <a:lnTo>
                    <a:pt x="0" y="44450"/>
                  </a:lnTo>
                  <a:lnTo>
                    <a:pt x="0" y="45719"/>
                  </a:lnTo>
                  <a:lnTo>
                    <a:pt x="1270" y="45719"/>
                  </a:lnTo>
                  <a:lnTo>
                    <a:pt x="1270" y="44450"/>
                  </a:lnTo>
                  <a:close/>
                </a:path>
              </a:pathLst>
            </a:custGeom>
            <a:solidFill>
              <a:srgbClr val="AEBA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0" name="object 2480"/>
            <p:cNvSpPr/>
            <p:nvPr/>
          </p:nvSpPr>
          <p:spPr>
            <a:xfrm>
              <a:off x="7157720" y="5288280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09" h="41910">
                  <a:moveTo>
                    <a:pt x="380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09" y="2540"/>
                  </a:lnTo>
                  <a:lnTo>
                    <a:pt x="3809" y="0"/>
                  </a:lnTo>
                  <a:close/>
                </a:path>
                <a:path w="3809" h="41910">
                  <a:moveTo>
                    <a:pt x="380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2540"/>
                  </a:lnTo>
                  <a:close/>
                </a:path>
                <a:path w="3809" h="41910">
                  <a:moveTo>
                    <a:pt x="380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09" y="8890"/>
                  </a:lnTo>
                  <a:lnTo>
                    <a:pt x="3809" y="5080"/>
                  </a:lnTo>
                  <a:close/>
                </a:path>
                <a:path w="3809" h="41910">
                  <a:moveTo>
                    <a:pt x="380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8890"/>
                  </a:lnTo>
                  <a:close/>
                </a:path>
                <a:path w="3809" h="41910">
                  <a:moveTo>
                    <a:pt x="3809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09" y="15240"/>
                  </a:lnTo>
                  <a:lnTo>
                    <a:pt x="3809" y="11430"/>
                  </a:lnTo>
                  <a:close/>
                </a:path>
                <a:path w="3809" h="41910">
                  <a:moveTo>
                    <a:pt x="3809" y="15240"/>
                  </a:moveTo>
                  <a:lnTo>
                    <a:pt x="0" y="15240"/>
                  </a:lnTo>
                  <a:lnTo>
                    <a:pt x="0" y="21590"/>
                  </a:lnTo>
                  <a:lnTo>
                    <a:pt x="3809" y="21590"/>
                  </a:lnTo>
                  <a:lnTo>
                    <a:pt x="3809" y="15240"/>
                  </a:lnTo>
                  <a:close/>
                </a:path>
                <a:path w="3809" h="41910">
                  <a:moveTo>
                    <a:pt x="3809" y="21590"/>
                  </a:moveTo>
                  <a:lnTo>
                    <a:pt x="0" y="21590"/>
                  </a:lnTo>
                  <a:lnTo>
                    <a:pt x="0" y="27940"/>
                  </a:lnTo>
                  <a:lnTo>
                    <a:pt x="3809" y="27940"/>
                  </a:lnTo>
                  <a:lnTo>
                    <a:pt x="3809" y="21590"/>
                  </a:lnTo>
                  <a:close/>
                </a:path>
                <a:path w="3809" h="41910">
                  <a:moveTo>
                    <a:pt x="3809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3809" y="30480"/>
                  </a:lnTo>
                  <a:lnTo>
                    <a:pt x="3809" y="27940"/>
                  </a:lnTo>
                  <a:close/>
                </a:path>
                <a:path w="3809" h="41910">
                  <a:moveTo>
                    <a:pt x="3809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3809" y="34290"/>
                  </a:lnTo>
                  <a:lnTo>
                    <a:pt x="3809" y="30480"/>
                  </a:lnTo>
                  <a:close/>
                </a:path>
                <a:path w="3809" h="41910">
                  <a:moveTo>
                    <a:pt x="3809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4290"/>
                  </a:lnTo>
                  <a:close/>
                </a:path>
                <a:path w="3809" h="41910">
                  <a:moveTo>
                    <a:pt x="3809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3809" y="40640"/>
                  </a:lnTo>
                  <a:lnTo>
                    <a:pt x="3809" y="36830"/>
                  </a:lnTo>
                  <a:close/>
                </a:path>
                <a:path w="3809" h="41910">
                  <a:moveTo>
                    <a:pt x="3809" y="40640"/>
                  </a:moveTo>
                  <a:lnTo>
                    <a:pt x="0" y="40640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40640"/>
                  </a:lnTo>
                  <a:close/>
                </a:path>
              </a:pathLst>
            </a:custGeom>
            <a:solidFill>
              <a:srgbClr val="B1BD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1" name="object 2481"/>
            <p:cNvSpPr/>
            <p:nvPr/>
          </p:nvSpPr>
          <p:spPr>
            <a:xfrm>
              <a:off x="7161530" y="5288280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09" h="41910">
                  <a:moveTo>
                    <a:pt x="254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  <a:path w="3809" h="41910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09" h="41910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09" h="41910">
                  <a:moveTo>
                    <a:pt x="381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890"/>
                  </a:lnTo>
                  <a:close/>
                </a:path>
                <a:path w="3809" h="41910">
                  <a:moveTo>
                    <a:pt x="381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30"/>
                  </a:lnTo>
                  <a:close/>
                </a:path>
                <a:path w="3809" h="41910">
                  <a:moveTo>
                    <a:pt x="3810" y="15240"/>
                  </a:moveTo>
                  <a:lnTo>
                    <a:pt x="0" y="1524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5240"/>
                  </a:lnTo>
                  <a:close/>
                </a:path>
                <a:path w="3809" h="41910">
                  <a:moveTo>
                    <a:pt x="3810" y="21590"/>
                  </a:moveTo>
                  <a:lnTo>
                    <a:pt x="0" y="21590"/>
                  </a:lnTo>
                  <a:lnTo>
                    <a:pt x="0" y="27940"/>
                  </a:lnTo>
                  <a:lnTo>
                    <a:pt x="3810" y="27940"/>
                  </a:lnTo>
                  <a:lnTo>
                    <a:pt x="3810" y="21590"/>
                  </a:lnTo>
                  <a:close/>
                </a:path>
                <a:path w="3809" h="41910">
                  <a:moveTo>
                    <a:pt x="3810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27940"/>
                  </a:lnTo>
                  <a:close/>
                </a:path>
                <a:path w="3809" h="41910">
                  <a:moveTo>
                    <a:pt x="3810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3810" y="34290"/>
                  </a:lnTo>
                  <a:lnTo>
                    <a:pt x="3810" y="30480"/>
                  </a:lnTo>
                  <a:close/>
                </a:path>
                <a:path w="3809" h="41910">
                  <a:moveTo>
                    <a:pt x="3810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4290"/>
                  </a:lnTo>
                  <a:close/>
                </a:path>
                <a:path w="3809" h="41910">
                  <a:moveTo>
                    <a:pt x="3810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3810" y="40640"/>
                  </a:lnTo>
                  <a:lnTo>
                    <a:pt x="3810" y="36830"/>
                  </a:lnTo>
                  <a:close/>
                </a:path>
                <a:path w="3809" h="41910">
                  <a:moveTo>
                    <a:pt x="1270" y="40640"/>
                  </a:moveTo>
                  <a:lnTo>
                    <a:pt x="0" y="40640"/>
                  </a:lnTo>
                  <a:lnTo>
                    <a:pt x="0" y="41910"/>
                  </a:lnTo>
                  <a:lnTo>
                    <a:pt x="1270" y="41910"/>
                  </a:lnTo>
                  <a:lnTo>
                    <a:pt x="1270" y="40640"/>
                  </a:lnTo>
                  <a:close/>
                </a:path>
              </a:pathLst>
            </a:custGeom>
            <a:solidFill>
              <a:srgbClr val="B4BF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2" name="object 2482"/>
            <p:cNvSpPr/>
            <p:nvPr/>
          </p:nvSpPr>
          <p:spPr>
            <a:xfrm>
              <a:off x="7165340" y="5289550"/>
              <a:ext cx="2540" cy="39370"/>
            </a:xfrm>
            <a:custGeom>
              <a:avLst/>
              <a:gdLst/>
              <a:ahLst/>
              <a:cxnLst/>
              <a:rect l="l" t="t" r="r" b="b"/>
              <a:pathLst>
                <a:path w="2540" h="39370">
                  <a:moveTo>
                    <a:pt x="253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  <a:path w="2540" h="39370">
                  <a:moveTo>
                    <a:pt x="2539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2539" y="3809"/>
                  </a:lnTo>
                  <a:lnTo>
                    <a:pt x="2539" y="1270"/>
                  </a:lnTo>
                  <a:close/>
                </a:path>
                <a:path w="2540" h="39370">
                  <a:moveTo>
                    <a:pt x="2539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2539" y="7619"/>
                  </a:lnTo>
                  <a:lnTo>
                    <a:pt x="2539" y="3810"/>
                  </a:lnTo>
                  <a:close/>
                </a:path>
                <a:path w="2540" h="39370">
                  <a:moveTo>
                    <a:pt x="2539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2539" y="10159"/>
                  </a:lnTo>
                  <a:lnTo>
                    <a:pt x="2539" y="7620"/>
                  </a:lnTo>
                  <a:close/>
                </a:path>
                <a:path w="2540" h="39370">
                  <a:moveTo>
                    <a:pt x="2539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2539" y="13969"/>
                  </a:lnTo>
                  <a:lnTo>
                    <a:pt x="2539" y="10160"/>
                  </a:lnTo>
                  <a:close/>
                </a:path>
                <a:path w="2540" h="39370">
                  <a:moveTo>
                    <a:pt x="2539" y="13970"/>
                  </a:moveTo>
                  <a:lnTo>
                    <a:pt x="0" y="13970"/>
                  </a:lnTo>
                  <a:lnTo>
                    <a:pt x="0" y="20319"/>
                  </a:lnTo>
                  <a:lnTo>
                    <a:pt x="2539" y="20319"/>
                  </a:lnTo>
                  <a:lnTo>
                    <a:pt x="2539" y="13970"/>
                  </a:lnTo>
                  <a:close/>
                </a:path>
                <a:path w="2540" h="39370">
                  <a:moveTo>
                    <a:pt x="2539" y="20320"/>
                  </a:moveTo>
                  <a:lnTo>
                    <a:pt x="0" y="20320"/>
                  </a:lnTo>
                  <a:lnTo>
                    <a:pt x="0" y="26669"/>
                  </a:lnTo>
                  <a:lnTo>
                    <a:pt x="2539" y="26669"/>
                  </a:lnTo>
                  <a:lnTo>
                    <a:pt x="2539" y="20320"/>
                  </a:lnTo>
                  <a:close/>
                </a:path>
                <a:path w="2540" h="39370">
                  <a:moveTo>
                    <a:pt x="2539" y="26670"/>
                  </a:moveTo>
                  <a:lnTo>
                    <a:pt x="0" y="26670"/>
                  </a:lnTo>
                  <a:lnTo>
                    <a:pt x="0" y="29209"/>
                  </a:lnTo>
                  <a:lnTo>
                    <a:pt x="2539" y="29209"/>
                  </a:lnTo>
                  <a:lnTo>
                    <a:pt x="2539" y="26670"/>
                  </a:lnTo>
                  <a:close/>
                </a:path>
                <a:path w="2540" h="39370">
                  <a:moveTo>
                    <a:pt x="2539" y="29210"/>
                  </a:moveTo>
                  <a:lnTo>
                    <a:pt x="0" y="29210"/>
                  </a:lnTo>
                  <a:lnTo>
                    <a:pt x="0" y="33019"/>
                  </a:lnTo>
                  <a:lnTo>
                    <a:pt x="2539" y="33019"/>
                  </a:lnTo>
                  <a:lnTo>
                    <a:pt x="2539" y="29210"/>
                  </a:lnTo>
                  <a:close/>
                </a:path>
                <a:path w="2540" h="39370">
                  <a:moveTo>
                    <a:pt x="2539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2539" y="35559"/>
                  </a:lnTo>
                  <a:lnTo>
                    <a:pt x="2539" y="33020"/>
                  </a:lnTo>
                  <a:close/>
                </a:path>
                <a:path w="2540" h="39370">
                  <a:moveTo>
                    <a:pt x="2539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1269" y="39369"/>
                  </a:lnTo>
                  <a:lnTo>
                    <a:pt x="1269" y="38100"/>
                  </a:lnTo>
                  <a:lnTo>
                    <a:pt x="2539" y="38100"/>
                  </a:lnTo>
                  <a:lnTo>
                    <a:pt x="2539" y="35560"/>
                  </a:lnTo>
                  <a:close/>
                </a:path>
              </a:pathLst>
            </a:custGeom>
            <a:solidFill>
              <a:srgbClr val="B6C1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3" name="object 2483"/>
            <p:cNvSpPr/>
            <p:nvPr/>
          </p:nvSpPr>
          <p:spPr>
            <a:xfrm>
              <a:off x="7167880" y="5289550"/>
              <a:ext cx="3810" cy="38100"/>
            </a:xfrm>
            <a:custGeom>
              <a:avLst/>
              <a:gdLst/>
              <a:ahLst/>
              <a:cxnLst/>
              <a:rect l="l" t="t" r="r" b="b"/>
              <a:pathLst>
                <a:path w="3809" h="38100">
                  <a:moveTo>
                    <a:pt x="127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38100">
                  <a:moveTo>
                    <a:pt x="381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70"/>
                  </a:lnTo>
                  <a:close/>
                </a:path>
                <a:path w="3809" h="38100">
                  <a:moveTo>
                    <a:pt x="3810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3810"/>
                  </a:lnTo>
                  <a:close/>
                </a:path>
                <a:path w="3809" h="38100">
                  <a:moveTo>
                    <a:pt x="3810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7620"/>
                  </a:lnTo>
                  <a:close/>
                </a:path>
                <a:path w="3809" h="38100">
                  <a:moveTo>
                    <a:pt x="3810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10160"/>
                  </a:lnTo>
                  <a:close/>
                </a:path>
                <a:path w="3809" h="38100">
                  <a:moveTo>
                    <a:pt x="3810" y="13970"/>
                  </a:moveTo>
                  <a:lnTo>
                    <a:pt x="0" y="13970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3970"/>
                  </a:lnTo>
                  <a:close/>
                </a:path>
                <a:path w="3809" h="38100">
                  <a:moveTo>
                    <a:pt x="3810" y="20320"/>
                  </a:moveTo>
                  <a:lnTo>
                    <a:pt x="0" y="20320"/>
                  </a:lnTo>
                  <a:lnTo>
                    <a:pt x="0" y="26669"/>
                  </a:lnTo>
                  <a:lnTo>
                    <a:pt x="3810" y="26669"/>
                  </a:lnTo>
                  <a:lnTo>
                    <a:pt x="3810" y="20320"/>
                  </a:lnTo>
                  <a:close/>
                </a:path>
                <a:path w="3809" h="38100">
                  <a:moveTo>
                    <a:pt x="3810" y="26670"/>
                  </a:moveTo>
                  <a:lnTo>
                    <a:pt x="0" y="26670"/>
                  </a:lnTo>
                  <a:lnTo>
                    <a:pt x="0" y="29209"/>
                  </a:lnTo>
                  <a:lnTo>
                    <a:pt x="3810" y="29209"/>
                  </a:lnTo>
                  <a:lnTo>
                    <a:pt x="3810" y="26670"/>
                  </a:lnTo>
                  <a:close/>
                </a:path>
                <a:path w="3809" h="38100">
                  <a:moveTo>
                    <a:pt x="3810" y="29210"/>
                  </a:moveTo>
                  <a:lnTo>
                    <a:pt x="0" y="29210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9210"/>
                  </a:lnTo>
                  <a:close/>
                </a:path>
                <a:path w="3809" h="38100">
                  <a:moveTo>
                    <a:pt x="3810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33020"/>
                  </a:lnTo>
                  <a:close/>
                </a:path>
                <a:path w="3809" h="38100">
                  <a:moveTo>
                    <a:pt x="381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5560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4" name="object 2484"/>
            <p:cNvSpPr/>
            <p:nvPr/>
          </p:nvSpPr>
          <p:spPr>
            <a:xfrm>
              <a:off x="7171690" y="5290820"/>
              <a:ext cx="3810" cy="36830"/>
            </a:xfrm>
            <a:custGeom>
              <a:avLst/>
              <a:gdLst/>
              <a:ahLst/>
              <a:cxnLst/>
              <a:rect l="l" t="t" r="r" b="b"/>
              <a:pathLst>
                <a:path w="3809" h="36829">
                  <a:moveTo>
                    <a:pt x="127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36829">
                  <a:moveTo>
                    <a:pt x="380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2539"/>
                  </a:lnTo>
                  <a:close/>
                </a:path>
                <a:path w="3809" h="36829">
                  <a:moveTo>
                    <a:pt x="380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49"/>
                  </a:lnTo>
                  <a:close/>
                </a:path>
                <a:path w="3809" h="36829">
                  <a:moveTo>
                    <a:pt x="380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8889"/>
                  </a:lnTo>
                  <a:close/>
                </a:path>
                <a:path w="3809" h="36829">
                  <a:moveTo>
                    <a:pt x="380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2699"/>
                  </a:lnTo>
                  <a:close/>
                </a:path>
                <a:path w="3809" h="36829">
                  <a:moveTo>
                    <a:pt x="3809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19049"/>
                  </a:lnTo>
                  <a:close/>
                </a:path>
                <a:path w="3809" h="36829">
                  <a:moveTo>
                    <a:pt x="3809" y="25399"/>
                  </a:moveTo>
                  <a:lnTo>
                    <a:pt x="0" y="25399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5399"/>
                  </a:lnTo>
                  <a:close/>
                </a:path>
                <a:path w="3809" h="36829">
                  <a:moveTo>
                    <a:pt x="3809" y="27939"/>
                  </a:moveTo>
                  <a:lnTo>
                    <a:pt x="0" y="2793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7939"/>
                  </a:lnTo>
                  <a:close/>
                </a:path>
                <a:path w="3809" h="36829">
                  <a:moveTo>
                    <a:pt x="3809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31749"/>
                  </a:lnTo>
                  <a:close/>
                </a:path>
                <a:path w="3809" h="36829">
                  <a:moveTo>
                    <a:pt x="3809" y="34289"/>
                  </a:moveTo>
                  <a:lnTo>
                    <a:pt x="0" y="34289"/>
                  </a:lnTo>
                  <a:lnTo>
                    <a:pt x="0" y="36829"/>
                  </a:lnTo>
                  <a:lnTo>
                    <a:pt x="1270" y="36829"/>
                  </a:lnTo>
                  <a:lnTo>
                    <a:pt x="1270" y="35559"/>
                  </a:lnTo>
                  <a:lnTo>
                    <a:pt x="3809" y="35559"/>
                  </a:lnTo>
                  <a:lnTo>
                    <a:pt x="3809" y="34289"/>
                  </a:lnTo>
                  <a:close/>
                </a:path>
              </a:pathLst>
            </a:custGeom>
            <a:solidFill>
              <a:srgbClr val="BC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5" name="object 2485"/>
            <p:cNvSpPr/>
            <p:nvPr/>
          </p:nvSpPr>
          <p:spPr>
            <a:xfrm>
              <a:off x="7175500" y="5292089"/>
              <a:ext cx="3810" cy="33020"/>
            </a:xfrm>
            <a:custGeom>
              <a:avLst/>
              <a:gdLst/>
              <a:ahLst/>
              <a:cxnLst/>
              <a:rect l="l" t="t" r="r" b="b"/>
              <a:pathLst>
                <a:path w="3809" h="33020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  <a:path w="3809" h="33020">
                  <a:moveTo>
                    <a:pt x="380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1270"/>
                  </a:lnTo>
                  <a:close/>
                </a:path>
                <a:path w="3809" h="33020">
                  <a:moveTo>
                    <a:pt x="380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09" y="7620"/>
                  </a:lnTo>
                  <a:lnTo>
                    <a:pt x="3809" y="5080"/>
                  </a:lnTo>
                  <a:close/>
                </a:path>
                <a:path w="3809" h="33020">
                  <a:moveTo>
                    <a:pt x="380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7620"/>
                  </a:lnTo>
                  <a:close/>
                </a:path>
                <a:path w="3809" h="33020">
                  <a:moveTo>
                    <a:pt x="3809" y="11430"/>
                  </a:moveTo>
                  <a:lnTo>
                    <a:pt x="0" y="1143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1430"/>
                  </a:lnTo>
                  <a:close/>
                </a:path>
                <a:path w="3809" h="33020">
                  <a:moveTo>
                    <a:pt x="3809" y="17780"/>
                  </a:moveTo>
                  <a:lnTo>
                    <a:pt x="0" y="17780"/>
                  </a:lnTo>
                  <a:lnTo>
                    <a:pt x="0" y="24130"/>
                  </a:lnTo>
                  <a:lnTo>
                    <a:pt x="3809" y="24130"/>
                  </a:lnTo>
                  <a:lnTo>
                    <a:pt x="3809" y="17780"/>
                  </a:lnTo>
                  <a:close/>
                </a:path>
                <a:path w="3809" h="33020">
                  <a:moveTo>
                    <a:pt x="3809" y="24130"/>
                  </a:moveTo>
                  <a:lnTo>
                    <a:pt x="0" y="24130"/>
                  </a:lnTo>
                  <a:lnTo>
                    <a:pt x="0" y="26670"/>
                  </a:lnTo>
                  <a:lnTo>
                    <a:pt x="3809" y="26670"/>
                  </a:lnTo>
                  <a:lnTo>
                    <a:pt x="3809" y="24130"/>
                  </a:lnTo>
                  <a:close/>
                </a:path>
                <a:path w="3809" h="33020">
                  <a:moveTo>
                    <a:pt x="3809" y="26670"/>
                  </a:moveTo>
                  <a:lnTo>
                    <a:pt x="0" y="26670"/>
                  </a:lnTo>
                  <a:lnTo>
                    <a:pt x="0" y="30480"/>
                  </a:lnTo>
                  <a:lnTo>
                    <a:pt x="3809" y="30480"/>
                  </a:lnTo>
                  <a:lnTo>
                    <a:pt x="3809" y="26670"/>
                  </a:lnTo>
                  <a:close/>
                </a:path>
                <a:path w="3809" h="33020">
                  <a:moveTo>
                    <a:pt x="3809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3809" y="33020"/>
                  </a:lnTo>
                  <a:lnTo>
                    <a:pt x="3809" y="30480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6" name="object 2486"/>
            <p:cNvSpPr/>
            <p:nvPr/>
          </p:nvSpPr>
          <p:spPr>
            <a:xfrm>
              <a:off x="7179310" y="5293359"/>
              <a:ext cx="3810" cy="31750"/>
            </a:xfrm>
            <a:custGeom>
              <a:avLst/>
              <a:gdLst/>
              <a:ahLst/>
              <a:cxnLst/>
              <a:rect l="l" t="t" r="r" b="b"/>
              <a:pathLst>
                <a:path w="3809" h="31750">
                  <a:moveTo>
                    <a:pt x="127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31750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09" h="31750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09" h="31750">
                  <a:moveTo>
                    <a:pt x="3810" y="10159"/>
                  </a:moveTo>
                  <a:lnTo>
                    <a:pt x="0" y="10159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0159"/>
                  </a:lnTo>
                  <a:close/>
                </a:path>
                <a:path w="3809" h="31750">
                  <a:moveTo>
                    <a:pt x="3810" y="16509"/>
                  </a:moveTo>
                  <a:lnTo>
                    <a:pt x="0" y="16509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6509"/>
                  </a:lnTo>
                  <a:close/>
                </a:path>
                <a:path w="3809" h="31750">
                  <a:moveTo>
                    <a:pt x="3810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22859"/>
                  </a:lnTo>
                  <a:close/>
                </a:path>
                <a:path w="3809" h="31750">
                  <a:moveTo>
                    <a:pt x="3810" y="25400"/>
                  </a:moveTo>
                  <a:lnTo>
                    <a:pt x="0" y="25400"/>
                  </a:lnTo>
                  <a:lnTo>
                    <a:pt x="0" y="29209"/>
                  </a:lnTo>
                  <a:lnTo>
                    <a:pt x="3810" y="29209"/>
                  </a:lnTo>
                  <a:lnTo>
                    <a:pt x="3810" y="25400"/>
                  </a:lnTo>
                  <a:close/>
                </a:path>
                <a:path w="3809" h="31750">
                  <a:moveTo>
                    <a:pt x="3810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1270" y="31749"/>
                  </a:lnTo>
                  <a:lnTo>
                    <a:pt x="1270" y="30479"/>
                  </a:lnTo>
                  <a:lnTo>
                    <a:pt x="3810" y="30479"/>
                  </a:lnTo>
                  <a:lnTo>
                    <a:pt x="3810" y="29209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7" name="object 2487"/>
            <p:cNvSpPr/>
            <p:nvPr/>
          </p:nvSpPr>
          <p:spPr>
            <a:xfrm>
              <a:off x="7183120" y="5294630"/>
              <a:ext cx="3810" cy="27940"/>
            </a:xfrm>
            <a:custGeom>
              <a:avLst/>
              <a:gdLst/>
              <a:ahLst/>
              <a:cxnLst/>
              <a:rect l="l" t="t" r="r" b="b"/>
              <a:pathLst>
                <a:path w="3809" h="27939">
                  <a:moveTo>
                    <a:pt x="126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09" y="2540"/>
                  </a:lnTo>
                  <a:lnTo>
                    <a:pt x="3809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3809" h="27939">
                  <a:moveTo>
                    <a:pt x="380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2540"/>
                  </a:lnTo>
                  <a:close/>
                </a:path>
                <a:path w="3809" h="27939">
                  <a:moveTo>
                    <a:pt x="380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09" y="8890"/>
                  </a:lnTo>
                  <a:lnTo>
                    <a:pt x="3809" y="5080"/>
                  </a:lnTo>
                  <a:close/>
                </a:path>
                <a:path w="3809" h="27939">
                  <a:moveTo>
                    <a:pt x="3809" y="8890"/>
                  </a:moveTo>
                  <a:lnTo>
                    <a:pt x="0" y="8890"/>
                  </a:lnTo>
                  <a:lnTo>
                    <a:pt x="0" y="15240"/>
                  </a:lnTo>
                  <a:lnTo>
                    <a:pt x="3809" y="15240"/>
                  </a:lnTo>
                  <a:lnTo>
                    <a:pt x="3809" y="8890"/>
                  </a:lnTo>
                  <a:close/>
                </a:path>
                <a:path w="3809" h="27939">
                  <a:moveTo>
                    <a:pt x="3809" y="15240"/>
                  </a:moveTo>
                  <a:lnTo>
                    <a:pt x="0" y="15240"/>
                  </a:lnTo>
                  <a:lnTo>
                    <a:pt x="0" y="21590"/>
                  </a:lnTo>
                  <a:lnTo>
                    <a:pt x="3809" y="21590"/>
                  </a:lnTo>
                  <a:lnTo>
                    <a:pt x="3809" y="15240"/>
                  </a:lnTo>
                  <a:close/>
                </a:path>
                <a:path w="3809" h="27939">
                  <a:moveTo>
                    <a:pt x="3809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3809" y="24130"/>
                  </a:lnTo>
                  <a:lnTo>
                    <a:pt x="3809" y="21590"/>
                  </a:lnTo>
                  <a:close/>
                </a:path>
                <a:path w="3809" h="27939">
                  <a:moveTo>
                    <a:pt x="3809" y="24130"/>
                  </a:moveTo>
                  <a:lnTo>
                    <a:pt x="0" y="24130"/>
                  </a:lnTo>
                  <a:lnTo>
                    <a:pt x="0" y="27940"/>
                  </a:lnTo>
                  <a:lnTo>
                    <a:pt x="3809" y="27940"/>
                  </a:lnTo>
                  <a:lnTo>
                    <a:pt x="3809" y="24130"/>
                  </a:lnTo>
                  <a:close/>
                </a:path>
              </a:pathLst>
            </a:custGeom>
            <a:solidFill>
              <a:srgbClr val="C4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8" name="object 2488"/>
            <p:cNvSpPr/>
            <p:nvPr/>
          </p:nvSpPr>
          <p:spPr>
            <a:xfrm>
              <a:off x="7186930" y="5297170"/>
              <a:ext cx="2540" cy="24130"/>
            </a:xfrm>
            <a:custGeom>
              <a:avLst/>
              <a:gdLst/>
              <a:ahLst/>
              <a:cxnLst/>
              <a:rect l="l" t="t" r="r" b="b"/>
              <a:pathLst>
                <a:path w="2540" h="24129">
                  <a:moveTo>
                    <a:pt x="127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40" y="2539"/>
                  </a:lnTo>
                  <a:lnTo>
                    <a:pt x="254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2540" h="24129">
                  <a:moveTo>
                    <a:pt x="254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2540" y="6349"/>
                  </a:lnTo>
                  <a:lnTo>
                    <a:pt x="2540" y="2539"/>
                  </a:lnTo>
                  <a:close/>
                </a:path>
                <a:path w="2540" h="24129">
                  <a:moveTo>
                    <a:pt x="254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2540" y="12699"/>
                  </a:lnTo>
                  <a:lnTo>
                    <a:pt x="2540" y="6349"/>
                  </a:lnTo>
                  <a:close/>
                </a:path>
                <a:path w="2540" h="24129">
                  <a:moveTo>
                    <a:pt x="254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2540" y="19049"/>
                  </a:lnTo>
                  <a:lnTo>
                    <a:pt x="2540" y="12699"/>
                  </a:lnTo>
                  <a:close/>
                </a:path>
                <a:path w="2540" h="24129">
                  <a:moveTo>
                    <a:pt x="2540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2540" y="21589"/>
                  </a:lnTo>
                  <a:lnTo>
                    <a:pt x="2540" y="19049"/>
                  </a:lnTo>
                  <a:close/>
                </a:path>
                <a:path w="2540" h="24129">
                  <a:moveTo>
                    <a:pt x="2540" y="21589"/>
                  </a:moveTo>
                  <a:lnTo>
                    <a:pt x="0" y="21589"/>
                  </a:lnTo>
                  <a:lnTo>
                    <a:pt x="0" y="24129"/>
                  </a:lnTo>
                  <a:lnTo>
                    <a:pt x="1270" y="24129"/>
                  </a:lnTo>
                  <a:lnTo>
                    <a:pt x="1270" y="22859"/>
                  </a:lnTo>
                  <a:lnTo>
                    <a:pt x="2540" y="22859"/>
                  </a:lnTo>
                  <a:lnTo>
                    <a:pt x="2540" y="21589"/>
                  </a:lnTo>
                  <a:close/>
                </a:path>
              </a:pathLst>
            </a:custGeom>
            <a:solidFill>
              <a:srgbClr val="C6CF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9" name="object 2489"/>
            <p:cNvSpPr/>
            <p:nvPr/>
          </p:nvSpPr>
          <p:spPr>
            <a:xfrm>
              <a:off x="7189470" y="5299709"/>
              <a:ext cx="3810" cy="19050"/>
            </a:xfrm>
            <a:custGeom>
              <a:avLst/>
              <a:gdLst/>
              <a:ahLst/>
              <a:cxnLst/>
              <a:rect l="l" t="t" r="r" b="b"/>
              <a:pathLst>
                <a:path w="3809" h="19050">
                  <a:moveTo>
                    <a:pt x="127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19050">
                  <a:moveTo>
                    <a:pt x="3809" y="3809"/>
                  </a:moveTo>
                  <a:lnTo>
                    <a:pt x="0" y="3809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3809"/>
                  </a:lnTo>
                  <a:close/>
                </a:path>
                <a:path w="3809" h="19050">
                  <a:moveTo>
                    <a:pt x="3809" y="10159"/>
                  </a:moveTo>
                  <a:lnTo>
                    <a:pt x="0" y="10159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0159"/>
                  </a:lnTo>
                  <a:close/>
                </a:path>
                <a:path w="3809" h="19050">
                  <a:moveTo>
                    <a:pt x="380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1270" y="19049"/>
                  </a:lnTo>
                  <a:lnTo>
                    <a:pt x="1270" y="17779"/>
                  </a:lnTo>
                  <a:lnTo>
                    <a:pt x="3809" y="17779"/>
                  </a:lnTo>
                  <a:lnTo>
                    <a:pt x="3809" y="16509"/>
                  </a:lnTo>
                  <a:close/>
                </a:path>
              </a:pathLst>
            </a:custGeom>
            <a:solidFill>
              <a:srgbClr val="C9D1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0" name="object 2490"/>
            <p:cNvSpPr/>
            <p:nvPr/>
          </p:nvSpPr>
          <p:spPr>
            <a:xfrm>
              <a:off x="7193280" y="5302250"/>
              <a:ext cx="3810" cy="13970"/>
            </a:xfrm>
            <a:custGeom>
              <a:avLst/>
              <a:gdLst/>
              <a:ahLst/>
              <a:cxnLst/>
              <a:rect l="l" t="t" r="r" b="b"/>
              <a:pathLst>
                <a:path w="3809" h="13970">
                  <a:moveTo>
                    <a:pt x="127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13970">
                  <a:moveTo>
                    <a:pt x="2540" y="1270"/>
                  </a:moveTo>
                  <a:lnTo>
                    <a:pt x="0" y="1270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2540"/>
                  </a:lnTo>
                  <a:lnTo>
                    <a:pt x="2540" y="2540"/>
                  </a:lnTo>
                  <a:lnTo>
                    <a:pt x="2540" y="1270"/>
                  </a:lnTo>
                  <a:close/>
                </a:path>
                <a:path w="3809" h="13970">
                  <a:moveTo>
                    <a:pt x="3810" y="7620"/>
                  </a:moveTo>
                  <a:lnTo>
                    <a:pt x="0" y="7620"/>
                  </a:lnTo>
                  <a:lnTo>
                    <a:pt x="0" y="13969"/>
                  </a:lnTo>
                  <a:lnTo>
                    <a:pt x="1270" y="13969"/>
                  </a:lnTo>
                  <a:lnTo>
                    <a:pt x="1270" y="12700"/>
                  </a:lnTo>
                  <a:lnTo>
                    <a:pt x="2540" y="12700"/>
                  </a:lnTo>
                  <a:lnTo>
                    <a:pt x="2540" y="11430"/>
                  </a:lnTo>
                  <a:lnTo>
                    <a:pt x="3810" y="11430"/>
                  </a:lnTo>
                  <a:lnTo>
                    <a:pt x="3810" y="7620"/>
                  </a:lnTo>
                  <a:close/>
                </a:path>
              </a:pathLst>
            </a:custGeom>
            <a:solidFill>
              <a:srgbClr val="CCD3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1" name="object 2491"/>
            <p:cNvSpPr/>
            <p:nvPr/>
          </p:nvSpPr>
          <p:spPr>
            <a:xfrm>
              <a:off x="7197090" y="5304789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5080"/>
                  </a:moveTo>
                  <a:lnTo>
                    <a:pt x="0" y="0"/>
                  </a:lnTo>
                  <a:lnTo>
                    <a:pt x="0" y="5080"/>
                  </a:lnTo>
                  <a:close/>
                </a:path>
                <a:path h="8889">
                  <a:moveTo>
                    <a:pt x="0" y="8890"/>
                  </a:moveTo>
                  <a:lnTo>
                    <a:pt x="0" y="5080"/>
                  </a:lnTo>
                  <a:lnTo>
                    <a:pt x="0" y="8890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2" name="object 2492"/>
            <p:cNvSpPr/>
            <p:nvPr/>
          </p:nvSpPr>
          <p:spPr>
            <a:xfrm>
              <a:off x="6911340" y="5276850"/>
              <a:ext cx="284480" cy="63500"/>
            </a:xfrm>
            <a:custGeom>
              <a:avLst/>
              <a:gdLst/>
              <a:ahLst/>
              <a:cxnLst/>
              <a:rect l="l" t="t" r="r" b="b"/>
              <a:pathLst>
                <a:path w="284479" h="63500">
                  <a:moveTo>
                    <a:pt x="142239" y="0"/>
                  </a:moveTo>
                  <a:lnTo>
                    <a:pt x="87332" y="2460"/>
                  </a:lnTo>
                  <a:lnTo>
                    <a:pt x="42068" y="9207"/>
                  </a:lnTo>
                  <a:lnTo>
                    <a:pt x="11330" y="19288"/>
                  </a:lnTo>
                  <a:lnTo>
                    <a:pt x="0" y="31750"/>
                  </a:lnTo>
                  <a:lnTo>
                    <a:pt x="11330" y="44211"/>
                  </a:lnTo>
                  <a:lnTo>
                    <a:pt x="42068" y="54292"/>
                  </a:lnTo>
                  <a:lnTo>
                    <a:pt x="87332" y="61039"/>
                  </a:lnTo>
                  <a:lnTo>
                    <a:pt x="142239" y="63500"/>
                  </a:lnTo>
                  <a:lnTo>
                    <a:pt x="197147" y="61039"/>
                  </a:lnTo>
                  <a:lnTo>
                    <a:pt x="242411" y="54292"/>
                  </a:lnTo>
                  <a:lnTo>
                    <a:pt x="273149" y="44211"/>
                  </a:lnTo>
                  <a:lnTo>
                    <a:pt x="284479" y="31750"/>
                  </a:lnTo>
                  <a:lnTo>
                    <a:pt x="273149" y="19288"/>
                  </a:lnTo>
                  <a:lnTo>
                    <a:pt x="242411" y="9207"/>
                  </a:lnTo>
                  <a:lnTo>
                    <a:pt x="197147" y="2460"/>
                  </a:lnTo>
                  <a:lnTo>
                    <a:pt x="142239" y="0"/>
                  </a:lnTo>
                  <a:close/>
                </a:path>
              </a:pathLst>
            </a:custGeom>
            <a:ln w="646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3" name="object 2493"/>
            <p:cNvSpPr/>
            <p:nvPr/>
          </p:nvSpPr>
          <p:spPr>
            <a:xfrm>
              <a:off x="6911340" y="5087619"/>
              <a:ext cx="3810" cy="200660"/>
            </a:xfrm>
            <a:custGeom>
              <a:avLst/>
              <a:gdLst/>
              <a:ahLst/>
              <a:cxnLst/>
              <a:rect l="l" t="t" r="r" b="b"/>
              <a:pathLst>
                <a:path w="3809" h="200660">
                  <a:moveTo>
                    <a:pt x="3810" y="199402"/>
                  </a:moveTo>
                  <a:lnTo>
                    <a:pt x="2540" y="199402"/>
                  </a:lnTo>
                  <a:lnTo>
                    <a:pt x="2540" y="200660"/>
                  </a:lnTo>
                  <a:lnTo>
                    <a:pt x="3810" y="200660"/>
                  </a:lnTo>
                  <a:lnTo>
                    <a:pt x="3810" y="199402"/>
                  </a:lnTo>
                  <a:close/>
                </a:path>
                <a:path w="3809" h="200660">
                  <a:moveTo>
                    <a:pt x="38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5080"/>
                  </a:lnTo>
                  <a:lnTo>
                    <a:pt x="0" y="5080"/>
                  </a:lnTo>
                  <a:lnTo>
                    <a:pt x="0" y="195580"/>
                  </a:lnTo>
                  <a:lnTo>
                    <a:pt x="1270" y="195580"/>
                  </a:lnTo>
                  <a:lnTo>
                    <a:pt x="1270" y="199390"/>
                  </a:lnTo>
                  <a:lnTo>
                    <a:pt x="3810" y="199390"/>
                  </a:lnTo>
                  <a:lnTo>
                    <a:pt x="3810" y="195580"/>
                  </a:lnTo>
                  <a:lnTo>
                    <a:pt x="3810" y="508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4" name="object 2494"/>
            <p:cNvSpPr/>
            <p:nvPr/>
          </p:nvSpPr>
          <p:spPr>
            <a:xfrm>
              <a:off x="6915150" y="5085080"/>
              <a:ext cx="2540" cy="205740"/>
            </a:xfrm>
            <a:custGeom>
              <a:avLst/>
              <a:gdLst/>
              <a:ahLst/>
              <a:cxnLst/>
              <a:rect l="l" t="t" r="r" b="b"/>
              <a:pathLst>
                <a:path w="2540" h="205739">
                  <a:moveTo>
                    <a:pt x="254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01930"/>
                  </a:lnTo>
                  <a:lnTo>
                    <a:pt x="0" y="204470"/>
                  </a:lnTo>
                  <a:lnTo>
                    <a:pt x="1270" y="204470"/>
                  </a:lnTo>
                  <a:lnTo>
                    <a:pt x="1270" y="205740"/>
                  </a:lnTo>
                  <a:lnTo>
                    <a:pt x="2540" y="205740"/>
                  </a:lnTo>
                  <a:lnTo>
                    <a:pt x="2540" y="204470"/>
                  </a:lnTo>
                  <a:lnTo>
                    <a:pt x="2540" y="20193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CED5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5" name="object 2495"/>
            <p:cNvSpPr/>
            <p:nvPr/>
          </p:nvSpPr>
          <p:spPr>
            <a:xfrm>
              <a:off x="6917690" y="5082539"/>
              <a:ext cx="3810" cy="212090"/>
            </a:xfrm>
            <a:custGeom>
              <a:avLst/>
              <a:gdLst/>
              <a:ahLst/>
              <a:cxnLst/>
              <a:rect l="l" t="t" r="r" b="b"/>
              <a:pathLst>
                <a:path w="3809" h="212089">
                  <a:moveTo>
                    <a:pt x="3809" y="0"/>
                  </a:moveTo>
                  <a:lnTo>
                    <a:pt x="2539" y="0"/>
                  </a:lnTo>
                  <a:lnTo>
                    <a:pt x="2539" y="1269"/>
                  </a:lnTo>
                  <a:lnTo>
                    <a:pt x="0" y="1269"/>
                  </a:lnTo>
                  <a:lnTo>
                    <a:pt x="0" y="204469"/>
                  </a:lnTo>
                  <a:lnTo>
                    <a:pt x="3809" y="204469"/>
                  </a:lnTo>
                  <a:lnTo>
                    <a:pt x="3809" y="0"/>
                  </a:lnTo>
                  <a:close/>
                </a:path>
                <a:path w="3809" h="212089">
                  <a:moveTo>
                    <a:pt x="3809" y="204469"/>
                  </a:moveTo>
                  <a:lnTo>
                    <a:pt x="0" y="204469"/>
                  </a:lnTo>
                  <a:lnTo>
                    <a:pt x="0" y="208279"/>
                  </a:lnTo>
                  <a:lnTo>
                    <a:pt x="3809" y="208279"/>
                  </a:lnTo>
                  <a:lnTo>
                    <a:pt x="3809" y="204469"/>
                  </a:lnTo>
                  <a:close/>
                </a:path>
                <a:path w="3809" h="212089">
                  <a:moveTo>
                    <a:pt x="3809" y="208279"/>
                  </a:moveTo>
                  <a:lnTo>
                    <a:pt x="0" y="208279"/>
                  </a:lnTo>
                  <a:lnTo>
                    <a:pt x="0" y="209549"/>
                  </a:lnTo>
                  <a:lnTo>
                    <a:pt x="1269" y="209549"/>
                  </a:lnTo>
                  <a:lnTo>
                    <a:pt x="1269" y="210819"/>
                  </a:lnTo>
                  <a:lnTo>
                    <a:pt x="3809" y="210819"/>
                  </a:lnTo>
                  <a:lnTo>
                    <a:pt x="3809" y="208279"/>
                  </a:lnTo>
                  <a:close/>
                </a:path>
                <a:path w="3809" h="212089">
                  <a:moveTo>
                    <a:pt x="3809" y="210819"/>
                  </a:moveTo>
                  <a:lnTo>
                    <a:pt x="2539" y="210819"/>
                  </a:lnTo>
                  <a:lnTo>
                    <a:pt x="2539" y="212089"/>
                  </a:lnTo>
                  <a:lnTo>
                    <a:pt x="3809" y="212089"/>
                  </a:lnTo>
                  <a:lnTo>
                    <a:pt x="3809" y="210819"/>
                  </a:lnTo>
                  <a:close/>
                </a:path>
              </a:pathLst>
            </a:custGeom>
            <a:solidFill>
              <a:srgbClr val="CCD3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6" name="object 2496"/>
            <p:cNvSpPr/>
            <p:nvPr/>
          </p:nvSpPr>
          <p:spPr>
            <a:xfrm>
              <a:off x="6921500" y="5080000"/>
              <a:ext cx="3810" cy="215900"/>
            </a:xfrm>
            <a:custGeom>
              <a:avLst/>
              <a:gdLst/>
              <a:ahLst/>
              <a:cxnLst/>
              <a:rect l="l" t="t" r="r" b="b"/>
              <a:pathLst>
                <a:path w="3809" h="215900">
                  <a:moveTo>
                    <a:pt x="3809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09" h="215900">
                  <a:moveTo>
                    <a:pt x="3809" y="2540"/>
                  </a:moveTo>
                  <a:lnTo>
                    <a:pt x="0" y="2540"/>
                  </a:lnTo>
                  <a:lnTo>
                    <a:pt x="0" y="207009"/>
                  </a:lnTo>
                  <a:lnTo>
                    <a:pt x="3809" y="207009"/>
                  </a:lnTo>
                  <a:lnTo>
                    <a:pt x="3809" y="2540"/>
                  </a:lnTo>
                  <a:close/>
                </a:path>
                <a:path w="3809" h="215900">
                  <a:moveTo>
                    <a:pt x="3809" y="207010"/>
                  </a:moveTo>
                  <a:lnTo>
                    <a:pt x="0" y="207010"/>
                  </a:lnTo>
                  <a:lnTo>
                    <a:pt x="0" y="210819"/>
                  </a:lnTo>
                  <a:lnTo>
                    <a:pt x="3809" y="210819"/>
                  </a:lnTo>
                  <a:lnTo>
                    <a:pt x="3809" y="207010"/>
                  </a:lnTo>
                  <a:close/>
                </a:path>
                <a:path w="3809" h="215900">
                  <a:moveTo>
                    <a:pt x="3809" y="210820"/>
                  </a:moveTo>
                  <a:lnTo>
                    <a:pt x="0" y="210820"/>
                  </a:lnTo>
                  <a:lnTo>
                    <a:pt x="0" y="213359"/>
                  </a:lnTo>
                  <a:lnTo>
                    <a:pt x="3809" y="213359"/>
                  </a:lnTo>
                  <a:lnTo>
                    <a:pt x="3809" y="210820"/>
                  </a:lnTo>
                  <a:close/>
                </a:path>
                <a:path w="3809" h="215900">
                  <a:moveTo>
                    <a:pt x="3809" y="213360"/>
                  </a:moveTo>
                  <a:lnTo>
                    <a:pt x="0" y="213360"/>
                  </a:lnTo>
                  <a:lnTo>
                    <a:pt x="0" y="214630"/>
                  </a:lnTo>
                  <a:lnTo>
                    <a:pt x="1270" y="214630"/>
                  </a:lnTo>
                  <a:lnTo>
                    <a:pt x="1270" y="215900"/>
                  </a:lnTo>
                  <a:lnTo>
                    <a:pt x="3809" y="215900"/>
                  </a:lnTo>
                  <a:lnTo>
                    <a:pt x="3809" y="213360"/>
                  </a:lnTo>
                  <a:close/>
                </a:path>
              </a:pathLst>
            </a:custGeom>
            <a:solidFill>
              <a:srgbClr val="C9D1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7" name="object 2497"/>
            <p:cNvSpPr/>
            <p:nvPr/>
          </p:nvSpPr>
          <p:spPr>
            <a:xfrm>
              <a:off x="6925310" y="5078730"/>
              <a:ext cx="3810" cy="218440"/>
            </a:xfrm>
            <a:custGeom>
              <a:avLst/>
              <a:gdLst/>
              <a:ahLst/>
              <a:cxnLst/>
              <a:rect l="l" t="t" r="r" b="b"/>
              <a:pathLst>
                <a:path w="3809" h="218439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09" h="218439">
                  <a:moveTo>
                    <a:pt x="3810" y="3810"/>
                  </a:moveTo>
                  <a:lnTo>
                    <a:pt x="0" y="3810"/>
                  </a:lnTo>
                  <a:lnTo>
                    <a:pt x="0" y="208280"/>
                  </a:lnTo>
                  <a:lnTo>
                    <a:pt x="3810" y="208280"/>
                  </a:lnTo>
                  <a:lnTo>
                    <a:pt x="3810" y="3810"/>
                  </a:lnTo>
                  <a:close/>
                </a:path>
                <a:path w="3809" h="218439">
                  <a:moveTo>
                    <a:pt x="3810" y="208280"/>
                  </a:moveTo>
                  <a:lnTo>
                    <a:pt x="0" y="208280"/>
                  </a:lnTo>
                  <a:lnTo>
                    <a:pt x="0" y="212090"/>
                  </a:lnTo>
                  <a:lnTo>
                    <a:pt x="3810" y="212090"/>
                  </a:lnTo>
                  <a:lnTo>
                    <a:pt x="3810" y="208280"/>
                  </a:lnTo>
                  <a:close/>
                </a:path>
                <a:path w="3809" h="218439">
                  <a:moveTo>
                    <a:pt x="3810" y="212090"/>
                  </a:moveTo>
                  <a:lnTo>
                    <a:pt x="0" y="212090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212090"/>
                  </a:lnTo>
                  <a:close/>
                </a:path>
                <a:path w="3809" h="218439">
                  <a:moveTo>
                    <a:pt x="3810" y="214630"/>
                  </a:moveTo>
                  <a:lnTo>
                    <a:pt x="0" y="214630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4630"/>
                  </a:lnTo>
                  <a:close/>
                </a:path>
              </a:pathLst>
            </a:custGeom>
            <a:solidFill>
              <a:srgbClr val="C6CF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8" name="object 2498"/>
            <p:cNvSpPr/>
            <p:nvPr/>
          </p:nvSpPr>
          <p:spPr>
            <a:xfrm>
              <a:off x="6929120" y="5077459"/>
              <a:ext cx="3810" cy="222250"/>
            </a:xfrm>
            <a:custGeom>
              <a:avLst/>
              <a:gdLst/>
              <a:ahLst/>
              <a:cxnLst/>
              <a:rect l="l" t="t" r="r" b="b"/>
              <a:pathLst>
                <a:path w="3809" h="222250">
                  <a:moveTo>
                    <a:pt x="380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0"/>
                  </a:lnTo>
                  <a:close/>
                </a:path>
                <a:path w="3809" h="222250">
                  <a:moveTo>
                    <a:pt x="3809" y="5080"/>
                  </a:moveTo>
                  <a:lnTo>
                    <a:pt x="0" y="5080"/>
                  </a:lnTo>
                  <a:lnTo>
                    <a:pt x="0" y="209549"/>
                  </a:lnTo>
                  <a:lnTo>
                    <a:pt x="3809" y="209549"/>
                  </a:lnTo>
                  <a:lnTo>
                    <a:pt x="3809" y="5080"/>
                  </a:lnTo>
                  <a:close/>
                </a:path>
                <a:path w="3809" h="222250">
                  <a:moveTo>
                    <a:pt x="3809" y="209550"/>
                  </a:moveTo>
                  <a:lnTo>
                    <a:pt x="0" y="209550"/>
                  </a:lnTo>
                  <a:lnTo>
                    <a:pt x="0" y="213359"/>
                  </a:lnTo>
                  <a:lnTo>
                    <a:pt x="3809" y="213359"/>
                  </a:lnTo>
                  <a:lnTo>
                    <a:pt x="3809" y="209550"/>
                  </a:lnTo>
                  <a:close/>
                </a:path>
                <a:path w="3809" h="222250">
                  <a:moveTo>
                    <a:pt x="3809" y="213359"/>
                  </a:moveTo>
                  <a:lnTo>
                    <a:pt x="0" y="213359"/>
                  </a:lnTo>
                  <a:lnTo>
                    <a:pt x="0" y="215899"/>
                  </a:lnTo>
                  <a:lnTo>
                    <a:pt x="3809" y="215899"/>
                  </a:lnTo>
                  <a:lnTo>
                    <a:pt x="3809" y="213359"/>
                  </a:lnTo>
                  <a:close/>
                </a:path>
                <a:path w="3809" h="222250">
                  <a:moveTo>
                    <a:pt x="3809" y="215900"/>
                  </a:moveTo>
                  <a:lnTo>
                    <a:pt x="0" y="215900"/>
                  </a:lnTo>
                  <a:lnTo>
                    <a:pt x="0" y="219709"/>
                  </a:lnTo>
                  <a:lnTo>
                    <a:pt x="3809" y="219709"/>
                  </a:lnTo>
                  <a:lnTo>
                    <a:pt x="3809" y="215900"/>
                  </a:lnTo>
                  <a:close/>
                </a:path>
                <a:path w="3809" h="222250">
                  <a:moveTo>
                    <a:pt x="3809" y="219709"/>
                  </a:moveTo>
                  <a:lnTo>
                    <a:pt x="0" y="219709"/>
                  </a:lnTo>
                  <a:lnTo>
                    <a:pt x="0" y="220979"/>
                  </a:lnTo>
                  <a:lnTo>
                    <a:pt x="2539" y="220979"/>
                  </a:lnTo>
                  <a:lnTo>
                    <a:pt x="2539" y="222249"/>
                  </a:lnTo>
                  <a:lnTo>
                    <a:pt x="3809" y="222249"/>
                  </a:lnTo>
                  <a:lnTo>
                    <a:pt x="3809" y="219709"/>
                  </a:lnTo>
                  <a:close/>
                </a:path>
              </a:pathLst>
            </a:custGeom>
            <a:solidFill>
              <a:srgbClr val="C3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9" name="object 2499"/>
            <p:cNvSpPr/>
            <p:nvPr/>
          </p:nvSpPr>
          <p:spPr>
            <a:xfrm>
              <a:off x="6932930" y="5076189"/>
              <a:ext cx="3810" cy="223520"/>
            </a:xfrm>
            <a:custGeom>
              <a:avLst/>
              <a:gdLst/>
              <a:ahLst/>
              <a:cxnLst/>
              <a:rect l="l" t="t" r="r" b="b"/>
              <a:pathLst>
                <a:path w="3809" h="223520">
                  <a:moveTo>
                    <a:pt x="3810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0" y="126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0"/>
                  </a:lnTo>
                  <a:close/>
                </a:path>
                <a:path w="3809" h="223520">
                  <a:moveTo>
                    <a:pt x="3810" y="6349"/>
                  </a:moveTo>
                  <a:lnTo>
                    <a:pt x="0" y="6349"/>
                  </a:lnTo>
                  <a:lnTo>
                    <a:pt x="0" y="210819"/>
                  </a:lnTo>
                  <a:lnTo>
                    <a:pt x="3810" y="210819"/>
                  </a:lnTo>
                  <a:lnTo>
                    <a:pt x="3810" y="6349"/>
                  </a:lnTo>
                  <a:close/>
                </a:path>
                <a:path w="3809" h="223520">
                  <a:moveTo>
                    <a:pt x="3810" y="210819"/>
                  </a:moveTo>
                  <a:lnTo>
                    <a:pt x="0" y="210819"/>
                  </a:lnTo>
                  <a:lnTo>
                    <a:pt x="0" y="214629"/>
                  </a:lnTo>
                  <a:lnTo>
                    <a:pt x="3810" y="214629"/>
                  </a:lnTo>
                  <a:lnTo>
                    <a:pt x="3810" y="210819"/>
                  </a:lnTo>
                  <a:close/>
                </a:path>
                <a:path w="3809" h="223520">
                  <a:moveTo>
                    <a:pt x="3810" y="214629"/>
                  </a:moveTo>
                  <a:lnTo>
                    <a:pt x="0" y="214629"/>
                  </a:lnTo>
                  <a:lnTo>
                    <a:pt x="0" y="217169"/>
                  </a:lnTo>
                  <a:lnTo>
                    <a:pt x="3810" y="217169"/>
                  </a:lnTo>
                  <a:lnTo>
                    <a:pt x="3810" y="214629"/>
                  </a:lnTo>
                  <a:close/>
                </a:path>
                <a:path w="3809" h="223520">
                  <a:moveTo>
                    <a:pt x="3810" y="217169"/>
                  </a:moveTo>
                  <a:lnTo>
                    <a:pt x="0" y="217169"/>
                  </a:lnTo>
                  <a:lnTo>
                    <a:pt x="0" y="220979"/>
                  </a:lnTo>
                  <a:lnTo>
                    <a:pt x="3810" y="220979"/>
                  </a:lnTo>
                  <a:lnTo>
                    <a:pt x="3810" y="217169"/>
                  </a:lnTo>
                  <a:close/>
                </a:path>
                <a:path w="3809" h="223520">
                  <a:moveTo>
                    <a:pt x="3810" y="220979"/>
                  </a:moveTo>
                  <a:lnTo>
                    <a:pt x="0" y="220979"/>
                  </a:lnTo>
                  <a:lnTo>
                    <a:pt x="0" y="223519"/>
                  </a:lnTo>
                  <a:lnTo>
                    <a:pt x="3810" y="223519"/>
                  </a:lnTo>
                  <a:lnTo>
                    <a:pt x="3810" y="220979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0" name="object 2500"/>
            <p:cNvSpPr/>
            <p:nvPr/>
          </p:nvSpPr>
          <p:spPr>
            <a:xfrm>
              <a:off x="6936740" y="5074919"/>
              <a:ext cx="2540" cy="226060"/>
            </a:xfrm>
            <a:custGeom>
              <a:avLst/>
              <a:gdLst/>
              <a:ahLst/>
              <a:cxnLst/>
              <a:rect l="l" t="t" r="r" b="b"/>
              <a:pathLst>
                <a:path w="2540" h="226060">
                  <a:moveTo>
                    <a:pt x="2540" y="224802"/>
                  </a:moveTo>
                  <a:lnTo>
                    <a:pt x="0" y="224802"/>
                  </a:lnTo>
                  <a:lnTo>
                    <a:pt x="0" y="226060"/>
                  </a:lnTo>
                  <a:lnTo>
                    <a:pt x="2540" y="226060"/>
                  </a:lnTo>
                  <a:lnTo>
                    <a:pt x="2540" y="224802"/>
                  </a:lnTo>
                  <a:close/>
                </a:path>
                <a:path w="2540" h="226060">
                  <a:moveTo>
                    <a:pt x="254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2540" y="224790"/>
                  </a:lnTo>
                  <a:lnTo>
                    <a:pt x="2540" y="222262"/>
                  </a:lnTo>
                  <a:close/>
                </a:path>
                <a:path w="2540" h="226060">
                  <a:moveTo>
                    <a:pt x="2540" y="218452"/>
                  </a:moveTo>
                  <a:lnTo>
                    <a:pt x="0" y="218452"/>
                  </a:lnTo>
                  <a:lnTo>
                    <a:pt x="0" y="222250"/>
                  </a:lnTo>
                  <a:lnTo>
                    <a:pt x="2540" y="222250"/>
                  </a:lnTo>
                  <a:lnTo>
                    <a:pt x="2540" y="218452"/>
                  </a:lnTo>
                  <a:close/>
                </a:path>
                <a:path w="2540" h="226060">
                  <a:moveTo>
                    <a:pt x="2540" y="215912"/>
                  </a:moveTo>
                  <a:lnTo>
                    <a:pt x="0" y="215912"/>
                  </a:lnTo>
                  <a:lnTo>
                    <a:pt x="0" y="218440"/>
                  </a:lnTo>
                  <a:lnTo>
                    <a:pt x="2540" y="218440"/>
                  </a:lnTo>
                  <a:lnTo>
                    <a:pt x="2540" y="215912"/>
                  </a:lnTo>
                  <a:close/>
                </a:path>
                <a:path w="2540" h="226060">
                  <a:moveTo>
                    <a:pt x="2540" y="212102"/>
                  </a:moveTo>
                  <a:lnTo>
                    <a:pt x="0" y="212102"/>
                  </a:lnTo>
                  <a:lnTo>
                    <a:pt x="0" y="215900"/>
                  </a:lnTo>
                  <a:lnTo>
                    <a:pt x="2540" y="215900"/>
                  </a:lnTo>
                  <a:lnTo>
                    <a:pt x="2540" y="212102"/>
                  </a:lnTo>
                  <a:close/>
                </a:path>
                <a:path w="2540" h="226060">
                  <a:moveTo>
                    <a:pt x="2540" y="7632"/>
                  </a:moveTo>
                  <a:lnTo>
                    <a:pt x="0" y="7632"/>
                  </a:lnTo>
                  <a:lnTo>
                    <a:pt x="0" y="212090"/>
                  </a:lnTo>
                  <a:lnTo>
                    <a:pt x="2540" y="212090"/>
                  </a:lnTo>
                  <a:lnTo>
                    <a:pt x="2540" y="7632"/>
                  </a:lnTo>
                  <a:close/>
                </a:path>
                <a:path w="2540" h="226060">
                  <a:moveTo>
                    <a:pt x="254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1282"/>
                  </a:lnTo>
                  <a:close/>
                </a:path>
                <a:path w="2540" h="226060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1" name="object 2501"/>
            <p:cNvSpPr/>
            <p:nvPr/>
          </p:nvSpPr>
          <p:spPr>
            <a:xfrm>
              <a:off x="6939280" y="5074919"/>
              <a:ext cx="3810" cy="212090"/>
            </a:xfrm>
            <a:custGeom>
              <a:avLst/>
              <a:gdLst/>
              <a:ahLst/>
              <a:cxnLst/>
              <a:rect l="l" t="t" r="r" b="b"/>
              <a:pathLst>
                <a:path w="3809" h="212089">
                  <a:moveTo>
                    <a:pt x="3810" y="7632"/>
                  </a:moveTo>
                  <a:lnTo>
                    <a:pt x="0" y="7632"/>
                  </a:lnTo>
                  <a:lnTo>
                    <a:pt x="0" y="212090"/>
                  </a:lnTo>
                  <a:lnTo>
                    <a:pt x="3810" y="212090"/>
                  </a:lnTo>
                  <a:lnTo>
                    <a:pt x="3810" y="7632"/>
                  </a:lnTo>
                  <a:close/>
                </a:path>
                <a:path w="3809" h="212089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12089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B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2" name="object 2502"/>
            <p:cNvSpPr/>
            <p:nvPr/>
          </p:nvSpPr>
          <p:spPr>
            <a:xfrm>
              <a:off x="6943090" y="5073650"/>
              <a:ext cx="3810" cy="229870"/>
            </a:xfrm>
            <a:custGeom>
              <a:avLst/>
              <a:gdLst/>
              <a:ahLst/>
              <a:cxnLst/>
              <a:rect l="l" t="t" r="r" b="b"/>
              <a:pathLst>
                <a:path w="3809" h="229870">
                  <a:moveTo>
                    <a:pt x="3809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09" h="229870">
                  <a:moveTo>
                    <a:pt x="3809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2540"/>
                  </a:lnTo>
                  <a:close/>
                </a:path>
                <a:path w="3809" h="229870">
                  <a:moveTo>
                    <a:pt x="3809" y="8890"/>
                  </a:moveTo>
                  <a:lnTo>
                    <a:pt x="0" y="8890"/>
                  </a:lnTo>
                  <a:lnTo>
                    <a:pt x="0" y="213359"/>
                  </a:lnTo>
                  <a:lnTo>
                    <a:pt x="3809" y="213359"/>
                  </a:lnTo>
                  <a:lnTo>
                    <a:pt x="3809" y="8890"/>
                  </a:lnTo>
                  <a:close/>
                </a:path>
                <a:path w="3809" h="229870">
                  <a:moveTo>
                    <a:pt x="3809" y="213360"/>
                  </a:moveTo>
                  <a:lnTo>
                    <a:pt x="0" y="213360"/>
                  </a:lnTo>
                  <a:lnTo>
                    <a:pt x="0" y="217169"/>
                  </a:lnTo>
                  <a:lnTo>
                    <a:pt x="3809" y="217169"/>
                  </a:lnTo>
                  <a:lnTo>
                    <a:pt x="3809" y="213360"/>
                  </a:lnTo>
                  <a:close/>
                </a:path>
                <a:path w="3809" h="229870">
                  <a:moveTo>
                    <a:pt x="3809" y="217170"/>
                  </a:moveTo>
                  <a:lnTo>
                    <a:pt x="0" y="217170"/>
                  </a:lnTo>
                  <a:lnTo>
                    <a:pt x="0" y="219709"/>
                  </a:lnTo>
                  <a:lnTo>
                    <a:pt x="3809" y="219709"/>
                  </a:lnTo>
                  <a:lnTo>
                    <a:pt x="3809" y="217170"/>
                  </a:lnTo>
                  <a:close/>
                </a:path>
                <a:path w="3809" h="229870">
                  <a:moveTo>
                    <a:pt x="3809" y="219710"/>
                  </a:moveTo>
                  <a:lnTo>
                    <a:pt x="0" y="219710"/>
                  </a:lnTo>
                  <a:lnTo>
                    <a:pt x="0" y="223519"/>
                  </a:lnTo>
                  <a:lnTo>
                    <a:pt x="3809" y="223519"/>
                  </a:lnTo>
                  <a:lnTo>
                    <a:pt x="3809" y="219710"/>
                  </a:lnTo>
                  <a:close/>
                </a:path>
                <a:path w="3809" h="229870">
                  <a:moveTo>
                    <a:pt x="3809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3809" y="226059"/>
                  </a:lnTo>
                  <a:lnTo>
                    <a:pt x="3809" y="223520"/>
                  </a:lnTo>
                  <a:close/>
                </a:path>
                <a:path w="3809" h="229870">
                  <a:moveTo>
                    <a:pt x="3809" y="226060"/>
                  </a:moveTo>
                  <a:lnTo>
                    <a:pt x="0" y="226060"/>
                  </a:lnTo>
                  <a:lnTo>
                    <a:pt x="0" y="229869"/>
                  </a:lnTo>
                  <a:lnTo>
                    <a:pt x="3809" y="229869"/>
                  </a:lnTo>
                  <a:lnTo>
                    <a:pt x="3809" y="226060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3" name="object 2503"/>
            <p:cNvSpPr/>
            <p:nvPr/>
          </p:nvSpPr>
          <p:spPr>
            <a:xfrm>
              <a:off x="6946900" y="5072380"/>
              <a:ext cx="3810" cy="232410"/>
            </a:xfrm>
            <a:custGeom>
              <a:avLst/>
              <a:gdLst/>
              <a:ahLst/>
              <a:cxnLst/>
              <a:rect l="l" t="t" r="r" b="b"/>
              <a:pathLst>
                <a:path w="3809" h="232410">
                  <a:moveTo>
                    <a:pt x="3809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09" h="232410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09" h="232410">
                  <a:moveTo>
                    <a:pt x="3809" y="10160"/>
                  </a:moveTo>
                  <a:lnTo>
                    <a:pt x="0" y="10160"/>
                  </a:lnTo>
                  <a:lnTo>
                    <a:pt x="0" y="214630"/>
                  </a:lnTo>
                  <a:lnTo>
                    <a:pt x="3809" y="214630"/>
                  </a:lnTo>
                  <a:lnTo>
                    <a:pt x="3809" y="10160"/>
                  </a:lnTo>
                  <a:close/>
                </a:path>
                <a:path w="3809" h="232410">
                  <a:moveTo>
                    <a:pt x="3809" y="214630"/>
                  </a:moveTo>
                  <a:lnTo>
                    <a:pt x="0" y="214630"/>
                  </a:lnTo>
                  <a:lnTo>
                    <a:pt x="0" y="218440"/>
                  </a:lnTo>
                  <a:lnTo>
                    <a:pt x="3809" y="218440"/>
                  </a:lnTo>
                  <a:lnTo>
                    <a:pt x="3809" y="214630"/>
                  </a:lnTo>
                  <a:close/>
                </a:path>
                <a:path w="3809" h="232410">
                  <a:moveTo>
                    <a:pt x="3809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3809" y="220980"/>
                  </a:lnTo>
                  <a:lnTo>
                    <a:pt x="3809" y="218440"/>
                  </a:lnTo>
                  <a:close/>
                </a:path>
                <a:path w="3809" h="232410">
                  <a:moveTo>
                    <a:pt x="3809" y="220980"/>
                  </a:moveTo>
                  <a:lnTo>
                    <a:pt x="0" y="220980"/>
                  </a:lnTo>
                  <a:lnTo>
                    <a:pt x="0" y="224790"/>
                  </a:lnTo>
                  <a:lnTo>
                    <a:pt x="3809" y="224790"/>
                  </a:lnTo>
                  <a:lnTo>
                    <a:pt x="3809" y="220980"/>
                  </a:lnTo>
                  <a:close/>
                </a:path>
                <a:path w="3809" h="232410">
                  <a:moveTo>
                    <a:pt x="3809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09" y="227330"/>
                  </a:lnTo>
                  <a:lnTo>
                    <a:pt x="3809" y="224790"/>
                  </a:lnTo>
                  <a:close/>
                </a:path>
                <a:path w="3809" h="232410">
                  <a:moveTo>
                    <a:pt x="3809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3809" y="231140"/>
                  </a:lnTo>
                  <a:lnTo>
                    <a:pt x="3809" y="227330"/>
                  </a:lnTo>
                  <a:close/>
                </a:path>
                <a:path w="3809" h="232410">
                  <a:moveTo>
                    <a:pt x="3809" y="231140"/>
                  </a:moveTo>
                  <a:lnTo>
                    <a:pt x="1270" y="231140"/>
                  </a:lnTo>
                  <a:lnTo>
                    <a:pt x="1270" y="232410"/>
                  </a:lnTo>
                  <a:lnTo>
                    <a:pt x="3809" y="232410"/>
                  </a:lnTo>
                  <a:lnTo>
                    <a:pt x="3809" y="231140"/>
                  </a:lnTo>
                  <a:close/>
                </a:path>
              </a:pathLst>
            </a:custGeom>
            <a:solidFill>
              <a:srgbClr val="B6C1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4" name="object 2504"/>
            <p:cNvSpPr/>
            <p:nvPr/>
          </p:nvSpPr>
          <p:spPr>
            <a:xfrm>
              <a:off x="6950710" y="5071109"/>
              <a:ext cx="3810" cy="234950"/>
            </a:xfrm>
            <a:custGeom>
              <a:avLst/>
              <a:gdLst/>
              <a:ahLst/>
              <a:cxnLst/>
              <a:rect l="l" t="t" r="r" b="b"/>
              <a:pathLst>
                <a:path w="3809" h="234950">
                  <a:moveTo>
                    <a:pt x="3810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0" y="1269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09" h="234950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09" h="234950">
                  <a:moveTo>
                    <a:pt x="3810" y="11430"/>
                  </a:moveTo>
                  <a:lnTo>
                    <a:pt x="0" y="11430"/>
                  </a:lnTo>
                  <a:lnTo>
                    <a:pt x="0" y="215899"/>
                  </a:lnTo>
                  <a:lnTo>
                    <a:pt x="3810" y="215899"/>
                  </a:lnTo>
                  <a:lnTo>
                    <a:pt x="3810" y="11430"/>
                  </a:lnTo>
                  <a:close/>
                </a:path>
                <a:path w="3809" h="234950">
                  <a:moveTo>
                    <a:pt x="3810" y="215900"/>
                  </a:moveTo>
                  <a:lnTo>
                    <a:pt x="0" y="215900"/>
                  </a:lnTo>
                  <a:lnTo>
                    <a:pt x="0" y="219709"/>
                  </a:lnTo>
                  <a:lnTo>
                    <a:pt x="3810" y="219709"/>
                  </a:lnTo>
                  <a:lnTo>
                    <a:pt x="3810" y="215900"/>
                  </a:lnTo>
                  <a:close/>
                </a:path>
                <a:path w="3809" h="234950">
                  <a:moveTo>
                    <a:pt x="3810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3810" y="222249"/>
                  </a:lnTo>
                  <a:lnTo>
                    <a:pt x="3810" y="219709"/>
                  </a:lnTo>
                  <a:close/>
                </a:path>
                <a:path w="3809" h="234950">
                  <a:moveTo>
                    <a:pt x="3810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22250"/>
                  </a:lnTo>
                  <a:close/>
                </a:path>
                <a:path w="3809" h="234950">
                  <a:moveTo>
                    <a:pt x="3810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6059"/>
                  </a:lnTo>
                  <a:close/>
                </a:path>
                <a:path w="3809" h="234950">
                  <a:moveTo>
                    <a:pt x="3810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8600"/>
                  </a:lnTo>
                  <a:close/>
                </a:path>
                <a:path w="3809" h="234950">
                  <a:moveTo>
                    <a:pt x="3810" y="232409"/>
                  </a:moveTo>
                  <a:lnTo>
                    <a:pt x="0" y="232409"/>
                  </a:lnTo>
                  <a:lnTo>
                    <a:pt x="0" y="233679"/>
                  </a:lnTo>
                  <a:lnTo>
                    <a:pt x="2540" y="233679"/>
                  </a:lnTo>
                  <a:lnTo>
                    <a:pt x="2540" y="234949"/>
                  </a:lnTo>
                  <a:lnTo>
                    <a:pt x="3810" y="234949"/>
                  </a:lnTo>
                  <a:lnTo>
                    <a:pt x="3810" y="232409"/>
                  </a:lnTo>
                  <a:close/>
                </a:path>
              </a:pathLst>
            </a:custGeom>
            <a:solidFill>
              <a:srgbClr val="B3BF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5" name="object 2505"/>
            <p:cNvSpPr/>
            <p:nvPr/>
          </p:nvSpPr>
          <p:spPr>
            <a:xfrm>
              <a:off x="6954520" y="5071109"/>
              <a:ext cx="3810" cy="236220"/>
            </a:xfrm>
            <a:custGeom>
              <a:avLst/>
              <a:gdLst/>
              <a:ahLst/>
              <a:cxnLst/>
              <a:rect l="l" t="t" r="r" b="b"/>
              <a:pathLst>
                <a:path w="3809" h="236220">
                  <a:moveTo>
                    <a:pt x="3810" y="234962"/>
                  </a:moveTo>
                  <a:lnTo>
                    <a:pt x="2540" y="234962"/>
                  </a:lnTo>
                  <a:lnTo>
                    <a:pt x="2540" y="236220"/>
                  </a:lnTo>
                  <a:lnTo>
                    <a:pt x="3810" y="236220"/>
                  </a:lnTo>
                  <a:lnTo>
                    <a:pt x="3810" y="234962"/>
                  </a:lnTo>
                  <a:close/>
                </a:path>
                <a:path w="3809" h="236220">
                  <a:moveTo>
                    <a:pt x="38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2422"/>
                  </a:lnTo>
                  <a:close/>
                </a:path>
                <a:path w="3809" h="236220">
                  <a:moveTo>
                    <a:pt x="3810" y="228612"/>
                  </a:moveTo>
                  <a:lnTo>
                    <a:pt x="0" y="22861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8612"/>
                  </a:lnTo>
                  <a:close/>
                </a:path>
                <a:path w="3809" h="236220">
                  <a:moveTo>
                    <a:pt x="3810" y="226072"/>
                  </a:moveTo>
                  <a:lnTo>
                    <a:pt x="0" y="22607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6072"/>
                  </a:lnTo>
                  <a:close/>
                </a:path>
                <a:path w="3809" h="236220">
                  <a:moveTo>
                    <a:pt x="381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2262"/>
                  </a:lnTo>
                  <a:close/>
                </a:path>
                <a:path w="3809" h="236220">
                  <a:moveTo>
                    <a:pt x="381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19722"/>
                  </a:lnTo>
                  <a:close/>
                </a:path>
                <a:path w="3809" h="236220">
                  <a:moveTo>
                    <a:pt x="3810" y="215912"/>
                  </a:moveTo>
                  <a:lnTo>
                    <a:pt x="0" y="21591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15912"/>
                  </a:lnTo>
                  <a:close/>
                </a:path>
                <a:path w="3809" h="236220">
                  <a:moveTo>
                    <a:pt x="3810" y="11442"/>
                  </a:moveTo>
                  <a:lnTo>
                    <a:pt x="0" y="11442"/>
                  </a:lnTo>
                  <a:lnTo>
                    <a:pt x="0" y="215900"/>
                  </a:lnTo>
                  <a:lnTo>
                    <a:pt x="3810" y="215900"/>
                  </a:lnTo>
                  <a:lnTo>
                    <a:pt x="3810" y="11442"/>
                  </a:lnTo>
                  <a:close/>
                </a:path>
                <a:path w="3809" h="236220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09" h="236220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1BD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6" name="object 2506"/>
            <p:cNvSpPr/>
            <p:nvPr/>
          </p:nvSpPr>
          <p:spPr>
            <a:xfrm>
              <a:off x="6958330" y="506983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09" h="237489">
                  <a:moveTo>
                    <a:pt x="3810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0" y="126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0"/>
                  </a:lnTo>
                  <a:close/>
                </a:path>
                <a:path w="3809" h="237489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09" h="237489">
                  <a:moveTo>
                    <a:pt x="3810" y="12699"/>
                  </a:moveTo>
                  <a:lnTo>
                    <a:pt x="0" y="12699"/>
                  </a:lnTo>
                  <a:lnTo>
                    <a:pt x="0" y="217169"/>
                  </a:lnTo>
                  <a:lnTo>
                    <a:pt x="3810" y="217169"/>
                  </a:lnTo>
                  <a:lnTo>
                    <a:pt x="3810" y="12699"/>
                  </a:lnTo>
                  <a:close/>
                </a:path>
                <a:path w="3809" h="237489">
                  <a:moveTo>
                    <a:pt x="3810" y="217169"/>
                  </a:moveTo>
                  <a:lnTo>
                    <a:pt x="0" y="217169"/>
                  </a:lnTo>
                  <a:lnTo>
                    <a:pt x="0" y="220979"/>
                  </a:lnTo>
                  <a:lnTo>
                    <a:pt x="3810" y="220979"/>
                  </a:lnTo>
                  <a:lnTo>
                    <a:pt x="3810" y="217169"/>
                  </a:lnTo>
                  <a:close/>
                </a:path>
                <a:path w="3809" h="237489">
                  <a:moveTo>
                    <a:pt x="3810" y="220979"/>
                  </a:moveTo>
                  <a:lnTo>
                    <a:pt x="0" y="220979"/>
                  </a:lnTo>
                  <a:lnTo>
                    <a:pt x="0" y="223519"/>
                  </a:lnTo>
                  <a:lnTo>
                    <a:pt x="3810" y="223519"/>
                  </a:lnTo>
                  <a:lnTo>
                    <a:pt x="3810" y="220979"/>
                  </a:lnTo>
                  <a:close/>
                </a:path>
                <a:path w="3809" h="237489">
                  <a:moveTo>
                    <a:pt x="3810" y="223519"/>
                  </a:moveTo>
                  <a:lnTo>
                    <a:pt x="0" y="223519"/>
                  </a:lnTo>
                  <a:lnTo>
                    <a:pt x="0" y="227329"/>
                  </a:lnTo>
                  <a:lnTo>
                    <a:pt x="3810" y="227329"/>
                  </a:lnTo>
                  <a:lnTo>
                    <a:pt x="3810" y="223519"/>
                  </a:lnTo>
                  <a:close/>
                </a:path>
                <a:path w="3809" h="237489">
                  <a:moveTo>
                    <a:pt x="3810" y="227329"/>
                  </a:moveTo>
                  <a:lnTo>
                    <a:pt x="0" y="227329"/>
                  </a:lnTo>
                  <a:lnTo>
                    <a:pt x="0" y="229869"/>
                  </a:lnTo>
                  <a:lnTo>
                    <a:pt x="3810" y="229869"/>
                  </a:lnTo>
                  <a:lnTo>
                    <a:pt x="3810" y="227329"/>
                  </a:lnTo>
                  <a:close/>
                </a:path>
                <a:path w="3809" h="237489">
                  <a:moveTo>
                    <a:pt x="3810" y="229869"/>
                  </a:moveTo>
                  <a:lnTo>
                    <a:pt x="0" y="229869"/>
                  </a:lnTo>
                  <a:lnTo>
                    <a:pt x="0" y="233679"/>
                  </a:lnTo>
                  <a:lnTo>
                    <a:pt x="3810" y="233679"/>
                  </a:lnTo>
                  <a:lnTo>
                    <a:pt x="3810" y="229869"/>
                  </a:lnTo>
                  <a:close/>
                </a:path>
                <a:path w="3809" h="237489">
                  <a:moveTo>
                    <a:pt x="3810" y="233679"/>
                  </a:moveTo>
                  <a:lnTo>
                    <a:pt x="0" y="233679"/>
                  </a:lnTo>
                  <a:lnTo>
                    <a:pt x="0" y="236219"/>
                  </a:lnTo>
                  <a:lnTo>
                    <a:pt x="3810" y="236219"/>
                  </a:lnTo>
                  <a:lnTo>
                    <a:pt x="3810" y="233679"/>
                  </a:lnTo>
                  <a:close/>
                </a:path>
                <a:path w="3809" h="237489">
                  <a:moveTo>
                    <a:pt x="3810" y="236219"/>
                  </a:moveTo>
                  <a:lnTo>
                    <a:pt x="0" y="236219"/>
                  </a:lnTo>
                  <a:lnTo>
                    <a:pt x="0" y="237489"/>
                  </a:lnTo>
                  <a:lnTo>
                    <a:pt x="3810" y="237489"/>
                  </a:lnTo>
                  <a:lnTo>
                    <a:pt x="3810" y="236219"/>
                  </a:lnTo>
                  <a:close/>
                </a:path>
              </a:pathLst>
            </a:custGeom>
            <a:solidFill>
              <a:srgbClr val="AEBA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7" name="object 2507"/>
            <p:cNvSpPr/>
            <p:nvPr/>
          </p:nvSpPr>
          <p:spPr>
            <a:xfrm>
              <a:off x="6962140" y="5069852"/>
              <a:ext cx="2540" cy="237490"/>
            </a:xfrm>
            <a:custGeom>
              <a:avLst/>
              <a:gdLst/>
              <a:ahLst/>
              <a:cxnLst/>
              <a:rect l="l" t="t" r="r" b="b"/>
              <a:pathLst>
                <a:path w="2540" h="237489">
                  <a:moveTo>
                    <a:pt x="2540" y="236220"/>
                  </a:moveTo>
                  <a:lnTo>
                    <a:pt x="0" y="236220"/>
                  </a:lnTo>
                  <a:lnTo>
                    <a:pt x="0" y="237477"/>
                  </a:lnTo>
                  <a:lnTo>
                    <a:pt x="2540" y="237477"/>
                  </a:lnTo>
                  <a:lnTo>
                    <a:pt x="2540" y="236220"/>
                  </a:lnTo>
                  <a:close/>
                </a:path>
                <a:path w="2540" h="237489">
                  <a:moveTo>
                    <a:pt x="2540" y="233680"/>
                  </a:moveTo>
                  <a:lnTo>
                    <a:pt x="0" y="233680"/>
                  </a:lnTo>
                  <a:lnTo>
                    <a:pt x="0" y="236207"/>
                  </a:lnTo>
                  <a:lnTo>
                    <a:pt x="2540" y="236207"/>
                  </a:lnTo>
                  <a:lnTo>
                    <a:pt x="2540" y="233680"/>
                  </a:lnTo>
                  <a:close/>
                </a:path>
                <a:path w="2540" h="237489">
                  <a:moveTo>
                    <a:pt x="2540" y="229870"/>
                  </a:moveTo>
                  <a:lnTo>
                    <a:pt x="0" y="229870"/>
                  </a:lnTo>
                  <a:lnTo>
                    <a:pt x="0" y="233667"/>
                  </a:lnTo>
                  <a:lnTo>
                    <a:pt x="2540" y="233667"/>
                  </a:lnTo>
                  <a:lnTo>
                    <a:pt x="2540" y="229870"/>
                  </a:lnTo>
                  <a:close/>
                </a:path>
                <a:path w="2540" h="237489">
                  <a:moveTo>
                    <a:pt x="2540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2540" y="229857"/>
                  </a:lnTo>
                  <a:lnTo>
                    <a:pt x="2540" y="227330"/>
                  </a:lnTo>
                  <a:close/>
                </a:path>
                <a:path w="2540" h="237489">
                  <a:moveTo>
                    <a:pt x="2540" y="223520"/>
                  </a:moveTo>
                  <a:lnTo>
                    <a:pt x="0" y="223520"/>
                  </a:lnTo>
                  <a:lnTo>
                    <a:pt x="0" y="227317"/>
                  </a:lnTo>
                  <a:lnTo>
                    <a:pt x="2540" y="227317"/>
                  </a:lnTo>
                  <a:lnTo>
                    <a:pt x="2540" y="223520"/>
                  </a:lnTo>
                  <a:close/>
                </a:path>
                <a:path w="2540" h="237489">
                  <a:moveTo>
                    <a:pt x="2540" y="220980"/>
                  </a:moveTo>
                  <a:lnTo>
                    <a:pt x="0" y="220980"/>
                  </a:lnTo>
                  <a:lnTo>
                    <a:pt x="0" y="223507"/>
                  </a:lnTo>
                  <a:lnTo>
                    <a:pt x="2540" y="223507"/>
                  </a:lnTo>
                  <a:lnTo>
                    <a:pt x="2540" y="220980"/>
                  </a:lnTo>
                  <a:close/>
                </a:path>
                <a:path w="2540" h="237489">
                  <a:moveTo>
                    <a:pt x="2540" y="217170"/>
                  </a:moveTo>
                  <a:lnTo>
                    <a:pt x="0" y="217170"/>
                  </a:lnTo>
                  <a:lnTo>
                    <a:pt x="0" y="220967"/>
                  </a:lnTo>
                  <a:lnTo>
                    <a:pt x="2540" y="220967"/>
                  </a:lnTo>
                  <a:lnTo>
                    <a:pt x="2540" y="217170"/>
                  </a:lnTo>
                  <a:close/>
                </a:path>
                <a:path w="2540" h="237489">
                  <a:moveTo>
                    <a:pt x="2540" y="12700"/>
                  </a:moveTo>
                  <a:lnTo>
                    <a:pt x="0" y="12700"/>
                  </a:lnTo>
                  <a:lnTo>
                    <a:pt x="0" y="217157"/>
                  </a:lnTo>
                  <a:lnTo>
                    <a:pt x="2540" y="217157"/>
                  </a:lnTo>
                  <a:lnTo>
                    <a:pt x="2540" y="12700"/>
                  </a:lnTo>
                  <a:close/>
                </a:path>
                <a:path w="2540" h="237489">
                  <a:moveTo>
                    <a:pt x="254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6350"/>
                  </a:lnTo>
                  <a:close/>
                </a:path>
                <a:path w="2540" h="237489">
                  <a:moveTo>
                    <a:pt x="254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8" name="object 2508"/>
            <p:cNvSpPr/>
            <p:nvPr/>
          </p:nvSpPr>
          <p:spPr>
            <a:xfrm>
              <a:off x="6964680" y="5068569"/>
              <a:ext cx="3810" cy="218440"/>
            </a:xfrm>
            <a:custGeom>
              <a:avLst/>
              <a:gdLst/>
              <a:ahLst/>
              <a:cxnLst/>
              <a:rect l="l" t="t" r="r" b="b"/>
              <a:pathLst>
                <a:path w="3809" h="218439">
                  <a:moveTo>
                    <a:pt x="3810" y="13982"/>
                  </a:moveTo>
                  <a:lnTo>
                    <a:pt x="0" y="13982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13982"/>
                  </a:lnTo>
                  <a:close/>
                </a:path>
                <a:path w="3809" h="218439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18439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18439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9" name="object 2509"/>
            <p:cNvSpPr/>
            <p:nvPr/>
          </p:nvSpPr>
          <p:spPr>
            <a:xfrm>
              <a:off x="6968490" y="5067300"/>
              <a:ext cx="3810" cy="241300"/>
            </a:xfrm>
            <a:custGeom>
              <a:avLst/>
              <a:gdLst/>
              <a:ahLst/>
              <a:cxnLst/>
              <a:rect l="l" t="t" r="r" b="b"/>
              <a:pathLst>
                <a:path w="3809" h="241300">
                  <a:moveTo>
                    <a:pt x="3809" y="0"/>
                  </a:moveTo>
                  <a:lnTo>
                    <a:pt x="2539" y="0"/>
                  </a:lnTo>
                  <a:lnTo>
                    <a:pt x="2539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09" h="241300">
                  <a:moveTo>
                    <a:pt x="3809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2540"/>
                  </a:lnTo>
                  <a:close/>
                </a:path>
                <a:path w="3809" h="241300">
                  <a:moveTo>
                    <a:pt x="3809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8890"/>
                  </a:lnTo>
                  <a:close/>
                </a:path>
                <a:path w="3809" h="241300">
                  <a:moveTo>
                    <a:pt x="3809" y="15240"/>
                  </a:moveTo>
                  <a:lnTo>
                    <a:pt x="0" y="15240"/>
                  </a:lnTo>
                  <a:lnTo>
                    <a:pt x="0" y="219709"/>
                  </a:lnTo>
                  <a:lnTo>
                    <a:pt x="3809" y="219709"/>
                  </a:lnTo>
                  <a:lnTo>
                    <a:pt x="3809" y="15240"/>
                  </a:lnTo>
                  <a:close/>
                </a:path>
                <a:path w="3809" h="241300">
                  <a:moveTo>
                    <a:pt x="3809" y="219710"/>
                  </a:moveTo>
                  <a:lnTo>
                    <a:pt x="0" y="219710"/>
                  </a:lnTo>
                  <a:lnTo>
                    <a:pt x="0" y="223519"/>
                  </a:lnTo>
                  <a:lnTo>
                    <a:pt x="3809" y="223519"/>
                  </a:lnTo>
                  <a:lnTo>
                    <a:pt x="3809" y="219710"/>
                  </a:lnTo>
                  <a:close/>
                </a:path>
                <a:path w="3809" h="241300">
                  <a:moveTo>
                    <a:pt x="3809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3809" y="226059"/>
                  </a:lnTo>
                  <a:lnTo>
                    <a:pt x="3809" y="223520"/>
                  </a:lnTo>
                  <a:close/>
                </a:path>
                <a:path w="3809" h="241300">
                  <a:moveTo>
                    <a:pt x="3809" y="226060"/>
                  </a:moveTo>
                  <a:lnTo>
                    <a:pt x="0" y="226060"/>
                  </a:lnTo>
                  <a:lnTo>
                    <a:pt x="0" y="229869"/>
                  </a:lnTo>
                  <a:lnTo>
                    <a:pt x="3809" y="229869"/>
                  </a:lnTo>
                  <a:lnTo>
                    <a:pt x="3809" y="226060"/>
                  </a:lnTo>
                  <a:close/>
                </a:path>
                <a:path w="3809" h="241300">
                  <a:moveTo>
                    <a:pt x="3809" y="229870"/>
                  </a:moveTo>
                  <a:lnTo>
                    <a:pt x="0" y="229870"/>
                  </a:lnTo>
                  <a:lnTo>
                    <a:pt x="0" y="232409"/>
                  </a:lnTo>
                  <a:lnTo>
                    <a:pt x="3809" y="232409"/>
                  </a:lnTo>
                  <a:lnTo>
                    <a:pt x="3809" y="229870"/>
                  </a:lnTo>
                  <a:close/>
                </a:path>
                <a:path w="3809" h="241300">
                  <a:moveTo>
                    <a:pt x="3809" y="232410"/>
                  </a:moveTo>
                  <a:lnTo>
                    <a:pt x="0" y="232410"/>
                  </a:lnTo>
                  <a:lnTo>
                    <a:pt x="0" y="236219"/>
                  </a:lnTo>
                  <a:lnTo>
                    <a:pt x="3809" y="236219"/>
                  </a:lnTo>
                  <a:lnTo>
                    <a:pt x="3809" y="232410"/>
                  </a:lnTo>
                  <a:close/>
                </a:path>
                <a:path w="3809" h="241300">
                  <a:moveTo>
                    <a:pt x="3809" y="236220"/>
                  </a:moveTo>
                  <a:lnTo>
                    <a:pt x="0" y="236220"/>
                  </a:lnTo>
                  <a:lnTo>
                    <a:pt x="0" y="238759"/>
                  </a:lnTo>
                  <a:lnTo>
                    <a:pt x="3809" y="238759"/>
                  </a:lnTo>
                  <a:lnTo>
                    <a:pt x="3809" y="236220"/>
                  </a:lnTo>
                  <a:close/>
                </a:path>
                <a:path w="3809" h="241300">
                  <a:moveTo>
                    <a:pt x="3809" y="238760"/>
                  </a:moveTo>
                  <a:lnTo>
                    <a:pt x="0" y="238760"/>
                  </a:lnTo>
                  <a:lnTo>
                    <a:pt x="0" y="241300"/>
                  </a:lnTo>
                  <a:lnTo>
                    <a:pt x="3809" y="241300"/>
                  </a:lnTo>
                  <a:lnTo>
                    <a:pt x="3809" y="238760"/>
                  </a:lnTo>
                  <a:close/>
                </a:path>
              </a:pathLst>
            </a:custGeom>
            <a:solidFill>
              <a:srgbClr val="A6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0" name="object 2510"/>
            <p:cNvSpPr/>
            <p:nvPr/>
          </p:nvSpPr>
          <p:spPr>
            <a:xfrm>
              <a:off x="6972300" y="5066030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09" h="243839">
                  <a:moveTo>
                    <a:pt x="3809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09" h="243839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09" h="243839">
                  <a:moveTo>
                    <a:pt x="380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0160"/>
                  </a:lnTo>
                  <a:close/>
                </a:path>
                <a:path w="3809" h="243839">
                  <a:moveTo>
                    <a:pt x="3809" y="16510"/>
                  </a:moveTo>
                  <a:lnTo>
                    <a:pt x="0" y="16510"/>
                  </a:lnTo>
                  <a:lnTo>
                    <a:pt x="0" y="220980"/>
                  </a:lnTo>
                  <a:lnTo>
                    <a:pt x="3809" y="220980"/>
                  </a:lnTo>
                  <a:lnTo>
                    <a:pt x="3809" y="16510"/>
                  </a:lnTo>
                  <a:close/>
                </a:path>
                <a:path w="3809" h="243839">
                  <a:moveTo>
                    <a:pt x="3809" y="220980"/>
                  </a:moveTo>
                  <a:lnTo>
                    <a:pt x="0" y="220980"/>
                  </a:lnTo>
                  <a:lnTo>
                    <a:pt x="0" y="224790"/>
                  </a:lnTo>
                  <a:lnTo>
                    <a:pt x="3809" y="224790"/>
                  </a:lnTo>
                  <a:lnTo>
                    <a:pt x="3809" y="220980"/>
                  </a:lnTo>
                  <a:close/>
                </a:path>
                <a:path w="3809" h="243839">
                  <a:moveTo>
                    <a:pt x="3809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09" y="227330"/>
                  </a:lnTo>
                  <a:lnTo>
                    <a:pt x="3809" y="224790"/>
                  </a:lnTo>
                  <a:close/>
                </a:path>
                <a:path w="3809" h="243839">
                  <a:moveTo>
                    <a:pt x="3809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3809" y="231140"/>
                  </a:lnTo>
                  <a:lnTo>
                    <a:pt x="3809" y="227330"/>
                  </a:lnTo>
                  <a:close/>
                </a:path>
                <a:path w="3809" h="243839">
                  <a:moveTo>
                    <a:pt x="3809" y="231140"/>
                  </a:moveTo>
                  <a:lnTo>
                    <a:pt x="0" y="231140"/>
                  </a:lnTo>
                  <a:lnTo>
                    <a:pt x="0" y="233680"/>
                  </a:lnTo>
                  <a:lnTo>
                    <a:pt x="3809" y="233680"/>
                  </a:lnTo>
                  <a:lnTo>
                    <a:pt x="3809" y="231140"/>
                  </a:lnTo>
                  <a:close/>
                </a:path>
                <a:path w="3809" h="243839">
                  <a:moveTo>
                    <a:pt x="3809" y="233680"/>
                  </a:moveTo>
                  <a:lnTo>
                    <a:pt x="0" y="233680"/>
                  </a:lnTo>
                  <a:lnTo>
                    <a:pt x="0" y="237490"/>
                  </a:lnTo>
                  <a:lnTo>
                    <a:pt x="3809" y="237490"/>
                  </a:lnTo>
                  <a:lnTo>
                    <a:pt x="3809" y="233680"/>
                  </a:lnTo>
                  <a:close/>
                </a:path>
                <a:path w="3809" h="243839">
                  <a:moveTo>
                    <a:pt x="3809" y="237490"/>
                  </a:moveTo>
                  <a:lnTo>
                    <a:pt x="0" y="237490"/>
                  </a:lnTo>
                  <a:lnTo>
                    <a:pt x="0" y="240030"/>
                  </a:lnTo>
                  <a:lnTo>
                    <a:pt x="3809" y="240030"/>
                  </a:lnTo>
                  <a:lnTo>
                    <a:pt x="3809" y="237490"/>
                  </a:lnTo>
                  <a:close/>
                </a:path>
                <a:path w="3809" h="243839">
                  <a:moveTo>
                    <a:pt x="3809" y="240030"/>
                  </a:moveTo>
                  <a:lnTo>
                    <a:pt x="0" y="240030"/>
                  </a:lnTo>
                  <a:lnTo>
                    <a:pt x="0" y="242570"/>
                  </a:lnTo>
                  <a:lnTo>
                    <a:pt x="2540" y="242570"/>
                  </a:lnTo>
                  <a:lnTo>
                    <a:pt x="2540" y="243840"/>
                  </a:lnTo>
                  <a:lnTo>
                    <a:pt x="3809" y="243840"/>
                  </a:lnTo>
                  <a:lnTo>
                    <a:pt x="3809" y="240030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1" name="object 2511"/>
            <p:cNvSpPr/>
            <p:nvPr/>
          </p:nvSpPr>
          <p:spPr>
            <a:xfrm>
              <a:off x="6976110" y="5066030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09" h="243839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09" h="243839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09" h="243839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09" h="243839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09" h="243839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09" h="243839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09" h="243839">
                  <a:moveTo>
                    <a:pt x="381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0992"/>
                  </a:lnTo>
                  <a:close/>
                </a:path>
                <a:path w="3809" h="243839">
                  <a:moveTo>
                    <a:pt x="3810" y="16522"/>
                  </a:moveTo>
                  <a:lnTo>
                    <a:pt x="0" y="1652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16522"/>
                  </a:lnTo>
                  <a:close/>
                </a:path>
                <a:path w="3809" h="243839">
                  <a:moveTo>
                    <a:pt x="381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72"/>
                  </a:lnTo>
                  <a:close/>
                </a:path>
                <a:path w="3809" h="243839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09" h="243839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2" name="object 2512"/>
            <p:cNvSpPr/>
            <p:nvPr/>
          </p:nvSpPr>
          <p:spPr>
            <a:xfrm>
              <a:off x="6979920" y="5066030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09" h="245110">
                  <a:moveTo>
                    <a:pt x="3810" y="243852"/>
                  </a:moveTo>
                  <a:lnTo>
                    <a:pt x="1270" y="243852"/>
                  </a:lnTo>
                  <a:lnTo>
                    <a:pt x="1270" y="245110"/>
                  </a:lnTo>
                  <a:lnTo>
                    <a:pt x="3810" y="245110"/>
                  </a:lnTo>
                  <a:lnTo>
                    <a:pt x="3810" y="243852"/>
                  </a:lnTo>
                  <a:close/>
                </a:path>
                <a:path w="3809" h="245110">
                  <a:moveTo>
                    <a:pt x="3810" y="16522"/>
                  </a:moveTo>
                  <a:lnTo>
                    <a:pt x="0" y="1652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16522"/>
                  </a:lnTo>
                  <a:close/>
                </a:path>
                <a:path w="3809" h="245110">
                  <a:moveTo>
                    <a:pt x="381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72"/>
                  </a:lnTo>
                  <a:close/>
                </a:path>
                <a:path w="3809" h="245110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09" h="245110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EAD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3" name="object 2513"/>
            <p:cNvSpPr/>
            <p:nvPr/>
          </p:nvSpPr>
          <p:spPr>
            <a:xfrm>
              <a:off x="6983730" y="5066030"/>
              <a:ext cx="2540" cy="245110"/>
            </a:xfrm>
            <a:custGeom>
              <a:avLst/>
              <a:gdLst/>
              <a:ahLst/>
              <a:cxnLst/>
              <a:rect l="l" t="t" r="r" b="b"/>
              <a:pathLst>
                <a:path w="2540" h="245110">
                  <a:moveTo>
                    <a:pt x="2540" y="243852"/>
                  </a:moveTo>
                  <a:lnTo>
                    <a:pt x="0" y="243852"/>
                  </a:lnTo>
                  <a:lnTo>
                    <a:pt x="0" y="245110"/>
                  </a:lnTo>
                  <a:lnTo>
                    <a:pt x="2540" y="245110"/>
                  </a:lnTo>
                  <a:lnTo>
                    <a:pt x="2540" y="243852"/>
                  </a:lnTo>
                  <a:close/>
                </a:path>
                <a:path w="2540" h="245110">
                  <a:moveTo>
                    <a:pt x="254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2540" y="243840"/>
                  </a:lnTo>
                  <a:lnTo>
                    <a:pt x="2540" y="240042"/>
                  </a:lnTo>
                  <a:close/>
                </a:path>
                <a:path w="2540" h="245110">
                  <a:moveTo>
                    <a:pt x="254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2540" y="240030"/>
                  </a:lnTo>
                  <a:lnTo>
                    <a:pt x="2540" y="237502"/>
                  </a:lnTo>
                  <a:close/>
                </a:path>
                <a:path w="2540" h="245110">
                  <a:moveTo>
                    <a:pt x="254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2540" y="237490"/>
                  </a:lnTo>
                  <a:lnTo>
                    <a:pt x="2540" y="233692"/>
                  </a:lnTo>
                  <a:close/>
                </a:path>
                <a:path w="2540" h="245110">
                  <a:moveTo>
                    <a:pt x="254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2540" y="233680"/>
                  </a:lnTo>
                  <a:lnTo>
                    <a:pt x="2540" y="231152"/>
                  </a:lnTo>
                  <a:close/>
                </a:path>
                <a:path w="2540" h="245110">
                  <a:moveTo>
                    <a:pt x="254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2540" y="231140"/>
                  </a:lnTo>
                  <a:lnTo>
                    <a:pt x="2540" y="227342"/>
                  </a:lnTo>
                  <a:close/>
                </a:path>
                <a:path w="2540" h="245110">
                  <a:moveTo>
                    <a:pt x="254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2540" y="227330"/>
                  </a:lnTo>
                  <a:lnTo>
                    <a:pt x="2540" y="224802"/>
                  </a:lnTo>
                  <a:close/>
                </a:path>
                <a:path w="2540" h="245110">
                  <a:moveTo>
                    <a:pt x="254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2540" y="224790"/>
                  </a:lnTo>
                  <a:lnTo>
                    <a:pt x="2540" y="220992"/>
                  </a:lnTo>
                  <a:close/>
                </a:path>
                <a:path w="2540" h="245110">
                  <a:moveTo>
                    <a:pt x="2540" y="16522"/>
                  </a:moveTo>
                  <a:lnTo>
                    <a:pt x="0" y="16522"/>
                  </a:lnTo>
                  <a:lnTo>
                    <a:pt x="0" y="220980"/>
                  </a:lnTo>
                  <a:lnTo>
                    <a:pt x="2540" y="220980"/>
                  </a:lnTo>
                  <a:lnTo>
                    <a:pt x="2540" y="16522"/>
                  </a:lnTo>
                  <a:close/>
                </a:path>
                <a:path w="2540" h="245110">
                  <a:moveTo>
                    <a:pt x="254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2540" y="16510"/>
                  </a:lnTo>
                  <a:lnTo>
                    <a:pt x="2540" y="10172"/>
                  </a:lnTo>
                  <a:close/>
                </a:path>
                <a:path w="2540" h="245110">
                  <a:moveTo>
                    <a:pt x="254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2540" y="10160"/>
                  </a:lnTo>
                  <a:lnTo>
                    <a:pt x="2540" y="3822"/>
                  </a:lnTo>
                  <a:close/>
                </a:path>
                <a:path w="2540" h="245110">
                  <a:moveTo>
                    <a:pt x="254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40" y="381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9CAB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4" name="object 2514"/>
            <p:cNvSpPr/>
            <p:nvPr/>
          </p:nvSpPr>
          <p:spPr>
            <a:xfrm>
              <a:off x="6986270" y="5066030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09" h="245110">
                  <a:moveTo>
                    <a:pt x="3810" y="243852"/>
                  </a:moveTo>
                  <a:lnTo>
                    <a:pt x="0" y="24385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3852"/>
                  </a:lnTo>
                  <a:close/>
                </a:path>
                <a:path w="3809" h="245110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09" h="245110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09" h="245110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09" h="245110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09" h="245110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09" h="245110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09" h="245110">
                  <a:moveTo>
                    <a:pt x="381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0992"/>
                  </a:lnTo>
                  <a:close/>
                </a:path>
                <a:path w="3809" h="245110">
                  <a:moveTo>
                    <a:pt x="3810" y="16522"/>
                  </a:moveTo>
                  <a:lnTo>
                    <a:pt x="0" y="1652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16522"/>
                  </a:lnTo>
                  <a:close/>
                </a:path>
                <a:path w="3809" h="245110">
                  <a:moveTo>
                    <a:pt x="381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72"/>
                  </a:lnTo>
                  <a:close/>
                </a:path>
                <a:path w="3809" h="245110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09" h="245110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9A8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5" name="object 2515"/>
            <p:cNvSpPr/>
            <p:nvPr/>
          </p:nvSpPr>
          <p:spPr>
            <a:xfrm>
              <a:off x="6990080" y="5064759"/>
              <a:ext cx="3810" cy="246379"/>
            </a:xfrm>
            <a:custGeom>
              <a:avLst/>
              <a:gdLst/>
              <a:ahLst/>
              <a:cxnLst/>
              <a:rect l="l" t="t" r="r" b="b"/>
              <a:pathLst>
                <a:path w="3809" h="246379">
                  <a:moveTo>
                    <a:pt x="3810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0" y="1269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09" h="246379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09" h="246379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09" h="246379">
                  <a:moveTo>
                    <a:pt x="3810" y="17780"/>
                  </a:moveTo>
                  <a:lnTo>
                    <a:pt x="0" y="17780"/>
                  </a:lnTo>
                  <a:lnTo>
                    <a:pt x="0" y="222249"/>
                  </a:lnTo>
                  <a:lnTo>
                    <a:pt x="3810" y="222249"/>
                  </a:lnTo>
                  <a:lnTo>
                    <a:pt x="3810" y="17780"/>
                  </a:lnTo>
                  <a:close/>
                </a:path>
                <a:path w="3809" h="246379">
                  <a:moveTo>
                    <a:pt x="3810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22250"/>
                  </a:lnTo>
                  <a:close/>
                </a:path>
                <a:path w="3809" h="246379">
                  <a:moveTo>
                    <a:pt x="3810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6059"/>
                  </a:lnTo>
                  <a:close/>
                </a:path>
                <a:path w="3809" h="246379">
                  <a:moveTo>
                    <a:pt x="3810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8600"/>
                  </a:lnTo>
                  <a:close/>
                </a:path>
                <a:path w="3809" h="246379">
                  <a:moveTo>
                    <a:pt x="3810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3810" y="234949"/>
                  </a:lnTo>
                  <a:lnTo>
                    <a:pt x="3810" y="232409"/>
                  </a:lnTo>
                  <a:close/>
                </a:path>
                <a:path w="3809" h="246379">
                  <a:moveTo>
                    <a:pt x="3810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3810" y="238759"/>
                  </a:lnTo>
                  <a:lnTo>
                    <a:pt x="3810" y="234950"/>
                  </a:lnTo>
                  <a:close/>
                </a:path>
                <a:path w="3809" h="246379">
                  <a:moveTo>
                    <a:pt x="3810" y="238759"/>
                  </a:moveTo>
                  <a:lnTo>
                    <a:pt x="0" y="238759"/>
                  </a:lnTo>
                  <a:lnTo>
                    <a:pt x="0" y="241299"/>
                  </a:lnTo>
                  <a:lnTo>
                    <a:pt x="3810" y="241299"/>
                  </a:lnTo>
                  <a:lnTo>
                    <a:pt x="3810" y="238759"/>
                  </a:lnTo>
                  <a:close/>
                </a:path>
                <a:path w="3809" h="246379">
                  <a:moveTo>
                    <a:pt x="3810" y="241300"/>
                  </a:moveTo>
                  <a:lnTo>
                    <a:pt x="0" y="241300"/>
                  </a:lnTo>
                  <a:lnTo>
                    <a:pt x="0" y="245109"/>
                  </a:lnTo>
                  <a:lnTo>
                    <a:pt x="3810" y="245109"/>
                  </a:lnTo>
                  <a:lnTo>
                    <a:pt x="3810" y="241300"/>
                  </a:lnTo>
                  <a:close/>
                </a:path>
                <a:path w="3809" h="246379">
                  <a:moveTo>
                    <a:pt x="3810" y="245109"/>
                  </a:moveTo>
                  <a:lnTo>
                    <a:pt x="0" y="245109"/>
                  </a:lnTo>
                  <a:lnTo>
                    <a:pt x="0" y="246379"/>
                  </a:lnTo>
                  <a:lnTo>
                    <a:pt x="3810" y="246379"/>
                  </a:lnTo>
                  <a:lnTo>
                    <a:pt x="3810" y="245109"/>
                  </a:lnTo>
                  <a:close/>
                </a:path>
              </a:pathLst>
            </a:custGeom>
            <a:solidFill>
              <a:srgbClr val="96A6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6" name="object 2516"/>
            <p:cNvSpPr/>
            <p:nvPr/>
          </p:nvSpPr>
          <p:spPr>
            <a:xfrm>
              <a:off x="6993890" y="5064759"/>
              <a:ext cx="3810" cy="246379"/>
            </a:xfrm>
            <a:custGeom>
              <a:avLst/>
              <a:gdLst/>
              <a:ahLst/>
              <a:cxnLst/>
              <a:rect l="l" t="t" r="r" b="b"/>
              <a:pathLst>
                <a:path w="3809" h="246379">
                  <a:moveTo>
                    <a:pt x="3810" y="245122"/>
                  </a:moveTo>
                  <a:lnTo>
                    <a:pt x="0" y="24512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5122"/>
                  </a:lnTo>
                  <a:close/>
                </a:path>
                <a:path w="3809" h="246379">
                  <a:moveTo>
                    <a:pt x="3810" y="17792"/>
                  </a:moveTo>
                  <a:lnTo>
                    <a:pt x="0" y="1779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17792"/>
                  </a:lnTo>
                  <a:close/>
                </a:path>
                <a:path w="3809" h="24637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09" h="24637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09" h="24637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7" name="object 2517"/>
            <p:cNvSpPr/>
            <p:nvPr/>
          </p:nvSpPr>
          <p:spPr>
            <a:xfrm>
              <a:off x="6997700" y="5063489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09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0" y="126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0"/>
                  </a:lnTo>
                  <a:close/>
                </a:path>
                <a:path w="3809" h="248920">
                  <a:moveTo>
                    <a:pt x="380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6349"/>
                  </a:lnTo>
                  <a:close/>
                </a:path>
                <a:path w="3809" h="248920">
                  <a:moveTo>
                    <a:pt x="380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2699"/>
                  </a:lnTo>
                  <a:close/>
                </a:path>
                <a:path w="3809" h="248920">
                  <a:moveTo>
                    <a:pt x="3809" y="19049"/>
                  </a:moveTo>
                  <a:lnTo>
                    <a:pt x="0" y="19049"/>
                  </a:lnTo>
                  <a:lnTo>
                    <a:pt x="0" y="223519"/>
                  </a:lnTo>
                  <a:lnTo>
                    <a:pt x="3809" y="223519"/>
                  </a:lnTo>
                  <a:lnTo>
                    <a:pt x="3809" y="19049"/>
                  </a:lnTo>
                  <a:close/>
                </a:path>
                <a:path w="3809" h="248920">
                  <a:moveTo>
                    <a:pt x="3809" y="223519"/>
                  </a:moveTo>
                  <a:lnTo>
                    <a:pt x="0" y="223519"/>
                  </a:lnTo>
                  <a:lnTo>
                    <a:pt x="0" y="227329"/>
                  </a:lnTo>
                  <a:lnTo>
                    <a:pt x="3809" y="227329"/>
                  </a:lnTo>
                  <a:lnTo>
                    <a:pt x="3809" y="223519"/>
                  </a:lnTo>
                  <a:close/>
                </a:path>
                <a:path w="3809" h="248920">
                  <a:moveTo>
                    <a:pt x="3809" y="227329"/>
                  </a:moveTo>
                  <a:lnTo>
                    <a:pt x="0" y="227329"/>
                  </a:lnTo>
                  <a:lnTo>
                    <a:pt x="0" y="229869"/>
                  </a:lnTo>
                  <a:lnTo>
                    <a:pt x="3809" y="229869"/>
                  </a:lnTo>
                  <a:lnTo>
                    <a:pt x="3809" y="227329"/>
                  </a:lnTo>
                  <a:close/>
                </a:path>
                <a:path w="3809" h="248920">
                  <a:moveTo>
                    <a:pt x="3809" y="229869"/>
                  </a:moveTo>
                  <a:lnTo>
                    <a:pt x="0" y="229869"/>
                  </a:lnTo>
                  <a:lnTo>
                    <a:pt x="0" y="233679"/>
                  </a:lnTo>
                  <a:lnTo>
                    <a:pt x="3809" y="233679"/>
                  </a:lnTo>
                  <a:lnTo>
                    <a:pt x="3809" y="229869"/>
                  </a:lnTo>
                  <a:close/>
                </a:path>
                <a:path w="3809" h="248920">
                  <a:moveTo>
                    <a:pt x="3809" y="233679"/>
                  </a:moveTo>
                  <a:lnTo>
                    <a:pt x="0" y="233679"/>
                  </a:lnTo>
                  <a:lnTo>
                    <a:pt x="0" y="236219"/>
                  </a:lnTo>
                  <a:lnTo>
                    <a:pt x="3809" y="236219"/>
                  </a:lnTo>
                  <a:lnTo>
                    <a:pt x="3809" y="233679"/>
                  </a:lnTo>
                  <a:close/>
                </a:path>
                <a:path w="3809" h="248920">
                  <a:moveTo>
                    <a:pt x="3809" y="236219"/>
                  </a:moveTo>
                  <a:lnTo>
                    <a:pt x="0" y="236219"/>
                  </a:lnTo>
                  <a:lnTo>
                    <a:pt x="0" y="240029"/>
                  </a:lnTo>
                  <a:lnTo>
                    <a:pt x="3809" y="240029"/>
                  </a:lnTo>
                  <a:lnTo>
                    <a:pt x="3809" y="236219"/>
                  </a:lnTo>
                  <a:close/>
                </a:path>
                <a:path w="3809" h="248920">
                  <a:moveTo>
                    <a:pt x="3809" y="240029"/>
                  </a:moveTo>
                  <a:lnTo>
                    <a:pt x="0" y="240029"/>
                  </a:lnTo>
                  <a:lnTo>
                    <a:pt x="0" y="242569"/>
                  </a:lnTo>
                  <a:lnTo>
                    <a:pt x="3809" y="242569"/>
                  </a:lnTo>
                  <a:lnTo>
                    <a:pt x="3809" y="240029"/>
                  </a:lnTo>
                  <a:close/>
                </a:path>
                <a:path w="3809" h="248920">
                  <a:moveTo>
                    <a:pt x="3809" y="242569"/>
                  </a:moveTo>
                  <a:lnTo>
                    <a:pt x="0" y="242569"/>
                  </a:lnTo>
                  <a:lnTo>
                    <a:pt x="0" y="246379"/>
                  </a:lnTo>
                  <a:lnTo>
                    <a:pt x="3809" y="246379"/>
                  </a:lnTo>
                  <a:lnTo>
                    <a:pt x="3809" y="242569"/>
                  </a:lnTo>
                  <a:close/>
                </a:path>
                <a:path w="3809" h="248920">
                  <a:moveTo>
                    <a:pt x="3809" y="246379"/>
                  </a:moveTo>
                  <a:lnTo>
                    <a:pt x="0" y="246379"/>
                  </a:lnTo>
                  <a:lnTo>
                    <a:pt x="0" y="247649"/>
                  </a:lnTo>
                  <a:lnTo>
                    <a:pt x="1270" y="247649"/>
                  </a:lnTo>
                  <a:lnTo>
                    <a:pt x="1270" y="248919"/>
                  </a:lnTo>
                  <a:lnTo>
                    <a:pt x="3809" y="248919"/>
                  </a:lnTo>
                  <a:lnTo>
                    <a:pt x="3809" y="246379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8" name="object 2518"/>
            <p:cNvSpPr/>
            <p:nvPr/>
          </p:nvSpPr>
          <p:spPr>
            <a:xfrm>
              <a:off x="7001510" y="5063502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6380"/>
                  </a:moveTo>
                  <a:lnTo>
                    <a:pt x="0" y="246380"/>
                  </a:lnTo>
                  <a:lnTo>
                    <a:pt x="0" y="248907"/>
                  </a:lnTo>
                  <a:lnTo>
                    <a:pt x="3810" y="248907"/>
                  </a:lnTo>
                  <a:lnTo>
                    <a:pt x="3810" y="246380"/>
                  </a:lnTo>
                  <a:close/>
                </a:path>
                <a:path w="3809" h="248920">
                  <a:moveTo>
                    <a:pt x="3810" y="242570"/>
                  </a:moveTo>
                  <a:lnTo>
                    <a:pt x="0" y="242570"/>
                  </a:lnTo>
                  <a:lnTo>
                    <a:pt x="0" y="246367"/>
                  </a:lnTo>
                  <a:lnTo>
                    <a:pt x="3810" y="246367"/>
                  </a:lnTo>
                  <a:lnTo>
                    <a:pt x="3810" y="242570"/>
                  </a:lnTo>
                  <a:close/>
                </a:path>
                <a:path w="3809" h="248920">
                  <a:moveTo>
                    <a:pt x="3810" y="240030"/>
                  </a:moveTo>
                  <a:lnTo>
                    <a:pt x="0" y="240030"/>
                  </a:lnTo>
                  <a:lnTo>
                    <a:pt x="0" y="242557"/>
                  </a:lnTo>
                  <a:lnTo>
                    <a:pt x="3810" y="242557"/>
                  </a:lnTo>
                  <a:lnTo>
                    <a:pt x="3810" y="240030"/>
                  </a:lnTo>
                  <a:close/>
                </a:path>
                <a:path w="3809" h="248920">
                  <a:moveTo>
                    <a:pt x="3810" y="236220"/>
                  </a:moveTo>
                  <a:lnTo>
                    <a:pt x="0" y="236220"/>
                  </a:lnTo>
                  <a:lnTo>
                    <a:pt x="0" y="240017"/>
                  </a:lnTo>
                  <a:lnTo>
                    <a:pt x="3810" y="240017"/>
                  </a:lnTo>
                  <a:lnTo>
                    <a:pt x="3810" y="236220"/>
                  </a:lnTo>
                  <a:close/>
                </a:path>
                <a:path w="3809" h="248920">
                  <a:moveTo>
                    <a:pt x="3810" y="233680"/>
                  </a:moveTo>
                  <a:lnTo>
                    <a:pt x="0" y="233680"/>
                  </a:lnTo>
                  <a:lnTo>
                    <a:pt x="0" y="236207"/>
                  </a:lnTo>
                  <a:lnTo>
                    <a:pt x="3810" y="236207"/>
                  </a:lnTo>
                  <a:lnTo>
                    <a:pt x="3810" y="233680"/>
                  </a:lnTo>
                  <a:close/>
                </a:path>
                <a:path w="3809" h="248920">
                  <a:moveTo>
                    <a:pt x="3810" y="229870"/>
                  </a:moveTo>
                  <a:lnTo>
                    <a:pt x="0" y="229870"/>
                  </a:lnTo>
                  <a:lnTo>
                    <a:pt x="0" y="233667"/>
                  </a:lnTo>
                  <a:lnTo>
                    <a:pt x="3810" y="233667"/>
                  </a:lnTo>
                  <a:lnTo>
                    <a:pt x="3810" y="229870"/>
                  </a:lnTo>
                  <a:close/>
                </a:path>
                <a:path w="3809" h="248920">
                  <a:moveTo>
                    <a:pt x="3810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3810" y="229857"/>
                  </a:lnTo>
                  <a:lnTo>
                    <a:pt x="3810" y="227330"/>
                  </a:lnTo>
                  <a:close/>
                </a:path>
                <a:path w="3809" h="248920">
                  <a:moveTo>
                    <a:pt x="3810" y="223520"/>
                  </a:moveTo>
                  <a:lnTo>
                    <a:pt x="0" y="223520"/>
                  </a:lnTo>
                  <a:lnTo>
                    <a:pt x="0" y="227317"/>
                  </a:lnTo>
                  <a:lnTo>
                    <a:pt x="3810" y="227317"/>
                  </a:lnTo>
                  <a:lnTo>
                    <a:pt x="3810" y="223520"/>
                  </a:lnTo>
                  <a:close/>
                </a:path>
                <a:path w="3809" h="248920">
                  <a:moveTo>
                    <a:pt x="3810" y="19050"/>
                  </a:moveTo>
                  <a:lnTo>
                    <a:pt x="0" y="19050"/>
                  </a:lnTo>
                  <a:lnTo>
                    <a:pt x="0" y="223507"/>
                  </a:lnTo>
                  <a:lnTo>
                    <a:pt x="3810" y="223507"/>
                  </a:lnTo>
                  <a:lnTo>
                    <a:pt x="3810" y="19050"/>
                  </a:lnTo>
                  <a:close/>
                </a:path>
                <a:path w="3809" h="248920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09" h="2489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E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9" name="object 2519"/>
            <p:cNvSpPr/>
            <p:nvPr/>
          </p:nvSpPr>
          <p:spPr>
            <a:xfrm>
              <a:off x="7005320" y="5063502"/>
              <a:ext cx="3810" cy="223520"/>
            </a:xfrm>
            <a:custGeom>
              <a:avLst/>
              <a:gdLst/>
              <a:ahLst/>
              <a:cxnLst/>
              <a:rect l="l" t="t" r="r" b="b"/>
              <a:pathLst>
                <a:path w="3809" h="223520">
                  <a:moveTo>
                    <a:pt x="3810" y="19050"/>
                  </a:moveTo>
                  <a:lnTo>
                    <a:pt x="0" y="19050"/>
                  </a:lnTo>
                  <a:lnTo>
                    <a:pt x="0" y="223507"/>
                  </a:lnTo>
                  <a:lnTo>
                    <a:pt x="3810" y="223507"/>
                  </a:lnTo>
                  <a:lnTo>
                    <a:pt x="3810" y="19050"/>
                  </a:lnTo>
                  <a:close/>
                </a:path>
                <a:path w="3809" h="223520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09" h="2235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09" h="2235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0" name="object 2520"/>
            <p:cNvSpPr/>
            <p:nvPr/>
          </p:nvSpPr>
          <p:spPr>
            <a:xfrm>
              <a:off x="7009130" y="5063502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6380"/>
                  </a:moveTo>
                  <a:lnTo>
                    <a:pt x="0" y="246380"/>
                  </a:lnTo>
                  <a:lnTo>
                    <a:pt x="0" y="248907"/>
                  </a:lnTo>
                  <a:lnTo>
                    <a:pt x="3810" y="248907"/>
                  </a:lnTo>
                  <a:lnTo>
                    <a:pt x="3810" y="246380"/>
                  </a:lnTo>
                  <a:close/>
                </a:path>
                <a:path w="3809" h="248920">
                  <a:moveTo>
                    <a:pt x="3810" y="242570"/>
                  </a:moveTo>
                  <a:lnTo>
                    <a:pt x="0" y="242570"/>
                  </a:lnTo>
                  <a:lnTo>
                    <a:pt x="0" y="246367"/>
                  </a:lnTo>
                  <a:lnTo>
                    <a:pt x="3810" y="246367"/>
                  </a:lnTo>
                  <a:lnTo>
                    <a:pt x="3810" y="242570"/>
                  </a:lnTo>
                  <a:close/>
                </a:path>
                <a:path w="3809" h="248920">
                  <a:moveTo>
                    <a:pt x="3810" y="240030"/>
                  </a:moveTo>
                  <a:lnTo>
                    <a:pt x="0" y="240030"/>
                  </a:lnTo>
                  <a:lnTo>
                    <a:pt x="0" y="242557"/>
                  </a:lnTo>
                  <a:lnTo>
                    <a:pt x="3810" y="242557"/>
                  </a:lnTo>
                  <a:lnTo>
                    <a:pt x="3810" y="240030"/>
                  </a:lnTo>
                  <a:close/>
                </a:path>
                <a:path w="3809" h="248920">
                  <a:moveTo>
                    <a:pt x="3810" y="236220"/>
                  </a:moveTo>
                  <a:lnTo>
                    <a:pt x="0" y="236220"/>
                  </a:lnTo>
                  <a:lnTo>
                    <a:pt x="0" y="240017"/>
                  </a:lnTo>
                  <a:lnTo>
                    <a:pt x="3810" y="240017"/>
                  </a:lnTo>
                  <a:lnTo>
                    <a:pt x="3810" y="236220"/>
                  </a:lnTo>
                  <a:close/>
                </a:path>
                <a:path w="3809" h="248920">
                  <a:moveTo>
                    <a:pt x="3810" y="233680"/>
                  </a:moveTo>
                  <a:lnTo>
                    <a:pt x="0" y="233680"/>
                  </a:lnTo>
                  <a:lnTo>
                    <a:pt x="0" y="236207"/>
                  </a:lnTo>
                  <a:lnTo>
                    <a:pt x="3810" y="236207"/>
                  </a:lnTo>
                  <a:lnTo>
                    <a:pt x="3810" y="233680"/>
                  </a:lnTo>
                  <a:close/>
                </a:path>
                <a:path w="3809" h="248920">
                  <a:moveTo>
                    <a:pt x="3810" y="229870"/>
                  </a:moveTo>
                  <a:lnTo>
                    <a:pt x="0" y="229870"/>
                  </a:lnTo>
                  <a:lnTo>
                    <a:pt x="0" y="233667"/>
                  </a:lnTo>
                  <a:lnTo>
                    <a:pt x="3810" y="233667"/>
                  </a:lnTo>
                  <a:lnTo>
                    <a:pt x="3810" y="229870"/>
                  </a:lnTo>
                  <a:close/>
                </a:path>
                <a:path w="3809" h="248920">
                  <a:moveTo>
                    <a:pt x="3810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3810" y="229857"/>
                  </a:lnTo>
                  <a:lnTo>
                    <a:pt x="3810" y="227330"/>
                  </a:lnTo>
                  <a:close/>
                </a:path>
                <a:path w="3809" h="248920">
                  <a:moveTo>
                    <a:pt x="3810" y="223520"/>
                  </a:moveTo>
                  <a:lnTo>
                    <a:pt x="0" y="223520"/>
                  </a:lnTo>
                  <a:lnTo>
                    <a:pt x="0" y="227317"/>
                  </a:lnTo>
                  <a:lnTo>
                    <a:pt x="3810" y="227317"/>
                  </a:lnTo>
                  <a:lnTo>
                    <a:pt x="3810" y="223520"/>
                  </a:lnTo>
                  <a:close/>
                </a:path>
                <a:path w="3809" h="248920">
                  <a:moveTo>
                    <a:pt x="3810" y="19050"/>
                  </a:moveTo>
                  <a:lnTo>
                    <a:pt x="0" y="19050"/>
                  </a:lnTo>
                  <a:lnTo>
                    <a:pt x="0" y="223507"/>
                  </a:lnTo>
                  <a:lnTo>
                    <a:pt x="3810" y="223507"/>
                  </a:lnTo>
                  <a:lnTo>
                    <a:pt x="3810" y="19050"/>
                  </a:lnTo>
                  <a:close/>
                </a:path>
                <a:path w="3809" h="248920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09" h="2489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1" name="object 2521"/>
            <p:cNvSpPr/>
            <p:nvPr/>
          </p:nvSpPr>
          <p:spPr>
            <a:xfrm>
              <a:off x="7012940" y="5063502"/>
              <a:ext cx="2540" cy="223520"/>
            </a:xfrm>
            <a:custGeom>
              <a:avLst/>
              <a:gdLst/>
              <a:ahLst/>
              <a:cxnLst/>
              <a:rect l="l" t="t" r="r" b="b"/>
              <a:pathLst>
                <a:path w="2540" h="223520">
                  <a:moveTo>
                    <a:pt x="2540" y="19050"/>
                  </a:moveTo>
                  <a:lnTo>
                    <a:pt x="0" y="19050"/>
                  </a:lnTo>
                  <a:lnTo>
                    <a:pt x="0" y="223507"/>
                  </a:lnTo>
                  <a:lnTo>
                    <a:pt x="2540" y="223507"/>
                  </a:lnTo>
                  <a:lnTo>
                    <a:pt x="2540" y="19050"/>
                  </a:lnTo>
                  <a:close/>
                </a:path>
                <a:path w="2540" h="223520">
                  <a:moveTo>
                    <a:pt x="254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2540" y="19037"/>
                  </a:lnTo>
                  <a:lnTo>
                    <a:pt x="2540" y="12700"/>
                  </a:lnTo>
                  <a:close/>
                </a:path>
                <a:path w="2540" h="223520">
                  <a:moveTo>
                    <a:pt x="254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6350"/>
                  </a:lnTo>
                  <a:close/>
                </a:path>
                <a:path w="2540" h="223520">
                  <a:moveTo>
                    <a:pt x="254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8799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2" name="object 2522"/>
            <p:cNvSpPr/>
            <p:nvPr/>
          </p:nvSpPr>
          <p:spPr>
            <a:xfrm>
              <a:off x="7015480" y="5063502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6380"/>
                  </a:moveTo>
                  <a:lnTo>
                    <a:pt x="0" y="246380"/>
                  </a:lnTo>
                  <a:lnTo>
                    <a:pt x="0" y="248907"/>
                  </a:lnTo>
                  <a:lnTo>
                    <a:pt x="3810" y="248907"/>
                  </a:lnTo>
                  <a:lnTo>
                    <a:pt x="3810" y="246380"/>
                  </a:lnTo>
                  <a:close/>
                </a:path>
                <a:path w="3809" h="248920">
                  <a:moveTo>
                    <a:pt x="3810" y="242570"/>
                  </a:moveTo>
                  <a:lnTo>
                    <a:pt x="0" y="242570"/>
                  </a:lnTo>
                  <a:lnTo>
                    <a:pt x="0" y="246367"/>
                  </a:lnTo>
                  <a:lnTo>
                    <a:pt x="3810" y="246367"/>
                  </a:lnTo>
                  <a:lnTo>
                    <a:pt x="3810" y="242570"/>
                  </a:lnTo>
                  <a:close/>
                </a:path>
                <a:path w="3809" h="248920">
                  <a:moveTo>
                    <a:pt x="3810" y="240030"/>
                  </a:moveTo>
                  <a:lnTo>
                    <a:pt x="0" y="240030"/>
                  </a:lnTo>
                  <a:lnTo>
                    <a:pt x="0" y="242557"/>
                  </a:lnTo>
                  <a:lnTo>
                    <a:pt x="3810" y="242557"/>
                  </a:lnTo>
                  <a:lnTo>
                    <a:pt x="3810" y="240030"/>
                  </a:lnTo>
                  <a:close/>
                </a:path>
                <a:path w="3809" h="248920">
                  <a:moveTo>
                    <a:pt x="3810" y="236220"/>
                  </a:moveTo>
                  <a:lnTo>
                    <a:pt x="0" y="236220"/>
                  </a:lnTo>
                  <a:lnTo>
                    <a:pt x="0" y="240017"/>
                  </a:lnTo>
                  <a:lnTo>
                    <a:pt x="3810" y="240017"/>
                  </a:lnTo>
                  <a:lnTo>
                    <a:pt x="3810" y="236220"/>
                  </a:lnTo>
                  <a:close/>
                </a:path>
                <a:path w="3809" h="248920">
                  <a:moveTo>
                    <a:pt x="3810" y="233680"/>
                  </a:moveTo>
                  <a:lnTo>
                    <a:pt x="0" y="233680"/>
                  </a:lnTo>
                  <a:lnTo>
                    <a:pt x="0" y="236207"/>
                  </a:lnTo>
                  <a:lnTo>
                    <a:pt x="3810" y="236207"/>
                  </a:lnTo>
                  <a:lnTo>
                    <a:pt x="3810" y="233680"/>
                  </a:lnTo>
                  <a:close/>
                </a:path>
                <a:path w="3809" h="248920">
                  <a:moveTo>
                    <a:pt x="3810" y="229870"/>
                  </a:moveTo>
                  <a:lnTo>
                    <a:pt x="0" y="229870"/>
                  </a:lnTo>
                  <a:lnTo>
                    <a:pt x="0" y="233667"/>
                  </a:lnTo>
                  <a:lnTo>
                    <a:pt x="3810" y="233667"/>
                  </a:lnTo>
                  <a:lnTo>
                    <a:pt x="3810" y="229870"/>
                  </a:lnTo>
                  <a:close/>
                </a:path>
                <a:path w="3809" h="248920">
                  <a:moveTo>
                    <a:pt x="3810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3810" y="229857"/>
                  </a:lnTo>
                  <a:lnTo>
                    <a:pt x="3810" y="227330"/>
                  </a:lnTo>
                  <a:close/>
                </a:path>
                <a:path w="3809" h="248920">
                  <a:moveTo>
                    <a:pt x="3810" y="223520"/>
                  </a:moveTo>
                  <a:lnTo>
                    <a:pt x="0" y="223520"/>
                  </a:lnTo>
                  <a:lnTo>
                    <a:pt x="0" y="227317"/>
                  </a:lnTo>
                  <a:lnTo>
                    <a:pt x="3810" y="227317"/>
                  </a:lnTo>
                  <a:lnTo>
                    <a:pt x="3810" y="223520"/>
                  </a:lnTo>
                  <a:close/>
                </a:path>
                <a:path w="3809" h="248920">
                  <a:moveTo>
                    <a:pt x="3810" y="19050"/>
                  </a:moveTo>
                  <a:lnTo>
                    <a:pt x="0" y="19050"/>
                  </a:lnTo>
                  <a:lnTo>
                    <a:pt x="0" y="223507"/>
                  </a:lnTo>
                  <a:lnTo>
                    <a:pt x="3810" y="223507"/>
                  </a:lnTo>
                  <a:lnTo>
                    <a:pt x="3810" y="19050"/>
                  </a:lnTo>
                  <a:close/>
                </a:path>
                <a:path w="3809" h="248920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09" h="2489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496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3" name="object 2523"/>
            <p:cNvSpPr/>
            <p:nvPr/>
          </p:nvSpPr>
          <p:spPr>
            <a:xfrm>
              <a:off x="7019290" y="5063502"/>
              <a:ext cx="3810" cy="223520"/>
            </a:xfrm>
            <a:custGeom>
              <a:avLst/>
              <a:gdLst/>
              <a:ahLst/>
              <a:cxnLst/>
              <a:rect l="l" t="t" r="r" b="b"/>
              <a:pathLst>
                <a:path w="3809" h="223520">
                  <a:moveTo>
                    <a:pt x="3810" y="19050"/>
                  </a:moveTo>
                  <a:lnTo>
                    <a:pt x="0" y="19050"/>
                  </a:lnTo>
                  <a:lnTo>
                    <a:pt x="0" y="223507"/>
                  </a:lnTo>
                  <a:lnTo>
                    <a:pt x="3810" y="223507"/>
                  </a:lnTo>
                  <a:lnTo>
                    <a:pt x="3810" y="19050"/>
                  </a:lnTo>
                  <a:close/>
                </a:path>
                <a:path w="3809" h="223520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09" h="2235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09" h="2235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19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4" name="object 2524"/>
            <p:cNvSpPr/>
            <p:nvPr/>
          </p:nvSpPr>
          <p:spPr>
            <a:xfrm>
              <a:off x="7023100" y="50622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202"/>
                  </a:moveTo>
                  <a:lnTo>
                    <a:pt x="2540" y="250202"/>
                  </a:lnTo>
                  <a:lnTo>
                    <a:pt x="254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09" h="251460">
                  <a:moveTo>
                    <a:pt x="381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7662"/>
                  </a:lnTo>
                  <a:close/>
                </a:path>
                <a:path w="3809" h="251460">
                  <a:moveTo>
                    <a:pt x="381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3852"/>
                  </a:lnTo>
                  <a:close/>
                </a:path>
                <a:path w="3809" h="251460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09" h="251460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09" h="251460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09" h="25146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09" h="25146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09" h="251460">
                  <a:moveTo>
                    <a:pt x="381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4802"/>
                  </a:lnTo>
                  <a:close/>
                </a:path>
                <a:path w="3809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0332"/>
                  </a:lnTo>
                  <a:close/>
                </a:path>
                <a:path w="3809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09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F92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5" name="object 2525"/>
            <p:cNvSpPr/>
            <p:nvPr/>
          </p:nvSpPr>
          <p:spPr>
            <a:xfrm>
              <a:off x="7026910" y="50622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09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0332"/>
                  </a:lnTo>
                  <a:close/>
                </a:path>
                <a:path w="3809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09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6" name="object 2526"/>
            <p:cNvSpPr/>
            <p:nvPr/>
          </p:nvSpPr>
          <p:spPr>
            <a:xfrm>
              <a:off x="7030720" y="50622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09" h="251460">
                  <a:moveTo>
                    <a:pt x="381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7662"/>
                  </a:lnTo>
                  <a:close/>
                </a:path>
                <a:path w="3809" h="251460">
                  <a:moveTo>
                    <a:pt x="381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3852"/>
                  </a:lnTo>
                  <a:close/>
                </a:path>
                <a:path w="3809" h="251460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09" h="251460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09" h="251460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09" h="25146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09" h="25146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09" h="251460">
                  <a:moveTo>
                    <a:pt x="381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4802"/>
                  </a:lnTo>
                  <a:close/>
                </a:path>
                <a:path w="3809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0332"/>
                  </a:lnTo>
                  <a:close/>
                </a:path>
                <a:path w="3809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09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9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7" name="object 2527"/>
            <p:cNvSpPr/>
            <p:nvPr/>
          </p:nvSpPr>
          <p:spPr>
            <a:xfrm>
              <a:off x="7034530" y="5062219"/>
              <a:ext cx="2540" cy="251460"/>
            </a:xfrm>
            <a:custGeom>
              <a:avLst/>
              <a:gdLst/>
              <a:ahLst/>
              <a:cxnLst/>
              <a:rect l="l" t="t" r="r" b="b"/>
              <a:pathLst>
                <a:path w="2540" h="251460">
                  <a:moveTo>
                    <a:pt x="254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2540" y="251460"/>
                  </a:lnTo>
                  <a:lnTo>
                    <a:pt x="2540" y="250202"/>
                  </a:lnTo>
                  <a:close/>
                </a:path>
                <a:path w="2540" h="251460">
                  <a:moveTo>
                    <a:pt x="254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2540" y="250190"/>
                  </a:lnTo>
                  <a:lnTo>
                    <a:pt x="2540" y="247662"/>
                  </a:lnTo>
                  <a:close/>
                </a:path>
                <a:path w="2540" h="251460">
                  <a:moveTo>
                    <a:pt x="254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2540" y="247650"/>
                  </a:lnTo>
                  <a:lnTo>
                    <a:pt x="2540" y="243852"/>
                  </a:lnTo>
                  <a:close/>
                </a:path>
                <a:path w="2540" h="251460">
                  <a:moveTo>
                    <a:pt x="254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2540" y="243840"/>
                  </a:lnTo>
                  <a:lnTo>
                    <a:pt x="2540" y="241312"/>
                  </a:lnTo>
                  <a:close/>
                </a:path>
                <a:path w="2540" h="251460">
                  <a:moveTo>
                    <a:pt x="254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2540" y="241300"/>
                  </a:lnTo>
                  <a:lnTo>
                    <a:pt x="2540" y="237502"/>
                  </a:lnTo>
                  <a:close/>
                </a:path>
                <a:path w="2540" h="251460">
                  <a:moveTo>
                    <a:pt x="254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2540" y="237490"/>
                  </a:lnTo>
                  <a:lnTo>
                    <a:pt x="2540" y="234962"/>
                  </a:lnTo>
                  <a:close/>
                </a:path>
                <a:path w="2540" h="251460">
                  <a:moveTo>
                    <a:pt x="254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2540" y="234950"/>
                  </a:lnTo>
                  <a:lnTo>
                    <a:pt x="2540" y="231152"/>
                  </a:lnTo>
                  <a:close/>
                </a:path>
                <a:path w="2540" h="251460">
                  <a:moveTo>
                    <a:pt x="254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2540" y="231140"/>
                  </a:lnTo>
                  <a:lnTo>
                    <a:pt x="2540" y="228612"/>
                  </a:lnTo>
                  <a:close/>
                </a:path>
                <a:path w="2540" h="251460">
                  <a:moveTo>
                    <a:pt x="254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2540" y="228600"/>
                  </a:lnTo>
                  <a:lnTo>
                    <a:pt x="2540" y="224802"/>
                  </a:lnTo>
                  <a:close/>
                </a:path>
                <a:path w="2540" h="251460">
                  <a:moveTo>
                    <a:pt x="2540" y="20332"/>
                  </a:moveTo>
                  <a:lnTo>
                    <a:pt x="0" y="20332"/>
                  </a:lnTo>
                  <a:lnTo>
                    <a:pt x="0" y="224790"/>
                  </a:lnTo>
                  <a:lnTo>
                    <a:pt x="2540" y="224790"/>
                  </a:lnTo>
                  <a:lnTo>
                    <a:pt x="2540" y="20332"/>
                  </a:lnTo>
                  <a:close/>
                </a:path>
                <a:path w="2540" h="251460">
                  <a:moveTo>
                    <a:pt x="254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2540" y="20320"/>
                  </a:lnTo>
                  <a:lnTo>
                    <a:pt x="2540" y="13982"/>
                  </a:lnTo>
                  <a:close/>
                </a:path>
                <a:path w="2540" h="251460">
                  <a:moveTo>
                    <a:pt x="254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2540" y="13970"/>
                  </a:lnTo>
                  <a:lnTo>
                    <a:pt x="2540" y="7632"/>
                  </a:lnTo>
                  <a:close/>
                </a:path>
                <a:path w="2540" h="251460">
                  <a:moveTo>
                    <a:pt x="254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1282"/>
                  </a:lnTo>
                  <a:close/>
                </a:path>
                <a:path w="2540" h="251460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8" name="object 2528"/>
            <p:cNvSpPr/>
            <p:nvPr/>
          </p:nvSpPr>
          <p:spPr>
            <a:xfrm>
              <a:off x="7037070" y="50622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09" h="251460">
                  <a:moveTo>
                    <a:pt x="381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7662"/>
                  </a:lnTo>
                  <a:close/>
                </a:path>
                <a:path w="3809" h="251460">
                  <a:moveTo>
                    <a:pt x="381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3852"/>
                  </a:lnTo>
                  <a:close/>
                </a:path>
                <a:path w="3809" h="251460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09" h="251460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09" h="251460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09" h="25146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09" h="25146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09" h="251460">
                  <a:moveTo>
                    <a:pt x="381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4802"/>
                  </a:lnTo>
                  <a:close/>
                </a:path>
                <a:path w="3809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0332"/>
                  </a:lnTo>
                  <a:close/>
                </a:path>
                <a:path w="3809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09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9" name="object 2529"/>
            <p:cNvSpPr/>
            <p:nvPr/>
          </p:nvSpPr>
          <p:spPr>
            <a:xfrm>
              <a:off x="7040880" y="50622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09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0332"/>
                  </a:lnTo>
                  <a:close/>
                </a:path>
                <a:path w="3809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09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1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0" name="object 2530"/>
            <p:cNvSpPr/>
            <p:nvPr/>
          </p:nvSpPr>
          <p:spPr>
            <a:xfrm>
              <a:off x="7044690" y="50622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09" h="251460">
                  <a:moveTo>
                    <a:pt x="381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7662"/>
                  </a:lnTo>
                  <a:close/>
                </a:path>
                <a:path w="3809" h="251460">
                  <a:moveTo>
                    <a:pt x="381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3852"/>
                  </a:lnTo>
                  <a:close/>
                </a:path>
                <a:path w="3809" h="251460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09" h="251460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09" h="251460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09" h="25146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09" h="25146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09" h="251460">
                  <a:moveTo>
                    <a:pt x="381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4802"/>
                  </a:lnTo>
                  <a:close/>
                </a:path>
                <a:path w="3809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0332"/>
                  </a:lnTo>
                  <a:close/>
                </a:path>
                <a:path w="3809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09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F84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1" name="object 2531"/>
            <p:cNvSpPr/>
            <p:nvPr/>
          </p:nvSpPr>
          <p:spPr>
            <a:xfrm>
              <a:off x="7048500" y="50622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09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0332"/>
                  </a:lnTo>
                  <a:close/>
                </a:path>
                <a:path w="3809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09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C82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2" name="object 2532"/>
            <p:cNvSpPr/>
            <p:nvPr/>
          </p:nvSpPr>
          <p:spPr>
            <a:xfrm>
              <a:off x="7052310" y="5060950"/>
              <a:ext cx="3810" cy="254000"/>
            </a:xfrm>
            <a:custGeom>
              <a:avLst/>
              <a:gdLst/>
              <a:ahLst/>
              <a:cxnLst/>
              <a:rect l="l" t="t" r="r" b="b"/>
              <a:pathLst>
                <a:path w="3809" h="254000">
                  <a:moveTo>
                    <a:pt x="381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1270" y="252730"/>
                  </a:lnTo>
                  <a:lnTo>
                    <a:pt x="1270" y="254000"/>
                  </a:lnTo>
                  <a:lnTo>
                    <a:pt x="2540" y="254000"/>
                  </a:lnTo>
                  <a:lnTo>
                    <a:pt x="2540" y="252730"/>
                  </a:lnTo>
                  <a:lnTo>
                    <a:pt x="3810" y="252730"/>
                  </a:lnTo>
                  <a:lnTo>
                    <a:pt x="3810" y="251472"/>
                  </a:lnTo>
                  <a:close/>
                </a:path>
                <a:path w="3809" h="254000">
                  <a:moveTo>
                    <a:pt x="3810" y="248932"/>
                  </a:moveTo>
                  <a:lnTo>
                    <a:pt x="0" y="24893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48932"/>
                  </a:lnTo>
                  <a:close/>
                </a:path>
                <a:path w="3809" h="254000">
                  <a:moveTo>
                    <a:pt x="3810" y="245122"/>
                  </a:moveTo>
                  <a:lnTo>
                    <a:pt x="0" y="24512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5122"/>
                  </a:lnTo>
                  <a:close/>
                </a:path>
                <a:path w="3809" h="254000">
                  <a:moveTo>
                    <a:pt x="3810" y="242582"/>
                  </a:moveTo>
                  <a:lnTo>
                    <a:pt x="0" y="24258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2582"/>
                  </a:lnTo>
                  <a:close/>
                </a:path>
                <a:path w="3809" h="254000">
                  <a:moveTo>
                    <a:pt x="3810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8772"/>
                  </a:lnTo>
                  <a:close/>
                </a:path>
                <a:path w="3809" h="254000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09" h="254000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09" h="254000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09" h="254000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09" h="254000">
                  <a:moveTo>
                    <a:pt x="3810" y="21602"/>
                  </a:moveTo>
                  <a:lnTo>
                    <a:pt x="0" y="2160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1602"/>
                  </a:lnTo>
                  <a:close/>
                </a:path>
                <a:path w="3809" h="254000">
                  <a:moveTo>
                    <a:pt x="3810" y="15252"/>
                  </a:moveTo>
                  <a:lnTo>
                    <a:pt x="0" y="1525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5252"/>
                  </a:lnTo>
                  <a:close/>
                </a:path>
                <a:path w="3809" h="254000">
                  <a:moveTo>
                    <a:pt x="381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8902"/>
                  </a:lnTo>
                  <a:close/>
                </a:path>
                <a:path w="3809" h="254000">
                  <a:moveTo>
                    <a:pt x="381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2552"/>
                  </a:lnTo>
                  <a:close/>
                </a:path>
                <a:path w="3809" h="254000">
                  <a:moveTo>
                    <a:pt x="3810" y="1270"/>
                  </a:moveTo>
                  <a:lnTo>
                    <a:pt x="2540" y="1270"/>
                  </a:lnTo>
                  <a:lnTo>
                    <a:pt x="254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1270"/>
                  </a:lnTo>
                  <a:close/>
                </a:path>
              </a:pathLst>
            </a:custGeom>
            <a:solidFill>
              <a:srgbClr val="6980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3" name="object 2533"/>
            <p:cNvSpPr/>
            <p:nvPr/>
          </p:nvSpPr>
          <p:spPr>
            <a:xfrm>
              <a:off x="7056120" y="50622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09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0332"/>
                  </a:lnTo>
                  <a:close/>
                </a:path>
                <a:path w="3809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09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77E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4" name="object 2534"/>
            <p:cNvSpPr/>
            <p:nvPr/>
          </p:nvSpPr>
          <p:spPr>
            <a:xfrm>
              <a:off x="7059930" y="50622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09" h="251460">
                  <a:moveTo>
                    <a:pt x="381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7662"/>
                  </a:lnTo>
                  <a:close/>
                </a:path>
                <a:path w="3809" h="251460">
                  <a:moveTo>
                    <a:pt x="381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3852"/>
                  </a:lnTo>
                  <a:close/>
                </a:path>
                <a:path w="3809" h="251460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09" h="251460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09" h="251460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09" h="25146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09" h="25146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09" h="251460">
                  <a:moveTo>
                    <a:pt x="381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4802"/>
                  </a:lnTo>
                  <a:close/>
                </a:path>
                <a:path w="3809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0332"/>
                  </a:lnTo>
                  <a:close/>
                </a:path>
                <a:path w="3809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09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A80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5" name="object 2535"/>
            <p:cNvSpPr/>
            <p:nvPr/>
          </p:nvSpPr>
          <p:spPr>
            <a:xfrm>
              <a:off x="7063740" y="5062219"/>
              <a:ext cx="2540" cy="251460"/>
            </a:xfrm>
            <a:custGeom>
              <a:avLst/>
              <a:gdLst/>
              <a:ahLst/>
              <a:cxnLst/>
              <a:rect l="l" t="t" r="r" b="b"/>
              <a:pathLst>
                <a:path w="2540" h="251460">
                  <a:moveTo>
                    <a:pt x="254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2540" y="251460"/>
                  </a:lnTo>
                  <a:lnTo>
                    <a:pt x="2540" y="250202"/>
                  </a:lnTo>
                  <a:close/>
                </a:path>
                <a:path w="2540" h="251460">
                  <a:moveTo>
                    <a:pt x="254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2540" y="250190"/>
                  </a:lnTo>
                  <a:lnTo>
                    <a:pt x="2540" y="247662"/>
                  </a:lnTo>
                  <a:close/>
                </a:path>
                <a:path w="2540" h="251460">
                  <a:moveTo>
                    <a:pt x="254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2540" y="247650"/>
                  </a:lnTo>
                  <a:lnTo>
                    <a:pt x="2540" y="243852"/>
                  </a:lnTo>
                  <a:close/>
                </a:path>
                <a:path w="2540" h="251460">
                  <a:moveTo>
                    <a:pt x="254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2540" y="243840"/>
                  </a:lnTo>
                  <a:lnTo>
                    <a:pt x="2540" y="241312"/>
                  </a:lnTo>
                  <a:close/>
                </a:path>
                <a:path w="2540" h="251460">
                  <a:moveTo>
                    <a:pt x="254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2540" y="241300"/>
                  </a:lnTo>
                  <a:lnTo>
                    <a:pt x="2540" y="237502"/>
                  </a:lnTo>
                  <a:close/>
                </a:path>
                <a:path w="2540" h="251460">
                  <a:moveTo>
                    <a:pt x="254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2540" y="237490"/>
                  </a:lnTo>
                  <a:lnTo>
                    <a:pt x="2540" y="234962"/>
                  </a:lnTo>
                  <a:close/>
                </a:path>
                <a:path w="2540" h="251460">
                  <a:moveTo>
                    <a:pt x="254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2540" y="234950"/>
                  </a:lnTo>
                  <a:lnTo>
                    <a:pt x="2540" y="231152"/>
                  </a:lnTo>
                  <a:close/>
                </a:path>
                <a:path w="2540" h="251460">
                  <a:moveTo>
                    <a:pt x="254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2540" y="231140"/>
                  </a:lnTo>
                  <a:lnTo>
                    <a:pt x="2540" y="228612"/>
                  </a:lnTo>
                  <a:close/>
                </a:path>
                <a:path w="2540" h="251460">
                  <a:moveTo>
                    <a:pt x="254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2540" y="228600"/>
                  </a:lnTo>
                  <a:lnTo>
                    <a:pt x="2540" y="224802"/>
                  </a:lnTo>
                  <a:close/>
                </a:path>
                <a:path w="2540" h="251460">
                  <a:moveTo>
                    <a:pt x="2540" y="20332"/>
                  </a:moveTo>
                  <a:lnTo>
                    <a:pt x="0" y="20332"/>
                  </a:lnTo>
                  <a:lnTo>
                    <a:pt x="0" y="224790"/>
                  </a:lnTo>
                  <a:lnTo>
                    <a:pt x="2540" y="224790"/>
                  </a:lnTo>
                  <a:lnTo>
                    <a:pt x="2540" y="20332"/>
                  </a:lnTo>
                  <a:close/>
                </a:path>
                <a:path w="2540" h="251460">
                  <a:moveTo>
                    <a:pt x="254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2540" y="20320"/>
                  </a:lnTo>
                  <a:lnTo>
                    <a:pt x="2540" y="13982"/>
                  </a:lnTo>
                  <a:close/>
                </a:path>
                <a:path w="2540" h="251460">
                  <a:moveTo>
                    <a:pt x="254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2540" y="13970"/>
                  </a:lnTo>
                  <a:lnTo>
                    <a:pt x="2540" y="7632"/>
                  </a:lnTo>
                  <a:close/>
                </a:path>
                <a:path w="2540" h="251460">
                  <a:moveTo>
                    <a:pt x="254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1282"/>
                  </a:lnTo>
                  <a:close/>
                </a:path>
                <a:path w="2540" h="251460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6C82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6" name="object 2536"/>
            <p:cNvSpPr/>
            <p:nvPr/>
          </p:nvSpPr>
          <p:spPr>
            <a:xfrm>
              <a:off x="7066280" y="50622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09" h="251460">
                  <a:moveTo>
                    <a:pt x="381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7662"/>
                  </a:lnTo>
                  <a:close/>
                </a:path>
                <a:path w="3809" h="251460">
                  <a:moveTo>
                    <a:pt x="381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3852"/>
                  </a:lnTo>
                  <a:close/>
                </a:path>
                <a:path w="3809" h="251460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09" h="251460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09" h="251460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09" h="25146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09" h="25146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09" h="251460">
                  <a:moveTo>
                    <a:pt x="381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4802"/>
                  </a:lnTo>
                  <a:close/>
                </a:path>
                <a:path w="3809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0332"/>
                  </a:lnTo>
                  <a:close/>
                </a:path>
                <a:path w="3809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09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F84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7" name="object 2537"/>
            <p:cNvSpPr/>
            <p:nvPr/>
          </p:nvSpPr>
          <p:spPr>
            <a:xfrm>
              <a:off x="7070090" y="50622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09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0332"/>
                  </a:lnTo>
                  <a:close/>
                </a:path>
                <a:path w="3809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09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2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8" name="object 2538"/>
            <p:cNvSpPr/>
            <p:nvPr/>
          </p:nvSpPr>
          <p:spPr>
            <a:xfrm>
              <a:off x="7073900" y="50622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09" h="251460">
                  <a:moveTo>
                    <a:pt x="381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7662"/>
                  </a:lnTo>
                  <a:close/>
                </a:path>
                <a:path w="3809" h="251460">
                  <a:moveTo>
                    <a:pt x="381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3852"/>
                  </a:lnTo>
                  <a:close/>
                </a:path>
                <a:path w="3809" h="251460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09" h="251460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09" h="251460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09" h="25146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09" h="25146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09" h="251460">
                  <a:moveTo>
                    <a:pt x="381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4802"/>
                  </a:lnTo>
                  <a:close/>
                </a:path>
                <a:path w="3809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0332"/>
                  </a:lnTo>
                  <a:close/>
                </a:path>
                <a:path w="3809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09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9" name="object 2539"/>
            <p:cNvSpPr/>
            <p:nvPr/>
          </p:nvSpPr>
          <p:spPr>
            <a:xfrm>
              <a:off x="7077710" y="50622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09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0332"/>
                  </a:lnTo>
                  <a:close/>
                </a:path>
                <a:path w="3809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09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0" name="object 2540"/>
            <p:cNvSpPr/>
            <p:nvPr/>
          </p:nvSpPr>
          <p:spPr>
            <a:xfrm>
              <a:off x="7081520" y="50622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254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2540" y="251460"/>
                  </a:lnTo>
                  <a:lnTo>
                    <a:pt x="2540" y="250202"/>
                  </a:lnTo>
                  <a:close/>
                </a:path>
                <a:path w="3809" h="251460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  <a:path w="3809" h="251460">
                  <a:moveTo>
                    <a:pt x="381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7662"/>
                  </a:lnTo>
                  <a:close/>
                </a:path>
                <a:path w="3809" h="251460">
                  <a:moveTo>
                    <a:pt x="381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3852"/>
                  </a:lnTo>
                  <a:close/>
                </a:path>
                <a:path w="3809" h="251460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09" h="251460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09" h="251460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09" h="25146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09" h="25146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09" h="251460">
                  <a:moveTo>
                    <a:pt x="381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4802"/>
                  </a:lnTo>
                  <a:close/>
                </a:path>
                <a:path w="3809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0332"/>
                  </a:lnTo>
                  <a:close/>
                </a:path>
                <a:path w="3809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09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</a:pathLst>
            </a:custGeom>
            <a:solidFill>
              <a:srgbClr val="7A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1" name="object 2541"/>
            <p:cNvSpPr/>
            <p:nvPr/>
          </p:nvSpPr>
          <p:spPr>
            <a:xfrm>
              <a:off x="7085330" y="5063502"/>
              <a:ext cx="2540" cy="223520"/>
            </a:xfrm>
            <a:custGeom>
              <a:avLst/>
              <a:gdLst/>
              <a:ahLst/>
              <a:cxnLst/>
              <a:rect l="l" t="t" r="r" b="b"/>
              <a:pathLst>
                <a:path w="2540" h="223520">
                  <a:moveTo>
                    <a:pt x="2540" y="19050"/>
                  </a:moveTo>
                  <a:lnTo>
                    <a:pt x="0" y="19050"/>
                  </a:lnTo>
                  <a:lnTo>
                    <a:pt x="0" y="223507"/>
                  </a:lnTo>
                  <a:lnTo>
                    <a:pt x="2540" y="223507"/>
                  </a:lnTo>
                  <a:lnTo>
                    <a:pt x="2540" y="19050"/>
                  </a:lnTo>
                  <a:close/>
                </a:path>
                <a:path w="2540" h="223520">
                  <a:moveTo>
                    <a:pt x="254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2540" y="19037"/>
                  </a:lnTo>
                  <a:lnTo>
                    <a:pt x="2540" y="12700"/>
                  </a:lnTo>
                  <a:close/>
                </a:path>
                <a:path w="2540" h="223520">
                  <a:moveTo>
                    <a:pt x="254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6350"/>
                  </a:lnTo>
                  <a:close/>
                </a:path>
                <a:path w="2540" h="223520">
                  <a:moveTo>
                    <a:pt x="254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2" name="object 2542"/>
            <p:cNvSpPr/>
            <p:nvPr/>
          </p:nvSpPr>
          <p:spPr>
            <a:xfrm>
              <a:off x="7087870" y="5063502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6380"/>
                  </a:moveTo>
                  <a:lnTo>
                    <a:pt x="0" y="246380"/>
                  </a:lnTo>
                  <a:lnTo>
                    <a:pt x="0" y="248907"/>
                  </a:lnTo>
                  <a:lnTo>
                    <a:pt x="3810" y="248907"/>
                  </a:lnTo>
                  <a:lnTo>
                    <a:pt x="3810" y="246380"/>
                  </a:lnTo>
                  <a:close/>
                </a:path>
                <a:path w="3809" h="248920">
                  <a:moveTo>
                    <a:pt x="3810" y="242570"/>
                  </a:moveTo>
                  <a:lnTo>
                    <a:pt x="0" y="242570"/>
                  </a:lnTo>
                  <a:lnTo>
                    <a:pt x="0" y="246367"/>
                  </a:lnTo>
                  <a:lnTo>
                    <a:pt x="3810" y="246367"/>
                  </a:lnTo>
                  <a:lnTo>
                    <a:pt x="3810" y="242570"/>
                  </a:lnTo>
                  <a:close/>
                </a:path>
                <a:path w="3809" h="248920">
                  <a:moveTo>
                    <a:pt x="3810" y="240030"/>
                  </a:moveTo>
                  <a:lnTo>
                    <a:pt x="0" y="240030"/>
                  </a:lnTo>
                  <a:lnTo>
                    <a:pt x="0" y="242557"/>
                  </a:lnTo>
                  <a:lnTo>
                    <a:pt x="3810" y="242557"/>
                  </a:lnTo>
                  <a:lnTo>
                    <a:pt x="3810" y="240030"/>
                  </a:lnTo>
                  <a:close/>
                </a:path>
                <a:path w="3809" h="248920">
                  <a:moveTo>
                    <a:pt x="3810" y="236220"/>
                  </a:moveTo>
                  <a:lnTo>
                    <a:pt x="0" y="236220"/>
                  </a:lnTo>
                  <a:lnTo>
                    <a:pt x="0" y="240017"/>
                  </a:lnTo>
                  <a:lnTo>
                    <a:pt x="3810" y="240017"/>
                  </a:lnTo>
                  <a:lnTo>
                    <a:pt x="3810" y="236220"/>
                  </a:lnTo>
                  <a:close/>
                </a:path>
                <a:path w="3809" h="248920">
                  <a:moveTo>
                    <a:pt x="3810" y="233680"/>
                  </a:moveTo>
                  <a:lnTo>
                    <a:pt x="0" y="233680"/>
                  </a:lnTo>
                  <a:lnTo>
                    <a:pt x="0" y="236207"/>
                  </a:lnTo>
                  <a:lnTo>
                    <a:pt x="3810" y="236207"/>
                  </a:lnTo>
                  <a:lnTo>
                    <a:pt x="3810" y="233680"/>
                  </a:lnTo>
                  <a:close/>
                </a:path>
                <a:path w="3809" h="248920">
                  <a:moveTo>
                    <a:pt x="3810" y="229870"/>
                  </a:moveTo>
                  <a:lnTo>
                    <a:pt x="0" y="229870"/>
                  </a:lnTo>
                  <a:lnTo>
                    <a:pt x="0" y="233667"/>
                  </a:lnTo>
                  <a:lnTo>
                    <a:pt x="3810" y="233667"/>
                  </a:lnTo>
                  <a:lnTo>
                    <a:pt x="3810" y="229870"/>
                  </a:lnTo>
                  <a:close/>
                </a:path>
                <a:path w="3809" h="248920">
                  <a:moveTo>
                    <a:pt x="3810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3810" y="229857"/>
                  </a:lnTo>
                  <a:lnTo>
                    <a:pt x="3810" y="227330"/>
                  </a:lnTo>
                  <a:close/>
                </a:path>
                <a:path w="3809" h="248920">
                  <a:moveTo>
                    <a:pt x="3810" y="223520"/>
                  </a:moveTo>
                  <a:lnTo>
                    <a:pt x="0" y="223520"/>
                  </a:lnTo>
                  <a:lnTo>
                    <a:pt x="0" y="227317"/>
                  </a:lnTo>
                  <a:lnTo>
                    <a:pt x="3810" y="227317"/>
                  </a:lnTo>
                  <a:lnTo>
                    <a:pt x="3810" y="223520"/>
                  </a:lnTo>
                  <a:close/>
                </a:path>
                <a:path w="3809" h="248920">
                  <a:moveTo>
                    <a:pt x="3810" y="19050"/>
                  </a:moveTo>
                  <a:lnTo>
                    <a:pt x="0" y="19050"/>
                  </a:lnTo>
                  <a:lnTo>
                    <a:pt x="0" y="223507"/>
                  </a:lnTo>
                  <a:lnTo>
                    <a:pt x="3810" y="223507"/>
                  </a:lnTo>
                  <a:lnTo>
                    <a:pt x="3810" y="19050"/>
                  </a:lnTo>
                  <a:close/>
                </a:path>
                <a:path w="3809" h="248920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09" h="2489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F9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3" name="object 2543"/>
            <p:cNvSpPr/>
            <p:nvPr/>
          </p:nvSpPr>
          <p:spPr>
            <a:xfrm>
              <a:off x="7091680" y="5063502"/>
              <a:ext cx="3810" cy="223520"/>
            </a:xfrm>
            <a:custGeom>
              <a:avLst/>
              <a:gdLst/>
              <a:ahLst/>
              <a:cxnLst/>
              <a:rect l="l" t="t" r="r" b="b"/>
              <a:pathLst>
                <a:path w="3809" h="223520">
                  <a:moveTo>
                    <a:pt x="3810" y="19050"/>
                  </a:moveTo>
                  <a:lnTo>
                    <a:pt x="0" y="19050"/>
                  </a:lnTo>
                  <a:lnTo>
                    <a:pt x="0" y="223507"/>
                  </a:lnTo>
                  <a:lnTo>
                    <a:pt x="3810" y="223507"/>
                  </a:lnTo>
                  <a:lnTo>
                    <a:pt x="3810" y="19050"/>
                  </a:lnTo>
                  <a:close/>
                </a:path>
                <a:path w="3809" h="223520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09" h="2235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09" h="2235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294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4" name="object 2544"/>
            <p:cNvSpPr/>
            <p:nvPr/>
          </p:nvSpPr>
          <p:spPr>
            <a:xfrm>
              <a:off x="7095490" y="5063502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6380"/>
                  </a:moveTo>
                  <a:lnTo>
                    <a:pt x="0" y="246380"/>
                  </a:lnTo>
                  <a:lnTo>
                    <a:pt x="0" y="248907"/>
                  </a:lnTo>
                  <a:lnTo>
                    <a:pt x="3810" y="248907"/>
                  </a:lnTo>
                  <a:lnTo>
                    <a:pt x="3810" y="246380"/>
                  </a:lnTo>
                  <a:close/>
                </a:path>
                <a:path w="3809" h="248920">
                  <a:moveTo>
                    <a:pt x="3810" y="242570"/>
                  </a:moveTo>
                  <a:lnTo>
                    <a:pt x="0" y="242570"/>
                  </a:lnTo>
                  <a:lnTo>
                    <a:pt x="0" y="246367"/>
                  </a:lnTo>
                  <a:lnTo>
                    <a:pt x="3810" y="246367"/>
                  </a:lnTo>
                  <a:lnTo>
                    <a:pt x="3810" y="242570"/>
                  </a:lnTo>
                  <a:close/>
                </a:path>
                <a:path w="3809" h="248920">
                  <a:moveTo>
                    <a:pt x="3810" y="240030"/>
                  </a:moveTo>
                  <a:lnTo>
                    <a:pt x="0" y="240030"/>
                  </a:lnTo>
                  <a:lnTo>
                    <a:pt x="0" y="242557"/>
                  </a:lnTo>
                  <a:lnTo>
                    <a:pt x="3810" y="242557"/>
                  </a:lnTo>
                  <a:lnTo>
                    <a:pt x="3810" y="240030"/>
                  </a:lnTo>
                  <a:close/>
                </a:path>
                <a:path w="3809" h="248920">
                  <a:moveTo>
                    <a:pt x="3810" y="236220"/>
                  </a:moveTo>
                  <a:lnTo>
                    <a:pt x="0" y="236220"/>
                  </a:lnTo>
                  <a:lnTo>
                    <a:pt x="0" y="240017"/>
                  </a:lnTo>
                  <a:lnTo>
                    <a:pt x="3810" y="240017"/>
                  </a:lnTo>
                  <a:lnTo>
                    <a:pt x="3810" y="236220"/>
                  </a:lnTo>
                  <a:close/>
                </a:path>
                <a:path w="3809" h="248920">
                  <a:moveTo>
                    <a:pt x="3810" y="233680"/>
                  </a:moveTo>
                  <a:lnTo>
                    <a:pt x="0" y="233680"/>
                  </a:lnTo>
                  <a:lnTo>
                    <a:pt x="0" y="236207"/>
                  </a:lnTo>
                  <a:lnTo>
                    <a:pt x="3810" y="236207"/>
                  </a:lnTo>
                  <a:lnTo>
                    <a:pt x="3810" y="233680"/>
                  </a:lnTo>
                  <a:close/>
                </a:path>
                <a:path w="3809" h="248920">
                  <a:moveTo>
                    <a:pt x="3810" y="229870"/>
                  </a:moveTo>
                  <a:lnTo>
                    <a:pt x="0" y="229870"/>
                  </a:lnTo>
                  <a:lnTo>
                    <a:pt x="0" y="233667"/>
                  </a:lnTo>
                  <a:lnTo>
                    <a:pt x="3810" y="233667"/>
                  </a:lnTo>
                  <a:lnTo>
                    <a:pt x="3810" y="229870"/>
                  </a:lnTo>
                  <a:close/>
                </a:path>
                <a:path w="3809" h="248920">
                  <a:moveTo>
                    <a:pt x="3810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3810" y="229857"/>
                  </a:lnTo>
                  <a:lnTo>
                    <a:pt x="3810" y="227330"/>
                  </a:lnTo>
                  <a:close/>
                </a:path>
                <a:path w="3809" h="248920">
                  <a:moveTo>
                    <a:pt x="3810" y="223520"/>
                  </a:moveTo>
                  <a:lnTo>
                    <a:pt x="0" y="223520"/>
                  </a:lnTo>
                  <a:lnTo>
                    <a:pt x="0" y="227317"/>
                  </a:lnTo>
                  <a:lnTo>
                    <a:pt x="3810" y="227317"/>
                  </a:lnTo>
                  <a:lnTo>
                    <a:pt x="3810" y="223520"/>
                  </a:lnTo>
                  <a:close/>
                </a:path>
                <a:path w="3809" h="248920">
                  <a:moveTo>
                    <a:pt x="3810" y="19050"/>
                  </a:moveTo>
                  <a:lnTo>
                    <a:pt x="0" y="19050"/>
                  </a:lnTo>
                  <a:lnTo>
                    <a:pt x="0" y="223507"/>
                  </a:lnTo>
                  <a:lnTo>
                    <a:pt x="3810" y="223507"/>
                  </a:lnTo>
                  <a:lnTo>
                    <a:pt x="3810" y="19050"/>
                  </a:lnTo>
                  <a:close/>
                </a:path>
                <a:path w="3809" h="248920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09" h="2489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496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5" name="object 2545"/>
            <p:cNvSpPr/>
            <p:nvPr/>
          </p:nvSpPr>
          <p:spPr>
            <a:xfrm>
              <a:off x="7099300" y="5063502"/>
              <a:ext cx="3810" cy="223520"/>
            </a:xfrm>
            <a:custGeom>
              <a:avLst/>
              <a:gdLst/>
              <a:ahLst/>
              <a:cxnLst/>
              <a:rect l="l" t="t" r="r" b="b"/>
              <a:pathLst>
                <a:path w="3809" h="223520">
                  <a:moveTo>
                    <a:pt x="3810" y="19050"/>
                  </a:moveTo>
                  <a:lnTo>
                    <a:pt x="0" y="19050"/>
                  </a:lnTo>
                  <a:lnTo>
                    <a:pt x="0" y="223507"/>
                  </a:lnTo>
                  <a:lnTo>
                    <a:pt x="3810" y="223507"/>
                  </a:lnTo>
                  <a:lnTo>
                    <a:pt x="3810" y="19050"/>
                  </a:lnTo>
                  <a:close/>
                </a:path>
                <a:path w="3809" h="223520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09" h="2235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09" h="2235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799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6" name="object 2546"/>
            <p:cNvSpPr/>
            <p:nvPr/>
          </p:nvSpPr>
          <p:spPr>
            <a:xfrm>
              <a:off x="7103110" y="5063502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6380"/>
                  </a:moveTo>
                  <a:lnTo>
                    <a:pt x="0" y="246380"/>
                  </a:lnTo>
                  <a:lnTo>
                    <a:pt x="0" y="248907"/>
                  </a:lnTo>
                  <a:lnTo>
                    <a:pt x="3810" y="248907"/>
                  </a:lnTo>
                  <a:lnTo>
                    <a:pt x="3810" y="246380"/>
                  </a:lnTo>
                  <a:close/>
                </a:path>
                <a:path w="3809" h="248920">
                  <a:moveTo>
                    <a:pt x="3810" y="242570"/>
                  </a:moveTo>
                  <a:lnTo>
                    <a:pt x="0" y="242570"/>
                  </a:lnTo>
                  <a:lnTo>
                    <a:pt x="0" y="246367"/>
                  </a:lnTo>
                  <a:lnTo>
                    <a:pt x="3810" y="246367"/>
                  </a:lnTo>
                  <a:lnTo>
                    <a:pt x="3810" y="242570"/>
                  </a:lnTo>
                  <a:close/>
                </a:path>
                <a:path w="3809" h="248920">
                  <a:moveTo>
                    <a:pt x="3810" y="240030"/>
                  </a:moveTo>
                  <a:lnTo>
                    <a:pt x="0" y="240030"/>
                  </a:lnTo>
                  <a:lnTo>
                    <a:pt x="0" y="242557"/>
                  </a:lnTo>
                  <a:lnTo>
                    <a:pt x="3810" y="242557"/>
                  </a:lnTo>
                  <a:lnTo>
                    <a:pt x="3810" y="240030"/>
                  </a:lnTo>
                  <a:close/>
                </a:path>
                <a:path w="3809" h="248920">
                  <a:moveTo>
                    <a:pt x="3810" y="236220"/>
                  </a:moveTo>
                  <a:lnTo>
                    <a:pt x="0" y="236220"/>
                  </a:lnTo>
                  <a:lnTo>
                    <a:pt x="0" y="240017"/>
                  </a:lnTo>
                  <a:lnTo>
                    <a:pt x="3810" y="240017"/>
                  </a:lnTo>
                  <a:lnTo>
                    <a:pt x="3810" y="236220"/>
                  </a:lnTo>
                  <a:close/>
                </a:path>
                <a:path w="3809" h="248920">
                  <a:moveTo>
                    <a:pt x="3810" y="233680"/>
                  </a:moveTo>
                  <a:lnTo>
                    <a:pt x="0" y="233680"/>
                  </a:lnTo>
                  <a:lnTo>
                    <a:pt x="0" y="236207"/>
                  </a:lnTo>
                  <a:lnTo>
                    <a:pt x="3810" y="236207"/>
                  </a:lnTo>
                  <a:lnTo>
                    <a:pt x="3810" y="233680"/>
                  </a:lnTo>
                  <a:close/>
                </a:path>
                <a:path w="3809" h="248920">
                  <a:moveTo>
                    <a:pt x="3810" y="229870"/>
                  </a:moveTo>
                  <a:lnTo>
                    <a:pt x="0" y="229870"/>
                  </a:lnTo>
                  <a:lnTo>
                    <a:pt x="0" y="233667"/>
                  </a:lnTo>
                  <a:lnTo>
                    <a:pt x="3810" y="233667"/>
                  </a:lnTo>
                  <a:lnTo>
                    <a:pt x="3810" y="229870"/>
                  </a:lnTo>
                  <a:close/>
                </a:path>
                <a:path w="3809" h="248920">
                  <a:moveTo>
                    <a:pt x="3810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3810" y="229857"/>
                  </a:lnTo>
                  <a:lnTo>
                    <a:pt x="3810" y="227330"/>
                  </a:lnTo>
                  <a:close/>
                </a:path>
                <a:path w="3809" h="248920">
                  <a:moveTo>
                    <a:pt x="3810" y="223520"/>
                  </a:moveTo>
                  <a:lnTo>
                    <a:pt x="0" y="223520"/>
                  </a:lnTo>
                  <a:lnTo>
                    <a:pt x="0" y="227317"/>
                  </a:lnTo>
                  <a:lnTo>
                    <a:pt x="3810" y="227317"/>
                  </a:lnTo>
                  <a:lnTo>
                    <a:pt x="3810" y="223520"/>
                  </a:lnTo>
                  <a:close/>
                </a:path>
                <a:path w="3809" h="248920">
                  <a:moveTo>
                    <a:pt x="3810" y="19050"/>
                  </a:moveTo>
                  <a:lnTo>
                    <a:pt x="0" y="19050"/>
                  </a:lnTo>
                  <a:lnTo>
                    <a:pt x="0" y="223507"/>
                  </a:lnTo>
                  <a:lnTo>
                    <a:pt x="3810" y="223507"/>
                  </a:lnTo>
                  <a:lnTo>
                    <a:pt x="3810" y="19050"/>
                  </a:lnTo>
                  <a:close/>
                </a:path>
                <a:path w="3809" h="248920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09" h="2489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7" name="object 2547"/>
            <p:cNvSpPr/>
            <p:nvPr/>
          </p:nvSpPr>
          <p:spPr>
            <a:xfrm>
              <a:off x="7106920" y="5063502"/>
              <a:ext cx="3810" cy="223520"/>
            </a:xfrm>
            <a:custGeom>
              <a:avLst/>
              <a:gdLst/>
              <a:ahLst/>
              <a:cxnLst/>
              <a:rect l="l" t="t" r="r" b="b"/>
              <a:pathLst>
                <a:path w="3809" h="223520">
                  <a:moveTo>
                    <a:pt x="3810" y="19050"/>
                  </a:moveTo>
                  <a:lnTo>
                    <a:pt x="0" y="19050"/>
                  </a:lnTo>
                  <a:lnTo>
                    <a:pt x="0" y="223507"/>
                  </a:lnTo>
                  <a:lnTo>
                    <a:pt x="3810" y="223507"/>
                  </a:lnTo>
                  <a:lnTo>
                    <a:pt x="3810" y="19050"/>
                  </a:lnTo>
                  <a:close/>
                </a:path>
                <a:path w="3809" h="223520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09" h="2235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09" h="2235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8" name="object 2548"/>
            <p:cNvSpPr/>
            <p:nvPr/>
          </p:nvSpPr>
          <p:spPr>
            <a:xfrm>
              <a:off x="7110730" y="5064759"/>
              <a:ext cx="3810" cy="246379"/>
            </a:xfrm>
            <a:custGeom>
              <a:avLst/>
              <a:gdLst/>
              <a:ahLst/>
              <a:cxnLst/>
              <a:rect l="l" t="t" r="r" b="b"/>
              <a:pathLst>
                <a:path w="3809" h="246379">
                  <a:moveTo>
                    <a:pt x="3810" y="245122"/>
                  </a:moveTo>
                  <a:lnTo>
                    <a:pt x="0" y="24512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5122"/>
                  </a:lnTo>
                  <a:close/>
                </a:path>
                <a:path w="3809" h="246379">
                  <a:moveTo>
                    <a:pt x="3810" y="241312"/>
                  </a:moveTo>
                  <a:lnTo>
                    <a:pt x="0" y="24131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1312"/>
                  </a:lnTo>
                  <a:close/>
                </a:path>
                <a:path w="3809" h="246379">
                  <a:moveTo>
                    <a:pt x="3810" y="238772"/>
                  </a:moveTo>
                  <a:lnTo>
                    <a:pt x="0" y="23877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8772"/>
                  </a:lnTo>
                  <a:close/>
                </a:path>
                <a:path w="3809" h="246379">
                  <a:moveTo>
                    <a:pt x="3810" y="234962"/>
                  </a:moveTo>
                  <a:lnTo>
                    <a:pt x="0" y="23496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4962"/>
                  </a:lnTo>
                  <a:close/>
                </a:path>
                <a:path w="3809" h="246379">
                  <a:moveTo>
                    <a:pt x="38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2422"/>
                  </a:lnTo>
                  <a:close/>
                </a:path>
                <a:path w="3809" h="246379">
                  <a:moveTo>
                    <a:pt x="3810" y="228612"/>
                  </a:moveTo>
                  <a:lnTo>
                    <a:pt x="0" y="22861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8612"/>
                  </a:lnTo>
                  <a:close/>
                </a:path>
                <a:path w="3809" h="246379">
                  <a:moveTo>
                    <a:pt x="3810" y="226072"/>
                  </a:moveTo>
                  <a:lnTo>
                    <a:pt x="0" y="22607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6072"/>
                  </a:lnTo>
                  <a:close/>
                </a:path>
                <a:path w="3809" h="246379">
                  <a:moveTo>
                    <a:pt x="381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2262"/>
                  </a:lnTo>
                  <a:close/>
                </a:path>
                <a:path w="3809" h="246379">
                  <a:moveTo>
                    <a:pt x="3810" y="17792"/>
                  </a:moveTo>
                  <a:lnTo>
                    <a:pt x="0" y="1779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17792"/>
                  </a:lnTo>
                  <a:close/>
                </a:path>
                <a:path w="3809" h="24637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09" h="24637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09" h="24637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F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9" name="object 2549"/>
            <p:cNvSpPr/>
            <p:nvPr/>
          </p:nvSpPr>
          <p:spPr>
            <a:xfrm>
              <a:off x="7114540" y="5064759"/>
              <a:ext cx="2540" cy="246379"/>
            </a:xfrm>
            <a:custGeom>
              <a:avLst/>
              <a:gdLst/>
              <a:ahLst/>
              <a:cxnLst/>
              <a:rect l="l" t="t" r="r" b="b"/>
              <a:pathLst>
                <a:path w="2540" h="246379">
                  <a:moveTo>
                    <a:pt x="2540" y="245122"/>
                  </a:moveTo>
                  <a:lnTo>
                    <a:pt x="0" y="245122"/>
                  </a:lnTo>
                  <a:lnTo>
                    <a:pt x="0" y="246380"/>
                  </a:lnTo>
                  <a:lnTo>
                    <a:pt x="2540" y="246380"/>
                  </a:lnTo>
                  <a:lnTo>
                    <a:pt x="2540" y="245122"/>
                  </a:lnTo>
                  <a:close/>
                </a:path>
                <a:path w="2540" h="246379">
                  <a:moveTo>
                    <a:pt x="2540" y="241312"/>
                  </a:moveTo>
                  <a:lnTo>
                    <a:pt x="0" y="241312"/>
                  </a:lnTo>
                  <a:lnTo>
                    <a:pt x="0" y="245110"/>
                  </a:lnTo>
                  <a:lnTo>
                    <a:pt x="2540" y="245110"/>
                  </a:lnTo>
                  <a:lnTo>
                    <a:pt x="2540" y="241312"/>
                  </a:lnTo>
                  <a:close/>
                </a:path>
                <a:path w="2540" h="246379">
                  <a:moveTo>
                    <a:pt x="2540" y="238772"/>
                  </a:moveTo>
                  <a:lnTo>
                    <a:pt x="0" y="238772"/>
                  </a:lnTo>
                  <a:lnTo>
                    <a:pt x="0" y="241300"/>
                  </a:lnTo>
                  <a:lnTo>
                    <a:pt x="2540" y="241300"/>
                  </a:lnTo>
                  <a:lnTo>
                    <a:pt x="2540" y="238772"/>
                  </a:lnTo>
                  <a:close/>
                </a:path>
                <a:path w="2540" h="246379">
                  <a:moveTo>
                    <a:pt x="2540" y="234962"/>
                  </a:moveTo>
                  <a:lnTo>
                    <a:pt x="0" y="234962"/>
                  </a:lnTo>
                  <a:lnTo>
                    <a:pt x="0" y="238760"/>
                  </a:lnTo>
                  <a:lnTo>
                    <a:pt x="2540" y="238760"/>
                  </a:lnTo>
                  <a:lnTo>
                    <a:pt x="2540" y="234962"/>
                  </a:lnTo>
                  <a:close/>
                </a:path>
                <a:path w="2540" h="246379">
                  <a:moveTo>
                    <a:pt x="254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540" y="234950"/>
                  </a:lnTo>
                  <a:lnTo>
                    <a:pt x="2540" y="232422"/>
                  </a:lnTo>
                  <a:close/>
                </a:path>
                <a:path w="2540" h="246379">
                  <a:moveTo>
                    <a:pt x="2540" y="228612"/>
                  </a:moveTo>
                  <a:lnTo>
                    <a:pt x="0" y="228612"/>
                  </a:lnTo>
                  <a:lnTo>
                    <a:pt x="0" y="232410"/>
                  </a:lnTo>
                  <a:lnTo>
                    <a:pt x="2540" y="232410"/>
                  </a:lnTo>
                  <a:lnTo>
                    <a:pt x="2540" y="228612"/>
                  </a:lnTo>
                  <a:close/>
                </a:path>
                <a:path w="2540" h="246379">
                  <a:moveTo>
                    <a:pt x="2540" y="226072"/>
                  </a:moveTo>
                  <a:lnTo>
                    <a:pt x="0" y="226072"/>
                  </a:lnTo>
                  <a:lnTo>
                    <a:pt x="0" y="228600"/>
                  </a:lnTo>
                  <a:lnTo>
                    <a:pt x="2540" y="228600"/>
                  </a:lnTo>
                  <a:lnTo>
                    <a:pt x="2540" y="226072"/>
                  </a:lnTo>
                  <a:close/>
                </a:path>
                <a:path w="2540" h="246379">
                  <a:moveTo>
                    <a:pt x="254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2540" y="226060"/>
                  </a:lnTo>
                  <a:lnTo>
                    <a:pt x="2540" y="222262"/>
                  </a:lnTo>
                  <a:close/>
                </a:path>
                <a:path w="2540" h="246379">
                  <a:moveTo>
                    <a:pt x="2540" y="17792"/>
                  </a:moveTo>
                  <a:lnTo>
                    <a:pt x="0" y="17792"/>
                  </a:lnTo>
                  <a:lnTo>
                    <a:pt x="0" y="222250"/>
                  </a:lnTo>
                  <a:lnTo>
                    <a:pt x="2540" y="222250"/>
                  </a:lnTo>
                  <a:lnTo>
                    <a:pt x="2540" y="17792"/>
                  </a:lnTo>
                  <a:close/>
                </a:path>
                <a:path w="2540" h="246379">
                  <a:moveTo>
                    <a:pt x="254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2540" y="17780"/>
                  </a:lnTo>
                  <a:lnTo>
                    <a:pt x="2540" y="11442"/>
                  </a:lnTo>
                  <a:close/>
                </a:path>
                <a:path w="2540" h="246379">
                  <a:moveTo>
                    <a:pt x="254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5092"/>
                  </a:lnTo>
                  <a:close/>
                </a:path>
                <a:path w="2540" h="246379">
                  <a:moveTo>
                    <a:pt x="25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0" name="object 2550"/>
            <p:cNvSpPr/>
            <p:nvPr/>
          </p:nvSpPr>
          <p:spPr>
            <a:xfrm>
              <a:off x="7117080" y="5064759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09" h="245110">
                  <a:moveTo>
                    <a:pt x="3810" y="241312"/>
                  </a:moveTo>
                  <a:lnTo>
                    <a:pt x="0" y="24131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1312"/>
                  </a:lnTo>
                  <a:close/>
                </a:path>
                <a:path w="3809" h="245110">
                  <a:moveTo>
                    <a:pt x="3810" y="238772"/>
                  </a:moveTo>
                  <a:lnTo>
                    <a:pt x="0" y="23877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8772"/>
                  </a:lnTo>
                  <a:close/>
                </a:path>
                <a:path w="3809" h="245110">
                  <a:moveTo>
                    <a:pt x="3810" y="234962"/>
                  </a:moveTo>
                  <a:lnTo>
                    <a:pt x="0" y="23496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4962"/>
                  </a:lnTo>
                  <a:close/>
                </a:path>
                <a:path w="3809" h="245110">
                  <a:moveTo>
                    <a:pt x="38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2422"/>
                  </a:lnTo>
                  <a:close/>
                </a:path>
                <a:path w="3809" h="245110">
                  <a:moveTo>
                    <a:pt x="3810" y="228612"/>
                  </a:moveTo>
                  <a:lnTo>
                    <a:pt x="0" y="22861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8612"/>
                  </a:lnTo>
                  <a:close/>
                </a:path>
                <a:path w="3809" h="245110">
                  <a:moveTo>
                    <a:pt x="3810" y="226072"/>
                  </a:moveTo>
                  <a:lnTo>
                    <a:pt x="0" y="22607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6072"/>
                  </a:lnTo>
                  <a:close/>
                </a:path>
                <a:path w="3809" h="245110">
                  <a:moveTo>
                    <a:pt x="381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2262"/>
                  </a:lnTo>
                  <a:close/>
                </a:path>
                <a:path w="3809" h="245110">
                  <a:moveTo>
                    <a:pt x="3810" y="17792"/>
                  </a:moveTo>
                  <a:lnTo>
                    <a:pt x="0" y="1779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17792"/>
                  </a:lnTo>
                  <a:close/>
                </a:path>
                <a:path w="3809" h="245110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09" h="245110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09" h="245110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1" name="object 2551"/>
            <p:cNvSpPr/>
            <p:nvPr/>
          </p:nvSpPr>
          <p:spPr>
            <a:xfrm>
              <a:off x="7120890" y="5064759"/>
              <a:ext cx="3810" cy="222250"/>
            </a:xfrm>
            <a:custGeom>
              <a:avLst/>
              <a:gdLst/>
              <a:ahLst/>
              <a:cxnLst/>
              <a:rect l="l" t="t" r="r" b="b"/>
              <a:pathLst>
                <a:path w="3809" h="222250">
                  <a:moveTo>
                    <a:pt x="3810" y="17792"/>
                  </a:moveTo>
                  <a:lnTo>
                    <a:pt x="0" y="1779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17792"/>
                  </a:lnTo>
                  <a:close/>
                </a:path>
                <a:path w="3809" h="222250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09" h="222250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09" h="222250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7A6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2" name="object 2552"/>
            <p:cNvSpPr/>
            <p:nvPr/>
          </p:nvSpPr>
          <p:spPr>
            <a:xfrm>
              <a:off x="7124700" y="5064759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09" h="245110">
                  <a:moveTo>
                    <a:pt x="3810" y="241312"/>
                  </a:moveTo>
                  <a:lnTo>
                    <a:pt x="0" y="24131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1312"/>
                  </a:lnTo>
                  <a:close/>
                </a:path>
                <a:path w="3809" h="245110">
                  <a:moveTo>
                    <a:pt x="3810" y="238772"/>
                  </a:moveTo>
                  <a:lnTo>
                    <a:pt x="0" y="23877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8772"/>
                  </a:lnTo>
                  <a:close/>
                </a:path>
                <a:path w="3809" h="245110">
                  <a:moveTo>
                    <a:pt x="3810" y="234962"/>
                  </a:moveTo>
                  <a:lnTo>
                    <a:pt x="0" y="23496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4962"/>
                  </a:lnTo>
                  <a:close/>
                </a:path>
                <a:path w="3809" h="245110">
                  <a:moveTo>
                    <a:pt x="38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2422"/>
                  </a:lnTo>
                  <a:close/>
                </a:path>
                <a:path w="3809" h="245110">
                  <a:moveTo>
                    <a:pt x="3810" y="228612"/>
                  </a:moveTo>
                  <a:lnTo>
                    <a:pt x="0" y="22861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8612"/>
                  </a:lnTo>
                  <a:close/>
                </a:path>
                <a:path w="3809" h="245110">
                  <a:moveTo>
                    <a:pt x="3810" y="226072"/>
                  </a:moveTo>
                  <a:lnTo>
                    <a:pt x="0" y="22607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6072"/>
                  </a:lnTo>
                  <a:close/>
                </a:path>
                <a:path w="3809" h="245110">
                  <a:moveTo>
                    <a:pt x="381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2262"/>
                  </a:lnTo>
                  <a:close/>
                </a:path>
                <a:path w="3809" h="245110">
                  <a:moveTo>
                    <a:pt x="3810" y="17792"/>
                  </a:moveTo>
                  <a:lnTo>
                    <a:pt x="0" y="1779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17792"/>
                  </a:lnTo>
                  <a:close/>
                </a:path>
                <a:path w="3809" h="245110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09" h="245110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09" h="245110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9A8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3" name="object 2553"/>
            <p:cNvSpPr/>
            <p:nvPr/>
          </p:nvSpPr>
          <p:spPr>
            <a:xfrm>
              <a:off x="7128510" y="5066030"/>
              <a:ext cx="3810" cy="220979"/>
            </a:xfrm>
            <a:custGeom>
              <a:avLst/>
              <a:gdLst/>
              <a:ahLst/>
              <a:cxnLst/>
              <a:rect l="l" t="t" r="r" b="b"/>
              <a:pathLst>
                <a:path w="3809" h="220979">
                  <a:moveTo>
                    <a:pt x="3810" y="16522"/>
                  </a:moveTo>
                  <a:lnTo>
                    <a:pt x="0" y="1652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16522"/>
                  </a:lnTo>
                  <a:close/>
                </a:path>
                <a:path w="3809" h="220979">
                  <a:moveTo>
                    <a:pt x="381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72"/>
                  </a:lnTo>
                  <a:close/>
                </a:path>
                <a:path w="3809" h="220979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09" h="220979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CA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4" name="object 2554"/>
            <p:cNvSpPr/>
            <p:nvPr/>
          </p:nvSpPr>
          <p:spPr>
            <a:xfrm>
              <a:off x="7132320" y="5066030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09" h="243839">
                  <a:moveTo>
                    <a:pt x="254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  <a:path w="3809" h="243839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09" h="243839">
                  <a:moveTo>
                    <a:pt x="380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0160"/>
                  </a:lnTo>
                  <a:close/>
                </a:path>
                <a:path w="3809" h="243839">
                  <a:moveTo>
                    <a:pt x="3809" y="16510"/>
                  </a:moveTo>
                  <a:lnTo>
                    <a:pt x="0" y="16510"/>
                  </a:lnTo>
                  <a:lnTo>
                    <a:pt x="0" y="220980"/>
                  </a:lnTo>
                  <a:lnTo>
                    <a:pt x="3809" y="220980"/>
                  </a:lnTo>
                  <a:lnTo>
                    <a:pt x="3809" y="16510"/>
                  </a:lnTo>
                  <a:close/>
                </a:path>
                <a:path w="3809" h="243839">
                  <a:moveTo>
                    <a:pt x="3809" y="220980"/>
                  </a:moveTo>
                  <a:lnTo>
                    <a:pt x="0" y="220980"/>
                  </a:lnTo>
                  <a:lnTo>
                    <a:pt x="0" y="224790"/>
                  </a:lnTo>
                  <a:lnTo>
                    <a:pt x="3809" y="224790"/>
                  </a:lnTo>
                  <a:lnTo>
                    <a:pt x="3809" y="220980"/>
                  </a:lnTo>
                  <a:close/>
                </a:path>
                <a:path w="3809" h="243839">
                  <a:moveTo>
                    <a:pt x="3809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09" y="227330"/>
                  </a:lnTo>
                  <a:lnTo>
                    <a:pt x="3809" y="224790"/>
                  </a:lnTo>
                  <a:close/>
                </a:path>
                <a:path w="3809" h="243839">
                  <a:moveTo>
                    <a:pt x="3809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3809" y="231140"/>
                  </a:lnTo>
                  <a:lnTo>
                    <a:pt x="3809" y="227330"/>
                  </a:lnTo>
                  <a:close/>
                </a:path>
                <a:path w="3809" h="243839">
                  <a:moveTo>
                    <a:pt x="3809" y="231140"/>
                  </a:moveTo>
                  <a:lnTo>
                    <a:pt x="0" y="231140"/>
                  </a:lnTo>
                  <a:lnTo>
                    <a:pt x="0" y="233680"/>
                  </a:lnTo>
                  <a:lnTo>
                    <a:pt x="3809" y="233680"/>
                  </a:lnTo>
                  <a:lnTo>
                    <a:pt x="3809" y="231140"/>
                  </a:lnTo>
                  <a:close/>
                </a:path>
                <a:path w="3809" h="243839">
                  <a:moveTo>
                    <a:pt x="3809" y="233680"/>
                  </a:moveTo>
                  <a:lnTo>
                    <a:pt x="0" y="233680"/>
                  </a:lnTo>
                  <a:lnTo>
                    <a:pt x="0" y="237490"/>
                  </a:lnTo>
                  <a:lnTo>
                    <a:pt x="3809" y="237490"/>
                  </a:lnTo>
                  <a:lnTo>
                    <a:pt x="3809" y="233680"/>
                  </a:lnTo>
                  <a:close/>
                </a:path>
                <a:path w="3809" h="243839">
                  <a:moveTo>
                    <a:pt x="3809" y="237490"/>
                  </a:moveTo>
                  <a:lnTo>
                    <a:pt x="0" y="237490"/>
                  </a:lnTo>
                  <a:lnTo>
                    <a:pt x="0" y="240030"/>
                  </a:lnTo>
                  <a:lnTo>
                    <a:pt x="3809" y="240030"/>
                  </a:lnTo>
                  <a:lnTo>
                    <a:pt x="3809" y="237490"/>
                  </a:lnTo>
                  <a:close/>
                </a:path>
                <a:path w="3809" h="243839">
                  <a:moveTo>
                    <a:pt x="3809" y="240030"/>
                  </a:moveTo>
                  <a:lnTo>
                    <a:pt x="0" y="240030"/>
                  </a:lnTo>
                  <a:lnTo>
                    <a:pt x="0" y="243840"/>
                  </a:lnTo>
                  <a:lnTo>
                    <a:pt x="2540" y="243840"/>
                  </a:lnTo>
                  <a:lnTo>
                    <a:pt x="2540" y="242570"/>
                  </a:lnTo>
                  <a:lnTo>
                    <a:pt x="3809" y="242570"/>
                  </a:lnTo>
                  <a:lnTo>
                    <a:pt x="3809" y="240030"/>
                  </a:lnTo>
                  <a:close/>
                </a:path>
              </a:pathLst>
            </a:custGeom>
            <a:solidFill>
              <a:srgbClr val="9FA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5" name="object 2555"/>
            <p:cNvSpPr/>
            <p:nvPr/>
          </p:nvSpPr>
          <p:spPr>
            <a:xfrm>
              <a:off x="7136130" y="5067300"/>
              <a:ext cx="2540" cy="241300"/>
            </a:xfrm>
            <a:custGeom>
              <a:avLst/>
              <a:gdLst/>
              <a:ahLst/>
              <a:cxnLst/>
              <a:rect l="l" t="t" r="r" b="b"/>
              <a:pathLst>
                <a:path w="2540" h="241300">
                  <a:moveTo>
                    <a:pt x="2540" y="238772"/>
                  </a:moveTo>
                  <a:lnTo>
                    <a:pt x="0" y="238772"/>
                  </a:lnTo>
                  <a:lnTo>
                    <a:pt x="0" y="241300"/>
                  </a:lnTo>
                  <a:lnTo>
                    <a:pt x="2540" y="241300"/>
                  </a:lnTo>
                  <a:lnTo>
                    <a:pt x="2540" y="238772"/>
                  </a:lnTo>
                  <a:close/>
                </a:path>
                <a:path w="2540" h="241300">
                  <a:moveTo>
                    <a:pt x="254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2540" y="238760"/>
                  </a:lnTo>
                  <a:lnTo>
                    <a:pt x="2540" y="236232"/>
                  </a:lnTo>
                  <a:close/>
                </a:path>
                <a:path w="2540" h="241300">
                  <a:moveTo>
                    <a:pt x="254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2540" y="236220"/>
                  </a:lnTo>
                  <a:lnTo>
                    <a:pt x="2540" y="232422"/>
                  </a:lnTo>
                  <a:close/>
                </a:path>
                <a:path w="2540" h="241300">
                  <a:moveTo>
                    <a:pt x="254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2540" y="232410"/>
                  </a:lnTo>
                  <a:lnTo>
                    <a:pt x="2540" y="229882"/>
                  </a:lnTo>
                  <a:close/>
                </a:path>
                <a:path w="2540" h="241300">
                  <a:moveTo>
                    <a:pt x="254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2540" y="229870"/>
                  </a:lnTo>
                  <a:lnTo>
                    <a:pt x="2540" y="226072"/>
                  </a:lnTo>
                  <a:close/>
                </a:path>
                <a:path w="2540" h="241300">
                  <a:moveTo>
                    <a:pt x="254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2540" y="226060"/>
                  </a:lnTo>
                  <a:lnTo>
                    <a:pt x="2540" y="223532"/>
                  </a:lnTo>
                  <a:close/>
                </a:path>
                <a:path w="2540" h="241300">
                  <a:moveTo>
                    <a:pt x="2540" y="219722"/>
                  </a:moveTo>
                  <a:lnTo>
                    <a:pt x="0" y="219722"/>
                  </a:lnTo>
                  <a:lnTo>
                    <a:pt x="0" y="223520"/>
                  </a:lnTo>
                  <a:lnTo>
                    <a:pt x="2540" y="223520"/>
                  </a:lnTo>
                  <a:lnTo>
                    <a:pt x="2540" y="219722"/>
                  </a:lnTo>
                  <a:close/>
                </a:path>
                <a:path w="2540" h="241300">
                  <a:moveTo>
                    <a:pt x="2540" y="15252"/>
                  </a:moveTo>
                  <a:lnTo>
                    <a:pt x="0" y="15252"/>
                  </a:lnTo>
                  <a:lnTo>
                    <a:pt x="0" y="219710"/>
                  </a:lnTo>
                  <a:lnTo>
                    <a:pt x="2540" y="219710"/>
                  </a:lnTo>
                  <a:lnTo>
                    <a:pt x="2540" y="15252"/>
                  </a:lnTo>
                  <a:close/>
                </a:path>
                <a:path w="2540" h="241300">
                  <a:moveTo>
                    <a:pt x="254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2540" y="15240"/>
                  </a:lnTo>
                  <a:lnTo>
                    <a:pt x="2540" y="8902"/>
                  </a:lnTo>
                  <a:close/>
                </a:path>
                <a:path w="2540" h="241300">
                  <a:moveTo>
                    <a:pt x="254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2540" y="8890"/>
                  </a:lnTo>
                  <a:lnTo>
                    <a:pt x="2540" y="2552"/>
                  </a:lnTo>
                  <a:close/>
                </a:path>
                <a:path w="2540" h="241300">
                  <a:moveTo>
                    <a:pt x="254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540" y="254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6" name="object 2556"/>
            <p:cNvSpPr/>
            <p:nvPr/>
          </p:nvSpPr>
          <p:spPr>
            <a:xfrm>
              <a:off x="7138670" y="5067300"/>
              <a:ext cx="3810" cy="240029"/>
            </a:xfrm>
            <a:custGeom>
              <a:avLst/>
              <a:gdLst/>
              <a:ahLst/>
              <a:cxnLst/>
              <a:rect l="l" t="t" r="r" b="b"/>
              <a:pathLst>
                <a:path w="3809" h="240029">
                  <a:moveTo>
                    <a:pt x="3810" y="238772"/>
                  </a:moveTo>
                  <a:lnTo>
                    <a:pt x="0" y="23877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8772"/>
                  </a:lnTo>
                  <a:close/>
                </a:path>
                <a:path w="3809" h="240029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09" h="240029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09" h="240029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09" h="240029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09" h="240029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09" h="240029">
                  <a:moveTo>
                    <a:pt x="3810" y="219722"/>
                  </a:moveTo>
                  <a:lnTo>
                    <a:pt x="0" y="21972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9722"/>
                  </a:lnTo>
                  <a:close/>
                </a:path>
                <a:path w="3809" h="240029">
                  <a:moveTo>
                    <a:pt x="3810" y="15252"/>
                  </a:moveTo>
                  <a:lnTo>
                    <a:pt x="0" y="1525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15252"/>
                  </a:lnTo>
                  <a:close/>
                </a:path>
                <a:path w="3809" h="240029">
                  <a:moveTo>
                    <a:pt x="381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8902"/>
                  </a:lnTo>
                  <a:close/>
                </a:path>
                <a:path w="3809" h="240029">
                  <a:moveTo>
                    <a:pt x="381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2552"/>
                  </a:lnTo>
                  <a:close/>
                </a:path>
                <a:path w="3809" h="240029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7" name="object 2557"/>
            <p:cNvSpPr/>
            <p:nvPr/>
          </p:nvSpPr>
          <p:spPr>
            <a:xfrm>
              <a:off x="7142480" y="5068569"/>
              <a:ext cx="3810" cy="238760"/>
            </a:xfrm>
            <a:custGeom>
              <a:avLst/>
              <a:gdLst/>
              <a:ahLst/>
              <a:cxnLst/>
              <a:rect l="l" t="t" r="r" b="b"/>
              <a:pathLst>
                <a:path w="3809" h="238760">
                  <a:moveTo>
                    <a:pt x="2527" y="237502"/>
                  </a:moveTo>
                  <a:lnTo>
                    <a:pt x="0" y="237502"/>
                  </a:lnTo>
                  <a:lnTo>
                    <a:pt x="0" y="238760"/>
                  </a:lnTo>
                  <a:lnTo>
                    <a:pt x="2527" y="238760"/>
                  </a:lnTo>
                  <a:lnTo>
                    <a:pt x="2527" y="237502"/>
                  </a:lnTo>
                  <a:close/>
                </a:path>
                <a:path w="3809" h="238760">
                  <a:moveTo>
                    <a:pt x="3810" y="13982"/>
                  </a:moveTo>
                  <a:lnTo>
                    <a:pt x="0" y="13982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13982"/>
                  </a:lnTo>
                  <a:close/>
                </a:path>
                <a:path w="3809" h="2387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387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387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7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8" name="object 2558"/>
            <p:cNvSpPr/>
            <p:nvPr/>
          </p:nvSpPr>
          <p:spPr>
            <a:xfrm>
              <a:off x="7146290" y="506856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09" h="237489">
                  <a:moveTo>
                    <a:pt x="12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3809" h="237489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09" h="237489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09" h="237489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09" h="237489">
                  <a:moveTo>
                    <a:pt x="381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4802"/>
                  </a:lnTo>
                  <a:close/>
                </a:path>
                <a:path w="3809" h="237489">
                  <a:moveTo>
                    <a:pt x="381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2262"/>
                  </a:lnTo>
                  <a:close/>
                </a:path>
                <a:path w="3809" h="237489">
                  <a:moveTo>
                    <a:pt x="3810" y="218452"/>
                  </a:moveTo>
                  <a:lnTo>
                    <a:pt x="0" y="21845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18452"/>
                  </a:lnTo>
                  <a:close/>
                </a:path>
                <a:path w="3809" h="237489">
                  <a:moveTo>
                    <a:pt x="3810" y="13982"/>
                  </a:moveTo>
                  <a:lnTo>
                    <a:pt x="0" y="13982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13982"/>
                  </a:lnTo>
                  <a:close/>
                </a:path>
                <a:path w="3809" h="237489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37489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9" name="object 2559"/>
            <p:cNvSpPr/>
            <p:nvPr/>
          </p:nvSpPr>
          <p:spPr>
            <a:xfrm>
              <a:off x="7150100" y="5069839"/>
              <a:ext cx="3810" cy="236220"/>
            </a:xfrm>
            <a:custGeom>
              <a:avLst/>
              <a:gdLst/>
              <a:ahLst/>
              <a:cxnLst/>
              <a:rect l="l" t="t" r="r" b="b"/>
              <a:pathLst>
                <a:path w="3809" h="236220">
                  <a:moveTo>
                    <a:pt x="254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09" h="236220">
                  <a:moveTo>
                    <a:pt x="380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6349"/>
                  </a:lnTo>
                  <a:close/>
                </a:path>
                <a:path w="3809" h="236220">
                  <a:moveTo>
                    <a:pt x="3809" y="12699"/>
                  </a:moveTo>
                  <a:lnTo>
                    <a:pt x="0" y="12699"/>
                  </a:lnTo>
                  <a:lnTo>
                    <a:pt x="0" y="217169"/>
                  </a:lnTo>
                  <a:lnTo>
                    <a:pt x="3809" y="217169"/>
                  </a:lnTo>
                  <a:lnTo>
                    <a:pt x="3809" y="12699"/>
                  </a:lnTo>
                  <a:close/>
                </a:path>
                <a:path w="3809" h="236220">
                  <a:moveTo>
                    <a:pt x="3809" y="217169"/>
                  </a:moveTo>
                  <a:lnTo>
                    <a:pt x="0" y="217169"/>
                  </a:lnTo>
                  <a:lnTo>
                    <a:pt x="0" y="220979"/>
                  </a:lnTo>
                  <a:lnTo>
                    <a:pt x="3809" y="220979"/>
                  </a:lnTo>
                  <a:lnTo>
                    <a:pt x="3809" y="217169"/>
                  </a:lnTo>
                  <a:close/>
                </a:path>
                <a:path w="3809" h="236220">
                  <a:moveTo>
                    <a:pt x="3809" y="220979"/>
                  </a:moveTo>
                  <a:lnTo>
                    <a:pt x="0" y="220979"/>
                  </a:lnTo>
                  <a:lnTo>
                    <a:pt x="0" y="223519"/>
                  </a:lnTo>
                  <a:lnTo>
                    <a:pt x="3809" y="223519"/>
                  </a:lnTo>
                  <a:lnTo>
                    <a:pt x="3809" y="220979"/>
                  </a:lnTo>
                  <a:close/>
                </a:path>
                <a:path w="3809" h="236220">
                  <a:moveTo>
                    <a:pt x="3809" y="223519"/>
                  </a:moveTo>
                  <a:lnTo>
                    <a:pt x="0" y="223519"/>
                  </a:lnTo>
                  <a:lnTo>
                    <a:pt x="0" y="227329"/>
                  </a:lnTo>
                  <a:lnTo>
                    <a:pt x="3809" y="227329"/>
                  </a:lnTo>
                  <a:lnTo>
                    <a:pt x="3809" y="223519"/>
                  </a:lnTo>
                  <a:close/>
                </a:path>
                <a:path w="3809" h="236220">
                  <a:moveTo>
                    <a:pt x="3809" y="227329"/>
                  </a:moveTo>
                  <a:lnTo>
                    <a:pt x="0" y="227329"/>
                  </a:lnTo>
                  <a:lnTo>
                    <a:pt x="0" y="229869"/>
                  </a:lnTo>
                  <a:lnTo>
                    <a:pt x="3809" y="229869"/>
                  </a:lnTo>
                  <a:lnTo>
                    <a:pt x="3809" y="227329"/>
                  </a:lnTo>
                  <a:close/>
                </a:path>
                <a:path w="3809" h="236220">
                  <a:moveTo>
                    <a:pt x="3809" y="229869"/>
                  </a:moveTo>
                  <a:lnTo>
                    <a:pt x="0" y="229869"/>
                  </a:lnTo>
                  <a:lnTo>
                    <a:pt x="0" y="233679"/>
                  </a:lnTo>
                  <a:lnTo>
                    <a:pt x="3809" y="233679"/>
                  </a:lnTo>
                  <a:lnTo>
                    <a:pt x="3809" y="229869"/>
                  </a:lnTo>
                  <a:close/>
                </a:path>
                <a:path w="3809" h="236220">
                  <a:moveTo>
                    <a:pt x="3809" y="233679"/>
                  </a:moveTo>
                  <a:lnTo>
                    <a:pt x="0" y="233679"/>
                  </a:lnTo>
                  <a:lnTo>
                    <a:pt x="0" y="236219"/>
                  </a:lnTo>
                  <a:lnTo>
                    <a:pt x="3809" y="236219"/>
                  </a:lnTo>
                  <a:lnTo>
                    <a:pt x="3809" y="233679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0" name="object 2560"/>
            <p:cNvSpPr/>
            <p:nvPr/>
          </p:nvSpPr>
          <p:spPr>
            <a:xfrm>
              <a:off x="7153910" y="5071109"/>
              <a:ext cx="3810" cy="234950"/>
            </a:xfrm>
            <a:custGeom>
              <a:avLst/>
              <a:gdLst/>
              <a:ahLst/>
              <a:cxnLst/>
              <a:rect l="l" t="t" r="r" b="b"/>
              <a:pathLst>
                <a:path w="3809" h="234950">
                  <a:moveTo>
                    <a:pt x="127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234950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09" h="234950">
                  <a:moveTo>
                    <a:pt x="3810" y="11430"/>
                  </a:moveTo>
                  <a:lnTo>
                    <a:pt x="0" y="11430"/>
                  </a:lnTo>
                  <a:lnTo>
                    <a:pt x="0" y="215899"/>
                  </a:lnTo>
                  <a:lnTo>
                    <a:pt x="3810" y="215899"/>
                  </a:lnTo>
                  <a:lnTo>
                    <a:pt x="3810" y="11430"/>
                  </a:lnTo>
                  <a:close/>
                </a:path>
                <a:path w="3809" h="234950">
                  <a:moveTo>
                    <a:pt x="3810" y="215900"/>
                  </a:moveTo>
                  <a:lnTo>
                    <a:pt x="0" y="215900"/>
                  </a:lnTo>
                  <a:lnTo>
                    <a:pt x="0" y="219709"/>
                  </a:lnTo>
                  <a:lnTo>
                    <a:pt x="3810" y="219709"/>
                  </a:lnTo>
                  <a:lnTo>
                    <a:pt x="3810" y="215900"/>
                  </a:lnTo>
                  <a:close/>
                </a:path>
                <a:path w="3809" h="234950">
                  <a:moveTo>
                    <a:pt x="3810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3810" y="222249"/>
                  </a:lnTo>
                  <a:lnTo>
                    <a:pt x="3810" y="219709"/>
                  </a:lnTo>
                  <a:close/>
                </a:path>
                <a:path w="3809" h="234950">
                  <a:moveTo>
                    <a:pt x="3810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22250"/>
                  </a:lnTo>
                  <a:close/>
                </a:path>
                <a:path w="3809" h="234950">
                  <a:moveTo>
                    <a:pt x="3810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6059"/>
                  </a:lnTo>
                  <a:close/>
                </a:path>
                <a:path w="3809" h="234950">
                  <a:moveTo>
                    <a:pt x="3810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8600"/>
                  </a:lnTo>
                  <a:close/>
                </a:path>
                <a:path w="3809" h="234950">
                  <a:moveTo>
                    <a:pt x="3810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1270" y="234949"/>
                  </a:lnTo>
                  <a:lnTo>
                    <a:pt x="1270" y="233679"/>
                  </a:lnTo>
                  <a:lnTo>
                    <a:pt x="3810" y="233679"/>
                  </a:lnTo>
                  <a:lnTo>
                    <a:pt x="3810" y="232409"/>
                  </a:lnTo>
                  <a:close/>
                </a:path>
              </a:pathLst>
            </a:custGeom>
            <a:solidFill>
              <a:srgbClr val="AEBA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1" name="object 2561"/>
            <p:cNvSpPr/>
            <p:nvPr/>
          </p:nvSpPr>
          <p:spPr>
            <a:xfrm>
              <a:off x="7157720" y="5072380"/>
              <a:ext cx="3810" cy="231140"/>
            </a:xfrm>
            <a:custGeom>
              <a:avLst/>
              <a:gdLst/>
              <a:ahLst/>
              <a:cxnLst/>
              <a:rect l="l" t="t" r="r" b="b"/>
              <a:pathLst>
                <a:path w="3809" h="231139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09" h="231139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09" h="231139">
                  <a:moveTo>
                    <a:pt x="381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0992"/>
                  </a:lnTo>
                  <a:close/>
                </a:path>
                <a:path w="3809" h="231139">
                  <a:moveTo>
                    <a:pt x="3810" y="218452"/>
                  </a:moveTo>
                  <a:lnTo>
                    <a:pt x="0" y="21845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8452"/>
                  </a:lnTo>
                  <a:close/>
                </a:path>
                <a:path w="3809" h="231139">
                  <a:moveTo>
                    <a:pt x="3810" y="214642"/>
                  </a:moveTo>
                  <a:lnTo>
                    <a:pt x="0" y="214642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4642"/>
                  </a:lnTo>
                  <a:close/>
                </a:path>
                <a:path w="3809" h="231139">
                  <a:moveTo>
                    <a:pt x="3810" y="10172"/>
                  </a:moveTo>
                  <a:lnTo>
                    <a:pt x="0" y="10172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10172"/>
                  </a:lnTo>
                  <a:close/>
                </a:path>
                <a:path w="3809" h="231139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09" h="231139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1BD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2" name="object 2562"/>
            <p:cNvSpPr/>
            <p:nvPr/>
          </p:nvSpPr>
          <p:spPr>
            <a:xfrm>
              <a:off x="7161530" y="5072380"/>
              <a:ext cx="3810" cy="231140"/>
            </a:xfrm>
            <a:custGeom>
              <a:avLst/>
              <a:gdLst/>
              <a:ahLst/>
              <a:cxnLst/>
              <a:rect l="l" t="t" r="r" b="b"/>
              <a:pathLst>
                <a:path w="3809" h="231139">
                  <a:moveTo>
                    <a:pt x="254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  <a:path w="3809" h="231139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09" h="231139">
                  <a:moveTo>
                    <a:pt x="3810" y="10160"/>
                  </a:moveTo>
                  <a:lnTo>
                    <a:pt x="0" y="10160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10160"/>
                  </a:lnTo>
                  <a:close/>
                </a:path>
                <a:path w="3809" h="231139">
                  <a:moveTo>
                    <a:pt x="3810" y="214630"/>
                  </a:moveTo>
                  <a:lnTo>
                    <a:pt x="0" y="214630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4630"/>
                  </a:lnTo>
                  <a:close/>
                </a:path>
                <a:path w="3809" h="231139">
                  <a:moveTo>
                    <a:pt x="3810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8440"/>
                  </a:lnTo>
                  <a:close/>
                </a:path>
                <a:path w="3809" h="231139">
                  <a:moveTo>
                    <a:pt x="3810" y="220980"/>
                  </a:moveTo>
                  <a:lnTo>
                    <a:pt x="0" y="220980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0980"/>
                  </a:lnTo>
                  <a:close/>
                </a:path>
                <a:path w="3809" h="231139">
                  <a:moveTo>
                    <a:pt x="3810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790"/>
                  </a:lnTo>
                  <a:close/>
                </a:path>
                <a:path w="3809" h="231139">
                  <a:moveTo>
                    <a:pt x="3810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1270" y="231140"/>
                  </a:lnTo>
                  <a:lnTo>
                    <a:pt x="1270" y="229870"/>
                  </a:lnTo>
                  <a:lnTo>
                    <a:pt x="3810" y="229870"/>
                  </a:lnTo>
                  <a:lnTo>
                    <a:pt x="3810" y="227330"/>
                  </a:lnTo>
                  <a:close/>
                </a:path>
              </a:pathLst>
            </a:custGeom>
            <a:solidFill>
              <a:srgbClr val="B4BF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3" name="object 2563"/>
            <p:cNvSpPr/>
            <p:nvPr/>
          </p:nvSpPr>
          <p:spPr>
            <a:xfrm>
              <a:off x="7165340" y="5073650"/>
              <a:ext cx="2540" cy="228600"/>
            </a:xfrm>
            <a:custGeom>
              <a:avLst/>
              <a:gdLst/>
              <a:ahLst/>
              <a:cxnLst/>
              <a:rect l="l" t="t" r="r" b="b"/>
              <a:pathLst>
                <a:path w="2540" h="228600">
                  <a:moveTo>
                    <a:pt x="253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39" y="2539"/>
                  </a:lnTo>
                  <a:lnTo>
                    <a:pt x="2539" y="0"/>
                  </a:lnTo>
                  <a:close/>
                </a:path>
                <a:path w="2540" h="228600">
                  <a:moveTo>
                    <a:pt x="2539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2539" y="8889"/>
                  </a:lnTo>
                  <a:lnTo>
                    <a:pt x="2539" y="2540"/>
                  </a:lnTo>
                  <a:close/>
                </a:path>
                <a:path w="2540" h="228600">
                  <a:moveTo>
                    <a:pt x="2539" y="8890"/>
                  </a:moveTo>
                  <a:lnTo>
                    <a:pt x="0" y="8890"/>
                  </a:lnTo>
                  <a:lnTo>
                    <a:pt x="0" y="213359"/>
                  </a:lnTo>
                  <a:lnTo>
                    <a:pt x="2539" y="213359"/>
                  </a:lnTo>
                  <a:lnTo>
                    <a:pt x="2539" y="8890"/>
                  </a:lnTo>
                  <a:close/>
                </a:path>
                <a:path w="2540" h="228600">
                  <a:moveTo>
                    <a:pt x="2539" y="213360"/>
                  </a:moveTo>
                  <a:lnTo>
                    <a:pt x="0" y="213360"/>
                  </a:lnTo>
                  <a:lnTo>
                    <a:pt x="0" y="217169"/>
                  </a:lnTo>
                  <a:lnTo>
                    <a:pt x="2539" y="217169"/>
                  </a:lnTo>
                  <a:lnTo>
                    <a:pt x="2539" y="213360"/>
                  </a:lnTo>
                  <a:close/>
                </a:path>
                <a:path w="2540" h="228600">
                  <a:moveTo>
                    <a:pt x="2539" y="217170"/>
                  </a:moveTo>
                  <a:lnTo>
                    <a:pt x="0" y="217170"/>
                  </a:lnTo>
                  <a:lnTo>
                    <a:pt x="0" y="219709"/>
                  </a:lnTo>
                  <a:lnTo>
                    <a:pt x="2539" y="219709"/>
                  </a:lnTo>
                  <a:lnTo>
                    <a:pt x="2539" y="217170"/>
                  </a:lnTo>
                  <a:close/>
                </a:path>
                <a:path w="2540" h="228600">
                  <a:moveTo>
                    <a:pt x="2539" y="219710"/>
                  </a:moveTo>
                  <a:lnTo>
                    <a:pt x="0" y="219710"/>
                  </a:lnTo>
                  <a:lnTo>
                    <a:pt x="0" y="223519"/>
                  </a:lnTo>
                  <a:lnTo>
                    <a:pt x="2539" y="223519"/>
                  </a:lnTo>
                  <a:lnTo>
                    <a:pt x="2539" y="219710"/>
                  </a:lnTo>
                  <a:close/>
                </a:path>
                <a:path w="2540" h="228600">
                  <a:moveTo>
                    <a:pt x="2539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2539" y="226059"/>
                  </a:lnTo>
                  <a:lnTo>
                    <a:pt x="2539" y="223520"/>
                  </a:lnTo>
                  <a:close/>
                </a:path>
                <a:path w="2540" h="228600">
                  <a:moveTo>
                    <a:pt x="2539" y="226060"/>
                  </a:moveTo>
                  <a:lnTo>
                    <a:pt x="0" y="226060"/>
                  </a:lnTo>
                  <a:lnTo>
                    <a:pt x="0" y="228600"/>
                  </a:lnTo>
                  <a:lnTo>
                    <a:pt x="1269" y="228600"/>
                  </a:lnTo>
                  <a:lnTo>
                    <a:pt x="1269" y="227330"/>
                  </a:lnTo>
                  <a:lnTo>
                    <a:pt x="2539" y="227330"/>
                  </a:lnTo>
                  <a:lnTo>
                    <a:pt x="2539" y="226060"/>
                  </a:lnTo>
                  <a:close/>
                </a:path>
              </a:pathLst>
            </a:custGeom>
            <a:solidFill>
              <a:srgbClr val="B6C1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4" name="object 2564"/>
            <p:cNvSpPr/>
            <p:nvPr/>
          </p:nvSpPr>
          <p:spPr>
            <a:xfrm>
              <a:off x="7167880" y="5073650"/>
              <a:ext cx="3810" cy="227329"/>
            </a:xfrm>
            <a:custGeom>
              <a:avLst/>
              <a:gdLst/>
              <a:ahLst/>
              <a:cxnLst/>
              <a:rect l="l" t="t" r="r" b="b"/>
              <a:pathLst>
                <a:path w="3809" h="227329">
                  <a:moveTo>
                    <a:pt x="127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227329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09" h="227329">
                  <a:moveTo>
                    <a:pt x="3810" y="8890"/>
                  </a:moveTo>
                  <a:lnTo>
                    <a:pt x="0" y="8890"/>
                  </a:lnTo>
                  <a:lnTo>
                    <a:pt x="0" y="213359"/>
                  </a:lnTo>
                  <a:lnTo>
                    <a:pt x="3810" y="213359"/>
                  </a:lnTo>
                  <a:lnTo>
                    <a:pt x="3810" y="8890"/>
                  </a:lnTo>
                  <a:close/>
                </a:path>
                <a:path w="3809" h="227329">
                  <a:moveTo>
                    <a:pt x="3810" y="213360"/>
                  </a:moveTo>
                  <a:lnTo>
                    <a:pt x="0" y="213360"/>
                  </a:lnTo>
                  <a:lnTo>
                    <a:pt x="0" y="217169"/>
                  </a:lnTo>
                  <a:lnTo>
                    <a:pt x="3810" y="217169"/>
                  </a:lnTo>
                  <a:lnTo>
                    <a:pt x="3810" y="213360"/>
                  </a:lnTo>
                  <a:close/>
                </a:path>
                <a:path w="3809" h="227329">
                  <a:moveTo>
                    <a:pt x="3810" y="217170"/>
                  </a:moveTo>
                  <a:lnTo>
                    <a:pt x="0" y="217170"/>
                  </a:lnTo>
                  <a:lnTo>
                    <a:pt x="0" y="219709"/>
                  </a:lnTo>
                  <a:lnTo>
                    <a:pt x="3810" y="219709"/>
                  </a:lnTo>
                  <a:lnTo>
                    <a:pt x="3810" y="217170"/>
                  </a:lnTo>
                  <a:close/>
                </a:path>
                <a:path w="3809" h="227329">
                  <a:moveTo>
                    <a:pt x="3810" y="219710"/>
                  </a:moveTo>
                  <a:lnTo>
                    <a:pt x="0" y="219710"/>
                  </a:lnTo>
                  <a:lnTo>
                    <a:pt x="0" y="223519"/>
                  </a:lnTo>
                  <a:lnTo>
                    <a:pt x="3810" y="223519"/>
                  </a:lnTo>
                  <a:lnTo>
                    <a:pt x="3810" y="219710"/>
                  </a:lnTo>
                  <a:close/>
                </a:path>
                <a:path w="3809" h="227329">
                  <a:moveTo>
                    <a:pt x="3810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23520"/>
                  </a:lnTo>
                  <a:close/>
                </a:path>
                <a:path w="3809" h="227329">
                  <a:moveTo>
                    <a:pt x="3810" y="226060"/>
                  </a:moveTo>
                  <a:lnTo>
                    <a:pt x="0" y="226060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6060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5" name="object 2565"/>
            <p:cNvSpPr/>
            <p:nvPr/>
          </p:nvSpPr>
          <p:spPr>
            <a:xfrm>
              <a:off x="7171690" y="5074919"/>
              <a:ext cx="3810" cy="226060"/>
            </a:xfrm>
            <a:custGeom>
              <a:avLst/>
              <a:gdLst/>
              <a:ahLst/>
              <a:cxnLst/>
              <a:rect l="l" t="t" r="r" b="b"/>
              <a:pathLst>
                <a:path w="3809" h="226060">
                  <a:moveTo>
                    <a:pt x="1270" y="224802"/>
                  </a:moveTo>
                  <a:lnTo>
                    <a:pt x="0" y="224802"/>
                  </a:lnTo>
                  <a:lnTo>
                    <a:pt x="0" y="226060"/>
                  </a:lnTo>
                  <a:lnTo>
                    <a:pt x="1270" y="226060"/>
                  </a:lnTo>
                  <a:lnTo>
                    <a:pt x="1270" y="224802"/>
                  </a:lnTo>
                  <a:close/>
                </a:path>
                <a:path w="3809" h="226060">
                  <a:moveTo>
                    <a:pt x="12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3809" h="226060">
                  <a:moveTo>
                    <a:pt x="381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2262"/>
                  </a:lnTo>
                  <a:close/>
                </a:path>
                <a:path w="3809" h="226060">
                  <a:moveTo>
                    <a:pt x="3810" y="218452"/>
                  </a:moveTo>
                  <a:lnTo>
                    <a:pt x="0" y="21845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18452"/>
                  </a:lnTo>
                  <a:close/>
                </a:path>
                <a:path w="3809" h="226060">
                  <a:moveTo>
                    <a:pt x="3810" y="215912"/>
                  </a:moveTo>
                  <a:lnTo>
                    <a:pt x="0" y="215912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5912"/>
                  </a:lnTo>
                  <a:close/>
                </a:path>
                <a:path w="3809" h="226060">
                  <a:moveTo>
                    <a:pt x="3810" y="212102"/>
                  </a:moveTo>
                  <a:lnTo>
                    <a:pt x="0" y="212102"/>
                  </a:lnTo>
                  <a:lnTo>
                    <a:pt x="0" y="215900"/>
                  </a:lnTo>
                  <a:lnTo>
                    <a:pt x="3810" y="215900"/>
                  </a:lnTo>
                  <a:lnTo>
                    <a:pt x="3810" y="212102"/>
                  </a:lnTo>
                  <a:close/>
                </a:path>
                <a:path w="3809" h="226060">
                  <a:moveTo>
                    <a:pt x="3810" y="7632"/>
                  </a:moveTo>
                  <a:lnTo>
                    <a:pt x="0" y="7632"/>
                  </a:lnTo>
                  <a:lnTo>
                    <a:pt x="0" y="212090"/>
                  </a:lnTo>
                  <a:lnTo>
                    <a:pt x="3810" y="212090"/>
                  </a:lnTo>
                  <a:lnTo>
                    <a:pt x="3810" y="7632"/>
                  </a:lnTo>
                  <a:close/>
                </a:path>
                <a:path w="3809" h="2260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</a:pathLst>
            </a:custGeom>
            <a:solidFill>
              <a:srgbClr val="BC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6" name="object 2566"/>
            <p:cNvSpPr/>
            <p:nvPr/>
          </p:nvSpPr>
          <p:spPr>
            <a:xfrm>
              <a:off x="7175500" y="5076189"/>
              <a:ext cx="3810" cy="222250"/>
            </a:xfrm>
            <a:custGeom>
              <a:avLst/>
              <a:gdLst/>
              <a:ahLst/>
              <a:cxnLst/>
              <a:rect l="l" t="t" r="r" b="b"/>
              <a:pathLst>
                <a:path w="3809" h="222250">
                  <a:moveTo>
                    <a:pt x="254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09" h="222250">
                  <a:moveTo>
                    <a:pt x="3809" y="6349"/>
                  </a:moveTo>
                  <a:lnTo>
                    <a:pt x="0" y="6349"/>
                  </a:lnTo>
                  <a:lnTo>
                    <a:pt x="0" y="210819"/>
                  </a:lnTo>
                  <a:lnTo>
                    <a:pt x="3809" y="210819"/>
                  </a:lnTo>
                  <a:lnTo>
                    <a:pt x="3809" y="6349"/>
                  </a:lnTo>
                  <a:close/>
                </a:path>
                <a:path w="3809" h="222250">
                  <a:moveTo>
                    <a:pt x="3809" y="210819"/>
                  </a:moveTo>
                  <a:lnTo>
                    <a:pt x="0" y="210819"/>
                  </a:lnTo>
                  <a:lnTo>
                    <a:pt x="0" y="214629"/>
                  </a:lnTo>
                  <a:lnTo>
                    <a:pt x="3809" y="214629"/>
                  </a:lnTo>
                  <a:lnTo>
                    <a:pt x="3809" y="210819"/>
                  </a:lnTo>
                  <a:close/>
                </a:path>
                <a:path w="3809" h="222250">
                  <a:moveTo>
                    <a:pt x="3809" y="214629"/>
                  </a:moveTo>
                  <a:lnTo>
                    <a:pt x="0" y="214629"/>
                  </a:lnTo>
                  <a:lnTo>
                    <a:pt x="0" y="217169"/>
                  </a:lnTo>
                  <a:lnTo>
                    <a:pt x="3809" y="217169"/>
                  </a:lnTo>
                  <a:lnTo>
                    <a:pt x="3809" y="214629"/>
                  </a:lnTo>
                  <a:close/>
                </a:path>
                <a:path w="3809" h="222250">
                  <a:moveTo>
                    <a:pt x="3809" y="217169"/>
                  </a:moveTo>
                  <a:lnTo>
                    <a:pt x="0" y="217169"/>
                  </a:lnTo>
                  <a:lnTo>
                    <a:pt x="0" y="220979"/>
                  </a:lnTo>
                  <a:lnTo>
                    <a:pt x="3809" y="220979"/>
                  </a:lnTo>
                  <a:lnTo>
                    <a:pt x="3809" y="217169"/>
                  </a:lnTo>
                  <a:close/>
                </a:path>
                <a:path w="3809" h="222250">
                  <a:moveTo>
                    <a:pt x="3809" y="220979"/>
                  </a:moveTo>
                  <a:lnTo>
                    <a:pt x="0" y="220979"/>
                  </a:lnTo>
                  <a:lnTo>
                    <a:pt x="0" y="222249"/>
                  </a:lnTo>
                  <a:lnTo>
                    <a:pt x="3809" y="222249"/>
                  </a:lnTo>
                  <a:lnTo>
                    <a:pt x="3809" y="220979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7" name="object 2567"/>
            <p:cNvSpPr/>
            <p:nvPr/>
          </p:nvSpPr>
          <p:spPr>
            <a:xfrm>
              <a:off x="7179310" y="5077459"/>
              <a:ext cx="3810" cy="220979"/>
            </a:xfrm>
            <a:custGeom>
              <a:avLst/>
              <a:gdLst/>
              <a:ahLst/>
              <a:cxnLst/>
              <a:rect l="l" t="t" r="r" b="b"/>
              <a:pathLst>
                <a:path w="3809" h="220979">
                  <a:moveTo>
                    <a:pt x="127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220979">
                  <a:moveTo>
                    <a:pt x="3810" y="5080"/>
                  </a:moveTo>
                  <a:lnTo>
                    <a:pt x="0" y="5080"/>
                  </a:lnTo>
                  <a:lnTo>
                    <a:pt x="0" y="209549"/>
                  </a:lnTo>
                  <a:lnTo>
                    <a:pt x="3810" y="209549"/>
                  </a:lnTo>
                  <a:lnTo>
                    <a:pt x="3810" y="5080"/>
                  </a:lnTo>
                  <a:close/>
                </a:path>
                <a:path w="3809" h="220979">
                  <a:moveTo>
                    <a:pt x="3810" y="209550"/>
                  </a:moveTo>
                  <a:lnTo>
                    <a:pt x="0" y="209550"/>
                  </a:lnTo>
                  <a:lnTo>
                    <a:pt x="0" y="213359"/>
                  </a:lnTo>
                  <a:lnTo>
                    <a:pt x="3810" y="213359"/>
                  </a:lnTo>
                  <a:lnTo>
                    <a:pt x="3810" y="209550"/>
                  </a:lnTo>
                  <a:close/>
                </a:path>
                <a:path w="3809" h="220979">
                  <a:moveTo>
                    <a:pt x="3810" y="213359"/>
                  </a:moveTo>
                  <a:lnTo>
                    <a:pt x="0" y="213359"/>
                  </a:lnTo>
                  <a:lnTo>
                    <a:pt x="0" y="215899"/>
                  </a:lnTo>
                  <a:lnTo>
                    <a:pt x="3810" y="215899"/>
                  </a:lnTo>
                  <a:lnTo>
                    <a:pt x="3810" y="213359"/>
                  </a:lnTo>
                  <a:close/>
                </a:path>
                <a:path w="3809" h="220979">
                  <a:moveTo>
                    <a:pt x="3810" y="215900"/>
                  </a:moveTo>
                  <a:lnTo>
                    <a:pt x="0" y="215900"/>
                  </a:lnTo>
                  <a:lnTo>
                    <a:pt x="0" y="219709"/>
                  </a:lnTo>
                  <a:lnTo>
                    <a:pt x="3810" y="219709"/>
                  </a:lnTo>
                  <a:lnTo>
                    <a:pt x="3810" y="215900"/>
                  </a:lnTo>
                  <a:close/>
                </a:path>
                <a:path w="3809" h="220979">
                  <a:moveTo>
                    <a:pt x="1270" y="219709"/>
                  </a:moveTo>
                  <a:lnTo>
                    <a:pt x="0" y="219709"/>
                  </a:lnTo>
                  <a:lnTo>
                    <a:pt x="0" y="220979"/>
                  </a:lnTo>
                  <a:lnTo>
                    <a:pt x="1270" y="220979"/>
                  </a:lnTo>
                  <a:lnTo>
                    <a:pt x="1270" y="219709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8" name="object 2568"/>
            <p:cNvSpPr/>
            <p:nvPr/>
          </p:nvSpPr>
          <p:spPr>
            <a:xfrm>
              <a:off x="7183120" y="5078730"/>
              <a:ext cx="3810" cy="217170"/>
            </a:xfrm>
            <a:custGeom>
              <a:avLst/>
              <a:gdLst/>
              <a:ahLst/>
              <a:cxnLst/>
              <a:rect l="l" t="t" r="r" b="b"/>
              <a:pathLst>
                <a:path w="3809" h="217170">
                  <a:moveTo>
                    <a:pt x="126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3809" h="217170">
                  <a:moveTo>
                    <a:pt x="3809" y="3810"/>
                  </a:moveTo>
                  <a:lnTo>
                    <a:pt x="0" y="3810"/>
                  </a:lnTo>
                  <a:lnTo>
                    <a:pt x="0" y="208280"/>
                  </a:lnTo>
                  <a:lnTo>
                    <a:pt x="3809" y="208280"/>
                  </a:lnTo>
                  <a:lnTo>
                    <a:pt x="3809" y="3810"/>
                  </a:lnTo>
                  <a:close/>
                </a:path>
                <a:path w="3809" h="217170">
                  <a:moveTo>
                    <a:pt x="3809" y="208280"/>
                  </a:moveTo>
                  <a:lnTo>
                    <a:pt x="0" y="208280"/>
                  </a:lnTo>
                  <a:lnTo>
                    <a:pt x="0" y="212090"/>
                  </a:lnTo>
                  <a:lnTo>
                    <a:pt x="3809" y="212090"/>
                  </a:lnTo>
                  <a:lnTo>
                    <a:pt x="3809" y="208280"/>
                  </a:lnTo>
                  <a:close/>
                </a:path>
                <a:path w="3809" h="217170">
                  <a:moveTo>
                    <a:pt x="3809" y="212090"/>
                  </a:moveTo>
                  <a:lnTo>
                    <a:pt x="0" y="212090"/>
                  </a:lnTo>
                  <a:lnTo>
                    <a:pt x="0" y="214630"/>
                  </a:lnTo>
                  <a:lnTo>
                    <a:pt x="3809" y="214630"/>
                  </a:lnTo>
                  <a:lnTo>
                    <a:pt x="3809" y="212090"/>
                  </a:lnTo>
                  <a:close/>
                </a:path>
                <a:path w="3809" h="217170">
                  <a:moveTo>
                    <a:pt x="3809" y="214630"/>
                  </a:moveTo>
                  <a:lnTo>
                    <a:pt x="0" y="214630"/>
                  </a:lnTo>
                  <a:lnTo>
                    <a:pt x="0" y="217170"/>
                  </a:lnTo>
                  <a:lnTo>
                    <a:pt x="3809" y="217170"/>
                  </a:lnTo>
                  <a:lnTo>
                    <a:pt x="3809" y="214630"/>
                  </a:lnTo>
                  <a:close/>
                </a:path>
              </a:pathLst>
            </a:custGeom>
            <a:solidFill>
              <a:srgbClr val="C4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9" name="object 2569"/>
            <p:cNvSpPr/>
            <p:nvPr/>
          </p:nvSpPr>
          <p:spPr>
            <a:xfrm>
              <a:off x="7186930" y="5081269"/>
              <a:ext cx="2540" cy="213360"/>
            </a:xfrm>
            <a:custGeom>
              <a:avLst/>
              <a:gdLst/>
              <a:ahLst/>
              <a:cxnLst/>
              <a:rect l="l" t="t" r="r" b="b"/>
              <a:pathLst>
                <a:path w="2540" h="213360">
                  <a:moveTo>
                    <a:pt x="1270" y="212102"/>
                  </a:moveTo>
                  <a:lnTo>
                    <a:pt x="0" y="212102"/>
                  </a:lnTo>
                  <a:lnTo>
                    <a:pt x="0" y="213360"/>
                  </a:lnTo>
                  <a:lnTo>
                    <a:pt x="1270" y="213360"/>
                  </a:lnTo>
                  <a:lnTo>
                    <a:pt x="1270" y="212102"/>
                  </a:lnTo>
                  <a:close/>
                </a:path>
                <a:path w="2540" h="213360">
                  <a:moveTo>
                    <a:pt x="12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2540" h="213360">
                  <a:moveTo>
                    <a:pt x="2540" y="209562"/>
                  </a:moveTo>
                  <a:lnTo>
                    <a:pt x="0" y="209562"/>
                  </a:lnTo>
                  <a:lnTo>
                    <a:pt x="0" y="212090"/>
                  </a:lnTo>
                  <a:lnTo>
                    <a:pt x="2540" y="212090"/>
                  </a:lnTo>
                  <a:lnTo>
                    <a:pt x="2540" y="209562"/>
                  </a:lnTo>
                  <a:close/>
                </a:path>
                <a:path w="2540" h="213360">
                  <a:moveTo>
                    <a:pt x="2540" y="205752"/>
                  </a:moveTo>
                  <a:lnTo>
                    <a:pt x="0" y="205752"/>
                  </a:lnTo>
                  <a:lnTo>
                    <a:pt x="0" y="209550"/>
                  </a:lnTo>
                  <a:lnTo>
                    <a:pt x="2540" y="209550"/>
                  </a:lnTo>
                  <a:lnTo>
                    <a:pt x="2540" y="205752"/>
                  </a:lnTo>
                  <a:close/>
                </a:path>
                <a:path w="2540" h="213360">
                  <a:moveTo>
                    <a:pt x="2540" y="1282"/>
                  </a:moveTo>
                  <a:lnTo>
                    <a:pt x="0" y="1282"/>
                  </a:lnTo>
                  <a:lnTo>
                    <a:pt x="0" y="205740"/>
                  </a:lnTo>
                  <a:lnTo>
                    <a:pt x="2540" y="205740"/>
                  </a:lnTo>
                  <a:lnTo>
                    <a:pt x="2540" y="1282"/>
                  </a:lnTo>
                  <a:close/>
                </a:path>
              </a:pathLst>
            </a:custGeom>
            <a:solidFill>
              <a:srgbClr val="C6CF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0" name="object 2570"/>
            <p:cNvSpPr/>
            <p:nvPr/>
          </p:nvSpPr>
          <p:spPr>
            <a:xfrm>
              <a:off x="7189470" y="5083809"/>
              <a:ext cx="3810" cy="208279"/>
            </a:xfrm>
            <a:custGeom>
              <a:avLst/>
              <a:gdLst/>
              <a:ahLst/>
              <a:cxnLst/>
              <a:rect l="l" t="t" r="r" b="b"/>
              <a:pathLst>
                <a:path w="3809" h="208279">
                  <a:moveTo>
                    <a:pt x="1270" y="207022"/>
                  </a:moveTo>
                  <a:lnTo>
                    <a:pt x="0" y="207022"/>
                  </a:lnTo>
                  <a:lnTo>
                    <a:pt x="0" y="208280"/>
                  </a:lnTo>
                  <a:lnTo>
                    <a:pt x="1270" y="208280"/>
                  </a:lnTo>
                  <a:lnTo>
                    <a:pt x="1270" y="207022"/>
                  </a:lnTo>
                  <a:close/>
                </a:path>
                <a:path w="3809" h="208279">
                  <a:moveTo>
                    <a:pt x="3810" y="203212"/>
                  </a:moveTo>
                  <a:lnTo>
                    <a:pt x="0" y="203212"/>
                  </a:lnTo>
                  <a:lnTo>
                    <a:pt x="0" y="207010"/>
                  </a:lnTo>
                  <a:lnTo>
                    <a:pt x="3810" y="207010"/>
                  </a:lnTo>
                  <a:lnTo>
                    <a:pt x="3810" y="203212"/>
                  </a:lnTo>
                  <a:close/>
                </a:path>
                <a:path w="3809" h="208279">
                  <a:moveTo>
                    <a:pt x="3810" y="1270"/>
                  </a:moveTo>
                  <a:lnTo>
                    <a:pt x="1270" y="127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203200"/>
                  </a:lnTo>
                  <a:lnTo>
                    <a:pt x="3810" y="203200"/>
                  </a:lnTo>
                  <a:lnTo>
                    <a:pt x="3810" y="1270"/>
                  </a:lnTo>
                  <a:close/>
                </a:path>
              </a:pathLst>
            </a:custGeom>
            <a:solidFill>
              <a:srgbClr val="C9D1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1" name="object 2571"/>
            <p:cNvSpPr/>
            <p:nvPr/>
          </p:nvSpPr>
          <p:spPr>
            <a:xfrm>
              <a:off x="7193280" y="5086350"/>
              <a:ext cx="3810" cy="203200"/>
            </a:xfrm>
            <a:custGeom>
              <a:avLst/>
              <a:gdLst/>
              <a:ahLst/>
              <a:cxnLst/>
              <a:rect l="l" t="t" r="r" b="b"/>
              <a:pathLst>
                <a:path w="3809" h="203200">
                  <a:moveTo>
                    <a:pt x="3810" y="2540"/>
                  </a:moveTo>
                  <a:lnTo>
                    <a:pt x="2540" y="254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0" y="200660"/>
                  </a:lnTo>
                  <a:lnTo>
                    <a:pt x="0" y="201930"/>
                  </a:lnTo>
                  <a:lnTo>
                    <a:pt x="0" y="203200"/>
                  </a:lnTo>
                  <a:lnTo>
                    <a:pt x="1270" y="203200"/>
                  </a:lnTo>
                  <a:lnTo>
                    <a:pt x="1270" y="201930"/>
                  </a:lnTo>
                  <a:lnTo>
                    <a:pt x="2540" y="201930"/>
                  </a:lnTo>
                  <a:lnTo>
                    <a:pt x="2540" y="200660"/>
                  </a:lnTo>
                  <a:lnTo>
                    <a:pt x="3810" y="200660"/>
                  </a:lnTo>
                  <a:lnTo>
                    <a:pt x="3810" y="2540"/>
                  </a:lnTo>
                  <a:close/>
                </a:path>
              </a:pathLst>
            </a:custGeom>
            <a:solidFill>
              <a:srgbClr val="CCD3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2" name="object 2572"/>
            <p:cNvSpPr/>
            <p:nvPr/>
          </p:nvSpPr>
          <p:spPr>
            <a:xfrm>
              <a:off x="7197090" y="5088889"/>
              <a:ext cx="0" cy="198120"/>
            </a:xfrm>
            <a:custGeom>
              <a:avLst/>
              <a:gdLst/>
              <a:ahLst/>
              <a:cxnLst/>
              <a:rect l="l" t="t" r="r" b="b"/>
              <a:pathLst>
                <a:path h="198120">
                  <a:moveTo>
                    <a:pt x="0" y="0"/>
                  </a:moveTo>
                  <a:lnTo>
                    <a:pt x="0" y="1981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3" name="object 2573"/>
            <p:cNvSpPr/>
            <p:nvPr/>
          </p:nvSpPr>
          <p:spPr>
            <a:xfrm>
              <a:off x="6911340" y="5060950"/>
              <a:ext cx="284480" cy="252729"/>
            </a:xfrm>
            <a:custGeom>
              <a:avLst/>
              <a:gdLst/>
              <a:ahLst/>
              <a:cxnLst/>
              <a:rect l="l" t="t" r="r" b="b"/>
              <a:pathLst>
                <a:path w="284479" h="252729">
                  <a:moveTo>
                    <a:pt x="142239" y="0"/>
                  </a:moveTo>
                  <a:lnTo>
                    <a:pt x="87332" y="2460"/>
                  </a:lnTo>
                  <a:lnTo>
                    <a:pt x="42068" y="9207"/>
                  </a:lnTo>
                  <a:lnTo>
                    <a:pt x="11330" y="19288"/>
                  </a:lnTo>
                  <a:lnTo>
                    <a:pt x="0" y="31750"/>
                  </a:lnTo>
                  <a:lnTo>
                    <a:pt x="0" y="34706"/>
                  </a:lnTo>
                  <a:lnTo>
                    <a:pt x="0" y="55403"/>
                  </a:lnTo>
                  <a:lnTo>
                    <a:pt x="0" y="111581"/>
                  </a:lnTo>
                  <a:lnTo>
                    <a:pt x="0" y="220980"/>
                  </a:lnTo>
                  <a:lnTo>
                    <a:pt x="11330" y="233441"/>
                  </a:lnTo>
                  <a:lnTo>
                    <a:pt x="42068" y="243522"/>
                  </a:lnTo>
                  <a:lnTo>
                    <a:pt x="87332" y="250269"/>
                  </a:lnTo>
                  <a:lnTo>
                    <a:pt x="142239" y="252730"/>
                  </a:lnTo>
                  <a:lnTo>
                    <a:pt x="197147" y="250269"/>
                  </a:lnTo>
                  <a:lnTo>
                    <a:pt x="242411" y="243522"/>
                  </a:lnTo>
                  <a:lnTo>
                    <a:pt x="273149" y="233441"/>
                  </a:lnTo>
                  <a:lnTo>
                    <a:pt x="284479" y="220980"/>
                  </a:lnTo>
                  <a:lnTo>
                    <a:pt x="284479" y="218023"/>
                  </a:lnTo>
                  <a:lnTo>
                    <a:pt x="284479" y="197326"/>
                  </a:lnTo>
                  <a:lnTo>
                    <a:pt x="284479" y="141148"/>
                  </a:lnTo>
                  <a:lnTo>
                    <a:pt x="284479" y="31750"/>
                  </a:lnTo>
                  <a:lnTo>
                    <a:pt x="273149" y="19288"/>
                  </a:lnTo>
                  <a:lnTo>
                    <a:pt x="242411" y="9207"/>
                  </a:lnTo>
                  <a:lnTo>
                    <a:pt x="197147" y="2460"/>
                  </a:lnTo>
                  <a:lnTo>
                    <a:pt x="142239" y="0"/>
                  </a:lnTo>
                  <a:close/>
                </a:path>
              </a:pathLst>
            </a:custGeom>
            <a:ln w="646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4" name="object 2574"/>
            <p:cNvSpPr/>
            <p:nvPr/>
          </p:nvSpPr>
          <p:spPr>
            <a:xfrm>
              <a:off x="6911340" y="5087619"/>
              <a:ext cx="3810" cy="11430"/>
            </a:xfrm>
            <a:custGeom>
              <a:avLst/>
              <a:gdLst/>
              <a:ahLst/>
              <a:cxnLst/>
              <a:rect l="l" t="t" r="r" b="b"/>
              <a:pathLst>
                <a:path w="3809" h="11429">
                  <a:moveTo>
                    <a:pt x="3810" y="6362"/>
                  </a:moveTo>
                  <a:lnTo>
                    <a:pt x="1270" y="6362"/>
                  </a:lnTo>
                  <a:lnTo>
                    <a:pt x="1270" y="8890"/>
                  </a:lnTo>
                  <a:lnTo>
                    <a:pt x="2540" y="8890"/>
                  </a:lnTo>
                  <a:lnTo>
                    <a:pt x="2540" y="11430"/>
                  </a:lnTo>
                  <a:lnTo>
                    <a:pt x="3810" y="11430"/>
                  </a:lnTo>
                  <a:lnTo>
                    <a:pt x="3810" y="6362"/>
                  </a:lnTo>
                  <a:close/>
                </a:path>
                <a:path w="3809" h="11429">
                  <a:moveTo>
                    <a:pt x="38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5080"/>
                  </a:lnTo>
                  <a:lnTo>
                    <a:pt x="0" y="5080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5" name="object 2575"/>
            <p:cNvSpPr/>
            <p:nvPr/>
          </p:nvSpPr>
          <p:spPr>
            <a:xfrm>
              <a:off x="6915150" y="5085080"/>
              <a:ext cx="2540" cy="16510"/>
            </a:xfrm>
            <a:custGeom>
              <a:avLst/>
              <a:gdLst/>
              <a:ahLst/>
              <a:cxnLst/>
              <a:rect l="l" t="t" r="r" b="b"/>
              <a:pathLst>
                <a:path w="2540" h="16510">
                  <a:moveTo>
                    <a:pt x="254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8890"/>
                  </a:lnTo>
                  <a:lnTo>
                    <a:pt x="2540" y="8890"/>
                  </a:lnTo>
                  <a:lnTo>
                    <a:pt x="2540" y="0"/>
                  </a:lnTo>
                  <a:close/>
                </a:path>
                <a:path w="2540" h="16510">
                  <a:moveTo>
                    <a:pt x="2540" y="8890"/>
                  </a:moveTo>
                  <a:lnTo>
                    <a:pt x="0" y="8890"/>
                  </a:lnTo>
                  <a:lnTo>
                    <a:pt x="0" y="15240"/>
                  </a:lnTo>
                  <a:lnTo>
                    <a:pt x="1270" y="15240"/>
                  </a:lnTo>
                  <a:lnTo>
                    <a:pt x="1270" y="16510"/>
                  </a:lnTo>
                  <a:lnTo>
                    <a:pt x="2540" y="16510"/>
                  </a:lnTo>
                  <a:lnTo>
                    <a:pt x="2540" y="8890"/>
                  </a:lnTo>
                  <a:close/>
                </a:path>
              </a:pathLst>
            </a:custGeom>
            <a:solidFill>
              <a:srgbClr val="CED5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6" name="object 2576"/>
            <p:cNvSpPr/>
            <p:nvPr/>
          </p:nvSpPr>
          <p:spPr>
            <a:xfrm>
              <a:off x="6917690" y="5082539"/>
              <a:ext cx="3810" cy="22860"/>
            </a:xfrm>
            <a:custGeom>
              <a:avLst/>
              <a:gdLst/>
              <a:ahLst/>
              <a:cxnLst/>
              <a:rect l="l" t="t" r="r" b="b"/>
              <a:pathLst>
                <a:path w="3809" h="22860">
                  <a:moveTo>
                    <a:pt x="3809" y="0"/>
                  </a:moveTo>
                  <a:lnTo>
                    <a:pt x="2539" y="0"/>
                  </a:lnTo>
                  <a:lnTo>
                    <a:pt x="2539" y="1269"/>
                  </a:lnTo>
                  <a:lnTo>
                    <a:pt x="0" y="1269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0"/>
                  </a:lnTo>
                  <a:close/>
                </a:path>
                <a:path w="3809" h="22860">
                  <a:moveTo>
                    <a:pt x="3809" y="11429"/>
                  </a:moveTo>
                  <a:lnTo>
                    <a:pt x="0" y="1142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1429"/>
                  </a:lnTo>
                  <a:close/>
                </a:path>
                <a:path w="3809" h="22860">
                  <a:moveTo>
                    <a:pt x="3809" y="19049"/>
                  </a:moveTo>
                  <a:lnTo>
                    <a:pt x="0" y="19049"/>
                  </a:lnTo>
                  <a:lnTo>
                    <a:pt x="0" y="20319"/>
                  </a:lnTo>
                  <a:lnTo>
                    <a:pt x="1269" y="20319"/>
                  </a:lnTo>
                  <a:lnTo>
                    <a:pt x="1269" y="21589"/>
                  </a:lnTo>
                  <a:lnTo>
                    <a:pt x="2539" y="21589"/>
                  </a:lnTo>
                  <a:lnTo>
                    <a:pt x="2539" y="22859"/>
                  </a:lnTo>
                  <a:lnTo>
                    <a:pt x="3809" y="22859"/>
                  </a:lnTo>
                  <a:lnTo>
                    <a:pt x="3809" y="19049"/>
                  </a:lnTo>
                  <a:close/>
                </a:path>
              </a:pathLst>
            </a:custGeom>
            <a:solidFill>
              <a:srgbClr val="CCD3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7" name="object 2577"/>
            <p:cNvSpPr/>
            <p:nvPr/>
          </p:nvSpPr>
          <p:spPr>
            <a:xfrm>
              <a:off x="6921500" y="5080000"/>
              <a:ext cx="3810" cy="26670"/>
            </a:xfrm>
            <a:custGeom>
              <a:avLst/>
              <a:gdLst/>
              <a:ahLst/>
              <a:cxnLst/>
              <a:rect l="l" t="t" r="r" b="b"/>
              <a:pathLst>
                <a:path w="3809" h="26670">
                  <a:moveTo>
                    <a:pt x="3809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09" h="26670">
                  <a:moveTo>
                    <a:pt x="3809" y="2540"/>
                  </a:moveTo>
                  <a:lnTo>
                    <a:pt x="0" y="2540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2540"/>
                  </a:lnTo>
                  <a:close/>
                </a:path>
                <a:path w="3809" h="26670">
                  <a:moveTo>
                    <a:pt x="3809" y="13970"/>
                  </a:moveTo>
                  <a:lnTo>
                    <a:pt x="0" y="13970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3970"/>
                  </a:lnTo>
                  <a:close/>
                </a:path>
                <a:path w="3809" h="26670">
                  <a:moveTo>
                    <a:pt x="3809" y="21590"/>
                  </a:moveTo>
                  <a:lnTo>
                    <a:pt x="0" y="21590"/>
                  </a:lnTo>
                  <a:lnTo>
                    <a:pt x="0" y="25400"/>
                  </a:lnTo>
                  <a:lnTo>
                    <a:pt x="1270" y="25400"/>
                  </a:lnTo>
                  <a:lnTo>
                    <a:pt x="1270" y="26669"/>
                  </a:lnTo>
                  <a:lnTo>
                    <a:pt x="3809" y="26669"/>
                  </a:lnTo>
                  <a:lnTo>
                    <a:pt x="3809" y="21590"/>
                  </a:lnTo>
                  <a:close/>
                </a:path>
              </a:pathLst>
            </a:custGeom>
            <a:solidFill>
              <a:srgbClr val="C9D1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8" name="object 2578"/>
            <p:cNvSpPr/>
            <p:nvPr/>
          </p:nvSpPr>
          <p:spPr>
            <a:xfrm>
              <a:off x="6925310" y="5078730"/>
              <a:ext cx="3810" cy="29209"/>
            </a:xfrm>
            <a:custGeom>
              <a:avLst/>
              <a:gdLst/>
              <a:ahLst/>
              <a:cxnLst/>
              <a:rect l="l" t="t" r="r" b="b"/>
              <a:pathLst>
                <a:path w="3809" h="29210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09" h="29210">
                  <a:moveTo>
                    <a:pt x="3810" y="3810"/>
                  </a:moveTo>
                  <a:lnTo>
                    <a:pt x="0" y="381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3810"/>
                  </a:lnTo>
                  <a:close/>
                </a:path>
                <a:path w="3809" h="29210">
                  <a:moveTo>
                    <a:pt x="3810" y="15240"/>
                  </a:moveTo>
                  <a:lnTo>
                    <a:pt x="0" y="1524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5240"/>
                  </a:lnTo>
                  <a:close/>
                </a:path>
                <a:path w="3809" h="29210">
                  <a:moveTo>
                    <a:pt x="3810" y="22860"/>
                  </a:moveTo>
                  <a:lnTo>
                    <a:pt x="0" y="22860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2860"/>
                  </a:lnTo>
                  <a:close/>
                </a:path>
              </a:pathLst>
            </a:custGeom>
            <a:solidFill>
              <a:srgbClr val="C6CF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9" name="object 2579"/>
            <p:cNvSpPr/>
            <p:nvPr/>
          </p:nvSpPr>
          <p:spPr>
            <a:xfrm>
              <a:off x="6929120" y="5077459"/>
              <a:ext cx="3810" cy="33020"/>
            </a:xfrm>
            <a:custGeom>
              <a:avLst/>
              <a:gdLst/>
              <a:ahLst/>
              <a:cxnLst/>
              <a:rect l="l" t="t" r="r" b="b"/>
              <a:pathLst>
                <a:path w="3809" h="33020">
                  <a:moveTo>
                    <a:pt x="380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0"/>
                  </a:lnTo>
                  <a:close/>
                </a:path>
                <a:path w="3809" h="33020">
                  <a:moveTo>
                    <a:pt x="3809" y="5080"/>
                  </a:moveTo>
                  <a:lnTo>
                    <a:pt x="0" y="508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5080"/>
                  </a:lnTo>
                  <a:close/>
                </a:path>
                <a:path w="3809" h="33020">
                  <a:moveTo>
                    <a:pt x="3809" y="16510"/>
                  </a:moveTo>
                  <a:lnTo>
                    <a:pt x="0" y="16510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16510"/>
                  </a:lnTo>
                  <a:close/>
                </a:path>
                <a:path w="3809" h="33020">
                  <a:moveTo>
                    <a:pt x="3809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24130"/>
                  </a:lnTo>
                  <a:close/>
                </a:path>
                <a:path w="3809" h="33020">
                  <a:moveTo>
                    <a:pt x="3809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2539" y="31750"/>
                  </a:lnTo>
                  <a:lnTo>
                    <a:pt x="2539" y="33019"/>
                  </a:lnTo>
                  <a:lnTo>
                    <a:pt x="3809" y="33019"/>
                  </a:lnTo>
                  <a:lnTo>
                    <a:pt x="3809" y="30480"/>
                  </a:lnTo>
                  <a:close/>
                </a:path>
              </a:pathLst>
            </a:custGeom>
            <a:solidFill>
              <a:srgbClr val="C3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0" name="object 2580"/>
            <p:cNvSpPr/>
            <p:nvPr/>
          </p:nvSpPr>
          <p:spPr>
            <a:xfrm>
              <a:off x="6932930" y="5076189"/>
              <a:ext cx="3810" cy="34290"/>
            </a:xfrm>
            <a:custGeom>
              <a:avLst/>
              <a:gdLst/>
              <a:ahLst/>
              <a:cxnLst/>
              <a:rect l="l" t="t" r="r" b="b"/>
              <a:pathLst>
                <a:path w="3809" h="34289">
                  <a:moveTo>
                    <a:pt x="3810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0" y="126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0"/>
                  </a:lnTo>
                  <a:close/>
                </a:path>
                <a:path w="3809" h="34289">
                  <a:moveTo>
                    <a:pt x="3810" y="6349"/>
                  </a:moveTo>
                  <a:lnTo>
                    <a:pt x="0" y="6349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6349"/>
                  </a:lnTo>
                  <a:close/>
                </a:path>
                <a:path w="3809" h="34289">
                  <a:moveTo>
                    <a:pt x="3810" y="17779"/>
                  </a:moveTo>
                  <a:lnTo>
                    <a:pt x="0" y="1777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17779"/>
                  </a:lnTo>
                  <a:close/>
                </a:path>
                <a:path w="3809" h="34289">
                  <a:moveTo>
                    <a:pt x="3810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5399"/>
                  </a:lnTo>
                  <a:close/>
                </a:path>
                <a:path w="3809" h="34289">
                  <a:moveTo>
                    <a:pt x="3810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31749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1" name="object 2581"/>
            <p:cNvSpPr/>
            <p:nvPr/>
          </p:nvSpPr>
          <p:spPr>
            <a:xfrm>
              <a:off x="6936740" y="5074920"/>
              <a:ext cx="2540" cy="36830"/>
            </a:xfrm>
            <a:custGeom>
              <a:avLst/>
              <a:gdLst/>
              <a:ahLst/>
              <a:cxnLst/>
              <a:rect l="l" t="t" r="r" b="b"/>
              <a:pathLst>
                <a:path w="2540" h="36829">
                  <a:moveTo>
                    <a:pt x="253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  <a:path w="2540" h="36829">
                  <a:moveTo>
                    <a:pt x="253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2539" y="7619"/>
                  </a:lnTo>
                  <a:lnTo>
                    <a:pt x="2539" y="1269"/>
                  </a:lnTo>
                  <a:close/>
                </a:path>
                <a:path w="2540" h="36829">
                  <a:moveTo>
                    <a:pt x="2539" y="7619"/>
                  </a:moveTo>
                  <a:lnTo>
                    <a:pt x="0" y="7619"/>
                  </a:lnTo>
                  <a:lnTo>
                    <a:pt x="0" y="19049"/>
                  </a:lnTo>
                  <a:lnTo>
                    <a:pt x="2539" y="19049"/>
                  </a:lnTo>
                  <a:lnTo>
                    <a:pt x="2539" y="7619"/>
                  </a:lnTo>
                  <a:close/>
                </a:path>
                <a:path w="2540" h="36829">
                  <a:moveTo>
                    <a:pt x="2539" y="19050"/>
                  </a:moveTo>
                  <a:lnTo>
                    <a:pt x="0" y="19050"/>
                  </a:lnTo>
                  <a:lnTo>
                    <a:pt x="0" y="26669"/>
                  </a:lnTo>
                  <a:lnTo>
                    <a:pt x="2539" y="26669"/>
                  </a:lnTo>
                  <a:lnTo>
                    <a:pt x="2539" y="19050"/>
                  </a:lnTo>
                  <a:close/>
                </a:path>
                <a:path w="2540" h="36829">
                  <a:moveTo>
                    <a:pt x="2539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2539" y="33019"/>
                  </a:lnTo>
                  <a:lnTo>
                    <a:pt x="2539" y="26669"/>
                  </a:lnTo>
                  <a:close/>
                </a:path>
                <a:path w="2540" h="36829">
                  <a:moveTo>
                    <a:pt x="2539" y="33019"/>
                  </a:moveTo>
                  <a:lnTo>
                    <a:pt x="0" y="33019"/>
                  </a:lnTo>
                  <a:lnTo>
                    <a:pt x="0" y="36829"/>
                  </a:lnTo>
                  <a:lnTo>
                    <a:pt x="2539" y="36829"/>
                  </a:lnTo>
                  <a:lnTo>
                    <a:pt x="2539" y="33019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2" name="object 2582"/>
            <p:cNvSpPr/>
            <p:nvPr/>
          </p:nvSpPr>
          <p:spPr>
            <a:xfrm>
              <a:off x="6939280" y="5074920"/>
              <a:ext cx="3810" cy="38100"/>
            </a:xfrm>
            <a:custGeom>
              <a:avLst/>
              <a:gdLst/>
              <a:ahLst/>
              <a:cxnLst/>
              <a:rect l="l" t="t" r="r" b="b"/>
              <a:pathLst>
                <a:path w="3809" h="38100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09" h="38100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09" h="38100">
                  <a:moveTo>
                    <a:pt x="3810" y="7619"/>
                  </a:moveTo>
                  <a:lnTo>
                    <a:pt x="0" y="761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7619"/>
                  </a:lnTo>
                  <a:close/>
                </a:path>
                <a:path w="3809" h="38100">
                  <a:moveTo>
                    <a:pt x="3810" y="19050"/>
                  </a:moveTo>
                  <a:lnTo>
                    <a:pt x="0" y="19050"/>
                  </a:lnTo>
                  <a:lnTo>
                    <a:pt x="0" y="26669"/>
                  </a:lnTo>
                  <a:lnTo>
                    <a:pt x="3810" y="26669"/>
                  </a:lnTo>
                  <a:lnTo>
                    <a:pt x="3810" y="19050"/>
                  </a:lnTo>
                  <a:close/>
                </a:path>
                <a:path w="3809" h="38100">
                  <a:moveTo>
                    <a:pt x="3810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6669"/>
                  </a:lnTo>
                  <a:close/>
                </a:path>
                <a:path w="3809" h="38100">
                  <a:moveTo>
                    <a:pt x="3810" y="33019"/>
                  </a:moveTo>
                  <a:lnTo>
                    <a:pt x="0" y="33019"/>
                  </a:lnTo>
                  <a:lnTo>
                    <a:pt x="0" y="36829"/>
                  </a:lnTo>
                  <a:lnTo>
                    <a:pt x="1270" y="36829"/>
                  </a:lnTo>
                  <a:lnTo>
                    <a:pt x="1270" y="38099"/>
                  </a:lnTo>
                  <a:lnTo>
                    <a:pt x="3810" y="38099"/>
                  </a:lnTo>
                  <a:lnTo>
                    <a:pt x="3810" y="33019"/>
                  </a:lnTo>
                  <a:close/>
                </a:path>
              </a:pathLst>
            </a:custGeom>
            <a:solidFill>
              <a:srgbClr val="BB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3" name="object 2583"/>
            <p:cNvSpPr/>
            <p:nvPr/>
          </p:nvSpPr>
          <p:spPr>
            <a:xfrm>
              <a:off x="6943090" y="5073650"/>
              <a:ext cx="3810" cy="40640"/>
            </a:xfrm>
            <a:custGeom>
              <a:avLst/>
              <a:gdLst/>
              <a:ahLst/>
              <a:cxnLst/>
              <a:rect l="l" t="t" r="r" b="b"/>
              <a:pathLst>
                <a:path w="3809" h="40639">
                  <a:moveTo>
                    <a:pt x="3809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09" h="40639">
                  <a:moveTo>
                    <a:pt x="3809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2540"/>
                  </a:lnTo>
                  <a:close/>
                </a:path>
                <a:path w="3809" h="40639">
                  <a:moveTo>
                    <a:pt x="3809" y="8890"/>
                  </a:moveTo>
                  <a:lnTo>
                    <a:pt x="0" y="8890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8890"/>
                  </a:lnTo>
                  <a:close/>
                </a:path>
                <a:path w="3809" h="40639">
                  <a:moveTo>
                    <a:pt x="3809" y="20320"/>
                  </a:moveTo>
                  <a:lnTo>
                    <a:pt x="0" y="20320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0320"/>
                  </a:lnTo>
                  <a:close/>
                </a:path>
                <a:path w="3809" h="40639">
                  <a:moveTo>
                    <a:pt x="3809" y="27940"/>
                  </a:moveTo>
                  <a:lnTo>
                    <a:pt x="0" y="27940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27940"/>
                  </a:lnTo>
                  <a:close/>
                </a:path>
                <a:path w="3809" h="40639">
                  <a:moveTo>
                    <a:pt x="3809" y="34290"/>
                  </a:moveTo>
                  <a:lnTo>
                    <a:pt x="0" y="34290"/>
                  </a:lnTo>
                  <a:lnTo>
                    <a:pt x="0" y="39369"/>
                  </a:lnTo>
                  <a:lnTo>
                    <a:pt x="2539" y="39369"/>
                  </a:lnTo>
                  <a:lnTo>
                    <a:pt x="2539" y="40639"/>
                  </a:lnTo>
                  <a:lnTo>
                    <a:pt x="3809" y="40639"/>
                  </a:lnTo>
                  <a:lnTo>
                    <a:pt x="3809" y="34290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4" name="object 2584"/>
            <p:cNvSpPr/>
            <p:nvPr/>
          </p:nvSpPr>
          <p:spPr>
            <a:xfrm>
              <a:off x="6946900" y="5072380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09" h="41910">
                  <a:moveTo>
                    <a:pt x="3809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09" h="41910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09" h="41910">
                  <a:moveTo>
                    <a:pt x="3809" y="10160"/>
                  </a:moveTo>
                  <a:lnTo>
                    <a:pt x="0" y="10160"/>
                  </a:lnTo>
                  <a:lnTo>
                    <a:pt x="0" y="21590"/>
                  </a:lnTo>
                  <a:lnTo>
                    <a:pt x="3809" y="21590"/>
                  </a:lnTo>
                  <a:lnTo>
                    <a:pt x="3809" y="10160"/>
                  </a:lnTo>
                  <a:close/>
                </a:path>
                <a:path w="3809" h="41910">
                  <a:moveTo>
                    <a:pt x="3809" y="21590"/>
                  </a:moveTo>
                  <a:lnTo>
                    <a:pt x="0" y="21590"/>
                  </a:lnTo>
                  <a:lnTo>
                    <a:pt x="0" y="29210"/>
                  </a:lnTo>
                  <a:lnTo>
                    <a:pt x="3809" y="29210"/>
                  </a:lnTo>
                  <a:lnTo>
                    <a:pt x="3809" y="21590"/>
                  </a:lnTo>
                  <a:close/>
                </a:path>
                <a:path w="3809" h="41910">
                  <a:moveTo>
                    <a:pt x="3809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29210"/>
                  </a:lnTo>
                  <a:close/>
                </a:path>
                <a:path w="3809" h="41910">
                  <a:moveTo>
                    <a:pt x="3809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35560"/>
                  </a:lnTo>
                  <a:close/>
                </a:path>
              </a:pathLst>
            </a:custGeom>
            <a:solidFill>
              <a:srgbClr val="B6C1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5" name="object 2585"/>
            <p:cNvSpPr/>
            <p:nvPr/>
          </p:nvSpPr>
          <p:spPr>
            <a:xfrm>
              <a:off x="6950710" y="5071109"/>
              <a:ext cx="3810" cy="44450"/>
            </a:xfrm>
            <a:custGeom>
              <a:avLst/>
              <a:gdLst/>
              <a:ahLst/>
              <a:cxnLst/>
              <a:rect l="l" t="t" r="r" b="b"/>
              <a:pathLst>
                <a:path w="3809" h="44450">
                  <a:moveTo>
                    <a:pt x="3810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0" y="1269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09" h="44450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09" h="44450">
                  <a:moveTo>
                    <a:pt x="3810" y="11430"/>
                  </a:moveTo>
                  <a:lnTo>
                    <a:pt x="0" y="1143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1430"/>
                  </a:lnTo>
                  <a:close/>
                </a:path>
                <a:path w="3809" h="44450">
                  <a:moveTo>
                    <a:pt x="3810" y="22860"/>
                  </a:moveTo>
                  <a:lnTo>
                    <a:pt x="0" y="22860"/>
                  </a:lnTo>
                  <a:lnTo>
                    <a:pt x="0" y="30479"/>
                  </a:lnTo>
                  <a:lnTo>
                    <a:pt x="3810" y="30479"/>
                  </a:lnTo>
                  <a:lnTo>
                    <a:pt x="3810" y="22860"/>
                  </a:lnTo>
                  <a:close/>
                </a:path>
                <a:path w="3809" h="44450">
                  <a:moveTo>
                    <a:pt x="3810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30480"/>
                  </a:lnTo>
                  <a:close/>
                </a:path>
                <a:path w="3809" h="44450">
                  <a:moveTo>
                    <a:pt x="381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36830"/>
                  </a:lnTo>
                  <a:close/>
                </a:path>
                <a:path w="3809" h="44450">
                  <a:moveTo>
                    <a:pt x="3810" y="43180"/>
                  </a:moveTo>
                  <a:lnTo>
                    <a:pt x="2540" y="43180"/>
                  </a:lnTo>
                  <a:lnTo>
                    <a:pt x="2540" y="44450"/>
                  </a:lnTo>
                  <a:lnTo>
                    <a:pt x="3810" y="44450"/>
                  </a:lnTo>
                  <a:lnTo>
                    <a:pt x="3810" y="43180"/>
                  </a:lnTo>
                  <a:close/>
                </a:path>
              </a:pathLst>
            </a:custGeom>
            <a:solidFill>
              <a:srgbClr val="B3BF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6" name="object 2586"/>
            <p:cNvSpPr/>
            <p:nvPr/>
          </p:nvSpPr>
          <p:spPr>
            <a:xfrm>
              <a:off x="6954520" y="5071109"/>
              <a:ext cx="3810" cy="45720"/>
            </a:xfrm>
            <a:custGeom>
              <a:avLst/>
              <a:gdLst/>
              <a:ahLst/>
              <a:cxnLst/>
              <a:rect l="l" t="t" r="r" b="b"/>
              <a:pathLst>
                <a:path w="3809" h="45720">
                  <a:moveTo>
                    <a:pt x="380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0"/>
                  </a:lnTo>
                  <a:close/>
                </a:path>
                <a:path w="3809" h="45720">
                  <a:moveTo>
                    <a:pt x="380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5080"/>
                  </a:lnTo>
                  <a:close/>
                </a:path>
                <a:path w="3809" h="45720">
                  <a:moveTo>
                    <a:pt x="3809" y="11430"/>
                  </a:moveTo>
                  <a:lnTo>
                    <a:pt x="0" y="11430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11430"/>
                  </a:lnTo>
                  <a:close/>
                </a:path>
                <a:path w="3809" h="45720">
                  <a:moveTo>
                    <a:pt x="3809" y="22860"/>
                  </a:moveTo>
                  <a:lnTo>
                    <a:pt x="0" y="22860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22860"/>
                  </a:lnTo>
                  <a:close/>
                </a:path>
                <a:path w="3809" h="45720">
                  <a:moveTo>
                    <a:pt x="3809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0480"/>
                  </a:lnTo>
                  <a:close/>
                </a:path>
                <a:path w="3809" h="45720">
                  <a:moveTo>
                    <a:pt x="3809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36830"/>
                  </a:lnTo>
                  <a:close/>
                </a:path>
                <a:path w="3809" h="45720">
                  <a:moveTo>
                    <a:pt x="3809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2539" y="44450"/>
                  </a:lnTo>
                  <a:lnTo>
                    <a:pt x="2539" y="45719"/>
                  </a:lnTo>
                  <a:lnTo>
                    <a:pt x="3809" y="45719"/>
                  </a:lnTo>
                  <a:lnTo>
                    <a:pt x="3809" y="43180"/>
                  </a:lnTo>
                  <a:close/>
                </a:path>
              </a:pathLst>
            </a:custGeom>
            <a:solidFill>
              <a:srgbClr val="B1BD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7" name="object 2587"/>
            <p:cNvSpPr/>
            <p:nvPr/>
          </p:nvSpPr>
          <p:spPr>
            <a:xfrm>
              <a:off x="6958330" y="5069839"/>
              <a:ext cx="3810" cy="46990"/>
            </a:xfrm>
            <a:custGeom>
              <a:avLst/>
              <a:gdLst/>
              <a:ahLst/>
              <a:cxnLst/>
              <a:rect l="l" t="t" r="r" b="b"/>
              <a:pathLst>
                <a:path w="3809" h="46989">
                  <a:moveTo>
                    <a:pt x="3810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0" y="126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0"/>
                  </a:lnTo>
                  <a:close/>
                </a:path>
                <a:path w="3809" h="46989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09" h="46989">
                  <a:moveTo>
                    <a:pt x="3810" y="12699"/>
                  </a:moveTo>
                  <a:lnTo>
                    <a:pt x="0" y="12699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2699"/>
                  </a:lnTo>
                  <a:close/>
                </a:path>
                <a:path w="3809" h="46989">
                  <a:moveTo>
                    <a:pt x="3810" y="24129"/>
                  </a:moveTo>
                  <a:lnTo>
                    <a:pt x="0" y="2412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4129"/>
                  </a:lnTo>
                  <a:close/>
                </a:path>
                <a:path w="3809" h="46989">
                  <a:moveTo>
                    <a:pt x="3810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1749"/>
                  </a:lnTo>
                  <a:close/>
                </a:path>
                <a:path w="3809" h="46989">
                  <a:moveTo>
                    <a:pt x="3810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38099"/>
                  </a:lnTo>
                  <a:close/>
                </a:path>
                <a:path w="3809" h="46989">
                  <a:moveTo>
                    <a:pt x="381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4449"/>
                  </a:lnTo>
                  <a:close/>
                </a:path>
              </a:pathLst>
            </a:custGeom>
            <a:solidFill>
              <a:srgbClr val="AEBA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8" name="object 2588"/>
            <p:cNvSpPr/>
            <p:nvPr/>
          </p:nvSpPr>
          <p:spPr>
            <a:xfrm>
              <a:off x="6962140" y="5069839"/>
              <a:ext cx="2540" cy="48260"/>
            </a:xfrm>
            <a:custGeom>
              <a:avLst/>
              <a:gdLst/>
              <a:ahLst/>
              <a:cxnLst/>
              <a:rect l="l" t="t" r="r" b="b"/>
              <a:pathLst>
                <a:path w="2540" h="48260">
                  <a:moveTo>
                    <a:pt x="253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2539" y="6349"/>
                  </a:lnTo>
                  <a:lnTo>
                    <a:pt x="2539" y="0"/>
                  </a:lnTo>
                  <a:close/>
                </a:path>
                <a:path w="2540" h="48260">
                  <a:moveTo>
                    <a:pt x="253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2539" y="12699"/>
                  </a:lnTo>
                  <a:lnTo>
                    <a:pt x="2539" y="6349"/>
                  </a:lnTo>
                  <a:close/>
                </a:path>
                <a:path w="2540" h="48260">
                  <a:moveTo>
                    <a:pt x="2539" y="12699"/>
                  </a:moveTo>
                  <a:lnTo>
                    <a:pt x="0" y="12699"/>
                  </a:lnTo>
                  <a:lnTo>
                    <a:pt x="0" y="24129"/>
                  </a:lnTo>
                  <a:lnTo>
                    <a:pt x="2539" y="24129"/>
                  </a:lnTo>
                  <a:lnTo>
                    <a:pt x="2539" y="12699"/>
                  </a:lnTo>
                  <a:close/>
                </a:path>
                <a:path w="2540" h="48260">
                  <a:moveTo>
                    <a:pt x="2539" y="24129"/>
                  </a:moveTo>
                  <a:lnTo>
                    <a:pt x="0" y="24129"/>
                  </a:lnTo>
                  <a:lnTo>
                    <a:pt x="0" y="31749"/>
                  </a:lnTo>
                  <a:lnTo>
                    <a:pt x="2539" y="31749"/>
                  </a:lnTo>
                  <a:lnTo>
                    <a:pt x="2539" y="24129"/>
                  </a:lnTo>
                  <a:close/>
                </a:path>
                <a:path w="2540" h="48260">
                  <a:moveTo>
                    <a:pt x="2539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2539" y="38099"/>
                  </a:lnTo>
                  <a:lnTo>
                    <a:pt x="2539" y="31749"/>
                  </a:lnTo>
                  <a:close/>
                </a:path>
                <a:path w="2540" h="48260">
                  <a:moveTo>
                    <a:pt x="2539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2539" y="44449"/>
                  </a:lnTo>
                  <a:lnTo>
                    <a:pt x="2539" y="38099"/>
                  </a:lnTo>
                  <a:close/>
                </a:path>
                <a:path w="2540" h="48260">
                  <a:moveTo>
                    <a:pt x="2539" y="44449"/>
                  </a:moveTo>
                  <a:lnTo>
                    <a:pt x="0" y="44449"/>
                  </a:lnTo>
                  <a:lnTo>
                    <a:pt x="0" y="48259"/>
                  </a:lnTo>
                  <a:lnTo>
                    <a:pt x="2539" y="48259"/>
                  </a:lnTo>
                  <a:lnTo>
                    <a:pt x="2539" y="44449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9" name="object 2589"/>
            <p:cNvSpPr/>
            <p:nvPr/>
          </p:nvSpPr>
          <p:spPr>
            <a:xfrm>
              <a:off x="6964680" y="5068570"/>
              <a:ext cx="3810" cy="50800"/>
            </a:xfrm>
            <a:custGeom>
              <a:avLst/>
              <a:gdLst/>
              <a:ahLst/>
              <a:cxnLst/>
              <a:rect l="l" t="t" r="r" b="b"/>
              <a:pathLst>
                <a:path w="3809" h="50800">
                  <a:moveTo>
                    <a:pt x="3810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09" h="50800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09" h="50800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09" h="50800">
                  <a:moveTo>
                    <a:pt x="3810" y="13969"/>
                  </a:moveTo>
                  <a:lnTo>
                    <a:pt x="0" y="1396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13969"/>
                  </a:lnTo>
                  <a:close/>
                </a:path>
                <a:path w="3809" h="50800">
                  <a:moveTo>
                    <a:pt x="3810" y="25400"/>
                  </a:moveTo>
                  <a:lnTo>
                    <a:pt x="0" y="25400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5400"/>
                  </a:lnTo>
                  <a:close/>
                </a:path>
                <a:path w="3809" h="50800">
                  <a:moveTo>
                    <a:pt x="3810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3019"/>
                  </a:lnTo>
                  <a:close/>
                </a:path>
                <a:path w="3809" h="50800">
                  <a:moveTo>
                    <a:pt x="3810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39369"/>
                  </a:lnTo>
                  <a:close/>
                </a:path>
                <a:path w="3809" h="50800">
                  <a:moveTo>
                    <a:pt x="3810" y="45719"/>
                  </a:moveTo>
                  <a:lnTo>
                    <a:pt x="0" y="45719"/>
                  </a:lnTo>
                  <a:lnTo>
                    <a:pt x="0" y="49529"/>
                  </a:lnTo>
                  <a:lnTo>
                    <a:pt x="2540" y="49529"/>
                  </a:lnTo>
                  <a:lnTo>
                    <a:pt x="2540" y="50799"/>
                  </a:lnTo>
                  <a:lnTo>
                    <a:pt x="3810" y="50799"/>
                  </a:lnTo>
                  <a:lnTo>
                    <a:pt x="3810" y="45719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0" name="object 2590"/>
            <p:cNvSpPr/>
            <p:nvPr/>
          </p:nvSpPr>
          <p:spPr>
            <a:xfrm>
              <a:off x="6968490" y="5067300"/>
              <a:ext cx="3810" cy="52069"/>
            </a:xfrm>
            <a:custGeom>
              <a:avLst/>
              <a:gdLst/>
              <a:ahLst/>
              <a:cxnLst/>
              <a:rect l="l" t="t" r="r" b="b"/>
              <a:pathLst>
                <a:path w="3809" h="52070">
                  <a:moveTo>
                    <a:pt x="3809" y="0"/>
                  </a:moveTo>
                  <a:lnTo>
                    <a:pt x="2539" y="0"/>
                  </a:lnTo>
                  <a:lnTo>
                    <a:pt x="2539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09" h="52070">
                  <a:moveTo>
                    <a:pt x="3809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2540"/>
                  </a:lnTo>
                  <a:close/>
                </a:path>
                <a:path w="3809" h="52070">
                  <a:moveTo>
                    <a:pt x="3809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8890"/>
                  </a:lnTo>
                  <a:close/>
                </a:path>
                <a:path w="3809" h="52070">
                  <a:moveTo>
                    <a:pt x="3809" y="15240"/>
                  </a:moveTo>
                  <a:lnTo>
                    <a:pt x="0" y="15240"/>
                  </a:lnTo>
                  <a:lnTo>
                    <a:pt x="0" y="26669"/>
                  </a:lnTo>
                  <a:lnTo>
                    <a:pt x="3809" y="26669"/>
                  </a:lnTo>
                  <a:lnTo>
                    <a:pt x="3809" y="15240"/>
                  </a:lnTo>
                  <a:close/>
                </a:path>
                <a:path w="3809" h="52070">
                  <a:moveTo>
                    <a:pt x="3809" y="26670"/>
                  </a:moveTo>
                  <a:lnTo>
                    <a:pt x="0" y="26670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26670"/>
                  </a:lnTo>
                  <a:close/>
                </a:path>
                <a:path w="3809" h="52070">
                  <a:moveTo>
                    <a:pt x="3809" y="34290"/>
                  </a:moveTo>
                  <a:lnTo>
                    <a:pt x="0" y="34290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4290"/>
                  </a:lnTo>
                  <a:close/>
                </a:path>
                <a:path w="3809" h="52070">
                  <a:moveTo>
                    <a:pt x="3809" y="40640"/>
                  </a:moveTo>
                  <a:lnTo>
                    <a:pt x="0" y="40640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0640"/>
                  </a:lnTo>
                  <a:close/>
                </a:path>
                <a:path w="3809" h="52070">
                  <a:moveTo>
                    <a:pt x="3809" y="46990"/>
                  </a:moveTo>
                  <a:lnTo>
                    <a:pt x="0" y="46990"/>
                  </a:lnTo>
                  <a:lnTo>
                    <a:pt x="0" y="52069"/>
                  </a:lnTo>
                  <a:lnTo>
                    <a:pt x="3809" y="52069"/>
                  </a:lnTo>
                  <a:lnTo>
                    <a:pt x="3809" y="46990"/>
                  </a:lnTo>
                  <a:close/>
                </a:path>
              </a:pathLst>
            </a:custGeom>
            <a:solidFill>
              <a:srgbClr val="A6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1" name="object 2591"/>
            <p:cNvSpPr/>
            <p:nvPr/>
          </p:nvSpPr>
          <p:spPr>
            <a:xfrm>
              <a:off x="6972300" y="5066030"/>
              <a:ext cx="3810" cy="54610"/>
            </a:xfrm>
            <a:custGeom>
              <a:avLst/>
              <a:gdLst/>
              <a:ahLst/>
              <a:cxnLst/>
              <a:rect l="l" t="t" r="r" b="b"/>
              <a:pathLst>
                <a:path w="3809" h="54610">
                  <a:moveTo>
                    <a:pt x="3809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09" h="54610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09" h="54610">
                  <a:moveTo>
                    <a:pt x="380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0160"/>
                  </a:lnTo>
                  <a:close/>
                </a:path>
                <a:path w="3809" h="54610">
                  <a:moveTo>
                    <a:pt x="3809" y="16510"/>
                  </a:moveTo>
                  <a:lnTo>
                    <a:pt x="0" y="16510"/>
                  </a:lnTo>
                  <a:lnTo>
                    <a:pt x="0" y="27940"/>
                  </a:lnTo>
                  <a:lnTo>
                    <a:pt x="3809" y="27940"/>
                  </a:lnTo>
                  <a:lnTo>
                    <a:pt x="3809" y="16510"/>
                  </a:lnTo>
                  <a:close/>
                </a:path>
                <a:path w="3809" h="54610">
                  <a:moveTo>
                    <a:pt x="3809" y="27940"/>
                  </a:moveTo>
                  <a:lnTo>
                    <a:pt x="0" y="27940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27940"/>
                  </a:lnTo>
                  <a:close/>
                </a:path>
                <a:path w="3809" h="54610">
                  <a:moveTo>
                    <a:pt x="3809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35560"/>
                  </a:lnTo>
                  <a:close/>
                </a:path>
                <a:path w="3809" h="54610">
                  <a:moveTo>
                    <a:pt x="3809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3809" y="48260"/>
                  </a:lnTo>
                  <a:lnTo>
                    <a:pt x="3809" y="41910"/>
                  </a:lnTo>
                  <a:close/>
                </a:path>
                <a:path w="3809" h="54610">
                  <a:moveTo>
                    <a:pt x="3809" y="48260"/>
                  </a:moveTo>
                  <a:lnTo>
                    <a:pt x="0" y="48260"/>
                  </a:lnTo>
                  <a:lnTo>
                    <a:pt x="0" y="53340"/>
                  </a:lnTo>
                  <a:lnTo>
                    <a:pt x="2540" y="53340"/>
                  </a:lnTo>
                  <a:lnTo>
                    <a:pt x="2540" y="54610"/>
                  </a:lnTo>
                  <a:lnTo>
                    <a:pt x="3809" y="54610"/>
                  </a:lnTo>
                  <a:lnTo>
                    <a:pt x="3809" y="48260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2" name="object 2592"/>
            <p:cNvSpPr/>
            <p:nvPr/>
          </p:nvSpPr>
          <p:spPr>
            <a:xfrm>
              <a:off x="6976110" y="5066030"/>
              <a:ext cx="3810" cy="54610"/>
            </a:xfrm>
            <a:custGeom>
              <a:avLst/>
              <a:gdLst/>
              <a:ahLst/>
              <a:cxnLst/>
              <a:rect l="l" t="t" r="r" b="b"/>
              <a:pathLst>
                <a:path w="3809" h="54610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09" h="54610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09" h="54610">
                  <a:moveTo>
                    <a:pt x="381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60"/>
                  </a:lnTo>
                  <a:close/>
                </a:path>
                <a:path w="3809" h="54610">
                  <a:moveTo>
                    <a:pt x="3810" y="16510"/>
                  </a:moveTo>
                  <a:lnTo>
                    <a:pt x="0" y="16510"/>
                  </a:lnTo>
                  <a:lnTo>
                    <a:pt x="0" y="27940"/>
                  </a:lnTo>
                  <a:lnTo>
                    <a:pt x="3810" y="27940"/>
                  </a:lnTo>
                  <a:lnTo>
                    <a:pt x="3810" y="16510"/>
                  </a:lnTo>
                  <a:close/>
                </a:path>
                <a:path w="3809" h="54610">
                  <a:moveTo>
                    <a:pt x="3810" y="27940"/>
                  </a:moveTo>
                  <a:lnTo>
                    <a:pt x="0" y="27940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27940"/>
                  </a:lnTo>
                  <a:close/>
                </a:path>
                <a:path w="3809" h="54610">
                  <a:moveTo>
                    <a:pt x="3810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5560"/>
                  </a:lnTo>
                  <a:close/>
                </a:path>
                <a:path w="3809" h="54610">
                  <a:moveTo>
                    <a:pt x="3810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1910"/>
                  </a:lnTo>
                  <a:close/>
                </a:path>
                <a:path w="3809" h="54610">
                  <a:moveTo>
                    <a:pt x="3810" y="48260"/>
                  </a:moveTo>
                  <a:lnTo>
                    <a:pt x="0" y="48260"/>
                  </a:lnTo>
                  <a:lnTo>
                    <a:pt x="0" y="54610"/>
                  </a:lnTo>
                  <a:lnTo>
                    <a:pt x="3810" y="54610"/>
                  </a:lnTo>
                  <a:lnTo>
                    <a:pt x="3810" y="48260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3" name="object 2593"/>
            <p:cNvSpPr/>
            <p:nvPr/>
          </p:nvSpPr>
          <p:spPr>
            <a:xfrm>
              <a:off x="6979920" y="5066030"/>
              <a:ext cx="3810" cy="55880"/>
            </a:xfrm>
            <a:custGeom>
              <a:avLst/>
              <a:gdLst/>
              <a:ahLst/>
              <a:cxnLst/>
              <a:rect l="l" t="t" r="r" b="b"/>
              <a:pathLst>
                <a:path w="3809" h="55879">
                  <a:moveTo>
                    <a:pt x="380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09" h="55879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09" h="55879">
                  <a:moveTo>
                    <a:pt x="380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0160"/>
                  </a:lnTo>
                  <a:close/>
                </a:path>
                <a:path w="3809" h="55879">
                  <a:moveTo>
                    <a:pt x="3809" y="16510"/>
                  </a:moveTo>
                  <a:lnTo>
                    <a:pt x="0" y="16510"/>
                  </a:lnTo>
                  <a:lnTo>
                    <a:pt x="0" y="27940"/>
                  </a:lnTo>
                  <a:lnTo>
                    <a:pt x="3809" y="27940"/>
                  </a:lnTo>
                  <a:lnTo>
                    <a:pt x="3809" y="16510"/>
                  </a:lnTo>
                  <a:close/>
                </a:path>
                <a:path w="3809" h="55879">
                  <a:moveTo>
                    <a:pt x="3809" y="27940"/>
                  </a:moveTo>
                  <a:lnTo>
                    <a:pt x="0" y="27940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27940"/>
                  </a:lnTo>
                  <a:close/>
                </a:path>
                <a:path w="3809" h="55879">
                  <a:moveTo>
                    <a:pt x="3809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35560"/>
                  </a:lnTo>
                  <a:close/>
                </a:path>
                <a:path w="3809" h="55879">
                  <a:moveTo>
                    <a:pt x="3809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3809" y="48260"/>
                  </a:lnTo>
                  <a:lnTo>
                    <a:pt x="3809" y="41910"/>
                  </a:lnTo>
                  <a:close/>
                </a:path>
                <a:path w="3809" h="55879">
                  <a:moveTo>
                    <a:pt x="3809" y="48260"/>
                  </a:moveTo>
                  <a:lnTo>
                    <a:pt x="0" y="48260"/>
                  </a:lnTo>
                  <a:lnTo>
                    <a:pt x="0" y="54610"/>
                  </a:lnTo>
                  <a:lnTo>
                    <a:pt x="3809" y="54610"/>
                  </a:lnTo>
                  <a:lnTo>
                    <a:pt x="3809" y="48260"/>
                  </a:lnTo>
                  <a:close/>
                </a:path>
                <a:path w="3809" h="55879">
                  <a:moveTo>
                    <a:pt x="3809" y="54610"/>
                  </a:moveTo>
                  <a:lnTo>
                    <a:pt x="1270" y="54610"/>
                  </a:lnTo>
                  <a:lnTo>
                    <a:pt x="1270" y="55880"/>
                  </a:lnTo>
                  <a:lnTo>
                    <a:pt x="3809" y="55880"/>
                  </a:lnTo>
                  <a:lnTo>
                    <a:pt x="3809" y="54610"/>
                  </a:lnTo>
                  <a:close/>
                </a:path>
              </a:pathLst>
            </a:custGeom>
            <a:solidFill>
              <a:srgbClr val="9EAD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4" name="object 2594"/>
            <p:cNvSpPr/>
            <p:nvPr/>
          </p:nvSpPr>
          <p:spPr>
            <a:xfrm>
              <a:off x="6983730" y="5066030"/>
              <a:ext cx="2540" cy="55880"/>
            </a:xfrm>
            <a:custGeom>
              <a:avLst/>
              <a:gdLst/>
              <a:ahLst/>
              <a:cxnLst/>
              <a:rect l="l" t="t" r="r" b="b"/>
              <a:pathLst>
                <a:path w="2540" h="55879">
                  <a:moveTo>
                    <a:pt x="254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40" y="3810"/>
                  </a:lnTo>
                  <a:lnTo>
                    <a:pt x="2540" y="0"/>
                  </a:lnTo>
                  <a:close/>
                </a:path>
                <a:path w="2540" h="55879">
                  <a:moveTo>
                    <a:pt x="254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2540" y="10160"/>
                  </a:lnTo>
                  <a:lnTo>
                    <a:pt x="2540" y="3810"/>
                  </a:lnTo>
                  <a:close/>
                </a:path>
                <a:path w="2540" h="55879">
                  <a:moveTo>
                    <a:pt x="254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2540" y="16510"/>
                  </a:lnTo>
                  <a:lnTo>
                    <a:pt x="2540" y="10160"/>
                  </a:lnTo>
                  <a:close/>
                </a:path>
                <a:path w="2540" h="55879">
                  <a:moveTo>
                    <a:pt x="2540" y="16510"/>
                  </a:moveTo>
                  <a:lnTo>
                    <a:pt x="0" y="16510"/>
                  </a:lnTo>
                  <a:lnTo>
                    <a:pt x="0" y="27940"/>
                  </a:lnTo>
                  <a:lnTo>
                    <a:pt x="2540" y="27940"/>
                  </a:lnTo>
                  <a:lnTo>
                    <a:pt x="2540" y="16510"/>
                  </a:lnTo>
                  <a:close/>
                </a:path>
                <a:path w="2540" h="55879">
                  <a:moveTo>
                    <a:pt x="2540" y="27940"/>
                  </a:moveTo>
                  <a:lnTo>
                    <a:pt x="0" y="27940"/>
                  </a:lnTo>
                  <a:lnTo>
                    <a:pt x="0" y="35560"/>
                  </a:lnTo>
                  <a:lnTo>
                    <a:pt x="2540" y="35560"/>
                  </a:lnTo>
                  <a:lnTo>
                    <a:pt x="2540" y="27940"/>
                  </a:lnTo>
                  <a:close/>
                </a:path>
                <a:path w="2540" h="55879">
                  <a:moveTo>
                    <a:pt x="2540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2540" y="41910"/>
                  </a:lnTo>
                  <a:lnTo>
                    <a:pt x="2540" y="35560"/>
                  </a:lnTo>
                  <a:close/>
                </a:path>
                <a:path w="2540" h="55879">
                  <a:moveTo>
                    <a:pt x="2540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2540" y="48260"/>
                  </a:lnTo>
                  <a:lnTo>
                    <a:pt x="2540" y="41910"/>
                  </a:lnTo>
                  <a:close/>
                </a:path>
                <a:path w="2540" h="55879">
                  <a:moveTo>
                    <a:pt x="2540" y="48260"/>
                  </a:moveTo>
                  <a:lnTo>
                    <a:pt x="0" y="48260"/>
                  </a:lnTo>
                  <a:lnTo>
                    <a:pt x="0" y="54610"/>
                  </a:lnTo>
                  <a:lnTo>
                    <a:pt x="2540" y="54610"/>
                  </a:lnTo>
                  <a:lnTo>
                    <a:pt x="2540" y="48260"/>
                  </a:lnTo>
                  <a:close/>
                </a:path>
                <a:path w="2540" h="55879">
                  <a:moveTo>
                    <a:pt x="2540" y="54610"/>
                  </a:moveTo>
                  <a:lnTo>
                    <a:pt x="0" y="54610"/>
                  </a:lnTo>
                  <a:lnTo>
                    <a:pt x="0" y="55880"/>
                  </a:lnTo>
                  <a:lnTo>
                    <a:pt x="2540" y="55880"/>
                  </a:lnTo>
                  <a:lnTo>
                    <a:pt x="2540" y="54610"/>
                  </a:lnTo>
                  <a:close/>
                </a:path>
              </a:pathLst>
            </a:custGeom>
            <a:solidFill>
              <a:srgbClr val="9CAB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5" name="object 2595"/>
            <p:cNvSpPr/>
            <p:nvPr/>
          </p:nvSpPr>
          <p:spPr>
            <a:xfrm>
              <a:off x="6986270" y="5066030"/>
              <a:ext cx="3810" cy="55880"/>
            </a:xfrm>
            <a:custGeom>
              <a:avLst/>
              <a:gdLst/>
              <a:ahLst/>
              <a:cxnLst/>
              <a:rect l="l" t="t" r="r" b="b"/>
              <a:pathLst>
                <a:path w="3809" h="55879">
                  <a:moveTo>
                    <a:pt x="380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09" h="55879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09" h="55879">
                  <a:moveTo>
                    <a:pt x="380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0160"/>
                  </a:lnTo>
                  <a:close/>
                </a:path>
                <a:path w="3809" h="55879">
                  <a:moveTo>
                    <a:pt x="3809" y="16510"/>
                  </a:moveTo>
                  <a:lnTo>
                    <a:pt x="0" y="16510"/>
                  </a:lnTo>
                  <a:lnTo>
                    <a:pt x="0" y="27940"/>
                  </a:lnTo>
                  <a:lnTo>
                    <a:pt x="3809" y="27940"/>
                  </a:lnTo>
                  <a:lnTo>
                    <a:pt x="3809" y="16510"/>
                  </a:lnTo>
                  <a:close/>
                </a:path>
                <a:path w="3809" h="55879">
                  <a:moveTo>
                    <a:pt x="3809" y="27940"/>
                  </a:moveTo>
                  <a:lnTo>
                    <a:pt x="0" y="27940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27940"/>
                  </a:lnTo>
                  <a:close/>
                </a:path>
                <a:path w="3809" h="55879">
                  <a:moveTo>
                    <a:pt x="3809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35560"/>
                  </a:lnTo>
                  <a:close/>
                </a:path>
                <a:path w="3809" h="55879">
                  <a:moveTo>
                    <a:pt x="3809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3809" y="48260"/>
                  </a:lnTo>
                  <a:lnTo>
                    <a:pt x="3809" y="41910"/>
                  </a:lnTo>
                  <a:close/>
                </a:path>
                <a:path w="3809" h="55879">
                  <a:moveTo>
                    <a:pt x="3809" y="48260"/>
                  </a:moveTo>
                  <a:lnTo>
                    <a:pt x="0" y="48260"/>
                  </a:lnTo>
                  <a:lnTo>
                    <a:pt x="0" y="54610"/>
                  </a:lnTo>
                  <a:lnTo>
                    <a:pt x="3809" y="54610"/>
                  </a:lnTo>
                  <a:lnTo>
                    <a:pt x="3809" y="48260"/>
                  </a:lnTo>
                  <a:close/>
                </a:path>
                <a:path w="3809" h="55879">
                  <a:moveTo>
                    <a:pt x="3809" y="54610"/>
                  </a:moveTo>
                  <a:lnTo>
                    <a:pt x="0" y="54610"/>
                  </a:lnTo>
                  <a:lnTo>
                    <a:pt x="0" y="55880"/>
                  </a:lnTo>
                  <a:lnTo>
                    <a:pt x="3809" y="55880"/>
                  </a:lnTo>
                  <a:lnTo>
                    <a:pt x="3809" y="54610"/>
                  </a:lnTo>
                  <a:close/>
                </a:path>
              </a:pathLst>
            </a:custGeom>
            <a:solidFill>
              <a:srgbClr val="99A8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6" name="object 2596"/>
            <p:cNvSpPr/>
            <p:nvPr/>
          </p:nvSpPr>
          <p:spPr>
            <a:xfrm>
              <a:off x="6990080" y="5064759"/>
              <a:ext cx="3810" cy="57150"/>
            </a:xfrm>
            <a:custGeom>
              <a:avLst/>
              <a:gdLst/>
              <a:ahLst/>
              <a:cxnLst/>
              <a:rect l="l" t="t" r="r" b="b"/>
              <a:pathLst>
                <a:path w="3809" h="57150">
                  <a:moveTo>
                    <a:pt x="3810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0" y="1269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09" h="57150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09" h="57150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09" h="57150">
                  <a:moveTo>
                    <a:pt x="3810" y="17780"/>
                  </a:moveTo>
                  <a:lnTo>
                    <a:pt x="0" y="17780"/>
                  </a:lnTo>
                  <a:lnTo>
                    <a:pt x="0" y="29209"/>
                  </a:lnTo>
                  <a:lnTo>
                    <a:pt x="3810" y="29209"/>
                  </a:lnTo>
                  <a:lnTo>
                    <a:pt x="3810" y="17780"/>
                  </a:lnTo>
                  <a:close/>
                </a:path>
                <a:path w="3809" h="57150">
                  <a:moveTo>
                    <a:pt x="3810" y="29210"/>
                  </a:moveTo>
                  <a:lnTo>
                    <a:pt x="0" y="2921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29210"/>
                  </a:lnTo>
                  <a:close/>
                </a:path>
                <a:path w="3809" h="57150">
                  <a:moveTo>
                    <a:pt x="381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36830"/>
                  </a:lnTo>
                  <a:close/>
                </a:path>
                <a:path w="3809" h="57150">
                  <a:moveTo>
                    <a:pt x="3810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3180"/>
                  </a:lnTo>
                  <a:close/>
                </a:path>
                <a:path w="3809" h="57150">
                  <a:moveTo>
                    <a:pt x="3810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49530"/>
                  </a:lnTo>
                  <a:close/>
                </a:path>
                <a:path w="3809" h="57150">
                  <a:moveTo>
                    <a:pt x="3810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3810" y="57150"/>
                  </a:lnTo>
                  <a:lnTo>
                    <a:pt x="3810" y="55880"/>
                  </a:lnTo>
                  <a:close/>
                </a:path>
              </a:pathLst>
            </a:custGeom>
            <a:solidFill>
              <a:srgbClr val="96A6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7" name="object 2597"/>
            <p:cNvSpPr/>
            <p:nvPr/>
          </p:nvSpPr>
          <p:spPr>
            <a:xfrm>
              <a:off x="6993890" y="5064759"/>
              <a:ext cx="3810" cy="57150"/>
            </a:xfrm>
            <a:custGeom>
              <a:avLst/>
              <a:gdLst/>
              <a:ahLst/>
              <a:cxnLst/>
              <a:rect l="l" t="t" r="r" b="b"/>
              <a:pathLst>
                <a:path w="3809" h="57150">
                  <a:moveTo>
                    <a:pt x="380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0"/>
                  </a:lnTo>
                  <a:close/>
                </a:path>
                <a:path w="3809" h="57150">
                  <a:moveTo>
                    <a:pt x="380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5080"/>
                  </a:lnTo>
                  <a:close/>
                </a:path>
                <a:path w="3809" h="57150">
                  <a:moveTo>
                    <a:pt x="380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1430"/>
                  </a:lnTo>
                  <a:close/>
                </a:path>
                <a:path w="3809" h="57150">
                  <a:moveTo>
                    <a:pt x="3809" y="17780"/>
                  </a:moveTo>
                  <a:lnTo>
                    <a:pt x="0" y="17780"/>
                  </a:lnTo>
                  <a:lnTo>
                    <a:pt x="0" y="29209"/>
                  </a:lnTo>
                  <a:lnTo>
                    <a:pt x="3809" y="29209"/>
                  </a:lnTo>
                  <a:lnTo>
                    <a:pt x="3809" y="17780"/>
                  </a:lnTo>
                  <a:close/>
                </a:path>
                <a:path w="3809" h="57150">
                  <a:moveTo>
                    <a:pt x="3809" y="29210"/>
                  </a:moveTo>
                  <a:lnTo>
                    <a:pt x="0" y="29210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29210"/>
                  </a:lnTo>
                  <a:close/>
                </a:path>
                <a:path w="3809" h="57150">
                  <a:moveTo>
                    <a:pt x="3809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36830"/>
                  </a:lnTo>
                  <a:close/>
                </a:path>
                <a:path w="3809" h="57150">
                  <a:moveTo>
                    <a:pt x="3809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3180"/>
                  </a:lnTo>
                  <a:close/>
                </a:path>
                <a:path w="3809" h="57150">
                  <a:moveTo>
                    <a:pt x="3809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49530"/>
                  </a:lnTo>
                  <a:close/>
                </a:path>
                <a:path w="3809" h="57150">
                  <a:moveTo>
                    <a:pt x="3809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3809" y="57150"/>
                  </a:lnTo>
                  <a:lnTo>
                    <a:pt x="3809" y="55880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8" name="object 2598"/>
            <p:cNvSpPr/>
            <p:nvPr/>
          </p:nvSpPr>
          <p:spPr>
            <a:xfrm>
              <a:off x="6997700" y="50634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89">
                  <a:moveTo>
                    <a:pt x="3809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0" y="126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0"/>
                  </a:lnTo>
                  <a:close/>
                </a:path>
                <a:path w="3809" h="59689">
                  <a:moveTo>
                    <a:pt x="380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6349"/>
                  </a:lnTo>
                  <a:close/>
                </a:path>
                <a:path w="3809" h="59689">
                  <a:moveTo>
                    <a:pt x="380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2699"/>
                  </a:lnTo>
                  <a:close/>
                </a:path>
                <a:path w="3809" h="59689">
                  <a:moveTo>
                    <a:pt x="3809" y="19049"/>
                  </a:moveTo>
                  <a:lnTo>
                    <a:pt x="0" y="19049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19049"/>
                  </a:lnTo>
                  <a:close/>
                </a:path>
                <a:path w="3809" h="59689">
                  <a:moveTo>
                    <a:pt x="3809" y="30479"/>
                  </a:moveTo>
                  <a:lnTo>
                    <a:pt x="0" y="3047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0479"/>
                  </a:lnTo>
                  <a:close/>
                </a:path>
                <a:path w="3809" h="59689">
                  <a:moveTo>
                    <a:pt x="3809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38099"/>
                  </a:lnTo>
                  <a:close/>
                </a:path>
                <a:path w="3809" h="59689">
                  <a:moveTo>
                    <a:pt x="3809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4449"/>
                  </a:lnTo>
                  <a:close/>
                </a:path>
                <a:path w="3809" h="59689">
                  <a:moveTo>
                    <a:pt x="3809" y="50799"/>
                  </a:moveTo>
                  <a:lnTo>
                    <a:pt x="0" y="5079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0799"/>
                  </a:lnTo>
                  <a:close/>
                </a:path>
                <a:path w="3809" h="59689">
                  <a:moveTo>
                    <a:pt x="3809" y="57149"/>
                  </a:moveTo>
                  <a:lnTo>
                    <a:pt x="0" y="57149"/>
                  </a:lnTo>
                  <a:lnTo>
                    <a:pt x="0" y="58419"/>
                  </a:lnTo>
                  <a:lnTo>
                    <a:pt x="1270" y="58419"/>
                  </a:lnTo>
                  <a:lnTo>
                    <a:pt x="1270" y="59689"/>
                  </a:lnTo>
                  <a:lnTo>
                    <a:pt x="3809" y="59689"/>
                  </a:lnTo>
                  <a:lnTo>
                    <a:pt x="3809" y="57149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9" name="object 2599"/>
            <p:cNvSpPr/>
            <p:nvPr/>
          </p:nvSpPr>
          <p:spPr>
            <a:xfrm>
              <a:off x="7001510" y="50634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89">
                  <a:moveTo>
                    <a:pt x="381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0"/>
                  </a:lnTo>
                  <a:close/>
                </a:path>
                <a:path w="3809" h="59689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09" h="59689">
                  <a:moveTo>
                    <a:pt x="381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2699"/>
                  </a:lnTo>
                  <a:close/>
                </a:path>
                <a:path w="3809" h="59689">
                  <a:moveTo>
                    <a:pt x="3810" y="19049"/>
                  </a:moveTo>
                  <a:lnTo>
                    <a:pt x="0" y="19049"/>
                  </a:lnTo>
                  <a:lnTo>
                    <a:pt x="0" y="30479"/>
                  </a:lnTo>
                  <a:lnTo>
                    <a:pt x="3810" y="30479"/>
                  </a:lnTo>
                  <a:lnTo>
                    <a:pt x="3810" y="19049"/>
                  </a:lnTo>
                  <a:close/>
                </a:path>
                <a:path w="3809" h="59689">
                  <a:moveTo>
                    <a:pt x="3810" y="30479"/>
                  </a:moveTo>
                  <a:lnTo>
                    <a:pt x="0" y="3047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0479"/>
                  </a:lnTo>
                  <a:close/>
                </a:path>
                <a:path w="3809" h="59689">
                  <a:moveTo>
                    <a:pt x="3810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38099"/>
                  </a:lnTo>
                  <a:close/>
                </a:path>
                <a:path w="3809" h="59689">
                  <a:moveTo>
                    <a:pt x="3810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4449"/>
                  </a:lnTo>
                  <a:close/>
                </a:path>
                <a:path w="3809" h="59689">
                  <a:moveTo>
                    <a:pt x="3810" y="50799"/>
                  </a:moveTo>
                  <a:lnTo>
                    <a:pt x="0" y="5079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0799"/>
                  </a:lnTo>
                  <a:close/>
                </a:path>
                <a:path w="3809" h="59689">
                  <a:moveTo>
                    <a:pt x="3810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7149"/>
                  </a:lnTo>
                  <a:close/>
                </a:path>
              </a:pathLst>
            </a:custGeom>
            <a:solidFill>
              <a:srgbClr val="8E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0" name="object 2600"/>
            <p:cNvSpPr/>
            <p:nvPr/>
          </p:nvSpPr>
          <p:spPr>
            <a:xfrm>
              <a:off x="7005320" y="50634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89">
                  <a:moveTo>
                    <a:pt x="380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0"/>
                  </a:lnTo>
                  <a:close/>
                </a:path>
                <a:path w="3809" h="59689">
                  <a:moveTo>
                    <a:pt x="380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6349"/>
                  </a:lnTo>
                  <a:close/>
                </a:path>
                <a:path w="3809" h="59689">
                  <a:moveTo>
                    <a:pt x="380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2699"/>
                  </a:lnTo>
                  <a:close/>
                </a:path>
                <a:path w="3809" h="59689">
                  <a:moveTo>
                    <a:pt x="3809" y="19049"/>
                  </a:moveTo>
                  <a:lnTo>
                    <a:pt x="0" y="19049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19049"/>
                  </a:lnTo>
                  <a:close/>
                </a:path>
                <a:path w="3809" h="59689">
                  <a:moveTo>
                    <a:pt x="3809" y="30479"/>
                  </a:moveTo>
                  <a:lnTo>
                    <a:pt x="0" y="3047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0479"/>
                  </a:lnTo>
                  <a:close/>
                </a:path>
                <a:path w="3809" h="59689">
                  <a:moveTo>
                    <a:pt x="3809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38099"/>
                  </a:lnTo>
                  <a:close/>
                </a:path>
                <a:path w="3809" h="59689">
                  <a:moveTo>
                    <a:pt x="3809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4449"/>
                  </a:lnTo>
                  <a:close/>
                </a:path>
                <a:path w="3809" h="59689">
                  <a:moveTo>
                    <a:pt x="3809" y="50799"/>
                  </a:moveTo>
                  <a:lnTo>
                    <a:pt x="0" y="5079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0799"/>
                  </a:lnTo>
                  <a:close/>
                </a:path>
                <a:path w="3809" h="59689">
                  <a:moveTo>
                    <a:pt x="3809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7149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1" name="object 2601"/>
            <p:cNvSpPr/>
            <p:nvPr/>
          </p:nvSpPr>
          <p:spPr>
            <a:xfrm>
              <a:off x="7009130" y="50634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89">
                  <a:moveTo>
                    <a:pt x="381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0"/>
                  </a:lnTo>
                  <a:close/>
                </a:path>
                <a:path w="3809" h="59689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09" h="59689">
                  <a:moveTo>
                    <a:pt x="381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2699"/>
                  </a:lnTo>
                  <a:close/>
                </a:path>
                <a:path w="3809" h="59689">
                  <a:moveTo>
                    <a:pt x="3810" y="19049"/>
                  </a:moveTo>
                  <a:lnTo>
                    <a:pt x="0" y="19049"/>
                  </a:lnTo>
                  <a:lnTo>
                    <a:pt x="0" y="30479"/>
                  </a:lnTo>
                  <a:lnTo>
                    <a:pt x="3810" y="30479"/>
                  </a:lnTo>
                  <a:lnTo>
                    <a:pt x="3810" y="19049"/>
                  </a:lnTo>
                  <a:close/>
                </a:path>
                <a:path w="3809" h="59689">
                  <a:moveTo>
                    <a:pt x="3810" y="30479"/>
                  </a:moveTo>
                  <a:lnTo>
                    <a:pt x="0" y="3047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0479"/>
                  </a:lnTo>
                  <a:close/>
                </a:path>
                <a:path w="3809" h="59689">
                  <a:moveTo>
                    <a:pt x="3810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38099"/>
                  </a:lnTo>
                  <a:close/>
                </a:path>
                <a:path w="3809" h="59689">
                  <a:moveTo>
                    <a:pt x="3810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4449"/>
                  </a:lnTo>
                  <a:close/>
                </a:path>
                <a:path w="3809" h="59689">
                  <a:moveTo>
                    <a:pt x="3810" y="50799"/>
                  </a:moveTo>
                  <a:lnTo>
                    <a:pt x="0" y="5079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0799"/>
                  </a:lnTo>
                  <a:close/>
                </a:path>
                <a:path w="3809" h="59689">
                  <a:moveTo>
                    <a:pt x="3810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7149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2" name="object 2602"/>
            <p:cNvSpPr/>
            <p:nvPr/>
          </p:nvSpPr>
          <p:spPr>
            <a:xfrm>
              <a:off x="7012940" y="5063489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253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2539" y="6349"/>
                  </a:lnTo>
                  <a:lnTo>
                    <a:pt x="2539" y="0"/>
                  </a:lnTo>
                  <a:close/>
                </a:path>
                <a:path w="2540" h="59689">
                  <a:moveTo>
                    <a:pt x="253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2539" y="12699"/>
                  </a:lnTo>
                  <a:lnTo>
                    <a:pt x="2539" y="6349"/>
                  </a:lnTo>
                  <a:close/>
                </a:path>
                <a:path w="2540" h="59689">
                  <a:moveTo>
                    <a:pt x="253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2539" y="19049"/>
                  </a:lnTo>
                  <a:lnTo>
                    <a:pt x="2539" y="12699"/>
                  </a:lnTo>
                  <a:close/>
                </a:path>
                <a:path w="2540" h="59689">
                  <a:moveTo>
                    <a:pt x="2539" y="19049"/>
                  </a:moveTo>
                  <a:lnTo>
                    <a:pt x="0" y="19049"/>
                  </a:lnTo>
                  <a:lnTo>
                    <a:pt x="0" y="30479"/>
                  </a:lnTo>
                  <a:lnTo>
                    <a:pt x="2539" y="30479"/>
                  </a:lnTo>
                  <a:lnTo>
                    <a:pt x="2539" y="19049"/>
                  </a:lnTo>
                  <a:close/>
                </a:path>
                <a:path w="2540" h="59689">
                  <a:moveTo>
                    <a:pt x="2539" y="30479"/>
                  </a:moveTo>
                  <a:lnTo>
                    <a:pt x="0" y="30479"/>
                  </a:lnTo>
                  <a:lnTo>
                    <a:pt x="0" y="38099"/>
                  </a:lnTo>
                  <a:lnTo>
                    <a:pt x="2539" y="38099"/>
                  </a:lnTo>
                  <a:lnTo>
                    <a:pt x="2539" y="30479"/>
                  </a:lnTo>
                  <a:close/>
                </a:path>
                <a:path w="2540" h="59689">
                  <a:moveTo>
                    <a:pt x="2539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2539" y="44449"/>
                  </a:lnTo>
                  <a:lnTo>
                    <a:pt x="2539" y="38099"/>
                  </a:lnTo>
                  <a:close/>
                </a:path>
                <a:path w="2540" h="59689">
                  <a:moveTo>
                    <a:pt x="2539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2539" y="50799"/>
                  </a:lnTo>
                  <a:lnTo>
                    <a:pt x="2539" y="44449"/>
                  </a:lnTo>
                  <a:close/>
                </a:path>
                <a:path w="2540" h="59689">
                  <a:moveTo>
                    <a:pt x="2539" y="50799"/>
                  </a:moveTo>
                  <a:lnTo>
                    <a:pt x="0" y="50799"/>
                  </a:lnTo>
                  <a:lnTo>
                    <a:pt x="0" y="57149"/>
                  </a:lnTo>
                  <a:lnTo>
                    <a:pt x="2539" y="57149"/>
                  </a:lnTo>
                  <a:lnTo>
                    <a:pt x="2539" y="50799"/>
                  </a:lnTo>
                  <a:close/>
                </a:path>
                <a:path w="2540" h="59689">
                  <a:moveTo>
                    <a:pt x="2539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2539" y="59689"/>
                  </a:lnTo>
                  <a:lnTo>
                    <a:pt x="2539" y="57149"/>
                  </a:lnTo>
                  <a:close/>
                </a:path>
              </a:pathLst>
            </a:custGeom>
            <a:solidFill>
              <a:srgbClr val="8799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3" name="object 2603"/>
            <p:cNvSpPr/>
            <p:nvPr/>
          </p:nvSpPr>
          <p:spPr>
            <a:xfrm>
              <a:off x="7015480" y="50634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89">
                  <a:moveTo>
                    <a:pt x="381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0"/>
                  </a:lnTo>
                  <a:close/>
                </a:path>
                <a:path w="3809" h="59689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09" h="59689">
                  <a:moveTo>
                    <a:pt x="381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2699"/>
                  </a:lnTo>
                  <a:close/>
                </a:path>
                <a:path w="3809" h="59689">
                  <a:moveTo>
                    <a:pt x="3810" y="19049"/>
                  </a:moveTo>
                  <a:lnTo>
                    <a:pt x="0" y="19049"/>
                  </a:lnTo>
                  <a:lnTo>
                    <a:pt x="0" y="30479"/>
                  </a:lnTo>
                  <a:lnTo>
                    <a:pt x="3810" y="30479"/>
                  </a:lnTo>
                  <a:lnTo>
                    <a:pt x="3810" y="19049"/>
                  </a:lnTo>
                  <a:close/>
                </a:path>
                <a:path w="3809" h="59689">
                  <a:moveTo>
                    <a:pt x="3810" y="30479"/>
                  </a:moveTo>
                  <a:lnTo>
                    <a:pt x="0" y="3047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0479"/>
                  </a:lnTo>
                  <a:close/>
                </a:path>
                <a:path w="3809" h="59689">
                  <a:moveTo>
                    <a:pt x="3810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38099"/>
                  </a:lnTo>
                  <a:close/>
                </a:path>
                <a:path w="3809" h="59689">
                  <a:moveTo>
                    <a:pt x="3810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4449"/>
                  </a:lnTo>
                  <a:close/>
                </a:path>
                <a:path w="3809" h="59689">
                  <a:moveTo>
                    <a:pt x="3810" y="50799"/>
                  </a:moveTo>
                  <a:lnTo>
                    <a:pt x="0" y="5079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0799"/>
                  </a:lnTo>
                  <a:close/>
                </a:path>
                <a:path w="3809" h="59689">
                  <a:moveTo>
                    <a:pt x="3810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7149"/>
                  </a:lnTo>
                  <a:close/>
                </a:path>
              </a:pathLst>
            </a:custGeom>
            <a:solidFill>
              <a:srgbClr val="8496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4" name="object 2604"/>
            <p:cNvSpPr/>
            <p:nvPr/>
          </p:nvSpPr>
          <p:spPr>
            <a:xfrm>
              <a:off x="7019290" y="50634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89">
                  <a:moveTo>
                    <a:pt x="380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0"/>
                  </a:lnTo>
                  <a:close/>
                </a:path>
                <a:path w="3809" h="59689">
                  <a:moveTo>
                    <a:pt x="380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6349"/>
                  </a:lnTo>
                  <a:close/>
                </a:path>
                <a:path w="3809" h="59689">
                  <a:moveTo>
                    <a:pt x="380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2699"/>
                  </a:lnTo>
                  <a:close/>
                </a:path>
                <a:path w="3809" h="59689">
                  <a:moveTo>
                    <a:pt x="3809" y="19049"/>
                  </a:moveTo>
                  <a:lnTo>
                    <a:pt x="0" y="19049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19049"/>
                  </a:lnTo>
                  <a:close/>
                </a:path>
                <a:path w="3809" h="59689">
                  <a:moveTo>
                    <a:pt x="3809" y="30479"/>
                  </a:moveTo>
                  <a:lnTo>
                    <a:pt x="0" y="3047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0479"/>
                  </a:lnTo>
                  <a:close/>
                </a:path>
                <a:path w="3809" h="59689">
                  <a:moveTo>
                    <a:pt x="3809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38099"/>
                  </a:lnTo>
                  <a:close/>
                </a:path>
                <a:path w="3809" h="59689">
                  <a:moveTo>
                    <a:pt x="3809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4449"/>
                  </a:lnTo>
                  <a:close/>
                </a:path>
                <a:path w="3809" h="59689">
                  <a:moveTo>
                    <a:pt x="3809" y="50799"/>
                  </a:moveTo>
                  <a:lnTo>
                    <a:pt x="0" y="5079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0799"/>
                  </a:lnTo>
                  <a:close/>
                </a:path>
                <a:path w="3809" h="59689">
                  <a:moveTo>
                    <a:pt x="3809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7149"/>
                  </a:lnTo>
                  <a:close/>
                </a:path>
              </a:pathLst>
            </a:custGeom>
            <a:solidFill>
              <a:srgbClr val="819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5" name="object 2605"/>
            <p:cNvSpPr/>
            <p:nvPr/>
          </p:nvSpPr>
          <p:spPr>
            <a:xfrm>
              <a:off x="7023100" y="50622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09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09" h="62229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09" h="62229">
                  <a:moveTo>
                    <a:pt x="380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7619"/>
                  </a:lnTo>
                  <a:close/>
                </a:path>
                <a:path w="3809" h="62229">
                  <a:moveTo>
                    <a:pt x="3809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3969"/>
                  </a:lnTo>
                  <a:close/>
                </a:path>
                <a:path w="3809" h="62229">
                  <a:moveTo>
                    <a:pt x="3809" y="20319"/>
                  </a:moveTo>
                  <a:lnTo>
                    <a:pt x="0" y="2031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0319"/>
                  </a:lnTo>
                  <a:close/>
                </a:path>
                <a:path w="3809" h="62229">
                  <a:moveTo>
                    <a:pt x="3809" y="31750"/>
                  </a:moveTo>
                  <a:lnTo>
                    <a:pt x="0" y="31750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1750"/>
                  </a:lnTo>
                  <a:close/>
                </a:path>
                <a:path w="3809" h="62229">
                  <a:moveTo>
                    <a:pt x="3809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39369"/>
                  </a:lnTo>
                  <a:close/>
                </a:path>
                <a:path w="3809" h="62229">
                  <a:moveTo>
                    <a:pt x="3809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3809" y="52069"/>
                  </a:lnTo>
                  <a:lnTo>
                    <a:pt x="3809" y="45719"/>
                  </a:lnTo>
                  <a:close/>
                </a:path>
                <a:path w="3809" h="62229">
                  <a:moveTo>
                    <a:pt x="3809" y="52069"/>
                  </a:moveTo>
                  <a:lnTo>
                    <a:pt x="0" y="52069"/>
                  </a:lnTo>
                  <a:lnTo>
                    <a:pt x="0" y="58419"/>
                  </a:lnTo>
                  <a:lnTo>
                    <a:pt x="3809" y="58419"/>
                  </a:lnTo>
                  <a:lnTo>
                    <a:pt x="3809" y="52069"/>
                  </a:lnTo>
                  <a:close/>
                </a:path>
                <a:path w="3809" h="62229">
                  <a:moveTo>
                    <a:pt x="3809" y="58419"/>
                  </a:moveTo>
                  <a:lnTo>
                    <a:pt x="0" y="58419"/>
                  </a:lnTo>
                  <a:lnTo>
                    <a:pt x="0" y="60959"/>
                  </a:lnTo>
                  <a:lnTo>
                    <a:pt x="2540" y="60959"/>
                  </a:lnTo>
                  <a:lnTo>
                    <a:pt x="2540" y="62229"/>
                  </a:lnTo>
                  <a:lnTo>
                    <a:pt x="3809" y="62229"/>
                  </a:lnTo>
                  <a:lnTo>
                    <a:pt x="3809" y="58419"/>
                  </a:lnTo>
                  <a:close/>
                </a:path>
              </a:pathLst>
            </a:custGeom>
            <a:solidFill>
              <a:srgbClr val="7F92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6" name="object 2606"/>
            <p:cNvSpPr/>
            <p:nvPr/>
          </p:nvSpPr>
          <p:spPr>
            <a:xfrm>
              <a:off x="7026910" y="50622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09" h="62229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09" h="62229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09" h="62229">
                  <a:moveTo>
                    <a:pt x="3810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3969"/>
                  </a:lnTo>
                  <a:close/>
                </a:path>
                <a:path w="3809" h="62229">
                  <a:moveTo>
                    <a:pt x="3810" y="20319"/>
                  </a:moveTo>
                  <a:lnTo>
                    <a:pt x="0" y="2031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0319"/>
                  </a:lnTo>
                  <a:close/>
                </a:path>
                <a:path w="3809" h="62229">
                  <a:moveTo>
                    <a:pt x="3810" y="31750"/>
                  </a:moveTo>
                  <a:lnTo>
                    <a:pt x="0" y="31750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1750"/>
                  </a:lnTo>
                  <a:close/>
                </a:path>
                <a:path w="3809" h="62229">
                  <a:moveTo>
                    <a:pt x="3810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39369"/>
                  </a:lnTo>
                  <a:close/>
                </a:path>
                <a:path w="3809" h="62229">
                  <a:moveTo>
                    <a:pt x="3810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3810" y="52069"/>
                  </a:lnTo>
                  <a:lnTo>
                    <a:pt x="3810" y="45719"/>
                  </a:lnTo>
                  <a:close/>
                </a:path>
                <a:path w="3809" h="62229">
                  <a:moveTo>
                    <a:pt x="3810" y="52069"/>
                  </a:moveTo>
                  <a:lnTo>
                    <a:pt x="0" y="52069"/>
                  </a:lnTo>
                  <a:lnTo>
                    <a:pt x="0" y="58419"/>
                  </a:lnTo>
                  <a:lnTo>
                    <a:pt x="3810" y="58419"/>
                  </a:lnTo>
                  <a:lnTo>
                    <a:pt x="3810" y="52069"/>
                  </a:lnTo>
                  <a:close/>
                </a:path>
                <a:path w="3809" h="62229">
                  <a:moveTo>
                    <a:pt x="3810" y="58419"/>
                  </a:moveTo>
                  <a:lnTo>
                    <a:pt x="0" y="58419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8419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7" name="object 2607"/>
            <p:cNvSpPr/>
            <p:nvPr/>
          </p:nvSpPr>
          <p:spPr>
            <a:xfrm>
              <a:off x="7030720" y="50622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0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09" h="62229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09" h="62229">
                  <a:moveTo>
                    <a:pt x="380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7619"/>
                  </a:lnTo>
                  <a:close/>
                </a:path>
                <a:path w="3809" h="62229">
                  <a:moveTo>
                    <a:pt x="3809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3969"/>
                  </a:lnTo>
                  <a:close/>
                </a:path>
                <a:path w="3809" h="62229">
                  <a:moveTo>
                    <a:pt x="3809" y="20319"/>
                  </a:moveTo>
                  <a:lnTo>
                    <a:pt x="0" y="2031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0319"/>
                  </a:lnTo>
                  <a:close/>
                </a:path>
                <a:path w="3809" h="62229">
                  <a:moveTo>
                    <a:pt x="3809" y="31750"/>
                  </a:moveTo>
                  <a:lnTo>
                    <a:pt x="0" y="31750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1750"/>
                  </a:lnTo>
                  <a:close/>
                </a:path>
                <a:path w="3809" h="62229">
                  <a:moveTo>
                    <a:pt x="3809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39369"/>
                  </a:lnTo>
                  <a:close/>
                </a:path>
                <a:path w="3809" h="62229">
                  <a:moveTo>
                    <a:pt x="3809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3809" y="52069"/>
                  </a:lnTo>
                  <a:lnTo>
                    <a:pt x="3809" y="45719"/>
                  </a:lnTo>
                  <a:close/>
                </a:path>
                <a:path w="3809" h="62229">
                  <a:moveTo>
                    <a:pt x="3809" y="52069"/>
                  </a:moveTo>
                  <a:lnTo>
                    <a:pt x="0" y="52069"/>
                  </a:lnTo>
                  <a:lnTo>
                    <a:pt x="0" y="58419"/>
                  </a:lnTo>
                  <a:lnTo>
                    <a:pt x="3809" y="58419"/>
                  </a:lnTo>
                  <a:lnTo>
                    <a:pt x="3809" y="52069"/>
                  </a:lnTo>
                  <a:close/>
                </a:path>
                <a:path w="3809" h="62229">
                  <a:moveTo>
                    <a:pt x="3809" y="58419"/>
                  </a:moveTo>
                  <a:lnTo>
                    <a:pt x="0" y="58419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8419"/>
                  </a:lnTo>
                  <a:close/>
                </a:path>
              </a:pathLst>
            </a:custGeom>
            <a:solidFill>
              <a:srgbClr val="79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8" name="object 2608"/>
            <p:cNvSpPr/>
            <p:nvPr/>
          </p:nvSpPr>
          <p:spPr>
            <a:xfrm>
              <a:off x="7034530" y="5062220"/>
              <a:ext cx="2540" cy="62230"/>
            </a:xfrm>
            <a:custGeom>
              <a:avLst/>
              <a:gdLst/>
              <a:ahLst/>
              <a:cxnLst/>
              <a:rect l="l" t="t" r="r" b="b"/>
              <a:pathLst>
                <a:path w="2540" h="62229">
                  <a:moveTo>
                    <a:pt x="254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2540" h="62229">
                  <a:moveTo>
                    <a:pt x="254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2540" y="7619"/>
                  </a:lnTo>
                  <a:lnTo>
                    <a:pt x="2540" y="1269"/>
                  </a:lnTo>
                  <a:close/>
                </a:path>
                <a:path w="2540" h="62229">
                  <a:moveTo>
                    <a:pt x="254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2540" y="13969"/>
                  </a:lnTo>
                  <a:lnTo>
                    <a:pt x="2540" y="7619"/>
                  </a:lnTo>
                  <a:close/>
                </a:path>
                <a:path w="2540" h="62229">
                  <a:moveTo>
                    <a:pt x="2540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2540" y="20319"/>
                  </a:lnTo>
                  <a:lnTo>
                    <a:pt x="2540" y="13969"/>
                  </a:lnTo>
                  <a:close/>
                </a:path>
                <a:path w="2540" h="62229">
                  <a:moveTo>
                    <a:pt x="2540" y="20319"/>
                  </a:moveTo>
                  <a:lnTo>
                    <a:pt x="0" y="20319"/>
                  </a:lnTo>
                  <a:lnTo>
                    <a:pt x="0" y="31749"/>
                  </a:lnTo>
                  <a:lnTo>
                    <a:pt x="2540" y="31749"/>
                  </a:lnTo>
                  <a:lnTo>
                    <a:pt x="2540" y="20319"/>
                  </a:lnTo>
                  <a:close/>
                </a:path>
                <a:path w="2540" h="62229">
                  <a:moveTo>
                    <a:pt x="2540" y="31750"/>
                  </a:moveTo>
                  <a:lnTo>
                    <a:pt x="0" y="31750"/>
                  </a:lnTo>
                  <a:lnTo>
                    <a:pt x="0" y="39369"/>
                  </a:lnTo>
                  <a:lnTo>
                    <a:pt x="2540" y="39369"/>
                  </a:lnTo>
                  <a:lnTo>
                    <a:pt x="2540" y="31750"/>
                  </a:lnTo>
                  <a:close/>
                </a:path>
                <a:path w="2540" h="62229">
                  <a:moveTo>
                    <a:pt x="2540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2540" y="45719"/>
                  </a:lnTo>
                  <a:lnTo>
                    <a:pt x="2540" y="39369"/>
                  </a:lnTo>
                  <a:close/>
                </a:path>
                <a:path w="2540" h="62229">
                  <a:moveTo>
                    <a:pt x="2540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2540" y="52069"/>
                  </a:lnTo>
                  <a:lnTo>
                    <a:pt x="2540" y="45719"/>
                  </a:lnTo>
                  <a:close/>
                </a:path>
                <a:path w="2540" h="62229">
                  <a:moveTo>
                    <a:pt x="2540" y="52069"/>
                  </a:moveTo>
                  <a:lnTo>
                    <a:pt x="0" y="52069"/>
                  </a:lnTo>
                  <a:lnTo>
                    <a:pt x="0" y="58419"/>
                  </a:lnTo>
                  <a:lnTo>
                    <a:pt x="2540" y="58419"/>
                  </a:lnTo>
                  <a:lnTo>
                    <a:pt x="2540" y="52069"/>
                  </a:lnTo>
                  <a:close/>
                </a:path>
                <a:path w="2540" h="62229">
                  <a:moveTo>
                    <a:pt x="2540" y="58419"/>
                  </a:moveTo>
                  <a:lnTo>
                    <a:pt x="0" y="58419"/>
                  </a:lnTo>
                  <a:lnTo>
                    <a:pt x="0" y="62229"/>
                  </a:lnTo>
                  <a:lnTo>
                    <a:pt x="2540" y="62229"/>
                  </a:lnTo>
                  <a:lnTo>
                    <a:pt x="2540" y="58419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9" name="object 2609"/>
            <p:cNvSpPr/>
            <p:nvPr/>
          </p:nvSpPr>
          <p:spPr>
            <a:xfrm>
              <a:off x="7037070" y="50622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0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09" h="62229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09" h="62229">
                  <a:moveTo>
                    <a:pt x="380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7619"/>
                  </a:lnTo>
                  <a:close/>
                </a:path>
                <a:path w="3809" h="62229">
                  <a:moveTo>
                    <a:pt x="3809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3969"/>
                  </a:lnTo>
                  <a:close/>
                </a:path>
                <a:path w="3809" h="62229">
                  <a:moveTo>
                    <a:pt x="3809" y="20319"/>
                  </a:moveTo>
                  <a:lnTo>
                    <a:pt x="0" y="2031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0319"/>
                  </a:lnTo>
                  <a:close/>
                </a:path>
                <a:path w="3809" h="62229">
                  <a:moveTo>
                    <a:pt x="3809" y="31750"/>
                  </a:moveTo>
                  <a:lnTo>
                    <a:pt x="0" y="31750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1750"/>
                  </a:lnTo>
                  <a:close/>
                </a:path>
                <a:path w="3809" h="62229">
                  <a:moveTo>
                    <a:pt x="3809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39369"/>
                  </a:lnTo>
                  <a:close/>
                </a:path>
                <a:path w="3809" h="62229">
                  <a:moveTo>
                    <a:pt x="3809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3809" y="52069"/>
                  </a:lnTo>
                  <a:lnTo>
                    <a:pt x="3809" y="45719"/>
                  </a:lnTo>
                  <a:close/>
                </a:path>
                <a:path w="3809" h="62229">
                  <a:moveTo>
                    <a:pt x="3809" y="52069"/>
                  </a:moveTo>
                  <a:lnTo>
                    <a:pt x="0" y="52069"/>
                  </a:lnTo>
                  <a:lnTo>
                    <a:pt x="0" y="58419"/>
                  </a:lnTo>
                  <a:lnTo>
                    <a:pt x="3809" y="58419"/>
                  </a:lnTo>
                  <a:lnTo>
                    <a:pt x="3809" y="52069"/>
                  </a:lnTo>
                  <a:close/>
                </a:path>
                <a:path w="3809" h="62229">
                  <a:moveTo>
                    <a:pt x="3809" y="58419"/>
                  </a:moveTo>
                  <a:lnTo>
                    <a:pt x="0" y="58419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8419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0" name="object 2610"/>
            <p:cNvSpPr/>
            <p:nvPr/>
          </p:nvSpPr>
          <p:spPr>
            <a:xfrm>
              <a:off x="7040880" y="50622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09" h="62229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09" h="62229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09" h="62229">
                  <a:moveTo>
                    <a:pt x="3810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3969"/>
                  </a:lnTo>
                  <a:close/>
                </a:path>
                <a:path w="3809" h="62229">
                  <a:moveTo>
                    <a:pt x="3810" y="20319"/>
                  </a:moveTo>
                  <a:lnTo>
                    <a:pt x="0" y="2031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0319"/>
                  </a:lnTo>
                  <a:close/>
                </a:path>
                <a:path w="3809" h="62229">
                  <a:moveTo>
                    <a:pt x="3810" y="31750"/>
                  </a:moveTo>
                  <a:lnTo>
                    <a:pt x="0" y="31750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1750"/>
                  </a:lnTo>
                  <a:close/>
                </a:path>
                <a:path w="3809" h="62229">
                  <a:moveTo>
                    <a:pt x="3810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39369"/>
                  </a:lnTo>
                  <a:close/>
                </a:path>
                <a:path w="3809" h="62229">
                  <a:moveTo>
                    <a:pt x="3810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3810" y="52069"/>
                  </a:lnTo>
                  <a:lnTo>
                    <a:pt x="3810" y="45719"/>
                  </a:lnTo>
                  <a:close/>
                </a:path>
                <a:path w="3809" h="62229">
                  <a:moveTo>
                    <a:pt x="3810" y="52069"/>
                  </a:moveTo>
                  <a:lnTo>
                    <a:pt x="0" y="52069"/>
                  </a:lnTo>
                  <a:lnTo>
                    <a:pt x="0" y="58419"/>
                  </a:lnTo>
                  <a:lnTo>
                    <a:pt x="3810" y="58419"/>
                  </a:lnTo>
                  <a:lnTo>
                    <a:pt x="3810" y="52069"/>
                  </a:lnTo>
                  <a:close/>
                </a:path>
                <a:path w="3809" h="62229">
                  <a:moveTo>
                    <a:pt x="3810" y="58419"/>
                  </a:moveTo>
                  <a:lnTo>
                    <a:pt x="0" y="58419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8419"/>
                  </a:lnTo>
                  <a:close/>
                </a:path>
              </a:pathLst>
            </a:custGeom>
            <a:solidFill>
              <a:srgbClr val="71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1" name="object 2611"/>
            <p:cNvSpPr/>
            <p:nvPr/>
          </p:nvSpPr>
          <p:spPr>
            <a:xfrm>
              <a:off x="7044690" y="50622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0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09" h="62229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09" h="62229">
                  <a:moveTo>
                    <a:pt x="380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7619"/>
                  </a:lnTo>
                  <a:close/>
                </a:path>
                <a:path w="3809" h="62229">
                  <a:moveTo>
                    <a:pt x="3809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3969"/>
                  </a:lnTo>
                  <a:close/>
                </a:path>
                <a:path w="3809" h="62229">
                  <a:moveTo>
                    <a:pt x="3809" y="20319"/>
                  </a:moveTo>
                  <a:lnTo>
                    <a:pt x="0" y="2031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0319"/>
                  </a:lnTo>
                  <a:close/>
                </a:path>
                <a:path w="3809" h="62229">
                  <a:moveTo>
                    <a:pt x="3809" y="31750"/>
                  </a:moveTo>
                  <a:lnTo>
                    <a:pt x="0" y="31750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1750"/>
                  </a:lnTo>
                  <a:close/>
                </a:path>
                <a:path w="3809" h="62229">
                  <a:moveTo>
                    <a:pt x="3809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39369"/>
                  </a:lnTo>
                  <a:close/>
                </a:path>
                <a:path w="3809" h="62229">
                  <a:moveTo>
                    <a:pt x="3809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3809" y="52069"/>
                  </a:lnTo>
                  <a:lnTo>
                    <a:pt x="3809" y="45719"/>
                  </a:lnTo>
                  <a:close/>
                </a:path>
                <a:path w="3809" h="62229">
                  <a:moveTo>
                    <a:pt x="3809" y="52069"/>
                  </a:moveTo>
                  <a:lnTo>
                    <a:pt x="0" y="52069"/>
                  </a:lnTo>
                  <a:lnTo>
                    <a:pt x="0" y="58419"/>
                  </a:lnTo>
                  <a:lnTo>
                    <a:pt x="3809" y="58419"/>
                  </a:lnTo>
                  <a:lnTo>
                    <a:pt x="3809" y="52069"/>
                  </a:lnTo>
                  <a:close/>
                </a:path>
                <a:path w="3809" h="62229">
                  <a:moveTo>
                    <a:pt x="3809" y="58419"/>
                  </a:moveTo>
                  <a:lnTo>
                    <a:pt x="0" y="58419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8419"/>
                  </a:lnTo>
                  <a:close/>
                </a:path>
              </a:pathLst>
            </a:custGeom>
            <a:solidFill>
              <a:srgbClr val="6F84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2" name="object 2612"/>
            <p:cNvSpPr/>
            <p:nvPr/>
          </p:nvSpPr>
          <p:spPr>
            <a:xfrm>
              <a:off x="7048500" y="50622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0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09" h="62229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09" h="62229">
                  <a:moveTo>
                    <a:pt x="380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7619"/>
                  </a:lnTo>
                  <a:close/>
                </a:path>
                <a:path w="3809" h="62229">
                  <a:moveTo>
                    <a:pt x="3809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3969"/>
                  </a:lnTo>
                  <a:close/>
                </a:path>
                <a:path w="3809" h="62229">
                  <a:moveTo>
                    <a:pt x="3809" y="20319"/>
                  </a:moveTo>
                  <a:lnTo>
                    <a:pt x="0" y="2031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0319"/>
                  </a:lnTo>
                  <a:close/>
                </a:path>
                <a:path w="3809" h="62229">
                  <a:moveTo>
                    <a:pt x="3809" y="31750"/>
                  </a:moveTo>
                  <a:lnTo>
                    <a:pt x="0" y="31750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1750"/>
                  </a:lnTo>
                  <a:close/>
                </a:path>
                <a:path w="3809" h="62229">
                  <a:moveTo>
                    <a:pt x="3809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39369"/>
                  </a:lnTo>
                  <a:close/>
                </a:path>
                <a:path w="3809" h="62229">
                  <a:moveTo>
                    <a:pt x="3809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3809" y="52069"/>
                  </a:lnTo>
                  <a:lnTo>
                    <a:pt x="3809" y="45719"/>
                  </a:lnTo>
                  <a:close/>
                </a:path>
                <a:path w="3809" h="62229">
                  <a:moveTo>
                    <a:pt x="3809" y="52069"/>
                  </a:moveTo>
                  <a:lnTo>
                    <a:pt x="0" y="52069"/>
                  </a:lnTo>
                  <a:lnTo>
                    <a:pt x="0" y="58419"/>
                  </a:lnTo>
                  <a:lnTo>
                    <a:pt x="3809" y="58419"/>
                  </a:lnTo>
                  <a:lnTo>
                    <a:pt x="3809" y="52069"/>
                  </a:lnTo>
                  <a:close/>
                </a:path>
                <a:path w="3809" h="62229">
                  <a:moveTo>
                    <a:pt x="3809" y="58419"/>
                  </a:moveTo>
                  <a:lnTo>
                    <a:pt x="0" y="58419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8419"/>
                  </a:lnTo>
                  <a:close/>
                </a:path>
              </a:pathLst>
            </a:custGeom>
            <a:solidFill>
              <a:srgbClr val="6C82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3" name="object 2613"/>
            <p:cNvSpPr/>
            <p:nvPr/>
          </p:nvSpPr>
          <p:spPr>
            <a:xfrm>
              <a:off x="7052310" y="5060950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09" h="63500">
                  <a:moveTo>
                    <a:pt x="3810" y="1269"/>
                  </a:moveTo>
                  <a:lnTo>
                    <a:pt x="0" y="1269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1269"/>
                  </a:lnTo>
                  <a:close/>
                </a:path>
                <a:path w="3809" h="63500">
                  <a:moveTo>
                    <a:pt x="2540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09" h="63500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09" h="63500">
                  <a:moveTo>
                    <a:pt x="381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8890"/>
                  </a:lnTo>
                  <a:close/>
                </a:path>
                <a:path w="3809" h="63500">
                  <a:moveTo>
                    <a:pt x="3810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5240"/>
                  </a:lnTo>
                  <a:close/>
                </a:path>
                <a:path w="3809" h="63500">
                  <a:moveTo>
                    <a:pt x="3810" y="21590"/>
                  </a:moveTo>
                  <a:lnTo>
                    <a:pt x="0" y="21590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1590"/>
                  </a:lnTo>
                  <a:close/>
                </a:path>
                <a:path w="3809" h="63500">
                  <a:moveTo>
                    <a:pt x="3810" y="33020"/>
                  </a:moveTo>
                  <a:lnTo>
                    <a:pt x="0" y="33020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3020"/>
                  </a:lnTo>
                  <a:close/>
                </a:path>
                <a:path w="3809" h="63500">
                  <a:moveTo>
                    <a:pt x="3810" y="40640"/>
                  </a:moveTo>
                  <a:lnTo>
                    <a:pt x="0" y="40640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0640"/>
                  </a:lnTo>
                  <a:close/>
                </a:path>
                <a:path w="3809" h="63500">
                  <a:moveTo>
                    <a:pt x="3810" y="46990"/>
                  </a:moveTo>
                  <a:lnTo>
                    <a:pt x="0" y="46990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46990"/>
                  </a:lnTo>
                  <a:close/>
                </a:path>
                <a:path w="3809" h="63500">
                  <a:moveTo>
                    <a:pt x="3810" y="53340"/>
                  </a:moveTo>
                  <a:lnTo>
                    <a:pt x="0" y="53340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3340"/>
                  </a:lnTo>
                  <a:close/>
                </a:path>
                <a:path w="3809" h="63500">
                  <a:moveTo>
                    <a:pt x="3810" y="59690"/>
                  </a:moveTo>
                  <a:lnTo>
                    <a:pt x="0" y="59690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59690"/>
                  </a:lnTo>
                  <a:close/>
                </a:path>
              </a:pathLst>
            </a:custGeom>
            <a:solidFill>
              <a:srgbClr val="6980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4" name="object 2614"/>
            <p:cNvSpPr/>
            <p:nvPr/>
          </p:nvSpPr>
          <p:spPr>
            <a:xfrm>
              <a:off x="7056120" y="50622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0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09" h="62229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09" h="62229">
                  <a:moveTo>
                    <a:pt x="380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7619"/>
                  </a:lnTo>
                  <a:close/>
                </a:path>
                <a:path w="3809" h="62229">
                  <a:moveTo>
                    <a:pt x="3809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3969"/>
                  </a:lnTo>
                  <a:close/>
                </a:path>
                <a:path w="3809" h="62229">
                  <a:moveTo>
                    <a:pt x="3809" y="20319"/>
                  </a:moveTo>
                  <a:lnTo>
                    <a:pt x="0" y="2031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0319"/>
                  </a:lnTo>
                  <a:close/>
                </a:path>
                <a:path w="3809" h="62229">
                  <a:moveTo>
                    <a:pt x="3809" y="31750"/>
                  </a:moveTo>
                  <a:lnTo>
                    <a:pt x="0" y="31750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1750"/>
                  </a:lnTo>
                  <a:close/>
                </a:path>
                <a:path w="3809" h="62229">
                  <a:moveTo>
                    <a:pt x="3809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39369"/>
                  </a:lnTo>
                  <a:close/>
                </a:path>
                <a:path w="3809" h="62229">
                  <a:moveTo>
                    <a:pt x="3809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3809" y="52069"/>
                  </a:lnTo>
                  <a:lnTo>
                    <a:pt x="3809" y="45719"/>
                  </a:lnTo>
                  <a:close/>
                </a:path>
                <a:path w="3809" h="62229">
                  <a:moveTo>
                    <a:pt x="3809" y="52069"/>
                  </a:moveTo>
                  <a:lnTo>
                    <a:pt x="0" y="52069"/>
                  </a:lnTo>
                  <a:lnTo>
                    <a:pt x="0" y="58419"/>
                  </a:lnTo>
                  <a:lnTo>
                    <a:pt x="3809" y="58419"/>
                  </a:lnTo>
                  <a:lnTo>
                    <a:pt x="3809" y="52069"/>
                  </a:lnTo>
                  <a:close/>
                </a:path>
                <a:path w="3809" h="62229">
                  <a:moveTo>
                    <a:pt x="3809" y="58419"/>
                  </a:moveTo>
                  <a:lnTo>
                    <a:pt x="0" y="58419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8419"/>
                  </a:lnTo>
                  <a:close/>
                </a:path>
              </a:pathLst>
            </a:custGeom>
            <a:solidFill>
              <a:srgbClr val="677E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5" name="object 2615"/>
            <p:cNvSpPr/>
            <p:nvPr/>
          </p:nvSpPr>
          <p:spPr>
            <a:xfrm>
              <a:off x="7059930" y="50622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09" h="62229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09" h="62229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09" h="62229">
                  <a:moveTo>
                    <a:pt x="3810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3969"/>
                  </a:lnTo>
                  <a:close/>
                </a:path>
                <a:path w="3809" h="62229">
                  <a:moveTo>
                    <a:pt x="3810" y="20319"/>
                  </a:moveTo>
                  <a:lnTo>
                    <a:pt x="0" y="2031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0319"/>
                  </a:lnTo>
                  <a:close/>
                </a:path>
                <a:path w="3809" h="62229">
                  <a:moveTo>
                    <a:pt x="3810" y="31750"/>
                  </a:moveTo>
                  <a:lnTo>
                    <a:pt x="0" y="31750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1750"/>
                  </a:lnTo>
                  <a:close/>
                </a:path>
                <a:path w="3809" h="62229">
                  <a:moveTo>
                    <a:pt x="3810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39369"/>
                  </a:lnTo>
                  <a:close/>
                </a:path>
                <a:path w="3809" h="62229">
                  <a:moveTo>
                    <a:pt x="3810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3810" y="52069"/>
                  </a:lnTo>
                  <a:lnTo>
                    <a:pt x="3810" y="45719"/>
                  </a:lnTo>
                  <a:close/>
                </a:path>
                <a:path w="3809" h="62229">
                  <a:moveTo>
                    <a:pt x="3810" y="52069"/>
                  </a:moveTo>
                  <a:lnTo>
                    <a:pt x="0" y="52069"/>
                  </a:lnTo>
                  <a:lnTo>
                    <a:pt x="0" y="58419"/>
                  </a:lnTo>
                  <a:lnTo>
                    <a:pt x="3810" y="58419"/>
                  </a:lnTo>
                  <a:lnTo>
                    <a:pt x="3810" y="52069"/>
                  </a:lnTo>
                  <a:close/>
                </a:path>
                <a:path w="3809" h="62229">
                  <a:moveTo>
                    <a:pt x="3810" y="58419"/>
                  </a:moveTo>
                  <a:lnTo>
                    <a:pt x="0" y="58419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8419"/>
                  </a:lnTo>
                  <a:close/>
                </a:path>
              </a:pathLst>
            </a:custGeom>
            <a:solidFill>
              <a:srgbClr val="6A80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6" name="object 2616"/>
            <p:cNvSpPr/>
            <p:nvPr/>
          </p:nvSpPr>
          <p:spPr>
            <a:xfrm>
              <a:off x="7063740" y="5062220"/>
              <a:ext cx="2540" cy="62230"/>
            </a:xfrm>
            <a:custGeom>
              <a:avLst/>
              <a:gdLst/>
              <a:ahLst/>
              <a:cxnLst/>
              <a:rect l="l" t="t" r="r" b="b"/>
              <a:pathLst>
                <a:path w="2540" h="62229">
                  <a:moveTo>
                    <a:pt x="253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  <a:path w="2540" h="62229">
                  <a:moveTo>
                    <a:pt x="253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2539" y="7619"/>
                  </a:lnTo>
                  <a:lnTo>
                    <a:pt x="2539" y="1269"/>
                  </a:lnTo>
                  <a:close/>
                </a:path>
                <a:path w="2540" h="62229">
                  <a:moveTo>
                    <a:pt x="253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2539" y="13969"/>
                  </a:lnTo>
                  <a:lnTo>
                    <a:pt x="2539" y="7619"/>
                  </a:lnTo>
                  <a:close/>
                </a:path>
                <a:path w="2540" h="62229">
                  <a:moveTo>
                    <a:pt x="2539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2539" y="20319"/>
                  </a:lnTo>
                  <a:lnTo>
                    <a:pt x="2539" y="13969"/>
                  </a:lnTo>
                  <a:close/>
                </a:path>
                <a:path w="2540" h="62229">
                  <a:moveTo>
                    <a:pt x="2539" y="20319"/>
                  </a:moveTo>
                  <a:lnTo>
                    <a:pt x="0" y="20319"/>
                  </a:lnTo>
                  <a:lnTo>
                    <a:pt x="0" y="31749"/>
                  </a:lnTo>
                  <a:lnTo>
                    <a:pt x="2539" y="31749"/>
                  </a:lnTo>
                  <a:lnTo>
                    <a:pt x="2539" y="20319"/>
                  </a:lnTo>
                  <a:close/>
                </a:path>
                <a:path w="2540" h="62229">
                  <a:moveTo>
                    <a:pt x="2539" y="31750"/>
                  </a:moveTo>
                  <a:lnTo>
                    <a:pt x="0" y="31750"/>
                  </a:lnTo>
                  <a:lnTo>
                    <a:pt x="0" y="39369"/>
                  </a:lnTo>
                  <a:lnTo>
                    <a:pt x="2539" y="39369"/>
                  </a:lnTo>
                  <a:lnTo>
                    <a:pt x="2539" y="31750"/>
                  </a:lnTo>
                  <a:close/>
                </a:path>
                <a:path w="2540" h="62229">
                  <a:moveTo>
                    <a:pt x="2539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2539" y="45719"/>
                  </a:lnTo>
                  <a:lnTo>
                    <a:pt x="2539" y="39369"/>
                  </a:lnTo>
                  <a:close/>
                </a:path>
                <a:path w="2540" h="62229">
                  <a:moveTo>
                    <a:pt x="2539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2539" y="52069"/>
                  </a:lnTo>
                  <a:lnTo>
                    <a:pt x="2539" y="45719"/>
                  </a:lnTo>
                  <a:close/>
                </a:path>
                <a:path w="2540" h="62229">
                  <a:moveTo>
                    <a:pt x="2539" y="52069"/>
                  </a:moveTo>
                  <a:lnTo>
                    <a:pt x="0" y="52069"/>
                  </a:lnTo>
                  <a:lnTo>
                    <a:pt x="0" y="58419"/>
                  </a:lnTo>
                  <a:lnTo>
                    <a:pt x="2539" y="58419"/>
                  </a:lnTo>
                  <a:lnTo>
                    <a:pt x="2539" y="52069"/>
                  </a:lnTo>
                  <a:close/>
                </a:path>
                <a:path w="2540" h="62229">
                  <a:moveTo>
                    <a:pt x="2539" y="58419"/>
                  </a:moveTo>
                  <a:lnTo>
                    <a:pt x="0" y="58419"/>
                  </a:lnTo>
                  <a:lnTo>
                    <a:pt x="0" y="62229"/>
                  </a:lnTo>
                  <a:lnTo>
                    <a:pt x="2539" y="62229"/>
                  </a:lnTo>
                  <a:lnTo>
                    <a:pt x="2539" y="58419"/>
                  </a:lnTo>
                  <a:close/>
                </a:path>
              </a:pathLst>
            </a:custGeom>
            <a:solidFill>
              <a:srgbClr val="6C82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7" name="object 2617"/>
            <p:cNvSpPr/>
            <p:nvPr/>
          </p:nvSpPr>
          <p:spPr>
            <a:xfrm>
              <a:off x="7066280" y="50622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09" h="62229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09" h="62229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09" h="62229">
                  <a:moveTo>
                    <a:pt x="3810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3969"/>
                  </a:lnTo>
                  <a:close/>
                </a:path>
                <a:path w="3809" h="62229">
                  <a:moveTo>
                    <a:pt x="3810" y="20319"/>
                  </a:moveTo>
                  <a:lnTo>
                    <a:pt x="0" y="2031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0319"/>
                  </a:lnTo>
                  <a:close/>
                </a:path>
                <a:path w="3809" h="62229">
                  <a:moveTo>
                    <a:pt x="3810" y="31750"/>
                  </a:moveTo>
                  <a:lnTo>
                    <a:pt x="0" y="31750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1750"/>
                  </a:lnTo>
                  <a:close/>
                </a:path>
                <a:path w="3809" h="62229">
                  <a:moveTo>
                    <a:pt x="3810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39369"/>
                  </a:lnTo>
                  <a:close/>
                </a:path>
                <a:path w="3809" h="62229">
                  <a:moveTo>
                    <a:pt x="3810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3810" y="52069"/>
                  </a:lnTo>
                  <a:lnTo>
                    <a:pt x="3810" y="45719"/>
                  </a:lnTo>
                  <a:close/>
                </a:path>
                <a:path w="3809" h="62229">
                  <a:moveTo>
                    <a:pt x="3810" y="52069"/>
                  </a:moveTo>
                  <a:lnTo>
                    <a:pt x="0" y="52069"/>
                  </a:lnTo>
                  <a:lnTo>
                    <a:pt x="0" y="58419"/>
                  </a:lnTo>
                  <a:lnTo>
                    <a:pt x="3810" y="58419"/>
                  </a:lnTo>
                  <a:lnTo>
                    <a:pt x="3810" y="52069"/>
                  </a:lnTo>
                  <a:close/>
                </a:path>
                <a:path w="3809" h="62229">
                  <a:moveTo>
                    <a:pt x="3810" y="58419"/>
                  </a:moveTo>
                  <a:lnTo>
                    <a:pt x="0" y="58419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8419"/>
                  </a:lnTo>
                  <a:close/>
                </a:path>
              </a:pathLst>
            </a:custGeom>
            <a:solidFill>
              <a:srgbClr val="6F84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8" name="object 2618"/>
            <p:cNvSpPr/>
            <p:nvPr/>
          </p:nvSpPr>
          <p:spPr>
            <a:xfrm>
              <a:off x="7070090" y="50622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0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09" h="62229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09" h="62229">
                  <a:moveTo>
                    <a:pt x="380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7619"/>
                  </a:lnTo>
                  <a:close/>
                </a:path>
                <a:path w="3809" h="62229">
                  <a:moveTo>
                    <a:pt x="3809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3969"/>
                  </a:lnTo>
                  <a:close/>
                </a:path>
                <a:path w="3809" h="62229">
                  <a:moveTo>
                    <a:pt x="3809" y="20319"/>
                  </a:moveTo>
                  <a:lnTo>
                    <a:pt x="0" y="2031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0319"/>
                  </a:lnTo>
                  <a:close/>
                </a:path>
                <a:path w="3809" h="62229">
                  <a:moveTo>
                    <a:pt x="3809" y="31750"/>
                  </a:moveTo>
                  <a:lnTo>
                    <a:pt x="0" y="31750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1750"/>
                  </a:lnTo>
                  <a:close/>
                </a:path>
                <a:path w="3809" h="62229">
                  <a:moveTo>
                    <a:pt x="3809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39369"/>
                  </a:lnTo>
                  <a:close/>
                </a:path>
                <a:path w="3809" h="62229">
                  <a:moveTo>
                    <a:pt x="3809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3809" y="52069"/>
                  </a:lnTo>
                  <a:lnTo>
                    <a:pt x="3809" y="45719"/>
                  </a:lnTo>
                  <a:close/>
                </a:path>
                <a:path w="3809" h="62229">
                  <a:moveTo>
                    <a:pt x="3809" y="52069"/>
                  </a:moveTo>
                  <a:lnTo>
                    <a:pt x="0" y="52069"/>
                  </a:lnTo>
                  <a:lnTo>
                    <a:pt x="0" y="58419"/>
                  </a:lnTo>
                  <a:lnTo>
                    <a:pt x="3809" y="58419"/>
                  </a:lnTo>
                  <a:lnTo>
                    <a:pt x="3809" y="52069"/>
                  </a:lnTo>
                  <a:close/>
                </a:path>
                <a:path w="3809" h="62229">
                  <a:moveTo>
                    <a:pt x="3809" y="58419"/>
                  </a:moveTo>
                  <a:lnTo>
                    <a:pt x="0" y="58419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8419"/>
                  </a:lnTo>
                  <a:close/>
                </a:path>
              </a:pathLst>
            </a:custGeom>
            <a:solidFill>
              <a:srgbClr val="72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9" name="object 2619"/>
            <p:cNvSpPr/>
            <p:nvPr/>
          </p:nvSpPr>
          <p:spPr>
            <a:xfrm>
              <a:off x="7073900" y="50622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0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09" h="62229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09" h="62229">
                  <a:moveTo>
                    <a:pt x="380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7619"/>
                  </a:lnTo>
                  <a:close/>
                </a:path>
                <a:path w="3809" h="62229">
                  <a:moveTo>
                    <a:pt x="3809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3969"/>
                  </a:lnTo>
                  <a:close/>
                </a:path>
                <a:path w="3809" h="62229">
                  <a:moveTo>
                    <a:pt x="3809" y="20319"/>
                  </a:moveTo>
                  <a:lnTo>
                    <a:pt x="0" y="2031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0319"/>
                  </a:lnTo>
                  <a:close/>
                </a:path>
                <a:path w="3809" h="62229">
                  <a:moveTo>
                    <a:pt x="3809" y="31750"/>
                  </a:moveTo>
                  <a:lnTo>
                    <a:pt x="0" y="31750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1750"/>
                  </a:lnTo>
                  <a:close/>
                </a:path>
                <a:path w="3809" h="62229">
                  <a:moveTo>
                    <a:pt x="3809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39369"/>
                  </a:lnTo>
                  <a:close/>
                </a:path>
                <a:path w="3809" h="62229">
                  <a:moveTo>
                    <a:pt x="3809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3809" y="52069"/>
                  </a:lnTo>
                  <a:lnTo>
                    <a:pt x="3809" y="45719"/>
                  </a:lnTo>
                  <a:close/>
                </a:path>
                <a:path w="3809" h="62229">
                  <a:moveTo>
                    <a:pt x="3809" y="52069"/>
                  </a:moveTo>
                  <a:lnTo>
                    <a:pt x="0" y="52069"/>
                  </a:lnTo>
                  <a:lnTo>
                    <a:pt x="0" y="58419"/>
                  </a:lnTo>
                  <a:lnTo>
                    <a:pt x="3809" y="58419"/>
                  </a:lnTo>
                  <a:lnTo>
                    <a:pt x="3809" y="52069"/>
                  </a:lnTo>
                  <a:close/>
                </a:path>
                <a:path w="3809" h="62229">
                  <a:moveTo>
                    <a:pt x="3809" y="58419"/>
                  </a:moveTo>
                  <a:lnTo>
                    <a:pt x="0" y="58419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8419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0" name="object 2620"/>
            <p:cNvSpPr/>
            <p:nvPr/>
          </p:nvSpPr>
          <p:spPr>
            <a:xfrm>
              <a:off x="7077710" y="50622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09" h="62229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09" h="62229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09" h="62229">
                  <a:moveTo>
                    <a:pt x="3810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3969"/>
                  </a:lnTo>
                  <a:close/>
                </a:path>
                <a:path w="3809" h="62229">
                  <a:moveTo>
                    <a:pt x="3810" y="20319"/>
                  </a:moveTo>
                  <a:lnTo>
                    <a:pt x="0" y="2031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0319"/>
                  </a:lnTo>
                  <a:close/>
                </a:path>
                <a:path w="3809" h="62229">
                  <a:moveTo>
                    <a:pt x="3810" y="31750"/>
                  </a:moveTo>
                  <a:lnTo>
                    <a:pt x="0" y="31750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1750"/>
                  </a:lnTo>
                  <a:close/>
                </a:path>
                <a:path w="3809" h="62229">
                  <a:moveTo>
                    <a:pt x="3810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39369"/>
                  </a:lnTo>
                  <a:close/>
                </a:path>
                <a:path w="3809" h="62229">
                  <a:moveTo>
                    <a:pt x="3810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3810" y="52069"/>
                  </a:lnTo>
                  <a:lnTo>
                    <a:pt x="3810" y="45719"/>
                  </a:lnTo>
                  <a:close/>
                </a:path>
                <a:path w="3809" h="62229">
                  <a:moveTo>
                    <a:pt x="3810" y="52069"/>
                  </a:moveTo>
                  <a:lnTo>
                    <a:pt x="0" y="52069"/>
                  </a:lnTo>
                  <a:lnTo>
                    <a:pt x="0" y="58419"/>
                  </a:lnTo>
                  <a:lnTo>
                    <a:pt x="3810" y="58419"/>
                  </a:lnTo>
                  <a:lnTo>
                    <a:pt x="3810" y="52069"/>
                  </a:lnTo>
                  <a:close/>
                </a:path>
                <a:path w="3809" h="62229">
                  <a:moveTo>
                    <a:pt x="3810" y="58419"/>
                  </a:moveTo>
                  <a:lnTo>
                    <a:pt x="0" y="58419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8419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1" name="object 2621"/>
            <p:cNvSpPr/>
            <p:nvPr/>
          </p:nvSpPr>
          <p:spPr>
            <a:xfrm>
              <a:off x="7081520" y="50622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254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09" h="62229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09" h="62229">
                  <a:moveTo>
                    <a:pt x="380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7619"/>
                  </a:lnTo>
                  <a:close/>
                </a:path>
                <a:path w="3809" h="62229">
                  <a:moveTo>
                    <a:pt x="3809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3969"/>
                  </a:lnTo>
                  <a:close/>
                </a:path>
                <a:path w="3809" h="62229">
                  <a:moveTo>
                    <a:pt x="3809" y="20319"/>
                  </a:moveTo>
                  <a:lnTo>
                    <a:pt x="0" y="2031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0319"/>
                  </a:lnTo>
                  <a:close/>
                </a:path>
                <a:path w="3809" h="62229">
                  <a:moveTo>
                    <a:pt x="3809" y="31750"/>
                  </a:moveTo>
                  <a:lnTo>
                    <a:pt x="0" y="31750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1750"/>
                  </a:lnTo>
                  <a:close/>
                </a:path>
                <a:path w="3809" h="62229">
                  <a:moveTo>
                    <a:pt x="3809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39369"/>
                  </a:lnTo>
                  <a:close/>
                </a:path>
                <a:path w="3809" h="62229">
                  <a:moveTo>
                    <a:pt x="3809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3809" y="52069"/>
                  </a:lnTo>
                  <a:lnTo>
                    <a:pt x="3809" y="45719"/>
                  </a:lnTo>
                  <a:close/>
                </a:path>
                <a:path w="3809" h="62229">
                  <a:moveTo>
                    <a:pt x="3809" y="52069"/>
                  </a:moveTo>
                  <a:lnTo>
                    <a:pt x="0" y="52069"/>
                  </a:lnTo>
                  <a:lnTo>
                    <a:pt x="0" y="58419"/>
                  </a:lnTo>
                  <a:lnTo>
                    <a:pt x="3809" y="58419"/>
                  </a:lnTo>
                  <a:lnTo>
                    <a:pt x="3809" y="52069"/>
                  </a:lnTo>
                  <a:close/>
                </a:path>
                <a:path w="3809" h="62229">
                  <a:moveTo>
                    <a:pt x="3809" y="58419"/>
                  </a:moveTo>
                  <a:lnTo>
                    <a:pt x="0" y="58419"/>
                  </a:lnTo>
                  <a:lnTo>
                    <a:pt x="0" y="62229"/>
                  </a:lnTo>
                  <a:lnTo>
                    <a:pt x="2540" y="62229"/>
                  </a:lnTo>
                  <a:lnTo>
                    <a:pt x="2540" y="60959"/>
                  </a:lnTo>
                  <a:lnTo>
                    <a:pt x="3809" y="60959"/>
                  </a:lnTo>
                  <a:lnTo>
                    <a:pt x="3809" y="58419"/>
                  </a:lnTo>
                  <a:close/>
                </a:path>
              </a:pathLst>
            </a:custGeom>
            <a:solidFill>
              <a:srgbClr val="7A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2" name="object 2622"/>
            <p:cNvSpPr/>
            <p:nvPr/>
          </p:nvSpPr>
          <p:spPr>
            <a:xfrm>
              <a:off x="7085330" y="5063489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254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2540" y="6349"/>
                  </a:lnTo>
                  <a:lnTo>
                    <a:pt x="2540" y="0"/>
                  </a:lnTo>
                  <a:close/>
                </a:path>
                <a:path w="2540" h="59689">
                  <a:moveTo>
                    <a:pt x="254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2540" y="12699"/>
                  </a:lnTo>
                  <a:lnTo>
                    <a:pt x="2540" y="6349"/>
                  </a:lnTo>
                  <a:close/>
                </a:path>
                <a:path w="2540" h="59689">
                  <a:moveTo>
                    <a:pt x="254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2540" y="19049"/>
                  </a:lnTo>
                  <a:lnTo>
                    <a:pt x="2540" y="12699"/>
                  </a:lnTo>
                  <a:close/>
                </a:path>
                <a:path w="2540" h="59689">
                  <a:moveTo>
                    <a:pt x="2540" y="19049"/>
                  </a:moveTo>
                  <a:lnTo>
                    <a:pt x="0" y="19049"/>
                  </a:lnTo>
                  <a:lnTo>
                    <a:pt x="0" y="30479"/>
                  </a:lnTo>
                  <a:lnTo>
                    <a:pt x="2540" y="30479"/>
                  </a:lnTo>
                  <a:lnTo>
                    <a:pt x="2540" y="19049"/>
                  </a:lnTo>
                  <a:close/>
                </a:path>
                <a:path w="2540" h="59689">
                  <a:moveTo>
                    <a:pt x="2540" y="30479"/>
                  </a:moveTo>
                  <a:lnTo>
                    <a:pt x="0" y="30479"/>
                  </a:lnTo>
                  <a:lnTo>
                    <a:pt x="0" y="38099"/>
                  </a:lnTo>
                  <a:lnTo>
                    <a:pt x="2540" y="38099"/>
                  </a:lnTo>
                  <a:lnTo>
                    <a:pt x="2540" y="30479"/>
                  </a:lnTo>
                  <a:close/>
                </a:path>
                <a:path w="2540" h="59689">
                  <a:moveTo>
                    <a:pt x="2540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2540" y="44449"/>
                  </a:lnTo>
                  <a:lnTo>
                    <a:pt x="2540" y="38099"/>
                  </a:lnTo>
                  <a:close/>
                </a:path>
                <a:path w="2540" h="59689">
                  <a:moveTo>
                    <a:pt x="2540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2540" y="50799"/>
                  </a:lnTo>
                  <a:lnTo>
                    <a:pt x="2540" y="44449"/>
                  </a:lnTo>
                  <a:close/>
                </a:path>
                <a:path w="2540" h="59689">
                  <a:moveTo>
                    <a:pt x="2540" y="50799"/>
                  </a:moveTo>
                  <a:lnTo>
                    <a:pt x="0" y="50799"/>
                  </a:lnTo>
                  <a:lnTo>
                    <a:pt x="0" y="57149"/>
                  </a:lnTo>
                  <a:lnTo>
                    <a:pt x="2540" y="57149"/>
                  </a:lnTo>
                  <a:lnTo>
                    <a:pt x="2540" y="50799"/>
                  </a:lnTo>
                  <a:close/>
                </a:path>
                <a:path w="2540" h="59689">
                  <a:moveTo>
                    <a:pt x="2540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2540" y="59689"/>
                  </a:lnTo>
                  <a:lnTo>
                    <a:pt x="2540" y="57149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3" name="object 2623"/>
            <p:cNvSpPr/>
            <p:nvPr/>
          </p:nvSpPr>
          <p:spPr>
            <a:xfrm>
              <a:off x="7087870" y="50634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89">
                  <a:moveTo>
                    <a:pt x="380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0"/>
                  </a:lnTo>
                  <a:close/>
                </a:path>
                <a:path w="3809" h="59689">
                  <a:moveTo>
                    <a:pt x="380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6349"/>
                  </a:lnTo>
                  <a:close/>
                </a:path>
                <a:path w="3809" h="59689">
                  <a:moveTo>
                    <a:pt x="380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2699"/>
                  </a:lnTo>
                  <a:close/>
                </a:path>
                <a:path w="3809" h="59689">
                  <a:moveTo>
                    <a:pt x="3809" y="19049"/>
                  </a:moveTo>
                  <a:lnTo>
                    <a:pt x="0" y="19049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19049"/>
                  </a:lnTo>
                  <a:close/>
                </a:path>
                <a:path w="3809" h="59689">
                  <a:moveTo>
                    <a:pt x="3809" y="30479"/>
                  </a:moveTo>
                  <a:lnTo>
                    <a:pt x="0" y="3047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0479"/>
                  </a:lnTo>
                  <a:close/>
                </a:path>
                <a:path w="3809" h="59689">
                  <a:moveTo>
                    <a:pt x="3809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38099"/>
                  </a:lnTo>
                  <a:close/>
                </a:path>
                <a:path w="3809" h="59689">
                  <a:moveTo>
                    <a:pt x="3809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4449"/>
                  </a:lnTo>
                  <a:close/>
                </a:path>
                <a:path w="3809" h="59689">
                  <a:moveTo>
                    <a:pt x="3809" y="50799"/>
                  </a:moveTo>
                  <a:lnTo>
                    <a:pt x="0" y="5079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0799"/>
                  </a:lnTo>
                  <a:close/>
                </a:path>
                <a:path w="3809" h="59689">
                  <a:moveTo>
                    <a:pt x="3809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7149"/>
                  </a:lnTo>
                  <a:close/>
                </a:path>
              </a:pathLst>
            </a:custGeom>
            <a:solidFill>
              <a:srgbClr val="7F9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4" name="object 2624"/>
            <p:cNvSpPr/>
            <p:nvPr/>
          </p:nvSpPr>
          <p:spPr>
            <a:xfrm>
              <a:off x="7091680" y="50634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89">
                  <a:moveTo>
                    <a:pt x="381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0"/>
                  </a:lnTo>
                  <a:close/>
                </a:path>
                <a:path w="3809" h="59689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09" h="59689">
                  <a:moveTo>
                    <a:pt x="381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2699"/>
                  </a:lnTo>
                  <a:close/>
                </a:path>
                <a:path w="3809" h="59689">
                  <a:moveTo>
                    <a:pt x="3810" y="19049"/>
                  </a:moveTo>
                  <a:lnTo>
                    <a:pt x="0" y="19049"/>
                  </a:lnTo>
                  <a:lnTo>
                    <a:pt x="0" y="30479"/>
                  </a:lnTo>
                  <a:lnTo>
                    <a:pt x="3810" y="30479"/>
                  </a:lnTo>
                  <a:lnTo>
                    <a:pt x="3810" y="19049"/>
                  </a:lnTo>
                  <a:close/>
                </a:path>
                <a:path w="3809" h="59689">
                  <a:moveTo>
                    <a:pt x="3810" y="30479"/>
                  </a:moveTo>
                  <a:lnTo>
                    <a:pt x="0" y="3047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0479"/>
                  </a:lnTo>
                  <a:close/>
                </a:path>
                <a:path w="3809" h="59689">
                  <a:moveTo>
                    <a:pt x="3810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38099"/>
                  </a:lnTo>
                  <a:close/>
                </a:path>
                <a:path w="3809" h="59689">
                  <a:moveTo>
                    <a:pt x="3810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4449"/>
                  </a:lnTo>
                  <a:close/>
                </a:path>
                <a:path w="3809" h="59689">
                  <a:moveTo>
                    <a:pt x="3810" y="50799"/>
                  </a:moveTo>
                  <a:lnTo>
                    <a:pt x="0" y="5079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0799"/>
                  </a:lnTo>
                  <a:close/>
                </a:path>
                <a:path w="3809" h="59689">
                  <a:moveTo>
                    <a:pt x="3810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7149"/>
                  </a:lnTo>
                  <a:close/>
                </a:path>
              </a:pathLst>
            </a:custGeom>
            <a:solidFill>
              <a:srgbClr val="8294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5" name="object 2625"/>
            <p:cNvSpPr/>
            <p:nvPr/>
          </p:nvSpPr>
          <p:spPr>
            <a:xfrm>
              <a:off x="7095490" y="50634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89">
                  <a:moveTo>
                    <a:pt x="380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0"/>
                  </a:lnTo>
                  <a:close/>
                </a:path>
                <a:path w="3809" h="59689">
                  <a:moveTo>
                    <a:pt x="380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6349"/>
                  </a:lnTo>
                  <a:close/>
                </a:path>
                <a:path w="3809" h="59689">
                  <a:moveTo>
                    <a:pt x="380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2699"/>
                  </a:lnTo>
                  <a:close/>
                </a:path>
                <a:path w="3809" h="59689">
                  <a:moveTo>
                    <a:pt x="3809" y="19049"/>
                  </a:moveTo>
                  <a:lnTo>
                    <a:pt x="0" y="19049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19049"/>
                  </a:lnTo>
                  <a:close/>
                </a:path>
                <a:path w="3809" h="59689">
                  <a:moveTo>
                    <a:pt x="3809" y="30479"/>
                  </a:moveTo>
                  <a:lnTo>
                    <a:pt x="0" y="3047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0479"/>
                  </a:lnTo>
                  <a:close/>
                </a:path>
                <a:path w="3809" h="59689">
                  <a:moveTo>
                    <a:pt x="3809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38099"/>
                  </a:lnTo>
                  <a:close/>
                </a:path>
                <a:path w="3809" h="59689">
                  <a:moveTo>
                    <a:pt x="3809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4449"/>
                  </a:lnTo>
                  <a:close/>
                </a:path>
                <a:path w="3809" h="59689">
                  <a:moveTo>
                    <a:pt x="3809" y="50799"/>
                  </a:moveTo>
                  <a:lnTo>
                    <a:pt x="0" y="5079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0799"/>
                  </a:lnTo>
                  <a:close/>
                </a:path>
                <a:path w="3809" h="59689">
                  <a:moveTo>
                    <a:pt x="3809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7149"/>
                  </a:lnTo>
                  <a:close/>
                </a:path>
              </a:pathLst>
            </a:custGeom>
            <a:solidFill>
              <a:srgbClr val="8496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6" name="object 2626"/>
            <p:cNvSpPr/>
            <p:nvPr/>
          </p:nvSpPr>
          <p:spPr>
            <a:xfrm>
              <a:off x="7099300" y="50634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89">
                  <a:moveTo>
                    <a:pt x="380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0"/>
                  </a:lnTo>
                  <a:close/>
                </a:path>
                <a:path w="3809" h="59689">
                  <a:moveTo>
                    <a:pt x="380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6349"/>
                  </a:lnTo>
                  <a:close/>
                </a:path>
                <a:path w="3809" h="59689">
                  <a:moveTo>
                    <a:pt x="380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2699"/>
                  </a:lnTo>
                  <a:close/>
                </a:path>
                <a:path w="3809" h="59689">
                  <a:moveTo>
                    <a:pt x="3809" y="19049"/>
                  </a:moveTo>
                  <a:lnTo>
                    <a:pt x="0" y="19049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19049"/>
                  </a:lnTo>
                  <a:close/>
                </a:path>
                <a:path w="3809" h="59689">
                  <a:moveTo>
                    <a:pt x="3809" y="30479"/>
                  </a:moveTo>
                  <a:lnTo>
                    <a:pt x="0" y="3047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0479"/>
                  </a:lnTo>
                  <a:close/>
                </a:path>
                <a:path w="3809" h="59689">
                  <a:moveTo>
                    <a:pt x="3809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38099"/>
                  </a:lnTo>
                  <a:close/>
                </a:path>
                <a:path w="3809" h="59689">
                  <a:moveTo>
                    <a:pt x="3809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4449"/>
                  </a:lnTo>
                  <a:close/>
                </a:path>
                <a:path w="3809" h="59689">
                  <a:moveTo>
                    <a:pt x="3809" y="50799"/>
                  </a:moveTo>
                  <a:lnTo>
                    <a:pt x="0" y="5079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0799"/>
                  </a:lnTo>
                  <a:close/>
                </a:path>
                <a:path w="3809" h="59689">
                  <a:moveTo>
                    <a:pt x="3809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7149"/>
                  </a:lnTo>
                  <a:close/>
                </a:path>
              </a:pathLst>
            </a:custGeom>
            <a:solidFill>
              <a:srgbClr val="8799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7" name="object 2627"/>
            <p:cNvSpPr/>
            <p:nvPr/>
          </p:nvSpPr>
          <p:spPr>
            <a:xfrm>
              <a:off x="7103110" y="50634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89">
                  <a:moveTo>
                    <a:pt x="381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0"/>
                  </a:lnTo>
                  <a:close/>
                </a:path>
                <a:path w="3809" h="59689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09" h="59689">
                  <a:moveTo>
                    <a:pt x="381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2699"/>
                  </a:lnTo>
                  <a:close/>
                </a:path>
                <a:path w="3809" h="59689">
                  <a:moveTo>
                    <a:pt x="3810" y="19049"/>
                  </a:moveTo>
                  <a:lnTo>
                    <a:pt x="0" y="19049"/>
                  </a:lnTo>
                  <a:lnTo>
                    <a:pt x="0" y="30479"/>
                  </a:lnTo>
                  <a:lnTo>
                    <a:pt x="3810" y="30479"/>
                  </a:lnTo>
                  <a:lnTo>
                    <a:pt x="3810" y="19049"/>
                  </a:lnTo>
                  <a:close/>
                </a:path>
                <a:path w="3809" h="59689">
                  <a:moveTo>
                    <a:pt x="3810" y="30479"/>
                  </a:moveTo>
                  <a:lnTo>
                    <a:pt x="0" y="3047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0479"/>
                  </a:lnTo>
                  <a:close/>
                </a:path>
                <a:path w="3809" h="59689">
                  <a:moveTo>
                    <a:pt x="3810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38099"/>
                  </a:lnTo>
                  <a:close/>
                </a:path>
                <a:path w="3809" h="59689">
                  <a:moveTo>
                    <a:pt x="3810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4449"/>
                  </a:lnTo>
                  <a:close/>
                </a:path>
                <a:path w="3809" h="59689">
                  <a:moveTo>
                    <a:pt x="3810" y="50799"/>
                  </a:moveTo>
                  <a:lnTo>
                    <a:pt x="0" y="5079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0799"/>
                  </a:lnTo>
                  <a:close/>
                </a:path>
                <a:path w="3809" h="59689">
                  <a:moveTo>
                    <a:pt x="3810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7149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8" name="object 2628"/>
            <p:cNvSpPr/>
            <p:nvPr/>
          </p:nvSpPr>
          <p:spPr>
            <a:xfrm>
              <a:off x="7106920" y="50634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89">
                  <a:moveTo>
                    <a:pt x="380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0"/>
                  </a:lnTo>
                  <a:close/>
                </a:path>
                <a:path w="3809" h="59689">
                  <a:moveTo>
                    <a:pt x="380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6349"/>
                  </a:lnTo>
                  <a:close/>
                </a:path>
                <a:path w="3809" h="59689">
                  <a:moveTo>
                    <a:pt x="380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2699"/>
                  </a:lnTo>
                  <a:close/>
                </a:path>
                <a:path w="3809" h="59689">
                  <a:moveTo>
                    <a:pt x="3809" y="19049"/>
                  </a:moveTo>
                  <a:lnTo>
                    <a:pt x="0" y="19049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19049"/>
                  </a:lnTo>
                  <a:close/>
                </a:path>
                <a:path w="3809" h="59689">
                  <a:moveTo>
                    <a:pt x="3809" y="30479"/>
                  </a:moveTo>
                  <a:lnTo>
                    <a:pt x="0" y="3047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0479"/>
                  </a:lnTo>
                  <a:close/>
                </a:path>
                <a:path w="3809" h="59689">
                  <a:moveTo>
                    <a:pt x="3809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38099"/>
                  </a:lnTo>
                  <a:close/>
                </a:path>
                <a:path w="3809" h="59689">
                  <a:moveTo>
                    <a:pt x="3809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4449"/>
                  </a:lnTo>
                  <a:close/>
                </a:path>
                <a:path w="3809" h="59689">
                  <a:moveTo>
                    <a:pt x="3809" y="50799"/>
                  </a:moveTo>
                  <a:lnTo>
                    <a:pt x="0" y="5079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0799"/>
                  </a:lnTo>
                  <a:close/>
                </a:path>
                <a:path w="3809" h="59689">
                  <a:moveTo>
                    <a:pt x="3809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7149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9" name="object 2629"/>
            <p:cNvSpPr/>
            <p:nvPr/>
          </p:nvSpPr>
          <p:spPr>
            <a:xfrm>
              <a:off x="7110730" y="5064759"/>
              <a:ext cx="3810" cy="57150"/>
            </a:xfrm>
            <a:custGeom>
              <a:avLst/>
              <a:gdLst/>
              <a:ahLst/>
              <a:cxnLst/>
              <a:rect l="l" t="t" r="r" b="b"/>
              <a:pathLst>
                <a:path w="3809" h="57150">
                  <a:moveTo>
                    <a:pt x="381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09" h="57150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09" h="57150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09" h="57150">
                  <a:moveTo>
                    <a:pt x="3810" y="17780"/>
                  </a:moveTo>
                  <a:lnTo>
                    <a:pt x="0" y="17780"/>
                  </a:lnTo>
                  <a:lnTo>
                    <a:pt x="0" y="29209"/>
                  </a:lnTo>
                  <a:lnTo>
                    <a:pt x="3810" y="29209"/>
                  </a:lnTo>
                  <a:lnTo>
                    <a:pt x="3810" y="17780"/>
                  </a:lnTo>
                  <a:close/>
                </a:path>
                <a:path w="3809" h="57150">
                  <a:moveTo>
                    <a:pt x="3810" y="29210"/>
                  </a:moveTo>
                  <a:lnTo>
                    <a:pt x="0" y="2921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29210"/>
                  </a:lnTo>
                  <a:close/>
                </a:path>
                <a:path w="3809" h="57150">
                  <a:moveTo>
                    <a:pt x="381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36830"/>
                  </a:lnTo>
                  <a:close/>
                </a:path>
                <a:path w="3809" h="57150">
                  <a:moveTo>
                    <a:pt x="3810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3180"/>
                  </a:lnTo>
                  <a:close/>
                </a:path>
                <a:path w="3809" h="57150">
                  <a:moveTo>
                    <a:pt x="3810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49530"/>
                  </a:lnTo>
                  <a:close/>
                </a:path>
                <a:path w="3809" h="57150">
                  <a:moveTo>
                    <a:pt x="3810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3810" y="57150"/>
                  </a:lnTo>
                  <a:lnTo>
                    <a:pt x="3810" y="55880"/>
                  </a:lnTo>
                  <a:close/>
                </a:path>
              </a:pathLst>
            </a:custGeom>
            <a:solidFill>
              <a:srgbClr val="8F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0" name="object 2630"/>
            <p:cNvSpPr/>
            <p:nvPr/>
          </p:nvSpPr>
          <p:spPr>
            <a:xfrm>
              <a:off x="7114540" y="5064759"/>
              <a:ext cx="2540" cy="57150"/>
            </a:xfrm>
            <a:custGeom>
              <a:avLst/>
              <a:gdLst/>
              <a:ahLst/>
              <a:cxnLst/>
              <a:rect l="l" t="t" r="r" b="b"/>
              <a:pathLst>
                <a:path w="2540" h="57150">
                  <a:moveTo>
                    <a:pt x="253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2539" y="5079"/>
                  </a:lnTo>
                  <a:lnTo>
                    <a:pt x="2539" y="0"/>
                  </a:lnTo>
                  <a:close/>
                </a:path>
                <a:path w="2540" h="57150">
                  <a:moveTo>
                    <a:pt x="253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2539" y="11429"/>
                  </a:lnTo>
                  <a:lnTo>
                    <a:pt x="2539" y="5080"/>
                  </a:lnTo>
                  <a:close/>
                </a:path>
                <a:path w="2540" h="57150">
                  <a:moveTo>
                    <a:pt x="253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2539" y="17779"/>
                  </a:lnTo>
                  <a:lnTo>
                    <a:pt x="2539" y="11430"/>
                  </a:lnTo>
                  <a:close/>
                </a:path>
                <a:path w="2540" h="57150">
                  <a:moveTo>
                    <a:pt x="2539" y="17780"/>
                  </a:moveTo>
                  <a:lnTo>
                    <a:pt x="0" y="17780"/>
                  </a:lnTo>
                  <a:lnTo>
                    <a:pt x="0" y="29209"/>
                  </a:lnTo>
                  <a:lnTo>
                    <a:pt x="2539" y="29209"/>
                  </a:lnTo>
                  <a:lnTo>
                    <a:pt x="2539" y="17780"/>
                  </a:lnTo>
                  <a:close/>
                </a:path>
                <a:path w="2540" h="57150">
                  <a:moveTo>
                    <a:pt x="2539" y="29210"/>
                  </a:moveTo>
                  <a:lnTo>
                    <a:pt x="0" y="29210"/>
                  </a:lnTo>
                  <a:lnTo>
                    <a:pt x="0" y="36829"/>
                  </a:lnTo>
                  <a:lnTo>
                    <a:pt x="2539" y="36829"/>
                  </a:lnTo>
                  <a:lnTo>
                    <a:pt x="2539" y="29210"/>
                  </a:lnTo>
                  <a:close/>
                </a:path>
                <a:path w="2540" h="57150">
                  <a:moveTo>
                    <a:pt x="2539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2539" y="43179"/>
                  </a:lnTo>
                  <a:lnTo>
                    <a:pt x="2539" y="36830"/>
                  </a:lnTo>
                  <a:close/>
                </a:path>
                <a:path w="2540" h="57150">
                  <a:moveTo>
                    <a:pt x="2539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2539" y="49529"/>
                  </a:lnTo>
                  <a:lnTo>
                    <a:pt x="2539" y="43180"/>
                  </a:lnTo>
                  <a:close/>
                </a:path>
                <a:path w="2540" h="57150">
                  <a:moveTo>
                    <a:pt x="2539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2539" y="55879"/>
                  </a:lnTo>
                  <a:lnTo>
                    <a:pt x="2539" y="49530"/>
                  </a:lnTo>
                  <a:close/>
                </a:path>
                <a:path w="2540" h="57150">
                  <a:moveTo>
                    <a:pt x="2539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2539" y="57150"/>
                  </a:lnTo>
                  <a:lnTo>
                    <a:pt x="2539" y="55880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1" name="object 2631"/>
            <p:cNvSpPr/>
            <p:nvPr/>
          </p:nvSpPr>
          <p:spPr>
            <a:xfrm>
              <a:off x="7117080" y="5064759"/>
              <a:ext cx="3810" cy="55880"/>
            </a:xfrm>
            <a:custGeom>
              <a:avLst/>
              <a:gdLst/>
              <a:ahLst/>
              <a:cxnLst/>
              <a:rect l="l" t="t" r="r" b="b"/>
              <a:pathLst>
                <a:path w="3809" h="55879">
                  <a:moveTo>
                    <a:pt x="381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09" h="55879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09" h="55879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09" h="55879">
                  <a:moveTo>
                    <a:pt x="3810" y="17780"/>
                  </a:moveTo>
                  <a:lnTo>
                    <a:pt x="0" y="17780"/>
                  </a:lnTo>
                  <a:lnTo>
                    <a:pt x="0" y="29209"/>
                  </a:lnTo>
                  <a:lnTo>
                    <a:pt x="3810" y="29209"/>
                  </a:lnTo>
                  <a:lnTo>
                    <a:pt x="3810" y="17780"/>
                  </a:lnTo>
                  <a:close/>
                </a:path>
                <a:path w="3809" h="55879">
                  <a:moveTo>
                    <a:pt x="3810" y="29210"/>
                  </a:moveTo>
                  <a:lnTo>
                    <a:pt x="0" y="2921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29210"/>
                  </a:lnTo>
                  <a:close/>
                </a:path>
                <a:path w="3809" h="55879">
                  <a:moveTo>
                    <a:pt x="381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36830"/>
                  </a:lnTo>
                  <a:close/>
                </a:path>
                <a:path w="3809" h="55879">
                  <a:moveTo>
                    <a:pt x="3810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3180"/>
                  </a:lnTo>
                  <a:close/>
                </a:path>
                <a:path w="3809" h="55879">
                  <a:moveTo>
                    <a:pt x="3810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49530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2" name="object 2632"/>
            <p:cNvSpPr/>
            <p:nvPr/>
          </p:nvSpPr>
          <p:spPr>
            <a:xfrm>
              <a:off x="7120890" y="5064759"/>
              <a:ext cx="3810" cy="55880"/>
            </a:xfrm>
            <a:custGeom>
              <a:avLst/>
              <a:gdLst/>
              <a:ahLst/>
              <a:cxnLst/>
              <a:rect l="l" t="t" r="r" b="b"/>
              <a:pathLst>
                <a:path w="3809" h="55879">
                  <a:moveTo>
                    <a:pt x="380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0"/>
                  </a:lnTo>
                  <a:close/>
                </a:path>
                <a:path w="3809" h="55879">
                  <a:moveTo>
                    <a:pt x="380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5080"/>
                  </a:lnTo>
                  <a:close/>
                </a:path>
                <a:path w="3809" h="55879">
                  <a:moveTo>
                    <a:pt x="380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1430"/>
                  </a:lnTo>
                  <a:close/>
                </a:path>
                <a:path w="3809" h="55879">
                  <a:moveTo>
                    <a:pt x="3809" y="17780"/>
                  </a:moveTo>
                  <a:lnTo>
                    <a:pt x="0" y="17780"/>
                  </a:lnTo>
                  <a:lnTo>
                    <a:pt x="0" y="29209"/>
                  </a:lnTo>
                  <a:lnTo>
                    <a:pt x="3809" y="29209"/>
                  </a:lnTo>
                  <a:lnTo>
                    <a:pt x="3809" y="17780"/>
                  </a:lnTo>
                  <a:close/>
                </a:path>
                <a:path w="3809" h="55879">
                  <a:moveTo>
                    <a:pt x="3809" y="29210"/>
                  </a:moveTo>
                  <a:lnTo>
                    <a:pt x="0" y="29210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29210"/>
                  </a:lnTo>
                  <a:close/>
                </a:path>
                <a:path w="3809" h="55879">
                  <a:moveTo>
                    <a:pt x="3809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36830"/>
                  </a:lnTo>
                  <a:close/>
                </a:path>
                <a:path w="3809" h="55879">
                  <a:moveTo>
                    <a:pt x="3809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3180"/>
                  </a:lnTo>
                  <a:close/>
                </a:path>
                <a:path w="3809" h="55879">
                  <a:moveTo>
                    <a:pt x="3809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49530"/>
                  </a:lnTo>
                  <a:close/>
                </a:path>
              </a:pathLst>
            </a:custGeom>
            <a:solidFill>
              <a:srgbClr val="97A6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3" name="object 2633"/>
            <p:cNvSpPr/>
            <p:nvPr/>
          </p:nvSpPr>
          <p:spPr>
            <a:xfrm>
              <a:off x="7124700" y="5064759"/>
              <a:ext cx="3810" cy="55880"/>
            </a:xfrm>
            <a:custGeom>
              <a:avLst/>
              <a:gdLst/>
              <a:ahLst/>
              <a:cxnLst/>
              <a:rect l="l" t="t" r="r" b="b"/>
              <a:pathLst>
                <a:path w="3809" h="55879">
                  <a:moveTo>
                    <a:pt x="380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0"/>
                  </a:lnTo>
                  <a:close/>
                </a:path>
                <a:path w="3809" h="55879">
                  <a:moveTo>
                    <a:pt x="380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5080"/>
                  </a:lnTo>
                  <a:close/>
                </a:path>
                <a:path w="3809" h="55879">
                  <a:moveTo>
                    <a:pt x="380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1430"/>
                  </a:lnTo>
                  <a:close/>
                </a:path>
                <a:path w="3809" h="55879">
                  <a:moveTo>
                    <a:pt x="3809" y="17780"/>
                  </a:moveTo>
                  <a:lnTo>
                    <a:pt x="0" y="17780"/>
                  </a:lnTo>
                  <a:lnTo>
                    <a:pt x="0" y="29209"/>
                  </a:lnTo>
                  <a:lnTo>
                    <a:pt x="3809" y="29209"/>
                  </a:lnTo>
                  <a:lnTo>
                    <a:pt x="3809" y="17780"/>
                  </a:lnTo>
                  <a:close/>
                </a:path>
                <a:path w="3809" h="55879">
                  <a:moveTo>
                    <a:pt x="3809" y="29210"/>
                  </a:moveTo>
                  <a:lnTo>
                    <a:pt x="0" y="29210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29210"/>
                  </a:lnTo>
                  <a:close/>
                </a:path>
                <a:path w="3809" h="55879">
                  <a:moveTo>
                    <a:pt x="3809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36830"/>
                  </a:lnTo>
                  <a:close/>
                </a:path>
                <a:path w="3809" h="55879">
                  <a:moveTo>
                    <a:pt x="3809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3180"/>
                  </a:lnTo>
                  <a:close/>
                </a:path>
                <a:path w="3809" h="55879">
                  <a:moveTo>
                    <a:pt x="3809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49530"/>
                  </a:lnTo>
                  <a:close/>
                </a:path>
              </a:pathLst>
            </a:custGeom>
            <a:solidFill>
              <a:srgbClr val="99A8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4" name="object 2634"/>
            <p:cNvSpPr/>
            <p:nvPr/>
          </p:nvSpPr>
          <p:spPr>
            <a:xfrm>
              <a:off x="7128510" y="5066030"/>
              <a:ext cx="3810" cy="54610"/>
            </a:xfrm>
            <a:custGeom>
              <a:avLst/>
              <a:gdLst/>
              <a:ahLst/>
              <a:cxnLst/>
              <a:rect l="l" t="t" r="r" b="b"/>
              <a:pathLst>
                <a:path w="3809" h="54610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09" h="54610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09" h="54610">
                  <a:moveTo>
                    <a:pt x="381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60"/>
                  </a:lnTo>
                  <a:close/>
                </a:path>
                <a:path w="3809" h="54610">
                  <a:moveTo>
                    <a:pt x="3810" y="16510"/>
                  </a:moveTo>
                  <a:lnTo>
                    <a:pt x="0" y="16510"/>
                  </a:lnTo>
                  <a:lnTo>
                    <a:pt x="0" y="27940"/>
                  </a:lnTo>
                  <a:lnTo>
                    <a:pt x="3810" y="27940"/>
                  </a:lnTo>
                  <a:lnTo>
                    <a:pt x="3810" y="16510"/>
                  </a:lnTo>
                  <a:close/>
                </a:path>
                <a:path w="3809" h="54610">
                  <a:moveTo>
                    <a:pt x="3810" y="27940"/>
                  </a:moveTo>
                  <a:lnTo>
                    <a:pt x="0" y="27940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27940"/>
                  </a:lnTo>
                  <a:close/>
                </a:path>
                <a:path w="3809" h="54610">
                  <a:moveTo>
                    <a:pt x="3810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5560"/>
                  </a:lnTo>
                  <a:close/>
                </a:path>
                <a:path w="3809" h="54610">
                  <a:moveTo>
                    <a:pt x="3810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1910"/>
                  </a:lnTo>
                  <a:close/>
                </a:path>
                <a:path w="3809" h="54610">
                  <a:moveTo>
                    <a:pt x="3810" y="48260"/>
                  </a:moveTo>
                  <a:lnTo>
                    <a:pt x="0" y="48260"/>
                  </a:lnTo>
                  <a:lnTo>
                    <a:pt x="0" y="54610"/>
                  </a:lnTo>
                  <a:lnTo>
                    <a:pt x="3810" y="54610"/>
                  </a:lnTo>
                  <a:lnTo>
                    <a:pt x="3810" y="48260"/>
                  </a:lnTo>
                  <a:close/>
                </a:path>
              </a:pathLst>
            </a:custGeom>
            <a:solidFill>
              <a:srgbClr val="9CA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5" name="object 2635"/>
            <p:cNvSpPr/>
            <p:nvPr/>
          </p:nvSpPr>
          <p:spPr>
            <a:xfrm>
              <a:off x="7132320" y="5066030"/>
              <a:ext cx="3810" cy="54610"/>
            </a:xfrm>
            <a:custGeom>
              <a:avLst/>
              <a:gdLst/>
              <a:ahLst/>
              <a:cxnLst/>
              <a:rect l="l" t="t" r="r" b="b"/>
              <a:pathLst>
                <a:path w="3809" h="54610">
                  <a:moveTo>
                    <a:pt x="254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  <a:path w="3809" h="54610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09" h="54610">
                  <a:moveTo>
                    <a:pt x="380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0160"/>
                  </a:lnTo>
                  <a:close/>
                </a:path>
                <a:path w="3809" h="54610">
                  <a:moveTo>
                    <a:pt x="3809" y="16510"/>
                  </a:moveTo>
                  <a:lnTo>
                    <a:pt x="0" y="16510"/>
                  </a:lnTo>
                  <a:lnTo>
                    <a:pt x="0" y="27940"/>
                  </a:lnTo>
                  <a:lnTo>
                    <a:pt x="3809" y="27940"/>
                  </a:lnTo>
                  <a:lnTo>
                    <a:pt x="3809" y="16510"/>
                  </a:lnTo>
                  <a:close/>
                </a:path>
                <a:path w="3809" h="54610">
                  <a:moveTo>
                    <a:pt x="3809" y="27940"/>
                  </a:moveTo>
                  <a:lnTo>
                    <a:pt x="0" y="27940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27940"/>
                  </a:lnTo>
                  <a:close/>
                </a:path>
                <a:path w="3809" h="54610">
                  <a:moveTo>
                    <a:pt x="3809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35560"/>
                  </a:lnTo>
                  <a:close/>
                </a:path>
                <a:path w="3809" h="54610">
                  <a:moveTo>
                    <a:pt x="3809" y="41910"/>
                  </a:moveTo>
                  <a:lnTo>
                    <a:pt x="0" y="41910"/>
                  </a:lnTo>
                  <a:lnTo>
                    <a:pt x="0" y="48260"/>
                  </a:lnTo>
                  <a:lnTo>
                    <a:pt x="3809" y="48260"/>
                  </a:lnTo>
                  <a:lnTo>
                    <a:pt x="3809" y="41910"/>
                  </a:lnTo>
                  <a:close/>
                </a:path>
                <a:path w="3809" h="54610">
                  <a:moveTo>
                    <a:pt x="3809" y="48260"/>
                  </a:moveTo>
                  <a:lnTo>
                    <a:pt x="0" y="48260"/>
                  </a:lnTo>
                  <a:lnTo>
                    <a:pt x="0" y="54610"/>
                  </a:lnTo>
                  <a:lnTo>
                    <a:pt x="2540" y="54610"/>
                  </a:lnTo>
                  <a:lnTo>
                    <a:pt x="2540" y="53340"/>
                  </a:lnTo>
                  <a:lnTo>
                    <a:pt x="3809" y="53340"/>
                  </a:lnTo>
                  <a:lnTo>
                    <a:pt x="3809" y="48260"/>
                  </a:lnTo>
                  <a:close/>
                </a:path>
              </a:pathLst>
            </a:custGeom>
            <a:solidFill>
              <a:srgbClr val="9FA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6" name="object 2636"/>
            <p:cNvSpPr/>
            <p:nvPr/>
          </p:nvSpPr>
          <p:spPr>
            <a:xfrm>
              <a:off x="7136130" y="5067300"/>
              <a:ext cx="2540" cy="52069"/>
            </a:xfrm>
            <a:custGeom>
              <a:avLst/>
              <a:gdLst/>
              <a:ahLst/>
              <a:cxnLst/>
              <a:rect l="l" t="t" r="r" b="b"/>
              <a:pathLst>
                <a:path w="2540" h="52070">
                  <a:moveTo>
                    <a:pt x="254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40" y="2539"/>
                  </a:lnTo>
                  <a:lnTo>
                    <a:pt x="2540" y="0"/>
                  </a:lnTo>
                  <a:close/>
                </a:path>
                <a:path w="2540" h="52070">
                  <a:moveTo>
                    <a:pt x="254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2540" y="8889"/>
                  </a:lnTo>
                  <a:lnTo>
                    <a:pt x="2540" y="2540"/>
                  </a:lnTo>
                  <a:close/>
                </a:path>
                <a:path w="2540" h="52070">
                  <a:moveTo>
                    <a:pt x="254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2540" y="15239"/>
                  </a:lnTo>
                  <a:lnTo>
                    <a:pt x="2540" y="8890"/>
                  </a:lnTo>
                  <a:close/>
                </a:path>
                <a:path w="2540" h="52070">
                  <a:moveTo>
                    <a:pt x="2540" y="15240"/>
                  </a:moveTo>
                  <a:lnTo>
                    <a:pt x="0" y="15240"/>
                  </a:lnTo>
                  <a:lnTo>
                    <a:pt x="0" y="26669"/>
                  </a:lnTo>
                  <a:lnTo>
                    <a:pt x="2540" y="26669"/>
                  </a:lnTo>
                  <a:lnTo>
                    <a:pt x="2540" y="15240"/>
                  </a:lnTo>
                  <a:close/>
                </a:path>
                <a:path w="2540" h="52070">
                  <a:moveTo>
                    <a:pt x="2540" y="26670"/>
                  </a:moveTo>
                  <a:lnTo>
                    <a:pt x="0" y="26670"/>
                  </a:lnTo>
                  <a:lnTo>
                    <a:pt x="0" y="34289"/>
                  </a:lnTo>
                  <a:lnTo>
                    <a:pt x="2540" y="34289"/>
                  </a:lnTo>
                  <a:lnTo>
                    <a:pt x="2540" y="26670"/>
                  </a:lnTo>
                  <a:close/>
                </a:path>
                <a:path w="2540" h="52070">
                  <a:moveTo>
                    <a:pt x="2540" y="34290"/>
                  </a:moveTo>
                  <a:lnTo>
                    <a:pt x="0" y="34290"/>
                  </a:lnTo>
                  <a:lnTo>
                    <a:pt x="0" y="40639"/>
                  </a:lnTo>
                  <a:lnTo>
                    <a:pt x="2540" y="40639"/>
                  </a:lnTo>
                  <a:lnTo>
                    <a:pt x="2540" y="34290"/>
                  </a:lnTo>
                  <a:close/>
                </a:path>
                <a:path w="2540" h="52070">
                  <a:moveTo>
                    <a:pt x="2540" y="40640"/>
                  </a:moveTo>
                  <a:lnTo>
                    <a:pt x="0" y="40640"/>
                  </a:lnTo>
                  <a:lnTo>
                    <a:pt x="0" y="46989"/>
                  </a:lnTo>
                  <a:lnTo>
                    <a:pt x="2540" y="46989"/>
                  </a:lnTo>
                  <a:lnTo>
                    <a:pt x="2540" y="40640"/>
                  </a:lnTo>
                  <a:close/>
                </a:path>
                <a:path w="2540" h="52070">
                  <a:moveTo>
                    <a:pt x="2540" y="46990"/>
                  </a:moveTo>
                  <a:lnTo>
                    <a:pt x="0" y="46990"/>
                  </a:lnTo>
                  <a:lnTo>
                    <a:pt x="0" y="52069"/>
                  </a:lnTo>
                  <a:lnTo>
                    <a:pt x="1270" y="52069"/>
                  </a:lnTo>
                  <a:lnTo>
                    <a:pt x="1270" y="50800"/>
                  </a:lnTo>
                  <a:lnTo>
                    <a:pt x="2540" y="50800"/>
                  </a:lnTo>
                  <a:lnTo>
                    <a:pt x="2540" y="46990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7" name="object 2637"/>
            <p:cNvSpPr/>
            <p:nvPr/>
          </p:nvSpPr>
          <p:spPr>
            <a:xfrm>
              <a:off x="7138670" y="5067300"/>
              <a:ext cx="3810" cy="50800"/>
            </a:xfrm>
            <a:custGeom>
              <a:avLst/>
              <a:gdLst/>
              <a:ahLst/>
              <a:cxnLst/>
              <a:rect l="l" t="t" r="r" b="b"/>
              <a:pathLst>
                <a:path w="3809" h="50800">
                  <a:moveTo>
                    <a:pt x="380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09" h="50800">
                  <a:moveTo>
                    <a:pt x="3809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2540"/>
                  </a:lnTo>
                  <a:close/>
                </a:path>
                <a:path w="3809" h="50800">
                  <a:moveTo>
                    <a:pt x="3809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8890"/>
                  </a:lnTo>
                  <a:close/>
                </a:path>
                <a:path w="3809" h="50800">
                  <a:moveTo>
                    <a:pt x="3809" y="15240"/>
                  </a:moveTo>
                  <a:lnTo>
                    <a:pt x="0" y="15240"/>
                  </a:lnTo>
                  <a:lnTo>
                    <a:pt x="0" y="26669"/>
                  </a:lnTo>
                  <a:lnTo>
                    <a:pt x="3809" y="26669"/>
                  </a:lnTo>
                  <a:lnTo>
                    <a:pt x="3809" y="15240"/>
                  </a:lnTo>
                  <a:close/>
                </a:path>
                <a:path w="3809" h="50800">
                  <a:moveTo>
                    <a:pt x="3809" y="26670"/>
                  </a:moveTo>
                  <a:lnTo>
                    <a:pt x="0" y="26670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26670"/>
                  </a:lnTo>
                  <a:close/>
                </a:path>
                <a:path w="3809" h="50800">
                  <a:moveTo>
                    <a:pt x="3809" y="34290"/>
                  </a:moveTo>
                  <a:lnTo>
                    <a:pt x="0" y="34290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4290"/>
                  </a:lnTo>
                  <a:close/>
                </a:path>
                <a:path w="3809" h="50800">
                  <a:moveTo>
                    <a:pt x="3809" y="40640"/>
                  </a:moveTo>
                  <a:lnTo>
                    <a:pt x="0" y="40640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0640"/>
                  </a:lnTo>
                  <a:close/>
                </a:path>
                <a:path w="3809" h="50800">
                  <a:moveTo>
                    <a:pt x="3809" y="46990"/>
                  </a:moveTo>
                  <a:lnTo>
                    <a:pt x="0" y="46990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46990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8" name="object 2638"/>
            <p:cNvSpPr/>
            <p:nvPr/>
          </p:nvSpPr>
          <p:spPr>
            <a:xfrm>
              <a:off x="7142480" y="5068570"/>
              <a:ext cx="3810" cy="48260"/>
            </a:xfrm>
            <a:custGeom>
              <a:avLst/>
              <a:gdLst/>
              <a:ahLst/>
              <a:cxnLst/>
              <a:rect l="l" t="t" r="r" b="b"/>
              <a:pathLst>
                <a:path w="3809" h="48260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09" h="48260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09" h="48260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09" h="48260">
                  <a:moveTo>
                    <a:pt x="3810" y="13969"/>
                  </a:moveTo>
                  <a:lnTo>
                    <a:pt x="0" y="1396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13969"/>
                  </a:lnTo>
                  <a:close/>
                </a:path>
                <a:path w="3809" h="48260">
                  <a:moveTo>
                    <a:pt x="3810" y="25400"/>
                  </a:moveTo>
                  <a:lnTo>
                    <a:pt x="0" y="25400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5400"/>
                  </a:lnTo>
                  <a:close/>
                </a:path>
                <a:path w="3809" h="48260">
                  <a:moveTo>
                    <a:pt x="3810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3019"/>
                  </a:lnTo>
                  <a:close/>
                </a:path>
                <a:path w="3809" h="48260">
                  <a:moveTo>
                    <a:pt x="3810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39369"/>
                  </a:lnTo>
                  <a:close/>
                </a:path>
                <a:path w="3809" h="48260">
                  <a:moveTo>
                    <a:pt x="3810" y="45719"/>
                  </a:moveTo>
                  <a:lnTo>
                    <a:pt x="0" y="45719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5719"/>
                  </a:lnTo>
                  <a:close/>
                </a:path>
              </a:pathLst>
            </a:custGeom>
            <a:solidFill>
              <a:srgbClr val="A7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9" name="object 2639"/>
            <p:cNvSpPr/>
            <p:nvPr/>
          </p:nvSpPr>
          <p:spPr>
            <a:xfrm>
              <a:off x="7146290" y="5068570"/>
              <a:ext cx="3810" cy="48260"/>
            </a:xfrm>
            <a:custGeom>
              <a:avLst/>
              <a:gdLst/>
              <a:ahLst/>
              <a:cxnLst/>
              <a:rect l="l" t="t" r="r" b="b"/>
              <a:pathLst>
                <a:path w="3809" h="48260">
                  <a:moveTo>
                    <a:pt x="126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3809" h="48260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09" h="48260">
                  <a:moveTo>
                    <a:pt x="380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7619"/>
                  </a:lnTo>
                  <a:close/>
                </a:path>
                <a:path w="3809" h="48260">
                  <a:moveTo>
                    <a:pt x="3809" y="13969"/>
                  </a:moveTo>
                  <a:lnTo>
                    <a:pt x="0" y="1396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13969"/>
                  </a:lnTo>
                  <a:close/>
                </a:path>
                <a:path w="3809" h="48260">
                  <a:moveTo>
                    <a:pt x="3809" y="25400"/>
                  </a:moveTo>
                  <a:lnTo>
                    <a:pt x="0" y="25400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5400"/>
                  </a:lnTo>
                  <a:close/>
                </a:path>
                <a:path w="3809" h="48260">
                  <a:moveTo>
                    <a:pt x="3809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3019"/>
                  </a:lnTo>
                  <a:close/>
                </a:path>
                <a:path w="3809" h="48260">
                  <a:moveTo>
                    <a:pt x="3809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39369"/>
                  </a:lnTo>
                  <a:close/>
                </a:path>
                <a:path w="3809" h="48260">
                  <a:moveTo>
                    <a:pt x="3809" y="45719"/>
                  </a:moveTo>
                  <a:lnTo>
                    <a:pt x="0" y="45719"/>
                  </a:lnTo>
                  <a:lnTo>
                    <a:pt x="0" y="48259"/>
                  </a:lnTo>
                  <a:lnTo>
                    <a:pt x="1269" y="48259"/>
                  </a:lnTo>
                  <a:lnTo>
                    <a:pt x="1269" y="46989"/>
                  </a:lnTo>
                  <a:lnTo>
                    <a:pt x="3809" y="46989"/>
                  </a:lnTo>
                  <a:lnTo>
                    <a:pt x="3809" y="45719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0" name="object 2640"/>
            <p:cNvSpPr/>
            <p:nvPr/>
          </p:nvSpPr>
          <p:spPr>
            <a:xfrm>
              <a:off x="7150100" y="5069839"/>
              <a:ext cx="3810" cy="45720"/>
            </a:xfrm>
            <a:custGeom>
              <a:avLst/>
              <a:gdLst/>
              <a:ahLst/>
              <a:cxnLst/>
              <a:rect l="l" t="t" r="r" b="b"/>
              <a:pathLst>
                <a:path w="3809" h="45720">
                  <a:moveTo>
                    <a:pt x="254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09" h="45720">
                  <a:moveTo>
                    <a:pt x="380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6349"/>
                  </a:lnTo>
                  <a:close/>
                </a:path>
                <a:path w="3809" h="45720">
                  <a:moveTo>
                    <a:pt x="3809" y="12699"/>
                  </a:moveTo>
                  <a:lnTo>
                    <a:pt x="0" y="12699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12699"/>
                  </a:lnTo>
                  <a:close/>
                </a:path>
                <a:path w="3809" h="45720">
                  <a:moveTo>
                    <a:pt x="3809" y="24129"/>
                  </a:moveTo>
                  <a:lnTo>
                    <a:pt x="0" y="2412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4129"/>
                  </a:lnTo>
                  <a:close/>
                </a:path>
                <a:path w="3809" h="45720">
                  <a:moveTo>
                    <a:pt x="3809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1749"/>
                  </a:lnTo>
                  <a:close/>
                </a:path>
                <a:path w="3809" h="45720">
                  <a:moveTo>
                    <a:pt x="3809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38099"/>
                  </a:lnTo>
                  <a:close/>
                </a:path>
                <a:path w="3809" h="45720">
                  <a:moveTo>
                    <a:pt x="3809" y="44449"/>
                  </a:moveTo>
                  <a:lnTo>
                    <a:pt x="0" y="44449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44449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1" name="object 2641"/>
            <p:cNvSpPr/>
            <p:nvPr/>
          </p:nvSpPr>
          <p:spPr>
            <a:xfrm>
              <a:off x="7153910" y="5071109"/>
              <a:ext cx="3810" cy="44450"/>
            </a:xfrm>
            <a:custGeom>
              <a:avLst/>
              <a:gdLst/>
              <a:ahLst/>
              <a:cxnLst/>
              <a:rect l="l" t="t" r="r" b="b"/>
              <a:pathLst>
                <a:path w="3809" h="44450">
                  <a:moveTo>
                    <a:pt x="127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44450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09" h="44450">
                  <a:moveTo>
                    <a:pt x="3810" y="11430"/>
                  </a:moveTo>
                  <a:lnTo>
                    <a:pt x="0" y="1143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1430"/>
                  </a:lnTo>
                  <a:close/>
                </a:path>
                <a:path w="3809" h="44450">
                  <a:moveTo>
                    <a:pt x="3810" y="22860"/>
                  </a:moveTo>
                  <a:lnTo>
                    <a:pt x="0" y="22860"/>
                  </a:lnTo>
                  <a:lnTo>
                    <a:pt x="0" y="30479"/>
                  </a:lnTo>
                  <a:lnTo>
                    <a:pt x="3810" y="30479"/>
                  </a:lnTo>
                  <a:lnTo>
                    <a:pt x="3810" y="22860"/>
                  </a:lnTo>
                  <a:close/>
                </a:path>
                <a:path w="3809" h="44450">
                  <a:moveTo>
                    <a:pt x="3810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30480"/>
                  </a:lnTo>
                  <a:close/>
                </a:path>
                <a:path w="3809" h="44450">
                  <a:moveTo>
                    <a:pt x="381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36830"/>
                  </a:lnTo>
                  <a:close/>
                </a:path>
                <a:path w="3809" h="44450">
                  <a:moveTo>
                    <a:pt x="1270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1270" y="44450"/>
                  </a:lnTo>
                  <a:lnTo>
                    <a:pt x="1270" y="43180"/>
                  </a:lnTo>
                  <a:close/>
                </a:path>
              </a:pathLst>
            </a:custGeom>
            <a:solidFill>
              <a:srgbClr val="AEBA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2" name="object 2642"/>
            <p:cNvSpPr/>
            <p:nvPr/>
          </p:nvSpPr>
          <p:spPr>
            <a:xfrm>
              <a:off x="7157720" y="5072380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09" h="41910">
                  <a:moveTo>
                    <a:pt x="380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09" h="41910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09" h="41910">
                  <a:moveTo>
                    <a:pt x="3809" y="10160"/>
                  </a:moveTo>
                  <a:lnTo>
                    <a:pt x="0" y="10160"/>
                  </a:lnTo>
                  <a:lnTo>
                    <a:pt x="0" y="21590"/>
                  </a:lnTo>
                  <a:lnTo>
                    <a:pt x="3809" y="21590"/>
                  </a:lnTo>
                  <a:lnTo>
                    <a:pt x="3809" y="10160"/>
                  </a:lnTo>
                  <a:close/>
                </a:path>
                <a:path w="3809" h="41910">
                  <a:moveTo>
                    <a:pt x="3809" y="21590"/>
                  </a:moveTo>
                  <a:lnTo>
                    <a:pt x="0" y="21590"/>
                  </a:lnTo>
                  <a:lnTo>
                    <a:pt x="0" y="29210"/>
                  </a:lnTo>
                  <a:lnTo>
                    <a:pt x="3809" y="29210"/>
                  </a:lnTo>
                  <a:lnTo>
                    <a:pt x="3809" y="21590"/>
                  </a:lnTo>
                  <a:close/>
                </a:path>
                <a:path w="3809" h="41910">
                  <a:moveTo>
                    <a:pt x="3809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29210"/>
                  </a:lnTo>
                  <a:close/>
                </a:path>
                <a:path w="3809" h="41910">
                  <a:moveTo>
                    <a:pt x="3809" y="35560"/>
                  </a:moveTo>
                  <a:lnTo>
                    <a:pt x="0" y="35560"/>
                  </a:lnTo>
                  <a:lnTo>
                    <a:pt x="0" y="41910"/>
                  </a:lnTo>
                  <a:lnTo>
                    <a:pt x="1269" y="41910"/>
                  </a:lnTo>
                  <a:lnTo>
                    <a:pt x="1269" y="40640"/>
                  </a:lnTo>
                  <a:lnTo>
                    <a:pt x="3809" y="40640"/>
                  </a:lnTo>
                  <a:lnTo>
                    <a:pt x="3809" y="35560"/>
                  </a:lnTo>
                  <a:close/>
                </a:path>
              </a:pathLst>
            </a:custGeom>
            <a:solidFill>
              <a:srgbClr val="B1BD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3" name="object 2643"/>
            <p:cNvSpPr/>
            <p:nvPr/>
          </p:nvSpPr>
          <p:spPr>
            <a:xfrm>
              <a:off x="7161530" y="5072380"/>
              <a:ext cx="3810" cy="40640"/>
            </a:xfrm>
            <a:custGeom>
              <a:avLst/>
              <a:gdLst/>
              <a:ahLst/>
              <a:cxnLst/>
              <a:rect l="l" t="t" r="r" b="b"/>
              <a:pathLst>
                <a:path w="3809" h="40639">
                  <a:moveTo>
                    <a:pt x="254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  <a:path w="3809" h="40639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09" h="40639">
                  <a:moveTo>
                    <a:pt x="3810" y="10160"/>
                  </a:moveTo>
                  <a:lnTo>
                    <a:pt x="0" y="1016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0160"/>
                  </a:lnTo>
                  <a:close/>
                </a:path>
                <a:path w="3809" h="40639">
                  <a:moveTo>
                    <a:pt x="3810" y="21590"/>
                  </a:moveTo>
                  <a:lnTo>
                    <a:pt x="0" y="21590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1590"/>
                  </a:lnTo>
                  <a:close/>
                </a:path>
                <a:path w="3809" h="40639">
                  <a:moveTo>
                    <a:pt x="3810" y="29210"/>
                  </a:moveTo>
                  <a:lnTo>
                    <a:pt x="0" y="29210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29210"/>
                  </a:lnTo>
                  <a:close/>
                </a:path>
                <a:path w="3809" h="40639">
                  <a:moveTo>
                    <a:pt x="3810" y="35560"/>
                  </a:moveTo>
                  <a:lnTo>
                    <a:pt x="0" y="35560"/>
                  </a:lnTo>
                  <a:lnTo>
                    <a:pt x="0" y="40640"/>
                  </a:lnTo>
                  <a:lnTo>
                    <a:pt x="2540" y="40640"/>
                  </a:lnTo>
                  <a:lnTo>
                    <a:pt x="2540" y="39370"/>
                  </a:lnTo>
                  <a:lnTo>
                    <a:pt x="3810" y="39370"/>
                  </a:lnTo>
                  <a:lnTo>
                    <a:pt x="3810" y="35560"/>
                  </a:lnTo>
                  <a:close/>
                </a:path>
              </a:pathLst>
            </a:custGeom>
            <a:solidFill>
              <a:srgbClr val="B4BF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4" name="object 2644"/>
            <p:cNvSpPr/>
            <p:nvPr/>
          </p:nvSpPr>
          <p:spPr>
            <a:xfrm>
              <a:off x="7165340" y="5073650"/>
              <a:ext cx="2540" cy="38100"/>
            </a:xfrm>
            <a:custGeom>
              <a:avLst/>
              <a:gdLst/>
              <a:ahLst/>
              <a:cxnLst/>
              <a:rect l="l" t="t" r="r" b="b"/>
              <a:pathLst>
                <a:path w="2540" h="38100">
                  <a:moveTo>
                    <a:pt x="253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39" y="2539"/>
                  </a:lnTo>
                  <a:lnTo>
                    <a:pt x="2539" y="0"/>
                  </a:lnTo>
                  <a:close/>
                </a:path>
                <a:path w="2540" h="38100">
                  <a:moveTo>
                    <a:pt x="2539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2539" y="8889"/>
                  </a:lnTo>
                  <a:lnTo>
                    <a:pt x="2539" y="2540"/>
                  </a:lnTo>
                  <a:close/>
                </a:path>
                <a:path w="2540" h="38100">
                  <a:moveTo>
                    <a:pt x="2539" y="8890"/>
                  </a:moveTo>
                  <a:lnTo>
                    <a:pt x="0" y="8890"/>
                  </a:lnTo>
                  <a:lnTo>
                    <a:pt x="0" y="20319"/>
                  </a:lnTo>
                  <a:lnTo>
                    <a:pt x="2539" y="20319"/>
                  </a:lnTo>
                  <a:lnTo>
                    <a:pt x="2539" y="8890"/>
                  </a:lnTo>
                  <a:close/>
                </a:path>
                <a:path w="2540" h="38100">
                  <a:moveTo>
                    <a:pt x="2539" y="20320"/>
                  </a:moveTo>
                  <a:lnTo>
                    <a:pt x="0" y="20320"/>
                  </a:lnTo>
                  <a:lnTo>
                    <a:pt x="0" y="27939"/>
                  </a:lnTo>
                  <a:lnTo>
                    <a:pt x="2539" y="27939"/>
                  </a:lnTo>
                  <a:lnTo>
                    <a:pt x="2539" y="20320"/>
                  </a:lnTo>
                  <a:close/>
                </a:path>
                <a:path w="2540" h="38100">
                  <a:moveTo>
                    <a:pt x="2539" y="27940"/>
                  </a:moveTo>
                  <a:lnTo>
                    <a:pt x="0" y="27940"/>
                  </a:lnTo>
                  <a:lnTo>
                    <a:pt x="0" y="34289"/>
                  </a:lnTo>
                  <a:lnTo>
                    <a:pt x="2539" y="34289"/>
                  </a:lnTo>
                  <a:lnTo>
                    <a:pt x="2539" y="27940"/>
                  </a:lnTo>
                  <a:close/>
                </a:path>
                <a:path w="2540" h="38100">
                  <a:moveTo>
                    <a:pt x="2539" y="34290"/>
                  </a:moveTo>
                  <a:lnTo>
                    <a:pt x="0" y="34290"/>
                  </a:lnTo>
                  <a:lnTo>
                    <a:pt x="0" y="38100"/>
                  </a:lnTo>
                  <a:lnTo>
                    <a:pt x="2539" y="38100"/>
                  </a:lnTo>
                  <a:lnTo>
                    <a:pt x="2539" y="34290"/>
                  </a:lnTo>
                  <a:close/>
                </a:path>
              </a:pathLst>
            </a:custGeom>
            <a:solidFill>
              <a:srgbClr val="B6C1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5" name="object 2645"/>
            <p:cNvSpPr/>
            <p:nvPr/>
          </p:nvSpPr>
          <p:spPr>
            <a:xfrm>
              <a:off x="7167880" y="5073650"/>
              <a:ext cx="3810" cy="38100"/>
            </a:xfrm>
            <a:custGeom>
              <a:avLst/>
              <a:gdLst/>
              <a:ahLst/>
              <a:cxnLst/>
              <a:rect l="l" t="t" r="r" b="b"/>
              <a:pathLst>
                <a:path w="3809" h="38100">
                  <a:moveTo>
                    <a:pt x="127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38100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09" h="38100">
                  <a:moveTo>
                    <a:pt x="3810" y="8890"/>
                  </a:moveTo>
                  <a:lnTo>
                    <a:pt x="0" y="8890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8890"/>
                  </a:lnTo>
                  <a:close/>
                </a:path>
                <a:path w="3809" h="38100">
                  <a:moveTo>
                    <a:pt x="3810" y="20320"/>
                  </a:moveTo>
                  <a:lnTo>
                    <a:pt x="0" y="20320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0320"/>
                  </a:lnTo>
                  <a:close/>
                </a:path>
                <a:path w="3809" h="38100">
                  <a:moveTo>
                    <a:pt x="3810" y="27940"/>
                  </a:moveTo>
                  <a:lnTo>
                    <a:pt x="0" y="27940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27940"/>
                  </a:lnTo>
                  <a:close/>
                </a:path>
                <a:path w="3809" h="38100">
                  <a:moveTo>
                    <a:pt x="3810" y="34290"/>
                  </a:moveTo>
                  <a:lnTo>
                    <a:pt x="0" y="34290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4290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6" name="object 2646"/>
            <p:cNvSpPr/>
            <p:nvPr/>
          </p:nvSpPr>
          <p:spPr>
            <a:xfrm>
              <a:off x="7171690" y="5074920"/>
              <a:ext cx="3810" cy="36830"/>
            </a:xfrm>
            <a:custGeom>
              <a:avLst/>
              <a:gdLst/>
              <a:ahLst/>
              <a:cxnLst/>
              <a:rect l="l" t="t" r="r" b="b"/>
              <a:pathLst>
                <a:path w="3809" h="36829">
                  <a:moveTo>
                    <a:pt x="127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36829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09" h="36829">
                  <a:moveTo>
                    <a:pt x="3809" y="7619"/>
                  </a:moveTo>
                  <a:lnTo>
                    <a:pt x="0" y="761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7619"/>
                  </a:lnTo>
                  <a:close/>
                </a:path>
                <a:path w="3809" h="36829">
                  <a:moveTo>
                    <a:pt x="3809" y="19050"/>
                  </a:moveTo>
                  <a:lnTo>
                    <a:pt x="0" y="19050"/>
                  </a:lnTo>
                  <a:lnTo>
                    <a:pt x="0" y="26669"/>
                  </a:lnTo>
                  <a:lnTo>
                    <a:pt x="3809" y="26669"/>
                  </a:lnTo>
                  <a:lnTo>
                    <a:pt x="3809" y="19050"/>
                  </a:lnTo>
                  <a:close/>
                </a:path>
                <a:path w="3809" h="36829">
                  <a:moveTo>
                    <a:pt x="3809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6669"/>
                  </a:lnTo>
                  <a:close/>
                </a:path>
                <a:path w="3809" h="36829">
                  <a:moveTo>
                    <a:pt x="3809" y="33019"/>
                  </a:moveTo>
                  <a:lnTo>
                    <a:pt x="0" y="33019"/>
                  </a:lnTo>
                  <a:lnTo>
                    <a:pt x="0" y="36829"/>
                  </a:lnTo>
                  <a:lnTo>
                    <a:pt x="1270" y="36829"/>
                  </a:lnTo>
                  <a:lnTo>
                    <a:pt x="1270" y="35559"/>
                  </a:lnTo>
                  <a:lnTo>
                    <a:pt x="3809" y="35559"/>
                  </a:lnTo>
                  <a:lnTo>
                    <a:pt x="3809" y="33019"/>
                  </a:lnTo>
                  <a:close/>
                </a:path>
              </a:pathLst>
            </a:custGeom>
            <a:solidFill>
              <a:srgbClr val="BC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7" name="object 2647"/>
            <p:cNvSpPr/>
            <p:nvPr/>
          </p:nvSpPr>
          <p:spPr>
            <a:xfrm>
              <a:off x="7175500" y="5076189"/>
              <a:ext cx="3810" cy="33020"/>
            </a:xfrm>
            <a:custGeom>
              <a:avLst/>
              <a:gdLst/>
              <a:ahLst/>
              <a:cxnLst/>
              <a:rect l="l" t="t" r="r" b="b"/>
              <a:pathLst>
                <a:path w="3809" h="33020">
                  <a:moveTo>
                    <a:pt x="254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09" h="33020">
                  <a:moveTo>
                    <a:pt x="3809" y="6349"/>
                  </a:moveTo>
                  <a:lnTo>
                    <a:pt x="0" y="6349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6349"/>
                  </a:lnTo>
                  <a:close/>
                </a:path>
                <a:path w="3809" h="33020">
                  <a:moveTo>
                    <a:pt x="3809" y="17779"/>
                  </a:moveTo>
                  <a:lnTo>
                    <a:pt x="0" y="1777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17779"/>
                  </a:lnTo>
                  <a:close/>
                </a:path>
                <a:path w="3809" h="33020">
                  <a:moveTo>
                    <a:pt x="3809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5399"/>
                  </a:lnTo>
                  <a:close/>
                </a:path>
                <a:path w="3809" h="33020">
                  <a:moveTo>
                    <a:pt x="3809" y="31749"/>
                  </a:moveTo>
                  <a:lnTo>
                    <a:pt x="0" y="31749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31749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8" name="object 2648"/>
            <p:cNvSpPr/>
            <p:nvPr/>
          </p:nvSpPr>
          <p:spPr>
            <a:xfrm>
              <a:off x="7179310" y="5077459"/>
              <a:ext cx="3810" cy="31750"/>
            </a:xfrm>
            <a:custGeom>
              <a:avLst/>
              <a:gdLst/>
              <a:ahLst/>
              <a:cxnLst/>
              <a:rect l="l" t="t" r="r" b="b"/>
              <a:pathLst>
                <a:path w="3809" h="31750">
                  <a:moveTo>
                    <a:pt x="127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31750">
                  <a:moveTo>
                    <a:pt x="3810" y="5080"/>
                  </a:moveTo>
                  <a:lnTo>
                    <a:pt x="0" y="508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5080"/>
                  </a:lnTo>
                  <a:close/>
                </a:path>
                <a:path w="3809" h="31750">
                  <a:moveTo>
                    <a:pt x="3810" y="16510"/>
                  </a:moveTo>
                  <a:lnTo>
                    <a:pt x="0" y="16510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6510"/>
                  </a:lnTo>
                  <a:close/>
                </a:path>
                <a:path w="3809" h="31750">
                  <a:moveTo>
                    <a:pt x="3810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3810" y="30479"/>
                  </a:lnTo>
                  <a:lnTo>
                    <a:pt x="3810" y="24130"/>
                  </a:lnTo>
                  <a:close/>
                </a:path>
                <a:path w="3809" h="31750">
                  <a:moveTo>
                    <a:pt x="1270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1270" y="31750"/>
                  </a:lnTo>
                  <a:lnTo>
                    <a:pt x="1270" y="30480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9" name="object 2649"/>
            <p:cNvSpPr/>
            <p:nvPr/>
          </p:nvSpPr>
          <p:spPr>
            <a:xfrm>
              <a:off x="7183120" y="5078730"/>
              <a:ext cx="3810" cy="27940"/>
            </a:xfrm>
            <a:custGeom>
              <a:avLst/>
              <a:gdLst/>
              <a:ahLst/>
              <a:cxnLst/>
              <a:rect l="l" t="t" r="r" b="b"/>
              <a:pathLst>
                <a:path w="3809" h="27939">
                  <a:moveTo>
                    <a:pt x="126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3809" h="27939">
                  <a:moveTo>
                    <a:pt x="3809" y="3810"/>
                  </a:moveTo>
                  <a:lnTo>
                    <a:pt x="0" y="3810"/>
                  </a:lnTo>
                  <a:lnTo>
                    <a:pt x="0" y="15240"/>
                  </a:lnTo>
                  <a:lnTo>
                    <a:pt x="3809" y="15240"/>
                  </a:lnTo>
                  <a:lnTo>
                    <a:pt x="3809" y="3810"/>
                  </a:lnTo>
                  <a:close/>
                </a:path>
                <a:path w="3809" h="27939">
                  <a:moveTo>
                    <a:pt x="3809" y="15240"/>
                  </a:moveTo>
                  <a:lnTo>
                    <a:pt x="0" y="15240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15240"/>
                  </a:lnTo>
                  <a:close/>
                </a:path>
                <a:path w="3809" h="27939">
                  <a:moveTo>
                    <a:pt x="3809" y="22860"/>
                  </a:moveTo>
                  <a:lnTo>
                    <a:pt x="0" y="22860"/>
                  </a:lnTo>
                  <a:lnTo>
                    <a:pt x="0" y="27940"/>
                  </a:lnTo>
                  <a:lnTo>
                    <a:pt x="3809" y="27940"/>
                  </a:lnTo>
                  <a:lnTo>
                    <a:pt x="3809" y="22860"/>
                  </a:lnTo>
                  <a:close/>
                </a:path>
              </a:pathLst>
            </a:custGeom>
            <a:solidFill>
              <a:srgbClr val="C4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0" name="object 2650"/>
            <p:cNvSpPr/>
            <p:nvPr/>
          </p:nvSpPr>
          <p:spPr>
            <a:xfrm>
              <a:off x="7186930" y="5081270"/>
              <a:ext cx="2540" cy="24130"/>
            </a:xfrm>
            <a:custGeom>
              <a:avLst/>
              <a:gdLst/>
              <a:ahLst/>
              <a:cxnLst/>
              <a:rect l="l" t="t" r="r" b="b"/>
              <a:pathLst>
                <a:path w="2540" h="24129">
                  <a:moveTo>
                    <a:pt x="127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2540" h="24129">
                  <a:moveTo>
                    <a:pt x="2540" y="1269"/>
                  </a:moveTo>
                  <a:lnTo>
                    <a:pt x="0" y="1269"/>
                  </a:lnTo>
                  <a:lnTo>
                    <a:pt x="0" y="12699"/>
                  </a:lnTo>
                  <a:lnTo>
                    <a:pt x="2540" y="12699"/>
                  </a:lnTo>
                  <a:lnTo>
                    <a:pt x="2540" y="1269"/>
                  </a:lnTo>
                  <a:close/>
                </a:path>
                <a:path w="2540" h="24129">
                  <a:moveTo>
                    <a:pt x="2540" y="12700"/>
                  </a:moveTo>
                  <a:lnTo>
                    <a:pt x="0" y="12700"/>
                  </a:lnTo>
                  <a:lnTo>
                    <a:pt x="0" y="20319"/>
                  </a:lnTo>
                  <a:lnTo>
                    <a:pt x="2540" y="20319"/>
                  </a:lnTo>
                  <a:lnTo>
                    <a:pt x="2540" y="12700"/>
                  </a:lnTo>
                  <a:close/>
                </a:path>
                <a:path w="2540" h="24129">
                  <a:moveTo>
                    <a:pt x="2540" y="20319"/>
                  </a:moveTo>
                  <a:lnTo>
                    <a:pt x="0" y="20319"/>
                  </a:lnTo>
                  <a:lnTo>
                    <a:pt x="0" y="24129"/>
                  </a:lnTo>
                  <a:lnTo>
                    <a:pt x="1270" y="24129"/>
                  </a:lnTo>
                  <a:lnTo>
                    <a:pt x="1270" y="22859"/>
                  </a:lnTo>
                  <a:lnTo>
                    <a:pt x="2540" y="22859"/>
                  </a:lnTo>
                  <a:lnTo>
                    <a:pt x="2540" y="20319"/>
                  </a:lnTo>
                  <a:close/>
                </a:path>
              </a:pathLst>
            </a:custGeom>
            <a:solidFill>
              <a:srgbClr val="C6CF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1" name="object 2651"/>
            <p:cNvSpPr/>
            <p:nvPr/>
          </p:nvSpPr>
          <p:spPr>
            <a:xfrm>
              <a:off x="7189470" y="5083809"/>
              <a:ext cx="3810" cy="19050"/>
            </a:xfrm>
            <a:custGeom>
              <a:avLst/>
              <a:gdLst/>
              <a:ahLst/>
              <a:cxnLst/>
              <a:rect l="l" t="t" r="r" b="b"/>
              <a:pathLst>
                <a:path w="3809" h="19050">
                  <a:moveTo>
                    <a:pt x="1270" y="0"/>
                  </a:moveTo>
                  <a:lnTo>
                    <a:pt x="0" y="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19050">
                  <a:moveTo>
                    <a:pt x="3809" y="10160"/>
                  </a:moveTo>
                  <a:lnTo>
                    <a:pt x="0" y="1016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0160"/>
                  </a:lnTo>
                  <a:close/>
                </a:path>
                <a:path w="3809" h="19050">
                  <a:moveTo>
                    <a:pt x="1270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1270" y="19050"/>
                  </a:lnTo>
                  <a:lnTo>
                    <a:pt x="1270" y="17780"/>
                  </a:lnTo>
                  <a:close/>
                </a:path>
              </a:pathLst>
            </a:custGeom>
            <a:solidFill>
              <a:srgbClr val="C9D1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2" name="object 2652"/>
            <p:cNvSpPr/>
            <p:nvPr/>
          </p:nvSpPr>
          <p:spPr>
            <a:xfrm>
              <a:off x="7193280" y="5086350"/>
              <a:ext cx="3810" cy="13970"/>
            </a:xfrm>
            <a:custGeom>
              <a:avLst/>
              <a:gdLst/>
              <a:ahLst/>
              <a:cxnLst/>
              <a:rect l="l" t="t" r="r" b="b"/>
              <a:pathLst>
                <a:path w="3809" h="13970">
                  <a:moveTo>
                    <a:pt x="1270" y="0"/>
                  </a:moveTo>
                  <a:lnTo>
                    <a:pt x="0" y="0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2539"/>
                  </a:lnTo>
                  <a:lnTo>
                    <a:pt x="2540" y="2539"/>
                  </a:lnTo>
                  <a:lnTo>
                    <a:pt x="254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13970">
                  <a:moveTo>
                    <a:pt x="3810" y="7620"/>
                  </a:moveTo>
                  <a:lnTo>
                    <a:pt x="0" y="7620"/>
                  </a:lnTo>
                  <a:lnTo>
                    <a:pt x="0" y="13969"/>
                  </a:lnTo>
                  <a:lnTo>
                    <a:pt x="1270" y="13969"/>
                  </a:lnTo>
                  <a:lnTo>
                    <a:pt x="1270" y="12700"/>
                  </a:lnTo>
                  <a:lnTo>
                    <a:pt x="2540" y="12700"/>
                  </a:lnTo>
                  <a:lnTo>
                    <a:pt x="2540" y="11430"/>
                  </a:lnTo>
                  <a:lnTo>
                    <a:pt x="3810" y="11430"/>
                  </a:lnTo>
                  <a:lnTo>
                    <a:pt x="3810" y="7620"/>
                  </a:lnTo>
                  <a:close/>
                </a:path>
              </a:pathLst>
            </a:custGeom>
            <a:solidFill>
              <a:srgbClr val="CCD3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3" name="object 2653"/>
            <p:cNvSpPr/>
            <p:nvPr/>
          </p:nvSpPr>
          <p:spPr>
            <a:xfrm>
              <a:off x="7197090" y="5088889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5080"/>
                  </a:moveTo>
                  <a:lnTo>
                    <a:pt x="0" y="0"/>
                  </a:lnTo>
                  <a:lnTo>
                    <a:pt x="0" y="5080"/>
                  </a:lnTo>
                  <a:close/>
                </a:path>
                <a:path h="8889">
                  <a:moveTo>
                    <a:pt x="0" y="8890"/>
                  </a:moveTo>
                  <a:lnTo>
                    <a:pt x="0" y="5080"/>
                  </a:lnTo>
                  <a:lnTo>
                    <a:pt x="0" y="8890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4" name="object 2654"/>
            <p:cNvSpPr/>
            <p:nvPr/>
          </p:nvSpPr>
          <p:spPr>
            <a:xfrm>
              <a:off x="6911340" y="5060950"/>
              <a:ext cx="284480" cy="63500"/>
            </a:xfrm>
            <a:custGeom>
              <a:avLst/>
              <a:gdLst/>
              <a:ahLst/>
              <a:cxnLst/>
              <a:rect l="l" t="t" r="r" b="b"/>
              <a:pathLst>
                <a:path w="284479" h="63500">
                  <a:moveTo>
                    <a:pt x="142239" y="0"/>
                  </a:moveTo>
                  <a:lnTo>
                    <a:pt x="87332" y="2460"/>
                  </a:lnTo>
                  <a:lnTo>
                    <a:pt x="42068" y="9207"/>
                  </a:lnTo>
                  <a:lnTo>
                    <a:pt x="11330" y="19288"/>
                  </a:lnTo>
                  <a:lnTo>
                    <a:pt x="0" y="31750"/>
                  </a:lnTo>
                  <a:lnTo>
                    <a:pt x="11330" y="43676"/>
                  </a:lnTo>
                  <a:lnTo>
                    <a:pt x="42068" y="53816"/>
                  </a:lnTo>
                  <a:lnTo>
                    <a:pt x="87332" y="60860"/>
                  </a:lnTo>
                  <a:lnTo>
                    <a:pt x="142239" y="63500"/>
                  </a:lnTo>
                  <a:lnTo>
                    <a:pt x="197147" y="60860"/>
                  </a:lnTo>
                  <a:lnTo>
                    <a:pt x="242411" y="53816"/>
                  </a:lnTo>
                  <a:lnTo>
                    <a:pt x="273149" y="43676"/>
                  </a:lnTo>
                  <a:lnTo>
                    <a:pt x="284479" y="31750"/>
                  </a:lnTo>
                  <a:lnTo>
                    <a:pt x="273149" y="19288"/>
                  </a:lnTo>
                  <a:lnTo>
                    <a:pt x="242411" y="9207"/>
                  </a:lnTo>
                  <a:lnTo>
                    <a:pt x="197147" y="2460"/>
                  </a:lnTo>
                  <a:lnTo>
                    <a:pt x="142239" y="0"/>
                  </a:lnTo>
                  <a:close/>
                </a:path>
              </a:pathLst>
            </a:custGeom>
            <a:ln w="646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5" name="object 2655"/>
            <p:cNvSpPr/>
            <p:nvPr/>
          </p:nvSpPr>
          <p:spPr>
            <a:xfrm>
              <a:off x="7063740" y="5457189"/>
              <a:ext cx="2540" cy="198120"/>
            </a:xfrm>
            <a:custGeom>
              <a:avLst/>
              <a:gdLst/>
              <a:ahLst/>
              <a:cxnLst/>
              <a:rect l="l" t="t" r="r" b="b"/>
              <a:pathLst>
                <a:path w="2540" h="198120">
                  <a:moveTo>
                    <a:pt x="254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195580"/>
                  </a:lnTo>
                  <a:lnTo>
                    <a:pt x="1270" y="195580"/>
                  </a:lnTo>
                  <a:lnTo>
                    <a:pt x="1270" y="198120"/>
                  </a:lnTo>
                  <a:lnTo>
                    <a:pt x="2540" y="198120"/>
                  </a:lnTo>
                  <a:lnTo>
                    <a:pt x="2540" y="19558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6" name="object 2656"/>
            <p:cNvSpPr/>
            <p:nvPr/>
          </p:nvSpPr>
          <p:spPr>
            <a:xfrm>
              <a:off x="7066280" y="5453380"/>
              <a:ext cx="3810" cy="205740"/>
            </a:xfrm>
            <a:custGeom>
              <a:avLst/>
              <a:gdLst/>
              <a:ahLst/>
              <a:cxnLst/>
              <a:rect l="l" t="t" r="r" b="b"/>
              <a:pathLst>
                <a:path w="3809" h="205739">
                  <a:moveTo>
                    <a:pt x="3810" y="2552"/>
                  </a:moveTo>
                  <a:lnTo>
                    <a:pt x="0" y="2552"/>
                  </a:lnTo>
                  <a:lnTo>
                    <a:pt x="0" y="201930"/>
                  </a:lnTo>
                  <a:lnTo>
                    <a:pt x="0" y="204470"/>
                  </a:lnTo>
                  <a:lnTo>
                    <a:pt x="2540" y="204470"/>
                  </a:lnTo>
                  <a:lnTo>
                    <a:pt x="2540" y="205740"/>
                  </a:lnTo>
                  <a:lnTo>
                    <a:pt x="3810" y="205740"/>
                  </a:lnTo>
                  <a:lnTo>
                    <a:pt x="3810" y="204470"/>
                  </a:lnTo>
                  <a:lnTo>
                    <a:pt x="3810" y="201930"/>
                  </a:lnTo>
                  <a:lnTo>
                    <a:pt x="3810" y="2552"/>
                  </a:lnTo>
                  <a:close/>
                </a:path>
                <a:path w="3809" h="205739">
                  <a:moveTo>
                    <a:pt x="38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CED5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7" name="object 2657"/>
            <p:cNvSpPr/>
            <p:nvPr/>
          </p:nvSpPr>
          <p:spPr>
            <a:xfrm>
              <a:off x="7070090" y="5450839"/>
              <a:ext cx="3810" cy="212090"/>
            </a:xfrm>
            <a:custGeom>
              <a:avLst/>
              <a:gdLst/>
              <a:ahLst/>
              <a:cxnLst/>
              <a:rect l="l" t="t" r="r" b="b"/>
              <a:pathLst>
                <a:path w="3809" h="212089">
                  <a:moveTo>
                    <a:pt x="3809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3809" y="1270"/>
                  </a:lnTo>
                  <a:lnTo>
                    <a:pt x="3809" y="0"/>
                  </a:lnTo>
                  <a:close/>
                </a:path>
                <a:path w="3809" h="212089">
                  <a:moveTo>
                    <a:pt x="380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1270"/>
                  </a:lnTo>
                  <a:close/>
                </a:path>
                <a:path w="3809" h="212089">
                  <a:moveTo>
                    <a:pt x="3809" y="5080"/>
                  </a:moveTo>
                  <a:lnTo>
                    <a:pt x="0" y="5080"/>
                  </a:lnTo>
                  <a:lnTo>
                    <a:pt x="0" y="204470"/>
                  </a:lnTo>
                  <a:lnTo>
                    <a:pt x="3809" y="204470"/>
                  </a:lnTo>
                  <a:lnTo>
                    <a:pt x="3809" y="5080"/>
                  </a:lnTo>
                  <a:close/>
                </a:path>
                <a:path w="3809" h="212089">
                  <a:moveTo>
                    <a:pt x="3809" y="204470"/>
                  </a:moveTo>
                  <a:lnTo>
                    <a:pt x="0" y="204470"/>
                  </a:lnTo>
                  <a:lnTo>
                    <a:pt x="0" y="208280"/>
                  </a:lnTo>
                  <a:lnTo>
                    <a:pt x="3809" y="208280"/>
                  </a:lnTo>
                  <a:lnTo>
                    <a:pt x="3809" y="204470"/>
                  </a:lnTo>
                  <a:close/>
                </a:path>
                <a:path w="3809" h="212089">
                  <a:moveTo>
                    <a:pt x="3809" y="208280"/>
                  </a:moveTo>
                  <a:lnTo>
                    <a:pt x="0" y="208280"/>
                  </a:lnTo>
                  <a:lnTo>
                    <a:pt x="0" y="209550"/>
                  </a:lnTo>
                  <a:lnTo>
                    <a:pt x="1269" y="209550"/>
                  </a:lnTo>
                  <a:lnTo>
                    <a:pt x="1269" y="210820"/>
                  </a:lnTo>
                  <a:lnTo>
                    <a:pt x="3809" y="210820"/>
                  </a:lnTo>
                  <a:lnTo>
                    <a:pt x="3809" y="208280"/>
                  </a:lnTo>
                  <a:close/>
                </a:path>
                <a:path w="3809" h="212089">
                  <a:moveTo>
                    <a:pt x="3809" y="210820"/>
                  </a:moveTo>
                  <a:lnTo>
                    <a:pt x="2539" y="210820"/>
                  </a:lnTo>
                  <a:lnTo>
                    <a:pt x="2539" y="212090"/>
                  </a:lnTo>
                  <a:lnTo>
                    <a:pt x="3809" y="212090"/>
                  </a:lnTo>
                  <a:lnTo>
                    <a:pt x="3809" y="210820"/>
                  </a:lnTo>
                  <a:close/>
                </a:path>
              </a:pathLst>
            </a:custGeom>
            <a:solidFill>
              <a:srgbClr val="CCD3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8" name="object 2658"/>
            <p:cNvSpPr/>
            <p:nvPr/>
          </p:nvSpPr>
          <p:spPr>
            <a:xfrm>
              <a:off x="7073900" y="5448300"/>
              <a:ext cx="3810" cy="215900"/>
            </a:xfrm>
            <a:custGeom>
              <a:avLst/>
              <a:gdLst/>
              <a:ahLst/>
              <a:cxnLst/>
              <a:rect l="l" t="t" r="r" b="b"/>
              <a:pathLst>
                <a:path w="3809" h="215900">
                  <a:moveTo>
                    <a:pt x="3809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09" h="215900">
                  <a:moveTo>
                    <a:pt x="3809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1270"/>
                  </a:lnTo>
                  <a:close/>
                </a:path>
                <a:path w="3809" h="215900">
                  <a:moveTo>
                    <a:pt x="3809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3810"/>
                  </a:lnTo>
                  <a:close/>
                </a:path>
                <a:path w="3809" h="215900">
                  <a:moveTo>
                    <a:pt x="3809" y="7620"/>
                  </a:moveTo>
                  <a:lnTo>
                    <a:pt x="0" y="7620"/>
                  </a:lnTo>
                  <a:lnTo>
                    <a:pt x="0" y="207009"/>
                  </a:lnTo>
                  <a:lnTo>
                    <a:pt x="3809" y="207009"/>
                  </a:lnTo>
                  <a:lnTo>
                    <a:pt x="3809" y="7620"/>
                  </a:lnTo>
                  <a:close/>
                </a:path>
                <a:path w="3809" h="215900">
                  <a:moveTo>
                    <a:pt x="3809" y="207010"/>
                  </a:moveTo>
                  <a:lnTo>
                    <a:pt x="0" y="207010"/>
                  </a:lnTo>
                  <a:lnTo>
                    <a:pt x="0" y="210819"/>
                  </a:lnTo>
                  <a:lnTo>
                    <a:pt x="3809" y="210819"/>
                  </a:lnTo>
                  <a:lnTo>
                    <a:pt x="3809" y="207010"/>
                  </a:lnTo>
                  <a:close/>
                </a:path>
                <a:path w="3809" h="215900">
                  <a:moveTo>
                    <a:pt x="3809" y="210820"/>
                  </a:moveTo>
                  <a:lnTo>
                    <a:pt x="0" y="210820"/>
                  </a:lnTo>
                  <a:lnTo>
                    <a:pt x="0" y="213359"/>
                  </a:lnTo>
                  <a:lnTo>
                    <a:pt x="3809" y="213359"/>
                  </a:lnTo>
                  <a:lnTo>
                    <a:pt x="3809" y="210820"/>
                  </a:lnTo>
                  <a:close/>
                </a:path>
                <a:path w="3809" h="215900">
                  <a:moveTo>
                    <a:pt x="3809" y="213360"/>
                  </a:moveTo>
                  <a:lnTo>
                    <a:pt x="0" y="213360"/>
                  </a:lnTo>
                  <a:lnTo>
                    <a:pt x="0" y="214630"/>
                  </a:lnTo>
                  <a:lnTo>
                    <a:pt x="1270" y="214630"/>
                  </a:lnTo>
                  <a:lnTo>
                    <a:pt x="1270" y="215900"/>
                  </a:lnTo>
                  <a:lnTo>
                    <a:pt x="3809" y="215900"/>
                  </a:lnTo>
                  <a:lnTo>
                    <a:pt x="3809" y="213360"/>
                  </a:lnTo>
                  <a:close/>
                </a:path>
              </a:pathLst>
            </a:custGeom>
            <a:solidFill>
              <a:srgbClr val="C9D1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9" name="object 2659"/>
            <p:cNvSpPr/>
            <p:nvPr/>
          </p:nvSpPr>
          <p:spPr>
            <a:xfrm>
              <a:off x="7077710" y="5447030"/>
              <a:ext cx="3810" cy="218440"/>
            </a:xfrm>
            <a:custGeom>
              <a:avLst/>
              <a:gdLst/>
              <a:ahLst/>
              <a:cxnLst/>
              <a:rect l="l" t="t" r="r" b="b"/>
              <a:pathLst>
                <a:path w="3809" h="218439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  <a:path w="3809" h="218439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09" h="218439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09" h="218439">
                  <a:moveTo>
                    <a:pt x="3810" y="8890"/>
                  </a:moveTo>
                  <a:lnTo>
                    <a:pt x="0" y="8890"/>
                  </a:lnTo>
                  <a:lnTo>
                    <a:pt x="0" y="208280"/>
                  </a:lnTo>
                  <a:lnTo>
                    <a:pt x="3810" y="208280"/>
                  </a:lnTo>
                  <a:lnTo>
                    <a:pt x="3810" y="8890"/>
                  </a:lnTo>
                  <a:close/>
                </a:path>
                <a:path w="3809" h="218439">
                  <a:moveTo>
                    <a:pt x="3810" y="208280"/>
                  </a:moveTo>
                  <a:lnTo>
                    <a:pt x="0" y="208280"/>
                  </a:lnTo>
                  <a:lnTo>
                    <a:pt x="0" y="212090"/>
                  </a:lnTo>
                  <a:lnTo>
                    <a:pt x="3810" y="212090"/>
                  </a:lnTo>
                  <a:lnTo>
                    <a:pt x="3810" y="208280"/>
                  </a:lnTo>
                  <a:close/>
                </a:path>
                <a:path w="3809" h="218439">
                  <a:moveTo>
                    <a:pt x="3810" y="212090"/>
                  </a:moveTo>
                  <a:lnTo>
                    <a:pt x="0" y="212090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212090"/>
                  </a:lnTo>
                  <a:close/>
                </a:path>
                <a:path w="3809" h="218439">
                  <a:moveTo>
                    <a:pt x="3810" y="214630"/>
                  </a:moveTo>
                  <a:lnTo>
                    <a:pt x="0" y="214630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4630"/>
                  </a:lnTo>
                  <a:close/>
                </a:path>
              </a:pathLst>
            </a:custGeom>
            <a:solidFill>
              <a:srgbClr val="C6CF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0" name="object 2660"/>
            <p:cNvSpPr/>
            <p:nvPr/>
          </p:nvSpPr>
          <p:spPr>
            <a:xfrm>
              <a:off x="7081520" y="5445759"/>
              <a:ext cx="3810" cy="222250"/>
            </a:xfrm>
            <a:custGeom>
              <a:avLst/>
              <a:gdLst/>
              <a:ahLst/>
              <a:cxnLst/>
              <a:rect l="l" t="t" r="r" b="b"/>
              <a:pathLst>
                <a:path w="3809" h="222250">
                  <a:moveTo>
                    <a:pt x="380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0"/>
                  </a:lnTo>
                  <a:close/>
                </a:path>
                <a:path w="3809" h="222250">
                  <a:moveTo>
                    <a:pt x="380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3809"/>
                  </a:lnTo>
                  <a:close/>
                </a:path>
                <a:path w="3809" h="222250">
                  <a:moveTo>
                    <a:pt x="380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6350"/>
                  </a:lnTo>
                  <a:close/>
                </a:path>
                <a:path w="3809" h="222250">
                  <a:moveTo>
                    <a:pt x="3809" y="10159"/>
                  </a:moveTo>
                  <a:lnTo>
                    <a:pt x="0" y="10159"/>
                  </a:lnTo>
                  <a:lnTo>
                    <a:pt x="0" y="209549"/>
                  </a:lnTo>
                  <a:lnTo>
                    <a:pt x="3809" y="209549"/>
                  </a:lnTo>
                  <a:lnTo>
                    <a:pt x="3809" y="10159"/>
                  </a:lnTo>
                  <a:close/>
                </a:path>
                <a:path w="3809" h="222250">
                  <a:moveTo>
                    <a:pt x="3809" y="209550"/>
                  </a:moveTo>
                  <a:lnTo>
                    <a:pt x="0" y="209550"/>
                  </a:lnTo>
                  <a:lnTo>
                    <a:pt x="0" y="213359"/>
                  </a:lnTo>
                  <a:lnTo>
                    <a:pt x="3809" y="213359"/>
                  </a:lnTo>
                  <a:lnTo>
                    <a:pt x="3809" y="209550"/>
                  </a:lnTo>
                  <a:close/>
                </a:path>
                <a:path w="3809" h="222250">
                  <a:moveTo>
                    <a:pt x="3809" y="213359"/>
                  </a:moveTo>
                  <a:lnTo>
                    <a:pt x="0" y="213359"/>
                  </a:lnTo>
                  <a:lnTo>
                    <a:pt x="0" y="215899"/>
                  </a:lnTo>
                  <a:lnTo>
                    <a:pt x="3809" y="215899"/>
                  </a:lnTo>
                  <a:lnTo>
                    <a:pt x="3809" y="213359"/>
                  </a:lnTo>
                  <a:close/>
                </a:path>
                <a:path w="3809" h="222250">
                  <a:moveTo>
                    <a:pt x="3809" y="215900"/>
                  </a:moveTo>
                  <a:lnTo>
                    <a:pt x="0" y="215900"/>
                  </a:lnTo>
                  <a:lnTo>
                    <a:pt x="0" y="219709"/>
                  </a:lnTo>
                  <a:lnTo>
                    <a:pt x="3809" y="219709"/>
                  </a:lnTo>
                  <a:lnTo>
                    <a:pt x="3809" y="215900"/>
                  </a:lnTo>
                  <a:close/>
                </a:path>
                <a:path w="3809" h="222250">
                  <a:moveTo>
                    <a:pt x="3809" y="219709"/>
                  </a:moveTo>
                  <a:lnTo>
                    <a:pt x="0" y="219709"/>
                  </a:lnTo>
                  <a:lnTo>
                    <a:pt x="0" y="220979"/>
                  </a:lnTo>
                  <a:lnTo>
                    <a:pt x="2539" y="220979"/>
                  </a:lnTo>
                  <a:lnTo>
                    <a:pt x="2539" y="222249"/>
                  </a:lnTo>
                  <a:lnTo>
                    <a:pt x="3809" y="222249"/>
                  </a:lnTo>
                  <a:lnTo>
                    <a:pt x="3809" y="219709"/>
                  </a:lnTo>
                  <a:close/>
                </a:path>
              </a:pathLst>
            </a:custGeom>
            <a:solidFill>
              <a:srgbClr val="C3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1" name="object 2661"/>
            <p:cNvSpPr/>
            <p:nvPr/>
          </p:nvSpPr>
          <p:spPr>
            <a:xfrm>
              <a:off x="7085330" y="5444489"/>
              <a:ext cx="2540" cy="223520"/>
            </a:xfrm>
            <a:custGeom>
              <a:avLst/>
              <a:gdLst/>
              <a:ahLst/>
              <a:cxnLst/>
              <a:rect l="l" t="t" r="r" b="b"/>
              <a:pathLst>
                <a:path w="2540" h="223520">
                  <a:moveTo>
                    <a:pt x="2540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2540" y="223520"/>
                  </a:lnTo>
                  <a:lnTo>
                    <a:pt x="2540" y="220992"/>
                  </a:lnTo>
                  <a:close/>
                </a:path>
                <a:path w="2540" h="223520">
                  <a:moveTo>
                    <a:pt x="2540" y="217182"/>
                  </a:moveTo>
                  <a:lnTo>
                    <a:pt x="0" y="217182"/>
                  </a:lnTo>
                  <a:lnTo>
                    <a:pt x="0" y="220980"/>
                  </a:lnTo>
                  <a:lnTo>
                    <a:pt x="2540" y="220980"/>
                  </a:lnTo>
                  <a:lnTo>
                    <a:pt x="2540" y="217182"/>
                  </a:lnTo>
                  <a:close/>
                </a:path>
                <a:path w="2540" h="223520">
                  <a:moveTo>
                    <a:pt x="2540" y="214642"/>
                  </a:moveTo>
                  <a:lnTo>
                    <a:pt x="0" y="214642"/>
                  </a:lnTo>
                  <a:lnTo>
                    <a:pt x="0" y="217170"/>
                  </a:lnTo>
                  <a:lnTo>
                    <a:pt x="2540" y="217170"/>
                  </a:lnTo>
                  <a:lnTo>
                    <a:pt x="2540" y="214642"/>
                  </a:lnTo>
                  <a:close/>
                </a:path>
                <a:path w="2540" h="223520">
                  <a:moveTo>
                    <a:pt x="2540" y="210832"/>
                  </a:moveTo>
                  <a:lnTo>
                    <a:pt x="0" y="210832"/>
                  </a:lnTo>
                  <a:lnTo>
                    <a:pt x="0" y="214630"/>
                  </a:lnTo>
                  <a:lnTo>
                    <a:pt x="2540" y="214630"/>
                  </a:lnTo>
                  <a:lnTo>
                    <a:pt x="2540" y="210832"/>
                  </a:lnTo>
                  <a:close/>
                </a:path>
                <a:path w="2540" h="223520">
                  <a:moveTo>
                    <a:pt x="2540" y="11442"/>
                  </a:moveTo>
                  <a:lnTo>
                    <a:pt x="0" y="11442"/>
                  </a:lnTo>
                  <a:lnTo>
                    <a:pt x="0" y="210820"/>
                  </a:lnTo>
                  <a:lnTo>
                    <a:pt x="2540" y="210820"/>
                  </a:lnTo>
                  <a:lnTo>
                    <a:pt x="2540" y="11442"/>
                  </a:lnTo>
                  <a:close/>
                </a:path>
                <a:path w="2540" h="223520">
                  <a:moveTo>
                    <a:pt x="254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7632"/>
                  </a:lnTo>
                  <a:close/>
                </a:path>
                <a:path w="2540" h="223520">
                  <a:moveTo>
                    <a:pt x="254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5092"/>
                  </a:lnTo>
                  <a:close/>
                </a:path>
                <a:path w="2540" h="223520">
                  <a:moveTo>
                    <a:pt x="254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1282"/>
                  </a:lnTo>
                  <a:close/>
                </a:path>
                <a:path w="2540" h="223520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2" name="object 2662"/>
            <p:cNvSpPr/>
            <p:nvPr/>
          </p:nvSpPr>
          <p:spPr>
            <a:xfrm>
              <a:off x="7087870" y="5443220"/>
              <a:ext cx="3810" cy="227329"/>
            </a:xfrm>
            <a:custGeom>
              <a:avLst/>
              <a:gdLst/>
              <a:ahLst/>
              <a:cxnLst/>
              <a:rect l="l" t="t" r="r" b="b"/>
              <a:pathLst>
                <a:path w="3809" h="227329">
                  <a:moveTo>
                    <a:pt x="380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09" h="227329">
                  <a:moveTo>
                    <a:pt x="380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2539"/>
                  </a:lnTo>
                  <a:close/>
                </a:path>
                <a:path w="3809" h="227329">
                  <a:moveTo>
                    <a:pt x="380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49"/>
                  </a:lnTo>
                  <a:close/>
                </a:path>
                <a:path w="3809" h="227329">
                  <a:moveTo>
                    <a:pt x="380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8889"/>
                  </a:lnTo>
                  <a:close/>
                </a:path>
                <a:path w="3809" h="227329">
                  <a:moveTo>
                    <a:pt x="3809" y="12699"/>
                  </a:moveTo>
                  <a:lnTo>
                    <a:pt x="0" y="12699"/>
                  </a:lnTo>
                  <a:lnTo>
                    <a:pt x="0" y="212089"/>
                  </a:lnTo>
                  <a:lnTo>
                    <a:pt x="3809" y="212089"/>
                  </a:lnTo>
                  <a:lnTo>
                    <a:pt x="3809" y="12699"/>
                  </a:lnTo>
                  <a:close/>
                </a:path>
                <a:path w="3809" h="227329">
                  <a:moveTo>
                    <a:pt x="3809" y="212089"/>
                  </a:moveTo>
                  <a:lnTo>
                    <a:pt x="0" y="212089"/>
                  </a:lnTo>
                  <a:lnTo>
                    <a:pt x="0" y="215899"/>
                  </a:lnTo>
                  <a:lnTo>
                    <a:pt x="3809" y="215899"/>
                  </a:lnTo>
                  <a:lnTo>
                    <a:pt x="3809" y="212089"/>
                  </a:lnTo>
                  <a:close/>
                </a:path>
                <a:path w="3809" h="227329">
                  <a:moveTo>
                    <a:pt x="3809" y="215899"/>
                  </a:moveTo>
                  <a:lnTo>
                    <a:pt x="0" y="215899"/>
                  </a:lnTo>
                  <a:lnTo>
                    <a:pt x="0" y="218439"/>
                  </a:lnTo>
                  <a:lnTo>
                    <a:pt x="3809" y="218439"/>
                  </a:lnTo>
                  <a:lnTo>
                    <a:pt x="3809" y="215899"/>
                  </a:lnTo>
                  <a:close/>
                </a:path>
                <a:path w="3809" h="227329">
                  <a:moveTo>
                    <a:pt x="3809" y="218439"/>
                  </a:moveTo>
                  <a:lnTo>
                    <a:pt x="0" y="218439"/>
                  </a:lnTo>
                  <a:lnTo>
                    <a:pt x="0" y="222249"/>
                  </a:lnTo>
                  <a:lnTo>
                    <a:pt x="3809" y="222249"/>
                  </a:lnTo>
                  <a:lnTo>
                    <a:pt x="3809" y="218439"/>
                  </a:lnTo>
                  <a:close/>
                </a:path>
                <a:path w="3809" h="227329">
                  <a:moveTo>
                    <a:pt x="3809" y="222249"/>
                  </a:moveTo>
                  <a:lnTo>
                    <a:pt x="0" y="222249"/>
                  </a:lnTo>
                  <a:lnTo>
                    <a:pt x="0" y="224789"/>
                  </a:lnTo>
                  <a:lnTo>
                    <a:pt x="3809" y="224789"/>
                  </a:lnTo>
                  <a:lnTo>
                    <a:pt x="3809" y="222249"/>
                  </a:lnTo>
                  <a:close/>
                </a:path>
                <a:path w="3809" h="227329">
                  <a:moveTo>
                    <a:pt x="3809" y="224789"/>
                  </a:moveTo>
                  <a:lnTo>
                    <a:pt x="0" y="224789"/>
                  </a:lnTo>
                  <a:lnTo>
                    <a:pt x="0" y="226059"/>
                  </a:lnTo>
                  <a:lnTo>
                    <a:pt x="2539" y="226059"/>
                  </a:lnTo>
                  <a:lnTo>
                    <a:pt x="2539" y="227329"/>
                  </a:lnTo>
                  <a:lnTo>
                    <a:pt x="3809" y="227329"/>
                  </a:lnTo>
                  <a:lnTo>
                    <a:pt x="3809" y="224789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3" name="object 2663"/>
            <p:cNvSpPr/>
            <p:nvPr/>
          </p:nvSpPr>
          <p:spPr>
            <a:xfrm>
              <a:off x="7091680" y="5443232"/>
              <a:ext cx="3810" cy="227329"/>
            </a:xfrm>
            <a:custGeom>
              <a:avLst/>
              <a:gdLst/>
              <a:ahLst/>
              <a:cxnLst/>
              <a:rect l="l" t="t" r="r" b="b"/>
              <a:pathLst>
                <a:path w="3809" h="227329">
                  <a:moveTo>
                    <a:pt x="3810" y="224790"/>
                  </a:moveTo>
                  <a:lnTo>
                    <a:pt x="0" y="224790"/>
                  </a:lnTo>
                  <a:lnTo>
                    <a:pt x="0" y="227317"/>
                  </a:lnTo>
                  <a:lnTo>
                    <a:pt x="3810" y="227317"/>
                  </a:lnTo>
                  <a:lnTo>
                    <a:pt x="3810" y="224790"/>
                  </a:lnTo>
                  <a:close/>
                </a:path>
                <a:path w="3809" h="227329">
                  <a:moveTo>
                    <a:pt x="3810" y="222250"/>
                  </a:moveTo>
                  <a:lnTo>
                    <a:pt x="0" y="22225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22250"/>
                  </a:lnTo>
                  <a:close/>
                </a:path>
                <a:path w="3809" h="227329">
                  <a:moveTo>
                    <a:pt x="3810" y="218440"/>
                  </a:moveTo>
                  <a:lnTo>
                    <a:pt x="0" y="21844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18440"/>
                  </a:lnTo>
                  <a:close/>
                </a:path>
                <a:path w="3809" h="227329">
                  <a:moveTo>
                    <a:pt x="3810" y="215900"/>
                  </a:moveTo>
                  <a:lnTo>
                    <a:pt x="0" y="215900"/>
                  </a:lnTo>
                  <a:lnTo>
                    <a:pt x="0" y="218427"/>
                  </a:lnTo>
                  <a:lnTo>
                    <a:pt x="3810" y="218427"/>
                  </a:lnTo>
                  <a:lnTo>
                    <a:pt x="3810" y="215900"/>
                  </a:lnTo>
                  <a:close/>
                </a:path>
                <a:path w="3809" h="227329">
                  <a:moveTo>
                    <a:pt x="3810" y="212090"/>
                  </a:moveTo>
                  <a:lnTo>
                    <a:pt x="0" y="212090"/>
                  </a:lnTo>
                  <a:lnTo>
                    <a:pt x="0" y="215887"/>
                  </a:lnTo>
                  <a:lnTo>
                    <a:pt x="3810" y="215887"/>
                  </a:lnTo>
                  <a:lnTo>
                    <a:pt x="3810" y="212090"/>
                  </a:lnTo>
                  <a:close/>
                </a:path>
                <a:path w="3809" h="227329">
                  <a:moveTo>
                    <a:pt x="3810" y="12700"/>
                  </a:moveTo>
                  <a:lnTo>
                    <a:pt x="0" y="12700"/>
                  </a:lnTo>
                  <a:lnTo>
                    <a:pt x="0" y="212077"/>
                  </a:lnTo>
                  <a:lnTo>
                    <a:pt x="3810" y="212077"/>
                  </a:lnTo>
                  <a:lnTo>
                    <a:pt x="3810" y="12700"/>
                  </a:lnTo>
                  <a:close/>
                </a:path>
                <a:path w="3809" h="227329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09" h="227329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09" h="227329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09" h="227329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B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4" name="object 2664"/>
            <p:cNvSpPr/>
            <p:nvPr/>
          </p:nvSpPr>
          <p:spPr>
            <a:xfrm>
              <a:off x="7095490" y="5441950"/>
              <a:ext cx="3810" cy="229870"/>
            </a:xfrm>
            <a:custGeom>
              <a:avLst/>
              <a:gdLst/>
              <a:ahLst/>
              <a:cxnLst/>
              <a:rect l="l" t="t" r="r" b="b"/>
              <a:pathLst>
                <a:path w="3809" h="229870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09" h="229870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09" h="229870">
                  <a:moveTo>
                    <a:pt x="3810" y="219722"/>
                  </a:moveTo>
                  <a:lnTo>
                    <a:pt x="0" y="21972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9722"/>
                  </a:lnTo>
                  <a:close/>
                </a:path>
                <a:path w="3809" h="229870">
                  <a:moveTo>
                    <a:pt x="3810" y="217182"/>
                  </a:moveTo>
                  <a:lnTo>
                    <a:pt x="0" y="21718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17182"/>
                  </a:lnTo>
                  <a:close/>
                </a:path>
                <a:path w="3809" h="229870">
                  <a:moveTo>
                    <a:pt x="3810" y="213372"/>
                  </a:moveTo>
                  <a:lnTo>
                    <a:pt x="0" y="21337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213372"/>
                  </a:lnTo>
                  <a:close/>
                </a:path>
                <a:path w="3809" h="229870">
                  <a:moveTo>
                    <a:pt x="3810" y="13982"/>
                  </a:moveTo>
                  <a:lnTo>
                    <a:pt x="0" y="13982"/>
                  </a:lnTo>
                  <a:lnTo>
                    <a:pt x="0" y="213360"/>
                  </a:lnTo>
                  <a:lnTo>
                    <a:pt x="3810" y="213360"/>
                  </a:lnTo>
                  <a:lnTo>
                    <a:pt x="3810" y="13982"/>
                  </a:lnTo>
                  <a:close/>
                </a:path>
                <a:path w="3809" h="229870">
                  <a:moveTo>
                    <a:pt x="381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0172"/>
                  </a:lnTo>
                  <a:close/>
                </a:path>
                <a:path w="3809" h="229870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09" h="229870">
                  <a:moveTo>
                    <a:pt x="381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3822"/>
                  </a:lnTo>
                  <a:close/>
                </a:path>
                <a:path w="3809" h="229870">
                  <a:moveTo>
                    <a:pt x="381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82"/>
                  </a:lnTo>
                  <a:close/>
                </a:path>
                <a:path w="3809" h="229870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5" name="object 2665"/>
            <p:cNvSpPr/>
            <p:nvPr/>
          </p:nvSpPr>
          <p:spPr>
            <a:xfrm>
              <a:off x="7099300" y="5440680"/>
              <a:ext cx="3810" cy="232410"/>
            </a:xfrm>
            <a:custGeom>
              <a:avLst/>
              <a:gdLst/>
              <a:ahLst/>
              <a:cxnLst/>
              <a:rect l="l" t="t" r="r" b="b"/>
              <a:pathLst>
                <a:path w="3809" h="232410">
                  <a:moveTo>
                    <a:pt x="3809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09" y="2540"/>
                  </a:lnTo>
                  <a:lnTo>
                    <a:pt x="3809" y="0"/>
                  </a:lnTo>
                  <a:close/>
                </a:path>
                <a:path w="3809" h="232410">
                  <a:moveTo>
                    <a:pt x="380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2540"/>
                  </a:lnTo>
                  <a:close/>
                </a:path>
                <a:path w="3809" h="232410">
                  <a:moveTo>
                    <a:pt x="380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09" y="8890"/>
                  </a:lnTo>
                  <a:lnTo>
                    <a:pt x="3809" y="5080"/>
                  </a:lnTo>
                  <a:close/>
                </a:path>
                <a:path w="3809" h="232410">
                  <a:moveTo>
                    <a:pt x="380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8890"/>
                  </a:lnTo>
                  <a:close/>
                </a:path>
                <a:path w="3809" h="232410">
                  <a:moveTo>
                    <a:pt x="3809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09" y="15240"/>
                  </a:lnTo>
                  <a:lnTo>
                    <a:pt x="3809" y="11430"/>
                  </a:lnTo>
                  <a:close/>
                </a:path>
                <a:path w="3809" h="232410">
                  <a:moveTo>
                    <a:pt x="3809" y="15240"/>
                  </a:moveTo>
                  <a:lnTo>
                    <a:pt x="0" y="15240"/>
                  </a:lnTo>
                  <a:lnTo>
                    <a:pt x="0" y="214630"/>
                  </a:lnTo>
                  <a:lnTo>
                    <a:pt x="3809" y="214630"/>
                  </a:lnTo>
                  <a:lnTo>
                    <a:pt x="3809" y="15240"/>
                  </a:lnTo>
                  <a:close/>
                </a:path>
                <a:path w="3809" h="232410">
                  <a:moveTo>
                    <a:pt x="3809" y="214630"/>
                  </a:moveTo>
                  <a:lnTo>
                    <a:pt x="0" y="214630"/>
                  </a:lnTo>
                  <a:lnTo>
                    <a:pt x="0" y="218440"/>
                  </a:lnTo>
                  <a:lnTo>
                    <a:pt x="3809" y="218440"/>
                  </a:lnTo>
                  <a:lnTo>
                    <a:pt x="3809" y="214630"/>
                  </a:lnTo>
                  <a:close/>
                </a:path>
                <a:path w="3809" h="232410">
                  <a:moveTo>
                    <a:pt x="3809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3809" y="220980"/>
                  </a:lnTo>
                  <a:lnTo>
                    <a:pt x="3809" y="218440"/>
                  </a:lnTo>
                  <a:close/>
                </a:path>
                <a:path w="3809" h="232410">
                  <a:moveTo>
                    <a:pt x="3809" y="220980"/>
                  </a:moveTo>
                  <a:lnTo>
                    <a:pt x="0" y="220980"/>
                  </a:lnTo>
                  <a:lnTo>
                    <a:pt x="0" y="224790"/>
                  </a:lnTo>
                  <a:lnTo>
                    <a:pt x="3809" y="224790"/>
                  </a:lnTo>
                  <a:lnTo>
                    <a:pt x="3809" y="220980"/>
                  </a:lnTo>
                  <a:close/>
                </a:path>
                <a:path w="3809" h="232410">
                  <a:moveTo>
                    <a:pt x="3809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09" y="227330"/>
                  </a:lnTo>
                  <a:lnTo>
                    <a:pt x="3809" y="224790"/>
                  </a:lnTo>
                  <a:close/>
                </a:path>
                <a:path w="3809" h="232410">
                  <a:moveTo>
                    <a:pt x="3809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3809" y="231140"/>
                  </a:lnTo>
                  <a:lnTo>
                    <a:pt x="3809" y="227330"/>
                  </a:lnTo>
                  <a:close/>
                </a:path>
                <a:path w="3809" h="232410">
                  <a:moveTo>
                    <a:pt x="3809" y="231140"/>
                  </a:moveTo>
                  <a:lnTo>
                    <a:pt x="0" y="231140"/>
                  </a:lnTo>
                  <a:lnTo>
                    <a:pt x="0" y="232410"/>
                  </a:lnTo>
                  <a:lnTo>
                    <a:pt x="3809" y="232410"/>
                  </a:lnTo>
                  <a:lnTo>
                    <a:pt x="3809" y="231140"/>
                  </a:lnTo>
                  <a:close/>
                </a:path>
              </a:pathLst>
            </a:custGeom>
            <a:solidFill>
              <a:srgbClr val="B6C1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6" name="object 2666"/>
            <p:cNvSpPr/>
            <p:nvPr/>
          </p:nvSpPr>
          <p:spPr>
            <a:xfrm>
              <a:off x="7103110" y="5439409"/>
              <a:ext cx="3810" cy="234950"/>
            </a:xfrm>
            <a:custGeom>
              <a:avLst/>
              <a:gdLst/>
              <a:ahLst/>
              <a:cxnLst/>
              <a:rect l="l" t="t" r="r" b="b"/>
              <a:pathLst>
                <a:path w="3809" h="234950">
                  <a:moveTo>
                    <a:pt x="3810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0" y="1269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0"/>
                  </a:lnTo>
                  <a:close/>
                </a:path>
                <a:path w="3809" h="234950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09" h="234950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09" h="234950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09" h="234950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09" h="234950">
                  <a:moveTo>
                    <a:pt x="3810" y="16509"/>
                  </a:moveTo>
                  <a:lnTo>
                    <a:pt x="0" y="16509"/>
                  </a:lnTo>
                  <a:lnTo>
                    <a:pt x="0" y="215899"/>
                  </a:lnTo>
                  <a:lnTo>
                    <a:pt x="3810" y="215899"/>
                  </a:lnTo>
                  <a:lnTo>
                    <a:pt x="3810" y="16509"/>
                  </a:lnTo>
                  <a:close/>
                </a:path>
                <a:path w="3809" h="234950">
                  <a:moveTo>
                    <a:pt x="3810" y="215900"/>
                  </a:moveTo>
                  <a:lnTo>
                    <a:pt x="0" y="215900"/>
                  </a:lnTo>
                  <a:lnTo>
                    <a:pt x="0" y="219709"/>
                  </a:lnTo>
                  <a:lnTo>
                    <a:pt x="3810" y="219709"/>
                  </a:lnTo>
                  <a:lnTo>
                    <a:pt x="3810" y="215900"/>
                  </a:lnTo>
                  <a:close/>
                </a:path>
                <a:path w="3809" h="234950">
                  <a:moveTo>
                    <a:pt x="3810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3810" y="222249"/>
                  </a:lnTo>
                  <a:lnTo>
                    <a:pt x="3810" y="219709"/>
                  </a:lnTo>
                  <a:close/>
                </a:path>
                <a:path w="3809" h="234950">
                  <a:moveTo>
                    <a:pt x="3810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22250"/>
                  </a:lnTo>
                  <a:close/>
                </a:path>
                <a:path w="3809" h="234950">
                  <a:moveTo>
                    <a:pt x="3810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6059"/>
                  </a:lnTo>
                  <a:close/>
                </a:path>
                <a:path w="3809" h="234950">
                  <a:moveTo>
                    <a:pt x="3810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8600"/>
                  </a:lnTo>
                  <a:close/>
                </a:path>
                <a:path w="3809" h="234950">
                  <a:moveTo>
                    <a:pt x="3810" y="232409"/>
                  </a:moveTo>
                  <a:lnTo>
                    <a:pt x="0" y="232409"/>
                  </a:lnTo>
                  <a:lnTo>
                    <a:pt x="0" y="233679"/>
                  </a:lnTo>
                  <a:lnTo>
                    <a:pt x="2540" y="233679"/>
                  </a:lnTo>
                  <a:lnTo>
                    <a:pt x="2540" y="234949"/>
                  </a:lnTo>
                  <a:lnTo>
                    <a:pt x="3810" y="234949"/>
                  </a:lnTo>
                  <a:lnTo>
                    <a:pt x="3810" y="232409"/>
                  </a:lnTo>
                  <a:close/>
                </a:path>
              </a:pathLst>
            </a:custGeom>
            <a:solidFill>
              <a:srgbClr val="B3BF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7" name="object 2667"/>
            <p:cNvSpPr/>
            <p:nvPr/>
          </p:nvSpPr>
          <p:spPr>
            <a:xfrm>
              <a:off x="7106920" y="5439422"/>
              <a:ext cx="2540" cy="234950"/>
            </a:xfrm>
            <a:custGeom>
              <a:avLst/>
              <a:gdLst/>
              <a:ahLst/>
              <a:cxnLst/>
              <a:rect l="l" t="t" r="r" b="b"/>
              <a:pathLst>
                <a:path w="2540" h="234950">
                  <a:moveTo>
                    <a:pt x="254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2540" y="234937"/>
                  </a:lnTo>
                  <a:lnTo>
                    <a:pt x="2540" y="232410"/>
                  </a:lnTo>
                  <a:close/>
                </a:path>
                <a:path w="2540" h="234950">
                  <a:moveTo>
                    <a:pt x="254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2540" y="232397"/>
                  </a:lnTo>
                  <a:lnTo>
                    <a:pt x="2540" y="228600"/>
                  </a:lnTo>
                  <a:close/>
                </a:path>
                <a:path w="2540" h="234950">
                  <a:moveTo>
                    <a:pt x="254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2540" y="228587"/>
                  </a:lnTo>
                  <a:lnTo>
                    <a:pt x="2540" y="226060"/>
                  </a:lnTo>
                  <a:close/>
                </a:path>
                <a:path w="2540" h="234950">
                  <a:moveTo>
                    <a:pt x="254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2540" y="226047"/>
                  </a:lnTo>
                  <a:lnTo>
                    <a:pt x="2540" y="222250"/>
                  </a:lnTo>
                  <a:close/>
                </a:path>
                <a:path w="2540" h="234950">
                  <a:moveTo>
                    <a:pt x="2540" y="219710"/>
                  </a:moveTo>
                  <a:lnTo>
                    <a:pt x="0" y="219710"/>
                  </a:lnTo>
                  <a:lnTo>
                    <a:pt x="0" y="222237"/>
                  </a:lnTo>
                  <a:lnTo>
                    <a:pt x="2540" y="222237"/>
                  </a:lnTo>
                  <a:lnTo>
                    <a:pt x="2540" y="219710"/>
                  </a:lnTo>
                  <a:close/>
                </a:path>
                <a:path w="2540" h="234950">
                  <a:moveTo>
                    <a:pt x="2540" y="215900"/>
                  </a:moveTo>
                  <a:lnTo>
                    <a:pt x="0" y="215900"/>
                  </a:lnTo>
                  <a:lnTo>
                    <a:pt x="0" y="219697"/>
                  </a:lnTo>
                  <a:lnTo>
                    <a:pt x="2540" y="219697"/>
                  </a:lnTo>
                  <a:lnTo>
                    <a:pt x="2540" y="215900"/>
                  </a:lnTo>
                  <a:close/>
                </a:path>
                <a:path w="2540" h="234950">
                  <a:moveTo>
                    <a:pt x="2540" y="16510"/>
                  </a:moveTo>
                  <a:lnTo>
                    <a:pt x="0" y="16510"/>
                  </a:lnTo>
                  <a:lnTo>
                    <a:pt x="0" y="215887"/>
                  </a:lnTo>
                  <a:lnTo>
                    <a:pt x="2540" y="215887"/>
                  </a:lnTo>
                  <a:lnTo>
                    <a:pt x="2540" y="16510"/>
                  </a:lnTo>
                  <a:close/>
                </a:path>
                <a:path w="2540" h="234950">
                  <a:moveTo>
                    <a:pt x="254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2540" y="16497"/>
                  </a:lnTo>
                  <a:lnTo>
                    <a:pt x="2540" y="12700"/>
                  </a:lnTo>
                  <a:close/>
                </a:path>
                <a:path w="2540" h="234950">
                  <a:moveTo>
                    <a:pt x="254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10160"/>
                  </a:lnTo>
                  <a:close/>
                </a:path>
                <a:path w="2540" h="234950">
                  <a:moveTo>
                    <a:pt x="254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2540" y="10147"/>
                  </a:lnTo>
                  <a:lnTo>
                    <a:pt x="2540" y="6350"/>
                  </a:lnTo>
                  <a:close/>
                </a:path>
                <a:path w="2540" h="234950">
                  <a:moveTo>
                    <a:pt x="254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3810"/>
                  </a:lnTo>
                  <a:close/>
                </a:path>
                <a:path w="2540" h="234950">
                  <a:moveTo>
                    <a:pt x="254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2540" y="379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B1BD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8" name="object 2668"/>
            <p:cNvSpPr/>
            <p:nvPr/>
          </p:nvSpPr>
          <p:spPr>
            <a:xfrm>
              <a:off x="7109460" y="5438139"/>
              <a:ext cx="5080" cy="237490"/>
            </a:xfrm>
            <a:custGeom>
              <a:avLst/>
              <a:gdLst/>
              <a:ahLst/>
              <a:cxnLst/>
              <a:rect l="l" t="t" r="r" b="b"/>
              <a:pathLst>
                <a:path w="5079" h="237489">
                  <a:moveTo>
                    <a:pt x="5080" y="236232"/>
                  </a:moveTo>
                  <a:lnTo>
                    <a:pt x="0" y="236232"/>
                  </a:lnTo>
                  <a:lnTo>
                    <a:pt x="0" y="237490"/>
                  </a:lnTo>
                  <a:lnTo>
                    <a:pt x="5080" y="237490"/>
                  </a:lnTo>
                  <a:lnTo>
                    <a:pt x="5080" y="236232"/>
                  </a:lnTo>
                  <a:close/>
                </a:path>
                <a:path w="5079" h="237489">
                  <a:moveTo>
                    <a:pt x="508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5080" y="236220"/>
                  </a:lnTo>
                  <a:lnTo>
                    <a:pt x="5080" y="233692"/>
                  </a:lnTo>
                  <a:close/>
                </a:path>
                <a:path w="5079" h="237489">
                  <a:moveTo>
                    <a:pt x="508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5080" y="233680"/>
                  </a:lnTo>
                  <a:lnTo>
                    <a:pt x="5080" y="229882"/>
                  </a:lnTo>
                  <a:close/>
                </a:path>
                <a:path w="5079" h="237489">
                  <a:moveTo>
                    <a:pt x="508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5080" y="229870"/>
                  </a:lnTo>
                  <a:lnTo>
                    <a:pt x="5080" y="227342"/>
                  </a:lnTo>
                  <a:close/>
                </a:path>
                <a:path w="5079" h="237489">
                  <a:moveTo>
                    <a:pt x="508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5080" y="227330"/>
                  </a:lnTo>
                  <a:lnTo>
                    <a:pt x="5080" y="223532"/>
                  </a:lnTo>
                  <a:close/>
                </a:path>
                <a:path w="5079" h="237489">
                  <a:moveTo>
                    <a:pt x="5080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5080" y="223520"/>
                  </a:lnTo>
                  <a:lnTo>
                    <a:pt x="5080" y="220992"/>
                  </a:lnTo>
                  <a:close/>
                </a:path>
                <a:path w="5079" h="237489">
                  <a:moveTo>
                    <a:pt x="5080" y="217182"/>
                  </a:moveTo>
                  <a:lnTo>
                    <a:pt x="0" y="217182"/>
                  </a:lnTo>
                  <a:lnTo>
                    <a:pt x="0" y="220980"/>
                  </a:lnTo>
                  <a:lnTo>
                    <a:pt x="5080" y="220980"/>
                  </a:lnTo>
                  <a:lnTo>
                    <a:pt x="5080" y="217182"/>
                  </a:lnTo>
                  <a:close/>
                </a:path>
                <a:path w="5079" h="237489">
                  <a:moveTo>
                    <a:pt x="5080" y="17792"/>
                  </a:moveTo>
                  <a:lnTo>
                    <a:pt x="0" y="17792"/>
                  </a:lnTo>
                  <a:lnTo>
                    <a:pt x="0" y="217170"/>
                  </a:lnTo>
                  <a:lnTo>
                    <a:pt x="5080" y="217170"/>
                  </a:lnTo>
                  <a:lnTo>
                    <a:pt x="5080" y="17792"/>
                  </a:lnTo>
                  <a:close/>
                </a:path>
                <a:path w="5079" h="237489">
                  <a:moveTo>
                    <a:pt x="508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5080" y="17780"/>
                  </a:lnTo>
                  <a:lnTo>
                    <a:pt x="5080" y="13982"/>
                  </a:lnTo>
                  <a:close/>
                </a:path>
                <a:path w="5079" h="237489">
                  <a:moveTo>
                    <a:pt x="508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5080" y="13970"/>
                  </a:lnTo>
                  <a:lnTo>
                    <a:pt x="5080" y="11442"/>
                  </a:lnTo>
                  <a:close/>
                </a:path>
                <a:path w="5079" h="237489">
                  <a:moveTo>
                    <a:pt x="508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5080" y="11430"/>
                  </a:lnTo>
                  <a:lnTo>
                    <a:pt x="5080" y="7632"/>
                  </a:lnTo>
                  <a:close/>
                </a:path>
                <a:path w="5079" h="237489">
                  <a:moveTo>
                    <a:pt x="508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5080" y="7620"/>
                  </a:lnTo>
                  <a:lnTo>
                    <a:pt x="5080" y="5092"/>
                  </a:lnTo>
                  <a:close/>
                </a:path>
                <a:path w="5079" h="237489">
                  <a:moveTo>
                    <a:pt x="508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5080" y="5080"/>
                  </a:lnTo>
                  <a:lnTo>
                    <a:pt x="5080" y="1282"/>
                  </a:lnTo>
                  <a:close/>
                </a:path>
                <a:path w="5079" h="237489">
                  <a:moveTo>
                    <a:pt x="5080" y="0"/>
                  </a:moveTo>
                  <a:lnTo>
                    <a:pt x="3810" y="0"/>
                  </a:lnTo>
                  <a:lnTo>
                    <a:pt x="3810" y="1270"/>
                  </a:lnTo>
                  <a:lnTo>
                    <a:pt x="5080" y="1270"/>
                  </a:lnTo>
                  <a:lnTo>
                    <a:pt x="5080" y="0"/>
                  </a:lnTo>
                  <a:close/>
                </a:path>
              </a:pathLst>
            </a:custGeom>
            <a:solidFill>
              <a:srgbClr val="AEBA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9" name="object 2669"/>
            <p:cNvSpPr/>
            <p:nvPr/>
          </p:nvSpPr>
          <p:spPr>
            <a:xfrm>
              <a:off x="7114540" y="5438139"/>
              <a:ext cx="2540" cy="237490"/>
            </a:xfrm>
            <a:custGeom>
              <a:avLst/>
              <a:gdLst/>
              <a:ahLst/>
              <a:cxnLst/>
              <a:rect l="l" t="t" r="r" b="b"/>
              <a:pathLst>
                <a:path w="2540" h="237489">
                  <a:moveTo>
                    <a:pt x="2540" y="236232"/>
                  </a:moveTo>
                  <a:lnTo>
                    <a:pt x="0" y="236232"/>
                  </a:lnTo>
                  <a:lnTo>
                    <a:pt x="0" y="237490"/>
                  </a:lnTo>
                  <a:lnTo>
                    <a:pt x="2540" y="237490"/>
                  </a:lnTo>
                  <a:lnTo>
                    <a:pt x="2540" y="236232"/>
                  </a:lnTo>
                  <a:close/>
                </a:path>
                <a:path w="2540" h="237489">
                  <a:moveTo>
                    <a:pt x="254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2540" y="236220"/>
                  </a:lnTo>
                  <a:lnTo>
                    <a:pt x="2540" y="233692"/>
                  </a:lnTo>
                  <a:close/>
                </a:path>
                <a:path w="2540" h="237489">
                  <a:moveTo>
                    <a:pt x="254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2540" y="233680"/>
                  </a:lnTo>
                  <a:lnTo>
                    <a:pt x="2540" y="229882"/>
                  </a:lnTo>
                  <a:close/>
                </a:path>
                <a:path w="2540" h="237489">
                  <a:moveTo>
                    <a:pt x="254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2540" y="229870"/>
                  </a:lnTo>
                  <a:lnTo>
                    <a:pt x="2540" y="227342"/>
                  </a:lnTo>
                  <a:close/>
                </a:path>
                <a:path w="2540" h="237489">
                  <a:moveTo>
                    <a:pt x="254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2540" y="227330"/>
                  </a:lnTo>
                  <a:lnTo>
                    <a:pt x="2540" y="223532"/>
                  </a:lnTo>
                  <a:close/>
                </a:path>
                <a:path w="2540" h="237489">
                  <a:moveTo>
                    <a:pt x="2540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2540" y="223520"/>
                  </a:lnTo>
                  <a:lnTo>
                    <a:pt x="2540" y="220992"/>
                  </a:lnTo>
                  <a:close/>
                </a:path>
                <a:path w="2540" h="237489">
                  <a:moveTo>
                    <a:pt x="2540" y="217182"/>
                  </a:moveTo>
                  <a:lnTo>
                    <a:pt x="0" y="217182"/>
                  </a:lnTo>
                  <a:lnTo>
                    <a:pt x="0" y="220980"/>
                  </a:lnTo>
                  <a:lnTo>
                    <a:pt x="2540" y="220980"/>
                  </a:lnTo>
                  <a:lnTo>
                    <a:pt x="2540" y="217182"/>
                  </a:lnTo>
                  <a:close/>
                </a:path>
                <a:path w="2540" h="237489">
                  <a:moveTo>
                    <a:pt x="2540" y="17792"/>
                  </a:moveTo>
                  <a:lnTo>
                    <a:pt x="0" y="17792"/>
                  </a:lnTo>
                  <a:lnTo>
                    <a:pt x="0" y="217170"/>
                  </a:lnTo>
                  <a:lnTo>
                    <a:pt x="2540" y="217170"/>
                  </a:lnTo>
                  <a:lnTo>
                    <a:pt x="2540" y="17792"/>
                  </a:lnTo>
                  <a:close/>
                </a:path>
                <a:path w="2540" h="237489">
                  <a:moveTo>
                    <a:pt x="254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2540" y="17780"/>
                  </a:lnTo>
                  <a:lnTo>
                    <a:pt x="2540" y="13982"/>
                  </a:lnTo>
                  <a:close/>
                </a:path>
                <a:path w="2540" h="237489">
                  <a:moveTo>
                    <a:pt x="254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2540" y="13970"/>
                  </a:lnTo>
                  <a:lnTo>
                    <a:pt x="2540" y="11442"/>
                  </a:lnTo>
                  <a:close/>
                </a:path>
                <a:path w="2540" h="237489">
                  <a:moveTo>
                    <a:pt x="254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7632"/>
                  </a:lnTo>
                  <a:close/>
                </a:path>
                <a:path w="2540" h="237489">
                  <a:moveTo>
                    <a:pt x="254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5092"/>
                  </a:lnTo>
                  <a:close/>
                </a:path>
                <a:path w="2540" h="237489">
                  <a:moveTo>
                    <a:pt x="254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1282"/>
                  </a:lnTo>
                  <a:close/>
                </a:path>
                <a:path w="2540" h="237489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0" name="object 2670"/>
            <p:cNvSpPr/>
            <p:nvPr/>
          </p:nvSpPr>
          <p:spPr>
            <a:xfrm>
              <a:off x="7117080" y="5436870"/>
              <a:ext cx="3810" cy="240029"/>
            </a:xfrm>
            <a:custGeom>
              <a:avLst/>
              <a:gdLst/>
              <a:ahLst/>
              <a:cxnLst/>
              <a:rect l="l" t="t" r="r" b="b"/>
              <a:pathLst>
                <a:path w="3809" h="240029">
                  <a:moveTo>
                    <a:pt x="3810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09" h="240029">
                  <a:moveTo>
                    <a:pt x="381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2539"/>
                  </a:lnTo>
                  <a:close/>
                </a:path>
                <a:path w="3809" h="240029">
                  <a:moveTo>
                    <a:pt x="381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49"/>
                  </a:lnTo>
                  <a:close/>
                </a:path>
                <a:path w="3809" h="240029">
                  <a:moveTo>
                    <a:pt x="381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8889"/>
                  </a:lnTo>
                  <a:close/>
                </a:path>
                <a:path w="3809" h="240029">
                  <a:moveTo>
                    <a:pt x="381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2699"/>
                  </a:lnTo>
                  <a:close/>
                </a:path>
                <a:path w="3809" h="240029">
                  <a:moveTo>
                    <a:pt x="381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5239"/>
                  </a:lnTo>
                  <a:close/>
                </a:path>
                <a:path w="3809" h="240029">
                  <a:moveTo>
                    <a:pt x="3810" y="19049"/>
                  </a:moveTo>
                  <a:lnTo>
                    <a:pt x="0" y="19049"/>
                  </a:lnTo>
                  <a:lnTo>
                    <a:pt x="0" y="218439"/>
                  </a:lnTo>
                  <a:lnTo>
                    <a:pt x="3810" y="218439"/>
                  </a:lnTo>
                  <a:lnTo>
                    <a:pt x="3810" y="19049"/>
                  </a:lnTo>
                  <a:close/>
                </a:path>
                <a:path w="3809" h="240029">
                  <a:moveTo>
                    <a:pt x="3810" y="218439"/>
                  </a:moveTo>
                  <a:lnTo>
                    <a:pt x="0" y="218439"/>
                  </a:lnTo>
                  <a:lnTo>
                    <a:pt x="0" y="222249"/>
                  </a:lnTo>
                  <a:lnTo>
                    <a:pt x="3810" y="222249"/>
                  </a:lnTo>
                  <a:lnTo>
                    <a:pt x="3810" y="218439"/>
                  </a:lnTo>
                  <a:close/>
                </a:path>
                <a:path w="3809" h="240029">
                  <a:moveTo>
                    <a:pt x="3810" y="222249"/>
                  </a:moveTo>
                  <a:lnTo>
                    <a:pt x="0" y="222249"/>
                  </a:lnTo>
                  <a:lnTo>
                    <a:pt x="0" y="224789"/>
                  </a:lnTo>
                  <a:lnTo>
                    <a:pt x="3810" y="224789"/>
                  </a:lnTo>
                  <a:lnTo>
                    <a:pt x="3810" y="222249"/>
                  </a:lnTo>
                  <a:close/>
                </a:path>
                <a:path w="3809" h="240029">
                  <a:moveTo>
                    <a:pt x="3810" y="224789"/>
                  </a:moveTo>
                  <a:lnTo>
                    <a:pt x="0" y="22478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4789"/>
                  </a:lnTo>
                  <a:close/>
                </a:path>
                <a:path w="3809" h="240029">
                  <a:moveTo>
                    <a:pt x="3810" y="228599"/>
                  </a:moveTo>
                  <a:lnTo>
                    <a:pt x="0" y="228599"/>
                  </a:lnTo>
                  <a:lnTo>
                    <a:pt x="0" y="231139"/>
                  </a:lnTo>
                  <a:lnTo>
                    <a:pt x="3810" y="231139"/>
                  </a:lnTo>
                  <a:lnTo>
                    <a:pt x="3810" y="228599"/>
                  </a:lnTo>
                  <a:close/>
                </a:path>
                <a:path w="3809" h="240029">
                  <a:moveTo>
                    <a:pt x="3810" y="231139"/>
                  </a:moveTo>
                  <a:lnTo>
                    <a:pt x="0" y="231139"/>
                  </a:lnTo>
                  <a:lnTo>
                    <a:pt x="0" y="234949"/>
                  </a:lnTo>
                  <a:lnTo>
                    <a:pt x="3810" y="234949"/>
                  </a:lnTo>
                  <a:lnTo>
                    <a:pt x="3810" y="231139"/>
                  </a:lnTo>
                  <a:close/>
                </a:path>
                <a:path w="3809" h="240029">
                  <a:moveTo>
                    <a:pt x="3810" y="234949"/>
                  </a:moveTo>
                  <a:lnTo>
                    <a:pt x="0" y="234949"/>
                  </a:lnTo>
                  <a:lnTo>
                    <a:pt x="0" y="237489"/>
                  </a:lnTo>
                  <a:lnTo>
                    <a:pt x="3810" y="237489"/>
                  </a:lnTo>
                  <a:lnTo>
                    <a:pt x="3810" y="234949"/>
                  </a:lnTo>
                  <a:close/>
                </a:path>
                <a:path w="3809" h="240029">
                  <a:moveTo>
                    <a:pt x="3810" y="237489"/>
                  </a:moveTo>
                  <a:lnTo>
                    <a:pt x="0" y="237489"/>
                  </a:lnTo>
                  <a:lnTo>
                    <a:pt x="0" y="240029"/>
                  </a:lnTo>
                  <a:lnTo>
                    <a:pt x="3810" y="240029"/>
                  </a:lnTo>
                  <a:lnTo>
                    <a:pt x="3810" y="237489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1" name="object 2671"/>
            <p:cNvSpPr/>
            <p:nvPr/>
          </p:nvSpPr>
          <p:spPr>
            <a:xfrm>
              <a:off x="7120890" y="5435600"/>
              <a:ext cx="3810" cy="241300"/>
            </a:xfrm>
            <a:custGeom>
              <a:avLst/>
              <a:gdLst/>
              <a:ahLst/>
              <a:cxnLst/>
              <a:rect l="l" t="t" r="r" b="b"/>
              <a:pathLst>
                <a:path w="3809" h="241300">
                  <a:moveTo>
                    <a:pt x="3810" y="238772"/>
                  </a:moveTo>
                  <a:lnTo>
                    <a:pt x="0" y="23877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8772"/>
                  </a:lnTo>
                  <a:close/>
                </a:path>
                <a:path w="3809" h="241300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09" h="241300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09" h="241300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09" h="241300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09" h="241300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09" h="241300">
                  <a:moveTo>
                    <a:pt x="3810" y="219722"/>
                  </a:moveTo>
                  <a:lnTo>
                    <a:pt x="0" y="21972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9722"/>
                  </a:lnTo>
                  <a:close/>
                </a:path>
                <a:path w="3809" h="241300">
                  <a:moveTo>
                    <a:pt x="3810" y="20332"/>
                  </a:moveTo>
                  <a:lnTo>
                    <a:pt x="0" y="2033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0332"/>
                  </a:lnTo>
                  <a:close/>
                </a:path>
                <a:path w="3809" h="241300">
                  <a:moveTo>
                    <a:pt x="3810" y="16522"/>
                  </a:moveTo>
                  <a:lnTo>
                    <a:pt x="0" y="1652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6522"/>
                  </a:lnTo>
                  <a:close/>
                </a:path>
                <a:path w="3809" h="241300">
                  <a:moveTo>
                    <a:pt x="3810" y="13982"/>
                  </a:moveTo>
                  <a:lnTo>
                    <a:pt x="0" y="1398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82"/>
                  </a:lnTo>
                  <a:close/>
                </a:path>
                <a:path w="3809" h="241300">
                  <a:moveTo>
                    <a:pt x="381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0172"/>
                  </a:lnTo>
                  <a:close/>
                </a:path>
                <a:path w="3809" h="241300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09" h="241300">
                  <a:moveTo>
                    <a:pt x="381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3822"/>
                  </a:lnTo>
                  <a:close/>
                </a:path>
                <a:path w="3809" h="241300">
                  <a:moveTo>
                    <a:pt x="381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82"/>
                  </a:lnTo>
                  <a:close/>
                </a:path>
                <a:path w="3809" h="241300">
                  <a:moveTo>
                    <a:pt x="38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6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2" name="object 2672"/>
            <p:cNvSpPr/>
            <p:nvPr/>
          </p:nvSpPr>
          <p:spPr>
            <a:xfrm>
              <a:off x="7124700" y="5434330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09" h="243839">
                  <a:moveTo>
                    <a:pt x="3809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09" y="2540"/>
                  </a:lnTo>
                  <a:lnTo>
                    <a:pt x="3809" y="0"/>
                  </a:lnTo>
                  <a:close/>
                </a:path>
                <a:path w="3809" h="243839">
                  <a:moveTo>
                    <a:pt x="380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2540"/>
                  </a:lnTo>
                  <a:close/>
                </a:path>
                <a:path w="3809" h="243839">
                  <a:moveTo>
                    <a:pt x="380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09" y="8890"/>
                  </a:lnTo>
                  <a:lnTo>
                    <a:pt x="3809" y="5080"/>
                  </a:lnTo>
                  <a:close/>
                </a:path>
                <a:path w="3809" h="243839">
                  <a:moveTo>
                    <a:pt x="380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8890"/>
                  </a:lnTo>
                  <a:close/>
                </a:path>
                <a:path w="3809" h="243839">
                  <a:moveTo>
                    <a:pt x="3809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09" y="15240"/>
                  </a:lnTo>
                  <a:lnTo>
                    <a:pt x="3809" y="11430"/>
                  </a:lnTo>
                  <a:close/>
                </a:path>
                <a:path w="3809" h="243839">
                  <a:moveTo>
                    <a:pt x="3809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5240"/>
                  </a:lnTo>
                  <a:close/>
                </a:path>
                <a:path w="3809" h="243839">
                  <a:moveTo>
                    <a:pt x="3809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09" y="21590"/>
                  </a:lnTo>
                  <a:lnTo>
                    <a:pt x="3809" y="17780"/>
                  </a:lnTo>
                  <a:close/>
                </a:path>
                <a:path w="3809" h="243839">
                  <a:moveTo>
                    <a:pt x="3809" y="21590"/>
                  </a:moveTo>
                  <a:lnTo>
                    <a:pt x="0" y="21590"/>
                  </a:lnTo>
                  <a:lnTo>
                    <a:pt x="0" y="220980"/>
                  </a:lnTo>
                  <a:lnTo>
                    <a:pt x="3809" y="220980"/>
                  </a:lnTo>
                  <a:lnTo>
                    <a:pt x="3809" y="21590"/>
                  </a:lnTo>
                  <a:close/>
                </a:path>
                <a:path w="3809" h="243839">
                  <a:moveTo>
                    <a:pt x="3809" y="220980"/>
                  </a:moveTo>
                  <a:lnTo>
                    <a:pt x="0" y="220980"/>
                  </a:lnTo>
                  <a:lnTo>
                    <a:pt x="0" y="224790"/>
                  </a:lnTo>
                  <a:lnTo>
                    <a:pt x="3809" y="224790"/>
                  </a:lnTo>
                  <a:lnTo>
                    <a:pt x="3809" y="220980"/>
                  </a:lnTo>
                  <a:close/>
                </a:path>
                <a:path w="3809" h="243839">
                  <a:moveTo>
                    <a:pt x="3809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09" y="227330"/>
                  </a:lnTo>
                  <a:lnTo>
                    <a:pt x="3809" y="224790"/>
                  </a:lnTo>
                  <a:close/>
                </a:path>
                <a:path w="3809" h="243839">
                  <a:moveTo>
                    <a:pt x="3809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3809" y="231140"/>
                  </a:lnTo>
                  <a:lnTo>
                    <a:pt x="3809" y="227330"/>
                  </a:lnTo>
                  <a:close/>
                </a:path>
                <a:path w="3809" h="243839">
                  <a:moveTo>
                    <a:pt x="3809" y="231140"/>
                  </a:moveTo>
                  <a:lnTo>
                    <a:pt x="0" y="231140"/>
                  </a:lnTo>
                  <a:lnTo>
                    <a:pt x="0" y="233680"/>
                  </a:lnTo>
                  <a:lnTo>
                    <a:pt x="3809" y="233680"/>
                  </a:lnTo>
                  <a:lnTo>
                    <a:pt x="3809" y="231140"/>
                  </a:lnTo>
                  <a:close/>
                </a:path>
                <a:path w="3809" h="243839">
                  <a:moveTo>
                    <a:pt x="3809" y="233680"/>
                  </a:moveTo>
                  <a:lnTo>
                    <a:pt x="0" y="233680"/>
                  </a:lnTo>
                  <a:lnTo>
                    <a:pt x="0" y="237490"/>
                  </a:lnTo>
                  <a:lnTo>
                    <a:pt x="3809" y="237490"/>
                  </a:lnTo>
                  <a:lnTo>
                    <a:pt x="3809" y="233680"/>
                  </a:lnTo>
                  <a:close/>
                </a:path>
                <a:path w="3809" h="243839">
                  <a:moveTo>
                    <a:pt x="3809" y="237490"/>
                  </a:moveTo>
                  <a:lnTo>
                    <a:pt x="0" y="237490"/>
                  </a:lnTo>
                  <a:lnTo>
                    <a:pt x="0" y="240030"/>
                  </a:lnTo>
                  <a:lnTo>
                    <a:pt x="3809" y="240030"/>
                  </a:lnTo>
                  <a:lnTo>
                    <a:pt x="3809" y="237490"/>
                  </a:lnTo>
                  <a:close/>
                </a:path>
                <a:path w="3809" h="243839">
                  <a:moveTo>
                    <a:pt x="3809" y="240030"/>
                  </a:moveTo>
                  <a:lnTo>
                    <a:pt x="0" y="240030"/>
                  </a:lnTo>
                  <a:lnTo>
                    <a:pt x="0" y="242570"/>
                  </a:lnTo>
                  <a:lnTo>
                    <a:pt x="2540" y="242570"/>
                  </a:lnTo>
                  <a:lnTo>
                    <a:pt x="2540" y="243840"/>
                  </a:lnTo>
                  <a:lnTo>
                    <a:pt x="3809" y="243840"/>
                  </a:lnTo>
                  <a:lnTo>
                    <a:pt x="3809" y="240030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3" name="object 2673"/>
            <p:cNvSpPr/>
            <p:nvPr/>
          </p:nvSpPr>
          <p:spPr>
            <a:xfrm>
              <a:off x="7128510" y="5434330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09" h="243839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09" h="243839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09" h="243839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09" h="243839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09" h="243839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09" h="243839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09" h="243839">
                  <a:moveTo>
                    <a:pt x="381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0992"/>
                  </a:lnTo>
                  <a:close/>
                </a:path>
                <a:path w="3809" h="243839">
                  <a:moveTo>
                    <a:pt x="3810" y="21602"/>
                  </a:moveTo>
                  <a:lnTo>
                    <a:pt x="0" y="2160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602"/>
                  </a:lnTo>
                  <a:close/>
                </a:path>
                <a:path w="3809" h="243839">
                  <a:moveTo>
                    <a:pt x="381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92"/>
                  </a:lnTo>
                  <a:close/>
                </a:path>
                <a:path w="3809" h="243839">
                  <a:moveTo>
                    <a:pt x="381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52"/>
                  </a:lnTo>
                  <a:close/>
                </a:path>
                <a:path w="3809" h="243839">
                  <a:moveTo>
                    <a:pt x="381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42"/>
                  </a:lnTo>
                  <a:close/>
                </a:path>
                <a:path w="3809" h="243839">
                  <a:moveTo>
                    <a:pt x="381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902"/>
                  </a:lnTo>
                  <a:close/>
                </a:path>
                <a:path w="3809" h="243839">
                  <a:moveTo>
                    <a:pt x="381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92"/>
                  </a:lnTo>
                  <a:close/>
                </a:path>
                <a:path w="3809" h="243839">
                  <a:moveTo>
                    <a:pt x="381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52"/>
                  </a:lnTo>
                  <a:close/>
                </a:path>
                <a:path w="3809" h="243839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4" name="object 2674"/>
            <p:cNvSpPr/>
            <p:nvPr/>
          </p:nvSpPr>
          <p:spPr>
            <a:xfrm>
              <a:off x="7132320" y="5434330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09" h="245110">
                  <a:moveTo>
                    <a:pt x="3810" y="243852"/>
                  </a:moveTo>
                  <a:lnTo>
                    <a:pt x="1270" y="243852"/>
                  </a:lnTo>
                  <a:lnTo>
                    <a:pt x="1270" y="245110"/>
                  </a:lnTo>
                  <a:lnTo>
                    <a:pt x="3810" y="245110"/>
                  </a:lnTo>
                  <a:lnTo>
                    <a:pt x="3810" y="243852"/>
                  </a:lnTo>
                  <a:close/>
                </a:path>
                <a:path w="3809" h="245110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09" h="245110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09" h="245110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09" h="245110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09" h="245110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09" h="245110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09" h="245110">
                  <a:moveTo>
                    <a:pt x="381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0992"/>
                  </a:lnTo>
                  <a:close/>
                </a:path>
                <a:path w="3809" h="245110">
                  <a:moveTo>
                    <a:pt x="3810" y="21602"/>
                  </a:moveTo>
                  <a:lnTo>
                    <a:pt x="0" y="2160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602"/>
                  </a:lnTo>
                  <a:close/>
                </a:path>
                <a:path w="3809" h="245110">
                  <a:moveTo>
                    <a:pt x="381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92"/>
                  </a:lnTo>
                  <a:close/>
                </a:path>
                <a:path w="3809" h="245110">
                  <a:moveTo>
                    <a:pt x="381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52"/>
                  </a:lnTo>
                  <a:close/>
                </a:path>
                <a:path w="3809" h="245110">
                  <a:moveTo>
                    <a:pt x="381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42"/>
                  </a:lnTo>
                  <a:close/>
                </a:path>
                <a:path w="3809" h="245110">
                  <a:moveTo>
                    <a:pt x="381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902"/>
                  </a:lnTo>
                  <a:close/>
                </a:path>
                <a:path w="3809" h="245110">
                  <a:moveTo>
                    <a:pt x="381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92"/>
                  </a:lnTo>
                  <a:close/>
                </a:path>
                <a:path w="3809" h="245110">
                  <a:moveTo>
                    <a:pt x="381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52"/>
                  </a:lnTo>
                  <a:close/>
                </a:path>
                <a:path w="3809" h="24511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EAD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5" name="object 2675"/>
            <p:cNvSpPr/>
            <p:nvPr/>
          </p:nvSpPr>
          <p:spPr>
            <a:xfrm>
              <a:off x="7136130" y="5434330"/>
              <a:ext cx="2540" cy="245110"/>
            </a:xfrm>
            <a:custGeom>
              <a:avLst/>
              <a:gdLst/>
              <a:ahLst/>
              <a:cxnLst/>
              <a:rect l="l" t="t" r="r" b="b"/>
              <a:pathLst>
                <a:path w="2540" h="245110">
                  <a:moveTo>
                    <a:pt x="2540" y="243852"/>
                  </a:moveTo>
                  <a:lnTo>
                    <a:pt x="0" y="243852"/>
                  </a:lnTo>
                  <a:lnTo>
                    <a:pt x="0" y="245110"/>
                  </a:lnTo>
                  <a:lnTo>
                    <a:pt x="2540" y="245110"/>
                  </a:lnTo>
                  <a:lnTo>
                    <a:pt x="2540" y="243852"/>
                  </a:lnTo>
                  <a:close/>
                </a:path>
                <a:path w="2540" h="245110">
                  <a:moveTo>
                    <a:pt x="254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2540" y="243840"/>
                  </a:lnTo>
                  <a:lnTo>
                    <a:pt x="2540" y="240042"/>
                  </a:lnTo>
                  <a:close/>
                </a:path>
                <a:path w="2540" h="245110">
                  <a:moveTo>
                    <a:pt x="254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2540" y="240030"/>
                  </a:lnTo>
                  <a:lnTo>
                    <a:pt x="2540" y="237502"/>
                  </a:lnTo>
                  <a:close/>
                </a:path>
                <a:path w="2540" h="245110">
                  <a:moveTo>
                    <a:pt x="254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2540" y="237490"/>
                  </a:lnTo>
                  <a:lnTo>
                    <a:pt x="2540" y="233692"/>
                  </a:lnTo>
                  <a:close/>
                </a:path>
                <a:path w="2540" h="245110">
                  <a:moveTo>
                    <a:pt x="254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2540" y="233680"/>
                  </a:lnTo>
                  <a:lnTo>
                    <a:pt x="2540" y="231152"/>
                  </a:lnTo>
                  <a:close/>
                </a:path>
                <a:path w="2540" h="245110">
                  <a:moveTo>
                    <a:pt x="254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2540" y="231140"/>
                  </a:lnTo>
                  <a:lnTo>
                    <a:pt x="2540" y="227342"/>
                  </a:lnTo>
                  <a:close/>
                </a:path>
                <a:path w="2540" h="245110">
                  <a:moveTo>
                    <a:pt x="254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2540" y="227330"/>
                  </a:lnTo>
                  <a:lnTo>
                    <a:pt x="2540" y="224802"/>
                  </a:lnTo>
                  <a:close/>
                </a:path>
                <a:path w="2540" h="245110">
                  <a:moveTo>
                    <a:pt x="254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2540" y="224790"/>
                  </a:lnTo>
                  <a:lnTo>
                    <a:pt x="2540" y="220992"/>
                  </a:lnTo>
                  <a:close/>
                </a:path>
                <a:path w="2540" h="245110">
                  <a:moveTo>
                    <a:pt x="2540" y="21602"/>
                  </a:moveTo>
                  <a:lnTo>
                    <a:pt x="0" y="21602"/>
                  </a:lnTo>
                  <a:lnTo>
                    <a:pt x="0" y="220980"/>
                  </a:lnTo>
                  <a:lnTo>
                    <a:pt x="2540" y="220980"/>
                  </a:lnTo>
                  <a:lnTo>
                    <a:pt x="2540" y="21602"/>
                  </a:lnTo>
                  <a:close/>
                </a:path>
                <a:path w="2540" h="245110">
                  <a:moveTo>
                    <a:pt x="254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2540" y="21590"/>
                  </a:lnTo>
                  <a:lnTo>
                    <a:pt x="2540" y="17792"/>
                  </a:lnTo>
                  <a:close/>
                </a:path>
                <a:path w="2540" h="245110">
                  <a:moveTo>
                    <a:pt x="254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2540" y="17780"/>
                  </a:lnTo>
                  <a:lnTo>
                    <a:pt x="2540" y="15252"/>
                  </a:lnTo>
                  <a:close/>
                </a:path>
                <a:path w="2540" h="245110">
                  <a:moveTo>
                    <a:pt x="254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2540" y="15240"/>
                  </a:lnTo>
                  <a:lnTo>
                    <a:pt x="2540" y="11442"/>
                  </a:lnTo>
                  <a:close/>
                </a:path>
                <a:path w="2540" h="245110">
                  <a:moveTo>
                    <a:pt x="254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8902"/>
                  </a:lnTo>
                  <a:close/>
                </a:path>
                <a:path w="2540" h="245110">
                  <a:moveTo>
                    <a:pt x="254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2540" y="8890"/>
                  </a:lnTo>
                  <a:lnTo>
                    <a:pt x="2540" y="5092"/>
                  </a:lnTo>
                  <a:close/>
                </a:path>
                <a:path w="2540" h="245110">
                  <a:moveTo>
                    <a:pt x="254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2552"/>
                  </a:lnTo>
                  <a:close/>
                </a:path>
                <a:path w="2540" h="245110">
                  <a:moveTo>
                    <a:pt x="254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540" y="254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9CAB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6" name="object 2676"/>
            <p:cNvSpPr/>
            <p:nvPr/>
          </p:nvSpPr>
          <p:spPr>
            <a:xfrm>
              <a:off x="7138670" y="5434330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09" h="245110">
                  <a:moveTo>
                    <a:pt x="3810" y="243852"/>
                  </a:moveTo>
                  <a:lnTo>
                    <a:pt x="0" y="24385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3852"/>
                  </a:lnTo>
                  <a:close/>
                </a:path>
                <a:path w="3809" h="245110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09" h="245110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09" h="245110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09" h="245110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09" h="245110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09" h="245110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09" h="245110">
                  <a:moveTo>
                    <a:pt x="381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0992"/>
                  </a:lnTo>
                  <a:close/>
                </a:path>
                <a:path w="3809" h="245110">
                  <a:moveTo>
                    <a:pt x="3810" y="21602"/>
                  </a:moveTo>
                  <a:lnTo>
                    <a:pt x="0" y="2160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602"/>
                  </a:lnTo>
                  <a:close/>
                </a:path>
                <a:path w="3809" h="245110">
                  <a:moveTo>
                    <a:pt x="381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92"/>
                  </a:lnTo>
                  <a:close/>
                </a:path>
                <a:path w="3809" h="245110">
                  <a:moveTo>
                    <a:pt x="381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52"/>
                  </a:lnTo>
                  <a:close/>
                </a:path>
                <a:path w="3809" h="245110">
                  <a:moveTo>
                    <a:pt x="381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42"/>
                  </a:lnTo>
                  <a:close/>
                </a:path>
                <a:path w="3809" h="245110">
                  <a:moveTo>
                    <a:pt x="381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902"/>
                  </a:lnTo>
                  <a:close/>
                </a:path>
                <a:path w="3809" h="245110">
                  <a:moveTo>
                    <a:pt x="381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92"/>
                  </a:lnTo>
                  <a:close/>
                </a:path>
                <a:path w="3809" h="245110">
                  <a:moveTo>
                    <a:pt x="381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52"/>
                  </a:lnTo>
                  <a:close/>
                </a:path>
                <a:path w="3809" h="24511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9A8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7" name="object 2677"/>
            <p:cNvSpPr/>
            <p:nvPr/>
          </p:nvSpPr>
          <p:spPr>
            <a:xfrm>
              <a:off x="7142480" y="5433059"/>
              <a:ext cx="3810" cy="246379"/>
            </a:xfrm>
            <a:custGeom>
              <a:avLst/>
              <a:gdLst/>
              <a:ahLst/>
              <a:cxnLst/>
              <a:rect l="l" t="t" r="r" b="b"/>
              <a:pathLst>
                <a:path w="3809" h="246379">
                  <a:moveTo>
                    <a:pt x="3810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0" y="1269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0"/>
                  </a:lnTo>
                  <a:close/>
                </a:path>
                <a:path w="3809" h="246379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09" h="246379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09" h="246379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09" h="246379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09" h="246379">
                  <a:moveTo>
                    <a:pt x="381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6509"/>
                  </a:lnTo>
                  <a:close/>
                </a:path>
                <a:path w="3809" h="246379">
                  <a:moveTo>
                    <a:pt x="381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9050"/>
                  </a:lnTo>
                  <a:close/>
                </a:path>
                <a:path w="3809" h="246379">
                  <a:moveTo>
                    <a:pt x="3810" y="22859"/>
                  </a:moveTo>
                  <a:lnTo>
                    <a:pt x="0" y="22859"/>
                  </a:lnTo>
                  <a:lnTo>
                    <a:pt x="0" y="222249"/>
                  </a:lnTo>
                  <a:lnTo>
                    <a:pt x="3810" y="222249"/>
                  </a:lnTo>
                  <a:lnTo>
                    <a:pt x="3810" y="22859"/>
                  </a:lnTo>
                  <a:close/>
                </a:path>
                <a:path w="3809" h="246379">
                  <a:moveTo>
                    <a:pt x="3810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22250"/>
                  </a:lnTo>
                  <a:close/>
                </a:path>
                <a:path w="3809" h="246379">
                  <a:moveTo>
                    <a:pt x="3810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6059"/>
                  </a:lnTo>
                  <a:close/>
                </a:path>
                <a:path w="3809" h="246379">
                  <a:moveTo>
                    <a:pt x="3810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8600"/>
                  </a:lnTo>
                  <a:close/>
                </a:path>
                <a:path w="3809" h="246379">
                  <a:moveTo>
                    <a:pt x="3810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3810" y="234949"/>
                  </a:lnTo>
                  <a:lnTo>
                    <a:pt x="3810" y="232409"/>
                  </a:lnTo>
                  <a:close/>
                </a:path>
                <a:path w="3809" h="246379">
                  <a:moveTo>
                    <a:pt x="3810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3810" y="238759"/>
                  </a:lnTo>
                  <a:lnTo>
                    <a:pt x="3810" y="234950"/>
                  </a:lnTo>
                  <a:close/>
                </a:path>
                <a:path w="3809" h="246379">
                  <a:moveTo>
                    <a:pt x="3810" y="238759"/>
                  </a:moveTo>
                  <a:lnTo>
                    <a:pt x="0" y="238759"/>
                  </a:lnTo>
                  <a:lnTo>
                    <a:pt x="0" y="241299"/>
                  </a:lnTo>
                  <a:lnTo>
                    <a:pt x="3810" y="241299"/>
                  </a:lnTo>
                  <a:lnTo>
                    <a:pt x="3810" y="238759"/>
                  </a:lnTo>
                  <a:close/>
                </a:path>
                <a:path w="3809" h="246379">
                  <a:moveTo>
                    <a:pt x="3810" y="241300"/>
                  </a:moveTo>
                  <a:lnTo>
                    <a:pt x="0" y="241300"/>
                  </a:lnTo>
                  <a:lnTo>
                    <a:pt x="0" y="245109"/>
                  </a:lnTo>
                  <a:lnTo>
                    <a:pt x="3810" y="245109"/>
                  </a:lnTo>
                  <a:lnTo>
                    <a:pt x="3810" y="241300"/>
                  </a:lnTo>
                  <a:close/>
                </a:path>
                <a:path w="3809" h="246379">
                  <a:moveTo>
                    <a:pt x="3810" y="245109"/>
                  </a:moveTo>
                  <a:lnTo>
                    <a:pt x="0" y="245109"/>
                  </a:lnTo>
                  <a:lnTo>
                    <a:pt x="0" y="246379"/>
                  </a:lnTo>
                  <a:lnTo>
                    <a:pt x="3810" y="246379"/>
                  </a:lnTo>
                  <a:lnTo>
                    <a:pt x="3810" y="245109"/>
                  </a:lnTo>
                  <a:close/>
                </a:path>
              </a:pathLst>
            </a:custGeom>
            <a:solidFill>
              <a:srgbClr val="96A6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8" name="object 2678"/>
            <p:cNvSpPr/>
            <p:nvPr/>
          </p:nvSpPr>
          <p:spPr>
            <a:xfrm>
              <a:off x="7146290" y="5433072"/>
              <a:ext cx="3810" cy="246379"/>
            </a:xfrm>
            <a:custGeom>
              <a:avLst/>
              <a:gdLst/>
              <a:ahLst/>
              <a:cxnLst/>
              <a:rect l="l" t="t" r="r" b="b"/>
              <a:pathLst>
                <a:path w="3809" h="246379">
                  <a:moveTo>
                    <a:pt x="3810" y="245110"/>
                  </a:moveTo>
                  <a:lnTo>
                    <a:pt x="0" y="245110"/>
                  </a:lnTo>
                  <a:lnTo>
                    <a:pt x="0" y="246367"/>
                  </a:lnTo>
                  <a:lnTo>
                    <a:pt x="3810" y="246367"/>
                  </a:lnTo>
                  <a:lnTo>
                    <a:pt x="3810" y="245110"/>
                  </a:lnTo>
                  <a:close/>
                </a:path>
                <a:path w="3809" h="24637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09" h="24637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09" h="24637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09" h="24637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09" h="24637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09" h="24637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09" h="246379">
                  <a:moveTo>
                    <a:pt x="381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22250"/>
                  </a:lnTo>
                  <a:close/>
                </a:path>
                <a:path w="3809" h="246379">
                  <a:moveTo>
                    <a:pt x="3810" y="22860"/>
                  </a:moveTo>
                  <a:lnTo>
                    <a:pt x="0" y="2286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2860"/>
                  </a:lnTo>
                  <a:close/>
                </a:path>
                <a:path w="3809" h="24637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09" h="24637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09" h="24637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09" h="24637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09" h="24637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09" h="24637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09" h="24637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9" name="object 2679"/>
            <p:cNvSpPr/>
            <p:nvPr/>
          </p:nvSpPr>
          <p:spPr>
            <a:xfrm>
              <a:off x="7150100" y="5431789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09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3809" y="1270"/>
                  </a:lnTo>
                  <a:lnTo>
                    <a:pt x="3809" y="0"/>
                  </a:lnTo>
                  <a:close/>
                </a:path>
                <a:path w="3809" h="248920">
                  <a:moveTo>
                    <a:pt x="380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1270"/>
                  </a:lnTo>
                  <a:close/>
                </a:path>
                <a:path w="3809" h="248920">
                  <a:moveTo>
                    <a:pt x="380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09" y="7620"/>
                  </a:lnTo>
                  <a:lnTo>
                    <a:pt x="3809" y="5080"/>
                  </a:lnTo>
                  <a:close/>
                </a:path>
                <a:path w="3809" h="248920">
                  <a:moveTo>
                    <a:pt x="380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7620"/>
                  </a:lnTo>
                  <a:close/>
                </a:path>
                <a:path w="3809" h="248920">
                  <a:moveTo>
                    <a:pt x="3809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09" y="13970"/>
                  </a:lnTo>
                  <a:lnTo>
                    <a:pt x="3809" y="11430"/>
                  </a:lnTo>
                  <a:close/>
                </a:path>
                <a:path w="3809" h="248920">
                  <a:moveTo>
                    <a:pt x="3809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3970"/>
                  </a:lnTo>
                  <a:close/>
                </a:path>
                <a:path w="3809" h="248920">
                  <a:moveTo>
                    <a:pt x="3809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09" y="20320"/>
                  </a:lnTo>
                  <a:lnTo>
                    <a:pt x="3809" y="17780"/>
                  </a:lnTo>
                  <a:close/>
                </a:path>
                <a:path w="3809" h="248920">
                  <a:moveTo>
                    <a:pt x="3809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3809" y="24130"/>
                  </a:lnTo>
                  <a:lnTo>
                    <a:pt x="3809" y="20320"/>
                  </a:lnTo>
                  <a:close/>
                </a:path>
                <a:path w="3809" h="248920">
                  <a:moveTo>
                    <a:pt x="3809" y="24130"/>
                  </a:moveTo>
                  <a:lnTo>
                    <a:pt x="0" y="24130"/>
                  </a:lnTo>
                  <a:lnTo>
                    <a:pt x="0" y="223520"/>
                  </a:lnTo>
                  <a:lnTo>
                    <a:pt x="3809" y="223520"/>
                  </a:lnTo>
                  <a:lnTo>
                    <a:pt x="3809" y="24130"/>
                  </a:lnTo>
                  <a:close/>
                </a:path>
                <a:path w="3809" h="248920">
                  <a:moveTo>
                    <a:pt x="3809" y="223520"/>
                  </a:moveTo>
                  <a:lnTo>
                    <a:pt x="0" y="223520"/>
                  </a:lnTo>
                  <a:lnTo>
                    <a:pt x="0" y="227330"/>
                  </a:lnTo>
                  <a:lnTo>
                    <a:pt x="3809" y="227330"/>
                  </a:lnTo>
                  <a:lnTo>
                    <a:pt x="3809" y="223520"/>
                  </a:lnTo>
                  <a:close/>
                </a:path>
                <a:path w="3809" h="248920">
                  <a:moveTo>
                    <a:pt x="3809" y="227330"/>
                  </a:moveTo>
                  <a:lnTo>
                    <a:pt x="0" y="227330"/>
                  </a:lnTo>
                  <a:lnTo>
                    <a:pt x="0" y="229870"/>
                  </a:lnTo>
                  <a:lnTo>
                    <a:pt x="3809" y="229870"/>
                  </a:lnTo>
                  <a:lnTo>
                    <a:pt x="3809" y="227330"/>
                  </a:lnTo>
                  <a:close/>
                </a:path>
                <a:path w="3809" h="248920">
                  <a:moveTo>
                    <a:pt x="3809" y="229870"/>
                  </a:moveTo>
                  <a:lnTo>
                    <a:pt x="0" y="229870"/>
                  </a:lnTo>
                  <a:lnTo>
                    <a:pt x="0" y="233680"/>
                  </a:lnTo>
                  <a:lnTo>
                    <a:pt x="3809" y="233680"/>
                  </a:lnTo>
                  <a:lnTo>
                    <a:pt x="3809" y="229870"/>
                  </a:lnTo>
                  <a:close/>
                </a:path>
                <a:path w="3809" h="248920">
                  <a:moveTo>
                    <a:pt x="3809" y="233680"/>
                  </a:moveTo>
                  <a:lnTo>
                    <a:pt x="0" y="233680"/>
                  </a:lnTo>
                  <a:lnTo>
                    <a:pt x="0" y="236220"/>
                  </a:lnTo>
                  <a:lnTo>
                    <a:pt x="3809" y="236220"/>
                  </a:lnTo>
                  <a:lnTo>
                    <a:pt x="3809" y="233680"/>
                  </a:lnTo>
                  <a:close/>
                </a:path>
                <a:path w="3809" h="248920">
                  <a:moveTo>
                    <a:pt x="3809" y="236220"/>
                  </a:moveTo>
                  <a:lnTo>
                    <a:pt x="0" y="236220"/>
                  </a:lnTo>
                  <a:lnTo>
                    <a:pt x="0" y="240030"/>
                  </a:lnTo>
                  <a:lnTo>
                    <a:pt x="3809" y="240030"/>
                  </a:lnTo>
                  <a:lnTo>
                    <a:pt x="3809" y="236220"/>
                  </a:lnTo>
                  <a:close/>
                </a:path>
                <a:path w="3809" h="248920">
                  <a:moveTo>
                    <a:pt x="3809" y="240030"/>
                  </a:moveTo>
                  <a:lnTo>
                    <a:pt x="0" y="240030"/>
                  </a:lnTo>
                  <a:lnTo>
                    <a:pt x="0" y="242570"/>
                  </a:lnTo>
                  <a:lnTo>
                    <a:pt x="3809" y="242570"/>
                  </a:lnTo>
                  <a:lnTo>
                    <a:pt x="3809" y="240030"/>
                  </a:lnTo>
                  <a:close/>
                </a:path>
                <a:path w="3809" h="248920">
                  <a:moveTo>
                    <a:pt x="3809" y="242570"/>
                  </a:moveTo>
                  <a:lnTo>
                    <a:pt x="0" y="242570"/>
                  </a:lnTo>
                  <a:lnTo>
                    <a:pt x="0" y="246380"/>
                  </a:lnTo>
                  <a:lnTo>
                    <a:pt x="3809" y="246380"/>
                  </a:lnTo>
                  <a:lnTo>
                    <a:pt x="3809" y="242570"/>
                  </a:lnTo>
                  <a:close/>
                </a:path>
                <a:path w="3809" h="248920">
                  <a:moveTo>
                    <a:pt x="3809" y="246380"/>
                  </a:moveTo>
                  <a:lnTo>
                    <a:pt x="0" y="246380"/>
                  </a:lnTo>
                  <a:lnTo>
                    <a:pt x="0" y="247650"/>
                  </a:lnTo>
                  <a:lnTo>
                    <a:pt x="1270" y="247650"/>
                  </a:lnTo>
                  <a:lnTo>
                    <a:pt x="1270" y="248920"/>
                  </a:lnTo>
                  <a:lnTo>
                    <a:pt x="3809" y="248920"/>
                  </a:lnTo>
                  <a:lnTo>
                    <a:pt x="3809" y="246380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0" name="object 2680"/>
            <p:cNvSpPr/>
            <p:nvPr/>
          </p:nvSpPr>
          <p:spPr>
            <a:xfrm>
              <a:off x="7153910" y="5431789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09" h="248920">
                  <a:moveTo>
                    <a:pt x="3810" y="242582"/>
                  </a:moveTo>
                  <a:lnTo>
                    <a:pt x="0" y="24258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2582"/>
                  </a:lnTo>
                  <a:close/>
                </a:path>
                <a:path w="3809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09" h="248920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09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09" h="248920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09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09" h="248920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09" h="248920">
                  <a:moveTo>
                    <a:pt x="3810" y="24142"/>
                  </a:moveTo>
                  <a:lnTo>
                    <a:pt x="0" y="2414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4142"/>
                  </a:lnTo>
                  <a:close/>
                </a:path>
                <a:path w="3809" h="248920">
                  <a:moveTo>
                    <a:pt x="3810" y="20332"/>
                  </a:moveTo>
                  <a:lnTo>
                    <a:pt x="0" y="2033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0332"/>
                  </a:lnTo>
                  <a:close/>
                </a:path>
                <a:path w="3809" h="248920">
                  <a:moveTo>
                    <a:pt x="381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92"/>
                  </a:lnTo>
                  <a:close/>
                </a:path>
                <a:path w="3809" h="248920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09" h="248920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09" h="24892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09" h="24892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09" h="24892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E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1" name="object 2681"/>
            <p:cNvSpPr/>
            <p:nvPr/>
          </p:nvSpPr>
          <p:spPr>
            <a:xfrm>
              <a:off x="7157720" y="5431789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09" h="248920">
                  <a:moveTo>
                    <a:pt x="3810" y="242582"/>
                  </a:moveTo>
                  <a:lnTo>
                    <a:pt x="0" y="24258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2582"/>
                  </a:lnTo>
                  <a:close/>
                </a:path>
                <a:path w="3809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09" h="248920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09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09" h="248920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09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09" h="248920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09" h="248920">
                  <a:moveTo>
                    <a:pt x="3810" y="24142"/>
                  </a:moveTo>
                  <a:lnTo>
                    <a:pt x="0" y="2414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4142"/>
                  </a:lnTo>
                  <a:close/>
                </a:path>
                <a:path w="3809" h="248920">
                  <a:moveTo>
                    <a:pt x="3810" y="20332"/>
                  </a:moveTo>
                  <a:lnTo>
                    <a:pt x="0" y="2033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0332"/>
                  </a:lnTo>
                  <a:close/>
                </a:path>
                <a:path w="3809" h="248920">
                  <a:moveTo>
                    <a:pt x="381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92"/>
                  </a:lnTo>
                  <a:close/>
                </a:path>
                <a:path w="3809" h="248920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09" h="248920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09" h="24892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09" h="24892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09" h="24892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2" name="object 2682"/>
            <p:cNvSpPr/>
            <p:nvPr/>
          </p:nvSpPr>
          <p:spPr>
            <a:xfrm>
              <a:off x="7161530" y="5431789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09" h="248920">
                  <a:moveTo>
                    <a:pt x="3810" y="242582"/>
                  </a:moveTo>
                  <a:lnTo>
                    <a:pt x="0" y="24258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2582"/>
                  </a:lnTo>
                  <a:close/>
                </a:path>
                <a:path w="3809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09" h="248920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09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09" h="248920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09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09" h="248920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09" h="248920">
                  <a:moveTo>
                    <a:pt x="3810" y="24142"/>
                  </a:moveTo>
                  <a:lnTo>
                    <a:pt x="0" y="2414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4142"/>
                  </a:lnTo>
                  <a:close/>
                </a:path>
                <a:path w="3809" h="248920">
                  <a:moveTo>
                    <a:pt x="3810" y="20332"/>
                  </a:moveTo>
                  <a:lnTo>
                    <a:pt x="0" y="2033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0332"/>
                  </a:lnTo>
                  <a:close/>
                </a:path>
                <a:path w="3809" h="248920">
                  <a:moveTo>
                    <a:pt x="381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92"/>
                  </a:lnTo>
                  <a:close/>
                </a:path>
                <a:path w="3809" h="248920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09" h="248920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09" h="24892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09" h="24892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09" h="24892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3" name="object 2683"/>
            <p:cNvSpPr/>
            <p:nvPr/>
          </p:nvSpPr>
          <p:spPr>
            <a:xfrm>
              <a:off x="7165340" y="5431789"/>
              <a:ext cx="2540" cy="248920"/>
            </a:xfrm>
            <a:custGeom>
              <a:avLst/>
              <a:gdLst/>
              <a:ahLst/>
              <a:cxnLst/>
              <a:rect l="l" t="t" r="r" b="b"/>
              <a:pathLst>
                <a:path w="2540" h="248920">
                  <a:moveTo>
                    <a:pt x="254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2540" y="248920"/>
                  </a:lnTo>
                  <a:lnTo>
                    <a:pt x="2540" y="246392"/>
                  </a:lnTo>
                  <a:close/>
                </a:path>
                <a:path w="2540" h="248920">
                  <a:moveTo>
                    <a:pt x="2540" y="242582"/>
                  </a:moveTo>
                  <a:lnTo>
                    <a:pt x="0" y="242582"/>
                  </a:lnTo>
                  <a:lnTo>
                    <a:pt x="0" y="246380"/>
                  </a:lnTo>
                  <a:lnTo>
                    <a:pt x="2540" y="246380"/>
                  </a:lnTo>
                  <a:lnTo>
                    <a:pt x="2540" y="242582"/>
                  </a:lnTo>
                  <a:close/>
                </a:path>
                <a:path w="2540" h="248920">
                  <a:moveTo>
                    <a:pt x="254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2540" y="242570"/>
                  </a:lnTo>
                  <a:lnTo>
                    <a:pt x="2540" y="240042"/>
                  </a:lnTo>
                  <a:close/>
                </a:path>
                <a:path w="2540" h="248920">
                  <a:moveTo>
                    <a:pt x="254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2540" y="240030"/>
                  </a:lnTo>
                  <a:lnTo>
                    <a:pt x="2540" y="236232"/>
                  </a:lnTo>
                  <a:close/>
                </a:path>
                <a:path w="2540" h="248920">
                  <a:moveTo>
                    <a:pt x="254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2540" y="236220"/>
                  </a:lnTo>
                  <a:lnTo>
                    <a:pt x="2540" y="233692"/>
                  </a:lnTo>
                  <a:close/>
                </a:path>
                <a:path w="2540" h="248920">
                  <a:moveTo>
                    <a:pt x="254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2540" y="233680"/>
                  </a:lnTo>
                  <a:lnTo>
                    <a:pt x="2540" y="229882"/>
                  </a:lnTo>
                  <a:close/>
                </a:path>
                <a:path w="2540" h="248920">
                  <a:moveTo>
                    <a:pt x="254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2540" y="229870"/>
                  </a:lnTo>
                  <a:lnTo>
                    <a:pt x="2540" y="227342"/>
                  </a:lnTo>
                  <a:close/>
                </a:path>
                <a:path w="2540" h="248920">
                  <a:moveTo>
                    <a:pt x="254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2540" y="227330"/>
                  </a:lnTo>
                  <a:lnTo>
                    <a:pt x="2540" y="223532"/>
                  </a:lnTo>
                  <a:close/>
                </a:path>
                <a:path w="2540" h="248920">
                  <a:moveTo>
                    <a:pt x="2540" y="24142"/>
                  </a:moveTo>
                  <a:lnTo>
                    <a:pt x="0" y="24142"/>
                  </a:lnTo>
                  <a:lnTo>
                    <a:pt x="0" y="223520"/>
                  </a:lnTo>
                  <a:lnTo>
                    <a:pt x="2540" y="223520"/>
                  </a:lnTo>
                  <a:lnTo>
                    <a:pt x="2540" y="24142"/>
                  </a:lnTo>
                  <a:close/>
                </a:path>
                <a:path w="2540" h="248920">
                  <a:moveTo>
                    <a:pt x="2540" y="20332"/>
                  </a:moveTo>
                  <a:lnTo>
                    <a:pt x="0" y="20332"/>
                  </a:lnTo>
                  <a:lnTo>
                    <a:pt x="0" y="24130"/>
                  </a:lnTo>
                  <a:lnTo>
                    <a:pt x="2540" y="24130"/>
                  </a:lnTo>
                  <a:lnTo>
                    <a:pt x="2540" y="20332"/>
                  </a:lnTo>
                  <a:close/>
                </a:path>
                <a:path w="2540" h="248920">
                  <a:moveTo>
                    <a:pt x="254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2540" y="20320"/>
                  </a:lnTo>
                  <a:lnTo>
                    <a:pt x="2540" y="17792"/>
                  </a:lnTo>
                  <a:close/>
                </a:path>
                <a:path w="2540" h="248920">
                  <a:moveTo>
                    <a:pt x="254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2540" y="17780"/>
                  </a:lnTo>
                  <a:lnTo>
                    <a:pt x="2540" y="13982"/>
                  </a:lnTo>
                  <a:close/>
                </a:path>
                <a:path w="2540" h="248920">
                  <a:moveTo>
                    <a:pt x="254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2540" y="13970"/>
                  </a:lnTo>
                  <a:lnTo>
                    <a:pt x="2540" y="11442"/>
                  </a:lnTo>
                  <a:close/>
                </a:path>
                <a:path w="2540" h="248920">
                  <a:moveTo>
                    <a:pt x="254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7632"/>
                  </a:lnTo>
                  <a:close/>
                </a:path>
                <a:path w="2540" h="248920">
                  <a:moveTo>
                    <a:pt x="254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5092"/>
                  </a:lnTo>
                  <a:close/>
                </a:path>
                <a:path w="2540" h="248920">
                  <a:moveTo>
                    <a:pt x="254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1282"/>
                  </a:lnTo>
                  <a:close/>
                </a:path>
                <a:path w="2540" h="248920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8799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4" name="object 2684"/>
            <p:cNvSpPr/>
            <p:nvPr/>
          </p:nvSpPr>
          <p:spPr>
            <a:xfrm>
              <a:off x="7167880" y="5431789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09" h="248920">
                  <a:moveTo>
                    <a:pt x="3810" y="242582"/>
                  </a:moveTo>
                  <a:lnTo>
                    <a:pt x="0" y="24258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2582"/>
                  </a:lnTo>
                  <a:close/>
                </a:path>
                <a:path w="3809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09" h="248920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09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09" h="248920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09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09" h="248920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09" h="248920">
                  <a:moveTo>
                    <a:pt x="3810" y="24142"/>
                  </a:moveTo>
                  <a:lnTo>
                    <a:pt x="0" y="2414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4142"/>
                  </a:lnTo>
                  <a:close/>
                </a:path>
                <a:path w="3809" h="248920">
                  <a:moveTo>
                    <a:pt x="3810" y="20332"/>
                  </a:moveTo>
                  <a:lnTo>
                    <a:pt x="0" y="2033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0332"/>
                  </a:lnTo>
                  <a:close/>
                </a:path>
                <a:path w="3809" h="248920">
                  <a:moveTo>
                    <a:pt x="381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92"/>
                  </a:lnTo>
                  <a:close/>
                </a:path>
                <a:path w="3809" h="248920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09" h="248920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09" h="24892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09" h="24892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09" h="24892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496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5" name="object 2685"/>
            <p:cNvSpPr/>
            <p:nvPr/>
          </p:nvSpPr>
          <p:spPr>
            <a:xfrm>
              <a:off x="7171690" y="5431789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09" h="248920">
                  <a:moveTo>
                    <a:pt x="3810" y="242582"/>
                  </a:moveTo>
                  <a:lnTo>
                    <a:pt x="0" y="24258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2582"/>
                  </a:lnTo>
                  <a:close/>
                </a:path>
                <a:path w="3809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09" h="248920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09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09" h="248920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09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09" h="248920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09" h="248920">
                  <a:moveTo>
                    <a:pt x="3810" y="24142"/>
                  </a:moveTo>
                  <a:lnTo>
                    <a:pt x="0" y="2414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4142"/>
                  </a:lnTo>
                  <a:close/>
                </a:path>
                <a:path w="3809" h="248920">
                  <a:moveTo>
                    <a:pt x="3810" y="20332"/>
                  </a:moveTo>
                  <a:lnTo>
                    <a:pt x="0" y="2033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0332"/>
                  </a:lnTo>
                  <a:close/>
                </a:path>
                <a:path w="3809" h="248920">
                  <a:moveTo>
                    <a:pt x="381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92"/>
                  </a:lnTo>
                  <a:close/>
                </a:path>
                <a:path w="3809" h="248920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09" h="248920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09" h="24892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09" h="24892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09" h="24892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19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6" name="object 2686"/>
            <p:cNvSpPr/>
            <p:nvPr/>
          </p:nvSpPr>
          <p:spPr>
            <a:xfrm>
              <a:off x="7175500" y="5430520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09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09" h="251460">
                  <a:moveTo>
                    <a:pt x="380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2539"/>
                  </a:lnTo>
                  <a:close/>
                </a:path>
                <a:path w="3809" h="251460">
                  <a:moveTo>
                    <a:pt x="380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49"/>
                  </a:lnTo>
                  <a:close/>
                </a:path>
                <a:path w="3809" h="251460">
                  <a:moveTo>
                    <a:pt x="380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8889"/>
                  </a:lnTo>
                  <a:close/>
                </a:path>
                <a:path w="3809" h="251460">
                  <a:moveTo>
                    <a:pt x="380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2699"/>
                  </a:lnTo>
                  <a:close/>
                </a:path>
                <a:path w="3809" h="251460">
                  <a:moveTo>
                    <a:pt x="3809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5239"/>
                  </a:lnTo>
                  <a:close/>
                </a:path>
                <a:path w="3809" h="251460">
                  <a:moveTo>
                    <a:pt x="3809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9049"/>
                  </a:lnTo>
                  <a:close/>
                </a:path>
                <a:path w="3809" h="251460">
                  <a:moveTo>
                    <a:pt x="3809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1589"/>
                  </a:lnTo>
                  <a:close/>
                </a:path>
                <a:path w="3809" h="251460">
                  <a:moveTo>
                    <a:pt x="3809" y="25399"/>
                  </a:moveTo>
                  <a:lnTo>
                    <a:pt x="0" y="25399"/>
                  </a:lnTo>
                  <a:lnTo>
                    <a:pt x="0" y="224789"/>
                  </a:lnTo>
                  <a:lnTo>
                    <a:pt x="3809" y="224789"/>
                  </a:lnTo>
                  <a:lnTo>
                    <a:pt x="3809" y="25399"/>
                  </a:lnTo>
                  <a:close/>
                </a:path>
                <a:path w="3809" h="251460">
                  <a:moveTo>
                    <a:pt x="3809" y="224789"/>
                  </a:moveTo>
                  <a:lnTo>
                    <a:pt x="0" y="224789"/>
                  </a:lnTo>
                  <a:lnTo>
                    <a:pt x="0" y="228599"/>
                  </a:lnTo>
                  <a:lnTo>
                    <a:pt x="3809" y="228599"/>
                  </a:lnTo>
                  <a:lnTo>
                    <a:pt x="3809" y="224789"/>
                  </a:lnTo>
                  <a:close/>
                </a:path>
                <a:path w="3809" h="251460">
                  <a:moveTo>
                    <a:pt x="3809" y="228599"/>
                  </a:moveTo>
                  <a:lnTo>
                    <a:pt x="0" y="228599"/>
                  </a:lnTo>
                  <a:lnTo>
                    <a:pt x="0" y="231139"/>
                  </a:lnTo>
                  <a:lnTo>
                    <a:pt x="3809" y="231139"/>
                  </a:lnTo>
                  <a:lnTo>
                    <a:pt x="3809" y="228599"/>
                  </a:lnTo>
                  <a:close/>
                </a:path>
                <a:path w="3809" h="251460">
                  <a:moveTo>
                    <a:pt x="3809" y="231139"/>
                  </a:moveTo>
                  <a:lnTo>
                    <a:pt x="0" y="231139"/>
                  </a:lnTo>
                  <a:lnTo>
                    <a:pt x="0" y="234949"/>
                  </a:lnTo>
                  <a:lnTo>
                    <a:pt x="3809" y="234949"/>
                  </a:lnTo>
                  <a:lnTo>
                    <a:pt x="3809" y="231139"/>
                  </a:lnTo>
                  <a:close/>
                </a:path>
                <a:path w="3809" h="251460">
                  <a:moveTo>
                    <a:pt x="3809" y="234949"/>
                  </a:moveTo>
                  <a:lnTo>
                    <a:pt x="0" y="234949"/>
                  </a:lnTo>
                  <a:lnTo>
                    <a:pt x="0" y="237489"/>
                  </a:lnTo>
                  <a:lnTo>
                    <a:pt x="3809" y="237489"/>
                  </a:lnTo>
                  <a:lnTo>
                    <a:pt x="3809" y="234949"/>
                  </a:lnTo>
                  <a:close/>
                </a:path>
                <a:path w="3809" h="251460">
                  <a:moveTo>
                    <a:pt x="3809" y="237489"/>
                  </a:moveTo>
                  <a:lnTo>
                    <a:pt x="0" y="237489"/>
                  </a:lnTo>
                  <a:lnTo>
                    <a:pt x="0" y="241299"/>
                  </a:lnTo>
                  <a:lnTo>
                    <a:pt x="3809" y="241299"/>
                  </a:lnTo>
                  <a:lnTo>
                    <a:pt x="3809" y="237489"/>
                  </a:lnTo>
                  <a:close/>
                </a:path>
                <a:path w="3809" h="251460">
                  <a:moveTo>
                    <a:pt x="3809" y="241299"/>
                  </a:moveTo>
                  <a:lnTo>
                    <a:pt x="0" y="241299"/>
                  </a:lnTo>
                  <a:lnTo>
                    <a:pt x="0" y="243839"/>
                  </a:lnTo>
                  <a:lnTo>
                    <a:pt x="3809" y="243839"/>
                  </a:lnTo>
                  <a:lnTo>
                    <a:pt x="3809" y="241299"/>
                  </a:lnTo>
                  <a:close/>
                </a:path>
                <a:path w="3809" h="251460">
                  <a:moveTo>
                    <a:pt x="3809" y="243839"/>
                  </a:moveTo>
                  <a:lnTo>
                    <a:pt x="0" y="243839"/>
                  </a:lnTo>
                  <a:lnTo>
                    <a:pt x="0" y="247649"/>
                  </a:lnTo>
                  <a:lnTo>
                    <a:pt x="3809" y="247649"/>
                  </a:lnTo>
                  <a:lnTo>
                    <a:pt x="3809" y="243839"/>
                  </a:lnTo>
                  <a:close/>
                </a:path>
                <a:path w="3809" h="251460">
                  <a:moveTo>
                    <a:pt x="3809" y="247649"/>
                  </a:moveTo>
                  <a:lnTo>
                    <a:pt x="0" y="247649"/>
                  </a:lnTo>
                  <a:lnTo>
                    <a:pt x="0" y="250189"/>
                  </a:lnTo>
                  <a:lnTo>
                    <a:pt x="3809" y="250189"/>
                  </a:lnTo>
                  <a:lnTo>
                    <a:pt x="3809" y="247649"/>
                  </a:lnTo>
                  <a:close/>
                </a:path>
                <a:path w="3809" h="251460">
                  <a:moveTo>
                    <a:pt x="3809" y="250189"/>
                  </a:moveTo>
                  <a:lnTo>
                    <a:pt x="2540" y="250189"/>
                  </a:lnTo>
                  <a:lnTo>
                    <a:pt x="2540" y="251459"/>
                  </a:lnTo>
                  <a:lnTo>
                    <a:pt x="3809" y="251459"/>
                  </a:lnTo>
                  <a:lnTo>
                    <a:pt x="3809" y="250189"/>
                  </a:lnTo>
                  <a:close/>
                </a:path>
              </a:pathLst>
            </a:custGeom>
            <a:solidFill>
              <a:srgbClr val="7F92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7" name="object 2687"/>
            <p:cNvSpPr/>
            <p:nvPr/>
          </p:nvSpPr>
          <p:spPr>
            <a:xfrm>
              <a:off x="7179310" y="5430532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190"/>
                  </a:moveTo>
                  <a:lnTo>
                    <a:pt x="0" y="25019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50190"/>
                  </a:lnTo>
                  <a:close/>
                </a:path>
                <a:path w="3809" h="251460">
                  <a:moveTo>
                    <a:pt x="3810" y="247650"/>
                  </a:moveTo>
                  <a:lnTo>
                    <a:pt x="0" y="247650"/>
                  </a:lnTo>
                  <a:lnTo>
                    <a:pt x="0" y="250177"/>
                  </a:lnTo>
                  <a:lnTo>
                    <a:pt x="3810" y="250177"/>
                  </a:lnTo>
                  <a:lnTo>
                    <a:pt x="3810" y="247650"/>
                  </a:lnTo>
                  <a:close/>
                </a:path>
                <a:path w="3809" h="251460">
                  <a:moveTo>
                    <a:pt x="3810" y="243840"/>
                  </a:moveTo>
                  <a:lnTo>
                    <a:pt x="0" y="24384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3840"/>
                  </a:lnTo>
                  <a:close/>
                </a:path>
                <a:path w="3809" h="251460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09" h="251460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09" h="251460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09" h="251460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09" h="25146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09" h="251460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09" h="251460">
                  <a:moveTo>
                    <a:pt x="3810" y="25400"/>
                  </a:moveTo>
                  <a:lnTo>
                    <a:pt x="0" y="2540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5400"/>
                  </a:lnTo>
                  <a:close/>
                </a:path>
                <a:path w="3809" h="251460">
                  <a:moveTo>
                    <a:pt x="381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1590"/>
                  </a:lnTo>
                  <a:close/>
                </a:path>
                <a:path w="3809" h="251460">
                  <a:moveTo>
                    <a:pt x="381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10" y="21577"/>
                  </a:lnTo>
                  <a:lnTo>
                    <a:pt x="3810" y="19050"/>
                  </a:lnTo>
                  <a:close/>
                </a:path>
                <a:path w="3809" h="251460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09" h="25146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09" h="25146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09" h="25146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09" h="25146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8" name="object 2688"/>
            <p:cNvSpPr/>
            <p:nvPr/>
          </p:nvSpPr>
          <p:spPr>
            <a:xfrm>
              <a:off x="7183120" y="5430532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190"/>
                  </a:moveTo>
                  <a:lnTo>
                    <a:pt x="0" y="25019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50190"/>
                  </a:lnTo>
                  <a:close/>
                </a:path>
                <a:path w="3809" h="251460">
                  <a:moveTo>
                    <a:pt x="3810" y="247650"/>
                  </a:moveTo>
                  <a:lnTo>
                    <a:pt x="0" y="247650"/>
                  </a:lnTo>
                  <a:lnTo>
                    <a:pt x="0" y="250177"/>
                  </a:lnTo>
                  <a:lnTo>
                    <a:pt x="3810" y="250177"/>
                  </a:lnTo>
                  <a:lnTo>
                    <a:pt x="3810" y="247650"/>
                  </a:lnTo>
                  <a:close/>
                </a:path>
                <a:path w="3809" h="251460">
                  <a:moveTo>
                    <a:pt x="3810" y="243840"/>
                  </a:moveTo>
                  <a:lnTo>
                    <a:pt x="0" y="24384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3840"/>
                  </a:lnTo>
                  <a:close/>
                </a:path>
                <a:path w="3809" h="251460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09" h="251460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09" h="251460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09" h="251460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09" h="25146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09" h="251460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09" h="251460">
                  <a:moveTo>
                    <a:pt x="3810" y="25400"/>
                  </a:moveTo>
                  <a:lnTo>
                    <a:pt x="0" y="2540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5400"/>
                  </a:lnTo>
                  <a:close/>
                </a:path>
                <a:path w="3809" h="251460">
                  <a:moveTo>
                    <a:pt x="381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1590"/>
                  </a:lnTo>
                  <a:close/>
                </a:path>
                <a:path w="3809" h="251460">
                  <a:moveTo>
                    <a:pt x="381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10" y="21577"/>
                  </a:lnTo>
                  <a:lnTo>
                    <a:pt x="3810" y="19050"/>
                  </a:lnTo>
                  <a:close/>
                </a:path>
                <a:path w="3809" h="251460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09" h="25146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09" h="25146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09" h="25146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09" h="25146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9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9" name="object 2689"/>
            <p:cNvSpPr/>
            <p:nvPr/>
          </p:nvSpPr>
          <p:spPr>
            <a:xfrm>
              <a:off x="7186930" y="5430532"/>
              <a:ext cx="2540" cy="251460"/>
            </a:xfrm>
            <a:custGeom>
              <a:avLst/>
              <a:gdLst/>
              <a:ahLst/>
              <a:cxnLst/>
              <a:rect l="l" t="t" r="r" b="b"/>
              <a:pathLst>
                <a:path w="2540" h="251460">
                  <a:moveTo>
                    <a:pt x="2540" y="250190"/>
                  </a:moveTo>
                  <a:lnTo>
                    <a:pt x="0" y="250190"/>
                  </a:lnTo>
                  <a:lnTo>
                    <a:pt x="0" y="251447"/>
                  </a:lnTo>
                  <a:lnTo>
                    <a:pt x="2540" y="251447"/>
                  </a:lnTo>
                  <a:lnTo>
                    <a:pt x="2540" y="250190"/>
                  </a:lnTo>
                  <a:close/>
                </a:path>
                <a:path w="2540" h="251460">
                  <a:moveTo>
                    <a:pt x="2540" y="247650"/>
                  </a:moveTo>
                  <a:lnTo>
                    <a:pt x="0" y="247650"/>
                  </a:lnTo>
                  <a:lnTo>
                    <a:pt x="0" y="250177"/>
                  </a:lnTo>
                  <a:lnTo>
                    <a:pt x="2540" y="250177"/>
                  </a:lnTo>
                  <a:lnTo>
                    <a:pt x="2540" y="247650"/>
                  </a:lnTo>
                  <a:close/>
                </a:path>
                <a:path w="2540" h="251460">
                  <a:moveTo>
                    <a:pt x="2540" y="243840"/>
                  </a:moveTo>
                  <a:lnTo>
                    <a:pt x="0" y="243840"/>
                  </a:lnTo>
                  <a:lnTo>
                    <a:pt x="0" y="247637"/>
                  </a:lnTo>
                  <a:lnTo>
                    <a:pt x="2540" y="247637"/>
                  </a:lnTo>
                  <a:lnTo>
                    <a:pt x="2540" y="243840"/>
                  </a:lnTo>
                  <a:close/>
                </a:path>
                <a:path w="2540" h="251460">
                  <a:moveTo>
                    <a:pt x="254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2540" y="243827"/>
                  </a:lnTo>
                  <a:lnTo>
                    <a:pt x="2540" y="241300"/>
                  </a:lnTo>
                  <a:close/>
                </a:path>
                <a:path w="2540" h="251460">
                  <a:moveTo>
                    <a:pt x="254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2540" y="241287"/>
                  </a:lnTo>
                  <a:lnTo>
                    <a:pt x="2540" y="237490"/>
                  </a:lnTo>
                  <a:close/>
                </a:path>
                <a:path w="2540" h="251460">
                  <a:moveTo>
                    <a:pt x="254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2540" y="237477"/>
                  </a:lnTo>
                  <a:lnTo>
                    <a:pt x="2540" y="234950"/>
                  </a:lnTo>
                  <a:close/>
                </a:path>
                <a:path w="2540" h="251460">
                  <a:moveTo>
                    <a:pt x="254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2540" y="234937"/>
                  </a:lnTo>
                  <a:lnTo>
                    <a:pt x="2540" y="231140"/>
                  </a:lnTo>
                  <a:close/>
                </a:path>
                <a:path w="2540" h="251460">
                  <a:moveTo>
                    <a:pt x="254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2540" y="231127"/>
                  </a:lnTo>
                  <a:lnTo>
                    <a:pt x="2540" y="228600"/>
                  </a:lnTo>
                  <a:close/>
                </a:path>
                <a:path w="2540" h="251460">
                  <a:moveTo>
                    <a:pt x="254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2540" y="228587"/>
                  </a:lnTo>
                  <a:lnTo>
                    <a:pt x="2540" y="224790"/>
                  </a:lnTo>
                  <a:close/>
                </a:path>
                <a:path w="2540" h="251460">
                  <a:moveTo>
                    <a:pt x="2540" y="25400"/>
                  </a:moveTo>
                  <a:lnTo>
                    <a:pt x="0" y="25400"/>
                  </a:lnTo>
                  <a:lnTo>
                    <a:pt x="0" y="224777"/>
                  </a:lnTo>
                  <a:lnTo>
                    <a:pt x="2540" y="224777"/>
                  </a:lnTo>
                  <a:lnTo>
                    <a:pt x="2540" y="25400"/>
                  </a:lnTo>
                  <a:close/>
                </a:path>
                <a:path w="2540" h="251460">
                  <a:moveTo>
                    <a:pt x="254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2540" y="25387"/>
                  </a:lnTo>
                  <a:lnTo>
                    <a:pt x="2540" y="21590"/>
                  </a:lnTo>
                  <a:close/>
                </a:path>
                <a:path w="2540" h="251460">
                  <a:moveTo>
                    <a:pt x="254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2540" y="21577"/>
                  </a:lnTo>
                  <a:lnTo>
                    <a:pt x="2540" y="19050"/>
                  </a:lnTo>
                  <a:close/>
                </a:path>
                <a:path w="2540" h="251460">
                  <a:moveTo>
                    <a:pt x="254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2540" y="19037"/>
                  </a:lnTo>
                  <a:lnTo>
                    <a:pt x="2540" y="15240"/>
                  </a:lnTo>
                  <a:close/>
                </a:path>
                <a:path w="2540" h="251460">
                  <a:moveTo>
                    <a:pt x="254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540" y="15227"/>
                  </a:lnTo>
                  <a:lnTo>
                    <a:pt x="2540" y="12700"/>
                  </a:lnTo>
                  <a:close/>
                </a:path>
                <a:path w="2540" h="251460">
                  <a:moveTo>
                    <a:pt x="254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8890"/>
                  </a:lnTo>
                  <a:close/>
                </a:path>
                <a:path w="2540" h="251460">
                  <a:moveTo>
                    <a:pt x="254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2540" y="8877"/>
                  </a:lnTo>
                  <a:lnTo>
                    <a:pt x="2540" y="6350"/>
                  </a:lnTo>
                  <a:close/>
                </a:path>
                <a:path w="2540" h="251460">
                  <a:moveTo>
                    <a:pt x="254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2540"/>
                  </a:lnTo>
                  <a:close/>
                </a:path>
                <a:path w="2540" h="251460">
                  <a:moveTo>
                    <a:pt x="254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2540" y="252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0" name="object 2690"/>
            <p:cNvSpPr/>
            <p:nvPr/>
          </p:nvSpPr>
          <p:spPr>
            <a:xfrm>
              <a:off x="7189470" y="5430532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190"/>
                  </a:moveTo>
                  <a:lnTo>
                    <a:pt x="0" y="25019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50190"/>
                  </a:lnTo>
                  <a:close/>
                </a:path>
                <a:path w="3809" h="251460">
                  <a:moveTo>
                    <a:pt x="3810" y="247650"/>
                  </a:moveTo>
                  <a:lnTo>
                    <a:pt x="0" y="247650"/>
                  </a:lnTo>
                  <a:lnTo>
                    <a:pt x="0" y="250177"/>
                  </a:lnTo>
                  <a:lnTo>
                    <a:pt x="3810" y="250177"/>
                  </a:lnTo>
                  <a:lnTo>
                    <a:pt x="3810" y="247650"/>
                  </a:lnTo>
                  <a:close/>
                </a:path>
                <a:path w="3809" h="251460">
                  <a:moveTo>
                    <a:pt x="3810" y="243840"/>
                  </a:moveTo>
                  <a:lnTo>
                    <a:pt x="0" y="24384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3840"/>
                  </a:lnTo>
                  <a:close/>
                </a:path>
                <a:path w="3809" h="251460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09" h="251460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09" h="251460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09" h="251460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09" h="25146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09" h="251460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09" h="251460">
                  <a:moveTo>
                    <a:pt x="3810" y="25400"/>
                  </a:moveTo>
                  <a:lnTo>
                    <a:pt x="0" y="2540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5400"/>
                  </a:lnTo>
                  <a:close/>
                </a:path>
                <a:path w="3809" h="251460">
                  <a:moveTo>
                    <a:pt x="381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1590"/>
                  </a:lnTo>
                  <a:close/>
                </a:path>
                <a:path w="3809" h="251460">
                  <a:moveTo>
                    <a:pt x="381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10" y="21577"/>
                  </a:lnTo>
                  <a:lnTo>
                    <a:pt x="3810" y="19050"/>
                  </a:lnTo>
                  <a:close/>
                </a:path>
                <a:path w="3809" h="251460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09" h="25146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09" h="25146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09" h="25146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09" h="25146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1" name="object 2691"/>
            <p:cNvSpPr/>
            <p:nvPr/>
          </p:nvSpPr>
          <p:spPr>
            <a:xfrm>
              <a:off x="7193280" y="5430532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190"/>
                  </a:moveTo>
                  <a:lnTo>
                    <a:pt x="0" y="25019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50190"/>
                  </a:lnTo>
                  <a:close/>
                </a:path>
                <a:path w="3809" h="251460">
                  <a:moveTo>
                    <a:pt x="3810" y="247650"/>
                  </a:moveTo>
                  <a:lnTo>
                    <a:pt x="0" y="247650"/>
                  </a:lnTo>
                  <a:lnTo>
                    <a:pt x="0" y="250177"/>
                  </a:lnTo>
                  <a:lnTo>
                    <a:pt x="3810" y="250177"/>
                  </a:lnTo>
                  <a:lnTo>
                    <a:pt x="3810" y="247650"/>
                  </a:lnTo>
                  <a:close/>
                </a:path>
                <a:path w="3809" h="251460">
                  <a:moveTo>
                    <a:pt x="3810" y="243840"/>
                  </a:moveTo>
                  <a:lnTo>
                    <a:pt x="0" y="24384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3840"/>
                  </a:lnTo>
                  <a:close/>
                </a:path>
                <a:path w="3809" h="251460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09" h="251460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09" h="251460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09" h="251460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09" h="25146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09" h="251460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09" h="251460">
                  <a:moveTo>
                    <a:pt x="3810" y="25400"/>
                  </a:moveTo>
                  <a:lnTo>
                    <a:pt x="0" y="2540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5400"/>
                  </a:lnTo>
                  <a:close/>
                </a:path>
                <a:path w="3809" h="251460">
                  <a:moveTo>
                    <a:pt x="381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1590"/>
                  </a:lnTo>
                  <a:close/>
                </a:path>
                <a:path w="3809" h="251460">
                  <a:moveTo>
                    <a:pt x="381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10" y="21577"/>
                  </a:lnTo>
                  <a:lnTo>
                    <a:pt x="3810" y="19050"/>
                  </a:lnTo>
                  <a:close/>
                </a:path>
                <a:path w="3809" h="251460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09" h="25146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09" h="25146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09" h="25146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09" h="25146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1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2" name="object 2692"/>
            <p:cNvSpPr/>
            <p:nvPr/>
          </p:nvSpPr>
          <p:spPr>
            <a:xfrm>
              <a:off x="7197090" y="5430532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190"/>
                  </a:moveTo>
                  <a:lnTo>
                    <a:pt x="0" y="25019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50190"/>
                  </a:lnTo>
                  <a:close/>
                </a:path>
                <a:path w="3809" h="251460">
                  <a:moveTo>
                    <a:pt x="3810" y="247650"/>
                  </a:moveTo>
                  <a:lnTo>
                    <a:pt x="0" y="247650"/>
                  </a:lnTo>
                  <a:lnTo>
                    <a:pt x="0" y="250177"/>
                  </a:lnTo>
                  <a:lnTo>
                    <a:pt x="3810" y="250177"/>
                  </a:lnTo>
                  <a:lnTo>
                    <a:pt x="3810" y="247650"/>
                  </a:lnTo>
                  <a:close/>
                </a:path>
                <a:path w="3809" h="251460">
                  <a:moveTo>
                    <a:pt x="3810" y="243840"/>
                  </a:moveTo>
                  <a:lnTo>
                    <a:pt x="0" y="24384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3840"/>
                  </a:lnTo>
                  <a:close/>
                </a:path>
                <a:path w="3809" h="251460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09" h="251460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09" h="251460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09" h="251460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09" h="25146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09" h="251460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09" h="251460">
                  <a:moveTo>
                    <a:pt x="3810" y="25400"/>
                  </a:moveTo>
                  <a:lnTo>
                    <a:pt x="0" y="2540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5400"/>
                  </a:lnTo>
                  <a:close/>
                </a:path>
                <a:path w="3809" h="251460">
                  <a:moveTo>
                    <a:pt x="381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1590"/>
                  </a:lnTo>
                  <a:close/>
                </a:path>
                <a:path w="3809" h="251460">
                  <a:moveTo>
                    <a:pt x="381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10" y="21577"/>
                  </a:lnTo>
                  <a:lnTo>
                    <a:pt x="3810" y="19050"/>
                  </a:lnTo>
                  <a:close/>
                </a:path>
                <a:path w="3809" h="251460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09" h="25146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09" h="25146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09" h="25146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09" h="25146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F84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3" name="object 2693"/>
            <p:cNvSpPr/>
            <p:nvPr/>
          </p:nvSpPr>
          <p:spPr>
            <a:xfrm>
              <a:off x="7200900" y="5430532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190"/>
                  </a:moveTo>
                  <a:lnTo>
                    <a:pt x="0" y="25019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50190"/>
                  </a:lnTo>
                  <a:close/>
                </a:path>
                <a:path w="3809" h="251460">
                  <a:moveTo>
                    <a:pt x="3810" y="247650"/>
                  </a:moveTo>
                  <a:lnTo>
                    <a:pt x="0" y="247650"/>
                  </a:lnTo>
                  <a:lnTo>
                    <a:pt x="0" y="250177"/>
                  </a:lnTo>
                  <a:lnTo>
                    <a:pt x="3810" y="250177"/>
                  </a:lnTo>
                  <a:lnTo>
                    <a:pt x="3810" y="247650"/>
                  </a:lnTo>
                  <a:close/>
                </a:path>
                <a:path w="3809" h="251460">
                  <a:moveTo>
                    <a:pt x="3810" y="243840"/>
                  </a:moveTo>
                  <a:lnTo>
                    <a:pt x="0" y="24384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3840"/>
                  </a:lnTo>
                  <a:close/>
                </a:path>
                <a:path w="3809" h="251460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09" h="251460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09" h="251460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09" h="251460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09" h="25146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09" h="251460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09" h="251460">
                  <a:moveTo>
                    <a:pt x="3810" y="25400"/>
                  </a:moveTo>
                  <a:lnTo>
                    <a:pt x="0" y="2540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5400"/>
                  </a:lnTo>
                  <a:close/>
                </a:path>
                <a:path w="3809" h="251460">
                  <a:moveTo>
                    <a:pt x="381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1590"/>
                  </a:lnTo>
                  <a:close/>
                </a:path>
                <a:path w="3809" h="251460">
                  <a:moveTo>
                    <a:pt x="381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10" y="21577"/>
                  </a:lnTo>
                  <a:lnTo>
                    <a:pt x="3810" y="19050"/>
                  </a:lnTo>
                  <a:close/>
                </a:path>
                <a:path w="3809" h="251460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09" h="25146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09" h="25146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09" h="25146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09" h="25146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C82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4" name="object 2694"/>
            <p:cNvSpPr/>
            <p:nvPr/>
          </p:nvSpPr>
          <p:spPr>
            <a:xfrm>
              <a:off x="7204710" y="5429250"/>
              <a:ext cx="3810" cy="254000"/>
            </a:xfrm>
            <a:custGeom>
              <a:avLst/>
              <a:gdLst/>
              <a:ahLst/>
              <a:cxnLst/>
              <a:rect l="l" t="t" r="r" b="b"/>
              <a:pathLst>
                <a:path w="3809" h="254000">
                  <a:moveTo>
                    <a:pt x="254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  <a:path w="3809" h="254000">
                  <a:moveTo>
                    <a:pt x="381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1270" y="252730"/>
                  </a:lnTo>
                  <a:lnTo>
                    <a:pt x="1270" y="254000"/>
                  </a:lnTo>
                  <a:lnTo>
                    <a:pt x="2540" y="254000"/>
                  </a:lnTo>
                  <a:lnTo>
                    <a:pt x="2540" y="252730"/>
                  </a:lnTo>
                  <a:lnTo>
                    <a:pt x="3810" y="252730"/>
                  </a:lnTo>
                  <a:lnTo>
                    <a:pt x="3810" y="251472"/>
                  </a:lnTo>
                  <a:close/>
                </a:path>
                <a:path w="3809" h="254000">
                  <a:moveTo>
                    <a:pt x="3810" y="248932"/>
                  </a:moveTo>
                  <a:lnTo>
                    <a:pt x="0" y="24893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48932"/>
                  </a:lnTo>
                  <a:close/>
                </a:path>
                <a:path w="3809" h="254000">
                  <a:moveTo>
                    <a:pt x="3810" y="245122"/>
                  </a:moveTo>
                  <a:lnTo>
                    <a:pt x="0" y="24512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5122"/>
                  </a:lnTo>
                  <a:close/>
                </a:path>
                <a:path w="3809" h="254000">
                  <a:moveTo>
                    <a:pt x="3810" y="242582"/>
                  </a:moveTo>
                  <a:lnTo>
                    <a:pt x="0" y="24258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2582"/>
                  </a:lnTo>
                  <a:close/>
                </a:path>
                <a:path w="3809" h="254000">
                  <a:moveTo>
                    <a:pt x="3810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8772"/>
                  </a:lnTo>
                  <a:close/>
                </a:path>
                <a:path w="3809" h="254000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09" h="254000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09" h="254000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09" h="254000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09" h="254000">
                  <a:moveTo>
                    <a:pt x="3810" y="26682"/>
                  </a:moveTo>
                  <a:lnTo>
                    <a:pt x="0" y="2668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6682"/>
                  </a:lnTo>
                  <a:close/>
                </a:path>
                <a:path w="3809" h="254000">
                  <a:moveTo>
                    <a:pt x="3810" y="22872"/>
                  </a:moveTo>
                  <a:lnTo>
                    <a:pt x="0" y="22872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2872"/>
                  </a:lnTo>
                  <a:close/>
                </a:path>
                <a:path w="3809" h="254000">
                  <a:moveTo>
                    <a:pt x="3810" y="20332"/>
                  </a:moveTo>
                  <a:lnTo>
                    <a:pt x="0" y="2033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20332"/>
                  </a:lnTo>
                  <a:close/>
                </a:path>
                <a:path w="3809" h="254000">
                  <a:moveTo>
                    <a:pt x="3810" y="16522"/>
                  </a:moveTo>
                  <a:lnTo>
                    <a:pt x="0" y="1652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6522"/>
                  </a:lnTo>
                  <a:close/>
                </a:path>
                <a:path w="3809" h="254000">
                  <a:moveTo>
                    <a:pt x="3810" y="13982"/>
                  </a:moveTo>
                  <a:lnTo>
                    <a:pt x="0" y="1398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82"/>
                  </a:lnTo>
                  <a:close/>
                </a:path>
                <a:path w="3809" h="254000">
                  <a:moveTo>
                    <a:pt x="381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0172"/>
                  </a:lnTo>
                  <a:close/>
                </a:path>
                <a:path w="3809" h="254000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09" h="254000">
                  <a:moveTo>
                    <a:pt x="381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3822"/>
                  </a:lnTo>
                  <a:close/>
                </a:path>
                <a:path w="3809" h="254000">
                  <a:moveTo>
                    <a:pt x="381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82"/>
                  </a:lnTo>
                  <a:close/>
                </a:path>
              </a:pathLst>
            </a:custGeom>
            <a:solidFill>
              <a:srgbClr val="6980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5" name="object 2695"/>
            <p:cNvSpPr/>
            <p:nvPr/>
          </p:nvSpPr>
          <p:spPr>
            <a:xfrm>
              <a:off x="7208520" y="5430532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190"/>
                  </a:moveTo>
                  <a:lnTo>
                    <a:pt x="0" y="25019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50190"/>
                  </a:lnTo>
                  <a:close/>
                </a:path>
                <a:path w="3809" h="251460">
                  <a:moveTo>
                    <a:pt x="3810" y="247650"/>
                  </a:moveTo>
                  <a:lnTo>
                    <a:pt x="0" y="247650"/>
                  </a:lnTo>
                  <a:lnTo>
                    <a:pt x="0" y="250177"/>
                  </a:lnTo>
                  <a:lnTo>
                    <a:pt x="3810" y="250177"/>
                  </a:lnTo>
                  <a:lnTo>
                    <a:pt x="3810" y="247650"/>
                  </a:lnTo>
                  <a:close/>
                </a:path>
                <a:path w="3809" h="251460">
                  <a:moveTo>
                    <a:pt x="3810" y="243840"/>
                  </a:moveTo>
                  <a:lnTo>
                    <a:pt x="0" y="24384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3840"/>
                  </a:lnTo>
                  <a:close/>
                </a:path>
                <a:path w="3809" h="251460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09" h="251460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09" h="251460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09" h="251460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09" h="25146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09" h="251460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09" h="251460">
                  <a:moveTo>
                    <a:pt x="3810" y="25400"/>
                  </a:moveTo>
                  <a:lnTo>
                    <a:pt x="0" y="2540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5400"/>
                  </a:lnTo>
                  <a:close/>
                </a:path>
                <a:path w="3809" h="251460">
                  <a:moveTo>
                    <a:pt x="381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1590"/>
                  </a:lnTo>
                  <a:close/>
                </a:path>
                <a:path w="3809" h="251460">
                  <a:moveTo>
                    <a:pt x="381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10" y="21577"/>
                  </a:lnTo>
                  <a:lnTo>
                    <a:pt x="3810" y="19050"/>
                  </a:lnTo>
                  <a:close/>
                </a:path>
                <a:path w="3809" h="251460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09" h="25146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09" h="25146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09" h="25146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09" h="25146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77E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6" name="object 2696"/>
            <p:cNvSpPr/>
            <p:nvPr/>
          </p:nvSpPr>
          <p:spPr>
            <a:xfrm>
              <a:off x="7212330" y="5430532"/>
              <a:ext cx="2540" cy="251460"/>
            </a:xfrm>
            <a:custGeom>
              <a:avLst/>
              <a:gdLst/>
              <a:ahLst/>
              <a:cxnLst/>
              <a:rect l="l" t="t" r="r" b="b"/>
              <a:pathLst>
                <a:path w="2540" h="251460">
                  <a:moveTo>
                    <a:pt x="2540" y="250190"/>
                  </a:moveTo>
                  <a:lnTo>
                    <a:pt x="0" y="250190"/>
                  </a:lnTo>
                  <a:lnTo>
                    <a:pt x="0" y="251447"/>
                  </a:lnTo>
                  <a:lnTo>
                    <a:pt x="2540" y="251447"/>
                  </a:lnTo>
                  <a:lnTo>
                    <a:pt x="2540" y="250190"/>
                  </a:lnTo>
                  <a:close/>
                </a:path>
                <a:path w="2540" h="251460">
                  <a:moveTo>
                    <a:pt x="2540" y="247650"/>
                  </a:moveTo>
                  <a:lnTo>
                    <a:pt x="0" y="247650"/>
                  </a:lnTo>
                  <a:lnTo>
                    <a:pt x="0" y="250177"/>
                  </a:lnTo>
                  <a:lnTo>
                    <a:pt x="2540" y="250177"/>
                  </a:lnTo>
                  <a:lnTo>
                    <a:pt x="2540" y="247650"/>
                  </a:lnTo>
                  <a:close/>
                </a:path>
                <a:path w="2540" h="251460">
                  <a:moveTo>
                    <a:pt x="2540" y="243840"/>
                  </a:moveTo>
                  <a:lnTo>
                    <a:pt x="0" y="243840"/>
                  </a:lnTo>
                  <a:lnTo>
                    <a:pt x="0" y="247637"/>
                  </a:lnTo>
                  <a:lnTo>
                    <a:pt x="2540" y="247637"/>
                  </a:lnTo>
                  <a:lnTo>
                    <a:pt x="2540" y="243840"/>
                  </a:lnTo>
                  <a:close/>
                </a:path>
                <a:path w="2540" h="251460">
                  <a:moveTo>
                    <a:pt x="254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2540" y="243827"/>
                  </a:lnTo>
                  <a:lnTo>
                    <a:pt x="2540" y="241300"/>
                  </a:lnTo>
                  <a:close/>
                </a:path>
                <a:path w="2540" h="251460">
                  <a:moveTo>
                    <a:pt x="254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2540" y="241287"/>
                  </a:lnTo>
                  <a:lnTo>
                    <a:pt x="2540" y="237490"/>
                  </a:lnTo>
                  <a:close/>
                </a:path>
                <a:path w="2540" h="251460">
                  <a:moveTo>
                    <a:pt x="254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2540" y="237477"/>
                  </a:lnTo>
                  <a:lnTo>
                    <a:pt x="2540" y="234950"/>
                  </a:lnTo>
                  <a:close/>
                </a:path>
                <a:path w="2540" h="251460">
                  <a:moveTo>
                    <a:pt x="254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2540" y="234937"/>
                  </a:lnTo>
                  <a:lnTo>
                    <a:pt x="2540" y="231140"/>
                  </a:lnTo>
                  <a:close/>
                </a:path>
                <a:path w="2540" h="251460">
                  <a:moveTo>
                    <a:pt x="254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2540" y="231127"/>
                  </a:lnTo>
                  <a:lnTo>
                    <a:pt x="2540" y="228600"/>
                  </a:lnTo>
                  <a:close/>
                </a:path>
                <a:path w="2540" h="251460">
                  <a:moveTo>
                    <a:pt x="254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2540" y="228587"/>
                  </a:lnTo>
                  <a:lnTo>
                    <a:pt x="2540" y="224790"/>
                  </a:lnTo>
                  <a:close/>
                </a:path>
                <a:path w="2540" h="251460">
                  <a:moveTo>
                    <a:pt x="2540" y="25400"/>
                  </a:moveTo>
                  <a:lnTo>
                    <a:pt x="0" y="25400"/>
                  </a:lnTo>
                  <a:lnTo>
                    <a:pt x="0" y="224777"/>
                  </a:lnTo>
                  <a:lnTo>
                    <a:pt x="2540" y="224777"/>
                  </a:lnTo>
                  <a:lnTo>
                    <a:pt x="2540" y="25400"/>
                  </a:lnTo>
                  <a:close/>
                </a:path>
                <a:path w="2540" h="251460">
                  <a:moveTo>
                    <a:pt x="254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2540" y="25387"/>
                  </a:lnTo>
                  <a:lnTo>
                    <a:pt x="2540" y="21590"/>
                  </a:lnTo>
                  <a:close/>
                </a:path>
                <a:path w="2540" h="251460">
                  <a:moveTo>
                    <a:pt x="254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2540" y="21577"/>
                  </a:lnTo>
                  <a:lnTo>
                    <a:pt x="2540" y="19050"/>
                  </a:lnTo>
                  <a:close/>
                </a:path>
                <a:path w="2540" h="251460">
                  <a:moveTo>
                    <a:pt x="254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2540" y="19037"/>
                  </a:lnTo>
                  <a:lnTo>
                    <a:pt x="2540" y="15240"/>
                  </a:lnTo>
                  <a:close/>
                </a:path>
                <a:path w="2540" h="251460">
                  <a:moveTo>
                    <a:pt x="254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540" y="15227"/>
                  </a:lnTo>
                  <a:lnTo>
                    <a:pt x="2540" y="12700"/>
                  </a:lnTo>
                  <a:close/>
                </a:path>
                <a:path w="2540" h="251460">
                  <a:moveTo>
                    <a:pt x="254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8890"/>
                  </a:lnTo>
                  <a:close/>
                </a:path>
                <a:path w="2540" h="251460">
                  <a:moveTo>
                    <a:pt x="254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2540" y="8877"/>
                  </a:lnTo>
                  <a:lnTo>
                    <a:pt x="2540" y="6350"/>
                  </a:lnTo>
                  <a:close/>
                </a:path>
                <a:path w="2540" h="251460">
                  <a:moveTo>
                    <a:pt x="254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2540"/>
                  </a:lnTo>
                  <a:close/>
                </a:path>
                <a:path w="2540" h="251460">
                  <a:moveTo>
                    <a:pt x="254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2540" y="252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6A80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7" name="object 2697"/>
            <p:cNvSpPr/>
            <p:nvPr/>
          </p:nvSpPr>
          <p:spPr>
            <a:xfrm>
              <a:off x="7214870" y="5430532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190"/>
                  </a:moveTo>
                  <a:lnTo>
                    <a:pt x="0" y="25019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50190"/>
                  </a:lnTo>
                  <a:close/>
                </a:path>
                <a:path w="3809" h="251460">
                  <a:moveTo>
                    <a:pt x="3810" y="247650"/>
                  </a:moveTo>
                  <a:lnTo>
                    <a:pt x="0" y="247650"/>
                  </a:lnTo>
                  <a:lnTo>
                    <a:pt x="0" y="250177"/>
                  </a:lnTo>
                  <a:lnTo>
                    <a:pt x="3810" y="250177"/>
                  </a:lnTo>
                  <a:lnTo>
                    <a:pt x="3810" y="247650"/>
                  </a:lnTo>
                  <a:close/>
                </a:path>
                <a:path w="3809" h="251460">
                  <a:moveTo>
                    <a:pt x="3810" y="243840"/>
                  </a:moveTo>
                  <a:lnTo>
                    <a:pt x="0" y="24384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3840"/>
                  </a:lnTo>
                  <a:close/>
                </a:path>
                <a:path w="3809" h="251460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09" h="251460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09" h="251460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09" h="251460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09" h="25146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09" h="251460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09" h="251460">
                  <a:moveTo>
                    <a:pt x="3810" y="25400"/>
                  </a:moveTo>
                  <a:lnTo>
                    <a:pt x="0" y="2540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5400"/>
                  </a:lnTo>
                  <a:close/>
                </a:path>
                <a:path w="3809" h="251460">
                  <a:moveTo>
                    <a:pt x="381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1590"/>
                  </a:lnTo>
                  <a:close/>
                </a:path>
                <a:path w="3809" h="251460">
                  <a:moveTo>
                    <a:pt x="381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10" y="21577"/>
                  </a:lnTo>
                  <a:lnTo>
                    <a:pt x="3810" y="19050"/>
                  </a:lnTo>
                  <a:close/>
                </a:path>
                <a:path w="3809" h="251460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09" h="25146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09" h="25146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09" h="25146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09" h="25146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C82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8" name="object 2698"/>
            <p:cNvSpPr/>
            <p:nvPr/>
          </p:nvSpPr>
          <p:spPr>
            <a:xfrm>
              <a:off x="7218680" y="5430532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190"/>
                  </a:moveTo>
                  <a:lnTo>
                    <a:pt x="0" y="25019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50190"/>
                  </a:lnTo>
                  <a:close/>
                </a:path>
                <a:path w="3809" h="251460">
                  <a:moveTo>
                    <a:pt x="3810" y="247650"/>
                  </a:moveTo>
                  <a:lnTo>
                    <a:pt x="0" y="247650"/>
                  </a:lnTo>
                  <a:lnTo>
                    <a:pt x="0" y="250177"/>
                  </a:lnTo>
                  <a:lnTo>
                    <a:pt x="3810" y="250177"/>
                  </a:lnTo>
                  <a:lnTo>
                    <a:pt x="3810" y="247650"/>
                  </a:lnTo>
                  <a:close/>
                </a:path>
                <a:path w="3809" h="251460">
                  <a:moveTo>
                    <a:pt x="3810" y="243840"/>
                  </a:moveTo>
                  <a:lnTo>
                    <a:pt x="0" y="24384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3840"/>
                  </a:lnTo>
                  <a:close/>
                </a:path>
                <a:path w="3809" h="251460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09" h="251460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09" h="251460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09" h="251460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09" h="25146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09" h="251460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09" h="251460">
                  <a:moveTo>
                    <a:pt x="3810" y="25400"/>
                  </a:moveTo>
                  <a:lnTo>
                    <a:pt x="0" y="2540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5400"/>
                  </a:lnTo>
                  <a:close/>
                </a:path>
                <a:path w="3809" h="251460">
                  <a:moveTo>
                    <a:pt x="381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1590"/>
                  </a:lnTo>
                  <a:close/>
                </a:path>
                <a:path w="3809" h="251460">
                  <a:moveTo>
                    <a:pt x="381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10" y="21577"/>
                  </a:lnTo>
                  <a:lnTo>
                    <a:pt x="3810" y="19050"/>
                  </a:lnTo>
                  <a:close/>
                </a:path>
                <a:path w="3809" h="251460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09" h="25146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09" h="25146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09" h="25146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09" h="25146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F84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9" name="object 2699"/>
            <p:cNvSpPr/>
            <p:nvPr/>
          </p:nvSpPr>
          <p:spPr>
            <a:xfrm>
              <a:off x="7222490" y="5430532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190"/>
                  </a:moveTo>
                  <a:lnTo>
                    <a:pt x="0" y="25019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50190"/>
                  </a:lnTo>
                  <a:close/>
                </a:path>
                <a:path w="3809" h="251460">
                  <a:moveTo>
                    <a:pt x="3810" y="247650"/>
                  </a:moveTo>
                  <a:lnTo>
                    <a:pt x="0" y="247650"/>
                  </a:lnTo>
                  <a:lnTo>
                    <a:pt x="0" y="250177"/>
                  </a:lnTo>
                  <a:lnTo>
                    <a:pt x="3810" y="250177"/>
                  </a:lnTo>
                  <a:lnTo>
                    <a:pt x="3810" y="247650"/>
                  </a:lnTo>
                  <a:close/>
                </a:path>
                <a:path w="3809" h="251460">
                  <a:moveTo>
                    <a:pt x="3810" y="243840"/>
                  </a:moveTo>
                  <a:lnTo>
                    <a:pt x="0" y="24384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3840"/>
                  </a:lnTo>
                  <a:close/>
                </a:path>
                <a:path w="3809" h="251460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09" h="251460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09" h="251460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09" h="251460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09" h="25146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09" h="251460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09" h="251460">
                  <a:moveTo>
                    <a:pt x="3810" y="25400"/>
                  </a:moveTo>
                  <a:lnTo>
                    <a:pt x="0" y="2540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5400"/>
                  </a:lnTo>
                  <a:close/>
                </a:path>
                <a:path w="3809" h="251460">
                  <a:moveTo>
                    <a:pt x="381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1590"/>
                  </a:lnTo>
                  <a:close/>
                </a:path>
                <a:path w="3809" h="251460">
                  <a:moveTo>
                    <a:pt x="381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10" y="21577"/>
                  </a:lnTo>
                  <a:lnTo>
                    <a:pt x="3810" y="19050"/>
                  </a:lnTo>
                  <a:close/>
                </a:path>
                <a:path w="3809" h="251460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09" h="25146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09" h="25146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09" h="25146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09" h="25146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2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0" name="object 2700"/>
            <p:cNvSpPr/>
            <p:nvPr/>
          </p:nvSpPr>
          <p:spPr>
            <a:xfrm>
              <a:off x="7226300" y="5430532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190"/>
                  </a:moveTo>
                  <a:lnTo>
                    <a:pt x="0" y="25019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50190"/>
                  </a:lnTo>
                  <a:close/>
                </a:path>
                <a:path w="3809" h="251460">
                  <a:moveTo>
                    <a:pt x="3810" y="247650"/>
                  </a:moveTo>
                  <a:lnTo>
                    <a:pt x="0" y="247650"/>
                  </a:lnTo>
                  <a:lnTo>
                    <a:pt x="0" y="250177"/>
                  </a:lnTo>
                  <a:lnTo>
                    <a:pt x="3810" y="250177"/>
                  </a:lnTo>
                  <a:lnTo>
                    <a:pt x="3810" y="247650"/>
                  </a:lnTo>
                  <a:close/>
                </a:path>
                <a:path w="3809" h="251460">
                  <a:moveTo>
                    <a:pt x="3810" y="243840"/>
                  </a:moveTo>
                  <a:lnTo>
                    <a:pt x="0" y="24384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3840"/>
                  </a:lnTo>
                  <a:close/>
                </a:path>
                <a:path w="3809" h="251460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09" h="251460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09" h="251460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09" h="251460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09" h="25146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09" h="251460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09" h="251460">
                  <a:moveTo>
                    <a:pt x="3810" y="25400"/>
                  </a:moveTo>
                  <a:lnTo>
                    <a:pt x="0" y="2540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5400"/>
                  </a:lnTo>
                  <a:close/>
                </a:path>
                <a:path w="3809" h="251460">
                  <a:moveTo>
                    <a:pt x="381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1590"/>
                  </a:lnTo>
                  <a:close/>
                </a:path>
                <a:path w="3809" h="251460">
                  <a:moveTo>
                    <a:pt x="381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10" y="21577"/>
                  </a:lnTo>
                  <a:lnTo>
                    <a:pt x="3810" y="19050"/>
                  </a:lnTo>
                  <a:close/>
                </a:path>
                <a:path w="3809" h="251460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09" h="25146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09" h="25146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09" h="25146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09" h="25146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1" name="object 2701"/>
            <p:cNvSpPr/>
            <p:nvPr/>
          </p:nvSpPr>
          <p:spPr>
            <a:xfrm>
              <a:off x="7230110" y="5430532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190"/>
                  </a:moveTo>
                  <a:lnTo>
                    <a:pt x="0" y="25019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50190"/>
                  </a:lnTo>
                  <a:close/>
                </a:path>
                <a:path w="3809" h="251460">
                  <a:moveTo>
                    <a:pt x="3810" y="247650"/>
                  </a:moveTo>
                  <a:lnTo>
                    <a:pt x="0" y="247650"/>
                  </a:lnTo>
                  <a:lnTo>
                    <a:pt x="0" y="250177"/>
                  </a:lnTo>
                  <a:lnTo>
                    <a:pt x="3810" y="250177"/>
                  </a:lnTo>
                  <a:lnTo>
                    <a:pt x="3810" y="247650"/>
                  </a:lnTo>
                  <a:close/>
                </a:path>
                <a:path w="3809" h="251460">
                  <a:moveTo>
                    <a:pt x="3810" y="243840"/>
                  </a:moveTo>
                  <a:lnTo>
                    <a:pt x="0" y="24384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3840"/>
                  </a:lnTo>
                  <a:close/>
                </a:path>
                <a:path w="3809" h="251460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09" h="251460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09" h="251460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09" h="251460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09" h="25146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09" h="251460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09" h="251460">
                  <a:moveTo>
                    <a:pt x="3810" y="25400"/>
                  </a:moveTo>
                  <a:lnTo>
                    <a:pt x="0" y="2540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5400"/>
                  </a:lnTo>
                  <a:close/>
                </a:path>
                <a:path w="3809" h="251460">
                  <a:moveTo>
                    <a:pt x="381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1590"/>
                  </a:lnTo>
                  <a:close/>
                </a:path>
                <a:path w="3809" h="251460">
                  <a:moveTo>
                    <a:pt x="381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10" y="21577"/>
                  </a:lnTo>
                  <a:lnTo>
                    <a:pt x="3810" y="19050"/>
                  </a:lnTo>
                  <a:close/>
                </a:path>
                <a:path w="3809" h="251460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09" h="25146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09" h="25146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09" h="25146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09" h="25146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2" name="object 2702"/>
            <p:cNvSpPr/>
            <p:nvPr/>
          </p:nvSpPr>
          <p:spPr>
            <a:xfrm>
              <a:off x="7233920" y="5430532"/>
              <a:ext cx="2540" cy="251460"/>
            </a:xfrm>
            <a:custGeom>
              <a:avLst/>
              <a:gdLst/>
              <a:ahLst/>
              <a:cxnLst/>
              <a:rect l="l" t="t" r="r" b="b"/>
              <a:pathLst>
                <a:path w="2540" h="251460">
                  <a:moveTo>
                    <a:pt x="2540" y="250190"/>
                  </a:moveTo>
                  <a:lnTo>
                    <a:pt x="0" y="250190"/>
                  </a:lnTo>
                  <a:lnTo>
                    <a:pt x="0" y="251447"/>
                  </a:lnTo>
                  <a:lnTo>
                    <a:pt x="2540" y="251447"/>
                  </a:lnTo>
                  <a:lnTo>
                    <a:pt x="2540" y="250190"/>
                  </a:lnTo>
                  <a:close/>
                </a:path>
                <a:path w="2540" h="251460">
                  <a:moveTo>
                    <a:pt x="2540" y="247650"/>
                  </a:moveTo>
                  <a:lnTo>
                    <a:pt x="0" y="247650"/>
                  </a:lnTo>
                  <a:lnTo>
                    <a:pt x="0" y="250177"/>
                  </a:lnTo>
                  <a:lnTo>
                    <a:pt x="2540" y="250177"/>
                  </a:lnTo>
                  <a:lnTo>
                    <a:pt x="2540" y="247650"/>
                  </a:lnTo>
                  <a:close/>
                </a:path>
                <a:path w="2540" h="251460">
                  <a:moveTo>
                    <a:pt x="2540" y="243840"/>
                  </a:moveTo>
                  <a:lnTo>
                    <a:pt x="0" y="243840"/>
                  </a:lnTo>
                  <a:lnTo>
                    <a:pt x="0" y="247637"/>
                  </a:lnTo>
                  <a:lnTo>
                    <a:pt x="2540" y="247637"/>
                  </a:lnTo>
                  <a:lnTo>
                    <a:pt x="2540" y="243840"/>
                  </a:lnTo>
                  <a:close/>
                </a:path>
                <a:path w="2540" h="251460">
                  <a:moveTo>
                    <a:pt x="254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2540" y="243827"/>
                  </a:lnTo>
                  <a:lnTo>
                    <a:pt x="2540" y="241300"/>
                  </a:lnTo>
                  <a:close/>
                </a:path>
                <a:path w="2540" h="251460">
                  <a:moveTo>
                    <a:pt x="254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2540" y="241287"/>
                  </a:lnTo>
                  <a:lnTo>
                    <a:pt x="2540" y="237490"/>
                  </a:lnTo>
                  <a:close/>
                </a:path>
                <a:path w="2540" h="251460">
                  <a:moveTo>
                    <a:pt x="254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2540" y="237477"/>
                  </a:lnTo>
                  <a:lnTo>
                    <a:pt x="2540" y="234950"/>
                  </a:lnTo>
                  <a:close/>
                </a:path>
                <a:path w="2540" h="251460">
                  <a:moveTo>
                    <a:pt x="254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2540" y="234937"/>
                  </a:lnTo>
                  <a:lnTo>
                    <a:pt x="2540" y="231140"/>
                  </a:lnTo>
                  <a:close/>
                </a:path>
                <a:path w="2540" h="251460">
                  <a:moveTo>
                    <a:pt x="254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2540" y="231127"/>
                  </a:lnTo>
                  <a:lnTo>
                    <a:pt x="2540" y="228600"/>
                  </a:lnTo>
                  <a:close/>
                </a:path>
                <a:path w="2540" h="251460">
                  <a:moveTo>
                    <a:pt x="254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2540" y="228587"/>
                  </a:lnTo>
                  <a:lnTo>
                    <a:pt x="2540" y="224790"/>
                  </a:lnTo>
                  <a:close/>
                </a:path>
                <a:path w="2540" h="251460">
                  <a:moveTo>
                    <a:pt x="2540" y="25400"/>
                  </a:moveTo>
                  <a:lnTo>
                    <a:pt x="0" y="25400"/>
                  </a:lnTo>
                  <a:lnTo>
                    <a:pt x="0" y="224777"/>
                  </a:lnTo>
                  <a:lnTo>
                    <a:pt x="2540" y="224777"/>
                  </a:lnTo>
                  <a:lnTo>
                    <a:pt x="2540" y="25400"/>
                  </a:lnTo>
                  <a:close/>
                </a:path>
                <a:path w="2540" h="251460">
                  <a:moveTo>
                    <a:pt x="254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2540" y="25387"/>
                  </a:lnTo>
                  <a:lnTo>
                    <a:pt x="2540" y="21590"/>
                  </a:lnTo>
                  <a:close/>
                </a:path>
                <a:path w="2540" h="251460">
                  <a:moveTo>
                    <a:pt x="254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2540" y="21577"/>
                  </a:lnTo>
                  <a:lnTo>
                    <a:pt x="2540" y="19050"/>
                  </a:lnTo>
                  <a:close/>
                </a:path>
                <a:path w="2540" h="251460">
                  <a:moveTo>
                    <a:pt x="254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2540" y="19037"/>
                  </a:lnTo>
                  <a:lnTo>
                    <a:pt x="2540" y="15240"/>
                  </a:lnTo>
                  <a:close/>
                </a:path>
                <a:path w="2540" h="251460">
                  <a:moveTo>
                    <a:pt x="254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540" y="15227"/>
                  </a:lnTo>
                  <a:lnTo>
                    <a:pt x="2540" y="12700"/>
                  </a:lnTo>
                  <a:close/>
                </a:path>
                <a:path w="2540" h="251460">
                  <a:moveTo>
                    <a:pt x="254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8890"/>
                  </a:lnTo>
                  <a:close/>
                </a:path>
                <a:path w="2540" h="251460">
                  <a:moveTo>
                    <a:pt x="254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2540" y="8877"/>
                  </a:lnTo>
                  <a:lnTo>
                    <a:pt x="2540" y="6350"/>
                  </a:lnTo>
                  <a:close/>
                </a:path>
                <a:path w="2540" h="251460">
                  <a:moveTo>
                    <a:pt x="254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2540"/>
                  </a:lnTo>
                  <a:close/>
                </a:path>
                <a:path w="2540" h="251460">
                  <a:moveTo>
                    <a:pt x="254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2540" y="252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7A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3" name="object 2703"/>
            <p:cNvSpPr/>
            <p:nvPr/>
          </p:nvSpPr>
          <p:spPr>
            <a:xfrm>
              <a:off x="7236460" y="5431789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09" h="248920">
                  <a:moveTo>
                    <a:pt x="3810" y="242582"/>
                  </a:moveTo>
                  <a:lnTo>
                    <a:pt x="0" y="24258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2582"/>
                  </a:lnTo>
                  <a:close/>
                </a:path>
                <a:path w="3809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09" h="248920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09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09" h="248920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09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09" h="248920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09" h="248920">
                  <a:moveTo>
                    <a:pt x="3810" y="24142"/>
                  </a:moveTo>
                  <a:lnTo>
                    <a:pt x="0" y="2414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4142"/>
                  </a:lnTo>
                  <a:close/>
                </a:path>
                <a:path w="3809" h="248920">
                  <a:moveTo>
                    <a:pt x="3810" y="20332"/>
                  </a:moveTo>
                  <a:lnTo>
                    <a:pt x="0" y="2033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0332"/>
                  </a:lnTo>
                  <a:close/>
                </a:path>
                <a:path w="3809" h="248920">
                  <a:moveTo>
                    <a:pt x="381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92"/>
                  </a:lnTo>
                  <a:close/>
                </a:path>
                <a:path w="3809" h="248920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09" h="248920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09" h="24892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09" h="24892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09" h="24892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4" name="object 2704"/>
            <p:cNvSpPr/>
            <p:nvPr/>
          </p:nvSpPr>
          <p:spPr>
            <a:xfrm>
              <a:off x="7240270" y="5431789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09" h="248920">
                  <a:moveTo>
                    <a:pt x="3810" y="242582"/>
                  </a:moveTo>
                  <a:lnTo>
                    <a:pt x="0" y="24258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2582"/>
                  </a:lnTo>
                  <a:close/>
                </a:path>
                <a:path w="3809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09" h="248920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09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09" h="248920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09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09" h="248920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09" h="248920">
                  <a:moveTo>
                    <a:pt x="3810" y="24142"/>
                  </a:moveTo>
                  <a:lnTo>
                    <a:pt x="0" y="2414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4142"/>
                  </a:lnTo>
                  <a:close/>
                </a:path>
                <a:path w="3809" h="248920">
                  <a:moveTo>
                    <a:pt x="3810" y="20332"/>
                  </a:moveTo>
                  <a:lnTo>
                    <a:pt x="0" y="2033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0332"/>
                  </a:lnTo>
                  <a:close/>
                </a:path>
                <a:path w="3809" h="248920">
                  <a:moveTo>
                    <a:pt x="381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92"/>
                  </a:lnTo>
                  <a:close/>
                </a:path>
                <a:path w="3809" h="248920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09" h="248920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09" h="24892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09" h="24892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09" h="24892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F9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5" name="object 2705"/>
            <p:cNvSpPr/>
            <p:nvPr/>
          </p:nvSpPr>
          <p:spPr>
            <a:xfrm>
              <a:off x="7244080" y="5431789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09" h="248920">
                  <a:moveTo>
                    <a:pt x="3810" y="242582"/>
                  </a:moveTo>
                  <a:lnTo>
                    <a:pt x="0" y="24258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2582"/>
                  </a:lnTo>
                  <a:close/>
                </a:path>
                <a:path w="3809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09" h="248920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09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09" h="248920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09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09" h="248920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09" h="248920">
                  <a:moveTo>
                    <a:pt x="3810" y="24142"/>
                  </a:moveTo>
                  <a:lnTo>
                    <a:pt x="0" y="2414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4142"/>
                  </a:lnTo>
                  <a:close/>
                </a:path>
                <a:path w="3809" h="248920">
                  <a:moveTo>
                    <a:pt x="3810" y="20332"/>
                  </a:moveTo>
                  <a:lnTo>
                    <a:pt x="0" y="2033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0332"/>
                  </a:lnTo>
                  <a:close/>
                </a:path>
                <a:path w="3809" h="248920">
                  <a:moveTo>
                    <a:pt x="381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92"/>
                  </a:lnTo>
                  <a:close/>
                </a:path>
                <a:path w="3809" h="248920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09" h="248920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09" h="24892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09" h="24892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09" h="24892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294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6" name="object 2706"/>
            <p:cNvSpPr/>
            <p:nvPr/>
          </p:nvSpPr>
          <p:spPr>
            <a:xfrm>
              <a:off x="7247890" y="5431789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09" h="248920">
                  <a:moveTo>
                    <a:pt x="3810" y="242582"/>
                  </a:moveTo>
                  <a:lnTo>
                    <a:pt x="0" y="24258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2582"/>
                  </a:lnTo>
                  <a:close/>
                </a:path>
                <a:path w="3809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09" h="248920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09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09" h="248920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09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09" h="248920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09" h="248920">
                  <a:moveTo>
                    <a:pt x="3810" y="24142"/>
                  </a:moveTo>
                  <a:lnTo>
                    <a:pt x="0" y="2414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4142"/>
                  </a:lnTo>
                  <a:close/>
                </a:path>
                <a:path w="3809" h="248920">
                  <a:moveTo>
                    <a:pt x="3810" y="20332"/>
                  </a:moveTo>
                  <a:lnTo>
                    <a:pt x="0" y="2033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0332"/>
                  </a:lnTo>
                  <a:close/>
                </a:path>
                <a:path w="3809" h="248920">
                  <a:moveTo>
                    <a:pt x="381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92"/>
                  </a:lnTo>
                  <a:close/>
                </a:path>
                <a:path w="3809" h="248920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09" h="248920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09" h="24892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09" h="24892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09" h="24892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496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7" name="object 2707"/>
            <p:cNvSpPr/>
            <p:nvPr/>
          </p:nvSpPr>
          <p:spPr>
            <a:xfrm>
              <a:off x="7251700" y="5431789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09" h="248920">
                  <a:moveTo>
                    <a:pt x="3810" y="242582"/>
                  </a:moveTo>
                  <a:lnTo>
                    <a:pt x="0" y="24258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2582"/>
                  </a:lnTo>
                  <a:close/>
                </a:path>
                <a:path w="3809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09" h="248920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09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09" h="248920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09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09" h="248920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09" h="248920">
                  <a:moveTo>
                    <a:pt x="3810" y="24142"/>
                  </a:moveTo>
                  <a:lnTo>
                    <a:pt x="0" y="2414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4142"/>
                  </a:lnTo>
                  <a:close/>
                </a:path>
                <a:path w="3809" h="248920">
                  <a:moveTo>
                    <a:pt x="3810" y="20332"/>
                  </a:moveTo>
                  <a:lnTo>
                    <a:pt x="0" y="2033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0332"/>
                  </a:lnTo>
                  <a:close/>
                </a:path>
                <a:path w="3809" h="248920">
                  <a:moveTo>
                    <a:pt x="381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92"/>
                  </a:lnTo>
                  <a:close/>
                </a:path>
                <a:path w="3809" h="248920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09" h="248920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09" h="24892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09" h="24892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09" h="24892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799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8" name="object 2708"/>
            <p:cNvSpPr/>
            <p:nvPr/>
          </p:nvSpPr>
          <p:spPr>
            <a:xfrm>
              <a:off x="7255510" y="5431789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09" h="248920">
                  <a:moveTo>
                    <a:pt x="3810" y="242582"/>
                  </a:moveTo>
                  <a:lnTo>
                    <a:pt x="0" y="24258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2582"/>
                  </a:lnTo>
                  <a:close/>
                </a:path>
                <a:path w="3809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09" h="248920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09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09" h="248920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09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09" h="248920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09" h="248920">
                  <a:moveTo>
                    <a:pt x="3810" y="24142"/>
                  </a:moveTo>
                  <a:lnTo>
                    <a:pt x="0" y="2414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4142"/>
                  </a:lnTo>
                  <a:close/>
                </a:path>
                <a:path w="3809" h="248920">
                  <a:moveTo>
                    <a:pt x="3810" y="20332"/>
                  </a:moveTo>
                  <a:lnTo>
                    <a:pt x="0" y="2033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0332"/>
                  </a:lnTo>
                  <a:close/>
                </a:path>
                <a:path w="3809" h="248920">
                  <a:moveTo>
                    <a:pt x="381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92"/>
                  </a:lnTo>
                  <a:close/>
                </a:path>
                <a:path w="3809" h="248920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09" h="248920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09" h="24892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09" h="24892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09" h="24892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9" name="object 2709"/>
            <p:cNvSpPr/>
            <p:nvPr/>
          </p:nvSpPr>
          <p:spPr>
            <a:xfrm>
              <a:off x="7259320" y="5431789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  <a:path w="3809" h="248920">
                  <a:moveTo>
                    <a:pt x="380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1270"/>
                  </a:lnTo>
                  <a:close/>
                </a:path>
                <a:path w="3809" h="248920">
                  <a:moveTo>
                    <a:pt x="380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09" y="7620"/>
                  </a:lnTo>
                  <a:lnTo>
                    <a:pt x="3809" y="5080"/>
                  </a:lnTo>
                  <a:close/>
                </a:path>
                <a:path w="3809" h="248920">
                  <a:moveTo>
                    <a:pt x="380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7620"/>
                  </a:lnTo>
                  <a:close/>
                </a:path>
                <a:path w="3809" h="248920">
                  <a:moveTo>
                    <a:pt x="3809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09" y="13970"/>
                  </a:lnTo>
                  <a:lnTo>
                    <a:pt x="3809" y="11430"/>
                  </a:lnTo>
                  <a:close/>
                </a:path>
                <a:path w="3809" h="248920">
                  <a:moveTo>
                    <a:pt x="3809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3970"/>
                  </a:lnTo>
                  <a:close/>
                </a:path>
                <a:path w="3809" h="248920">
                  <a:moveTo>
                    <a:pt x="3809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09" y="20320"/>
                  </a:lnTo>
                  <a:lnTo>
                    <a:pt x="3809" y="17780"/>
                  </a:lnTo>
                  <a:close/>
                </a:path>
                <a:path w="3809" h="248920">
                  <a:moveTo>
                    <a:pt x="3809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3809" y="24130"/>
                  </a:lnTo>
                  <a:lnTo>
                    <a:pt x="3809" y="20320"/>
                  </a:lnTo>
                  <a:close/>
                </a:path>
                <a:path w="3809" h="248920">
                  <a:moveTo>
                    <a:pt x="3809" y="24130"/>
                  </a:moveTo>
                  <a:lnTo>
                    <a:pt x="0" y="24130"/>
                  </a:lnTo>
                  <a:lnTo>
                    <a:pt x="0" y="223520"/>
                  </a:lnTo>
                  <a:lnTo>
                    <a:pt x="3809" y="223520"/>
                  </a:lnTo>
                  <a:lnTo>
                    <a:pt x="3809" y="24130"/>
                  </a:lnTo>
                  <a:close/>
                </a:path>
                <a:path w="3809" h="248920">
                  <a:moveTo>
                    <a:pt x="3809" y="223520"/>
                  </a:moveTo>
                  <a:lnTo>
                    <a:pt x="0" y="223520"/>
                  </a:lnTo>
                  <a:lnTo>
                    <a:pt x="0" y="227330"/>
                  </a:lnTo>
                  <a:lnTo>
                    <a:pt x="3809" y="227330"/>
                  </a:lnTo>
                  <a:lnTo>
                    <a:pt x="3809" y="223520"/>
                  </a:lnTo>
                  <a:close/>
                </a:path>
                <a:path w="3809" h="248920">
                  <a:moveTo>
                    <a:pt x="3809" y="227330"/>
                  </a:moveTo>
                  <a:lnTo>
                    <a:pt x="0" y="227330"/>
                  </a:lnTo>
                  <a:lnTo>
                    <a:pt x="0" y="229870"/>
                  </a:lnTo>
                  <a:lnTo>
                    <a:pt x="3809" y="229870"/>
                  </a:lnTo>
                  <a:lnTo>
                    <a:pt x="3809" y="227330"/>
                  </a:lnTo>
                  <a:close/>
                </a:path>
                <a:path w="3809" h="248920">
                  <a:moveTo>
                    <a:pt x="3809" y="229870"/>
                  </a:moveTo>
                  <a:lnTo>
                    <a:pt x="0" y="229870"/>
                  </a:lnTo>
                  <a:lnTo>
                    <a:pt x="0" y="233680"/>
                  </a:lnTo>
                  <a:lnTo>
                    <a:pt x="3809" y="233680"/>
                  </a:lnTo>
                  <a:lnTo>
                    <a:pt x="3809" y="229870"/>
                  </a:lnTo>
                  <a:close/>
                </a:path>
                <a:path w="3809" h="248920">
                  <a:moveTo>
                    <a:pt x="3809" y="233680"/>
                  </a:moveTo>
                  <a:lnTo>
                    <a:pt x="0" y="233680"/>
                  </a:lnTo>
                  <a:lnTo>
                    <a:pt x="0" y="236220"/>
                  </a:lnTo>
                  <a:lnTo>
                    <a:pt x="3809" y="236220"/>
                  </a:lnTo>
                  <a:lnTo>
                    <a:pt x="3809" y="233680"/>
                  </a:lnTo>
                  <a:close/>
                </a:path>
                <a:path w="3809" h="248920">
                  <a:moveTo>
                    <a:pt x="3809" y="236220"/>
                  </a:moveTo>
                  <a:lnTo>
                    <a:pt x="0" y="236220"/>
                  </a:lnTo>
                  <a:lnTo>
                    <a:pt x="0" y="240030"/>
                  </a:lnTo>
                  <a:lnTo>
                    <a:pt x="3809" y="240030"/>
                  </a:lnTo>
                  <a:lnTo>
                    <a:pt x="3809" y="236220"/>
                  </a:lnTo>
                  <a:close/>
                </a:path>
                <a:path w="3809" h="248920">
                  <a:moveTo>
                    <a:pt x="3809" y="240030"/>
                  </a:moveTo>
                  <a:lnTo>
                    <a:pt x="0" y="240030"/>
                  </a:lnTo>
                  <a:lnTo>
                    <a:pt x="0" y="242570"/>
                  </a:lnTo>
                  <a:lnTo>
                    <a:pt x="3809" y="242570"/>
                  </a:lnTo>
                  <a:lnTo>
                    <a:pt x="3809" y="240030"/>
                  </a:lnTo>
                  <a:close/>
                </a:path>
                <a:path w="3809" h="248920">
                  <a:moveTo>
                    <a:pt x="3809" y="242570"/>
                  </a:moveTo>
                  <a:lnTo>
                    <a:pt x="0" y="242570"/>
                  </a:lnTo>
                  <a:lnTo>
                    <a:pt x="0" y="246380"/>
                  </a:lnTo>
                  <a:lnTo>
                    <a:pt x="3809" y="246380"/>
                  </a:lnTo>
                  <a:lnTo>
                    <a:pt x="3809" y="242570"/>
                  </a:lnTo>
                  <a:close/>
                </a:path>
                <a:path w="3809" h="248920">
                  <a:moveTo>
                    <a:pt x="3809" y="246380"/>
                  </a:moveTo>
                  <a:lnTo>
                    <a:pt x="0" y="246380"/>
                  </a:lnTo>
                  <a:lnTo>
                    <a:pt x="0" y="248920"/>
                  </a:lnTo>
                  <a:lnTo>
                    <a:pt x="2540" y="248920"/>
                  </a:lnTo>
                  <a:lnTo>
                    <a:pt x="2540" y="247650"/>
                  </a:lnTo>
                  <a:lnTo>
                    <a:pt x="3809" y="247650"/>
                  </a:lnTo>
                  <a:lnTo>
                    <a:pt x="3809" y="246380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0" name="object 2710"/>
            <p:cNvSpPr/>
            <p:nvPr/>
          </p:nvSpPr>
          <p:spPr>
            <a:xfrm>
              <a:off x="7263130" y="5433072"/>
              <a:ext cx="2540" cy="246379"/>
            </a:xfrm>
            <a:custGeom>
              <a:avLst/>
              <a:gdLst/>
              <a:ahLst/>
              <a:cxnLst/>
              <a:rect l="l" t="t" r="r" b="b"/>
              <a:pathLst>
                <a:path w="2540" h="246379">
                  <a:moveTo>
                    <a:pt x="2540" y="245110"/>
                  </a:moveTo>
                  <a:lnTo>
                    <a:pt x="0" y="245110"/>
                  </a:lnTo>
                  <a:lnTo>
                    <a:pt x="0" y="246367"/>
                  </a:lnTo>
                  <a:lnTo>
                    <a:pt x="2540" y="246367"/>
                  </a:lnTo>
                  <a:lnTo>
                    <a:pt x="2540" y="245110"/>
                  </a:lnTo>
                  <a:close/>
                </a:path>
                <a:path w="2540" h="246379">
                  <a:moveTo>
                    <a:pt x="254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2540" y="245097"/>
                  </a:lnTo>
                  <a:lnTo>
                    <a:pt x="2540" y="241300"/>
                  </a:lnTo>
                  <a:close/>
                </a:path>
                <a:path w="2540" h="246379">
                  <a:moveTo>
                    <a:pt x="254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2540" y="241287"/>
                  </a:lnTo>
                  <a:lnTo>
                    <a:pt x="2540" y="238760"/>
                  </a:lnTo>
                  <a:close/>
                </a:path>
                <a:path w="2540" h="246379">
                  <a:moveTo>
                    <a:pt x="254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2540" y="238747"/>
                  </a:lnTo>
                  <a:lnTo>
                    <a:pt x="2540" y="234950"/>
                  </a:lnTo>
                  <a:close/>
                </a:path>
                <a:path w="2540" h="246379">
                  <a:moveTo>
                    <a:pt x="254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2540" y="234937"/>
                  </a:lnTo>
                  <a:lnTo>
                    <a:pt x="2540" y="232410"/>
                  </a:lnTo>
                  <a:close/>
                </a:path>
                <a:path w="2540" h="246379">
                  <a:moveTo>
                    <a:pt x="254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2540" y="232397"/>
                  </a:lnTo>
                  <a:lnTo>
                    <a:pt x="2540" y="228600"/>
                  </a:lnTo>
                  <a:close/>
                </a:path>
                <a:path w="2540" h="246379">
                  <a:moveTo>
                    <a:pt x="254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2540" y="228587"/>
                  </a:lnTo>
                  <a:lnTo>
                    <a:pt x="2540" y="226060"/>
                  </a:lnTo>
                  <a:close/>
                </a:path>
                <a:path w="2540" h="246379">
                  <a:moveTo>
                    <a:pt x="254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2540" y="226047"/>
                  </a:lnTo>
                  <a:lnTo>
                    <a:pt x="2540" y="222250"/>
                  </a:lnTo>
                  <a:close/>
                </a:path>
                <a:path w="2540" h="246379">
                  <a:moveTo>
                    <a:pt x="2540" y="22860"/>
                  </a:moveTo>
                  <a:lnTo>
                    <a:pt x="0" y="22860"/>
                  </a:lnTo>
                  <a:lnTo>
                    <a:pt x="0" y="222237"/>
                  </a:lnTo>
                  <a:lnTo>
                    <a:pt x="2540" y="222237"/>
                  </a:lnTo>
                  <a:lnTo>
                    <a:pt x="2540" y="22860"/>
                  </a:lnTo>
                  <a:close/>
                </a:path>
                <a:path w="2540" h="246379">
                  <a:moveTo>
                    <a:pt x="254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2540" y="22847"/>
                  </a:lnTo>
                  <a:lnTo>
                    <a:pt x="2540" y="19050"/>
                  </a:lnTo>
                  <a:close/>
                </a:path>
                <a:path w="2540" h="246379">
                  <a:moveTo>
                    <a:pt x="254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2540" y="19037"/>
                  </a:lnTo>
                  <a:lnTo>
                    <a:pt x="2540" y="16510"/>
                  </a:lnTo>
                  <a:close/>
                </a:path>
                <a:path w="2540" h="246379">
                  <a:moveTo>
                    <a:pt x="254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2540" y="16497"/>
                  </a:lnTo>
                  <a:lnTo>
                    <a:pt x="2540" y="12700"/>
                  </a:lnTo>
                  <a:close/>
                </a:path>
                <a:path w="2540" h="246379">
                  <a:moveTo>
                    <a:pt x="254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10160"/>
                  </a:lnTo>
                  <a:close/>
                </a:path>
                <a:path w="2540" h="246379">
                  <a:moveTo>
                    <a:pt x="254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2540" y="10147"/>
                  </a:lnTo>
                  <a:lnTo>
                    <a:pt x="2540" y="6350"/>
                  </a:lnTo>
                  <a:close/>
                </a:path>
                <a:path w="2540" h="246379">
                  <a:moveTo>
                    <a:pt x="254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3810"/>
                  </a:lnTo>
                  <a:close/>
                </a:path>
                <a:path w="2540" h="246379">
                  <a:moveTo>
                    <a:pt x="254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2540" y="379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8F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1" name="object 2711"/>
            <p:cNvSpPr/>
            <p:nvPr/>
          </p:nvSpPr>
          <p:spPr>
            <a:xfrm>
              <a:off x="7265670" y="5433072"/>
              <a:ext cx="3810" cy="246379"/>
            </a:xfrm>
            <a:custGeom>
              <a:avLst/>
              <a:gdLst/>
              <a:ahLst/>
              <a:cxnLst/>
              <a:rect l="l" t="t" r="r" b="b"/>
              <a:pathLst>
                <a:path w="3809" h="246379">
                  <a:moveTo>
                    <a:pt x="2540" y="245110"/>
                  </a:moveTo>
                  <a:lnTo>
                    <a:pt x="0" y="245110"/>
                  </a:lnTo>
                  <a:lnTo>
                    <a:pt x="0" y="246367"/>
                  </a:lnTo>
                  <a:lnTo>
                    <a:pt x="2540" y="246367"/>
                  </a:lnTo>
                  <a:lnTo>
                    <a:pt x="2540" y="245110"/>
                  </a:lnTo>
                  <a:close/>
                </a:path>
                <a:path w="3809" h="24637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09" h="24637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09" h="24637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09" h="24637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09" h="24637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09" h="24637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09" h="246379">
                  <a:moveTo>
                    <a:pt x="381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22250"/>
                  </a:lnTo>
                  <a:close/>
                </a:path>
                <a:path w="3809" h="246379">
                  <a:moveTo>
                    <a:pt x="3810" y="22860"/>
                  </a:moveTo>
                  <a:lnTo>
                    <a:pt x="0" y="2286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2860"/>
                  </a:lnTo>
                  <a:close/>
                </a:path>
                <a:path w="3809" h="24637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09" h="24637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09" h="24637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09" h="24637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09" h="24637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09" h="24637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09" h="24637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2" name="object 2712"/>
            <p:cNvSpPr/>
            <p:nvPr/>
          </p:nvSpPr>
          <p:spPr>
            <a:xfrm>
              <a:off x="7269480" y="5433072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09" h="245110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09" h="245110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09" h="245110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09" h="245110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09" h="245110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09" h="245110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09" h="245110">
                  <a:moveTo>
                    <a:pt x="381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22250"/>
                  </a:lnTo>
                  <a:close/>
                </a:path>
                <a:path w="3809" h="245110">
                  <a:moveTo>
                    <a:pt x="3810" y="22860"/>
                  </a:moveTo>
                  <a:lnTo>
                    <a:pt x="0" y="2286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2860"/>
                  </a:lnTo>
                  <a:close/>
                </a:path>
                <a:path w="3809" h="245110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09" h="245110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09" h="245110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09" h="245110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09" h="245110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09" h="245110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09" h="245110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3" name="object 2713"/>
            <p:cNvSpPr/>
            <p:nvPr/>
          </p:nvSpPr>
          <p:spPr>
            <a:xfrm>
              <a:off x="7273290" y="5433072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09" h="245110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09" h="245110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09" h="245110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09" h="245110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09" h="245110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09" h="245110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09" h="245110">
                  <a:moveTo>
                    <a:pt x="381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22250"/>
                  </a:lnTo>
                  <a:close/>
                </a:path>
                <a:path w="3809" h="245110">
                  <a:moveTo>
                    <a:pt x="3810" y="22860"/>
                  </a:moveTo>
                  <a:lnTo>
                    <a:pt x="0" y="2286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2860"/>
                  </a:lnTo>
                  <a:close/>
                </a:path>
                <a:path w="3809" h="245110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09" h="245110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09" h="245110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09" h="245110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09" h="245110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09" h="245110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09" h="245110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7A6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4" name="object 2714"/>
            <p:cNvSpPr/>
            <p:nvPr/>
          </p:nvSpPr>
          <p:spPr>
            <a:xfrm>
              <a:off x="7277100" y="5433059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09" h="245110">
                  <a:moveTo>
                    <a:pt x="254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09" h="245110">
                  <a:moveTo>
                    <a:pt x="380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3809"/>
                  </a:lnTo>
                  <a:close/>
                </a:path>
                <a:path w="3809" h="245110">
                  <a:moveTo>
                    <a:pt x="380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6350"/>
                  </a:lnTo>
                  <a:close/>
                </a:path>
                <a:path w="3809" h="245110">
                  <a:moveTo>
                    <a:pt x="380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10159"/>
                  </a:lnTo>
                  <a:close/>
                </a:path>
                <a:path w="3809" h="245110">
                  <a:moveTo>
                    <a:pt x="380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2700"/>
                  </a:lnTo>
                  <a:close/>
                </a:path>
                <a:path w="3809" h="245110">
                  <a:moveTo>
                    <a:pt x="380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6509"/>
                  </a:lnTo>
                  <a:close/>
                </a:path>
                <a:path w="3809" h="245110">
                  <a:moveTo>
                    <a:pt x="380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19050"/>
                  </a:lnTo>
                  <a:close/>
                </a:path>
                <a:path w="3809" h="245110">
                  <a:moveTo>
                    <a:pt x="3809" y="22859"/>
                  </a:moveTo>
                  <a:lnTo>
                    <a:pt x="0" y="22859"/>
                  </a:lnTo>
                  <a:lnTo>
                    <a:pt x="0" y="222249"/>
                  </a:lnTo>
                  <a:lnTo>
                    <a:pt x="3809" y="222249"/>
                  </a:lnTo>
                  <a:lnTo>
                    <a:pt x="3809" y="22859"/>
                  </a:lnTo>
                  <a:close/>
                </a:path>
                <a:path w="3809" h="245110">
                  <a:moveTo>
                    <a:pt x="3809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3809" y="226059"/>
                  </a:lnTo>
                  <a:lnTo>
                    <a:pt x="3809" y="222250"/>
                  </a:lnTo>
                  <a:close/>
                </a:path>
                <a:path w="3809" h="245110">
                  <a:moveTo>
                    <a:pt x="3809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3809" y="228599"/>
                  </a:lnTo>
                  <a:lnTo>
                    <a:pt x="3809" y="226059"/>
                  </a:lnTo>
                  <a:close/>
                </a:path>
                <a:path w="3809" h="245110">
                  <a:moveTo>
                    <a:pt x="3809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3809" y="232409"/>
                  </a:lnTo>
                  <a:lnTo>
                    <a:pt x="3809" y="228600"/>
                  </a:lnTo>
                  <a:close/>
                </a:path>
                <a:path w="3809" h="245110">
                  <a:moveTo>
                    <a:pt x="3809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3809" y="234949"/>
                  </a:lnTo>
                  <a:lnTo>
                    <a:pt x="3809" y="232409"/>
                  </a:lnTo>
                  <a:close/>
                </a:path>
                <a:path w="3809" h="245110">
                  <a:moveTo>
                    <a:pt x="3809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3809" y="238759"/>
                  </a:lnTo>
                  <a:lnTo>
                    <a:pt x="3809" y="234950"/>
                  </a:lnTo>
                  <a:close/>
                </a:path>
                <a:path w="3809" h="245110">
                  <a:moveTo>
                    <a:pt x="3809" y="238759"/>
                  </a:moveTo>
                  <a:lnTo>
                    <a:pt x="0" y="238759"/>
                  </a:lnTo>
                  <a:lnTo>
                    <a:pt x="0" y="241299"/>
                  </a:lnTo>
                  <a:lnTo>
                    <a:pt x="3809" y="241299"/>
                  </a:lnTo>
                  <a:lnTo>
                    <a:pt x="3809" y="238759"/>
                  </a:lnTo>
                  <a:close/>
                </a:path>
                <a:path w="3809" h="245110">
                  <a:moveTo>
                    <a:pt x="3809" y="241300"/>
                  </a:moveTo>
                  <a:lnTo>
                    <a:pt x="0" y="241300"/>
                  </a:lnTo>
                  <a:lnTo>
                    <a:pt x="0" y="245109"/>
                  </a:lnTo>
                  <a:lnTo>
                    <a:pt x="3809" y="245109"/>
                  </a:lnTo>
                  <a:lnTo>
                    <a:pt x="3809" y="241300"/>
                  </a:lnTo>
                  <a:close/>
                </a:path>
              </a:pathLst>
            </a:custGeom>
            <a:solidFill>
              <a:srgbClr val="99A8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5" name="object 2715"/>
            <p:cNvSpPr/>
            <p:nvPr/>
          </p:nvSpPr>
          <p:spPr>
            <a:xfrm>
              <a:off x="7280910" y="5434330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09" h="243839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09" h="243839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09" h="243839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09" h="243839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09" h="243839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09" h="243839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09" h="243839">
                  <a:moveTo>
                    <a:pt x="381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0992"/>
                  </a:lnTo>
                  <a:close/>
                </a:path>
                <a:path w="3809" h="243839">
                  <a:moveTo>
                    <a:pt x="3810" y="21602"/>
                  </a:moveTo>
                  <a:lnTo>
                    <a:pt x="0" y="2160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602"/>
                  </a:lnTo>
                  <a:close/>
                </a:path>
                <a:path w="3809" h="243839">
                  <a:moveTo>
                    <a:pt x="381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92"/>
                  </a:lnTo>
                  <a:close/>
                </a:path>
                <a:path w="3809" h="243839">
                  <a:moveTo>
                    <a:pt x="381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52"/>
                  </a:lnTo>
                  <a:close/>
                </a:path>
                <a:path w="3809" h="243839">
                  <a:moveTo>
                    <a:pt x="381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42"/>
                  </a:lnTo>
                  <a:close/>
                </a:path>
                <a:path w="3809" h="243839">
                  <a:moveTo>
                    <a:pt x="381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902"/>
                  </a:lnTo>
                  <a:close/>
                </a:path>
                <a:path w="3809" h="243839">
                  <a:moveTo>
                    <a:pt x="381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92"/>
                  </a:lnTo>
                  <a:close/>
                </a:path>
                <a:path w="3809" h="243839">
                  <a:moveTo>
                    <a:pt x="381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52"/>
                  </a:lnTo>
                  <a:close/>
                </a:path>
                <a:path w="3809" h="243839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CA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6" name="object 2716"/>
            <p:cNvSpPr/>
            <p:nvPr/>
          </p:nvSpPr>
          <p:spPr>
            <a:xfrm>
              <a:off x="7284720" y="5434330"/>
              <a:ext cx="2540" cy="243840"/>
            </a:xfrm>
            <a:custGeom>
              <a:avLst/>
              <a:gdLst/>
              <a:ahLst/>
              <a:cxnLst/>
              <a:rect l="l" t="t" r="r" b="b"/>
              <a:pathLst>
                <a:path w="2540" h="243839">
                  <a:moveTo>
                    <a:pt x="127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539" y="2540"/>
                  </a:lnTo>
                  <a:lnTo>
                    <a:pt x="2539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2540" h="243839">
                  <a:moveTo>
                    <a:pt x="253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2539" y="5080"/>
                  </a:lnTo>
                  <a:lnTo>
                    <a:pt x="2539" y="2540"/>
                  </a:lnTo>
                  <a:close/>
                </a:path>
                <a:path w="2540" h="243839">
                  <a:moveTo>
                    <a:pt x="253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2539" y="8890"/>
                  </a:lnTo>
                  <a:lnTo>
                    <a:pt x="2539" y="5080"/>
                  </a:lnTo>
                  <a:close/>
                </a:path>
                <a:path w="2540" h="243839">
                  <a:moveTo>
                    <a:pt x="253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2539" y="11430"/>
                  </a:lnTo>
                  <a:lnTo>
                    <a:pt x="2539" y="8890"/>
                  </a:lnTo>
                  <a:close/>
                </a:path>
                <a:path w="2540" h="243839">
                  <a:moveTo>
                    <a:pt x="2539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2539" y="15240"/>
                  </a:lnTo>
                  <a:lnTo>
                    <a:pt x="2539" y="11430"/>
                  </a:lnTo>
                  <a:close/>
                </a:path>
                <a:path w="2540" h="243839">
                  <a:moveTo>
                    <a:pt x="2539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2539" y="17780"/>
                  </a:lnTo>
                  <a:lnTo>
                    <a:pt x="2539" y="15240"/>
                  </a:lnTo>
                  <a:close/>
                </a:path>
                <a:path w="2540" h="243839">
                  <a:moveTo>
                    <a:pt x="2539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2539" y="21590"/>
                  </a:lnTo>
                  <a:lnTo>
                    <a:pt x="2539" y="17780"/>
                  </a:lnTo>
                  <a:close/>
                </a:path>
                <a:path w="2540" h="243839">
                  <a:moveTo>
                    <a:pt x="2539" y="21590"/>
                  </a:moveTo>
                  <a:lnTo>
                    <a:pt x="0" y="21590"/>
                  </a:lnTo>
                  <a:lnTo>
                    <a:pt x="0" y="220980"/>
                  </a:lnTo>
                  <a:lnTo>
                    <a:pt x="2539" y="220980"/>
                  </a:lnTo>
                  <a:lnTo>
                    <a:pt x="2539" y="21590"/>
                  </a:lnTo>
                  <a:close/>
                </a:path>
                <a:path w="2540" h="243839">
                  <a:moveTo>
                    <a:pt x="2539" y="220980"/>
                  </a:moveTo>
                  <a:lnTo>
                    <a:pt x="0" y="220980"/>
                  </a:lnTo>
                  <a:lnTo>
                    <a:pt x="0" y="224790"/>
                  </a:lnTo>
                  <a:lnTo>
                    <a:pt x="2539" y="224790"/>
                  </a:lnTo>
                  <a:lnTo>
                    <a:pt x="2539" y="220980"/>
                  </a:lnTo>
                  <a:close/>
                </a:path>
                <a:path w="2540" h="243839">
                  <a:moveTo>
                    <a:pt x="2539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2539" y="227330"/>
                  </a:lnTo>
                  <a:lnTo>
                    <a:pt x="2539" y="224790"/>
                  </a:lnTo>
                  <a:close/>
                </a:path>
                <a:path w="2540" h="243839">
                  <a:moveTo>
                    <a:pt x="2539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2539" y="231140"/>
                  </a:lnTo>
                  <a:lnTo>
                    <a:pt x="2539" y="227330"/>
                  </a:lnTo>
                  <a:close/>
                </a:path>
                <a:path w="2540" h="243839">
                  <a:moveTo>
                    <a:pt x="2539" y="231140"/>
                  </a:moveTo>
                  <a:lnTo>
                    <a:pt x="0" y="231140"/>
                  </a:lnTo>
                  <a:lnTo>
                    <a:pt x="0" y="233680"/>
                  </a:lnTo>
                  <a:lnTo>
                    <a:pt x="2539" y="233680"/>
                  </a:lnTo>
                  <a:lnTo>
                    <a:pt x="2539" y="231140"/>
                  </a:lnTo>
                  <a:close/>
                </a:path>
                <a:path w="2540" h="243839">
                  <a:moveTo>
                    <a:pt x="2539" y="233680"/>
                  </a:moveTo>
                  <a:lnTo>
                    <a:pt x="0" y="233680"/>
                  </a:lnTo>
                  <a:lnTo>
                    <a:pt x="0" y="237490"/>
                  </a:lnTo>
                  <a:lnTo>
                    <a:pt x="2539" y="237490"/>
                  </a:lnTo>
                  <a:lnTo>
                    <a:pt x="2539" y="233680"/>
                  </a:lnTo>
                  <a:close/>
                </a:path>
                <a:path w="2540" h="243839">
                  <a:moveTo>
                    <a:pt x="2539" y="237490"/>
                  </a:moveTo>
                  <a:lnTo>
                    <a:pt x="0" y="237490"/>
                  </a:lnTo>
                  <a:lnTo>
                    <a:pt x="0" y="240030"/>
                  </a:lnTo>
                  <a:lnTo>
                    <a:pt x="2539" y="240030"/>
                  </a:lnTo>
                  <a:lnTo>
                    <a:pt x="2539" y="237490"/>
                  </a:lnTo>
                  <a:close/>
                </a:path>
                <a:path w="2540" h="243839">
                  <a:moveTo>
                    <a:pt x="2539" y="240030"/>
                  </a:moveTo>
                  <a:lnTo>
                    <a:pt x="0" y="240030"/>
                  </a:lnTo>
                  <a:lnTo>
                    <a:pt x="0" y="243840"/>
                  </a:lnTo>
                  <a:lnTo>
                    <a:pt x="1270" y="243840"/>
                  </a:lnTo>
                  <a:lnTo>
                    <a:pt x="1270" y="242570"/>
                  </a:lnTo>
                  <a:lnTo>
                    <a:pt x="2539" y="242570"/>
                  </a:lnTo>
                  <a:lnTo>
                    <a:pt x="2539" y="240030"/>
                  </a:lnTo>
                  <a:close/>
                </a:path>
              </a:pathLst>
            </a:custGeom>
            <a:solidFill>
              <a:srgbClr val="9FA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7" name="object 2717"/>
            <p:cNvSpPr/>
            <p:nvPr/>
          </p:nvSpPr>
          <p:spPr>
            <a:xfrm>
              <a:off x="7287260" y="5435600"/>
              <a:ext cx="3810" cy="241300"/>
            </a:xfrm>
            <a:custGeom>
              <a:avLst/>
              <a:gdLst/>
              <a:ahLst/>
              <a:cxnLst/>
              <a:rect l="l" t="t" r="r" b="b"/>
              <a:pathLst>
                <a:path w="3809" h="241300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09" h="241300">
                  <a:moveTo>
                    <a:pt x="381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70"/>
                  </a:lnTo>
                  <a:close/>
                </a:path>
                <a:path w="3809" h="241300">
                  <a:moveTo>
                    <a:pt x="3810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3810"/>
                  </a:lnTo>
                  <a:close/>
                </a:path>
                <a:path w="3809" h="241300">
                  <a:moveTo>
                    <a:pt x="3810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7620"/>
                  </a:lnTo>
                  <a:close/>
                </a:path>
                <a:path w="3809" h="241300">
                  <a:moveTo>
                    <a:pt x="3810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10160"/>
                  </a:lnTo>
                  <a:close/>
                </a:path>
                <a:path w="3809" h="241300">
                  <a:moveTo>
                    <a:pt x="3810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3970"/>
                  </a:lnTo>
                  <a:close/>
                </a:path>
                <a:path w="3809" h="241300">
                  <a:moveTo>
                    <a:pt x="3810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6510"/>
                  </a:lnTo>
                  <a:close/>
                </a:path>
                <a:path w="3809" h="241300">
                  <a:moveTo>
                    <a:pt x="3810" y="20320"/>
                  </a:moveTo>
                  <a:lnTo>
                    <a:pt x="0" y="20320"/>
                  </a:lnTo>
                  <a:lnTo>
                    <a:pt x="0" y="219709"/>
                  </a:lnTo>
                  <a:lnTo>
                    <a:pt x="3810" y="219709"/>
                  </a:lnTo>
                  <a:lnTo>
                    <a:pt x="3810" y="20320"/>
                  </a:lnTo>
                  <a:close/>
                </a:path>
                <a:path w="3809" h="241300">
                  <a:moveTo>
                    <a:pt x="3810" y="219710"/>
                  </a:moveTo>
                  <a:lnTo>
                    <a:pt x="0" y="219710"/>
                  </a:lnTo>
                  <a:lnTo>
                    <a:pt x="0" y="223519"/>
                  </a:lnTo>
                  <a:lnTo>
                    <a:pt x="3810" y="223519"/>
                  </a:lnTo>
                  <a:lnTo>
                    <a:pt x="3810" y="219710"/>
                  </a:lnTo>
                  <a:close/>
                </a:path>
                <a:path w="3809" h="241300">
                  <a:moveTo>
                    <a:pt x="3810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23520"/>
                  </a:lnTo>
                  <a:close/>
                </a:path>
                <a:path w="3809" h="241300">
                  <a:moveTo>
                    <a:pt x="3810" y="226060"/>
                  </a:moveTo>
                  <a:lnTo>
                    <a:pt x="0" y="226060"/>
                  </a:lnTo>
                  <a:lnTo>
                    <a:pt x="0" y="229869"/>
                  </a:lnTo>
                  <a:lnTo>
                    <a:pt x="3810" y="229869"/>
                  </a:lnTo>
                  <a:lnTo>
                    <a:pt x="3810" y="226060"/>
                  </a:lnTo>
                  <a:close/>
                </a:path>
                <a:path w="3809" h="241300">
                  <a:moveTo>
                    <a:pt x="3810" y="229870"/>
                  </a:moveTo>
                  <a:lnTo>
                    <a:pt x="0" y="22987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9870"/>
                  </a:lnTo>
                  <a:close/>
                </a:path>
                <a:path w="3809" h="241300">
                  <a:moveTo>
                    <a:pt x="3810" y="232410"/>
                  </a:moveTo>
                  <a:lnTo>
                    <a:pt x="0" y="232410"/>
                  </a:lnTo>
                  <a:lnTo>
                    <a:pt x="0" y="236219"/>
                  </a:lnTo>
                  <a:lnTo>
                    <a:pt x="3810" y="236219"/>
                  </a:lnTo>
                  <a:lnTo>
                    <a:pt x="3810" y="232410"/>
                  </a:lnTo>
                  <a:close/>
                </a:path>
                <a:path w="3809" h="241300">
                  <a:moveTo>
                    <a:pt x="3810" y="236220"/>
                  </a:moveTo>
                  <a:lnTo>
                    <a:pt x="0" y="236220"/>
                  </a:lnTo>
                  <a:lnTo>
                    <a:pt x="0" y="238759"/>
                  </a:lnTo>
                  <a:lnTo>
                    <a:pt x="3810" y="238759"/>
                  </a:lnTo>
                  <a:lnTo>
                    <a:pt x="3810" y="236220"/>
                  </a:lnTo>
                  <a:close/>
                </a:path>
                <a:path w="3809" h="241300">
                  <a:moveTo>
                    <a:pt x="3810" y="238760"/>
                  </a:moveTo>
                  <a:lnTo>
                    <a:pt x="0" y="238760"/>
                  </a:lnTo>
                  <a:lnTo>
                    <a:pt x="0" y="241300"/>
                  </a:lnTo>
                  <a:lnTo>
                    <a:pt x="2540" y="241300"/>
                  </a:lnTo>
                  <a:lnTo>
                    <a:pt x="2540" y="240030"/>
                  </a:lnTo>
                  <a:lnTo>
                    <a:pt x="3810" y="240030"/>
                  </a:lnTo>
                  <a:lnTo>
                    <a:pt x="3810" y="238760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8" name="object 2718"/>
            <p:cNvSpPr/>
            <p:nvPr/>
          </p:nvSpPr>
          <p:spPr>
            <a:xfrm>
              <a:off x="7291070" y="5435600"/>
              <a:ext cx="3810" cy="240029"/>
            </a:xfrm>
            <a:custGeom>
              <a:avLst/>
              <a:gdLst/>
              <a:ahLst/>
              <a:cxnLst/>
              <a:rect l="l" t="t" r="r" b="b"/>
              <a:pathLst>
                <a:path w="3809" h="240029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  <a:path w="3809" h="240029">
                  <a:moveTo>
                    <a:pt x="3810" y="238772"/>
                  </a:moveTo>
                  <a:lnTo>
                    <a:pt x="0" y="23877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8772"/>
                  </a:lnTo>
                  <a:close/>
                </a:path>
                <a:path w="3809" h="240029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09" h="240029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09" h="240029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09" h="240029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09" h="240029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09" h="240029">
                  <a:moveTo>
                    <a:pt x="3810" y="219722"/>
                  </a:moveTo>
                  <a:lnTo>
                    <a:pt x="0" y="21972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9722"/>
                  </a:lnTo>
                  <a:close/>
                </a:path>
                <a:path w="3809" h="240029">
                  <a:moveTo>
                    <a:pt x="3810" y="20332"/>
                  </a:moveTo>
                  <a:lnTo>
                    <a:pt x="0" y="2033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0332"/>
                  </a:lnTo>
                  <a:close/>
                </a:path>
                <a:path w="3809" h="240029">
                  <a:moveTo>
                    <a:pt x="3810" y="16522"/>
                  </a:moveTo>
                  <a:lnTo>
                    <a:pt x="0" y="1652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6522"/>
                  </a:lnTo>
                  <a:close/>
                </a:path>
                <a:path w="3809" h="240029">
                  <a:moveTo>
                    <a:pt x="3810" y="13982"/>
                  </a:moveTo>
                  <a:lnTo>
                    <a:pt x="0" y="1398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82"/>
                  </a:lnTo>
                  <a:close/>
                </a:path>
                <a:path w="3809" h="240029">
                  <a:moveTo>
                    <a:pt x="381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0172"/>
                  </a:lnTo>
                  <a:close/>
                </a:path>
                <a:path w="3809" h="240029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09" h="240029">
                  <a:moveTo>
                    <a:pt x="381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3822"/>
                  </a:lnTo>
                  <a:close/>
                </a:path>
                <a:path w="3809" h="240029">
                  <a:moveTo>
                    <a:pt x="381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82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9" name="object 2719"/>
            <p:cNvSpPr/>
            <p:nvPr/>
          </p:nvSpPr>
          <p:spPr>
            <a:xfrm>
              <a:off x="7294880" y="5436882"/>
              <a:ext cx="3810" cy="238760"/>
            </a:xfrm>
            <a:custGeom>
              <a:avLst/>
              <a:gdLst/>
              <a:ahLst/>
              <a:cxnLst/>
              <a:rect l="l" t="t" r="r" b="b"/>
              <a:pathLst>
                <a:path w="3809" h="238760">
                  <a:moveTo>
                    <a:pt x="2527" y="237490"/>
                  </a:moveTo>
                  <a:lnTo>
                    <a:pt x="0" y="237490"/>
                  </a:lnTo>
                  <a:lnTo>
                    <a:pt x="0" y="238747"/>
                  </a:lnTo>
                  <a:lnTo>
                    <a:pt x="2527" y="238747"/>
                  </a:lnTo>
                  <a:lnTo>
                    <a:pt x="2527" y="237490"/>
                  </a:lnTo>
                  <a:close/>
                </a:path>
                <a:path w="3809" h="238760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09" h="238760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09" h="23876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09" h="238760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09" h="238760">
                  <a:moveTo>
                    <a:pt x="3810" y="222250"/>
                  </a:moveTo>
                  <a:lnTo>
                    <a:pt x="0" y="22225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22250"/>
                  </a:lnTo>
                  <a:close/>
                </a:path>
                <a:path w="3809" h="238760">
                  <a:moveTo>
                    <a:pt x="3810" y="218440"/>
                  </a:moveTo>
                  <a:lnTo>
                    <a:pt x="0" y="21844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18440"/>
                  </a:lnTo>
                  <a:close/>
                </a:path>
                <a:path w="3809" h="238760">
                  <a:moveTo>
                    <a:pt x="3810" y="19050"/>
                  </a:moveTo>
                  <a:lnTo>
                    <a:pt x="0" y="19050"/>
                  </a:lnTo>
                  <a:lnTo>
                    <a:pt x="0" y="218427"/>
                  </a:lnTo>
                  <a:lnTo>
                    <a:pt x="3810" y="218427"/>
                  </a:lnTo>
                  <a:lnTo>
                    <a:pt x="3810" y="19050"/>
                  </a:lnTo>
                  <a:close/>
                </a:path>
                <a:path w="3809" h="238760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09" h="23876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09" h="23876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09" h="23876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09" h="23876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09" h="23876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7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0" name="object 2720"/>
            <p:cNvSpPr/>
            <p:nvPr/>
          </p:nvSpPr>
          <p:spPr>
            <a:xfrm>
              <a:off x="7298690" y="5438139"/>
              <a:ext cx="3810" cy="236220"/>
            </a:xfrm>
            <a:custGeom>
              <a:avLst/>
              <a:gdLst/>
              <a:ahLst/>
              <a:cxnLst/>
              <a:rect l="l" t="t" r="r" b="b"/>
              <a:pathLst>
                <a:path w="3809" h="236220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09" h="236220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09" h="236220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09" h="236220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09" h="236220">
                  <a:moveTo>
                    <a:pt x="3810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92"/>
                  </a:lnTo>
                  <a:close/>
                </a:path>
                <a:path w="3809" h="236220">
                  <a:moveTo>
                    <a:pt x="3810" y="217182"/>
                  </a:moveTo>
                  <a:lnTo>
                    <a:pt x="0" y="21718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7182"/>
                  </a:lnTo>
                  <a:close/>
                </a:path>
                <a:path w="3809" h="236220">
                  <a:moveTo>
                    <a:pt x="3810" y="17792"/>
                  </a:moveTo>
                  <a:lnTo>
                    <a:pt x="0" y="1779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17792"/>
                  </a:lnTo>
                  <a:close/>
                </a:path>
                <a:path w="3809" h="236220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09" h="236220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09" h="23622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09" h="23622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09" h="23622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09" h="23622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1" name="object 2721"/>
            <p:cNvSpPr/>
            <p:nvPr/>
          </p:nvSpPr>
          <p:spPr>
            <a:xfrm>
              <a:off x="7302500" y="5438139"/>
              <a:ext cx="3810" cy="236220"/>
            </a:xfrm>
            <a:custGeom>
              <a:avLst/>
              <a:gdLst/>
              <a:ahLst/>
              <a:cxnLst/>
              <a:rect l="l" t="t" r="r" b="b"/>
              <a:pathLst>
                <a:path w="3809" h="236220">
                  <a:moveTo>
                    <a:pt x="12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3809" h="236220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09" h="236220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09" h="236220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09" h="236220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09" h="236220">
                  <a:moveTo>
                    <a:pt x="3810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92"/>
                  </a:lnTo>
                  <a:close/>
                </a:path>
                <a:path w="3809" h="236220">
                  <a:moveTo>
                    <a:pt x="3810" y="217182"/>
                  </a:moveTo>
                  <a:lnTo>
                    <a:pt x="0" y="21718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7182"/>
                  </a:lnTo>
                  <a:close/>
                </a:path>
                <a:path w="3809" h="236220">
                  <a:moveTo>
                    <a:pt x="3810" y="17792"/>
                  </a:moveTo>
                  <a:lnTo>
                    <a:pt x="0" y="1779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17792"/>
                  </a:lnTo>
                  <a:close/>
                </a:path>
                <a:path w="3809" h="236220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09" h="236220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09" h="23622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09" h="23622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09" h="23622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2" name="object 2722"/>
            <p:cNvSpPr/>
            <p:nvPr/>
          </p:nvSpPr>
          <p:spPr>
            <a:xfrm>
              <a:off x="7306310" y="5439409"/>
              <a:ext cx="3810" cy="234950"/>
            </a:xfrm>
            <a:custGeom>
              <a:avLst/>
              <a:gdLst/>
              <a:ahLst/>
              <a:cxnLst/>
              <a:rect l="l" t="t" r="r" b="b"/>
              <a:pathLst>
                <a:path w="3809" h="234950">
                  <a:moveTo>
                    <a:pt x="127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234950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09" h="234950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09" h="234950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09" h="234950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09" h="234950">
                  <a:moveTo>
                    <a:pt x="3810" y="16509"/>
                  </a:moveTo>
                  <a:lnTo>
                    <a:pt x="0" y="16509"/>
                  </a:lnTo>
                  <a:lnTo>
                    <a:pt x="0" y="215899"/>
                  </a:lnTo>
                  <a:lnTo>
                    <a:pt x="3810" y="215899"/>
                  </a:lnTo>
                  <a:lnTo>
                    <a:pt x="3810" y="16509"/>
                  </a:lnTo>
                  <a:close/>
                </a:path>
                <a:path w="3809" h="234950">
                  <a:moveTo>
                    <a:pt x="3810" y="215900"/>
                  </a:moveTo>
                  <a:lnTo>
                    <a:pt x="0" y="215900"/>
                  </a:lnTo>
                  <a:lnTo>
                    <a:pt x="0" y="219709"/>
                  </a:lnTo>
                  <a:lnTo>
                    <a:pt x="3810" y="219709"/>
                  </a:lnTo>
                  <a:lnTo>
                    <a:pt x="3810" y="215900"/>
                  </a:lnTo>
                  <a:close/>
                </a:path>
                <a:path w="3809" h="234950">
                  <a:moveTo>
                    <a:pt x="3810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3810" y="222249"/>
                  </a:lnTo>
                  <a:lnTo>
                    <a:pt x="3810" y="219709"/>
                  </a:lnTo>
                  <a:close/>
                </a:path>
                <a:path w="3809" h="234950">
                  <a:moveTo>
                    <a:pt x="3810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22250"/>
                  </a:lnTo>
                  <a:close/>
                </a:path>
                <a:path w="3809" h="234950">
                  <a:moveTo>
                    <a:pt x="3810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6059"/>
                  </a:lnTo>
                  <a:close/>
                </a:path>
                <a:path w="3809" h="234950">
                  <a:moveTo>
                    <a:pt x="3810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8600"/>
                  </a:lnTo>
                  <a:close/>
                </a:path>
                <a:path w="3809" h="234950">
                  <a:moveTo>
                    <a:pt x="3810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1270" y="234949"/>
                  </a:lnTo>
                  <a:lnTo>
                    <a:pt x="1270" y="233679"/>
                  </a:lnTo>
                  <a:lnTo>
                    <a:pt x="3810" y="233679"/>
                  </a:lnTo>
                  <a:lnTo>
                    <a:pt x="3810" y="232409"/>
                  </a:lnTo>
                  <a:close/>
                </a:path>
              </a:pathLst>
            </a:custGeom>
            <a:solidFill>
              <a:srgbClr val="AEBA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3" name="object 2723"/>
            <p:cNvSpPr/>
            <p:nvPr/>
          </p:nvSpPr>
          <p:spPr>
            <a:xfrm>
              <a:off x="7310120" y="5440680"/>
              <a:ext cx="3810" cy="231140"/>
            </a:xfrm>
            <a:custGeom>
              <a:avLst/>
              <a:gdLst/>
              <a:ahLst/>
              <a:cxnLst/>
              <a:rect l="l" t="t" r="r" b="b"/>
              <a:pathLst>
                <a:path w="3809" h="231139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09" h="231139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09" h="231139">
                  <a:moveTo>
                    <a:pt x="381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0992"/>
                  </a:lnTo>
                  <a:close/>
                </a:path>
                <a:path w="3809" h="231139">
                  <a:moveTo>
                    <a:pt x="3810" y="218452"/>
                  </a:moveTo>
                  <a:lnTo>
                    <a:pt x="0" y="21845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8452"/>
                  </a:lnTo>
                  <a:close/>
                </a:path>
                <a:path w="3809" h="231139">
                  <a:moveTo>
                    <a:pt x="3810" y="214642"/>
                  </a:moveTo>
                  <a:lnTo>
                    <a:pt x="0" y="214642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4642"/>
                  </a:lnTo>
                  <a:close/>
                </a:path>
                <a:path w="3809" h="231139">
                  <a:moveTo>
                    <a:pt x="3810" y="15252"/>
                  </a:moveTo>
                  <a:lnTo>
                    <a:pt x="0" y="15252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15252"/>
                  </a:lnTo>
                  <a:close/>
                </a:path>
                <a:path w="3809" h="231139">
                  <a:moveTo>
                    <a:pt x="381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42"/>
                  </a:lnTo>
                  <a:close/>
                </a:path>
                <a:path w="3809" h="231139">
                  <a:moveTo>
                    <a:pt x="381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902"/>
                  </a:lnTo>
                  <a:close/>
                </a:path>
                <a:path w="3809" h="231139">
                  <a:moveTo>
                    <a:pt x="381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92"/>
                  </a:lnTo>
                  <a:close/>
                </a:path>
                <a:path w="3809" h="231139">
                  <a:moveTo>
                    <a:pt x="381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52"/>
                  </a:lnTo>
                  <a:close/>
                </a:path>
                <a:path w="3809" h="231139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1BD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4" name="object 2724"/>
            <p:cNvSpPr/>
            <p:nvPr/>
          </p:nvSpPr>
          <p:spPr>
            <a:xfrm>
              <a:off x="7313930" y="5440680"/>
              <a:ext cx="2540" cy="231140"/>
            </a:xfrm>
            <a:custGeom>
              <a:avLst/>
              <a:gdLst/>
              <a:ahLst/>
              <a:cxnLst/>
              <a:rect l="l" t="t" r="r" b="b"/>
              <a:pathLst>
                <a:path w="2540" h="231139">
                  <a:moveTo>
                    <a:pt x="254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540" y="2540"/>
                  </a:lnTo>
                  <a:lnTo>
                    <a:pt x="2540" y="0"/>
                  </a:lnTo>
                  <a:close/>
                </a:path>
                <a:path w="2540" h="231139">
                  <a:moveTo>
                    <a:pt x="254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2540"/>
                  </a:lnTo>
                  <a:close/>
                </a:path>
                <a:path w="2540" h="231139">
                  <a:moveTo>
                    <a:pt x="254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2540" y="8890"/>
                  </a:lnTo>
                  <a:lnTo>
                    <a:pt x="2540" y="5080"/>
                  </a:lnTo>
                  <a:close/>
                </a:path>
                <a:path w="2540" h="231139">
                  <a:moveTo>
                    <a:pt x="254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8890"/>
                  </a:lnTo>
                  <a:close/>
                </a:path>
                <a:path w="2540" h="231139">
                  <a:moveTo>
                    <a:pt x="254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2540" y="15240"/>
                  </a:lnTo>
                  <a:lnTo>
                    <a:pt x="2540" y="11430"/>
                  </a:lnTo>
                  <a:close/>
                </a:path>
                <a:path w="2540" h="231139">
                  <a:moveTo>
                    <a:pt x="2540" y="15240"/>
                  </a:moveTo>
                  <a:lnTo>
                    <a:pt x="0" y="15240"/>
                  </a:lnTo>
                  <a:lnTo>
                    <a:pt x="0" y="214630"/>
                  </a:lnTo>
                  <a:lnTo>
                    <a:pt x="2540" y="214630"/>
                  </a:lnTo>
                  <a:lnTo>
                    <a:pt x="2540" y="15240"/>
                  </a:lnTo>
                  <a:close/>
                </a:path>
                <a:path w="2540" h="231139">
                  <a:moveTo>
                    <a:pt x="2540" y="214630"/>
                  </a:moveTo>
                  <a:lnTo>
                    <a:pt x="0" y="214630"/>
                  </a:lnTo>
                  <a:lnTo>
                    <a:pt x="0" y="218440"/>
                  </a:lnTo>
                  <a:lnTo>
                    <a:pt x="2540" y="218440"/>
                  </a:lnTo>
                  <a:lnTo>
                    <a:pt x="2540" y="214630"/>
                  </a:lnTo>
                  <a:close/>
                </a:path>
                <a:path w="2540" h="231139">
                  <a:moveTo>
                    <a:pt x="2540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2540" y="220980"/>
                  </a:lnTo>
                  <a:lnTo>
                    <a:pt x="2540" y="218440"/>
                  </a:lnTo>
                  <a:close/>
                </a:path>
                <a:path w="2540" h="231139">
                  <a:moveTo>
                    <a:pt x="2540" y="220980"/>
                  </a:moveTo>
                  <a:lnTo>
                    <a:pt x="0" y="220980"/>
                  </a:lnTo>
                  <a:lnTo>
                    <a:pt x="0" y="224790"/>
                  </a:lnTo>
                  <a:lnTo>
                    <a:pt x="2540" y="224790"/>
                  </a:lnTo>
                  <a:lnTo>
                    <a:pt x="2540" y="220980"/>
                  </a:lnTo>
                  <a:close/>
                </a:path>
                <a:path w="2540" h="231139">
                  <a:moveTo>
                    <a:pt x="2540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2540" y="227330"/>
                  </a:lnTo>
                  <a:lnTo>
                    <a:pt x="2540" y="224790"/>
                  </a:lnTo>
                  <a:close/>
                </a:path>
                <a:path w="2540" h="231139">
                  <a:moveTo>
                    <a:pt x="2540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1270" y="231140"/>
                  </a:lnTo>
                  <a:lnTo>
                    <a:pt x="1270" y="229870"/>
                  </a:lnTo>
                  <a:lnTo>
                    <a:pt x="2540" y="229870"/>
                  </a:lnTo>
                  <a:lnTo>
                    <a:pt x="2540" y="227330"/>
                  </a:lnTo>
                  <a:close/>
                </a:path>
              </a:pathLst>
            </a:custGeom>
            <a:solidFill>
              <a:srgbClr val="B4BF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5" name="object 2725"/>
            <p:cNvSpPr/>
            <p:nvPr/>
          </p:nvSpPr>
          <p:spPr>
            <a:xfrm>
              <a:off x="7316470" y="5441950"/>
              <a:ext cx="3810" cy="228600"/>
            </a:xfrm>
            <a:custGeom>
              <a:avLst/>
              <a:gdLst/>
              <a:ahLst/>
              <a:cxnLst/>
              <a:rect l="l" t="t" r="r" b="b"/>
              <a:pathLst>
                <a:path w="3809" h="228600">
                  <a:moveTo>
                    <a:pt x="380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09" h="228600">
                  <a:moveTo>
                    <a:pt x="3809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1270"/>
                  </a:lnTo>
                  <a:close/>
                </a:path>
                <a:path w="3809" h="228600">
                  <a:moveTo>
                    <a:pt x="3809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3810"/>
                  </a:lnTo>
                  <a:close/>
                </a:path>
                <a:path w="3809" h="228600">
                  <a:moveTo>
                    <a:pt x="3809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7620"/>
                  </a:lnTo>
                  <a:close/>
                </a:path>
                <a:path w="3809" h="228600">
                  <a:moveTo>
                    <a:pt x="3809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10160"/>
                  </a:lnTo>
                  <a:close/>
                </a:path>
                <a:path w="3809" h="228600">
                  <a:moveTo>
                    <a:pt x="3809" y="13970"/>
                  </a:moveTo>
                  <a:lnTo>
                    <a:pt x="0" y="13970"/>
                  </a:lnTo>
                  <a:lnTo>
                    <a:pt x="0" y="213359"/>
                  </a:lnTo>
                  <a:lnTo>
                    <a:pt x="3809" y="213359"/>
                  </a:lnTo>
                  <a:lnTo>
                    <a:pt x="3809" y="13970"/>
                  </a:lnTo>
                  <a:close/>
                </a:path>
                <a:path w="3809" h="228600">
                  <a:moveTo>
                    <a:pt x="3809" y="213360"/>
                  </a:moveTo>
                  <a:lnTo>
                    <a:pt x="0" y="213360"/>
                  </a:lnTo>
                  <a:lnTo>
                    <a:pt x="0" y="217169"/>
                  </a:lnTo>
                  <a:lnTo>
                    <a:pt x="3809" y="217169"/>
                  </a:lnTo>
                  <a:lnTo>
                    <a:pt x="3809" y="213360"/>
                  </a:lnTo>
                  <a:close/>
                </a:path>
                <a:path w="3809" h="228600">
                  <a:moveTo>
                    <a:pt x="3809" y="217170"/>
                  </a:moveTo>
                  <a:lnTo>
                    <a:pt x="0" y="217170"/>
                  </a:lnTo>
                  <a:lnTo>
                    <a:pt x="0" y="219709"/>
                  </a:lnTo>
                  <a:lnTo>
                    <a:pt x="3809" y="219709"/>
                  </a:lnTo>
                  <a:lnTo>
                    <a:pt x="3809" y="217170"/>
                  </a:lnTo>
                  <a:close/>
                </a:path>
                <a:path w="3809" h="228600">
                  <a:moveTo>
                    <a:pt x="3809" y="219710"/>
                  </a:moveTo>
                  <a:lnTo>
                    <a:pt x="0" y="219710"/>
                  </a:lnTo>
                  <a:lnTo>
                    <a:pt x="0" y="223519"/>
                  </a:lnTo>
                  <a:lnTo>
                    <a:pt x="3809" y="223519"/>
                  </a:lnTo>
                  <a:lnTo>
                    <a:pt x="3809" y="219710"/>
                  </a:lnTo>
                  <a:close/>
                </a:path>
                <a:path w="3809" h="228600">
                  <a:moveTo>
                    <a:pt x="3809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3809" y="226059"/>
                  </a:lnTo>
                  <a:lnTo>
                    <a:pt x="3809" y="223520"/>
                  </a:lnTo>
                  <a:close/>
                </a:path>
                <a:path w="3809" h="228600">
                  <a:moveTo>
                    <a:pt x="3809" y="226060"/>
                  </a:moveTo>
                  <a:lnTo>
                    <a:pt x="0" y="226060"/>
                  </a:lnTo>
                  <a:lnTo>
                    <a:pt x="0" y="228600"/>
                  </a:lnTo>
                  <a:lnTo>
                    <a:pt x="2539" y="228600"/>
                  </a:lnTo>
                  <a:lnTo>
                    <a:pt x="2539" y="227330"/>
                  </a:lnTo>
                  <a:lnTo>
                    <a:pt x="3809" y="227330"/>
                  </a:lnTo>
                  <a:lnTo>
                    <a:pt x="3809" y="226060"/>
                  </a:lnTo>
                  <a:close/>
                </a:path>
              </a:pathLst>
            </a:custGeom>
            <a:solidFill>
              <a:srgbClr val="B6C1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6" name="object 2726"/>
            <p:cNvSpPr/>
            <p:nvPr/>
          </p:nvSpPr>
          <p:spPr>
            <a:xfrm>
              <a:off x="7320280" y="5441950"/>
              <a:ext cx="3810" cy="227329"/>
            </a:xfrm>
            <a:custGeom>
              <a:avLst/>
              <a:gdLst/>
              <a:ahLst/>
              <a:cxnLst/>
              <a:rect l="l" t="t" r="r" b="b"/>
              <a:pathLst>
                <a:path w="3809" h="227329">
                  <a:moveTo>
                    <a:pt x="12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3809" h="227329">
                  <a:moveTo>
                    <a:pt x="3810" y="226072"/>
                  </a:moveTo>
                  <a:lnTo>
                    <a:pt x="0" y="22607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6072"/>
                  </a:lnTo>
                  <a:close/>
                </a:path>
                <a:path w="3809" h="227329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09" h="227329">
                  <a:moveTo>
                    <a:pt x="3810" y="219722"/>
                  </a:moveTo>
                  <a:lnTo>
                    <a:pt x="0" y="21972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9722"/>
                  </a:lnTo>
                  <a:close/>
                </a:path>
                <a:path w="3809" h="227329">
                  <a:moveTo>
                    <a:pt x="3810" y="217182"/>
                  </a:moveTo>
                  <a:lnTo>
                    <a:pt x="0" y="21718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17182"/>
                  </a:lnTo>
                  <a:close/>
                </a:path>
                <a:path w="3809" h="227329">
                  <a:moveTo>
                    <a:pt x="3810" y="213372"/>
                  </a:moveTo>
                  <a:lnTo>
                    <a:pt x="0" y="21337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213372"/>
                  </a:lnTo>
                  <a:close/>
                </a:path>
                <a:path w="3809" h="227329">
                  <a:moveTo>
                    <a:pt x="3810" y="13982"/>
                  </a:moveTo>
                  <a:lnTo>
                    <a:pt x="0" y="13982"/>
                  </a:lnTo>
                  <a:lnTo>
                    <a:pt x="0" y="213360"/>
                  </a:lnTo>
                  <a:lnTo>
                    <a:pt x="3810" y="213360"/>
                  </a:lnTo>
                  <a:lnTo>
                    <a:pt x="3810" y="13982"/>
                  </a:lnTo>
                  <a:close/>
                </a:path>
                <a:path w="3809" h="227329">
                  <a:moveTo>
                    <a:pt x="381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0172"/>
                  </a:lnTo>
                  <a:close/>
                </a:path>
                <a:path w="3809" h="227329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09" h="227329">
                  <a:moveTo>
                    <a:pt x="381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3822"/>
                  </a:lnTo>
                  <a:close/>
                </a:path>
                <a:path w="3809" h="227329">
                  <a:moveTo>
                    <a:pt x="381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82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7" name="object 2727"/>
            <p:cNvSpPr/>
            <p:nvPr/>
          </p:nvSpPr>
          <p:spPr>
            <a:xfrm>
              <a:off x="7324090" y="5443220"/>
              <a:ext cx="3810" cy="226060"/>
            </a:xfrm>
            <a:custGeom>
              <a:avLst/>
              <a:gdLst/>
              <a:ahLst/>
              <a:cxnLst/>
              <a:rect l="l" t="t" r="r" b="b"/>
              <a:pathLst>
                <a:path w="3809" h="226060">
                  <a:moveTo>
                    <a:pt x="127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226060">
                  <a:moveTo>
                    <a:pt x="380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2539"/>
                  </a:lnTo>
                  <a:close/>
                </a:path>
                <a:path w="3809" h="226060">
                  <a:moveTo>
                    <a:pt x="380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49"/>
                  </a:lnTo>
                  <a:close/>
                </a:path>
                <a:path w="3809" h="226060">
                  <a:moveTo>
                    <a:pt x="380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8889"/>
                  </a:lnTo>
                  <a:close/>
                </a:path>
                <a:path w="3809" h="226060">
                  <a:moveTo>
                    <a:pt x="3809" y="12699"/>
                  </a:moveTo>
                  <a:lnTo>
                    <a:pt x="0" y="12699"/>
                  </a:lnTo>
                  <a:lnTo>
                    <a:pt x="0" y="212089"/>
                  </a:lnTo>
                  <a:lnTo>
                    <a:pt x="3809" y="212089"/>
                  </a:lnTo>
                  <a:lnTo>
                    <a:pt x="3809" y="12699"/>
                  </a:lnTo>
                  <a:close/>
                </a:path>
                <a:path w="3809" h="226060">
                  <a:moveTo>
                    <a:pt x="3809" y="212089"/>
                  </a:moveTo>
                  <a:lnTo>
                    <a:pt x="0" y="212089"/>
                  </a:lnTo>
                  <a:lnTo>
                    <a:pt x="0" y="215899"/>
                  </a:lnTo>
                  <a:lnTo>
                    <a:pt x="3809" y="215899"/>
                  </a:lnTo>
                  <a:lnTo>
                    <a:pt x="3809" y="212089"/>
                  </a:lnTo>
                  <a:close/>
                </a:path>
                <a:path w="3809" h="226060">
                  <a:moveTo>
                    <a:pt x="3809" y="215899"/>
                  </a:moveTo>
                  <a:lnTo>
                    <a:pt x="0" y="215899"/>
                  </a:lnTo>
                  <a:lnTo>
                    <a:pt x="0" y="218439"/>
                  </a:lnTo>
                  <a:lnTo>
                    <a:pt x="3809" y="218439"/>
                  </a:lnTo>
                  <a:lnTo>
                    <a:pt x="3809" y="215899"/>
                  </a:lnTo>
                  <a:close/>
                </a:path>
                <a:path w="3809" h="226060">
                  <a:moveTo>
                    <a:pt x="3809" y="218439"/>
                  </a:moveTo>
                  <a:lnTo>
                    <a:pt x="0" y="218439"/>
                  </a:lnTo>
                  <a:lnTo>
                    <a:pt x="0" y="222249"/>
                  </a:lnTo>
                  <a:lnTo>
                    <a:pt x="3809" y="222249"/>
                  </a:lnTo>
                  <a:lnTo>
                    <a:pt x="3809" y="218439"/>
                  </a:lnTo>
                  <a:close/>
                </a:path>
                <a:path w="3809" h="226060">
                  <a:moveTo>
                    <a:pt x="3809" y="222249"/>
                  </a:moveTo>
                  <a:lnTo>
                    <a:pt x="0" y="222249"/>
                  </a:lnTo>
                  <a:lnTo>
                    <a:pt x="0" y="224789"/>
                  </a:lnTo>
                  <a:lnTo>
                    <a:pt x="3809" y="224789"/>
                  </a:lnTo>
                  <a:lnTo>
                    <a:pt x="3809" y="222249"/>
                  </a:lnTo>
                  <a:close/>
                </a:path>
                <a:path w="3809" h="226060">
                  <a:moveTo>
                    <a:pt x="1270" y="224789"/>
                  </a:moveTo>
                  <a:lnTo>
                    <a:pt x="0" y="224789"/>
                  </a:lnTo>
                  <a:lnTo>
                    <a:pt x="0" y="226059"/>
                  </a:lnTo>
                  <a:lnTo>
                    <a:pt x="1270" y="226059"/>
                  </a:lnTo>
                  <a:lnTo>
                    <a:pt x="1270" y="224789"/>
                  </a:lnTo>
                  <a:close/>
                </a:path>
              </a:pathLst>
            </a:custGeom>
            <a:solidFill>
              <a:srgbClr val="BC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8" name="object 2728"/>
            <p:cNvSpPr/>
            <p:nvPr/>
          </p:nvSpPr>
          <p:spPr>
            <a:xfrm>
              <a:off x="7327900" y="5444489"/>
              <a:ext cx="3810" cy="222250"/>
            </a:xfrm>
            <a:custGeom>
              <a:avLst/>
              <a:gdLst/>
              <a:ahLst/>
              <a:cxnLst/>
              <a:rect l="l" t="t" r="r" b="b"/>
              <a:pathLst>
                <a:path w="3809" h="222250">
                  <a:moveTo>
                    <a:pt x="12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3809" h="222250">
                  <a:moveTo>
                    <a:pt x="3810" y="220992"/>
                  </a:moveTo>
                  <a:lnTo>
                    <a:pt x="0" y="22099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20992"/>
                  </a:lnTo>
                  <a:close/>
                </a:path>
                <a:path w="3809" h="222250">
                  <a:moveTo>
                    <a:pt x="3810" y="217182"/>
                  </a:moveTo>
                  <a:lnTo>
                    <a:pt x="0" y="21718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7182"/>
                  </a:lnTo>
                  <a:close/>
                </a:path>
                <a:path w="3809" h="222250">
                  <a:moveTo>
                    <a:pt x="3810" y="214642"/>
                  </a:moveTo>
                  <a:lnTo>
                    <a:pt x="0" y="21464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214642"/>
                  </a:lnTo>
                  <a:close/>
                </a:path>
                <a:path w="3809" h="222250">
                  <a:moveTo>
                    <a:pt x="3810" y="210832"/>
                  </a:moveTo>
                  <a:lnTo>
                    <a:pt x="0" y="210832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210832"/>
                  </a:lnTo>
                  <a:close/>
                </a:path>
                <a:path w="3809" h="222250">
                  <a:moveTo>
                    <a:pt x="3810" y="11442"/>
                  </a:moveTo>
                  <a:lnTo>
                    <a:pt x="0" y="11442"/>
                  </a:lnTo>
                  <a:lnTo>
                    <a:pt x="0" y="210820"/>
                  </a:lnTo>
                  <a:lnTo>
                    <a:pt x="3810" y="210820"/>
                  </a:lnTo>
                  <a:lnTo>
                    <a:pt x="3810" y="11442"/>
                  </a:lnTo>
                  <a:close/>
                </a:path>
                <a:path w="3809" h="22225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09" h="22225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09" h="22225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9" name="object 2729"/>
            <p:cNvSpPr/>
            <p:nvPr/>
          </p:nvSpPr>
          <p:spPr>
            <a:xfrm>
              <a:off x="7331710" y="5447030"/>
              <a:ext cx="3810" cy="218440"/>
            </a:xfrm>
            <a:custGeom>
              <a:avLst/>
              <a:gdLst/>
              <a:ahLst/>
              <a:cxnLst/>
              <a:rect l="l" t="t" r="r" b="b"/>
              <a:pathLst>
                <a:path w="3809" h="218439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  <a:path w="3809" h="218439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09" h="218439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09" h="218439">
                  <a:moveTo>
                    <a:pt x="3810" y="8890"/>
                  </a:moveTo>
                  <a:lnTo>
                    <a:pt x="0" y="8890"/>
                  </a:lnTo>
                  <a:lnTo>
                    <a:pt x="0" y="208280"/>
                  </a:lnTo>
                  <a:lnTo>
                    <a:pt x="3810" y="208280"/>
                  </a:lnTo>
                  <a:lnTo>
                    <a:pt x="3810" y="8890"/>
                  </a:lnTo>
                  <a:close/>
                </a:path>
                <a:path w="3809" h="218439">
                  <a:moveTo>
                    <a:pt x="3810" y="208280"/>
                  </a:moveTo>
                  <a:lnTo>
                    <a:pt x="0" y="208280"/>
                  </a:lnTo>
                  <a:lnTo>
                    <a:pt x="0" y="212090"/>
                  </a:lnTo>
                  <a:lnTo>
                    <a:pt x="3810" y="212090"/>
                  </a:lnTo>
                  <a:lnTo>
                    <a:pt x="3810" y="208280"/>
                  </a:lnTo>
                  <a:close/>
                </a:path>
                <a:path w="3809" h="218439">
                  <a:moveTo>
                    <a:pt x="3810" y="212090"/>
                  </a:moveTo>
                  <a:lnTo>
                    <a:pt x="0" y="212090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212090"/>
                  </a:lnTo>
                  <a:close/>
                </a:path>
                <a:path w="3809" h="218439">
                  <a:moveTo>
                    <a:pt x="3810" y="214630"/>
                  </a:moveTo>
                  <a:lnTo>
                    <a:pt x="0" y="214630"/>
                  </a:lnTo>
                  <a:lnTo>
                    <a:pt x="0" y="218440"/>
                  </a:lnTo>
                  <a:lnTo>
                    <a:pt x="2540" y="218440"/>
                  </a:lnTo>
                  <a:lnTo>
                    <a:pt x="2540" y="217170"/>
                  </a:lnTo>
                  <a:lnTo>
                    <a:pt x="3810" y="217170"/>
                  </a:lnTo>
                  <a:lnTo>
                    <a:pt x="3810" y="214630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0" name="object 2730"/>
            <p:cNvSpPr/>
            <p:nvPr/>
          </p:nvSpPr>
          <p:spPr>
            <a:xfrm>
              <a:off x="7335520" y="5448300"/>
              <a:ext cx="2540" cy="215900"/>
            </a:xfrm>
            <a:custGeom>
              <a:avLst/>
              <a:gdLst/>
              <a:ahLst/>
              <a:cxnLst/>
              <a:rect l="l" t="t" r="r" b="b"/>
              <a:pathLst>
                <a:path w="2540" h="215900">
                  <a:moveTo>
                    <a:pt x="2540" y="213372"/>
                  </a:moveTo>
                  <a:lnTo>
                    <a:pt x="0" y="213372"/>
                  </a:lnTo>
                  <a:lnTo>
                    <a:pt x="0" y="215900"/>
                  </a:lnTo>
                  <a:lnTo>
                    <a:pt x="2540" y="215900"/>
                  </a:lnTo>
                  <a:lnTo>
                    <a:pt x="2540" y="213372"/>
                  </a:lnTo>
                  <a:close/>
                </a:path>
                <a:path w="2540" h="215900">
                  <a:moveTo>
                    <a:pt x="2540" y="210832"/>
                  </a:moveTo>
                  <a:lnTo>
                    <a:pt x="0" y="210832"/>
                  </a:lnTo>
                  <a:lnTo>
                    <a:pt x="0" y="213360"/>
                  </a:lnTo>
                  <a:lnTo>
                    <a:pt x="2540" y="213360"/>
                  </a:lnTo>
                  <a:lnTo>
                    <a:pt x="2540" y="210832"/>
                  </a:lnTo>
                  <a:close/>
                </a:path>
                <a:path w="2540" h="215900">
                  <a:moveTo>
                    <a:pt x="2540" y="207022"/>
                  </a:moveTo>
                  <a:lnTo>
                    <a:pt x="0" y="207022"/>
                  </a:lnTo>
                  <a:lnTo>
                    <a:pt x="0" y="210820"/>
                  </a:lnTo>
                  <a:lnTo>
                    <a:pt x="2540" y="210820"/>
                  </a:lnTo>
                  <a:lnTo>
                    <a:pt x="2540" y="207022"/>
                  </a:lnTo>
                  <a:close/>
                </a:path>
                <a:path w="2540" h="215900">
                  <a:moveTo>
                    <a:pt x="2540" y="7632"/>
                  </a:moveTo>
                  <a:lnTo>
                    <a:pt x="0" y="7632"/>
                  </a:lnTo>
                  <a:lnTo>
                    <a:pt x="0" y="207010"/>
                  </a:lnTo>
                  <a:lnTo>
                    <a:pt x="2540" y="207010"/>
                  </a:lnTo>
                  <a:lnTo>
                    <a:pt x="2540" y="7632"/>
                  </a:lnTo>
                  <a:close/>
                </a:path>
                <a:path w="2540" h="215900">
                  <a:moveTo>
                    <a:pt x="254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3822"/>
                  </a:lnTo>
                  <a:close/>
                </a:path>
                <a:path w="2540" h="215900">
                  <a:moveTo>
                    <a:pt x="254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2540" y="3810"/>
                  </a:lnTo>
                  <a:lnTo>
                    <a:pt x="2540" y="1282"/>
                  </a:lnTo>
                  <a:close/>
                </a:path>
                <a:path w="2540" h="215900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C4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1" name="object 2731"/>
            <p:cNvSpPr/>
            <p:nvPr/>
          </p:nvSpPr>
          <p:spPr>
            <a:xfrm>
              <a:off x="7338060" y="5449570"/>
              <a:ext cx="3810" cy="213360"/>
            </a:xfrm>
            <a:custGeom>
              <a:avLst/>
              <a:gdLst/>
              <a:ahLst/>
              <a:cxnLst/>
              <a:rect l="l" t="t" r="r" b="b"/>
              <a:pathLst>
                <a:path w="3809" h="213360">
                  <a:moveTo>
                    <a:pt x="254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09" h="213360">
                  <a:moveTo>
                    <a:pt x="381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2539"/>
                  </a:lnTo>
                  <a:close/>
                </a:path>
                <a:path w="3809" h="213360">
                  <a:moveTo>
                    <a:pt x="3810" y="6349"/>
                  </a:moveTo>
                  <a:lnTo>
                    <a:pt x="0" y="6349"/>
                  </a:lnTo>
                  <a:lnTo>
                    <a:pt x="0" y="205739"/>
                  </a:lnTo>
                  <a:lnTo>
                    <a:pt x="3810" y="205739"/>
                  </a:lnTo>
                  <a:lnTo>
                    <a:pt x="3810" y="6349"/>
                  </a:lnTo>
                  <a:close/>
                </a:path>
                <a:path w="3809" h="213360">
                  <a:moveTo>
                    <a:pt x="3810" y="205739"/>
                  </a:moveTo>
                  <a:lnTo>
                    <a:pt x="0" y="205739"/>
                  </a:lnTo>
                  <a:lnTo>
                    <a:pt x="0" y="209549"/>
                  </a:lnTo>
                  <a:lnTo>
                    <a:pt x="3810" y="209549"/>
                  </a:lnTo>
                  <a:lnTo>
                    <a:pt x="3810" y="205739"/>
                  </a:lnTo>
                  <a:close/>
                </a:path>
                <a:path w="3809" h="213360">
                  <a:moveTo>
                    <a:pt x="3810" y="209549"/>
                  </a:moveTo>
                  <a:lnTo>
                    <a:pt x="0" y="209549"/>
                  </a:lnTo>
                  <a:lnTo>
                    <a:pt x="0" y="212089"/>
                  </a:lnTo>
                  <a:lnTo>
                    <a:pt x="2540" y="212089"/>
                  </a:lnTo>
                  <a:lnTo>
                    <a:pt x="2540" y="210819"/>
                  </a:lnTo>
                  <a:lnTo>
                    <a:pt x="3810" y="210819"/>
                  </a:lnTo>
                  <a:lnTo>
                    <a:pt x="3810" y="209549"/>
                  </a:lnTo>
                  <a:close/>
                </a:path>
                <a:path w="3809" h="213360">
                  <a:moveTo>
                    <a:pt x="1270" y="212089"/>
                  </a:moveTo>
                  <a:lnTo>
                    <a:pt x="0" y="212089"/>
                  </a:lnTo>
                  <a:lnTo>
                    <a:pt x="0" y="213359"/>
                  </a:lnTo>
                  <a:lnTo>
                    <a:pt x="1270" y="213359"/>
                  </a:lnTo>
                  <a:lnTo>
                    <a:pt x="1270" y="212089"/>
                  </a:lnTo>
                  <a:close/>
                </a:path>
              </a:pathLst>
            </a:custGeom>
            <a:solidFill>
              <a:srgbClr val="C6CF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2" name="object 2732"/>
            <p:cNvSpPr/>
            <p:nvPr/>
          </p:nvSpPr>
          <p:spPr>
            <a:xfrm>
              <a:off x="7341870" y="5452109"/>
              <a:ext cx="3810" cy="208279"/>
            </a:xfrm>
            <a:custGeom>
              <a:avLst/>
              <a:gdLst/>
              <a:ahLst/>
              <a:cxnLst/>
              <a:rect l="l" t="t" r="r" b="b"/>
              <a:pathLst>
                <a:path w="3809" h="208279">
                  <a:moveTo>
                    <a:pt x="127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2539"/>
                  </a:lnTo>
                  <a:lnTo>
                    <a:pt x="2540" y="2539"/>
                  </a:lnTo>
                  <a:lnTo>
                    <a:pt x="254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208279">
                  <a:moveTo>
                    <a:pt x="3809" y="3809"/>
                  </a:moveTo>
                  <a:lnTo>
                    <a:pt x="0" y="3809"/>
                  </a:lnTo>
                  <a:lnTo>
                    <a:pt x="0" y="203199"/>
                  </a:lnTo>
                  <a:lnTo>
                    <a:pt x="3809" y="203199"/>
                  </a:lnTo>
                  <a:lnTo>
                    <a:pt x="3809" y="3809"/>
                  </a:lnTo>
                  <a:close/>
                </a:path>
                <a:path w="3809" h="208279">
                  <a:moveTo>
                    <a:pt x="3809" y="203200"/>
                  </a:moveTo>
                  <a:lnTo>
                    <a:pt x="0" y="203200"/>
                  </a:lnTo>
                  <a:lnTo>
                    <a:pt x="0" y="207009"/>
                  </a:lnTo>
                  <a:lnTo>
                    <a:pt x="2540" y="207009"/>
                  </a:lnTo>
                  <a:lnTo>
                    <a:pt x="2540" y="205739"/>
                  </a:lnTo>
                  <a:lnTo>
                    <a:pt x="3809" y="205739"/>
                  </a:lnTo>
                  <a:lnTo>
                    <a:pt x="3809" y="203200"/>
                  </a:lnTo>
                  <a:close/>
                </a:path>
                <a:path w="3809" h="208279">
                  <a:moveTo>
                    <a:pt x="1270" y="207009"/>
                  </a:moveTo>
                  <a:lnTo>
                    <a:pt x="0" y="207009"/>
                  </a:lnTo>
                  <a:lnTo>
                    <a:pt x="0" y="208279"/>
                  </a:lnTo>
                  <a:lnTo>
                    <a:pt x="1270" y="208279"/>
                  </a:lnTo>
                  <a:lnTo>
                    <a:pt x="1270" y="207009"/>
                  </a:lnTo>
                  <a:close/>
                </a:path>
              </a:pathLst>
            </a:custGeom>
            <a:solidFill>
              <a:srgbClr val="C9D1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3" name="object 2733"/>
            <p:cNvSpPr/>
            <p:nvPr/>
          </p:nvSpPr>
          <p:spPr>
            <a:xfrm>
              <a:off x="7345680" y="5454650"/>
              <a:ext cx="3810" cy="203200"/>
            </a:xfrm>
            <a:custGeom>
              <a:avLst/>
              <a:gdLst/>
              <a:ahLst/>
              <a:cxnLst/>
              <a:rect l="l" t="t" r="r" b="b"/>
              <a:pathLst>
                <a:path w="3809" h="203200">
                  <a:moveTo>
                    <a:pt x="3810" y="2540"/>
                  </a:moveTo>
                  <a:lnTo>
                    <a:pt x="2540" y="254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0" y="200660"/>
                  </a:lnTo>
                  <a:lnTo>
                    <a:pt x="0" y="201930"/>
                  </a:lnTo>
                  <a:lnTo>
                    <a:pt x="0" y="203200"/>
                  </a:lnTo>
                  <a:lnTo>
                    <a:pt x="1270" y="203200"/>
                  </a:lnTo>
                  <a:lnTo>
                    <a:pt x="1270" y="201930"/>
                  </a:lnTo>
                  <a:lnTo>
                    <a:pt x="2540" y="201930"/>
                  </a:lnTo>
                  <a:lnTo>
                    <a:pt x="2540" y="200660"/>
                  </a:lnTo>
                  <a:lnTo>
                    <a:pt x="3810" y="200660"/>
                  </a:lnTo>
                  <a:lnTo>
                    <a:pt x="3810" y="2540"/>
                  </a:lnTo>
                  <a:close/>
                </a:path>
              </a:pathLst>
            </a:custGeom>
            <a:solidFill>
              <a:srgbClr val="CCD3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4" name="object 2734"/>
            <p:cNvSpPr/>
            <p:nvPr/>
          </p:nvSpPr>
          <p:spPr>
            <a:xfrm>
              <a:off x="7349490" y="5457189"/>
              <a:ext cx="0" cy="198120"/>
            </a:xfrm>
            <a:custGeom>
              <a:avLst/>
              <a:gdLst/>
              <a:ahLst/>
              <a:cxnLst/>
              <a:rect l="l" t="t" r="r" b="b"/>
              <a:pathLst>
                <a:path h="198120">
                  <a:moveTo>
                    <a:pt x="0" y="0"/>
                  </a:moveTo>
                  <a:lnTo>
                    <a:pt x="0" y="1981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5" name="object 2735"/>
            <p:cNvSpPr/>
            <p:nvPr/>
          </p:nvSpPr>
          <p:spPr>
            <a:xfrm>
              <a:off x="7063740" y="5429250"/>
              <a:ext cx="284480" cy="252729"/>
            </a:xfrm>
            <a:custGeom>
              <a:avLst/>
              <a:gdLst/>
              <a:ahLst/>
              <a:cxnLst/>
              <a:rect l="l" t="t" r="r" b="b"/>
              <a:pathLst>
                <a:path w="284479" h="252729">
                  <a:moveTo>
                    <a:pt x="142239" y="0"/>
                  </a:moveTo>
                  <a:lnTo>
                    <a:pt x="87332" y="2460"/>
                  </a:lnTo>
                  <a:lnTo>
                    <a:pt x="42068" y="9207"/>
                  </a:lnTo>
                  <a:lnTo>
                    <a:pt x="11330" y="19288"/>
                  </a:lnTo>
                  <a:lnTo>
                    <a:pt x="0" y="31750"/>
                  </a:lnTo>
                  <a:lnTo>
                    <a:pt x="0" y="34706"/>
                  </a:lnTo>
                  <a:lnTo>
                    <a:pt x="0" y="55403"/>
                  </a:lnTo>
                  <a:lnTo>
                    <a:pt x="0" y="111581"/>
                  </a:lnTo>
                  <a:lnTo>
                    <a:pt x="0" y="220980"/>
                  </a:lnTo>
                  <a:lnTo>
                    <a:pt x="11330" y="233441"/>
                  </a:lnTo>
                  <a:lnTo>
                    <a:pt x="42068" y="243522"/>
                  </a:lnTo>
                  <a:lnTo>
                    <a:pt x="87332" y="250269"/>
                  </a:lnTo>
                  <a:lnTo>
                    <a:pt x="142239" y="252730"/>
                  </a:lnTo>
                  <a:lnTo>
                    <a:pt x="197147" y="250269"/>
                  </a:lnTo>
                  <a:lnTo>
                    <a:pt x="242411" y="243522"/>
                  </a:lnTo>
                  <a:lnTo>
                    <a:pt x="273149" y="233441"/>
                  </a:lnTo>
                  <a:lnTo>
                    <a:pt x="284479" y="220980"/>
                  </a:lnTo>
                  <a:lnTo>
                    <a:pt x="284479" y="218023"/>
                  </a:lnTo>
                  <a:lnTo>
                    <a:pt x="284479" y="197326"/>
                  </a:lnTo>
                  <a:lnTo>
                    <a:pt x="284479" y="141148"/>
                  </a:lnTo>
                  <a:lnTo>
                    <a:pt x="284479" y="31750"/>
                  </a:lnTo>
                  <a:lnTo>
                    <a:pt x="273149" y="19288"/>
                  </a:lnTo>
                  <a:lnTo>
                    <a:pt x="242411" y="9207"/>
                  </a:lnTo>
                  <a:lnTo>
                    <a:pt x="197147" y="2460"/>
                  </a:lnTo>
                  <a:lnTo>
                    <a:pt x="142239" y="0"/>
                  </a:lnTo>
                  <a:close/>
                </a:path>
              </a:pathLst>
            </a:custGeom>
            <a:ln w="646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36" name="object 2736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7063740" y="5429250"/>
              <a:ext cx="285750" cy="64769"/>
            </a:xfrm>
            <a:prstGeom prst="rect">
              <a:avLst/>
            </a:prstGeom>
          </p:spPr>
        </p:pic>
        <p:sp>
          <p:nvSpPr>
            <p:cNvPr id="2737" name="object 2737"/>
            <p:cNvSpPr/>
            <p:nvPr/>
          </p:nvSpPr>
          <p:spPr>
            <a:xfrm>
              <a:off x="7063740" y="5429250"/>
              <a:ext cx="284480" cy="63500"/>
            </a:xfrm>
            <a:custGeom>
              <a:avLst/>
              <a:gdLst/>
              <a:ahLst/>
              <a:cxnLst/>
              <a:rect l="l" t="t" r="r" b="b"/>
              <a:pathLst>
                <a:path w="284479" h="63500">
                  <a:moveTo>
                    <a:pt x="142239" y="0"/>
                  </a:moveTo>
                  <a:lnTo>
                    <a:pt x="87332" y="2460"/>
                  </a:lnTo>
                  <a:lnTo>
                    <a:pt x="42068" y="9207"/>
                  </a:lnTo>
                  <a:lnTo>
                    <a:pt x="11330" y="19288"/>
                  </a:lnTo>
                  <a:lnTo>
                    <a:pt x="0" y="31750"/>
                  </a:lnTo>
                  <a:lnTo>
                    <a:pt x="11330" y="43676"/>
                  </a:lnTo>
                  <a:lnTo>
                    <a:pt x="42068" y="53816"/>
                  </a:lnTo>
                  <a:lnTo>
                    <a:pt x="87332" y="60860"/>
                  </a:lnTo>
                  <a:lnTo>
                    <a:pt x="142239" y="63500"/>
                  </a:lnTo>
                  <a:lnTo>
                    <a:pt x="197147" y="60860"/>
                  </a:lnTo>
                  <a:lnTo>
                    <a:pt x="242411" y="53816"/>
                  </a:lnTo>
                  <a:lnTo>
                    <a:pt x="273149" y="43676"/>
                  </a:lnTo>
                  <a:lnTo>
                    <a:pt x="284479" y="31750"/>
                  </a:lnTo>
                  <a:lnTo>
                    <a:pt x="273149" y="19288"/>
                  </a:lnTo>
                  <a:lnTo>
                    <a:pt x="242411" y="9207"/>
                  </a:lnTo>
                  <a:lnTo>
                    <a:pt x="197147" y="2460"/>
                  </a:lnTo>
                  <a:lnTo>
                    <a:pt x="142239" y="0"/>
                  </a:lnTo>
                  <a:close/>
                </a:path>
              </a:pathLst>
            </a:custGeom>
            <a:ln w="646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8" name="object 2738"/>
            <p:cNvSpPr/>
            <p:nvPr/>
          </p:nvSpPr>
          <p:spPr>
            <a:xfrm>
              <a:off x="7063740" y="5241289"/>
              <a:ext cx="2540" cy="196850"/>
            </a:xfrm>
            <a:custGeom>
              <a:avLst/>
              <a:gdLst/>
              <a:ahLst/>
              <a:cxnLst/>
              <a:rect l="l" t="t" r="r" b="b"/>
              <a:pathLst>
                <a:path w="2540" h="196850">
                  <a:moveTo>
                    <a:pt x="2540" y="195592"/>
                  </a:moveTo>
                  <a:lnTo>
                    <a:pt x="1270" y="195592"/>
                  </a:lnTo>
                  <a:lnTo>
                    <a:pt x="1270" y="196850"/>
                  </a:lnTo>
                  <a:lnTo>
                    <a:pt x="2540" y="196850"/>
                  </a:lnTo>
                  <a:lnTo>
                    <a:pt x="2540" y="195592"/>
                  </a:lnTo>
                  <a:close/>
                </a:path>
                <a:path w="2540" h="196850">
                  <a:moveTo>
                    <a:pt x="254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195580"/>
                  </a:lnTo>
                  <a:lnTo>
                    <a:pt x="2540" y="19558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9" name="object 2739"/>
            <p:cNvSpPr/>
            <p:nvPr/>
          </p:nvSpPr>
          <p:spPr>
            <a:xfrm>
              <a:off x="7066280" y="5236209"/>
              <a:ext cx="3810" cy="207010"/>
            </a:xfrm>
            <a:custGeom>
              <a:avLst/>
              <a:gdLst/>
              <a:ahLst/>
              <a:cxnLst/>
              <a:rect l="l" t="t" r="r" b="b"/>
              <a:pathLst>
                <a:path w="3809" h="207010">
                  <a:moveTo>
                    <a:pt x="3810" y="0"/>
                  </a:moveTo>
                  <a:lnTo>
                    <a:pt x="2540" y="0"/>
                  </a:lnTo>
                  <a:lnTo>
                    <a:pt x="2540" y="2539"/>
                  </a:lnTo>
                  <a:lnTo>
                    <a:pt x="0" y="2539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0"/>
                  </a:lnTo>
                  <a:close/>
                </a:path>
                <a:path w="3809" h="207010">
                  <a:moveTo>
                    <a:pt x="3810" y="3809"/>
                  </a:moveTo>
                  <a:lnTo>
                    <a:pt x="0" y="3809"/>
                  </a:lnTo>
                  <a:lnTo>
                    <a:pt x="0" y="200659"/>
                  </a:lnTo>
                  <a:lnTo>
                    <a:pt x="3810" y="200659"/>
                  </a:lnTo>
                  <a:lnTo>
                    <a:pt x="3810" y="3809"/>
                  </a:lnTo>
                  <a:close/>
                </a:path>
                <a:path w="3809" h="207010">
                  <a:moveTo>
                    <a:pt x="3810" y="200659"/>
                  </a:moveTo>
                  <a:lnTo>
                    <a:pt x="0" y="200659"/>
                  </a:lnTo>
                  <a:lnTo>
                    <a:pt x="0" y="203199"/>
                  </a:lnTo>
                  <a:lnTo>
                    <a:pt x="3810" y="203199"/>
                  </a:lnTo>
                  <a:lnTo>
                    <a:pt x="3810" y="200659"/>
                  </a:lnTo>
                  <a:close/>
                </a:path>
                <a:path w="3809" h="207010">
                  <a:moveTo>
                    <a:pt x="3810" y="203200"/>
                  </a:moveTo>
                  <a:lnTo>
                    <a:pt x="0" y="203200"/>
                  </a:lnTo>
                  <a:lnTo>
                    <a:pt x="0" y="205739"/>
                  </a:lnTo>
                  <a:lnTo>
                    <a:pt x="2540" y="205739"/>
                  </a:lnTo>
                  <a:lnTo>
                    <a:pt x="2540" y="207009"/>
                  </a:lnTo>
                  <a:lnTo>
                    <a:pt x="3810" y="207009"/>
                  </a:lnTo>
                  <a:lnTo>
                    <a:pt x="3810" y="203200"/>
                  </a:lnTo>
                  <a:close/>
                </a:path>
              </a:pathLst>
            </a:custGeom>
            <a:solidFill>
              <a:srgbClr val="CED5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0" name="object 2740"/>
            <p:cNvSpPr/>
            <p:nvPr/>
          </p:nvSpPr>
          <p:spPr>
            <a:xfrm>
              <a:off x="7070090" y="5234939"/>
              <a:ext cx="3810" cy="212090"/>
            </a:xfrm>
            <a:custGeom>
              <a:avLst/>
              <a:gdLst/>
              <a:ahLst/>
              <a:cxnLst/>
              <a:rect l="l" t="t" r="r" b="b"/>
              <a:pathLst>
                <a:path w="3809" h="212089">
                  <a:moveTo>
                    <a:pt x="3809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09" y="1270"/>
                  </a:lnTo>
                  <a:lnTo>
                    <a:pt x="3809" y="0"/>
                  </a:lnTo>
                  <a:close/>
                </a:path>
                <a:path w="3809" h="212089">
                  <a:moveTo>
                    <a:pt x="380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1270"/>
                  </a:lnTo>
                  <a:close/>
                </a:path>
                <a:path w="3809" h="212089">
                  <a:moveTo>
                    <a:pt x="3809" y="5080"/>
                  </a:moveTo>
                  <a:lnTo>
                    <a:pt x="0" y="5080"/>
                  </a:lnTo>
                  <a:lnTo>
                    <a:pt x="0" y="201930"/>
                  </a:lnTo>
                  <a:lnTo>
                    <a:pt x="3809" y="201930"/>
                  </a:lnTo>
                  <a:lnTo>
                    <a:pt x="3809" y="5080"/>
                  </a:lnTo>
                  <a:close/>
                </a:path>
                <a:path w="3809" h="212089">
                  <a:moveTo>
                    <a:pt x="3809" y="201930"/>
                  </a:moveTo>
                  <a:lnTo>
                    <a:pt x="0" y="201930"/>
                  </a:lnTo>
                  <a:lnTo>
                    <a:pt x="0" y="204470"/>
                  </a:lnTo>
                  <a:lnTo>
                    <a:pt x="3809" y="204470"/>
                  </a:lnTo>
                  <a:lnTo>
                    <a:pt x="3809" y="201930"/>
                  </a:lnTo>
                  <a:close/>
                </a:path>
                <a:path w="3809" h="212089">
                  <a:moveTo>
                    <a:pt x="3809" y="204470"/>
                  </a:moveTo>
                  <a:lnTo>
                    <a:pt x="0" y="204470"/>
                  </a:lnTo>
                  <a:lnTo>
                    <a:pt x="0" y="208280"/>
                  </a:lnTo>
                  <a:lnTo>
                    <a:pt x="3809" y="208280"/>
                  </a:lnTo>
                  <a:lnTo>
                    <a:pt x="3809" y="204470"/>
                  </a:lnTo>
                  <a:close/>
                </a:path>
                <a:path w="3809" h="212089">
                  <a:moveTo>
                    <a:pt x="3809" y="208280"/>
                  </a:moveTo>
                  <a:lnTo>
                    <a:pt x="0" y="208280"/>
                  </a:lnTo>
                  <a:lnTo>
                    <a:pt x="0" y="209550"/>
                  </a:lnTo>
                  <a:lnTo>
                    <a:pt x="1269" y="209550"/>
                  </a:lnTo>
                  <a:lnTo>
                    <a:pt x="1269" y="210820"/>
                  </a:lnTo>
                  <a:lnTo>
                    <a:pt x="3809" y="210820"/>
                  </a:lnTo>
                  <a:lnTo>
                    <a:pt x="3809" y="208280"/>
                  </a:lnTo>
                  <a:close/>
                </a:path>
                <a:path w="3809" h="212089">
                  <a:moveTo>
                    <a:pt x="3809" y="210820"/>
                  </a:moveTo>
                  <a:lnTo>
                    <a:pt x="2539" y="210820"/>
                  </a:lnTo>
                  <a:lnTo>
                    <a:pt x="2539" y="212090"/>
                  </a:lnTo>
                  <a:lnTo>
                    <a:pt x="3809" y="212090"/>
                  </a:lnTo>
                  <a:lnTo>
                    <a:pt x="3809" y="210820"/>
                  </a:lnTo>
                  <a:close/>
                </a:path>
              </a:pathLst>
            </a:custGeom>
            <a:solidFill>
              <a:srgbClr val="CCD3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1" name="object 2741"/>
            <p:cNvSpPr/>
            <p:nvPr/>
          </p:nvSpPr>
          <p:spPr>
            <a:xfrm>
              <a:off x="7073900" y="5232400"/>
              <a:ext cx="3810" cy="215900"/>
            </a:xfrm>
            <a:custGeom>
              <a:avLst/>
              <a:gdLst/>
              <a:ahLst/>
              <a:cxnLst/>
              <a:rect l="l" t="t" r="r" b="b"/>
              <a:pathLst>
                <a:path w="3809" h="215900">
                  <a:moveTo>
                    <a:pt x="3809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09" h="215900">
                  <a:moveTo>
                    <a:pt x="3809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1270"/>
                  </a:lnTo>
                  <a:close/>
                </a:path>
                <a:path w="3809" h="215900">
                  <a:moveTo>
                    <a:pt x="3809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3810"/>
                  </a:lnTo>
                  <a:close/>
                </a:path>
                <a:path w="3809" h="215900">
                  <a:moveTo>
                    <a:pt x="3809" y="7620"/>
                  </a:moveTo>
                  <a:lnTo>
                    <a:pt x="0" y="7620"/>
                  </a:lnTo>
                  <a:lnTo>
                    <a:pt x="0" y="204469"/>
                  </a:lnTo>
                  <a:lnTo>
                    <a:pt x="3809" y="204469"/>
                  </a:lnTo>
                  <a:lnTo>
                    <a:pt x="3809" y="7620"/>
                  </a:lnTo>
                  <a:close/>
                </a:path>
                <a:path w="3809" h="215900">
                  <a:moveTo>
                    <a:pt x="3809" y="204470"/>
                  </a:moveTo>
                  <a:lnTo>
                    <a:pt x="0" y="204470"/>
                  </a:lnTo>
                  <a:lnTo>
                    <a:pt x="0" y="207009"/>
                  </a:lnTo>
                  <a:lnTo>
                    <a:pt x="3809" y="207009"/>
                  </a:lnTo>
                  <a:lnTo>
                    <a:pt x="3809" y="204470"/>
                  </a:lnTo>
                  <a:close/>
                </a:path>
                <a:path w="3809" h="215900">
                  <a:moveTo>
                    <a:pt x="3809" y="207010"/>
                  </a:moveTo>
                  <a:lnTo>
                    <a:pt x="0" y="207010"/>
                  </a:lnTo>
                  <a:lnTo>
                    <a:pt x="0" y="210819"/>
                  </a:lnTo>
                  <a:lnTo>
                    <a:pt x="3809" y="210819"/>
                  </a:lnTo>
                  <a:lnTo>
                    <a:pt x="3809" y="207010"/>
                  </a:lnTo>
                  <a:close/>
                </a:path>
                <a:path w="3809" h="215900">
                  <a:moveTo>
                    <a:pt x="3809" y="210820"/>
                  </a:moveTo>
                  <a:lnTo>
                    <a:pt x="0" y="210820"/>
                  </a:lnTo>
                  <a:lnTo>
                    <a:pt x="0" y="213359"/>
                  </a:lnTo>
                  <a:lnTo>
                    <a:pt x="3809" y="213359"/>
                  </a:lnTo>
                  <a:lnTo>
                    <a:pt x="3809" y="210820"/>
                  </a:lnTo>
                  <a:close/>
                </a:path>
                <a:path w="3809" h="215900">
                  <a:moveTo>
                    <a:pt x="3809" y="213360"/>
                  </a:moveTo>
                  <a:lnTo>
                    <a:pt x="0" y="213360"/>
                  </a:lnTo>
                  <a:lnTo>
                    <a:pt x="0" y="214630"/>
                  </a:lnTo>
                  <a:lnTo>
                    <a:pt x="1270" y="214630"/>
                  </a:lnTo>
                  <a:lnTo>
                    <a:pt x="1270" y="215900"/>
                  </a:lnTo>
                  <a:lnTo>
                    <a:pt x="3809" y="215900"/>
                  </a:lnTo>
                  <a:lnTo>
                    <a:pt x="3809" y="213360"/>
                  </a:lnTo>
                  <a:close/>
                </a:path>
              </a:pathLst>
            </a:custGeom>
            <a:solidFill>
              <a:srgbClr val="C9D1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2" name="object 2742"/>
            <p:cNvSpPr/>
            <p:nvPr/>
          </p:nvSpPr>
          <p:spPr>
            <a:xfrm>
              <a:off x="7077710" y="5231130"/>
              <a:ext cx="3810" cy="218440"/>
            </a:xfrm>
            <a:custGeom>
              <a:avLst/>
              <a:gdLst/>
              <a:ahLst/>
              <a:cxnLst/>
              <a:rect l="l" t="t" r="r" b="b"/>
              <a:pathLst>
                <a:path w="3809" h="218439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  <a:path w="3809" h="218439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09" h="218439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09" h="218439">
                  <a:moveTo>
                    <a:pt x="3810" y="8890"/>
                  </a:moveTo>
                  <a:lnTo>
                    <a:pt x="0" y="8890"/>
                  </a:lnTo>
                  <a:lnTo>
                    <a:pt x="0" y="205740"/>
                  </a:lnTo>
                  <a:lnTo>
                    <a:pt x="3810" y="205740"/>
                  </a:lnTo>
                  <a:lnTo>
                    <a:pt x="3810" y="8890"/>
                  </a:lnTo>
                  <a:close/>
                </a:path>
                <a:path w="3809" h="218439">
                  <a:moveTo>
                    <a:pt x="3810" y="205740"/>
                  </a:moveTo>
                  <a:lnTo>
                    <a:pt x="0" y="205740"/>
                  </a:lnTo>
                  <a:lnTo>
                    <a:pt x="0" y="208280"/>
                  </a:lnTo>
                  <a:lnTo>
                    <a:pt x="3810" y="208280"/>
                  </a:lnTo>
                  <a:lnTo>
                    <a:pt x="3810" y="205740"/>
                  </a:lnTo>
                  <a:close/>
                </a:path>
                <a:path w="3809" h="218439">
                  <a:moveTo>
                    <a:pt x="3810" y="208280"/>
                  </a:moveTo>
                  <a:lnTo>
                    <a:pt x="0" y="208280"/>
                  </a:lnTo>
                  <a:lnTo>
                    <a:pt x="0" y="212090"/>
                  </a:lnTo>
                  <a:lnTo>
                    <a:pt x="3810" y="212090"/>
                  </a:lnTo>
                  <a:lnTo>
                    <a:pt x="3810" y="208280"/>
                  </a:lnTo>
                  <a:close/>
                </a:path>
                <a:path w="3809" h="218439">
                  <a:moveTo>
                    <a:pt x="3810" y="212090"/>
                  </a:moveTo>
                  <a:lnTo>
                    <a:pt x="0" y="212090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212090"/>
                  </a:lnTo>
                  <a:close/>
                </a:path>
                <a:path w="3809" h="218439">
                  <a:moveTo>
                    <a:pt x="3810" y="214630"/>
                  </a:moveTo>
                  <a:lnTo>
                    <a:pt x="0" y="214630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4630"/>
                  </a:lnTo>
                  <a:close/>
                </a:path>
              </a:pathLst>
            </a:custGeom>
            <a:solidFill>
              <a:srgbClr val="C6CF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3" name="object 2743"/>
            <p:cNvSpPr/>
            <p:nvPr/>
          </p:nvSpPr>
          <p:spPr>
            <a:xfrm>
              <a:off x="7081520" y="5229859"/>
              <a:ext cx="3810" cy="222250"/>
            </a:xfrm>
            <a:custGeom>
              <a:avLst/>
              <a:gdLst/>
              <a:ahLst/>
              <a:cxnLst/>
              <a:rect l="l" t="t" r="r" b="b"/>
              <a:pathLst>
                <a:path w="3809" h="222250">
                  <a:moveTo>
                    <a:pt x="380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0"/>
                  </a:lnTo>
                  <a:close/>
                </a:path>
                <a:path w="3809" h="222250">
                  <a:moveTo>
                    <a:pt x="380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3809"/>
                  </a:lnTo>
                  <a:close/>
                </a:path>
                <a:path w="3809" h="222250">
                  <a:moveTo>
                    <a:pt x="380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6350"/>
                  </a:lnTo>
                  <a:close/>
                </a:path>
                <a:path w="3809" h="222250">
                  <a:moveTo>
                    <a:pt x="3809" y="10159"/>
                  </a:moveTo>
                  <a:lnTo>
                    <a:pt x="0" y="10159"/>
                  </a:lnTo>
                  <a:lnTo>
                    <a:pt x="0" y="207009"/>
                  </a:lnTo>
                  <a:lnTo>
                    <a:pt x="3809" y="207009"/>
                  </a:lnTo>
                  <a:lnTo>
                    <a:pt x="3809" y="10159"/>
                  </a:lnTo>
                  <a:close/>
                </a:path>
                <a:path w="3809" h="222250">
                  <a:moveTo>
                    <a:pt x="3809" y="207009"/>
                  </a:moveTo>
                  <a:lnTo>
                    <a:pt x="0" y="207009"/>
                  </a:lnTo>
                  <a:lnTo>
                    <a:pt x="0" y="209549"/>
                  </a:lnTo>
                  <a:lnTo>
                    <a:pt x="3809" y="209549"/>
                  </a:lnTo>
                  <a:lnTo>
                    <a:pt x="3809" y="207009"/>
                  </a:lnTo>
                  <a:close/>
                </a:path>
                <a:path w="3809" h="222250">
                  <a:moveTo>
                    <a:pt x="3809" y="209550"/>
                  </a:moveTo>
                  <a:lnTo>
                    <a:pt x="0" y="209550"/>
                  </a:lnTo>
                  <a:lnTo>
                    <a:pt x="0" y="213359"/>
                  </a:lnTo>
                  <a:lnTo>
                    <a:pt x="3809" y="213359"/>
                  </a:lnTo>
                  <a:lnTo>
                    <a:pt x="3809" y="209550"/>
                  </a:lnTo>
                  <a:close/>
                </a:path>
                <a:path w="3809" h="222250">
                  <a:moveTo>
                    <a:pt x="3809" y="213359"/>
                  </a:moveTo>
                  <a:lnTo>
                    <a:pt x="0" y="213359"/>
                  </a:lnTo>
                  <a:lnTo>
                    <a:pt x="0" y="215899"/>
                  </a:lnTo>
                  <a:lnTo>
                    <a:pt x="3809" y="215899"/>
                  </a:lnTo>
                  <a:lnTo>
                    <a:pt x="3809" y="213359"/>
                  </a:lnTo>
                  <a:close/>
                </a:path>
                <a:path w="3809" h="222250">
                  <a:moveTo>
                    <a:pt x="3809" y="215900"/>
                  </a:moveTo>
                  <a:lnTo>
                    <a:pt x="0" y="215900"/>
                  </a:lnTo>
                  <a:lnTo>
                    <a:pt x="0" y="219709"/>
                  </a:lnTo>
                  <a:lnTo>
                    <a:pt x="3809" y="219709"/>
                  </a:lnTo>
                  <a:lnTo>
                    <a:pt x="3809" y="215900"/>
                  </a:lnTo>
                  <a:close/>
                </a:path>
                <a:path w="3809" h="222250">
                  <a:moveTo>
                    <a:pt x="3809" y="219709"/>
                  </a:moveTo>
                  <a:lnTo>
                    <a:pt x="0" y="219709"/>
                  </a:lnTo>
                  <a:lnTo>
                    <a:pt x="0" y="220979"/>
                  </a:lnTo>
                  <a:lnTo>
                    <a:pt x="2539" y="220979"/>
                  </a:lnTo>
                  <a:lnTo>
                    <a:pt x="2539" y="222249"/>
                  </a:lnTo>
                  <a:lnTo>
                    <a:pt x="3809" y="222249"/>
                  </a:lnTo>
                  <a:lnTo>
                    <a:pt x="3809" y="219709"/>
                  </a:lnTo>
                  <a:close/>
                </a:path>
              </a:pathLst>
            </a:custGeom>
            <a:solidFill>
              <a:srgbClr val="C3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4" name="object 2744"/>
            <p:cNvSpPr/>
            <p:nvPr/>
          </p:nvSpPr>
          <p:spPr>
            <a:xfrm>
              <a:off x="7085330" y="5228602"/>
              <a:ext cx="2540" cy="223520"/>
            </a:xfrm>
            <a:custGeom>
              <a:avLst/>
              <a:gdLst/>
              <a:ahLst/>
              <a:cxnLst/>
              <a:rect l="l" t="t" r="r" b="b"/>
              <a:pathLst>
                <a:path w="2540" h="223520">
                  <a:moveTo>
                    <a:pt x="2540" y="220980"/>
                  </a:moveTo>
                  <a:lnTo>
                    <a:pt x="0" y="220980"/>
                  </a:lnTo>
                  <a:lnTo>
                    <a:pt x="0" y="223507"/>
                  </a:lnTo>
                  <a:lnTo>
                    <a:pt x="2540" y="223507"/>
                  </a:lnTo>
                  <a:lnTo>
                    <a:pt x="2540" y="220980"/>
                  </a:lnTo>
                  <a:close/>
                </a:path>
                <a:path w="2540" h="223520">
                  <a:moveTo>
                    <a:pt x="2540" y="217170"/>
                  </a:moveTo>
                  <a:lnTo>
                    <a:pt x="0" y="217170"/>
                  </a:lnTo>
                  <a:lnTo>
                    <a:pt x="0" y="220967"/>
                  </a:lnTo>
                  <a:lnTo>
                    <a:pt x="2540" y="220967"/>
                  </a:lnTo>
                  <a:lnTo>
                    <a:pt x="2540" y="217170"/>
                  </a:lnTo>
                  <a:close/>
                </a:path>
                <a:path w="2540" h="223520">
                  <a:moveTo>
                    <a:pt x="2540" y="214630"/>
                  </a:moveTo>
                  <a:lnTo>
                    <a:pt x="0" y="214630"/>
                  </a:lnTo>
                  <a:lnTo>
                    <a:pt x="0" y="217157"/>
                  </a:lnTo>
                  <a:lnTo>
                    <a:pt x="2540" y="217157"/>
                  </a:lnTo>
                  <a:lnTo>
                    <a:pt x="2540" y="214630"/>
                  </a:lnTo>
                  <a:close/>
                </a:path>
                <a:path w="2540" h="223520">
                  <a:moveTo>
                    <a:pt x="2540" y="210820"/>
                  </a:moveTo>
                  <a:lnTo>
                    <a:pt x="0" y="210820"/>
                  </a:lnTo>
                  <a:lnTo>
                    <a:pt x="0" y="214617"/>
                  </a:lnTo>
                  <a:lnTo>
                    <a:pt x="2540" y="214617"/>
                  </a:lnTo>
                  <a:lnTo>
                    <a:pt x="2540" y="210820"/>
                  </a:lnTo>
                  <a:close/>
                </a:path>
                <a:path w="2540" h="223520">
                  <a:moveTo>
                    <a:pt x="2540" y="208280"/>
                  </a:moveTo>
                  <a:lnTo>
                    <a:pt x="0" y="208280"/>
                  </a:lnTo>
                  <a:lnTo>
                    <a:pt x="0" y="210807"/>
                  </a:lnTo>
                  <a:lnTo>
                    <a:pt x="2540" y="210807"/>
                  </a:lnTo>
                  <a:lnTo>
                    <a:pt x="2540" y="208280"/>
                  </a:lnTo>
                  <a:close/>
                </a:path>
                <a:path w="2540" h="223520">
                  <a:moveTo>
                    <a:pt x="2540" y="11430"/>
                  </a:moveTo>
                  <a:lnTo>
                    <a:pt x="0" y="11430"/>
                  </a:lnTo>
                  <a:lnTo>
                    <a:pt x="0" y="208267"/>
                  </a:lnTo>
                  <a:lnTo>
                    <a:pt x="2540" y="208267"/>
                  </a:lnTo>
                  <a:lnTo>
                    <a:pt x="2540" y="11430"/>
                  </a:lnTo>
                  <a:close/>
                </a:path>
                <a:path w="2540" h="223520">
                  <a:moveTo>
                    <a:pt x="2540" y="7620"/>
                  </a:moveTo>
                  <a:lnTo>
                    <a:pt x="0" y="7620"/>
                  </a:lnTo>
                  <a:lnTo>
                    <a:pt x="0" y="11417"/>
                  </a:lnTo>
                  <a:lnTo>
                    <a:pt x="2540" y="11417"/>
                  </a:lnTo>
                  <a:lnTo>
                    <a:pt x="2540" y="7620"/>
                  </a:lnTo>
                  <a:close/>
                </a:path>
                <a:path w="2540" h="223520">
                  <a:moveTo>
                    <a:pt x="2540" y="5080"/>
                  </a:moveTo>
                  <a:lnTo>
                    <a:pt x="0" y="5080"/>
                  </a:lnTo>
                  <a:lnTo>
                    <a:pt x="0" y="7607"/>
                  </a:lnTo>
                  <a:lnTo>
                    <a:pt x="2540" y="7607"/>
                  </a:lnTo>
                  <a:lnTo>
                    <a:pt x="2540" y="5080"/>
                  </a:lnTo>
                  <a:close/>
                </a:path>
                <a:path w="2540" h="223520">
                  <a:moveTo>
                    <a:pt x="2540" y="0"/>
                  </a:moveTo>
                  <a:lnTo>
                    <a:pt x="0" y="0"/>
                  </a:lnTo>
                  <a:lnTo>
                    <a:pt x="0" y="5067"/>
                  </a:lnTo>
                  <a:lnTo>
                    <a:pt x="2540" y="506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5" name="object 2745"/>
            <p:cNvSpPr/>
            <p:nvPr/>
          </p:nvSpPr>
          <p:spPr>
            <a:xfrm>
              <a:off x="7087870" y="5227319"/>
              <a:ext cx="3810" cy="226060"/>
            </a:xfrm>
            <a:custGeom>
              <a:avLst/>
              <a:gdLst/>
              <a:ahLst/>
              <a:cxnLst/>
              <a:rect l="l" t="t" r="r" b="b"/>
              <a:pathLst>
                <a:path w="3809" h="226060">
                  <a:moveTo>
                    <a:pt x="3810" y="224802"/>
                  </a:moveTo>
                  <a:lnTo>
                    <a:pt x="0" y="22480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4802"/>
                  </a:lnTo>
                  <a:close/>
                </a:path>
                <a:path w="3809" h="226060">
                  <a:moveTo>
                    <a:pt x="3810" y="12712"/>
                  </a:moveTo>
                  <a:lnTo>
                    <a:pt x="0" y="12712"/>
                  </a:lnTo>
                  <a:lnTo>
                    <a:pt x="0" y="209550"/>
                  </a:lnTo>
                  <a:lnTo>
                    <a:pt x="3810" y="209550"/>
                  </a:lnTo>
                  <a:lnTo>
                    <a:pt x="3810" y="12712"/>
                  </a:lnTo>
                  <a:close/>
                </a:path>
                <a:path w="3809" h="226060">
                  <a:moveTo>
                    <a:pt x="3810" y="8902"/>
                  </a:moveTo>
                  <a:lnTo>
                    <a:pt x="0" y="8902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8902"/>
                  </a:lnTo>
                  <a:close/>
                </a:path>
                <a:path w="3809" h="226060">
                  <a:moveTo>
                    <a:pt x="3810" y="6362"/>
                  </a:moveTo>
                  <a:lnTo>
                    <a:pt x="0" y="636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6362"/>
                  </a:lnTo>
                  <a:close/>
                </a:path>
                <a:path w="3809" h="226060">
                  <a:moveTo>
                    <a:pt x="3810" y="1282"/>
                  </a:moveTo>
                  <a:lnTo>
                    <a:pt x="0" y="1282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1282"/>
                  </a:lnTo>
                  <a:close/>
                </a:path>
                <a:path w="3809" h="2260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6" name="object 2746"/>
            <p:cNvSpPr/>
            <p:nvPr/>
          </p:nvSpPr>
          <p:spPr>
            <a:xfrm>
              <a:off x="7091680" y="5227319"/>
              <a:ext cx="3810" cy="227329"/>
            </a:xfrm>
            <a:custGeom>
              <a:avLst/>
              <a:gdLst/>
              <a:ahLst/>
              <a:cxnLst/>
              <a:rect l="l" t="t" r="r" b="b"/>
              <a:pathLst>
                <a:path w="3809" h="227329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09" h="227329">
                  <a:moveTo>
                    <a:pt x="381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2262"/>
                  </a:lnTo>
                  <a:close/>
                </a:path>
                <a:path w="3809" h="227329">
                  <a:moveTo>
                    <a:pt x="3810" y="218452"/>
                  </a:moveTo>
                  <a:lnTo>
                    <a:pt x="0" y="21845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18452"/>
                  </a:lnTo>
                  <a:close/>
                </a:path>
                <a:path w="3809" h="227329">
                  <a:moveTo>
                    <a:pt x="3810" y="215912"/>
                  </a:moveTo>
                  <a:lnTo>
                    <a:pt x="0" y="215912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5912"/>
                  </a:lnTo>
                  <a:close/>
                </a:path>
                <a:path w="3809" h="227329">
                  <a:moveTo>
                    <a:pt x="3810" y="212102"/>
                  </a:moveTo>
                  <a:lnTo>
                    <a:pt x="0" y="212102"/>
                  </a:lnTo>
                  <a:lnTo>
                    <a:pt x="0" y="215900"/>
                  </a:lnTo>
                  <a:lnTo>
                    <a:pt x="3810" y="215900"/>
                  </a:lnTo>
                  <a:lnTo>
                    <a:pt x="3810" y="212102"/>
                  </a:lnTo>
                  <a:close/>
                </a:path>
                <a:path w="3809" h="227329">
                  <a:moveTo>
                    <a:pt x="3810" y="209562"/>
                  </a:moveTo>
                  <a:lnTo>
                    <a:pt x="0" y="209562"/>
                  </a:lnTo>
                  <a:lnTo>
                    <a:pt x="0" y="212090"/>
                  </a:lnTo>
                  <a:lnTo>
                    <a:pt x="3810" y="212090"/>
                  </a:lnTo>
                  <a:lnTo>
                    <a:pt x="3810" y="209562"/>
                  </a:lnTo>
                  <a:close/>
                </a:path>
                <a:path w="3809" h="227329">
                  <a:moveTo>
                    <a:pt x="3810" y="12712"/>
                  </a:moveTo>
                  <a:lnTo>
                    <a:pt x="0" y="12712"/>
                  </a:lnTo>
                  <a:lnTo>
                    <a:pt x="0" y="209550"/>
                  </a:lnTo>
                  <a:lnTo>
                    <a:pt x="3810" y="209550"/>
                  </a:lnTo>
                  <a:lnTo>
                    <a:pt x="3810" y="12712"/>
                  </a:lnTo>
                  <a:close/>
                </a:path>
                <a:path w="3809" h="227329">
                  <a:moveTo>
                    <a:pt x="3810" y="8902"/>
                  </a:moveTo>
                  <a:lnTo>
                    <a:pt x="0" y="8902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8902"/>
                  </a:lnTo>
                  <a:close/>
                </a:path>
                <a:path w="3809" h="227329">
                  <a:moveTo>
                    <a:pt x="3810" y="6362"/>
                  </a:moveTo>
                  <a:lnTo>
                    <a:pt x="0" y="636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6362"/>
                  </a:lnTo>
                  <a:close/>
                </a:path>
                <a:path w="3809" h="227329">
                  <a:moveTo>
                    <a:pt x="3810" y="1282"/>
                  </a:moveTo>
                  <a:lnTo>
                    <a:pt x="0" y="1282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1282"/>
                  </a:lnTo>
                  <a:close/>
                </a:path>
                <a:path w="3809" h="227329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B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7" name="object 2747"/>
            <p:cNvSpPr/>
            <p:nvPr/>
          </p:nvSpPr>
          <p:spPr>
            <a:xfrm>
              <a:off x="7095490" y="5226050"/>
              <a:ext cx="3810" cy="229870"/>
            </a:xfrm>
            <a:custGeom>
              <a:avLst/>
              <a:gdLst/>
              <a:ahLst/>
              <a:cxnLst/>
              <a:rect l="l" t="t" r="r" b="b"/>
              <a:pathLst>
                <a:path w="3809" h="229870">
                  <a:moveTo>
                    <a:pt x="3809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09" h="229870">
                  <a:moveTo>
                    <a:pt x="3809" y="2540"/>
                  </a:moveTo>
                  <a:lnTo>
                    <a:pt x="0" y="2540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2540"/>
                  </a:lnTo>
                  <a:close/>
                </a:path>
                <a:path w="3809" h="229870">
                  <a:moveTo>
                    <a:pt x="3809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7620"/>
                  </a:lnTo>
                  <a:close/>
                </a:path>
                <a:path w="3809" h="229870">
                  <a:moveTo>
                    <a:pt x="3809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10160"/>
                  </a:lnTo>
                  <a:close/>
                </a:path>
                <a:path w="3809" h="229870">
                  <a:moveTo>
                    <a:pt x="3809" y="13970"/>
                  </a:moveTo>
                  <a:lnTo>
                    <a:pt x="0" y="13970"/>
                  </a:lnTo>
                  <a:lnTo>
                    <a:pt x="0" y="210819"/>
                  </a:lnTo>
                  <a:lnTo>
                    <a:pt x="3809" y="210819"/>
                  </a:lnTo>
                  <a:lnTo>
                    <a:pt x="3809" y="13970"/>
                  </a:lnTo>
                  <a:close/>
                </a:path>
                <a:path w="3809" h="229870">
                  <a:moveTo>
                    <a:pt x="3809" y="210820"/>
                  </a:moveTo>
                  <a:lnTo>
                    <a:pt x="0" y="210820"/>
                  </a:lnTo>
                  <a:lnTo>
                    <a:pt x="0" y="213359"/>
                  </a:lnTo>
                  <a:lnTo>
                    <a:pt x="3809" y="213359"/>
                  </a:lnTo>
                  <a:lnTo>
                    <a:pt x="3809" y="210820"/>
                  </a:lnTo>
                  <a:close/>
                </a:path>
                <a:path w="3809" h="229870">
                  <a:moveTo>
                    <a:pt x="3809" y="213360"/>
                  </a:moveTo>
                  <a:lnTo>
                    <a:pt x="0" y="213360"/>
                  </a:lnTo>
                  <a:lnTo>
                    <a:pt x="0" y="217169"/>
                  </a:lnTo>
                  <a:lnTo>
                    <a:pt x="3809" y="217169"/>
                  </a:lnTo>
                  <a:lnTo>
                    <a:pt x="3809" y="213360"/>
                  </a:lnTo>
                  <a:close/>
                </a:path>
                <a:path w="3809" h="229870">
                  <a:moveTo>
                    <a:pt x="3809" y="217170"/>
                  </a:moveTo>
                  <a:lnTo>
                    <a:pt x="0" y="217170"/>
                  </a:lnTo>
                  <a:lnTo>
                    <a:pt x="0" y="219709"/>
                  </a:lnTo>
                  <a:lnTo>
                    <a:pt x="3809" y="219709"/>
                  </a:lnTo>
                  <a:lnTo>
                    <a:pt x="3809" y="217170"/>
                  </a:lnTo>
                  <a:close/>
                </a:path>
                <a:path w="3809" h="229870">
                  <a:moveTo>
                    <a:pt x="3809" y="219710"/>
                  </a:moveTo>
                  <a:lnTo>
                    <a:pt x="0" y="219710"/>
                  </a:lnTo>
                  <a:lnTo>
                    <a:pt x="0" y="223519"/>
                  </a:lnTo>
                  <a:lnTo>
                    <a:pt x="3809" y="223519"/>
                  </a:lnTo>
                  <a:lnTo>
                    <a:pt x="3809" y="219710"/>
                  </a:lnTo>
                  <a:close/>
                </a:path>
                <a:path w="3809" h="229870">
                  <a:moveTo>
                    <a:pt x="3809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3809" y="226059"/>
                  </a:lnTo>
                  <a:lnTo>
                    <a:pt x="3809" y="223520"/>
                  </a:lnTo>
                  <a:close/>
                </a:path>
                <a:path w="3809" h="229870">
                  <a:moveTo>
                    <a:pt x="3809" y="226060"/>
                  </a:moveTo>
                  <a:lnTo>
                    <a:pt x="0" y="226060"/>
                  </a:lnTo>
                  <a:lnTo>
                    <a:pt x="0" y="228600"/>
                  </a:lnTo>
                  <a:lnTo>
                    <a:pt x="1269" y="228600"/>
                  </a:lnTo>
                  <a:lnTo>
                    <a:pt x="1269" y="229869"/>
                  </a:lnTo>
                  <a:lnTo>
                    <a:pt x="3809" y="229869"/>
                  </a:lnTo>
                  <a:lnTo>
                    <a:pt x="3809" y="226060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8" name="object 2748"/>
            <p:cNvSpPr/>
            <p:nvPr/>
          </p:nvSpPr>
          <p:spPr>
            <a:xfrm>
              <a:off x="7099300" y="5224780"/>
              <a:ext cx="3810" cy="231140"/>
            </a:xfrm>
            <a:custGeom>
              <a:avLst/>
              <a:gdLst/>
              <a:ahLst/>
              <a:cxnLst/>
              <a:rect l="l" t="t" r="r" b="b"/>
              <a:pathLst>
                <a:path w="3809" h="231139">
                  <a:moveTo>
                    <a:pt x="3809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09" h="231139">
                  <a:moveTo>
                    <a:pt x="3809" y="3810"/>
                  </a:moveTo>
                  <a:lnTo>
                    <a:pt x="0" y="3810"/>
                  </a:lnTo>
                  <a:lnTo>
                    <a:pt x="0" y="8890"/>
                  </a:lnTo>
                  <a:lnTo>
                    <a:pt x="3809" y="8890"/>
                  </a:lnTo>
                  <a:lnTo>
                    <a:pt x="3809" y="3810"/>
                  </a:lnTo>
                  <a:close/>
                </a:path>
                <a:path w="3809" h="231139">
                  <a:moveTo>
                    <a:pt x="380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8890"/>
                  </a:lnTo>
                  <a:close/>
                </a:path>
                <a:path w="3809" h="231139">
                  <a:moveTo>
                    <a:pt x="3809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09" y="15240"/>
                  </a:lnTo>
                  <a:lnTo>
                    <a:pt x="3809" y="11430"/>
                  </a:lnTo>
                  <a:close/>
                </a:path>
                <a:path w="3809" h="231139">
                  <a:moveTo>
                    <a:pt x="3809" y="15240"/>
                  </a:moveTo>
                  <a:lnTo>
                    <a:pt x="0" y="15240"/>
                  </a:lnTo>
                  <a:lnTo>
                    <a:pt x="0" y="212090"/>
                  </a:lnTo>
                  <a:lnTo>
                    <a:pt x="3809" y="212090"/>
                  </a:lnTo>
                  <a:lnTo>
                    <a:pt x="3809" y="15240"/>
                  </a:lnTo>
                  <a:close/>
                </a:path>
                <a:path w="3809" h="231139">
                  <a:moveTo>
                    <a:pt x="3809" y="212090"/>
                  </a:moveTo>
                  <a:lnTo>
                    <a:pt x="0" y="212090"/>
                  </a:lnTo>
                  <a:lnTo>
                    <a:pt x="0" y="214630"/>
                  </a:lnTo>
                  <a:lnTo>
                    <a:pt x="3809" y="214630"/>
                  </a:lnTo>
                  <a:lnTo>
                    <a:pt x="3809" y="212090"/>
                  </a:lnTo>
                  <a:close/>
                </a:path>
                <a:path w="3809" h="231139">
                  <a:moveTo>
                    <a:pt x="3809" y="214630"/>
                  </a:moveTo>
                  <a:lnTo>
                    <a:pt x="0" y="214630"/>
                  </a:lnTo>
                  <a:lnTo>
                    <a:pt x="0" y="218440"/>
                  </a:lnTo>
                  <a:lnTo>
                    <a:pt x="3809" y="218440"/>
                  </a:lnTo>
                  <a:lnTo>
                    <a:pt x="3809" y="214630"/>
                  </a:lnTo>
                  <a:close/>
                </a:path>
                <a:path w="3809" h="231139">
                  <a:moveTo>
                    <a:pt x="3809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3809" y="220980"/>
                  </a:lnTo>
                  <a:lnTo>
                    <a:pt x="3809" y="218440"/>
                  </a:lnTo>
                  <a:close/>
                </a:path>
                <a:path w="3809" h="231139">
                  <a:moveTo>
                    <a:pt x="3809" y="220980"/>
                  </a:moveTo>
                  <a:lnTo>
                    <a:pt x="0" y="220980"/>
                  </a:lnTo>
                  <a:lnTo>
                    <a:pt x="0" y="224790"/>
                  </a:lnTo>
                  <a:lnTo>
                    <a:pt x="3809" y="224790"/>
                  </a:lnTo>
                  <a:lnTo>
                    <a:pt x="3809" y="220980"/>
                  </a:lnTo>
                  <a:close/>
                </a:path>
                <a:path w="3809" h="231139">
                  <a:moveTo>
                    <a:pt x="3809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09" y="227330"/>
                  </a:lnTo>
                  <a:lnTo>
                    <a:pt x="3809" y="224790"/>
                  </a:lnTo>
                  <a:close/>
                </a:path>
                <a:path w="3809" h="231139">
                  <a:moveTo>
                    <a:pt x="3809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3809" y="231140"/>
                  </a:lnTo>
                  <a:lnTo>
                    <a:pt x="3809" y="227330"/>
                  </a:lnTo>
                  <a:close/>
                </a:path>
              </a:pathLst>
            </a:custGeom>
            <a:solidFill>
              <a:srgbClr val="B6C1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9" name="object 2749"/>
            <p:cNvSpPr/>
            <p:nvPr/>
          </p:nvSpPr>
          <p:spPr>
            <a:xfrm>
              <a:off x="7103110" y="5223509"/>
              <a:ext cx="3810" cy="233679"/>
            </a:xfrm>
            <a:custGeom>
              <a:avLst/>
              <a:gdLst/>
              <a:ahLst/>
              <a:cxnLst/>
              <a:rect l="l" t="t" r="r" b="b"/>
              <a:pathLst>
                <a:path w="3809" h="233679">
                  <a:moveTo>
                    <a:pt x="3810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0" y="1269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09" h="233679">
                  <a:moveTo>
                    <a:pt x="3810" y="5080"/>
                  </a:moveTo>
                  <a:lnTo>
                    <a:pt x="0" y="508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5080"/>
                  </a:lnTo>
                  <a:close/>
                </a:path>
                <a:path w="3809" h="233679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09" h="233679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09" h="233679">
                  <a:moveTo>
                    <a:pt x="3810" y="16509"/>
                  </a:moveTo>
                  <a:lnTo>
                    <a:pt x="0" y="16509"/>
                  </a:lnTo>
                  <a:lnTo>
                    <a:pt x="0" y="213359"/>
                  </a:lnTo>
                  <a:lnTo>
                    <a:pt x="3810" y="213359"/>
                  </a:lnTo>
                  <a:lnTo>
                    <a:pt x="3810" y="16509"/>
                  </a:lnTo>
                  <a:close/>
                </a:path>
                <a:path w="3809" h="233679">
                  <a:moveTo>
                    <a:pt x="3810" y="213359"/>
                  </a:moveTo>
                  <a:lnTo>
                    <a:pt x="0" y="213359"/>
                  </a:lnTo>
                  <a:lnTo>
                    <a:pt x="0" y="215899"/>
                  </a:lnTo>
                  <a:lnTo>
                    <a:pt x="3810" y="215899"/>
                  </a:lnTo>
                  <a:lnTo>
                    <a:pt x="3810" y="213359"/>
                  </a:lnTo>
                  <a:close/>
                </a:path>
                <a:path w="3809" h="233679">
                  <a:moveTo>
                    <a:pt x="3810" y="215900"/>
                  </a:moveTo>
                  <a:lnTo>
                    <a:pt x="0" y="215900"/>
                  </a:lnTo>
                  <a:lnTo>
                    <a:pt x="0" y="219709"/>
                  </a:lnTo>
                  <a:lnTo>
                    <a:pt x="3810" y="219709"/>
                  </a:lnTo>
                  <a:lnTo>
                    <a:pt x="3810" y="215900"/>
                  </a:lnTo>
                  <a:close/>
                </a:path>
                <a:path w="3809" h="233679">
                  <a:moveTo>
                    <a:pt x="3810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3810" y="222249"/>
                  </a:lnTo>
                  <a:lnTo>
                    <a:pt x="3810" y="219709"/>
                  </a:lnTo>
                  <a:close/>
                </a:path>
                <a:path w="3809" h="233679">
                  <a:moveTo>
                    <a:pt x="3810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22250"/>
                  </a:lnTo>
                  <a:close/>
                </a:path>
                <a:path w="3809" h="233679">
                  <a:moveTo>
                    <a:pt x="3810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6059"/>
                  </a:lnTo>
                  <a:close/>
                </a:path>
                <a:path w="3809" h="233679">
                  <a:moveTo>
                    <a:pt x="3810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8600"/>
                  </a:lnTo>
                  <a:close/>
                </a:path>
                <a:path w="3809" h="233679">
                  <a:moveTo>
                    <a:pt x="3810" y="232409"/>
                  </a:moveTo>
                  <a:lnTo>
                    <a:pt x="2540" y="232409"/>
                  </a:lnTo>
                  <a:lnTo>
                    <a:pt x="2540" y="233679"/>
                  </a:lnTo>
                  <a:lnTo>
                    <a:pt x="3810" y="233679"/>
                  </a:lnTo>
                  <a:lnTo>
                    <a:pt x="3810" y="232409"/>
                  </a:lnTo>
                  <a:close/>
                </a:path>
              </a:pathLst>
            </a:custGeom>
            <a:solidFill>
              <a:srgbClr val="B3BF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0" name="object 2750"/>
            <p:cNvSpPr/>
            <p:nvPr/>
          </p:nvSpPr>
          <p:spPr>
            <a:xfrm>
              <a:off x="7106920" y="5223522"/>
              <a:ext cx="2540" cy="233679"/>
            </a:xfrm>
            <a:custGeom>
              <a:avLst/>
              <a:gdLst/>
              <a:ahLst/>
              <a:cxnLst/>
              <a:rect l="l" t="t" r="r" b="b"/>
              <a:pathLst>
                <a:path w="2540" h="233679">
                  <a:moveTo>
                    <a:pt x="2540" y="232410"/>
                  </a:moveTo>
                  <a:lnTo>
                    <a:pt x="0" y="232410"/>
                  </a:lnTo>
                  <a:lnTo>
                    <a:pt x="0" y="233667"/>
                  </a:lnTo>
                  <a:lnTo>
                    <a:pt x="2540" y="233667"/>
                  </a:lnTo>
                  <a:lnTo>
                    <a:pt x="2540" y="232410"/>
                  </a:lnTo>
                  <a:close/>
                </a:path>
                <a:path w="2540" h="233679">
                  <a:moveTo>
                    <a:pt x="254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2540" y="232397"/>
                  </a:lnTo>
                  <a:lnTo>
                    <a:pt x="2540" y="228600"/>
                  </a:lnTo>
                  <a:close/>
                </a:path>
                <a:path w="2540" h="233679">
                  <a:moveTo>
                    <a:pt x="254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2540" y="228587"/>
                  </a:lnTo>
                  <a:lnTo>
                    <a:pt x="2540" y="226060"/>
                  </a:lnTo>
                  <a:close/>
                </a:path>
                <a:path w="2540" h="233679">
                  <a:moveTo>
                    <a:pt x="254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2540" y="226047"/>
                  </a:lnTo>
                  <a:lnTo>
                    <a:pt x="2540" y="222250"/>
                  </a:lnTo>
                  <a:close/>
                </a:path>
                <a:path w="2540" h="233679">
                  <a:moveTo>
                    <a:pt x="2540" y="219710"/>
                  </a:moveTo>
                  <a:lnTo>
                    <a:pt x="0" y="219710"/>
                  </a:lnTo>
                  <a:lnTo>
                    <a:pt x="0" y="222237"/>
                  </a:lnTo>
                  <a:lnTo>
                    <a:pt x="2540" y="222237"/>
                  </a:lnTo>
                  <a:lnTo>
                    <a:pt x="2540" y="219710"/>
                  </a:lnTo>
                  <a:close/>
                </a:path>
                <a:path w="2540" h="233679">
                  <a:moveTo>
                    <a:pt x="2540" y="215900"/>
                  </a:moveTo>
                  <a:lnTo>
                    <a:pt x="0" y="215900"/>
                  </a:lnTo>
                  <a:lnTo>
                    <a:pt x="0" y="219697"/>
                  </a:lnTo>
                  <a:lnTo>
                    <a:pt x="2540" y="219697"/>
                  </a:lnTo>
                  <a:lnTo>
                    <a:pt x="2540" y="215900"/>
                  </a:lnTo>
                  <a:close/>
                </a:path>
                <a:path w="2540" h="233679">
                  <a:moveTo>
                    <a:pt x="2540" y="213360"/>
                  </a:moveTo>
                  <a:lnTo>
                    <a:pt x="0" y="213360"/>
                  </a:lnTo>
                  <a:lnTo>
                    <a:pt x="0" y="215887"/>
                  </a:lnTo>
                  <a:lnTo>
                    <a:pt x="2540" y="215887"/>
                  </a:lnTo>
                  <a:lnTo>
                    <a:pt x="2540" y="213360"/>
                  </a:lnTo>
                  <a:close/>
                </a:path>
                <a:path w="2540" h="233679">
                  <a:moveTo>
                    <a:pt x="2540" y="16510"/>
                  </a:moveTo>
                  <a:lnTo>
                    <a:pt x="0" y="16510"/>
                  </a:lnTo>
                  <a:lnTo>
                    <a:pt x="0" y="213347"/>
                  </a:lnTo>
                  <a:lnTo>
                    <a:pt x="2540" y="213347"/>
                  </a:lnTo>
                  <a:lnTo>
                    <a:pt x="2540" y="16510"/>
                  </a:lnTo>
                  <a:close/>
                </a:path>
                <a:path w="2540" h="233679">
                  <a:moveTo>
                    <a:pt x="254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2540" y="16497"/>
                  </a:lnTo>
                  <a:lnTo>
                    <a:pt x="2540" y="12700"/>
                  </a:lnTo>
                  <a:close/>
                </a:path>
                <a:path w="2540" h="233679">
                  <a:moveTo>
                    <a:pt x="254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10160"/>
                  </a:lnTo>
                  <a:close/>
                </a:path>
                <a:path w="2540" h="233679">
                  <a:moveTo>
                    <a:pt x="2540" y="5080"/>
                  </a:moveTo>
                  <a:lnTo>
                    <a:pt x="0" y="5080"/>
                  </a:lnTo>
                  <a:lnTo>
                    <a:pt x="0" y="10147"/>
                  </a:lnTo>
                  <a:lnTo>
                    <a:pt x="2540" y="10147"/>
                  </a:lnTo>
                  <a:lnTo>
                    <a:pt x="2540" y="5080"/>
                  </a:lnTo>
                  <a:close/>
                </a:path>
                <a:path w="2540" h="233679">
                  <a:moveTo>
                    <a:pt x="2540" y="0"/>
                  </a:moveTo>
                  <a:lnTo>
                    <a:pt x="0" y="0"/>
                  </a:lnTo>
                  <a:lnTo>
                    <a:pt x="0" y="5067"/>
                  </a:lnTo>
                  <a:lnTo>
                    <a:pt x="2540" y="506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B1BD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1" name="object 2751"/>
            <p:cNvSpPr/>
            <p:nvPr/>
          </p:nvSpPr>
          <p:spPr>
            <a:xfrm>
              <a:off x="7109460" y="5222239"/>
              <a:ext cx="5080" cy="236220"/>
            </a:xfrm>
            <a:custGeom>
              <a:avLst/>
              <a:gdLst/>
              <a:ahLst/>
              <a:cxnLst/>
              <a:rect l="l" t="t" r="r" b="b"/>
              <a:pathLst>
                <a:path w="5079" h="236220">
                  <a:moveTo>
                    <a:pt x="5080" y="0"/>
                  </a:moveTo>
                  <a:lnTo>
                    <a:pt x="3810" y="0"/>
                  </a:lnTo>
                  <a:lnTo>
                    <a:pt x="3810" y="1269"/>
                  </a:lnTo>
                  <a:lnTo>
                    <a:pt x="0" y="1269"/>
                  </a:lnTo>
                  <a:lnTo>
                    <a:pt x="0" y="6349"/>
                  </a:lnTo>
                  <a:lnTo>
                    <a:pt x="5080" y="6349"/>
                  </a:lnTo>
                  <a:lnTo>
                    <a:pt x="5080" y="0"/>
                  </a:lnTo>
                  <a:close/>
                </a:path>
                <a:path w="5079" h="236220">
                  <a:moveTo>
                    <a:pt x="5080" y="6349"/>
                  </a:moveTo>
                  <a:lnTo>
                    <a:pt x="0" y="6349"/>
                  </a:lnTo>
                  <a:lnTo>
                    <a:pt x="0" y="11429"/>
                  </a:lnTo>
                  <a:lnTo>
                    <a:pt x="5080" y="11429"/>
                  </a:lnTo>
                  <a:lnTo>
                    <a:pt x="5080" y="6349"/>
                  </a:lnTo>
                  <a:close/>
                </a:path>
                <a:path w="5079" h="236220">
                  <a:moveTo>
                    <a:pt x="5080" y="11429"/>
                  </a:moveTo>
                  <a:lnTo>
                    <a:pt x="0" y="11429"/>
                  </a:lnTo>
                  <a:lnTo>
                    <a:pt x="0" y="13969"/>
                  </a:lnTo>
                  <a:lnTo>
                    <a:pt x="5080" y="13969"/>
                  </a:lnTo>
                  <a:lnTo>
                    <a:pt x="5080" y="11429"/>
                  </a:lnTo>
                  <a:close/>
                </a:path>
                <a:path w="5079" h="236220">
                  <a:moveTo>
                    <a:pt x="5080" y="13969"/>
                  </a:moveTo>
                  <a:lnTo>
                    <a:pt x="0" y="13969"/>
                  </a:lnTo>
                  <a:lnTo>
                    <a:pt x="0" y="17779"/>
                  </a:lnTo>
                  <a:lnTo>
                    <a:pt x="5080" y="17779"/>
                  </a:lnTo>
                  <a:lnTo>
                    <a:pt x="5080" y="13969"/>
                  </a:lnTo>
                  <a:close/>
                </a:path>
                <a:path w="5079" h="236220">
                  <a:moveTo>
                    <a:pt x="5080" y="17779"/>
                  </a:moveTo>
                  <a:lnTo>
                    <a:pt x="0" y="17779"/>
                  </a:lnTo>
                  <a:lnTo>
                    <a:pt x="0" y="214629"/>
                  </a:lnTo>
                  <a:lnTo>
                    <a:pt x="5080" y="214629"/>
                  </a:lnTo>
                  <a:lnTo>
                    <a:pt x="5080" y="17779"/>
                  </a:lnTo>
                  <a:close/>
                </a:path>
                <a:path w="5079" h="236220">
                  <a:moveTo>
                    <a:pt x="5080" y="214629"/>
                  </a:moveTo>
                  <a:lnTo>
                    <a:pt x="0" y="214629"/>
                  </a:lnTo>
                  <a:lnTo>
                    <a:pt x="0" y="217169"/>
                  </a:lnTo>
                  <a:lnTo>
                    <a:pt x="5080" y="217169"/>
                  </a:lnTo>
                  <a:lnTo>
                    <a:pt x="5080" y="214629"/>
                  </a:lnTo>
                  <a:close/>
                </a:path>
                <a:path w="5079" h="236220">
                  <a:moveTo>
                    <a:pt x="5080" y="217169"/>
                  </a:moveTo>
                  <a:lnTo>
                    <a:pt x="0" y="217169"/>
                  </a:lnTo>
                  <a:lnTo>
                    <a:pt x="0" y="220979"/>
                  </a:lnTo>
                  <a:lnTo>
                    <a:pt x="5080" y="220979"/>
                  </a:lnTo>
                  <a:lnTo>
                    <a:pt x="5080" y="217169"/>
                  </a:lnTo>
                  <a:close/>
                </a:path>
                <a:path w="5079" h="236220">
                  <a:moveTo>
                    <a:pt x="5080" y="220979"/>
                  </a:moveTo>
                  <a:lnTo>
                    <a:pt x="0" y="220979"/>
                  </a:lnTo>
                  <a:lnTo>
                    <a:pt x="0" y="223519"/>
                  </a:lnTo>
                  <a:lnTo>
                    <a:pt x="5080" y="223519"/>
                  </a:lnTo>
                  <a:lnTo>
                    <a:pt x="5080" y="220979"/>
                  </a:lnTo>
                  <a:close/>
                </a:path>
                <a:path w="5079" h="236220">
                  <a:moveTo>
                    <a:pt x="5080" y="223519"/>
                  </a:moveTo>
                  <a:lnTo>
                    <a:pt x="0" y="223519"/>
                  </a:lnTo>
                  <a:lnTo>
                    <a:pt x="0" y="227329"/>
                  </a:lnTo>
                  <a:lnTo>
                    <a:pt x="5080" y="227329"/>
                  </a:lnTo>
                  <a:lnTo>
                    <a:pt x="5080" y="223519"/>
                  </a:lnTo>
                  <a:close/>
                </a:path>
                <a:path w="5079" h="236220">
                  <a:moveTo>
                    <a:pt x="5080" y="227329"/>
                  </a:moveTo>
                  <a:lnTo>
                    <a:pt x="0" y="227329"/>
                  </a:lnTo>
                  <a:lnTo>
                    <a:pt x="0" y="229869"/>
                  </a:lnTo>
                  <a:lnTo>
                    <a:pt x="5080" y="229869"/>
                  </a:lnTo>
                  <a:lnTo>
                    <a:pt x="5080" y="227329"/>
                  </a:lnTo>
                  <a:close/>
                </a:path>
                <a:path w="5079" h="236220">
                  <a:moveTo>
                    <a:pt x="5080" y="229869"/>
                  </a:moveTo>
                  <a:lnTo>
                    <a:pt x="0" y="229869"/>
                  </a:lnTo>
                  <a:lnTo>
                    <a:pt x="0" y="233679"/>
                  </a:lnTo>
                  <a:lnTo>
                    <a:pt x="5080" y="233679"/>
                  </a:lnTo>
                  <a:lnTo>
                    <a:pt x="5080" y="229869"/>
                  </a:lnTo>
                  <a:close/>
                </a:path>
                <a:path w="5079" h="236220">
                  <a:moveTo>
                    <a:pt x="5080" y="233679"/>
                  </a:moveTo>
                  <a:lnTo>
                    <a:pt x="0" y="233679"/>
                  </a:lnTo>
                  <a:lnTo>
                    <a:pt x="0" y="236219"/>
                  </a:lnTo>
                  <a:lnTo>
                    <a:pt x="5080" y="236219"/>
                  </a:lnTo>
                  <a:lnTo>
                    <a:pt x="5080" y="233679"/>
                  </a:lnTo>
                  <a:close/>
                </a:path>
              </a:pathLst>
            </a:custGeom>
            <a:solidFill>
              <a:srgbClr val="AEBA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2" name="object 2752"/>
            <p:cNvSpPr/>
            <p:nvPr/>
          </p:nvSpPr>
          <p:spPr>
            <a:xfrm>
              <a:off x="7114540" y="5222252"/>
              <a:ext cx="2540" cy="237490"/>
            </a:xfrm>
            <a:custGeom>
              <a:avLst/>
              <a:gdLst/>
              <a:ahLst/>
              <a:cxnLst/>
              <a:rect l="l" t="t" r="r" b="b"/>
              <a:pathLst>
                <a:path w="2540" h="237489">
                  <a:moveTo>
                    <a:pt x="2540" y="236220"/>
                  </a:moveTo>
                  <a:lnTo>
                    <a:pt x="0" y="236220"/>
                  </a:lnTo>
                  <a:lnTo>
                    <a:pt x="0" y="237477"/>
                  </a:lnTo>
                  <a:lnTo>
                    <a:pt x="2540" y="237477"/>
                  </a:lnTo>
                  <a:lnTo>
                    <a:pt x="2540" y="236220"/>
                  </a:lnTo>
                  <a:close/>
                </a:path>
                <a:path w="2540" h="237489">
                  <a:moveTo>
                    <a:pt x="2540" y="233680"/>
                  </a:moveTo>
                  <a:lnTo>
                    <a:pt x="0" y="233680"/>
                  </a:lnTo>
                  <a:lnTo>
                    <a:pt x="0" y="236207"/>
                  </a:lnTo>
                  <a:lnTo>
                    <a:pt x="2540" y="236207"/>
                  </a:lnTo>
                  <a:lnTo>
                    <a:pt x="2540" y="233680"/>
                  </a:lnTo>
                  <a:close/>
                </a:path>
                <a:path w="2540" h="237489">
                  <a:moveTo>
                    <a:pt x="2540" y="229870"/>
                  </a:moveTo>
                  <a:lnTo>
                    <a:pt x="0" y="229870"/>
                  </a:lnTo>
                  <a:lnTo>
                    <a:pt x="0" y="233667"/>
                  </a:lnTo>
                  <a:lnTo>
                    <a:pt x="2540" y="233667"/>
                  </a:lnTo>
                  <a:lnTo>
                    <a:pt x="2540" y="229870"/>
                  </a:lnTo>
                  <a:close/>
                </a:path>
                <a:path w="2540" h="237489">
                  <a:moveTo>
                    <a:pt x="2540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2540" y="229857"/>
                  </a:lnTo>
                  <a:lnTo>
                    <a:pt x="2540" y="227330"/>
                  </a:lnTo>
                  <a:close/>
                </a:path>
                <a:path w="2540" h="237489">
                  <a:moveTo>
                    <a:pt x="2540" y="223520"/>
                  </a:moveTo>
                  <a:lnTo>
                    <a:pt x="0" y="223520"/>
                  </a:lnTo>
                  <a:lnTo>
                    <a:pt x="0" y="227317"/>
                  </a:lnTo>
                  <a:lnTo>
                    <a:pt x="2540" y="227317"/>
                  </a:lnTo>
                  <a:lnTo>
                    <a:pt x="2540" y="223520"/>
                  </a:lnTo>
                  <a:close/>
                </a:path>
                <a:path w="2540" h="237489">
                  <a:moveTo>
                    <a:pt x="2540" y="220980"/>
                  </a:moveTo>
                  <a:lnTo>
                    <a:pt x="0" y="220980"/>
                  </a:lnTo>
                  <a:lnTo>
                    <a:pt x="0" y="223507"/>
                  </a:lnTo>
                  <a:lnTo>
                    <a:pt x="2540" y="223507"/>
                  </a:lnTo>
                  <a:lnTo>
                    <a:pt x="2540" y="220980"/>
                  </a:lnTo>
                  <a:close/>
                </a:path>
                <a:path w="2540" h="237489">
                  <a:moveTo>
                    <a:pt x="2540" y="217170"/>
                  </a:moveTo>
                  <a:lnTo>
                    <a:pt x="0" y="217170"/>
                  </a:lnTo>
                  <a:lnTo>
                    <a:pt x="0" y="220967"/>
                  </a:lnTo>
                  <a:lnTo>
                    <a:pt x="2540" y="220967"/>
                  </a:lnTo>
                  <a:lnTo>
                    <a:pt x="2540" y="217170"/>
                  </a:lnTo>
                  <a:close/>
                </a:path>
                <a:path w="2540" h="237489">
                  <a:moveTo>
                    <a:pt x="2540" y="214630"/>
                  </a:moveTo>
                  <a:lnTo>
                    <a:pt x="0" y="214630"/>
                  </a:lnTo>
                  <a:lnTo>
                    <a:pt x="0" y="217157"/>
                  </a:lnTo>
                  <a:lnTo>
                    <a:pt x="2540" y="217157"/>
                  </a:lnTo>
                  <a:lnTo>
                    <a:pt x="2540" y="214630"/>
                  </a:lnTo>
                  <a:close/>
                </a:path>
                <a:path w="2540" h="237489">
                  <a:moveTo>
                    <a:pt x="2540" y="17780"/>
                  </a:moveTo>
                  <a:lnTo>
                    <a:pt x="0" y="17780"/>
                  </a:lnTo>
                  <a:lnTo>
                    <a:pt x="0" y="214617"/>
                  </a:lnTo>
                  <a:lnTo>
                    <a:pt x="2540" y="214617"/>
                  </a:lnTo>
                  <a:lnTo>
                    <a:pt x="2540" y="17780"/>
                  </a:lnTo>
                  <a:close/>
                </a:path>
                <a:path w="2540" h="237489">
                  <a:moveTo>
                    <a:pt x="2540" y="13970"/>
                  </a:moveTo>
                  <a:lnTo>
                    <a:pt x="0" y="13970"/>
                  </a:lnTo>
                  <a:lnTo>
                    <a:pt x="0" y="17767"/>
                  </a:lnTo>
                  <a:lnTo>
                    <a:pt x="2540" y="17767"/>
                  </a:lnTo>
                  <a:lnTo>
                    <a:pt x="2540" y="13970"/>
                  </a:lnTo>
                  <a:close/>
                </a:path>
                <a:path w="2540" h="237489">
                  <a:moveTo>
                    <a:pt x="2540" y="11430"/>
                  </a:moveTo>
                  <a:lnTo>
                    <a:pt x="0" y="11430"/>
                  </a:lnTo>
                  <a:lnTo>
                    <a:pt x="0" y="13957"/>
                  </a:lnTo>
                  <a:lnTo>
                    <a:pt x="2540" y="13957"/>
                  </a:lnTo>
                  <a:lnTo>
                    <a:pt x="2540" y="11430"/>
                  </a:lnTo>
                  <a:close/>
                </a:path>
                <a:path w="2540" h="237489">
                  <a:moveTo>
                    <a:pt x="2540" y="6350"/>
                  </a:moveTo>
                  <a:lnTo>
                    <a:pt x="0" y="6350"/>
                  </a:lnTo>
                  <a:lnTo>
                    <a:pt x="0" y="11417"/>
                  </a:lnTo>
                  <a:lnTo>
                    <a:pt x="2540" y="11417"/>
                  </a:lnTo>
                  <a:lnTo>
                    <a:pt x="2540" y="6350"/>
                  </a:lnTo>
                  <a:close/>
                </a:path>
                <a:path w="2540" h="237489">
                  <a:moveTo>
                    <a:pt x="254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3" name="object 2753"/>
            <p:cNvSpPr/>
            <p:nvPr/>
          </p:nvSpPr>
          <p:spPr>
            <a:xfrm>
              <a:off x="7117080" y="5220970"/>
              <a:ext cx="3810" cy="240029"/>
            </a:xfrm>
            <a:custGeom>
              <a:avLst/>
              <a:gdLst/>
              <a:ahLst/>
              <a:cxnLst/>
              <a:rect l="l" t="t" r="r" b="b"/>
              <a:pathLst>
                <a:path w="3809" h="240029">
                  <a:moveTo>
                    <a:pt x="3810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09" h="240029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09" h="240029">
                  <a:moveTo>
                    <a:pt x="3810" y="7619"/>
                  </a:moveTo>
                  <a:lnTo>
                    <a:pt x="0" y="761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7619"/>
                  </a:lnTo>
                  <a:close/>
                </a:path>
                <a:path w="3809" h="240029">
                  <a:moveTo>
                    <a:pt x="381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2699"/>
                  </a:lnTo>
                  <a:close/>
                </a:path>
                <a:path w="3809" h="240029">
                  <a:moveTo>
                    <a:pt x="381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5239"/>
                  </a:lnTo>
                  <a:close/>
                </a:path>
                <a:path w="3809" h="240029">
                  <a:moveTo>
                    <a:pt x="3810" y="19049"/>
                  </a:moveTo>
                  <a:lnTo>
                    <a:pt x="0" y="19049"/>
                  </a:lnTo>
                  <a:lnTo>
                    <a:pt x="0" y="215899"/>
                  </a:lnTo>
                  <a:lnTo>
                    <a:pt x="3810" y="215899"/>
                  </a:lnTo>
                  <a:lnTo>
                    <a:pt x="3810" y="19049"/>
                  </a:lnTo>
                  <a:close/>
                </a:path>
                <a:path w="3809" h="240029">
                  <a:moveTo>
                    <a:pt x="3810" y="215899"/>
                  </a:moveTo>
                  <a:lnTo>
                    <a:pt x="0" y="215899"/>
                  </a:lnTo>
                  <a:lnTo>
                    <a:pt x="0" y="218439"/>
                  </a:lnTo>
                  <a:lnTo>
                    <a:pt x="3810" y="218439"/>
                  </a:lnTo>
                  <a:lnTo>
                    <a:pt x="3810" y="215899"/>
                  </a:lnTo>
                  <a:close/>
                </a:path>
                <a:path w="3809" h="240029">
                  <a:moveTo>
                    <a:pt x="3810" y="218439"/>
                  </a:moveTo>
                  <a:lnTo>
                    <a:pt x="0" y="218439"/>
                  </a:lnTo>
                  <a:lnTo>
                    <a:pt x="0" y="222249"/>
                  </a:lnTo>
                  <a:lnTo>
                    <a:pt x="3810" y="222249"/>
                  </a:lnTo>
                  <a:lnTo>
                    <a:pt x="3810" y="218439"/>
                  </a:lnTo>
                  <a:close/>
                </a:path>
                <a:path w="3809" h="240029">
                  <a:moveTo>
                    <a:pt x="3810" y="222249"/>
                  </a:moveTo>
                  <a:lnTo>
                    <a:pt x="0" y="222249"/>
                  </a:lnTo>
                  <a:lnTo>
                    <a:pt x="0" y="224789"/>
                  </a:lnTo>
                  <a:lnTo>
                    <a:pt x="3810" y="224789"/>
                  </a:lnTo>
                  <a:lnTo>
                    <a:pt x="3810" y="222249"/>
                  </a:lnTo>
                  <a:close/>
                </a:path>
                <a:path w="3809" h="240029">
                  <a:moveTo>
                    <a:pt x="3810" y="224789"/>
                  </a:moveTo>
                  <a:lnTo>
                    <a:pt x="0" y="22478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4789"/>
                  </a:lnTo>
                  <a:close/>
                </a:path>
                <a:path w="3809" h="240029">
                  <a:moveTo>
                    <a:pt x="3810" y="228599"/>
                  </a:moveTo>
                  <a:lnTo>
                    <a:pt x="0" y="228599"/>
                  </a:lnTo>
                  <a:lnTo>
                    <a:pt x="0" y="231139"/>
                  </a:lnTo>
                  <a:lnTo>
                    <a:pt x="3810" y="231139"/>
                  </a:lnTo>
                  <a:lnTo>
                    <a:pt x="3810" y="228599"/>
                  </a:lnTo>
                  <a:close/>
                </a:path>
                <a:path w="3809" h="240029">
                  <a:moveTo>
                    <a:pt x="3810" y="231139"/>
                  </a:moveTo>
                  <a:lnTo>
                    <a:pt x="0" y="231139"/>
                  </a:lnTo>
                  <a:lnTo>
                    <a:pt x="0" y="234949"/>
                  </a:lnTo>
                  <a:lnTo>
                    <a:pt x="3810" y="234949"/>
                  </a:lnTo>
                  <a:lnTo>
                    <a:pt x="3810" y="231139"/>
                  </a:lnTo>
                  <a:close/>
                </a:path>
                <a:path w="3809" h="240029">
                  <a:moveTo>
                    <a:pt x="3810" y="234949"/>
                  </a:moveTo>
                  <a:lnTo>
                    <a:pt x="0" y="234949"/>
                  </a:lnTo>
                  <a:lnTo>
                    <a:pt x="0" y="237489"/>
                  </a:lnTo>
                  <a:lnTo>
                    <a:pt x="3810" y="237489"/>
                  </a:lnTo>
                  <a:lnTo>
                    <a:pt x="3810" y="234949"/>
                  </a:lnTo>
                  <a:close/>
                </a:path>
                <a:path w="3809" h="240029">
                  <a:moveTo>
                    <a:pt x="3810" y="237489"/>
                  </a:moveTo>
                  <a:lnTo>
                    <a:pt x="0" y="237489"/>
                  </a:lnTo>
                  <a:lnTo>
                    <a:pt x="0" y="238759"/>
                  </a:lnTo>
                  <a:lnTo>
                    <a:pt x="2540" y="238759"/>
                  </a:lnTo>
                  <a:lnTo>
                    <a:pt x="2540" y="240029"/>
                  </a:lnTo>
                  <a:lnTo>
                    <a:pt x="3810" y="240029"/>
                  </a:lnTo>
                  <a:lnTo>
                    <a:pt x="3810" y="237489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4" name="object 2754"/>
            <p:cNvSpPr/>
            <p:nvPr/>
          </p:nvSpPr>
          <p:spPr>
            <a:xfrm>
              <a:off x="7120890" y="5219700"/>
              <a:ext cx="3810" cy="241300"/>
            </a:xfrm>
            <a:custGeom>
              <a:avLst/>
              <a:gdLst/>
              <a:ahLst/>
              <a:cxnLst/>
              <a:rect l="l" t="t" r="r" b="b"/>
              <a:pathLst>
                <a:path w="3809" h="241300">
                  <a:moveTo>
                    <a:pt x="3809" y="0"/>
                  </a:moveTo>
                  <a:lnTo>
                    <a:pt x="2539" y="0"/>
                  </a:lnTo>
                  <a:lnTo>
                    <a:pt x="2539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09" h="241300">
                  <a:moveTo>
                    <a:pt x="3809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2540"/>
                  </a:lnTo>
                  <a:close/>
                </a:path>
                <a:path w="3809" h="241300">
                  <a:moveTo>
                    <a:pt x="3809" y="8890"/>
                  </a:moveTo>
                  <a:lnTo>
                    <a:pt x="0" y="8890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8890"/>
                  </a:lnTo>
                  <a:close/>
                </a:path>
                <a:path w="3809" h="241300">
                  <a:moveTo>
                    <a:pt x="3809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3970"/>
                  </a:lnTo>
                  <a:close/>
                </a:path>
                <a:path w="3809" h="241300">
                  <a:moveTo>
                    <a:pt x="3809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6510"/>
                  </a:lnTo>
                  <a:close/>
                </a:path>
                <a:path w="3809" h="241300">
                  <a:moveTo>
                    <a:pt x="3809" y="20320"/>
                  </a:moveTo>
                  <a:lnTo>
                    <a:pt x="0" y="20320"/>
                  </a:lnTo>
                  <a:lnTo>
                    <a:pt x="0" y="217169"/>
                  </a:lnTo>
                  <a:lnTo>
                    <a:pt x="3809" y="217169"/>
                  </a:lnTo>
                  <a:lnTo>
                    <a:pt x="3809" y="20320"/>
                  </a:lnTo>
                  <a:close/>
                </a:path>
                <a:path w="3809" h="241300">
                  <a:moveTo>
                    <a:pt x="3809" y="217170"/>
                  </a:moveTo>
                  <a:lnTo>
                    <a:pt x="0" y="217170"/>
                  </a:lnTo>
                  <a:lnTo>
                    <a:pt x="0" y="219709"/>
                  </a:lnTo>
                  <a:lnTo>
                    <a:pt x="3809" y="219709"/>
                  </a:lnTo>
                  <a:lnTo>
                    <a:pt x="3809" y="217170"/>
                  </a:lnTo>
                  <a:close/>
                </a:path>
                <a:path w="3809" h="241300">
                  <a:moveTo>
                    <a:pt x="3809" y="219710"/>
                  </a:moveTo>
                  <a:lnTo>
                    <a:pt x="0" y="219710"/>
                  </a:lnTo>
                  <a:lnTo>
                    <a:pt x="0" y="223519"/>
                  </a:lnTo>
                  <a:lnTo>
                    <a:pt x="3809" y="223519"/>
                  </a:lnTo>
                  <a:lnTo>
                    <a:pt x="3809" y="219710"/>
                  </a:lnTo>
                  <a:close/>
                </a:path>
                <a:path w="3809" h="241300">
                  <a:moveTo>
                    <a:pt x="3809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3809" y="226059"/>
                  </a:lnTo>
                  <a:lnTo>
                    <a:pt x="3809" y="223520"/>
                  </a:lnTo>
                  <a:close/>
                </a:path>
                <a:path w="3809" h="241300">
                  <a:moveTo>
                    <a:pt x="3809" y="226060"/>
                  </a:moveTo>
                  <a:lnTo>
                    <a:pt x="0" y="226060"/>
                  </a:lnTo>
                  <a:lnTo>
                    <a:pt x="0" y="229869"/>
                  </a:lnTo>
                  <a:lnTo>
                    <a:pt x="3809" y="229869"/>
                  </a:lnTo>
                  <a:lnTo>
                    <a:pt x="3809" y="226060"/>
                  </a:lnTo>
                  <a:close/>
                </a:path>
                <a:path w="3809" h="241300">
                  <a:moveTo>
                    <a:pt x="3809" y="229870"/>
                  </a:moveTo>
                  <a:lnTo>
                    <a:pt x="0" y="229870"/>
                  </a:lnTo>
                  <a:lnTo>
                    <a:pt x="0" y="232409"/>
                  </a:lnTo>
                  <a:lnTo>
                    <a:pt x="3809" y="232409"/>
                  </a:lnTo>
                  <a:lnTo>
                    <a:pt x="3809" y="229870"/>
                  </a:lnTo>
                  <a:close/>
                </a:path>
                <a:path w="3809" h="241300">
                  <a:moveTo>
                    <a:pt x="3809" y="232410"/>
                  </a:moveTo>
                  <a:lnTo>
                    <a:pt x="0" y="232410"/>
                  </a:lnTo>
                  <a:lnTo>
                    <a:pt x="0" y="236219"/>
                  </a:lnTo>
                  <a:lnTo>
                    <a:pt x="3809" y="236219"/>
                  </a:lnTo>
                  <a:lnTo>
                    <a:pt x="3809" y="232410"/>
                  </a:lnTo>
                  <a:close/>
                </a:path>
                <a:path w="3809" h="241300">
                  <a:moveTo>
                    <a:pt x="3809" y="236220"/>
                  </a:moveTo>
                  <a:lnTo>
                    <a:pt x="0" y="236220"/>
                  </a:lnTo>
                  <a:lnTo>
                    <a:pt x="0" y="238759"/>
                  </a:lnTo>
                  <a:lnTo>
                    <a:pt x="3809" y="238759"/>
                  </a:lnTo>
                  <a:lnTo>
                    <a:pt x="3809" y="236220"/>
                  </a:lnTo>
                  <a:close/>
                </a:path>
                <a:path w="3809" h="241300">
                  <a:moveTo>
                    <a:pt x="3809" y="238760"/>
                  </a:moveTo>
                  <a:lnTo>
                    <a:pt x="0" y="238760"/>
                  </a:lnTo>
                  <a:lnTo>
                    <a:pt x="0" y="241300"/>
                  </a:lnTo>
                  <a:lnTo>
                    <a:pt x="3809" y="241300"/>
                  </a:lnTo>
                  <a:lnTo>
                    <a:pt x="3809" y="238760"/>
                  </a:lnTo>
                  <a:close/>
                </a:path>
              </a:pathLst>
            </a:custGeom>
            <a:solidFill>
              <a:srgbClr val="A6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5" name="object 2755"/>
            <p:cNvSpPr/>
            <p:nvPr/>
          </p:nvSpPr>
          <p:spPr>
            <a:xfrm>
              <a:off x="7124700" y="5218430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09" h="243839">
                  <a:moveTo>
                    <a:pt x="3809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09" h="243839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09" h="243839">
                  <a:moveTo>
                    <a:pt x="3809" y="10160"/>
                  </a:moveTo>
                  <a:lnTo>
                    <a:pt x="0" y="10160"/>
                  </a:lnTo>
                  <a:lnTo>
                    <a:pt x="0" y="15240"/>
                  </a:lnTo>
                  <a:lnTo>
                    <a:pt x="3809" y="15240"/>
                  </a:lnTo>
                  <a:lnTo>
                    <a:pt x="3809" y="10160"/>
                  </a:lnTo>
                  <a:close/>
                </a:path>
                <a:path w="3809" h="243839">
                  <a:moveTo>
                    <a:pt x="3809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5240"/>
                  </a:lnTo>
                  <a:close/>
                </a:path>
                <a:path w="3809" h="243839">
                  <a:moveTo>
                    <a:pt x="3809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09" y="21590"/>
                  </a:lnTo>
                  <a:lnTo>
                    <a:pt x="3809" y="17780"/>
                  </a:lnTo>
                  <a:close/>
                </a:path>
                <a:path w="3809" h="243839">
                  <a:moveTo>
                    <a:pt x="3809" y="21590"/>
                  </a:moveTo>
                  <a:lnTo>
                    <a:pt x="0" y="21590"/>
                  </a:lnTo>
                  <a:lnTo>
                    <a:pt x="0" y="218440"/>
                  </a:lnTo>
                  <a:lnTo>
                    <a:pt x="3809" y="218440"/>
                  </a:lnTo>
                  <a:lnTo>
                    <a:pt x="3809" y="21590"/>
                  </a:lnTo>
                  <a:close/>
                </a:path>
                <a:path w="3809" h="243839">
                  <a:moveTo>
                    <a:pt x="3809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3809" y="220980"/>
                  </a:lnTo>
                  <a:lnTo>
                    <a:pt x="3809" y="218440"/>
                  </a:lnTo>
                  <a:close/>
                </a:path>
                <a:path w="3809" h="243839">
                  <a:moveTo>
                    <a:pt x="3809" y="220980"/>
                  </a:moveTo>
                  <a:lnTo>
                    <a:pt x="0" y="220980"/>
                  </a:lnTo>
                  <a:lnTo>
                    <a:pt x="0" y="224790"/>
                  </a:lnTo>
                  <a:lnTo>
                    <a:pt x="3809" y="224790"/>
                  </a:lnTo>
                  <a:lnTo>
                    <a:pt x="3809" y="220980"/>
                  </a:lnTo>
                  <a:close/>
                </a:path>
                <a:path w="3809" h="243839">
                  <a:moveTo>
                    <a:pt x="3809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09" y="227330"/>
                  </a:lnTo>
                  <a:lnTo>
                    <a:pt x="3809" y="224790"/>
                  </a:lnTo>
                  <a:close/>
                </a:path>
                <a:path w="3809" h="243839">
                  <a:moveTo>
                    <a:pt x="3809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3809" y="231140"/>
                  </a:lnTo>
                  <a:lnTo>
                    <a:pt x="3809" y="227330"/>
                  </a:lnTo>
                  <a:close/>
                </a:path>
                <a:path w="3809" h="243839">
                  <a:moveTo>
                    <a:pt x="3809" y="231140"/>
                  </a:moveTo>
                  <a:lnTo>
                    <a:pt x="0" y="231140"/>
                  </a:lnTo>
                  <a:lnTo>
                    <a:pt x="0" y="233680"/>
                  </a:lnTo>
                  <a:lnTo>
                    <a:pt x="3809" y="233680"/>
                  </a:lnTo>
                  <a:lnTo>
                    <a:pt x="3809" y="231140"/>
                  </a:lnTo>
                  <a:close/>
                </a:path>
                <a:path w="3809" h="243839">
                  <a:moveTo>
                    <a:pt x="3809" y="233680"/>
                  </a:moveTo>
                  <a:lnTo>
                    <a:pt x="0" y="233680"/>
                  </a:lnTo>
                  <a:lnTo>
                    <a:pt x="0" y="237490"/>
                  </a:lnTo>
                  <a:lnTo>
                    <a:pt x="3809" y="237490"/>
                  </a:lnTo>
                  <a:lnTo>
                    <a:pt x="3809" y="233680"/>
                  </a:lnTo>
                  <a:close/>
                </a:path>
                <a:path w="3809" h="243839">
                  <a:moveTo>
                    <a:pt x="3809" y="237490"/>
                  </a:moveTo>
                  <a:lnTo>
                    <a:pt x="0" y="237490"/>
                  </a:lnTo>
                  <a:lnTo>
                    <a:pt x="0" y="240030"/>
                  </a:lnTo>
                  <a:lnTo>
                    <a:pt x="3809" y="240030"/>
                  </a:lnTo>
                  <a:lnTo>
                    <a:pt x="3809" y="237490"/>
                  </a:lnTo>
                  <a:close/>
                </a:path>
                <a:path w="3809" h="243839">
                  <a:moveTo>
                    <a:pt x="3809" y="240030"/>
                  </a:moveTo>
                  <a:lnTo>
                    <a:pt x="0" y="240030"/>
                  </a:lnTo>
                  <a:lnTo>
                    <a:pt x="0" y="242570"/>
                  </a:lnTo>
                  <a:lnTo>
                    <a:pt x="2540" y="242570"/>
                  </a:lnTo>
                  <a:lnTo>
                    <a:pt x="2540" y="243840"/>
                  </a:lnTo>
                  <a:lnTo>
                    <a:pt x="3809" y="243840"/>
                  </a:lnTo>
                  <a:lnTo>
                    <a:pt x="3809" y="240030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6" name="object 2756"/>
            <p:cNvSpPr/>
            <p:nvPr/>
          </p:nvSpPr>
          <p:spPr>
            <a:xfrm>
              <a:off x="7128510" y="5218430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09" h="243839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09" h="243839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09" h="243839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09" h="243839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09" h="243839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09" h="243839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09" h="243839">
                  <a:moveTo>
                    <a:pt x="381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0992"/>
                  </a:lnTo>
                  <a:close/>
                </a:path>
                <a:path w="3809" h="243839">
                  <a:moveTo>
                    <a:pt x="3810" y="218452"/>
                  </a:moveTo>
                  <a:lnTo>
                    <a:pt x="0" y="21845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8452"/>
                  </a:lnTo>
                  <a:close/>
                </a:path>
                <a:path w="3809" h="243839">
                  <a:moveTo>
                    <a:pt x="3810" y="21602"/>
                  </a:moveTo>
                  <a:lnTo>
                    <a:pt x="0" y="21602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602"/>
                  </a:lnTo>
                  <a:close/>
                </a:path>
                <a:path w="3809" h="243839">
                  <a:moveTo>
                    <a:pt x="381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92"/>
                  </a:lnTo>
                  <a:close/>
                </a:path>
                <a:path w="3809" h="243839">
                  <a:moveTo>
                    <a:pt x="381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52"/>
                  </a:lnTo>
                  <a:close/>
                </a:path>
                <a:path w="3809" h="243839">
                  <a:moveTo>
                    <a:pt x="3810" y="10172"/>
                  </a:moveTo>
                  <a:lnTo>
                    <a:pt x="0" y="1017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0172"/>
                  </a:lnTo>
                  <a:close/>
                </a:path>
                <a:path w="3809" h="243839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09" h="243839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7" name="object 2757"/>
            <p:cNvSpPr/>
            <p:nvPr/>
          </p:nvSpPr>
          <p:spPr>
            <a:xfrm>
              <a:off x="7132320" y="5218430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09" h="245110">
                  <a:moveTo>
                    <a:pt x="3810" y="243852"/>
                  </a:moveTo>
                  <a:lnTo>
                    <a:pt x="1270" y="243852"/>
                  </a:lnTo>
                  <a:lnTo>
                    <a:pt x="1270" y="245110"/>
                  </a:lnTo>
                  <a:lnTo>
                    <a:pt x="3810" y="245110"/>
                  </a:lnTo>
                  <a:lnTo>
                    <a:pt x="3810" y="243852"/>
                  </a:lnTo>
                  <a:close/>
                </a:path>
                <a:path w="3809" h="245110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09" h="245110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09" h="245110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09" h="245110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09" h="245110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09" h="245110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09" h="245110">
                  <a:moveTo>
                    <a:pt x="381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0992"/>
                  </a:lnTo>
                  <a:close/>
                </a:path>
                <a:path w="3809" h="245110">
                  <a:moveTo>
                    <a:pt x="3810" y="218452"/>
                  </a:moveTo>
                  <a:lnTo>
                    <a:pt x="0" y="21845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8452"/>
                  </a:lnTo>
                  <a:close/>
                </a:path>
                <a:path w="3809" h="245110">
                  <a:moveTo>
                    <a:pt x="3810" y="21602"/>
                  </a:moveTo>
                  <a:lnTo>
                    <a:pt x="0" y="21602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602"/>
                  </a:lnTo>
                  <a:close/>
                </a:path>
                <a:path w="3809" h="245110">
                  <a:moveTo>
                    <a:pt x="381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92"/>
                  </a:lnTo>
                  <a:close/>
                </a:path>
                <a:path w="3809" h="245110">
                  <a:moveTo>
                    <a:pt x="381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52"/>
                  </a:lnTo>
                  <a:close/>
                </a:path>
                <a:path w="3809" h="245110">
                  <a:moveTo>
                    <a:pt x="3810" y="10172"/>
                  </a:moveTo>
                  <a:lnTo>
                    <a:pt x="0" y="1017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0172"/>
                  </a:lnTo>
                  <a:close/>
                </a:path>
                <a:path w="3809" h="245110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09" h="245110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EAD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8" name="object 2758"/>
            <p:cNvSpPr/>
            <p:nvPr/>
          </p:nvSpPr>
          <p:spPr>
            <a:xfrm>
              <a:off x="7136130" y="5218430"/>
              <a:ext cx="2540" cy="245110"/>
            </a:xfrm>
            <a:custGeom>
              <a:avLst/>
              <a:gdLst/>
              <a:ahLst/>
              <a:cxnLst/>
              <a:rect l="l" t="t" r="r" b="b"/>
              <a:pathLst>
                <a:path w="2540" h="245110">
                  <a:moveTo>
                    <a:pt x="2540" y="243852"/>
                  </a:moveTo>
                  <a:lnTo>
                    <a:pt x="0" y="243852"/>
                  </a:lnTo>
                  <a:lnTo>
                    <a:pt x="0" y="245110"/>
                  </a:lnTo>
                  <a:lnTo>
                    <a:pt x="2540" y="245110"/>
                  </a:lnTo>
                  <a:lnTo>
                    <a:pt x="2540" y="243852"/>
                  </a:lnTo>
                  <a:close/>
                </a:path>
                <a:path w="2540" h="245110">
                  <a:moveTo>
                    <a:pt x="254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2540" y="243840"/>
                  </a:lnTo>
                  <a:lnTo>
                    <a:pt x="2540" y="240042"/>
                  </a:lnTo>
                  <a:close/>
                </a:path>
                <a:path w="2540" h="245110">
                  <a:moveTo>
                    <a:pt x="254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2540" y="240030"/>
                  </a:lnTo>
                  <a:lnTo>
                    <a:pt x="2540" y="237502"/>
                  </a:lnTo>
                  <a:close/>
                </a:path>
                <a:path w="2540" h="245110">
                  <a:moveTo>
                    <a:pt x="254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2540" y="237490"/>
                  </a:lnTo>
                  <a:lnTo>
                    <a:pt x="2540" y="233692"/>
                  </a:lnTo>
                  <a:close/>
                </a:path>
                <a:path w="2540" h="245110">
                  <a:moveTo>
                    <a:pt x="254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2540" y="233680"/>
                  </a:lnTo>
                  <a:lnTo>
                    <a:pt x="2540" y="231152"/>
                  </a:lnTo>
                  <a:close/>
                </a:path>
                <a:path w="2540" h="245110">
                  <a:moveTo>
                    <a:pt x="254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2540" y="231140"/>
                  </a:lnTo>
                  <a:lnTo>
                    <a:pt x="2540" y="227342"/>
                  </a:lnTo>
                  <a:close/>
                </a:path>
                <a:path w="2540" h="245110">
                  <a:moveTo>
                    <a:pt x="254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2540" y="227330"/>
                  </a:lnTo>
                  <a:lnTo>
                    <a:pt x="2540" y="224802"/>
                  </a:lnTo>
                  <a:close/>
                </a:path>
                <a:path w="2540" h="245110">
                  <a:moveTo>
                    <a:pt x="254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2540" y="224790"/>
                  </a:lnTo>
                  <a:lnTo>
                    <a:pt x="2540" y="220992"/>
                  </a:lnTo>
                  <a:close/>
                </a:path>
                <a:path w="2540" h="245110">
                  <a:moveTo>
                    <a:pt x="2540" y="218452"/>
                  </a:moveTo>
                  <a:lnTo>
                    <a:pt x="0" y="218452"/>
                  </a:lnTo>
                  <a:lnTo>
                    <a:pt x="0" y="220980"/>
                  </a:lnTo>
                  <a:lnTo>
                    <a:pt x="2540" y="220980"/>
                  </a:lnTo>
                  <a:lnTo>
                    <a:pt x="2540" y="218452"/>
                  </a:lnTo>
                  <a:close/>
                </a:path>
                <a:path w="2540" h="245110">
                  <a:moveTo>
                    <a:pt x="2540" y="21602"/>
                  </a:moveTo>
                  <a:lnTo>
                    <a:pt x="0" y="21602"/>
                  </a:lnTo>
                  <a:lnTo>
                    <a:pt x="0" y="218440"/>
                  </a:lnTo>
                  <a:lnTo>
                    <a:pt x="2540" y="218440"/>
                  </a:lnTo>
                  <a:lnTo>
                    <a:pt x="2540" y="21602"/>
                  </a:lnTo>
                  <a:close/>
                </a:path>
                <a:path w="2540" h="245110">
                  <a:moveTo>
                    <a:pt x="254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2540" y="21590"/>
                  </a:lnTo>
                  <a:lnTo>
                    <a:pt x="2540" y="17792"/>
                  </a:lnTo>
                  <a:close/>
                </a:path>
                <a:path w="2540" h="245110">
                  <a:moveTo>
                    <a:pt x="254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2540" y="17780"/>
                  </a:lnTo>
                  <a:lnTo>
                    <a:pt x="2540" y="15252"/>
                  </a:lnTo>
                  <a:close/>
                </a:path>
                <a:path w="2540" h="245110">
                  <a:moveTo>
                    <a:pt x="2540" y="10172"/>
                  </a:moveTo>
                  <a:lnTo>
                    <a:pt x="0" y="10172"/>
                  </a:lnTo>
                  <a:lnTo>
                    <a:pt x="0" y="15240"/>
                  </a:lnTo>
                  <a:lnTo>
                    <a:pt x="2540" y="15240"/>
                  </a:lnTo>
                  <a:lnTo>
                    <a:pt x="2540" y="10172"/>
                  </a:lnTo>
                  <a:close/>
                </a:path>
                <a:path w="2540" h="245110">
                  <a:moveTo>
                    <a:pt x="254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2540" y="10160"/>
                  </a:lnTo>
                  <a:lnTo>
                    <a:pt x="2540" y="3822"/>
                  </a:lnTo>
                  <a:close/>
                </a:path>
                <a:path w="2540" h="245110">
                  <a:moveTo>
                    <a:pt x="254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40" y="381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9CAB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9" name="object 2759"/>
            <p:cNvSpPr/>
            <p:nvPr/>
          </p:nvSpPr>
          <p:spPr>
            <a:xfrm>
              <a:off x="7138670" y="5218430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09" h="245110">
                  <a:moveTo>
                    <a:pt x="3810" y="243852"/>
                  </a:moveTo>
                  <a:lnTo>
                    <a:pt x="0" y="24385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3852"/>
                  </a:lnTo>
                  <a:close/>
                </a:path>
                <a:path w="3809" h="245110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09" h="245110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09" h="245110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09" h="245110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09" h="245110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09" h="245110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09" h="245110">
                  <a:moveTo>
                    <a:pt x="381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0992"/>
                  </a:lnTo>
                  <a:close/>
                </a:path>
                <a:path w="3809" h="245110">
                  <a:moveTo>
                    <a:pt x="3810" y="218452"/>
                  </a:moveTo>
                  <a:lnTo>
                    <a:pt x="0" y="21845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8452"/>
                  </a:lnTo>
                  <a:close/>
                </a:path>
                <a:path w="3809" h="245110">
                  <a:moveTo>
                    <a:pt x="3810" y="21602"/>
                  </a:moveTo>
                  <a:lnTo>
                    <a:pt x="0" y="21602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602"/>
                  </a:lnTo>
                  <a:close/>
                </a:path>
                <a:path w="3809" h="245110">
                  <a:moveTo>
                    <a:pt x="381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92"/>
                  </a:lnTo>
                  <a:close/>
                </a:path>
                <a:path w="3809" h="245110">
                  <a:moveTo>
                    <a:pt x="381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52"/>
                  </a:lnTo>
                  <a:close/>
                </a:path>
                <a:path w="3809" h="245110">
                  <a:moveTo>
                    <a:pt x="3810" y="10172"/>
                  </a:moveTo>
                  <a:lnTo>
                    <a:pt x="0" y="1017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0172"/>
                  </a:lnTo>
                  <a:close/>
                </a:path>
                <a:path w="3809" h="245110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09" h="245110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9A8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0" name="object 2760"/>
            <p:cNvSpPr/>
            <p:nvPr/>
          </p:nvSpPr>
          <p:spPr>
            <a:xfrm>
              <a:off x="7142480" y="5217159"/>
              <a:ext cx="3810" cy="246379"/>
            </a:xfrm>
            <a:custGeom>
              <a:avLst/>
              <a:gdLst/>
              <a:ahLst/>
              <a:cxnLst/>
              <a:rect l="l" t="t" r="r" b="b"/>
              <a:pathLst>
                <a:path w="3809" h="246379">
                  <a:moveTo>
                    <a:pt x="3810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0" y="1269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09" h="246379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09" h="246379">
                  <a:moveTo>
                    <a:pt x="3810" y="11430"/>
                  </a:moveTo>
                  <a:lnTo>
                    <a:pt x="0" y="1143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1430"/>
                  </a:lnTo>
                  <a:close/>
                </a:path>
                <a:path w="3809" h="246379">
                  <a:moveTo>
                    <a:pt x="381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6509"/>
                  </a:lnTo>
                  <a:close/>
                </a:path>
                <a:path w="3809" h="246379">
                  <a:moveTo>
                    <a:pt x="381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9050"/>
                  </a:lnTo>
                  <a:close/>
                </a:path>
                <a:path w="3809" h="246379">
                  <a:moveTo>
                    <a:pt x="3810" y="22859"/>
                  </a:moveTo>
                  <a:lnTo>
                    <a:pt x="0" y="22859"/>
                  </a:lnTo>
                  <a:lnTo>
                    <a:pt x="0" y="219709"/>
                  </a:lnTo>
                  <a:lnTo>
                    <a:pt x="3810" y="219709"/>
                  </a:lnTo>
                  <a:lnTo>
                    <a:pt x="3810" y="22859"/>
                  </a:lnTo>
                  <a:close/>
                </a:path>
                <a:path w="3809" h="246379">
                  <a:moveTo>
                    <a:pt x="3810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3810" y="222249"/>
                  </a:lnTo>
                  <a:lnTo>
                    <a:pt x="3810" y="219709"/>
                  </a:lnTo>
                  <a:close/>
                </a:path>
                <a:path w="3809" h="246379">
                  <a:moveTo>
                    <a:pt x="3810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22250"/>
                  </a:lnTo>
                  <a:close/>
                </a:path>
                <a:path w="3809" h="246379">
                  <a:moveTo>
                    <a:pt x="3810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6059"/>
                  </a:lnTo>
                  <a:close/>
                </a:path>
                <a:path w="3809" h="246379">
                  <a:moveTo>
                    <a:pt x="3810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8600"/>
                  </a:lnTo>
                  <a:close/>
                </a:path>
                <a:path w="3809" h="246379">
                  <a:moveTo>
                    <a:pt x="3810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3810" y="234949"/>
                  </a:lnTo>
                  <a:lnTo>
                    <a:pt x="3810" y="232409"/>
                  </a:lnTo>
                  <a:close/>
                </a:path>
                <a:path w="3809" h="246379">
                  <a:moveTo>
                    <a:pt x="3810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3810" y="238759"/>
                  </a:lnTo>
                  <a:lnTo>
                    <a:pt x="3810" y="234950"/>
                  </a:lnTo>
                  <a:close/>
                </a:path>
                <a:path w="3809" h="246379">
                  <a:moveTo>
                    <a:pt x="3810" y="238759"/>
                  </a:moveTo>
                  <a:lnTo>
                    <a:pt x="0" y="238759"/>
                  </a:lnTo>
                  <a:lnTo>
                    <a:pt x="0" y="241299"/>
                  </a:lnTo>
                  <a:lnTo>
                    <a:pt x="3810" y="241299"/>
                  </a:lnTo>
                  <a:lnTo>
                    <a:pt x="3810" y="238759"/>
                  </a:lnTo>
                  <a:close/>
                </a:path>
                <a:path w="3809" h="246379">
                  <a:moveTo>
                    <a:pt x="3810" y="241300"/>
                  </a:moveTo>
                  <a:lnTo>
                    <a:pt x="0" y="241300"/>
                  </a:lnTo>
                  <a:lnTo>
                    <a:pt x="0" y="245109"/>
                  </a:lnTo>
                  <a:lnTo>
                    <a:pt x="3810" y="245109"/>
                  </a:lnTo>
                  <a:lnTo>
                    <a:pt x="3810" y="241300"/>
                  </a:lnTo>
                  <a:close/>
                </a:path>
                <a:path w="3809" h="246379">
                  <a:moveTo>
                    <a:pt x="3810" y="245109"/>
                  </a:moveTo>
                  <a:lnTo>
                    <a:pt x="0" y="245109"/>
                  </a:lnTo>
                  <a:lnTo>
                    <a:pt x="0" y="246379"/>
                  </a:lnTo>
                  <a:lnTo>
                    <a:pt x="3810" y="246379"/>
                  </a:lnTo>
                  <a:lnTo>
                    <a:pt x="3810" y="245109"/>
                  </a:lnTo>
                  <a:close/>
                </a:path>
              </a:pathLst>
            </a:custGeom>
            <a:solidFill>
              <a:srgbClr val="96A6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1" name="object 2761"/>
            <p:cNvSpPr/>
            <p:nvPr/>
          </p:nvSpPr>
          <p:spPr>
            <a:xfrm>
              <a:off x="7146290" y="5217172"/>
              <a:ext cx="3810" cy="246379"/>
            </a:xfrm>
            <a:custGeom>
              <a:avLst/>
              <a:gdLst/>
              <a:ahLst/>
              <a:cxnLst/>
              <a:rect l="l" t="t" r="r" b="b"/>
              <a:pathLst>
                <a:path w="3809" h="246379">
                  <a:moveTo>
                    <a:pt x="3810" y="245110"/>
                  </a:moveTo>
                  <a:lnTo>
                    <a:pt x="0" y="245110"/>
                  </a:lnTo>
                  <a:lnTo>
                    <a:pt x="0" y="246367"/>
                  </a:lnTo>
                  <a:lnTo>
                    <a:pt x="3810" y="246367"/>
                  </a:lnTo>
                  <a:lnTo>
                    <a:pt x="3810" y="245110"/>
                  </a:lnTo>
                  <a:close/>
                </a:path>
                <a:path w="3809" h="24637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09" h="24637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09" h="24637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09" h="24637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09" h="24637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09" h="24637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09" h="246379">
                  <a:moveTo>
                    <a:pt x="381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22250"/>
                  </a:lnTo>
                  <a:close/>
                </a:path>
                <a:path w="3809" h="246379">
                  <a:moveTo>
                    <a:pt x="3810" y="219710"/>
                  </a:moveTo>
                  <a:lnTo>
                    <a:pt x="0" y="21971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19710"/>
                  </a:lnTo>
                  <a:close/>
                </a:path>
                <a:path w="3809" h="246379">
                  <a:moveTo>
                    <a:pt x="3810" y="22860"/>
                  </a:moveTo>
                  <a:lnTo>
                    <a:pt x="0" y="22860"/>
                  </a:lnTo>
                  <a:lnTo>
                    <a:pt x="0" y="219697"/>
                  </a:lnTo>
                  <a:lnTo>
                    <a:pt x="3810" y="219697"/>
                  </a:lnTo>
                  <a:lnTo>
                    <a:pt x="3810" y="22860"/>
                  </a:lnTo>
                  <a:close/>
                </a:path>
                <a:path w="3809" h="24637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09" h="24637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09" h="246379">
                  <a:moveTo>
                    <a:pt x="3810" y="11430"/>
                  </a:moveTo>
                  <a:lnTo>
                    <a:pt x="0" y="1143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1430"/>
                  </a:lnTo>
                  <a:close/>
                </a:path>
                <a:path w="3809" h="246379">
                  <a:moveTo>
                    <a:pt x="3810" y="5080"/>
                  </a:moveTo>
                  <a:lnTo>
                    <a:pt x="0" y="5080"/>
                  </a:lnTo>
                  <a:lnTo>
                    <a:pt x="0" y="11417"/>
                  </a:lnTo>
                  <a:lnTo>
                    <a:pt x="3810" y="11417"/>
                  </a:lnTo>
                  <a:lnTo>
                    <a:pt x="3810" y="5080"/>
                  </a:lnTo>
                  <a:close/>
                </a:path>
                <a:path w="3809" h="246379">
                  <a:moveTo>
                    <a:pt x="3810" y="0"/>
                  </a:moveTo>
                  <a:lnTo>
                    <a:pt x="0" y="0"/>
                  </a:lnTo>
                  <a:lnTo>
                    <a:pt x="0" y="5067"/>
                  </a:lnTo>
                  <a:lnTo>
                    <a:pt x="3810" y="506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2" name="object 2762"/>
            <p:cNvSpPr/>
            <p:nvPr/>
          </p:nvSpPr>
          <p:spPr>
            <a:xfrm>
              <a:off x="7150100" y="5215889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09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0" y="126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0"/>
                  </a:lnTo>
                  <a:close/>
                </a:path>
                <a:path w="3809" h="248920">
                  <a:moveTo>
                    <a:pt x="380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6349"/>
                  </a:lnTo>
                  <a:close/>
                </a:path>
                <a:path w="3809" h="248920">
                  <a:moveTo>
                    <a:pt x="3809" y="12699"/>
                  </a:moveTo>
                  <a:lnTo>
                    <a:pt x="0" y="12699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2699"/>
                  </a:lnTo>
                  <a:close/>
                </a:path>
                <a:path w="3809" h="248920">
                  <a:moveTo>
                    <a:pt x="3809" y="17779"/>
                  </a:moveTo>
                  <a:lnTo>
                    <a:pt x="0" y="17779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7779"/>
                  </a:lnTo>
                  <a:close/>
                </a:path>
                <a:path w="3809" h="248920">
                  <a:moveTo>
                    <a:pt x="3809" y="20319"/>
                  </a:moveTo>
                  <a:lnTo>
                    <a:pt x="0" y="20319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20319"/>
                  </a:lnTo>
                  <a:close/>
                </a:path>
                <a:path w="3809" h="248920">
                  <a:moveTo>
                    <a:pt x="3809" y="24129"/>
                  </a:moveTo>
                  <a:lnTo>
                    <a:pt x="0" y="24129"/>
                  </a:lnTo>
                  <a:lnTo>
                    <a:pt x="0" y="220979"/>
                  </a:lnTo>
                  <a:lnTo>
                    <a:pt x="3809" y="220979"/>
                  </a:lnTo>
                  <a:lnTo>
                    <a:pt x="3809" y="24129"/>
                  </a:lnTo>
                  <a:close/>
                </a:path>
                <a:path w="3809" h="248920">
                  <a:moveTo>
                    <a:pt x="3809" y="220979"/>
                  </a:moveTo>
                  <a:lnTo>
                    <a:pt x="0" y="220979"/>
                  </a:lnTo>
                  <a:lnTo>
                    <a:pt x="0" y="223519"/>
                  </a:lnTo>
                  <a:lnTo>
                    <a:pt x="3809" y="223519"/>
                  </a:lnTo>
                  <a:lnTo>
                    <a:pt x="3809" y="220979"/>
                  </a:lnTo>
                  <a:close/>
                </a:path>
                <a:path w="3809" h="248920">
                  <a:moveTo>
                    <a:pt x="3809" y="223519"/>
                  </a:moveTo>
                  <a:lnTo>
                    <a:pt x="0" y="223519"/>
                  </a:lnTo>
                  <a:lnTo>
                    <a:pt x="0" y="227329"/>
                  </a:lnTo>
                  <a:lnTo>
                    <a:pt x="3809" y="227329"/>
                  </a:lnTo>
                  <a:lnTo>
                    <a:pt x="3809" y="223519"/>
                  </a:lnTo>
                  <a:close/>
                </a:path>
                <a:path w="3809" h="248920">
                  <a:moveTo>
                    <a:pt x="3809" y="227329"/>
                  </a:moveTo>
                  <a:lnTo>
                    <a:pt x="0" y="227329"/>
                  </a:lnTo>
                  <a:lnTo>
                    <a:pt x="0" y="229869"/>
                  </a:lnTo>
                  <a:lnTo>
                    <a:pt x="3809" y="229869"/>
                  </a:lnTo>
                  <a:lnTo>
                    <a:pt x="3809" y="227329"/>
                  </a:lnTo>
                  <a:close/>
                </a:path>
                <a:path w="3809" h="248920">
                  <a:moveTo>
                    <a:pt x="3809" y="229869"/>
                  </a:moveTo>
                  <a:lnTo>
                    <a:pt x="0" y="229869"/>
                  </a:lnTo>
                  <a:lnTo>
                    <a:pt x="0" y="233679"/>
                  </a:lnTo>
                  <a:lnTo>
                    <a:pt x="3809" y="233679"/>
                  </a:lnTo>
                  <a:lnTo>
                    <a:pt x="3809" y="229869"/>
                  </a:lnTo>
                  <a:close/>
                </a:path>
                <a:path w="3809" h="248920">
                  <a:moveTo>
                    <a:pt x="3809" y="233679"/>
                  </a:moveTo>
                  <a:lnTo>
                    <a:pt x="0" y="233679"/>
                  </a:lnTo>
                  <a:lnTo>
                    <a:pt x="0" y="236219"/>
                  </a:lnTo>
                  <a:lnTo>
                    <a:pt x="3809" y="236219"/>
                  </a:lnTo>
                  <a:lnTo>
                    <a:pt x="3809" y="233679"/>
                  </a:lnTo>
                  <a:close/>
                </a:path>
                <a:path w="3809" h="248920">
                  <a:moveTo>
                    <a:pt x="3809" y="236219"/>
                  </a:moveTo>
                  <a:lnTo>
                    <a:pt x="0" y="236219"/>
                  </a:lnTo>
                  <a:lnTo>
                    <a:pt x="0" y="240029"/>
                  </a:lnTo>
                  <a:lnTo>
                    <a:pt x="3809" y="240029"/>
                  </a:lnTo>
                  <a:lnTo>
                    <a:pt x="3809" y="236219"/>
                  </a:lnTo>
                  <a:close/>
                </a:path>
                <a:path w="3809" h="248920">
                  <a:moveTo>
                    <a:pt x="3809" y="240029"/>
                  </a:moveTo>
                  <a:lnTo>
                    <a:pt x="0" y="240029"/>
                  </a:lnTo>
                  <a:lnTo>
                    <a:pt x="0" y="242569"/>
                  </a:lnTo>
                  <a:lnTo>
                    <a:pt x="3809" y="242569"/>
                  </a:lnTo>
                  <a:lnTo>
                    <a:pt x="3809" y="240029"/>
                  </a:lnTo>
                  <a:close/>
                </a:path>
                <a:path w="3809" h="248920">
                  <a:moveTo>
                    <a:pt x="3809" y="242569"/>
                  </a:moveTo>
                  <a:lnTo>
                    <a:pt x="0" y="242569"/>
                  </a:lnTo>
                  <a:lnTo>
                    <a:pt x="0" y="246379"/>
                  </a:lnTo>
                  <a:lnTo>
                    <a:pt x="3809" y="246379"/>
                  </a:lnTo>
                  <a:lnTo>
                    <a:pt x="3809" y="242569"/>
                  </a:lnTo>
                  <a:close/>
                </a:path>
                <a:path w="3809" h="248920">
                  <a:moveTo>
                    <a:pt x="3809" y="246379"/>
                  </a:moveTo>
                  <a:lnTo>
                    <a:pt x="0" y="246379"/>
                  </a:lnTo>
                  <a:lnTo>
                    <a:pt x="0" y="247649"/>
                  </a:lnTo>
                  <a:lnTo>
                    <a:pt x="1270" y="247649"/>
                  </a:lnTo>
                  <a:lnTo>
                    <a:pt x="1270" y="248919"/>
                  </a:lnTo>
                  <a:lnTo>
                    <a:pt x="3809" y="248919"/>
                  </a:lnTo>
                  <a:lnTo>
                    <a:pt x="3809" y="246379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3" name="object 2763"/>
            <p:cNvSpPr/>
            <p:nvPr/>
          </p:nvSpPr>
          <p:spPr>
            <a:xfrm>
              <a:off x="7153910" y="5215902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6380"/>
                  </a:moveTo>
                  <a:lnTo>
                    <a:pt x="0" y="246380"/>
                  </a:lnTo>
                  <a:lnTo>
                    <a:pt x="0" y="248907"/>
                  </a:lnTo>
                  <a:lnTo>
                    <a:pt x="3810" y="248907"/>
                  </a:lnTo>
                  <a:lnTo>
                    <a:pt x="3810" y="246380"/>
                  </a:lnTo>
                  <a:close/>
                </a:path>
                <a:path w="3809" h="248920">
                  <a:moveTo>
                    <a:pt x="3810" y="242570"/>
                  </a:moveTo>
                  <a:lnTo>
                    <a:pt x="0" y="242570"/>
                  </a:lnTo>
                  <a:lnTo>
                    <a:pt x="0" y="246367"/>
                  </a:lnTo>
                  <a:lnTo>
                    <a:pt x="3810" y="246367"/>
                  </a:lnTo>
                  <a:lnTo>
                    <a:pt x="3810" y="242570"/>
                  </a:lnTo>
                  <a:close/>
                </a:path>
                <a:path w="3809" h="248920">
                  <a:moveTo>
                    <a:pt x="3810" y="240030"/>
                  </a:moveTo>
                  <a:lnTo>
                    <a:pt x="0" y="240030"/>
                  </a:lnTo>
                  <a:lnTo>
                    <a:pt x="0" y="242557"/>
                  </a:lnTo>
                  <a:lnTo>
                    <a:pt x="3810" y="242557"/>
                  </a:lnTo>
                  <a:lnTo>
                    <a:pt x="3810" y="240030"/>
                  </a:lnTo>
                  <a:close/>
                </a:path>
                <a:path w="3809" h="248920">
                  <a:moveTo>
                    <a:pt x="3810" y="236220"/>
                  </a:moveTo>
                  <a:lnTo>
                    <a:pt x="0" y="236220"/>
                  </a:lnTo>
                  <a:lnTo>
                    <a:pt x="0" y="240017"/>
                  </a:lnTo>
                  <a:lnTo>
                    <a:pt x="3810" y="240017"/>
                  </a:lnTo>
                  <a:lnTo>
                    <a:pt x="3810" y="236220"/>
                  </a:lnTo>
                  <a:close/>
                </a:path>
                <a:path w="3809" h="248920">
                  <a:moveTo>
                    <a:pt x="3810" y="233680"/>
                  </a:moveTo>
                  <a:lnTo>
                    <a:pt x="0" y="233680"/>
                  </a:lnTo>
                  <a:lnTo>
                    <a:pt x="0" y="236207"/>
                  </a:lnTo>
                  <a:lnTo>
                    <a:pt x="3810" y="236207"/>
                  </a:lnTo>
                  <a:lnTo>
                    <a:pt x="3810" y="233680"/>
                  </a:lnTo>
                  <a:close/>
                </a:path>
                <a:path w="3809" h="248920">
                  <a:moveTo>
                    <a:pt x="3810" y="229870"/>
                  </a:moveTo>
                  <a:lnTo>
                    <a:pt x="0" y="229870"/>
                  </a:lnTo>
                  <a:lnTo>
                    <a:pt x="0" y="233667"/>
                  </a:lnTo>
                  <a:lnTo>
                    <a:pt x="3810" y="233667"/>
                  </a:lnTo>
                  <a:lnTo>
                    <a:pt x="3810" y="229870"/>
                  </a:lnTo>
                  <a:close/>
                </a:path>
                <a:path w="3809" h="248920">
                  <a:moveTo>
                    <a:pt x="3810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3810" y="229857"/>
                  </a:lnTo>
                  <a:lnTo>
                    <a:pt x="3810" y="227330"/>
                  </a:lnTo>
                  <a:close/>
                </a:path>
                <a:path w="3809" h="248920">
                  <a:moveTo>
                    <a:pt x="3810" y="223520"/>
                  </a:moveTo>
                  <a:lnTo>
                    <a:pt x="0" y="223520"/>
                  </a:lnTo>
                  <a:lnTo>
                    <a:pt x="0" y="227317"/>
                  </a:lnTo>
                  <a:lnTo>
                    <a:pt x="3810" y="227317"/>
                  </a:lnTo>
                  <a:lnTo>
                    <a:pt x="3810" y="223520"/>
                  </a:lnTo>
                  <a:close/>
                </a:path>
                <a:path w="3809" h="248920">
                  <a:moveTo>
                    <a:pt x="3810" y="220980"/>
                  </a:moveTo>
                  <a:lnTo>
                    <a:pt x="0" y="220980"/>
                  </a:lnTo>
                  <a:lnTo>
                    <a:pt x="0" y="223507"/>
                  </a:lnTo>
                  <a:lnTo>
                    <a:pt x="3810" y="223507"/>
                  </a:lnTo>
                  <a:lnTo>
                    <a:pt x="3810" y="220980"/>
                  </a:lnTo>
                  <a:close/>
                </a:path>
                <a:path w="3809" h="248920">
                  <a:moveTo>
                    <a:pt x="3810" y="24130"/>
                  </a:moveTo>
                  <a:lnTo>
                    <a:pt x="0" y="2413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24130"/>
                  </a:lnTo>
                  <a:close/>
                </a:path>
                <a:path w="3809" h="248920">
                  <a:moveTo>
                    <a:pt x="3810" y="20320"/>
                  </a:moveTo>
                  <a:lnTo>
                    <a:pt x="0" y="20320"/>
                  </a:lnTo>
                  <a:lnTo>
                    <a:pt x="0" y="24117"/>
                  </a:lnTo>
                  <a:lnTo>
                    <a:pt x="3810" y="24117"/>
                  </a:lnTo>
                  <a:lnTo>
                    <a:pt x="3810" y="20320"/>
                  </a:lnTo>
                  <a:close/>
                </a:path>
                <a:path w="3809" h="248920">
                  <a:moveTo>
                    <a:pt x="3810" y="17780"/>
                  </a:moveTo>
                  <a:lnTo>
                    <a:pt x="0" y="17780"/>
                  </a:lnTo>
                  <a:lnTo>
                    <a:pt x="0" y="20307"/>
                  </a:lnTo>
                  <a:lnTo>
                    <a:pt x="3810" y="20307"/>
                  </a:lnTo>
                  <a:lnTo>
                    <a:pt x="3810" y="17780"/>
                  </a:lnTo>
                  <a:close/>
                </a:path>
                <a:path w="3809" h="248920">
                  <a:moveTo>
                    <a:pt x="3810" y="12700"/>
                  </a:moveTo>
                  <a:lnTo>
                    <a:pt x="0" y="12700"/>
                  </a:lnTo>
                  <a:lnTo>
                    <a:pt x="0" y="17767"/>
                  </a:lnTo>
                  <a:lnTo>
                    <a:pt x="3810" y="17767"/>
                  </a:lnTo>
                  <a:lnTo>
                    <a:pt x="3810" y="12700"/>
                  </a:lnTo>
                  <a:close/>
                </a:path>
                <a:path w="3809" h="2489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E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4" name="object 2764"/>
            <p:cNvSpPr/>
            <p:nvPr/>
          </p:nvSpPr>
          <p:spPr>
            <a:xfrm>
              <a:off x="7157720" y="5215902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6380"/>
                  </a:moveTo>
                  <a:lnTo>
                    <a:pt x="0" y="246380"/>
                  </a:lnTo>
                  <a:lnTo>
                    <a:pt x="0" y="248907"/>
                  </a:lnTo>
                  <a:lnTo>
                    <a:pt x="3810" y="248907"/>
                  </a:lnTo>
                  <a:lnTo>
                    <a:pt x="3810" y="246380"/>
                  </a:lnTo>
                  <a:close/>
                </a:path>
                <a:path w="3809" h="248920">
                  <a:moveTo>
                    <a:pt x="3810" y="242570"/>
                  </a:moveTo>
                  <a:lnTo>
                    <a:pt x="0" y="242570"/>
                  </a:lnTo>
                  <a:lnTo>
                    <a:pt x="0" y="246367"/>
                  </a:lnTo>
                  <a:lnTo>
                    <a:pt x="3810" y="246367"/>
                  </a:lnTo>
                  <a:lnTo>
                    <a:pt x="3810" y="242570"/>
                  </a:lnTo>
                  <a:close/>
                </a:path>
                <a:path w="3809" h="248920">
                  <a:moveTo>
                    <a:pt x="3810" y="240030"/>
                  </a:moveTo>
                  <a:lnTo>
                    <a:pt x="0" y="240030"/>
                  </a:lnTo>
                  <a:lnTo>
                    <a:pt x="0" y="242557"/>
                  </a:lnTo>
                  <a:lnTo>
                    <a:pt x="3810" y="242557"/>
                  </a:lnTo>
                  <a:lnTo>
                    <a:pt x="3810" y="240030"/>
                  </a:lnTo>
                  <a:close/>
                </a:path>
                <a:path w="3809" h="248920">
                  <a:moveTo>
                    <a:pt x="3810" y="236220"/>
                  </a:moveTo>
                  <a:lnTo>
                    <a:pt x="0" y="236220"/>
                  </a:lnTo>
                  <a:lnTo>
                    <a:pt x="0" y="240017"/>
                  </a:lnTo>
                  <a:lnTo>
                    <a:pt x="3810" y="240017"/>
                  </a:lnTo>
                  <a:lnTo>
                    <a:pt x="3810" y="236220"/>
                  </a:lnTo>
                  <a:close/>
                </a:path>
                <a:path w="3809" h="248920">
                  <a:moveTo>
                    <a:pt x="3810" y="233680"/>
                  </a:moveTo>
                  <a:lnTo>
                    <a:pt x="0" y="233680"/>
                  </a:lnTo>
                  <a:lnTo>
                    <a:pt x="0" y="236207"/>
                  </a:lnTo>
                  <a:lnTo>
                    <a:pt x="3810" y="236207"/>
                  </a:lnTo>
                  <a:lnTo>
                    <a:pt x="3810" y="233680"/>
                  </a:lnTo>
                  <a:close/>
                </a:path>
                <a:path w="3809" h="248920">
                  <a:moveTo>
                    <a:pt x="3810" y="229870"/>
                  </a:moveTo>
                  <a:lnTo>
                    <a:pt x="0" y="229870"/>
                  </a:lnTo>
                  <a:lnTo>
                    <a:pt x="0" y="233667"/>
                  </a:lnTo>
                  <a:lnTo>
                    <a:pt x="3810" y="233667"/>
                  </a:lnTo>
                  <a:lnTo>
                    <a:pt x="3810" y="229870"/>
                  </a:lnTo>
                  <a:close/>
                </a:path>
                <a:path w="3809" h="248920">
                  <a:moveTo>
                    <a:pt x="3810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3810" y="229857"/>
                  </a:lnTo>
                  <a:lnTo>
                    <a:pt x="3810" y="227330"/>
                  </a:lnTo>
                  <a:close/>
                </a:path>
                <a:path w="3809" h="248920">
                  <a:moveTo>
                    <a:pt x="3810" y="223520"/>
                  </a:moveTo>
                  <a:lnTo>
                    <a:pt x="0" y="223520"/>
                  </a:lnTo>
                  <a:lnTo>
                    <a:pt x="0" y="227317"/>
                  </a:lnTo>
                  <a:lnTo>
                    <a:pt x="3810" y="227317"/>
                  </a:lnTo>
                  <a:lnTo>
                    <a:pt x="3810" y="223520"/>
                  </a:lnTo>
                  <a:close/>
                </a:path>
                <a:path w="3809" h="248920">
                  <a:moveTo>
                    <a:pt x="3810" y="220980"/>
                  </a:moveTo>
                  <a:lnTo>
                    <a:pt x="0" y="220980"/>
                  </a:lnTo>
                  <a:lnTo>
                    <a:pt x="0" y="223507"/>
                  </a:lnTo>
                  <a:lnTo>
                    <a:pt x="3810" y="223507"/>
                  </a:lnTo>
                  <a:lnTo>
                    <a:pt x="3810" y="220980"/>
                  </a:lnTo>
                  <a:close/>
                </a:path>
                <a:path w="3809" h="248920">
                  <a:moveTo>
                    <a:pt x="3810" y="24130"/>
                  </a:moveTo>
                  <a:lnTo>
                    <a:pt x="0" y="2413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24130"/>
                  </a:lnTo>
                  <a:close/>
                </a:path>
                <a:path w="3809" h="248920">
                  <a:moveTo>
                    <a:pt x="3810" y="20320"/>
                  </a:moveTo>
                  <a:lnTo>
                    <a:pt x="0" y="20320"/>
                  </a:lnTo>
                  <a:lnTo>
                    <a:pt x="0" y="24117"/>
                  </a:lnTo>
                  <a:lnTo>
                    <a:pt x="3810" y="24117"/>
                  </a:lnTo>
                  <a:lnTo>
                    <a:pt x="3810" y="20320"/>
                  </a:lnTo>
                  <a:close/>
                </a:path>
                <a:path w="3809" h="248920">
                  <a:moveTo>
                    <a:pt x="3810" y="17780"/>
                  </a:moveTo>
                  <a:lnTo>
                    <a:pt x="0" y="17780"/>
                  </a:lnTo>
                  <a:lnTo>
                    <a:pt x="0" y="20307"/>
                  </a:lnTo>
                  <a:lnTo>
                    <a:pt x="3810" y="20307"/>
                  </a:lnTo>
                  <a:lnTo>
                    <a:pt x="3810" y="17780"/>
                  </a:lnTo>
                  <a:close/>
                </a:path>
                <a:path w="3809" h="248920">
                  <a:moveTo>
                    <a:pt x="3810" y="12700"/>
                  </a:moveTo>
                  <a:lnTo>
                    <a:pt x="0" y="12700"/>
                  </a:lnTo>
                  <a:lnTo>
                    <a:pt x="0" y="17767"/>
                  </a:lnTo>
                  <a:lnTo>
                    <a:pt x="3810" y="17767"/>
                  </a:lnTo>
                  <a:lnTo>
                    <a:pt x="3810" y="12700"/>
                  </a:lnTo>
                  <a:close/>
                </a:path>
                <a:path w="3809" h="2489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5" name="object 2765"/>
            <p:cNvSpPr/>
            <p:nvPr/>
          </p:nvSpPr>
          <p:spPr>
            <a:xfrm>
              <a:off x="7161530" y="5215902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6380"/>
                  </a:moveTo>
                  <a:lnTo>
                    <a:pt x="0" y="246380"/>
                  </a:lnTo>
                  <a:lnTo>
                    <a:pt x="0" y="248907"/>
                  </a:lnTo>
                  <a:lnTo>
                    <a:pt x="3810" y="248907"/>
                  </a:lnTo>
                  <a:lnTo>
                    <a:pt x="3810" y="246380"/>
                  </a:lnTo>
                  <a:close/>
                </a:path>
                <a:path w="3809" h="248920">
                  <a:moveTo>
                    <a:pt x="3810" y="242570"/>
                  </a:moveTo>
                  <a:lnTo>
                    <a:pt x="0" y="242570"/>
                  </a:lnTo>
                  <a:lnTo>
                    <a:pt x="0" y="246367"/>
                  </a:lnTo>
                  <a:lnTo>
                    <a:pt x="3810" y="246367"/>
                  </a:lnTo>
                  <a:lnTo>
                    <a:pt x="3810" y="242570"/>
                  </a:lnTo>
                  <a:close/>
                </a:path>
                <a:path w="3809" h="248920">
                  <a:moveTo>
                    <a:pt x="3810" y="240030"/>
                  </a:moveTo>
                  <a:lnTo>
                    <a:pt x="0" y="240030"/>
                  </a:lnTo>
                  <a:lnTo>
                    <a:pt x="0" y="242557"/>
                  </a:lnTo>
                  <a:lnTo>
                    <a:pt x="3810" y="242557"/>
                  </a:lnTo>
                  <a:lnTo>
                    <a:pt x="3810" y="240030"/>
                  </a:lnTo>
                  <a:close/>
                </a:path>
                <a:path w="3809" h="248920">
                  <a:moveTo>
                    <a:pt x="3810" y="236220"/>
                  </a:moveTo>
                  <a:lnTo>
                    <a:pt x="0" y="236220"/>
                  </a:lnTo>
                  <a:lnTo>
                    <a:pt x="0" y="240017"/>
                  </a:lnTo>
                  <a:lnTo>
                    <a:pt x="3810" y="240017"/>
                  </a:lnTo>
                  <a:lnTo>
                    <a:pt x="3810" y="236220"/>
                  </a:lnTo>
                  <a:close/>
                </a:path>
                <a:path w="3809" h="248920">
                  <a:moveTo>
                    <a:pt x="3810" y="233680"/>
                  </a:moveTo>
                  <a:lnTo>
                    <a:pt x="0" y="233680"/>
                  </a:lnTo>
                  <a:lnTo>
                    <a:pt x="0" y="236207"/>
                  </a:lnTo>
                  <a:lnTo>
                    <a:pt x="3810" y="236207"/>
                  </a:lnTo>
                  <a:lnTo>
                    <a:pt x="3810" y="233680"/>
                  </a:lnTo>
                  <a:close/>
                </a:path>
                <a:path w="3809" h="248920">
                  <a:moveTo>
                    <a:pt x="3810" y="229870"/>
                  </a:moveTo>
                  <a:lnTo>
                    <a:pt x="0" y="229870"/>
                  </a:lnTo>
                  <a:lnTo>
                    <a:pt x="0" y="233667"/>
                  </a:lnTo>
                  <a:lnTo>
                    <a:pt x="3810" y="233667"/>
                  </a:lnTo>
                  <a:lnTo>
                    <a:pt x="3810" y="229870"/>
                  </a:lnTo>
                  <a:close/>
                </a:path>
                <a:path w="3809" h="248920">
                  <a:moveTo>
                    <a:pt x="3810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3810" y="229857"/>
                  </a:lnTo>
                  <a:lnTo>
                    <a:pt x="3810" y="227330"/>
                  </a:lnTo>
                  <a:close/>
                </a:path>
                <a:path w="3809" h="248920">
                  <a:moveTo>
                    <a:pt x="3810" y="223520"/>
                  </a:moveTo>
                  <a:lnTo>
                    <a:pt x="0" y="223520"/>
                  </a:lnTo>
                  <a:lnTo>
                    <a:pt x="0" y="227317"/>
                  </a:lnTo>
                  <a:lnTo>
                    <a:pt x="3810" y="227317"/>
                  </a:lnTo>
                  <a:lnTo>
                    <a:pt x="3810" y="223520"/>
                  </a:lnTo>
                  <a:close/>
                </a:path>
                <a:path w="3809" h="248920">
                  <a:moveTo>
                    <a:pt x="3810" y="220980"/>
                  </a:moveTo>
                  <a:lnTo>
                    <a:pt x="0" y="220980"/>
                  </a:lnTo>
                  <a:lnTo>
                    <a:pt x="0" y="223507"/>
                  </a:lnTo>
                  <a:lnTo>
                    <a:pt x="3810" y="223507"/>
                  </a:lnTo>
                  <a:lnTo>
                    <a:pt x="3810" y="220980"/>
                  </a:lnTo>
                  <a:close/>
                </a:path>
                <a:path w="3809" h="248920">
                  <a:moveTo>
                    <a:pt x="3810" y="24130"/>
                  </a:moveTo>
                  <a:lnTo>
                    <a:pt x="0" y="2413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24130"/>
                  </a:lnTo>
                  <a:close/>
                </a:path>
                <a:path w="3809" h="248920">
                  <a:moveTo>
                    <a:pt x="3810" y="20320"/>
                  </a:moveTo>
                  <a:lnTo>
                    <a:pt x="0" y="20320"/>
                  </a:lnTo>
                  <a:lnTo>
                    <a:pt x="0" y="24117"/>
                  </a:lnTo>
                  <a:lnTo>
                    <a:pt x="3810" y="24117"/>
                  </a:lnTo>
                  <a:lnTo>
                    <a:pt x="3810" y="20320"/>
                  </a:lnTo>
                  <a:close/>
                </a:path>
                <a:path w="3809" h="248920">
                  <a:moveTo>
                    <a:pt x="3810" y="17780"/>
                  </a:moveTo>
                  <a:lnTo>
                    <a:pt x="0" y="17780"/>
                  </a:lnTo>
                  <a:lnTo>
                    <a:pt x="0" y="20307"/>
                  </a:lnTo>
                  <a:lnTo>
                    <a:pt x="3810" y="20307"/>
                  </a:lnTo>
                  <a:lnTo>
                    <a:pt x="3810" y="17780"/>
                  </a:lnTo>
                  <a:close/>
                </a:path>
                <a:path w="3809" h="248920">
                  <a:moveTo>
                    <a:pt x="3810" y="12700"/>
                  </a:moveTo>
                  <a:lnTo>
                    <a:pt x="0" y="12700"/>
                  </a:lnTo>
                  <a:lnTo>
                    <a:pt x="0" y="17767"/>
                  </a:lnTo>
                  <a:lnTo>
                    <a:pt x="3810" y="17767"/>
                  </a:lnTo>
                  <a:lnTo>
                    <a:pt x="3810" y="12700"/>
                  </a:lnTo>
                  <a:close/>
                </a:path>
                <a:path w="3809" h="2489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6" name="object 2766"/>
            <p:cNvSpPr/>
            <p:nvPr/>
          </p:nvSpPr>
          <p:spPr>
            <a:xfrm>
              <a:off x="7165340" y="5215902"/>
              <a:ext cx="2540" cy="248920"/>
            </a:xfrm>
            <a:custGeom>
              <a:avLst/>
              <a:gdLst/>
              <a:ahLst/>
              <a:cxnLst/>
              <a:rect l="l" t="t" r="r" b="b"/>
              <a:pathLst>
                <a:path w="2540" h="248920">
                  <a:moveTo>
                    <a:pt x="2540" y="246380"/>
                  </a:moveTo>
                  <a:lnTo>
                    <a:pt x="0" y="246380"/>
                  </a:lnTo>
                  <a:lnTo>
                    <a:pt x="0" y="248907"/>
                  </a:lnTo>
                  <a:lnTo>
                    <a:pt x="2540" y="248907"/>
                  </a:lnTo>
                  <a:lnTo>
                    <a:pt x="2540" y="246380"/>
                  </a:lnTo>
                  <a:close/>
                </a:path>
                <a:path w="2540" h="248920">
                  <a:moveTo>
                    <a:pt x="2540" y="242570"/>
                  </a:moveTo>
                  <a:lnTo>
                    <a:pt x="0" y="242570"/>
                  </a:lnTo>
                  <a:lnTo>
                    <a:pt x="0" y="246367"/>
                  </a:lnTo>
                  <a:lnTo>
                    <a:pt x="2540" y="246367"/>
                  </a:lnTo>
                  <a:lnTo>
                    <a:pt x="2540" y="242570"/>
                  </a:lnTo>
                  <a:close/>
                </a:path>
                <a:path w="2540" h="248920">
                  <a:moveTo>
                    <a:pt x="2540" y="240030"/>
                  </a:moveTo>
                  <a:lnTo>
                    <a:pt x="0" y="240030"/>
                  </a:lnTo>
                  <a:lnTo>
                    <a:pt x="0" y="242557"/>
                  </a:lnTo>
                  <a:lnTo>
                    <a:pt x="2540" y="242557"/>
                  </a:lnTo>
                  <a:lnTo>
                    <a:pt x="2540" y="240030"/>
                  </a:lnTo>
                  <a:close/>
                </a:path>
                <a:path w="2540" h="248920">
                  <a:moveTo>
                    <a:pt x="2540" y="236220"/>
                  </a:moveTo>
                  <a:lnTo>
                    <a:pt x="0" y="236220"/>
                  </a:lnTo>
                  <a:lnTo>
                    <a:pt x="0" y="240017"/>
                  </a:lnTo>
                  <a:lnTo>
                    <a:pt x="2540" y="240017"/>
                  </a:lnTo>
                  <a:lnTo>
                    <a:pt x="2540" y="236220"/>
                  </a:lnTo>
                  <a:close/>
                </a:path>
                <a:path w="2540" h="248920">
                  <a:moveTo>
                    <a:pt x="2540" y="233680"/>
                  </a:moveTo>
                  <a:lnTo>
                    <a:pt x="0" y="233680"/>
                  </a:lnTo>
                  <a:lnTo>
                    <a:pt x="0" y="236207"/>
                  </a:lnTo>
                  <a:lnTo>
                    <a:pt x="2540" y="236207"/>
                  </a:lnTo>
                  <a:lnTo>
                    <a:pt x="2540" y="233680"/>
                  </a:lnTo>
                  <a:close/>
                </a:path>
                <a:path w="2540" h="248920">
                  <a:moveTo>
                    <a:pt x="2540" y="229870"/>
                  </a:moveTo>
                  <a:lnTo>
                    <a:pt x="0" y="229870"/>
                  </a:lnTo>
                  <a:lnTo>
                    <a:pt x="0" y="233667"/>
                  </a:lnTo>
                  <a:lnTo>
                    <a:pt x="2540" y="233667"/>
                  </a:lnTo>
                  <a:lnTo>
                    <a:pt x="2540" y="229870"/>
                  </a:lnTo>
                  <a:close/>
                </a:path>
                <a:path w="2540" h="248920">
                  <a:moveTo>
                    <a:pt x="2540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2540" y="229857"/>
                  </a:lnTo>
                  <a:lnTo>
                    <a:pt x="2540" y="227330"/>
                  </a:lnTo>
                  <a:close/>
                </a:path>
                <a:path w="2540" h="248920">
                  <a:moveTo>
                    <a:pt x="2540" y="223520"/>
                  </a:moveTo>
                  <a:lnTo>
                    <a:pt x="0" y="223520"/>
                  </a:lnTo>
                  <a:lnTo>
                    <a:pt x="0" y="227317"/>
                  </a:lnTo>
                  <a:lnTo>
                    <a:pt x="2540" y="227317"/>
                  </a:lnTo>
                  <a:lnTo>
                    <a:pt x="2540" y="223520"/>
                  </a:lnTo>
                  <a:close/>
                </a:path>
                <a:path w="2540" h="248920">
                  <a:moveTo>
                    <a:pt x="2540" y="220980"/>
                  </a:moveTo>
                  <a:lnTo>
                    <a:pt x="0" y="220980"/>
                  </a:lnTo>
                  <a:lnTo>
                    <a:pt x="0" y="223507"/>
                  </a:lnTo>
                  <a:lnTo>
                    <a:pt x="2540" y="223507"/>
                  </a:lnTo>
                  <a:lnTo>
                    <a:pt x="2540" y="220980"/>
                  </a:lnTo>
                  <a:close/>
                </a:path>
                <a:path w="2540" h="248920">
                  <a:moveTo>
                    <a:pt x="2540" y="24130"/>
                  </a:moveTo>
                  <a:lnTo>
                    <a:pt x="0" y="24130"/>
                  </a:lnTo>
                  <a:lnTo>
                    <a:pt x="0" y="220967"/>
                  </a:lnTo>
                  <a:lnTo>
                    <a:pt x="2540" y="220967"/>
                  </a:lnTo>
                  <a:lnTo>
                    <a:pt x="2540" y="24130"/>
                  </a:lnTo>
                  <a:close/>
                </a:path>
                <a:path w="2540" h="248920">
                  <a:moveTo>
                    <a:pt x="2540" y="20320"/>
                  </a:moveTo>
                  <a:lnTo>
                    <a:pt x="0" y="20320"/>
                  </a:lnTo>
                  <a:lnTo>
                    <a:pt x="0" y="24117"/>
                  </a:lnTo>
                  <a:lnTo>
                    <a:pt x="2540" y="24117"/>
                  </a:lnTo>
                  <a:lnTo>
                    <a:pt x="2540" y="20320"/>
                  </a:lnTo>
                  <a:close/>
                </a:path>
                <a:path w="2540" h="248920">
                  <a:moveTo>
                    <a:pt x="2540" y="17780"/>
                  </a:moveTo>
                  <a:lnTo>
                    <a:pt x="0" y="17780"/>
                  </a:lnTo>
                  <a:lnTo>
                    <a:pt x="0" y="20307"/>
                  </a:lnTo>
                  <a:lnTo>
                    <a:pt x="2540" y="20307"/>
                  </a:lnTo>
                  <a:lnTo>
                    <a:pt x="2540" y="17780"/>
                  </a:lnTo>
                  <a:close/>
                </a:path>
                <a:path w="2540" h="248920">
                  <a:moveTo>
                    <a:pt x="2540" y="12700"/>
                  </a:moveTo>
                  <a:lnTo>
                    <a:pt x="0" y="12700"/>
                  </a:lnTo>
                  <a:lnTo>
                    <a:pt x="0" y="17767"/>
                  </a:lnTo>
                  <a:lnTo>
                    <a:pt x="2540" y="17767"/>
                  </a:lnTo>
                  <a:lnTo>
                    <a:pt x="2540" y="12700"/>
                  </a:lnTo>
                  <a:close/>
                </a:path>
                <a:path w="2540" h="248920">
                  <a:moveTo>
                    <a:pt x="254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6350"/>
                  </a:lnTo>
                  <a:close/>
                </a:path>
                <a:path w="2540" h="248920">
                  <a:moveTo>
                    <a:pt x="254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8799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7" name="object 2767"/>
            <p:cNvSpPr/>
            <p:nvPr/>
          </p:nvSpPr>
          <p:spPr>
            <a:xfrm>
              <a:off x="7167880" y="5215902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6380"/>
                  </a:moveTo>
                  <a:lnTo>
                    <a:pt x="0" y="246380"/>
                  </a:lnTo>
                  <a:lnTo>
                    <a:pt x="0" y="248907"/>
                  </a:lnTo>
                  <a:lnTo>
                    <a:pt x="3810" y="248907"/>
                  </a:lnTo>
                  <a:lnTo>
                    <a:pt x="3810" y="246380"/>
                  </a:lnTo>
                  <a:close/>
                </a:path>
                <a:path w="3809" h="248920">
                  <a:moveTo>
                    <a:pt x="3810" y="242570"/>
                  </a:moveTo>
                  <a:lnTo>
                    <a:pt x="0" y="242570"/>
                  </a:lnTo>
                  <a:lnTo>
                    <a:pt x="0" y="246367"/>
                  </a:lnTo>
                  <a:lnTo>
                    <a:pt x="3810" y="246367"/>
                  </a:lnTo>
                  <a:lnTo>
                    <a:pt x="3810" y="242570"/>
                  </a:lnTo>
                  <a:close/>
                </a:path>
                <a:path w="3809" h="248920">
                  <a:moveTo>
                    <a:pt x="3810" y="240030"/>
                  </a:moveTo>
                  <a:lnTo>
                    <a:pt x="0" y="240030"/>
                  </a:lnTo>
                  <a:lnTo>
                    <a:pt x="0" y="242557"/>
                  </a:lnTo>
                  <a:lnTo>
                    <a:pt x="3810" y="242557"/>
                  </a:lnTo>
                  <a:lnTo>
                    <a:pt x="3810" y="240030"/>
                  </a:lnTo>
                  <a:close/>
                </a:path>
                <a:path w="3809" h="248920">
                  <a:moveTo>
                    <a:pt x="3810" y="236220"/>
                  </a:moveTo>
                  <a:lnTo>
                    <a:pt x="0" y="236220"/>
                  </a:lnTo>
                  <a:lnTo>
                    <a:pt x="0" y="240017"/>
                  </a:lnTo>
                  <a:lnTo>
                    <a:pt x="3810" y="240017"/>
                  </a:lnTo>
                  <a:lnTo>
                    <a:pt x="3810" y="236220"/>
                  </a:lnTo>
                  <a:close/>
                </a:path>
                <a:path w="3809" h="248920">
                  <a:moveTo>
                    <a:pt x="3810" y="233680"/>
                  </a:moveTo>
                  <a:lnTo>
                    <a:pt x="0" y="233680"/>
                  </a:lnTo>
                  <a:lnTo>
                    <a:pt x="0" y="236207"/>
                  </a:lnTo>
                  <a:lnTo>
                    <a:pt x="3810" y="236207"/>
                  </a:lnTo>
                  <a:lnTo>
                    <a:pt x="3810" y="233680"/>
                  </a:lnTo>
                  <a:close/>
                </a:path>
                <a:path w="3809" h="248920">
                  <a:moveTo>
                    <a:pt x="3810" y="229870"/>
                  </a:moveTo>
                  <a:lnTo>
                    <a:pt x="0" y="229870"/>
                  </a:lnTo>
                  <a:lnTo>
                    <a:pt x="0" y="233667"/>
                  </a:lnTo>
                  <a:lnTo>
                    <a:pt x="3810" y="233667"/>
                  </a:lnTo>
                  <a:lnTo>
                    <a:pt x="3810" y="229870"/>
                  </a:lnTo>
                  <a:close/>
                </a:path>
                <a:path w="3809" h="248920">
                  <a:moveTo>
                    <a:pt x="3810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3810" y="229857"/>
                  </a:lnTo>
                  <a:lnTo>
                    <a:pt x="3810" y="227330"/>
                  </a:lnTo>
                  <a:close/>
                </a:path>
                <a:path w="3809" h="248920">
                  <a:moveTo>
                    <a:pt x="3810" y="223520"/>
                  </a:moveTo>
                  <a:lnTo>
                    <a:pt x="0" y="223520"/>
                  </a:lnTo>
                  <a:lnTo>
                    <a:pt x="0" y="227317"/>
                  </a:lnTo>
                  <a:lnTo>
                    <a:pt x="3810" y="227317"/>
                  </a:lnTo>
                  <a:lnTo>
                    <a:pt x="3810" y="223520"/>
                  </a:lnTo>
                  <a:close/>
                </a:path>
                <a:path w="3809" h="248920">
                  <a:moveTo>
                    <a:pt x="3810" y="220980"/>
                  </a:moveTo>
                  <a:lnTo>
                    <a:pt x="0" y="220980"/>
                  </a:lnTo>
                  <a:lnTo>
                    <a:pt x="0" y="223507"/>
                  </a:lnTo>
                  <a:lnTo>
                    <a:pt x="3810" y="223507"/>
                  </a:lnTo>
                  <a:lnTo>
                    <a:pt x="3810" y="220980"/>
                  </a:lnTo>
                  <a:close/>
                </a:path>
                <a:path w="3809" h="248920">
                  <a:moveTo>
                    <a:pt x="3810" y="24130"/>
                  </a:moveTo>
                  <a:lnTo>
                    <a:pt x="0" y="2413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24130"/>
                  </a:lnTo>
                  <a:close/>
                </a:path>
                <a:path w="3809" h="248920">
                  <a:moveTo>
                    <a:pt x="3810" y="20320"/>
                  </a:moveTo>
                  <a:lnTo>
                    <a:pt x="0" y="20320"/>
                  </a:lnTo>
                  <a:lnTo>
                    <a:pt x="0" y="24117"/>
                  </a:lnTo>
                  <a:lnTo>
                    <a:pt x="3810" y="24117"/>
                  </a:lnTo>
                  <a:lnTo>
                    <a:pt x="3810" y="20320"/>
                  </a:lnTo>
                  <a:close/>
                </a:path>
                <a:path w="3809" h="248920">
                  <a:moveTo>
                    <a:pt x="3810" y="17780"/>
                  </a:moveTo>
                  <a:lnTo>
                    <a:pt x="0" y="17780"/>
                  </a:lnTo>
                  <a:lnTo>
                    <a:pt x="0" y="20307"/>
                  </a:lnTo>
                  <a:lnTo>
                    <a:pt x="3810" y="20307"/>
                  </a:lnTo>
                  <a:lnTo>
                    <a:pt x="3810" y="17780"/>
                  </a:lnTo>
                  <a:close/>
                </a:path>
                <a:path w="3809" h="248920">
                  <a:moveTo>
                    <a:pt x="3810" y="12700"/>
                  </a:moveTo>
                  <a:lnTo>
                    <a:pt x="0" y="12700"/>
                  </a:lnTo>
                  <a:lnTo>
                    <a:pt x="0" y="17767"/>
                  </a:lnTo>
                  <a:lnTo>
                    <a:pt x="3810" y="17767"/>
                  </a:lnTo>
                  <a:lnTo>
                    <a:pt x="3810" y="12700"/>
                  </a:lnTo>
                  <a:close/>
                </a:path>
                <a:path w="3809" h="2489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496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8" name="object 2768"/>
            <p:cNvSpPr/>
            <p:nvPr/>
          </p:nvSpPr>
          <p:spPr>
            <a:xfrm>
              <a:off x="7171690" y="5215902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6380"/>
                  </a:moveTo>
                  <a:lnTo>
                    <a:pt x="0" y="246380"/>
                  </a:lnTo>
                  <a:lnTo>
                    <a:pt x="0" y="248907"/>
                  </a:lnTo>
                  <a:lnTo>
                    <a:pt x="3810" y="248907"/>
                  </a:lnTo>
                  <a:lnTo>
                    <a:pt x="3810" y="246380"/>
                  </a:lnTo>
                  <a:close/>
                </a:path>
                <a:path w="3809" h="248920">
                  <a:moveTo>
                    <a:pt x="3810" y="242570"/>
                  </a:moveTo>
                  <a:lnTo>
                    <a:pt x="0" y="242570"/>
                  </a:lnTo>
                  <a:lnTo>
                    <a:pt x="0" y="246367"/>
                  </a:lnTo>
                  <a:lnTo>
                    <a:pt x="3810" y="246367"/>
                  </a:lnTo>
                  <a:lnTo>
                    <a:pt x="3810" y="242570"/>
                  </a:lnTo>
                  <a:close/>
                </a:path>
                <a:path w="3809" h="248920">
                  <a:moveTo>
                    <a:pt x="3810" y="240030"/>
                  </a:moveTo>
                  <a:lnTo>
                    <a:pt x="0" y="240030"/>
                  </a:lnTo>
                  <a:lnTo>
                    <a:pt x="0" y="242557"/>
                  </a:lnTo>
                  <a:lnTo>
                    <a:pt x="3810" y="242557"/>
                  </a:lnTo>
                  <a:lnTo>
                    <a:pt x="3810" y="240030"/>
                  </a:lnTo>
                  <a:close/>
                </a:path>
                <a:path w="3809" h="248920">
                  <a:moveTo>
                    <a:pt x="3810" y="236220"/>
                  </a:moveTo>
                  <a:lnTo>
                    <a:pt x="0" y="236220"/>
                  </a:lnTo>
                  <a:lnTo>
                    <a:pt x="0" y="240017"/>
                  </a:lnTo>
                  <a:lnTo>
                    <a:pt x="3810" y="240017"/>
                  </a:lnTo>
                  <a:lnTo>
                    <a:pt x="3810" y="236220"/>
                  </a:lnTo>
                  <a:close/>
                </a:path>
                <a:path w="3809" h="248920">
                  <a:moveTo>
                    <a:pt x="3810" y="233680"/>
                  </a:moveTo>
                  <a:lnTo>
                    <a:pt x="0" y="233680"/>
                  </a:lnTo>
                  <a:lnTo>
                    <a:pt x="0" y="236207"/>
                  </a:lnTo>
                  <a:lnTo>
                    <a:pt x="3810" y="236207"/>
                  </a:lnTo>
                  <a:lnTo>
                    <a:pt x="3810" y="233680"/>
                  </a:lnTo>
                  <a:close/>
                </a:path>
                <a:path w="3809" h="248920">
                  <a:moveTo>
                    <a:pt x="3810" y="229870"/>
                  </a:moveTo>
                  <a:lnTo>
                    <a:pt x="0" y="229870"/>
                  </a:lnTo>
                  <a:lnTo>
                    <a:pt x="0" y="233667"/>
                  </a:lnTo>
                  <a:lnTo>
                    <a:pt x="3810" y="233667"/>
                  </a:lnTo>
                  <a:lnTo>
                    <a:pt x="3810" y="229870"/>
                  </a:lnTo>
                  <a:close/>
                </a:path>
                <a:path w="3809" h="248920">
                  <a:moveTo>
                    <a:pt x="3810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3810" y="229857"/>
                  </a:lnTo>
                  <a:lnTo>
                    <a:pt x="3810" y="227330"/>
                  </a:lnTo>
                  <a:close/>
                </a:path>
                <a:path w="3809" h="248920">
                  <a:moveTo>
                    <a:pt x="3810" y="223520"/>
                  </a:moveTo>
                  <a:lnTo>
                    <a:pt x="0" y="223520"/>
                  </a:lnTo>
                  <a:lnTo>
                    <a:pt x="0" y="227317"/>
                  </a:lnTo>
                  <a:lnTo>
                    <a:pt x="3810" y="227317"/>
                  </a:lnTo>
                  <a:lnTo>
                    <a:pt x="3810" y="223520"/>
                  </a:lnTo>
                  <a:close/>
                </a:path>
                <a:path w="3809" h="248920">
                  <a:moveTo>
                    <a:pt x="3810" y="220980"/>
                  </a:moveTo>
                  <a:lnTo>
                    <a:pt x="0" y="220980"/>
                  </a:lnTo>
                  <a:lnTo>
                    <a:pt x="0" y="223507"/>
                  </a:lnTo>
                  <a:lnTo>
                    <a:pt x="3810" y="223507"/>
                  </a:lnTo>
                  <a:lnTo>
                    <a:pt x="3810" y="220980"/>
                  </a:lnTo>
                  <a:close/>
                </a:path>
                <a:path w="3809" h="248920">
                  <a:moveTo>
                    <a:pt x="3810" y="24130"/>
                  </a:moveTo>
                  <a:lnTo>
                    <a:pt x="0" y="2413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24130"/>
                  </a:lnTo>
                  <a:close/>
                </a:path>
                <a:path w="3809" h="248920">
                  <a:moveTo>
                    <a:pt x="3810" y="20320"/>
                  </a:moveTo>
                  <a:lnTo>
                    <a:pt x="0" y="20320"/>
                  </a:lnTo>
                  <a:lnTo>
                    <a:pt x="0" y="24117"/>
                  </a:lnTo>
                  <a:lnTo>
                    <a:pt x="3810" y="24117"/>
                  </a:lnTo>
                  <a:lnTo>
                    <a:pt x="3810" y="20320"/>
                  </a:lnTo>
                  <a:close/>
                </a:path>
                <a:path w="3809" h="248920">
                  <a:moveTo>
                    <a:pt x="3810" y="17780"/>
                  </a:moveTo>
                  <a:lnTo>
                    <a:pt x="0" y="17780"/>
                  </a:lnTo>
                  <a:lnTo>
                    <a:pt x="0" y="20307"/>
                  </a:lnTo>
                  <a:lnTo>
                    <a:pt x="3810" y="20307"/>
                  </a:lnTo>
                  <a:lnTo>
                    <a:pt x="3810" y="17780"/>
                  </a:lnTo>
                  <a:close/>
                </a:path>
                <a:path w="3809" h="248920">
                  <a:moveTo>
                    <a:pt x="3810" y="12700"/>
                  </a:moveTo>
                  <a:lnTo>
                    <a:pt x="0" y="12700"/>
                  </a:lnTo>
                  <a:lnTo>
                    <a:pt x="0" y="17767"/>
                  </a:lnTo>
                  <a:lnTo>
                    <a:pt x="3810" y="17767"/>
                  </a:lnTo>
                  <a:lnTo>
                    <a:pt x="3810" y="12700"/>
                  </a:lnTo>
                  <a:close/>
                </a:path>
                <a:path w="3809" h="2489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19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9" name="object 2769"/>
            <p:cNvSpPr/>
            <p:nvPr/>
          </p:nvSpPr>
          <p:spPr>
            <a:xfrm>
              <a:off x="7175500" y="52146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202"/>
                  </a:moveTo>
                  <a:lnTo>
                    <a:pt x="2540" y="250202"/>
                  </a:lnTo>
                  <a:lnTo>
                    <a:pt x="254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09" h="251460">
                  <a:moveTo>
                    <a:pt x="381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7662"/>
                  </a:lnTo>
                  <a:close/>
                </a:path>
                <a:path w="3809" h="251460">
                  <a:moveTo>
                    <a:pt x="381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3852"/>
                  </a:lnTo>
                  <a:close/>
                </a:path>
                <a:path w="3809" h="251460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09" h="251460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09" h="251460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09" h="25146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09" h="25146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09" h="251460">
                  <a:moveTo>
                    <a:pt x="381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4802"/>
                  </a:lnTo>
                  <a:close/>
                </a:path>
                <a:path w="3809" h="251460">
                  <a:moveTo>
                    <a:pt x="381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2262"/>
                  </a:lnTo>
                  <a:close/>
                </a:path>
                <a:path w="3809" h="251460">
                  <a:moveTo>
                    <a:pt x="3810" y="25412"/>
                  </a:moveTo>
                  <a:lnTo>
                    <a:pt x="0" y="2541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5412"/>
                  </a:lnTo>
                  <a:close/>
                </a:path>
                <a:path w="3809" h="251460">
                  <a:moveTo>
                    <a:pt x="3810" y="21602"/>
                  </a:moveTo>
                  <a:lnTo>
                    <a:pt x="0" y="2160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1602"/>
                  </a:lnTo>
                  <a:close/>
                </a:path>
                <a:path w="3809" h="251460">
                  <a:moveTo>
                    <a:pt x="3810" y="19062"/>
                  </a:moveTo>
                  <a:lnTo>
                    <a:pt x="0" y="1906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9062"/>
                  </a:lnTo>
                  <a:close/>
                </a:path>
                <a:path w="3809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3982"/>
                  </a:lnTo>
                  <a:close/>
                </a:path>
                <a:path w="3809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F92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0" name="object 2770"/>
            <p:cNvSpPr/>
            <p:nvPr/>
          </p:nvSpPr>
          <p:spPr>
            <a:xfrm>
              <a:off x="7179310" y="52146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09" h="251460">
                  <a:moveTo>
                    <a:pt x="381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7662"/>
                  </a:lnTo>
                  <a:close/>
                </a:path>
                <a:path w="3809" h="251460">
                  <a:moveTo>
                    <a:pt x="381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3852"/>
                  </a:lnTo>
                  <a:close/>
                </a:path>
                <a:path w="3809" h="251460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09" h="251460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09" h="251460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09" h="25146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09" h="25146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09" h="251460">
                  <a:moveTo>
                    <a:pt x="381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4802"/>
                  </a:lnTo>
                  <a:close/>
                </a:path>
                <a:path w="3809" h="251460">
                  <a:moveTo>
                    <a:pt x="381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2262"/>
                  </a:lnTo>
                  <a:close/>
                </a:path>
                <a:path w="3809" h="251460">
                  <a:moveTo>
                    <a:pt x="3810" y="25412"/>
                  </a:moveTo>
                  <a:lnTo>
                    <a:pt x="0" y="2541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5412"/>
                  </a:lnTo>
                  <a:close/>
                </a:path>
                <a:path w="3809" h="251460">
                  <a:moveTo>
                    <a:pt x="3810" y="21602"/>
                  </a:moveTo>
                  <a:lnTo>
                    <a:pt x="0" y="2160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1602"/>
                  </a:lnTo>
                  <a:close/>
                </a:path>
                <a:path w="3809" h="251460">
                  <a:moveTo>
                    <a:pt x="3810" y="19062"/>
                  </a:moveTo>
                  <a:lnTo>
                    <a:pt x="0" y="1906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9062"/>
                  </a:lnTo>
                  <a:close/>
                </a:path>
                <a:path w="3809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3982"/>
                  </a:lnTo>
                  <a:close/>
                </a:path>
                <a:path w="3809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1" name="object 2771"/>
            <p:cNvSpPr/>
            <p:nvPr/>
          </p:nvSpPr>
          <p:spPr>
            <a:xfrm>
              <a:off x="7183120" y="52146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09" h="251460">
                  <a:moveTo>
                    <a:pt x="381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7662"/>
                  </a:lnTo>
                  <a:close/>
                </a:path>
                <a:path w="3809" h="251460">
                  <a:moveTo>
                    <a:pt x="381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3852"/>
                  </a:lnTo>
                  <a:close/>
                </a:path>
                <a:path w="3809" h="251460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09" h="251460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09" h="251460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09" h="25146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09" h="25146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09" h="251460">
                  <a:moveTo>
                    <a:pt x="381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4802"/>
                  </a:lnTo>
                  <a:close/>
                </a:path>
                <a:path w="3809" h="251460">
                  <a:moveTo>
                    <a:pt x="381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2262"/>
                  </a:lnTo>
                  <a:close/>
                </a:path>
                <a:path w="3809" h="251460">
                  <a:moveTo>
                    <a:pt x="3810" y="25412"/>
                  </a:moveTo>
                  <a:lnTo>
                    <a:pt x="0" y="2541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5412"/>
                  </a:lnTo>
                  <a:close/>
                </a:path>
                <a:path w="3809" h="251460">
                  <a:moveTo>
                    <a:pt x="3810" y="21602"/>
                  </a:moveTo>
                  <a:lnTo>
                    <a:pt x="0" y="2160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1602"/>
                  </a:lnTo>
                  <a:close/>
                </a:path>
                <a:path w="3809" h="251460">
                  <a:moveTo>
                    <a:pt x="3810" y="19062"/>
                  </a:moveTo>
                  <a:lnTo>
                    <a:pt x="0" y="1906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9062"/>
                  </a:lnTo>
                  <a:close/>
                </a:path>
                <a:path w="3809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3982"/>
                  </a:lnTo>
                  <a:close/>
                </a:path>
                <a:path w="3809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9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2" name="object 2772"/>
            <p:cNvSpPr/>
            <p:nvPr/>
          </p:nvSpPr>
          <p:spPr>
            <a:xfrm>
              <a:off x="7186930" y="5214619"/>
              <a:ext cx="2540" cy="251460"/>
            </a:xfrm>
            <a:custGeom>
              <a:avLst/>
              <a:gdLst/>
              <a:ahLst/>
              <a:cxnLst/>
              <a:rect l="l" t="t" r="r" b="b"/>
              <a:pathLst>
                <a:path w="2540" h="251460">
                  <a:moveTo>
                    <a:pt x="254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2540" y="251460"/>
                  </a:lnTo>
                  <a:lnTo>
                    <a:pt x="2540" y="250202"/>
                  </a:lnTo>
                  <a:close/>
                </a:path>
                <a:path w="2540" h="251460">
                  <a:moveTo>
                    <a:pt x="254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2540" y="250190"/>
                  </a:lnTo>
                  <a:lnTo>
                    <a:pt x="2540" y="247662"/>
                  </a:lnTo>
                  <a:close/>
                </a:path>
                <a:path w="2540" h="251460">
                  <a:moveTo>
                    <a:pt x="254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2540" y="247650"/>
                  </a:lnTo>
                  <a:lnTo>
                    <a:pt x="2540" y="243852"/>
                  </a:lnTo>
                  <a:close/>
                </a:path>
                <a:path w="2540" h="251460">
                  <a:moveTo>
                    <a:pt x="254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2540" y="243840"/>
                  </a:lnTo>
                  <a:lnTo>
                    <a:pt x="2540" y="241312"/>
                  </a:lnTo>
                  <a:close/>
                </a:path>
                <a:path w="2540" h="251460">
                  <a:moveTo>
                    <a:pt x="254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2540" y="241300"/>
                  </a:lnTo>
                  <a:lnTo>
                    <a:pt x="2540" y="237502"/>
                  </a:lnTo>
                  <a:close/>
                </a:path>
                <a:path w="2540" h="251460">
                  <a:moveTo>
                    <a:pt x="254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2540" y="237490"/>
                  </a:lnTo>
                  <a:lnTo>
                    <a:pt x="2540" y="234962"/>
                  </a:lnTo>
                  <a:close/>
                </a:path>
                <a:path w="2540" h="251460">
                  <a:moveTo>
                    <a:pt x="254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2540" y="234950"/>
                  </a:lnTo>
                  <a:lnTo>
                    <a:pt x="2540" y="231152"/>
                  </a:lnTo>
                  <a:close/>
                </a:path>
                <a:path w="2540" h="251460">
                  <a:moveTo>
                    <a:pt x="254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2540" y="231140"/>
                  </a:lnTo>
                  <a:lnTo>
                    <a:pt x="2540" y="228612"/>
                  </a:lnTo>
                  <a:close/>
                </a:path>
                <a:path w="2540" h="251460">
                  <a:moveTo>
                    <a:pt x="254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2540" y="228600"/>
                  </a:lnTo>
                  <a:lnTo>
                    <a:pt x="2540" y="224802"/>
                  </a:lnTo>
                  <a:close/>
                </a:path>
                <a:path w="2540" h="251460">
                  <a:moveTo>
                    <a:pt x="254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2540" y="224790"/>
                  </a:lnTo>
                  <a:lnTo>
                    <a:pt x="2540" y="222262"/>
                  </a:lnTo>
                  <a:close/>
                </a:path>
                <a:path w="2540" h="251460">
                  <a:moveTo>
                    <a:pt x="2540" y="25412"/>
                  </a:moveTo>
                  <a:lnTo>
                    <a:pt x="0" y="25412"/>
                  </a:lnTo>
                  <a:lnTo>
                    <a:pt x="0" y="222250"/>
                  </a:lnTo>
                  <a:lnTo>
                    <a:pt x="2540" y="222250"/>
                  </a:lnTo>
                  <a:lnTo>
                    <a:pt x="2540" y="25412"/>
                  </a:lnTo>
                  <a:close/>
                </a:path>
                <a:path w="2540" h="251460">
                  <a:moveTo>
                    <a:pt x="2540" y="21602"/>
                  </a:moveTo>
                  <a:lnTo>
                    <a:pt x="0" y="21602"/>
                  </a:lnTo>
                  <a:lnTo>
                    <a:pt x="0" y="25400"/>
                  </a:lnTo>
                  <a:lnTo>
                    <a:pt x="2540" y="25400"/>
                  </a:lnTo>
                  <a:lnTo>
                    <a:pt x="2540" y="21602"/>
                  </a:lnTo>
                  <a:close/>
                </a:path>
                <a:path w="2540" h="251460">
                  <a:moveTo>
                    <a:pt x="2540" y="19062"/>
                  </a:moveTo>
                  <a:lnTo>
                    <a:pt x="0" y="19062"/>
                  </a:lnTo>
                  <a:lnTo>
                    <a:pt x="0" y="21590"/>
                  </a:lnTo>
                  <a:lnTo>
                    <a:pt x="2540" y="21590"/>
                  </a:lnTo>
                  <a:lnTo>
                    <a:pt x="2540" y="19062"/>
                  </a:lnTo>
                  <a:close/>
                </a:path>
                <a:path w="2540" h="251460">
                  <a:moveTo>
                    <a:pt x="2540" y="13982"/>
                  </a:moveTo>
                  <a:lnTo>
                    <a:pt x="0" y="13982"/>
                  </a:lnTo>
                  <a:lnTo>
                    <a:pt x="0" y="19050"/>
                  </a:lnTo>
                  <a:lnTo>
                    <a:pt x="2540" y="19050"/>
                  </a:lnTo>
                  <a:lnTo>
                    <a:pt x="2540" y="13982"/>
                  </a:lnTo>
                  <a:close/>
                </a:path>
                <a:path w="2540" h="251460">
                  <a:moveTo>
                    <a:pt x="254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2540" y="13970"/>
                  </a:lnTo>
                  <a:lnTo>
                    <a:pt x="2540" y="7632"/>
                  </a:lnTo>
                  <a:close/>
                </a:path>
                <a:path w="2540" h="251460">
                  <a:moveTo>
                    <a:pt x="254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1282"/>
                  </a:lnTo>
                  <a:close/>
                </a:path>
                <a:path w="2540" h="251460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3" name="object 2773"/>
            <p:cNvSpPr/>
            <p:nvPr/>
          </p:nvSpPr>
          <p:spPr>
            <a:xfrm>
              <a:off x="7189470" y="52146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09" h="251460">
                  <a:moveTo>
                    <a:pt x="381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7662"/>
                  </a:lnTo>
                  <a:close/>
                </a:path>
                <a:path w="3809" h="251460">
                  <a:moveTo>
                    <a:pt x="381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3852"/>
                  </a:lnTo>
                  <a:close/>
                </a:path>
                <a:path w="3809" h="251460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09" h="251460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09" h="251460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09" h="25146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09" h="25146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09" h="251460">
                  <a:moveTo>
                    <a:pt x="381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4802"/>
                  </a:lnTo>
                  <a:close/>
                </a:path>
                <a:path w="3809" h="251460">
                  <a:moveTo>
                    <a:pt x="381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2262"/>
                  </a:lnTo>
                  <a:close/>
                </a:path>
                <a:path w="3809" h="251460">
                  <a:moveTo>
                    <a:pt x="3810" y="25412"/>
                  </a:moveTo>
                  <a:lnTo>
                    <a:pt x="0" y="2541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5412"/>
                  </a:lnTo>
                  <a:close/>
                </a:path>
                <a:path w="3809" h="251460">
                  <a:moveTo>
                    <a:pt x="3810" y="21602"/>
                  </a:moveTo>
                  <a:lnTo>
                    <a:pt x="0" y="2160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1602"/>
                  </a:lnTo>
                  <a:close/>
                </a:path>
                <a:path w="3809" h="251460">
                  <a:moveTo>
                    <a:pt x="3810" y="19062"/>
                  </a:moveTo>
                  <a:lnTo>
                    <a:pt x="0" y="1906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9062"/>
                  </a:lnTo>
                  <a:close/>
                </a:path>
                <a:path w="3809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3982"/>
                  </a:lnTo>
                  <a:close/>
                </a:path>
                <a:path w="3809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4" name="object 2774"/>
            <p:cNvSpPr/>
            <p:nvPr/>
          </p:nvSpPr>
          <p:spPr>
            <a:xfrm>
              <a:off x="7193280" y="52146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09" h="251460">
                  <a:moveTo>
                    <a:pt x="381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7662"/>
                  </a:lnTo>
                  <a:close/>
                </a:path>
                <a:path w="3809" h="251460">
                  <a:moveTo>
                    <a:pt x="381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3852"/>
                  </a:lnTo>
                  <a:close/>
                </a:path>
                <a:path w="3809" h="251460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09" h="251460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09" h="251460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09" h="25146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09" h="25146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09" h="251460">
                  <a:moveTo>
                    <a:pt x="381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4802"/>
                  </a:lnTo>
                  <a:close/>
                </a:path>
                <a:path w="3809" h="251460">
                  <a:moveTo>
                    <a:pt x="381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2262"/>
                  </a:lnTo>
                  <a:close/>
                </a:path>
                <a:path w="3809" h="251460">
                  <a:moveTo>
                    <a:pt x="3810" y="25412"/>
                  </a:moveTo>
                  <a:lnTo>
                    <a:pt x="0" y="2541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5412"/>
                  </a:lnTo>
                  <a:close/>
                </a:path>
                <a:path w="3809" h="251460">
                  <a:moveTo>
                    <a:pt x="3810" y="21602"/>
                  </a:moveTo>
                  <a:lnTo>
                    <a:pt x="0" y="2160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1602"/>
                  </a:lnTo>
                  <a:close/>
                </a:path>
                <a:path w="3809" h="251460">
                  <a:moveTo>
                    <a:pt x="3810" y="19062"/>
                  </a:moveTo>
                  <a:lnTo>
                    <a:pt x="0" y="1906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9062"/>
                  </a:lnTo>
                  <a:close/>
                </a:path>
                <a:path w="3809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3982"/>
                  </a:lnTo>
                  <a:close/>
                </a:path>
                <a:path w="3809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1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5" name="object 2775"/>
            <p:cNvSpPr/>
            <p:nvPr/>
          </p:nvSpPr>
          <p:spPr>
            <a:xfrm>
              <a:off x="7197090" y="52146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09" h="251460">
                  <a:moveTo>
                    <a:pt x="381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7662"/>
                  </a:lnTo>
                  <a:close/>
                </a:path>
                <a:path w="3809" h="251460">
                  <a:moveTo>
                    <a:pt x="381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3852"/>
                  </a:lnTo>
                  <a:close/>
                </a:path>
                <a:path w="3809" h="251460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09" h="251460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09" h="251460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09" h="25146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09" h="25146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09" h="251460">
                  <a:moveTo>
                    <a:pt x="381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4802"/>
                  </a:lnTo>
                  <a:close/>
                </a:path>
                <a:path w="3809" h="251460">
                  <a:moveTo>
                    <a:pt x="381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2262"/>
                  </a:lnTo>
                  <a:close/>
                </a:path>
                <a:path w="3809" h="251460">
                  <a:moveTo>
                    <a:pt x="3810" y="25412"/>
                  </a:moveTo>
                  <a:lnTo>
                    <a:pt x="0" y="2541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5412"/>
                  </a:lnTo>
                  <a:close/>
                </a:path>
                <a:path w="3809" h="251460">
                  <a:moveTo>
                    <a:pt x="3810" y="21602"/>
                  </a:moveTo>
                  <a:lnTo>
                    <a:pt x="0" y="2160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1602"/>
                  </a:lnTo>
                  <a:close/>
                </a:path>
                <a:path w="3809" h="251460">
                  <a:moveTo>
                    <a:pt x="3810" y="19062"/>
                  </a:moveTo>
                  <a:lnTo>
                    <a:pt x="0" y="1906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9062"/>
                  </a:lnTo>
                  <a:close/>
                </a:path>
                <a:path w="3809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3982"/>
                  </a:lnTo>
                  <a:close/>
                </a:path>
                <a:path w="3809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F84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6" name="object 2776"/>
            <p:cNvSpPr/>
            <p:nvPr/>
          </p:nvSpPr>
          <p:spPr>
            <a:xfrm>
              <a:off x="7200900" y="52146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09" h="251460">
                  <a:moveTo>
                    <a:pt x="381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7662"/>
                  </a:lnTo>
                  <a:close/>
                </a:path>
                <a:path w="3809" h="251460">
                  <a:moveTo>
                    <a:pt x="381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3852"/>
                  </a:lnTo>
                  <a:close/>
                </a:path>
                <a:path w="3809" h="251460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09" h="251460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09" h="251460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09" h="25146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09" h="25146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09" h="251460">
                  <a:moveTo>
                    <a:pt x="381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4802"/>
                  </a:lnTo>
                  <a:close/>
                </a:path>
                <a:path w="3809" h="251460">
                  <a:moveTo>
                    <a:pt x="381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2262"/>
                  </a:lnTo>
                  <a:close/>
                </a:path>
                <a:path w="3809" h="251460">
                  <a:moveTo>
                    <a:pt x="3810" y="25412"/>
                  </a:moveTo>
                  <a:lnTo>
                    <a:pt x="0" y="2541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5412"/>
                  </a:lnTo>
                  <a:close/>
                </a:path>
                <a:path w="3809" h="251460">
                  <a:moveTo>
                    <a:pt x="3810" y="21602"/>
                  </a:moveTo>
                  <a:lnTo>
                    <a:pt x="0" y="2160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1602"/>
                  </a:lnTo>
                  <a:close/>
                </a:path>
                <a:path w="3809" h="251460">
                  <a:moveTo>
                    <a:pt x="3810" y="19062"/>
                  </a:moveTo>
                  <a:lnTo>
                    <a:pt x="0" y="1906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9062"/>
                  </a:lnTo>
                  <a:close/>
                </a:path>
                <a:path w="3809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3982"/>
                  </a:lnTo>
                  <a:close/>
                </a:path>
                <a:path w="3809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C82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7" name="object 2777"/>
            <p:cNvSpPr/>
            <p:nvPr/>
          </p:nvSpPr>
          <p:spPr>
            <a:xfrm>
              <a:off x="7204710" y="5213350"/>
              <a:ext cx="3810" cy="254000"/>
            </a:xfrm>
            <a:custGeom>
              <a:avLst/>
              <a:gdLst/>
              <a:ahLst/>
              <a:cxnLst/>
              <a:rect l="l" t="t" r="r" b="b"/>
              <a:pathLst>
                <a:path w="3809" h="254000">
                  <a:moveTo>
                    <a:pt x="381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1270" y="252730"/>
                  </a:lnTo>
                  <a:lnTo>
                    <a:pt x="1270" y="254000"/>
                  </a:lnTo>
                  <a:lnTo>
                    <a:pt x="2540" y="254000"/>
                  </a:lnTo>
                  <a:lnTo>
                    <a:pt x="2540" y="252730"/>
                  </a:lnTo>
                  <a:lnTo>
                    <a:pt x="3810" y="252730"/>
                  </a:lnTo>
                  <a:lnTo>
                    <a:pt x="3810" y="251472"/>
                  </a:lnTo>
                  <a:close/>
                </a:path>
                <a:path w="3809" h="254000">
                  <a:moveTo>
                    <a:pt x="3810" y="248932"/>
                  </a:moveTo>
                  <a:lnTo>
                    <a:pt x="0" y="24893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48932"/>
                  </a:lnTo>
                  <a:close/>
                </a:path>
                <a:path w="3809" h="254000">
                  <a:moveTo>
                    <a:pt x="3810" y="245122"/>
                  </a:moveTo>
                  <a:lnTo>
                    <a:pt x="0" y="24512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5122"/>
                  </a:lnTo>
                  <a:close/>
                </a:path>
                <a:path w="3809" h="254000">
                  <a:moveTo>
                    <a:pt x="3810" y="242582"/>
                  </a:moveTo>
                  <a:lnTo>
                    <a:pt x="0" y="24258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2582"/>
                  </a:lnTo>
                  <a:close/>
                </a:path>
                <a:path w="3809" h="254000">
                  <a:moveTo>
                    <a:pt x="3810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8772"/>
                  </a:lnTo>
                  <a:close/>
                </a:path>
                <a:path w="3809" h="254000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09" h="254000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09" h="254000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09" h="254000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09" h="254000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09" h="254000">
                  <a:moveTo>
                    <a:pt x="3810" y="26682"/>
                  </a:moveTo>
                  <a:lnTo>
                    <a:pt x="0" y="2668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6682"/>
                  </a:lnTo>
                  <a:close/>
                </a:path>
                <a:path w="3809" h="254000">
                  <a:moveTo>
                    <a:pt x="3810" y="22872"/>
                  </a:moveTo>
                  <a:lnTo>
                    <a:pt x="0" y="22872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2872"/>
                  </a:lnTo>
                  <a:close/>
                </a:path>
                <a:path w="3809" h="254000">
                  <a:moveTo>
                    <a:pt x="3810" y="20332"/>
                  </a:moveTo>
                  <a:lnTo>
                    <a:pt x="0" y="2033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20332"/>
                  </a:lnTo>
                  <a:close/>
                </a:path>
                <a:path w="3809" h="254000">
                  <a:moveTo>
                    <a:pt x="3810" y="15252"/>
                  </a:moveTo>
                  <a:lnTo>
                    <a:pt x="0" y="1525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5252"/>
                  </a:lnTo>
                  <a:close/>
                </a:path>
                <a:path w="3809" h="254000">
                  <a:moveTo>
                    <a:pt x="381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8902"/>
                  </a:lnTo>
                  <a:close/>
                </a:path>
                <a:path w="3809" h="254000">
                  <a:moveTo>
                    <a:pt x="381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2552"/>
                  </a:lnTo>
                  <a:close/>
                </a:path>
                <a:path w="3809" h="254000">
                  <a:moveTo>
                    <a:pt x="3810" y="1270"/>
                  </a:moveTo>
                  <a:lnTo>
                    <a:pt x="2540" y="1270"/>
                  </a:lnTo>
                  <a:lnTo>
                    <a:pt x="254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1270"/>
                  </a:lnTo>
                  <a:close/>
                </a:path>
              </a:pathLst>
            </a:custGeom>
            <a:solidFill>
              <a:srgbClr val="6980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8" name="object 2778"/>
            <p:cNvSpPr/>
            <p:nvPr/>
          </p:nvSpPr>
          <p:spPr>
            <a:xfrm>
              <a:off x="7208520" y="52146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09" h="251460">
                  <a:moveTo>
                    <a:pt x="381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7662"/>
                  </a:lnTo>
                  <a:close/>
                </a:path>
                <a:path w="3809" h="251460">
                  <a:moveTo>
                    <a:pt x="381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3852"/>
                  </a:lnTo>
                  <a:close/>
                </a:path>
                <a:path w="3809" h="251460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09" h="251460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09" h="251460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09" h="25146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09" h="25146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09" h="251460">
                  <a:moveTo>
                    <a:pt x="381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4802"/>
                  </a:lnTo>
                  <a:close/>
                </a:path>
                <a:path w="3809" h="251460">
                  <a:moveTo>
                    <a:pt x="381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2262"/>
                  </a:lnTo>
                  <a:close/>
                </a:path>
                <a:path w="3809" h="251460">
                  <a:moveTo>
                    <a:pt x="3810" y="25412"/>
                  </a:moveTo>
                  <a:lnTo>
                    <a:pt x="0" y="2541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5412"/>
                  </a:lnTo>
                  <a:close/>
                </a:path>
                <a:path w="3809" h="251460">
                  <a:moveTo>
                    <a:pt x="3810" y="21602"/>
                  </a:moveTo>
                  <a:lnTo>
                    <a:pt x="0" y="2160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1602"/>
                  </a:lnTo>
                  <a:close/>
                </a:path>
                <a:path w="3809" h="251460">
                  <a:moveTo>
                    <a:pt x="3810" y="19062"/>
                  </a:moveTo>
                  <a:lnTo>
                    <a:pt x="0" y="1906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9062"/>
                  </a:lnTo>
                  <a:close/>
                </a:path>
                <a:path w="3809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3982"/>
                  </a:lnTo>
                  <a:close/>
                </a:path>
                <a:path w="3809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77E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9" name="object 2779"/>
            <p:cNvSpPr/>
            <p:nvPr/>
          </p:nvSpPr>
          <p:spPr>
            <a:xfrm>
              <a:off x="7212330" y="5214619"/>
              <a:ext cx="2540" cy="251460"/>
            </a:xfrm>
            <a:custGeom>
              <a:avLst/>
              <a:gdLst/>
              <a:ahLst/>
              <a:cxnLst/>
              <a:rect l="l" t="t" r="r" b="b"/>
              <a:pathLst>
                <a:path w="2540" h="251460">
                  <a:moveTo>
                    <a:pt x="254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2540" y="251460"/>
                  </a:lnTo>
                  <a:lnTo>
                    <a:pt x="2540" y="250202"/>
                  </a:lnTo>
                  <a:close/>
                </a:path>
                <a:path w="2540" h="251460">
                  <a:moveTo>
                    <a:pt x="254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2540" y="250190"/>
                  </a:lnTo>
                  <a:lnTo>
                    <a:pt x="2540" y="247662"/>
                  </a:lnTo>
                  <a:close/>
                </a:path>
                <a:path w="2540" h="251460">
                  <a:moveTo>
                    <a:pt x="254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2540" y="247650"/>
                  </a:lnTo>
                  <a:lnTo>
                    <a:pt x="2540" y="243852"/>
                  </a:lnTo>
                  <a:close/>
                </a:path>
                <a:path w="2540" h="251460">
                  <a:moveTo>
                    <a:pt x="254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2540" y="243840"/>
                  </a:lnTo>
                  <a:lnTo>
                    <a:pt x="2540" y="241312"/>
                  </a:lnTo>
                  <a:close/>
                </a:path>
                <a:path w="2540" h="251460">
                  <a:moveTo>
                    <a:pt x="254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2540" y="241300"/>
                  </a:lnTo>
                  <a:lnTo>
                    <a:pt x="2540" y="237502"/>
                  </a:lnTo>
                  <a:close/>
                </a:path>
                <a:path w="2540" h="251460">
                  <a:moveTo>
                    <a:pt x="254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2540" y="237490"/>
                  </a:lnTo>
                  <a:lnTo>
                    <a:pt x="2540" y="234962"/>
                  </a:lnTo>
                  <a:close/>
                </a:path>
                <a:path w="2540" h="251460">
                  <a:moveTo>
                    <a:pt x="254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2540" y="234950"/>
                  </a:lnTo>
                  <a:lnTo>
                    <a:pt x="2540" y="231152"/>
                  </a:lnTo>
                  <a:close/>
                </a:path>
                <a:path w="2540" h="251460">
                  <a:moveTo>
                    <a:pt x="254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2540" y="231140"/>
                  </a:lnTo>
                  <a:lnTo>
                    <a:pt x="2540" y="228612"/>
                  </a:lnTo>
                  <a:close/>
                </a:path>
                <a:path w="2540" h="251460">
                  <a:moveTo>
                    <a:pt x="254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2540" y="228600"/>
                  </a:lnTo>
                  <a:lnTo>
                    <a:pt x="2540" y="224802"/>
                  </a:lnTo>
                  <a:close/>
                </a:path>
                <a:path w="2540" h="251460">
                  <a:moveTo>
                    <a:pt x="254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2540" y="224790"/>
                  </a:lnTo>
                  <a:lnTo>
                    <a:pt x="2540" y="222262"/>
                  </a:lnTo>
                  <a:close/>
                </a:path>
                <a:path w="2540" h="251460">
                  <a:moveTo>
                    <a:pt x="2540" y="25412"/>
                  </a:moveTo>
                  <a:lnTo>
                    <a:pt x="0" y="25412"/>
                  </a:lnTo>
                  <a:lnTo>
                    <a:pt x="0" y="222250"/>
                  </a:lnTo>
                  <a:lnTo>
                    <a:pt x="2540" y="222250"/>
                  </a:lnTo>
                  <a:lnTo>
                    <a:pt x="2540" y="25412"/>
                  </a:lnTo>
                  <a:close/>
                </a:path>
                <a:path w="2540" h="251460">
                  <a:moveTo>
                    <a:pt x="2540" y="21602"/>
                  </a:moveTo>
                  <a:lnTo>
                    <a:pt x="0" y="21602"/>
                  </a:lnTo>
                  <a:lnTo>
                    <a:pt x="0" y="25400"/>
                  </a:lnTo>
                  <a:lnTo>
                    <a:pt x="2540" y="25400"/>
                  </a:lnTo>
                  <a:lnTo>
                    <a:pt x="2540" y="21602"/>
                  </a:lnTo>
                  <a:close/>
                </a:path>
                <a:path w="2540" h="251460">
                  <a:moveTo>
                    <a:pt x="2540" y="19062"/>
                  </a:moveTo>
                  <a:lnTo>
                    <a:pt x="0" y="19062"/>
                  </a:lnTo>
                  <a:lnTo>
                    <a:pt x="0" y="21590"/>
                  </a:lnTo>
                  <a:lnTo>
                    <a:pt x="2540" y="21590"/>
                  </a:lnTo>
                  <a:lnTo>
                    <a:pt x="2540" y="19062"/>
                  </a:lnTo>
                  <a:close/>
                </a:path>
                <a:path w="2540" h="251460">
                  <a:moveTo>
                    <a:pt x="2540" y="13982"/>
                  </a:moveTo>
                  <a:lnTo>
                    <a:pt x="0" y="13982"/>
                  </a:lnTo>
                  <a:lnTo>
                    <a:pt x="0" y="19050"/>
                  </a:lnTo>
                  <a:lnTo>
                    <a:pt x="2540" y="19050"/>
                  </a:lnTo>
                  <a:lnTo>
                    <a:pt x="2540" y="13982"/>
                  </a:lnTo>
                  <a:close/>
                </a:path>
                <a:path w="2540" h="251460">
                  <a:moveTo>
                    <a:pt x="254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2540" y="13970"/>
                  </a:lnTo>
                  <a:lnTo>
                    <a:pt x="2540" y="7632"/>
                  </a:lnTo>
                  <a:close/>
                </a:path>
                <a:path w="2540" h="251460">
                  <a:moveTo>
                    <a:pt x="254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1282"/>
                  </a:lnTo>
                  <a:close/>
                </a:path>
                <a:path w="2540" h="251460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6A80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0" name="object 2780"/>
            <p:cNvSpPr/>
            <p:nvPr/>
          </p:nvSpPr>
          <p:spPr>
            <a:xfrm>
              <a:off x="7214870" y="52146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09" h="251460">
                  <a:moveTo>
                    <a:pt x="381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7662"/>
                  </a:lnTo>
                  <a:close/>
                </a:path>
                <a:path w="3809" h="251460">
                  <a:moveTo>
                    <a:pt x="381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3852"/>
                  </a:lnTo>
                  <a:close/>
                </a:path>
                <a:path w="3809" h="251460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09" h="251460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09" h="251460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09" h="25146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09" h="25146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09" h="251460">
                  <a:moveTo>
                    <a:pt x="381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4802"/>
                  </a:lnTo>
                  <a:close/>
                </a:path>
                <a:path w="3809" h="251460">
                  <a:moveTo>
                    <a:pt x="381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2262"/>
                  </a:lnTo>
                  <a:close/>
                </a:path>
                <a:path w="3809" h="251460">
                  <a:moveTo>
                    <a:pt x="3810" y="25412"/>
                  </a:moveTo>
                  <a:lnTo>
                    <a:pt x="0" y="2541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5412"/>
                  </a:lnTo>
                  <a:close/>
                </a:path>
                <a:path w="3809" h="251460">
                  <a:moveTo>
                    <a:pt x="3810" y="21602"/>
                  </a:moveTo>
                  <a:lnTo>
                    <a:pt x="0" y="2160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1602"/>
                  </a:lnTo>
                  <a:close/>
                </a:path>
                <a:path w="3809" h="251460">
                  <a:moveTo>
                    <a:pt x="3810" y="19062"/>
                  </a:moveTo>
                  <a:lnTo>
                    <a:pt x="0" y="1906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9062"/>
                  </a:lnTo>
                  <a:close/>
                </a:path>
                <a:path w="3809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3982"/>
                  </a:lnTo>
                  <a:close/>
                </a:path>
                <a:path w="3809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C82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1" name="object 2781"/>
            <p:cNvSpPr/>
            <p:nvPr/>
          </p:nvSpPr>
          <p:spPr>
            <a:xfrm>
              <a:off x="7218680" y="52146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09" h="251460">
                  <a:moveTo>
                    <a:pt x="381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7662"/>
                  </a:lnTo>
                  <a:close/>
                </a:path>
                <a:path w="3809" h="251460">
                  <a:moveTo>
                    <a:pt x="381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3852"/>
                  </a:lnTo>
                  <a:close/>
                </a:path>
                <a:path w="3809" h="251460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09" h="251460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09" h="251460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09" h="25146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09" h="25146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09" h="251460">
                  <a:moveTo>
                    <a:pt x="381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4802"/>
                  </a:lnTo>
                  <a:close/>
                </a:path>
                <a:path w="3809" h="251460">
                  <a:moveTo>
                    <a:pt x="381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2262"/>
                  </a:lnTo>
                  <a:close/>
                </a:path>
                <a:path w="3809" h="251460">
                  <a:moveTo>
                    <a:pt x="3810" y="25412"/>
                  </a:moveTo>
                  <a:lnTo>
                    <a:pt x="0" y="2541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5412"/>
                  </a:lnTo>
                  <a:close/>
                </a:path>
                <a:path w="3809" h="251460">
                  <a:moveTo>
                    <a:pt x="3810" y="21602"/>
                  </a:moveTo>
                  <a:lnTo>
                    <a:pt x="0" y="2160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1602"/>
                  </a:lnTo>
                  <a:close/>
                </a:path>
                <a:path w="3809" h="251460">
                  <a:moveTo>
                    <a:pt x="3810" y="19062"/>
                  </a:moveTo>
                  <a:lnTo>
                    <a:pt x="0" y="1906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9062"/>
                  </a:lnTo>
                  <a:close/>
                </a:path>
                <a:path w="3809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3982"/>
                  </a:lnTo>
                  <a:close/>
                </a:path>
                <a:path w="3809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F84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2" name="object 2782"/>
            <p:cNvSpPr/>
            <p:nvPr/>
          </p:nvSpPr>
          <p:spPr>
            <a:xfrm>
              <a:off x="7222490" y="52146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09" h="251460">
                  <a:moveTo>
                    <a:pt x="381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7662"/>
                  </a:lnTo>
                  <a:close/>
                </a:path>
                <a:path w="3809" h="251460">
                  <a:moveTo>
                    <a:pt x="381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3852"/>
                  </a:lnTo>
                  <a:close/>
                </a:path>
                <a:path w="3809" h="251460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09" h="251460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09" h="251460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09" h="25146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09" h="25146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09" h="251460">
                  <a:moveTo>
                    <a:pt x="381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4802"/>
                  </a:lnTo>
                  <a:close/>
                </a:path>
                <a:path w="3809" h="251460">
                  <a:moveTo>
                    <a:pt x="381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2262"/>
                  </a:lnTo>
                  <a:close/>
                </a:path>
                <a:path w="3809" h="251460">
                  <a:moveTo>
                    <a:pt x="3810" y="25412"/>
                  </a:moveTo>
                  <a:lnTo>
                    <a:pt x="0" y="2541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5412"/>
                  </a:lnTo>
                  <a:close/>
                </a:path>
                <a:path w="3809" h="251460">
                  <a:moveTo>
                    <a:pt x="3810" y="21602"/>
                  </a:moveTo>
                  <a:lnTo>
                    <a:pt x="0" y="2160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1602"/>
                  </a:lnTo>
                  <a:close/>
                </a:path>
                <a:path w="3809" h="251460">
                  <a:moveTo>
                    <a:pt x="3810" y="19062"/>
                  </a:moveTo>
                  <a:lnTo>
                    <a:pt x="0" y="1906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9062"/>
                  </a:lnTo>
                  <a:close/>
                </a:path>
                <a:path w="3809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3982"/>
                  </a:lnTo>
                  <a:close/>
                </a:path>
                <a:path w="3809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2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3" name="object 2783"/>
            <p:cNvSpPr/>
            <p:nvPr/>
          </p:nvSpPr>
          <p:spPr>
            <a:xfrm>
              <a:off x="7226300" y="52146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09" h="251460">
                  <a:moveTo>
                    <a:pt x="381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7662"/>
                  </a:lnTo>
                  <a:close/>
                </a:path>
                <a:path w="3809" h="251460">
                  <a:moveTo>
                    <a:pt x="381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3852"/>
                  </a:lnTo>
                  <a:close/>
                </a:path>
                <a:path w="3809" h="251460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09" h="251460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09" h="251460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09" h="25146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09" h="25146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09" h="251460">
                  <a:moveTo>
                    <a:pt x="381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4802"/>
                  </a:lnTo>
                  <a:close/>
                </a:path>
                <a:path w="3809" h="251460">
                  <a:moveTo>
                    <a:pt x="381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2262"/>
                  </a:lnTo>
                  <a:close/>
                </a:path>
                <a:path w="3809" h="251460">
                  <a:moveTo>
                    <a:pt x="3810" y="25412"/>
                  </a:moveTo>
                  <a:lnTo>
                    <a:pt x="0" y="2541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5412"/>
                  </a:lnTo>
                  <a:close/>
                </a:path>
                <a:path w="3809" h="251460">
                  <a:moveTo>
                    <a:pt x="3810" y="21602"/>
                  </a:moveTo>
                  <a:lnTo>
                    <a:pt x="0" y="2160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1602"/>
                  </a:lnTo>
                  <a:close/>
                </a:path>
                <a:path w="3809" h="251460">
                  <a:moveTo>
                    <a:pt x="3810" y="19062"/>
                  </a:moveTo>
                  <a:lnTo>
                    <a:pt x="0" y="1906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9062"/>
                  </a:lnTo>
                  <a:close/>
                </a:path>
                <a:path w="3809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3982"/>
                  </a:lnTo>
                  <a:close/>
                </a:path>
                <a:path w="3809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4" name="object 2784"/>
            <p:cNvSpPr/>
            <p:nvPr/>
          </p:nvSpPr>
          <p:spPr>
            <a:xfrm>
              <a:off x="7230110" y="52146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09" h="251460">
                  <a:moveTo>
                    <a:pt x="381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7662"/>
                  </a:lnTo>
                  <a:close/>
                </a:path>
                <a:path w="3809" h="251460">
                  <a:moveTo>
                    <a:pt x="381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3852"/>
                  </a:lnTo>
                  <a:close/>
                </a:path>
                <a:path w="3809" h="251460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09" h="251460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09" h="251460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09" h="25146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09" h="25146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09" h="251460">
                  <a:moveTo>
                    <a:pt x="381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4802"/>
                  </a:lnTo>
                  <a:close/>
                </a:path>
                <a:path w="3809" h="251460">
                  <a:moveTo>
                    <a:pt x="381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2262"/>
                  </a:lnTo>
                  <a:close/>
                </a:path>
                <a:path w="3809" h="251460">
                  <a:moveTo>
                    <a:pt x="3810" y="25412"/>
                  </a:moveTo>
                  <a:lnTo>
                    <a:pt x="0" y="2541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5412"/>
                  </a:lnTo>
                  <a:close/>
                </a:path>
                <a:path w="3809" h="251460">
                  <a:moveTo>
                    <a:pt x="3810" y="21602"/>
                  </a:moveTo>
                  <a:lnTo>
                    <a:pt x="0" y="2160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1602"/>
                  </a:lnTo>
                  <a:close/>
                </a:path>
                <a:path w="3809" h="251460">
                  <a:moveTo>
                    <a:pt x="3810" y="19062"/>
                  </a:moveTo>
                  <a:lnTo>
                    <a:pt x="0" y="1906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9062"/>
                  </a:lnTo>
                  <a:close/>
                </a:path>
                <a:path w="3809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3982"/>
                  </a:lnTo>
                  <a:close/>
                </a:path>
                <a:path w="3809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5" name="object 2785"/>
            <p:cNvSpPr/>
            <p:nvPr/>
          </p:nvSpPr>
          <p:spPr>
            <a:xfrm>
              <a:off x="7233920" y="5214619"/>
              <a:ext cx="2540" cy="251460"/>
            </a:xfrm>
            <a:custGeom>
              <a:avLst/>
              <a:gdLst/>
              <a:ahLst/>
              <a:cxnLst/>
              <a:rect l="l" t="t" r="r" b="b"/>
              <a:pathLst>
                <a:path w="2540" h="251460">
                  <a:moveTo>
                    <a:pt x="254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2540" y="251460"/>
                  </a:lnTo>
                  <a:lnTo>
                    <a:pt x="2540" y="250202"/>
                  </a:lnTo>
                  <a:close/>
                </a:path>
                <a:path w="2540" h="251460">
                  <a:moveTo>
                    <a:pt x="254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2540" y="250190"/>
                  </a:lnTo>
                  <a:lnTo>
                    <a:pt x="2540" y="247662"/>
                  </a:lnTo>
                  <a:close/>
                </a:path>
                <a:path w="2540" h="251460">
                  <a:moveTo>
                    <a:pt x="254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2540" y="247650"/>
                  </a:lnTo>
                  <a:lnTo>
                    <a:pt x="2540" y="243852"/>
                  </a:lnTo>
                  <a:close/>
                </a:path>
                <a:path w="2540" h="251460">
                  <a:moveTo>
                    <a:pt x="254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2540" y="243840"/>
                  </a:lnTo>
                  <a:lnTo>
                    <a:pt x="2540" y="241312"/>
                  </a:lnTo>
                  <a:close/>
                </a:path>
                <a:path w="2540" h="251460">
                  <a:moveTo>
                    <a:pt x="254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2540" y="241300"/>
                  </a:lnTo>
                  <a:lnTo>
                    <a:pt x="2540" y="237502"/>
                  </a:lnTo>
                  <a:close/>
                </a:path>
                <a:path w="2540" h="251460">
                  <a:moveTo>
                    <a:pt x="254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2540" y="237490"/>
                  </a:lnTo>
                  <a:lnTo>
                    <a:pt x="2540" y="234962"/>
                  </a:lnTo>
                  <a:close/>
                </a:path>
                <a:path w="2540" h="251460">
                  <a:moveTo>
                    <a:pt x="254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2540" y="234950"/>
                  </a:lnTo>
                  <a:lnTo>
                    <a:pt x="2540" y="231152"/>
                  </a:lnTo>
                  <a:close/>
                </a:path>
                <a:path w="2540" h="251460">
                  <a:moveTo>
                    <a:pt x="254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2540" y="231140"/>
                  </a:lnTo>
                  <a:lnTo>
                    <a:pt x="2540" y="228612"/>
                  </a:lnTo>
                  <a:close/>
                </a:path>
                <a:path w="2540" h="251460">
                  <a:moveTo>
                    <a:pt x="254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2540" y="228600"/>
                  </a:lnTo>
                  <a:lnTo>
                    <a:pt x="2540" y="224802"/>
                  </a:lnTo>
                  <a:close/>
                </a:path>
                <a:path w="2540" h="251460">
                  <a:moveTo>
                    <a:pt x="254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2540" y="224790"/>
                  </a:lnTo>
                  <a:lnTo>
                    <a:pt x="2540" y="222262"/>
                  </a:lnTo>
                  <a:close/>
                </a:path>
                <a:path w="2540" h="251460">
                  <a:moveTo>
                    <a:pt x="2540" y="25412"/>
                  </a:moveTo>
                  <a:lnTo>
                    <a:pt x="0" y="25412"/>
                  </a:lnTo>
                  <a:lnTo>
                    <a:pt x="0" y="222250"/>
                  </a:lnTo>
                  <a:lnTo>
                    <a:pt x="2540" y="222250"/>
                  </a:lnTo>
                  <a:lnTo>
                    <a:pt x="2540" y="25412"/>
                  </a:lnTo>
                  <a:close/>
                </a:path>
                <a:path w="2540" h="251460">
                  <a:moveTo>
                    <a:pt x="2540" y="21602"/>
                  </a:moveTo>
                  <a:lnTo>
                    <a:pt x="0" y="21602"/>
                  </a:lnTo>
                  <a:lnTo>
                    <a:pt x="0" y="25400"/>
                  </a:lnTo>
                  <a:lnTo>
                    <a:pt x="2540" y="25400"/>
                  </a:lnTo>
                  <a:lnTo>
                    <a:pt x="2540" y="21602"/>
                  </a:lnTo>
                  <a:close/>
                </a:path>
                <a:path w="2540" h="251460">
                  <a:moveTo>
                    <a:pt x="2540" y="19062"/>
                  </a:moveTo>
                  <a:lnTo>
                    <a:pt x="0" y="19062"/>
                  </a:lnTo>
                  <a:lnTo>
                    <a:pt x="0" y="21590"/>
                  </a:lnTo>
                  <a:lnTo>
                    <a:pt x="2540" y="21590"/>
                  </a:lnTo>
                  <a:lnTo>
                    <a:pt x="2540" y="19062"/>
                  </a:lnTo>
                  <a:close/>
                </a:path>
                <a:path w="2540" h="251460">
                  <a:moveTo>
                    <a:pt x="2540" y="13982"/>
                  </a:moveTo>
                  <a:lnTo>
                    <a:pt x="0" y="13982"/>
                  </a:lnTo>
                  <a:lnTo>
                    <a:pt x="0" y="19050"/>
                  </a:lnTo>
                  <a:lnTo>
                    <a:pt x="2540" y="19050"/>
                  </a:lnTo>
                  <a:lnTo>
                    <a:pt x="2540" y="13982"/>
                  </a:lnTo>
                  <a:close/>
                </a:path>
                <a:path w="2540" h="251460">
                  <a:moveTo>
                    <a:pt x="254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2540" y="13970"/>
                  </a:lnTo>
                  <a:lnTo>
                    <a:pt x="2540" y="7632"/>
                  </a:lnTo>
                  <a:close/>
                </a:path>
                <a:path w="2540" h="251460">
                  <a:moveTo>
                    <a:pt x="254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1282"/>
                  </a:lnTo>
                  <a:close/>
                </a:path>
                <a:path w="2540" h="251460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7A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6" name="object 2786"/>
            <p:cNvSpPr/>
            <p:nvPr/>
          </p:nvSpPr>
          <p:spPr>
            <a:xfrm>
              <a:off x="7236460" y="5215902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6380"/>
                  </a:moveTo>
                  <a:lnTo>
                    <a:pt x="0" y="246380"/>
                  </a:lnTo>
                  <a:lnTo>
                    <a:pt x="0" y="248907"/>
                  </a:lnTo>
                  <a:lnTo>
                    <a:pt x="3810" y="248907"/>
                  </a:lnTo>
                  <a:lnTo>
                    <a:pt x="3810" y="246380"/>
                  </a:lnTo>
                  <a:close/>
                </a:path>
                <a:path w="3809" h="248920">
                  <a:moveTo>
                    <a:pt x="3810" y="242570"/>
                  </a:moveTo>
                  <a:lnTo>
                    <a:pt x="0" y="242570"/>
                  </a:lnTo>
                  <a:lnTo>
                    <a:pt x="0" y="246367"/>
                  </a:lnTo>
                  <a:lnTo>
                    <a:pt x="3810" y="246367"/>
                  </a:lnTo>
                  <a:lnTo>
                    <a:pt x="3810" y="242570"/>
                  </a:lnTo>
                  <a:close/>
                </a:path>
                <a:path w="3809" h="248920">
                  <a:moveTo>
                    <a:pt x="3810" y="240030"/>
                  </a:moveTo>
                  <a:lnTo>
                    <a:pt x="0" y="240030"/>
                  </a:lnTo>
                  <a:lnTo>
                    <a:pt x="0" y="242557"/>
                  </a:lnTo>
                  <a:lnTo>
                    <a:pt x="3810" y="242557"/>
                  </a:lnTo>
                  <a:lnTo>
                    <a:pt x="3810" y="240030"/>
                  </a:lnTo>
                  <a:close/>
                </a:path>
                <a:path w="3809" h="248920">
                  <a:moveTo>
                    <a:pt x="3810" y="236220"/>
                  </a:moveTo>
                  <a:lnTo>
                    <a:pt x="0" y="236220"/>
                  </a:lnTo>
                  <a:lnTo>
                    <a:pt x="0" y="240017"/>
                  </a:lnTo>
                  <a:lnTo>
                    <a:pt x="3810" y="240017"/>
                  </a:lnTo>
                  <a:lnTo>
                    <a:pt x="3810" y="236220"/>
                  </a:lnTo>
                  <a:close/>
                </a:path>
                <a:path w="3809" h="248920">
                  <a:moveTo>
                    <a:pt x="3810" y="233680"/>
                  </a:moveTo>
                  <a:lnTo>
                    <a:pt x="0" y="233680"/>
                  </a:lnTo>
                  <a:lnTo>
                    <a:pt x="0" y="236207"/>
                  </a:lnTo>
                  <a:lnTo>
                    <a:pt x="3810" y="236207"/>
                  </a:lnTo>
                  <a:lnTo>
                    <a:pt x="3810" y="233680"/>
                  </a:lnTo>
                  <a:close/>
                </a:path>
                <a:path w="3809" h="248920">
                  <a:moveTo>
                    <a:pt x="3810" y="229870"/>
                  </a:moveTo>
                  <a:lnTo>
                    <a:pt x="0" y="229870"/>
                  </a:lnTo>
                  <a:lnTo>
                    <a:pt x="0" y="233667"/>
                  </a:lnTo>
                  <a:lnTo>
                    <a:pt x="3810" y="233667"/>
                  </a:lnTo>
                  <a:lnTo>
                    <a:pt x="3810" y="229870"/>
                  </a:lnTo>
                  <a:close/>
                </a:path>
                <a:path w="3809" h="248920">
                  <a:moveTo>
                    <a:pt x="3810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3810" y="229857"/>
                  </a:lnTo>
                  <a:lnTo>
                    <a:pt x="3810" y="227330"/>
                  </a:lnTo>
                  <a:close/>
                </a:path>
                <a:path w="3809" h="248920">
                  <a:moveTo>
                    <a:pt x="3810" y="223520"/>
                  </a:moveTo>
                  <a:lnTo>
                    <a:pt x="0" y="223520"/>
                  </a:lnTo>
                  <a:lnTo>
                    <a:pt x="0" y="227317"/>
                  </a:lnTo>
                  <a:lnTo>
                    <a:pt x="3810" y="227317"/>
                  </a:lnTo>
                  <a:lnTo>
                    <a:pt x="3810" y="223520"/>
                  </a:lnTo>
                  <a:close/>
                </a:path>
                <a:path w="3809" h="248920">
                  <a:moveTo>
                    <a:pt x="3810" y="220980"/>
                  </a:moveTo>
                  <a:lnTo>
                    <a:pt x="0" y="220980"/>
                  </a:lnTo>
                  <a:lnTo>
                    <a:pt x="0" y="223507"/>
                  </a:lnTo>
                  <a:lnTo>
                    <a:pt x="3810" y="223507"/>
                  </a:lnTo>
                  <a:lnTo>
                    <a:pt x="3810" y="220980"/>
                  </a:lnTo>
                  <a:close/>
                </a:path>
                <a:path w="3809" h="248920">
                  <a:moveTo>
                    <a:pt x="3810" y="24130"/>
                  </a:moveTo>
                  <a:lnTo>
                    <a:pt x="0" y="2413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24130"/>
                  </a:lnTo>
                  <a:close/>
                </a:path>
                <a:path w="3809" h="248920">
                  <a:moveTo>
                    <a:pt x="3810" y="20320"/>
                  </a:moveTo>
                  <a:lnTo>
                    <a:pt x="0" y="20320"/>
                  </a:lnTo>
                  <a:lnTo>
                    <a:pt x="0" y="24117"/>
                  </a:lnTo>
                  <a:lnTo>
                    <a:pt x="3810" y="24117"/>
                  </a:lnTo>
                  <a:lnTo>
                    <a:pt x="3810" y="20320"/>
                  </a:lnTo>
                  <a:close/>
                </a:path>
                <a:path w="3809" h="248920">
                  <a:moveTo>
                    <a:pt x="3810" y="17780"/>
                  </a:moveTo>
                  <a:lnTo>
                    <a:pt x="0" y="17780"/>
                  </a:lnTo>
                  <a:lnTo>
                    <a:pt x="0" y="20307"/>
                  </a:lnTo>
                  <a:lnTo>
                    <a:pt x="3810" y="20307"/>
                  </a:lnTo>
                  <a:lnTo>
                    <a:pt x="3810" y="17780"/>
                  </a:lnTo>
                  <a:close/>
                </a:path>
                <a:path w="3809" h="248920">
                  <a:moveTo>
                    <a:pt x="3810" y="12700"/>
                  </a:moveTo>
                  <a:lnTo>
                    <a:pt x="0" y="12700"/>
                  </a:lnTo>
                  <a:lnTo>
                    <a:pt x="0" y="17767"/>
                  </a:lnTo>
                  <a:lnTo>
                    <a:pt x="3810" y="17767"/>
                  </a:lnTo>
                  <a:lnTo>
                    <a:pt x="3810" y="12700"/>
                  </a:lnTo>
                  <a:close/>
                </a:path>
                <a:path w="3809" h="2489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7" name="object 2787"/>
            <p:cNvSpPr/>
            <p:nvPr/>
          </p:nvSpPr>
          <p:spPr>
            <a:xfrm>
              <a:off x="7240270" y="5215902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6380"/>
                  </a:moveTo>
                  <a:lnTo>
                    <a:pt x="0" y="246380"/>
                  </a:lnTo>
                  <a:lnTo>
                    <a:pt x="0" y="248907"/>
                  </a:lnTo>
                  <a:lnTo>
                    <a:pt x="3810" y="248907"/>
                  </a:lnTo>
                  <a:lnTo>
                    <a:pt x="3810" y="246380"/>
                  </a:lnTo>
                  <a:close/>
                </a:path>
                <a:path w="3809" h="248920">
                  <a:moveTo>
                    <a:pt x="3810" y="242570"/>
                  </a:moveTo>
                  <a:lnTo>
                    <a:pt x="0" y="242570"/>
                  </a:lnTo>
                  <a:lnTo>
                    <a:pt x="0" y="246367"/>
                  </a:lnTo>
                  <a:lnTo>
                    <a:pt x="3810" y="246367"/>
                  </a:lnTo>
                  <a:lnTo>
                    <a:pt x="3810" y="242570"/>
                  </a:lnTo>
                  <a:close/>
                </a:path>
                <a:path w="3809" h="248920">
                  <a:moveTo>
                    <a:pt x="3810" y="240030"/>
                  </a:moveTo>
                  <a:lnTo>
                    <a:pt x="0" y="240030"/>
                  </a:lnTo>
                  <a:lnTo>
                    <a:pt x="0" y="242557"/>
                  </a:lnTo>
                  <a:lnTo>
                    <a:pt x="3810" y="242557"/>
                  </a:lnTo>
                  <a:lnTo>
                    <a:pt x="3810" y="240030"/>
                  </a:lnTo>
                  <a:close/>
                </a:path>
                <a:path w="3809" h="248920">
                  <a:moveTo>
                    <a:pt x="3810" y="236220"/>
                  </a:moveTo>
                  <a:lnTo>
                    <a:pt x="0" y="236220"/>
                  </a:lnTo>
                  <a:lnTo>
                    <a:pt x="0" y="240017"/>
                  </a:lnTo>
                  <a:lnTo>
                    <a:pt x="3810" y="240017"/>
                  </a:lnTo>
                  <a:lnTo>
                    <a:pt x="3810" y="236220"/>
                  </a:lnTo>
                  <a:close/>
                </a:path>
                <a:path w="3809" h="248920">
                  <a:moveTo>
                    <a:pt x="3810" y="233680"/>
                  </a:moveTo>
                  <a:lnTo>
                    <a:pt x="0" y="233680"/>
                  </a:lnTo>
                  <a:lnTo>
                    <a:pt x="0" y="236207"/>
                  </a:lnTo>
                  <a:lnTo>
                    <a:pt x="3810" y="236207"/>
                  </a:lnTo>
                  <a:lnTo>
                    <a:pt x="3810" y="233680"/>
                  </a:lnTo>
                  <a:close/>
                </a:path>
                <a:path w="3809" h="248920">
                  <a:moveTo>
                    <a:pt x="3810" y="229870"/>
                  </a:moveTo>
                  <a:lnTo>
                    <a:pt x="0" y="229870"/>
                  </a:lnTo>
                  <a:lnTo>
                    <a:pt x="0" y="233667"/>
                  </a:lnTo>
                  <a:lnTo>
                    <a:pt x="3810" y="233667"/>
                  </a:lnTo>
                  <a:lnTo>
                    <a:pt x="3810" y="229870"/>
                  </a:lnTo>
                  <a:close/>
                </a:path>
                <a:path w="3809" h="248920">
                  <a:moveTo>
                    <a:pt x="3810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3810" y="229857"/>
                  </a:lnTo>
                  <a:lnTo>
                    <a:pt x="3810" y="227330"/>
                  </a:lnTo>
                  <a:close/>
                </a:path>
                <a:path w="3809" h="248920">
                  <a:moveTo>
                    <a:pt x="3810" y="223520"/>
                  </a:moveTo>
                  <a:lnTo>
                    <a:pt x="0" y="223520"/>
                  </a:lnTo>
                  <a:lnTo>
                    <a:pt x="0" y="227317"/>
                  </a:lnTo>
                  <a:lnTo>
                    <a:pt x="3810" y="227317"/>
                  </a:lnTo>
                  <a:lnTo>
                    <a:pt x="3810" y="223520"/>
                  </a:lnTo>
                  <a:close/>
                </a:path>
                <a:path w="3809" h="248920">
                  <a:moveTo>
                    <a:pt x="3810" y="220980"/>
                  </a:moveTo>
                  <a:lnTo>
                    <a:pt x="0" y="220980"/>
                  </a:lnTo>
                  <a:lnTo>
                    <a:pt x="0" y="223507"/>
                  </a:lnTo>
                  <a:lnTo>
                    <a:pt x="3810" y="223507"/>
                  </a:lnTo>
                  <a:lnTo>
                    <a:pt x="3810" y="220980"/>
                  </a:lnTo>
                  <a:close/>
                </a:path>
                <a:path w="3809" h="248920">
                  <a:moveTo>
                    <a:pt x="3810" y="24130"/>
                  </a:moveTo>
                  <a:lnTo>
                    <a:pt x="0" y="2413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24130"/>
                  </a:lnTo>
                  <a:close/>
                </a:path>
                <a:path w="3809" h="248920">
                  <a:moveTo>
                    <a:pt x="3810" y="20320"/>
                  </a:moveTo>
                  <a:lnTo>
                    <a:pt x="0" y="20320"/>
                  </a:lnTo>
                  <a:lnTo>
                    <a:pt x="0" y="24117"/>
                  </a:lnTo>
                  <a:lnTo>
                    <a:pt x="3810" y="24117"/>
                  </a:lnTo>
                  <a:lnTo>
                    <a:pt x="3810" y="20320"/>
                  </a:lnTo>
                  <a:close/>
                </a:path>
                <a:path w="3809" h="248920">
                  <a:moveTo>
                    <a:pt x="3810" y="17780"/>
                  </a:moveTo>
                  <a:lnTo>
                    <a:pt x="0" y="17780"/>
                  </a:lnTo>
                  <a:lnTo>
                    <a:pt x="0" y="20307"/>
                  </a:lnTo>
                  <a:lnTo>
                    <a:pt x="3810" y="20307"/>
                  </a:lnTo>
                  <a:lnTo>
                    <a:pt x="3810" y="17780"/>
                  </a:lnTo>
                  <a:close/>
                </a:path>
                <a:path w="3809" h="248920">
                  <a:moveTo>
                    <a:pt x="3810" y="12700"/>
                  </a:moveTo>
                  <a:lnTo>
                    <a:pt x="0" y="12700"/>
                  </a:lnTo>
                  <a:lnTo>
                    <a:pt x="0" y="17767"/>
                  </a:lnTo>
                  <a:lnTo>
                    <a:pt x="3810" y="17767"/>
                  </a:lnTo>
                  <a:lnTo>
                    <a:pt x="3810" y="12700"/>
                  </a:lnTo>
                  <a:close/>
                </a:path>
                <a:path w="3809" h="2489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F9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8" name="object 2788"/>
            <p:cNvSpPr/>
            <p:nvPr/>
          </p:nvSpPr>
          <p:spPr>
            <a:xfrm>
              <a:off x="7244080" y="5215902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6380"/>
                  </a:moveTo>
                  <a:lnTo>
                    <a:pt x="0" y="246380"/>
                  </a:lnTo>
                  <a:lnTo>
                    <a:pt x="0" y="248907"/>
                  </a:lnTo>
                  <a:lnTo>
                    <a:pt x="3810" y="248907"/>
                  </a:lnTo>
                  <a:lnTo>
                    <a:pt x="3810" y="246380"/>
                  </a:lnTo>
                  <a:close/>
                </a:path>
                <a:path w="3809" h="248920">
                  <a:moveTo>
                    <a:pt x="3810" y="242570"/>
                  </a:moveTo>
                  <a:lnTo>
                    <a:pt x="0" y="242570"/>
                  </a:lnTo>
                  <a:lnTo>
                    <a:pt x="0" y="246367"/>
                  </a:lnTo>
                  <a:lnTo>
                    <a:pt x="3810" y="246367"/>
                  </a:lnTo>
                  <a:lnTo>
                    <a:pt x="3810" y="242570"/>
                  </a:lnTo>
                  <a:close/>
                </a:path>
                <a:path w="3809" h="248920">
                  <a:moveTo>
                    <a:pt x="3810" y="240030"/>
                  </a:moveTo>
                  <a:lnTo>
                    <a:pt x="0" y="240030"/>
                  </a:lnTo>
                  <a:lnTo>
                    <a:pt x="0" y="242557"/>
                  </a:lnTo>
                  <a:lnTo>
                    <a:pt x="3810" y="242557"/>
                  </a:lnTo>
                  <a:lnTo>
                    <a:pt x="3810" y="240030"/>
                  </a:lnTo>
                  <a:close/>
                </a:path>
                <a:path w="3809" h="248920">
                  <a:moveTo>
                    <a:pt x="3810" y="236220"/>
                  </a:moveTo>
                  <a:lnTo>
                    <a:pt x="0" y="236220"/>
                  </a:lnTo>
                  <a:lnTo>
                    <a:pt x="0" y="240017"/>
                  </a:lnTo>
                  <a:lnTo>
                    <a:pt x="3810" y="240017"/>
                  </a:lnTo>
                  <a:lnTo>
                    <a:pt x="3810" y="236220"/>
                  </a:lnTo>
                  <a:close/>
                </a:path>
                <a:path w="3809" h="248920">
                  <a:moveTo>
                    <a:pt x="3810" y="233680"/>
                  </a:moveTo>
                  <a:lnTo>
                    <a:pt x="0" y="233680"/>
                  </a:lnTo>
                  <a:lnTo>
                    <a:pt x="0" y="236207"/>
                  </a:lnTo>
                  <a:lnTo>
                    <a:pt x="3810" y="236207"/>
                  </a:lnTo>
                  <a:lnTo>
                    <a:pt x="3810" y="233680"/>
                  </a:lnTo>
                  <a:close/>
                </a:path>
                <a:path w="3809" h="248920">
                  <a:moveTo>
                    <a:pt x="3810" y="229870"/>
                  </a:moveTo>
                  <a:lnTo>
                    <a:pt x="0" y="229870"/>
                  </a:lnTo>
                  <a:lnTo>
                    <a:pt x="0" y="233667"/>
                  </a:lnTo>
                  <a:lnTo>
                    <a:pt x="3810" y="233667"/>
                  </a:lnTo>
                  <a:lnTo>
                    <a:pt x="3810" y="229870"/>
                  </a:lnTo>
                  <a:close/>
                </a:path>
                <a:path w="3809" h="248920">
                  <a:moveTo>
                    <a:pt x="3810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3810" y="229857"/>
                  </a:lnTo>
                  <a:lnTo>
                    <a:pt x="3810" y="227330"/>
                  </a:lnTo>
                  <a:close/>
                </a:path>
                <a:path w="3809" h="248920">
                  <a:moveTo>
                    <a:pt x="3810" y="223520"/>
                  </a:moveTo>
                  <a:lnTo>
                    <a:pt x="0" y="223520"/>
                  </a:lnTo>
                  <a:lnTo>
                    <a:pt x="0" y="227317"/>
                  </a:lnTo>
                  <a:lnTo>
                    <a:pt x="3810" y="227317"/>
                  </a:lnTo>
                  <a:lnTo>
                    <a:pt x="3810" y="223520"/>
                  </a:lnTo>
                  <a:close/>
                </a:path>
                <a:path w="3809" h="248920">
                  <a:moveTo>
                    <a:pt x="3810" y="220980"/>
                  </a:moveTo>
                  <a:lnTo>
                    <a:pt x="0" y="220980"/>
                  </a:lnTo>
                  <a:lnTo>
                    <a:pt x="0" y="223507"/>
                  </a:lnTo>
                  <a:lnTo>
                    <a:pt x="3810" y="223507"/>
                  </a:lnTo>
                  <a:lnTo>
                    <a:pt x="3810" y="220980"/>
                  </a:lnTo>
                  <a:close/>
                </a:path>
                <a:path w="3809" h="248920">
                  <a:moveTo>
                    <a:pt x="3810" y="24130"/>
                  </a:moveTo>
                  <a:lnTo>
                    <a:pt x="0" y="2413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24130"/>
                  </a:lnTo>
                  <a:close/>
                </a:path>
                <a:path w="3809" h="248920">
                  <a:moveTo>
                    <a:pt x="3810" y="20320"/>
                  </a:moveTo>
                  <a:lnTo>
                    <a:pt x="0" y="20320"/>
                  </a:lnTo>
                  <a:lnTo>
                    <a:pt x="0" y="24117"/>
                  </a:lnTo>
                  <a:lnTo>
                    <a:pt x="3810" y="24117"/>
                  </a:lnTo>
                  <a:lnTo>
                    <a:pt x="3810" y="20320"/>
                  </a:lnTo>
                  <a:close/>
                </a:path>
                <a:path w="3809" h="248920">
                  <a:moveTo>
                    <a:pt x="3810" y="17780"/>
                  </a:moveTo>
                  <a:lnTo>
                    <a:pt x="0" y="17780"/>
                  </a:lnTo>
                  <a:lnTo>
                    <a:pt x="0" y="20307"/>
                  </a:lnTo>
                  <a:lnTo>
                    <a:pt x="3810" y="20307"/>
                  </a:lnTo>
                  <a:lnTo>
                    <a:pt x="3810" y="17780"/>
                  </a:lnTo>
                  <a:close/>
                </a:path>
                <a:path w="3809" h="248920">
                  <a:moveTo>
                    <a:pt x="3810" y="12700"/>
                  </a:moveTo>
                  <a:lnTo>
                    <a:pt x="0" y="12700"/>
                  </a:lnTo>
                  <a:lnTo>
                    <a:pt x="0" y="17767"/>
                  </a:lnTo>
                  <a:lnTo>
                    <a:pt x="3810" y="17767"/>
                  </a:lnTo>
                  <a:lnTo>
                    <a:pt x="3810" y="12700"/>
                  </a:lnTo>
                  <a:close/>
                </a:path>
                <a:path w="3809" h="2489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294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9" name="object 2789"/>
            <p:cNvSpPr/>
            <p:nvPr/>
          </p:nvSpPr>
          <p:spPr>
            <a:xfrm>
              <a:off x="7247890" y="5215902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6380"/>
                  </a:moveTo>
                  <a:lnTo>
                    <a:pt x="0" y="246380"/>
                  </a:lnTo>
                  <a:lnTo>
                    <a:pt x="0" y="248907"/>
                  </a:lnTo>
                  <a:lnTo>
                    <a:pt x="3810" y="248907"/>
                  </a:lnTo>
                  <a:lnTo>
                    <a:pt x="3810" y="246380"/>
                  </a:lnTo>
                  <a:close/>
                </a:path>
                <a:path w="3809" h="248920">
                  <a:moveTo>
                    <a:pt x="3810" y="242570"/>
                  </a:moveTo>
                  <a:lnTo>
                    <a:pt x="0" y="242570"/>
                  </a:lnTo>
                  <a:lnTo>
                    <a:pt x="0" y="246367"/>
                  </a:lnTo>
                  <a:lnTo>
                    <a:pt x="3810" y="246367"/>
                  </a:lnTo>
                  <a:lnTo>
                    <a:pt x="3810" y="242570"/>
                  </a:lnTo>
                  <a:close/>
                </a:path>
                <a:path w="3809" h="248920">
                  <a:moveTo>
                    <a:pt x="3810" y="240030"/>
                  </a:moveTo>
                  <a:lnTo>
                    <a:pt x="0" y="240030"/>
                  </a:lnTo>
                  <a:lnTo>
                    <a:pt x="0" y="242557"/>
                  </a:lnTo>
                  <a:lnTo>
                    <a:pt x="3810" y="242557"/>
                  </a:lnTo>
                  <a:lnTo>
                    <a:pt x="3810" y="240030"/>
                  </a:lnTo>
                  <a:close/>
                </a:path>
                <a:path w="3809" h="248920">
                  <a:moveTo>
                    <a:pt x="3810" y="236220"/>
                  </a:moveTo>
                  <a:lnTo>
                    <a:pt x="0" y="236220"/>
                  </a:lnTo>
                  <a:lnTo>
                    <a:pt x="0" y="240017"/>
                  </a:lnTo>
                  <a:lnTo>
                    <a:pt x="3810" y="240017"/>
                  </a:lnTo>
                  <a:lnTo>
                    <a:pt x="3810" y="236220"/>
                  </a:lnTo>
                  <a:close/>
                </a:path>
                <a:path w="3809" h="248920">
                  <a:moveTo>
                    <a:pt x="3810" y="233680"/>
                  </a:moveTo>
                  <a:lnTo>
                    <a:pt x="0" y="233680"/>
                  </a:lnTo>
                  <a:lnTo>
                    <a:pt x="0" y="236207"/>
                  </a:lnTo>
                  <a:lnTo>
                    <a:pt x="3810" y="236207"/>
                  </a:lnTo>
                  <a:lnTo>
                    <a:pt x="3810" y="233680"/>
                  </a:lnTo>
                  <a:close/>
                </a:path>
                <a:path w="3809" h="248920">
                  <a:moveTo>
                    <a:pt x="3810" y="229870"/>
                  </a:moveTo>
                  <a:lnTo>
                    <a:pt x="0" y="229870"/>
                  </a:lnTo>
                  <a:lnTo>
                    <a:pt x="0" y="233667"/>
                  </a:lnTo>
                  <a:lnTo>
                    <a:pt x="3810" y="233667"/>
                  </a:lnTo>
                  <a:lnTo>
                    <a:pt x="3810" y="229870"/>
                  </a:lnTo>
                  <a:close/>
                </a:path>
                <a:path w="3809" h="248920">
                  <a:moveTo>
                    <a:pt x="3810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3810" y="229857"/>
                  </a:lnTo>
                  <a:lnTo>
                    <a:pt x="3810" y="227330"/>
                  </a:lnTo>
                  <a:close/>
                </a:path>
                <a:path w="3809" h="248920">
                  <a:moveTo>
                    <a:pt x="3810" y="223520"/>
                  </a:moveTo>
                  <a:lnTo>
                    <a:pt x="0" y="223520"/>
                  </a:lnTo>
                  <a:lnTo>
                    <a:pt x="0" y="227317"/>
                  </a:lnTo>
                  <a:lnTo>
                    <a:pt x="3810" y="227317"/>
                  </a:lnTo>
                  <a:lnTo>
                    <a:pt x="3810" y="223520"/>
                  </a:lnTo>
                  <a:close/>
                </a:path>
                <a:path w="3809" h="248920">
                  <a:moveTo>
                    <a:pt x="3810" y="220980"/>
                  </a:moveTo>
                  <a:lnTo>
                    <a:pt x="0" y="220980"/>
                  </a:lnTo>
                  <a:lnTo>
                    <a:pt x="0" y="223507"/>
                  </a:lnTo>
                  <a:lnTo>
                    <a:pt x="3810" y="223507"/>
                  </a:lnTo>
                  <a:lnTo>
                    <a:pt x="3810" y="220980"/>
                  </a:lnTo>
                  <a:close/>
                </a:path>
                <a:path w="3809" h="248920">
                  <a:moveTo>
                    <a:pt x="3810" y="24130"/>
                  </a:moveTo>
                  <a:lnTo>
                    <a:pt x="0" y="2413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24130"/>
                  </a:lnTo>
                  <a:close/>
                </a:path>
                <a:path w="3809" h="248920">
                  <a:moveTo>
                    <a:pt x="3810" y="20320"/>
                  </a:moveTo>
                  <a:lnTo>
                    <a:pt x="0" y="20320"/>
                  </a:lnTo>
                  <a:lnTo>
                    <a:pt x="0" y="24117"/>
                  </a:lnTo>
                  <a:lnTo>
                    <a:pt x="3810" y="24117"/>
                  </a:lnTo>
                  <a:lnTo>
                    <a:pt x="3810" y="20320"/>
                  </a:lnTo>
                  <a:close/>
                </a:path>
                <a:path w="3809" h="248920">
                  <a:moveTo>
                    <a:pt x="3810" y="17780"/>
                  </a:moveTo>
                  <a:lnTo>
                    <a:pt x="0" y="17780"/>
                  </a:lnTo>
                  <a:lnTo>
                    <a:pt x="0" y="20307"/>
                  </a:lnTo>
                  <a:lnTo>
                    <a:pt x="3810" y="20307"/>
                  </a:lnTo>
                  <a:lnTo>
                    <a:pt x="3810" y="17780"/>
                  </a:lnTo>
                  <a:close/>
                </a:path>
                <a:path w="3809" h="248920">
                  <a:moveTo>
                    <a:pt x="3810" y="12700"/>
                  </a:moveTo>
                  <a:lnTo>
                    <a:pt x="0" y="12700"/>
                  </a:lnTo>
                  <a:lnTo>
                    <a:pt x="0" y="17767"/>
                  </a:lnTo>
                  <a:lnTo>
                    <a:pt x="3810" y="17767"/>
                  </a:lnTo>
                  <a:lnTo>
                    <a:pt x="3810" y="12700"/>
                  </a:lnTo>
                  <a:close/>
                </a:path>
                <a:path w="3809" h="2489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496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0" name="object 2790"/>
            <p:cNvSpPr/>
            <p:nvPr/>
          </p:nvSpPr>
          <p:spPr>
            <a:xfrm>
              <a:off x="7251700" y="5215902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6380"/>
                  </a:moveTo>
                  <a:lnTo>
                    <a:pt x="0" y="246380"/>
                  </a:lnTo>
                  <a:lnTo>
                    <a:pt x="0" y="248907"/>
                  </a:lnTo>
                  <a:lnTo>
                    <a:pt x="3810" y="248907"/>
                  </a:lnTo>
                  <a:lnTo>
                    <a:pt x="3810" y="246380"/>
                  </a:lnTo>
                  <a:close/>
                </a:path>
                <a:path w="3809" h="248920">
                  <a:moveTo>
                    <a:pt x="3810" y="242570"/>
                  </a:moveTo>
                  <a:lnTo>
                    <a:pt x="0" y="242570"/>
                  </a:lnTo>
                  <a:lnTo>
                    <a:pt x="0" y="246367"/>
                  </a:lnTo>
                  <a:lnTo>
                    <a:pt x="3810" y="246367"/>
                  </a:lnTo>
                  <a:lnTo>
                    <a:pt x="3810" y="242570"/>
                  </a:lnTo>
                  <a:close/>
                </a:path>
                <a:path w="3809" h="248920">
                  <a:moveTo>
                    <a:pt x="3810" y="240030"/>
                  </a:moveTo>
                  <a:lnTo>
                    <a:pt x="0" y="240030"/>
                  </a:lnTo>
                  <a:lnTo>
                    <a:pt x="0" y="242557"/>
                  </a:lnTo>
                  <a:lnTo>
                    <a:pt x="3810" y="242557"/>
                  </a:lnTo>
                  <a:lnTo>
                    <a:pt x="3810" y="240030"/>
                  </a:lnTo>
                  <a:close/>
                </a:path>
                <a:path w="3809" h="248920">
                  <a:moveTo>
                    <a:pt x="3810" y="236220"/>
                  </a:moveTo>
                  <a:lnTo>
                    <a:pt x="0" y="236220"/>
                  </a:lnTo>
                  <a:lnTo>
                    <a:pt x="0" y="240017"/>
                  </a:lnTo>
                  <a:lnTo>
                    <a:pt x="3810" y="240017"/>
                  </a:lnTo>
                  <a:lnTo>
                    <a:pt x="3810" y="236220"/>
                  </a:lnTo>
                  <a:close/>
                </a:path>
                <a:path w="3809" h="248920">
                  <a:moveTo>
                    <a:pt x="3810" y="233680"/>
                  </a:moveTo>
                  <a:lnTo>
                    <a:pt x="0" y="233680"/>
                  </a:lnTo>
                  <a:lnTo>
                    <a:pt x="0" y="236207"/>
                  </a:lnTo>
                  <a:lnTo>
                    <a:pt x="3810" y="236207"/>
                  </a:lnTo>
                  <a:lnTo>
                    <a:pt x="3810" y="233680"/>
                  </a:lnTo>
                  <a:close/>
                </a:path>
                <a:path w="3809" h="248920">
                  <a:moveTo>
                    <a:pt x="3810" y="229870"/>
                  </a:moveTo>
                  <a:lnTo>
                    <a:pt x="0" y="229870"/>
                  </a:lnTo>
                  <a:lnTo>
                    <a:pt x="0" y="233667"/>
                  </a:lnTo>
                  <a:lnTo>
                    <a:pt x="3810" y="233667"/>
                  </a:lnTo>
                  <a:lnTo>
                    <a:pt x="3810" y="229870"/>
                  </a:lnTo>
                  <a:close/>
                </a:path>
                <a:path w="3809" h="248920">
                  <a:moveTo>
                    <a:pt x="3810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3810" y="229857"/>
                  </a:lnTo>
                  <a:lnTo>
                    <a:pt x="3810" y="227330"/>
                  </a:lnTo>
                  <a:close/>
                </a:path>
                <a:path w="3809" h="248920">
                  <a:moveTo>
                    <a:pt x="3810" y="223520"/>
                  </a:moveTo>
                  <a:lnTo>
                    <a:pt x="0" y="223520"/>
                  </a:lnTo>
                  <a:lnTo>
                    <a:pt x="0" y="227317"/>
                  </a:lnTo>
                  <a:lnTo>
                    <a:pt x="3810" y="227317"/>
                  </a:lnTo>
                  <a:lnTo>
                    <a:pt x="3810" y="223520"/>
                  </a:lnTo>
                  <a:close/>
                </a:path>
                <a:path w="3809" h="248920">
                  <a:moveTo>
                    <a:pt x="3810" y="220980"/>
                  </a:moveTo>
                  <a:lnTo>
                    <a:pt x="0" y="220980"/>
                  </a:lnTo>
                  <a:lnTo>
                    <a:pt x="0" y="223507"/>
                  </a:lnTo>
                  <a:lnTo>
                    <a:pt x="3810" y="223507"/>
                  </a:lnTo>
                  <a:lnTo>
                    <a:pt x="3810" y="220980"/>
                  </a:lnTo>
                  <a:close/>
                </a:path>
                <a:path w="3809" h="248920">
                  <a:moveTo>
                    <a:pt x="3810" y="24130"/>
                  </a:moveTo>
                  <a:lnTo>
                    <a:pt x="0" y="2413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24130"/>
                  </a:lnTo>
                  <a:close/>
                </a:path>
                <a:path w="3809" h="248920">
                  <a:moveTo>
                    <a:pt x="3810" y="20320"/>
                  </a:moveTo>
                  <a:lnTo>
                    <a:pt x="0" y="20320"/>
                  </a:lnTo>
                  <a:lnTo>
                    <a:pt x="0" y="24117"/>
                  </a:lnTo>
                  <a:lnTo>
                    <a:pt x="3810" y="24117"/>
                  </a:lnTo>
                  <a:lnTo>
                    <a:pt x="3810" y="20320"/>
                  </a:lnTo>
                  <a:close/>
                </a:path>
                <a:path w="3809" h="248920">
                  <a:moveTo>
                    <a:pt x="3810" y="17780"/>
                  </a:moveTo>
                  <a:lnTo>
                    <a:pt x="0" y="17780"/>
                  </a:lnTo>
                  <a:lnTo>
                    <a:pt x="0" y="20307"/>
                  </a:lnTo>
                  <a:lnTo>
                    <a:pt x="3810" y="20307"/>
                  </a:lnTo>
                  <a:lnTo>
                    <a:pt x="3810" y="17780"/>
                  </a:lnTo>
                  <a:close/>
                </a:path>
                <a:path w="3809" h="248920">
                  <a:moveTo>
                    <a:pt x="3810" y="12700"/>
                  </a:moveTo>
                  <a:lnTo>
                    <a:pt x="0" y="12700"/>
                  </a:lnTo>
                  <a:lnTo>
                    <a:pt x="0" y="17767"/>
                  </a:lnTo>
                  <a:lnTo>
                    <a:pt x="3810" y="17767"/>
                  </a:lnTo>
                  <a:lnTo>
                    <a:pt x="3810" y="12700"/>
                  </a:lnTo>
                  <a:close/>
                </a:path>
                <a:path w="3809" h="2489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799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1" name="object 2791"/>
            <p:cNvSpPr/>
            <p:nvPr/>
          </p:nvSpPr>
          <p:spPr>
            <a:xfrm>
              <a:off x="7255510" y="5215902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6380"/>
                  </a:moveTo>
                  <a:lnTo>
                    <a:pt x="0" y="246380"/>
                  </a:lnTo>
                  <a:lnTo>
                    <a:pt x="0" y="248907"/>
                  </a:lnTo>
                  <a:lnTo>
                    <a:pt x="3810" y="248907"/>
                  </a:lnTo>
                  <a:lnTo>
                    <a:pt x="3810" y="246380"/>
                  </a:lnTo>
                  <a:close/>
                </a:path>
                <a:path w="3809" h="248920">
                  <a:moveTo>
                    <a:pt x="3810" y="242570"/>
                  </a:moveTo>
                  <a:lnTo>
                    <a:pt x="0" y="242570"/>
                  </a:lnTo>
                  <a:lnTo>
                    <a:pt x="0" y="246367"/>
                  </a:lnTo>
                  <a:lnTo>
                    <a:pt x="3810" y="246367"/>
                  </a:lnTo>
                  <a:lnTo>
                    <a:pt x="3810" y="242570"/>
                  </a:lnTo>
                  <a:close/>
                </a:path>
                <a:path w="3809" h="248920">
                  <a:moveTo>
                    <a:pt x="3810" y="240030"/>
                  </a:moveTo>
                  <a:lnTo>
                    <a:pt x="0" y="240030"/>
                  </a:lnTo>
                  <a:lnTo>
                    <a:pt x="0" y="242557"/>
                  </a:lnTo>
                  <a:lnTo>
                    <a:pt x="3810" y="242557"/>
                  </a:lnTo>
                  <a:lnTo>
                    <a:pt x="3810" y="240030"/>
                  </a:lnTo>
                  <a:close/>
                </a:path>
                <a:path w="3809" h="248920">
                  <a:moveTo>
                    <a:pt x="3810" y="236220"/>
                  </a:moveTo>
                  <a:lnTo>
                    <a:pt x="0" y="236220"/>
                  </a:lnTo>
                  <a:lnTo>
                    <a:pt x="0" y="240017"/>
                  </a:lnTo>
                  <a:lnTo>
                    <a:pt x="3810" y="240017"/>
                  </a:lnTo>
                  <a:lnTo>
                    <a:pt x="3810" y="236220"/>
                  </a:lnTo>
                  <a:close/>
                </a:path>
                <a:path w="3809" h="248920">
                  <a:moveTo>
                    <a:pt x="3810" y="233680"/>
                  </a:moveTo>
                  <a:lnTo>
                    <a:pt x="0" y="233680"/>
                  </a:lnTo>
                  <a:lnTo>
                    <a:pt x="0" y="236207"/>
                  </a:lnTo>
                  <a:lnTo>
                    <a:pt x="3810" y="236207"/>
                  </a:lnTo>
                  <a:lnTo>
                    <a:pt x="3810" y="233680"/>
                  </a:lnTo>
                  <a:close/>
                </a:path>
                <a:path w="3809" h="248920">
                  <a:moveTo>
                    <a:pt x="3810" y="229870"/>
                  </a:moveTo>
                  <a:lnTo>
                    <a:pt x="0" y="229870"/>
                  </a:lnTo>
                  <a:lnTo>
                    <a:pt x="0" y="233667"/>
                  </a:lnTo>
                  <a:lnTo>
                    <a:pt x="3810" y="233667"/>
                  </a:lnTo>
                  <a:lnTo>
                    <a:pt x="3810" y="229870"/>
                  </a:lnTo>
                  <a:close/>
                </a:path>
                <a:path w="3809" h="248920">
                  <a:moveTo>
                    <a:pt x="3810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3810" y="229857"/>
                  </a:lnTo>
                  <a:lnTo>
                    <a:pt x="3810" y="227330"/>
                  </a:lnTo>
                  <a:close/>
                </a:path>
                <a:path w="3809" h="248920">
                  <a:moveTo>
                    <a:pt x="3810" y="223520"/>
                  </a:moveTo>
                  <a:lnTo>
                    <a:pt x="0" y="223520"/>
                  </a:lnTo>
                  <a:lnTo>
                    <a:pt x="0" y="227317"/>
                  </a:lnTo>
                  <a:lnTo>
                    <a:pt x="3810" y="227317"/>
                  </a:lnTo>
                  <a:lnTo>
                    <a:pt x="3810" y="223520"/>
                  </a:lnTo>
                  <a:close/>
                </a:path>
                <a:path w="3809" h="248920">
                  <a:moveTo>
                    <a:pt x="3810" y="220980"/>
                  </a:moveTo>
                  <a:lnTo>
                    <a:pt x="0" y="220980"/>
                  </a:lnTo>
                  <a:lnTo>
                    <a:pt x="0" y="223507"/>
                  </a:lnTo>
                  <a:lnTo>
                    <a:pt x="3810" y="223507"/>
                  </a:lnTo>
                  <a:lnTo>
                    <a:pt x="3810" y="220980"/>
                  </a:lnTo>
                  <a:close/>
                </a:path>
                <a:path w="3809" h="248920">
                  <a:moveTo>
                    <a:pt x="3810" y="24130"/>
                  </a:moveTo>
                  <a:lnTo>
                    <a:pt x="0" y="2413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24130"/>
                  </a:lnTo>
                  <a:close/>
                </a:path>
                <a:path w="3809" h="248920">
                  <a:moveTo>
                    <a:pt x="3810" y="20320"/>
                  </a:moveTo>
                  <a:lnTo>
                    <a:pt x="0" y="20320"/>
                  </a:lnTo>
                  <a:lnTo>
                    <a:pt x="0" y="24117"/>
                  </a:lnTo>
                  <a:lnTo>
                    <a:pt x="3810" y="24117"/>
                  </a:lnTo>
                  <a:lnTo>
                    <a:pt x="3810" y="20320"/>
                  </a:lnTo>
                  <a:close/>
                </a:path>
                <a:path w="3809" h="248920">
                  <a:moveTo>
                    <a:pt x="3810" y="17780"/>
                  </a:moveTo>
                  <a:lnTo>
                    <a:pt x="0" y="17780"/>
                  </a:lnTo>
                  <a:lnTo>
                    <a:pt x="0" y="20307"/>
                  </a:lnTo>
                  <a:lnTo>
                    <a:pt x="3810" y="20307"/>
                  </a:lnTo>
                  <a:lnTo>
                    <a:pt x="3810" y="17780"/>
                  </a:lnTo>
                  <a:close/>
                </a:path>
                <a:path w="3809" h="248920">
                  <a:moveTo>
                    <a:pt x="3810" y="12700"/>
                  </a:moveTo>
                  <a:lnTo>
                    <a:pt x="0" y="12700"/>
                  </a:lnTo>
                  <a:lnTo>
                    <a:pt x="0" y="17767"/>
                  </a:lnTo>
                  <a:lnTo>
                    <a:pt x="3810" y="17767"/>
                  </a:lnTo>
                  <a:lnTo>
                    <a:pt x="3810" y="12700"/>
                  </a:lnTo>
                  <a:close/>
                </a:path>
                <a:path w="3809" h="2489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2" name="object 2792"/>
            <p:cNvSpPr/>
            <p:nvPr/>
          </p:nvSpPr>
          <p:spPr>
            <a:xfrm>
              <a:off x="7259320" y="5215889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254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09" h="248920">
                  <a:moveTo>
                    <a:pt x="380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6349"/>
                  </a:lnTo>
                  <a:close/>
                </a:path>
                <a:path w="3809" h="248920">
                  <a:moveTo>
                    <a:pt x="3809" y="12699"/>
                  </a:moveTo>
                  <a:lnTo>
                    <a:pt x="0" y="12699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2699"/>
                  </a:lnTo>
                  <a:close/>
                </a:path>
                <a:path w="3809" h="248920">
                  <a:moveTo>
                    <a:pt x="3809" y="17779"/>
                  </a:moveTo>
                  <a:lnTo>
                    <a:pt x="0" y="17779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7779"/>
                  </a:lnTo>
                  <a:close/>
                </a:path>
                <a:path w="3809" h="248920">
                  <a:moveTo>
                    <a:pt x="3809" y="20319"/>
                  </a:moveTo>
                  <a:lnTo>
                    <a:pt x="0" y="20319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20319"/>
                  </a:lnTo>
                  <a:close/>
                </a:path>
                <a:path w="3809" h="248920">
                  <a:moveTo>
                    <a:pt x="3809" y="24129"/>
                  </a:moveTo>
                  <a:lnTo>
                    <a:pt x="0" y="24129"/>
                  </a:lnTo>
                  <a:lnTo>
                    <a:pt x="0" y="220979"/>
                  </a:lnTo>
                  <a:lnTo>
                    <a:pt x="3809" y="220979"/>
                  </a:lnTo>
                  <a:lnTo>
                    <a:pt x="3809" y="24129"/>
                  </a:lnTo>
                  <a:close/>
                </a:path>
                <a:path w="3809" h="248920">
                  <a:moveTo>
                    <a:pt x="3809" y="220979"/>
                  </a:moveTo>
                  <a:lnTo>
                    <a:pt x="0" y="220979"/>
                  </a:lnTo>
                  <a:lnTo>
                    <a:pt x="0" y="223519"/>
                  </a:lnTo>
                  <a:lnTo>
                    <a:pt x="3809" y="223519"/>
                  </a:lnTo>
                  <a:lnTo>
                    <a:pt x="3809" y="220979"/>
                  </a:lnTo>
                  <a:close/>
                </a:path>
                <a:path w="3809" h="248920">
                  <a:moveTo>
                    <a:pt x="3809" y="223519"/>
                  </a:moveTo>
                  <a:lnTo>
                    <a:pt x="0" y="223519"/>
                  </a:lnTo>
                  <a:lnTo>
                    <a:pt x="0" y="227329"/>
                  </a:lnTo>
                  <a:lnTo>
                    <a:pt x="3809" y="227329"/>
                  </a:lnTo>
                  <a:lnTo>
                    <a:pt x="3809" y="223519"/>
                  </a:lnTo>
                  <a:close/>
                </a:path>
                <a:path w="3809" h="248920">
                  <a:moveTo>
                    <a:pt x="3809" y="227329"/>
                  </a:moveTo>
                  <a:lnTo>
                    <a:pt x="0" y="227329"/>
                  </a:lnTo>
                  <a:lnTo>
                    <a:pt x="0" y="229869"/>
                  </a:lnTo>
                  <a:lnTo>
                    <a:pt x="3809" y="229869"/>
                  </a:lnTo>
                  <a:lnTo>
                    <a:pt x="3809" y="227329"/>
                  </a:lnTo>
                  <a:close/>
                </a:path>
                <a:path w="3809" h="248920">
                  <a:moveTo>
                    <a:pt x="3809" y="229869"/>
                  </a:moveTo>
                  <a:lnTo>
                    <a:pt x="0" y="229869"/>
                  </a:lnTo>
                  <a:lnTo>
                    <a:pt x="0" y="233679"/>
                  </a:lnTo>
                  <a:lnTo>
                    <a:pt x="3809" y="233679"/>
                  </a:lnTo>
                  <a:lnTo>
                    <a:pt x="3809" y="229869"/>
                  </a:lnTo>
                  <a:close/>
                </a:path>
                <a:path w="3809" h="248920">
                  <a:moveTo>
                    <a:pt x="3809" y="233679"/>
                  </a:moveTo>
                  <a:lnTo>
                    <a:pt x="0" y="233679"/>
                  </a:lnTo>
                  <a:lnTo>
                    <a:pt x="0" y="236219"/>
                  </a:lnTo>
                  <a:lnTo>
                    <a:pt x="3809" y="236219"/>
                  </a:lnTo>
                  <a:lnTo>
                    <a:pt x="3809" y="233679"/>
                  </a:lnTo>
                  <a:close/>
                </a:path>
                <a:path w="3809" h="248920">
                  <a:moveTo>
                    <a:pt x="3809" y="236219"/>
                  </a:moveTo>
                  <a:lnTo>
                    <a:pt x="0" y="236219"/>
                  </a:lnTo>
                  <a:lnTo>
                    <a:pt x="0" y="240029"/>
                  </a:lnTo>
                  <a:lnTo>
                    <a:pt x="3809" y="240029"/>
                  </a:lnTo>
                  <a:lnTo>
                    <a:pt x="3809" y="236219"/>
                  </a:lnTo>
                  <a:close/>
                </a:path>
                <a:path w="3809" h="248920">
                  <a:moveTo>
                    <a:pt x="3809" y="240029"/>
                  </a:moveTo>
                  <a:lnTo>
                    <a:pt x="0" y="240029"/>
                  </a:lnTo>
                  <a:lnTo>
                    <a:pt x="0" y="242569"/>
                  </a:lnTo>
                  <a:lnTo>
                    <a:pt x="3809" y="242569"/>
                  </a:lnTo>
                  <a:lnTo>
                    <a:pt x="3809" y="240029"/>
                  </a:lnTo>
                  <a:close/>
                </a:path>
                <a:path w="3809" h="248920">
                  <a:moveTo>
                    <a:pt x="3809" y="242569"/>
                  </a:moveTo>
                  <a:lnTo>
                    <a:pt x="0" y="242569"/>
                  </a:lnTo>
                  <a:lnTo>
                    <a:pt x="0" y="246379"/>
                  </a:lnTo>
                  <a:lnTo>
                    <a:pt x="3809" y="246379"/>
                  </a:lnTo>
                  <a:lnTo>
                    <a:pt x="3809" y="242569"/>
                  </a:lnTo>
                  <a:close/>
                </a:path>
                <a:path w="3809" h="248920">
                  <a:moveTo>
                    <a:pt x="3809" y="246379"/>
                  </a:moveTo>
                  <a:lnTo>
                    <a:pt x="0" y="246379"/>
                  </a:lnTo>
                  <a:lnTo>
                    <a:pt x="0" y="248919"/>
                  </a:lnTo>
                  <a:lnTo>
                    <a:pt x="2540" y="248919"/>
                  </a:lnTo>
                  <a:lnTo>
                    <a:pt x="2540" y="247649"/>
                  </a:lnTo>
                  <a:lnTo>
                    <a:pt x="3809" y="247649"/>
                  </a:lnTo>
                  <a:lnTo>
                    <a:pt x="3809" y="246379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3" name="object 2793"/>
            <p:cNvSpPr/>
            <p:nvPr/>
          </p:nvSpPr>
          <p:spPr>
            <a:xfrm>
              <a:off x="7263130" y="5217172"/>
              <a:ext cx="2540" cy="246379"/>
            </a:xfrm>
            <a:custGeom>
              <a:avLst/>
              <a:gdLst/>
              <a:ahLst/>
              <a:cxnLst/>
              <a:rect l="l" t="t" r="r" b="b"/>
              <a:pathLst>
                <a:path w="2540" h="246379">
                  <a:moveTo>
                    <a:pt x="2540" y="245110"/>
                  </a:moveTo>
                  <a:lnTo>
                    <a:pt x="0" y="245110"/>
                  </a:lnTo>
                  <a:lnTo>
                    <a:pt x="0" y="246367"/>
                  </a:lnTo>
                  <a:lnTo>
                    <a:pt x="2540" y="246367"/>
                  </a:lnTo>
                  <a:lnTo>
                    <a:pt x="2540" y="245110"/>
                  </a:lnTo>
                  <a:close/>
                </a:path>
                <a:path w="2540" h="246379">
                  <a:moveTo>
                    <a:pt x="254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2540" y="245097"/>
                  </a:lnTo>
                  <a:lnTo>
                    <a:pt x="2540" y="241300"/>
                  </a:lnTo>
                  <a:close/>
                </a:path>
                <a:path w="2540" h="246379">
                  <a:moveTo>
                    <a:pt x="254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2540" y="241287"/>
                  </a:lnTo>
                  <a:lnTo>
                    <a:pt x="2540" y="238760"/>
                  </a:lnTo>
                  <a:close/>
                </a:path>
                <a:path w="2540" h="246379">
                  <a:moveTo>
                    <a:pt x="254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2540" y="238747"/>
                  </a:lnTo>
                  <a:lnTo>
                    <a:pt x="2540" y="234950"/>
                  </a:lnTo>
                  <a:close/>
                </a:path>
                <a:path w="2540" h="246379">
                  <a:moveTo>
                    <a:pt x="254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2540" y="234937"/>
                  </a:lnTo>
                  <a:lnTo>
                    <a:pt x="2540" y="232410"/>
                  </a:lnTo>
                  <a:close/>
                </a:path>
                <a:path w="2540" h="246379">
                  <a:moveTo>
                    <a:pt x="254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2540" y="232397"/>
                  </a:lnTo>
                  <a:lnTo>
                    <a:pt x="2540" y="228600"/>
                  </a:lnTo>
                  <a:close/>
                </a:path>
                <a:path w="2540" h="246379">
                  <a:moveTo>
                    <a:pt x="254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2540" y="228587"/>
                  </a:lnTo>
                  <a:lnTo>
                    <a:pt x="2540" y="226060"/>
                  </a:lnTo>
                  <a:close/>
                </a:path>
                <a:path w="2540" h="246379">
                  <a:moveTo>
                    <a:pt x="254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2540" y="226047"/>
                  </a:lnTo>
                  <a:lnTo>
                    <a:pt x="2540" y="222250"/>
                  </a:lnTo>
                  <a:close/>
                </a:path>
                <a:path w="2540" h="246379">
                  <a:moveTo>
                    <a:pt x="2540" y="219710"/>
                  </a:moveTo>
                  <a:lnTo>
                    <a:pt x="0" y="219710"/>
                  </a:lnTo>
                  <a:lnTo>
                    <a:pt x="0" y="222237"/>
                  </a:lnTo>
                  <a:lnTo>
                    <a:pt x="2540" y="222237"/>
                  </a:lnTo>
                  <a:lnTo>
                    <a:pt x="2540" y="219710"/>
                  </a:lnTo>
                  <a:close/>
                </a:path>
                <a:path w="2540" h="246379">
                  <a:moveTo>
                    <a:pt x="2540" y="22860"/>
                  </a:moveTo>
                  <a:lnTo>
                    <a:pt x="0" y="22860"/>
                  </a:lnTo>
                  <a:lnTo>
                    <a:pt x="0" y="219697"/>
                  </a:lnTo>
                  <a:lnTo>
                    <a:pt x="2540" y="219697"/>
                  </a:lnTo>
                  <a:lnTo>
                    <a:pt x="2540" y="22860"/>
                  </a:lnTo>
                  <a:close/>
                </a:path>
                <a:path w="2540" h="246379">
                  <a:moveTo>
                    <a:pt x="254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2540" y="22847"/>
                  </a:lnTo>
                  <a:lnTo>
                    <a:pt x="2540" y="19050"/>
                  </a:lnTo>
                  <a:close/>
                </a:path>
                <a:path w="2540" h="246379">
                  <a:moveTo>
                    <a:pt x="254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2540" y="19037"/>
                  </a:lnTo>
                  <a:lnTo>
                    <a:pt x="2540" y="16510"/>
                  </a:lnTo>
                  <a:close/>
                </a:path>
                <a:path w="2540" h="246379">
                  <a:moveTo>
                    <a:pt x="2540" y="11430"/>
                  </a:moveTo>
                  <a:lnTo>
                    <a:pt x="0" y="11430"/>
                  </a:lnTo>
                  <a:lnTo>
                    <a:pt x="0" y="16497"/>
                  </a:lnTo>
                  <a:lnTo>
                    <a:pt x="2540" y="16497"/>
                  </a:lnTo>
                  <a:lnTo>
                    <a:pt x="2540" y="11430"/>
                  </a:lnTo>
                  <a:close/>
                </a:path>
                <a:path w="2540" h="246379">
                  <a:moveTo>
                    <a:pt x="2540" y="5080"/>
                  </a:moveTo>
                  <a:lnTo>
                    <a:pt x="0" y="5080"/>
                  </a:lnTo>
                  <a:lnTo>
                    <a:pt x="0" y="11417"/>
                  </a:lnTo>
                  <a:lnTo>
                    <a:pt x="2540" y="11417"/>
                  </a:lnTo>
                  <a:lnTo>
                    <a:pt x="2540" y="5080"/>
                  </a:lnTo>
                  <a:close/>
                </a:path>
                <a:path w="2540" h="246379">
                  <a:moveTo>
                    <a:pt x="2540" y="0"/>
                  </a:moveTo>
                  <a:lnTo>
                    <a:pt x="0" y="0"/>
                  </a:lnTo>
                  <a:lnTo>
                    <a:pt x="0" y="5067"/>
                  </a:lnTo>
                  <a:lnTo>
                    <a:pt x="2540" y="506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8F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4" name="object 2794"/>
            <p:cNvSpPr/>
            <p:nvPr/>
          </p:nvSpPr>
          <p:spPr>
            <a:xfrm>
              <a:off x="7265670" y="5217172"/>
              <a:ext cx="3810" cy="246379"/>
            </a:xfrm>
            <a:custGeom>
              <a:avLst/>
              <a:gdLst/>
              <a:ahLst/>
              <a:cxnLst/>
              <a:rect l="l" t="t" r="r" b="b"/>
              <a:pathLst>
                <a:path w="3809" h="246379">
                  <a:moveTo>
                    <a:pt x="2540" y="245110"/>
                  </a:moveTo>
                  <a:lnTo>
                    <a:pt x="0" y="245110"/>
                  </a:lnTo>
                  <a:lnTo>
                    <a:pt x="0" y="246367"/>
                  </a:lnTo>
                  <a:lnTo>
                    <a:pt x="2540" y="246367"/>
                  </a:lnTo>
                  <a:lnTo>
                    <a:pt x="2540" y="245110"/>
                  </a:lnTo>
                  <a:close/>
                </a:path>
                <a:path w="3809" h="24637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09" h="24637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09" h="24637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09" h="24637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09" h="24637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09" h="24637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09" h="246379">
                  <a:moveTo>
                    <a:pt x="381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22250"/>
                  </a:lnTo>
                  <a:close/>
                </a:path>
                <a:path w="3809" h="246379">
                  <a:moveTo>
                    <a:pt x="3810" y="219710"/>
                  </a:moveTo>
                  <a:lnTo>
                    <a:pt x="0" y="21971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19710"/>
                  </a:lnTo>
                  <a:close/>
                </a:path>
                <a:path w="3809" h="246379">
                  <a:moveTo>
                    <a:pt x="3810" y="22860"/>
                  </a:moveTo>
                  <a:lnTo>
                    <a:pt x="0" y="22860"/>
                  </a:lnTo>
                  <a:lnTo>
                    <a:pt x="0" y="219697"/>
                  </a:lnTo>
                  <a:lnTo>
                    <a:pt x="3810" y="219697"/>
                  </a:lnTo>
                  <a:lnTo>
                    <a:pt x="3810" y="22860"/>
                  </a:lnTo>
                  <a:close/>
                </a:path>
                <a:path w="3809" h="24637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09" h="24637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09" h="246379">
                  <a:moveTo>
                    <a:pt x="3810" y="11430"/>
                  </a:moveTo>
                  <a:lnTo>
                    <a:pt x="0" y="1143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1430"/>
                  </a:lnTo>
                  <a:close/>
                </a:path>
                <a:path w="3809" h="246379">
                  <a:moveTo>
                    <a:pt x="3810" y="5080"/>
                  </a:moveTo>
                  <a:lnTo>
                    <a:pt x="0" y="5080"/>
                  </a:lnTo>
                  <a:lnTo>
                    <a:pt x="0" y="11417"/>
                  </a:lnTo>
                  <a:lnTo>
                    <a:pt x="3810" y="11417"/>
                  </a:lnTo>
                  <a:lnTo>
                    <a:pt x="3810" y="5080"/>
                  </a:lnTo>
                  <a:close/>
                </a:path>
                <a:path w="3809" h="246379">
                  <a:moveTo>
                    <a:pt x="3810" y="0"/>
                  </a:moveTo>
                  <a:lnTo>
                    <a:pt x="0" y="0"/>
                  </a:lnTo>
                  <a:lnTo>
                    <a:pt x="0" y="5067"/>
                  </a:lnTo>
                  <a:lnTo>
                    <a:pt x="3810" y="506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5" name="object 2795"/>
            <p:cNvSpPr/>
            <p:nvPr/>
          </p:nvSpPr>
          <p:spPr>
            <a:xfrm>
              <a:off x="7269480" y="5217172"/>
              <a:ext cx="3810" cy="219710"/>
            </a:xfrm>
            <a:custGeom>
              <a:avLst/>
              <a:gdLst/>
              <a:ahLst/>
              <a:cxnLst/>
              <a:rect l="l" t="t" r="r" b="b"/>
              <a:pathLst>
                <a:path w="3809" h="219710">
                  <a:moveTo>
                    <a:pt x="3810" y="22860"/>
                  </a:moveTo>
                  <a:lnTo>
                    <a:pt x="0" y="22860"/>
                  </a:lnTo>
                  <a:lnTo>
                    <a:pt x="0" y="219697"/>
                  </a:lnTo>
                  <a:lnTo>
                    <a:pt x="3810" y="219697"/>
                  </a:lnTo>
                  <a:lnTo>
                    <a:pt x="3810" y="22860"/>
                  </a:lnTo>
                  <a:close/>
                </a:path>
                <a:path w="3809" h="219710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09" h="219710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09" h="219710">
                  <a:moveTo>
                    <a:pt x="3810" y="11430"/>
                  </a:moveTo>
                  <a:lnTo>
                    <a:pt x="0" y="1143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1430"/>
                  </a:lnTo>
                  <a:close/>
                </a:path>
                <a:path w="3809" h="219710">
                  <a:moveTo>
                    <a:pt x="3810" y="5080"/>
                  </a:moveTo>
                  <a:lnTo>
                    <a:pt x="0" y="5080"/>
                  </a:lnTo>
                  <a:lnTo>
                    <a:pt x="0" y="11417"/>
                  </a:lnTo>
                  <a:lnTo>
                    <a:pt x="3810" y="11417"/>
                  </a:lnTo>
                  <a:lnTo>
                    <a:pt x="3810" y="5080"/>
                  </a:lnTo>
                  <a:close/>
                </a:path>
                <a:path w="3809" h="219710">
                  <a:moveTo>
                    <a:pt x="3810" y="0"/>
                  </a:moveTo>
                  <a:lnTo>
                    <a:pt x="0" y="0"/>
                  </a:lnTo>
                  <a:lnTo>
                    <a:pt x="0" y="5067"/>
                  </a:lnTo>
                  <a:lnTo>
                    <a:pt x="3810" y="506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6" name="object 2796"/>
            <p:cNvSpPr/>
            <p:nvPr/>
          </p:nvSpPr>
          <p:spPr>
            <a:xfrm>
              <a:off x="7273290" y="5217172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09" h="245110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09" h="245110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09" h="245110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09" h="245110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09" h="245110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09" h="245110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09" h="245110">
                  <a:moveTo>
                    <a:pt x="381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22250"/>
                  </a:lnTo>
                  <a:close/>
                </a:path>
                <a:path w="3809" h="245110">
                  <a:moveTo>
                    <a:pt x="3810" y="219710"/>
                  </a:moveTo>
                  <a:lnTo>
                    <a:pt x="0" y="21971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19710"/>
                  </a:lnTo>
                  <a:close/>
                </a:path>
                <a:path w="3809" h="245110">
                  <a:moveTo>
                    <a:pt x="3810" y="22860"/>
                  </a:moveTo>
                  <a:lnTo>
                    <a:pt x="0" y="22860"/>
                  </a:lnTo>
                  <a:lnTo>
                    <a:pt x="0" y="219697"/>
                  </a:lnTo>
                  <a:lnTo>
                    <a:pt x="3810" y="219697"/>
                  </a:lnTo>
                  <a:lnTo>
                    <a:pt x="3810" y="22860"/>
                  </a:lnTo>
                  <a:close/>
                </a:path>
                <a:path w="3809" h="245110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09" h="245110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09" h="245110">
                  <a:moveTo>
                    <a:pt x="3810" y="11430"/>
                  </a:moveTo>
                  <a:lnTo>
                    <a:pt x="0" y="1143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1430"/>
                  </a:lnTo>
                  <a:close/>
                </a:path>
                <a:path w="3809" h="245110">
                  <a:moveTo>
                    <a:pt x="3810" y="5080"/>
                  </a:moveTo>
                  <a:lnTo>
                    <a:pt x="0" y="5080"/>
                  </a:lnTo>
                  <a:lnTo>
                    <a:pt x="0" y="11417"/>
                  </a:lnTo>
                  <a:lnTo>
                    <a:pt x="3810" y="11417"/>
                  </a:lnTo>
                  <a:lnTo>
                    <a:pt x="3810" y="5080"/>
                  </a:lnTo>
                  <a:close/>
                </a:path>
                <a:path w="3809" h="245110">
                  <a:moveTo>
                    <a:pt x="3810" y="0"/>
                  </a:moveTo>
                  <a:lnTo>
                    <a:pt x="0" y="0"/>
                  </a:lnTo>
                  <a:lnTo>
                    <a:pt x="0" y="5067"/>
                  </a:lnTo>
                  <a:lnTo>
                    <a:pt x="3810" y="506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7A6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7" name="object 2797"/>
            <p:cNvSpPr/>
            <p:nvPr/>
          </p:nvSpPr>
          <p:spPr>
            <a:xfrm>
              <a:off x="7277100" y="5217159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09" h="245110">
                  <a:moveTo>
                    <a:pt x="254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09" h="245110">
                  <a:moveTo>
                    <a:pt x="380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5080"/>
                  </a:lnTo>
                  <a:close/>
                </a:path>
                <a:path w="3809" h="245110">
                  <a:moveTo>
                    <a:pt x="3809" y="11430"/>
                  </a:moveTo>
                  <a:lnTo>
                    <a:pt x="0" y="1143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1430"/>
                  </a:lnTo>
                  <a:close/>
                </a:path>
                <a:path w="3809" h="245110">
                  <a:moveTo>
                    <a:pt x="380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6509"/>
                  </a:lnTo>
                  <a:close/>
                </a:path>
                <a:path w="3809" h="245110">
                  <a:moveTo>
                    <a:pt x="380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19050"/>
                  </a:lnTo>
                  <a:close/>
                </a:path>
                <a:path w="3809" h="245110">
                  <a:moveTo>
                    <a:pt x="3809" y="22859"/>
                  </a:moveTo>
                  <a:lnTo>
                    <a:pt x="0" y="22859"/>
                  </a:lnTo>
                  <a:lnTo>
                    <a:pt x="0" y="219709"/>
                  </a:lnTo>
                  <a:lnTo>
                    <a:pt x="3809" y="219709"/>
                  </a:lnTo>
                  <a:lnTo>
                    <a:pt x="3809" y="22859"/>
                  </a:lnTo>
                  <a:close/>
                </a:path>
                <a:path w="3809" h="245110">
                  <a:moveTo>
                    <a:pt x="3809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3809" y="222249"/>
                  </a:lnTo>
                  <a:lnTo>
                    <a:pt x="3809" y="219709"/>
                  </a:lnTo>
                  <a:close/>
                </a:path>
                <a:path w="3809" h="245110">
                  <a:moveTo>
                    <a:pt x="3809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3809" y="226059"/>
                  </a:lnTo>
                  <a:lnTo>
                    <a:pt x="3809" y="222250"/>
                  </a:lnTo>
                  <a:close/>
                </a:path>
                <a:path w="3809" h="245110">
                  <a:moveTo>
                    <a:pt x="3809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3809" y="228599"/>
                  </a:lnTo>
                  <a:lnTo>
                    <a:pt x="3809" y="226059"/>
                  </a:lnTo>
                  <a:close/>
                </a:path>
                <a:path w="3809" h="245110">
                  <a:moveTo>
                    <a:pt x="3809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3809" y="232409"/>
                  </a:lnTo>
                  <a:lnTo>
                    <a:pt x="3809" y="228600"/>
                  </a:lnTo>
                  <a:close/>
                </a:path>
                <a:path w="3809" h="245110">
                  <a:moveTo>
                    <a:pt x="3809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3809" y="234949"/>
                  </a:lnTo>
                  <a:lnTo>
                    <a:pt x="3809" y="232409"/>
                  </a:lnTo>
                  <a:close/>
                </a:path>
                <a:path w="3809" h="245110">
                  <a:moveTo>
                    <a:pt x="3809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3809" y="238759"/>
                  </a:lnTo>
                  <a:lnTo>
                    <a:pt x="3809" y="234950"/>
                  </a:lnTo>
                  <a:close/>
                </a:path>
                <a:path w="3809" h="245110">
                  <a:moveTo>
                    <a:pt x="3809" y="238759"/>
                  </a:moveTo>
                  <a:lnTo>
                    <a:pt x="0" y="238759"/>
                  </a:lnTo>
                  <a:lnTo>
                    <a:pt x="0" y="241299"/>
                  </a:lnTo>
                  <a:lnTo>
                    <a:pt x="3809" y="241299"/>
                  </a:lnTo>
                  <a:lnTo>
                    <a:pt x="3809" y="238759"/>
                  </a:lnTo>
                  <a:close/>
                </a:path>
                <a:path w="3809" h="245110">
                  <a:moveTo>
                    <a:pt x="3809" y="241300"/>
                  </a:moveTo>
                  <a:lnTo>
                    <a:pt x="0" y="241300"/>
                  </a:lnTo>
                  <a:lnTo>
                    <a:pt x="0" y="245109"/>
                  </a:lnTo>
                  <a:lnTo>
                    <a:pt x="3809" y="245109"/>
                  </a:lnTo>
                  <a:lnTo>
                    <a:pt x="3809" y="241300"/>
                  </a:lnTo>
                  <a:close/>
                </a:path>
              </a:pathLst>
            </a:custGeom>
            <a:solidFill>
              <a:srgbClr val="99A8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8" name="object 2798"/>
            <p:cNvSpPr/>
            <p:nvPr/>
          </p:nvSpPr>
          <p:spPr>
            <a:xfrm>
              <a:off x="7280910" y="5218430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09" h="243839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09" h="243839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09" h="243839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09" h="243839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09" h="243839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09" h="243839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09" h="243839">
                  <a:moveTo>
                    <a:pt x="381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0992"/>
                  </a:lnTo>
                  <a:close/>
                </a:path>
                <a:path w="3809" h="243839">
                  <a:moveTo>
                    <a:pt x="3810" y="218452"/>
                  </a:moveTo>
                  <a:lnTo>
                    <a:pt x="0" y="21845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8452"/>
                  </a:lnTo>
                  <a:close/>
                </a:path>
                <a:path w="3809" h="243839">
                  <a:moveTo>
                    <a:pt x="3810" y="21602"/>
                  </a:moveTo>
                  <a:lnTo>
                    <a:pt x="0" y="21602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602"/>
                  </a:lnTo>
                  <a:close/>
                </a:path>
                <a:path w="3809" h="243839">
                  <a:moveTo>
                    <a:pt x="381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92"/>
                  </a:lnTo>
                  <a:close/>
                </a:path>
                <a:path w="3809" h="243839">
                  <a:moveTo>
                    <a:pt x="381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52"/>
                  </a:lnTo>
                  <a:close/>
                </a:path>
                <a:path w="3809" h="243839">
                  <a:moveTo>
                    <a:pt x="3810" y="10172"/>
                  </a:moveTo>
                  <a:lnTo>
                    <a:pt x="0" y="1017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0172"/>
                  </a:lnTo>
                  <a:close/>
                </a:path>
                <a:path w="3809" h="243839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09" h="243839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CA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9" name="object 2799"/>
            <p:cNvSpPr/>
            <p:nvPr/>
          </p:nvSpPr>
          <p:spPr>
            <a:xfrm>
              <a:off x="7284720" y="5218430"/>
              <a:ext cx="2540" cy="243840"/>
            </a:xfrm>
            <a:custGeom>
              <a:avLst/>
              <a:gdLst/>
              <a:ahLst/>
              <a:cxnLst/>
              <a:rect l="l" t="t" r="r" b="b"/>
              <a:pathLst>
                <a:path w="2540" h="243839">
                  <a:moveTo>
                    <a:pt x="127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39" y="3810"/>
                  </a:lnTo>
                  <a:lnTo>
                    <a:pt x="2539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2540" h="243839">
                  <a:moveTo>
                    <a:pt x="253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2539" y="10160"/>
                  </a:lnTo>
                  <a:lnTo>
                    <a:pt x="2539" y="3810"/>
                  </a:lnTo>
                  <a:close/>
                </a:path>
                <a:path w="2540" h="243839">
                  <a:moveTo>
                    <a:pt x="2539" y="10160"/>
                  </a:moveTo>
                  <a:lnTo>
                    <a:pt x="0" y="10160"/>
                  </a:lnTo>
                  <a:lnTo>
                    <a:pt x="0" y="15240"/>
                  </a:lnTo>
                  <a:lnTo>
                    <a:pt x="2539" y="15240"/>
                  </a:lnTo>
                  <a:lnTo>
                    <a:pt x="2539" y="10160"/>
                  </a:lnTo>
                  <a:close/>
                </a:path>
                <a:path w="2540" h="243839">
                  <a:moveTo>
                    <a:pt x="2539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2539" y="17780"/>
                  </a:lnTo>
                  <a:lnTo>
                    <a:pt x="2539" y="15240"/>
                  </a:lnTo>
                  <a:close/>
                </a:path>
                <a:path w="2540" h="243839">
                  <a:moveTo>
                    <a:pt x="2539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2539" y="21590"/>
                  </a:lnTo>
                  <a:lnTo>
                    <a:pt x="2539" y="17780"/>
                  </a:lnTo>
                  <a:close/>
                </a:path>
                <a:path w="2540" h="243839">
                  <a:moveTo>
                    <a:pt x="2539" y="21590"/>
                  </a:moveTo>
                  <a:lnTo>
                    <a:pt x="0" y="21590"/>
                  </a:lnTo>
                  <a:lnTo>
                    <a:pt x="0" y="218440"/>
                  </a:lnTo>
                  <a:lnTo>
                    <a:pt x="2539" y="218440"/>
                  </a:lnTo>
                  <a:lnTo>
                    <a:pt x="2539" y="21590"/>
                  </a:lnTo>
                  <a:close/>
                </a:path>
                <a:path w="2540" h="243839">
                  <a:moveTo>
                    <a:pt x="2539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2539" y="220980"/>
                  </a:lnTo>
                  <a:lnTo>
                    <a:pt x="2539" y="218440"/>
                  </a:lnTo>
                  <a:close/>
                </a:path>
                <a:path w="2540" h="243839">
                  <a:moveTo>
                    <a:pt x="2539" y="220980"/>
                  </a:moveTo>
                  <a:lnTo>
                    <a:pt x="0" y="220980"/>
                  </a:lnTo>
                  <a:lnTo>
                    <a:pt x="0" y="224790"/>
                  </a:lnTo>
                  <a:lnTo>
                    <a:pt x="2539" y="224790"/>
                  </a:lnTo>
                  <a:lnTo>
                    <a:pt x="2539" y="220980"/>
                  </a:lnTo>
                  <a:close/>
                </a:path>
                <a:path w="2540" h="243839">
                  <a:moveTo>
                    <a:pt x="2539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2539" y="227330"/>
                  </a:lnTo>
                  <a:lnTo>
                    <a:pt x="2539" y="224790"/>
                  </a:lnTo>
                  <a:close/>
                </a:path>
                <a:path w="2540" h="243839">
                  <a:moveTo>
                    <a:pt x="2539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2539" y="231140"/>
                  </a:lnTo>
                  <a:lnTo>
                    <a:pt x="2539" y="227330"/>
                  </a:lnTo>
                  <a:close/>
                </a:path>
                <a:path w="2540" h="243839">
                  <a:moveTo>
                    <a:pt x="2539" y="231140"/>
                  </a:moveTo>
                  <a:lnTo>
                    <a:pt x="0" y="231140"/>
                  </a:lnTo>
                  <a:lnTo>
                    <a:pt x="0" y="233680"/>
                  </a:lnTo>
                  <a:lnTo>
                    <a:pt x="2539" y="233680"/>
                  </a:lnTo>
                  <a:lnTo>
                    <a:pt x="2539" y="231140"/>
                  </a:lnTo>
                  <a:close/>
                </a:path>
                <a:path w="2540" h="243839">
                  <a:moveTo>
                    <a:pt x="2539" y="233680"/>
                  </a:moveTo>
                  <a:lnTo>
                    <a:pt x="0" y="233680"/>
                  </a:lnTo>
                  <a:lnTo>
                    <a:pt x="0" y="237490"/>
                  </a:lnTo>
                  <a:lnTo>
                    <a:pt x="2539" y="237490"/>
                  </a:lnTo>
                  <a:lnTo>
                    <a:pt x="2539" y="233680"/>
                  </a:lnTo>
                  <a:close/>
                </a:path>
                <a:path w="2540" h="243839">
                  <a:moveTo>
                    <a:pt x="2539" y="237490"/>
                  </a:moveTo>
                  <a:lnTo>
                    <a:pt x="0" y="237490"/>
                  </a:lnTo>
                  <a:lnTo>
                    <a:pt x="0" y="240030"/>
                  </a:lnTo>
                  <a:lnTo>
                    <a:pt x="2539" y="240030"/>
                  </a:lnTo>
                  <a:lnTo>
                    <a:pt x="2539" y="237490"/>
                  </a:lnTo>
                  <a:close/>
                </a:path>
                <a:path w="2540" h="243839">
                  <a:moveTo>
                    <a:pt x="2539" y="240030"/>
                  </a:moveTo>
                  <a:lnTo>
                    <a:pt x="0" y="240030"/>
                  </a:lnTo>
                  <a:lnTo>
                    <a:pt x="0" y="243840"/>
                  </a:lnTo>
                  <a:lnTo>
                    <a:pt x="1270" y="243840"/>
                  </a:lnTo>
                  <a:lnTo>
                    <a:pt x="1270" y="242570"/>
                  </a:lnTo>
                  <a:lnTo>
                    <a:pt x="2539" y="242570"/>
                  </a:lnTo>
                  <a:lnTo>
                    <a:pt x="2539" y="240030"/>
                  </a:lnTo>
                  <a:close/>
                </a:path>
              </a:pathLst>
            </a:custGeom>
            <a:solidFill>
              <a:srgbClr val="9FA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0" name="object 2800"/>
            <p:cNvSpPr/>
            <p:nvPr/>
          </p:nvSpPr>
          <p:spPr>
            <a:xfrm>
              <a:off x="7287260" y="5219700"/>
              <a:ext cx="3810" cy="241300"/>
            </a:xfrm>
            <a:custGeom>
              <a:avLst/>
              <a:gdLst/>
              <a:ahLst/>
              <a:cxnLst/>
              <a:rect l="l" t="t" r="r" b="b"/>
              <a:pathLst>
                <a:path w="3809" h="241300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09" h="241300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09" h="241300">
                  <a:moveTo>
                    <a:pt x="3810" y="8890"/>
                  </a:moveTo>
                  <a:lnTo>
                    <a:pt x="0" y="8890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8890"/>
                  </a:lnTo>
                  <a:close/>
                </a:path>
                <a:path w="3809" h="241300">
                  <a:moveTo>
                    <a:pt x="3810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3970"/>
                  </a:lnTo>
                  <a:close/>
                </a:path>
                <a:path w="3809" h="241300">
                  <a:moveTo>
                    <a:pt x="3810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6510"/>
                  </a:lnTo>
                  <a:close/>
                </a:path>
                <a:path w="3809" h="241300">
                  <a:moveTo>
                    <a:pt x="3810" y="20320"/>
                  </a:moveTo>
                  <a:lnTo>
                    <a:pt x="0" y="20320"/>
                  </a:lnTo>
                  <a:lnTo>
                    <a:pt x="0" y="217169"/>
                  </a:lnTo>
                  <a:lnTo>
                    <a:pt x="3810" y="217169"/>
                  </a:lnTo>
                  <a:lnTo>
                    <a:pt x="3810" y="20320"/>
                  </a:lnTo>
                  <a:close/>
                </a:path>
                <a:path w="3809" h="241300">
                  <a:moveTo>
                    <a:pt x="3810" y="217170"/>
                  </a:moveTo>
                  <a:lnTo>
                    <a:pt x="0" y="217170"/>
                  </a:lnTo>
                  <a:lnTo>
                    <a:pt x="0" y="219709"/>
                  </a:lnTo>
                  <a:lnTo>
                    <a:pt x="3810" y="219709"/>
                  </a:lnTo>
                  <a:lnTo>
                    <a:pt x="3810" y="217170"/>
                  </a:lnTo>
                  <a:close/>
                </a:path>
                <a:path w="3809" h="241300">
                  <a:moveTo>
                    <a:pt x="3810" y="219710"/>
                  </a:moveTo>
                  <a:lnTo>
                    <a:pt x="0" y="219710"/>
                  </a:lnTo>
                  <a:lnTo>
                    <a:pt x="0" y="223519"/>
                  </a:lnTo>
                  <a:lnTo>
                    <a:pt x="3810" y="223519"/>
                  </a:lnTo>
                  <a:lnTo>
                    <a:pt x="3810" y="219710"/>
                  </a:lnTo>
                  <a:close/>
                </a:path>
                <a:path w="3809" h="241300">
                  <a:moveTo>
                    <a:pt x="3810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23520"/>
                  </a:lnTo>
                  <a:close/>
                </a:path>
                <a:path w="3809" h="241300">
                  <a:moveTo>
                    <a:pt x="3810" y="226060"/>
                  </a:moveTo>
                  <a:lnTo>
                    <a:pt x="0" y="226060"/>
                  </a:lnTo>
                  <a:lnTo>
                    <a:pt x="0" y="229869"/>
                  </a:lnTo>
                  <a:lnTo>
                    <a:pt x="3810" y="229869"/>
                  </a:lnTo>
                  <a:lnTo>
                    <a:pt x="3810" y="226060"/>
                  </a:lnTo>
                  <a:close/>
                </a:path>
                <a:path w="3809" h="241300">
                  <a:moveTo>
                    <a:pt x="3810" y="229870"/>
                  </a:moveTo>
                  <a:lnTo>
                    <a:pt x="0" y="22987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9870"/>
                  </a:lnTo>
                  <a:close/>
                </a:path>
                <a:path w="3809" h="241300">
                  <a:moveTo>
                    <a:pt x="3810" y="232410"/>
                  </a:moveTo>
                  <a:lnTo>
                    <a:pt x="0" y="232410"/>
                  </a:lnTo>
                  <a:lnTo>
                    <a:pt x="0" y="236219"/>
                  </a:lnTo>
                  <a:lnTo>
                    <a:pt x="3810" y="236219"/>
                  </a:lnTo>
                  <a:lnTo>
                    <a:pt x="3810" y="232410"/>
                  </a:lnTo>
                  <a:close/>
                </a:path>
                <a:path w="3809" h="241300">
                  <a:moveTo>
                    <a:pt x="3810" y="236220"/>
                  </a:moveTo>
                  <a:lnTo>
                    <a:pt x="0" y="236220"/>
                  </a:lnTo>
                  <a:lnTo>
                    <a:pt x="0" y="238759"/>
                  </a:lnTo>
                  <a:lnTo>
                    <a:pt x="3810" y="238759"/>
                  </a:lnTo>
                  <a:lnTo>
                    <a:pt x="3810" y="236220"/>
                  </a:lnTo>
                  <a:close/>
                </a:path>
                <a:path w="3809" h="241300">
                  <a:moveTo>
                    <a:pt x="3810" y="238760"/>
                  </a:moveTo>
                  <a:lnTo>
                    <a:pt x="0" y="238760"/>
                  </a:lnTo>
                  <a:lnTo>
                    <a:pt x="0" y="241300"/>
                  </a:lnTo>
                  <a:lnTo>
                    <a:pt x="2540" y="241300"/>
                  </a:lnTo>
                  <a:lnTo>
                    <a:pt x="2540" y="240030"/>
                  </a:lnTo>
                  <a:lnTo>
                    <a:pt x="3810" y="240030"/>
                  </a:lnTo>
                  <a:lnTo>
                    <a:pt x="3810" y="238760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1" name="object 2801"/>
            <p:cNvSpPr/>
            <p:nvPr/>
          </p:nvSpPr>
          <p:spPr>
            <a:xfrm>
              <a:off x="7291070" y="5219700"/>
              <a:ext cx="3810" cy="240029"/>
            </a:xfrm>
            <a:custGeom>
              <a:avLst/>
              <a:gdLst/>
              <a:ahLst/>
              <a:cxnLst/>
              <a:rect l="l" t="t" r="r" b="b"/>
              <a:pathLst>
                <a:path w="3809" h="240029">
                  <a:moveTo>
                    <a:pt x="253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  <a:path w="3809" h="240029">
                  <a:moveTo>
                    <a:pt x="3809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2540"/>
                  </a:lnTo>
                  <a:close/>
                </a:path>
                <a:path w="3809" h="240029">
                  <a:moveTo>
                    <a:pt x="3809" y="8890"/>
                  </a:moveTo>
                  <a:lnTo>
                    <a:pt x="0" y="8890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8890"/>
                  </a:lnTo>
                  <a:close/>
                </a:path>
                <a:path w="3809" h="240029">
                  <a:moveTo>
                    <a:pt x="3809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3970"/>
                  </a:lnTo>
                  <a:close/>
                </a:path>
                <a:path w="3809" h="240029">
                  <a:moveTo>
                    <a:pt x="3809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6510"/>
                  </a:lnTo>
                  <a:close/>
                </a:path>
                <a:path w="3809" h="240029">
                  <a:moveTo>
                    <a:pt x="3809" y="20320"/>
                  </a:moveTo>
                  <a:lnTo>
                    <a:pt x="0" y="20320"/>
                  </a:lnTo>
                  <a:lnTo>
                    <a:pt x="0" y="217169"/>
                  </a:lnTo>
                  <a:lnTo>
                    <a:pt x="3809" y="217169"/>
                  </a:lnTo>
                  <a:lnTo>
                    <a:pt x="3809" y="20320"/>
                  </a:lnTo>
                  <a:close/>
                </a:path>
                <a:path w="3809" h="240029">
                  <a:moveTo>
                    <a:pt x="3809" y="217170"/>
                  </a:moveTo>
                  <a:lnTo>
                    <a:pt x="0" y="217170"/>
                  </a:lnTo>
                  <a:lnTo>
                    <a:pt x="0" y="219709"/>
                  </a:lnTo>
                  <a:lnTo>
                    <a:pt x="3809" y="219709"/>
                  </a:lnTo>
                  <a:lnTo>
                    <a:pt x="3809" y="217170"/>
                  </a:lnTo>
                  <a:close/>
                </a:path>
                <a:path w="3809" h="240029">
                  <a:moveTo>
                    <a:pt x="3809" y="219710"/>
                  </a:moveTo>
                  <a:lnTo>
                    <a:pt x="0" y="219710"/>
                  </a:lnTo>
                  <a:lnTo>
                    <a:pt x="0" y="223519"/>
                  </a:lnTo>
                  <a:lnTo>
                    <a:pt x="3809" y="223519"/>
                  </a:lnTo>
                  <a:lnTo>
                    <a:pt x="3809" y="219710"/>
                  </a:lnTo>
                  <a:close/>
                </a:path>
                <a:path w="3809" h="240029">
                  <a:moveTo>
                    <a:pt x="3809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3809" y="226059"/>
                  </a:lnTo>
                  <a:lnTo>
                    <a:pt x="3809" y="223520"/>
                  </a:lnTo>
                  <a:close/>
                </a:path>
                <a:path w="3809" h="240029">
                  <a:moveTo>
                    <a:pt x="3809" y="226060"/>
                  </a:moveTo>
                  <a:lnTo>
                    <a:pt x="0" y="226060"/>
                  </a:lnTo>
                  <a:lnTo>
                    <a:pt x="0" y="229869"/>
                  </a:lnTo>
                  <a:lnTo>
                    <a:pt x="3809" y="229869"/>
                  </a:lnTo>
                  <a:lnTo>
                    <a:pt x="3809" y="226060"/>
                  </a:lnTo>
                  <a:close/>
                </a:path>
                <a:path w="3809" h="240029">
                  <a:moveTo>
                    <a:pt x="3809" y="229870"/>
                  </a:moveTo>
                  <a:lnTo>
                    <a:pt x="0" y="229870"/>
                  </a:lnTo>
                  <a:lnTo>
                    <a:pt x="0" y="232409"/>
                  </a:lnTo>
                  <a:lnTo>
                    <a:pt x="3809" y="232409"/>
                  </a:lnTo>
                  <a:lnTo>
                    <a:pt x="3809" y="229870"/>
                  </a:lnTo>
                  <a:close/>
                </a:path>
                <a:path w="3809" h="240029">
                  <a:moveTo>
                    <a:pt x="3809" y="232410"/>
                  </a:moveTo>
                  <a:lnTo>
                    <a:pt x="0" y="232410"/>
                  </a:lnTo>
                  <a:lnTo>
                    <a:pt x="0" y="236219"/>
                  </a:lnTo>
                  <a:lnTo>
                    <a:pt x="3809" y="236219"/>
                  </a:lnTo>
                  <a:lnTo>
                    <a:pt x="3809" y="232410"/>
                  </a:lnTo>
                  <a:close/>
                </a:path>
                <a:path w="3809" h="240029">
                  <a:moveTo>
                    <a:pt x="3809" y="236220"/>
                  </a:moveTo>
                  <a:lnTo>
                    <a:pt x="0" y="236220"/>
                  </a:lnTo>
                  <a:lnTo>
                    <a:pt x="0" y="238759"/>
                  </a:lnTo>
                  <a:lnTo>
                    <a:pt x="3809" y="238759"/>
                  </a:lnTo>
                  <a:lnTo>
                    <a:pt x="3809" y="236220"/>
                  </a:lnTo>
                  <a:close/>
                </a:path>
                <a:path w="3809" h="240029">
                  <a:moveTo>
                    <a:pt x="3809" y="238760"/>
                  </a:moveTo>
                  <a:lnTo>
                    <a:pt x="0" y="238760"/>
                  </a:lnTo>
                  <a:lnTo>
                    <a:pt x="0" y="240030"/>
                  </a:lnTo>
                  <a:lnTo>
                    <a:pt x="3809" y="240030"/>
                  </a:lnTo>
                  <a:lnTo>
                    <a:pt x="3809" y="238760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2" name="object 2802"/>
            <p:cNvSpPr/>
            <p:nvPr/>
          </p:nvSpPr>
          <p:spPr>
            <a:xfrm>
              <a:off x="7294880" y="522096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09" h="237489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09" h="237489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09" h="237489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09" h="237489">
                  <a:moveTo>
                    <a:pt x="381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4802"/>
                  </a:lnTo>
                  <a:close/>
                </a:path>
                <a:path w="3809" h="237489">
                  <a:moveTo>
                    <a:pt x="381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2262"/>
                  </a:lnTo>
                  <a:close/>
                </a:path>
                <a:path w="3809" h="237489">
                  <a:moveTo>
                    <a:pt x="3810" y="218452"/>
                  </a:moveTo>
                  <a:lnTo>
                    <a:pt x="0" y="21845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18452"/>
                  </a:lnTo>
                  <a:close/>
                </a:path>
                <a:path w="3809" h="237489">
                  <a:moveTo>
                    <a:pt x="3810" y="215912"/>
                  </a:moveTo>
                  <a:lnTo>
                    <a:pt x="0" y="215912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5912"/>
                  </a:lnTo>
                  <a:close/>
                </a:path>
                <a:path w="3809" h="237489">
                  <a:moveTo>
                    <a:pt x="3810" y="19062"/>
                  </a:moveTo>
                  <a:lnTo>
                    <a:pt x="0" y="19062"/>
                  </a:lnTo>
                  <a:lnTo>
                    <a:pt x="0" y="215900"/>
                  </a:lnTo>
                  <a:lnTo>
                    <a:pt x="3810" y="215900"/>
                  </a:lnTo>
                  <a:lnTo>
                    <a:pt x="3810" y="19062"/>
                  </a:lnTo>
                  <a:close/>
                </a:path>
                <a:path w="3809" h="237489">
                  <a:moveTo>
                    <a:pt x="3810" y="15252"/>
                  </a:moveTo>
                  <a:lnTo>
                    <a:pt x="0" y="15252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5252"/>
                  </a:lnTo>
                  <a:close/>
                </a:path>
                <a:path w="3809" h="237489">
                  <a:moveTo>
                    <a:pt x="3810" y="12712"/>
                  </a:moveTo>
                  <a:lnTo>
                    <a:pt x="0" y="1271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2712"/>
                  </a:lnTo>
                  <a:close/>
                </a:path>
                <a:path w="3809" h="237489">
                  <a:moveTo>
                    <a:pt x="3810" y="7632"/>
                  </a:moveTo>
                  <a:lnTo>
                    <a:pt x="0" y="7632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7632"/>
                  </a:lnTo>
                  <a:close/>
                </a:path>
                <a:path w="3809" h="237489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37489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7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3" name="object 2803"/>
            <p:cNvSpPr/>
            <p:nvPr/>
          </p:nvSpPr>
          <p:spPr>
            <a:xfrm>
              <a:off x="7298690" y="5222239"/>
              <a:ext cx="3810" cy="236220"/>
            </a:xfrm>
            <a:custGeom>
              <a:avLst/>
              <a:gdLst/>
              <a:ahLst/>
              <a:cxnLst/>
              <a:rect l="l" t="t" r="r" b="b"/>
              <a:pathLst>
                <a:path w="3809" h="236220">
                  <a:moveTo>
                    <a:pt x="380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0"/>
                  </a:lnTo>
                  <a:close/>
                </a:path>
                <a:path w="3809" h="236220">
                  <a:moveTo>
                    <a:pt x="3809" y="6349"/>
                  </a:moveTo>
                  <a:lnTo>
                    <a:pt x="0" y="6349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6349"/>
                  </a:lnTo>
                  <a:close/>
                </a:path>
                <a:path w="3809" h="236220">
                  <a:moveTo>
                    <a:pt x="3809" y="11429"/>
                  </a:moveTo>
                  <a:lnTo>
                    <a:pt x="0" y="11429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11429"/>
                  </a:lnTo>
                  <a:close/>
                </a:path>
                <a:path w="3809" h="236220">
                  <a:moveTo>
                    <a:pt x="3809" y="13969"/>
                  </a:moveTo>
                  <a:lnTo>
                    <a:pt x="0" y="13969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3969"/>
                  </a:lnTo>
                  <a:close/>
                </a:path>
                <a:path w="3809" h="236220">
                  <a:moveTo>
                    <a:pt x="3809" y="17779"/>
                  </a:moveTo>
                  <a:lnTo>
                    <a:pt x="0" y="17779"/>
                  </a:lnTo>
                  <a:lnTo>
                    <a:pt x="0" y="214629"/>
                  </a:lnTo>
                  <a:lnTo>
                    <a:pt x="3809" y="214629"/>
                  </a:lnTo>
                  <a:lnTo>
                    <a:pt x="3809" y="17779"/>
                  </a:lnTo>
                  <a:close/>
                </a:path>
                <a:path w="3809" h="236220">
                  <a:moveTo>
                    <a:pt x="3809" y="214629"/>
                  </a:moveTo>
                  <a:lnTo>
                    <a:pt x="0" y="214629"/>
                  </a:lnTo>
                  <a:lnTo>
                    <a:pt x="0" y="217169"/>
                  </a:lnTo>
                  <a:lnTo>
                    <a:pt x="3809" y="217169"/>
                  </a:lnTo>
                  <a:lnTo>
                    <a:pt x="3809" y="214629"/>
                  </a:lnTo>
                  <a:close/>
                </a:path>
                <a:path w="3809" h="236220">
                  <a:moveTo>
                    <a:pt x="3809" y="217169"/>
                  </a:moveTo>
                  <a:lnTo>
                    <a:pt x="0" y="217169"/>
                  </a:lnTo>
                  <a:lnTo>
                    <a:pt x="0" y="220979"/>
                  </a:lnTo>
                  <a:lnTo>
                    <a:pt x="3809" y="220979"/>
                  </a:lnTo>
                  <a:lnTo>
                    <a:pt x="3809" y="217169"/>
                  </a:lnTo>
                  <a:close/>
                </a:path>
                <a:path w="3809" h="236220">
                  <a:moveTo>
                    <a:pt x="3809" y="220979"/>
                  </a:moveTo>
                  <a:lnTo>
                    <a:pt x="0" y="220979"/>
                  </a:lnTo>
                  <a:lnTo>
                    <a:pt x="0" y="223519"/>
                  </a:lnTo>
                  <a:lnTo>
                    <a:pt x="3809" y="223519"/>
                  </a:lnTo>
                  <a:lnTo>
                    <a:pt x="3809" y="220979"/>
                  </a:lnTo>
                  <a:close/>
                </a:path>
                <a:path w="3809" h="236220">
                  <a:moveTo>
                    <a:pt x="3809" y="223519"/>
                  </a:moveTo>
                  <a:lnTo>
                    <a:pt x="0" y="223519"/>
                  </a:lnTo>
                  <a:lnTo>
                    <a:pt x="0" y="227329"/>
                  </a:lnTo>
                  <a:lnTo>
                    <a:pt x="3809" y="227329"/>
                  </a:lnTo>
                  <a:lnTo>
                    <a:pt x="3809" y="223519"/>
                  </a:lnTo>
                  <a:close/>
                </a:path>
                <a:path w="3809" h="236220">
                  <a:moveTo>
                    <a:pt x="3809" y="227329"/>
                  </a:moveTo>
                  <a:lnTo>
                    <a:pt x="0" y="227329"/>
                  </a:lnTo>
                  <a:lnTo>
                    <a:pt x="0" y="229869"/>
                  </a:lnTo>
                  <a:lnTo>
                    <a:pt x="3809" y="229869"/>
                  </a:lnTo>
                  <a:lnTo>
                    <a:pt x="3809" y="227329"/>
                  </a:lnTo>
                  <a:close/>
                </a:path>
                <a:path w="3809" h="236220">
                  <a:moveTo>
                    <a:pt x="3809" y="229869"/>
                  </a:moveTo>
                  <a:lnTo>
                    <a:pt x="0" y="229869"/>
                  </a:lnTo>
                  <a:lnTo>
                    <a:pt x="0" y="233679"/>
                  </a:lnTo>
                  <a:lnTo>
                    <a:pt x="3809" y="233679"/>
                  </a:lnTo>
                  <a:lnTo>
                    <a:pt x="3809" y="229869"/>
                  </a:lnTo>
                  <a:close/>
                </a:path>
                <a:path w="3809" h="236220">
                  <a:moveTo>
                    <a:pt x="3809" y="233679"/>
                  </a:moveTo>
                  <a:lnTo>
                    <a:pt x="0" y="233679"/>
                  </a:lnTo>
                  <a:lnTo>
                    <a:pt x="0" y="236219"/>
                  </a:lnTo>
                  <a:lnTo>
                    <a:pt x="1269" y="236219"/>
                  </a:lnTo>
                  <a:lnTo>
                    <a:pt x="1269" y="234949"/>
                  </a:lnTo>
                  <a:lnTo>
                    <a:pt x="3809" y="234949"/>
                  </a:lnTo>
                  <a:lnTo>
                    <a:pt x="3809" y="233679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4" name="object 2804"/>
            <p:cNvSpPr/>
            <p:nvPr/>
          </p:nvSpPr>
          <p:spPr>
            <a:xfrm>
              <a:off x="7302500" y="5222239"/>
              <a:ext cx="3810" cy="234950"/>
            </a:xfrm>
            <a:custGeom>
              <a:avLst/>
              <a:gdLst/>
              <a:ahLst/>
              <a:cxnLst/>
              <a:rect l="l" t="t" r="r" b="b"/>
              <a:pathLst>
                <a:path w="3809" h="234950">
                  <a:moveTo>
                    <a:pt x="127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234950">
                  <a:moveTo>
                    <a:pt x="3809" y="6349"/>
                  </a:moveTo>
                  <a:lnTo>
                    <a:pt x="0" y="6349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6349"/>
                  </a:lnTo>
                  <a:close/>
                </a:path>
                <a:path w="3809" h="234950">
                  <a:moveTo>
                    <a:pt x="3809" y="11429"/>
                  </a:moveTo>
                  <a:lnTo>
                    <a:pt x="0" y="11429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11429"/>
                  </a:lnTo>
                  <a:close/>
                </a:path>
                <a:path w="3809" h="234950">
                  <a:moveTo>
                    <a:pt x="3809" y="13969"/>
                  </a:moveTo>
                  <a:lnTo>
                    <a:pt x="0" y="13969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3969"/>
                  </a:lnTo>
                  <a:close/>
                </a:path>
                <a:path w="3809" h="234950">
                  <a:moveTo>
                    <a:pt x="3809" y="17779"/>
                  </a:moveTo>
                  <a:lnTo>
                    <a:pt x="0" y="17779"/>
                  </a:lnTo>
                  <a:lnTo>
                    <a:pt x="0" y="214629"/>
                  </a:lnTo>
                  <a:lnTo>
                    <a:pt x="3809" y="214629"/>
                  </a:lnTo>
                  <a:lnTo>
                    <a:pt x="3809" y="17779"/>
                  </a:lnTo>
                  <a:close/>
                </a:path>
                <a:path w="3809" h="234950">
                  <a:moveTo>
                    <a:pt x="3809" y="214629"/>
                  </a:moveTo>
                  <a:lnTo>
                    <a:pt x="0" y="214629"/>
                  </a:lnTo>
                  <a:lnTo>
                    <a:pt x="0" y="217169"/>
                  </a:lnTo>
                  <a:lnTo>
                    <a:pt x="3809" y="217169"/>
                  </a:lnTo>
                  <a:lnTo>
                    <a:pt x="3809" y="214629"/>
                  </a:lnTo>
                  <a:close/>
                </a:path>
                <a:path w="3809" h="234950">
                  <a:moveTo>
                    <a:pt x="3809" y="217169"/>
                  </a:moveTo>
                  <a:lnTo>
                    <a:pt x="0" y="217169"/>
                  </a:lnTo>
                  <a:lnTo>
                    <a:pt x="0" y="220979"/>
                  </a:lnTo>
                  <a:lnTo>
                    <a:pt x="3809" y="220979"/>
                  </a:lnTo>
                  <a:lnTo>
                    <a:pt x="3809" y="217169"/>
                  </a:lnTo>
                  <a:close/>
                </a:path>
                <a:path w="3809" h="234950">
                  <a:moveTo>
                    <a:pt x="3809" y="220979"/>
                  </a:moveTo>
                  <a:lnTo>
                    <a:pt x="0" y="220979"/>
                  </a:lnTo>
                  <a:lnTo>
                    <a:pt x="0" y="223519"/>
                  </a:lnTo>
                  <a:lnTo>
                    <a:pt x="3809" y="223519"/>
                  </a:lnTo>
                  <a:lnTo>
                    <a:pt x="3809" y="220979"/>
                  </a:lnTo>
                  <a:close/>
                </a:path>
                <a:path w="3809" h="234950">
                  <a:moveTo>
                    <a:pt x="3809" y="223519"/>
                  </a:moveTo>
                  <a:lnTo>
                    <a:pt x="0" y="223519"/>
                  </a:lnTo>
                  <a:lnTo>
                    <a:pt x="0" y="227329"/>
                  </a:lnTo>
                  <a:lnTo>
                    <a:pt x="3809" y="227329"/>
                  </a:lnTo>
                  <a:lnTo>
                    <a:pt x="3809" y="223519"/>
                  </a:lnTo>
                  <a:close/>
                </a:path>
                <a:path w="3809" h="234950">
                  <a:moveTo>
                    <a:pt x="3809" y="227329"/>
                  </a:moveTo>
                  <a:lnTo>
                    <a:pt x="0" y="227329"/>
                  </a:lnTo>
                  <a:lnTo>
                    <a:pt x="0" y="229869"/>
                  </a:lnTo>
                  <a:lnTo>
                    <a:pt x="3809" y="229869"/>
                  </a:lnTo>
                  <a:lnTo>
                    <a:pt x="3809" y="227329"/>
                  </a:lnTo>
                  <a:close/>
                </a:path>
                <a:path w="3809" h="234950">
                  <a:moveTo>
                    <a:pt x="3809" y="229869"/>
                  </a:moveTo>
                  <a:lnTo>
                    <a:pt x="0" y="229869"/>
                  </a:lnTo>
                  <a:lnTo>
                    <a:pt x="0" y="233679"/>
                  </a:lnTo>
                  <a:lnTo>
                    <a:pt x="3809" y="233679"/>
                  </a:lnTo>
                  <a:lnTo>
                    <a:pt x="3809" y="229869"/>
                  </a:lnTo>
                  <a:close/>
                </a:path>
                <a:path w="3809" h="234950">
                  <a:moveTo>
                    <a:pt x="3809" y="233679"/>
                  </a:moveTo>
                  <a:lnTo>
                    <a:pt x="0" y="233679"/>
                  </a:lnTo>
                  <a:lnTo>
                    <a:pt x="0" y="234949"/>
                  </a:lnTo>
                  <a:lnTo>
                    <a:pt x="3809" y="234949"/>
                  </a:lnTo>
                  <a:lnTo>
                    <a:pt x="3809" y="233679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5" name="object 2805"/>
            <p:cNvSpPr/>
            <p:nvPr/>
          </p:nvSpPr>
          <p:spPr>
            <a:xfrm>
              <a:off x="7306310" y="5223509"/>
              <a:ext cx="3810" cy="233679"/>
            </a:xfrm>
            <a:custGeom>
              <a:avLst/>
              <a:gdLst/>
              <a:ahLst/>
              <a:cxnLst/>
              <a:rect l="l" t="t" r="r" b="b"/>
              <a:pathLst>
                <a:path w="3809" h="233679">
                  <a:moveTo>
                    <a:pt x="127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233679">
                  <a:moveTo>
                    <a:pt x="3810" y="5080"/>
                  </a:moveTo>
                  <a:lnTo>
                    <a:pt x="0" y="508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5080"/>
                  </a:lnTo>
                  <a:close/>
                </a:path>
                <a:path w="3809" h="233679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09" h="233679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09" h="233679">
                  <a:moveTo>
                    <a:pt x="3810" y="16509"/>
                  </a:moveTo>
                  <a:lnTo>
                    <a:pt x="0" y="16509"/>
                  </a:lnTo>
                  <a:lnTo>
                    <a:pt x="0" y="213359"/>
                  </a:lnTo>
                  <a:lnTo>
                    <a:pt x="3810" y="213359"/>
                  </a:lnTo>
                  <a:lnTo>
                    <a:pt x="3810" y="16509"/>
                  </a:lnTo>
                  <a:close/>
                </a:path>
                <a:path w="3809" h="233679">
                  <a:moveTo>
                    <a:pt x="3810" y="213359"/>
                  </a:moveTo>
                  <a:lnTo>
                    <a:pt x="0" y="213359"/>
                  </a:lnTo>
                  <a:lnTo>
                    <a:pt x="0" y="215899"/>
                  </a:lnTo>
                  <a:lnTo>
                    <a:pt x="3810" y="215899"/>
                  </a:lnTo>
                  <a:lnTo>
                    <a:pt x="3810" y="213359"/>
                  </a:lnTo>
                  <a:close/>
                </a:path>
                <a:path w="3809" h="233679">
                  <a:moveTo>
                    <a:pt x="3810" y="215900"/>
                  </a:moveTo>
                  <a:lnTo>
                    <a:pt x="0" y="215900"/>
                  </a:lnTo>
                  <a:lnTo>
                    <a:pt x="0" y="219709"/>
                  </a:lnTo>
                  <a:lnTo>
                    <a:pt x="3810" y="219709"/>
                  </a:lnTo>
                  <a:lnTo>
                    <a:pt x="3810" y="215900"/>
                  </a:lnTo>
                  <a:close/>
                </a:path>
                <a:path w="3809" h="233679">
                  <a:moveTo>
                    <a:pt x="3810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3810" y="222249"/>
                  </a:lnTo>
                  <a:lnTo>
                    <a:pt x="3810" y="219709"/>
                  </a:lnTo>
                  <a:close/>
                </a:path>
                <a:path w="3809" h="233679">
                  <a:moveTo>
                    <a:pt x="3810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22250"/>
                  </a:lnTo>
                  <a:close/>
                </a:path>
                <a:path w="3809" h="233679">
                  <a:moveTo>
                    <a:pt x="3810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6059"/>
                  </a:lnTo>
                  <a:close/>
                </a:path>
                <a:path w="3809" h="233679">
                  <a:moveTo>
                    <a:pt x="3810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8600"/>
                  </a:lnTo>
                  <a:close/>
                </a:path>
                <a:path w="3809" h="233679">
                  <a:moveTo>
                    <a:pt x="1270" y="232409"/>
                  </a:moveTo>
                  <a:lnTo>
                    <a:pt x="0" y="232409"/>
                  </a:lnTo>
                  <a:lnTo>
                    <a:pt x="0" y="233679"/>
                  </a:lnTo>
                  <a:lnTo>
                    <a:pt x="1270" y="233679"/>
                  </a:lnTo>
                  <a:lnTo>
                    <a:pt x="1270" y="232409"/>
                  </a:lnTo>
                  <a:close/>
                </a:path>
              </a:pathLst>
            </a:custGeom>
            <a:solidFill>
              <a:srgbClr val="AEBA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6" name="object 2806"/>
            <p:cNvSpPr/>
            <p:nvPr/>
          </p:nvSpPr>
          <p:spPr>
            <a:xfrm>
              <a:off x="7310120" y="5224780"/>
              <a:ext cx="3810" cy="231140"/>
            </a:xfrm>
            <a:custGeom>
              <a:avLst/>
              <a:gdLst/>
              <a:ahLst/>
              <a:cxnLst/>
              <a:rect l="l" t="t" r="r" b="b"/>
              <a:pathLst>
                <a:path w="3809" h="231139">
                  <a:moveTo>
                    <a:pt x="380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09" h="231139">
                  <a:moveTo>
                    <a:pt x="3809" y="3810"/>
                  </a:moveTo>
                  <a:lnTo>
                    <a:pt x="0" y="3810"/>
                  </a:lnTo>
                  <a:lnTo>
                    <a:pt x="0" y="8890"/>
                  </a:lnTo>
                  <a:lnTo>
                    <a:pt x="3809" y="8890"/>
                  </a:lnTo>
                  <a:lnTo>
                    <a:pt x="3809" y="3810"/>
                  </a:lnTo>
                  <a:close/>
                </a:path>
                <a:path w="3809" h="231139">
                  <a:moveTo>
                    <a:pt x="380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8890"/>
                  </a:lnTo>
                  <a:close/>
                </a:path>
                <a:path w="3809" h="231139">
                  <a:moveTo>
                    <a:pt x="3809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09" y="15240"/>
                  </a:lnTo>
                  <a:lnTo>
                    <a:pt x="3809" y="11430"/>
                  </a:lnTo>
                  <a:close/>
                </a:path>
                <a:path w="3809" h="231139">
                  <a:moveTo>
                    <a:pt x="3809" y="15240"/>
                  </a:moveTo>
                  <a:lnTo>
                    <a:pt x="0" y="15240"/>
                  </a:lnTo>
                  <a:lnTo>
                    <a:pt x="0" y="212090"/>
                  </a:lnTo>
                  <a:lnTo>
                    <a:pt x="3809" y="212090"/>
                  </a:lnTo>
                  <a:lnTo>
                    <a:pt x="3809" y="15240"/>
                  </a:lnTo>
                  <a:close/>
                </a:path>
                <a:path w="3809" h="231139">
                  <a:moveTo>
                    <a:pt x="3809" y="212090"/>
                  </a:moveTo>
                  <a:lnTo>
                    <a:pt x="0" y="212090"/>
                  </a:lnTo>
                  <a:lnTo>
                    <a:pt x="0" y="214630"/>
                  </a:lnTo>
                  <a:lnTo>
                    <a:pt x="3809" y="214630"/>
                  </a:lnTo>
                  <a:lnTo>
                    <a:pt x="3809" y="212090"/>
                  </a:lnTo>
                  <a:close/>
                </a:path>
                <a:path w="3809" h="231139">
                  <a:moveTo>
                    <a:pt x="3809" y="214630"/>
                  </a:moveTo>
                  <a:lnTo>
                    <a:pt x="0" y="214630"/>
                  </a:lnTo>
                  <a:lnTo>
                    <a:pt x="0" y="218440"/>
                  </a:lnTo>
                  <a:lnTo>
                    <a:pt x="3809" y="218440"/>
                  </a:lnTo>
                  <a:lnTo>
                    <a:pt x="3809" y="214630"/>
                  </a:lnTo>
                  <a:close/>
                </a:path>
                <a:path w="3809" h="231139">
                  <a:moveTo>
                    <a:pt x="3809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3809" y="220980"/>
                  </a:lnTo>
                  <a:lnTo>
                    <a:pt x="3809" y="218440"/>
                  </a:lnTo>
                  <a:close/>
                </a:path>
                <a:path w="3809" h="231139">
                  <a:moveTo>
                    <a:pt x="3809" y="220980"/>
                  </a:moveTo>
                  <a:lnTo>
                    <a:pt x="0" y="220980"/>
                  </a:lnTo>
                  <a:lnTo>
                    <a:pt x="0" y="224790"/>
                  </a:lnTo>
                  <a:lnTo>
                    <a:pt x="3809" y="224790"/>
                  </a:lnTo>
                  <a:lnTo>
                    <a:pt x="3809" y="220980"/>
                  </a:lnTo>
                  <a:close/>
                </a:path>
                <a:path w="3809" h="231139">
                  <a:moveTo>
                    <a:pt x="3809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09" y="227330"/>
                  </a:lnTo>
                  <a:lnTo>
                    <a:pt x="3809" y="224790"/>
                  </a:lnTo>
                  <a:close/>
                </a:path>
                <a:path w="3809" h="231139">
                  <a:moveTo>
                    <a:pt x="3809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1269" y="231140"/>
                  </a:lnTo>
                  <a:lnTo>
                    <a:pt x="1269" y="229870"/>
                  </a:lnTo>
                  <a:lnTo>
                    <a:pt x="3809" y="229870"/>
                  </a:lnTo>
                  <a:lnTo>
                    <a:pt x="3809" y="227330"/>
                  </a:lnTo>
                  <a:close/>
                </a:path>
              </a:pathLst>
            </a:custGeom>
            <a:solidFill>
              <a:srgbClr val="B1BD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7" name="object 2807"/>
            <p:cNvSpPr/>
            <p:nvPr/>
          </p:nvSpPr>
          <p:spPr>
            <a:xfrm>
              <a:off x="7313930" y="5224780"/>
              <a:ext cx="2540" cy="229870"/>
            </a:xfrm>
            <a:custGeom>
              <a:avLst/>
              <a:gdLst/>
              <a:ahLst/>
              <a:cxnLst/>
              <a:rect l="l" t="t" r="r" b="b"/>
              <a:pathLst>
                <a:path w="2540" h="229870">
                  <a:moveTo>
                    <a:pt x="254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2540" y="229870"/>
                  </a:lnTo>
                  <a:lnTo>
                    <a:pt x="2540" y="227342"/>
                  </a:lnTo>
                  <a:close/>
                </a:path>
                <a:path w="2540" h="229870">
                  <a:moveTo>
                    <a:pt x="254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2540" y="227330"/>
                  </a:lnTo>
                  <a:lnTo>
                    <a:pt x="2540" y="224802"/>
                  </a:lnTo>
                  <a:close/>
                </a:path>
                <a:path w="2540" h="229870">
                  <a:moveTo>
                    <a:pt x="254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2540" y="224790"/>
                  </a:lnTo>
                  <a:lnTo>
                    <a:pt x="2540" y="220992"/>
                  </a:lnTo>
                  <a:close/>
                </a:path>
                <a:path w="2540" h="229870">
                  <a:moveTo>
                    <a:pt x="2540" y="218452"/>
                  </a:moveTo>
                  <a:lnTo>
                    <a:pt x="0" y="218452"/>
                  </a:lnTo>
                  <a:lnTo>
                    <a:pt x="0" y="220980"/>
                  </a:lnTo>
                  <a:lnTo>
                    <a:pt x="2540" y="220980"/>
                  </a:lnTo>
                  <a:lnTo>
                    <a:pt x="2540" y="218452"/>
                  </a:lnTo>
                  <a:close/>
                </a:path>
                <a:path w="2540" h="229870">
                  <a:moveTo>
                    <a:pt x="2540" y="214642"/>
                  </a:moveTo>
                  <a:lnTo>
                    <a:pt x="0" y="214642"/>
                  </a:lnTo>
                  <a:lnTo>
                    <a:pt x="0" y="218440"/>
                  </a:lnTo>
                  <a:lnTo>
                    <a:pt x="2540" y="218440"/>
                  </a:lnTo>
                  <a:lnTo>
                    <a:pt x="2540" y="214642"/>
                  </a:lnTo>
                  <a:close/>
                </a:path>
                <a:path w="2540" h="229870">
                  <a:moveTo>
                    <a:pt x="2540" y="212102"/>
                  </a:moveTo>
                  <a:lnTo>
                    <a:pt x="0" y="212102"/>
                  </a:lnTo>
                  <a:lnTo>
                    <a:pt x="0" y="214630"/>
                  </a:lnTo>
                  <a:lnTo>
                    <a:pt x="2540" y="214630"/>
                  </a:lnTo>
                  <a:lnTo>
                    <a:pt x="2540" y="212102"/>
                  </a:lnTo>
                  <a:close/>
                </a:path>
                <a:path w="2540" h="229870">
                  <a:moveTo>
                    <a:pt x="2540" y="15252"/>
                  </a:moveTo>
                  <a:lnTo>
                    <a:pt x="0" y="15252"/>
                  </a:lnTo>
                  <a:lnTo>
                    <a:pt x="0" y="212090"/>
                  </a:lnTo>
                  <a:lnTo>
                    <a:pt x="2540" y="212090"/>
                  </a:lnTo>
                  <a:lnTo>
                    <a:pt x="2540" y="15252"/>
                  </a:lnTo>
                  <a:close/>
                </a:path>
                <a:path w="2540" h="229870">
                  <a:moveTo>
                    <a:pt x="254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2540" y="15240"/>
                  </a:lnTo>
                  <a:lnTo>
                    <a:pt x="2540" y="11442"/>
                  </a:lnTo>
                  <a:close/>
                </a:path>
                <a:path w="2540" h="229870">
                  <a:moveTo>
                    <a:pt x="254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8902"/>
                  </a:lnTo>
                  <a:close/>
                </a:path>
                <a:path w="2540" h="229870">
                  <a:moveTo>
                    <a:pt x="2540" y="3822"/>
                  </a:moveTo>
                  <a:lnTo>
                    <a:pt x="0" y="3822"/>
                  </a:lnTo>
                  <a:lnTo>
                    <a:pt x="0" y="8890"/>
                  </a:lnTo>
                  <a:lnTo>
                    <a:pt x="2540" y="8890"/>
                  </a:lnTo>
                  <a:lnTo>
                    <a:pt x="2540" y="3822"/>
                  </a:lnTo>
                  <a:close/>
                </a:path>
                <a:path w="2540" h="229870">
                  <a:moveTo>
                    <a:pt x="254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40" y="381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B4BF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8" name="object 2808"/>
            <p:cNvSpPr/>
            <p:nvPr/>
          </p:nvSpPr>
          <p:spPr>
            <a:xfrm>
              <a:off x="7316470" y="5226050"/>
              <a:ext cx="3810" cy="227329"/>
            </a:xfrm>
            <a:custGeom>
              <a:avLst/>
              <a:gdLst/>
              <a:ahLst/>
              <a:cxnLst/>
              <a:rect l="l" t="t" r="r" b="b"/>
              <a:pathLst>
                <a:path w="3809" h="227329">
                  <a:moveTo>
                    <a:pt x="3810" y="226072"/>
                  </a:moveTo>
                  <a:lnTo>
                    <a:pt x="0" y="22607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6072"/>
                  </a:lnTo>
                  <a:close/>
                </a:path>
                <a:path w="3809" h="227329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09" h="227329">
                  <a:moveTo>
                    <a:pt x="3810" y="219722"/>
                  </a:moveTo>
                  <a:lnTo>
                    <a:pt x="0" y="21972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9722"/>
                  </a:lnTo>
                  <a:close/>
                </a:path>
                <a:path w="3809" h="227329">
                  <a:moveTo>
                    <a:pt x="3810" y="217182"/>
                  </a:moveTo>
                  <a:lnTo>
                    <a:pt x="0" y="21718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17182"/>
                  </a:lnTo>
                  <a:close/>
                </a:path>
                <a:path w="3809" h="227329">
                  <a:moveTo>
                    <a:pt x="3810" y="213372"/>
                  </a:moveTo>
                  <a:lnTo>
                    <a:pt x="0" y="21337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213372"/>
                  </a:lnTo>
                  <a:close/>
                </a:path>
                <a:path w="3809" h="227329">
                  <a:moveTo>
                    <a:pt x="3810" y="210832"/>
                  </a:moveTo>
                  <a:lnTo>
                    <a:pt x="0" y="210832"/>
                  </a:lnTo>
                  <a:lnTo>
                    <a:pt x="0" y="213360"/>
                  </a:lnTo>
                  <a:lnTo>
                    <a:pt x="3810" y="213360"/>
                  </a:lnTo>
                  <a:lnTo>
                    <a:pt x="3810" y="210832"/>
                  </a:lnTo>
                  <a:close/>
                </a:path>
                <a:path w="3809" h="227329">
                  <a:moveTo>
                    <a:pt x="3810" y="13982"/>
                  </a:moveTo>
                  <a:lnTo>
                    <a:pt x="0" y="13982"/>
                  </a:lnTo>
                  <a:lnTo>
                    <a:pt x="0" y="210820"/>
                  </a:lnTo>
                  <a:lnTo>
                    <a:pt x="3810" y="210820"/>
                  </a:lnTo>
                  <a:lnTo>
                    <a:pt x="3810" y="13982"/>
                  </a:lnTo>
                  <a:close/>
                </a:path>
                <a:path w="3809" h="227329">
                  <a:moveTo>
                    <a:pt x="381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0172"/>
                  </a:lnTo>
                  <a:close/>
                </a:path>
                <a:path w="3809" h="227329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09" h="227329">
                  <a:moveTo>
                    <a:pt x="3810" y="2552"/>
                  </a:moveTo>
                  <a:lnTo>
                    <a:pt x="0" y="255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2552"/>
                  </a:lnTo>
                  <a:close/>
                </a:path>
                <a:path w="3809" h="227329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6C1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9" name="object 2809"/>
            <p:cNvSpPr/>
            <p:nvPr/>
          </p:nvSpPr>
          <p:spPr>
            <a:xfrm>
              <a:off x="7320280" y="5226050"/>
              <a:ext cx="3810" cy="227329"/>
            </a:xfrm>
            <a:custGeom>
              <a:avLst/>
              <a:gdLst/>
              <a:ahLst/>
              <a:cxnLst/>
              <a:rect l="l" t="t" r="r" b="b"/>
              <a:pathLst>
                <a:path w="3809" h="227329">
                  <a:moveTo>
                    <a:pt x="127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227329">
                  <a:moveTo>
                    <a:pt x="3810" y="2540"/>
                  </a:moveTo>
                  <a:lnTo>
                    <a:pt x="0" y="2540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2540"/>
                  </a:lnTo>
                  <a:close/>
                </a:path>
                <a:path w="3809" h="227329">
                  <a:moveTo>
                    <a:pt x="3810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7620"/>
                  </a:lnTo>
                  <a:close/>
                </a:path>
                <a:path w="3809" h="227329">
                  <a:moveTo>
                    <a:pt x="3810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10160"/>
                  </a:lnTo>
                  <a:close/>
                </a:path>
                <a:path w="3809" h="227329">
                  <a:moveTo>
                    <a:pt x="3810" y="13970"/>
                  </a:moveTo>
                  <a:lnTo>
                    <a:pt x="0" y="13970"/>
                  </a:lnTo>
                  <a:lnTo>
                    <a:pt x="0" y="210819"/>
                  </a:lnTo>
                  <a:lnTo>
                    <a:pt x="3810" y="210819"/>
                  </a:lnTo>
                  <a:lnTo>
                    <a:pt x="3810" y="13970"/>
                  </a:lnTo>
                  <a:close/>
                </a:path>
                <a:path w="3809" h="227329">
                  <a:moveTo>
                    <a:pt x="3810" y="210820"/>
                  </a:moveTo>
                  <a:lnTo>
                    <a:pt x="0" y="210820"/>
                  </a:lnTo>
                  <a:lnTo>
                    <a:pt x="0" y="213359"/>
                  </a:lnTo>
                  <a:lnTo>
                    <a:pt x="3810" y="213359"/>
                  </a:lnTo>
                  <a:lnTo>
                    <a:pt x="3810" y="210820"/>
                  </a:lnTo>
                  <a:close/>
                </a:path>
                <a:path w="3809" h="227329">
                  <a:moveTo>
                    <a:pt x="3810" y="213360"/>
                  </a:moveTo>
                  <a:lnTo>
                    <a:pt x="0" y="213360"/>
                  </a:lnTo>
                  <a:lnTo>
                    <a:pt x="0" y="217169"/>
                  </a:lnTo>
                  <a:lnTo>
                    <a:pt x="3810" y="217169"/>
                  </a:lnTo>
                  <a:lnTo>
                    <a:pt x="3810" y="213360"/>
                  </a:lnTo>
                  <a:close/>
                </a:path>
                <a:path w="3809" h="227329">
                  <a:moveTo>
                    <a:pt x="3810" y="217170"/>
                  </a:moveTo>
                  <a:lnTo>
                    <a:pt x="0" y="217170"/>
                  </a:lnTo>
                  <a:lnTo>
                    <a:pt x="0" y="219709"/>
                  </a:lnTo>
                  <a:lnTo>
                    <a:pt x="3810" y="219709"/>
                  </a:lnTo>
                  <a:lnTo>
                    <a:pt x="3810" y="217170"/>
                  </a:lnTo>
                  <a:close/>
                </a:path>
                <a:path w="3809" h="227329">
                  <a:moveTo>
                    <a:pt x="3810" y="219710"/>
                  </a:moveTo>
                  <a:lnTo>
                    <a:pt x="0" y="219710"/>
                  </a:lnTo>
                  <a:lnTo>
                    <a:pt x="0" y="223519"/>
                  </a:lnTo>
                  <a:lnTo>
                    <a:pt x="3810" y="223519"/>
                  </a:lnTo>
                  <a:lnTo>
                    <a:pt x="3810" y="219710"/>
                  </a:lnTo>
                  <a:close/>
                </a:path>
                <a:path w="3809" h="227329">
                  <a:moveTo>
                    <a:pt x="3810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23520"/>
                  </a:lnTo>
                  <a:close/>
                </a:path>
                <a:path w="3809" h="227329">
                  <a:moveTo>
                    <a:pt x="3810" y="226060"/>
                  </a:moveTo>
                  <a:lnTo>
                    <a:pt x="0" y="226060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6060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0" name="object 2810"/>
            <p:cNvSpPr/>
            <p:nvPr/>
          </p:nvSpPr>
          <p:spPr>
            <a:xfrm>
              <a:off x="7324090" y="5227319"/>
              <a:ext cx="3810" cy="226060"/>
            </a:xfrm>
            <a:custGeom>
              <a:avLst/>
              <a:gdLst/>
              <a:ahLst/>
              <a:cxnLst/>
              <a:rect l="l" t="t" r="r" b="b"/>
              <a:pathLst>
                <a:path w="3809" h="226060">
                  <a:moveTo>
                    <a:pt x="1270" y="224802"/>
                  </a:moveTo>
                  <a:lnTo>
                    <a:pt x="0" y="224802"/>
                  </a:lnTo>
                  <a:lnTo>
                    <a:pt x="0" y="226060"/>
                  </a:lnTo>
                  <a:lnTo>
                    <a:pt x="1270" y="226060"/>
                  </a:lnTo>
                  <a:lnTo>
                    <a:pt x="1270" y="224802"/>
                  </a:lnTo>
                  <a:close/>
                </a:path>
                <a:path w="3809" h="226060">
                  <a:moveTo>
                    <a:pt x="12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3809" h="226060">
                  <a:moveTo>
                    <a:pt x="3810" y="12712"/>
                  </a:moveTo>
                  <a:lnTo>
                    <a:pt x="0" y="12712"/>
                  </a:lnTo>
                  <a:lnTo>
                    <a:pt x="0" y="209550"/>
                  </a:lnTo>
                  <a:lnTo>
                    <a:pt x="3810" y="209550"/>
                  </a:lnTo>
                  <a:lnTo>
                    <a:pt x="3810" y="12712"/>
                  </a:lnTo>
                  <a:close/>
                </a:path>
                <a:path w="3809" h="226060">
                  <a:moveTo>
                    <a:pt x="3810" y="8902"/>
                  </a:moveTo>
                  <a:lnTo>
                    <a:pt x="0" y="8902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8902"/>
                  </a:lnTo>
                  <a:close/>
                </a:path>
                <a:path w="3809" h="226060">
                  <a:moveTo>
                    <a:pt x="3810" y="6362"/>
                  </a:moveTo>
                  <a:lnTo>
                    <a:pt x="0" y="636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6362"/>
                  </a:lnTo>
                  <a:close/>
                </a:path>
                <a:path w="3809" h="226060">
                  <a:moveTo>
                    <a:pt x="3810" y="1282"/>
                  </a:moveTo>
                  <a:lnTo>
                    <a:pt x="0" y="1282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1282"/>
                  </a:lnTo>
                  <a:close/>
                </a:path>
              </a:pathLst>
            </a:custGeom>
            <a:solidFill>
              <a:srgbClr val="BC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1" name="object 2811"/>
            <p:cNvSpPr/>
            <p:nvPr/>
          </p:nvSpPr>
          <p:spPr>
            <a:xfrm>
              <a:off x="7327900" y="5228589"/>
              <a:ext cx="3810" cy="222250"/>
            </a:xfrm>
            <a:custGeom>
              <a:avLst/>
              <a:gdLst/>
              <a:ahLst/>
              <a:cxnLst/>
              <a:rect l="l" t="t" r="r" b="b"/>
              <a:pathLst>
                <a:path w="3809" h="222250">
                  <a:moveTo>
                    <a:pt x="127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222250">
                  <a:moveTo>
                    <a:pt x="3809" y="5079"/>
                  </a:moveTo>
                  <a:lnTo>
                    <a:pt x="0" y="507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5079"/>
                  </a:lnTo>
                  <a:close/>
                </a:path>
                <a:path w="3809" h="222250">
                  <a:moveTo>
                    <a:pt x="3809" y="7619"/>
                  </a:moveTo>
                  <a:lnTo>
                    <a:pt x="0" y="7619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7619"/>
                  </a:lnTo>
                  <a:close/>
                </a:path>
                <a:path w="3809" h="222250">
                  <a:moveTo>
                    <a:pt x="3809" y="11429"/>
                  </a:moveTo>
                  <a:lnTo>
                    <a:pt x="0" y="11429"/>
                  </a:lnTo>
                  <a:lnTo>
                    <a:pt x="0" y="208279"/>
                  </a:lnTo>
                  <a:lnTo>
                    <a:pt x="3809" y="208279"/>
                  </a:lnTo>
                  <a:lnTo>
                    <a:pt x="3809" y="11429"/>
                  </a:lnTo>
                  <a:close/>
                </a:path>
                <a:path w="3809" h="222250">
                  <a:moveTo>
                    <a:pt x="3809" y="208279"/>
                  </a:moveTo>
                  <a:lnTo>
                    <a:pt x="0" y="208279"/>
                  </a:lnTo>
                  <a:lnTo>
                    <a:pt x="0" y="210819"/>
                  </a:lnTo>
                  <a:lnTo>
                    <a:pt x="3809" y="210819"/>
                  </a:lnTo>
                  <a:lnTo>
                    <a:pt x="3809" y="208279"/>
                  </a:lnTo>
                  <a:close/>
                </a:path>
                <a:path w="3809" h="222250">
                  <a:moveTo>
                    <a:pt x="3809" y="210819"/>
                  </a:moveTo>
                  <a:lnTo>
                    <a:pt x="0" y="210819"/>
                  </a:lnTo>
                  <a:lnTo>
                    <a:pt x="0" y="214629"/>
                  </a:lnTo>
                  <a:lnTo>
                    <a:pt x="3809" y="214629"/>
                  </a:lnTo>
                  <a:lnTo>
                    <a:pt x="3809" y="210819"/>
                  </a:lnTo>
                  <a:close/>
                </a:path>
                <a:path w="3809" h="222250">
                  <a:moveTo>
                    <a:pt x="3809" y="214629"/>
                  </a:moveTo>
                  <a:lnTo>
                    <a:pt x="0" y="214629"/>
                  </a:lnTo>
                  <a:lnTo>
                    <a:pt x="0" y="217169"/>
                  </a:lnTo>
                  <a:lnTo>
                    <a:pt x="3809" y="217169"/>
                  </a:lnTo>
                  <a:lnTo>
                    <a:pt x="3809" y="214629"/>
                  </a:lnTo>
                  <a:close/>
                </a:path>
                <a:path w="3809" h="222250">
                  <a:moveTo>
                    <a:pt x="3809" y="217169"/>
                  </a:moveTo>
                  <a:lnTo>
                    <a:pt x="0" y="217169"/>
                  </a:lnTo>
                  <a:lnTo>
                    <a:pt x="0" y="220979"/>
                  </a:lnTo>
                  <a:lnTo>
                    <a:pt x="3809" y="220979"/>
                  </a:lnTo>
                  <a:lnTo>
                    <a:pt x="3809" y="217169"/>
                  </a:lnTo>
                  <a:close/>
                </a:path>
                <a:path w="3809" h="222250">
                  <a:moveTo>
                    <a:pt x="3809" y="220979"/>
                  </a:moveTo>
                  <a:lnTo>
                    <a:pt x="0" y="220979"/>
                  </a:lnTo>
                  <a:lnTo>
                    <a:pt x="0" y="222249"/>
                  </a:lnTo>
                  <a:lnTo>
                    <a:pt x="3809" y="222249"/>
                  </a:lnTo>
                  <a:lnTo>
                    <a:pt x="3809" y="220979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2" name="object 2812"/>
            <p:cNvSpPr/>
            <p:nvPr/>
          </p:nvSpPr>
          <p:spPr>
            <a:xfrm>
              <a:off x="7331710" y="5231130"/>
              <a:ext cx="3810" cy="218440"/>
            </a:xfrm>
            <a:custGeom>
              <a:avLst/>
              <a:gdLst/>
              <a:ahLst/>
              <a:cxnLst/>
              <a:rect l="l" t="t" r="r" b="b"/>
              <a:pathLst>
                <a:path w="3809" h="218439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  <a:path w="3809" h="218439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09" h="218439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09" h="218439">
                  <a:moveTo>
                    <a:pt x="3810" y="8890"/>
                  </a:moveTo>
                  <a:lnTo>
                    <a:pt x="0" y="8890"/>
                  </a:lnTo>
                  <a:lnTo>
                    <a:pt x="0" y="205740"/>
                  </a:lnTo>
                  <a:lnTo>
                    <a:pt x="3810" y="205740"/>
                  </a:lnTo>
                  <a:lnTo>
                    <a:pt x="3810" y="8890"/>
                  </a:lnTo>
                  <a:close/>
                </a:path>
                <a:path w="3809" h="218439">
                  <a:moveTo>
                    <a:pt x="3810" y="205740"/>
                  </a:moveTo>
                  <a:lnTo>
                    <a:pt x="0" y="205740"/>
                  </a:lnTo>
                  <a:lnTo>
                    <a:pt x="0" y="208280"/>
                  </a:lnTo>
                  <a:lnTo>
                    <a:pt x="3810" y="208280"/>
                  </a:lnTo>
                  <a:lnTo>
                    <a:pt x="3810" y="205740"/>
                  </a:lnTo>
                  <a:close/>
                </a:path>
                <a:path w="3809" h="218439">
                  <a:moveTo>
                    <a:pt x="3810" y="208280"/>
                  </a:moveTo>
                  <a:lnTo>
                    <a:pt x="0" y="208280"/>
                  </a:lnTo>
                  <a:lnTo>
                    <a:pt x="0" y="212090"/>
                  </a:lnTo>
                  <a:lnTo>
                    <a:pt x="3810" y="212090"/>
                  </a:lnTo>
                  <a:lnTo>
                    <a:pt x="3810" y="208280"/>
                  </a:lnTo>
                  <a:close/>
                </a:path>
                <a:path w="3809" h="218439">
                  <a:moveTo>
                    <a:pt x="3810" y="212090"/>
                  </a:moveTo>
                  <a:lnTo>
                    <a:pt x="0" y="212090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212090"/>
                  </a:lnTo>
                  <a:close/>
                </a:path>
                <a:path w="3809" h="218439">
                  <a:moveTo>
                    <a:pt x="3810" y="214630"/>
                  </a:moveTo>
                  <a:lnTo>
                    <a:pt x="0" y="214630"/>
                  </a:lnTo>
                  <a:lnTo>
                    <a:pt x="0" y="218440"/>
                  </a:lnTo>
                  <a:lnTo>
                    <a:pt x="2540" y="218440"/>
                  </a:lnTo>
                  <a:lnTo>
                    <a:pt x="2540" y="217170"/>
                  </a:lnTo>
                  <a:lnTo>
                    <a:pt x="3810" y="217170"/>
                  </a:lnTo>
                  <a:lnTo>
                    <a:pt x="3810" y="214630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3" name="object 2813"/>
            <p:cNvSpPr/>
            <p:nvPr/>
          </p:nvSpPr>
          <p:spPr>
            <a:xfrm>
              <a:off x="7335520" y="5232400"/>
              <a:ext cx="2540" cy="215900"/>
            </a:xfrm>
            <a:custGeom>
              <a:avLst/>
              <a:gdLst/>
              <a:ahLst/>
              <a:cxnLst/>
              <a:rect l="l" t="t" r="r" b="b"/>
              <a:pathLst>
                <a:path w="2540" h="215900">
                  <a:moveTo>
                    <a:pt x="2540" y="213372"/>
                  </a:moveTo>
                  <a:lnTo>
                    <a:pt x="0" y="213372"/>
                  </a:lnTo>
                  <a:lnTo>
                    <a:pt x="0" y="215900"/>
                  </a:lnTo>
                  <a:lnTo>
                    <a:pt x="2540" y="215900"/>
                  </a:lnTo>
                  <a:lnTo>
                    <a:pt x="2540" y="213372"/>
                  </a:lnTo>
                  <a:close/>
                </a:path>
                <a:path w="2540" h="215900">
                  <a:moveTo>
                    <a:pt x="2540" y="210832"/>
                  </a:moveTo>
                  <a:lnTo>
                    <a:pt x="0" y="210832"/>
                  </a:lnTo>
                  <a:lnTo>
                    <a:pt x="0" y="213360"/>
                  </a:lnTo>
                  <a:lnTo>
                    <a:pt x="2540" y="213360"/>
                  </a:lnTo>
                  <a:lnTo>
                    <a:pt x="2540" y="210832"/>
                  </a:lnTo>
                  <a:close/>
                </a:path>
                <a:path w="2540" h="215900">
                  <a:moveTo>
                    <a:pt x="2540" y="207022"/>
                  </a:moveTo>
                  <a:lnTo>
                    <a:pt x="0" y="207022"/>
                  </a:lnTo>
                  <a:lnTo>
                    <a:pt x="0" y="210820"/>
                  </a:lnTo>
                  <a:lnTo>
                    <a:pt x="2540" y="210820"/>
                  </a:lnTo>
                  <a:lnTo>
                    <a:pt x="2540" y="207022"/>
                  </a:lnTo>
                  <a:close/>
                </a:path>
                <a:path w="2540" h="215900">
                  <a:moveTo>
                    <a:pt x="2540" y="204482"/>
                  </a:moveTo>
                  <a:lnTo>
                    <a:pt x="0" y="204482"/>
                  </a:lnTo>
                  <a:lnTo>
                    <a:pt x="0" y="207010"/>
                  </a:lnTo>
                  <a:lnTo>
                    <a:pt x="2540" y="207010"/>
                  </a:lnTo>
                  <a:lnTo>
                    <a:pt x="2540" y="204482"/>
                  </a:lnTo>
                  <a:close/>
                </a:path>
                <a:path w="2540" h="215900">
                  <a:moveTo>
                    <a:pt x="2540" y="7632"/>
                  </a:moveTo>
                  <a:lnTo>
                    <a:pt x="0" y="7632"/>
                  </a:lnTo>
                  <a:lnTo>
                    <a:pt x="0" y="204470"/>
                  </a:lnTo>
                  <a:lnTo>
                    <a:pt x="2540" y="204470"/>
                  </a:lnTo>
                  <a:lnTo>
                    <a:pt x="2540" y="7632"/>
                  </a:lnTo>
                  <a:close/>
                </a:path>
                <a:path w="2540" h="215900">
                  <a:moveTo>
                    <a:pt x="254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3822"/>
                  </a:lnTo>
                  <a:close/>
                </a:path>
                <a:path w="2540" h="215900">
                  <a:moveTo>
                    <a:pt x="254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2540" y="3810"/>
                  </a:lnTo>
                  <a:lnTo>
                    <a:pt x="2540" y="1282"/>
                  </a:lnTo>
                  <a:close/>
                </a:path>
                <a:path w="2540" h="215900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C4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4" name="object 2814"/>
            <p:cNvSpPr/>
            <p:nvPr/>
          </p:nvSpPr>
          <p:spPr>
            <a:xfrm>
              <a:off x="7338060" y="5233670"/>
              <a:ext cx="3810" cy="213360"/>
            </a:xfrm>
            <a:custGeom>
              <a:avLst/>
              <a:gdLst/>
              <a:ahLst/>
              <a:cxnLst/>
              <a:rect l="l" t="t" r="r" b="b"/>
              <a:pathLst>
                <a:path w="3809" h="213360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09" h="213360">
                  <a:moveTo>
                    <a:pt x="381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2539"/>
                  </a:lnTo>
                  <a:close/>
                </a:path>
                <a:path w="3809" h="213360">
                  <a:moveTo>
                    <a:pt x="3810" y="6349"/>
                  </a:moveTo>
                  <a:lnTo>
                    <a:pt x="0" y="6349"/>
                  </a:lnTo>
                  <a:lnTo>
                    <a:pt x="0" y="203199"/>
                  </a:lnTo>
                  <a:lnTo>
                    <a:pt x="3810" y="203199"/>
                  </a:lnTo>
                  <a:lnTo>
                    <a:pt x="3810" y="6349"/>
                  </a:lnTo>
                  <a:close/>
                </a:path>
                <a:path w="3809" h="213360">
                  <a:moveTo>
                    <a:pt x="3810" y="203199"/>
                  </a:moveTo>
                  <a:lnTo>
                    <a:pt x="0" y="203199"/>
                  </a:lnTo>
                  <a:lnTo>
                    <a:pt x="0" y="205739"/>
                  </a:lnTo>
                  <a:lnTo>
                    <a:pt x="3810" y="205739"/>
                  </a:lnTo>
                  <a:lnTo>
                    <a:pt x="3810" y="203199"/>
                  </a:lnTo>
                  <a:close/>
                </a:path>
                <a:path w="3809" h="213360">
                  <a:moveTo>
                    <a:pt x="3810" y="205739"/>
                  </a:moveTo>
                  <a:lnTo>
                    <a:pt x="0" y="205739"/>
                  </a:lnTo>
                  <a:lnTo>
                    <a:pt x="0" y="209549"/>
                  </a:lnTo>
                  <a:lnTo>
                    <a:pt x="3810" y="209549"/>
                  </a:lnTo>
                  <a:lnTo>
                    <a:pt x="3810" y="205739"/>
                  </a:lnTo>
                  <a:close/>
                </a:path>
                <a:path w="3809" h="213360">
                  <a:moveTo>
                    <a:pt x="3810" y="209549"/>
                  </a:moveTo>
                  <a:lnTo>
                    <a:pt x="0" y="209549"/>
                  </a:lnTo>
                  <a:lnTo>
                    <a:pt x="0" y="212089"/>
                  </a:lnTo>
                  <a:lnTo>
                    <a:pt x="2540" y="212089"/>
                  </a:lnTo>
                  <a:lnTo>
                    <a:pt x="2540" y="210819"/>
                  </a:lnTo>
                  <a:lnTo>
                    <a:pt x="3810" y="210819"/>
                  </a:lnTo>
                  <a:lnTo>
                    <a:pt x="3810" y="209549"/>
                  </a:lnTo>
                  <a:close/>
                </a:path>
                <a:path w="3809" h="213360">
                  <a:moveTo>
                    <a:pt x="1270" y="212089"/>
                  </a:moveTo>
                  <a:lnTo>
                    <a:pt x="0" y="212089"/>
                  </a:lnTo>
                  <a:lnTo>
                    <a:pt x="0" y="213359"/>
                  </a:lnTo>
                  <a:lnTo>
                    <a:pt x="1270" y="213359"/>
                  </a:lnTo>
                  <a:lnTo>
                    <a:pt x="1270" y="212089"/>
                  </a:lnTo>
                  <a:close/>
                </a:path>
              </a:pathLst>
            </a:custGeom>
            <a:solidFill>
              <a:srgbClr val="C6CF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5" name="object 2815"/>
            <p:cNvSpPr/>
            <p:nvPr/>
          </p:nvSpPr>
          <p:spPr>
            <a:xfrm>
              <a:off x="7341870" y="5234939"/>
              <a:ext cx="3810" cy="209550"/>
            </a:xfrm>
            <a:custGeom>
              <a:avLst/>
              <a:gdLst/>
              <a:ahLst/>
              <a:cxnLst/>
              <a:rect l="l" t="t" r="r" b="b"/>
              <a:pathLst>
                <a:path w="3809" h="209550">
                  <a:moveTo>
                    <a:pt x="12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3809" h="209550">
                  <a:moveTo>
                    <a:pt x="127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3810"/>
                  </a:lnTo>
                  <a:lnTo>
                    <a:pt x="2540" y="3810"/>
                  </a:lnTo>
                  <a:lnTo>
                    <a:pt x="2540" y="2540"/>
                  </a:lnTo>
                  <a:lnTo>
                    <a:pt x="1270" y="2540"/>
                  </a:lnTo>
                  <a:lnTo>
                    <a:pt x="1270" y="1270"/>
                  </a:lnTo>
                  <a:close/>
                </a:path>
                <a:path w="3809" h="209550">
                  <a:moveTo>
                    <a:pt x="3809" y="5080"/>
                  </a:moveTo>
                  <a:lnTo>
                    <a:pt x="0" y="5080"/>
                  </a:lnTo>
                  <a:lnTo>
                    <a:pt x="0" y="201930"/>
                  </a:lnTo>
                  <a:lnTo>
                    <a:pt x="3809" y="201930"/>
                  </a:lnTo>
                  <a:lnTo>
                    <a:pt x="3809" y="5080"/>
                  </a:lnTo>
                  <a:close/>
                </a:path>
                <a:path w="3809" h="209550">
                  <a:moveTo>
                    <a:pt x="3809" y="201930"/>
                  </a:moveTo>
                  <a:lnTo>
                    <a:pt x="0" y="201930"/>
                  </a:lnTo>
                  <a:lnTo>
                    <a:pt x="0" y="204470"/>
                  </a:lnTo>
                  <a:lnTo>
                    <a:pt x="3809" y="204470"/>
                  </a:lnTo>
                  <a:lnTo>
                    <a:pt x="3809" y="201930"/>
                  </a:lnTo>
                  <a:close/>
                </a:path>
                <a:path w="3809" h="209550">
                  <a:moveTo>
                    <a:pt x="3809" y="204470"/>
                  </a:moveTo>
                  <a:lnTo>
                    <a:pt x="0" y="204470"/>
                  </a:lnTo>
                  <a:lnTo>
                    <a:pt x="0" y="208280"/>
                  </a:lnTo>
                  <a:lnTo>
                    <a:pt x="2540" y="208280"/>
                  </a:lnTo>
                  <a:lnTo>
                    <a:pt x="2540" y="207010"/>
                  </a:lnTo>
                  <a:lnTo>
                    <a:pt x="3809" y="207010"/>
                  </a:lnTo>
                  <a:lnTo>
                    <a:pt x="3809" y="204470"/>
                  </a:lnTo>
                  <a:close/>
                </a:path>
                <a:path w="3809" h="209550">
                  <a:moveTo>
                    <a:pt x="1270" y="208280"/>
                  </a:moveTo>
                  <a:lnTo>
                    <a:pt x="0" y="208280"/>
                  </a:lnTo>
                  <a:lnTo>
                    <a:pt x="0" y="209550"/>
                  </a:lnTo>
                  <a:lnTo>
                    <a:pt x="1270" y="209550"/>
                  </a:lnTo>
                  <a:lnTo>
                    <a:pt x="1270" y="208280"/>
                  </a:lnTo>
                  <a:close/>
                </a:path>
              </a:pathLst>
            </a:custGeom>
            <a:solidFill>
              <a:srgbClr val="C9D1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6" name="object 2816"/>
            <p:cNvSpPr/>
            <p:nvPr/>
          </p:nvSpPr>
          <p:spPr>
            <a:xfrm>
              <a:off x="7345680" y="5238750"/>
              <a:ext cx="3810" cy="203200"/>
            </a:xfrm>
            <a:custGeom>
              <a:avLst/>
              <a:gdLst/>
              <a:ahLst/>
              <a:cxnLst/>
              <a:rect l="l" t="t" r="r" b="b"/>
              <a:pathLst>
                <a:path w="3809" h="203200">
                  <a:moveTo>
                    <a:pt x="127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203200">
                  <a:moveTo>
                    <a:pt x="2540" y="1270"/>
                  </a:moveTo>
                  <a:lnTo>
                    <a:pt x="0" y="1270"/>
                  </a:lnTo>
                  <a:lnTo>
                    <a:pt x="0" y="198119"/>
                  </a:lnTo>
                  <a:lnTo>
                    <a:pt x="3810" y="198119"/>
                  </a:lnTo>
                  <a:lnTo>
                    <a:pt x="3810" y="2540"/>
                  </a:lnTo>
                  <a:lnTo>
                    <a:pt x="2540" y="2540"/>
                  </a:lnTo>
                  <a:lnTo>
                    <a:pt x="2540" y="1270"/>
                  </a:lnTo>
                  <a:close/>
                </a:path>
                <a:path w="3809" h="203200">
                  <a:moveTo>
                    <a:pt x="3810" y="198120"/>
                  </a:moveTo>
                  <a:lnTo>
                    <a:pt x="0" y="198120"/>
                  </a:lnTo>
                  <a:lnTo>
                    <a:pt x="0" y="200659"/>
                  </a:lnTo>
                  <a:lnTo>
                    <a:pt x="3810" y="200659"/>
                  </a:lnTo>
                  <a:lnTo>
                    <a:pt x="3810" y="198120"/>
                  </a:lnTo>
                  <a:close/>
                </a:path>
                <a:path w="3809" h="203200">
                  <a:moveTo>
                    <a:pt x="2540" y="200660"/>
                  </a:moveTo>
                  <a:lnTo>
                    <a:pt x="0" y="200660"/>
                  </a:lnTo>
                  <a:lnTo>
                    <a:pt x="0" y="203200"/>
                  </a:lnTo>
                  <a:lnTo>
                    <a:pt x="1270" y="203200"/>
                  </a:lnTo>
                  <a:lnTo>
                    <a:pt x="1270" y="201930"/>
                  </a:lnTo>
                  <a:lnTo>
                    <a:pt x="2540" y="201930"/>
                  </a:lnTo>
                  <a:lnTo>
                    <a:pt x="2540" y="200660"/>
                  </a:lnTo>
                  <a:close/>
                </a:path>
              </a:pathLst>
            </a:custGeom>
            <a:solidFill>
              <a:srgbClr val="CCD3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7" name="object 2817"/>
            <p:cNvSpPr/>
            <p:nvPr/>
          </p:nvSpPr>
          <p:spPr>
            <a:xfrm>
              <a:off x="7063740" y="5213350"/>
              <a:ext cx="284480" cy="252729"/>
            </a:xfrm>
            <a:custGeom>
              <a:avLst/>
              <a:gdLst/>
              <a:ahLst/>
              <a:cxnLst/>
              <a:rect l="l" t="t" r="r" b="b"/>
              <a:pathLst>
                <a:path w="284479" h="252729">
                  <a:moveTo>
                    <a:pt x="142239" y="0"/>
                  </a:moveTo>
                  <a:lnTo>
                    <a:pt x="87332" y="2460"/>
                  </a:lnTo>
                  <a:lnTo>
                    <a:pt x="42068" y="9207"/>
                  </a:lnTo>
                  <a:lnTo>
                    <a:pt x="11330" y="19288"/>
                  </a:lnTo>
                  <a:lnTo>
                    <a:pt x="0" y="31750"/>
                  </a:lnTo>
                  <a:lnTo>
                    <a:pt x="0" y="34706"/>
                  </a:lnTo>
                  <a:lnTo>
                    <a:pt x="0" y="55403"/>
                  </a:lnTo>
                  <a:lnTo>
                    <a:pt x="0" y="111581"/>
                  </a:lnTo>
                  <a:lnTo>
                    <a:pt x="0" y="220980"/>
                  </a:lnTo>
                  <a:lnTo>
                    <a:pt x="11330" y="233441"/>
                  </a:lnTo>
                  <a:lnTo>
                    <a:pt x="42068" y="243522"/>
                  </a:lnTo>
                  <a:lnTo>
                    <a:pt x="87332" y="250269"/>
                  </a:lnTo>
                  <a:lnTo>
                    <a:pt x="142239" y="252730"/>
                  </a:lnTo>
                  <a:lnTo>
                    <a:pt x="197147" y="250269"/>
                  </a:lnTo>
                  <a:lnTo>
                    <a:pt x="242411" y="243522"/>
                  </a:lnTo>
                  <a:lnTo>
                    <a:pt x="273149" y="233441"/>
                  </a:lnTo>
                  <a:lnTo>
                    <a:pt x="284479" y="220980"/>
                  </a:lnTo>
                  <a:lnTo>
                    <a:pt x="284479" y="218023"/>
                  </a:lnTo>
                  <a:lnTo>
                    <a:pt x="284479" y="197326"/>
                  </a:lnTo>
                  <a:lnTo>
                    <a:pt x="284479" y="141148"/>
                  </a:lnTo>
                  <a:lnTo>
                    <a:pt x="284479" y="31750"/>
                  </a:lnTo>
                  <a:lnTo>
                    <a:pt x="273149" y="19288"/>
                  </a:lnTo>
                  <a:lnTo>
                    <a:pt x="242411" y="9207"/>
                  </a:lnTo>
                  <a:lnTo>
                    <a:pt x="197147" y="2460"/>
                  </a:lnTo>
                  <a:lnTo>
                    <a:pt x="142239" y="0"/>
                  </a:lnTo>
                  <a:close/>
                </a:path>
              </a:pathLst>
            </a:custGeom>
            <a:ln w="646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18" name="object 2818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7063740" y="5213350"/>
              <a:ext cx="285750" cy="64769"/>
            </a:xfrm>
            <a:prstGeom prst="rect">
              <a:avLst/>
            </a:prstGeom>
          </p:spPr>
        </p:pic>
        <p:sp>
          <p:nvSpPr>
            <p:cNvPr id="2819" name="object 2819"/>
            <p:cNvSpPr/>
            <p:nvPr/>
          </p:nvSpPr>
          <p:spPr>
            <a:xfrm>
              <a:off x="7063740" y="5213350"/>
              <a:ext cx="284480" cy="63500"/>
            </a:xfrm>
            <a:custGeom>
              <a:avLst/>
              <a:gdLst/>
              <a:ahLst/>
              <a:cxnLst/>
              <a:rect l="l" t="t" r="r" b="b"/>
              <a:pathLst>
                <a:path w="284479" h="63500">
                  <a:moveTo>
                    <a:pt x="142239" y="0"/>
                  </a:moveTo>
                  <a:lnTo>
                    <a:pt x="87332" y="2460"/>
                  </a:lnTo>
                  <a:lnTo>
                    <a:pt x="42068" y="9207"/>
                  </a:lnTo>
                  <a:lnTo>
                    <a:pt x="11330" y="19288"/>
                  </a:lnTo>
                  <a:lnTo>
                    <a:pt x="0" y="31750"/>
                  </a:lnTo>
                  <a:lnTo>
                    <a:pt x="11330" y="43676"/>
                  </a:lnTo>
                  <a:lnTo>
                    <a:pt x="42068" y="53816"/>
                  </a:lnTo>
                  <a:lnTo>
                    <a:pt x="87332" y="60860"/>
                  </a:lnTo>
                  <a:lnTo>
                    <a:pt x="142239" y="63500"/>
                  </a:lnTo>
                  <a:lnTo>
                    <a:pt x="197147" y="60860"/>
                  </a:lnTo>
                  <a:lnTo>
                    <a:pt x="242411" y="53816"/>
                  </a:lnTo>
                  <a:lnTo>
                    <a:pt x="273149" y="43676"/>
                  </a:lnTo>
                  <a:lnTo>
                    <a:pt x="284479" y="31750"/>
                  </a:lnTo>
                  <a:lnTo>
                    <a:pt x="273149" y="19288"/>
                  </a:lnTo>
                  <a:lnTo>
                    <a:pt x="242411" y="9207"/>
                  </a:lnTo>
                  <a:lnTo>
                    <a:pt x="197147" y="2460"/>
                  </a:lnTo>
                  <a:lnTo>
                    <a:pt x="142239" y="0"/>
                  </a:lnTo>
                  <a:close/>
                </a:path>
              </a:pathLst>
            </a:custGeom>
            <a:ln w="646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0" name="object 2820"/>
            <p:cNvSpPr/>
            <p:nvPr/>
          </p:nvSpPr>
          <p:spPr>
            <a:xfrm>
              <a:off x="6301740" y="5303519"/>
              <a:ext cx="2540" cy="200660"/>
            </a:xfrm>
            <a:custGeom>
              <a:avLst/>
              <a:gdLst/>
              <a:ahLst/>
              <a:cxnLst/>
              <a:rect l="l" t="t" r="r" b="b"/>
              <a:pathLst>
                <a:path w="2539" h="200660">
                  <a:moveTo>
                    <a:pt x="2540" y="196862"/>
                  </a:moveTo>
                  <a:lnTo>
                    <a:pt x="1270" y="196862"/>
                  </a:lnTo>
                  <a:lnTo>
                    <a:pt x="1270" y="200660"/>
                  </a:lnTo>
                  <a:lnTo>
                    <a:pt x="2540" y="200660"/>
                  </a:lnTo>
                  <a:lnTo>
                    <a:pt x="2540" y="196862"/>
                  </a:lnTo>
                  <a:close/>
                </a:path>
                <a:path w="2539" h="200660">
                  <a:moveTo>
                    <a:pt x="2540" y="2552"/>
                  </a:moveTo>
                  <a:lnTo>
                    <a:pt x="0" y="2552"/>
                  </a:lnTo>
                  <a:lnTo>
                    <a:pt x="0" y="196850"/>
                  </a:lnTo>
                  <a:lnTo>
                    <a:pt x="2540" y="196850"/>
                  </a:lnTo>
                  <a:lnTo>
                    <a:pt x="2540" y="2552"/>
                  </a:lnTo>
                  <a:close/>
                </a:path>
                <a:path w="2539" h="200660">
                  <a:moveTo>
                    <a:pt x="2540" y="0"/>
                  </a:moveTo>
                  <a:lnTo>
                    <a:pt x="1270" y="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1" name="object 2821"/>
            <p:cNvSpPr/>
            <p:nvPr/>
          </p:nvSpPr>
          <p:spPr>
            <a:xfrm>
              <a:off x="6304280" y="5300980"/>
              <a:ext cx="3810" cy="205740"/>
            </a:xfrm>
            <a:custGeom>
              <a:avLst/>
              <a:gdLst/>
              <a:ahLst/>
              <a:cxnLst/>
              <a:rect l="l" t="t" r="r" b="b"/>
              <a:pathLst>
                <a:path w="3810" h="205739">
                  <a:moveTo>
                    <a:pt x="3810" y="5092"/>
                  </a:moveTo>
                  <a:lnTo>
                    <a:pt x="0" y="5092"/>
                  </a:lnTo>
                  <a:lnTo>
                    <a:pt x="0" y="199390"/>
                  </a:lnTo>
                  <a:lnTo>
                    <a:pt x="0" y="204470"/>
                  </a:lnTo>
                  <a:lnTo>
                    <a:pt x="2540" y="204470"/>
                  </a:lnTo>
                  <a:lnTo>
                    <a:pt x="2540" y="205740"/>
                  </a:lnTo>
                  <a:lnTo>
                    <a:pt x="3810" y="205740"/>
                  </a:lnTo>
                  <a:lnTo>
                    <a:pt x="3810" y="204470"/>
                  </a:lnTo>
                  <a:lnTo>
                    <a:pt x="3810" y="199390"/>
                  </a:lnTo>
                  <a:lnTo>
                    <a:pt x="3810" y="5092"/>
                  </a:lnTo>
                  <a:close/>
                </a:path>
                <a:path w="3810" h="205739">
                  <a:moveTo>
                    <a:pt x="38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CED5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2" name="object 2822"/>
            <p:cNvSpPr/>
            <p:nvPr/>
          </p:nvSpPr>
          <p:spPr>
            <a:xfrm>
              <a:off x="6308090" y="5298439"/>
              <a:ext cx="3810" cy="212090"/>
            </a:xfrm>
            <a:custGeom>
              <a:avLst/>
              <a:gdLst/>
              <a:ahLst/>
              <a:cxnLst/>
              <a:rect l="l" t="t" r="r" b="b"/>
              <a:pathLst>
                <a:path w="3810" h="212089">
                  <a:moveTo>
                    <a:pt x="3810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  <a:path w="3810" h="212089">
                  <a:moveTo>
                    <a:pt x="3810" y="1270"/>
                  </a:moveTo>
                  <a:lnTo>
                    <a:pt x="0" y="1270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70"/>
                  </a:lnTo>
                  <a:close/>
                </a:path>
                <a:path w="3810" h="212089">
                  <a:moveTo>
                    <a:pt x="3810" y="7620"/>
                  </a:moveTo>
                  <a:lnTo>
                    <a:pt x="0" y="7620"/>
                  </a:lnTo>
                  <a:lnTo>
                    <a:pt x="0" y="201930"/>
                  </a:lnTo>
                  <a:lnTo>
                    <a:pt x="3810" y="201930"/>
                  </a:lnTo>
                  <a:lnTo>
                    <a:pt x="3810" y="7620"/>
                  </a:lnTo>
                  <a:close/>
                </a:path>
                <a:path w="3810" h="212089">
                  <a:moveTo>
                    <a:pt x="3810" y="201930"/>
                  </a:moveTo>
                  <a:lnTo>
                    <a:pt x="0" y="201930"/>
                  </a:lnTo>
                  <a:lnTo>
                    <a:pt x="0" y="208280"/>
                  </a:lnTo>
                  <a:lnTo>
                    <a:pt x="3810" y="208280"/>
                  </a:lnTo>
                  <a:lnTo>
                    <a:pt x="3810" y="201930"/>
                  </a:lnTo>
                  <a:close/>
                </a:path>
                <a:path w="3810" h="212089">
                  <a:moveTo>
                    <a:pt x="3810" y="208280"/>
                  </a:moveTo>
                  <a:lnTo>
                    <a:pt x="0" y="208280"/>
                  </a:lnTo>
                  <a:lnTo>
                    <a:pt x="0" y="209550"/>
                  </a:lnTo>
                  <a:lnTo>
                    <a:pt x="1270" y="209550"/>
                  </a:lnTo>
                  <a:lnTo>
                    <a:pt x="1270" y="210820"/>
                  </a:lnTo>
                  <a:lnTo>
                    <a:pt x="3810" y="210820"/>
                  </a:lnTo>
                  <a:lnTo>
                    <a:pt x="3810" y="208280"/>
                  </a:lnTo>
                  <a:close/>
                </a:path>
                <a:path w="3810" h="212089">
                  <a:moveTo>
                    <a:pt x="3810" y="210820"/>
                  </a:moveTo>
                  <a:lnTo>
                    <a:pt x="2539" y="210820"/>
                  </a:lnTo>
                  <a:lnTo>
                    <a:pt x="2539" y="212090"/>
                  </a:lnTo>
                  <a:lnTo>
                    <a:pt x="3810" y="212090"/>
                  </a:lnTo>
                  <a:lnTo>
                    <a:pt x="3810" y="210820"/>
                  </a:lnTo>
                  <a:close/>
                </a:path>
              </a:pathLst>
            </a:custGeom>
            <a:solidFill>
              <a:srgbClr val="CCD3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3" name="object 2823"/>
            <p:cNvSpPr/>
            <p:nvPr/>
          </p:nvSpPr>
          <p:spPr>
            <a:xfrm>
              <a:off x="6311900" y="5295900"/>
              <a:ext cx="3810" cy="215900"/>
            </a:xfrm>
            <a:custGeom>
              <a:avLst/>
              <a:gdLst/>
              <a:ahLst/>
              <a:cxnLst/>
              <a:rect l="l" t="t" r="r" b="b"/>
              <a:pathLst>
                <a:path w="3810" h="215900">
                  <a:moveTo>
                    <a:pt x="3810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215900">
                  <a:moveTo>
                    <a:pt x="381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70"/>
                  </a:lnTo>
                  <a:close/>
                </a:path>
                <a:path w="3810" h="215900">
                  <a:moveTo>
                    <a:pt x="3810" y="3810"/>
                  </a:moveTo>
                  <a:lnTo>
                    <a:pt x="0" y="381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3810"/>
                  </a:lnTo>
                  <a:close/>
                </a:path>
                <a:path w="3810" h="215900">
                  <a:moveTo>
                    <a:pt x="3810" y="10160"/>
                  </a:moveTo>
                  <a:lnTo>
                    <a:pt x="0" y="10160"/>
                  </a:lnTo>
                  <a:lnTo>
                    <a:pt x="0" y="204469"/>
                  </a:lnTo>
                  <a:lnTo>
                    <a:pt x="3810" y="204469"/>
                  </a:lnTo>
                  <a:lnTo>
                    <a:pt x="3810" y="10160"/>
                  </a:lnTo>
                  <a:close/>
                </a:path>
                <a:path w="3810" h="215900">
                  <a:moveTo>
                    <a:pt x="3810" y="204470"/>
                  </a:moveTo>
                  <a:lnTo>
                    <a:pt x="0" y="204470"/>
                  </a:lnTo>
                  <a:lnTo>
                    <a:pt x="0" y="210819"/>
                  </a:lnTo>
                  <a:lnTo>
                    <a:pt x="3810" y="210819"/>
                  </a:lnTo>
                  <a:lnTo>
                    <a:pt x="3810" y="204470"/>
                  </a:lnTo>
                  <a:close/>
                </a:path>
                <a:path w="3810" h="215900">
                  <a:moveTo>
                    <a:pt x="3810" y="210820"/>
                  </a:moveTo>
                  <a:lnTo>
                    <a:pt x="0" y="210820"/>
                  </a:lnTo>
                  <a:lnTo>
                    <a:pt x="0" y="213359"/>
                  </a:lnTo>
                  <a:lnTo>
                    <a:pt x="3810" y="213359"/>
                  </a:lnTo>
                  <a:lnTo>
                    <a:pt x="3810" y="210820"/>
                  </a:lnTo>
                  <a:close/>
                </a:path>
                <a:path w="3810" h="215900">
                  <a:moveTo>
                    <a:pt x="3810" y="213360"/>
                  </a:moveTo>
                  <a:lnTo>
                    <a:pt x="0" y="213360"/>
                  </a:lnTo>
                  <a:lnTo>
                    <a:pt x="0" y="214630"/>
                  </a:lnTo>
                  <a:lnTo>
                    <a:pt x="1270" y="214630"/>
                  </a:lnTo>
                  <a:lnTo>
                    <a:pt x="1270" y="215900"/>
                  </a:lnTo>
                  <a:lnTo>
                    <a:pt x="3810" y="215900"/>
                  </a:lnTo>
                  <a:lnTo>
                    <a:pt x="3810" y="213360"/>
                  </a:lnTo>
                  <a:close/>
                </a:path>
              </a:pathLst>
            </a:custGeom>
            <a:solidFill>
              <a:srgbClr val="C9D1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4" name="object 2824"/>
            <p:cNvSpPr/>
            <p:nvPr/>
          </p:nvSpPr>
          <p:spPr>
            <a:xfrm>
              <a:off x="6315710" y="5294630"/>
              <a:ext cx="3810" cy="218440"/>
            </a:xfrm>
            <a:custGeom>
              <a:avLst/>
              <a:gdLst/>
              <a:ahLst/>
              <a:cxnLst/>
              <a:rect l="l" t="t" r="r" b="b"/>
              <a:pathLst>
                <a:path w="3810" h="218439">
                  <a:moveTo>
                    <a:pt x="3810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  <a:path w="3810" h="218439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218439">
                  <a:moveTo>
                    <a:pt x="3810" y="5080"/>
                  </a:moveTo>
                  <a:lnTo>
                    <a:pt x="0" y="508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80"/>
                  </a:lnTo>
                  <a:close/>
                </a:path>
                <a:path w="3810" h="218439">
                  <a:moveTo>
                    <a:pt x="3810" y="11430"/>
                  </a:moveTo>
                  <a:lnTo>
                    <a:pt x="0" y="11430"/>
                  </a:lnTo>
                  <a:lnTo>
                    <a:pt x="0" y="205740"/>
                  </a:lnTo>
                  <a:lnTo>
                    <a:pt x="3810" y="205740"/>
                  </a:lnTo>
                  <a:lnTo>
                    <a:pt x="3810" y="11430"/>
                  </a:lnTo>
                  <a:close/>
                </a:path>
                <a:path w="3810" h="218439">
                  <a:moveTo>
                    <a:pt x="3810" y="205740"/>
                  </a:moveTo>
                  <a:lnTo>
                    <a:pt x="0" y="205740"/>
                  </a:lnTo>
                  <a:lnTo>
                    <a:pt x="0" y="212090"/>
                  </a:lnTo>
                  <a:lnTo>
                    <a:pt x="3810" y="212090"/>
                  </a:lnTo>
                  <a:lnTo>
                    <a:pt x="3810" y="205740"/>
                  </a:lnTo>
                  <a:close/>
                </a:path>
                <a:path w="3810" h="218439">
                  <a:moveTo>
                    <a:pt x="3810" y="212090"/>
                  </a:moveTo>
                  <a:lnTo>
                    <a:pt x="0" y="212090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212090"/>
                  </a:lnTo>
                  <a:close/>
                </a:path>
                <a:path w="3810" h="218439">
                  <a:moveTo>
                    <a:pt x="3810" y="214630"/>
                  </a:moveTo>
                  <a:lnTo>
                    <a:pt x="0" y="214630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4630"/>
                  </a:lnTo>
                  <a:close/>
                </a:path>
              </a:pathLst>
            </a:custGeom>
            <a:solidFill>
              <a:srgbClr val="C6CF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5" name="object 2825"/>
            <p:cNvSpPr/>
            <p:nvPr/>
          </p:nvSpPr>
          <p:spPr>
            <a:xfrm>
              <a:off x="6319520" y="5293372"/>
              <a:ext cx="2540" cy="220979"/>
            </a:xfrm>
            <a:custGeom>
              <a:avLst/>
              <a:gdLst/>
              <a:ahLst/>
              <a:cxnLst/>
              <a:rect l="l" t="t" r="r" b="b"/>
              <a:pathLst>
                <a:path w="2539" h="220979">
                  <a:moveTo>
                    <a:pt x="2540" y="219710"/>
                  </a:moveTo>
                  <a:lnTo>
                    <a:pt x="0" y="219710"/>
                  </a:lnTo>
                  <a:lnTo>
                    <a:pt x="0" y="220967"/>
                  </a:lnTo>
                  <a:lnTo>
                    <a:pt x="2540" y="220967"/>
                  </a:lnTo>
                  <a:lnTo>
                    <a:pt x="2540" y="219710"/>
                  </a:lnTo>
                  <a:close/>
                </a:path>
                <a:path w="2539" h="220979">
                  <a:moveTo>
                    <a:pt x="2540" y="215900"/>
                  </a:moveTo>
                  <a:lnTo>
                    <a:pt x="0" y="215900"/>
                  </a:lnTo>
                  <a:lnTo>
                    <a:pt x="0" y="219697"/>
                  </a:lnTo>
                  <a:lnTo>
                    <a:pt x="2540" y="219697"/>
                  </a:lnTo>
                  <a:lnTo>
                    <a:pt x="2540" y="215900"/>
                  </a:lnTo>
                  <a:close/>
                </a:path>
                <a:path w="2539" h="220979">
                  <a:moveTo>
                    <a:pt x="2540" y="213360"/>
                  </a:moveTo>
                  <a:lnTo>
                    <a:pt x="0" y="213360"/>
                  </a:lnTo>
                  <a:lnTo>
                    <a:pt x="0" y="215887"/>
                  </a:lnTo>
                  <a:lnTo>
                    <a:pt x="2540" y="215887"/>
                  </a:lnTo>
                  <a:lnTo>
                    <a:pt x="2540" y="213360"/>
                  </a:lnTo>
                  <a:close/>
                </a:path>
                <a:path w="2539" h="220979">
                  <a:moveTo>
                    <a:pt x="2540" y="207010"/>
                  </a:moveTo>
                  <a:lnTo>
                    <a:pt x="0" y="207010"/>
                  </a:lnTo>
                  <a:lnTo>
                    <a:pt x="0" y="213347"/>
                  </a:lnTo>
                  <a:lnTo>
                    <a:pt x="2540" y="213347"/>
                  </a:lnTo>
                  <a:lnTo>
                    <a:pt x="2540" y="207010"/>
                  </a:lnTo>
                  <a:close/>
                </a:path>
                <a:path w="2539" h="220979">
                  <a:moveTo>
                    <a:pt x="2540" y="12700"/>
                  </a:moveTo>
                  <a:lnTo>
                    <a:pt x="0" y="12700"/>
                  </a:lnTo>
                  <a:lnTo>
                    <a:pt x="0" y="206997"/>
                  </a:lnTo>
                  <a:lnTo>
                    <a:pt x="2540" y="206997"/>
                  </a:lnTo>
                  <a:lnTo>
                    <a:pt x="2540" y="12700"/>
                  </a:lnTo>
                  <a:close/>
                </a:path>
                <a:path w="2539" h="220979">
                  <a:moveTo>
                    <a:pt x="254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6350"/>
                  </a:lnTo>
                  <a:close/>
                </a:path>
                <a:path w="2539" h="220979">
                  <a:moveTo>
                    <a:pt x="254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3810"/>
                  </a:lnTo>
                  <a:close/>
                </a:path>
                <a:path w="2539" h="220979">
                  <a:moveTo>
                    <a:pt x="254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2540" y="379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C3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6" name="object 2826"/>
            <p:cNvSpPr/>
            <p:nvPr/>
          </p:nvSpPr>
          <p:spPr>
            <a:xfrm>
              <a:off x="6322060" y="5292089"/>
              <a:ext cx="3810" cy="223520"/>
            </a:xfrm>
            <a:custGeom>
              <a:avLst/>
              <a:gdLst/>
              <a:ahLst/>
              <a:cxnLst/>
              <a:rect l="l" t="t" r="r" b="b"/>
              <a:pathLst>
                <a:path w="3810" h="223520">
                  <a:moveTo>
                    <a:pt x="3810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92"/>
                  </a:lnTo>
                  <a:close/>
                </a:path>
                <a:path w="3810" h="223520">
                  <a:moveTo>
                    <a:pt x="3810" y="217182"/>
                  </a:moveTo>
                  <a:lnTo>
                    <a:pt x="0" y="21718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7182"/>
                  </a:lnTo>
                  <a:close/>
                </a:path>
                <a:path w="3810" h="223520">
                  <a:moveTo>
                    <a:pt x="3810" y="214642"/>
                  </a:moveTo>
                  <a:lnTo>
                    <a:pt x="0" y="21464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214642"/>
                  </a:lnTo>
                  <a:close/>
                </a:path>
                <a:path w="3810" h="223520">
                  <a:moveTo>
                    <a:pt x="3810" y="208292"/>
                  </a:moveTo>
                  <a:lnTo>
                    <a:pt x="0" y="208292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208292"/>
                  </a:lnTo>
                  <a:close/>
                </a:path>
                <a:path w="3810" h="223520">
                  <a:moveTo>
                    <a:pt x="3810" y="13982"/>
                  </a:moveTo>
                  <a:lnTo>
                    <a:pt x="0" y="13982"/>
                  </a:lnTo>
                  <a:lnTo>
                    <a:pt x="0" y="208280"/>
                  </a:lnTo>
                  <a:lnTo>
                    <a:pt x="3810" y="208280"/>
                  </a:lnTo>
                  <a:lnTo>
                    <a:pt x="3810" y="13982"/>
                  </a:lnTo>
                  <a:close/>
                </a:path>
                <a:path w="3810" h="22352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2352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10" h="22352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10" h="223520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7" name="object 2827"/>
            <p:cNvSpPr/>
            <p:nvPr/>
          </p:nvSpPr>
          <p:spPr>
            <a:xfrm>
              <a:off x="6325870" y="5290820"/>
              <a:ext cx="3810" cy="227329"/>
            </a:xfrm>
            <a:custGeom>
              <a:avLst/>
              <a:gdLst/>
              <a:ahLst/>
              <a:cxnLst/>
              <a:rect l="l" t="t" r="r" b="b"/>
              <a:pathLst>
                <a:path w="3810" h="227329">
                  <a:moveTo>
                    <a:pt x="380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10" h="227329">
                  <a:moveTo>
                    <a:pt x="380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2539"/>
                  </a:lnTo>
                  <a:close/>
                </a:path>
                <a:path w="3810" h="227329">
                  <a:moveTo>
                    <a:pt x="380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49"/>
                  </a:lnTo>
                  <a:close/>
                </a:path>
                <a:path w="3810" h="227329">
                  <a:moveTo>
                    <a:pt x="3809" y="8889"/>
                  </a:moveTo>
                  <a:lnTo>
                    <a:pt x="0" y="8889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8889"/>
                  </a:lnTo>
                  <a:close/>
                </a:path>
                <a:path w="3810" h="227329">
                  <a:moveTo>
                    <a:pt x="3809" y="15239"/>
                  </a:moveTo>
                  <a:lnTo>
                    <a:pt x="0" y="15239"/>
                  </a:lnTo>
                  <a:lnTo>
                    <a:pt x="0" y="209549"/>
                  </a:lnTo>
                  <a:lnTo>
                    <a:pt x="3809" y="209549"/>
                  </a:lnTo>
                  <a:lnTo>
                    <a:pt x="3809" y="15239"/>
                  </a:lnTo>
                  <a:close/>
                </a:path>
                <a:path w="3810" h="227329">
                  <a:moveTo>
                    <a:pt x="3809" y="209549"/>
                  </a:moveTo>
                  <a:lnTo>
                    <a:pt x="0" y="209549"/>
                  </a:lnTo>
                  <a:lnTo>
                    <a:pt x="0" y="215899"/>
                  </a:lnTo>
                  <a:lnTo>
                    <a:pt x="3809" y="215899"/>
                  </a:lnTo>
                  <a:lnTo>
                    <a:pt x="3809" y="209549"/>
                  </a:lnTo>
                  <a:close/>
                </a:path>
                <a:path w="3810" h="227329">
                  <a:moveTo>
                    <a:pt x="3809" y="215899"/>
                  </a:moveTo>
                  <a:lnTo>
                    <a:pt x="0" y="215899"/>
                  </a:lnTo>
                  <a:lnTo>
                    <a:pt x="0" y="218439"/>
                  </a:lnTo>
                  <a:lnTo>
                    <a:pt x="3809" y="218439"/>
                  </a:lnTo>
                  <a:lnTo>
                    <a:pt x="3809" y="215899"/>
                  </a:lnTo>
                  <a:close/>
                </a:path>
                <a:path w="3810" h="227329">
                  <a:moveTo>
                    <a:pt x="3809" y="218439"/>
                  </a:moveTo>
                  <a:lnTo>
                    <a:pt x="0" y="218439"/>
                  </a:lnTo>
                  <a:lnTo>
                    <a:pt x="0" y="222249"/>
                  </a:lnTo>
                  <a:lnTo>
                    <a:pt x="3809" y="222249"/>
                  </a:lnTo>
                  <a:lnTo>
                    <a:pt x="3809" y="218439"/>
                  </a:lnTo>
                  <a:close/>
                </a:path>
                <a:path w="3810" h="227329">
                  <a:moveTo>
                    <a:pt x="3809" y="222249"/>
                  </a:moveTo>
                  <a:lnTo>
                    <a:pt x="0" y="222249"/>
                  </a:lnTo>
                  <a:lnTo>
                    <a:pt x="0" y="224789"/>
                  </a:lnTo>
                  <a:lnTo>
                    <a:pt x="3809" y="224789"/>
                  </a:lnTo>
                  <a:lnTo>
                    <a:pt x="3809" y="222249"/>
                  </a:lnTo>
                  <a:close/>
                </a:path>
                <a:path w="3810" h="227329">
                  <a:moveTo>
                    <a:pt x="3809" y="224789"/>
                  </a:moveTo>
                  <a:lnTo>
                    <a:pt x="0" y="224789"/>
                  </a:lnTo>
                  <a:lnTo>
                    <a:pt x="0" y="226059"/>
                  </a:lnTo>
                  <a:lnTo>
                    <a:pt x="2539" y="226059"/>
                  </a:lnTo>
                  <a:lnTo>
                    <a:pt x="2539" y="227329"/>
                  </a:lnTo>
                  <a:lnTo>
                    <a:pt x="3809" y="227329"/>
                  </a:lnTo>
                  <a:lnTo>
                    <a:pt x="3809" y="224789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8" name="object 2828"/>
            <p:cNvSpPr/>
            <p:nvPr/>
          </p:nvSpPr>
          <p:spPr>
            <a:xfrm>
              <a:off x="6329680" y="5290832"/>
              <a:ext cx="3810" cy="227329"/>
            </a:xfrm>
            <a:custGeom>
              <a:avLst/>
              <a:gdLst/>
              <a:ahLst/>
              <a:cxnLst/>
              <a:rect l="l" t="t" r="r" b="b"/>
              <a:pathLst>
                <a:path w="3810" h="227329">
                  <a:moveTo>
                    <a:pt x="3810" y="224790"/>
                  </a:moveTo>
                  <a:lnTo>
                    <a:pt x="0" y="224790"/>
                  </a:lnTo>
                  <a:lnTo>
                    <a:pt x="0" y="227317"/>
                  </a:lnTo>
                  <a:lnTo>
                    <a:pt x="3810" y="227317"/>
                  </a:lnTo>
                  <a:lnTo>
                    <a:pt x="3810" y="224790"/>
                  </a:lnTo>
                  <a:close/>
                </a:path>
                <a:path w="3810" h="227329">
                  <a:moveTo>
                    <a:pt x="3810" y="222250"/>
                  </a:moveTo>
                  <a:lnTo>
                    <a:pt x="0" y="22225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22250"/>
                  </a:lnTo>
                  <a:close/>
                </a:path>
                <a:path w="3810" h="227329">
                  <a:moveTo>
                    <a:pt x="3810" y="218440"/>
                  </a:moveTo>
                  <a:lnTo>
                    <a:pt x="0" y="21844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18440"/>
                  </a:lnTo>
                  <a:close/>
                </a:path>
                <a:path w="3810" h="227329">
                  <a:moveTo>
                    <a:pt x="3810" y="215900"/>
                  </a:moveTo>
                  <a:lnTo>
                    <a:pt x="0" y="215900"/>
                  </a:lnTo>
                  <a:lnTo>
                    <a:pt x="0" y="218427"/>
                  </a:lnTo>
                  <a:lnTo>
                    <a:pt x="3810" y="218427"/>
                  </a:lnTo>
                  <a:lnTo>
                    <a:pt x="3810" y="215900"/>
                  </a:lnTo>
                  <a:close/>
                </a:path>
                <a:path w="3810" h="227329">
                  <a:moveTo>
                    <a:pt x="381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3810" y="215887"/>
                  </a:lnTo>
                  <a:lnTo>
                    <a:pt x="3810" y="209550"/>
                  </a:lnTo>
                  <a:close/>
                </a:path>
                <a:path w="3810" h="227329">
                  <a:moveTo>
                    <a:pt x="3810" y="15240"/>
                  </a:moveTo>
                  <a:lnTo>
                    <a:pt x="0" y="15240"/>
                  </a:lnTo>
                  <a:lnTo>
                    <a:pt x="0" y="209537"/>
                  </a:lnTo>
                  <a:lnTo>
                    <a:pt x="3810" y="209537"/>
                  </a:lnTo>
                  <a:lnTo>
                    <a:pt x="3810" y="15240"/>
                  </a:lnTo>
                  <a:close/>
                </a:path>
                <a:path w="3810" h="227329">
                  <a:moveTo>
                    <a:pt x="3810" y="8890"/>
                  </a:moveTo>
                  <a:lnTo>
                    <a:pt x="0" y="889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8890"/>
                  </a:lnTo>
                  <a:close/>
                </a:path>
                <a:path w="3810" h="227329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10" h="227329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10" h="227329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B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9" name="object 2829"/>
            <p:cNvSpPr/>
            <p:nvPr/>
          </p:nvSpPr>
          <p:spPr>
            <a:xfrm>
              <a:off x="6333490" y="5289550"/>
              <a:ext cx="3810" cy="229870"/>
            </a:xfrm>
            <a:custGeom>
              <a:avLst/>
              <a:gdLst/>
              <a:ahLst/>
              <a:cxnLst/>
              <a:rect l="l" t="t" r="r" b="b"/>
              <a:pathLst>
                <a:path w="3810" h="229870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10" h="229870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10" h="229870">
                  <a:moveTo>
                    <a:pt x="3810" y="219722"/>
                  </a:moveTo>
                  <a:lnTo>
                    <a:pt x="0" y="21972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9722"/>
                  </a:lnTo>
                  <a:close/>
                </a:path>
                <a:path w="3810" h="229870">
                  <a:moveTo>
                    <a:pt x="3810" y="217182"/>
                  </a:moveTo>
                  <a:lnTo>
                    <a:pt x="0" y="21718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17182"/>
                  </a:lnTo>
                  <a:close/>
                </a:path>
                <a:path w="3810" h="229870">
                  <a:moveTo>
                    <a:pt x="3810" y="210832"/>
                  </a:moveTo>
                  <a:lnTo>
                    <a:pt x="0" y="21083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210832"/>
                  </a:lnTo>
                  <a:close/>
                </a:path>
                <a:path w="3810" h="229870">
                  <a:moveTo>
                    <a:pt x="3810" y="16522"/>
                  </a:moveTo>
                  <a:lnTo>
                    <a:pt x="0" y="16522"/>
                  </a:lnTo>
                  <a:lnTo>
                    <a:pt x="0" y="210820"/>
                  </a:lnTo>
                  <a:lnTo>
                    <a:pt x="3810" y="210820"/>
                  </a:lnTo>
                  <a:lnTo>
                    <a:pt x="3810" y="16522"/>
                  </a:lnTo>
                  <a:close/>
                </a:path>
                <a:path w="3810" h="229870">
                  <a:moveTo>
                    <a:pt x="381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72"/>
                  </a:lnTo>
                  <a:close/>
                </a:path>
                <a:path w="3810" h="229870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10" h="229870">
                  <a:moveTo>
                    <a:pt x="381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3822"/>
                  </a:lnTo>
                  <a:close/>
                </a:path>
                <a:path w="3810" h="229870">
                  <a:moveTo>
                    <a:pt x="381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82"/>
                  </a:lnTo>
                  <a:close/>
                </a:path>
                <a:path w="3810" h="229870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0" name="object 2830"/>
            <p:cNvSpPr/>
            <p:nvPr/>
          </p:nvSpPr>
          <p:spPr>
            <a:xfrm>
              <a:off x="6337300" y="5288280"/>
              <a:ext cx="3810" cy="232410"/>
            </a:xfrm>
            <a:custGeom>
              <a:avLst/>
              <a:gdLst/>
              <a:ahLst/>
              <a:cxnLst/>
              <a:rect l="l" t="t" r="r" b="b"/>
              <a:pathLst>
                <a:path w="3810" h="232410">
                  <a:moveTo>
                    <a:pt x="3810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  <a:path w="3810" h="232410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232410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10" h="232410">
                  <a:moveTo>
                    <a:pt x="381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890"/>
                  </a:lnTo>
                  <a:close/>
                </a:path>
                <a:path w="3810" h="232410">
                  <a:moveTo>
                    <a:pt x="3810" y="11430"/>
                  </a:moveTo>
                  <a:lnTo>
                    <a:pt x="0" y="1143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30"/>
                  </a:lnTo>
                  <a:close/>
                </a:path>
                <a:path w="3810" h="232410">
                  <a:moveTo>
                    <a:pt x="3810" y="17780"/>
                  </a:moveTo>
                  <a:lnTo>
                    <a:pt x="0" y="17780"/>
                  </a:lnTo>
                  <a:lnTo>
                    <a:pt x="0" y="212090"/>
                  </a:lnTo>
                  <a:lnTo>
                    <a:pt x="3810" y="212090"/>
                  </a:lnTo>
                  <a:lnTo>
                    <a:pt x="3810" y="17780"/>
                  </a:lnTo>
                  <a:close/>
                </a:path>
                <a:path w="3810" h="232410">
                  <a:moveTo>
                    <a:pt x="3810" y="212090"/>
                  </a:moveTo>
                  <a:lnTo>
                    <a:pt x="0" y="212090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2090"/>
                  </a:lnTo>
                  <a:close/>
                </a:path>
                <a:path w="3810" h="232410">
                  <a:moveTo>
                    <a:pt x="3810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8440"/>
                  </a:lnTo>
                  <a:close/>
                </a:path>
                <a:path w="3810" h="232410">
                  <a:moveTo>
                    <a:pt x="3810" y="220980"/>
                  </a:moveTo>
                  <a:lnTo>
                    <a:pt x="0" y="220980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0980"/>
                  </a:lnTo>
                  <a:close/>
                </a:path>
                <a:path w="3810" h="232410">
                  <a:moveTo>
                    <a:pt x="3810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790"/>
                  </a:lnTo>
                  <a:close/>
                </a:path>
                <a:path w="3810" h="232410">
                  <a:moveTo>
                    <a:pt x="3810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30"/>
                  </a:lnTo>
                  <a:close/>
                </a:path>
                <a:path w="3810" h="232410">
                  <a:moveTo>
                    <a:pt x="3810" y="231140"/>
                  </a:moveTo>
                  <a:lnTo>
                    <a:pt x="0" y="231140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31140"/>
                  </a:lnTo>
                  <a:close/>
                </a:path>
              </a:pathLst>
            </a:custGeom>
            <a:solidFill>
              <a:srgbClr val="B6C1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1" name="object 2831"/>
            <p:cNvSpPr/>
            <p:nvPr/>
          </p:nvSpPr>
          <p:spPr>
            <a:xfrm>
              <a:off x="6341110" y="5288280"/>
              <a:ext cx="2540" cy="232410"/>
            </a:xfrm>
            <a:custGeom>
              <a:avLst/>
              <a:gdLst/>
              <a:ahLst/>
              <a:cxnLst/>
              <a:rect l="l" t="t" r="r" b="b"/>
              <a:pathLst>
                <a:path w="2539" h="232410">
                  <a:moveTo>
                    <a:pt x="2540" y="231152"/>
                  </a:moveTo>
                  <a:lnTo>
                    <a:pt x="0" y="231152"/>
                  </a:lnTo>
                  <a:lnTo>
                    <a:pt x="0" y="232410"/>
                  </a:lnTo>
                  <a:lnTo>
                    <a:pt x="2540" y="232410"/>
                  </a:lnTo>
                  <a:lnTo>
                    <a:pt x="2540" y="231152"/>
                  </a:lnTo>
                  <a:close/>
                </a:path>
                <a:path w="2539" h="232410">
                  <a:moveTo>
                    <a:pt x="254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2540" y="231140"/>
                  </a:lnTo>
                  <a:lnTo>
                    <a:pt x="2540" y="227342"/>
                  </a:lnTo>
                  <a:close/>
                </a:path>
                <a:path w="2539" h="232410">
                  <a:moveTo>
                    <a:pt x="254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2540" y="227330"/>
                  </a:lnTo>
                  <a:lnTo>
                    <a:pt x="2540" y="224802"/>
                  </a:lnTo>
                  <a:close/>
                </a:path>
                <a:path w="2539" h="232410">
                  <a:moveTo>
                    <a:pt x="254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2540" y="224790"/>
                  </a:lnTo>
                  <a:lnTo>
                    <a:pt x="2540" y="220992"/>
                  </a:lnTo>
                  <a:close/>
                </a:path>
                <a:path w="2539" h="232410">
                  <a:moveTo>
                    <a:pt x="2540" y="218452"/>
                  </a:moveTo>
                  <a:lnTo>
                    <a:pt x="0" y="218452"/>
                  </a:lnTo>
                  <a:lnTo>
                    <a:pt x="0" y="220980"/>
                  </a:lnTo>
                  <a:lnTo>
                    <a:pt x="2540" y="220980"/>
                  </a:lnTo>
                  <a:lnTo>
                    <a:pt x="2540" y="218452"/>
                  </a:lnTo>
                  <a:close/>
                </a:path>
                <a:path w="2539" h="232410">
                  <a:moveTo>
                    <a:pt x="2540" y="212102"/>
                  </a:moveTo>
                  <a:lnTo>
                    <a:pt x="0" y="212102"/>
                  </a:lnTo>
                  <a:lnTo>
                    <a:pt x="0" y="218440"/>
                  </a:lnTo>
                  <a:lnTo>
                    <a:pt x="2540" y="218440"/>
                  </a:lnTo>
                  <a:lnTo>
                    <a:pt x="2540" y="212102"/>
                  </a:lnTo>
                  <a:close/>
                </a:path>
                <a:path w="2539" h="232410">
                  <a:moveTo>
                    <a:pt x="2540" y="17792"/>
                  </a:moveTo>
                  <a:lnTo>
                    <a:pt x="0" y="17792"/>
                  </a:lnTo>
                  <a:lnTo>
                    <a:pt x="0" y="212090"/>
                  </a:lnTo>
                  <a:lnTo>
                    <a:pt x="2540" y="212090"/>
                  </a:lnTo>
                  <a:lnTo>
                    <a:pt x="2540" y="17792"/>
                  </a:lnTo>
                  <a:close/>
                </a:path>
                <a:path w="2539" h="232410">
                  <a:moveTo>
                    <a:pt x="254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2540" y="17780"/>
                  </a:lnTo>
                  <a:lnTo>
                    <a:pt x="2540" y="11442"/>
                  </a:lnTo>
                  <a:close/>
                </a:path>
                <a:path w="2539" h="232410">
                  <a:moveTo>
                    <a:pt x="254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8902"/>
                  </a:lnTo>
                  <a:close/>
                </a:path>
                <a:path w="2539" h="232410">
                  <a:moveTo>
                    <a:pt x="254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2540" y="8890"/>
                  </a:lnTo>
                  <a:lnTo>
                    <a:pt x="2540" y="5092"/>
                  </a:lnTo>
                  <a:close/>
                </a:path>
                <a:path w="2539" h="232410">
                  <a:moveTo>
                    <a:pt x="254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2552"/>
                  </a:lnTo>
                  <a:close/>
                </a:path>
                <a:path w="2539" h="232410">
                  <a:moveTo>
                    <a:pt x="254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540" y="254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B3BF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2" name="object 2832"/>
            <p:cNvSpPr/>
            <p:nvPr/>
          </p:nvSpPr>
          <p:spPr>
            <a:xfrm>
              <a:off x="6343650" y="5287022"/>
              <a:ext cx="3810" cy="234950"/>
            </a:xfrm>
            <a:custGeom>
              <a:avLst/>
              <a:gdLst/>
              <a:ahLst/>
              <a:cxnLst/>
              <a:rect l="l" t="t" r="r" b="b"/>
              <a:pathLst>
                <a:path w="3810" h="234950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34950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34950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34950">
                  <a:moveTo>
                    <a:pt x="381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22250"/>
                  </a:lnTo>
                  <a:close/>
                </a:path>
                <a:path w="3810" h="234950">
                  <a:moveTo>
                    <a:pt x="3810" y="219710"/>
                  </a:moveTo>
                  <a:lnTo>
                    <a:pt x="0" y="21971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19710"/>
                  </a:lnTo>
                  <a:close/>
                </a:path>
                <a:path w="3810" h="234950">
                  <a:moveTo>
                    <a:pt x="3810" y="213360"/>
                  </a:moveTo>
                  <a:lnTo>
                    <a:pt x="0" y="213360"/>
                  </a:lnTo>
                  <a:lnTo>
                    <a:pt x="0" y="219697"/>
                  </a:lnTo>
                  <a:lnTo>
                    <a:pt x="3810" y="219697"/>
                  </a:lnTo>
                  <a:lnTo>
                    <a:pt x="3810" y="213360"/>
                  </a:lnTo>
                  <a:close/>
                </a:path>
                <a:path w="3810" h="234950">
                  <a:moveTo>
                    <a:pt x="3810" y="19050"/>
                  </a:moveTo>
                  <a:lnTo>
                    <a:pt x="0" y="19050"/>
                  </a:lnTo>
                  <a:lnTo>
                    <a:pt x="0" y="213347"/>
                  </a:lnTo>
                  <a:lnTo>
                    <a:pt x="3810" y="213347"/>
                  </a:lnTo>
                  <a:lnTo>
                    <a:pt x="3810" y="19050"/>
                  </a:lnTo>
                  <a:close/>
                </a:path>
                <a:path w="3810" h="234950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10" h="234950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34950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34950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34950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1BD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3" name="object 2833"/>
            <p:cNvSpPr/>
            <p:nvPr/>
          </p:nvSpPr>
          <p:spPr>
            <a:xfrm>
              <a:off x="6347460" y="5287022"/>
              <a:ext cx="3810" cy="236220"/>
            </a:xfrm>
            <a:custGeom>
              <a:avLst/>
              <a:gdLst/>
              <a:ahLst/>
              <a:cxnLst/>
              <a:rect l="l" t="t" r="r" b="b"/>
              <a:pathLst>
                <a:path w="3810" h="236220">
                  <a:moveTo>
                    <a:pt x="3810" y="234950"/>
                  </a:moveTo>
                  <a:lnTo>
                    <a:pt x="0" y="234950"/>
                  </a:lnTo>
                  <a:lnTo>
                    <a:pt x="0" y="236207"/>
                  </a:lnTo>
                  <a:lnTo>
                    <a:pt x="3810" y="236207"/>
                  </a:lnTo>
                  <a:lnTo>
                    <a:pt x="3810" y="234950"/>
                  </a:lnTo>
                  <a:close/>
                </a:path>
                <a:path w="3810" h="236220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36220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36220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36220">
                  <a:moveTo>
                    <a:pt x="381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22250"/>
                  </a:lnTo>
                  <a:close/>
                </a:path>
                <a:path w="3810" h="236220">
                  <a:moveTo>
                    <a:pt x="3810" y="219710"/>
                  </a:moveTo>
                  <a:lnTo>
                    <a:pt x="0" y="21971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19710"/>
                  </a:lnTo>
                  <a:close/>
                </a:path>
                <a:path w="3810" h="236220">
                  <a:moveTo>
                    <a:pt x="3810" y="213360"/>
                  </a:moveTo>
                  <a:lnTo>
                    <a:pt x="0" y="213360"/>
                  </a:lnTo>
                  <a:lnTo>
                    <a:pt x="0" y="219697"/>
                  </a:lnTo>
                  <a:lnTo>
                    <a:pt x="3810" y="219697"/>
                  </a:lnTo>
                  <a:lnTo>
                    <a:pt x="3810" y="213360"/>
                  </a:lnTo>
                  <a:close/>
                </a:path>
                <a:path w="3810" h="236220">
                  <a:moveTo>
                    <a:pt x="3810" y="19050"/>
                  </a:moveTo>
                  <a:lnTo>
                    <a:pt x="0" y="19050"/>
                  </a:lnTo>
                  <a:lnTo>
                    <a:pt x="0" y="213347"/>
                  </a:lnTo>
                  <a:lnTo>
                    <a:pt x="3810" y="213347"/>
                  </a:lnTo>
                  <a:lnTo>
                    <a:pt x="3810" y="19050"/>
                  </a:lnTo>
                  <a:close/>
                </a:path>
                <a:path w="3810" h="236220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10" h="236220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36220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36220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36220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EBA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4" name="object 2834"/>
            <p:cNvSpPr/>
            <p:nvPr/>
          </p:nvSpPr>
          <p:spPr>
            <a:xfrm>
              <a:off x="6351270" y="528573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3810" y="236232"/>
                  </a:moveTo>
                  <a:lnTo>
                    <a:pt x="0" y="23623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6232"/>
                  </a:lnTo>
                  <a:close/>
                </a:path>
                <a:path w="3810" h="237489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10" h="237489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10" h="237489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10" h="237489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10" h="237489">
                  <a:moveTo>
                    <a:pt x="3810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92"/>
                  </a:lnTo>
                  <a:close/>
                </a:path>
                <a:path w="3810" h="237489">
                  <a:moveTo>
                    <a:pt x="3810" y="214642"/>
                  </a:moveTo>
                  <a:lnTo>
                    <a:pt x="0" y="21464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4642"/>
                  </a:lnTo>
                  <a:close/>
                </a:path>
                <a:path w="3810" h="237489">
                  <a:moveTo>
                    <a:pt x="3810" y="20332"/>
                  </a:moveTo>
                  <a:lnTo>
                    <a:pt x="0" y="20332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20332"/>
                  </a:lnTo>
                  <a:close/>
                </a:path>
                <a:path w="3810" h="237489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37489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10" h="237489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10" h="237489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10" h="237489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10" h="237489">
                  <a:moveTo>
                    <a:pt x="38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5" name="object 2835"/>
            <p:cNvSpPr/>
            <p:nvPr/>
          </p:nvSpPr>
          <p:spPr>
            <a:xfrm>
              <a:off x="6355080" y="5285739"/>
              <a:ext cx="3810" cy="238760"/>
            </a:xfrm>
            <a:custGeom>
              <a:avLst/>
              <a:gdLst/>
              <a:ahLst/>
              <a:cxnLst/>
              <a:rect l="l" t="t" r="r" b="b"/>
              <a:pathLst>
                <a:path w="3810" h="238760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10" h="238760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10" h="238760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10" h="238760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10" h="238760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10" h="238760">
                  <a:moveTo>
                    <a:pt x="3810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92"/>
                  </a:lnTo>
                  <a:close/>
                </a:path>
                <a:path w="3810" h="238760">
                  <a:moveTo>
                    <a:pt x="3810" y="214642"/>
                  </a:moveTo>
                  <a:lnTo>
                    <a:pt x="0" y="21464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4642"/>
                  </a:lnTo>
                  <a:close/>
                </a:path>
                <a:path w="3810" h="238760">
                  <a:moveTo>
                    <a:pt x="3810" y="20332"/>
                  </a:moveTo>
                  <a:lnTo>
                    <a:pt x="0" y="20332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20332"/>
                  </a:lnTo>
                  <a:close/>
                </a:path>
                <a:path w="3810" h="2387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38760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10" h="23876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10" h="23876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10" h="23876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10" h="2387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6" name="object 2836"/>
            <p:cNvSpPr/>
            <p:nvPr/>
          </p:nvSpPr>
          <p:spPr>
            <a:xfrm>
              <a:off x="6358890" y="5284470"/>
              <a:ext cx="3810" cy="240029"/>
            </a:xfrm>
            <a:custGeom>
              <a:avLst/>
              <a:gdLst/>
              <a:ahLst/>
              <a:cxnLst/>
              <a:rect l="l" t="t" r="r" b="b"/>
              <a:pathLst>
                <a:path w="3810" h="240029">
                  <a:moveTo>
                    <a:pt x="3810" y="0"/>
                  </a:moveTo>
                  <a:lnTo>
                    <a:pt x="2539" y="0"/>
                  </a:lnTo>
                  <a:lnTo>
                    <a:pt x="2539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240029">
                  <a:moveTo>
                    <a:pt x="381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2539"/>
                  </a:lnTo>
                  <a:close/>
                </a:path>
                <a:path w="3810" h="240029">
                  <a:moveTo>
                    <a:pt x="381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49"/>
                  </a:lnTo>
                  <a:close/>
                </a:path>
                <a:path w="3810" h="240029">
                  <a:moveTo>
                    <a:pt x="381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8889"/>
                  </a:lnTo>
                  <a:close/>
                </a:path>
                <a:path w="3810" h="240029">
                  <a:moveTo>
                    <a:pt x="381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2699"/>
                  </a:lnTo>
                  <a:close/>
                </a:path>
                <a:path w="3810" h="240029">
                  <a:moveTo>
                    <a:pt x="3810" y="15239"/>
                  </a:moveTo>
                  <a:lnTo>
                    <a:pt x="0" y="15239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5239"/>
                  </a:lnTo>
                  <a:close/>
                </a:path>
                <a:path w="3810" h="240029">
                  <a:moveTo>
                    <a:pt x="3810" y="21589"/>
                  </a:moveTo>
                  <a:lnTo>
                    <a:pt x="0" y="21589"/>
                  </a:lnTo>
                  <a:lnTo>
                    <a:pt x="0" y="215899"/>
                  </a:lnTo>
                  <a:lnTo>
                    <a:pt x="3810" y="215899"/>
                  </a:lnTo>
                  <a:lnTo>
                    <a:pt x="3810" y="21589"/>
                  </a:lnTo>
                  <a:close/>
                </a:path>
                <a:path w="3810" h="240029">
                  <a:moveTo>
                    <a:pt x="3810" y="215899"/>
                  </a:moveTo>
                  <a:lnTo>
                    <a:pt x="0" y="215899"/>
                  </a:lnTo>
                  <a:lnTo>
                    <a:pt x="0" y="222249"/>
                  </a:lnTo>
                  <a:lnTo>
                    <a:pt x="3810" y="222249"/>
                  </a:lnTo>
                  <a:lnTo>
                    <a:pt x="3810" y="215899"/>
                  </a:lnTo>
                  <a:close/>
                </a:path>
                <a:path w="3810" h="240029">
                  <a:moveTo>
                    <a:pt x="3810" y="222249"/>
                  </a:moveTo>
                  <a:lnTo>
                    <a:pt x="0" y="222249"/>
                  </a:lnTo>
                  <a:lnTo>
                    <a:pt x="0" y="224789"/>
                  </a:lnTo>
                  <a:lnTo>
                    <a:pt x="3810" y="224789"/>
                  </a:lnTo>
                  <a:lnTo>
                    <a:pt x="3810" y="222249"/>
                  </a:lnTo>
                  <a:close/>
                </a:path>
                <a:path w="3810" h="240029">
                  <a:moveTo>
                    <a:pt x="3810" y="224789"/>
                  </a:moveTo>
                  <a:lnTo>
                    <a:pt x="0" y="22478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4789"/>
                  </a:lnTo>
                  <a:close/>
                </a:path>
                <a:path w="3810" h="240029">
                  <a:moveTo>
                    <a:pt x="3810" y="228599"/>
                  </a:moveTo>
                  <a:lnTo>
                    <a:pt x="0" y="228599"/>
                  </a:lnTo>
                  <a:lnTo>
                    <a:pt x="0" y="231139"/>
                  </a:lnTo>
                  <a:lnTo>
                    <a:pt x="3810" y="231139"/>
                  </a:lnTo>
                  <a:lnTo>
                    <a:pt x="3810" y="228599"/>
                  </a:lnTo>
                  <a:close/>
                </a:path>
                <a:path w="3810" h="240029">
                  <a:moveTo>
                    <a:pt x="3810" y="231139"/>
                  </a:moveTo>
                  <a:lnTo>
                    <a:pt x="0" y="231139"/>
                  </a:lnTo>
                  <a:lnTo>
                    <a:pt x="0" y="234949"/>
                  </a:lnTo>
                  <a:lnTo>
                    <a:pt x="3810" y="234949"/>
                  </a:lnTo>
                  <a:lnTo>
                    <a:pt x="3810" y="231139"/>
                  </a:lnTo>
                  <a:close/>
                </a:path>
                <a:path w="3810" h="240029">
                  <a:moveTo>
                    <a:pt x="3810" y="234949"/>
                  </a:moveTo>
                  <a:lnTo>
                    <a:pt x="0" y="234949"/>
                  </a:lnTo>
                  <a:lnTo>
                    <a:pt x="0" y="237489"/>
                  </a:lnTo>
                  <a:lnTo>
                    <a:pt x="3810" y="237489"/>
                  </a:lnTo>
                  <a:lnTo>
                    <a:pt x="3810" y="234949"/>
                  </a:lnTo>
                  <a:close/>
                </a:path>
                <a:path w="3810" h="240029">
                  <a:moveTo>
                    <a:pt x="3810" y="237489"/>
                  </a:moveTo>
                  <a:lnTo>
                    <a:pt x="0" y="237489"/>
                  </a:lnTo>
                  <a:lnTo>
                    <a:pt x="0" y="240029"/>
                  </a:lnTo>
                  <a:lnTo>
                    <a:pt x="3810" y="240029"/>
                  </a:lnTo>
                  <a:lnTo>
                    <a:pt x="3810" y="237489"/>
                  </a:lnTo>
                  <a:close/>
                </a:path>
              </a:pathLst>
            </a:custGeom>
            <a:solidFill>
              <a:srgbClr val="A6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7" name="object 2837"/>
            <p:cNvSpPr/>
            <p:nvPr/>
          </p:nvSpPr>
          <p:spPr>
            <a:xfrm>
              <a:off x="6362700" y="5283200"/>
              <a:ext cx="3810" cy="242570"/>
            </a:xfrm>
            <a:custGeom>
              <a:avLst/>
              <a:gdLst/>
              <a:ahLst/>
              <a:cxnLst/>
              <a:rect l="l" t="t" r="r" b="b"/>
              <a:pathLst>
                <a:path w="3810" h="242570">
                  <a:moveTo>
                    <a:pt x="3810" y="0"/>
                  </a:moveTo>
                  <a:lnTo>
                    <a:pt x="2539" y="0"/>
                  </a:lnTo>
                  <a:lnTo>
                    <a:pt x="2539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242570">
                  <a:moveTo>
                    <a:pt x="381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70"/>
                  </a:lnTo>
                  <a:close/>
                </a:path>
                <a:path w="3810" h="242570">
                  <a:moveTo>
                    <a:pt x="3810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3810"/>
                  </a:lnTo>
                  <a:close/>
                </a:path>
                <a:path w="3810" h="242570">
                  <a:moveTo>
                    <a:pt x="3810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7620"/>
                  </a:lnTo>
                  <a:close/>
                </a:path>
                <a:path w="3810" h="242570">
                  <a:moveTo>
                    <a:pt x="3810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10160"/>
                  </a:lnTo>
                  <a:close/>
                </a:path>
                <a:path w="3810" h="242570">
                  <a:moveTo>
                    <a:pt x="3810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3970"/>
                  </a:lnTo>
                  <a:close/>
                </a:path>
                <a:path w="3810" h="242570">
                  <a:moveTo>
                    <a:pt x="3810" y="16510"/>
                  </a:moveTo>
                  <a:lnTo>
                    <a:pt x="0" y="1651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6510"/>
                  </a:lnTo>
                  <a:close/>
                </a:path>
                <a:path w="3810" h="242570">
                  <a:moveTo>
                    <a:pt x="3810" y="22860"/>
                  </a:moveTo>
                  <a:lnTo>
                    <a:pt x="0" y="22860"/>
                  </a:lnTo>
                  <a:lnTo>
                    <a:pt x="0" y="217169"/>
                  </a:lnTo>
                  <a:lnTo>
                    <a:pt x="3810" y="217169"/>
                  </a:lnTo>
                  <a:lnTo>
                    <a:pt x="3810" y="22860"/>
                  </a:lnTo>
                  <a:close/>
                </a:path>
                <a:path w="3810" h="242570">
                  <a:moveTo>
                    <a:pt x="3810" y="217170"/>
                  </a:moveTo>
                  <a:lnTo>
                    <a:pt x="0" y="217170"/>
                  </a:lnTo>
                  <a:lnTo>
                    <a:pt x="0" y="223519"/>
                  </a:lnTo>
                  <a:lnTo>
                    <a:pt x="3810" y="223519"/>
                  </a:lnTo>
                  <a:lnTo>
                    <a:pt x="3810" y="217170"/>
                  </a:lnTo>
                  <a:close/>
                </a:path>
                <a:path w="3810" h="242570">
                  <a:moveTo>
                    <a:pt x="3810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23520"/>
                  </a:lnTo>
                  <a:close/>
                </a:path>
                <a:path w="3810" h="242570">
                  <a:moveTo>
                    <a:pt x="3810" y="226060"/>
                  </a:moveTo>
                  <a:lnTo>
                    <a:pt x="0" y="226060"/>
                  </a:lnTo>
                  <a:lnTo>
                    <a:pt x="0" y="229869"/>
                  </a:lnTo>
                  <a:lnTo>
                    <a:pt x="3810" y="229869"/>
                  </a:lnTo>
                  <a:lnTo>
                    <a:pt x="3810" y="226060"/>
                  </a:lnTo>
                  <a:close/>
                </a:path>
                <a:path w="3810" h="242570">
                  <a:moveTo>
                    <a:pt x="3810" y="229870"/>
                  </a:moveTo>
                  <a:lnTo>
                    <a:pt x="0" y="22987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9870"/>
                  </a:lnTo>
                  <a:close/>
                </a:path>
                <a:path w="3810" h="242570">
                  <a:moveTo>
                    <a:pt x="3810" y="232410"/>
                  </a:moveTo>
                  <a:lnTo>
                    <a:pt x="0" y="232410"/>
                  </a:lnTo>
                  <a:lnTo>
                    <a:pt x="0" y="236219"/>
                  </a:lnTo>
                  <a:lnTo>
                    <a:pt x="3810" y="236219"/>
                  </a:lnTo>
                  <a:lnTo>
                    <a:pt x="3810" y="232410"/>
                  </a:lnTo>
                  <a:close/>
                </a:path>
                <a:path w="3810" h="242570">
                  <a:moveTo>
                    <a:pt x="3810" y="236220"/>
                  </a:moveTo>
                  <a:lnTo>
                    <a:pt x="0" y="236220"/>
                  </a:lnTo>
                  <a:lnTo>
                    <a:pt x="0" y="238759"/>
                  </a:lnTo>
                  <a:lnTo>
                    <a:pt x="3810" y="238759"/>
                  </a:lnTo>
                  <a:lnTo>
                    <a:pt x="3810" y="236220"/>
                  </a:lnTo>
                  <a:close/>
                </a:path>
                <a:path w="3810" h="242570">
                  <a:moveTo>
                    <a:pt x="3810" y="238760"/>
                  </a:moveTo>
                  <a:lnTo>
                    <a:pt x="0" y="238760"/>
                  </a:lnTo>
                  <a:lnTo>
                    <a:pt x="0" y="241300"/>
                  </a:lnTo>
                  <a:lnTo>
                    <a:pt x="2539" y="241300"/>
                  </a:lnTo>
                  <a:lnTo>
                    <a:pt x="2539" y="242569"/>
                  </a:lnTo>
                  <a:lnTo>
                    <a:pt x="3810" y="242569"/>
                  </a:lnTo>
                  <a:lnTo>
                    <a:pt x="3810" y="238760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8" name="object 2838"/>
            <p:cNvSpPr/>
            <p:nvPr/>
          </p:nvSpPr>
          <p:spPr>
            <a:xfrm>
              <a:off x="6366510" y="5283200"/>
              <a:ext cx="3810" cy="242570"/>
            </a:xfrm>
            <a:custGeom>
              <a:avLst/>
              <a:gdLst/>
              <a:ahLst/>
              <a:cxnLst/>
              <a:rect l="l" t="t" r="r" b="b"/>
              <a:pathLst>
                <a:path w="3810" h="242570">
                  <a:moveTo>
                    <a:pt x="3810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8772"/>
                  </a:lnTo>
                  <a:close/>
                </a:path>
                <a:path w="3810" h="242570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10" h="242570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10" h="242570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10" h="242570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10" h="242570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10" h="242570">
                  <a:moveTo>
                    <a:pt x="3810" y="217182"/>
                  </a:moveTo>
                  <a:lnTo>
                    <a:pt x="0" y="21718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7182"/>
                  </a:lnTo>
                  <a:close/>
                </a:path>
                <a:path w="3810" h="242570">
                  <a:moveTo>
                    <a:pt x="3810" y="22872"/>
                  </a:moveTo>
                  <a:lnTo>
                    <a:pt x="0" y="2287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22872"/>
                  </a:lnTo>
                  <a:close/>
                </a:path>
                <a:path w="3810" h="242570">
                  <a:moveTo>
                    <a:pt x="3810" y="16522"/>
                  </a:moveTo>
                  <a:lnTo>
                    <a:pt x="0" y="1652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22"/>
                  </a:lnTo>
                  <a:close/>
                </a:path>
                <a:path w="3810" h="242570">
                  <a:moveTo>
                    <a:pt x="3810" y="13982"/>
                  </a:moveTo>
                  <a:lnTo>
                    <a:pt x="0" y="1398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82"/>
                  </a:lnTo>
                  <a:close/>
                </a:path>
                <a:path w="3810" h="242570">
                  <a:moveTo>
                    <a:pt x="381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0172"/>
                  </a:lnTo>
                  <a:close/>
                </a:path>
                <a:path w="3810" h="242570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10" h="242570">
                  <a:moveTo>
                    <a:pt x="381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3822"/>
                  </a:lnTo>
                  <a:close/>
                </a:path>
                <a:path w="3810" h="242570">
                  <a:moveTo>
                    <a:pt x="381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82"/>
                  </a:lnTo>
                  <a:close/>
                </a:path>
                <a:path w="3810" h="24257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9" name="object 2839"/>
            <p:cNvSpPr/>
            <p:nvPr/>
          </p:nvSpPr>
          <p:spPr>
            <a:xfrm>
              <a:off x="6370320" y="5283200"/>
              <a:ext cx="2540" cy="243840"/>
            </a:xfrm>
            <a:custGeom>
              <a:avLst/>
              <a:gdLst/>
              <a:ahLst/>
              <a:cxnLst/>
              <a:rect l="l" t="t" r="r" b="b"/>
              <a:pathLst>
                <a:path w="2539" h="243839">
                  <a:moveTo>
                    <a:pt x="2540" y="242582"/>
                  </a:moveTo>
                  <a:lnTo>
                    <a:pt x="1270" y="242582"/>
                  </a:lnTo>
                  <a:lnTo>
                    <a:pt x="1270" y="243840"/>
                  </a:lnTo>
                  <a:lnTo>
                    <a:pt x="2540" y="243840"/>
                  </a:lnTo>
                  <a:lnTo>
                    <a:pt x="2540" y="242582"/>
                  </a:lnTo>
                  <a:close/>
                </a:path>
                <a:path w="2539" h="243839">
                  <a:moveTo>
                    <a:pt x="2540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2540" y="242570"/>
                  </a:lnTo>
                  <a:lnTo>
                    <a:pt x="2540" y="238772"/>
                  </a:lnTo>
                  <a:close/>
                </a:path>
                <a:path w="2539" h="243839">
                  <a:moveTo>
                    <a:pt x="254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2540" y="238760"/>
                  </a:lnTo>
                  <a:lnTo>
                    <a:pt x="2540" y="236232"/>
                  </a:lnTo>
                  <a:close/>
                </a:path>
                <a:path w="2539" h="243839">
                  <a:moveTo>
                    <a:pt x="254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2540" y="236220"/>
                  </a:lnTo>
                  <a:lnTo>
                    <a:pt x="2540" y="232422"/>
                  </a:lnTo>
                  <a:close/>
                </a:path>
                <a:path w="2539" h="243839">
                  <a:moveTo>
                    <a:pt x="254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2540" y="232410"/>
                  </a:lnTo>
                  <a:lnTo>
                    <a:pt x="2540" y="229882"/>
                  </a:lnTo>
                  <a:close/>
                </a:path>
                <a:path w="2539" h="243839">
                  <a:moveTo>
                    <a:pt x="254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2540" y="229870"/>
                  </a:lnTo>
                  <a:lnTo>
                    <a:pt x="2540" y="226072"/>
                  </a:lnTo>
                  <a:close/>
                </a:path>
                <a:path w="2539" h="243839">
                  <a:moveTo>
                    <a:pt x="254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2540" y="226060"/>
                  </a:lnTo>
                  <a:lnTo>
                    <a:pt x="2540" y="223532"/>
                  </a:lnTo>
                  <a:close/>
                </a:path>
                <a:path w="2539" h="243839">
                  <a:moveTo>
                    <a:pt x="2540" y="217182"/>
                  </a:moveTo>
                  <a:lnTo>
                    <a:pt x="0" y="217182"/>
                  </a:lnTo>
                  <a:lnTo>
                    <a:pt x="0" y="223520"/>
                  </a:lnTo>
                  <a:lnTo>
                    <a:pt x="2540" y="223520"/>
                  </a:lnTo>
                  <a:lnTo>
                    <a:pt x="2540" y="217182"/>
                  </a:lnTo>
                  <a:close/>
                </a:path>
                <a:path w="2539" h="243839">
                  <a:moveTo>
                    <a:pt x="2540" y="22872"/>
                  </a:moveTo>
                  <a:lnTo>
                    <a:pt x="0" y="22872"/>
                  </a:lnTo>
                  <a:lnTo>
                    <a:pt x="0" y="217170"/>
                  </a:lnTo>
                  <a:lnTo>
                    <a:pt x="2540" y="217170"/>
                  </a:lnTo>
                  <a:lnTo>
                    <a:pt x="2540" y="22872"/>
                  </a:lnTo>
                  <a:close/>
                </a:path>
                <a:path w="2539" h="243839">
                  <a:moveTo>
                    <a:pt x="2540" y="16522"/>
                  </a:moveTo>
                  <a:lnTo>
                    <a:pt x="0" y="16522"/>
                  </a:lnTo>
                  <a:lnTo>
                    <a:pt x="0" y="22860"/>
                  </a:lnTo>
                  <a:lnTo>
                    <a:pt x="2540" y="22860"/>
                  </a:lnTo>
                  <a:lnTo>
                    <a:pt x="2540" y="16522"/>
                  </a:lnTo>
                  <a:close/>
                </a:path>
                <a:path w="2539" h="243839">
                  <a:moveTo>
                    <a:pt x="2540" y="13982"/>
                  </a:moveTo>
                  <a:lnTo>
                    <a:pt x="0" y="13982"/>
                  </a:lnTo>
                  <a:lnTo>
                    <a:pt x="0" y="16510"/>
                  </a:lnTo>
                  <a:lnTo>
                    <a:pt x="2540" y="16510"/>
                  </a:lnTo>
                  <a:lnTo>
                    <a:pt x="2540" y="13982"/>
                  </a:lnTo>
                  <a:close/>
                </a:path>
                <a:path w="2539" h="243839">
                  <a:moveTo>
                    <a:pt x="254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2540" y="13970"/>
                  </a:lnTo>
                  <a:lnTo>
                    <a:pt x="2540" y="10172"/>
                  </a:lnTo>
                  <a:close/>
                </a:path>
                <a:path w="2539" h="243839">
                  <a:moveTo>
                    <a:pt x="254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2540" y="10160"/>
                  </a:lnTo>
                  <a:lnTo>
                    <a:pt x="2540" y="7632"/>
                  </a:lnTo>
                  <a:close/>
                </a:path>
                <a:path w="2539" h="243839">
                  <a:moveTo>
                    <a:pt x="254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3822"/>
                  </a:lnTo>
                  <a:close/>
                </a:path>
                <a:path w="2539" h="243839">
                  <a:moveTo>
                    <a:pt x="254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2540" y="3810"/>
                  </a:lnTo>
                  <a:lnTo>
                    <a:pt x="2540" y="1282"/>
                  </a:lnTo>
                  <a:close/>
                </a:path>
                <a:path w="2539" h="243839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9EAD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0" name="object 2840"/>
            <p:cNvSpPr/>
            <p:nvPr/>
          </p:nvSpPr>
          <p:spPr>
            <a:xfrm>
              <a:off x="6372860" y="5283200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10" h="243839">
                  <a:moveTo>
                    <a:pt x="3810" y="242582"/>
                  </a:moveTo>
                  <a:lnTo>
                    <a:pt x="0" y="24258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2582"/>
                  </a:lnTo>
                  <a:close/>
                </a:path>
                <a:path w="3810" h="243839">
                  <a:moveTo>
                    <a:pt x="3810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8772"/>
                  </a:lnTo>
                  <a:close/>
                </a:path>
                <a:path w="3810" h="243839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10" h="243839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10" h="243839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10" h="243839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10" h="243839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10" h="243839">
                  <a:moveTo>
                    <a:pt x="3810" y="217182"/>
                  </a:moveTo>
                  <a:lnTo>
                    <a:pt x="0" y="21718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7182"/>
                  </a:lnTo>
                  <a:close/>
                </a:path>
                <a:path w="3810" h="243839">
                  <a:moveTo>
                    <a:pt x="3810" y="22872"/>
                  </a:moveTo>
                  <a:lnTo>
                    <a:pt x="0" y="2287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22872"/>
                  </a:lnTo>
                  <a:close/>
                </a:path>
                <a:path w="3810" h="243839">
                  <a:moveTo>
                    <a:pt x="3810" y="16522"/>
                  </a:moveTo>
                  <a:lnTo>
                    <a:pt x="0" y="1652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6522"/>
                  </a:lnTo>
                  <a:close/>
                </a:path>
                <a:path w="3810" h="243839">
                  <a:moveTo>
                    <a:pt x="3810" y="13982"/>
                  </a:moveTo>
                  <a:lnTo>
                    <a:pt x="0" y="1398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82"/>
                  </a:lnTo>
                  <a:close/>
                </a:path>
                <a:path w="3810" h="243839">
                  <a:moveTo>
                    <a:pt x="381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0172"/>
                  </a:lnTo>
                  <a:close/>
                </a:path>
                <a:path w="3810" h="243839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10" h="243839">
                  <a:moveTo>
                    <a:pt x="381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3822"/>
                  </a:lnTo>
                  <a:close/>
                </a:path>
                <a:path w="3810" h="243839">
                  <a:moveTo>
                    <a:pt x="381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82"/>
                  </a:lnTo>
                  <a:close/>
                </a:path>
                <a:path w="3810" h="243839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CAB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1" name="object 2841"/>
            <p:cNvSpPr/>
            <p:nvPr/>
          </p:nvSpPr>
          <p:spPr>
            <a:xfrm>
              <a:off x="6376670" y="5281930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10" h="245110">
                  <a:moveTo>
                    <a:pt x="3810" y="243852"/>
                  </a:moveTo>
                  <a:lnTo>
                    <a:pt x="0" y="24385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3852"/>
                  </a:lnTo>
                  <a:close/>
                </a:path>
                <a:path w="3810" h="245110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10" h="245110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10" h="245110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10" h="245110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10" h="245110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45110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45110">
                  <a:moveTo>
                    <a:pt x="3810" y="218452"/>
                  </a:moveTo>
                  <a:lnTo>
                    <a:pt x="0" y="21845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18452"/>
                  </a:lnTo>
                  <a:close/>
                </a:path>
                <a:path w="3810" h="245110">
                  <a:moveTo>
                    <a:pt x="3810" y="24142"/>
                  </a:moveTo>
                  <a:lnTo>
                    <a:pt x="0" y="24142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4142"/>
                  </a:lnTo>
                  <a:close/>
                </a:path>
                <a:path w="3810" h="245110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45110">
                  <a:moveTo>
                    <a:pt x="381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52"/>
                  </a:lnTo>
                  <a:close/>
                </a:path>
                <a:path w="3810" h="245110">
                  <a:moveTo>
                    <a:pt x="381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42"/>
                  </a:lnTo>
                  <a:close/>
                </a:path>
                <a:path w="3810" h="245110">
                  <a:moveTo>
                    <a:pt x="381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902"/>
                  </a:lnTo>
                  <a:close/>
                </a:path>
                <a:path w="3810" h="245110">
                  <a:moveTo>
                    <a:pt x="381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92"/>
                  </a:lnTo>
                  <a:close/>
                </a:path>
                <a:path w="3810" h="245110">
                  <a:moveTo>
                    <a:pt x="381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52"/>
                  </a:lnTo>
                  <a:close/>
                </a:path>
                <a:path w="3810" h="24511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9A8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2" name="object 2842"/>
            <p:cNvSpPr/>
            <p:nvPr/>
          </p:nvSpPr>
          <p:spPr>
            <a:xfrm>
              <a:off x="6380480" y="5281930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10" h="245110">
                  <a:moveTo>
                    <a:pt x="3810" y="243852"/>
                  </a:moveTo>
                  <a:lnTo>
                    <a:pt x="0" y="24385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3852"/>
                  </a:lnTo>
                  <a:close/>
                </a:path>
                <a:path w="3810" h="245110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10" h="245110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10" h="245110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10" h="245110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10" h="245110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45110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45110">
                  <a:moveTo>
                    <a:pt x="3810" y="218452"/>
                  </a:moveTo>
                  <a:lnTo>
                    <a:pt x="0" y="21845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18452"/>
                  </a:lnTo>
                  <a:close/>
                </a:path>
                <a:path w="3810" h="245110">
                  <a:moveTo>
                    <a:pt x="3810" y="24142"/>
                  </a:moveTo>
                  <a:lnTo>
                    <a:pt x="0" y="24142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4142"/>
                  </a:lnTo>
                  <a:close/>
                </a:path>
                <a:path w="3810" h="245110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10" h="245110">
                  <a:moveTo>
                    <a:pt x="381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52"/>
                  </a:lnTo>
                  <a:close/>
                </a:path>
                <a:path w="3810" h="245110">
                  <a:moveTo>
                    <a:pt x="381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42"/>
                  </a:lnTo>
                  <a:close/>
                </a:path>
                <a:path w="3810" h="245110">
                  <a:moveTo>
                    <a:pt x="381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902"/>
                  </a:lnTo>
                  <a:close/>
                </a:path>
                <a:path w="3810" h="245110">
                  <a:moveTo>
                    <a:pt x="381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92"/>
                  </a:lnTo>
                  <a:close/>
                </a:path>
                <a:path w="3810" h="245110">
                  <a:moveTo>
                    <a:pt x="381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52"/>
                  </a:lnTo>
                  <a:close/>
                </a:path>
                <a:path w="3810" h="24511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6A6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3" name="object 2843"/>
            <p:cNvSpPr/>
            <p:nvPr/>
          </p:nvSpPr>
          <p:spPr>
            <a:xfrm>
              <a:off x="6384290" y="5280672"/>
              <a:ext cx="3810" cy="246379"/>
            </a:xfrm>
            <a:custGeom>
              <a:avLst/>
              <a:gdLst/>
              <a:ahLst/>
              <a:cxnLst/>
              <a:rect l="l" t="t" r="r" b="b"/>
              <a:pathLst>
                <a:path w="3810" h="246379">
                  <a:moveTo>
                    <a:pt x="3810" y="245110"/>
                  </a:moveTo>
                  <a:lnTo>
                    <a:pt x="0" y="245110"/>
                  </a:lnTo>
                  <a:lnTo>
                    <a:pt x="0" y="246367"/>
                  </a:lnTo>
                  <a:lnTo>
                    <a:pt x="3810" y="246367"/>
                  </a:lnTo>
                  <a:lnTo>
                    <a:pt x="3810" y="245110"/>
                  </a:lnTo>
                  <a:close/>
                </a:path>
                <a:path w="3810" h="24637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10" h="24637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10" h="24637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10" h="24637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4637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4637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46379">
                  <a:moveTo>
                    <a:pt x="3810" y="219710"/>
                  </a:moveTo>
                  <a:lnTo>
                    <a:pt x="0" y="21971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19710"/>
                  </a:lnTo>
                  <a:close/>
                </a:path>
                <a:path w="3810" h="246379">
                  <a:moveTo>
                    <a:pt x="3810" y="25400"/>
                  </a:moveTo>
                  <a:lnTo>
                    <a:pt x="0" y="25400"/>
                  </a:lnTo>
                  <a:lnTo>
                    <a:pt x="0" y="219697"/>
                  </a:lnTo>
                  <a:lnTo>
                    <a:pt x="3810" y="219697"/>
                  </a:lnTo>
                  <a:lnTo>
                    <a:pt x="3810" y="25400"/>
                  </a:lnTo>
                  <a:close/>
                </a:path>
                <a:path w="3810" h="246379">
                  <a:moveTo>
                    <a:pt x="38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19050"/>
                  </a:lnTo>
                  <a:close/>
                </a:path>
                <a:path w="3810" h="24637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10" h="24637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4637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4637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4637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4637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4" name="object 2844"/>
            <p:cNvSpPr/>
            <p:nvPr/>
          </p:nvSpPr>
          <p:spPr>
            <a:xfrm>
              <a:off x="6388100" y="5279389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  <a:path w="3810" h="248920">
                  <a:moveTo>
                    <a:pt x="381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70"/>
                  </a:lnTo>
                  <a:close/>
                </a:path>
                <a:path w="3810" h="248920">
                  <a:moveTo>
                    <a:pt x="3810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80"/>
                  </a:lnTo>
                  <a:close/>
                </a:path>
                <a:path w="3810" h="248920">
                  <a:moveTo>
                    <a:pt x="3810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20"/>
                  </a:lnTo>
                  <a:close/>
                </a:path>
                <a:path w="3810" h="248920">
                  <a:moveTo>
                    <a:pt x="3810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30"/>
                  </a:lnTo>
                  <a:close/>
                </a:path>
                <a:path w="3810" h="248920">
                  <a:moveTo>
                    <a:pt x="3810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70"/>
                  </a:lnTo>
                  <a:close/>
                </a:path>
                <a:path w="3810" h="248920">
                  <a:moveTo>
                    <a:pt x="3810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80"/>
                  </a:lnTo>
                  <a:close/>
                </a:path>
                <a:path w="3810" h="248920">
                  <a:moveTo>
                    <a:pt x="3810" y="20320"/>
                  </a:moveTo>
                  <a:lnTo>
                    <a:pt x="0" y="20320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0320"/>
                  </a:lnTo>
                  <a:close/>
                </a:path>
                <a:path w="3810" h="248920">
                  <a:moveTo>
                    <a:pt x="3810" y="26670"/>
                  </a:moveTo>
                  <a:lnTo>
                    <a:pt x="0" y="26670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6670"/>
                  </a:lnTo>
                  <a:close/>
                </a:path>
                <a:path w="3810" h="248920">
                  <a:moveTo>
                    <a:pt x="3810" y="220980"/>
                  </a:moveTo>
                  <a:lnTo>
                    <a:pt x="0" y="220980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0980"/>
                  </a:lnTo>
                  <a:close/>
                </a:path>
                <a:path w="3810" h="248920">
                  <a:moveTo>
                    <a:pt x="3810" y="227330"/>
                  </a:moveTo>
                  <a:lnTo>
                    <a:pt x="0" y="227330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30"/>
                  </a:lnTo>
                  <a:close/>
                </a:path>
                <a:path w="3810" h="248920">
                  <a:moveTo>
                    <a:pt x="3810" y="229870"/>
                  </a:moveTo>
                  <a:lnTo>
                    <a:pt x="0" y="229870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70"/>
                  </a:lnTo>
                  <a:close/>
                </a:path>
                <a:path w="3810" h="248920">
                  <a:moveTo>
                    <a:pt x="3810" y="233680"/>
                  </a:moveTo>
                  <a:lnTo>
                    <a:pt x="0" y="233680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80"/>
                  </a:lnTo>
                  <a:close/>
                </a:path>
                <a:path w="3810" h="248920">
                  <a:moveTo>
                    <a:pt x="3810" y="236220"/>
                  </a:moveTo>
                  <a:lnTo>
                    <a:pt x="0" y="236220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20"/>
                  </a:lnTo>
                  <a:close/>
                </a:path>
                <a:path w="3810" h="248920">
                  <a:moveTo>
                    <a:pt x="3810" y="240030"/>
                  </a:moveTo>
                  <a:lnTo>
                    <a:pt x="0" y="240030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30"/>
                  </a:lnTo>
                  <a:close/>
                </a:path>
                <a:path w="3810" h="248920">
                  <a:moveTo>
                    <a:pt x="3810" y="242570"/>
                  </a:moveTo>
                  <a:lnTo>
                    <a:pt x="0" y="242570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2570"/>
                  </a:lnTo>
                  <a:close/>
                </a:path>
                <a:path w="3810" h="248920">
                  <a:moveTo>
                    <a:pt x="3810" y="246380"/>
                  </a:moveTo>
                  <a:lnTo>
                    <a:pt x="0" y="246380"/>
                  </a:lnTo>
                  <a:lnTo>
                    <a:pt x="0" y="247650"/>
                  </a:lnTo>
                  <a:lnTo>
                    <a:pt x="1270" y="247650"/>
                  </a:lnTo>
                  <a:lnTo>
                    <a:pt x="1270" y="248920"/>
                  </a:lnTo>
                  <a:lnTo>
                    <a:pt x="3810" y="248920"/>
                  </a:lnTo>
                  <a:lnTo>
                    <a:pt x="3810" y="246380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5" name="object 2845"/>
            <p:cNvSpPr/>
            <p:nvPr/>
          </p:nvSpPr>
          <p:spPr>
            <a:xfrm>
              <a:off x="6391910" y="5279389"/>
              <a:ext cx="2540" cy="248920"/>
            </a:xfrm>
            <a:custGeom>
              <a:avLst/>
              <a:gdLst/>
              <a:ahLst/>
              <a:cxnLst/>
              <a:rect l="l" t="t" r="r" b="b"/>
              <a:pathLst>
                <a:path w="2539" h="248920">
                  <a:moveTo>
                    <a:pt x="254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2540" y="248920"/>
                  </a:lnTo>
                  <a:lnTo>
                    <a:pt x="2540" y="246392"/>
                  </a:lnTo>
                  <a:close/>
                </a:path>
                <a:path w="2539" h="248920">
                  <a:moveTo>
                    <a:pt x="2540" y="242582"/>
                  </a:moveTo>
                  <a:lnTo>
                    <a:pt x="0" y="242582"/>
                  </a:lnTo>
                  <a:lnTo>
                    <a:pt x="0" y="246380"/>
                  </a:lnTo>
                  <a:lnTo>
                    <a:pt x="2540" y="246380"/>
                  </a:lnTo>
                  <a:lnTo>
                    <a:pt x="2540" y="242582"/>
                  </a:lnTo>
                  <a:close/>
                </a:path>
                <a:path w="2539" h="248920">
                  <a:moveTo>
                    <a:pt x="254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2540" y="242570"/>
                  </a:lnTo>
                  <a:lnTo>
                    <a:pt x="2540" y="240042"/>
                  </a:lnTo>
                  <a:close/>
                </a:path>
                <a:path w="2539" h="248920">
                  <a:moveTo>
                    <a:pt x="254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2540" y="240030"/>
                  </a:lnTo>
                  <a:lnTo>
                    <a:pt x="2540" y="236232"/>
                  </a:lnTo>
                  <a:close/>
                </a:path>
                <a:path w="2539" h="248920">
                  <a:moveTo>
                    <a:pt x="254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2540" y="236220"/>
                  </a:lnTo>
                  <a:lnTo>
                    <a:pt x="2540" y="233692"/>
                  </a:lnTo>
                  <a:close/>
                </a:path>
                <a:path w="2539" h="248920">
                  <a:moveTo>
                    <a:pt x="254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2540" y="233680"/>
                  </a:lnTo>
                  <a:lnTo>
                    <a:pt x="2540" y="229882"/>
                  </a:lnTo>
                  <a:close/>
                </a:path>
                <a:path w="2539" h="248920">
                  <a:moveTo>
                    <a:pt x="254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2540" y="229870"/>
                  </a:lnTo>
                  <a:lnTo>
                    <a:pt x="2540" y="227342"/>
                  </a:lnTo>
                  <a:close/>
                </a:path>
                <a:path w="2539" h="248920">
                  <a:moveTo>
                    <a:pt x="2540" y="220992"/>
                  </a:moveTo>
                  <a:lnTo>
                    <a:pt x="0" y="220992"/>
                  </a:lnTo>
                  <a:lnTo>
                    <a:pt x="0" y="227330"/>
                  </a:lnTo>
                  <a:lnTo>
                    <a:pt x="2540" y="227330"/>
                  </a:lnTo>
                  <a:lnTo>
                    <a:pt x="2540" y="220992"/>
                  </a:lnTo>
                  <a:close/>
                </a:path>
                <a:path w="2539" h="248920">
                  <a:moveTo>
                    <a:pt x="2540" y="26682"/>
                  </a:moveTo>
                  <a:lnTo>
                    <a:pt x="0" y="26682"/>
                  </a:lnTo>
                  <a:lnTo>
                    <a:pt x="0" y="220980"/>
                  </a:lnTo>
                  <a:lnTo>
                    <a:pt x="2540" y="220980"/>
                  </a:lnTo>
                  <a:lnTo>
                    <a:pt x="2540" y="26682"/>
                  </a:lnTo>
                  <a:close/>
                </a:path>
                <a:path w="2539" h="248920">
                  <a:moveTo>
                    <a:pt x="2540" y="20332"/>
                  </a:moveTo>
                  <a:lnTo>
                    <a:pt x="0" y="20332"/>
                  </a:lnTo>
                  <a:lnTo>
                    <a:pt x="0" y="26670"/>
                  </a:lnTo>
                  <a:lnTo>
                    <a:pt x="2540" y="26670"/>
                  </a:lnTo>
                  <a:lnTo>
                    <a:pt x="2540" y="20332"/>
                  </a:lnTo>
                  <a:close/>
                </a:path>
                <a:path w="2539" h="248920">
                  <a:moveTo>
                    <a:pt x="254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2540" y="20320"/>
                  </a:lnTo>
                  <a:lnTo>
                    <a:pt x="2540" y="17792"/>
                  </a:lnTo>
                  <a:close/>
                </a:path>
                <a:path w="2539" h="248920">
                  <a:moveTo>
                    <a:pt x="254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2540" y="17780"/>
                  </a:lnTo>
                  <a:lnTo>
                    <a:pt x="2540" y="13982"/>
                  </a:lnTo>
                  <a:close/>
                </a:path>
                <a:path w="2539" h="248920">
                  <a:moveTo>
                    <a:pt x="254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2540" y="13970"/>
                  </a:lnTo>
                  <a:lnTo>
                    <a:pt x="2540" y="11442"/>
                  </a:lnTo>
                  <a:close/>
                </a:path>
                <a:path w="2539" h="248920">
                  <a:moveTo>
                    <a:pt x="254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7632"/>
                  </a:lnTo>
                  <a:close/>
                </a:path>
                <a:path w="2539" h="248920">
                  <a:moveTo>
                    <a:pt x="254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5092"/>
                  </a:lnTo>
                  <a:close/>
                </a:path>
                <a:path w="2539" h="248920">
                  <a:moveTo>
                    <a:pt x="254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1282"/>
                  </a:lnTo>
                  <a:close/>
                </a:path>
                <a:path w="2539" h="248920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8E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6" name="object 2846"/>
            <p:cNvSpPr/>
            <p:nvPr/>
          </p:nvSpPr>
          <p:spPr>
            <a:xfrm>
              <a:off x="6394450" y="5279389"/>
              <a:ext cx="5080" cy="248920"/>
            </a:xfrm>
            <a:custGeom>
              <a:avLst/>
              <a:gdLst/>
              <a:ahLst/>
              <a:cxnLst/>
              <a:rect l="l" t="t" r="r" b="b"/>
              <a:pathLst>
                <a:path w="5079" h="248920">
                  <a:moveTo>
                    <a:pt x="508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5080" y="248920"/>
                  </a:lnTo>
                  <a:lnTo>
                    <a:pt x="5080" y="246392"/>
                  </a:lnTo>
                  <a:close/>
                </a:path>
                <a:path w="5079" h="248920">
                  <a:moveTo>
                    <a:pt x="5080" y="242582"/>
                  </a:moveTo>
                  <a:lnTo>
                    <a:pt x="0" y="242582"/>
                  </a:lnTo>
                  <a:lnTo>
                    <a:pt x="0" y="246380"/>
                  </a:lnTo>
                  <a:lnTo>
                    <a:pt x="5080" y="246380"/>
                  </a:lnTo>
                  <a:lnTo>
                    <a:pt x="5080" y="242582"/>
                  </a:lnTo>
                  <a:close/>
                </a:path>
                <a:path w="5079" h="248920">
                  <a:moveTo>
                    <a:pt x="508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5080" y="242570"/>
                  </a:lnTo>
                  <a:lnTo>
                    <a:pt x="5080" y="240042"/>
                  </a:lnTo>
                  <a:close/>
                </a:path>
                <a:path w="5079" h="248920">
                  <a:moveTo>
                    <a:pt x="508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5080" y="240030"/>
                  </a:lnTo>
                  <a:lnTo>
                    <a:pt x="5080" y="236232"/>
                  </a:lnTo>
                  <a:close/>
                </a:path>
                <a:path w="5079" h="248920">
                  <a:moveTo>
                    <a:pt x="508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5080" y="236220"/>
                  </a:lnTo>
                  <a:lnTo>
                    <a:pt x="5080" y="233692"/>
                  </a:lnTo>
                  <a:close/>
                </a:path>
                <a:path w="5079" h="248920">
                  <a:moveTo>
                    <a:pt x="508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5080" y="233680"/>
                  </a:lnTo>
                  <a:lnTo>
                    <a:pt x="5080" y="229882"/>
                  </a:lnTo>
                  <a:close/>
                </a:path>
                <a:path w="5079" h="248920">
                  <a:moveTo>
                    <a:pt x="508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5080" y="229870"/>
                  </a:lnTo>
                  <a:lnTo>
                    <a:pt x="5080" y="227342"/>
                  </a:lnTo>
                  <a:close/>
                </a:path>
                <a:path w="5079" h="248920">
                  <a:moveTo>
                    <a:pt x="5080" y="220992"/>
                  </a:moveTo>
                  <a:lnTo>
                    <a:pt x="0" y="220992"/>
                  </a:lnTo>
                  <a:lnTo>
                    <a:pt x="0" y="227330"/>
                  </a:lnTo>
                  <a:lnTo>
                    <a:pt x="5080" y="227330"/>
                  </a:lnTo>
                  <a:lnTo>
                    <a:pt x="5080" y="220992"/>
                  </a:lnTo>
                  <a:close/>
                </a:path>
                <a:path w="5079" h="248920">
                  <a:moveTo>
                    <a:pt x="5080" y="26682"/>
                  </a:moveTo>
                  <a:lnTo>
                    <a:pt x="0" y="26682"/>
                  </a:lnTo>
                  <a:lnTo>
                    <a:pt x="0" y="220980"/>
                  </a:lnTo>
                  <a:lnTo>
                    <a:pt x="5080" y="220980"/>
                  </a:lnTo>
                  <a:lnTo>
                    <a:pt x="5080" y="26682"/>
                  </a:lnTo>
                  <a:close/>
                </a:path>
                <a:path w="5079" h="248920">
                  <a:moveTo>
                    <a:pt x="5080" y="20332"/>
                  </a:moveTo>
                  <a:lnTo>
                    <a:pt x="0" y="20332"/>
                  </a:lnTo>
                  <a:lnTo>
                    <a:pt x="0" y="26670"/>
                  </a:lnTo>
                  <a:lnTo>
                    <a:pt x="5080" y="26670"/>
                  </a:lnTo>
                  <a:lnTo>
                    <a:pt x="5080" y="20332"/>
                  </a:lnTo>
                  <a:close/>
                </a:path>
                <a:path w="5079" h="248920">
                  <a:moveTo>
                    <a:pt x="508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5080" y="20320"/>
                  </a:lnTo>
                  <a:lnTo>
                    <a:pt x="5080" y="17792"/>
                  </a:lnTo>
                  <a:close/>
                </a:path>
                <a:path w="5079" h="248920">
                  <a:moveTo>
                    <a:pt x="508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5080" y="17780"/>
                  </a:lnTo>
                  <a:lnTo>
                    <a:pt x="5080" y="13982"/>
                  </a:lnTo>
                  <a:close/>
                </a:path>
                <a:path w="5079" h="248920">
                  <a:moveTo>
                    <a:pt x="508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5080" y="13970"/>
                  </a:lnTo>
                  <a:lnTo>
                    <a:pt x="5080" y="11442"/>
                  </a:lnTo>
                  <a:close/>
                </a:path>
                <a:path w="5079" h="248920">
                  <a:moveTo>
                    <a:pt x="508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5080" y="11430"/>
                  </a:lnTo>
                  <a:lnTo>
                    <a:pt x="5080" y="7632"/>
                  </a:lnTo>
                  <a:close/>
                </a:path>
                <a:path w="5079" h="248920">
                  <a:moveTo>
                    <a:pt x="508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5080" y="7620"/>
                  </a:lnTo>
                  <a:lnTo>
                    <a:pt x="5080" y="5092"/>
                  </a:lnTo>
                  <a:close/>
                </a:path>
                <a:path w="5079" h="248920">
                  <a:moveTo>
                    <a:pt x="508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5080" y="5080"/>
                  </a:lnTo>
                  <a:lnTo>
                    <a:pt x="5080" y="1282"/>
                  </a:lnTo>
                  <a:close/>
                </a:path>
                <a:path w="5079" h="248920">
                  <a:moveTo>
                    <a:pt x="508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5080" y="1270"/>
                  </a:lnTo>
                  <a:lnTo>
                    <a:pt x="5080" y="0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7" name="object 2847"/>
            <p:cNvSpPr/>
            <p:nvPr/>
          </p:nvSpPr>
          <p:spPr>
            <a:xfrm>
              <a:off x="6399530" y="5279389"/>
              <a:ext cx="2540" cy="248920"/>
            </a:xfrm>
            <a:custGeom>
              <a:avLst/>
              <a:gdLst/>
              <a:ahLst/>
              <a:cxnLst/>
              <a:rect l="l" t="t" r="r" b="b"/>
              <a:pathLst>
                <a:path w="2539" h="248920">
                  <a:moveTo>
                    <a:pt x="254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2540" y="248920"/>
                  </a:lnTo>
                  <a:lnTo>
                    <a:pt x="2540" y="246392"/>
                  </a:lnTo>
                  <a:close/>
                </a:path>
                <a:path w="2539" h="248920">
                  <a:moveTo>
                    <a:pt x="2540" y="242582"/>
                  </a:moveTo>
                  <a:lnTo>
                    <a:pt x="0" y="242582"/>
                  </a:lnTo>
                  <a:lnTo>
                    <a:pt x="0" y="246380"/>
                  </a:lnTo>
                  <a:lnTo>
                    <a:pt x="2540" y="246380"/>
                  </a:lnTo>
                  <a:lnTo>
                    <a:pt x="2540" y="242582"/>
                  </a:lnTo>
                  <a:close/>
                </a:path>
                <a:path w="2539" h="248920">
                  <a:moveTo>
                    <a:pt x="254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2540" y="242570"/>
                  </a:lnTo>
                  <a:lnTo>
                    <a:pt x="2540" y="240042"/>
                  </a:lnTo>
                  <a:close/>
                </a:path>
                <a:path w="2539" h="248920">
                  <a:moveTo>
                    <a:pt x="254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2540" y="240030"/>
                  </a:lnTo>
                  <a:lnTo>
                    <a:pt x="2540" y="236232"/>
                  </a:lnTo>
                  <a:close/>
                </a:path>
                <a:path w="2539" h="248920">
                  <a:moveTo>
                    <a:pt x="254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2540" y="236220"/>
                  </a:lnTo>
                  <a:lnTo>
                    <a:pt x="2540" y="233692"/>
                  </a:lnTo>
                  <a:close/>
                </a:path>
                <a:path w="2539" h="248920">
                  <a:moveTo>
                    <a:pt x="254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2540" y="233680"/>
                  </a:lnTo>
                  <a:lnTo>
                    <a:pt x="2540" y="229882"/>
                  </a:lnTo>
                  <a:close/>
                </a:path>
                <a:path w="2539" h="248920">
                  <a:moveTo>
                    <a:pt x="254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2540" y="229870"/>
                  </a:lnTo>
                  <a:lnTo>
                    <a:pt x="2540" y="227342"/>
                  </a:lnTo>
                  <a:close/>
                </a:path>
                <a:path w="2539" h="248920">
                  <a:moveTo>
                    <a:pt x="2540" y="220992"/>
                  </a:moveTo>
                  <a:lnTo>
                    <a:pt x="0" y="220992"/>
                  </a:lnTo>
                  <a:lnTo>
                    <a:pt x="0" y="227330"/>
                  </a:lnTo>
                  <a:lnTo>
                    <a:pt x="2540" y="227330"/>
                  </a:lnTo>
                  <a:lnTo>
                    <a:pt x="2540" y="220992"/>
                  </a:lnTo>
                  <a:close/>
                </a:path>
                <a:path w="2539" h="248920">
                  <a:moveTo>
                    <a:pt x="2540" y="26682"/>
                  </a:moveTo>
                  <a:lnTo>
                    <a:pt x="0" y="26682"/>
                  </a:lnTo>
                  <a:lnTo>
                    <a:pt x="0" y="220980"/>
                  </a:lnTo>
                  <a:lnTo>
                    <a:pt x="2540" y="220980"/>
                  </a:lnTo>
                  <a:lnTo>
                    <a:pt x="2540" y="26682"/>
                  </a:lnTo>
                  <a:close/>
                </a:path>
                <a:path w="2539" h="248920">
                  <a:moveTo>
                    <a:pt x="2540" y="20332"/>
                  </a:moveTo>
                  <a:lnTo>
                    <a:pt x="0" y="20332"/>
                  </a:lnTo>
                  <a:lnTo>
                    <a:pt x="0" y="26670"/>
                  </a:lnTo>
                  <a:lnTo>
                    <a:pt x="2540" y="26670"/>
                  </a:lnTo>
                  <a:lnTo>
                    <a:pt x="2540" y="20332"/>
                  </a:lnTo>
                  <a:close/>
                </a:path>
                <a:path w="2539" h="248920">
                  <a:moveTo>
                    <a:pt x="254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2540" y="20320"/>
                  </a:lnTo>
                  <a:lnTo>
                    <a:pt x="2540" y="17792"/>
                  </a:lnTo>
                  <a:close/>
                </a:path>
                <a:path w="2539" h="248920">
                  <a:moveTo>
                    <a:pt x="254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2540" y="17780"/>
                  </a:lnTo>
                  <a:lnTo>
                    <a:pt x="2540" y="13982"/>
                  </a:lnTo>
                  <a:close/>
                </a:path>
                <a:path w="2539" h="248920">
                  <a:moveTo>
                    <a:pt x="254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2540" y="13970"/>
                  </a:lnTo>
                  <a:lnTo>
                    <a:pt x="2540" y="11442"/>
                  </a:lnTo>
                  <a:close/>
                </a:path>
                <a:path w="2539" h="248920">
                  <a:moveTo>
                    <a:pt x="254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7632"/>
                  </a:lnTo>
                  <a:close/>
                </a:path>
                <a:path w="2539" h="248920">
                  <a:moveTo>
                    <a:pt x="254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5092"/>
                  </a:lnTo>
                  <a:close/>
                </a:path>
                <a:path w="2539" h="248920">
                  <a:moveTo>
                    <a:pt x="254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1282"/>
                  </a:lnTo>
                  <a:close/>
                </a:path>
                <a:path w="2539" h="248920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8" name="object 2848"/>
            <p:cNvSpPr/>
            <p:nvPr/>
          </p:nvSpPr>
          <p:spPr>
            <a:xfrm>
              <a:off x="6402070" y="5279389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10" h="248920">
                  <a:moveTo>
                    <a:pt x="3810" y="242582"/>
                  </a:moveTo>
                  <a:lnTo>
                    <a:pt x="0" y="24258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2582"/>
                  </a:lnTo>
                  <a:close/>
                </a:path>
                <a:path w="3810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10" h="248920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10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10" h="248920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10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10" h="248920">
                  <a:moveTo>
                    <a:pt x="3810" y="220992"/>
                  </a:moveTo>
                  <a:lnTo>
                    <a:pt x="0" y="22099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0992"/>
                  </a:lnTo>
                  <a:close/>
                </a:path>
                <a:path w="3810" h="248920">
                  <a:moveTo>
                    <a:pt x="3810" y="26682"/>
                  </a:moveTo>
                  <a:lnTo>
                    <a:pt x="0" y="2668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6682"/>
                  </a:lnTo>
                  <a:close/>
                </a:path>
                <a:path w="3810" h="248920">
                  <a:moveTo>
                    <a:pt x="3810" y="20332"/>
                  </a:moveTo>
                  <a:lnTo>
                    <a:pt x="0" y="20332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0332"/>
                  </a:lnTo>
                  <a:close/>
                </a:path>
                <a:path w="3810" h="248920">
                  <a:moveTo>
                    <a:pt x="381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92"/>
                  </a:lnTo>
                  <a:close/>
                </a:path>
                <a:path w="3810" h="248920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10" h="248920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10" h="24892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10" h="24892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10" h="24892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799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9" name="object 2849"/>
            <p:cNvSpPr/>
            <p:nvPr/>
          </p:nvSpPr>
          <p:spPr>
            <a:xfrm>
              <a:off x="6405880" y="5279389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10" h="248920">
                  <a:moveTo>
                    <a:pt x="3810" y="242582"/>
                  </a:moveTo>
                  <a:lnTo>
                    <a:pt x="0" y="24258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2582"/>
                  </a:lnTo>
                  <a:close/>
                </a:path>
                <a:path w="3810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10" h="248920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10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10" h="248920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10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10" h="248920">
                  <a:moveTo>
                    <a:pt x="3810" y="220992"/>
                  </a:moveTo>
                  <a:lnTo>
                    <a:pt x="0" y="22099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0992"/>
                  </a:lnTo>
                  <a:close/>
                </a:path>
                <a:path w="3810" h="248920">
                  <a:moveTo>
                    <a:pt x="3810" y="26682"/>
                  </a:moveTo>
                  <a:lnTo>
                    <a:pt x="0" y="2668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6682"/>
                  </a:lnTo>
                  <a:close/>
                </a:path>
                <a:path w="3810" h="248920">
                  <a:moveTo>
                    <a:pt x="3810" y="20332"/>
                  </a:moveTo>
                  <a:lnTo>
                    <a:pt x="0" y="20332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0332"/>
                  </a:lnTo>
                  <a:close/>
                </a:path>
                <a:path w="3810" h="248920">
                  <a:moveTo>
                    <a:pt x="381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92"/>
                  </a:lnTo>
                  <a:close/>
                </a:path>
                <a:path w="3810" h="248920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10" h="248920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10" h="24892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10" h="24892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10" h="24892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496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0" name="object 2850"/>
            <p:cNvSpPr/>
            <p:nvPr/>
          </p:nvSpPr>
          <p:spPr>
            <a:xfrm>
              <a:off x="6409690" y="5279389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10" h="248920">
                  <a:moveTo>
                    <a:pt x="3810" y="242582"/>
                  </a:moveTo>
                  <a:lnTo>
                    <a:pt x="0" y="24258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2582"/>
                  </a:lnTo>
                  <a:close/>
                </a:path>
                <a:path w="3810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10" h="248920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10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10" h="248920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10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10" h="248920">
                  <a:moveTo>
                    <a:pt x="3810" y="220992"/>
                  </a:moveTo>
                  <a:lnTo>
                    <a:pt x="0" y="22099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0992"/>
                  </a:lnTo>
                  <a:close/>
                </a:path>
                <a:path w="3810" h="248920">
                  <a:moveTo>
                    <a:pt x="3810" y="26682"/>
                  </a:moveTo>
                  <a:lnTo>
                    <a:pt x="0" y="2668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6682"/>
                  </a:lnTo>
                  <a:close/>
                </a:path>
                <a:path w="3810" h="248920">
                  <a:moveTo>
                    <a:pt x="3810" y="20332"/>
                  </a:moveTo>
                  <a:lnTo>
                    <a:pt x="0" y="20332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0332"/>
                  </a:lnTo>
                  <a:close/>
                </a:path>
                <a:path w="3810" h="248920">
                  <a:moveTo>
                    <a:pt x="381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92"/>
                  </a:lnTo>
                  <a:close/>
                </a:path>
                <a:path w="3810" h="248920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10" h="248920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10" h="24892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10" h="24892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10" h="24892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19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1" name="object 2851"/>
            <p:cNvSpPr/>
            <p:nvPr/>
          </p:nvSpPr>
          <p:spPr>
            <a:xfrm>
              <a:off x="6413500" y="5278120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10" h="251460">
                  <a:moveTo>
                    <a:pt x="3810" y="0"/>
                  </a:moveTo>
                  <a:lnTo>
                    <a:pt x="2539" y="0"/>
                  </a:lnTo>
                  <a:lnTo>
                    <a:pt x="2539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251460">
                  <a:moveTo>
                    <a:pt x="381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2539"/>
                  </a:lnTo>
                  <a:close/>
                </a:path>
                <a:path w="3810" h="251460">
                  <a:moveTo>
                    <a:pt x="381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49"/>
                  </a:lnTo>
                  <a:close/>
                </a:path>
                <a:path w="3810" h="251460">
                  <a:moveTo>
                    <a:pt x="381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8889"/>
                  </a:lnTo>
                  <a:close/>
                </a:path>
                <a:path w="3810" h="251460">
                  <a:moveTo>
                    <a:pt x="381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2699"/>
                  </a:lnTo>
                  <a:close/>
                </a:path>
                <a:path w="3810" h="251460">
                  <a:moveTo>
                    <a:pt x="381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5239"/>
                  </a:lnTo>
                  <a:close/>
                </a:path>
                <a:path w="3810" h="251460">
                  <a:moveTo>
                    <a:pt x="3810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9049"/>
                  </a:lnTo>
                  <a:close/>
                </a:path>
                <a:path w="3810" h="251460">
                  <a:moveTo>
                    <a:pt x="3810" y="21589"/>
                  </a:moveTo>
                  <a:lnTo>
                    <a:pt x="0" y="21589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1589"/>
                  </a:lnTo>
                  <a:close/>
                </a:path>
                <a:path w="3810" h="251460">
                  <a:moveTo>
                    <a:pt x="3810" y="27939"/>
                  </a:moveTo>
                  <a:lnTo>
                    <a:pt x="0" y="27939"/>
                  </a:lnTo>
                  <a:lnTo>
                    <a:pt x="0" y="222249"/>
                  </a:lnTo>
                  <a:lnTo>
                    <a:pt x="3810" y="222249"/>
                  </a:lnTo>
                  <a:lnTo>
                    <a:pt x="3810" y="27939"/>
                  </a:lnTo>
                  <a:close/>
                </a:path>
                <a:path w="3810" h="251460">
                  <a:moveTo>
                    <a:pt x="3810" y="222249"/>
                  </a:moveTo>
                  <a:lnTo>
                    <a:pt x="0" y="22224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2249"/>
                  </a:lnTo>
                  <a:close/>
                </a:path>
                <a:path w="3810" h="251460">
                  <a:moveTo>
                    <a:pt x="3810" y="228599"/>
                  </a:moveTo>
                  <a:lnTo>
                    <a:pt x="0" y="228599"/>
                  </a:lnTo>
                  <a:lnTo>
                    <a:pt x="0" y="231139"/>
                  </a:lnTo>
                  <a:lnTo>
                    <a:pt x="3810" y="231139"/>
                  </a:lnTo>
                  <a:lnTo>
                    <a:pt x="3810" y="228599"/>
                  </a:lnTo>
                  <a:close/>
                </a:path>
                <a:path w="3810" h="251460">
                  <a:moveTo>
                    <a:pt x="3810" y="231139"/>
                  </a:moveTo>
                  <a:lnTo>
                    <a:pt x="0" y="231139"/>
                  </a:lnTo>
                  <a:lnTo>
                    <a:pt x="0" y="234949"/>
                  </a:lnTo>
                  <a:lnTo>
                    <a:pt x="3810" y="234949"/>
                  </a:lnTo>
                  <a:lnTo>
                    <a:pt x="3810" y="231139"/>
                  </a:lnTo>
                  <a:close/>
                </a:path>
                <a:path w="3810" h="251460">
                  <a:moveTo>
                    <a:pt x="3810" y="234949"/>
                  </a:moveTo>
                  <a:lnTo>
                    <a:pt x="0" y="234949"/>
                  </a:lnTo>
                  <a:lnTo>
                    <a:pt x="0" y="237489"/>
                  </a:lnTo>
                  <a:lnTo>
                    <a:pt x="3810" y="237489"/>
                  </a:lnTo>
                  <a:lnTo>
                    <a:pt x="3810" y="234949"/>
                  </a:lnTo>
                  <a:close/>
                </a:path>
                <a:path w="3810" h="251460">
                  <a:moveTo>
                    <a:pt x="3810" y="237489"/>
                  </a:moveTo>
                  <a:lnTo>
                    <a:pt x="0" y="237489"/>
                  </a:lnTo>
                  <a:lnTo>
                    <a:pt x="0" y="241299"/>
                  </a:lnTo>
                  <a:lnTo>
                    <a:pt x="3810" y="241299"/>
                  </a:lnTo>
                  <a:lnTo>
                    <a:pt x="3810" y="237489"/>
                  </a:lnTo>
                  <a:close/>
                </a:path>
                <a:path w="3810" h="251460">
                  <a:moveTo>
                    <a:pt x="3810" y="241299"/>
                  </a:moveTo>
                  <a:lnTo>
                    <a:pt x="0" y="241299"/>
                  </a:lnTo>
                  <a:lnTo>
                    <a:pt x="0" y="243839"/>
                  </a:lnTo>
                  <a:lnTo>
                    <a:pt x="3810" y="243839"/>
                  </a:lnTo>
                  <a:lnTo>
                    <a:pt x="3810" y="241299"/>
                  </a:lnTo>
                  <a:close/>
                </a:path>
                <a:path w="3810" h="251460">
                  <a:moveTo>
                    <a:pt x="3810" y="243839"/>
                  </a:moveTo>
                  <a:lnTo>
                    <a:pt x="0" y="243839"/>
                  </a:lnTo>
                  <a:lnTo>
                    <a:pt x="0" y="247649"/>
                  </a:lnTo>
                  <a:lnTo>
                    <a:pt x="3810" y="247649"/>
                  </a:lnTo>
                  <a:lnTo>
                    <a:pt x="3810" y="243839"/>
                  </a:lnTo>
                  <a:close/>
                </a:path>
                <a:path w="3810" h="251460">
                  <a:moveTo>
                    <a:pt x="3810" y="247649"/>
                  </a:moveTo>
                  <a:lnTo>
                    <a:pt x="0" y="247649"/>
                  </a:lnTo>
                  <a:lnTo>
                    <a:pt x="0" y="250189"/>
                  </a:lnTo>
                  <a:lnTo>
                    <a:pt x="3810" y="250189"/>
                  </a:lnTo>
                  <a:lnTo>
                    <a:pt x="3810" y="247649"/>
                  </a:lnTo>
                  <a:close/>
                </a:path>
                <a:path w="3810" h="251460">
                  <a:moveTo>
                    <a:pt x="3810" y="250189"/>
                  </a:moveTo>
                  <a:lnTo>
                    <a:pt x="2539" y="250189"/>
                  </a:lnTo>
                  <a:lnTo>
                    <a:pt x="2539" y="251459"/>
                  </a:lnTo>
                  <a:lnTo>
                    <a:pt x="3810" y="251459"/>
                  </a:lnTo>
                  <a:lnTo>
                    <a:pt x="3810" y="250189"/>
                  </a:lnTo>
                  <a:close/>
                </a:path>
              </a:pathLst>
            </a:custGeom>
            <a:solidFill>
              <a:srgbClr val="7F92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2" name="object 2852"/>
            <p:cNvSpPr/>
            <p:nvPr/>
          </p:nvSpPr>
          <p:spPr>
            <a:xfrm>
              <a:off x="6417310" y="5278132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10" h="251460">
                  <a:moveTo>
                    <a:pt x="3810" y="250190"/>
                  </a:moveTo>
                  <a:lnTo>
                    <a:pt x="0" y="25019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50190"/>
                  </a:lnTo>
                  <a:close/>
                </a:path>
                <a:path w="3810" h="251460">
                  <a:moveTo>
                    <a:pt x="3810" y="247650"/>
                  </a:moveTo>
                  <a:lnTo>
                    <a:pt x="0" y="247650"/>
                  </a:lnTo>
                  <a:lnTo>
                    <a:pt x="0" y="250177"/>
                  </a:lnTo>
                  <a:lnTo>
                    <a:pt x="3810" y="250177"/>
                  </a:lnTo>
                  <a:lnTo>
                    <a:pt x="3810" y="247650"/>
                  </a:lnTo>
                  <a:close/>
                </a:path>
                <a:path w="3810" h="251460">
                  <a:moveTo>
                    <a:pt x="3810" y="243840"/>
                  </a:moveTo>
                  <a:lnTo>
                    <a:pt x="0" y="24384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3840"/>
                  </a:lnTo>
                  <a:close/>
                </a:path>
                <a:path w="3810" h="251460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10" h="251460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10" h="251460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10" h="251460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10" h="25146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10" h="251460">
                  <a:moveTo>
                    <a:pt x="3810" y="222250"/>
                  </a:moveTo>
                  <a:lnTo>
                    <a:pt x="0" y="22225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2250"/>
                  </a:lnTo>
                  <a:close/>
                </a:path>
                <a:path w="3810" h="251460">
                  <a:moveTo>
                    <a:pt x="3810" y="27940"/>
                  </a:moveTo>
                  <a:lnTo>
                    <a:pt x="0" y="2794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7940"/>
                  </a:lnTo>
                  <a:close/>
                </a:path>
                <a:path w="3810" h="251460">
                  <a:moveTo>
                    <a:pt x="3810" y="21590"/>
                  </a:moveTo>
                  <a:lnTo>
                    <a:pt x="0" y="21590"/>
                  </a:lnTo>
                  <a:lnTo>
                    <a:pt x="0" y="27927"/>
                  </a:lnTo>
                  <a:lnTo>
                    <a:pt x="3810" y="27927"/>
                  </a:lnTo>
                  <a:lnTo>
                    <a:pt x="3810" y="21590"/>
                  </a:lnTo>
                  <a:close/>
                </a:path>
                <a:path w="3810" h="251460">
                  <a:moveTo>
                    <a:pt x="381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10" y="21577"/>
                  </a:lnTo>
                  <a:lnTo>
                    <a:pt x="3810" y="19050"/>
                  </a:lnTo>
                  <a:close/>
                </a:path>
                <a:path w="3810" h="251460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10" h="25146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10" h="25146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10" h="25146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10" h="25146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10" h="25146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3" name="object 2853"/>
            <p:cNvSpPr/>
            <p:nvPr/>
          </p:nvSpPr>
          <p:spPr>
            <a:xfrm>
              <a:off x="6421120" y="5278132"/>
              <a:ext cx="2540" cy="251460"/>
            </a:xfrm>
            <a:custGeom>
              <a:avLst/>
              <a:gdLst/>
              <a:ahLst/>
              <a:cxnLst/>
              <a:rect l="l" t="t" r="r" b="b"/>
              <a:pathLst>
                <a:path w="2539" h="251460">
                  <a:moveTo>
                    <a:pt x="2540" y="250190"/>
                  </a:moveTo>
                  <a:lnTo>
                    <a:pt x="0" y="250190"/>
                  </a:lnTo>
                  <a:lnTo>
                    <a:pt x="0" y="251447"/>
                  </a:lnTo>
                  <a:lnTo>
                    <a:pt x="2540" y="251447"/>
                  </a:lnTo>
                  <a:lnTo>
                    <a:pt x="2540" y="250190"/>
                  </a:lnTo>
                  <a:close/>
                </a:path>
                <a:path w="2539" h="251460">
                  <a:moveTo>
                    <a:pt x="2540" y="247650"/>
                  </a:moveTo>
                  <a:lnTo>
                    <a:pt x="0" y="247650"/>
                  </a:lnTo>
                  <a:lnTo>
                    <a:pt x="0" y="250177"/>
                  </a:lnTo>
                  <a:lnTo>
                    <a:pt x="2540" y="250177"/>
                  </a:lnTo>
                  <a:lnTo>
                    <a:pt x="2540" y="247650"/>
                  </a:lnTo>
                  <a:close/>
                </a:path>
                <a:path w="2539" h="251460">
                  <a:moveTo>
                    <a:pt x="2540" y="243840"/>
                  </a:moveTo>
                  <a:lnTo>
                    <a:pt x="0" y="243840"/>
                  </a:lnTo>
                  <a:lnTo>
                    <a:pt x="0" y="247637"/>
                  </a:lnTo>
                  <a:lnTo>
                    <a:pt x="2540" y="247637"/>
                  </a:lnTo>
                  <a:lnTo>
                    <a:pt x="2540" y="243840"/>
                  </a:lnTo>
                  <a:close/>
                </a:path>
                <a:path w="2539" h="251460">
                  <a:moveTo>
                    <a:pt x="254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2540" y="243827"/>
                  </a:lnTo>
                  <a:lnTo>
                    <a:pt x="2540" y="241300"/>
                  </a:lnTo>
                  <a:close/>
                </a:path>
                <a:path w="2539" h="251460">
                  <a:moveTo>
                    <a:pt x="254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2540" y="241287"/>
                  </a:lnTo>
                  <a:lnTo>
                    <a:pt x="2540" y="237490"/>
                  </a:lnTo>
                  <a:close/>
                </a:path>
                <a:path w="2539" h="251460">
                  <a:moveTo>
                    <a:pt x="254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2540" y="237477"/>
                  </a:lnTo>
                  <a:lnTo>
                    <a:pt x="2540" y="234950"/>
                  </a:lnTo>
                  <a:close/>
                </a:path>
                <a:path w="2539" h="251460">
                  <a:moveTo>
                    <a:pt x="254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2540" y="234937"/>
                  </a:lnTo>
                  <a:lnTo>
                    <a:pt x="2540" y="231140"/>
                  </a:lnTo>
                  <a:close/>
                </a:path>
                <a:path w="2539" h="251460">
                  <a:moveTo>
                    <a:pt x="254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2540" y="231127"/>
                  </a:lnTo>
                  <a:lnTo>
                    <a:pt x="2540" y="228600"/>
                  </a:lnTo>
                  <a:close/>
                </a:path>
                <a:path w="2539" h="251460">
                  <a:moveTo>
                    <a:pt x="2540" y="222250"/>
                  </a:moveTo>
                  <a:lnTo>
                    <a:pt x="0" y="222250"/>
                  </a:lnTo>
                  <a:lnTo>
                    <a:pt x="0" y="228587"/>
                  </a:lnTo>
                  <a:lnTo>
                    <a:pt x="2540" y="228587"/>
                  </a:lnTo>
                  <a:lnTo>
                    <a:pt x="2540" y="222250"/>
                  </a:lnTo>
                  <a:close/>
                </a:path>
                <a:path w="2539" h="251460">
                  <a:moveTo>
                    <a:pt x="2540" y="27940"/>
                  </a:moveTo>
                  <a:lnTo>
                    <a:pt x="0" y="27940"/>
                  </a:lnTo>
                  <a:lnTo>
                    <a:pt x="0" y="222237"/>
                  </a:lnTo>
                  <a:lnTo>
                    <a:pt x="2540" y="222237"/>
                  </a:lnTo>
                  <a:lnTo>
                    <a:pt x="2540" y="27940"/>
                  </a:lnTo>
                  <a:close/>
                </a:path>
                <a:path w="2539" h="251460">
                  <a:moveTo>
                    <a:pt x="2540" y="21590"/>
                  </a:moveTo>
                  <a:lnTo>
                    <a:pt x="0" y="21590"/>
                  </a:lnTo>
                  <a:lnTo>
                    <a:pt x="0" y="27927"/>
                  </a:lnTo>
                  <a:lnTo>
                    <a:pt x="2540" y="27927"/>
                  </a:lnTo>
                  <a:lnTo>
                    <a:pt x="2540" y="21590"/>
                  </a:lnTo>
                  <a:close/>
                </a:path>
                <a:path w="2539" h="251460">
                  <a:moveTo>
                    <a:pt x="254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2540" y="21577"/>
                  </a:lnTo>
                  <a:lnTo>
                    <a:pt x="2540" y="19050"/>
                  </a:lnTo>
                  <a:close/>
                </a:path>
                <a:path w="2539" h="251460">
                  <a:moveTo>
                    <a:pt x="254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2540" y="19037"/>
                  </a:lnTo>
                  <a:lnTo>
                    <a:pt x="2540" y="15240"/>
                  </a:lnTo>
                  <a:close/>
                </a:path>
                <a:path w="2539" h="251460">
                  <a:moveTo>
                    <a:pt x="254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540" y="15227"/>
                  </a:lnTo>
                  <a:lnTo>
                    <a:pt x="2540" y="12700"/>
                  </a:lnTo>
                  <a:close/>
                </a:path>
                <a:path w="2539" h="251460">
                  <a:moveTo>
                    <a:pt x="254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8890"/>
                  </a:lnTo>
                  <a:close/>
                </a:path>
                <a:path w="2539" h="251460">
                  <a:moveTo>
                    <a:pt x="254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2540" y="8877"/>
                  </a:lnTo>
                  <a:lnTo>
                    <a:pt x="2540" y="6350"/>
                  </a:lnTo>
                  <a:close/>
                </a:path>
                <a:path w="2539" h="251460">
                  <a:moveTo>
                    <a:pt x="254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2540"/>
                  </a:lnTo>
                  <a:close/>
                </a:path>
                <a:path w="2539" h="251460">
                  <a:moveTo>
                    <a:pt x="254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2540" y="252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79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4" name="object 2854"/>
            <p:cNvSpPr/>
            <p:nvPr/>
          </p:nvSpPr>
          <p:spPr>
            <a:xfrm>
              <a:off x="6423660" y="5278132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10" h="251460">
                  <a:moveTo>
                    <a:pt x="3810" y="250190"/>
                  </a:moveTo>
                  <a:lnTo>
                    <a:pt x="0" y="25019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50190"/>
                  </a:lnTo>
                  <a:close/>
                </a:path>
                <a:path w="3810" h="251460">
                  <a:moveTo>
                    <a:pt x="3810" y="247650"/>
                  </a:moveTo>
                  <a:lnTo>
                    <a:pt x="0" y="247650"/>
                  </a:lnTo>
                  <a:lnTo>
                    <a:pt x="0" y="250177"/>
                  </a:lnTo>
                  <a:lnTo>
                    <a:pt x="3810" y="250177"/>
                  </a:lnTo>
                  <a:lnTo>
                    <a:pt x="3810" y="247650"/>
                  </a:lnTo>
                  <a:close/>
                </a:path>
                <a:path w="3810" h="251460">
                  <a:moveTo>
                    <a:pt x="3810" y="243840"/>
                  </a:moveTo>
                  <a:lnTo>
                    <a:pt x="0" y="24384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3840"/>
                  </a:lnTo>
                  <a:close/>
                </a:path>
                <a:path w="3810" h="251460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10" h="251460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10" h="251460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10" h="251460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10" h="25146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10" h="251460">
                  <a:moveTo>
                    <a:pt x="3810" y="222250"/>
                  </a:moveTo>
                  <a:lnTo>
                    <a:pt x="0" y="22225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2250"/>
                  </a:lnTo>
                  <a:close/>
                </a:path>
                <a:path w="3810" h="251460">
                  <a:moveTo>
                    <a:pt x="3810" y="27940"/>
                  </a:moveTo>
                  <a:lnTo>
                    <a:pt x="0" y="2794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7940"/>
                  </a:lnTo>
                  <a:close/>
                </a:path>
                <a:path w="3810" h="251460">
                  <a:moveTo>
                    <a:pt x="3810" y="21590"/>
                  </a:moveTo>
                  <a:lnTo>
                    <a:pt x="0" y="21590"/>
                  </a:lnTo>
                  <a:lnTo>
                    <a:pt x="0" y="27927"/>
                  </a:lnTo>
                  <a:lnTo>
                    <a:pt x="3810" y="27927"/>
                  </a:lnTo>
                  <a:lnTo>
                    <a:pt x="3810" y="21590"/>
                  </a:lnTo>
                  <a:close/>
                </a:path>
                <a:path w="3810" h="251460">
                  <a:moveTo>
                    <a:pt x="381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10" y="21577"/>
                  </a:lnTo>
                  <a:lnTo>
                    <a:pt x="3810" y="19050"/>
                  </a:lnTo>
                  <a:close/>
                </a:path>
                <a:path w="3810" h="251460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10" h="25146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10" h="25146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10" h="25146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10" h="25146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10" h="25146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5" name="object 2855"/>
            <p:cNvSpPr/>
            <p:nvPr/>
          </p:nvSpPr>
          <p:spPr>
            <a:xfrm>
              <a:off x="6427470" y="5278132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10" h="251460">
                  <a:moveTo>
                    <a:pt x="3810" y="250190"/>
                  </a:moveTo>
                  <a:lnTo>
                    <a:pt x="0" y="25019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50190"/>
                  </a:lnTo>
                  <a:close/>
                </a:path>
                <a:path w="3810" h="251460">
                  <a:moveTo>
                    <a:pt x="3810" y="247650"/>
                  </a:moveTo>
                  <a:lnTo>
                    <a:pt x="0" y="247650"/>
                  </a:lnTo>
                  <a:lnTo>
                    <a:pt x="0" y="250177"/>
                  </a:lnTo>
                  <a:lnTo>
                    <a:pt x="3810" y="250177"/>
                  </a:lnTo>
                  <a:lnTo>
                    <a:pt x="3810" y="247650"/>
                  </a:lnTo>
                  <a:close/>
                </a:path>
                <a:path w="3810" h="251460">
                  <a:moveTo>
                    <a:pt x="3810" y="243840"/>
                  </a:moveTo>
                  <a:lnTo>
                    <a:pt x="0" y="24384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3840"/>
                  </a:lnTo>
                  <a:close/>
                </a:path>
                <a:path w="3810" h="251460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10" h="251460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10" h="251460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10" h="251460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10" h="25146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10" h="251460">
                  <a:moveTo>
                    <a:pt x="3810" y="222250"/>
                  </a:moveTo>
                  <a:lnTo>
                    <a:pt x="0" y="22225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2250"/>
                  </a:lnTo>
                  <a:close/>
                </a:path>
                <a:path w="3810" h="251460">
                  <a:moveTo>
                    <a:pt x="3810" y="27940"/>
                  </a:moveTo>
                  <a:lnTo>
                    <a:pt x="0" y="2794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7940"/>
                  </a:lnTo>
                  <a:close/>
                </a:path>
                <a:path w="3810" h="251460">
                  <a:moveTo>
                    <a:pt x="3810" y="21590"/>
                  </a:moveTo>
                  <a:lnTo>
                    <a:pt x="0" y="21590"/>
                  </a:lnTo>
                  <a:lnTo>
                    <a:pt x="0" y="27927"/>
                  </a:lnTo>
                  <a:lnTo>
                    <a:pt x="3810" y="27927"/>
                  </a:lnTo>
                  <a:lnTo>
                    <a:pt x="3810" y="21590"/>
                  </a:lnTo>
                  <a:close/>
                </a:path>
                <a:path w="3810" h="251460">
                  <a:moveTo>
                    <a:pt x="381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10" y="21577"/>
                  </a:lnTo>
                  <a:lnTo>
                    <a:pt x="3810" y="19050"/>
                  </a:lnTo>
                  <a:close/>
                </a:path>
                <a:path w="3810" h="251460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10" h="25146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10" h="25146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10" h="25146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10" h="25146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10" h="25146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6" name="object 2856"/>
            <p:cNvSpPr/>
            <p:nvPr/>
          </p:nvSpPr>
          <p:spPr>
            <a:xfrm>
              <a:off x="6431280" y="5278132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10" h="251460">
                  <a:moveTo>
                    <a:pt x="3810" y="250190"/>
                  </a:moveTo>
                  <a:lnTo>
                    <a:pt x="0" y="25019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50190"/>
                  </a:lnTo>
                  <a:close/>
                </a:path>
                <a:path w="3810" h="251460">
                  <a:moveTo>
                    <a:pt x="3810" y="247650"/>
                  </a:moveTo>
                  <a:lnTo>
                    <a:pt x="0" y="247650"/>
                  </a:lnTo>
                  <a:lnTo>
                    <a:pt x="0" y="250177"/>
                  </a:lnTo>
                  <a:lnTo>
                    <a:pt x="3810" y="250177"/>
                  </a:lnTo>
                  <a:lnTo>
                    <a:pt x="3810" y="247650"/>
                  </a:lnTo>
                  <a:close/>
                </a:path>
                <a:path w="3810" h="251460">
                  <a:moveTo>
                    <a:pt x="3810" y="243840"/>
                  </a:moveTo>
                  <a:lnTo>
                    <a:pt x="0" y="24384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3840"/>
                  </a:lnTo>
                  <a:close/>
                </a:path>
                <a:path w="3810" h="251460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10" h="251460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10" h="251460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10" h="251460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10" h="25146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10" h="251460">
                  <a:moveTo>
                    <a:pt x="3810" y="222250"/>
                  </a:moveTo>
                  <a:lnTo>
                    <a:pt x="0" y="22225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2250"/>
                  </a:lnTo>
                  <a:close/>
                </a:path>
                <a:path w="3810" h="251460">
                  <a:moveTo>
                    <a:pt x="3810" y="27940"/>
                  </a:moveTo>
                  <a:lnTo>
                    <a:pt x="0" y="2794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7940"/>
                  </a:lnTo>
                  <a:close/>
                </a:path>
                <a:path w="3810" h="251460">
                  <a:moveTo>
                    <a:pt x="3810" y="21590"/>
                  </a:moveTo>
                  <a:lnTo>
                    <a:pt x="0" y="21590"/>
                  </a:lnTo>
                  <a:lnTo>
                    <a:pt x="0" y="27927"/>
                  </a:lnTo>
                  <a:lnTo>
                    <a:pt x="3810" y="27927"/>
                  </a:lnTo>
                  <a:lnTo>
                    <a:pt x="3810" y="21590"/>
                  </a:lnTo>
                  <a:close/>
                </a:path>
                <a:path w="3810" h="251460">
                  <a:moveTo>
                    <a:pt x="381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10" y="21577"/>
                  </a:lnTo>
                  <a:lnTo>
                    <a:pt x="3810" y="19050"/>
                  </a:lnTo>
                  <a:close/>
                </a:path>
                <a:path w="3810" h="251460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10" h="25146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10" h="25146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10" h="25146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10" h="25146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10" h="25146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1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7" name="object 2857"/>
            <p:cNvSpPr/>
            <p:nvPr/>
          </p:nvSpPr>
          <p:spPr>
            <a:xfrm>
              <a:off x="6435090" y="5278132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10" h="251460">
                  <a:moveTo>
                    <a:pt x="3810" y="250190"/>
                  </a:moveTo>
                  <a:lnTo>
                    <a:pt x="0" y="25019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50190"/>
                  </a:lnTo>
                  <a:close/>
                </a:path>
                <a:path w="3810" h="251460">
                  <a:moveTo>
                    <a:pt x="3810" y="247650"/>
                  </a:moveTo>
                  <a:lnTo>
                    <a:pt x="0" y="247650"/>
                  </a:lnTo>
                  <a:lnTo>
                    <a:pt x="0" y="250177"/>
                  </a:lnTo>
                  <a:lnTo>
                    <a:pt x="3810" y="250177"/>
                  </a:lnTo>
                  <a:lnTo>
                    <a:pt x="3810" y="247650"/>
                  </a:lnTo>
                  <a:close/>
                </a:path>
                <a:path w="3810" h="251460">
                  <a:moveTo>
                    <a:pt x="3810" y="243840"/>
                  </a:moveTo>
                  <a:lnTo>
                    <a:pt x="0" y="24384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3840"/>
                  </a:lnTo>
                  <a:close/>
                </a:path>
                <a:path w="3810" h="251460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10" h="251460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10" h="251460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10" h="251460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10" h="25146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10" h="251460">
                  <a:moveTo>
                    <a:pt x="3810" y="222250"/>
                  </a:moveTo>
                  <a:lnTo>
                    <a:pt x="0" y="22225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2250"/>
                  </a:lnTo>
                  <a:close/>
                </a:path>
                <a:path w="3810" h="251460">
                  <a:moveTo>
                    <a:pt x="3810" y="27940"/>
                  </a:moveTo>
                  <a:lnTo>
                    <a:pt x="0" y="2794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7940"/>
                  </a:lnTo>
                  <a:close/>
                </a:path>
                <a:path w="3810" h="251460">
                  <a:moveTo>
                    <a:pt x="3810" y="21590"/>
                  </a:moveTo>
                  <a:lnTo>
                    <a:pt x="0" y="21590"/>
                  </a:lnTo>
                  <a:lnTo>
                    <a:pt x="0" y="27927"/>
                  </a:lnTo>
                  <a:lnTo>
                    <a:pt x="3810" y="27927"/>
                  </a:lnTo>
                  <a:lnTo>
                    <a:pt x="3810" y="21590"/>
                  </a:lnTo>
                  <a:close/>
                </a:path>
                <a:path w="3810" h="251460">
                  <a:moveTo>
                    <a:pt x="381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10" y="21577"/>
                  </a:lnTo>
                  <a:lnTo>
                    <a:pt x="3810" y="19050"/>
                  </a:lnTo>
                  <a:close/>
                </a:path>
                <a:path w="3810" h="251460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10" h="25146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10" h="25146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10" h="25146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10" h="25146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10" h="25146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F84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8" name="object 2858"/>
            <p:cNvSpPr/>
            <p:nvPr/>
          </p:nvSpPr>
          <p:spPr>
            <a:xfrm>
              <a:off x="6438900" y="5278132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10" h="251460">
                  <a:moveTo>
                    <a:pt x="3810" y="250190"/>
                  </a:moveTo>
                  <a:lnTo>
                    <a:pt x="0" y="25019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50190"/>
                  </a:lnTo>
                  <a:close/>
                </a:path>
                <a:path w="3810" h="251460">
                  <a:moveTo>
                    <a:pt x="3810" y="247650"/>
                  </a:moveTo>
                  <a:lnTo>
                    <a:pt x="0" y="247650"/>
                  </a:lnTo>
                  <a:lnTo>
                    <a:pt x="0" y="250177"/>
                  </a:lnTo>
                  <a:lnTo>
                    <a:pt x="3810" y="250177"/>
                  </a:lnTo>
                  <a:lnTo>
                    <a:pt x="3810" y="247650"/>
                  </a:lnTo>
                  <a:close/>
                </a:path>
                <a:path w="3810" h="251460">
                  <a:moveTo>
                    <a:pt x="3810" y="243840"/>
                  </a:moveTo>
                  <a:lnTo>
                    <a:pt x="0" y="24384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3840"/>
                  </a:lnTo>
                  <a:close/>
                </a:path>
                <a:path w="3810" h="251460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10" h="251460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10" h="251460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10" h="251460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10" h="25146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10" h="251460">
                  <a:moveTo>
                    <a:pt x="3810" y="222250"/>
                  </a:moveTo>
                  <a:lnTo>
                    <a:pt x="0" y="22225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2250"/>
                  </a:lnTo>
                  <a:close/>
                </a:path>
                <a:path w="3810" h="251460">
                  <a:moveTo>
                    <a:pt x="3810" y="27940"/>
                  </a:moveTo>
                  <a:lnTo>
                    <a:pt x="0" y="2794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7940"/>
                  </a:lnTo>
                  <a:close/>
                </a:path>
                <a:path w="3810" h="251460">
                  <a:moveTo>
                    <a:pt x="3810" y="21590"/>
                  </a:moveTo>
                  <a:lnTo>
                    <a:pt x="0" y="21590"/>
                  </a:lnTo>
                  <a:lnTo>
                    <a:pt x="0" y="27927"/>
                  </a:lnTo>
                  <a:lnTo>
                    <a:pt x="3810" y="27927"/>
                  </a:lnTo>
                  <a:lnTo>
                    <a:pt x="3810" y="21590"/>
                  </a:lnTo>
                  <a:close/>
                </a:path>
                <a:path w="3810" h="251460">
                  <a:moveTo>
                    <a:pt x="381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10" y="21577"/>
                  </a:lnTo>
                  <a:lnTo>
                    <a:pt x="3810" y="19050"/>
                  </a:lnTo>
                  <a:close/>
                </a:path>
                <a:path w="3810" h="251460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10" h="25146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10" h="25146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10" h="25146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10" h="25146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10" h="25146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C82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9" name="object 2859"/>
            <p:cNvSpPr/>
            <p:nvPr/>
          </p:nvSpPr>
          <p:spPr>
            <a:xfrm>
              <a:off x="6442710" y="5276850"/>
              <a:ext cx="3810" cy="254000"/>
            </a:xfrm>
            <a:custGeom>
              <a:avLst/>
              <a:gdLst/>
              <a:ahLst/>
              <a:cxnLst/>
              <a:rect l="l" t="t" r="r" b="b"/>
              <a:pathLst>
                <a:path w="3810" h="254000">
                  <a:moveTo>
                    <a:pt x="254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  <a:path w="3810" h="254000">
                  <a:moveTo>
                    <a:pt x="381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1270" y="252730"/>
                  </a:lnTo>
                  <a:lnTo>
                    <a:pt x="1270" y="254000"/>
                  </a:lnTo>
                  <a:lnTo>
                    <a:pt x="2540" y="254000"/>
                  </a:lnTo>
                  <a:lnTo>
                    <a:pt x="2540" y="252730"/>
                  </a:lnTo>
                  <a:lnTo>
                    <a:pt x="3810" y="252730"/>
                  </a:lnTo>
                  <a:lnTo>
                    <a:pt x="3810" y="251472"/>
                  </a:lnTo>
                  <a:close/>
                </a:path>
                <a:path w="3810" h="254000">
                  <a:moveTo>
                    <a:pt x="3810" y="248932"/>
                  </a:moveTo>
                  <a:lnTo>
                    <a:pt x="0" y="24893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48932"/>
                  </a:lnTo>
                  <a:close/>
                </a:path>
                <a:path w="3810" h="254000">
                  <a:moveTo>
                    <a:pt x="3810" y="245122"/>
                  </a:moveTo>
                  <a:lnTo>
                    <a:pt x="0" y="24512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5122"/>
                  </a:lnTo>
                  <a:close/>
                </a:path>
                <a:path w="3810" h="254000">
                  <a:moveTo>
                    <a:pt x="3810" y="242582"/>
                  </a:moveTo>
                  <a:lnTo>
                    <a:pt x="0" y="24258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2582"/>
                  </a:lnTo>
                  <a:close/>
                </a:path>
                <a:path w="3810" h="254000">
                  <a:moveTo>
                    <a:pt x="3810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8772"/>
                  </a:lnTo>
                  <a:close/>
                </a:path>
                <a:path w="3810" h="254000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10" h="254000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10" h="254000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10" h="254000">
                  <a:moveTo>
                    <a:pt x="3810" y="223532"/>
                  </a:moveTo>
                  <a:lnTo>
                    <a:pt x="0" y="22353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3532"/>
                  </a:lnTo>
                  <a:close/>
                </a:path>
                <a:path w="3810" h="254000">
                  <a:moveTo>
                    <a:pt x="3810" y="29222"/>
                  </a:moveTo>
                  <a:lnTo>
                    <a:pt x="0" y="2922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9222"/>
                  </a:lnTo>
                  <a:close/>
                </a:path>
                <a:path w="3810" h="254000">
                  <a:moveTo>
                    <a:pt x="3810" y="22872"/>
                  </a:moveTo>
                  <a:lnTo>
                    <a:pt x="0" y="22872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2872"/>
                  </a:lnTo>
                  <a:close/>
                </a:path>
                <a:path w="3810" h="254000">
                  <a:moveTo>
                    <a:pt x="3810" y="20332"/>
                  </a:moveTo>
                  <a:lnTo>
                    <a:pt x="0" y="2033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20332"/>
                  </a:lnTo>
                  <a:close/>
                </a:path>
                <a:path w="3810" h="254000">
                  <a:moveTo>
                    <a:pt x="3810" y="16522"/>
                  </a:moveTo>
                  <a:lnTo>
                    <a:pt x="0" y="1652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6522"/>
                  </a:lnTo>
                  <a:close/>
                </a:path>
                <a:path w="3810" h="254000">
                  <a:moveTo>
                    <a:pt x="3810" y="13982"/>
                  </a:moveTo>
                  <a:lnTo>
                    <a:pt x="0" y="1398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82"/>
                  </a:lnTo>
                  <a:close/>
                </a:path>
                <a:path w="3810" h="254000">
                  <a:moveTo>
                    <a:pt x="381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0172"/>
                  </a:lnTo>
                  <a:close/>
                </a:path>
                <a:path w="3810" h="254000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10" h="254000">
                  <a:moveTo>
                    <a:pt x="381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3822"/>
                  </a:lnTo>
                  <a:close/>
                </a:path>
                <a:path w="3810" h="254000">
                  <a:moveTo>
                    <a:pt x="381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82"/>
                  </a:lnTo>
                  <a:close/>
                </a:path>
              </a:pathLst>
            </a:custGeom>
            <a:solidFill>
              <a:srgbClr val="6980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0" name="object 2860"/>
            <p:cNvSpPr/>
            <p:nvPr/>
          </p:nvSpPr>
          <p:spPr>
            <a:xfrm>
              <a:off x="6446520" y="5278132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10" h="251460">
                  <a:moveTo>
                    <a:pt x="3810" y="250190"/>
                  </a:moveTo>
                  <a:lnTo>
                    <a:pt x="0" y="25019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50190"/>
                  </a:lnTo>
                  <a:close/>
                </a:path>
                <a:path w="3810" h="251460">
                  <a:moveTo>
                    <a:pt x="3810" y="247650"/>
                  </a:moveTo>
                  <a:lnTo>
                    <a:pt x="0" y="247650"/>
                  </a:lnTo>
                  <a:lnTo>
                    <a:pt x="0" y="250177"/>
                  </a:lnTo>
                  <a:lnTo>
                    <a:pt x="3810" y="250177"/>
                  </a:lnTo>
                  <a:lnTo>
                    <a:pt x="3810" y="247650"/>
                  </a:lnTo>
                  <a:close/>
                </a:path>
                <a:path w="3810" h="251460">
                  <a:moveTo>
                    <a:pt x="3810" y="243840"/>
                  </a:moveTo>
                  <a:lnTo>
                    <a:pt x="0" y="24384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3840"/>
                  </a:lnTo>
                  <a:close/>
                </a:path>
                <a:path w="3810" h="251460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10" h="251460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10" h="251460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10" h="251460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10" h="25146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10" h="251460">
                  <a:moveTo>
                    <a:pt x="3810" y="222250"/>
                  </a:moveTo>
                  <a:lnTo>
                    <a:pt x="0" y="22225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2250"/>
                  </a:lnTo>
                  <a:close/>
                </a:path>
                <a:path w="3810" h="251460">
                  <a:moveTo>
                    <a:pt x="3810" y="27940"/>
                  </a:moveTo>
                  <a:lnTo>
                    <a:pt x="0" y="2794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7940"/>
                  </a:lnTo>
                  <a:close/>
                </a:path>
                <a:path w="3810" h="251460">
                  <a:moveTo>
                    <a:pt x="3810" y="21590"/>
                  </a:moveTo>
                  <a:lnTo>
                    <a:pt x="0" y="21590"/>
                  </a:lnTo>
                  <a:lnTo>
                    <a:pt x="0" y="27927"/>
                  </a:lnTo>
                  <a:lnTo>
                    <a:pt x="3810" y="27927"/>
                  </a:lnTo>
                  <a:lnTo>
                    <a:pt x="3810" y="21590"/>
                  </a:lnTo>
                  <a:close/>
                </a:path>
                <a:path w="3810" h="251460">
                  <a:moveTo>
                    <a:pt x="381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10" y="21577"/>
                  </a:lnTo>
                  <a:lnTo>
                    <a:pt x="3810" y="19050"/>
                  </a:lnTo>
                  <a:close/>
                </a:path>
                <a:path w="3810" h="251460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10" h="25146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10" h="25146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10" h="25146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10" h="25146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10" h="25146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77E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1" name="object 2861"/>
            <p:cNvSpPr/>
            <p:nvPr/>
          </p:nvSpPr>
          <p:spPr>
            <a:xfrm>
              <a:off x="6450330" y="5278132"/>
              <a:ext cx="2540" cy="251460"/>
            </a:xfrm>
            <a:custGeom>
              <a:avLst/>
              <a:gdLst/>
              <a:ahLst/>
              <a:cxnLst/>
              <a:rect l="l" t="t" r="r" b="b"/>
              <a:pathLst>
                <a:path w="2539" h="251460">
                  <a:moveTo>
                    <a:pt x="2540" y="250190"/>
                  </a:moveTo>
                  <a:lnTo>
                    <a:pt x="0" y="250190"/>
                  </a:lnTo>
                  <a:lnTo>
                    <a:pt x="0" y="251447"/>
                  </a:lnTo>
                  <a:lnTo>
                    <a:pt x="2540" y="251447"/>
                  </a:lnTo>
                  <a:lnTo>
                    <a:pt x="2540" y="250190"/>
                  </a:lnTo>
                  <a:close/>
                </a:path>
                <a:path w="2539" h="251460">
                  <a:moveTo>
                    <a:pt x="2540" y="247650"/>
                  </a:moveTo>
                  <a:lnTo>
                    <a:pt x="0" y="247650"/>
                  </a:lnTo>
                  <a:lnTo>
                    <a:pt x="0" y="250177"/>
                  </a:lnTo>
                  <a:lnTo>
                    <a:pt x="2540" y="250177"/>
                  </a:lnTo>
                  <a:lnTo>
                    <a:pt x="2540" y="247650"/>
                  </a:lnTo>
                  <a:close/>
                </a:path>
                <a:path w="2539" h="251460">
                  <a:moveTo>
                    <a:pt x="2540" y="243840"/>
                  </a:moveTo>
                  <a:lnTo>
                    <a:pt x="0" y="243840"/>
                  </a:lnTo>
                  <a:lnTo>
                    <a:pt x="0" y="247637"/>
                  </a:lnTo>
                  <a:lnTo>
                    <a:pt x="2540" y="247637"/>
                  </a:lnTo>
                  <a:lnTo>
                    <a:pt x="2540" y="243840"/>
                  </a:lnTo>
                  <a:close/>
                </a:path>
                <a:path w="2539" h="251460">
                  <a:moveTo>
                    <a:pt x="254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2540" y="243827"/>
                  </a:lnTo>
                  <a:lnTo>
                    <a:pt x="2540" y="241300"/>
                  </a:lnTo>
                  <a:close/>
                </a:path>
                <a:path w="2539" h="251460">
                  <a:moveTo>
                    <a:pt x="254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2540" y="241287"/>
                  </a:lnTo>
                  <a:lnTo>
                    <a:pt x="2540" y="237490"/>
                  </a:lnTo>
                  <a:close/>
                </a:path>
                <a:path w="2539" h="251460">
                  <a:moveTo>
                    <a:pt x="254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2540" y="237477"/>
                  </a:lnTo>
                  <a:lnTo>
                    <a:pt x="2540" y="234950"/>
                  </a:lnTo>
                  <a:close/>
                </a:path>
                <a:path w="2539" h="251460">
                  <a:moveTo>
                    <a:pt x="254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2540" y="234937"/>
                  </a:lnTo>
                  <a:lnTo>
                    <a:pt x="2540" y="231140"/>
                  </a:lnTo>
                  <a:close/>
                </a:path>
                <a:path w="2539" h="251460">
                  <a:moveTo>
                    <a:pt x="254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2540" y="231127"/>
                  </a:lnTo>
                  <a:lnTo>
                    <a:pt x="2540" y="228600"/>
                  </a:lnTo>
                  <a:close/>
                </a:path>
                <a:path w="2539" h="251460">
                  <a:moveTo>
                    <a:pt x="2540" y="222250"/>
                  </a:moveTo>
                  <a:lnTo>
                    <a:pt x="0" y="222250"/>
                  </a:lnTo>
                  <a:lnTo>
                    <a:pt x="0" y="228587"/>
                  </a:lnTo>
                  <a:lnTo>
                    <a:pt x="2540" y="228587"/>
                  </a:lnTo>
                  <a:lnTo>
                    <a:pt x="2540" y="222250"/>
                  </a:lnTo>
                  <a:close/>
                </a:path>
                <a:path w="2539" h="251460">
                  <a:moveTo>
                    <a:pt x="2540" y="27940"/>
                  </a:moveTo>
                  <a:lnTo>
                    <a:pt x="0" y="27940"/>
                  </a:lnTo>
                  <a:lnTo>
                    <a:pt x="0" y="222237"/>
                  </a:lnTo>
                  <a:lnTo>
                    <a:pt x="2540" y="222237"/>
                  </a:lnTo>
                  <a:lnTo>
                    <a:pt x="2540" y="27940"/>
                  </a:lnTo>
                  <a:close/>
                </a:path>
                <a:path w="2539" h="251460">
                  <a:moveTo>
                    <a:pt x="2540" y="21590"/>
                  </a:moveTo>
                  <a:lnTo>
                    <a:pt x="0" y="21590"/>
                  </a:lnTo>
                  <a:lnTo>
                    <a:pt x="0" y="27927"/>
                  </a:lnTo>
                  <a:lnTo>
                    <a:pt x="2540" y="27927"/>
                  </a:lnTo>
                  <a:lnTo>
                    <a:pt x="2540" y="21590"/>
                  </a:lnTo>
                  <a:close/>
                </a:path>
                <a:path w="2539" h="251460">
                  <a:moveTo>
                    <a:pt x="254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2540" y="21577"/>
                  </a:lnTo>
                  <a:lnTo>
                    <a:pt x="2540" y="19050"/>
                  </a:lnTo>
                  <a:close/>
                </a:path>
                <a:path w="2539" h="251460">
                  <a:moveTo>
                    <a:pt x="254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2540" y="19037"/>
                  </a:lnTo>
                  <a:lnTo>
                    <a:pt x="2540" y="15240"/>
                  </a:lnTo>
                  <a:close/>
                </a:path>
                <a:path w="2539" h="251460">
                  <a:moveTo>
                    <a:pt x="254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540" y="15227"/>
                  </a:lnTo>
                  <a:lnTo>
                    <a:pt x="2540" y="12700"/>
                  </a:lnTo>
                  <a:close/>
                </a:path>
                <a:path w="2539" h="251460">
                  <a:moveTo>
                    <a:pt x="254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8890"/>
                  </a:lnTo>
                  <a:close/>
                </a:path>
                <a:path w="2539" h="251460">
                  <a:moveTo>
                    <a:pt x="254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2540" y="8877"/>
                  </a:lnTo>
                  <a:lnTo>
                    <a:pt x="2540" y="6350"/>
                  </a:lnTo>
                  <a:close/>
                </a:path>
                <a:path w="2539" h="251460">
                  <a:moveTo>
                    <a:pt x="254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2540"/>
                  </a:lnTo>
                  <a:close/>
                </a:path>
                <a:path w="2539" h="251460">
                  <a:moveTo>
                    <a:pt x="254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2540" y="252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6A80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2" name="object 2862"/>
            <p:cNvSpPr/>
            <p:nvPr/>
          </p:nvSpPr>
          <p:spPr>
            <a:xfrm>
              <a:off x="6452870" y="5278132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10" h="251460">
                  <a:moveTo>
                    <a:pt x="3810" y="250190"/>
                  </a:moveTo>
                  <a:lnTo>
                    <a:pt x="0" y="25019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50190"/>
                  </a:lnTo>
                  <a:close/>
                </a:path>
                <a:path w="3810" h="251460">
                  <a:moveTo>
                    <a:pt x="3810" y="247650"/>
                  </a:moveTo>
                  <a:lnTo>
                    <a:pt x="0" y="247650"/>
                  </a:lnTo>
                  <a:lnTo>
                    <a:pt x="0" y="250177"/>
                  </a:lnTo>
                  <a:lnTo>
                    <a:pt x="3810" y="250177"/>
                  </a:lnTo>
                  <a:lnTo>
                    <a:pt x="3810" y="247650"/>
                  </a:lnTo>
                  <a:close/>
                </a:path>
                <a:path w="3810" h="251460">
                  <a:moveTo>
                    <a:pt x="3810" y="243840"/>
                  </a:moveTo>
                  <a:lnTo>
                    <a:pt x="0" y="24384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3840"/>
                  </a:lnTo>
                  <a:close/>
                </a:path>
                <a:path w="3810" h="251460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10" h="251460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10" h="251460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10" h="251460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10" h="25146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10" h="251460">
                  <a:moveTo>
                    <a:pt x="3810" y="222250"/>
                  </a:moveTo>
                  <a:lnTo>
                    <a:pt x="0" y="22225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2250"/>
                  </a:lnTo>
                  <a:close/>
                </a:path>
                <a:path w="3810" h="251460">
                  <a:moveTo>
                    <a:pt x="3810" y="27940"/>
                  </a:moveTo>
                  <a:lnTo>
                    <a:pt x="0" y="2794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7940"/>
                  </a:lnTo>
                  <a:close/>
                </a:path>
                <a:path w="3810" h="251460">
                  <a:moveTo>
                    <a:pt x="3810" y="21590"/>
                  </a:moveTo>
                  <a:lnTo>
                    <a:pt x="0" y="21590"/>
                  </a:lnTo>
                  <a:lnTo>
                    <a:pt x="0" y="27927"/>
                  </a:lnTo>
                  <a:lnTo>
                    <a:pt x="3810" y="27927"/>
                  </a:lnTo>
                  <a:lnTo>
                    <a:pt x="3810" y="21590"/>
                  </a:lnTo>
                  <a:close/>
                </a:path>
                <a:path w="3810" h="251460">
                  <a:moveTo>
                    <a:pt x="381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10" y="21577"/>
                  </a:lnTo>
                  <a:lnTo>
                    <a:pt x="3810" y="19050"/>
                  </a:lnTo>
                  <a:close/>
                </a:path>
                <a:path w="3810" h="251460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10" h="25146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10" h="25146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10" h="25146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10" h="25146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10" h="25146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C82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3" name="object 2863"/>
            <p:cNvSpPr/>
            <p:nvPr/>
          </p:nvSpPr>
          <p:spPr>
            <a:xfrm>
              <a:off x="6456680" y="5278132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10" h="251460">
                  <a:moveTo>
                    <a:pt x="3810" y="250190"/>
                  </a:moveTo>
                  <a:lnTo>
                    <a:pt x="0" y="25019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50190"/>
                  </a:lnTo>
                  <a:close/>
                </a:path>
                <a:path w="3810" h="251460">
                  <a:moveTo>
                    <a:pt x="3810" y="247650"/>
                  </a:moveTo>
                  <a:lnTo>
                    <a:pt x="0" y="247650"/>
                  </a:lnTo>
                  <a:lnTo>
                    <a:pt x="0" y="250177"/>
                  </a:lnTo>
                  <a:lnTo>
                    <a:pt x="3810" y="250177"/>
                  </a:lnTo>
                  <a:lnTo>
                    <a:pt x="3810" y="247650"/>
                  </a:lnTo>
                  <a:close/>
                </a:path>
                <a:path w="3810" h="251460">
                  <a:moveTo>
                    <a:pt x="3810" y="243840"/>
                  </a:moveTo>
                  <a:lnTo>
                    <a:pt x="0" y="24384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3840"/>
                  </a:lnTo>
                  <a:close/>
                </a:path>
                <a:path w="3810" h="251460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10" h="251460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10" h="251460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10" h="251460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10" h="25146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10" h="251460">
                  <a:moveTo>
                    <a:pt x="3810" y="222250"/>
                  </a:moveTo>
                  <a:lnTo>
                    <a:pt x="0" y="22225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2250"/>
                  </a:lnTo>
                  <a:close/>
                </a:path>
                <a:path w="3810" h="251460">
                  <a:moveTo>
                    <a:pt x="3810" y="27940"/>
                  </a:moveTo>
                  <a:lnTo>
                    <a:pt x="0" y="2794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7940"/>
                  </a:lnTo>
                  <a:close/>
                </a:path>
                <a:path w="3810" h="251460">
                  <a:moveTo>
                    <a:pt x="3810" y="21590"/>
                  </a:moveTo>
                  <a:lnTo>
                    <a:pt x="0" y="21590"/>
                  </a:lnTo>
                  <a:lnTo>
                    <a:pt x="0" y="27927"/>
                  </a:lnTo>
                  <a:lnTo>
                    <a:pt x="3810" y="27927"/>
                  </a:lnTo>
                  <a:lnTo>
                    <a:pt x="3810" y="21590"/>
                  </a:lnTo>
                  <a:close/>
                </a:path>
                <a:path w="3810" h="251460">
                  <a:moveTo>
                    <a:pt x="381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10" y="21577"/>
                  </a:lnTo>
                  <a:lnTo>
                    <a:pt x="3810" y="19050"/>
                  </a:lnTo>
                  <a:close/>
                </a:path>
                <a:path w="3810" h="251460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10" h="25146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10" h="25146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10" h="25146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10" h="25146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10" h="25146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F84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4" name="object 2864"/>
            <p:cNvSpPr/>
            <p:nvPr/>
          </p:nvSpPr>
          <p:spPr>
            <a:xfrm>
              <a:off x="6460490" y="5278132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10" h="251460">
                  <a:moveTo>
                    <a:pt x="3810" y="250190"/>
                  </a:moveTo>
                  <a:lnTo>
                    <a:pt x="0" y="25019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50190"/>
                  </a:lnTo>
                  <a:close/>
                </a:path>
                <a:path w="3810" h="251460">
                  <a:moveTo>
                    <a:pt x="3810" y="247650"/>
                  </a:moveTo>
                  <a:lnTo>
                    <a:pt x="0" y="247650"/>
                  </a:lnTo>
                  <a:lnTo>
                    <a:pt x="0" y="250177"/>
                  </a:lnTo>
                  <a:lnTo>
                    <a:pt x="3810" y="250177"/>
                  </a:lnTo>
                  <a:lnTo>
                    <a:pt x="3810" y="247650"/>
                  </a:lnTo>
                  <a:close/>
                </a:path>
                <a:path w="3810" h="251460">
                  <a:moveTo>
                    <a:pt x="3810" y="243840"/>
                  </a:moveTo>
                  <a:lnTo>
                    <a:pt x="0" y="24384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3840"/>
                  </a:lnTo>
                  <a:close/>
                </a:path>
                <a:path w="3810" h="251460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10" h="251460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10" h="251460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10" h="251460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10" h="25146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10" h="251460">
                  <a:moveTo>
                    <a:pt x="3810" y="222250"/>
                  </a:moveTo>
                  <a:lnTo>
                    <a:pt x="0" y="22225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2250"/>
                  </a:lnTo>
                  <a:close/>
                </a:path>
                <a:path w="3810" h="251460">
                  <a:moveTo>
                    <a:pt x="3810" y="27940"/>
                  </a:moveTo>
                  <a:lnTo>
                    <a:pt x="0" y="2794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7940"/>
                  </a:lnTo>
                  <a:close/>
                </a:path>
                <a:path w="3810" h="251460">
                  <a:moveTo>
                    <a:pt x="3810" y="21590"/>
                  </a:moveTo>
                  <a:lnTo>
                    <a:pt x="0" y="21590"/>
                  </a:lnTo>
                  <a:lnTo>
                    <a:pt x="0" y="27927"/>
                  </a:lnTo>
                  <a:lnTo>
                    <a:pt x="3810" y="27927"/>
                  </a:lnTo>
                  <a:lnTo>
                    <a:pt x="3810" y="21590"/>
                  </a:lnTo>
                  <a:close/>
                </a:path>
                <a:path w="3810" h="251460">
                  <a:moveTo>
                    <a:pt x="381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10" y="21577"/>
                  </a:lnTo>
                  <a:lnTo>
                    <a:pt x="3810" y="19050"/>
                  </a:lnTo>
                  <a:close/>
                </a:path>
                <a:path w="3810" h="251460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10" h="25146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10" h="25146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10" h="25146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10" h="25146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10" h="25146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2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5" name="object 2865"/>
            <p:cNvSpPr/>
            <p:nvPr/>
          </p:nvSpPr>
          <p:spPr>
            <a:xfrm>
              <a:off x="6464300" y="5278132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10" h="251460">
                  <a:moveTo>
                    <a:pt x="3810" y="250190"/>
                  </a:moveTo>
                  <a:lnTo>
                    <a:pt x="0" y="25019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50190"/>
                  </a:lnTo>
                  <a:close/>
                </a:path>
                <a:path w="3810" h="251460">
                  <a:moveTo>
                    <a:pt x="3810" y="247650"/>
                  </a:moveTo>
                  <a:lnTo>
                    <a:pt x="0" y="247650"/>
                  </a:lnTo>
                  <a:lnTo>
                    <a:pt x="0" y="250177"/>
                  </a:lnTo>
                  <a:lnTo>
                    <a:pt x="3810" y="250177"/>
                  </a:lnTo>
                  <a:lnTo>
                    <a:pt x="3810" y="247650"/>
                  </a:lnTo>
                  <a:close/>
                </a:path>
                <a:path w="3810" h="251460">
                  <a:moveTo>
                    <a:pt x="3810" y="243840"/>
                  </a:moveTo>
                  <a:lnTo>
                    <a:pt x="0" y="24384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3840"/>
                  </a:lnTo>
                  <a:close/>
                </a:path>
                <a:path w="3810" h="251460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10" h="251460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10" h="251460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10" h="251460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10" h="25146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10" h="251460">
                  <a:moveTo>
                    <a:pt x="3810" y="222250"/>
                  </a:moveTo>
                  <a:lnTo>
                    <a:pt x="0" y="22225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2250"/>
                  </a:lnTo>
                  <a:close/>
                </a:path>
                <a:path w="3810" h="251460">
                  <a:moveTo>
                    <a:pt x="3810" y="27940"/>
                  </a:moveTo>
                  <a:lnTo>
                    <a:pt x="0" y="2794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7940"/>
                  </a:lnTo>
                  <a:close/>
                </a:path>
                <a:path w="3810" h="251460">
                  <a:moveTo>
                    <a:pt x="3810" y="21590"/>
                  </a:moveTo>
                  <a:lnTo>
                    <a:pt x="0" y="21590"/>
                  </a:lnTo>
                  <a:lnTo>
                    <a:pt x="0" y="27927"/>
                  </a:lnTo>
                  <a:lnTo>
                    <a:pt x="3810" y="27927"/>
                  </a:lnTo>
                  <a:lnTo>
                    <a:pt x="3810" y="21590"/>
                  </a:lnTo>
                  <a:close/>
                </a:path>
                <a:path w="3810" h="251460">
                  <a:moveTo>
                    <a:pt x="381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10" y="21577"/>
                  </a:lnTo>
                  <a:lnTo>
                    <a:pt x="3810" y="19050"/>
                  </a:lnTo>
                  <a:close/>
                </a:path>
                <a:path w="3810" h="251460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10" h="25146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10" h="25146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10" h="25146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10" h="25146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10" h="25146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6" name="object 2866"/>
            <p:cNvSpPr/>
            <p:nvPr/>
          </p:nvSpPr>
          <p:spPr>
            <a:xfrm>
              <a:off x="6468110" y="5278132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10" h="251460">
                  <a:moveTo>
                    <a:pt x="3810" y="250190"/>
                  </a:moveTo>
                  <a:lnTo>
                    <a:pt x="0" y="25019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50190"/>
                  </a:lnTo>
                  <a:close/>
                </a:path>
                <a:path w="3810" h="251460">
                  <a:moveTo>
                    <a:pt x="3810" y="247650"/>
                  </a:moveTo>
                  <a:lnTo>
                    <a:pt x="0" y="247650"/>
                  </a:lnTo>
                  <a:lnTo>
                    <a:pt x="0" y="250177"/>
                  </a:lnTo>
                  <a:lnTo>
                    <a:pt x="3810" y="250177"/>
                  </a:lnTo>
                  <a:lnTo>
                    <a:pt x="3810" y="247650"/>
                  </a:lnTo>
                  <a:close/>
                </a:path>
                <a:path w="3810" h="251460">
                  <a:moveTo>
                    <a:pt x="3810" y="243840"/>
                  </a:moveTo>
                  <a:lnTo>
                    <a:pt x="0" y="24384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3840"/>
                  </a:lnTo>
                  <a:close/>
                </a:path>
                <a:path w="3810" h="251460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10" h="251460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10" h="251460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10" h="251460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10" h="25146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10" h="251460">
                  <a:moveTo>
                    <a:pt x="3810" y="222250"/>
                  </a:moveTo>
                  <a:lnTo>
                    <a:pt x="0" y="22225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2250"/>
                  </a:lnTo>
                  <a:close/>
                </a:path>
                <a:path w="3810" h="251460">
                  <a:moveTo>
                    <a:pt x="3810" y="27940"/>
                  </a:moveTo>
                  <a:lnTo>
                    <a:pt x="0" y="2794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7940"/>
                  </a:lnTo>
                  <a:close/>
                </a:path>
                <a:path w="3810" h="251460">
                  <a:moveTo>
                    <a:pt x="3810" y="21590"/>
                  </a:moveTo>
                  <a:lnTo>
                    <a:pt x="0" y="21590"/>
                  </a:lnTo>
                  <a:lnTo>
                    <a:pt x="0" y="27927"/>
                  </a:lnTo>
                  <a:lnTo>
                    <a:pt x="3810" y="27927"/>
                  </a:lnTo>
                  <a:lnTo>
                    <a:pt x="3810" y="21590"/>
                  </a:lnTo>
                  <a:close/>
                </a:path>
                <a:path w="3810" h="251460">
                  <a:moveTo>
                    <a:pt x="381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10" y="21577"/>
                  </a:lnTo>
                  <a:lnTo>
                    <a:pt x="3810" y="19050"/>
                  </a:lnTo>
                  <a:close/>
                </a:path>
                <a:path w="3810" h="251460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10" h="25146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10" h="25146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10" h="25146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10" h="25146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10" h="25146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7" name="object 2867"/>
            <p:cNvSpPr/>
            <p:nvPr/>
          </p:nvSpPr>
          <p:spPr>
            <a:xfrm>
              <a:off x="6471920" y="5278120"/>
              <a:ext cx="2540" cy="251460"/>
            </a:xfrm>
            <a:custGeom>
              <a:avLst/>
              <a:gdLst/>
              <a:ahLst/>
              <a:cxnLst/>
              <a:rect l="l" t="t" r="r" b="b"/>
              <a:pathLst>
                <a:path w="2539" h="251460">
                  <a:moveTo>
                    <a:pt x="126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39" y="2539"/>
                  </a:lnTo>
                  <a:lnTo>
                    <a:pt x="253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2539" h="251460">
                  <a:moveTo>
                    <a:pt x="253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2539" y="6349"/>
                  </a:lnTo>
                  <a:lnTo>
                    <a:pt x="2539" y="2539"/>
                  </a:lnTo>
                  <a:close/>
                </a:path>
                <a:path w="2539" h="251460">
                  <a:moveTo>
                    <a:pt x="253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2539" y="8889"/>
                  </a:lnTo>
                  <a:lnTo>
                    <a:pt x="2539" y="6349"/>
                  </a:lnTo>
                  <a:close/>
                </a:path>
                <a:path w="2539" h="251460">
                  <a:moveTo>
                    <a:pt x="253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2539" y="12699"/>
                  </a:lnTo>
                  <a:lnTo>
                    <a:pt x="2539" y="8889"/>
                  </a:lnTo>
                  <a:close/>
                </a:path>
                <a:path w="2539" h="251460">
                  <a:moveTo>
                    <a:pt x="253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2539" y="15239"/>
                  </a:lnTo>
                  <a:lnTo>
                    <a:pt x="2539" y="12699"/>
                  </a:lnTo>
                  <a:close/>
                </a:path>
                <a:path w="2539" h="251460">
                  <a:moveTo>
                    <a:pt x="2539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2539" y="19049"/>
                  </a:lnTo>
                  <a:lnTo>
                    <a:pt x="2539" y="15239"/>
                  </a:lnTo>
                  <a:close/>
                </a:path>
                <a:path w="2539" h="251460">
                  <a:moveTo>
                    <a:pt x="2539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2539" y="21589"/>
                  </a:lnTo>
                  <a:lnTo>
                    <a:pt x="2539" y="19049"/>
                  </a:lnTo>
                  <a:close/>
                </a:path>
                <a:path w="2539" h="251460">
                  <a:moveTo>
                    <a:pt x="2539" y="21589"/>
                  </a:moveTo>
                  <a:lnTo>
                    <a:pt x="0" y="21589"/>
                  </a:lnTo>
                  <a:lnTo>
                    <a:pt x="0" y="27939"/>
                  </a:lnTo>
                  <a:lnTo>
                    <a:pt x="2539" y="27939"/>
                  </a:lnTo>
                  <a:lnTo>
                    <a:pt x="2539" y="21589"/>
                  </a:lnTo>
                  <a:close/>
                </a:path>
                <a:path w="2539" h="251460">
                  <a:moveTo>
                    <a:pt x="2539" y="27939"/>
                  </a:moveTo>
                  <a:lnTo>
                    <a:pt x="0" y="27939"/>
                  </a:lnTo>
                  <a:lnTo>
                    <a:pt x="0" y="222249"/>
                  </a:lnTo>
                  <a:lnTo>
                    <a:pt x="2539" y="222249"/>
                  </a:lnTo>
                  <a:lnTo>
                    <a:pt x="2539" y="27939"/>
                  </a:lnTo>
                  <a:close/>
                </a:path>
                <a:path w="2539" h="251460">
                  <a:moveTo>
                    <a:pt x="2539" y="222249"/>
                  </a:moveTo>
                  <a:lnTo>
                    <a:pt x="0" y="222249"/>
                  </a:lnTo>
                  <a:lnTo>
                    <a:pt x="0" y="228599"/>
                  </a:lnTo>
                  <a:lnTo>
                    <a:pt x="2539" y="228599"/>
                  </a:lnTo>
                  <a:lnTo>
                    <a:pt x="2539" y="222249"/>
                  </a:lnTo>
                  <a:close/>
                </a:path>
                <a:path w="2539" h="251460">
                  <a:moveTo>
                    <a:pt x="2539" y="228599"/>
                  </a:moveTo>
                  <a:lnTo>
                    <a:pt x="0" y="228599"/>
                  </a:lnTo>
                  <a:lnTo>
                    <a:pt x="0" y="231139"/>
                  </a:lnTo>
                  <a:lnTo>
                    <a:pt x="2539" y="231139"/>
                  </a:lnTo>
                  <a:lnTo>
                    <a:pt x="2539" y="228599"/>
                  </a:lnTo>
                  <a:close/>
                </a:path>
                <a:path w="2539" h="251460">
                  <a:moveTo>
                    <a:pt x="2539" y="231139"/>
                  </a:moveTo>
                  <a:lnTo>
                    <a:pt x="0" y="231139"/>
                  </a:lnTo>
                  <a:lnTo>
                    <a:pt x="0" y="234949"/>
                  </a:lnTo>
                  <a:lnTo>
                    <a:pt x="2539" y="234949"/>
                  </a:lnTo>
                  <a:lnTo>
                    <a:pt x="2539" y="231139"/>
                  </a:lnTo>
                  <a:close/>
                </a:path>
                <a:path w="2539" h="251460">
                  <a:moveTo>
                    <a:pt x="2539" y="234949"/>
                  </a:moveTo>
                  <a:lnTo>
                    <a:pt x="0" y="234949"/>
                  </a:lnTo>
                  <a:lnTo>
                    <a:pt x="0" y="237489"/>
                  </a:lnTo>
                  <a:lnTo>
                    <a:pt x="2539" y="237489"/>
                  </a:lnTo>
                  <a:lnTo>
                    <a:pt x="2539" y="234949"/>
                  </a:lnTo>
                  <a:close/>
                </a:path>
                <a:path w="2539" h="251460">
                  <a:moveTo>
                    <a:pt x="2539" y="237489"/>
                  </a:moveTo>
                  <a:lnTo>
                    <a:pt x="0" y="237489"/>
                  </a:lnTo>
                  <a:lnTo>
                    <a:pt x="0" y="241299"/>
                  </a:lnTo>
                  <a:lnTo>
                    <a:pt x="2539" y="241299"/>
                  </a:lnTo>
                  <a:lnTo>
                    <a:pt x="2539" y="237489"/>
                  </a:lnTo>
                  <a:close/>
                </a:path>
                <a:path w="2539" h="251460">
                  <a:moveTo>
                    <a:pt x="2539" y="241299"/>
                  </a:moveTo>
                  <a:lnTo>
                    <a:pt x="0" y="241299"/>
                  </a:lnTo>
                  <a:lnTo>
                    <a:pt x="0" y="243839"/>
                  </a:lnTo>
                  <a:lnTo>
                    <a:pt x="2539" y="243839"/>
                  </a:lnTo>
                  <a:lnTo>
                    <a:pt x="2539" y="241299"/>
                  </a:lnTo>
                  <a:close/>
                </a:path>
                <a:path w="2539" h="251460">
                  <a:moveTo>
                    <a:pt x="2539" y="243839"/>
                  </a:moveTo>
                  <a:lnTo>
                    <a:pt x="0" y="243839"/>
                  </a:lnTo>
                  <a:lnTo>
                    <a:pt x="0" y="247649"/>
                  </a:lnTo>
                  <a:lnTo>
                    <a:pt x="2539" y="247649"/>
                  </a:lnTo>
                  <a:lnTo>
                    <a:pt x="2539" y="243839"/>
                  </a:lnTo>
                  <a:close/>
                </a:path>
                <a:path w="2539" h="251460">
                  <a:moveTo>
                    <a:pt x="2539" y="247649"/>
                  </a:moveTo>
                  <a:lnTo>
                    <a:pt x="0" y="247649"/>
                  </a:lnTo>
                  <a:lnTo>
                    <a:pt x="0" y="250189"/>
                  </a:lnTo>
                  <a:lnTo>
                    <a:pt x="2539" y="250189"/>
                  </a:lnTo>
                  <a:lnTo>
                    <a:pt x="2539" y="247649"/>
                  </a:lnTo>
                  <a:close/>
                </a:path>
                <a:path w="2539" h="251460">
                  <a:moveTo>
                    <a:pt x="1269" y="250189"/>
                  </a:moveTo>
                  <a:lnTo>
                    <a:pt x="0" y="250189"/>
                  </a:lnTo>
                  <a:lnTo>
                    <a:pt x="0" y="251459"/>
                  </a:lnTo>
                  <a:lnTo>
                    <a:pt x="1269" y="251459"/>
                  </a:lnTo>
                  <a:lnTo>
                    <a:pt x="1269" y="250189"/>
                  </a:lnTo>
                  <a:close/>
                </a:path>
              </a:pathLst>
            </a:custGeom>
            <a:solidFill>
              <a:srgbClr val="7A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8" name="object 2868"/>
            <p:cNvSpPr/>
            <p:nvPr/>
          </p:nvSpPr>
          <p:spPr>
            <a:xfrm>
              <a:off x="6474460" y="5279389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10" h="248920">
                  <a:moveTo>
                    <a:pt x="3810" y="242582"/>
                  </a:moveTo>
                  <a:lnTo>
                    <a:pt x="0" y="24258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2582"/>
                  </a:lnTo>
                  <a:close/>
                </a:path>
                <a:path w="3810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10" h="248920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10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10" h="248920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10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10" h="248920">
                  <a:moveTo>
                    <a:pt x="3810" y="220992"/>
                  </a:moveTo>
                  <a:lnTo>
                    <a:pt x="0" y="22099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0992"/>
                  </a:lnTo>
                  <a:close/>
                </a:path>
                <a:path w="3810" h="248920">
                  <a:moveTo>
                    <a:pt x="3810" y="26682"/>
                  </a:moveTo>
                  <a:lnTo>
                    <a:pt x="0" y="2668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6682"/>
                  </a:lnTo>
                  <a:close/>
                </a:path>
                <a:path w="3810" h="248920">
                  <a:moveTo>
                    <a:pt x="3810" y="20332"/>
                  </a:moveTo>
                  <a:lnTo>
                    <a:pt x="0" y="20332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0332"/>
                  </a:lnTo>
                  <a:close/>
                </a:path>
                <a:path w="3810" h="248920">
                  <a:moveTo>
                    <a:pt x="381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92"/>
                  </a:lnTo>
                  <a:close/>
                </a:path>
                <a:path w="3810" h="248920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10" h="248920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10" h="24892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10" h="24892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10" h="24892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9" name="object 2869"/>
            <p:cNvSpPr/>
            <p:nvPr/>
          </p:nvSpPr>
          <p:spPr>
            <a:xfrm>
              <a:off x="6478270" y="5279389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10" h="248920">
                  <a:moveTo>
                    <a:pt x="3810" y="242582"/>
                  </a:moveTo>
                  <a:lnTo>
                    <a:pt x="0" y="24258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2582"/>
                  </a:lnTo>
                  <a:close/>
                </a:path>
                <a:path w="3810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10" h="248920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10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10" h="248920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10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10" h="248920">
                  <a:moveTo>
                    <a:pt x="3810" y="220992"/>
                  </a:moveTo>
                  <a:lnTo>
                    <a:pt x="0" y="22099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0992"/>
                  </a:lnTo>
                  <a:close/>
                </a:path>
                <a:path w="3810" h="248920">
                  <a:moveTo>
                    <a:pt x="3810" y="26682"/>
                  </a:moveTo>
                  <a:lnTo>
                    <a:pt x="0" y="2668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6682"/>
                  </a:lnTo>
                  <a:close/>
                </a:path>
                <a:path w="3810" h="248920">
                  <a:moveTo>
                    <a:pt x="3810" y="20332"/>
                  </a:moveTo>
                  <a:lnTo>
                    <a:pt x="0" y="20332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0332"/>
                  </a:lnTo>
                  <a:close/>
                </a:path>
                <a:path w="3810" h="248920">
                  <a:moveTo>
                    <a:pt x="381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92"/>
                  </a:lnTo>
                  <a:close/>
                </a:path>
                <a:path w="3810" h="248920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10" h="248920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10" h="24892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10" h="24892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10" h="24892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F9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0" name="object 2870"/>
            <p:cNvSpPr/>
            <p:nvPr/>
          </p:nvSpPr>
          <p:spPr>
            <a:xfrm>
              <a:off x="6482080" y="5279389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10" h="248920">
                  <a:moveTo>
                    <a:pt x="3810" y="242582"/>
                  </a:moveTo>
                  <a:lnTo>
                    <a:pt x="0" y="24258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2582"/>
                  </a:lnTo>
                  <a:close/>
                </a:path>
                <a:path w="3810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10" h="248920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10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10" h="248920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10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10" h="248920">
                  <a:moveTo>
                    <a:pt x="3810" y="220992"/>
                  </a:moveTo>
                  <a:lnTo>
                    <a:pt x="0" y="22099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0992"/>
                  </a:lnTo>
                  <a:close/>
                </a:path>
                <a:path w="3810" h="248920">
                  <a:moveTo>
                    <a:pt x="3810" y="26682"/>
                  </a:moveTo>
                  <a:lnTo>
                    <a:pt x="0" y="2668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6682"/>
                  </a:lnTo>
                  <a:close/>
                </a:path>
                <a:path w="3810" h="248920">
                  <a:moveTo>
                    <a:pt x="3810" y="20332"/>
                  </a:moveTo>
                  <a:lnTo>
                    <a:pt x="0" y="20332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0332"/>
                  </a:lnTo>
                  <a:close/>
                </a:path>
                <a:path w="3810" h="248920">
                  <a:moveTo>
                    <a:pt x="381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92"/>
                  </a:lnTo>
                  <a:close/>
                </a:path>
                <a:path w="3810" h="248920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10" h="248920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10" h="24892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10" h="24892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10" h="24892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294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1" name="object 2871"/>
            <p:cNvSpPr/>
            <p:nvPr/>
          </p:nvSpPr>
          <p:spPr>
            <a:xfrm>
              <a:off x="6485890" y="5279389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10" h="248920">
                  <a:moveTo>
                    <a:pt x="3810" y="242582"/>
                  </a:moveTo>
                  <a:lnTo>
                    <a:pt x="0" y="24258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2582"/>
                  </a:lnTo>
                  <a:close/>
                </a:path>
                <a:path w="3810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10" h="248920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10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10" h="248920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10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10" h="248920">
                  <a:moveTo>
                    <a:pt x="3810" y="220992"/>
                  </a:moveTo>
                  <a:lnTo>
                    <a:pt x="0" y="22099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0992"/>
                  </a:lnTo>
                  <a:close/>
                </a:path>
                <a:path w="3810" h="248920">
                  <a:moveTo>
                    <a:pt x="3810" y="26682"/>
                  </a:moveTo>
                  <a:lnTo>
                    <a:pt x="0" y="2668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6682"/>
                  </a:lnTo>
                  <a:close/>
                </a:path>
                <a:path w="3810" h="248920">
                  <a:moveTo>
                    <a:pt x="3810" y="20332"/>
                  </a:moveTo>
                  <a:lnTo>
                    <a:pt x="0" y="20332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0332"/>
                  </a:lnTo>
                  <a:close/>
                </a:path>
                <a:path w="3810" h="248920">
                  <a:moveTo>
                    <a:pt x="381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92"/>
                  </a:lnTo>
                  <a:close/>
                </a:path>
                <a:path w="3810" h="248920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10" h="248920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10" h="24892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10" h="24892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10" h="24892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496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2" name="object 2872"/>
            <p:cNvSpPr/>
            <p:nvPr/>
          </p:nvSpPr>
          <p:spPr>
            <a:xfrm>
              <a:off x="6489700" y="5279389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10" h="248920">
                  <a:moveTo>
                    <a:pt x="3810" y="242582"/>
                  </a:moveTo>
                  <a:lnTo>
                    <a:pt x="0" y="24258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2582"/>
                  </a:lnTo>
                  <a:close/>
                </a:path>
                <a:path w="3810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10" h="248920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10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10" h="248920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10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10" h="248920">
                  <a:moveTo>
                    <a:pt x="3810" y="220992"/>
                  </a:moveTo>
                  <a:lnTo>
                    <a:pt x="0" y="22099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0992"/>
                  </a:lnTo>
                  <a:close/>
                </a:path>
                <a:path w="3810" h="248920">
                  <a:moveTo>
                    <a:pt x="3810" y="26682"/>
                  </a:moveTo>
                  <a:lnTo>
                    <a:pt x="0" y="2668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6682"/>
                  </a:lnTo>
                  <a:close/>
                </a:path>
                <a:path w="3810" h="248920">
                  <a:moveTo>
                    <a:pt x="3810" y="20332"/>
                  </a:moveTo>
                  <a:lnTo>
                    <a:pt x="0" y="20332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0332"/>
                  </a:lnTo>
                  <a:close/>
                </a:path>
                <a:path w="3810" h="248920">
                  <a:moveTo>
                    <a:pt x="381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92"/>
                  </a:lnTo>
                  <a:close/>
                </a:path>
                <a:path w="3810" h="248920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10" h="248920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10" h="24892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10" h="24892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10" h="24892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799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3" name="object 2873"/>
            <p:cNvSpPr/>
            <p:nvPr/>
          </p:nvSpPr>
          <p:spPr>
            <a:xfrm>
              <a:off x="6493510" y="5279389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10" h="248920">
                  <a:moveTo>
                    <a:pt x="3810" y="242582"/>
                  </a:moveTo>
                  <a:lnTo>
                    <a:pt x="0" y="24258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2582"/>
                  </a:lnTo>
                  <a:close/>
                </a:path>
                <a:path w="3810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10" h="248920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10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10" h="248920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10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10" h="248920">
                  <a:moveTo>
                    <a:pt x="3810" y="220992"/>
                  </a:moveTo>
                  <a:lnTo>
                    <a:pt x="0" y="22099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0992"/>
                  </a:lnTo>
                  <a:close/>
                </a:path>
                <a:path w="3810" h="248920">
                  <a:moveTo>
                    <a:pt x="3810" y="26682"/>
                  </a:moveTo>
                  <a:lnTo>
                    <a:pt x="0" y="2668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6682"/>
                  </a:lnTo>
                  <a:close/>
                </a:path>
                <a:path w="3810" h="248920">
                  <a:moveTo>
                    <a:pt x="3810" y="20332"/>
                  </a:moveTo>
                  <a:lnTo>
                    <a:pt x="0" y="20332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0332"/>
                  </a:lnTo>
                  <a:close/>
                </a:path>
                <a:path w="3810" h="248920">
                  <a:moveTo>
                    <a:pt x="381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92"/>
                  </a:lnTo>
                  <a:close/>
                </a:path>
                <a:path w="3810" h="248920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10" h="248920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10" h="24892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10" h="24892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10" h="24892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4" name="object 2874"/>
            <p:cNvSpPr/>
            <p:nvPr/>
          </p:nvSpPr>
          <p:spPr>
            <a:xfrm>
              <a:off x="6497320" y="5279389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2539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39" y="1270"/>
                  </a:lnTo>
                  <a:lnTo>
                    <a:pt x="2539" y="0"/>
                  </a:lnTo>
                  <a:close/>
                </a:path>
                <a:path w="3810" h="248920">
                  <a:moveTo>
                    <a:pt x="380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1270"/>
                  </a:lnTo>
                  <a:close/>
                </a:path>
                <a:path w="3810" h="248920">
                  <a:moveTo>
                    <a:pt x="380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09" y="7620"/>
                  </a:lnTo>
                  <a:lnTo>
                    <a:pt x="3809" y="5080"/>
                  </a:lnTo>
                  <a:close/>
                </a:path>
                <a:path w="3810" h="248920">
                  <a:moveTo>
                    <a:pt x="380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7620"/>
                  </a:lnTo>
                  <a:close/>
                </a:path>
                <a:path w="3810" h="248920">
                  <a:moveTo>
                    <a:pt x="3809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09" y="13970"/>
                  </a:lnTo>
                  <a:lnTo>
                    <a:pt x="3809" y="11430"/>
                  </a:lnTo>
                  <a:close/>
                </a:path>
                <a:path w="3810" h="248920">
                  <a:moveTo>
                    <a:pt x="3809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3970"/>
                  </a:lnTo>
                  <a:close/>
                </a:path>
                <a:path w="3810" h="248920">
                  <a:moveTo>
                    <a:pt x="3809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09" y="20320"/>
                  </a:lnTo>
                  <a:lnTo>
                    <a:pt x="3809" y="17780"/>
                  </a:lnTo>
                  <a:close/>
                </a:path>
                <a:path w="3810" h="248920">
                  <a:moveTo>
                    <a:pt x="3809" y="20320"/>
                  </a:moveTo>
                  <a:lnTo>
                    <a:pt x="0" y="20320"/>
                  </a:lnTo>
                  <a:lnTo>
                    <a:pt x="0" y="26670"/>
                  </a:lnTo>
                  <a:lnTo>
                    <a:pt x="3809" y="26670"/>
                  </a:lnTo>
                  <a:lnTo>
                    <a:pt x="3809" y="20320"/>
                  </a:lnTo>
                  <a:close/>
                </a:path>
                <a:path w="3810" h="248920">
                  <a:moveTo>
                    <a:pt x="3809" y="26670"/>
                  </a:moveTo>
                  <a:lnTo>
                    <a:pt x="0" y="26670"/>
                  </a:lnTo>
                  <a:lnTo>
                    <a:pt x="0" y="220980"/>
                  </a:lnTo>
                  <a:lnTo>
                    <a:pt x="3809" y="220980"/>
                  </a:lnTo>
                  <a:lnTo>
                    <a:pt x="3809" y="26670"/>
                  </a:lnTo>
                  <a:close/>
                </a:path>
                <a:path w="3810" h="248920">
                  <a:moveTo>
                    <a:pt x="3809" y="220980"/>
                  </a:moveTo>
                  <a:lnTo>
                    <a:pt x="0" y="220980"/>
                  </a:lnTo>
                  <a:lnTo>
                    <a:pt x="0" y="227330"/>
                  </a:lnTo>
                  <a:lnTo>
                    <a:pt x="3809" y="227330"/>
                  </a:lnTo>
                  <a:lnTo>
                    <a:pt x="3809" y="220980"/>
                  </a:lnTo>
                  <a:close/>
                </a:path>
                <a:path w="3810" h="248920">
                  <a:moveTo>
                    <a:pt x="3809" y="227330"/>
                  </a:moveTo>
                  <a:lnTo>
                    <a:pt x="0" y="227330"/>
                  </a:lnTo>
                  <a:lnTo>
                    <a:pt x="0" y="229870"/>
                  </a:lnTo>
                  <a:lnTo>
                    <a:pt x="3809" y="229870"/>
                  </a:lnTo>
                  <a:lnTo>
                    <a:pt x="3809" y="227330"/>
                  </a:lnTo>
                  <a:close/>
                </a:path>
                <a:path w="3810" h="248920">
                  <a:moveTo>
                    <a:pt x="3809" y="229870"/>
                  </a:moveTo>
                  <a:lnTo>
                    <a:pt x="0" y="229870"/>
                  </a:lnTo>
                  <a:lnTo>
                    <a:pt x="0" y="233680"/>
                  </a:lnTo>
                  <a:lnTo>
                    <a:pt x="3809" y="233680"/>
                  </a:lnTo>
                  <a:lnTo>
                    <a:pt x="3809" y="229870"/>
                  </a:lnTo>
                  <a:close/>
                </a:path>
                <a:path w="3810" h="248920">
                  <a:moveTo>
                    <a:pt x="3809" y="233680"/>
                  </a:moveTo>
                  <a:lnTo>
                    <a:pt x="0" y="233680"/>
                  </a:lnTo>
                  <a:lnTo>
                    <a:pt x="0" y="236220"/>
                  </a:lnTo>
                  <a:lnTo>
                    <a:pt x="3809" y="236220"/>
                  </a:lnTo>
                  <a:lnTo>
                    <a:pt x="3809" y="233680"/>
                  </a:lnTo>
                  <a:close/>
                </a:path>
                <a:path w="3810" h="248920">
                  <a:moveTo>
                    <a:pt x="3809" y="236220"/>
                  </a:moveTo>
                  <a:lnTo>
                    <a:pt x="0" y="236220"/>
                  </a:lnTo>
                  <a:lnTo>
                    <a:pt x="0" y="240030"/>
                  </a:lnTo>
                  <a:lnTo>
                    <a:pt x="3809" y="240030"/>
                  </a:lnTo>
                  <a:lnTo>
                    <a:pt x="3809" y="236220"/>
                  </a:lnTo>
                  <a:close/>
                </a:path>
                <a:path w="3810" h="248920">
                  <a:moveTo>
                    <a:pt x="3809" y="240030"/>
                  </a:moveTo>
                  <a:lnTo>
                    <a:pt x="0" y="240030"/>
                  </a:lnTo>
                  <a:lnTo>
                    <a:pt x="0" y="242570"/>
                  </a:lnTo>
                  <a:lnTo>
                    <a:pt x="3809" y="242570"/>
                  </a:lnTo>
                  <a:lnTo>
                    <a:pt x="3809" y="240030"/>
                  </a:lnTo>
                  <a:close/>
                </a:path>
                <a:path w="3810" h="248920">
                  <a:moveTo>
                    <a:pt x="3809" y="242570"/>
                  </a:moveTo>
                  <a:lnTo>
                    <a:pt x="0" y="242570"/>
                  </a:lnTo>
                  <a:lnTo>
                    <a:pt x="0" y="246380"/>
                  </a:lnTo>
                  <a:lnTo>
                    <a:pt x="3809" y="246380"/>
                  </a:lnTo>
                  <a:lnTo>
                    <a:pt x="3809" y="242570"/>
                  </a:lnTo>
                  <a:close/>
                </a:path>
                <a:path w="3810" h="248920">
                  <a:moveTo>
                    <a:pt x="3809" y="246380"/>
                  </a:moveTo>
                  <a:lnTo>
                    <a:pt x="0" y="246380"/>
                  </a:lnTo>
                  <a:lnTo>
                    <a:pt x="0" y="248920"/>
                  </a:lnTo>
                  <a:lnTo>
                    <a:pt x="2539" y="248920"/>
                  </a:lnTo>
                  <a:lnTo>
                    <a:pt x="2539" y="247650"/>
                  </a:lnTo>
                  <a:lnTo>
                    <a:pt x="3809" y="247650"/>
                  </a:lnTo>
                  <a:lnTo>
                    <a:pt x="3809" y="246380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5" name="object 2875"/>
            <p:cNvSpPr/>
            <p:nvPr/>
          </p:nvSpPr>
          <p:spPr>
            <a:xfrm>
              <a:off x="6501130" y="5280672"/>
              <a:ext cx="2540" cy="246379"/>
            </a:xfrm>
            <a:custGeom>
              <a:avLst/>
              <a:gdLst/>
              <a:ahLst/>
              <a:cxnLst/>
              <a:rect l="l" t="t" r="r" b="b"/>
              <a:pathLst>
                <a:path w="2540" h="246379">
                  <a:moveTo>
                    <a:pt x="2540" y="245110"/>
                  </a:moveTo>
                  <a:lnTo>
                    <a:pt x="0" y="245110"/>
                  </a:lnTo>
                  <a:lnTo>
                    <a:pt x="0" y="246367"/>
                  </a:lnTo>
                  <a:lnTo>
                    <a:pt x="2540" y="246367"/>
                  </a:lnTo>
                  <a:lnTo>
                    <a:pt x="2540" y="245110"/>
                  </a:lnTo>
                  <a:close/>
                </a:path>
                <a:path w="2540" h="246379">
                  <a:moveTo>
                    <a:pt x="254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2540" y="245097"/>
                  </a:lnTo>
                  <a:lnTo>
                    <a:pt x="2540" y="241300"/>
                  </a:lnTo>
                  <a:close/>
                </a:path>
                <a:path w="2540" h="246379">
                  <a:moveTo>
                    <a:pt x="254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2540" y="241287"/>
                  </a:lnTo>
                  <a:lnTo>
                    <a:pt x="2540" y="238760"/>
                  </a:lnTo>
                  <a:close/>
                </a:path>
                <a:path w="2540" h="246379">
                  <a:moveTo>
                    <a:pt x="254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2540" y="238747"/>
                  </a:lnTo>
                  <a:lnTo>
                    <a:pt x="2540" y="234950"/>
                  </a:lnTo>
                  <a:close/>
                </a:path>
                <a:path w="2540" h="246379">
                  <a:moveTo>
                    <a:pt x="254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2540" y="234937"/>
                  </a:lnTo>
                  <a:lnTo>
                    <a:pt x="2540" y="232410"/>
                  </a:lnTo>
                  <a:close/>
                </a:path>
                <a:path w="2540" h="246379">
                  <a:moveTo>
                    <a:pt x="254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2540" y="232397"/>
                  </a:lnTo>
                  <a:lnTo>
                    <a:pt x="2540" y="228600"/>
                  </a:lnTo>
                  <a:close/>
                </a:path>
                <a:path w="2540" h="246379">
                  <a:moveTo>
                    <a:pt x="254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2540" y="228587"/>
                  </a:lnTo>
                  <a:lnTo>
                    <a:pt x="2540" y="226060"/>
                  </a:lnTo>
                  <a:close/>
                </a:path>
                <a:path w="2540" h="246379">
                  <a:moveTo>
                    <a:pt x="2540" y="219710"/>
                  </a:moveTo>
                  <a:lnTo>
                    <a:pt x="0" y="219710"/>
                  </a:lnTo>
                  <a:lnTo>
                    <a:pt x="0" y="226047"/>
                  </a:lnTo>
                  <a:lnTo>
                    <a:pt x="2540" y="226047"/>
                  </a:lnTo>
                  <a:lnTo>
                    <a:pt x="2540" y="219710"/>
                  </a:lnTo>
                  <a:close/>
                </a:path>
                <a:path w="2540" h="246379">
                  <a:moveTo>
                    <a:pt x="2540" y="25400"/>
                  </a:moveTo>
                  <a:lnTo>
                    <a:pt x="0" y="25400"/>
                  </a:lnTo>
                  <a:lnTo>
                    <a:pt x="0" y="219697"/>
                  </a:lnTo>
                  <a:lnTo>
                    <a:pt x="2540" y="219697"/>
                  </a:lnTo>
                  <a:lnTo>
                    <a:pt x="2540" y="25400"/>
                  </a:lnTo>
                  <a:close/>
                </a:path>
                <a:path w="2540" h="246379">
                  <a:moveTo>
                    <a:pt x="254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2540" y="25387"/>
                  </a:lnTo>
                  <a:lnTo>
                    <a:pt x="2540" y="19050"/>
                  </a:lnTo>
                  <a:close/>
                </a:path>
                <a:path w="2540" h="246379">
                  <a:moveTo>
                    <a:pt x="254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2540" y="19037"/>
                  </a:lnTo>
                  <a:lnTo>
                    <a:pt x="2540" y="16510"/>
                  </a:lnTo>
                  <a:close/>
                </a:path>
                <a:path w="2540" h="246379">
                  <a:moveTo>
                    <a:pt x="254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2540" y="16497"/>
                  </a:lnTo>
                  <a:lnTo>
                    <a:pt x="2540" y="12700"/>
                  </a:lnTo>
                  <a:close/>
                </a:path>
                <a:path w="2540" h="246379">
                  <a:moveTo>
                    <a:pt x="254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10160"/>
                  </a:lnTo>
                  <a:close/>
                </a:path>
                <a:path w="2540" h="246379">
                  <a:moveTo>
                    <a:pt x="254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2540" y="10147"/>
                  </a:lnTo>
                  <a:lnTo>
                    <a:pt x="2540" y="6350"/>
                  </a:lnTo>
                  <a:close/>
                </a:path>
                <a:path w="2540" h="246379">
                  <a:moveTo>
                    <a:pt x="254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3810"/>
                  </a:lnTo>
                  <a:close/>
                </a:path>
                <a:path w="2540" h="246379">
                  <a:moveTo>
                    <a:pt x="254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2540" y="379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8F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6" name="object 2876"/>
            <p:cNvSpPr/>
            <p:nvPr/>
          </p:nvSpPr>
          <p:spPr>
            <a:xfrm>
              <a:off x="6503670" y="5280672"/>
              <a:ext cx="3810" cy="246379"/>
            </a:xfrm>
            <a:custGeom>
              <a:avLst/>
              <a:gdLst/>
              <a:ahLst/>
              <a:cxnLst/>
              <a:rect l="l" t="t" r="r" b="b"/>
              <a:pathLst>
                <a:path w="3809" h="246379">
                  <a:moveTo>
                    <a:pt x="2527" y="245110"/>
                  </a:moveTo>
                  <a:lnTo>
                    <a:pt x="0" y="245110"/>
                  </a:lnTo>
                  <a:lnTo>
                    <a:pt x="0" y="246367"/>
                  </a:lnTo>
                  <a:lnTo>
                    <a:pt x="2527" y="246367"/>
                  </a:lnTo>
                  <a:lnTo>
                    <a:pt x="2527" y="245110"/>
                  </a:lnTo>
                  <a:close/>
                </a:path>
                <a:path w="3809" h="24637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09" h="24637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09" h="24637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09" h="24637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09" h="24637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09" h="24637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09" h="246379">
                  <a:moveTo>
                    <a:pt x="3810" y="219710"/>
                  </a:moveTo>
                  <a:lnTo>
                    <a:pt x="0" y="21971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19710"/>
                  </a:lnTo>
                  <a:close/>
                </a:path>
                <a:path w="3809" h="246379">
                  <a:moveTo>
                    <a:pt x="3810" y="25400"/>
                  </a:moveTo>
                  <a:lnTo>
                    <a:pt x="0" y="25400"/>
                  </a:lnTo>
                  <a:lnTo>
                    <a:pt x="0" y="219697"/>
                  </a:lnTo>
                  <a:lnTo>
                    <a:pt x="3810" y="219697"/>
                  </a:lnTo>
                  <a:lnTo>
                    <a:pt x="3810" y="25400"/>
                  </a:lnTo>
                  <a:close/>
                </a:path>
                <a:path w="3809" h="246379">
                  <a:moveTo>
                    <a:pt x="38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19050"/>
                  </a:lnTo>
                  <a:close/>
                </a:path>
                <a:path w="3809" h="24637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09" h="24637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09" h="24637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09" h="24637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09" h="24637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09" h="24637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7" name="object 2877"/>
            <p:cNvSpPr/>
            <p:nvPr/>
          </p:nvSpPr>
          <p:spPr>
            <a:xfrm>
              <a:off x="6507480" y="5280672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09" h="245110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09" h="245110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09" h="245110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09" h="245110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09" h="245110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09" h="245110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09" h="245110">
                  <a:moveTo>
                    <a:pt x="3810" y="219710"/>
                  </a:moveTo>
                  <a:lnTo>
                    <a:pt x="0" y="21971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19710"/>
                  </a:lnTo>
                  <a:close/>
                </a:path>
                <a:path w="3809" h="245110">
                  <a:moveTo>
                    <a:pt x="3810" y="25400"/>
                  </a:moveTo>
                  <a:lnTo>
                    <a:pt x="0" y="25400"/>
                  </a:lnTo>
                  <a:lnTo>
                    <a:pt x="0" y="219697"/>
                  </a:lnTo>
                  <a:lnTo>
                    <a:pt x="3810" y="219697"/>
                  </a:lnTo>
                  <a:lnTo>
                    <a:pt x="3810" y="25400"/>
                  </a:lnTo>
                  <a:close/>
                </a:path>
                <a:path w="3809" h="245110">
                  <a:moveTo>
                    <a:pt x="381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19050"/>
                  </a:lnTo>
                  <a:close/>
                </a:path>
                <a:path w="3809" h="245110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09" h="245110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09" h="245110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09" h="245110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09" h="245110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09" h="245110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8" name="object 2878"/>
            <p:cNvSpPr/>
            <p:nvPr/>
          </p:nvSpPr>
          <p:spPr>
            <a:xfrm>
              <a:off x="6511290" y="5281930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09" h="243839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09" h="243839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09" h="243839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09" h="243839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09" h="243839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09" h="243839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09" h="243839">
                  <a:moveTo>
                    <a:pt x="3810" y="218452"/>
                  </a:moveTo>
                  <a:lnTo>
                    <a:pt x="0" y="21845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18452"/>
                  </a:lnTo>
                  <a:close/>
                </a:path>
                <a:path w="3809" h="243839">
                  <a:moveTo>
                    <a:pt x="3810" y="24142"/>
                  </a:moveTo>
                  <a:lnTo>
                    <a:pt x="0" y="24142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4142"/>
                  </a:lnTo>
                  <a:close/>
                </a:path>
                <a:path w="3809" h="243839">
                  <a:moveTo>
                    <a:pt x="38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7792"/>
                  </a:lnTo>
                  <a:close/>
                </a:path>
                <a:path w="3809" h="243839">
                  <a:moveTo>
                    <a:pt x="381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52"/>
                  </a:lnTo>
                  <a:close/>
                </a:path>
                <a:path w="3809" h="243839">
                  <a:moveTo>
                    <a:pt x="381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42"/>
                  </a:lnTo>
                  <a:close/>
                </a:path>
                <a:path w="3809" h="243839">
                  <a:moveTo>
                    <a:pt x="381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902"/>
                  </a:lnTo>
                  <a:close/>
                </a:path>
                <a:path w="3809" h="243839">
                  <a:moveTo>
                    <a:pt x="381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92"/>
                  </a:lnTo>
                  <a:close/>
                </a:path>
                <a:path w="3809" h="243839">
                  <a:moveTo>
                    <a:pt x="381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52"/>
                  </a:lnTo>
                  <a:close/>
                </a:path>
                <a:path w="3809" h="243839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7A6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9" name="object 2879"/>
            <p:cNvSpPr/>
            <p:nvPr/>
          </p:nvSpPr>
          <p:spPr>
            <a:xfrm>
              <a:off x="6515100" y="5281930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09" h="243839">
                  <a:moveTo>
                    <a:pt x="3797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797" y="243840"/>
                  </a:lnTo>
                  <a:lnTo>
                    <a:pt x="3797" y="240042"/>
                  </a:lnTo>
                  <a:close/>
                </a:path>
                <a:path w="3809" h="243839">
                  <a:moveTo>
                    <a:pt x="3797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797" y="240030"/>
                  </a:lnTo>
                  <a:lnTo>
                    <a:pt x="3797" y="237502"/>
                  </a:lnTo>
                  <a:close/>
                </a:path>
                <a:path w="3809" h="243839">
                  <a:moveTo>
                    <a:pt x="3797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797" y="237490"/>
                  </a:lnTo>
                  <a:lnTo>
                    <a:pt x="3797" y="233692"/>
                  </a:lnTo>
                  <a:close/>
                </a:path>
                <a:path w="3809" h="243839">
                  <a:moveTo>
                    <a:pt x="3797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797" y="233680"/>
                  </a:lnTo>
                  <a:lnTo>
                    <a:pt x="3797" y="231152"/>
                  </a:lnTo>
                  <a:close/>
                </a:path>
                <a:path w="3809" h="243839">
                  <a:moveTo>
                    <a:pt x="3797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797" y="231140"/>
                  </a:lnTo>
                  <a:lnTo>
                    <a:pt x="3797" y="227342"/>
                  </a:lnTo>
                  <a:close/>
                </a:path>
                <a:path w="3809" h="243839">
                  <a:moveTo>
                    <a:pt x="3797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797" y="227330"/>
                  </a:lnTo>
                  <a:lnTo>
                    <a:pt x="3797" y="224802"/>
                  </a:lnTo>
                  <a:close/>
                </a:path>
                <a:path w="3809" h="243839">
                  <a:moveTo>
                    <a:pt x="3797" y="218452"/>
                  </a:moveTo>
                  <a:lnTo>
                    <a:pt x="0" y="218452"/>
                  </a:lnTo>
                  <a:lnTo>
                    <a:pt x="0" y="224790"/>
                  </a:lnTo>
                  <a:lnTo>
                    <a:pt x="3797" y="224790"/>
                  </a:lnTo>
                  <a:lnTo>
                    <a:pt x="3797" y="218452"/>
                  </a:lnTo>
                  <a:close/>
                </a:path>
                <a:path w="3809" h="243839">
                  <a:moveTo>
                    <a:pt x="3797" y="24142"/>
                  </a:moveTo>
                  <a:lnTo>
                    <a:pt x="0" y="24142"/>
                  </a:lnTo>
                  <a:lnTo>
                    <a:pt x="0" y="218440"/>
                  </a:lnTo>
                  <a:lnTo>
                    <a:pt x="3797" y="218440"/>
                  </a:lnTo>
                  <a:lnTo>
                    <a:pt x="3797" y="24142"/>
                  </a:lnTo>
                  <a:close/>
                </a:path>
                <a:path w="3809" h="243839">
                  <a:moveTo>
                    <a:pt x="3797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3797" y="24130"/>
                  </a:lnTo>
                  <a:lnTo>
                    <a:pt x="3797" y="17792"/>
                  </a:lnTo>
                  <a:close/>
                </a:path>
                <a:path w="3809" h="243839">
                  <a:moveTo>
                    <a:pt x="3797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3797" y="17780"/>
                  </a:lnTo>
                  <a:lnTo>
                    <a:pt x="3797" y="15252"/>
                  </a:lnTo>
                  <a:close/>
                </a:path>
                <a:path w="3809" h="243839">
                  <a:moveTo>
                    <a:pt x="3797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3797" y="15240"/>
                  </a:lnTo>
                  <a:lnTo>
                    <a:pt x="3797" y="11442"/>
                  </a:lnTo>
                  <a:close/>
                </a:path>
                <a:path w="3809" h="243839">
                  <a:moveTo>
                    <a:pt x="3797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3797" y="11430"/>
                  </a:lnTo>
                  <a:lnTo>
                    <a:pt x="3797" y="8902"/>
                  </a:lnTo>
                  <a:close/>
                </a:path>
                <a:path w="3809" h="243839">
                  <a:moveTo>
                    <a:pt x="3797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3797" y="8890"/>
                  </a:lnTo>
                  <a:lnTo>
                    <a:pt x="3797" y="5092"/>
                  </a:lnTo>
                  <a:close/>
                </a:path>
                <a:path w="3809" h="243839">
                  <a:moveTo>
                    <a:pt x="3797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3797" y="5080"/>
                  </a:lnTo>
                  <a:lnTo>
                    <a:pt x="3797" y="2552"/>
                  </a:lnTo>
                  <a:close/>
                </a:path>
                <a:path w="3809" h="243839">
                  <a:moveTo>
                    <a:pt x="3797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797" y="2540"/>
                  </a:lnTo>
                  <a:lnTo>
                    <a:pt x="3797" y="0"/>
                  </a:lnTo>
                  <a:close/>
                </a:path>
              </a:pathLst>
            </a:custGeom>
            <a:solidFill>
              <a:srgbClr val="99A8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0" name="object 2880"/>
            <p:cNvSpPr/>
            <p:nvPr/>
          </p:nvSpPr>
          <p:spPr>
            <a:xfrm>
              <a:off x="6518897" y="5283200"/>
              <a:ext cx="4445" cy="242570"/>
            </a:xfrm>
            <a:custGeom>
              <a:avLst/>
              <a:gdLst/>
              <a:ahLst/>
              <a:cxnLst/>
              <a:rect l="l" t="t" r="r" b="b"/>
              <a:pathLst>
                <a:path w="4445" h="242570">
                  <a:moveTo>
                    <a:pt x="3822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3822" y="242570"/>
                  </a:lnTo>
                  <a:lnTo>
                    <a:pt x="3822" y="238772"/>
                  </a:lnTo>
                  <a:close/>
                </a:path>
                <a:path w="4445" h="242570">
                  <a:moveTo>
                    <a:pt x="3822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22" y="238760"/>
                  </a:lnTo>
                  <a:lnTo>
                    <a:pt x="3822" y="236232"/>
                  </a:lnTo>
                  <a:close/>
                </a:path>
                <a:path w="4445" h="242570">
                  <a:moveTo>
                    <a:pt x="3822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22" y="236220"/>
                  </a:lnTo>
                  <a:lnTo>
                    <a:pt x="3822" y="232422"/>
                  </a:lnTo>
                  <a:close/>
                </a:path>
                <a:path w="4445" h="242570">
                  <a:moveTo>
                    <a:pt x="3822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22" y="232410"/>
                  </a:lnTo>
                  <a:lnTo>
                    <a:pt x="3822" y="229882"/>
                  </a:lnTo>
                  <a:close/>
                </a:path>
                <a:path w="4445" h="242570">
                  <a:moveTo>
                    <a:pt x="3822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22" y="229870"/>
                  </a:lnTo>
                  <a:lnTo>
                    <a:pt x="3822" y="226072"/>
                  </a:lnTo>
                  <a:close/>
                </a:path>
                <a:path w="4445" h="242570">
                  <a:moveTo>
                    <a:pt x="3822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22" y="226060"/>
                  </a:lnTo>
                  <a:lnTo>
                    <a:pt x="3822" y="223532"/>
                  </a:lnTo>
                  <a:close/>
                </a:path>
                <a:path w="4445" h="242570">
                  <a:moveTo>
                    <a:pt x="3822" y="217182"/>
                  </a:moveTo>
                  <a:lnTo>
                    <a:pt x="0" y="217182"/>
                  </a:lnTo>
                  <a:lnTo>
                    <a:pt x="0" y="223520"/>
                  </a:lnTo>
                  <a:lnTo>
                    <a:pt x="3822" y="223520"/>
                  </a:lnTo>
                  <a:lnTo>
                    <a:pt x="3822" y="217182"/>
                  </a:lnTo>
                  <a:close/>
                </a:path>
                <a:path w="4445" h="242570">
                  <a:moveTo>
                    <a:pt x="3822" y="22872"/>
                  </a:moveTo>
                  <a:lnTo>
                    <a:pt x="0" y="22872"/>
                  </a:lnTo>
                  <a:lnTo>
                    <a:pt x="0" y="217170"/>
                  </a:lnTo>
                  <a:lnTo>
                    <a:pt x="3822" y="217170"/>
                  </a:lnTo>
                  <a:lnTo>
                    <a:pt x="3822" y="22872"/>
                  </a:lnTo>
                  <a:close/>
                </a:path>
                <a:path w="4445" h="242570">
                  <a:moveTo>
                    <a:pt x="3822" y="16522"/>
                  </a:moveTo>
                  <a:lnTo>
                    <a:pt x="0" y="16522"/>
                  </a:lnTo>
                  <a:lnTo>
                    <a:pt x="0" y="22860"/>
                  </a:lnTo>
                  <a:lnTo>
                    <a:pt x="3822" y="22860"/>
                  </a:lnTo>
                  <a:lnTo>
                    <a:pt x="3822" y="16522"/>
                  </a:lnTo>
                  <a:close/>
                </a:path>
                <a:path w="4445" h="242570">
                  <a:moveTo>
                    <a:pt x="3822" y="13982"/>
                  </a:moveTo>
                  <a:lnTo>
                    <a:pt x="0" y="13982"/>
                  </a:lnTo>
                  <a:lnTo>
                    <a:pt x="0" y="16510"/>
                  </a:lnTo>
                  <a:lnTo>
                    <a:pt x="3822" y="16510"/>
                  </a:lnTo>
                  <a:lnTo>
                    <a:pt x="3822" y="13982"/>
                  </a:lnTo>
                  <a:close/>
                </a:path>
                <a:path w="4445" h="242570">
                  <a:moveTo>
                    <a:pt x="3822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3822" y="13970"/>
                  </a:lnTo>
                  <a:lnTo>
                    <a:pt x="3822" y="10172"/>
                  </a:lnTo>
                  <a:close/>
                </a:path>
                <a:path w="4445" h="242570">
                  <a:moveTo>
                    <a:pt x="3822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22" y="10160"/>
                  </a:lnTo>
                  <a:lnTo>
                    <a:pt x="3822" y="7632"/>
                  </a:lnTo>
                  <a:close/>
                </a:path>
                <a:path w="4445" h="242570">
                  <a:moveTo>
                    <a:pt x="3822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22" y="7620"/>
                  </a:lnTo>
                  <a:lnTo>
                    <a:pt x="3822" y="3822"/>
                  </a:lnTo>
                  <a:close/>
                </a:path>
                <a:path w="4445" h="242570">
                  <a:moveTo>
                    <a:pt x="3822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22" y="3810"/>
                  </a:lnTo>
                  <a:lnTo>
                    <a:pt x="3822" y="1282"/>
                  </a:lnTo>
                  <a:close/>
                </a:path>
                <a:path w="4445" h="242570">
                  <a:moveTo>
                    <a:pt x="3822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22" y="1270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9CA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1" name="object 2881"/>
            <p:cNvSpPr/>
            <p:nvPr/>
          </p:nvSpPr>
          <p:spPr>
            <a:xfrm>
              <a:off x="6522720" y="5283200"/>
              <a:ext cx="2540" cy="242570"/>
            </a:xfrm>
            <a:custGeom>
              <a:avLst/>
              <a:gdLst/>
              <a:ahLst/>
              <a:cxnLst/>
              <a:rect l="l" t="t" r="r" b="b"/>
              <a:pathLst>
                <a:path w="2540" h="242570">
                  <a:moveTo>
                    <a:pt x="127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2540" h="242570">
                  <a:moveTo>
                    <a:pt x="2539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2539" y="3809"/>
                  </a:lnTo>
                  <a:lnTo>
                    <a:pt x="2539" y="1270"/>
                  </a:lnTo>
                  <a:close/>
                </a:path>
                <a:path w="2540" h="242570">
                  <a:moveTo>
                    <a:pt x="2539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2539" y="7619"/>
                  </a:lnTo>
                  <a:lnTo>
                    <a:pt x="2539" y="3810"/>
                  </a:lnTo>
                  <a:close/>
                </a:path>
                <a:path w="2540" h="242570">
                  <a:moveTo>
                    <a:pt x="2539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2539" y="10159"/>
                  </a:lnTo>
                  <a:lnTo>
                    <a:pt x="2539" y="7620"/>
                  </a:lnTo>
                  <a:close/>
                </a:path>
                <a:path w="2540" h="242570">
                  <a:moveTo>
                    <a:pt x="2539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2539" y="13969"/>
                  </a:lnTo>
                  <a:lnTo>
                    <a:pt x="2539" y="10160"/>
                  </a:lnTo>
                  <a:close/>
                </a:path>
                <a:path w="2540" h="242570">
                  <a:moveTo>
                    <a:pt x="2539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2539" y="16509"/>
                  </a:lnTo>
                  <a:lnTo>
                    <a:pt x="2539" y="13970"/>
                  </a:lnTo>
                  <a:close/>
                </a:path>
                <a:path w="2540" h="242570">
                  <a:moveTo>
                    <a:pt x="2539" y="16510"/>
                  </a:moveTo>
                  <a:lnTo>
                    <a:pt x="0" y="16510"/>
                  </a:lnTo>
                  <a:lnTo>
                    <a:pt x="0" y="22859"/>
                  </a:lnTo>
                  <a:lnTo>
                    <a:pt x="2539" y="22859"/>
                  </a:lnTo>
                  <a:lnTo>
                    <a:pt x="2539" y="16510"/>
                  </a:lnTo>
                  <a:close/>
                </a:path>
                <a:path w="2540" h="242570">
                  <a:moveTo>
                    <a:pt x="2539" y="22860"/>
                  </a:moveTo>
                  <a:lnTo>
                    <a:pt x="0" y="22860"/>
                  </a:lnTo>
                  <a:lnTo>
                    <a:pt x="0" y="217169"/>
                  </a:lnTo>
                  <a:lnTo>
                    <a:pt x="2539" y="217169"/>
                  </a:lnTo>
                  <a:lnTo>
                    <a:pt x="2539" y="22860"/>
                  </a:lnTo>
                  <a:close/>
                </a:path>
                <a:path w="2540" h="242570">
                  <a:moveTo>
                    <a:pt x="2539" y="217170"/>
                  </a:moveTo>
                  <a:lnTo>
                    <a:pt x="0" y="217170"/>
                  </a:lnTo>
                  <a:lnTo>
                    <a:pt x="0" y="223519"/>
                  </a:lnTo>
                  <a:lnTo>
                    <a:pt x="2539" y="223519"/>
                  </a:lnTo>
                  <a:lnTo>
                    <a:pt x="2539" y="217170"/>
                  </a:lnTo>
                  <a:close/>
                </a:path>
                <a:path w="2540" h="242570">
                  <a:moveTo>
                    <a:pt x="2539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2539" y="226059"/>
                  </a:lnTo>
                  <a:lnTo>
                    <a:pt x="2539" y="223520"/>
                  </a:lnTo>
                  <a:close/>
                </a:path>
                <a:path w="2540" h="242570">
                  <a:moveTo>
                    <a:pt x="2539" y="226060"/>
                  </a:moveTo>
                  <a:lnTo>
                    <a:pt x="0" y="226060"/>
                  </a:lnTo>
                  <a:lnTo>
                    <a:pt x="0" y="229869"/>
                  </a:lnTo>
                  <a:lnTo>
                    <a:pt x="2539" y="229869"/>
                  </a:lnTo>
                  <a:lnTo>
                    <a:pt x="2539" y="226060"/>
                  </a:lnTo>
                  <a:close/>
                </a:path>
                <a:path w="2540" h="242570">
                  <a:moveTo>
                    <a:pt x="2539" y="229870"/>
                  </a:moveTo>
                  <a:lnTo>
                    <a:pt x="0" y="229870"/>
                  </a:lnTo>
                  <a:lnTo>
                    <a:pt x="0" y="232409"/>
                  </a:lnTo>
                  <a:lnTo>
                    <a:pt x="2539" y="232409"/>
                  </a:lnTo>
                  <a:lnTo>
                    <a:pt x="2539" y="229870"/>
                  </a:lnTo>
                  <a:close/>
                </a:path>
                <a:path w="2540" h="242570">
                  <a:moveTo>
                    <a:pt x="2539" y="232410"/>
                  </a:moveTo>
                  <a:lnTo>
                    <a:pt x="0" y="232410"/>
                  </a:lnTo>
                  <a:lnTo>
                    <a:pt x="0" y="236219"/>
                  </a:lnTo>
                  <a:lnTo>
                    <a:pt x="2539" y="236219"/>
                  </a:lnTo>
                  <a:lnTo>
                    <a:pt x="2539" y="232410"/>
                  </a:lnTo>
                  <a:close/>
                </a:path>
                <a:path w="2540" h="242570">
                  <a:moveTo>
                    <a:pt x="2539" y="236220"/>
                  </a:moveTo>
                  <a:lnTo>
                    <a:pt x="0" y="236220"/>
                  </a:lnTo>
                  <a:lnTo>
                    <a:pt x="0" y="238759"/>
                  </a:lnTo>
                  <a:lnTo>
                    <a:pt x="2539" y="238759"/>
                  </a:lnTo>
                  <a:lnTo>
                    <a:pt x="2539" y="236220"/>
                  </a:lnTo>
                  <a:close/>
                </a:path>
                <a:path w="2540" h="242570">
                  <a:moveTo>
                    <a:pt x="2539" y="238760"/>
                  </a:moveTo>
                  <a:lnTo>
                    <a:pt x="0" y="238760"/>
                  </a:lnTo>
                  <a:lnTo>
                    <a:pt x="0" y="242569"/>
                  </a:lnTo>
                  <a:lnTo>
                    <a:pt x="1270" y="242569"/>
                  </a:lnTo>
                  <a:lnTo>
                    <a:pt x="1270" y="241300"/>
                  </a:lnTo>
                  <a:lnTo>
                    <a:pt x="2539" y="241300"/>
                  </a:lnTo>
                  <a:lnTo>
                    <a:pt x="2539" y="238760"/>
                  </a:lnTo>
                  <a:close/>
                </a:path>
              </a:pathLst>
            </a:custGeom>
            <a:solidFill>
              <a:srgbClr val="9FA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2" name="object 2882"/>
            <p:cNvSpPr/>
            <p:nvPr/>
          </p:nvSpPr>
          <p:spPr>
            <a:xfrm>
              <a:off x="6525260" y="5284470"/>
              <a:ext cx="3810" cy="240029"/>
            </a:xfrm>
            <a:custGeom>
              <a:avLst/>
              <a:gdLst/>
              <a:ahLst/>
              <a:cxnLst/>
              <a:rect l="l" t="t" r="r" b="b"/>
              <a:pathLst>
                <a:path w="3809" h="240029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09" h="240029">
                  <a:moveTo>
                    <a:pt x="381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2539"/>
                  </a:lnTo>
                  <a:close/>
                </a:path>
                <a:path w="3809" h="240029">
                  <a:moveTo>
                    <a:pt x="381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49"/>
                  </a:lnTo>
                  <a:close/>
                </a:path>
                <a:path w="3809" h="240029">
                  <a:moveTo>
                    <a:pt x="381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8889"/>
                  </a:lnTo>
                  <a:close/>
                </a:path>
                <a:path w="3809" h="240029">
                  <a:moveTo>
                    <a:pt x="381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2699"/>
                  </a:lnTo>
                  <a:close/>
                </a:path>
                <a:path w="3809" h="240029">
                  <a:moveTo>
                    <a:pt x="3810" y="15239"/>
                  </a:moveTo>
                  <a:lnTo>
                    <a:pt x="0" y="15239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5239"/>
                  </a:lnTo>
                  <a:close/>
                </a:path>
                <a:path w="3809" h="240029">
                  <a:moveTo>
                    <a:pt x="3810" y="21589"/>
                  </a:moveTo>
                  <a:lnTo>
                    <a:pt x="0" y="21589"/>
                  </a:lnTo>
                  <a:lnTo>
                    <a:pt x="0" y="215899"/>
                  </a:lnTo>
                  <a:lnTo>
                    <a:pt x="3810" y="215899"/>
                  </a:lnTo>
                  <a:lnTo>
                    <a:pt x="3810" y="21589"/>
                  </a:lnTo>
                  <a:close/>
                </a:path>
                <a:path w="3809" h="240029">
                  <a:moveTo>
                    <a:pt x="3810" y="215899"/>
                  </a:moveTo>
                  <a:lnTo>
                    <a:pt x="0" y="215899"/>
                  </a:lnTo>
                  <a:lnTo>
                    <a:pt x="0" y="222249"/>
                  </a:lnTo>
                  <a:lnTo>
                    <a:pt x="3810" y="222249"/>
                  </a:lnTo>
                  <a:lnTo>
                    <a:pt x="3810" y="215899"/>
                  </a:lnTo>
                  <a:close/>
                </a:path>
                <a:path w="3809" h="240029">
                  <a:moveTo>
                    <a:pt x="3810" y="222249"/>
                  </a:moveTo>
                  <a:lnTo>
                    <a:pt x="0" y="222249"/>
                  </a:lnTo>
                  <a:lnTo>
                    <a:pt x="0" y="224789"/>
                  </a:lnTo>
                  <a:lnTo>
                    <a:pt x="3810" y="224789"/>
                  </a:lnTo>
                  <a:lnTo>
                    <a:pt x="3810" y="222249"/>
                  </a:lnTo>
                  <a:close/>
                </a:path>
                <a:path w="3809" h="240029">
                  <a:moveTo>
                    <a:pt x="3810" y="224789"/>
                  </a:moveTo>
                  <a:lnTo>
                    <a:pt x="0" y="22478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4789"/>
                  </a:lnTo>
                  <a:close/>
                </a:path>
                <a:path w="3809" h="240029">
                  <a:moveTo>
                    <a:pt x="3810" y="228599"/>
                  </a:moveTo>
                  <a:lnTo>
                    <a:pt x="0" y="228599"/>
                  </a:lnTo>
                  <a:lnTo>
                    <a:pt x="0" y="231139"/>
                  </a:lnTo>
                  <a:lnTo>
                    <a:pt x="3810" y="231139"/>
                  </a:lnTo>
                  <a:lnTo>
                    <a:pt x="3810" y="228599"/>
                  </a:lnTo>
                  <a:close/>
                </a:path>
                <a:path w="3809" h="240029">
                  <a:moveTo>
                    <a:pt x="3810" y="231139"/>
                  </a:moveTo>
                  <a:lnTo>
                    <a:pt x="0" y="231139"/>
                  </a:lnTo>
                  <a:lnTo>
                    <a:pt x="0" y="234949"/>
                  </a:lnTo>
                  <a:lnTo>
                    <a:pt x="3810" y="234949"/>
                  </a:lnTo>
                  <a:lnTo>
                    <a:pt x="3810" y="231139"/>
                  </a:lnTo>
                  <a:close/>
                </a:path>
                <a:path w="3809" h="240029">
                  <a:moveTo>
                    <a:pt x="3810" y="234949"/>
                  </a:moveTo>
                  <a:lnTo>
                    <a:pt x="0" y="234949"/>
                  </a:lnTo>
                  <a:lnTo>
                    <a:pt x="0" y="237489"/>
                  </a:lnTo>
                  <a:lnTo>
                    <a:pt x="3810" y="237489"/>
                  </a:lnTo>
                  <a:lnTo>
                    <a:pt x="3810" y="234949"/>
                  </a:lnTo>
                  <a:close/>
                </a:path>
                <a:path w="3809" h="240029">
                  <a:moveTo>
                    <a:pt x="3810" y="237489"/>
                  </a:moveTo>
                  <a:lnTo>
                    <a:pt x="0" y="237489"/>
                  </a:lnTo>
                  <a:lnTo>
                    <a:pt x="0" y="240029"/>
                  </a:lnTo>
                  <a:lnTo>
                    <a:pt x="2540" y="240029"/>
                  </a:lnTo>
                  <a:lnTo>
                    <a:pt x="2540" y="238759"/>
                  </a:lnTo>
                  <a:lnTo>
                    <a:pt x="3810" y="238759"/>
                  </a:lnTo>
                  <a:lnTo>
                    <a:pt x="3810" y="237489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3" name="object 2883"/>
            <p:cNvSpPr/>
            <p:nvPr/>
          </p:nvSpPr>
          <p:spPr>
            <a:xfrm>
              <a:off x="6529070" y="5284482"/>
              <a:ext cx="3810" cy="238760"/>
            </a:xfrm>
            <a:custGeom>
              <a:avLst/>
              <a:gdLst/>
              <a:ahLst/>
              <a:cxnLst/>
              <a:rect l="l" t="t" r="r" b="b"/>
              <a:pathLst>
                <a:path w="3809" h="238760">
                  <a:moveTo>
                    <a:pt x="3810" y="237490"/>
                  </a:moveTo>
                  <a:lnTo>
                    <a:pt x="0" y="23749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7490"/>
                  </a:lnTo>
                  <a:close/>
                </a:path>
                <a:path w="3809" h="238760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09" h="238760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09" h="23876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09" h="238760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09" h="238760">
                  <a:moveTo>
                    <a:pt x="3810" y="222250"/>
                  </a:moveTo>
                  <a:lnTo>
                    <a:pt x="0" y="22225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22250"/>
                  </a:lnTo>
                  <a:close/>
                </a:path>
                <a:path w="3809" h="238760">
                  <a:moveTo>
                    <a:pt x="381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15900"/>
                  </a:lnTo>
                  <a:close/>
                </a:path>
                <a:path w="3809" h="238760">
                  <a:moveTo>
                    <a:pt x="3810" y="21590"/>
                  </a:moveTo>
                  <a:lnTo>
                    <a:pt x="0" y="21590"/>
                  </a:lnTo>
                  <a:lnTo>
                    <a:pt x="0" y="215887"/>
                  </a:lnTo>
                  <a:lnTo>
                    <a:pt x="3810" y="215887"/>
                  </a:lnTo>
                  <a:lnTo>
                    <a:pt x="3810" y="21590"/>
                  </a:lnTo>
                  <a:close/>
                </a:path>
                <a:path w="3809" h="238760">
                  <a:moveTo>
                    <a:pt x="3810" y="15240"/>
                  </a:moveTo>
                  <a:lnTo>
                    <a:pt x="0" y="15240"/>
                  </a:lnTo>
                  <a:lnTo>
                    <a:pt x="0" y="21577"/>
                  </a:lnTo>
                  <a:lnTo>
                    <a:pt x="3810" y="21577"/>
                  </a:lnTo>
                  <a:lnTo>
                    <a:pt x="3810" y="15240"/>
                  </a:lnTo>
                  <a:close/>
                </a:path>
                <a:path w="3809" h="23876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09" h="23876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09" h="23876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09" h="23876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09" h="23876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4" name="object 2884"/>
            <p:cNvSpPr/>
            <p:nvPr/>
          </p:nvSpPr>
          <p:spPr>
            <a:xfrm>
              <a:off x="6532880" y="5284470"/>
              <a:ext cx="3810" cy="238760"/>
            </a:xfrm>
            <a:custGeom>
              <a:avLst/>
              <a:gdLst/>
              <a:ahLst/>
              <a:cxnLst/>
              <a:rect l="l" t="t" r="r" b="b"/>
              <a:pathLst>
                <a:path w="3809" h="238760">
                  <a:moveTo>
                    <a:pt x="127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238760">
                  <a:moveTo>
                    <a:pt x="381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2539"/>
                  </a:lnTo>
                  <a:close/>
                </a:path>
                <a:path w="3809" h="238760">
                  <a:moveTo>
                    <a:pt x="381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49"/>
                  </a:lnTo>
                  <a:close/>
                </a:path>
                <a:path w="3809" h="238760">
                  <a:moveTo>
                    <a:pt x="381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8889"/>
                  </a:lnTo>
                  <a:close/>
                </a:path>
                <a:path w="3809" h="238760">
                  <a:moveTo>
                    <a:pt x="381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2699"/>
                  </a:lnTo>
                  <a:close/>
                </a:path>
                <a:path w="3809" h="238760">
                  <a:moveTo>
                    <a:pt x="3810" y="15239"/>
                  </a:moveTo>
                  <a:lnTo>
                    <a:pt x="0" y="15239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5239"/>
                  </a:lnTo>
                  <a:close/>
                </a:path>
                <a:path w="3809" h="238760">
                  <a:moveTo>
                    <a:pt x="3810" y="21589"/>
                  </a:moveTo>
                  <a:lnTo>
                    <a:pt x="0" y="21589"/>
                  </a:lnTo>
                  <a:lnTo>
                    <a:pt x="0" y="215899"/>
                  </a:lnTo>
                  <a:lnTo>
                    <a:pt x="3810" y="215899"/>
                  </a:lnTo>
                  <a:lnTo>
                    <a:pt x="3810" y="21589"/>
                  </a:lnTo>
                  <a:close/>
                </a:path>
                <a:path w="3809" h="238760">
                  <a:moveTo>
                    <a:pt x="3810" y="215899"/>
                  </a:moveTo>
                  <a:lnTo>
                    <a:pt x="0" y="215899"/>
                  </a:lnTo>
                  <a:lnTo>
                    <a:pt x="0" y="222249"/>
                  </a:lnTo>
                  <a:lnTo>
                    <a:pt x="3810" y="222249"/>
                  </a:lnTo>
                  <a:lnTo>
                    <a:pt x="3810" y="215899"/>
                  </a:lnTo>
                  <a:close/>
                </a:path>
                <a:path w="3809" h="238760">
                  <a:moveTo>
                    <a:pt x="3810" y="222249"/>
                  </a:moveTo>
                  <a:lnTo>
                    <a:pt x="0" y="222249"/>
                  </a:lnTo>
                  <a:lnTo>
                    <a:pt x="0" y="224789"/>
                  </a:lnTo>
                  <a:lnTo>
                    <a:pt x="3810" y="224789"/>
                  </a:lnTo>
                  <a:lnTo>
                    <a:pt x="3810" y="222249"/>
                  </a:lnTo>
                  <a:close/>
                </a:path>
                <a:path w="3809" h="238760">
                  <a:moveTo>
                    <a:pt x="3810" y="224789"/>
                  </a:moveTo>
                  <a:lnTo>
                    <a:pt x="0" y="22478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4789"/>
                  </a:lnTo>
                  <a:close/>
                </a:path>
                <a:path w="3809" h="238760">
                  <a:moveTo>
                    <a:pt x="3810" y="228599"/>
                  </a:moveTo>
                  <a:lnTo>
                    <a:pt x="0" y="228599"/>
                  </a:lnTo>
                  <a:lnTo>
                    <a:pt x="0" y="231139"/>
                  </a:lnTo>
                  <a:lnTo>
                    <a:pt x="3810" y="231139"/>
                  </a:lnTo>
                  <a:lnTo>
                    <a:pt x="3810" y="228599"/>
                  </a:lnTo>
                  <a:close/>
                </a:path>
                <a:path w="3809" h="238760">
                  <a:moveTo>
                    <a:pt x="3810" y="231139"/>
                  </a:moveTo>
                  <a:lnTo>
                    <a:pt x="0" y="231139"/>
                  </a:lnTo>
                  <a:lnTo>
                    <a:pt x="0" y="234949"/>
                  </a:lnTo>
                  <a:lnTo>
                    <a:pt x="3810" y="234949"/>
                  </a:lnTo>
                  <a:lnTo>
                    <a:pt x="3810" y="231139"/>
                  </a:lnTo>
                  <a:close/>
                </a:path>
                <a:path w="3809" h="238760">
                  <a:moveTo>
                    <a:pt x="3810" y="234949"/>
                  </a:moveTo>
                  <a:lnTo>
                    <a:pt x="0" y="234949"/>
                  </a:lnTo>
                  <a:lnTo>
                    <a:pt x="0" y="237489"/>
                  </a:lnTo>
                  <a:lnTo>
                    <a:pt x="3810" y="237489"/>
                  </a:lnTo>
                  <a:lnTo>
                    <a:pt x="3810" y="234949"/>
                  </a:lnTo>
                  <a:close/>
                </a:path>
                <a:path w="3809" h="238760">
                  <a:moveTo>
                    <a:pt x="2540" y="237489"/>
                  </a:moveTo>
                  <a:lnTo>
                    <a:pt x="0" y="237489"/>
                  </a:lnTo>
                  <a:lnTo>
                    <a:pt x="0" y="238759"/>
                  </a:lnTo>
                  <a:lnTo>
                    <a:pt x="2540" y="238759"/>
                  </a:lnTo>
                  <a:lnTo>
                    <a:pt x="2540" y="237489"/>
                  </a:lnTo>
                  <a:close/>
                </a:path>
              </a:pathLst>
            </a:custGeom>
            <a:solidFill>
              <a:srgbClr val="A7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5" name="object 2885"/>
            <p:cNvSpPr/>
            <p:nvPr/>
          </p:nvSpPr>
          <p:spPr>
            <a:xfrm>
              <a:off x="6536690" y="5285739"/>
              <a:ext cx="3810" cy="236220"/>
            </a:xfrm>
            <a:custGeom>
              <a:avLst/>
              <a:gdLst/>
              <a:ahLst/>
              <a:cxnLst/>
              <a:rect l="l" t="t" r="r" b="b"/>
              <a:pathLst>
                <a:path w="3809" h="236220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09" h="236220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09" h="236220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09" h="236220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09" h="236220">
                  <a:moveTo>
                    <a:pt x="3810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92"/>
                  </a:lnTo>
                  <a:close/>
                </a:path>
                <a:path w="3809" h="236220">
                  <a:moveTo>
                    <a:pt x="3810" y="214642"/>
                  </a:moveTo>
                  <a:lnTo>
                    <a:pt x="0" y="21464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4642"/>
                  </a:lnTo>
                  <a:close/>
                </a:path>
                <a:path w="3809" h="236220">
                  <a:moveTo>
                    <a:pt x="3810" y="20332"/>
                  </a:moveTo>
                  <a:lnTo>
                    <a:pt x="0" y="20332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20332"/>
                  </a:lnTo>
                  <a:close/>
                </a:path>
                <a:path w="3809" h="23622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09" h="236220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09" h="23622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09" h="23622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09" h="23622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09" h="23622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6" name="object 2886"/>
            <p:cNvSpPr/>
            <p:nvPr/>
          </p:nvSpPr>
          <p:spPr>
            <a:xfrm>
              <a:off x="6540500" y="5285739"/>
              <a:ext cx="3810" cy="236220"/>
            </a:xfrm>
            <a:custGeom>
              <a:avLst/>
              <a:gdLst/>
              <a:ahLst/>
              <a:cxnLst/>
              <a:rect l="l" t="t" r="r" b="b"/>
              <a:pathLst>
                <a:path w="3809" h="236220">
                  <a:moveTo>
                    <a:pt x="12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3809" h="236220">
                  <a:moveTo>
                    <a:pt x="3797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797" y="236220"/>
                  </a:lnTo>
                  <a:lnTo>
                    <a:pt x="3797" y="233692"/>
                  </a:lnTo>
                  <a:close/>
                </a:path>
                <a:path w="3809" h="236220">
                  <a:moveTo>
                    <a:pt x="3797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797" y="233680"/>
                  </a:lnTo>
                  <a:lnTo>
                    <a:pt x="3797" y="229882"/>
                  </a:lnTo>
                  <a:close/>
                </a:path>
                <a:path w="3809" h="236220">
                  <a:moveTo>
                    <a:pt x="3797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797" y="229870"/>
                  </a:lnTo>
                  <a:lnTo>
                    <a:pt x="3797" y="227342"/>
                  </a:lnTo>
                  <a:close/>
                </a:path>
                <a:path w="3809" h="236220">
                  <a:moveTo>
                    <a:pt x="3797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797" y="227330"/>
                  </a:lnTo>
                  <a:lnTo>
                    <a:pt x="3797" y="223532"/>
                  </a:lnTo>
                  <a:close/>
                </a:path>
                <a:path w="3809" h="236220">
                  <a:moveTo>
                    <a:pt x="3797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3797" y="223520"/>
                  </a:lnTo>
                  <a:lnTo>
                    <a:pt x="3797" y="220992"/>
                  </a:lnTo>
                  <a:close/>
                </a:path>
                <a:path w="3809" h="236220">
                  <a:moveTo>
                    <a:pt x="3797" y="214642"/>
                  </a:moveTo>
                  <a:lnTo>
                    <a:pt x="0" y="214642"/>
                  </a:lnTo>
                  <a:lnTo>
                    <a:pt x="0" y="220980"/>
                  </a:lnTo>
                  <a:lnTo>
                    <a:pt x="3797" y="220980"/>
                  </a:lnTo>
                  <a:lnTo>
                    <a:pt x="3797" y="214642"/>
                  </a:lnTo>
                  <a:close/>
                </a:path>
                <a:path w="3809" h="236220">
                  <a:moveTo>
                    <a:pt x="3797" y="20332"/>
                  </a:moveTo>
                  <a:lnTo>
                    <a:pt x="0" y="20332"/>
                  </a:lnTo>
                  <a:lnTo>
                    <a:pt x="0" y="214630"/>
                  </a:lnTo>
                  <a:lnTo>
                    <a:pt x="3797" y="214630"/>
                  </a:lnTo>
                  <a:lnTo>
                    <a:pt x="3797" y="20332"/>
                  </a:lnTo>
                  <a:close/>
                </a:path>
                <a:path w="3809" h="236220">
                  <a:moveTo>
                    <a:pt x="3797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797" y="20320"/>
                  </a:lnTo>
                  <a:lnTo>
                    <a:pt x="3797" y="13982"/>
                  </a:lnTo>
                  <a:close/>
                </a:path>
                <a:path w="3809" h="236220">
                  <a:moveTo>
                    <a:pt x="3797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797" y="13970"/>
                  </a:lnTo>
                  <a:lnTo>
                    <a:pt x="3797" y="11442"/>
                  </a:lnTo>
                  <a:close/>
                </a:path>
                <a:path w="3809" h="236220">
                  <a:moveTo>
                    <a:pt x="3797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797" y="11430"/>
                  </a:lnTo>
                  <a:lnTo>
                    <a:pt x="3797" y="7632"/>
                  </a:lnTo>
                  <a:close/>
                </a:path>
                <a:path w="3809" h="236220">
                  <a:moveTo>
                    <a:pt x="3797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797" y="7620"/>
                  </a:lnTo>
                  <a:lnTo>
                    <a:pt x="3797" y="5092"/>
                  </a:lnTo>
                  <a:close/>
                </a:path>
                <a:path w="3809" h="236220">
                  <a:moveTo>
                    <a:pt x="3797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797" y="5080"/>
                  </a:lnTo>
                  <a:lnTo>
                    <a:pt x="3797" y="1282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7" name="object 2887"/>
            <p:cNvSpPr/>
            <p:nvPr/>
          </p:nvSpPr>
          <p:spPr>
            <a:xfrm>
              <a:off x="6544310" y="5287009"/>
              <a:ext cx="3810" cy="234950"/>
            </a:xfrm>
            <a:custGeom>
              <a:avLst/>
              <a:gdLst/>
              <a:ahLst/>
              <a:cxnLst/>
              <a:rect l="l" t="t" r="r" b="b"/>
              <a:pathLst>
                <a:path w="3809" h="234950">
                  <a:moveTo>
                    <a:pt x="127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234950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09" h="234950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09" h="234950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09" h="234950">
                  <a:moveTo>
                    <a:pt x="3810" y="12700"/>
                  </a:moveTo>
                  <a:lnTo>
                    <a:pt x="0" y="12700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2700"/>
                  </a:lnTo>
                  <a:close/>
                </a:path>
                <a:path w="3809" h="234950">
                  <a:moveTo>
                    <a:pt x="3810" y="19050"/>
                  </a:moveTo>
                  <a:lnTo>
                    <a:pt x="0" y="19050"/>
                  </a:lnTo>
                  <a:lnTo>
                    <a:pt x="0" y="213359"/>
                  </a:lnTo>
                  <a:lnTo>
                    <a:pt x="3810" y="213359"/>
                  </a:lnTo>
                  <a:lnTo>
                    <a:pt x="3810" y="19050"/>
                  </a:lnTo>
                  <a:close/>
                </a:path>
                <a:path w="3809" h="234950">
                  <a:moveTo>
                    <a:pt x="3810" y="213359"/>
                  </a:moveTo>
                  <a:lnTo>
                    <a:pt x="0" y="213359"/>
                  </a:lnTo>
                  <a:lnTo>
                    <a:pt x="0" y="219709"/>
                  </a:lnTo>
                  <a:lnTo>
                    <a:pt x="3810" y="219709"/>
                  </a:lnTo>
                  <a:lnTo>
                    <a:pt x="3810" y="213359"/>
                  </a:lnTo>
                  <a:close/>
                </a:path>
                <a:path w="3809" h="234950">
                  <a:moveTo>
                    <a:pt x="3810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3810" y="222249"/>
                  </a:lnTo>
                  <a:lnTo>
                    <a:pt x="3810" y="219709"/>
                  </a:lnTo>
                  <a:close/>
                </a:path>
                <a:path w="3809" h="234950">
                  <a:moveTo>
                    <a:pt x="3810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22250"/>
                  </a:lnTo>
                  <a:close/>
                </a:path>
                <a:path w="3809" h="234950">
                  <a:moveTo>
                    <a:pt x="3810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6059"/>
                  </a:lnTo>
                  <a:close/>
                </a:path>
                <a:path w="3809" h="234950">
                  <a:moveTo>
                    <a:pt x="3810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8600"/>
                  </a:lnTo>
                  <a:close/>
                </a:path>
                <a:path w="3809" h="234950">
                  <a:moveTo>
                    <a:pt x="3810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1270" y="234949"/>
                  </a:lnTo>
                  <a:lnTo>
                    <a:pt x="1270" y="233679"/>
                  </a:lnTo>
                  <a:lnTo>
                    <a:pt x="3810" y="233679"/>
                  </a:lnTo>
                  <a:lnTo>
                    <a:pt x="3810" y="232409"/>
                  </a:lnTo>
                  <a:close/>
                </a:path>
              </a:pathLst>
            </a:custGeom>
            <a:solidFill>
              <a:srgbClr val="AEBA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8" name="object 2888"/>
            <p:cNvSpPr/>
            <p:nvPr/>
          </p:nvSpPr>
          <p:spPr>
            <a:xfrm>
              <a:off x="6548120" y="5288280"/>
              <a:ext cx="2540" cy="231140"/>
            </a:xfrm>
            <a:custGeom>
              <a:avLst/>
              <a:gdLst/>
              <a:ahLst/>
              <a:cxnLst/>
              <a:rect l="l" t="t" r="r" b="b"/>
              <a:pathLst>
                <a:path w="2540" h="231139">
                  <a:moveTo>
                    <a:pt x="2527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2527" y="231140"/>
                  </a:lnTo>
                  <a:lnTo>
                    <a:pt x="2527" y="227342"/>
                  </a:lnTo>
                  <a:close/>
                </a:path>
                <a:path w="2540" h="231139">
                  <a:moveTo>
                    <a:pt x="2527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2527" y="227330"/>
                  </a:lnTo>
                  <a:lnTo>
                    <a:pt x="2527" y="224802"/>
                  </a:lnTo>
                  <a:close/>
                </a:path>
                <a:path w="2540" h="231139">
                  <a:moveTo>
                    <a:pt x="2527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2527" y="224790"/>
                  </a:lnTo>
                  <a:lnTo>
                    <a:pt x="2527" y="220992"/>
                  </a:lnTo>
                  <a:close/>
                </a:path>
                <a:path w="2540" h="231139">
                  <a:moveTo>
                    <a:pt x="2527" y="218452"/>
                  </a:moveTo>
                  <a:lnTo>
                    <a:pt x="0" y="218452"/>
                  </a:lnTo>
                  <a:lnTo>
                    <a:pt x="0" y="220980"/>
                  </a:lnTo>
                  <a:lnTo>
                    <a:pt x="2527" y="220980"/>
                  </a:lnTo>
                  <a:lnTo>
                    <a:pt x="2527" y="218452"/>
                  </a:lnTo>
                  <a:close/>
                </a:path>
                <a:path w="2540" h="231139">
                  <a:moveTo>
                    <a:pt x="2527" y="212102"/>
                  </a:moveTo>
                  <a:lnTo>
                    <a:pt x="0" y="212102"/>
                  </a:lnTo>
                  <a:lnTo>
                    <a:pt x="0" y="218440"/>
                  </a:lnTo>
                  <a:lnTo>
                    <a:pt x="2527" y="218440"/>
                  </a:lnTo>
                  <a:lnTo>
                    <a:pt x="2527" y="212102"/>
                  </a:lnTo>
                  <a:close/>
                </a:path>
                <a:path w="2540" h="231139">
                  <a:moveTo>
                    <a:pt x="2527" y="17792"/>
                  </a:moveTo>
                  <a:lnTo>
                    <a:pt x="0" y="17792"/>
                  </a:lnTo>
                  <a:lnTo>
                    <a:pt x="0" y="212090"/>
                  </a:lnTo>
                  <a:lnTo>
                    <a:pt x="2527" y="212090"/>
                  </a:lnTo>
                  <a:lnTo>
                    <a:pt x="2527" y="17792"/>
                  </a:lnTo>
                  <a:close/>
                </a:path>
                <a:path w="2540" h="231139">
                  <a:moveTo>
                    <a:pt x="2527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2527" y="17780"/>
                  </a:lnTo>
                  <a:lnTo>
                    <a:pt x="2527" y="11442"/>
                  </a:lnTo>
                  <a:close/>
                </a:path>
                <a:path w="2540" h="231139">
                  <a:moveTo>
                    <a:pt x="2527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2527" y="11430"/>
                  </a:lnTo>
                  <a:lnTo>
                    <a:pt x="2527" y="8902"/>
                  </a:lnTo>
                  <a:close/>
                </a:path>
                <a:path w="2540" h="231139">
                  <a:moveTo>
                    <a:pt x="2527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2527" y="8890"/>
                  </a:lnTo>
                  <a:lnTo>
                    <a:pt x="2527" y="5092"/>
                  </a:lnTo>
                  <a:close/>
                </a:path>
                <a:path w="2540" h="231139">
                  <a:moveTo>
                    <a:pt x="2527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2527" y="5080"/>
                  </a:lnTo>
                  <a:lnTo>
                    <a:pt x="2527" y="2552"/>
                  </a:lnTo>
                  <a:close/>
                </a:path>
                <a:path w="2540" h="231139">
                  <a:moveTo>
                    <a:pt x="2527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527" y="2540"/>
                  </a:lnTo>
                  <a:lnTo>
                    <a:pt x="2527" y="0"/>
                  </a:lnTo>
                  <a:close/>
                </a:path>
              </a:pathLst>
            </a:custGeom>
            <a:solidFill>
              <a:srgbClr val="B1BD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9" name="object 2889"/>
            <p:cNvSpPr/>
            <p:nvPr/>
          </p:nvSpPr>
          <p:spPr>
            <a:xfrm>
              <a:off x="6550660" y="5288280"/>
              <a:ext cx="3810" cy="231140"/>
            </a:xfrm>
            <a:custGeom>
              <a:avLst/>
              <a:gdLst/>
              <a:ahLst/>
              <a:cxnLst/>
              <a:rect l="l" t="t" r="r" b="b"/>
              <a:pathLst>
                <a:path w="3809" h="231139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  <a:path w="3809" h="231139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09" h="231139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09" h="231139">
                  <a:moveTo>
                    <a:pt x="381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890"/>
                  </a:lnTo>
                  <a:close/>
                </a:path>
                <a:path w="3809" h="231139">
                  <a:moveTo>
                    <a:pt x="3810" y="11430"/>
                  </a:moveTo>
                  <a:lnTo>
                    <a:pt x="0" y="1143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30"/>
                  </a:lnTo>
                  <a:close/>
                </a:path>
                <a:path w="3809" h="231139">
                  <a:moveTo>
                    <a:pt x="3810" y="17780"/>
                  </a:moveTo>
                  <a:lnTo>
                    <a:pt x="0" y="17780"/>
                  </a:lnTo>
                  <a:lnTo>
                    <a:pt x="0" y="212090"/>
                  </a:lnTo>
                  <a:lnTo>
                    <a:pt x="3810" y="212090"/>
                  </a:lnTo>
                  <a:lnTo>
                    <a:pt x="3810" y="17780"/>
                  </a:lnTo>
                  <a:close/>
                </a:path>
                <a:path w="3809" h="231139">
                  <a:moveTo>
                    <a:pt x="3810" y="212090"/>
                  </a:moveTo>
                  <a:lnTo>
                    <a:pt x="0" y="212090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2090"/>
                  </a:lnTo>
                  <a:close/>
                </a:path>
                <a:path w="3809" h="231139">
                  <a:moveTo>
                    <a:pt x="3810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8440"/>
                  </a:lnTo>
                  <a:close/>
                </a:path>
                <a:path w="3809" h="231139">
                  <a:moveTo>
                    <a:pt x="3810" y="220980"/>
                  </a:moveTo>
                  <a:lnTo>
                    <a:pt x="0" y="220980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0980"/>
                  </a:lnTo>
                  <a:close/>
                </a:path>
                <a:path w="3809" h="231139">
                  <a:moveTo>
                    <a:pt x="3810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790"/>
                  </a:lnTo>
                  <a:close/>
                </a:path>
                <a:path w="3809" h="231139">
                  <a:moveTo>
                    <a:pt x="3810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2540" y="231140"/>
                  </a:lnTo>
                  <a:lnTo>
                    <a:pt x="2540" y="229870"/>
                  </a:lnTo>
                  <a:lnTo>
                    <a:pt x="3810" y="229870"/>
                  </a:lnTo>
                  <a:lnTo>
                    <a:pt x="3810" y="227330"/>
                  </a:lnTo>
                  <a:close/>
                </a:path>
              </a:pathLst>
            </a:custGeom>
            <a:solidFill>
              <a:srgbClr val="B4BF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0" name="object 2890"/>
            <p:cNvSpPr/>
            <p:nvPr/>
          </p:nvSpPr>
          <p:spPr>
            <a:xfrm>
              <a:off x="6554470" y="5289550"/>
              <a:ext cx="3810" cy="228600"/>
            </a:xfrm>
            <a:custGeom>
              <a:avLst/>
              <a:gdLst/>
              <a:ahLst/>
              <a:cxnLst/>
              <a:rect l="l" t="t" r="r" b="b"/>
              <a:pathLst>
                <a:path w="3809" h="228600">
                  <a:moveTo>
                    <a:pt x="380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09" h="228600">
                  <a:moveTo>
                    <a:pt x="3809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1270"/>
                  </a:lnTo>
                  <a:close/>
                </a:path>
                <a:path w="3809" h="228600">
                  <a:moveTo>
                    <a:pt x="3809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3810"/>
                  </a:lnTo>
                  <a:close/>
                </a:path>
                <a:path w="3809" h="228600">
                  <a:moveTo>
                    <a:pt x="3809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7620"/>
                  </a:lnTo>
                  <a:close/>
                </a:path>
                <a:path w="3809" h="228600">
                  <a:moveTo>
                    <a:pt x="3809" y="10160"/>
                  </a:moveTo>
                  <a:lnTo>
                    <a:pt x="0" y="1016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0160"/>
                  </a:lnTo>
                  <a:close/>
                </a:path>
                <a:path w="3809" h="228600">
                  <a:moveTo>
                    <a:pt x="3809" y="16510"/>
                  </a:moveTo>
                  <a:lnTo>
                    <a:pt x="0" y="16510"/>
                  </a:lnTo>
                  <a:lnTo>
                    <a:pt x="0" y="210819"/>
                  </a:lnTo>
                  <a:lnTo>
                    <a:pt x="3809" y="210819"/>
                  </a:lnTo>
                  <a:lnTo>
                    <a:pt x="3809" y="16510"/>
                  </a:lnTo>
                  <a:close/>
                </a:path>
                <a:path w="3809" h="228600">
                  <a:moveTo>
                    <a:pt x="3809" y="210820"/>
                  </a:moveTo>
                  <a:lnTo>
                    <a:pt x="0" y="210820"/>
                  </a:lnTo>
                  <a:lnTo>
                    <a:pt x="0" y="217169"/>
                  </a:lnTo>
                  <a:lnTo>
                    <a:pt x="3809" y="217169"/>
                  </a:lnTo>
                  <a:lnTo>
                    <a:pt x="3809" y="210820"/>
                  </a:lnTo>
                  <a:close/>
                </a:path>
                <a:path w="3809" h="228600">
                  <a:moveTo>
                    <a:pt x="3809" y="217170"/>
                  </a:moveTo>
                  <a:lnTo>
                    <a:pt x="0" y="217170"/>
                  </a:lnTo>
                  <a:lnTo>
                    <a:pt x="0" y="219709"/>
                  </a:lnTo>
                  <a:lnTo>
                    <a:pt x="3809" y="219709"/>
                  </a:lnTo>
                  <a:lnTo>
                    <a:pt x="3809" y="217170"/>
                  </a:lnTo>
                  <a:close/>
                </a:path>
                <a:path w="3809" h="228600">
                  <a:moveTo>
                    <a:pt x="3809" y="219710"/>
                  </a:moveTo>
                  <a:lnTo>
                    <a:pt x="0" y="219710"/>
                  </a:lnTo>
                  <a:lnTo>
                    <a:pt x="0" y="223519"/>
                  </a:lnTo>
                  <a:lnTo>
                    <a:pt x="3809" y="223519"/>
                  </a:lnTo>
                  <a:lnTo>
                    <a:pt x="3809" y="219710"/>
                  </a:lnTo>
                  <a:close/>
                </a:path>
                <a:path w="3809" h="228600">
                  <a:moveTo>
                    <a:pt x="3809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3809" y="226059"/>
                  </a:lnTo>
                  <a:lnTo>
                    <a:pt x="3809" y="223520"/>
                  </a:lnTo>
                  <a:close/>
                </a:path>
                <a:path w="3809" h="228600">
                  <a:moveTo>
                    <a:pt x="3809" y="226060"/>
                  </a:moveTo>
                  <a:lnTo>
                    <a:pt x="0" y="226060"/>
                  </a:lnTo>
                  <a:lnTo>
                    <a:pt x="0" y="228600"/>
                  </a:lnTo>
                  <a:lnTo>
                    <a:pt x="2539" y="228600"/>
                  </a:lnTo>
                  <a:lnTo>
                    <a:pt x="2539" y="227330"/>
                  </a:lnTo>
                  <a:lnTo>
                    <a:pt x="3809" y="227330"/>
                  </a:lnTo>
                  <a:lnTo>
                    <a:pt x="3809" y="226060"/>
                  </a:lnTo>
                  <a:close/>
                </a:path>
              </a:pathLst>
            </a:custGeom>
            <a:solidFill>
              <a:srgbClr val="B6C1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1" name="object 2891"/>
            <p:cNvSpPr/>
            <p:nvPr/>
          </p:nvSpPr>
          <p:spPr>
            <a:xfrm>
              <a:off x="6558280" y="5289550"/>
              <a:ext cx="3810" cy="227329"/>
            </a:xfrm>
            <a:custGeom>
              <a:avLst/>
              <a:gdLst/>
              <a:ahLst/>
              <a:cxnLst/>
              <a:rect l="l" t="t" r="r" b="b"/>
              <a:pathLst>
                <a:path w="3809" h="227329">
                  <a:moveTo>
                    <a:pt x="12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3809" h="227329">
                  <a:moveTo>
                    <a:pt x="3810" y="226072"/>
                  </a:moveTo>
                  <a:lnTo>
                    <a:pt x="0" y="22607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6072"/>
                  </a:lnTo>
                  <a:close/>
                </a:path>
                <a:path w="3809" h="227329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09" h="227329">
                  <a:moveTo>
                    <a:pt x="3810" y="219722"/>
                  </a:moveTo>
                  <a:lnTo>
                    <a:pt x="0" y="21972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9722"/>
                  </a:lnTo>
                  <a:close/>
                </a:path>
                <a:path w="3809" h="227329">
                  <a:moveTo>
                    <a:pt x="3810" y="217182"/>
                  </a:moveTo>
                  <a:lnTo>
                    <a:pt x="0" y="21718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17182"/>
                  </a:lnTo>
                  <a:close/>
                </a:path>
                <a:path w="3809" h="227329">
                  <a:moveTo>
                    <a:pt x="3810" y="210832"/>
                  </a:moveTo>
                  <a:lnTo>
                    <a:pt x="0" y="21083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210832"/>
                  </a:lnTo>
                  <a:close/>
                </a:path>
                <a:path w="3809" h="227329">
                  <a:moveTo>
                    <a:pt x="3810" y="16522"/>
                  </a:moveTo>
                  <a:lnTo>
                    <a:pt x="0" y="16522"/>
                  </a:lnTo>
                  <a:lnTo>
                    <a:pt x="0" y="210820"/>
                  </a:lnTo>
                  <a:lnTo>
                    <a:pt x="3810" y="210820"/>
                  </a:lnTo>
                  <a:lnTo>
                    <a:pt x="3810" y="16522"/>
                  </a:lnTo>
                  <a:close/>
                </a:path>
                <a:path w="3809" h="227329">
                  <a:moveTo>
                    <a:pt x="381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72"/>
                  </a:lnTo>
                  <a:close/>
                </a:path>
                <a:path w="3809" h="227329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09" h="227329">
                  <a:moveTo>
                    <a:pt x="381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3822"/>
                  </a:lnTo>
                  <a:close/>
                </a:path>
                <a:path w="3809" h="227329">
                  <a:moveTo>
                    <a:pt x="381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82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2" name="object 2892"/>
            <p:cNvSpPr/>
            <p:nvPr/>
          </p:nvSpPr>
          <p:spPr>
            <a:xfrm>
              <a:off x="6562090" y="5290820"/>
              <a:ext cx="3810" cy="226060"/>
            </a:xfrm>
            <a:custGeom>
              <a:avLst/>
              <a:gdLst/>
              <a:ahLst/>
              <a:cxnLst/>
              <a:rect l="l" t="t" r="r" b="b"/>
              <a:pathLst>
                <a:path w="3809" h="226060">
                  <a:moveTo>
                    <a:pt x="127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226060">
                  <a:moveTo>
                    <a:pt x="380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2539"/>
                  </a:lnTo>
                  <a:close/>
                </a:path>
                <a:path w="3809" h="226060">
                  <a:moveTo>
                    <a:pt x="380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49"/>
                  </a:lnTo>
                  <a:close/>
                </a:path>
                <a:path w="3809" h="226060">
                  <a:moveTo>
                    <a:pt x="3809" y="8889"/>
                  </a:moveTo>
                  <a:lnTo>
                    <a:pt x="0" y="8889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8889"/>
                  </a:lnTo>
                  <a:close/>
                </a:path>
                <a:path w="3809" h="226060">
                  <a:moveTo>
                    <a:pt x="3809" y="15239"/>
                  </a:moveTo>
                  <a:lnTo>
                    <a:pt x="0" y="15239"/>
                  </a:lnTo>
                  <a:lnTo>
                    <a:pt x="0" y="209549"/>
                  </a:lnTo>
                  <a:lnTo>
                    <a:pt x="3809" y="209549"/>
                  </a:lnTo>
                  <a:lnTo>
                    <a:pt x="3809" y="15239"/>
                  </a:lnTo>
                  <a:close/>
                </a:path>
                <a:path w="3809" h="226060">
                  <a:moveTo>
                    <a:pt x="3809" y="209549"/>
                  </a:moveTo>
                  <a:lnTo>
                    <a:pt x="0" y="209549"/>
                  </a:lnTo>
                  <a:lnTo>
                    <a:pt x="0" y="215899"/>
                  </a:lnTo>
                  <a:lnTo>
                    <a:pt x="3809" y="215899"/>
                  </a:lnTo>
                  <a:lnTo>
                    <a:pt x="3809" y="209549"/>
                  </a:lnTo>
                  <a:close/>
                </a:path>
                <a:path w="3809" h="226060">
                  <a:moveTo>
                    <a:pt x="3809" y="215899"/>
                  </a:moveTo>
                  <a:lnTo>
                    <a:pt x="0" y="215899"/>
                  </a:lnTo>
                  <a:lnTo>
                    <a:pt x="0" y="218439"/>
                  </a:lnTo>
                  <a:lnTo>
                    <a:pt x="3809" y="218439"/>
                  </a:lnTo>
                  <a:lnTo>
                    <a:pt x="3809" y="215899"/>
                  </a:lnTo>
                  <a:close/>
                </a:path>
                <a:path w="3809" h="226060">
                  <a:moveTo>
                    <a:pt x="3809" y="218439"/>
                  </a:moveTo>
                  <a:lnTo>
                    <a:pt x="0" y="218439"/>
                  </a:lnTo>
                  <a:lnTo>
                    <a:pt x="0" y="222249"/>
                  </a:lnTo>
                  <a:lnTo>
                    <a:pt x="3809" y="222249"/>
                  </a:lnTo>
                  <a:lnTo>
                    <a:pt x="3809" y="218439"/>
                  </a:lnTo>
                  <a:close/>
                </a:path>
                <a:path w="3809" h="226060">
                  <a:moveTo>
                    <a:pt x="3809" y="222249"/>
                  </a:moveTo>
                  <a:lnTo>
                    <a:pt x="0" y="222249"/>
                  </a:lnTo>
                  <a:lnTo>
                    <a:pt x="0" y="224789"/>
                  </a:lnTo>
                  <a:lnTo>
                    <a:pt x="3809" y="224789"/>
                  </a:lnTo>
                  <a:lnTo>
                    <a:pt x="3809" y="222249"/>
                  </a:lnTo>
                  <a:close/>
                </a:path>
                <a:path w="3809" h="226060">
                  <a:moveTo>
                    <a:pt x="1270" y="224789"/>
                  </a:moveTo>
                  <a:lnTo>
                    <a:pt x="0" y="224789"/>
                  </a:lnTo>
                  <a:lnTo>
                    <a:pt x="0" y="226059"/>
                  </a:lnTo>
                  <a:lnTo>
                    <a:pt x="1270" y="226059"/>
                  </a:lnTo>
                  <a:lnTo>
                    <a:pt x="1270" y="224789"/>
                  </a:lnTo>
                  <a:close/>
                </a:path>
              </a:pathLst>
            </a:custGeom>
            <a:solidFill>
              <a:srgbClr val="BC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3" name="object 2893"/>
            <p:cNvSpPr/>
            <p:nvPr/>
          </p:nvSpPr>
          <p:spPr>
            <a:xfrm>
              <a:off x="6565900" y="5292089"/>
              <a:ext cx="3810" cy="222250"/>
            </a:xfrm>
            <a:custGeom>
              <a:avLst/>
              <a:gdLst/>
              <a:ahLst/>
              <a:cxnLst/>
              <a:rect l="l" t="t" r="r" b="b"/>
              <a:pathLst>
                <a:path w="3809" h="222250">
                  <a:moveTo>
                    <a:pt x="12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3809" h="222250">
                  <a:moveTo>
                    <a:pt x="3797" y="220992"/>
                  </a:moveTo>
                  <a:lnTo>
                    <a:pt x="0" y="220992"/>
                  </a:lnTo>
                  <a:lnTo>
                    <a:pt x="0" y="222250"/>
                  </a:lnTo>
                  <a:lnTo>
                    <a:pt x="3797" y="222250"/>
                  </a:lnTo>
                  <a:lnTo>
                    <a:pt x="3797" y="220992"/>
                  </a:lnTo>
                  <a:close/>
                </a:path>
                <a:path w="3809" h="222250">
                  <a:moveTo>
                    <a:pt x="3797" y="217182"/>
                  </a:moveTo>
                  <a:lnTo>
                    <a:pt x="0" y="217182"/>
                  </a:lnTo>
                  <a:lnTo>
                    <a:pt x="0" y="220980"/>
                  </a:lnTo>
                  <a:lnTo>
                    <a:pt x="3797" y="220980"/>
                  </a:lnTo>
                  <a:lnTo>
                    <a:pt x="3797" y="217182"/>
                  </a:lnTo>
                  <a:close/>
                </a:path>
                <a:path w="3809" h="222250">
                  <a:moveTo>
                    <a:pt x="3797" y="214642"/>
                  </a:moveTo>
                  <a:lnTo>
                    <a:pt x="0" y="214642"/>
                  </a:lnTo>
                  <a:lnTo>
                    <a:pt x="0" y="217170"/>
                  </a:lnTo>
                  <a:lnTo>
                    <a:pt x="3797" y="217170"/>
                  </a:lnTo>
                  <a:lnTo>
                    <a:pt x="3797" y="214642"/>
                  </a:lnTo>
                  <a:close/>
                </a:path>
                <a:path w="3809" h="222250">
                  <a:moveTo>
                    <a:pt x="3797" y="208292"/>
                  </a:moveTo>
                  <a:lnTo>
                    <a:pt x="0" y="208292"/>
                  </a:lnTo>
                  <a:lnTo>
                    <a:pt x="0" y="214630"/>
                  </a:lnTo>
                  <a:lnTo>
                    <a:pt x="3797" y="214630"/>
                  </a:lnTo>
                  <a:lnTo>
                    <a:pt x="3797" y="208292"/>
                  </a:lnTo>
                  <a:close/>
                </a:path>
                <a:path w="3809" h="222250">
                  <a:moveTo>
                    <a:pt x="3797" y="13982"/>
                  </a:moveTo>
                  <a:lnTo>
                    <a:pt x="0" y="13982"/>
                  </a:lnTo>
                  <a:lnTo>
                    <a:pt x="0" y="208280"/>
                  </a:lnTo>
                  <a:lnTo>
                    <a:pt x="3797" y="208280"/>
                  </a:lnTo>
                  <a:lnTo>
                    <a:pt x="3797" y="13982"/>
                  </a:lnTo>
                  <a:close/>
                </a:path>
                <a:path w="3809" h="222250">
                  <a:moveTo>
                    <a:pt x="3797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797" y="13970"/>
                  </a:lnTo>
                  <a:lnTo>
                    <a:pt x="3797" y="7632"/>
                  </a:lnTo>
                  <a:close/>
                </a:path>
                <a:path w="3809" h="222250">
                  <a:moveTo>
                    <a:pt x="3797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797" y="7620"/>
                  </a:lnTo>
                  <a:lnTo>
                    <a:pt x="3797" y="5092"/>
                  </a:lnTo>
                  <a:close/>
                </a:path>
                <a:path w="3809" h="222250">
                  <a:moveTo>
                    <a:pt x="3797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797" y="5080"/>
                  </a:lnTo>
                  <a:lnTo>
                    <a:pt x="3797" y="1282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4" name="object 2894"/>
            <p:cNvSpPr/>
            <p:nvPr/>
          </p:nvSpPr>
          <p:spPr>
            <a:xfrm>
              <a:off x="6569697" y="5294630"/>
              <a:ext cx="3175" cy="218440"/>
            </a:xfrm>
            <a:custGeom>
              <a:avLst/>
              <a:gdLst/>
              <a:ahLst/>
              <a:cxnLst/>
              <a:rect l="l" t="t" r="r" b="b"/>
              <a:pathLst>
                <a:path w="3175" h="218439">
                  <a:moveTo>
                    <a:pt x="2552" y="214642"/>
                  </a:moveTo>
                  <a:lnTo>
                    <a:pt x="0" y="214642"/>
                  </a:lnTo>
                  <a:lnTo>
                    <a:pt x="0" y="218440"/>
                  </a:lnTo>
                  <a:lnTo>
                    <a:pt x="2552" y="218440"/>
                  </a:lnTo>
                  <a:lnTo>
                    <a:pt x="2552" y="214642"/>
                  </a:lnTo>
                  <a:close/>
                </a:path>
                <a:path w="3175" h="218439">
                  <a:moveTo>
                    <a:pt x="2552" y="212102"/>
                  </a:moveTo>
                  <a:lnTo>
                    <a:pt x="0" y="212102"/>
                  </a:lnTo>
                  <a:lnTo>
                    <a:pt x="0" y="214630"/>
                  </a:lnTo>
                  <a:lnTo>
                    <a:pt x="2552" y="214630"/>
                  </a:lnTo>
                  <a:lnTo>
                    <a:pt x="2552" y="212102"/>
                  </a:lnTo>
                  <a:close/>
                </a:path>
                <a:path w="3175" h="218439">
                  <a:moveTo>
                    <a:pt x="2552" y="205752"/>
                  </a:moveTo>
                  <a:lnTo>
                    <a:pt x="0" y="205752"/>
                  </a:lnTo>
                  <a:lnTo>
                    <a:pt x="0" y="212090"/>
                  </a:lnTo>
                  <a:lnTo>
                    <a:pt x="2552" y="212090"/>
                  </a:lnTo>
                  <a:lnTo>
                    <a:pt x="2552" y="205752"/>
                  </a:lnTo>
                  <a:close/>
                </a:path>
                <a:path w="3175" h="218439">
                  <a:moveTo>
                    <a:pt x="2552" y="11442"/>
                  </a:moveTo>
                  <a:lnTo>
                    <a:pt x="0" y="11442"/>
                  </a:lnTo>
                  <a:lnTo>
                    <a:pt x="0" y="205740"/>
                  </a:lnTo>
                  <a:lnTo>
                    <a:pt x="2552" y="205740"/>
                  </a:lnTo>
                  <a:lnTo>
                    <a:pt x="2552" y="11442"/>
                  </a:lnTo>
                  <a:close/>
                </a:path>
                <a:path w="3175" h="218439">
                  <a:moveTo>
                    <a:pt x="2552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2552" y="11430"/>
                  </a:lnTo>
                  <a:lnTo>
                    <a:pt x="2552" y="5092"/>
                  </a:lnTo>
                  <a:close/>
                </a:path>
                <a:path w="3175" h="218439">
                  <a:moveTo>
                    <a:pt x="2552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2552" y="5080"/>
                  </a:lnTo>
                  <a:lnTo>
                    <a:pt x="2552" y="2552"/>
                  </a:lnTo>
                  <a:close/>
                </a:path>
                <a:path w="3175" h="218439">
                  <a:moveTo>
                    <a:pt x="2552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552" y="2540"/>
                  </a:lnTo>
                  <a:lnTo>
                    <a:pt x="2552" y="0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5" name="object 2895"/>
            <p:cNvSpPr/>
            <p:nvPr/>
          </p:nvSpPr>
          <p:spPr>
            <a:xfrm>
              <a:off x="6572250" y="5294630"/>
              <a:ext cx="3810" cy="217170"/>
            </a:xfrm>
            <a:custGeom>
              <a:avLst/>
              <a:gdLst/>
              <a:ahLst/>
              <a:cxnLst/>
              <a:rect l="l" t="t" r="r" b="b"/>
              <a:pathLst>
                <a:path w="3809" h="217170">
                  <a:moveTo>
                    <a:pt x="127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09" y="2540"/>
                  </a:lnTo>
                  <a:lnTo>
                    <a:pt x="3809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3809" h="217170">
                  <a:moveTo>
                    <a:pt x="380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2540"/>
                  </a:lnTo>
                  <a:close/>
                </a:path>
                <a:path w="3809" h="217170">
                  <a:moveTo>
                    <a:pt x="3809" y="5080"/>
                  </a:moveTo>
                  <a:lnTo>
                    <a:pt x="0" y="508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5080"/>
                  </a:lnTo>
                  <a:close/>
                </a:path>
                <a:path w="3809" h="217170">
                  <a:moveTo>
                    <a:pt x="3809" y="11430"/>
                  </a:moveTo>
                  <a:lnTo>
                    <a:pt x="0" y="11430"/>
                  </a:lnTo>
                  <a:lnTo>
                    <a:pt x="0" y="205740"/>
                  </a:lnTo>
                  <a:lnTo>
                    <a:pt x="3809" y="205740"/>
                  </a:lnTo>
                  <a:lnTo>
                    <a:pt x="3809" y="11430"/>
                  </a:lnTo>
                  <a:close/>
                </a:path>
                <a:path w="3809" h="217170">
                  <a:moveTo>
                    <a:pt x="3809" y="205740"/>
                  </a:moveTo>
                  <a:lnTo>
                    <a:pt x="0" y="205740"/>
                  </a:lnTo>
                  <a:lnTo>
                    <a:pt x="0" y="212090"/>
                  </a:lnTo>
                  <a:lnTo>
                    <a:pt x="3809" y="212090"/>
                  </a:lnTo>
                  <a:lnTo>
                    <a:pt x="3809" y="205740"/>
                  </a:lnTo>
                  <a:close/>
                </a:path>
                <a:path w="3809" h="217170">
                  <a:moveTo>
                    <a:pt x="3809" y="212090"/>
                  </a:moveTo>
                  <a:lnTo>
                    <a:pt x="0" y="212090"/>
                  </a:lnTo>
                  <a:lnTo>
                    <a:pt x="0" y="214630"/>
                  </a:lnTo>
                  <a:lnTo>
                    <a:pt x="3809" y="214630"/>
                  </a:lnTo>
                  <a:lnTo>
                    <a:pt x="3809" y="212090"/>
                  </a:lnTo>
                  <a:close/>
                </a:path>
                <a:path w="3809" h="217170">
                  <a:moveTo>
                    <a:pt x="3809" y="214630"/>
                  </a:moveTo>
                  <a:lnTo>
                    <a:pt x="0" y="214630"/>
                  </a:lnTo>
                  <a:lnTo>
                    <a:pt x="0" y="217170"/>
                  </a:lnTo>
                  <a:lnTo>
                    <a:pt x="3809" y="217170"/>
                  </a:lnTo>
                  <a:lnTo>
                    <a:pt x="3809" y="214630"/>
                  </a:lnTo>
                  <a:close/>
                </a:path>
              </a:pathLst>
            </a:custGeom>
            <a:solidFill>
              <a:srgbClr val="C4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6" name="object 2896"/>
            <p:cNvSpPr/>
            <p:nvPr/>
          </p:nvSpPr>
          <p:spPr>
            <a:xfrm>
              <a:off x="6576060" y="5297170"/>
              <a:ext cx="3810" cy="213360"/>
            </a:xfrm>
            <a:custGeom>
              <a:avLst/>
              <a:gdLst/>
              <a:ahLst/>
              <a:cxnLst/>
              <a:rect l="l" t="t" r="r" b="b"/>
              <a:pathLst>
                <a:path w="3809" h="213360">
                  <a:moveTo>
                    <a:pt x="254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09" h="213360">
                  <a:moveTo>
                    <a:pt x="3810" y="2539"/>
                  </a:moveTo>
                  <a:lnTo>
                    <a:pt x="0" y="253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39"/>
                  </a:lnTo>
                  <a:close/>
                </a:path>
                <a:path w="3809" h="213360">
                  <a:moveTo>
                    <a:pt x="3810" y="8889"/>
                  </a:moveTo>
                  <a:lnTo>
                    <a:pt x="0" y="8889"/>
                  </a:lnTo>
                  <a:lnTo>
                    <a:pt x="0" y="203199"/>
                  </a:lnTo>
                  <a:lnTo>
                    <a:pt x="3810" y="203199"/>
                  </a:lnTo>
                  <a:lnTo>
                    <a:pt x="3810" y="8889"/>
                  </a:lnTo>
                  <a:close/>
                </a:path>
                <a:path w="3809" h="213360">
                  <a:moveTo>
                    <a:pt x="3810" y="203199"/>
                  </a:moveTo>
                  <a:lnTo>
                    <a:pt x="0" y="203199"/>
                  </a:lnTo>
                  <a:lnTo>
                    <a:pt x="0" y="209549"/>
                  </a:lnTo>
                  <a:lnTo>
                    <a:pt x="3810" y="209549"/>
                  </a:lnTo>
                  <a:lnTo>
                    <a:pt x="3810" y="203199"/>
                  </a:lnTo>
                  <a:close/>
                </a:path>
                <a:path w="3809" h="213360">
                  <a:moveTo>
                    <a:pt x="3810" y="209549"/>
                  </a:moveTo>
                  <a:lnTo>
                    <a:pt x="0" y="209549"/>
                  </a:lnTo>
                  <a:lnTo>
                    <a:pt x="0" y="212089"/>
                  </a:lnTo>
                  <a:lnTo>
                    <a:pt x="2540" y="212089"/>
                  </a:lnTo>
                  <a:lnTo>
                    <a:pt x="2540" y="210819"/>
                  </a:lnTo>
                  <a:lnTo>
                    <a:pt x="3810" y="210819"/>
                  </a:lnTo>
                  <a:lnTo>
                    <a:pt x="3810" y="209549"/>
                  </a:lnTo>
                  <a:close/>
                </a:path>
                <a:path w="3809" h="213360">
                  <a:moveTo>
                    <a:pt x="1270" y="212089"/>
                  </a:moveTo>
                  <a:lnTo>
                    <a:pt x="0" y="212089"/>
                  </a:lnTo>
                  <a:lnTo>
                    <a:pt x="0" y="213359"/>
                  </a:lnTo>
                  <a:lnTo>
                    <a:pt x="1270" y="213359"/>
                  </a:lnTo>
                  <a:lnTo>
                    <a:pt x="1270" y="212089"/>
                  </a:lnTo>
                  <a:close/>
                </a:path>
              </a:pathLst>
            </a:custGeom>
            <a:solidFill>
              <a:srgbClr val="C6CF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7" name="object 2897"/>
            <p:cNvSpPr/>
            <p:nvPr/>
          </p:nvSpPr>
          <p:spPr>
            <a:xfrm>
              <a:off x="6579870" y="5299709"/>
              <a:ext cx="3810" cy="208279"/>
            </a:xfrm>
            <a:custGeom>
              <a:avLst/>
              <a:gdLst/>
              <a:ahLst/>
              <a:cxnLst/>
              <a:rect l="l" t="t" r="r" b="b"/>
              <a:pathLst>
                <a:path w="3809" h="208279">
                  <a:moveTo>
                    <a:pt x="127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2539"/>
                  </a:lnTo>
                  <a:lnTo>
                    <a:pt x="2540" y="2539"/>
                  </a:lnTo>
                  <a:lnTo>
                    <a:pt x="254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208279">
                  <a:moveTo>
                    <a:pt x="3809" y="6350"/>
                  </a:moveTo>
                  <a:lnTo>
                    <a:pt x="0" y="6350"/>
                  </a:lnTo>
                  <a:lnTo>
                    <a:pt x="0" y="200659"/>
                  </a:lnTo>
                  <a:lnTo>
                    <a:pt x="3809" y="200659"/>
                  </a:lnTo>
                  <a:lnTo>
                    <a:pt x="3809" y="6350"/>
                  </a:lnTo>
                  <a:close/>
                </a:path>
                <a:path w="3809" h="208279">
                  <a:moveTo>
                    <a:pt x="3809" y="200659"/>
                  </a:moveTo>
                  <a:lnTo>
                    <a:pt x="0" y="200659"/>
                  </a:lnTo>
                  <a:lnTo>
                    <a:pt x="0" y="207009"/>
                  </a:lnTo>
                  <a:lnTo>
                    <a:pt x="2540" y="207009"/>
                  </a:lnTo>
                  <a:lnTo>
                    <a:pt x="2540" y="205739"/>
                  </a:lnTo>
                  <a:lnTo>
                    <a:pt x="3809" y="205739"/>
                  </a:lnTo>
                  <a:lnTo>
                    <a:pt x="3809" y="200659"/>
                  </a:lnTo>
                  <a:close/>
                </a:path>
                <a:path w="3809" h="208279">
                  <a:moveTo>
                    <a:pt x="1270" y="207009"/>
                  </a:moveTo>
                  <a:lnTo>
                    <a:pt x="0" y="207009"/>
                  </a:lnTo>
                  <a:lnTo>
                    <a:pt x="0" y="208279"/>
                  </a:lnTo>
                  <a:lnTo>
                    <a:pt x="1270" y="208279"/>
                  </a:lnTo>
                  <a:lnTo>
                    <a:pt x="1270" y="207009"/>
                  </a:lnTo>
                  <a:close/>
                </a:path>
              </a:pathLst>
            </a:custGeom>
            <a:solidFill>
              <a:srgbClr val="C9D1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8" name="object 2898"/>
            <p:cNvSpPr/>
            <p:nvPr/>
          </p:nvSpPr>
          <p:spPr>
            <a:xfrm>
              <a:off x="6583680" y="5302250"/>
              <a:ext cx="3810" cy="203200"/>
            </a:xfrm>
            <a:custGeom>
              <a:avLst/>
              <a:gdLst/>
              <a:ahLst/>
              <a:cxnLst/>
              <a:rect l="l" t="t" r="r" b="b"/>
              <a:pathLst>
                <a:path w="3809" h="203200">
                  <a:moveTo>
                    <a:pt x="127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2540" y="3809"/>
                  </a:lnTo>
                  <a:lnTo>
                    <a:pt x="254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203200">
                  <a:moveTo>
                    <a:pt x="2540" y="3810"/>
                  </a:moveTo>
                  <a:lnTo>
                    <a:pt x="0" y="3810"/>
                  </a:lnTo>
                  <a:lnTo>
                    <a:pt x="0" y="198119"/>
                  </a:lnTo>
                  <a:lnTo>
                    <a:pt x="3810" y="198119"/>
                  </a:lnTo>
                  <a:lnTo>
                    <a:pt x="3810" y="5080"/>
                  </a:lnTo>
                  <a:lnTo>
                    <a:pt x="2540" y="5080"/>
                  </a:lnTo>
                  <a:lnTo>
                    <a:pt x="2540" y="3810"/>
                  </a:lnTo>
                  <a:close/>
                </a:path>
                <a:path w="3809" h="203200">
                  <a:moveTo>
                    <a:pt x="3810" y="198120"/>
                  </a:moveTo>
                  <a:lnTo>
                    <a:pt x="0" y="198120"/>
                  </a:lnTo>
                  <a:lnTo>
                    <a:pt x="0" y="203200"/>
                  </a:lnTo>
                  <a:lnTo>
                    <a:pt x="1270" y="203200"/>
                  </a:lnTo>
                  <a:lnTo>
                    <a:pt x="1270" y="201930"/>
                  </a:lnTo>
                  <a:lnTo>
                    <a:pt x="2540" y="201930"/>
                  </a:lnTo>
                  <a:lnTo>
                    <a:pt x="2540" y="199390"/>
                  </a:lnTo>
                  <a:lnTo>
                    <a:pt x="3810" y="199390"/>
                  </a:lnTo>
                  <a:lnTo>
                    <a:pt x="3810" y="198120"/>
                  </a:lnTo>
                  <a:close/>
                </a:path>
              </a:pathLst>
            </a:custGeom>
            <a:solidFill>
              <a:srgbClr val="CCD3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9" name="object 2899"/>
            <p:cNvSpPr/>
            <p:nvPr/>
          </p:nvSpPr>
          <p:spPr>
            <a:xfrm>
              <a:off x="6301740" y="5276850"/>
              <a:ext cx="284480" cy="252729"/>
            </a:xfrm>
            <a:custGeom>
              <a:avLst/>
              <a:gdLst/>
              <a:ahLst/>
              <a:cxnLst/>
              <a:rect l="l" t="t" r="r" b="b"/>
              <a:pathLst>
                <a:path w="284479" h="252729">
                  <a:moveTo>
                    <a:pt x="142239" y="0"/>
                  </a:moveTo>
                  <a:lnTo>
                    <a:pt x="87332" y="2460"/>
                  </a:lnTo>
                  <a:lnTo>
                    <a:pt x="42068" y="9207"/>
                  </a:lnTo>
                  <a:lnTo>
                    <a:pt x="11330" y="19288"/>
                  </a:lnTo>
                  <a:lnTo>
                    <a:pt x="0" y="31750"/>
                  </a:lnTo>
                  <a:lnTo>
                    <a:pt x="0" y="34706"/>
                  </a:lnTo>
                  <a:lnTo>
                    <a:pt x="0" y="55403"/>
                  </a:lnTo>
                  <a:lnTo>
                    <a:pt x="0" y="111581"/>
                  </a:lnTo>
                  <a:lnTo>
                    <a:pt x="0" y="220980"/>
                  </a:lnTo>
                  <a:lnTo>
                    <a:pt x="11330" y="233441"/>
                  </a:lnTo>
                  <a:lnTo>
                    <a:pt x="42068" y="243522"/>
                  </a:lnTo>
                  <a:lnTo>
                    <a:pt x="87332" y="250269"/>
                  </a:lnTo>
                  <a:lnTo>
                    <a:pt x="142239" y="252730"/>
                  </a:lnTo>
                  <a:lnTo>
                    <a:pt x="197147" y="250269"/>
                  </a:lnTo>
                  <a:lnTo>
                    <a:pt x="242411" y="243522"/>
                  </a:lnTo>
                  <a:lnTo>
                    <a:pt x="273149" y="233441"/>
                  </a:lnTo>
                  <a:lnTo>
                    <a:pt x="284480" y="220980"/>
                  </a:lnTo>
                  <a:lnTo>
                    <a:pt x="284480" y="218023"/>
                  </a:lnTo>
                  <a:lnTo>
                    <a:pt x="284480" y="197326"/>
                  </a:lnTo>
                  <a:lnTo>
                    <a:pt x="284480" y="141148"/>
                  </a:lnTo>
                  <a:lnTo>
                    <a:pt x="284480" y="31750"/>
                  </a:lnTo>
                  <a:lnTo>
                    <a:pt x="273149" y="19288"/>
                  </a:lnTo>
                  <a:lnTo>
                    <a:pt x="242411" y="9207"/>
                  </a:lnTo>
                  <a:lnTo>
                    <a:pt x="197147" y="2460"/>
                  </a:lnTo>
                  <a:lnTo>
                    <a:pt x="142239" y="0"/>
                  </a:lnTo>
                  <a:close/>
                </a:path>
              </a:pathLst>
            </a:custGeom>
            <a:ln w="646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00" name="object 2900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6301740" y="5276850"/>
              <a:ext cx="285750" cy="64769"/>
            </a:xfrm>
            <a:prstGeom prst="rect">
              <a:avLst/>
            </a:prstGeom>
          </p:spPr>
        </p:pic>
        <p:sp>
          <p:nvSpPr>
            <p:cNvPr id="2901" name="object 2901"/>
            <p:cNvSpPr/>
            <p:nvPr/>
          </p:nvSpPr>
          <p:spPr>
            <a:xfrm>
              <a:off x="6301740" y="5276850"/>
              <a:ext cx="284480" cy="63500"/>
            </a:xfrm>
            <a:custGeom>
              <a:avLst/>
              <a:gdLst/>
              <a:ahLst/>
              <a:cxnLst/>
              <a:rect l="l" t="t" r="r" b="b"/>
              <a:pathLst>
                <a:path w="284479" h="63500">
                  <a:moveTo>
                    <a:pt x="142239" y="0"/>
                  </a:moveTo>
                  <a:lnTo>
                    <a:pt x="87332" y="2460"/>
                  </a:lnTo>
                  <a:lnTo>
                    <a:pt x="42068" y="9207"/>
                  </a:lnTo>
                  <a:lnTo>
                    <a:pt x="11330" y="19288"/>
                  </a:lnTo>
                  <a:lnTo>
                    <a:pt x="0" y="31750"/>
                  </a:lnTo>
                  <a:lnTo>
                    <a:pt x="11330" y="44211"/>
                  </a:lnTo>
                  <a:lnTo>
                    <a:pt x="42068" y="54292"/>
                  </a:lnTo>
                  <a:lnTo>
                    <a:pt x="87332" y="61039"/>
                  </a:lnTo>
                  <a:lnTo>
                    <a:pt x="142239" y="63500"/>
                  </a:lnTo>
                  <a:lnTo>
                    <a:pt x="197147" y="61039"/>
                  </a:lnTo>
                  <a:lnTo>
                    <a:pt x="242411" y="54292"/>
                  </a:lnTo>
                  <a:lnTo>
                    <a:pt x="273149" y="44211"/>
                  </a:lnTo>
                  <a:lnTo>
                    <a:pt x="284480" y="31750"/>
                  </a:lnTo>
                  <a:lnTo>
                    <a:pt x="273149" y="19288"/>
                  </a:lnTo>
                  <a:lnTo>
                    <a:pt x="242411" y="9207"/>
                  </a:lnTo>
                  <a:lnTo>
                    <a:pt x="197147" y="2460"/>
                  </a:lnTo>
                  <a:lnTo>
                    <a:pt x="142239" y="0"/>
                  </a:lnTo>
                  <a:close/>
                </a:path>
              </a:pathLst>
            </a:custGeom>
            <a:ln w="646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2" name="object 2902"/>
            <p:cNvSpPr/>
            <p:nvPr/>
          </p:nvSpPr>
          <p:spPr>
            <a:xfrm>
              <a:off x="6301740" y="5087619"/>
              <a:ext cx="2540" cy="200660"/>
            </a:xfrm>
            <a:custGeom>
              <a:avLst/>
              <a:gdLst/>
              <a:ahLst/>
              <a:cxnLst/>
              <a:rect l="l" t="t" r="r" b="b"/>
              <a:pathLst>
                <a:path w="2539" h="200660">
                  <a:moveTo>
                    <a:pt x="2540" y="196862"/>
                  </a:moveTo>
                  <a:lnTo>
                    <a:pt x="1270" y="196862"/>
                  </a:lnTo>
                  <a:lnTo>
                    <a:pt x="1270" y="200660"/>
                  </a:lnTo>
                  <a:lnTo>
                    <a:pt x="2540" y="200660"/>
                  </a:lnTo>
                  <a:lnTo>
                    <a:pt x="2540" y="196862"/>
                  </a:lnTo>
                  <a:close/>
                </a:path>
                <a:path w="2539" h="200660">
                  <a:moveTo>
                    <a:pt x="2540" y="0"/>
                  </a:moveTo>
                  <a:lnTo>
                    <a:pt x="1270" y="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196850"/>
                  </a:lnTo>
                  <a:lnTo>
                    <a:pt x="2540" y="196850"/>
                  </a:lnTo>
                  <a:lnTo>
                    <a:pt x="2540" y="254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3" name="object 2903"/>
            <p:cNvSpPr/>
            <p:nvPr/>
          </p:nvSpPr>
          <p:spPr>
            <a:xfrm>
              <a:off x="6304280" y="5085080"/>
              <a:ext cx="3810" cy="205740"/>
            </a:xfrm>
            <a:custGeom>
              <a:avLst/>
              <a:gdLst/>
              <a:ahLst/>
              <a:cxnLst/>
              <a:rect l="l" t="t" r="r" b="b"/>
              <a:pathLst>
                <a:path w="3810" h="205739">
                  <a:moveTo>
                    <a:pt x="3810" y="2552"/>
                  </a:moveTo>
                  <a:lnTo>
                    <a:pt x="0" y="2552"/>
                  </a:lnTo>
                  <a:lnTo>
                    <a:pt x="0" y="199390"/>
                  </a:lnTo>
                  <a:lnTo>
                    <a:pt x="0" y="204470"/>
                  </a:lnTo>
                  <a:lnTo>
                    <a:pt x="2540" y="204470"/>
                  </a:lnTo>
                  <a:lnTo>
                    <a:pt x="2540" y="205740"/>
                  </a:lnTo>
                  <a:lnTo>
                    <a:pt x="3810" y="205740"/>
                  </a:lnTo>
                  <a:lnTo>
                    <a:pt x="3810" y="204470"/>
                  </a:lnTo>
                  <a:lnTo>
                    <a:pt x="3810" y="199390"/>
                  </a:lnTo>
                  <a:lnTo>
                    <a:pt x="3810" y="2552"/>
                  </a:lnTo>
                  <a:close/>
                </a:path>
                <a:path w="3810" h="205739">
                  <a:moveTo>
                    <a:pt x="38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CED5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4" name="object 2904"/>
            <p:cNvSpPr/>
            <p:nvPr/>
          </p:nvSpPr>
          <p:spPr>
            <a:xfrm>
              <a:off x="6308090" y="5082539"/>
              <a:ext cx="3810" cy="212090"/>
            </a:xfrm>
            <a:custGeom>
              <a:avLst/>
              <a:gdLst/>
              <a:ahLst/>
              <a:cxnLst/>
              <a:rect l="l" t="t" r="r" b="b"/>
              <a:pathLst>
                <a:path w="3810" h="212089">
                  <a:moveTo>
                    <a:pt x="3810" y="0"/>
                  </a:moveTo>
                  <a:lnTo>
                    <a:pt x="2539" y="0"/>
                  </a:lnTo>
                  <a:lnTo>
                    <a:pt x="2539" y="1269"/>
                  </a:lnTo>
                  <a:lnTo>
                    <a:pt x="0" y="1269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10" h="212089">
                  <a:moveTo>
                    <a:pt x="3810" y="5079"/>
                  </a:moveTo>
                  <a:lnTo>
                    <a:pt x="0" y="5079"/>
                  </a:lnTo>
                  <a:lnTo>
                    <a:pt x="0" y="201929"/>
                  </a:lnTo>
                  <a:lnTo>
                    <a:pt x="3810" y="201929"/>
                  </a:lnTo>
                  <a:lnTo>
                    <a:pt x="3810" y="5079"/>
                  </a:lnTo>
                  <a:close/>
                </a:path>
                <a:path w="3810" h="212089">
                  <a:moveTo>
                    <a:pt x="3810" y="201929"/>
                  </a:moveTo>
                  <a:lnTo>
                    <a:pt x="0" y="201929"/>
                  </a:lnTo>
                  <a:lnTo>
                    <a:pt x="0" y="208279"/>
                  </a:lnTo>
                  <a:lnTo>
                    <a:pt x="3810" y="208279"/>
                  </a:lnTo>
                  <a:lnTo>
                    <a:pt x="3810" y="201929"/>
                  </a:lnTo>
                  <a:close/>
                </a:path>
                <a:path w="3810" h="212089">
                  <a:moveTo>
                    <a:pt x="3810" y="208279"/>
                  </a:moveTo>
                  <a:lnTo>
                    <a:pt x="0" y="208279"/>
                  </a:lnTo>
                  <a:lnTo>
                    <a:pt x="0" y="209549"/>
                  </a:lnTo>
                  <a:lnTo>
                    <a:pt x="1270" y="209549"/>
                  </a:lnTo>
                  <a:lnTo>
                    <a:pt x="1270" y="210819"/>
                  </a:lnTo>
                  <a:lnTo>
                    <a:pt x="3810" y="210819"/>
                  </a:lnTo>
                  <a:lnTo>
                    <a:pt x="3810" y="208279"/>
                  </a:lnTo>
                  <a:close/>
                </a:path>
                <a:path w="3810" h="212089">
                  <a:moveTo>
                    <a:pt x="3810" y="210819"/>
                  </a:moveTo>
                  <a:lnTo>
                    <a:pt x="2539" y="210819"/>
                  </a:lnTo>
                  <a:lnTo>
                    <a:pt x="2539" y="212089"/>
                  </a:lnTo>
                  <a:lnTo>
                    <a:pt x="3810" y="212089"/>
                  </a:lnTo>
                  <a:lnTo>
                    <a:pt x="3810" y="210819"/>
                  </a:lnTo>
                  <a:close/>
                </a:path>
              </a:pathLst>
            </a:custGeom>
            <a:solidFill>
              <a:srgbClr val="CCD3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5" name="object 2905"/>
            <p:cNvSpPr/>
            <p:nvPr/>
          </p:nvSpPr>
          <p:spPr>
            <a:xfrm>
              <a:off x="6311900" y="5080000"/>
              <a:ext cx="3810" cy="215900"/>
            </a:xfrm>
            <a:custGeom>
              <a:avLst/>
              <a:gdLst/>
              <a:ahLst/>
              <a:cxnLst/>
              <a:rect l="l" t="t" r="r" b="b"/>
              <a:pathLst>
                <a:path w="3810" h="215900">
                  <a:moveTo>
                    <a:pt x="3810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215900">
                  <a:moveTo>
                    <a:pt x="3810" y="2540"/>
                  </a:moveTo>
                  <a:lnTo>
                    <a:pt x="0" y="2540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2540"/>
                  </a:lnTo>
                  <a:close/>
                </a:path>
                <a:path w="3810" h="215900">
                  <a:moveTo>
                    <a:pt x="3810" y="7620"/>
                  </a:moveTo>
                  <a:lnTo>
                    <a:pt x="0" y="7620"/>
                  </a:lnTo>
                  <a:lnTo>
                    <a:pt x="0" y="204469"/>
                  </a:lnTo>
                  <a:lnTo>
                    <a:pt x="3810" y="204469"/>
                  </a:lnTo>
                  <a:lnTo>
                    <a:pt x="3810" y="7620"/>
                  </a:lnTo>
                  <a:close/>
                </a:path>
                <a:path w="3810" h="215900">
                  <a:moveTo>
                    <a:pt x="3810" y="204470"/>
                  </a:moveTo>
                  <a:lnTo>
                    <a:pt x="0" y="204470"/>
                  </a:lnTo>
                  <a:lnTo>
                    <a:pt x="0" y="210819"/>
                  </a:lnTo>
                  <a:lnTo>
                    <a:pt x="3810" y="210819"/>
                  </a:lnTo>
                  <a:lnTo>
                    <a:pt x="3810" y="204470"/>
                  </a:lnTo>
                  <a:close/>
                </a:path>
                <a:path w="3810" h="215900">
                  <a:moveTo>
                    <a:pt x="3810" y="210820"/>
                  </a:moveTo>
                  <a:lnTo>
                    <a:pt x="0" y="210820"/>
                  </a:lnTo>
                  <a:lnTo>
                    <a:pt x="0" y="213359"/>
                  </a:lnTo>
                  <a:lnTo>
                    <a:pt x="3810" y="213359"/>
                  </a:lnTo>
                  <a:lnTo>
                    <a:pt x="3810" y="210820"/>
                  </a:lnTo>
                  <a:close/>
                </a:path>
                <a:path w="3810" h="215900">
                  <a:moveTo>
                    <a:pt x="3810" y="213360"/>
                  </a:moveTo>
                  <a:lnTo>
                    <a:pt x="0" y="213360"/>
                  </a:lnTo>
                  <a:lnTo>
                    <a:pt x="0" y="214630"/>
                  </a:lnTo>
                  <a:lnTo>
                    <a:pt x="1270" y="214630"/>
                  </a:lnTo>
                  <a:lnTo>
                    <a:pt x="1270" y="215900"/>
                  </a:lnTo>
                  <a:lnTo>
                    <a:pt x="3810" y="215900"/>
                  </a:lnTo>
                  <a:lnTo>
                    <a:pt x="3810" y="213360"/>
                  </a:lnTo>
                  <a:close/>
                </a:path>
              </a:pathLst>
            </a:custGeom>
            <a:solidFill>
              <a:srgbClr val="C9D1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6" name="object 2906"/>
            <p:cNvSpPr/>
            <p:nvPr/>
          </p:nvSpPr>
          <p:spPr>
            <a:xfrm>
              <a:off x="6315710" y="5078730"/>
              <a:ext cx="3810" cy="218440"/>
            </a:xfrm>
            <a:custGeom>
              <a:avLst/>
              <a:gdLst/>
              <a:ahLst/>
              <a:cxnLst/>
              <a:rect l="l" t="t" r="r" b="b"/>
              <a:pathLst>
                <a:path w="3810" h="218439">
                  <a:moveTo>
                    <a:pt x="3810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10" h="218439">
                  <a:moveTo>
                    <a:pt x="3810" y="3810"/>
                  </a:moveTo>
                  <a:lnTo>
                    <a:pt x="0" y="381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3810"/>
                  </a:lnTo>
                  <a:close/>
                </a:path>
                <a:path w="3810" h="218439">
                  <a:moveTo>
                    <a:pt x="3810" y="8890"/>
                  </a:moveTo>
                  <a:lnTo>
                    <a:pt x="0" y="8890"/>
                  </a:lnTo>
                  <a:lnTo>
                    <a:pt x="0" y="205740"/>
                  </a:lnTo>
                  <a:lnTo>
                    <a:pt x="3810" y="205740"/>
                  </a:lnTo>
                  <a:lnTo>
                    <a:pt x="3810" y="8890"/>
                  </a:lnTo>
                  <a:close/>
                </a:path>
                <a:path w="3810" h="218439">
                  <a:moveTo>
                    <a:pt x="3810" y="205740"/>
                  </a:moveTo>
                  <a:lnTo>
                    <a:pt x="0" y="205740"/>
                  </a:lnTo>
                  <a:lnTo>
                    <a:pt x="0" y="212090"/>
                  </a:lnTo>
                  <a:lnTo>
                    <a:pt x="3810" y="212090"/>
                  </a:lnTo>
                  <a:lnTo>
                    <a:pt x="3810" y="205740"/>
                  </a:lnTo>
                  <a:close/>
                </a:path>
                <a:path w="3810" h="218439">
                  <a:moveTo>
                    <a:pt x="3810" y="212090"/>
                  </a:moveTo>
                  <a:lnTo>
                    <a:pt x="0" y="212090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212090"/>
                  </a:lnTo>
                  <a:close/>
                </a:path>
                <a:path w="3810" h="218439">
                  <a:moveTo>
                    <a:pt x="3810" y="214630"/>
                  </a:moveTo>
                  <a:lnTo>
                    <a:pt x="0" y="214630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4630"/>
                  </a:lnTo>
                  <a:close/>
                </a:path>
              </a:pathLst>
            </a:custGeom>
            <a:solidFill>
              <a:srgbClr val="C6CF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7" name="object 2907"/>
            <p:cNvSpPr/>
            <p:nvPr/>
          </p:nvSpPr>
          <p:spPr>
            <a:xfrm>
              <a:off x="6319520" y="5077459"/>
              <a:ext cx="2540" cy="220979"/>
            </a:xfrm>
            <a:custGeom>
              <a:avLst/>
              <a:gdLst/>
              <a:ahLst/>
              <a:cxnLst/>
              <a:rect l="l" t="t" r="r" b="b"/>
              <a:pathLst>
                <a:path w="2539" h="220979">
                  <a:moveTo>
                    <a:pt x="2540" y="219722"/>
                  </a:moveTo>
                  <a:lnTo>
                    <a:pt x="0" y="219722"/>
                  </a:lnTo>
                  <a:lnTo>
                    <a:pt x="0" y="220980"/>
                  </a:lnTo>
                  <a:lnTo>
                    <a:pt x="2540" y="220980"/>
                  </a:lnTo>
                  <a:lnTo>
                    <a:pt x="2540" y="219722"/>
                  </a:lnTo>
                  <a:close/>
                </a:path>
                <a:path w="2539" h="220979">
                  <a:moveTo>
                    <a:pt x="2540" y="215912"/>
                  </a:moveTo>
                  <a:lnTo>
                    <a:pt x="0" y="215912"/>
                  </a:lnTo>
                  <a:lnTo>
                    <a:pt x="0" y="219710"/>
                  </a:lnTo>
                  <a:lnTo>
                    <a:pt x="2540" y="219710"/>
                  </a:lnTo>
                  <a:lnTo>
                    <a:pt x="2540" y="215912"/>
                  </a:lnTo>
                  <a:close/>
                </a:path>
                <a:path w="2539" h="220979">
                  <a:moveTo>
                    <a:pt x="2540" y="213372"/>
                  </a:moveTo>
                  <a:lnTo>
                    <a:pt x="0" y="213372"/>
                  </a:lnTo>
                  <a:lnTo>
                    <a:pt x="0" y="215900"/>
                  </a:lnTo>
                  <a:lnTo>
                    <a:pt x="2540" y="215900"/>
                  </a:lnTo>
                  <a:lnTo>
                    <a:pt x="2540" y="213372"/>
                  </a:lnTo>
                  <a:close/>
                </a:path>
                <a:path w="2539" h="220979">
                  <a:moveTo>
                    <a:pt x="2540" y="207022"/>
                  </a:moveTo>
                  <a:lnTo>
                    <a:pt x="0" y="207022"/>
                  </a:lnTo>
                  <a:lnTo>
                    <a:pt x="0" y="213360"/>
                  </a:lnTo>
                  <a:lnTo>
                    <a:pt x="2540" y="213360"/>
                  </a:lnTo>
                  <a:lnTo>
                    <a:pt x="2540" y="207022"/>
                  </a:lnTo>
                  <a:close/>
                </a:path>
                <a:path w="2539" h="220979">
                  <a:moveTo>
                    <a:pt x="2540" y="10172"/>
                  </a:moveTo>
                  <a:lnTo>
                    <a:pt x="0" y="10172"/>
                  </a:lnTo>
                  <a:lnTo>
                    <a:pt x="0" y="207010"/>
                  </a:lnTo>
                  <a:lnTo>
                    <a:pt x="2540" y="207010"/>
                  </a:lnTo>
                  <a:lnTo>
                    <a:pt x="2540" y="10172"/>
                  </a:lnTo>
                  <a:close/>
                </a:path>
                <a:path w="2539" h="220979">
                  <a:moveTo>
                    <a:pt x="2540" y="5092"/>
                  </a:moveTo>
                  <a:lnTo>
                    <a:pt x="0" y="5092"/>
                  </a:lnTo>
                  <a:lnTo>
                    <a:pt x="0" y="10160"/>
                  </a:lnTo>
                  <a:lnTo>
                    <a:pt x="2540" y="10160"/>
                  </a:lnTo>
                  <a:lnTo>
                    <a:pt x="2540" y="5092"/>
                  </a:lnTo>
                  <a:close/>
                </a:path>
                <a:path w="2539" h="220979">
                  <a:moveTo>
                    <a:pt x="25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C3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8" name="object 2908"/>
            <p:cNvSpPr/>
            <p:nvPr/>
          </p:nvSpPr>
          <p:spPr>
            <a:xfrm>
              <a:off x="6322060" y="5076189"/>
              <a:ext cx="3810" cy="223520"/>
            </a:xfrm>
            <a:custGeom>
              <a:avLst/>
              <a:gdLst/>
              <a:ahLst/>
              <a:cxnLst/>
              <a:rect l="l" t="t" r="r" b="b"/>
              <a:pathLst>
                <a:path w="3810" h="223520">
                  <a:moveTo>
                    <a:pt x="3810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0"/>
                  </a:lnTo>
                  <a:close/>
                </a:path>
                <a:path w="3810" h="223520">
                  <a:moveTo>
                    <a:pt x="3810" y="6349"/>
                  </a:moveTo>
                  <a:lnTo>
                    <a:pt x="0" y="6349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6349"/>
                  </a:lnTo>
                  <a:close/>
                </a:path>
                <a:path w="3810" h="223520">
                  <a:moveTo>
                    <a:pt x="3810" y="11429"/>
                  </a:moveTo>
                  <a:lnTo>
                    <a:pt x="0" y="11429"/>
                  </a:lnTo>
                  <a:lnTo>
                    <a:pt x="0" y="208279"/>
                  </a:lnTo>
                  <a:lnTo>
                    <a:pt x="3810" y="208279"/>
                  </a:lnTo>
                  <a:lnTo>
                    <a:pt x="3810" y="11429"/>
                  </a:lnTo>
                  <a:close/>
                </a:path>
                <a:path w="3810" h="223520">
                  <a:moveTo>
                    <a:pt x="3810" y="208279"/>
                  </a:moveTo>
                  <a:lnTo>
                    <a:pt x="0" y="208279"/>
                  </a:lnTo>
                  <a:lnTo>
                    <a:pt x="0" y="214629"/>
                  </a:lnTo>
                  <a:lnTo>
                    <a:pt x="3810" y="214629"/>
                  </a:lnTo>
                  <a:lnTo>
                    <a:pt x="3810" y="208279"/>
                  </a:lnTo>
                  <a:close/>
                </a:path>
                <a:path w="3810" h="223520">
                  <a:moveTo>
                    <a:pt x="3810" y="214629"/>
                  </a:moveTo>
                  <a:lnTo>
                    <a:pt x="0" y="214629"/>
                  </a:lnTo>
                  <a:lnTo>
                    <a:pt x="0" y="217169"/>
                  </a:lnTo>
                  <a:lnTo>
                    <a:pt x="3810" y="217169"/>
                  </a:lnTo>
                  <a:lnTo>
                    <a:pt x="3810" y="214629"/>
                  </a:lnTo>
                  <a:close/>
                </a:path>
                <a:path w="3810" h="223520">
                  <a:moveTo>
                    <a:pt x="3810" y="217169"/>
                  </a:moveTo>
                  <a:lnTo>
                    <a:pt x="0" y="217169"/>
                  </a:lnTo>
                  <a:lnTo>
                    <a:pt x="0" y="220979"/>
                  </a:lnTo>
                  <a:lnTo>
                    <a:pt x="3810" y="220979"/>
                  </a:lnTo>
                  <a:lnTo>
                    <a:pt x="3810" y="217169"/>
                  </a:lnTo>
                  <a:close/>
                </a:path>
                <a:path w="3810" h="223520">
                  <a:moveTo>
                    <a:pt x="3810" y="220979"/>
                  </a:moveTo>
                  <a:lnTo>
                    <a:pt x="0" y="220979"/>
                  </a:lnTo>
                  <a:lnTo>
                    <a:pt x="0" y="223519"/>
                  </a:lnTo>
                  <a:lnTo>
                    <a:pt x="3810" y="223519"/>
                  </a:lnTo>
                  <a:lnTo>
                    <a:pt x="3810" y="220979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9" name="object 2909"/>
            <p:cNvSpPr/>
            <p:nvPr/>
          </p:nvSpPr>
          <p:spPr>
            <a:xfrm>
              <a:off x="6325870" y="5074920"/>
              <a:ext cx="3810" cy="227329"/>
            </a:xfrm>
            <a:custGeom>
              <a:avLst/>
              <a:gdLst/>
              <a:ahLst/>
              <a:cxnLst/>
              <a:rect l="l" t="t" r="r" b="b"/>
              <a:pathLst>
                <a:path w="3810" h="227329">
                  <a:moveTo>
                    <a:pt x="380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10" h="227329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10" h="227329">
                  <a:moveTo>
                    <a:pt x="3809" y="7619"/>
                  </a:moveTo>
                  <a:lnTo>
                    <a:pt x="0" y="761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7619"/>
                  </a:lnTo>
                  <a:close/>
                </a:path>
                <a:path w="3810" h="227329">
                  <a:moveTo>
                    <a:pt x="3809" y="12700"/>
                  </a:moveTo>
                  <a:lnTo>
                    <a:pt x="0" y="12700"/>
                  </a:lnTo>
                  <a:lnTo>
                    <a:pt x="0" y="209549"/>
                  </a:lnTo>
                  <a:lnTo>
                    <a:pt x="3809" y="209549"/>
                  </a:lnTo>
                  <a:lnTo>
                    <a:pt x="3809" y="12700"/>
                  </a:lnTo>
                  <a:close/>
                </a:path>
                <a:path w="3810" h="227329">
                  <a:moveTo>
                    <a:pt x="3809" y="209549"/>
                  </a:moveTo>
                  <a:lnTo>
                    <a:pt x="0" y="209549"/>
                  </a:lnTo>
                  <a:lnTo>
                    <a:pt x="0" y="215899"/>
                  </a:lnTo>
                  <a:lnTo>
                    <a:pt x="3809" y="215899"/>
                  </a:lnTo>
                  <a:lnTo>
                    <a:pt x="3809" y="209549"/>
                  </a:lnTo>
                  <a:close/>
                </a:path>
                <a:path w="3810" h="227329">
                  <a:moveTo>
                    <a:pt x="3809" y="215899"/>
                  </a:moveTo>
                  <a:lnTo>
                    <a:pt x="0" y="215899"/>
                  </a:lnTo>
                  <a:lnTo>
                    <a:pt x="0" y="218439"/>
                  </a:lnTo>
                  <a:lnTo>
                    <a:pt x="3809" y="218439"/>
                  </a:lnTo>
                  <a:lnTo>
                    <a:pt x="3809" y="215899"/>
                  </a:lnTo>
                  <a:close/>
                </a:path>
                <a:path w="3810" h="227329">
                  <a:moveTo>
                    <a:pt x="3809" y="218439"/>
                  </a:moveTo>
                  <a:lnTo>
                    <a:pt x="0" y="218439"/>
                  </a:lnTo>
                  <a:lnTo>
                    <a:pt x="0" y="222249"/>
                  </a:lnTo>
                  <a:lnTo>
                    <a:pt x="3809" y="222249"/>
                  </a:lnTo>
                  <a:lnTo>
                    <a:pt x="3809" y="218439"/>
                  </a:lnTo>
                  <a:close/>
                </a:path>
                <a:path w="3810" h="227329">
                  <a:moveTo>
                    <a:pt x="3809" y="222249"/>
                  </a:moveTo>
                  <a:lnTo>
                    <a:pt x="0" y="222249"/>
                  </a:lnTo>
                  <a:lnTo>
                    <a:pt x="0" y="224789"/>
                  </a:lnTo>
                  <a:lnTo>
                    <a:pt x="3809" y="224789"/>
                  </a:lnTo>
                  <a:lnTo>
                    <a:pt x="3809" y="222249"/>
                  </a:lnTo>
                  <a:close/>
                </a:path>
                <a:path w="3810" h="227329">
                  <a:moveTo>
                    <a:pt x="3809" y="224789"/>
                  </a:moveTo>
                  <a:lnTo>
                    <a:pt x="0" y="224789"/>
                  </a:lnTo>
                  <a:lnTo>
                    <a:pt x="0" y="226059"/>
                  </a:lnTo>
                  <a:lnTo>
                    <a:pt x="2539" y="226059"/>
                  </a:lnTo>
                  <a:lnTo>
                    <a:pt x="2539" y="227329"/>
                  </a:lnTo>
                  <a:lnTo>
                    <a:pt x="3809" y="227329"/>
                  </a:lnTo>
                  <a:lnTo>
                    <a:pt x="3809" y="224789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0" name="object 2910"/>
            <p:cNvSpPr/>
            <p:nvPr/>
          </p:nvSpPr>
          <p:spPr>
            <a:xfrm>
              <a:off x="6329680" y="5074919"/>
              <a:ext cx="3810" cy="227329"/>
            </a:xfrm>
            <a:custGeom>
              <a:avLst/>
              <a:gdLst/>
              <a:ahLst/>
              <a:cxnLst/>
              <a:rect l="l" t="t" r="r" b="b"/>
              <a:pathLst>
                <a:path w="3810" h="227329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27329">
                  <a:moveTo>
                    <a:pt x="381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2262"/>
                  </a:lnTo>
                  <a:close/>
                </a:path>
                <a:path w="3810" h="227329">
                  <a:moveTo>
                    <a:pt x="3810" y="218452"/>
                  </a:moveTo>
                  <a:lnTo>
                    <a:pt x="0" y="21845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18452"/>
                  </a:lnTo>
                  <a:close/>
                </a:path>
                <a:path w="3810" h="227329">
                  <a:moveTo>
                    <a:pt x="3810" y="215912"/>
                  </a:moveTo>
                  <a:lnTo>
                    <a:pt x="0" y="215912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5912"/>
                  </a:lnTo>
                  <a:close/>
                </a:path>
                <a:path w="3810" h="227329">
                  <a:moveTo>
                    <a:pt x="3810" y="209562"/>
                  </a:moveTo>
                  <a:lnTo>
                    <a:pt x="0" y="209562"/>
                  </a:lnTo>
                  <a:lnTo>
                    <a:pt x="0" y="215900"/>
                  </a:lnTo>
                  <a:lnTo>
                    <a:pt x="3810" y="215900"/>
                  </a:lnTo>
                  <a:lnTo>
                    <a:pt x="3810" y="209562"/>
                  </a:lnTo>
                  <a:close/>
                </a:path>
                <a:path w="3810" h="227329">
                  <a:moveTo>
                    <a:pt x="3810" y="12712"/>
                  </a:moveTo>
                  <a:lnTo>
                    <a:pt x="0" y="12712"/>
                  </a:lnTo>
                  <a:lnTo>
                    <a:pt x="0" y="209550"/>
                  </a:lnTo>
                  <a:lnTo>
                    <a:pt x="3810" y="209550"/>
                  </a:lnTo>
                  <a:lnTo>
                    <a:pt x="3810" y="12712"/>
                  </a:lnTo>
                  <a:close/>
                </a:path>
                <a:path w="3810" h="227329">
                  <a:moveTo>
                    <a:pt x="3810" y="7632"/>
                  </a:moveTo>
                  <a:lnTo>
                    <a:pt x="0" y="7632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7632"/>
                  </a:lnTo>
                  <a:close/>
                </a:path>
                <a:path w="3810" h="227329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27329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B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1" name="object 2911"/>
            <p:cNvSpPr/>
            <p:nvPr/>
          </p:nvSpPr>
          <p:spPr>
            <a:xfrm>
              <a:off x="6333490" y="5073650"/>
              <a:ext cx="3810" cy="229870"/>
            </a:xfrm>
            <a:custGeom>
              <a:avLst/>
              <a:gdLst/>
              <a:ahLst/>
              <a:cxnLst/>
              <a:rect l="l" t="t" r="r" b="b"/>
              <a:pathLst>
                <a:path w="3810" h="229870">
                  <a:moveTo>
                    <a:pt x="3810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229870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10" h="229870">
                  <a:moveTo>
                    <a:pt x="3810" y="8890"/>
                  </a:moveTo>
                  <a:lnTo>
                    <a:pt x="0" y="8890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8890"/>
                  </a:lnTo>
                  <a:close/>
                </a:path>
                <a:path w="3810" h="229870">
                  <a:moveTo>
                    <a:pt x="3810" y="13970"/>
                  </a:moveTo>
                  <a:lnTo>
                    <a:pt x="0" y="13970"/>
                  </a:lnTo>
                  <a:lnTo>
                    <a:pt x="0" y="210819"/>
                  </a:lnTo>
                  <a:lnTo>
                    <a:pt x="3810" y="210819"/>
                  </a:lnTo>
                  <a:lnTo>
                    <a:pt x="3810" y="13970"/>
                  </a:lnTo>
                  <a:close/>
                </a:path>
                <a:path w="3810" h="229870">
                  <a:moveTo>
                    <a:pt x="3810" y="210820"/>
                  </a:moveTo>
                  <a:lnTo>
                    <a:pt x="0" y="210820"/>
                  </a:lnTo>
                  <a:lnTo>
                    <a:pt x="0" y="217169"/>
                  </a:lnTo>
                  <a:lnTo>
                    <a:pt x="3810" y="217169"/>
                  </a:lnTo>
                  <a:lnTo>
                    <a:pt x="3810" y="210820"/>
                  </a:lnTo>
                  <a:close/>
                </a:path>
                <a:path w="3810" h="229870">
                  <a:moveTo>
                    <a:pt x="3810" y="217170"/>
                  </a:moveTo>
                  <a:lnTo>
                    <a:pt x="0" y="217170"/>
                  </a:lnTo>
                  <a:lnTo>
                    <a:pt x="0" y="219709"/>
                  </a:lnTo>
                  <a:lnTo>
                    <a:pt x="3810" y="219709"/>
                  </a:lnTo>
                  <a:lnTo>
                    <a:pt x="3810" y="217170"/>
                  </a:lnTo>
                  <a:close/>
                </a:path>
                <a:path w="3810" h="229870">
                  <a:moveTo>
                    <a:pt x="3810" y="219710"/>
                  </a:moveTo>
                  <a:lnTo>
                    <a:pt x="0" y="219710"/>
                  </a:lnTo>
                  <a:lnTo>
                    <a:pt x="0" y="223519"/>
                  </a:lnTo>
                  <a:lnTo>
                    <a:pt x="3810" y="223519"/>
                  </a:lnTo>
                  <a:lnTo>
                    <a:pt x="3810" y="219710"/>
                  </a:lnTo>
                  <a:close/>
                </a:path>
                <a:path w="3810" h="229870">
                  <a:moveTo>
                    <a:pt x="3810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23520"/>
                  </a:lnTo>
                  <a:close/>
                </a:path>
                <a:path w="3810" h="229870">
                  <a:moveTo>
                    <a:pt x="3810" y="226060"/>
                  </a:moveTo>
                  <a:lnTo>
                    <a:pt x="0" y="226060"/>
                  </a:lnTo>
                  <a:lnTo>
                    <a:pt x="0" y="229869"/>
                  </a:lnTo>
                  <a:lnTo>
                    <a:pt x="3810" y="229869"/>
                  </a:lnTo>
                  <a:lnTo>
                    <a:pt x="3810" y="226060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2" name="object 2912"/>
            <p:cNvSpPr/>
            <p:nvPr/>
          </p:nvSpPr>
          <p:spPr>
            <a:xfrm>
              <a:off x="6337300" y="5072380"/>
              <a:ext cx="3810" cy="232410"/>
            </a:xfrm>
            <a:custGeom>
              <a:avLst/>
              <a:gdLst/>
              <a:ahLst/>
              <a:cxnLst/>
              <a:rect l="l" t="t" r="r" b="b"/>
              <a:pathLst>
                <a:path w="3810" h="232410">
                  <a:moveTo>
                    <a:pt x="3810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10" h="232410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10" h="232410">
                  <a:moveTo>
                    <a:pt x="3810" y="10160"/>
                  </a:moveTo>
                  <a:lnTo>
                    <a:pt x="0" y="1016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0160"/>
                  </a:lnTo>
                  <a:close/>
                </a:path>
                <a:path w="3810" h="232410">
                  <a:moveTo>
                    <a:pt x="3810" y="15240"/>
                  </a:moveTo>
                  <a:lnTo>
                    <a:pt x="0" y="15240"/>
                  </a:lnTo>
                  <a:lnTo>
                    <a:pt x="0" y="212090"/>
                  </a:lnTo>
                  <a:lnTo>
                    <a:pt x="3810" y="212090"/>
                  </a:lnTo>
                  <a:lnTo>
                    <a:pt x="3810" y="15240"/>
                  </a:lnTo>
                  <a:close/>
                </a:path>
                <a:path w="3810" h="232410">
                  <a:moveTo>
                    <a:pt x="3810" y="212090"/>
                  </a:moveTo>
                  <a:lnTo>
                    <a:pt x="0" y="212090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2090"/>
                  </a:lnTo>
                  <a:close/>
                </a:path>
                <a:path w="3810" h="232410">
                  <a:moveTo>
                    <a:pt x="3810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8440"/>
                  </a:lnTo>
                  <a:close/>
                </a:path>
                <a:path w="3810" h="232410">
                  <a:moveTo>
                    <a:pt x="3810" y="220980"/>
                  </a:moveTo>
                  <a:lnTo>
                    <a:pt x="0" y="220980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0980"/>
                  </a:lnTo>
                  <a:close/>
                </a:path>
                <a:path w="3810" h="232410">
                  <a:moveTo>
                    <a:pt x="3810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790"/>
                  </a:lnTo>
                  <a:close/>
                </a:path>
                <a:path w="3810" h="232410">
                  <a:moveTo>
                    <a:pt x="3810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30"/>
                  </a:lnTo>
                  <a:close/>
                </a:path>
                <a:path w="3810" h="232410">
                  <a:moveTo>
                    <a:pt x="3810" y="231140"/>
                  </a:moveTo>
                  <a:lnTo>
                    <a:pt x="0" y="231140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31140"/>
                  </a:lnTo>
                  <a:close/>
                </a:path>
              </a:pathLst>
            </a:custGeom>
            <a:solidFill>
              <a:srgbClr val="B6C1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3" name="object 2913"/>
            <p:cNvSpPr/>
            <p:nvPr/>
          </p:nvSpPr>
          <p:spPr>
            <a:xfrm>
              <a:off x="6341110" y="5072380"/>
              <a:ext cx="2540" cy="232410"/>
            </a:xfrm>
            <a:custGeom>
              <a:avLst/>
              <a:gdLst/>
              <a:ahLst/>
              <a:cxnLst/>
              <a:rect l="l" t="t" r="r" b="b"/>
              <a:pathLst>
                <a:path w="2539" h="232410">
                  <a:moveTo>
                    <a:pt x="2540" y="231152"/>
                  </a:moveTo>
                  <a:lnTo>
                    <a:pt x="0" y="231152"/>
                  </a:lnTo>
                  <a:lnTo>
                    <a:pt x="0" y="232410"/>
                  </a:lnTo>
                  <a:lnTo>
                    <a:pt x="2540" y="232410"/>
                  </a:lnTo>
                  <a:lnTo>
                    <a:pt x="2540" y="231152"/>
                  </a:lnTo>
                  <a:close/>
                </a:path>
                <a:path w="2539" h="232410">
                  <a:moveTo>
                    <a:pt x="254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2540" y="231140"/>
                  </a:lnTo>
                  <a:lnTo>
                    <a:pt x="2540" y="227342"/>
                  </a:lnTo>
                  <a:close/>
                </a:path>
                <a:path w="2539" h="232410">
                  <a:moveTo>
                    <a:pt x="254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2540" y="227330"/>
                  </a:lnTo>
                  <a:lnTo>
                    <a:pt x="2540" y="224802"/>
                  </a:lnTo>
                  <a:close/>
                </a:path>
                <a:path w="2539" h="232410">
                  <a:moveTo>
                    <a:pt x="254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2540" y="224790"/>
                  </a:lnTo>
                  <a:lnTo>
                    <a:pt x="2540" y="220992"/>
                  </a:lnTo>
                  <a:close/>
                </a:path>
                <a:path w="2539" h="232410">
                  <a:moveTo>
                    <a:pt x="2540" y="218452"/>
                  </a:moveTo>
                  <a:lnTo>
                    <a:pt x="0" y="218452"/>
                  </a:lnTo>
                  <a:lnTo>
                    <a:pt x="0" y="220980"/>
                  </a:lnTo>
                  <a:lnTo>
                    <a:pt x="2540" y="220980"/>
                  </a:lnTo>
                  <a:lnTo>
                    <a:pt x="2540" y="218452"/>
                  </a:lnTo>
                  <a:close/>
                </a:path>
                <a:path w="2539" h="232410">
                  <a:moveTo>
                    <a:pt x="2540" y="212102"/>
                  </a:moveTo>
                  <a:lnTo>
                    <a:pt x="0" y="212102"/>
                  </a:lnTo>
                  <a:lnTo>
                    <a:pt x="0" y="218440"/>
                  </a:lnTo>
                  <a:lnTo>
                    <a:pt x="2540" y="218440"/>
                  </a:lnTo>
                  <a:lnTo>
                    <a:pt x="2540" y="212102"/>
                  </a:lnTo>
                  <a:close/>
                </a:path>
                <a:path w="2539" h="232410">
                  <a:moveTo>
                    <a:pt x="2540" y="15252"/>
                  </a:moveTo>
                  <a:lnTo>
                    <a:pt x="0" y="15252"/>
                  </a:lnTo>
                  <a:lnTo>
                    <a:pt x="0" y="212090"/>
                  </a:lnTo>
                  <a:lnTo>
                    <a:pt x="2540" y="212090"/>
                  </a:lnTo>
                  <a:lnTo>
                    <a:pt x="2540" y="15252"/>
                  </a:lnTo>
                  <a:close/>
                </a:path>
                <a:path w="2539" h="232410">
                  <a:moveTo>
                    <a:pt x="2540" y="10172"/>
                  </a:moveTo>
                  <a:lnTo>
                    <a:pt x="0" y="10172"/>
                  </a:lnTo>
                  <a:lnTo>
                    <a:pt x="0" y="15240"/>
                  </a:lnTo>
                  <a:lnTo>
                    <a:pt x="2540" y="15240"/>
                  </a:lnTo>
                  <a:lnTo>
                    <a:pt x="2540" y="10172"/>
                  </a:lnTo>
                  <a:close/>
                </a:path>
                <a:path w="2539" h="232410">
                  <a:moveTo>
                    <a:pt x="254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2540" y="10160"/>
                  </a:lnTo>
                  <a:lnTo>
                    <a:pt x="2540" y="3822"/>
                  </a:lnTo>
                  <a:close/>
                </a:path>
                <a:path w="2539" h="232410">
                  <a:moveTo>
                    <a:pt x="254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40" y="381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B3BF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4" name="object 2914"/>
            <p:cNvSpPr/>
            <p:nvPr/>
          </p:nvSpPr>
          <p:spPr>
            <a:xfrm>
              <a:off x="6343650" y="5071109"/>
              <a:ext cx="3810" cy="213360"/>
            </a:xfrm>
            <a:custGeom>
              <a:avLst/>
              <a:gdLst/>
              <a:ahLst/>
              <a:cxnLst/>
              <a:rect l="l" t="t" r="r" b="b"/>
              <a:pathLst>
                <a:path w="3810" h="213360">
                  <a:moveTo>
                    <a:pt x="3810" y="16522"/>
                  </a:moveTo>
                  <a:lnTo>
                    <a:pt x="0" y="16522"/>
                  </a:lnTo>
                  <a:lnTo>
                    <a:pt x="0" y="213360"/>
                  </a:lnTo>
                  <a:lnTo>
                    <a:pt x="3810" y="213360"/>
                  </a:lnTo>
                  <a:lnTo>
                    <a:pt x="3810" y="16522"/>
                  </a:lnTo>
                  <a:close/>
                </a:path>
                <a:path w="3810" h="213360">
                  <a:moveTo>
                    <a:pt x="3810" y="11442"/>
                  </a:moveTo>
                  <a:lnTo>
                    <a:pt x="0" y="1144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1442"/>
                  </a:lnTo>
                  <a:close/>
                </a:path>
                <a:path w="3810" h="213360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13360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1BD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5" name="object 2915"/>
            <p:cNvSpPr/>
            <p:nvPr/>
          </p:nvSpPr>
          <p:spPr>
            <a:xfrm>
              <a:off x="6347460" y="5071109"/>
              <a:ext cx="3810" cy="236220"/>
            </a:xfrm>
            <a:custGeom>
              <a:avLst/>
              <a:gdLst/>
              <a:ahLst/>
              <a:cxnLst/>
              <a:rect l="l" t="t" r="r" b="b"/>
              <a:pathLst>
                <a:path w="3810" h="236220">
                  <a:moveTo>
                    <a:pt x="3810" y="234962"/>
                  </a:moveTo>
                  <a:lnTo>
                    <a:pt x="0" y="23496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4962"/>
                  </a:lnTo>
                  <a:close/>
                </a:path>
                <a:path w="3810" h="236220">
                  <a:moveTo>
                    <a:pt x="38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2422"/>
                  </a:lnTo>
                  <a:close/>
                </a:path>
                <a:path w="3810" h="236220">
                  <a:moveTo>
                    <a:pt x="3810" y="228612"/>
                  </a:moveTo>
                  <a:lnTo>
                    <a:pt x="0" y="22861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8612"/>
                  </a:lnTo>
                  <a:close/>
                </a:path>
                <a:path w="3810" h="236220">
                  <a:moveTo>
                    <a:pt x="3810" y="226072"/>
                  </a:moveTo>
                  <a:lnTo>
                    <a:pt x="0" y="22607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6072"/>
                  </a:lnTo>
                  <a:close/>
                </a:path>
                <a:path w="3810" h="236220">
                  <a:moveTo>
                    <a:pt x="381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2262"/>
                  </a:lnTo>
                  <a:close/>
                </a:path>
                <a:path w="3810" h="236220">
                  <a:moveTo>
                    <a:pt x="381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19722"/>
                  </a:lnTo>
                  <a:close/>
                </a:path>
                <a:path w="3810" h="236220">
                  <a:moveTo>
                    <a:pt x="3810" y="213372"/>
                  </a:moveTo>
                  <a:lnTo>
                    <a:pt x="0" y="21337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13372"/>
                  </a:lnTo>
                  <a:close/>
                </a:path>
                <a:path w="3810" h="236220">
                  <a:moveTo>
                    <a:pt x="3810" y="16522"/>
                  </a:moveTo>
                  <a:lnTo>
                    <a:pt x="0" y="16522"/>
                  </a:lnTo>
                  <a:lnTo>
                    <a:pt x="0" y="213360"/>
                  </a:lnTo>
                  <a:lnTo>
                    <a:pt x="3810" y="213360"/>
                  </a:lnTo>
                  <a:lnTo>
                    <a:pt x="3810" y="16522"/>
                  </a:lnTo>
                  <a:close/>
                </a:path>
                <a:path w="3810" h="236220">
                  <a:moveTo>
                    <a:pt x="3810" y="11442"/>
                  </a:moveTo>
                  <a:lnTo>
                    <a:pt x="0" y="1144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1442"/>
                  </a:lnTo>
                  <a:close/>
                </a:path>
                <a:path w="3810" h="236220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36220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EBA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6" name="object 2916"/>
            <p:cNvSpPr/>
            <p:nvPr/>
          </p:nvSpPr>
          <p:spPr>
            <a:xfrm>
              <a:off x="6351270" y="5069852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3810" y="236220"/>
                  </a:moveTo>
                  <a:lnTo>
                    <a:pt x="0" y="23622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6220"/>
                  </a:lnTo>
                  <a:close/>
                </a:path>
                <a:path w="3810" h="237489">
                  <a:moveTo>
                    <a:pt x="3810" y="17780"/>
                  </a:moveTo>
                  <a:lnTo>
                    <a:pt x="0" y="17780"/>
                  </a:lnTo>
                  <a:lnTo>
                    <a:pt x="0" y="214617"/>
                  </a:lnTo>
                  <a:lnTo>
                    <a:pt x="3810" y="214617"/>
                  </a:lnTo>
                  <a:lnTo>
                    <a:pt x="3810" y="17780"/>
                  </a:lnTo>
                  <a:close/>
                </a:path>
                <a:path w="3810" h="237489">
                  <a:moveTo>
                    <a:pt x="3810" y="12700"/>
                  </a:moveTo>
                  <a:lnTo>
                    <a:pt x="0" y="12700"/>
                  </a:lnTo>
                  <a:lnTo>
                    <a:pt x="0" y="17767"/>
                  </a:lnTo>
                  <a:lnTo>
                    <a:pt x="3810" y="17767"/>
                  </a:lnTo>
                  <a:lnTo>
                    <a:pt x="3810" y="12700"/>
                  </a:lnTo>
                  <a:close/>
                </a:path>
                <a:path w="3810" h="237489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10" h="237489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7" name="object 2917"/>
            <p:cNvSpPr/>
            <p:nvPr/>
          </p:nvSpPr>
          <p:spPr>
            <a:xfrm>
              <a:off x="6355080" y="5068569"/>
              <a:ext cx="3810" cy="240029"/>
            </a:xfrm>
            <a:custGeom>
              <a:avLst/>
              <a:gdLst/>
              <a:ahLst/>
              <a:cxnLst/>
              <a:rect l="l" t="t" r="r" b="b"/>
              <a:pathLst>
                <a:path w="3810" h="240029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10" h="240029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10" h="240029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10" h="240029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10" h="240029">
                  <a:moveTo>
                    <a:pt x="381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4802"/>
                  </a:lnTo>
                  <a:close/>
                </a:path>
                <a:path w="3810" h="240029">
                  <a:moveTo>
                    <a:pt x="381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2262"/>
                  </a:lnTo>
                  <a:close/>
                </a:path>
                <a:path w="3810" h="240029">
                  <a:moveTo>
                    <a:pt x="3810" y="215912"/>
                  </a:moveTo>
                  <a:lnTo>
                    <a:pt x="0" y="21591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15912"/>
                  </a:lnTo>
                  <a:close/>
                </a:path>
                <a:path w="3810" h="240029">
                  <a:moveTo>
                    <a:pt x="3810" y="19062"/>
                  </a:moveTo>
                  <a:lnTo>
                    <a:pt x="0" y="19062"/>
                  </a:lnTo>
                  <a:lnTo>
                    <a:pt x="0" y="215900"/>
                  </a:lnTo>
                  <a:lnTo>
                    <a:pt x="3810" y="215900"/>
                  </a:lnTo>
                  <a:lnTo>
                    <a:pt x="3810" y="19062"/>
                  </a:lnTo>
                  <a:close/>
                </a:path>
                <a:path w="3810" h="240029">
                  <a:moveTo>
                    <a:pt x="3810" y="13982"/>
                  </a:moveTo>
                  <a:lnTo>
                    <a:pt x="0" y="13982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3982"/>
                  </a:lnTo>
                  <a:close/>
                </a:path>
                <a:path w="3810" h="240029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40029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40029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8" name="object 2918"/>
            <p:cNvSpPr/>
            <p:nvPr/>
          </p:nvSpPr>
          <p:spPr>
            <a:xfrm>
              <a:off x="6358890" y="5067300"/>
              <a:ext cx="3810" cy="241300"/>
            </a:xfrm>
            <a:custGeom>
              <a:avLst/>
              <a:gdLst/>
              <a:ahLst/>
              <a:cxnLst/>
              <a:rect l="l" t="t" r="r" b="b"/>
              <a:pathLst>
                <a:path w="3810" h="241300">
                  <a:moveTo>
                    <a:pt x="3810" y="0"/>
                  </a:moveTo>
                  <a:lnTo>
                    <a:pt x="2539" y="0"/>
                  </a:lnTo>
                  <a:lnTo>
                    <a:pt x="2539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241300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10" h="241300">
                  <a:moveTo>
                    <a:pt x="381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8890"/>
                  </a:lnTo>
                  <a:close/>
                </a:path>
                <a:path w="3810" h="241300">
                  <a:moveTo>
                    <a:pt x="3810" y="15240"/>
                  </a:moveTo>
                  <a:lnTo>
                    <a:pt x="0" y="15240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5240"/>
                  </a:lnTo>
                  <a:close/>
                </a:path>
                <a:path w="3810" h="241300">
                  <a:moveTo>
                    <a:pt x="3810" y="20320"/>
                  </a:moveTo>
                  <a:lnTo>
                    <a:pt x="0" y="20320"/>
                  </a:lnTo>
                  <a:lnTo>
                    <a:pt x="0" y="217169"/>
                  </a:lnTo>
                  <a:lnTo>
                    <a:pt x="3810" y="217169"/>
                  </a:lnTo>
                  <a:lnTo>
                    <a:pt x="3810" y="20320"/>
                  </a:lnTo>
                  <a:close/>
                </a:path>
                <a:path w="3810" h="241300">
                  <a:moveTo>
                    <a:pt x="3810" y="217170"/>
                  </a:moveTo>
                  <a:lnTo>
                    <a:pt x="0" y="217170"/>
                  </a:lnTo>
                  <a:lnTo>
                    <a:pt x="0" y="223519"/>
                  </a:lnTo>
                  <a:lnTo>
                    <a:pt x="3810" y="223519"/>
                  </a:lnTo>
                  <a:lnTo>
                    <a:pt x="3810" y="217170"/>
                  </a:lnTo>
                  <a:close/>
                </a:path>
                <a:path w="3810" h="241300">
                  <a:moveTo>
                    <a:pt x="3810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23520"/>
                  </a:lnTo>
                  <a:close/>
                </a:path>
                <a:path w="3810" h="241300">
                  <a:moveTo>
                    <a:pt x="3810" y="226060"/>
                  </a:moveTo>
                  <a:lnTo>
                    <a:pt x="0" y="226060"/>
                  </a:lnTo>
                  <a:lnTo>
                    <a:pt x="0" y="229869"/>
                  </a:lnTo>
                  <a:lnTo>
                    <a:pt x="3810" y="229869"/>
                  </a:lnTo>
                  <a:lnTo>
                    <a:pt x="3810" y="226060"/>
                  </a:lnTo>
                  <a:close/>
                </a:path>
                <a:path w="3810" h="241300">
                  <a:moveTo>
                    <a:pt x="3810" y="229870"/>
                  </a:moveTo>
                  <a:lnTo>
                    <a:pt x="0" y="22987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9870"/>
                  </a:lnTo>
                  <a:close/>
                </a:path>
                <a:path w="3810" h="241300">
                  <a:moveTo>
                    <a:pt x="3810" y="232410"/>
                  </a:moveTo>
                  <a:lnTo>
                    <a:pt x="0" y="232410"/>
                  </a:lnTo>
                  <a:lnTo>
                    <a:pt x="0" y="236219"/>
                  </a:lnTo>
                  <a:lnTo>
                    <a:pt x="3810" y="236219"/>
                  </a:lnTo>
                  <a:lnTo>
                    <a:pt x="3810" y="232410"/>
                  </a:lnTo>
                  <a:close/>
                </a:path>
                <a:path w="3810" h="241300">
                  <a:moveTo>
                    <a:pt x="3810" y="236220"/>
                  </a:moveTo>
                  <a:lnTo>
                    <a:pt x="0" y="236220"/>
                  </a:lnTo>
                  <a:lnTo>
                    <a:pt x="0" y="238759"/>
                  </a:lnTo>
                  <a:lnTo>
                    <a:pt x="3810" y="238759"/>
                  </a:lnTo>
                  <a:lnTo>
                    <a:pt x="3810" y="236220"/>
                  </a:lnTo>
                  <a:close/>
                </a:path>
                <a:path w="3810" h="241300">
                  <a:moveTo>
                    <a:pt x="3810" y="238760"/>
                  </a:moveTo>
                  <a:lnTo>
                    <a:pt x="0" y="238760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8760"/>
                  </a:lnTo>
                  <a:close/>
                </a:path>
              </a:pathLst>
            </a:custGeom>
            <a:solidFill>
              <a:srgbClr val="A6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9" name="object 2919"/>
            <p:cNvSpPr/>
            <p:nvPr/>
          </p:nvSpPr>
          <p:spPr>
            <a:xfrm>
              <a:off x="6362700" y="5066030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10" h="243839">
                  <a:moveTo>
                    <a:pt x="3810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10" h="243839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10" h="243839">
                  <a:moveTo>
                    <a:pt x="3810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60"/>
                  </a:lnTo>
                  <a:close/>
                </a:path>
                <a:path w="3810" h="243839">
                  <a:moveTo>
                    <a:pt x="3810" y="16510"/>
                  </a:moveTo>
                  <a:lnTo>
                    <a:pt x="0" y="1651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6510"/>
                  </a:lnTo>
                  <a:close/>
                </a:path>
                <a:path w="3810" h="243839">
                  <a:moveTo>
                    <a:pt x="3810" y="21590"/>
                  </a:moveTo>
                  <a:lnTo>
                    <a:pt x="0" y="21590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590"/>
                  </a:lnTo>
                  <a:close/>
                </a:path>
                <a:path w="3810" h="243839">
                  <a:moveTo>
                    <a:pt x="3810" y="218440"/>
                  </a:moveTo>
                  <a:lnTo>
                    <a:pt x="0" y="218440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18440"/>
                  </a:lnTo>
                  <a:close/>
                </a:path>
                <a:path w="3810" h="243839">
                  <a:moveTo>
                    <a:pt x="3810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790"/>
                  </a:lnTo>
                  <a:close/>
                </a:path>
                <a:path w="3810" h="243839">
                  <a:moveTo>
                    <a:pt x="3810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30"/>
                  </a:lnTo>
                  <a:close/>
                </a:path>
                <a:path w="3810" h="243839">
                  <a:moveTo>
                    <a:pt x="3810" y="231140"/>
                  </a:moveTo>
                  <a:lnTo>
                    <a:pt x="0" y="231140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40"/>
                  </a:lnTo>
                  <a:close/>
                </a:path>
                <a:path w="3810" h="243839">
                  <a:moveTo>
                    <a:pt x="3810" y="233680"/>
                  </a:moveTo>
                  <a:lnTo>
                    <a:pt x="0" y="233680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80"/>
                  </a:lnTo>
                  <a:close/>
                </a:path>
                <a:path w="3810" h="243839">
                  <a:moveTo>
                    <a:pt x="3810" y="237490"/>
                  </a:moveTo>
                  <a:lnTo>
                    <a:pt x="0" y="237490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490"/>
                  </a:lnTo>
                  <a:close/>
                </a:path>
                <a:path w="3810" h="243839">
                  <a:moveTo>
                    <a:pt x="3810" y="240030"/>
                  </a:moveTo>
                  <a:lnTo>
                    <a:pt x="0" y="240030"/>
                  </a:lnTo>
                  <a:lnTo>
                    <a:pt x="0" y="242570"/>
                  </a:lnTo>
                  <a:lnTo>
                    <a:pt x="2539" y="242570"/>
                  </a:lnTo>
                  <a:lnTo>
                    <a:pt x="2539" y="243840"/>
                  </a:lnTo>
                  <a:lnTo>
                    <a:pt x="3810" y="243840"/>
                  </a:lnTo>
                  <a:lnTo>
                    <a:pt x="3810" y="240030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0" name="object 2920"/>
            <p:cNvSpPr/>
            <p:nvPr/>
          </p:nvSpPr>
          <p:spPr>
            <a:xfrm>
              <a:off x="6366510" y="5066030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10" h="243839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10" h="243839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10" h="243839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10" h="243839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10" h="243839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43839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43839">
                  <a:moveTo>
                    <a:pt x="3810" y="218452"/>
                  </a:moveTo>
                  <a:lnTo>
                    <a:pt x="0" y="21845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18452"/>
                  </a:lnTo>
                  <a:close/>
                </a:path>
                <a:path w="3810" h="243839">
                  <a:moveTo>
                    <a:pt x="3810" y="21602"/>
                  </a:moveTo>
                  <a:lnTo>
                    <a:pt x="0" y="21602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602"/>
                  </a:lnTo>
                  <a:close/>
                </a:path>
                <a:path w="3810" h="243839">
                  <a:moveTo>
                    <a:pt x="3810" y="16522"/>
                  </a:moveTo>
                  <a:lnTo>
                    <a:pt x="0" y="1652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6522"/>
                  </a:lnTo>
                  <a:close/>
                </a:path>
                <a:path w="3810" h="243839">
                  <a:moveTo>
                    <a:pt x="381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72"/>
                  </a:lnTo>
                  <a:close/>
                </a:path>
                <a:path w="3810" h="243839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10" h="243839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1" name="object 2921"/>
            <p:cNvSpPr/>
            <p:nvPr/>
          </p:nvSpPr>
          <p:spPr>
            <a:xfrm>
              <a:off x="6370320" y="5066030"/>
              <a:ext cx="2540" cy="245110"/>
            </a:xfrm>
            <a:custGeom>
              <a:avLst/>
              <a:gdLst/>
              <a:ahLst/>
              <a:cxnLst/>
              <a:rect l="l" t="t" r="r" b="b"/>
              <a:pathLst>
                <a:path w="2539" h="245110">
                  <a:moveTo>
                    <a:pt x="2540" y="243852"/>
                  </a:moveTo>
                  <a:lnTo>
                    <a:pt x="1270" y="243852"/>
                  </a:lnTo>
                  <a:lnTo>
                    <a:pt x="1270" y="245110"/>
                  </a:lnTo>
                  <a:lnTo>
                    <a:pt x="2540" y="245110"/>
                  </a:lnTo>
                  <a:lnTo>
                    <a:pt x="2540" y="243852"/>
                  </a:lnTo>
                  <a:close/>
                </a:path>
                <a:path w="2539" h="245110">
                  <a:moveTo>
                    <a:pt x="2540" y="21602"/>
                  </a:moveTo>
                  <a:lnTo>
                    <a:pt x="0" y="21602"/>
                  </a:lnTo>
                  <a:lnTo>
                    <a:pt x="0" y="218440"/>
                  </a:lnTo>
                  <a:lnTo>
                    <a:pt x="2540" y="218440"/>
                  </a:lnTo>
                  <a:lnTo>
                    <a:pt x="2540" y="21602"/>
                  </a:lnTo>
                  <a:close/>
                </a:path>
                <a:path w="2539" h="245110">
                  <a:moveTo>
                    <a:pt x="2540" y="16522"/>
                  </a:moveTo>
                  <a:lnTo>
                    <a:pt x="0" y="16522"/>
                  </a:lnTo>
                  <a:lnTo>
                    <a:pt x="0" y="21590"/>
                  </a:lnTo>
                  <a:lnTo>
                    <a:pt x="2540" y="21590"/>
                  </a:lnTo>
                  <a:lnTo>
                    <a:pt x="2540" y="16522"/>
                  </a:lnTo>
                  <a:close/>
                </a:path>
                <a:path w="2539" h="245110">
                  <a:moveTo>
                    <a:pt x="254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2540" y="16510"/>
                  </a:lnTo>
                  <a:lnTo>
                    <a:pt x="2540" y="10172"/>
                  </a:lnTo>
                  <a:close/>
                </a:path>
                <a:path w="2539" h="245110">
                  <a:moveTo>
                    <a:pt x="254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2540" y="10160"/>
                  </a:lnTo>
                  <a:lnTo>
                    <a:pt x="2540" y="3822"/>
                  </a:lnTo>
                  <a:close/>
                </a:path>
                <a:path w="2539" h="245110">
                  <a:moveTo>
                    <a:pt x="254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40" y="381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9EAD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2" name="object 2922"/>
            <p:cNvSpPr/>
            <p:nvPr/>
          </p:nvSpPr>
          <p:spPr>
            <a:xfrm>
              <a:off x="6372860" y="5066030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10" h="245110">
                  <a:moveTo>
                    <a:pt x="3810" y="243852"/>
                  </a:moveTo>
                  <a:lnTo>
                    <a:pt x="0" y="24385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3852"/>
                  </a:lnTo>
                  <a:close/>
                </a:path>
                <a:path w="3810" h="245110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10" h="245110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10" h="245110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10" h="245110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10" h="245110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10" h="245110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10" h="245110">
                  <a:moveTo>
                    <a:pt x="3810" y="218452"/>
                  </a:moveTo>
                  <a:lnTo>
                    <a:pt x="0" y="21845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18452"/>
                  </a:lnTo>
                  <a:close/>
                </a:path>
                <a:path w="3810" h="245110">
                  <a:moveTo>
                    <a:pt x="3810" y="21602"/>
                  </a:moveTo>
                  <a:lnTo>
                    <a:pt x="0" y="21602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602"/>
                  </a:lnTo>
                  <a:close/>
                </a:path>
                <a:path w="3810" h="245110">
                  <a:moveTo>
                    <a:pt x="3810" y="16522"/>
                  </a:moveTo>
                  <a:lnTo>
                    <a:pt x="0" y="1652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6522"/>
                  </a:lnTo>
                  <a:close/>
                </a:path>
                <a:path w="3810" h="245110">
                  <a:moveTo>
                    <a:pt x="381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72"/>
                  </a:lnTo>
                  <a:close/>
                </a:path>
                <a:path w="3810" h="245110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10" h="245110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CAB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3" name="object 2923"/>
            <p:cNvSpPr/>
            <p:nvPr/>
          </p:nvSpPr>
          <p:spPr>
            <a:xfrm>
              <a:off x="6376670" y="5066030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10" h="245110">
                  <a:moveTo>
                    <a:pt x="3810" y="243852"/>
                  </a:moveTo>
                  <a:lnTo>
                    <a:pt x="0" y="24385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3852"/>
                  </a:lnTo>
                  <a:close/>
                </a:path>
                <a:path w="3810" h="245110">
                  <a:moveTo>
                    <a:pt x="3810" y="21602"/>
                  </a:moveTo>
                  <a:lnTo>
                    <a:pt x="0" y="21602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602"/>
                  </a:lnTo>
                  <a:close/>
                </a:path>
                <a:path w="3810" h="245110">
                  <a:moveTo>
                    <a:pt x="3810" y="16522"/>
                  </a:moveTo>
                  <a:lnTo>
                    <a:pt x="0" y="1652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6522"/>
                  </a:lnTo>
                  <a:close/>
                </a:path>
                <a:path w="3810" h="245110">
                  <a:moveTo>
                    <a:pt x="3810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0172"/>
                  </a:lnTo>
                  <a:close/>
                </a:path>
                <a:path w="3810" h="245110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10" h="245110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9A8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4" name="object 2924"/>
            <p:cNvSpPr/>
            <p:nvPr/>
          </p:nvSpPr>
          <p:spPr>
            <a:xfrm>
              <a:off x="6380480" y="5064759"/>
              <a:ext cx="3810" cy="246379"/>
            </a:xfrm>
            <a:custGeom>
              <a:avLst/>
              <a:gdLst/>
              <a:ahLst/>
              <a:cxnLst/>
              <a:rect l="l" t="t" r="r" b="b"/>
              <a:pathLst>
                <a:path w="3810" h="246379">
                  <a:moveTo>
                    <a:pt x="3810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0" y="1269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10" h="246379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10" h="246379">
                  <a:moveTo>
                    <a:pt x="381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1430"/>
                  </a:lnTo>
                  <a:close/>
                </a:path>
                <a:path w="3810" h="246379">
                  <a:moveTo>
                    <a:pt x="3810" y="17780"/>
                  </a:moveTo>
                  <a:lnTo>
                    <a:pt x="0" y="1778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7780"/>
                  </a:lnTo>
                  <a:close/>
                </a:path>
                <a:path w="3810" h="246379">
                  <a:moveTo>
                    <a:pt x="3810" y="22860"/>
                  </a:moveTo>
                  <a:lnTo>
                    <a:pt x="0" y="22860"/>
                  </a:lnTo>
                  <a:lnTo>
                    <a:pt x="0" y="219709"/>
                  </a:lnTo>
                  <a:lnTo>
                    <a:pt x="3810" y="219709"/>
                  </a:lnTo>
                  <a:lnTo>
                    <a:pt x="3810" y="22860"/>
                  </a:lnTo>
                  <a:close/>
                </a:path>
                <a:path w="3810" h="246379">
                  <a:moveTo>
                    <a:pt x="3810" y="219709"/>
                  </a:moveTo>
                  <a:lnTo>
                    <a:pt x="0" y="219709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19709"/>
                  </a:lnTo>
                  <a:close/>
                </a:path>
                <a:path w="3810" h="246379">
                  <a:moveTo>
                    <a:pt x="3810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6059"/>
                  </a:lnTo>
                  <a:close/>
                </a:path>
                <a:path w="3810" h="246379">
                  <a:moveTo>
                    <a:pt x="3810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8600"/>
                  </a:lnTo>
                  <a:close/>
                </a:path>
                <a:path w="3810" h="246379">
                  <a:moveTo>
                    <a:pt x="3810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3810" y="234949"/>
                  </a:lnTo>
                  <a:lnTo>
                    <a:pt x="3810" y="232409"/>
                  </a:lnTo>
                  <a:close/>
                </a:path>
                <a:path w="3810" h="246379">
                  <a:moveTo>
                    <a:pt x="3810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3810" y="238759"/>
                  </a:lnTo>
                  <a:lnTo>
                    <a:pt x="3810" y="234950"/>
                  </a:lnTo>
                  <a:close/>
                </a:path>
                <a:path w="3810" h="246379">
                  <a:moveTo>
                    <a:pt x="3810" y="238759"/>
                  </a:moveTo>
                  <a:lnTo>
                    <a:pt x="0" y="238759"/>
                  </a:lnTo>
                  <a:lnTo>
                    <a:pt x="0" y="241299"/>
                  </a:lnTo>
                  <a:lnTo>
                    <a:pt x="3810" y="241299"/>
                  </a:lnTo>
                  <a:lnTo>
                    <a:pt x="3810" y="238759"/>
                  </a:lnTo>
                  <a:close/>
                </a:path>
                <a:path w="3810" h="246379">
                  <a:moveTo>
                    <a:pt x="3810" y="241300"/>
                  </a:moveTo>
                  <a:lnTo>
                    <a:pt x="0" y="241300"/>
                  </a:lnTo>
                  <a:lnTo>
                    <a:pt x="0" y="245109"/>
                  </a:lnTo>
                  <a:lnTo>
                    <a:pt x="3810" y="245109"/>
                  </a:lnTo>
                  <a:lnTo>
                    <a:pt x="3810" y="241300"/>
                  </a:lnTo>
                  <a:close/>
                </a:path>
                <a:path w="3810" h="246379">
                  <a:moveTo>
                    <a:pt x="3810" y="245109"/>
                  </a:moveTo>
                  <a:lnTo>
                    <a:pt x="0" y="245109"/>
                  </a:lnTo>
                  <a:lnTo>
                    <a:pt x="0" y="246379"/>
                  </a:lnTo>
                  <a:lnTo>
                    <a:pt x="3810" y="246379"/>
                  </a:lnTo>
                  <a:lnTo>
                    <a:pt x="3810" y="245109"/>
                  </a:lnTo>
                  <a:close/>
                </a:path>
              </a:pathLst>
            </a:custGeom>
            <a:solidFill>
              <a:srgbClr val="96A6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5" name="object 2925"/>
            <p:cNvSpPr/>
            <p:nvPr/>
          </p:nvSpPr>
          <p:spPr>
            <a:xfrm>
              <a:off x="6384290" y="5064759"/>
              <a:ext cx="3810" cy="246379"/>
            </a:xfrm>
            <a:custGeom>
              <a:avLst/>
              <a:gdLst/>
              <a:ahLst/>
              <a:cxnLst/>
              <a:rect l="l" t="t" r="r" b="b"/>
              <a:pathLst>
                <a:path w="3810" h="246379">
                  <a:moveTo>
                    <a:pt x="3810" y="245122"/>
                  </a:moveTo>
                  <a:lnTo>
                    <a:pt x="0" y="24512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5122"/>
                  </a:lnTo>
                  <a:close/>
                </a:path>
                <a:path w="3810" h="246379">
                  <a:moveTo>
                    <a:pt x="3810" y="241312"/>
                  </a:moveTo>
                  <a:lnTo>
                    <a:pt x="0" y="24131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1312"/>
                  </a:lnTo>
                  <a:close/>
                </a:path>
                <a:path w="3810" h="246379">
                  <a:moveTo>
                    <a:pt x="3810" y="238772"/>
                  </a:moveTo>
                  <a:lnTo>
                    <a:pt x="0" y="23877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8772"/>
                  </a:lnTo>
                  <a:close/>
                </a:path>
                <a:path w="3810" h="246379">
                  <a:moveTo>
                    <a:pt x="3810" y="234962"/>
                  </a:moveTo>
                  <a:lnTo>
                    <a:pt x="0" y="23496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4962"/>
                  </a:lnTo>
                  <a:close/>
                </a:path>
                <a:path w="3810" h="246379">
                  <a:moveTo>
                    <a:pt x="38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2422"/>
                  </a:lnTo>
                  <a:close/>
                </a:path>
                <a:path w="3810" h="246379">
                  <a:moveTo>
                    <a:pt x="3810" y="228612"/>
                  </a:moveTo>
                  <a:lnTo>
                    <a:pt x="0" y="22861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8612"/>
                  </a:lnTo>
                  <a:close/>
                </a:path>
                <a:path w="3810" h="246379">
                  <a:moveTo>
                    <a:pt x="3810" y="226072"/>
                  </a:moveTo>
                  <a:lnTo>
                    <a:pt x="0" y="22607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6072"/>
                  </a:lnTo>
                  <a:close/>
                </a:path>
                <a:path w="3810" h="246379">
                  <a:moveTo>
                    <a:pt x="3810" y="219722"/>
                  </a:moveTo>
                  <a:lnTo>
                    <a:pt x="0" y="21972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19722"/>
                  </a:lnTo>
                  <a:close/>
                </a:path>
                <a:path w="3810" h="246379">
                  <a:moveTo>
                    <a:pt x="3810" y="22872"/>
                  </a:moveTo>
                  <a:lnTo>
                    <a:pt x="0" y="2287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2872"/>
                  </a:lnTo>
                  <a:close/>
                </a:path>
                <a:path w="3810" h="246379">
                  <a:moveTo>
                    <a:pt x="3810" y="17792"/>
                  </a:moveTo>
                  <a:lnTo>
                    <a:pt x="0" y="1779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7792"/>
                  </a:lnTo>
                  <a:close/>
                </a:path>
                <a:path w="3810" h="24637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10" h="24637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10" h="24637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6" name="object 2926"/>
            <p:cNvSpPr/>
            <p:nvPr/>
          </p:nvSpPr>
          <p:spPr>
            <a:xfrm>
              <a:off x="6388100" y="5063489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0" y="126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0"/>
                  </a:lnTo>
                  <a:close/>
                </a:path>
                <a:path w="3810" h="248920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10" h="248920">
                  <a:moveTo>
                    <a:pt x="381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2699"/>
                  </a:lnTo>
                  <a:close/>
                </a:path>
                <a:path w="3810" h="248920">
                  <a:moveTo>
                    <a:pt x="3810" y="19049"/>
                  </a:moveTo>
                  <a:lnTo>
                    <a:pt x="0" y="19049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19049"/>
                  </a:lnTo>
                  <a:close/>
                </a:path>
                <a:path w="3810" h="248920">
                  <a:moveTo>
                    <a:pt x="3810" y="24129"/>
                  </a:moveTo>
                  <a:lnTo>
                    <a:pt x="0" y="24129"/>
                  </a:lnTo>
                  <a:lnTo>
                    <a:pt x="0" y="220979"/>
                  </a:lnTo>
                  <a:lnTo>
                    <a:pt x="3810" y="220979"/>
                  </a:lnTo>
                  <a:lnTo>
                    <a:pt x="3810" y="24129"/>
                  </a:lnTo>
                  <a:close/>
                </a:path>
                <a:path w="3810" h="248920">
                  <a:moveTo>
                    <a:pt x="3810" y="220979"/>
                  </a:moveTo>
                  <a:lnTo>
                    <a:pt x="0" y="220979"/>
                  </a:lnTo>
                  <a:lnTo>
                    <a:pt x="0" y="227329"/>
                  </a:lnTo>
                  <a:lnTo>
                    <a:pt x="3810" y="227329"/>
                  </a:lnTo>
                  <a:lnTo>
                    <a:pt x="3810" y="220979"/>
                  </a:lnTo>
                  <a:close/>
                </a:path>
                <a:path w="3810" h="248920">
                  <a:moveTo>
                    <a:pt x="3810" y="227329"/>
                  </a:moveTo>
                  <a:lnTo>
                    <a:pt x="0" y="227329"/>
                  </a:lnTo>
                  <a:lnTo>
                    <a:pt x="0" y="229869"/>
                  </a:lnTo>
                  <a:lnTo>
                    <a:pt x="3810" y="229869"/>
                  </a:lnTo>
                  <a:lnTo>
                    <a:pt x="3810" y="227329"/>
                  </a:lnTo>
                  <a:close/>
                </a:path>
                <a:path w="3810" h="248920">
                  <a:moveTo>
                    <a:pt x="3810" y="229869"/>
                  </a:moveTo>
                  <a:lnTo>
                    <a:pt x="0" y="229869"/>
                  </a:lnTo>
                  <a:lnTo>
                    <a:pt x="0" y="233679"/>
                  </a:lnTo>
                  <a:lnTo>
                    <a:pt x="3810" y="233679"/>
                  </a:lnTo>
                  <a:lnTo>
                    <a:pt x="3810" y="229869"/>
                  </a:lnTo>
                  <a:close/>
                </a:path>
                <a:path w="3810" h="248920">
                  <a:moveTo>
                    <a:pt x="3810" y="233679"/>
                  </a:moveTo>
                  <a:lnTo>
                    <a:pt x="0" y="233679"/>
                  </a:lnTo>
                  <a:lnTo>
                    <a:pt x="0" y="236219"/>
                  </a:lnTo>
                  <a:lnTo>
                    <a:pt x="3810" y="236219"/>
                  </a:lnTo>
                  <a:lnTo>
                    <a:pt x="3810" y="233679"/>
                  </a:lnTo>
                  <a:close/>
                </a:path>
                <a:path w="3810" h="248920">
                  <a:moveTo>
                    <a:pt x="3810" y="236219"/>
                  </a:moveTo>
                  <a:lnTo>
                    <a:pt x="0" y="236219"/>
                  </a:lnTo>
                  <a:lnTo>
                    <a:pt x="0" y="240029"/>
                  </a:lnTo>
                  <a:lnTo>
                    <a:pt x="3810" y="240029"/>
                  </a:lnTo>
                  <a:lnTo>
                    <a:pt x="3810" y="236219"/>
                  </a:lnTo>
                  <a:close/>
                </a:path>
                <a:path w="3810" h="248920">
                  <a:moveTo>
                    <a:pt x="3810" y="240029"/>
                  </a:moveTo>
                  <a:lnTo>
                    <a:pt x="0" y="240029"/>
                  </a:lnTo>
                  <a:lnTo>
                    <a:pt x="0" y="242569"/>
                  </a:lnTo>
                  <a:lnTo>
                    <a:pt x="3810" y="242569"/>
                  </a:lnTo>
                  <a:lnTo>
                    <a:pt x="3810" y="240029"/>
                  </a:lnTo>
                  <a:close/>
                </a:path>
                <a:path w="3810" h="248920">
                  <a:moveTo>
                    <a:pt x="3810" y="242569"/>
                  </a:moveTo>
                  <a:lnTo>
                    <a:pt x="0" y="242569"/>
                  </a:lnTo>
                  <a:lnTo>
                    <a:pt x="0" y="246379"/>
                  </a:lnTo>
                  <a:lnTo>
                    <a:pt x="3810" y="246379"/>
                  </a:lnTo>
                  <a:lnTo>
                    <a:pt x="3810" y="242569"/>
                  </a:lnTo>
                  <a:close/>
                </a:path>
                <a:path w="3810" h="248920">
                  <a:moveTo>
                    <a:pt x="3810" y="246379"/>
                  </a:moveTo>
                  <a:lnTo>
                    <a:pt x="0" y="246379"/>
                  </a:lnTo>
                  <a:lnTo>
                    <a:pt x="0" y="247649"/>
                  </a:lnTo>
                  <a:lnTo>
                    <a:pt x="1270" y="247649"/>
                  </a:lnTo>
                  <a:lnTo>
                    <a:pt x="1270" y="248919"/>
                  </a:lnTo>
                  <a:lnTo>
                    <a:pt x="3810" y="248919"/>
                  </a:lnTo>
                  <a:lnTo>
                    <a:pt x="3810" y="246379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7" name="object 2927"/>
            <p:cNvSpPr/>
            <p:nvPr/>
          </p:nvSpPr>
          <p:spPr>
            <a:xfrm>
              <a:off x="6391910" y="5063502"/>
              <a:ext cx="2540" cy="248920"/>
            </a:xfrm>
            <a:custGeom>
              <a:avLst/>
              <a:gdLst/>
              <a:ahLst/>
              <a:cxnLst/>
              <a:rect l="l" t="t" r="r" b="b"/>
              <a:pathLst>
                <a:path w="2539" h="248920">
                  <a:moveTo>
                    <a:pt x="2540" y="246380"/>
                  </a:moveTo>
                  <a:lnTo>
                    <a:pt x="0" y="246380"/>
                  </a:lnTo>
                  <a:lnTo>
                    <a:pt x="0" y="248907"/>
                  </a:lnTo>
                  <a:lnTo>
                    <a:pt x="2540" y="248907"/>
                  </a:lnTo>
                  <a:lnTo>
                    <a:pt x="2540" y="246380"/>
                  </a:lnTo>
                  <a:close/>
                </a:path>
                <a:path w="2539" h="248920">
                  <a:moveTo>
                    <a:pt x="2540" y="242570"/>
                  </a:moveTo>
                  <a:lnTo>
                    <a:pt x="0" y="242570"/>
                  </a:lnTo>
                  <a:lnTo>
                    <a:pt x="0" y="246367"/>
                  </a:lnTo>
                  <a:lnTo>
                    <a:pt x="2540" y="246367"/>
                  </a:lnTo>
                  <a:lnTo>
                    <a:pt x="2540" y="242570"/>
                  </a:lnTo>
                  <a:close/>
                </a:path>
                <a:path w="2539" h="248920">
                  <a:moveTo>
                    <a:pt x="2540" y="240030"/>
                  </a:moveTo>
                  <a:lnTo>
                    <a:pt x="0" y="240030"/>
                  </a:lnTo>
                  <a:lnTo>
                    <a:pt x="0" y="242557"/>
                  </a:lnTo>
                  <a:lnTo>
                    <a:pt x="2540" y="242557"/>
                  </a:lnTo>
                  <a:lnTo>
                    <a:pt x="2540" y="240030"/>
                  </a:lnTo>
                  <a:close/>
                </a:path>
                <a:path w="2539" h="248920">
                  <a:moveTo>
                    <a:pt x="2540" y="236220"/>
                  </a:moveTo>
                  <a:lnTo>
                    <a:pt x="0" y="236220"/>
                  </a:lnTo>
                  <a:lnTo>
                    <a:pt x="0" y="240017"/>
                  </a:lnTo>
                  <a:lnTo>
                    <a:pt x="2540" y="240017"/>
                  </a:lnTo>
                  <a:lnTo>
                    <a:pt x="2540" y="236220"/>
                  </a:lnTo>
                  <a:close/>
                </a:path>
                <a:path w="2539" h="248920">
                  <a:moveTo>
                    <a:pt x="2540" y="233680"/>
                  </a:moveTo>
                  <a:lnTo>
                    <a:pt x="0" y="233680"/>
                  </a:lnTo>
                  <a:lnTo>
                    <a:pt x="0" y="236207"/>
                  </a:lnTo>
                  <a:lnTo>
                    <a:pt x="2540" y="236207"/>
                  </a:lnTo>
                  <a:lnTo>
                    <a:pt x="2540" y="233680"/>
                  </a:lnTo>
                  <a:close/>
                </a:path>
                <a:path w="2539" h="248920">
                  <a:moveTo>
                    <a:pt x="2540" y="229870"/>
                  </a:moveTo>
                  <a:lnTo>
                    <a:pt x="0" y="229870"/>
                  </a:lnTo>
                  <a:lnTo>
                    <a:pt x="0" y="233667"/>
                  </a:lnTo>
                  <a:lnTo>
                    <a:pt x="2540" y="233667"/>
                  </a:lnTo>
                  <a:lnTo>
                    <a:pt x="2540" y="229870"/>
                  </a:lnTo>
                  <a:close/>
                </a:path>
                <a:path w="2539" h="248920">
                  <a:moveTo>
                    <a:pt x="2540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2540" y="229857"/>
                  </a:lnTo>
                  <a:lnTo>
                    <a:pt x="2540" y="227330"/>
                  </a:lnTo>
                  <a:close/>
                </a:path>
                <a:path w="2539" h="248920">
                  <a:moveTo>
                    <a:pt x="2540" y="220980"/>
                  </a:moveTo>
                  <a:lnTo>
                    <a:pt x="0" y="220980"/>
                  </a:lnTo>
                  <a:lnTo>
                    <a:pt x="0" y="227317"/>
                  </a:lnTo>
                  <a:lnTo>
                    <a:pt x="2540" y="227317"/>
                  </a:lnTo>
                  <a:lnTo>
                    <a:pt x="2540" y="220980"/>
                  </a:lnTo>
                  <a:close/>
                </a:path>
                <a:path w="2539" h="248920">
                  <a:moveTo>
                    <a:pt x="2540" y="24130"/>
                  </a:moveTo>
                  <a:lnTo>
                    <a:pt x="0" y="24130"/>
                  </a:lnTo>
                  <a:lnTo>
                    <a:pt x="0" y="220967"/>
                  </a:lnTo>
                  <a:lnTo>
                    <a:pt x="2540" y="220967"/>
                  </a:lnTo>
                  <a:lnTo>
                    <a:pt x="2540" y="24130"/>
                  </a:lnTo>
                  <a:close/>
                </a:path>
                <a:path w="2539" h="248920">
                  <a:moveTo>
                    <a:pt x="254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2540" y="24117"/>
                  </a:lnTo>
                  <a:lnTo>
                    <a:pt x="2540" y="19050"/>
                  </a:lnTo>
                  <a:close/>
                </a:path>
                <a:path w="2539" h="248920">
                  <a:moveTo>
                    <a:pt x="254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2540" y="19037"/>
                  </a:lnTo>
                  <a:lnTo>
                    <a:pt x="2540" y="12700"/>
                  </a:lnTo>
                  <a:close/>
                </a:path>
                <a:path w="2539" h="248920">
                  <a:moveTo>
                    <a:pt x="254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6350"/>
                  </a:lnTo>
                  <a:close/>
                </a:path>
                <a:path w="2539" h="248920">
                  <a:moveTo>
                    <a:pt x="254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8E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8" name="object 2928"/>
            <p:cNvSpPr/>
            <p:nvPr/>
          </p:nvSpPr>
          <p:spPr>
            <a:xfrm>
              <a:off x="6394450" y="5063502"/>
              <a:ext cx="5080" cy="220979"/>
            </a:xfrm>
            <a:custGeom>
              <a:avLst/>
              <a:gdLst/>
              <a:ahLst/>
              <a:cxnLst/>
              <a:rect l="l" t="t" r="r" b="b"/>
              <a:pathLst>
                <a:path w="5079" h="220979">
                  <a:moveTo>
                    <a:pt x="5080" y="24130"/>
                  </a:moveTo>
                  <a:lnTo>
                    <a:pt x="0" y="24130"/>
                  </a:lnTo>
                  <a:lnTo>
                    <a:pt x="0" y="220967"/>
                  </a:lnTo>
                  <a:lnTo>
                    <a:pt x="5080" y="220967"/>
                  </a:lnTo>
                  <a:lnTo>
                    <a:pt x="5080" y="24130"/>
                  </a:lnTo>
                  <a:close/>
                </a:path>
                <a:path w="5079" h="220979">
                  <a:moveTo>
                    <a:pt x="508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5080" y="24117"/>
                  </a:lnTo>
                  <a:lnTo>
                    <a:pt x="5080" y="19050"/>
                  </a:lnTo>
                  <a:close/>
                </a:path>
                <a:path w="5079" h="220979">
                  <a:moveTo>
                    <a:pt x="508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5080" y="19037"/>
                  </a:lnTo>
                  <a:lnTo>
                    <a:pt x="5080" y="12700"/>
                  </a:lnTo>
                  <a:close/>
                </a:path>
                <a:path w="5079" h="220979">
                  <a:moveTo>
                    <a:pt x="508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5080" y="12687"/>
                  </a:lnTo>
                  <a:lnTo>
                    <a:pt x="5080" y="6350"/>
                  </a:lnTo>
                  <a:close/>
                </a:path>
                <a:path w="5079" h="220979">
                  <a:moveTo>
                    <a:pt x="508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5080" y="6337"/>
                  </a:lnTo>
                  <a:lnTo>
                    <a:pt x="5080" y="0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9" name="object 2929"/>
            <p:cNvSpPr/>
            <p:nvPr/>
          </p:nvSpPr>
          <p:spPr>
            <a:xfrm>
              <a:off x="6399530" y="5063502"/>
              <a:ext cx="2540" cy="248920"/>
            </a:xfrm>
            <a:custGeom>
              <a:avLst/>
              <a:gdLst/>
              <a:ahLst/>
              <a:cxnLst/>
              <a:rect l="l" t="t" r="r" b="b"/>
              <a:pathLst>
                <a:path w="2539" h="248920">
                  <a:moveTo>
                    <a:pt x="2540" y="246380"/>
                  </a:moveTo>
                  <a:lnTo>
                    <a:pt x="0" y="246380"/>
                  </a:lnTo>
                  <a:lnTo>
                    <a:pt x="0" y="248907"/>
                  </a:lnTo>
                  <a:lnTo>
                    <a:pt x="2540" y="248907"/>
                  </a:lnTo>
                  <a:lnTo>
                    <a:pt x="2540" y="246380"/>
                  </a:lnTo>
                  <a:close/>
                </a:path>
                <a:path w="2539" h="248920">
                  <a:moveTo>
                    <a:pt x="2540" y="242570"/>
                  </a:moveTo>
                  <a:lnTo>
                    <a:pt x="0" y="242570"/>
                  </a:lnTo>
                  <a:lnTo>
                    <a:pt x="0" y="246367"/>
                  </a:lnTo>
                  <a:lnTo>
                    <a:pt x="2540" y="246367"/>
                  </a:lnTo>
                  <a:lnTo>
                    <a:pt x="2540" y="242570"/>
                  </a:lnTo>
                  <a:close/>
                </a:path>
                <a:path w="2539" h="248920">
                  <a:moveTo>
                    <a:pt x="2540" y="240030"/>
                  </a:moveTo>
                  <a:lnTo>
                    <a:pt x="0" y="240030"/>
                  </a:lnTo>
                  <a:lnTo>
                    <a:pt x="0" y="242557"/>
                  </a:lnTo>
                  <a:lnTo>
                    <a:pt x="2540" y="242557"/>
                  </a:lnTo>
                  <a:lnTo>
                    <a:pt x="2540" y="240030"/>
                  </a:lnTo>
                  <a:close/>
                </a:path>
                <a:path w="2539" h="248920">
                  <a:moveTo>
                    <a:pt x="2540" y="236220"/>
                  </a:moveTo>
                  <a:lnTo>
                    <a:pt x="0" y="236220"/>
                  </a:lnTo>
                  <a:lnTo>
                    <a:pt x="0" y="240017"/>
                  </a:lnTo>
                  <a:lnTo>
                    <a:pt x="2540" y="240017"/>
                  </a:lnTo>
                  <a:lnTo>
                    <a:pt x="2540" y="236220"/>
                  </a:lnTo>
                  <a:close/>
                </a:path>
                <a:path w="2539" h="248920">
                  <a:moveTo>
                    <a:pt x="2540" y="233680"/>
                  </a:moveTo>
                  <a:lnTo>
                    <a:pt x="0" y="233680"/>
                  </a:lnTo>
                  <a:lnTo>
                    <a:pt x="0" y="236207"/>
                  </a:lnTo>
                  <a:lnTo>
                    <a:pt x="2540" y="236207"/>
                  </a:lnTo>
                  <a:lnTo>
                    <a:pt x="2540" y="233680"/>
                  </a:lnTo>
                  <a:close/>
                </a:path>
                <a:path w="2539" h="248920">
                  <a:moveTo>
                    <a:pt x="2540" y="229870"/>
                  </a:moveTo>
                  <a:lnTo>
                    <a:pt x="0" y="229870"/>
                  </a:lnTo>
                  <a:lnTo>
                    <a:pt x="0" y="233667"/>
                  </a:lnTo>
                  <a:lnTo>
                    <a:pt x="2540" y="233667"/>
                  </a:lnTo>
                  <a:lnTo>
                    <a:pt x="2540" y="229870"/>
                  </a:lnTo>
                  <a:close/>
                </a:path>
                <a:path w="2539" h="248920">
                  <a:moveTo>
                    <a:pt x="2540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2540" y="229857"/>
                  </a:lnTo>
                  <a:lnTo>
                    <a:pt x="2540" y="227330"/>
                  </a:lnTo>
                  <a:close/>
                </a:path>
                <a:path w="2539" h="248920">
                  <a:moveTo>
                    <a:pt x="2540" y="220980"/>
                  </a:moveTo>
                  <a:lnTo>
                    <a:pt x="0" y="220980"/>
                  </a:lnTo>
                  <a:lnTo>
                    <a:pt x="0" y="227317"/>
                  </a:lnTo>
                  <a:lnTo>
                    <a:pt x="2540" y="227317"/>
                  </a:lnTo>
                  <a:lnTo>
                    <a:pt x="2540" y="220980"/>
                  </a:lnTo>
                  <a:close/>
                </a:path>
                <a:path w="2539" h="248920">
                  <a:moveTo>
                    <a:pt x="2540" y="24130"/>
                  </a:moveTo>
                  <a:lnTo>
                    <a:pt x="0" y="24130"/>
                  </a:lnTo>
                  <a:lnTo>
                    <a:pt x="0" y="220967"/>
                  </a:lnTo>
                  <a:lnTo>
                    <a:pt x="2540" y="220967"/>
                  </a:lnTo>
                  <a:lnTo>
                    <a:pt x="2540" y="24130"/>
                  </a:lnTo>
                  <a:close/>
                </a:path>
                <a:path w="2539" h="248920">
                  <a:moveTo>
                    <a:pt x="254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2540" y="24117"/>
                  </a:lnTo>
                  <a:lnTo>
                    <a:pt x="2540" y="19050"/>
                  </a:lnTo>
                  <a:close/>
                </a:path>
                <a:path w="2539" h="248920">
                  <a:moveTo>
                    <a:pt x="254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2540" y="19037"/>
                  </a:lnTo>
                  <a:lnTo>
                    <a:pt x="2540" y="12700"/>
                  </a:lnTo>
                  <a:close/>
                </a:path>
                <a:path w="2539" h="248920">
                  <a:moveTo>
                    <a:pt x="254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6350"/>
                  </a:lnTo>
                  <a:close/>
                </a:path>
                <a:path w="2539" h="248920">
                  <a:moveTo>
                    <a:pt x="254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0" name="object 2930"/>
            <p:cNvSpPr/>
            <p:nvPr/>
          </p:nvSpPr>
          <p:spPr>
            <a:xfrm>
              <a:off x="6402070" y="5063502"/>
              <a:ext cx="3810" cy="220979"/>
            </a:xfrm>
            <a:custGeom>
              <a:avLst/>
              <a:gdLst/>
              <a:ahLst/>
              <a:cxnLst/>
              <a:rect l="l" t="t" r="r" b="b"/>
              <a:pathLst>
                <a:path w="3810" h="220979">
                  <a:moveTo>
                    <a:pt x="3810" y="24130"/>
                  </a:moveTo>
                  <a:lnTo>
                    <a:pt x="0" y="2413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24130"/>
                  </a:lnTo>
                  <a:close/>
                </a:path>
                <a:path w="3810" h="220979">
                  <a:moveTo>
                    <a:pt x="381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3810" y="24117"/>
                  </a:lnTo>
                  <a:lnTo>
                    <a:pt x="3810" y="19050"/>
                  </a:lnTo>
                  <a:close/>
                </a:path>
                <a:path w="3810" h="220979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10" h="220979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10" h="220979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799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1" name="object 2931"/>
            <p:cNvSpPr/>
            <p:nvPr/>
          </p:nvSpPr>
          <p:spPr>
            <a:xfrm>
              <a:off x="6405880" y="5063502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6380"/>
                  </a:moveTo>
                  <a:lnTo>
                    <a:pt x="0" y="246380"/>
                  </a:lnTo>
                  <a:lnTo>
                    <a:pt x="0" y="248907"/>
                  </a:lnTo>
                  <a:lnTo>
                    <a:pt x="3810" y="248907"/>
                  </a:lnTo>
                  <a:lnTo>
                    <a:pt x="3810" y="246380"/>
                  </a:lnTo>
                  <a:close/>
                </a:path>
                <a:path w="3810" h="248920">
                  <a:moveTo>
                    <a:pt x="3810" y="242570"/>
                  </a:moveTo>
                  <a:lnTo>
                    <a:pt x="0" y="242570"/>
                  </a:lnTo>
                  <a:lnTo>
                    <a:pt x="0" y="246367"/>
                  </a:lnTo>
                  <a:lnTo>
                    <a:pt x="3810" y="246367"/>
                  </a:lnTo>
                  <a:lnTo>
                    <a:pt x="3810" y="242570"/>
                  </a:lnTo>
                  <a:close/>
                </a:path>
                <a:path w="3810" h="248920">
                  <a:moveTo>
                    <a:pt x="3810" y="240030"/>
                  </a:moveTo>
                  <a:lnTo>
                    <a:pt x="0" y="240030"/>
                  </a:lnTo>
                  <a:lnTo>
                    <a:pt x="0" y="242557"/>
                  </a:lnTo>
                  <a:lnTo>
                    <a:pt x="3810" y="242557"/>
                  </a:lnTo>
                  <a:lnTo>
                    <a:pt x="3810" y="240030"/>
                  </a:lnTo>
                  <a:close/>
                </a:path>
                <a:path w="3810" h="248920">
                  <a:moveTo>
                    <a:pt x="3810" y="236220"/>
                  </a:moveTo>
                  <a:lnTo>
                    <a:pt x="0" y="236220"/>
                  </a:lnTo>
                  <a:lnTo>
                    <a:pt x="0" y="240017"/>
                  </a:lnTo>
                  <a:lnTo>
                    <a:pt x="3810" y="240017"/>
                  </a:lnTo>
                  <a:lnTo>
                    <a:pt x="3810" y="236220"/>
                  </a:lnTo>
                  <a:close/>
                </a:path>
                <a:path w="3810" h="248920">
                  <a:moveTo>
                    <a:pt x="3810" y="233680"/>
                  </a:moveTo>
                  <a:lnTo>
                    <a:pt x="0" y="233680"/>
                  </a:lnTo>
                  <a:lnTo>
                    <a:pt x="0" y="236207"/>
                  </a:lnTo>
                  <a:lnTo>
                    <a:pt x="3810" y="236207"/>
                  </a:lnTo>
                  <a:lnTo>
                    <a:pt x="3810" y="233680"/>
                  </a:lnTo>
                  <a:close/>
                </a:path>
                <a:path w="3810" h="248920">
                  <a:moveTo>
                    <a:pt x="3810" y="229870"/>
                  </a:moveTo>
                  <a:lnTo>
                    <a:pt x="0" y="229870"/>
                  </a:lnTo>
                  <a:lnTo>
                    <a:pt x="0" y="233667"/>
                  </a:lnTo>
                  <a:lnTo>
                    <a:pt x="3810" y="233667"/>
                  </a:lnTo>
                  <a:lnTo>
                    <a:pt x="3810" y="229870"/>
                  </a:lnTo>
                  <a:close/>
                </a:path>
                <a:path w="3810" h="248920">
                  <a:moveTo>
                    <a:pt x="3810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3810" y="229857"/>
                  </a:lnTo>
                  <a:lnTo>
                    <a:pt x="3810" y="227330"/>
                  </a:lnTo>
                  <a:close/>
                </a:path>
                <a:path w="3810" h="248920">
                  <a:moveTo>
                    <a:pt x="3810" y="220980"/>
                  </a:moveTo>
                  <a:lnTo>
                    <a:pt x="0" y="220980"/>
                  </a:lnTo>
                  <a:lnTo>
                    <a:pt x="0" y="227317"/>
                  </a:lnTo>
                  <a:lnTo>
                    <a:pt x="3810" y="227317"/>
                  </a:lnTo>
                  <a:lnTo>
                    <a:pt x="3810" y="220980"/>
                  </a:lnTo>
                  <a:close/>
                </a:path>
                <a:path w="3810" h="248920">
                  <a:moveTo>
                    <a:pt x="3810" y="24130"/>
                  </a:moveTo>
                  <a:lnTo>
                    <a:pt x="0" y="2413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24130"/>
                  </a:lnTo>
                  <a:close/>
                </a:path>
                <a:path w="3810" h="248920">
                  <a:moveTo>
                    <a:pt x="381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3810" y="24117"/>
                  </a:lnTo>
                  <a:lnTo>
                    <a:pt x="3810" y="19050"/>
                  </a:lnTo>
                  <a:close/>
                </a:path>
                <a:path w="3810" h="248920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10" h="2489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496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2" name="object 2932"/>
            <p:cNvSpPr/>
            <p:nvPr/>
          </p:nvSpPr>
          <p:spPr>
            <a:xfrm>
              <a:off x="6409690" y="5063502"/>
              <a:ext cx="3810" cy="220979"/>
            </a:xfrm>
            <a:custGeom>
              <a:avLst/>
              <a:gdLst/>
              <a:ahLst/>
              <a:cxnLst/>
              <a:rect l="l" t="t" r="r" b="b"/>
              <a:pathLst>
                <a:path w="3810" h="220979">
                  <a:moveTo>
                    <a:pt x="3810" y="24130"/>
                  </a:moveTo>
                  <a:lnTo>
                    <a:pt x="0" y="2413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24130"/>
                  </a:lnTo>
                  <a:close/>
                </a:path>
                <a:path w="3810" h="220979">
                  <a:moveTo>
                    <a:pt x="381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3810" y="24117"/>
                  </a:lnTo>
                  <a:lnTo>
                    <a:pt x="3810" y="19050"/>
                  </a:lnTo>
                  <a:close/>
                </a:path>
                <a:path w="3810" h="220979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10" h="220979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10" h="220979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19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3" name="object 2933"/>
            <p:cNvSpPr/>
            <p:nvPr/>
          </p:nvSpPr>
          <p:spPr>
            <a:xfrm>
              <a:off x="6413500" y="50622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10" h="251460">
                  <a:moveTo>
                    <a:pt x="3810" y="250202"/>
                  </a:moveTo>
                  <a:lnTo>
                    <a:pt x="2540" y="250202"/>
                  </a:lnTo>
                  <a:lnTo>
                    <a:pt x="254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10" h="251460">
                  <a:moveTo>
                    <a:pt x="381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7662"/>
                  </a:lnTo>
                  <a:close/>
                </a:path>
                <a:path w="3810" h="251460">
                  <a:moveTo>
                    <a:pt x="381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3852"/>
                  </a:lnTo>
                  <a:close/>
                </a:path>
                <a:path w="3810" h="251460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10" h="251460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10" h="251460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10" h="25146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10" h="25146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10" h="251460">
                  <a:moveTo>
                    <a:pt x="3810" y="222262"/>
                  </a:moveTo>
                  <a:lnTo>
                    <a:pt x="0" y="22226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2262"/>
                  </a:lnTo>
                  <a:close/>
                </a:path>
                <a:path w="3810" h="251460">
                  <a:moveTo>
                    <a:pt x="3810" y="25412"/>
                  </a:moveTo>
                  <a:lnTo>
                    <a:pt x="0" y="2541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5412"/>
                  </a:lnTo>
                  <a:close/>
                </a:path>
                <a:path w="3810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0332"/>
                  </a:lnTo>
                  <a:close/>
                </a:path>
                <a:path w="3810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51460">
                  <a:moveTo>
                    <a:pt x="38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F92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4" name="object 2934"/>
            <p:cNvSpPr/>
            <p:nvPr/>
          </p:nvSpPr>
          <p:spPr>
            <a:xfrm>
              <a:off x="6417310" y="50622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10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10" h="251460">
                  <a:moveTo>
                    <a:pt x="3810" y="25412"/>
                  </a:moveTo>
                  <a:lnTo>
                    <a:pt x="0" y="2541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5412"/>
                  </a:lnTo>
                  <a:close/>
                </a:path>
                <a:path w="3810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0332"/>
                  </a:lnTo>
                  <a:close/>
                </a:path>
                <a:path w="3810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5" name="object 2935"/>
            <p:cNvSpPr/>
            <p:nvPr/>
          </p:nvSpPr>
          <p:spPr>
            <a:xfrm>
              <a:off x="6421120" y="5062219"/>
              <a:ext cx="2540" cy="251460"/>
            </a:xfrm>
            <a:custGeom>
              <a:avLst/>
              <a:gdLst/>
              <a:ahLst/>
              <a:cxnLst/>
              <a:rect l="l" t="t" r="r" b="b"/>
              <a:pathLst>
                <a:path w="2539" h="251460">
                  <a:moveTo>
                    <a:pt x="254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2540" y="251460"/>
                  </a:lnTo>
                  <a:lnTo>
                    <a:pt x="2540" y="250202"/>
                  </a:lnTo>
                  <a:close/>
                </a:path>
                <a:path w="2539" h="251460">
                  <a:moveTo>
                    <a:pt x="254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2540" y="250190"/>
                  </a:lnTo>
                  <a:lnTo>
                    <a:pt x="2540" y="247662"/>
                  </a:lnTo>
                  <a:close/>
                </a:path>
                <a:path w="2539" h="251460">
                  <a:moveTo>
                    <a:pt x="254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2540" y="247650"/>
                  </a:lnTo>
                  <a:lnTo>
                    <a:pt x="2540" y="243852"/>
                  </a:lnTo>
                  <a:close/>
                </a:path>
                <a:path w="2539" h="251460">
                  <a:moveTo>
                    <a:pt x="254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2540" y="243840"/>
                  </a:lnTo>
                  <a:lnTo>
                    <a:pt x="2540" y="241312"/>
                  </a:lnTo>
                  <a:close/>
                </a:path>
                <a:path w="2539" h="251460">
                  <a:moveTo>
                    <a:pt x="254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2540" y="241300"/>
                  </a:lnTo>
                  <a:lnTo>
                    <a:pt x="2540" y="237502"/>
                  </a:lnTo>
                  <a:close/>
                </a:path>
                <a:path w="2539" h="251460">
                  <a:moveTo>
                    <a:pt x="254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2540" y="237490"/>
                  </a:lnTo>
                  <a:lnTo>
                    <a:pt x="2540" y="234962"/>
                  </a:lnTo>
                  <a:close/>
                </a:path>
                <a:path w="2539" h="251460">
                  <a:moveTo>
                    <a:pt x="254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2540" y="234950"/>
                  </a:lnTo>
                  <a:lnTo>
                    <a:pt x="2540" y="231152"/>
                  </a:lnTo>
                  <a:close/>
                </a:path>
                <a:path w="2539" h="251460">
                  <a:moveTo>
                    <a:pt x="254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2540" y="231140"/>
                  </a:lnTo>
                  <a:lnTo>
                    <a:pt x="2540" y="228612"/>
                  </a:lnTo>
                  <a:close/>
                </a:path>
                <a:path w="2539" h="251460">
                  <a:moveTo>
                    <a:pt x="2540" y="222262"/>
                  </a:moveTo>
                  <a:lnTo>
                    <a:pt x="0" y="222262"/>
                  </a:lnTo>
                  <a:lnTo>
                    <a:pt x="0" y="228600"/>
                  </a:lnTo>
                  <a:lnTo>
                    <a:pt x="2540" y="228600"/>
                  </a:lnTo>
                  <a:lnTo>
                    <a:pt x="2540" y="222262"/>
                  </a:lnTo>
                  <a:close/>
                </a:path>
                <a:path w="2539" h="251460">
                  <a:moveTo>
                    <a:pt x="2540" y="25412"/>
                  </a:moveTo>
                  <a:lnTo>
                    <a:pt x="0" y="25412"/>
                  </a:lnTo>
                  <a:lnTo>
                    <a:pt x="0" y="222250"/>
                  </a:lnTo>
                  <a:lnTo>
                    <a:pt x="2540" y="222250"/>
                  </a:lnTo>
                  <a:lnTo>
                    <a:pt x="2540" y="25412"/>
                  </a:lnTo>
                  <a:close/>
                </a:path>
                <a:path w="2539" h="251460">
                  <a:moveTo>
                    <a:pt x="2540" y="20332"/>
                  </a:moveTo>
                  <a:lnTo>
                    <a:pt x="0" y="20332"/>
                  </a:lnTo>
                  <a:lnTo>
                    <a:pt x="0" y="25400"/>
                  </a:lnTo>
                  <a:lnTo>
                    <a:pt x="2540" y="25400"/>
                  </a:lnTo>
                  <a:lnTo>
                    <a:pt x="2540" y="20332"/>
                  </a:lnTo>
                  <a:close/>
                </a:path>
                <a:path w="2539" h="251460">
                  <a:moveTo>
                    <a:pt x="254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2540" y="20320"/>
                  </a:lnTo>
                  <a:lnTo>
                    <a:pt x="2540" y="13982"/>
                  </a:lnTo>
                  <a:close/>
                </a:path>
                <a:path w="2539" h="251460">
                  <a:moveTo>
                    <a:pt x="254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2540" y="13970"/>
                  </a:lnTo>
                  <a:lnTo>
                    <a:pt x="2540" y="7632"/>
                  </a:lnTo>
                  <a:close/>
                </a:path>
                <a:path w="2539" h="251460">
                  <a:moveTo>
                    <a:pt x="254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1282"/>
                  </a:lnTo>
                  <a:close/>
                </a:path>
                <a:path w="2539" h="251460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79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6" name="object 2936"/>
            <p:cNvSpPr/>
            <p:nvPr/>
          </p:nvSpPr>
          <p:spPr>
            <a:xfrm>
              <a:off x="6423660" y="50622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10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10" h="251460">
                  <a:moveTo>
                    <a:pt x="381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7662"/>
                  </a:lnTo>
                  <a:close/>
                </a:path>
                <a:path w="3810" h="251460">
                  <a:moveTo>
                    <a:pt x="381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3852"/>
                  </a:lnTo>
                  <a:close/>
                </a:path>
                <a:path w="3810" h="251460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10" h="251460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10" h="251460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10" h="25146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10" h="25146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10" h="251460">
                  <a:moveTo>
                    <a:pt x="3810" y="222262"/>
                  </a:moveTo>
                  <a:lnTo>
                    <a:pt x="0" y="22226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2262"/>
                  </a:lnTo>
                  <a:close/>
                </a:path>
                <a:path w="3810" h="251460">
                  <a:moveTo>
                    <a:pt x="3810" y="25412"/>
                  </a:moveTo>
                  <a:lnTo>
                    <a:pt x="0" y="2541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5412"/>
                  </a:lnTo>
                  <a:close/>
                </a:path>
                <a:path w="3810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0332"/>
                  </a:lnTo>
                  <a:close/>
                </a:path>
                <a:path w="3810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7" name="object 2937"/>
            <p:cNvSpPr/>
            <p:nvPr/>
          </p:nvSpPr>
          <p:spPr>
            <a:xfrm>
              <a:off x="6427470" y="50622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10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10" h="251460">
                  <a:moveTo>
                    <a:pt x="3810" y="25412"/>
                  </a:moveTo>
                  <a:lnTo>
                    <a:pt x="0" y="2541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5412"/>
                  </a:lnTo>
                  <a:close/>
                </a:path>
                <a:path w="3810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0332"/>
                  </a:lnTo>
                  <a:close/>
                </a:path>
                <a:path w="3810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8" name="object 2938"/>
            <p:cNvSpPr/>
            <p:nvPr/>
          </p:nvSpPr>
          <p:spPr>
            <a:xfrm>
              <a:off x="6431280" y="50622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10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10" h="251460">
                  <a:moveTo>
                    <a:pt x="381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7662"/>
                  </a:lnTo>
                  <a:close/>
                </a:path>
                <a:path w="3810" h="251460">
                  <a:moveTo>
                    <a:pt x="381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3852"/>
                  </a:lnTo>
                  <a:close/>
                </a:path>
                <a:path w="3810" h="251460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10" h="251460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10" h="251460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10" h="25146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10" h="25146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10" h="251460">
                  <a:moveTo>
                    <a:pt x="3810" y="222262"/>
                  </a:moveTo>
                  <a:lnTo>
                    <a:pt x="0" y="22226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2262"/>
                  </a:lnTo>
                  <a:close/>
                </a:path>
                <a:path w="3810" h="251460">
                  <a:moveTo>
                    <a:pt x="3810" y="25412"/>
                  </a:moveTo>
                  <a:lnTo>
                    <a:pt x="0" y="2541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5412"/>
                  </a:lnTo>
                  <a:close/>
                </a:path>
                <a:path w="3810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0332"/>
                  </a:lnTo>
                  <a:close/>
                </a:path>
                <a:path w="3810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1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9" name="object 2939"/>
            <p:cNvSpPr/>
            <p:nvPr/>
          </p:nvSpPr>
          <p:spPr>
            <a:xfrm>
              <a:off x="6435090" y="50622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10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10" h="251460">
                  <a:moveTo>
                    <a:pt x="3810" y="25412"/>
                  </a:moveTo>
                  <a:lnTo>
                    <a:pt x="0" y="2541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5412"/>
                  </a:lnTo>
                  <a:close/>
                </a:path>
                <a:path w="3810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0332"/>
                  </a:lnTo>
                  <a:close/>
                </a:path>
                <a:path w="3810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F84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0" name="object 2940"/>
            <p:cNvSpPr/>
            <p:nvPr/>
          </p:nvSpPr>
          <p:spPr>
            <a:xfrm>
              <a:off x="6438900" y="50622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10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10" h="251460">
                  <a:moveTo>
                    <a:pt x="381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7662"/>
                  </a:lnTo>
                  <a:close/>
                </a:path>
                <a:path w="3810" h="251460">
                  <a:moveTo>
                    <a:pt x="381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3852"/>
                  </a:lnTo>
                  <a:close/>
                </a:path>
                <a:path w="3810" h="251460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10" h="251460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10" h="251460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10" h="25146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10" h="25146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10" h="251460">
                  <a:moveTo>
                    <a:pt x="3810" y="222262"/>
                  </a:moveTo>
                  <a:lnTo>
                    <a:pt x="0" y="22226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2262"/>
                  </a:lnTo>
                  <a:close/>
                </a:path>
                <a:path w="3810" h="251460">
                  <a:moveTo>
                    <a:pt x="3810" y="25412"/>
                  </a:moveTo>
                  <a:lnTo>
                    <a:pt x="0" y="2541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5412"/>
                  </a:lnTo>
                  <a:close/>
                </a:path>
                <a:path w="3810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0332"/>
                  </a:lnTo>
                  <a:close/>
                </a:path>
                <a:path w="3810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C82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1" name="object 2941"/>
            <p:cNvSpPr/>
            <p:nvPr/>
          </p:nvSpPr>
          <p:spPr>
            <a:xfrm>
              <a:off x="6442710" y="5060950"/>
              <a:ext cx="3810" cy="254000"/>
            </a:xfrm>
            <a:custGeom>
              <a:avLst/>
              <a:gdLst/>
              <a:ahLst/>
              <a:cxnLst/>
              <a:rect l="l" t="t" r="r" b="b"/>
              <a:pathLst>
                <a:path w="3810" h="254000">
                  <a:moveTo>
                    <a:pt x="3810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1270" y="252730"/>
                  </a:lnTo>
                  <a:lnTo>
                    <a:pt x="1270" y="254000"/>
                  </a:lnTo>
                  <a:lnTo>
                    <a:pt x="2540" y="254000"/>
                  </a:lnTo>
                  <a:lnTo>
                    <a:pt x="2540" y="252730"/>
                  </a:lnTo>
                  <a:lnTo>
                    <a:pt x="3810" y="252730"/>
                  </a:lnTo>
                  <a:lnTo>
                    <a:pt x="3810" y="251472"/>
                  </a:lnTo>
                  <a:close/>
                </a:path>
                <a:path w="3810" h="254000">
                  <a:moveTo>
                    <a:pt x="3810" y="248932"/>
                  </a:moveTo>
                  <a:lnTo>
                    <a:pt x="0" y="24893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48932"/>
                  </a:lnTo>
                  <a:close/>
                </a:path>
                <a:path w="3810" h="254000">
                  <a:moveTo>
                    <a:pt x="3810" y="245122"/>
                  </a:moveTo>
                  <a:lnTo>
                    <a:pt x="0" y="24512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5122"/>
                  </a:lnTo>
                  <a:close/>
                </a:path>
                <a:path w="3810" h="254000">
                  <a:moveTo>
                    <a:pt x="3810" y="242582"/>
                  </a:moveTo>
                  <a:lnTo>
                    <a:pt x="0" y="24258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2582"/>
                  </a:lnTo>
                  <a:close/>
                </a:path>
                <a:path w="3810" h="254000">
                  <a:moveTo>
                    <a:pt x="3810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38772"/>
                  </a:lnTo>
                  <a:close/>
                </a:path>
                <a:path w="3810" h="254000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10" h="254000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10" h="254000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10" h="254000">
                  <a:moveTo>
                    <a:pt x="3810" y="223532"/>
                  </a:moveTo>
                  <a:lnTo>
                    <a:pt x="0" y="22353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3532"/>
                  </a:lnTo>
                  <a:close/>
                </a:path>
                <a:path w="3810" h="254000">
                  <a:moveTo>
                    <a:pt x="3810" y="26682"/>
                  </a:moveTo>
                  <a:lnTo>
                    <a:pt x="0" y="2668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6682"/>
                  </a:lnTo>
                  <a:close/>
                </a:path>
                <a:path w="3810" h="254000">
                  <a:moveTo>
                    <a:pt x="3810" y="21602"/>
                  </a:moveTo>
                  <a:lnTo>
                    <a:pt x="0" y="21602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1602"/>
                  </a:lnTo>
                  <a:close/>
                </a:path>
                <a:path w="3810" h="254000">
                  <a:moveTo>
                    <a:pt x="3810" y="15252"/>
                  </a:moveTo>
                  <a:lnTo>
                    <a:pt x="0" y="1525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5252"/>
                  </a:lnTo>
                  <a:close/>
                </a:path>
                <a:path w="3810" h="254000">
                  <a:moveTo>
                    <a:pt x="3810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8902"/>
                  </a:lnTo>
                  <a:close/>
                </a:path>
                <a:path w="3810" h="254000">
                  <a:moveTo>
                    <a:pt x="381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2552"/>
                  </a:lnTo>
                  <a:close/>
                </a:path>
                <a:path w="3810" h="254000">
                  <a:moveTo>
                    <a:pt x="3810" y="1270"/>
                  </a:moveTo>
                  <a:lnTo>
                    <a:pt x="2540" y="1270"/>
                  </a:lnTo>
                  <a:lnTo>
                    <a:pt x="254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1270"/>
                  </a:lnTo>
                  <a:close/>
                </a:path>
              </a:pathLst>
            </a:custGeom>
            <a:solidFill>
              <a:srgbClr val="6980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2" name="object 2942"/>
            <p:cNvSpPr/>
            <p:nvPr/>
          </p:nvSpPr>
          <p:spPr>
            <a:xfrm>
              <a:off x="6446520" y="50622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10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10" h="251460">
                  <a:moveTo>
                    <a:pt x="381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7662"/>
                  </a:lnTo>
                  <a:close/>
                </a:path>
                <a:path w="3810" h="251460">
                  <a:moveTo>
                    <a:pt x="381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3852"/>
                  </a:lnTo>
                  <a:close/>
                </a:path>
                <a:path w="3810" h="251460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10" h="251460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10" h="251460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10" h="25146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10" h="25146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10" h="251460">
                  <a:moveTo>
                    <a:pt x="3810" y="222262"/>
                  </a:moveTo>
                  <a:lnTo>
                    <a:pt x="0" y="22226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2262"/>
                  </a:lnTo>
                  <a:close/>
                </a:path>
                <a:path w="3810" h="251460">
                  <a:moveTo>
                    <a:pt x="3810" y="25412"/>
                  </a:moveTo>
                  <a:lnTo>
                    <a:pt x="0" y="2541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5412"/>
                  </a:lnTo>
                  <a:close/>
                </a:path>
                <a:path w="3810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0332"/>
                  </a:lnTo>
                  <a:close/>
                </a:path>
                <a:path w="3810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77E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3" name="object 2943"/>
            <p:cNvSpPr/>
            <p:nvPr/>
          </p:nvSpPr>
          <p:spPr>
            <a:xfrm>
              <a:off x="6450330" y="5062219"/>
              <a:ext cx="2540" cy="251460"/>
            </a:xfrm>
            <a:custGeom>
              <a:avLst/>
              <a:gdLst/>
              <a:ahLst/>
              <a:cxnLst/>
              <a:rect l="l" t="t" r="r" b="b"/>
              <a:pathLst>
                <a:path w="2539" h="251460">
                  <a:moveTo>
                    <a:pt x="254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2540" y="251460"/>
                  </a:lnTo>
                  <a:lnTo>
                    <a:pt x="2540" y="250202"/>
                  </a:lnTo>
                  <a:close/>
                </a:path>
                <a:path w="2539" h="251460">
                  <a:moveTo>
                    <a:pt x="254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2540" y="250190"/>
                  </a:lnTo>
                  <a:lnTo>
                    <a:pt x="2540" y="247662"/>
                  </a:lnTo>
                  <a:close/>
                </a:path>
                <a:path w="2539" h="251460">
                  <a:moveTo>
                    <a:pt x="254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2540" y="247650"/>
                  </a:lnTo>
                  <a:lnTo>
                    <a:pt x="2540" y="243852"/>
                  </a:lnTo>
                  <a:close/>
                </a:path>
                <a:path w="2539" h="251460">
                  <a:moveTo>
                    <a:pt x="254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2540" y="243840"/>
                  </a:lnTo>
                  <a:lnTo>
                    <a:pt x="2540" y="241312"/>
                  </a:lnTo>
                  <a:close/>
                </a:path>
                <a:path w="2539" h="251460">
                  <a:moveTo>
                    <a:pt x="254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2540" y="241300"/>
                  </a:lnTo>
                  <a:lnTo>
                    <a:pt x="2540" y="237502"/>
                  </a:lnTo>
                  <a:close/>
                </a:path>
                <a:path w="2539" h="251460">
                  <a:moveTo>
                    <a:pt x="254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2540" y="237490"/>
                  </a:lnTo>
                  <a:lnTo>
                    <a:pt x="2540" y="234962"/>
                  </a:lnTo>
                  <a:close/>
                </a:path>
                <a:path w="2539" h="251460">
                  <a:moveTo>
                    <a:pt x="254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2540" y="234950"/>
                  </a:lnTo>
                  <a:lnTo>
                    <a:pt x="2540" y="231152"/>
                  </a:lnTo>
                  <a:close/>
                </a:path>
                <a:path w="2539" h="251460">
                  <a:moveTo>
                    <a:pt x="254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2540" y="231140"/>
                  </a:lnTo>
                  <a:lnTo>
                    <a:pt x="2540" y="228612"/>
                  </a:lnTo>
                  <a:close/>
                </a:path>
                <a:path w="2539" h="251460">
                  <a:moveTo>
                    <a:pt x="2540" y="222262"/>
                  </a:moveTo>
                  <a:lnTo>
                    <a:pt x="0" y="222262"/>
                  </a:lnTo>
                  <a:lnTo>
                    <a:pt x="0" y="228600"/>
                  </a:lnTo>
                  <a:lnTo>
                    <a:pt x="2540" y="228600"/>
                  </a:lnTo>
                  <a:lnTo>
                    <a:pt x="2540" y="222262"/>
                  </a:lnTo>
                  <a:close/>
                </a:path>
                <a:path w="2539" h="251460">
                  <a:moveTo>
                    <a:pt x="2540" y="25412"/>
                  </a:moveTo>
                  <a:lnTo>
                    <a:pt x="0" y="25412"/>
                  </a:lnTo>
                  <a:lnTo>
                    <a:pt x="0" y="222250"/>
                  </a:lnTo>
                  <a:lnTo>
                    <a:pt x="2540" y="222250"/>
                  </a:lnTo>
                  <a:lnTo>
                    <a:pt x="2540" y="25412"/>
                  </a:lnTo>
                  <a:close/>
                </a:path>
                <a:path w="2539" h="251460">
                  <a:moveTo>
                    <a:pt x="2540" y="20332"/>
                  </a:moveTo>
                  <a:lnTo>
                    <a:pt x="0" y="20332"/>
                  </a:lnTo>
                  <a:lnTo>
                    <a:pt x="0" y="25400"/>
                  </a:lnTo>
                  <a:lnTo>
                    <a:pt x="2540" y="25400"/>
                  </a:lnTo>
                  <a:lnTo>
                    <a:pt x="2540" y="20332"/>
                  </a:lnTo>
                  <a:close/>
                </a:path>
                <a:path w="2539" h="251460">
                  <a:moveTo>
                    <a:pt x="254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2540" y="20320"/>
                  </a:lnTo>
                  <a:lnTo>
                    <a:pt x="2540" y="13982"/>
                  </a:lnTo>
                  <a:close/>
                </a:path>
                <a:path w="2539" h="251460">
                  <a:moveTo>
                    <a:pt x="254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2540" y="13970"/>
                  </a:lnTo>
                  <a:lnTo>
                    <a:pt x="2540" y="7632"/>
                  </a:lnTo>
                  <a:close/>
                </a:path>
                <a:path w="2539" h="251460">
                  <a:moveTo>
                    <a:pt x="254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1282"/>
                  </a:lnTo>
                  <a:close/>
                </a:path>
                <a:path w="2539" h="251460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6A80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4" name="object 2944"/>
            <p:cNvSpPr/>
            <p:nvPr/>
          </p:nvSpPr>
          <p:spPr>
            <a:xfrm>
              <a:off x="6452870" y="50622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10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10" h="251460">
                  <a:moveTo>
                    <a:pt x="381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7662"/>
                  </a:lnTo>
                  <a:close/>
                </a:path>
                <a:path w="3810" h="251460">
                  <a:moveTo>
                    <a:pt x="381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3852"/>
                  </a:lnTo>
                  <a:close/>
                </a:path>
                <a:path w="3810" h="251460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10" h="251460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10" h="251460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10" h="25146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10" h="25146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10" h="251460">
                  <a:moveTo>
                    <a:pt x="3810" y="222262"/>
                  </a:moveTo>
                  <a:lnTo>
                    <a:pt x="0" y="22226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2262"/>
                  </a:lnTo>
                  <a:close/>
                </a:path>
                <a:path w="3810" h="251460">
                  <a:moveTo>
                    <a:pt x="3810" y="25412"/>
                  </a:moveTo>
                  <a:lnTo>
                    <a:pt x="0" y="2541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5412"/>
                  </a:lnTo>
                  <a:close/>
                </a:path>
                <a:path w="3810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0332"/>
                  </a:lnTo>
                  <a:close/>
                </a:path>
                <a:path w="3810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C82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5" name="object 2945"/>
            <p:cNvSpPr/>
            <p:nvPr/>
          </p:nvSpPr>
          <p:spPr>
            <a:xfrm>
              <a:off x="6456680" y="50622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10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10" h="251460">
                  <a:moveTo>
                    <a:pt x="3810" y="25412"/>
                  </a:moveTo>
                  <a:lnTo>
                    <a:pt x="0" y="2541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5412"/>
                  </a:lnTo>
                  <a:close/>
                </a:path>
                <a:path w="3810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0332"/>
                  </a:lnTo>
                  <a:close/>
                </a:path>
                <a:path w="3810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F84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6" name="object 2946"/>
            <p:cNvSpPr/>
            <p:nvPr/>
          </p:nvSpPr>
          <p:spPr>
            <a:xfrm>
              <a:off x="6460490" y="50622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10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10" h="251460">
                  <a:moveTo>
                    <a:pt x="381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7662"/>
                  </a:lnTo>
                  <a:close/>
                </a:path>
                <a:path w="3810" h="251460">
                  <a:moveTo>
                    <a:pt x="381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3852"/>
                  </a:lnTo>
                  <a:close/>
                </a:path>
                <a:path w="3810" h="251460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10" h="251460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10" h="251460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10" h="25146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10" h="25146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10" h="251460">
                  <a:moveTo>
                    <a:pt x="3810" y="222262"/>
                  </a:moveTo>
                  <a:lnTo>
                    <a:pt x="0" y="22226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2262"/>
                  </a:lnTo>
                  <a:close/>
                </a:path>
                <a:path w="3810" h="251460">
                  <a:moveTo>
                    <a:pt x="3810" y="25412"/>
                  </a:moveTo>
                  <a:lnTo>
                    <a:pt x="0" y="2541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5412"/>
                  </a:lnTo>
                  <a:close/>
                </a:path>
                <a:path w="3810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0332"/>
                  </a:lnTo>
                  <a:close/>
                </a:path>
                <a:path w="3810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2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7" name="object 2947"/>
            <p:cNvSpPr/>
            <p:nvPr/>
          </p:nvSpPr>
          <p:spPr>
            <a:xfrm>
              <a:off x="6464300" y="50622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10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10" h="251460">
                  <a:moveTo>
                    <a:pt x="3810" y="25412"/>
                  </a:moveTo>
                  <a:lnTo>
                    <a:pt x="0" y="2541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5412"/>
                  </a:lnTo>
                  <a:close/>
                </a:path>
                <a:path w="3810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0332"/>
                  </a:lnTo>
                  <a:close/>
                </a:path>
                <a:path w="3810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8" name="object 2948"/>
            <p:cNvSpPr/>
            <p:nvPr/>
          </p:nvSpPr>
          <p:spPr>
            <a:xfrm>
              <a:off x="6468110" y="50622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10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10" h="251460">
                  <a:moveTo>
                    <a:pt x="381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7662"/>
                  </a:lnTo>
                  <a:close/>
                </a:path>
                <a:path w="3810" h="251460">
                  <a:moveTo>
                    <a:pt x="381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3852"/>
                  </a:lnTo>
                  <a:close/>
                </a:path>
                <a:path w="3810" h="251460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10" h="251460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10" h="251460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10" h="25146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10" h="25146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10" h="251460">
                  <a:moveTo>
                    <a:pt x="3810" y="222262"/>
                  </a:moveTo>
                  <a:lnTo>
                    <a:pt x="0" y="22226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2262"/>
                  </a:lnTo>
                  <a:close/>
                </a:path>
                <a:path w="3810" h="251460">
                  <a:moveTo>
                    <a:pt x="3810" y="25412"/>
                  </a:moveTo>
                  <a:lnTo>
                    <a:pt x="0" y="2541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5412"/>
                  </a:lnTo>
                  <a:close/>
                </a:path>
                <a:path w="3810" h="251460">
                  <a:moveTo>
                    <a:pt x="3810" y="20332"/>
                  </a:moveTo>
                  <a:lnTo>
                    <a:pt x="0" y="2033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0332"/>
                  </a:lnTo>
                  <a:close/>
                </a:path>
                <a:path w="3810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3982"/>
                  </a:lnTo>
                  <a:close/>
                </a:path>
                <a:path w="3810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10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10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9" name="object 2949"/>
            <p:cNvSpPr/>
            <p:nvPr/>
          </p:nvSpPr>
          <p:spPr>
            <a:xfrm>
              <a:off x="6471920" y="5062219"/>
              <a:ext cx="2540" cy="251460"/>
            </a:xfrm>
            <a:custGeom>
              <a:avLst/>
              <a:gdLst/>
              <a:ahLst/>
              <a:cxnLst/>
              <a:rect l="l" t="t" r="r" b="b"/>
              <a:pathLst>
                <a:path w="2539" h="251460">
                  <a:moveTo>
                    <a:pt x="127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1270" y="251460"/>
                  </a:lnTo>
                  <a:lnTo>
                    <a:pt x="1270" y="250202"/>
                  </a:lnTo>
                  <a:close/>
                </a:path>
                <a:path w="2539" h="251460">
                  <a:moveTo>
                    <a:pt x="12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2539" h="251460">
                  <a:moveTo>
                    <a:pt x="254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2540" y="250190"/>
                  </a:lnTo>
                  <a:lnTo>
                    <a:pt x="2540" y="247662"/>
                  </a:lnTo>
                  <a:close/>
                </a:path>
                <a:path w="2539" h="251460">
                  <a:moveTo>
                    <a:pt x="254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2540" y="247650"/>
                  </a:lnTo>
                  <a:lnTo>
                    <a:pt x="2540" y="243852"/>
                  </a:lnTo>
                  <a:close/>
                </a:path>
                <a:path w="2539" h="251460">
                  <a:moveTo>
                    <a:pt x="254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2540" y="243840"/>
                  </a:lnTo>
                  <a:lnTo>
                    <a:pt x="2540" y="241312"/>
                  </a:lnTo>
                  <a:close/>
                </a:path>
                <a:path w="2539" h="251460">
                  <a:moveTo>
                    <a:pt x="254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2540" y="241300"/>
                  </a:lnTo>
                  <a:lnTo>
                    <a:pt x="2540" y="237502"/>
                  </a:lnTo>
                  <a:close/>
                </a:path>
                <a:path w="2539" h="251460">
                  <a:moveTo>
                    <a:pt x="254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2540" y="237490"/>
                  </a:lnTo>
                  <a:lnTo>
                    <a:pt x="2540" y="234962"/>
                  </a:lnTo>
                  <a:close/>
                </a:path>
                <a:path w="2539" h="251460">
                  <a:moveTo>
                    <a:pt x="254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2540" y="234950"/>
                  </a:lnTo>
                  <a:lnTo>
                    <a:pt x="2540" y="231152"/>
                  </a:lnTo>
                  <a:close/>
                </a:path>
                <a:path w="2539" h="251460">
                  <a:moveTo>
                    <a:pt x="254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2540" y="231140"/>
                  </a:lnTo>
                  <a:lnTo>
                    <a:pt x="2540" y="228612"/>
                  </a:lnTo>
                  <a:close/>
                </a:path>
                <a:path w="2539" h="251460">
                  <a:moveTo>
                    <a:pt x="2540" y="222262"/>
                  </a:moveTo>
                  <a:lnTo>
                    <a:pt x="0" y="222262"/>
                  </a:lnTo>
                  <a:lnTo>
                    <a:pt x="0" y="228600"/>
                  </a:lnTo>
                  <a:lnTo>
                    <a:pt x="2540" y="228600"/>
                  </a:lnTo>
                  <a:lnTo>
                    <a:pt x="2540" y="222262"/>
                  </a:lnTo>
                  <a:close/>
                </a:path>
                <a:path w="2539" h="251460">
                  <a:moveTo>
                    <a:pt x="2540" y="25412"/>
                  </a:moveTo>
                  <a:lnTo>
                    <a:pt x="0" y="25412"/>
                  </a:lnTo>
                  <a:lnTo>
                    <a:pt x="0" y="222250"/>
                  </a:lnTo>
                  <a:lnTo>
                    <a:pt x="2540" y="222250"/>
                  </a:lnTo>
                  <a:lnTo>
                    <a:pt x="2540" y="25412"/>
                  </a:lnTo>
                  <a:close/>
                </a:path>
                <a:path w="2539" h="251460">
                  <a:moveTo>
                    <a:pt x="2540" y="20332"/>
                  </a:moveTo>
                  <a:lnTo>
                    <a:pt x="0" y="20332"/>
                  </a:lnTo>
                  <a:lnTo>
                    <a:pt x="0" y="25400"/>
                  </a:lnTo>
                  <a:lnTo>
                    <a:pt x="2540" y="25400"/>
                  </a:lnTo>
                  <a:lnTo>
                    <a:pt x="2540" y="20332"/>
                  </a:lnTo>
                  <a:close/>
                </a:path>
                <a:path w="2539" h="251460">
                  <a:moveTo>
                    <a:pt x="2540" y="13982"/>
                  </a:moveTo>
                  <a:lnTo>
                    <a:pt x="0" y="13982"/>
                  </a:lnTo>
                  <a:lnTo>
                    <a:pt x="0" y="20320"/>
                  </a:lnTo>
                  <a:lnTo>
                    <a:pt x="2540" y="20320"/>
                  </a:lnTo>
                  <a:lnTo>
                    <a:pt x="2540" y="13982"/>
                  </a:lnTo>
                  <a:close/>
                </a:path>
                <a:path w="2539" h="251460">
                  <a:moveTo>
                    <a:pt x="254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2540" y="13970"/>
                  </a:lnTo>
                  <a:lnTo>
                    <a:pt x="2540" y="7632"/>
                  </a:lnTo>
                  <a:close/>
                </a:path>
                <a:path w="2539" h="251460">
                  <a:moveTo>
                    <a:pt x="254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1282"/>
                  </a:lnTo>
                  <a:close/>
                </a:path>
              </a:pathLst>
            </a:custGeom>
            <a:solidFill>
              <a:srgbClr val="7A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0" name="object 2950"/>
            <p:cNvSpPr/>
            <p:nvPr/>
          </p:nvSpPr>
          <p:spPr>
            <a:xfrm>
              <a:off x="6474460" y="5063502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6380"/>
                  </a:moveTo>
                  <a:lnTo>
                    <a:pt x="0" y="246380"/>
                  </a:lnTo>
                  <a:lnTo>
                    <a:pt x="0" y="248907"/>
                  </a:lnTo>
                  <a:lnTo>
                    <a:pt x="3810" y="248907"/>
                  </a:lnTo>
                  <a:lnTo>
                    <a:pt x="3810" y="246380"/>
                  </a:lnTo>
                  <a:close/>
                </a:path>
                <a:path w="3810" h="248920">
                  <a:moveTo>
                    <a:pt x="3810" y="242570"/>
                  </a:moveTo>
                  <a:lnTo>
                    <a:pt x="0" y="242570"/>
                  </a:lnTo>
                  <a:lnTo>
                    <a:pt x="0" y="246367"/>
                  </a:lnTo>
                  <a:lnTo>
                    <a:pt x="3810" y="246367"/>
                  </a:lnTo>
                  <a:lnTo>
                    <a:pt x="3810" y="242570"/>
                  </a:lnTo>
                  <a:close/>
                </a:path>
                <a:path w="3810" h="248920">
                  <a:moveTo>
                    <a:pt x="3810" y="240030"/>
                  </a:moveTo>
                  <a:lnTo>
                    <a:pt x="0" y="240030"/>
                  </a:lnTo>
                  <a:lnTo>
                    <a:pt x="0" y="242557"/>
                  </a:lnTo>
                  <a:lnTo>
                    <a:pt x="3810" y="242557"/>
                  </a:lnTo>
                  <a:lnTo>
                    <a:pt x="3810" y="240030"/>
                  </a:lnTo>
                  <a:close/>
                </a:path>
                <a:path w="3810" h="248920">
                  <a:moveTo>
                    <a:pt x="3810" y="236220"/>
                  </a:moveTo>
                  <a:lnTo>
                    <a:pt x="0" y="236220"/>
                  </a:lnTo>
                  <a:lnTo>
                    <a:pt x="0" y="240017"/>
                  </a:lnTo>
                  <a:lnTo>
                    <a:pt x="3810" y="240017"/>
                  </a:lnTo>
                  <a:lnTo>
                    <a:pt x="3810" y="236220"/>
                  </a:lnTo>
                  <a:close/>
                </a:path>
                <a:path w="3810" h="248920">
                  <a:moveTo>
                    <a:pt x="3810" y="233680"/>
                  </a:moveTo>
                  <a:lnTo>
                    <a:pt x="0" y="233680"/>
                  </a:lnTo>
                  <a:lnTo>
                    <a:pt x="0" y="236207"/>
                  </a:lnTo>
                  <a:lnTo>
                    <a:pt x="3810" y="236207"/>
                  </a:lnTo>
                  <a:lnTo>
                    <a:pt x="3810" y="233680"/>
                  </a:lnTo>
                  <a:close/>
                </a:path>
                <a:path w="3810" h="248920">
                  <a:moveTo>
                    <a:pt x="3810" y="229870"/>
                  </a:moveTo>
                  <a:lnTo>
                    <a:pt x="0" y="229870"/>
                  </a:lnTo>
                  <a:lnTo>
                    <a:pt x="0" y="233667"/>
                  </a:lnTo>
                  <a:lnTo>
                    <a:pt x="3810" y="233667"/>
                  </a:lnTo>
                  <a:lnTo>
                    <a:pt x="3810" y="229870"/>
                  </a:lnTo>
                  <a:close/>
                </a:path>
                <a:path w="3810" h="248920">
                  <a:moveTo>
                    <a:pt x="3810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3810" y="229857"/>
                  </a:lnTo>
                  <a:lnTo>
                    <a:pt x="3810" y="227330"/>
                  </a:lnTo>
                  <a:close/>
                </a:path>
                <a:path w="3810" h="248920">
                  <a:moveTo>
                    <a:pt x="3810" y="220980"/>
                  </a:moveTo>
                  <a:lnTo>
                    <a:pt x="0" y="220980"/>
                  </a:lnTo>
                  <a:lnTo>
                    <a:pt x="0" y="227317"/>
                  </a:lnTo>
                  <a:lnTo>
                    <a:pt x="3810" y="227317"/>
                  </a:lnTo>
                  <a:lnTo>
                    <a:pt x="3810" y="220980"/>
                  </a:lnTo>
                  <a:close/>
                </a:path>
                <a:path w="3810" h="248920">
                  <a:moveTo>
                    <a:pt x="3810" y="24130"/>
                  </a:moveTo>
                  <a:lnTo>
                    <a:pt x="0" y="2413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24130"/>
                  </a:lnTo>
                  <a:close/>
                </a:path>
                <a:path w="3810" h="248920">
                  <a:moveTo>
                    <a:pt x="381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3810" y="24117"/>
                  </a:lnTo>
                  <a:lnTo>
                    <a:pt x="3810" y="19050"/>
                  </a:lnTo>
                  <a:close/>
                </a:path>
                <a:path w="3810" h="248920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10" h="2489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1" name="object 2951"/>
            <p:cNvSpPr/>
            <p:nvPr/>
          </p:nvSpPr>
          <p:spPr>
            <a:xfrm>
              <a:off x="6478270" y="5063502"/>
              <a:ext cx="3810" cy="220979"/>
            </a:xfrm>
            <a:custGeom>
              <a:avLst/>
              <a:gdLst/>
              <a:ahLst/>
              <a:cxnLst/>
              <a:rect l="l" t="t" r="r" b="b"/>
              <a:pathLst>
                <a:path w="3810" h="220979">
                  <a:moveTo>
                    <a:pt x="3810" y="24130"/>
                  </a:moveTo>
                  <a:lnTo>
                    <a:pt x="0" y="2413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24130"/>
                  </a:lnTo>
                  <a:close/>
                </a:path>
                <a:path w="3810" h="220979">
                  <a:moveTo>
                    <a:pt x="381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3810" y="24117"/>
                  </a:lnTo>
                  <a:lnTo>
                    <a:pt x="3810" y="19050"/>
                  </a:lnTo>
                  <a:close/>
                </a:path>
                <a:path w="3810" h="220979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10" h="220979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10" h="220979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F9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2" name="object 2952"/>
            <p:cNvSpPr/>
            <p:nvPr/>
          </p:nvSpPr>
          <p:spPr>
            <a:xfrm>
              <a:off x="6482080" y="5063502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6380"/>
                  </a:moveTo>
                  <a:lnTo>
                    <a:pt x="0" y="246380"/>
                  </a:lnTo>
                  <a:lnTo>
                    <a:pt x="0" y="248907"/>
                  </a:lnTo>
                  <a:lnTo>
                    <a:pt x="3810" y="248907"/>
                  </a:lnTo>
                  <a:lnTo>
                    <a:pt x="3810" y="246380"/>
                  </a:lnTo>
                  <a:close/>
                </a:path>
                <a:path w="3810" h="248920">
                  <a:moveTo>
                    <a:pt x="3810" y="242570"/>
                  </a:moveTo>
                  <a:lnTo>
                    <a:pt x="0" y="242570"/>
                  </a:lnTo>
                  <a:lnTo>
                    <a:pt x="0" y="246367"/>
                  </a:lnTo>
                  <a:lnTo>
                    <a:pt x="3810" y="246367"/>
                  </a:lnTo>
                  <a:lnTo>
                    <a:pt x="3810" y="242570"/>
                  </a:lnTo>
                  <a:close/>
                </a:path>
                <a:path w="3810" h="248920">
                  <a:moveTo>
                    <a:pt x="3810" y="240030"/>
                  </a:moveTo>
                  <a:lnTo>
                    <a:pt x="0" y="240030"/>
                  </a:lnTo>
                  <a:lnTo>
                    <a:pt x="0" y="242557"/>
                  </a:lnTo>
                  <a:lnTo>
                    <a:pt x="3810" y="242557"/>
                  </a:lnTo>
                  <a:lnTo>
                    <a:pt x="3810" y="240030"/>
                  </a:lnTo>
                  <a:close/>
                </a:path>
                <a:path w="3810" h="248920">
                  <a:moveTo>
                    <a:pt x="3810" y="236220"/>
                  </a:moveTo>
                  <a:lnTo>
                    <a:pt x="0" y="236220"/>
                  </a:lnTo>
                  <a:lnTo>
                    <a:pt x="0" y="240017"/>
                  </a:lnTo>
                  <a:lnTo>
                    <a:pt x="3810" y="240017"/>
                  </a:lnTo>
                  <a:lnTo>
                    <a:pt x="3810" y="236220"/>
                  </a:lnTo>
                  <a:close/>
                </a:path>
                <a:path w="3810" h="248920">
                  <a:moveTo>
                    <a:pt x="3810" y="233680"/>
                  </a:moveTo>
                  <a:lnTo>
                    <a:pt x="0" y="233680"/>
                  </a:lnTo>
                  <a:lnTo>
                    <a:pt x="0" y="236207"/>
                  </a:lnTo>
                  <a:lnTo>
                    <a:pt x="3810" y="236207"/>
                  </a:lnTo>
                  <a:lnTo>
                    <a:pt x="3810" y="233680"/>
                  </a:lnTo>
                  <a:close/>
                </a:path>
                <a:path w="3810" h="248920">
                  <a:moveTo>
                    <a:pt x="3810" y="229870"/>
                  </a:moveTo>
                  <a:lnTo>
                    <a:pt x="0" y="229870"/>
                  </a:lnTo>
                  <a:lnTo>
                    <a:pt x="0" y="233667"/>
                  </a:lnTo>
                  <a:lnTo>
                    <a:pt x="3810" y="233667"/>
                  </a:lnTo>
                  <a:lnTo>
                    <a:pt x="3810" y="229870"/>
                  </a:lnTo>
                  <a:close/>
                </a:path>
                <a:path w="3810" h="248920">
                  <a:moveTo>
                    <a:pt x="3810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3810" y="229857"/>
                  </a:lnTo>
                  <a:lnTo>
                    <a:pt x="3810" y="227330"/>
                  </a:lnTo>
                  <a:close/>
                </a:path>
                <a:path w="3810" h="248920">
                  <a:moveTo>
                    <a:pt x="3810" y="220980"/>
                  </a:moveTo>
                  <a:lnTo>
                    <a:pt x="0" y="220980"/>
                  </a:lnTo>
                  <a:lnTo>
                    <a:pt x="0" y="227317"/>
                  </a:lnTo>
                  <a:lnTo>
                    <a:pt x="3810" y="227317"/>
                  </a:lnTo>
                  <a:lnTo>
                    <a:pt x="3810" y="220980"/>
                  </a:lnTo>
                  <a:close/>
                </a:path>
                <a:path w="3810" h="248920">
                  <a:moveTo>
                    <a:pt x="3810" y="24130"/>
                  </a:moveTo>
                  <a:lnTo>
                    <a:pt x="0" y="2413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24130"/>
                  </a:lnTo>
                  <a:close/>
                </a:path>
                <a:path w="3810" h="248920">
                  <a:moveTo>
                    <a:pt x="381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3810" y="24117"/>
                  </a:lnTo>
                  <a:lnTo>
                    <a:pt x="3810" y="19050"/>
                  </a:lnTo>
                  <a:close/>
                </a:path>
                <a:path w="3810" h="248920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10" h="2489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294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3" name="object 2953"/>
            <p:cNvSpPr/>
            <p:nvPr/>
          </p:nvSpPr>
          <p:spPr>
            <a:xfrm>
              <a:off x="6485890" y="5063502"/>
              <a:ext cx="3810" cy="220979"/>
            </a:xfrm>
            <a:custGeom>
              <a:avLst/>
              <a:gdLst/>
              <a:ahLst/>
              <a:cxnLst/>
              <a:rect l="l" t="t" r="r" b="b"/>
              <a:pathLst>
                <a:path w="3810" h="220979">
                  <a:moveTo>
                    <a:pt x="3810" y="24130"/>
                  </a:moveTo>
                  <a:lnTo>
                    <a:pt x="0" y="2413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24130"/>
                  </a:lnTo>
                  <a:close/>
                </a:path>
                <a:path w="3810" h="220979">
                  <a:moveTo>
                    <a:pt x="381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3810" y="24117"/>
                  </a:lnTo>
                  <a:lnTo>
                    <a:pt x="3810" y="19050"/>
                  </a:lnTo>
                  <a:close/>
                </a:path>
                <a:path w="3810" h="220979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10" h="220979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10" h="220979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496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4" name="object 2954"/>
            <p:cNvSpPr/>
            <p:nvPr/>
          </p:nvSpPr>
          <p:spPr>
            <a:xfrm>
              <a:off x="6489700" y="5063502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3810" y="246380"/>
                  </a:moveTo>
                  <a:lnTo>
                    <a:pt x="0" y="246380"/>
                  </a:lnTo>
                  <a:lnTo>
                    <a:pt x="0" y="248907"/>
                  </a:lnTo>
                  <a:lnTo>
                    <a:pt x="3810" y="248907"/>
                  </a:lnTo>
                  <a:lnTo>
                    <a:pt x="3810" y="246380"/>
                  </a:lnTo>
                  <a:close/>
                </a:path>
                <a:path w="3810" h="248920">
                  <a:moveTo>
                    <a:pt x="3810" y="242570"/>
                  </a:moveTo>
                  <a:lnTo>
                    <a:pt x="0" y="242570"/>
                  </a:lnTo>
                  <a:lnTo>
                    <a:pt x="0" y="246367"/>
                  </a:lnTo>
                  <a:lnTo>
                    <a:pt x="3810" y="246367"/>
                  </a:lnTo>
                  <a:lnTo>
                    <a:pt x="3810" y="242570"/>
                  </a:lnTo>
                  <a:close/>
                </a:path>
                <a:path w="3810" h="248920">
                  <a:moveTo>
                    <a:pt x="3810" y="240030"/>
                  </a:moveTo>
                  <a:lnTo>
                    <a:pt x="0" y="240030"/>
                  </a:lnTo>
                  <a:lnTo>
                    <a:pt x="0" y="242557"/>
                  </a:lnTo>
                  <a:lnTo>
                    <a:pt x="3810" y="242557"/>
                  </a:lnTo>
                  <a:lnTo>
                    <a:pt x="3810" y="240030"/>
                  </a:lnTo>
                  <a:close/>
                </a:path>
                <a:path w="3810" h="248920">
                  <a:moveTo>
                    <a:pt x="3810" y="236220"/>
                  </a:moveTo>
                  <a:lnTo>
                    <a:pt x="0" y="236220"/>
                  </a:lnTo>
                  <a:lnTo>
                    <a:pt x="0" y="240017"/>
                  </a:lnTo>
                  <a:lnTo>
                    <a:pt x="3810" y="240017"/>
                  </a:lnTo>
                  <a:lnTo>
                    <a:pt x="3810" y="236220"/>
                  </a:lnTo>
                  <a:close/>
                </a:path>
                <a:path w="3810" h="248920">
                  <a:moveTo>
                    <a:pt x="3810" y="233680"/>
                  </a:moveTo>
                  <a:lnTo>
                    <a:pt x="0" y="233680"/>
                  </a:lnTo>
                  <a:lnTo>
                    <a:pt x="0" y="236207"/>
                  </a:lnTo>
                  <a:lnTo>
                    <a:pt x="3810" y="236207"/>
                  </a:lnTo>
                  <a:lnTo>
                    <a:pt x="3810" y="233680"/>
                  </a:lnTo>
                  <a:close/>
                </a:path>
                <a:path w="3810" h="248920">
                  <a:moveTo>
                    <a:pt x="3810" y="229870"/>
                  </a:moveTo>
                  <a:lnTo>
                    <a:pt x="0" y="229870"/>
                  </a:lnTo>
                  <a:lnTo>
                    <a:pt x="0" y="233667"/>
                  </a:lnTo>
                  <a:lnTo>
                    <a:pt x="3810" y="233667"/>
                  </a:lnTo>
                  <a:lnTo>
                    <a:pt x="3810" y="229870"/>
                  </a:lnTo>
                  <a:close/>
                </a:path>
                <a:path w="3810" h="248920">
                  <a:moveTo>
                    <a:pt x="3810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3810" y="229857"/>
                  </a:lnTo>
                  <a:lnTo>
                    <a:pt x="3810" y="227330"/>
                  </a:lnTo>
                  <a:close/>
                </a:path>
                <a:path w="3810" h="248920">
                  <a:moveTo>
                    <a:pt x="3810" y="220980"/>
                  </a:moveTo>
                  <a:lnTo>
                    <a:pt x="0" y="220980"/>
                  </a:lnTo>
                  <a:lnTo>
                    <a:pt x="0" y="227317"/>
                  </a:lnTo>
                  <a:lnTo>
                    <a:pt x="3810" y="227317"/>
                  </a:lnTo>
                  <a:lnTo>
                    <a:pt x="3810" y="220980"/>
                  </a:lnTo>
                  <a:close/>
                </a:path>
                <a:path w="3810" h="248920">
                  <a:moveTo>
                    <a:pt x="3810" y="24130"/>
                  </a:moveTo>
                  <a:lnTo>
                    <a:pt x="0" y="2413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24130"/>
                  </a:lnTo>
                  <a:close/>
                </a:path>
                <a:path w="3810" h="248920">
                  <a:moveTo>
                    <a:pt x="381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3810" y="24117"/>
                  </a:lnTo>
                  <a:lnTo>
                    <a:pt x="3810" y="19050"/>
                  </a:lnTo>
                  <a:close/>
                </a:path>
                <a:path w="3810" h="248920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10" h="2489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10" h="2489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799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5" name="object 2955"/>
            <p:cNvSpPr/>
            <p:nvPr/>
          </p:nvSpPr>
          <p:spPr>
            <a:xfrm>
              <a:off x="6493510" y="5063502"/>
              <a:ext cx="3810" cy="220979"/>
            </a:xfrm>
            <a:custGeom>
              <a:avLst/>
              <a:gdLst/>
              <a:ahLst/>
              <a:cxnLst/>
              <a:rect l="l" t="t" r="r" b="b"/>
              <a:pathLst>
                <a:path w="3810" h="220979">
                  <a:moveTo>
                    <a:pt x="3810" y="24130"/>
                  </a:moveTo>
                  <a:lnTo>
                    <a:pt x="0" y="24130"/>
                  </a:lnTo>
                  <a:lnTo>
                    <a:pt x="0" y="220967"/>
                  </a:lnTo>
                  <a:lnTo>
                    <a:pt x="3810" y="220967"/>
                  </a:lnTo>
                  <a:lnTo>
                    <a:pt x="3810" y="24130"/>
                  </a:lnTo>
                  <a:close/>
                </a:path>
                <a:path w="3810" h="220979">
                  <a:moveTo>
                    <a:pt x="3810" y="19050"/>
                  </a:moveTo>
                  <a:lnTo>
                    <a:pt x="0" y="19050"/>
                  </a:lnTo>
                  <a:lnTo>
                    <a:pt x="0" y="24117"/>
                  </a:lnTo>
                  <a:lnTo>
                    <a:pt x="3810" y="24117"/>
                  </a:lnTo>
                  <a:lnTo>
                    <a:pt x="3810" y="19050"/>
                  </a:lnTo>
                  <a:close/>
                </a:path>
                <a:path w="3810" h="220979">
                  <a:moveTo>
                    <a:pt x="381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2700"/>
                  </a:lnTo>
                  <a:close/>
                </a:path>
                <a:path w="3810" h="220979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10" h="220979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6" name="object 2956"/>
            <p:cNvSpPr/>
            <p:nvPr/>
          </p:nvSpPr>
          <p:spPr>
            <a:xfrm>
              <a:off x="6497320" y="5063489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10" h="248920">
                  <a:moveTo>
                    <a:pt x="253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  <a:path w="3810" h="248920">
                  <a:moveTo>
                    <a:pt x="380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6349"/>
                  </a:lnTo>
                  <a:close/>
                </a:path>
                <a:path w="3810" h="248920">
                  <a:moveTo>
                    <a:pt x="380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2699"/>
                  </a:lnTo>
                  <a:close/>
                </a:path>
                <a:path w="3810" h="248920">
                  <a:moveTo>
                    <a:pt x="3809" y="19049"/>
                  </a:moveTo>
                  <a:lnTo>
                    <a:pt x="0" y="19049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19049"/>
                  </a:lnTo>
                  <a:close/>
                </a:path>
                <a:path w="3810" h="248920">
                  <a:moveTo>
                    <a:pt x="3809" y="24129"/>
                  </a:moveTo>
                  <a:lnTo>
                    <a:pt x="0" y="24129"/>
                  </a:lnTo>
                  <a:lnTo>
                    <a:pt x="0" y="220979"/>
                  </a:lnTo>
                  <a:lnTo>
                    <a:pt x="3809" y="220979"/>
                  </a:lnTo>
                  <a:lnTo>
                    <a:pt x="3809" y="24129"/>
                  </a:lnTo>
                  <a:close/>
                </a:path>
                <a:path w="3810" h="248920">
                  <a:moveTo>
                    <a:pt x="3809" y="220979"/>
                  </a:moveTo>
                  <a:lnTo>
                    <a:pt x="0" y="220979"/>
                  </a:lnTo>
                  <a:lnTo>
                    <a:pt x="0" y="227329"/>
                  </a:lnTo>
                  <a:lnTo>
                    <a:pt x="3809" y="227329"/>
                  </a:lnTo>
                  <a:lnTo>
                    <a:pt x="3809" y="220979"/>
                  </a:lnTo>
                  <a:close/>
                </a:path>
                <a:path w="3810" h="248920">
                  <a:moveTo>
                    <a:pt x="3809" y="227329"/>
                  </a:moveTo>
                  <a:lnTo>
                    <a:pt x="0" y="227329"/>
                  </a:lnTo>
                  <a:lnTo>
                    <a:pt x="0" y="229869"/>
                  </a:lnTo>
                  <a:lnTo>
                    <a:pt x="3809" y="229869"/>
                  </a:lnTo>
                  <a:lnTo>
                    <a:pt x="3809" y="227329"/>
                  </a:lnTo>
                  <a:close/>
                </a:path>
                <a:path w="3810" h="248920">
                  <a:moveTo>
                    <a:pt x="3809" y="229869"/>
                  </a:moveTo>
                  <a:lnTo>
                    <a:pt x="0" y="229869"/>
                  </a:lnTo>
                  <a:lnTo>
                    <a:pt x="0" y="233679"/>
                  </a:lnTo>
                  <a:lnTo>
                    <a:pt x="3809" y="233679"/>
                  </a:lnTo>
                  <a:lnTo>
                    <a:pt x="3809" y="229869"/>
                  </a:lnTo>
                  <a:close/>
                </a:path>
                <a:path w="3810" h="248920">
                  <a:moveTo>
                    <a:pt x="3809" y="233679"/>
                  </a:moveTo>
                  <a:lnTo>
                    <a:pt x="0" y="233679"/>
                  </a:lnTo>
                  <a:lnTo>
                    <a:pt x="0" y="236219"/>
                  </a:lnTo>
                  <a:lnTo>
                    <a:pt x="3809" y="236219"/>
                  </a:lnTo>
                  <a:lnTo>
                    <a:pt x="3809" y="233679"/>
                  </a:lnTo>
                  <a:close/>
                </a:path>
                <a:path w="3810" h="248920">
                  <a:moveTo>
                    <a:pt x="3809" y="236219"/>
                  </a:moveTo>
                  <a:lnTo>
                    <a:pt x="0" y="236219"/>
                  </a:lnTo>
                  <a:lnTo>
                    <a:pt x="0" y="240029"/>
                  </a:lnTo>
                  <a:lnTo>
                    <a:pt x="3809" y="240029"/>
                  </a:lnTo>
                  <a:lnTo>
                    <a:pt x="3809" y="236219"/>
                  </a:lnTo>
                  <a:close/>
                </a:path>
                <a:path w="3810" h="248920">
                  <a:moveTo>
                    <a:pt x="3809" y="240029"/>
                  </a:moveTo>
                  <a:lnTo>
                    <a:pt x="0" y="240029"/>
                  </a:lnTo>
                  <a:lnTo>
                    <a:pt x="0" y="242569"/>
                  </a:lnTo>
                  <a:lnTo>
                    <a:pt x="3809" y="242569"/>
                  </a:lnTo>
                  <a:lnTo>
                    <a:pt x="3809" y="240029"/>
                  </a:lnTo>
                  <a:close/>
                </a:path>
                <a:path w="3810" h="248920">
                  <a:moveTo>
                    <a:pt x="3809" y="242569"/>
                  </a:moveTo>
                  <a:lnTo>
                    <a:pt x="0" y="242569"/>
                  </a:lnTo>
                  <a:lnTo>
                    <a:pt x="0" y="246379"/>
                  </a:lnTo>
                  <a:lnTo>
                    <a:pt x="3809" y="246379"/>
                  </a:lnTo>
                  <a:lnTo>
                    <a:pt x="3809" y="242569"/>
                  </a:lnTo>
                  <a:close/>
                </a:path>
                <a:path w="3810" h="248920">
                  <a:moveTo>
                    <a:pt x="3809" y="246379"/>
                  </a:moveTo>
                  <a:lnTo>
                    <a:pt x="0" y="246379"/>
                  </a:lnTo>
                  <a:lnTo>
                    <a:pt x="0" y="248919"/>
                  </a:lnTo>
                  <a:lnTo>
                    <a:pt x="2539" y="248919"/>
                  </a:lnTo>
                  <a:lnTo>
                    <a:pt x="2539" y="247649"/>
                  </a:lnTo>
                  <a:lnTo>
                    <a:pt x="3809" y="247649"/>
                  </a:lnTo>
                  <a:lnTo>
                    <a:pt x="3809" y="246379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7" name="object 2957"/>
            <p:cNvSpPr/>
            <p:nvPr/>
          </p:nvSpPr>
          <p:spPr>
            <a:xfrm>
              <a:off x="6501130" y="5064759"/>
              <a:ext cx="2540" cy="246379"/>
            </a:xfrm>
            <a:custGeom>
              <a:avLst/>
              <a:gdLst/>
              <a:ahLst/>
              <a:cxnLst/>
              <a:rect l="l" t="t" r="r" b="b"/>
              <a:pathLst>
                <a:path w="2540" h="246379">
                  <a:moveTo>
                    <a:pt x="2540" y="245122"/>
                  </a:moveTo>
                  <a:lnTo>
                    <a:pt x="0" y="245122"/>
                  </a:lnTo>
                  <a:lnTo>
                    <a:pt x="0" y="246380"/>
                  </a:lnTo>
                  <a:lnTo>
                    <a:pt x="2540" y="246380"/>
                  </a:lnTo>
                  <a:lnTo>
                    <a:pt x="2540" y="245122"/>
                  </a:lnTo>
                  <a:close/>
                </a:path>
                <a:path w="2540" h="246379">
                  <a:moveTo>
                    <a:pt x="2540" y="241312"/>
                  </a:moveTo>
                  <a:lnTo>
                    <a:pt x="0" y="241312"/>
                  </a:lnTo>
                  <a:lnTo>
                    <a:pt x="0" y="245110"/>
                  </a:lnTo>
                  <a:lnTo>
                    <a:pt x="2540" y="245110"/>
                  </a:lnTo>
                  <a:lnTo>
                    <a:pt x="2540" y="241312"/>
                  </a:lnTo>
                  <a:close/>
                </a:path>
                <a:path w="2540" h="246379">
                  <a:moveTo>
                    <a:pt x="2540" y="238772"/>
                  </a:moveTo>
                  <a:lnTo>
                    <a:pt x="0" y="238772"/>
                  </a:lnTo>
                  <a:lnTo>
                    <a:pt x="0" y="241300"/>
                  </a:lnTo>
                  <a:lnTo>
                    <a:pt x="2540" y="241300"/>
                  </a:lnTo>
                  <a:lnTo>
                    <a:pt x="2540" y="238772"/>
                  </a:lnTo>
                  <a:close/>
                </a:path>
                <a:path w="2540" h="246379">
                  <a:moveTo>
                    <a:pt x="2540" y="234962"/>
                  </a:moveTo>
                  <a:lnTo>
                    <a:pt x="0" y="234962"/>
                  </a:lnTo>
                  <a:lnTo>
                    <a:pt x="0" y="238760"/>
                  </a:lnTo>
                  <a:lnTo>
                    <a:pt x="2540" y="238760"/>
                  </a:lnTo>
                  <a:lnTo>
                    <a:pt x="2540" y="234962"/>
                  </a:lnTo>
                  <a:close/>
                </a:path>
                <a:path w="2540" h="246379">
                  <a:moveTo>
                    <a:pt x="254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540" y="234950"/>
                  </a:lnTo>
                  <a:lnTo>
                    <a:pt x="2540" y="232422"/>
                  </a:lnTo>
                  <a:close/>
                </a:path>
                <a:path w="2540" h="246379">
                  <a:moveTo>
                    <a:pt x="2540" y="228612"/>
                  </a:moveTo>
                  <a:lnTo>
                    <a:pt x="0" y="228612"/>
                  </a:lnTo>
                  <a:lnTo>
                    <a:pt x="0" y="232410"/>
                  </a:lnTo>
                  <a:lnTo>
                    <a:pt x="2540" y="232410"/>
                  </a:lnTo>
                  <a:lnTo>
                    <a:pt x="2540" y="228612"/>
                  </a:lnTo>
                  <a:close/>
                </a:path>
                <a:path w="2540" h="246379">
                  <a:moveTo>
                    <a:pt x="2540" y="226072"/>
                  </a:moveTo>
                  <a:lnTo>
                    <a:pt x="0" y="226072"/>
                  </a:lnTo>
                  <a:lnTo>
                    <a:pt x="0" y="228600"/>
                  </a:lnTo>
                  <a:lnTo>
                    <a:pt x="2540" y="228600"/>
                  </a:lnTo>
                  <a:lnTo>
                    <a:pt x="2540" y="226072"/>
                  </a:lnTo>
                  <a:close/>
                </a:path>
                <a:path w="2540" h="246379">
                  <a:moveTo>
                    <a:pt x="2540" y="219722"/>
                  </a:moveTo>
                  <a:lnTo>
                    <a:pt x="0" y="219722"/>
                  </a:lnTo>
                  <a:lnTo>
                    <a:pt x="0" y="226060"/>
                  </a:lnTo>
                  <a:lnTo>
                    <a:pt x="2540" y="226060"/>
                  </a:lnTo>
                  <a:lnTo>
                    <a:pt x="2540" y="219722"/>
                  </a:lnTo>
                  <a:close/>
                </a:path>
                <a:path w="2540" h="246379">
                  <a:moveTo>
                    <a:pt x="2540" y="22872"/>
                  </a:moveTo>
                  <a:lnTo>
                    <a:pt x="0" y="22872"/>
                  </a:lnTo>
                  <a:lnTo>
                    <a:pt x="0" y="219710"/>
                  </a:lnTo>
                  <a:lnTo>
                    <a:pt x="2540" y="219710"/>
                  </a:lnTo>
                  <a:lnTo>
                    <a:pt x="2540" y="22872"/>
                  </a:lnTo>
                  <a:close/>
                </a:path>
                <a:path w="2540" h="246379">
                  <a:moveTo>
                    <a:pt x="2540" y="17792"/>
                  </a:moveTo>
                  <a:lnTo>
                    <a:pt x="0" y="17792"/>
                  </a:lnTo>
                  <a:lnTo>
                    <a:pt x="0" y="22860"/>
                  </a:lnTo>
                  <a:lnTo>
                    <a:pt x="2540" y="22860"/>
                  </a:lnTo>
                  <a:lnTo>
                    <a:pt x="2540" y="17792"/>
                  </a:lnTo>
                  <a:close/>
                </a:path>
                <a:path w="2540" h="246379">
                  <a:moveTo>
                    <a:pt x="254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2540" y="17780"/>
                  </a:lnTo>
                  <a:lnTo>
                    <a:pt x="2540" y="11442"/>
                  </a:lnTo>
                  <a:close/>
                </a:path>
                <a:path w="2540" h="246379">
                  <a:moveTo>
                    <a:pt x="254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5092"/>
                  </a:lnTo>
                  <a:close/>
                </a:path>
                <a:path w="2540" h="246379">
                  <a:moveTo>
                    <a:pt x="25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8F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8" name="object 2958"/>
            <p:cNvSpPr/>
            <p:nvPr/>
          </p:nvSpPr>
          <p:spPr>
            <a:xfrm>
              <a:off x="6503670" y="5064759"/>
              <a:ext cx="3810" cy="246379"/>
            </a:xfrm>
            <a:custGeom>
              <a:avLst/>
              <a:gdLst/>
              <a:ahLst/>
              <a:cxnLst/>
              <a:rect l="l" t="t" r="r" b="b"/>
              <a:pathLst>
                <a:path w="3809" h="246379">
                  <a:moveTo>
                    <a:pt x="2527" y="245122"/>
                  </a:moveTo>
                  <a:lnTo>
                    <a:pt x="0" y="245122"/>
                  </a:lnTo>
                  <a:lnTo>
                    <a:pt x="0" y="246380"/>
                  </a:lnTo>
                  <a:lnTo>
                    <a:pt x="2527" y="246380"/>
                  </a:lnTo>
                  <a:lnTo>
                    <a:pt x="2527" y="245122"/>
                  </a:lnTo>
                  <a:close/>
                </a:path>
                <a:path w="3809" h="246379">
                  <a:moveTo>
                    <a:pt x="3810" y="241312"/>
                  </a:moveTo>
                  <a:lnTo>
                    <a:pt x="0" y="24131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1312"/>
                  </a:lnTo>
                  <a:close/>
                </a:path>
                <a:path w="3809" h="246379">
                  <a:moveTo>
                    <a:pt x="3810" y="238772"/>
                  </a:moveTo>
                  <a:lnTo>
                    <a:pt x="0" y="23877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8772"/>
                  </a:lnTo>
                  <a:close/>
                </a:path>
                <a:path w="3809" h="246379">
                  <a:moveTo>
                    <a:pt x="3810" y="234962"/>
                  </a:moveTo>
                  <a:lnTo>
                    <a:pt x="0" y="23496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4962"/>
                  </a:lnTo>
                  <a:close/>
                </a:path>
                <a:path w="3809" h="246379">
                  <a:moveTo>
                    <a:pt x="38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2422"/>
                  </a:lnTo>
                  <a:close/>
                </a:path>
                <a:path w="3809" h="246379">
                  <a:moveTo>
                    <a:pt x="3810" y="228612"/>
                  </a:moveTo>
                  <a:lnTo>
                    <a:pt x="0" y="22861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8612"/>
                  </a:lnTo>
                  <a:close/>
                </a:path>
                <a:path w="3809" h="246379">
                  <a:moveTo>
                    <a:pt x="3810" y="226072"/>
                  </a:moveTo>
                  <a:lnTo>
                    <a:pt x="0" y="22607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6072"/>
                  </a:lnTo>
                  <a:close/>
                </a:path>
                <a:path w="3809" h="246379">
                  <a:moveTo>
                    <a:pt x="3810" y="219722"/>
                  </a:moveTo>
                  <a:lnTo>
                    <a:pt x="0" y="21972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19722"/>
                  </a:lnTo>
                  <a:close/>
                </a:path>
                <a:path w="3809" h="246379">
                  <a:moveTo>
                    <a:pt x="3810" y="22872"/>
                  </a:moveTo>
                  <a:lnTo>
                    <a:pt x="0" y="2287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2872"/>
                  </a:lnTo>
                  <a:close/>
                </a:path>
                <a:path w="3809" h="246379">
                  <a:moveTo>
                    <a:pt x="3810" y="17792"/>
                  </a:moveTo>
                  <a:lnTo>
                    <a:pt x="0" y="1779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7792"/>
                  </a:lnTo>
                  <a:close/>
                </a:path>
                <a:path w="3809" h="246379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09" h="246379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09" h="246379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9" name="object 2959"/>
            <p:cNvSpPr/>
            <p:nvPr/>
          </p:nvSpPr>
          <p:spPr>
            <a:xfrm>
              <a:off x="6507480" y="5064759"/>
              <a:ext cx="3810" cy="219710"/>
            </a:xfrm>
            <a:custGeom>
              <a:avLst/>
              <a:gdLst/>
              <a:ahLst/>
              <a:cxnLst/>
              <a:rect l="l" t="t" r="r" b="b"/>
              <a:pathLst>
                <a:path w="3809" h="219710">
                  <a:moveTo>
                    <a:pt x="3810" y="22872"/>
                  </a:moveTo>
                  <a:lnTo>
                    <a:pt x="0" y="2287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2872"/>
                  </a:lnTo>
                  <a:close/>
                </a:path>
                <a:path w="3809" h="219710">
                  <a:moveTo>
                    <a:pt x="3810" y="17792"/>
                  </a:moveTo>
                  <a:lnTo>
                    <a:pt x="0" y="1779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7792"/>
                  </a:lnTo>
                  <a:close/>
                </a:path>
                <a:path w="3809" h="219710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09" h="219710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09" h="219710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0" name="object 2960"/>
            <p:cNvSpPr/>
            <p:nvPr/>
          </p:nvSpPr>
          <p:spPr>
            <a:xfrm>
              <a:off x="6511290" y="5064759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09" h="245110">
                  <a:moveTo>
                    <a:pt x="3810" y="241312"/>
                  </a:moveTo>
                  <a:lnTo>
                    <a:pt x="0" y="24131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1312"/>
                  </a:lnTo>
                  <a:close/>
                </a:path>
                <a:path w="3809" h="245110">
                  <a:moveTo>
                    <a:pt x="3810" y="238772"/>
                  </a:moveTo>
                  <a:lnTo>
                    <a:pt x="0" y="23877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8772"/>
                  </a:lnTo>
                  <a:close/>
                </a:path>
                <a:path w="3809" h="245110">
                  <a:moveTo>
                    <a:pt x="3810" y="234962"/>
                  </a:moveTo>
                  <a:lnTo>
                    <a:pt x="0" y="23496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4962"/>
                  </a:lnTo>
                  <a:close/>
                </a:path>
                <a:path w="3809" h="245110">
                  <a:moveTo>
                    <a:pt x="38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2422"/>
                  </a:lnTo>
                  <a:close/>
                </a:path>
                <a:path w="3809" h="245110">
                  <a:moveTo>
                    <a:pt x="3810" y="228612"/>
                  </a:moveTo>
                  <a:lnTo>
                    <a:pt x="0" y="22861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8612"/>
                  </a:lnTo>
                  <a:close/>
                </a:path>
                <a:path w="3809" h="245110">
                  <a:moveTo>
                    <a:pt x="3810" y="226072"/>
                  </a:moveTo>
                  <a:lnTo>
                    <a:pt x="0" y="22607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6072"/>
                  </a:lnTo>
                  <a:close/>
                </a:path>
                <a:path w="3809" h="245110">
                  <a:moveTo>
                    <a:pt x="3810" y="219722"/>
                  </a:moveTo>
                  <a:lnTo>
                    <a:pt x="0" y="21972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19722"/>
                  </a:lnTo>
                  <a:close/>
                </a:path>
                <a:path w="3809" h="245110">
                  <a:moveTo>
                    <a:pt x="3810" y="22872"/>
                  </a:moveTo>
                  <a:lnTo>
                    <a:pt x="0" y="2287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2872"/>
                  </a:lnTo>
                  <a:close/>
                </a:path>
                <a:path w="3809" h="245110">
                  <a:moveTo>
                    <a:pt x="3810" y="17792"/>
                  </a:moveTo>
                  <a:lnTo>
                    <a:pt x="0" y="1779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7792"/>
                  </a:lnTo>
                  <a:close/>
                </a:path>
                <a:path w="3809" h="245110">
                  <a:moveTo>
                    <a:pt x="3810" y="11442"/>
                  </a:moveTo>
                  <a:lnTo>
                    <a:pt x="0" y="1144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1442"/>
                  </a:lnTo>
                  <a:close/>
                </a:path>
                <a:path w="3809" h="245110">
                  <a:moveTo>
                    <a:pt x="381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5092"/>
                  </a:lnTo>
                  <a:close/>
                </a:path>
                <a:path w="3809" h="245110">
                  <a:moveTo>
                    <a:pt x="38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7A6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1" name="object 2961"/>
            <p:cNvSpPr/>
            <p:nvPr/>
          </p:nvSpPr>
          <p:spPr>
            <a:xfrm>
              <a:off x="6515100" y="5064759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09" h="245110">
                  <a:moveTo>
                    <a:pt x="254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09" h="245110">
                  <a:moveTo>
                    <a:pt x="380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5080"/>
                  </a:lnTo>
                  <a:close/>
                </a:path>
                <a:path w="3809" h="245110">
                  <a:moveTo>
                    <a:pt x="380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1430"/>
                  </a:lnTo>
                  <a:close/>
                </a:path>
                <a:path w="3809" h="245110">
                  <a:moveTo>
                    <a:pt x="3809" y="17780"/>
                  </a:moveTo>
                  <a:lnTo>
                    <a:pt x="0" y="17780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17780"/>
                  </a:lnTo>
                  <a:close/>
                </a:path>
                <a:path w="3809" h="245110">
                  <a:moveTo>
                    <a:pt x="3809" y="22860"/>
                  </a:moveTo>
                  <a:lnTo>
                    <a:pt x="0" y="22860"/>
                  </a:lnTo>
                  <a:lnTo>
                    <a:pt x="0" y="219709"/>
                  </a:lnTo>
                  <a:lnTo>
                    <a:pt x="3809" y="219709"/>
                  </a:lnTo>
                  <a:lnTo>
                    <a:pt x="3809" y="22860"/>
                  </a:lnTo>
                  <a:close/>
                </a:path>
                <a:path w="3809" h="245110">
                  <a:moveTo>
                    <a:pt x="3809" y="219709"/>
                  </a:moveTo>
                  <a:lnTo>
                    <a:pt x="0" y="219709"/>
                  </a:lnTo>
                  <a:lnTo>
                    <a:pt x="0" y="226059"/>
                  </a:lnTo>
                  <a:lnTo>
                    <a:pt x="3809" y="226059"/>
                  </a:lnTo>
                  <a:lnTo>
                    <a:pt x="3809" y="219709"/>
                  </a:lnTo>
                  <a:close/>
                </a:path>
                <a:path w="3809" h="245110">
                  <a:moveTo>
                    <a:pt x="3809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3809" y="228599"/>
                  </a:lnTo>
                  <a:lnTo>
                    <a:pt x="3809" y="226059"/>
                  </a:lnTo>
                  <a:close/>
                </a:path>
                <a:path w="3809" h="245110">
                  <a:moveTo>
                    <a:pt x="3809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3809" y="232409"/>
                  </a:lnTo>
                  <a:lnTo>
                    <a:pt x="3809" y="228600"/>
                  </a:lnTo>
                  <a:close/>
                </a:path>
                <a:path w="3809" h="245110">
                  <a:moveTo>
                    <a:pt x="3809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3809" y="234949"/>
                  </a:lnTo>
                  <a:lnTo>
                    <a:pt x="3809" y="232409"/>
                  </a:lnTo>
                  <a:close/>
                </a:path>
                <a:path w="3809" h="245110">
                  <a:moveTo>
                    <a:pt x="3809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3809" y="238759"/>
                  </a:lnTo>
                  <a:lnTo>
                    <a:pt x="3809" y="234950"/>
                  </a:lnTo>
                  <a:close/>
                </a:path>
                <a:path w="3809" h="245110">
                  <a:moveTo>
                    <a:pt x="3809" y="238759"/>
                  </a:moveTo>
                  <a:lnTo>
                    <a:pt x="0" y="238759"/>
                  </a:lnTo>
                  <a:lnTo>
                    <a:pt x="0" y="241299"/>
                  </a:lnTo>
                  <a:lnTo>
                    <a:pt x="3809" y="241299"/>
                  </a:lnTo>
                  <a:lnTo>
                    <a:pt x="3809" y="238759"/>
                  </a:lnTo>
                  <a:close/>
                </a:path>
                <a:path w="3809" h="245110">
                  <a:moveTo>
                    <a:pt x="3809" y="241300"/>
                  </a:moveTo>
                  <a:lnTo>
                    <a:pt x="0" y="241300"/>
                  </a:lnTo>
                  <a:lnTo>
                    <a:pt x="0" y="245109"/>
                  </a:lnTo>
                  <a:lnTo>
                    <a:pt x="3809" y="245109"/>
                  </a:lnTo>
                  <a:lnTo>
                    <a:pt x="3809" y="241300"/>
                  </a:lnTo>
                  <a:close/>
                </a:path>
              </a:pathLst>
            </a:custGeom>
            <a:solidFill>
              <a:srgbClr val="99A8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2" name="object 2962"/>
            <p:cNvSpPr/>
            <p:nvPr/>
          </p:nvSpPr>
          <p:spPr>
            <a:xfrm>
              <a:off x="6518897" y="5066030"/>
              <a:ext cx="4445" cy="218440"/>
            </a:xfrm>
            <a:custGeom>
              <a:avLst/>
              <a:gdLst/>
              <a:ahLst/>
              <a:cxnLst/>
              <a:rect l="l" t="t" r="r" b="b"/>
              <a:pathLst>
                <a:path w="4445" h="218439">
                  <a:moveTo>
                    <a:pt x="3822" y="21602"/>
                  </a:moveTo>
                  <a:lnTo>
                    <a:pt x="0" y="21602"/>
                  </a:lnTo>
                  <a:lnTo>
                    <a:pt x="0" y="218440"/>
                  </a:lnTo>
                  <a:lnTo>
                    <a:pt x="3822" y="218440"/>
                  </a:lnTo>
                  <a:lnTo>
                    <a:pt x="3822" y="21602"/>
                  </a:lnTo>
                  <a:close/>
                </a:path>
                <a:path w="4445" h="218439">
                  <a:moveTo>
                    <a:pt x="3822" y="16522"/>
                  </a:moveTo>
                  <a:lnTo>
                    <a:pt x="0" y="16522"/>
                  </a:lnTo>
                  <a:lnTo>
                    <a:pt x="0" y="21590"/>
                  </a:lnTo>
                  <a:lnTo>
                    <a:pt x="3822" y="21590"/>
                  </a:lnTo>
                  <a:lnTo>
                    <a:pt x="3822" y="16522"/>
                  </a:lnTo>
                  <a:close/>
                </a:path>
                <a:path w="4445" h="218439">
                  <a:moveTo>
                    <a:pt x="3822" y="10172"/>
                  </a:moveTo>
                  <a:lnTo>
                    <a:pt x="0" y="10172"/>
                  </a:lnTo>
                  <a:lnTo>
                    <a:pt x="0" y="16510"/>
                  </a:lnTo>
                  <a:lnTo>
                    <a:pt x="3822" y="16510"/>
                  </a:lnTo>
                  <a:lnTo>
                    <a:pt x="3822" y="10172"/>
                  </a:lnTo>
                  <a:close/>
                </a:path>
                <a:path w="4445" h="218439">
                  <a:moveTo>
                    <a:pt x="3822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22" y="10160"/>
                  </a:lnTo>
                  <a:lnTo>
                    <a:pt x="3822" y="3822"/>
                  </a:lnTo>
                  <a:close/>
                </a:path>
                <a:path w="4445" h="218439">
                  <a:moveTo>
                    <a:pt x="3822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22" y="3810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9CA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3" name="object 2963"/>
            <p:cNvSpPr/>
            <p:nvPr/>
          </p:nvSpPr>
          <p:spPr>
            <a:xfrm>
              <a:off x="6522720" y="5066030"/>
              <a:ext cx="2540" cy="243840"/>
            </a:xfrm>
            <a:custGeom>
              <a:avLst/>
              <a:gdLst/>
              <a:ahLst/>
              <a:cxnLst/>
              <a:rect l="l" t="t" r="r" b="b"/>
              <a:pathLst>
                <a:path w="2540" h="243839">
                  <a:moveTo>
                    <a:pt x="127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39" y="3810"/>
                  </a:lnTo>
                  <a:lnTo>
                    <a:pt x="2539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2540" h="243839">
                  <a:moveTo>
                    <a:pt x="253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2539" y="10160"/>
                  </a:lnTo>
                  <a:lnTo>
                    <a:pt x="2539" y="3810"/>
                  </a:lnTo>
                  <a:close/>
                </a:path>
                <a:path w="2540" h="243839">
                  <a:moveTo>
                    <a:pt x="2539" y="10160"/>
                  </a:moveTo>
                  <a:lnTo>
                    <a:pt x="0" y="10160"/>
                  </a:lnTo>
                  <a:lnTo>
                    <a:pt x="0" y="16510"/>
                  </a:lnTo>
                  <a:lnTo>
                    <a:pt x="2539" y="16510"/>
                  </a:lnTo>
                  <a:lnTo>
                    <a:pt x="2539" y="10160"/>
                  </a:lnTo>
                  <a:close/>
                </a:path>
                <a:path w="2540" h="243839">
                  <a:moveTo>
                    <a:pt x="2539" y="16510"/>
                  </a:moveTo>
                  <a:lnTo>
                    <a:pt x="0" y="16510"/>
                  </a:lnTo>
                  <a:lnTo>
                    <a:pt x="0" y="21590"/>
                  </a:lnTo>
                  <a:lnTo>
                    <a:pt x="2539" y="21590"/>
                  </a:lnTo>
                  <a:lnTo>
                    <a:pt x="2539" y="16510"/>
                  </a:lnTo>
                  <a:close/>
                </a:path>
                <a:path w="2540" h="243839">
                  <a:moveTo>
                    <a:pt x="2539" y="21590"/>
                  </a:moveTo>
                  <a:lnTo>
                    <a:pt x="0" y="21590"/>
                  </a:lnTo>
                  <a:lnTo>
                    <a:pt x="0" y="218440"/>
                  </a:lnTo>
                  <a:lnTo>
                    <a:pt x="2539" y="218440"/>
                  </a:lnTo>
                  <a:lnTo>
                    <a:pt x="2539" y="21590"/>
                  </a:lnTo>
                  <a:close/>
                </a:path>
                <a:path w="2540" h="243839">
                  <a:moveTo>
                    <a:pt x="2539" y="218440"/>
                  </a:moveTo>
                  <a:lnTo>
                    <a:pt x="0" y="218440"/>
                  </a:lnTo>
                  <a:lnTo>
                    <a:pt x="0" y="224790"/>
                  </a:lnTo>
                  <a:lnTo>
                    <a:pt x="2539" y="224790"/>
                  </a:lnTo>
                  <a:lnTo>
                    <a:pt x="2539" y="218440"/>
                  </a:lnTo>
                  <a:close/>
                </a:path>
                <a:path w="2540" h="243839">
                  <a:moveTo>
                    <a:pt x="2539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2539" y="227330"/>
                  </a:lnTo>
                  <a:lnTo>
                    <a:pt x="2539" y="224790"/>
                  </a:lnTo>
                  <a:close/>
                </a:path>
                <a:path w="2540" h="243839">
                  <a:moveTo>
                    <a:pt x="2539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2539" y="231140"/>
                  </a:lnTo>
                  <a:lnTo>
                    <a:pt x="2539" y="227330"/>
                  </a:lnTo>
                  <a:close/>
                </a:path>
                <a:path w="2540" h="243839">
                  <a:moveTo>
                    <a:pt x="2539" y="231140"/>
                  </a:moveTo>
                  <a:lnTo>
                    <a:pt x="0" y="231140"/>
                  </a:lnTo>
                  <a:lnTo>
                    <a:pt x="0" y="233680"/>
                  </a:lnTo>
                  <a:lnTo>
                    <a:pt x="2539" y="233680"/>
                  </a:lnTo>
                  <a:lnTo>
                    <a:pt x="2539" y="231140"/>
                  </a:lnTo>
                  <a:close/>
                </a:path>
                <a:path w="2540" h="243839">
                  <a:moveTo>
                    <a:pt x="2539" y="233680"/>
                  </a:moveTo>
                  <a:lnTo>
                    <a:pt x="0" y="233680"/>
                  </a:lnTo>
                  <a:lnTo>
                    <a:pt x="0" y="237490"/>
                  </a:lnTo>
                  <a:lnTo>
                    <a:pt x="2539" y="237490"/>
                  </a:lnTo>
                  <a:lnTo>
                    <a:pt x="2539" y="233680"/>
                  </a:lnTo>
                  <a:close/>
                </a:path>
                <a:path w="2540" h="243839">
                  <a:moveTo>
                    <a:pt x="2539" y="237490"/>
                  </a:moveTo>
                  <a:lnTo>
                    <a:pt x="0" y="237490"/>
                  </a:lnTo>
                  <a:lnTo>
                    <a:pt x="0" y="240030"/>
                  </a:lnTo>
                  <a:lnTo>
                    <a:pt x="2539" y="240030"/>
                  </a:lnTo>
                  <a:lnTo>
                    <a:pt x="2539" y="237490"/>
                  </a:lnTo>
                  <a:close/>
                </a:path>
                <a:path w="2540" h="243839">
                  <a:moveTo>
                    <a:pt x="2539" y="240030"/>
                  </a:moveTo>
                  <a:lnTo>
                    <a:pt x="0" y="240030"/>
                  </a:lnTo>
                  <a:lnTo>
                    <a:pt x="0" y="243840"/>
                  </a:lnTo>
                  <a:lnTo>
                    <a:pt x="1270" y="243840"/>
                  </a:lnTo>
                  <a:lnTo>
                    <a:pt x="1270" y="242570"/>
                  </a:lnTo>
                  <a:lnTo>
                    <a:pt x="2539" y="242570"/>
                  </a:lnTo>
                  <a:lnTo>
                    <a:pt x="2539" y="240030"/>
                  </a:lnTo>
                  <a:close/>
                </a:path>
              </a:pathLst>
            </a:custGeom>
            <a:solidFill>
              <a:srgbClr val="9FA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4" name="object 2964"/>
            <p:cNvSpPr/>
            <p:nvPr/>
          </p:nvSpPr>
          <p:spPr>
            <a:xfrm>
              <a:off x="6525260" y="5067300"/>
              <a:ext cx="3810" cy="241300"/>
            </a:xfrm>
            <a:custGeom>
              <a:avLst/>
              <a:gdLst/>
              <a:ahLst/>
              <a:cxnLst/>
              <a:rect l="l" t="t" r="r" b="b"/>
              <a:pathLst>
                <a:path w="3809" h="241300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09" h="241300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09" h="241300">
                  <a:moveTo>
                    <a:pt x="381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8890"/>
                  </a:lnTo>
                  <a:close/>
                </a:path>
                <a:path w="3809" h="241300">
                  <a:moveTo>
                    <a:pt x="3810" y="15240"/>
                  </a:moveTo>
                  <a:lnTo>
                    <a:pt x="0" y="15240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5240"/>
                  </a:lnTo>
                  <a:close/>
                </a:path>
                <a:path w="3809" h="241300">
                  <a:moveTo>
                    <a:pt x="3810" y="20320"/>
                  </a:moveTo>
                  <a:lnTo>
                    <a:pt x="0" y="20320"/>
                  </a:lnTo>
                  <a:lnTo>
                    <a:pt x="0" y="217169"/>
                  </a:lnTo>
                  <a:lnTo>
                    <a:pt x="3810" y="217169"/>
                  </a:lnTo>
                  <a:lnTo>
                    <a:pt x="3810" y="20320"/>
                  </a:lnTo>
                  <a:close/>
                </a:path>
                <a:path w="3809" h="241300">
                  <a:moveTo>
                    <a:pt x="3810" y="217170"/>
                  </a:moveTo>
                  <a:lnTo>
                    <a:pt x="0" y="217170"/>
                  </a:lnTo>
                  <a:lnTo>
                    <a:pt x="0" y="223519"/>
                  </a:lnTo>
                  <a:lnTo>
                    <a:pt x="3810" y="223519"/>
                  </a:lnTo>
                  <a:lnTo>
                    <a:pt x="3810" y="217170"/>
                  </a:lnTo>
                  <a:close/>
                </a:path>
                <a:path w="3809" h="241300">
                  <a:moveTo>
                    <a:pt x="3810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23520"/>
                  </a:lnTo>
                  <a:close/>
                </a:path>
                <a:path w="3809" h="241300">
                  <a:moveTo>
                    <a:pt x="3810" y="226060"/>
                  </a:moveTo>
                  <a:lnTo>
                    <a:pt x="0" y="226060"/>
                  </a:lnTo>
                  <a:lnTo>
                    <a:pt x="0" y="229869"/>
                  </a:lnTo>
                  <a:lnTo>
                    <a:pt x="3810" y="229869"/>
                  </a:lnTo>
                  <a:lnTo>
                    <a:pt x="3810" y="226060"/>
                  </a:lnTo>
                  <a:close/>
                </a:path>
                <a:path w="3809" h="241300">
                  <a:moveTo>
                    <a:pt x="3810" y="229870"/>
                  </a:moveTo>
                  <a:lnTo>
                    <a:pt x="0" y="22987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9870"/>
                  </a:lnTo>
                  <a:close/>
                </a:path>
                <a:path w="3809" h="241300">
                  <a:moveTo>
                    <a:pt x="3810" y="232410"/>
                  </a:moveTo>
                  <a:lnTo>
                    <a:pt x="0" y="232410"/>
                  </a:lnTo>
                  <a:lnTo>
                    <a:pt x="0" y="236219"/>
                  </a:lnTo>
                  <a:lnTo>
                    <a:pt x="3810" y="236219"/>
                  </a:lnTo>
                  <a:lnTo>
                    <a:pt x="3810" y="232410"/>
                  </a:lnTo>
                  <a:close/>
                </a:path>
                <a:path w="3809" h="241300">
                  <a:moveTo>
                    <a:pt x="3810" y="236220"/>
                  </a:moveTo>
                  <a:lnTo>
                    <a:pt x="0" y="236220"/>
                  </a:lnTo>
                  <a:lnTo>
                    <a:pt x="0" y="238759"/>
                  </a:lnTo>
                  <a:lnTo>
                    <a:pt x="3810" y="238759"/>
                  </a:lnTo>
                  <a:lnTo>
                    <a:pt x="3810" y="236220"/>
                  </a:lnTo>
                  <a:close/>
                </a:path>
                <a:path w="3809" h="241300">
                  <a:moveTo>
                    <a:pt x="3810" y="238760"/>
                  </a:moveTo>
                  <a:lnTo>
                    <a:pt x="0" y="238760"/>
                  </a:lnTo>
                  <a:lnTo>
                    <a:pt x="0" y="241300"/>
                  </a:lnTo>
                  <a:lnTo>
                    <a:pt x="2540" y="241300"/>
                  </a:lnTo>
                  <a:lnTo>
                    <a:pt x="2540" y="240030"/>
                  </a:lnTo>
                  <a:lnTo>
                    <a:pt x="3810" y="240030"/>
                  </a:lnTo>
                  <a:lnTo>
                    <a:pt x="3810" y="238760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5" name="object 2965"/>
            <p:cNvSpPr/>
            <p:nvPr/>
          </p:nvSpPr>
          <p:spPr>
            <a:xfrm>
              <a:off x="6529070" y="5067300"/>
              <a:ext cx="3810" cy="240029"/>
            </a:xfrm>
            <a:custGeom>
              <a:avLst/>
              <a:gdLst/>
              <a:ahLst/>
              <a:cxnLst/>
              <a:rect l="l" t="t" r="r" b="b"/>
              <a:pathLst>
                <a:path w="3809" h="240029">
                  <a:moveTo>
                    <a:pt x="253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  <a:path w="3809" h="240029">
                  <a:moveTo>
                    <a:pt x="3809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2540"/>
                  </a:lnTo>
                  <a:close/>
                </a:path>
                <a:path w="3809" h="240029">
                  <a:moveTo>
                    <a:pt x="3809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8890"/>
                  </a:lnTo>
                  <a:close/>
                </a:path>
                <a:path w="3809" h="240029">
                  <a:moveTo>
                    <a:pt x="3809" y="15240"/>
                  </a:moveTo>
                  <a:lnTo>
                    <a:pt x="0" y="15240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5240"/>
                  </a:lnTo>
                  <a:close/>
                </a:path>
                <a:path w="3809" h="240029">
                  <a:moveTo>
                    <a:pt x="3809" y="20320"/>
                  </a:moveTo>
                  <a:lnTo>
                    <a:pt x="0" y="20320"/>
                  </a:lnTo>
                  <a:lnTo>
                    <a:pt x="0" y="217169"/>
                  </a:lnTo>
                  <a:lnTo>
                    <a:pt x="3809" y="217169"/>
                  </a:lnTo>
                  <a:lnTo>
                    <a:pt x="3809" y="20320"/>
                  </a:lnTo>
                  <a:close/>
                </a:path>
                <a:path w="3809" h="240029">
                  <a:moveTo>
                    <a:pt x="3809" y="217170"/>
                  </a:moveTo>
                  <a:lnTo>
                    <a:pt x="0" y="217170"/>
                  </a:lnTo>
                  <a:lnTo>
                    <a:pt x="0" y="223519"/>
                  </a:lnTo>
                  <a:lnTo>
                    <a:pt x="3809" y="223519"/>
                  </a:lnTo>
                  <a:lnTo>
                    <a:pt x="3809" y="217170"/>
                  </a:lnTo>
                  <a:close/>
                </a:path>
                <a:path w="3809" h="240029">
                  <a:moveTo>
                    <a:pt x="3809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3809" y="226059"/>
                  </a:lnTo>
                  <a:lnTo>
                    <a:pt x="3809" y="223520"/>
                  </a:lnTo>
                  <a:close/>
                </a:path>
                <a:path w="3809" h="240029">
                  <a:moveTo>
                    <a:pt x="3809" y="226060"/>
                  </a:moveTo>
                  <a:lnTo>
                    <a:pt x="0" y="226060"/>
                  </a:lnTo>
                  <a:lnTo>
                    <a:pt x="0" y="229869"/>
                  </a:lnTo>
                  <a:lnTo>
                    <a:pt x="3809" y="229869"/>
                  </a:lnTo>
                  <a:lnTo>
                    <a:pt x="3809" y="226060"/>
                  </a:lnTo>
                  <a:close/>
                </a:path>
                <a:path w="3809" h="240029">
                  <a:moveTo>
                    <a:pt x="3809" y="229870"/>
                  </a:moveTo>
                  <a:lnTo>
                    <a:pt x="0" y="229870"/>
                  </a:lnTo>
                  <a:lnTo>
                    <a:pt x="0" y="232409"/>
                  </a:lnTo>
                  <a:lnTo>
                    <a:pt x="3809" y="232409"/>
                  </a:lnTo>
                  <a:lnTo>
                    <a:pt x="3809" y="229870"/>
                  </a:lnTo>
                  <a:close/>
                </a:path>
                <a:path w="3809" h="240029">
                  <a:moveTo>
                    <a:pt x="3809" y="232410"/>
                  </a:moveTo>
                  <a:lnTo>
                    <a:pt x="0" y="232410"/>
                  </a:lnTo>
                  <a:lnTo>
                    <a:pt x="0" y="236219"/>
                  </a:lnTo>
                  <a:lnTo>
                    <a:pt x="3809" y="236219"/>
                  </a:lnTo>
                  <a:lnTo>
                    <a:pt x="3809" y="232410"/>
                  </a:lnTo>
                  <a:close/>
                </a:path>
                <a:path w="3809" h="240029">
                  <a:moveTo>
                    <a:pt x="3809" y="236220"/>
                  </a:moveTo>
                  <a:lnTo>
                    <a:pt x="0" y="236220"/>
                  </a:lnTo>
                  <a:lnTo>
                    <a:pt x="0" y="238759"/>
                  </a:lnTo>
                  <a:lnTo>
                    <a:pt x="3809" y="238759"/>
                  </a:lnTo>
                  <a:lnTo>
                    <a:pt x="3809" y="236220"/>
                  </a:lnTo>
                  <a:close/>
                </a:path>
                <a:path w="3809" h="240029">
                  <a:moveTo>
                    <a:pt x="3809" y="238760"/>
                  </a:moveTo>
                  <a:lnTo>
                    <a:pt x="0" y="238760"/>
                  </a:lnTo>
                  <a:lnTo>
                    <a:pt x="0" y="240030"/>
                  </a:lnTo>
                  <a:lnTo>
                    <a:pt x="3809" y="240030"/>
                  </a:lnTo>
                  <a:lnTo>
                    <a:pt x="3809" y="238760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6" name="object 2966"/>
            <p:cNvSpPr/>
            <p:nvPr/>
          </p:nvSpPr>
          <p:spPr>
            <a:xfrm>
              <a:off x="6532880" y="5068569"/>
              <a:ext cx="3810" cy="238760"/>
            </a:xfrm>
            <a:custGeom>
              <a:avLst/>
              <a:gdLst/>
              <a:ahLst/>
              <a:cxnLst/>
              <a:rect l="l" t="t" r="r" b="b"/>
              <a:pathLst>
                <a:path w="3809" h="238760">
                  <a:moveTo>
                    <a:pt x="2540" y="237502"/>
                  </a:moveTo>
                  <a:lnTo>
                    <a:pt x="0" y="237502"/>
                  </a:lnTo>
                  <a:lnTo>
                    <a:pt x="0" y="238760"/>
                  </a:lnTo>
                  <a:lnTo>
                    <a:pt x="2540" y="238760"/>
                  </a:lnTo>
                  <a:lnTo>
                    <a:pt x="2540" y="237502"/>
                  </a:lnTo>
                  <a:close/>
                </a:path>
                <a:path w="3809" h="238760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09" h="23876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09" h="23876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09" h="238760">
                  <a:moveTo>
                    <a:pt x="381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4802"/>
                  </a:lnTo>
                  <a:close/>
                </a:path>
                <a:path w="3809" h="238760">
                  <a:moveTo>
                    <a:pt x="381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2262"/>
                  </a:lnTo>
                  <a:close/>
                </a:path>
                <a:path w="3809" h="238760">
                  <a:moveTo>
                    <a:pt x="3810" y="215912"/>
                  </a:moveTo>
                  <a:lnTo>
                    <a:pt x="0" y="21591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15912"/>
                  </a:lnTo>
                  <a:close/>
                </a:path>
                <a:path w="3809" h="238760">
                  <a:moveTo>
                    <a:pt x="3810" y="19062"/>
                  </a:moveTo>
                  <a:lnTo>
                    <a:pt x="0" y="19062"/>
                  </a:lnTo>
                  <a:lnTo>
                    <a:pt x="0" y="215900"/>
                  </a:lnTo>
                  <a:lnTo>
                    <a:pt x="3810" y="215900"/>
                  </a:lnTo>
                  <a:lnTo>
                    <a:pt x="3810" y="19062"/>
                  </a:lnTo>
                  <a:close/>
                </a:path>
                <a:path w="3809" h="238760">
                  <a:moveTo>
                    <a:pt x="3810" y="13982"/>
                  </a:moveTo>
                  <a:lnTo>
                    <a:pt x="0" y="13982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3982"/>
                  </a:lnTo>
                  <a:close/>
                </a:path>
                <a:path w="3809" h="2387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387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387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7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7" name="object 2967"/>
            <p:cNvSpPr/>
            <p:nvPr/>
          </p:nvSpPr>
          <p:spPr>
            <a:xfrm>
              <a:off x="6536690" y="5069852"/>
              <a:ext cx="3810" cy="214629"/>
            </a:xfrm>
            <a:custGeom>
              <a:avLst/>
              <a:gdLst/>
              <a:ahLst/>
              <a:cxnLst/>
              <a:rect l="l" t="t" r="r" b="b"/>
              <a:pathLst>
                <a:path w="3809" h="214629">
                  <a:moveTo>
                    <a:pt x="3810" y="17780"/>
                  </a:moveTo>
                  <a:lnTo>
                    <a:pt x="0" y="17780"/>
                  </a:lnTo>
                  <a:lnTo>
                    <a:pt x="0" y="214617"/>
                  </a:lnTo>
                  <a:lnTo>
                    <a:pt x="3810" y="214617"/>
                  </a:lnTo>
                  <a:lnTo>
                    <a:pt x="3810" y="17780"/>
                  </a:lnTo>
                  <a:close/>
                </a:path>
                <a:path w="3809" h="214629">
                  <a:moveTo>
                    <a:pt x="3810" y="12700"/>
                  </a:moveTo>
                  <a:lnTo>
                    <a:pt x="0" y="12700"/>
                  </a:lnTo>
                  <a:lnTo>
                    <a:pt x="0" y="17767"/>
                  </a:lnTo>
                  <a:lnTo>
                    <a:pt x="3810" y="17767"/>
                  </a:lnTo>
                  <a:lnTo>
                    <a:pt x="3810" y="12700"/>
                  </a:lnTo>
                  <a:close/>
                </a:path>
                <a:path w="3809" h="214629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09" h="214629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8" name="object 2968"/>
            <p:cNvSpPr/>
            <p:nvPr/>
          </p:nvSpPr>
          <p:spPr>
            <a:xfrm>
              <a:off x="6540500" y="5069839"/>
              <a:ext cx="3810" cy="236220"/>
            </a:xfrm>
            <a:custGeom>
              <a:avLst/>
              <a:gdLst/>
              <a:ahLst/>
              <a:cxnLst/>
              <a:rect l="l" t="t" r="r" b="b"/>
              <a:pathLst>
                <a:path w="3809" h="236220">
                  <a:moveTo>
                    <a:pt x="127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236220">
                  <a:moveTo>
                    <a:pt x="380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6349"/>
                  </a:lnTo>
                  <a:close/>
                </a:path>
                <a:path w="3809" h="236220">
                  <a:moveTo>
                    <a:pt x="3809" y="12699"/>
                  </a:moveTo>
                  <a:lnTo>
                    <a:pt x="0" y="12699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2699"/>
                  </a:lnTo>
                  <a:close/>
                </a:path>
                <a:path w="3809" h="236220">
                  <a:moveTo>
                    <a:pt x="3809" y="17779"/>
                  </a:moveTo>
                  <a:lnTo>
                    <a:pt x="0" y="17779"/>
                  </a:lnTo>
                  <a:lnTo>
                    <a:pt x="0" y="214629"/>
                  </a:lnTo>
                  <a:lnTo>
                    <a:pt x="3809" y="214629"/>
                  </a:lnTo>
                  <a:lnTo>
                    <a:pt x="3809" y="17779"/>
                  </a:lnTo>
                  <a:close/>
                </a:path>
                <a:path w="3809" h="236220">
                  <a:moveTo>
                    <a:pt x="3809" y="214629"/>
                  </a:moveTo>
                  <a:lnTo>
                    <a:pt x="0" y="214629"/>
                  </a:lnTo>
                  <a:lnTo>
                    <a:pt x="0" y="220979"/>
                  </a:lnTo>
                  <a:lnTo>
                    <a:pt x="3809" y="220979"/>
                  </a:lnTo>
                  <a:lnTo>
                    <a:pt x="3809" y="214629"/>
                  </a:lnTo>
                  <a:close/>
                </a:path>
                <a:path w="3809" h="236220">
                  <a:moveTo>
                    <a:pt x="3809" y="220979"/>
                  </a:moveTo>
                  <a:lnTo>
                    <a:pt x="0" y="220979"/>
                  </a:lnTo>
                  <a:lnTo>
                    <a:pt x="0" y="223519"/>
                  </a:lnTo>
                  <a:lnTo>
                    <a:pt x="3809" y="223519"/>
                  </a:lnTo>
                  <a:lnTo>
                    <a:pt x="3809" y="220979"/>
                  </a:lnTo>
                  <a:close/>
                </a:path>
                <a:path w="3809" h="236220">
                  <a:moveTo>
                    <a:pt x="3809" y="223519"/>
                  </a:moveTo>
                  <a:lnTo>
                    <a:pt x="0" y="223519"/>
                  </a:lnTo>
                  <a:lnTo>
                    <a:pt x="0" y="227329"/>
                  </a:lnTo>
                  <a:lnTo>
                    <a:pt x="3809" y="227329"/>
                  </a:lnTo>
                  <a:lnTo>
                    <a:pt x="3809" y="223519"/>
                  </a:lnTo>
                  <a:close/>
                </a:path>
                <a:path w="3809" h="236220">
                  <a:moveTo>
                    <a:pt x="3809" y="227329"/>
                  </a:moveTo>
                  <a:lnTo>
                    <a:pt x="0" y="227329"/>
                  </a:lnTo>
                  <a:lnTo>
                    <a:pt x="0" y="229869"/>
                  </a:lnTo>
                  <a:lnTo>
                    <a:pt x="3809" y="229869"/>
                  </a:lnTo>
                  <a:lnTo>
                    <a:pt x="3809" y="227329"/>
                  </a:lnTo>
                  <a:close/>
                </a:path>
                <a:path w="3809" h="236220">
                  <a:moveTo>
                    <a:pt x="3809" y="229869"/>
                  </a:moveTo>
                  <a:lnTo>
                    <a:pt x="0" y="229869"/>
                  </a:lnTo>
                  <a:lnTo>
                    <a:pt x="0" y="233679"/>
                  </a:lnTo>
                  <a:lnTo>
                    <a:pt x="3809" y="233679"/>
                  </a:lnTo>
                  <a:lnTo>
                    <a:pt x="3809" y="229869"/>
                  </a:lnTo>
                  <a:close/>
                </a:path>
                <a:path w="3809" h="236220">
                  <a:moveTo>
                    <a:pt x="3809" y="233679"/>
                  </a:moveTo>
                  <a:lnTo>
                    <a:pt x="0" y="233679"/>
                  </a:lnTo>
                  <a:lnTo>
                    <a:pt x="0" y="236219"/>
                  </a:lnTo>
                  <a:lnTo>
                    <a:pt x="3809" y="236219"/>
                  </a:lnTo>
                  <a:lnTo>
                    <a:pt x="3809" y="233679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9" name="object 2969"/>
            <p:cNvSpPr/>
            <p:nvPr/>
          </p:nvSpPr>
          <p:spPr>
            <a:xfrm>
              <a:off x="6544310" y="5071109"/>
              <a:ext cx="3810" cy="234950"/>
            </a:xfrm>
            <a:custGeom>
              <a:avLst/>
              <a:gdLst/>
              <a:ahLst/>
              <a:cxnLst/>
              <a:rect l="l" t="t" r="r" b="b"/>
              <a:pathLst>
                <a:path w="3809" h="234950">
                  <a:moveTo>
                    <a:pt x="127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234950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09" h="234950">
                  <a:moveTo>
                    <a:pt x="3810" y="11430"/>
                  </a:moveTo>
                  <a:lnTo>
                    <a:pt x="0" y="1143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1430"/>
                  </a:lnTo>
                  <a:close/>
                </a:path>
                <a:path w="3809" h="234950">
                  <a:moveTo>
                    <a:pt x="3810" y="16510"/>
                  </a:moveTo>
                  <a:lnTo>
                    <a:pt x="0" y="16510"/>
                  </a:lnTo>
                  <a:lnTo>
                    <a:pt x="0" y="213359"/>
                  </a:lnTo>
                  <a:lnTo>
                    <a:pt x="3810" y="213359"/>
                  </a:lnTo>
                  <a:lnTo>
                    <a:pt x="3810" y="16510"/>
                  </a:lnTo>
                  <a:close/>
                </a:path>
                <a:path w="3809" h="234950">
                  <a:moveTo>
                    <a:pt x="3810" y="213359"/>
                  </a:moveTo>
                  <a:lnTo>
                    <a:pt x="0" y="213359"/>
                  </a:lnTo>
                  <a:lnTo>
                    <a:pt x="0" y="219709"/>
                  </a:lnTo>
                  <a:lnTo>
                    <a:pt x="3810" y="219709"/>
                  </a:lnTo>
                  <a:lnTo>
                    <a:pt x="3810" y="213359"/>
                  </a:lnTo>
                  <a:close/>
                </a:path>
                <a:path w="3809" h="234950">
                  <a:moveTo>
                    <a:pt x="3810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3810" y="222249"/>
                  </a:lnTo>
                  <a:lnTo>
                    <a:pt x="3810" y="219709"/>
                  </a:lnTo>
                  <a:close/>
                </a:path>
                <a:path w="3809" h="234950">
                  <a:moveTo>
                    <a:pt x="3810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22250"/>
                  </a:lnTo>
                  <a:close/>
                </a:path>
                <a:path w="3809" h="234950">
                  <a:moveTo>
                    <a:pt x="3810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6059"/>
                  </a:lnTo>
                  <a:close/>
                </a:path>
                <a:path w="3809" h="234950">
                  <a:moveTo>
                    <a:pt x="3810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8600"/>
                  </a:lnTo>
                  <a:close/>
                </a:path>
                <a:path w="3809" h="234950">
                  <a:moveTo>
                    <a:pt x="3810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1270" y="234949"/>
                  </a:lnTo>
                  <a:lnTo>
                    <a:pt x="1270" y="233679"/>
                  </a:lnTo>
                  <a:lnTo>
                    <a:pt x="3810" y="233679"/>
                  </a:lnTo>
                  <a:lnTo>
                    <a:pt x="3810" y="232409"/>
                  </a:lnTo>
                  <a:close/>
                </a:path>
              </a:pathLst>
            </a:custGeom>
            <a:solidFill>
              <a:srgbClr val="AEBA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0" name="object 2970"/>
            <p:cNvSpPr/>
            <p:nvPr/>
          </p:nvSpPr>
          <p:spPr>
            <a:xfrm>
              <a:off x="6548120" y="5072380"/>
              <a:ext cx="2540" cy="231140"/>
            </a:xfrm>
            <a:custGeom>
              <a:avLst/>
              <a:gdLst/>
              <a:ahLst/>
              <a:cxnLst/>
              <a:rect l="l" t="t" r="r" b="b"/>
              <a:pathLst>
                <a:path w="2540" h="231139">
                  <a:moveTo>
                    <a:pt x="2527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2527" y="231140"/>
                  </a:lnTo>
                  <a:lnTo>
                    <a:pt x="2527" y="227342"/>
                  </a:lnTo>
                  <a:close/>
                </a:path>
                <a:path w="2540" h="231139">
                  <a:moveTo>
                    <a:pt x="2527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2527" y="227330"/>
                  </a:lnTo>
                  <a:lnTo>
                    <a:pt x="2527" y="224802"/>
                  </a:lnTo>
                  <a:close/>
                </a:path>
                <a:path w="2540" h="231139">
                  <a:moveTo>
                    <a:pt x="2527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2527" y="224790"/>
                  </a:lnTo>
                  <a:lnTo>
                    <a:pt x="2527" y="220992"/>
                  </a:lnTo>
                  <a:close/>
                </a:path>
                <a:path w="2540" h="231139">
                  <a:moveTo>
                    <a:pt x="2527" y="218452"/>
                  </a:moveTo>
                  <a:lnTo>
                    <a:pt x="0" y="218452"/>
                  </a:lnTo>
                  <a:lnTo>
                    <a:pt x="0" y="220980"/>
                  </a:lnTo>
                  <a:lnTo>
                    <a:pt x="2527" y="220980"/>
                  </a:lnTo>
                  <a:lnTo>
                    <a:pt x="2527" y="218452"/>
                  </a:lnTo>
                  <a:close/>
                </a:path>
                <a:path w="2540" h="231139">
                  <a:moveTo>
                    <a:pt x="2527" y="212102"/>
                  </a:moveTo>
                  <a:lnTo>
                    <a:pt x="0" y="212102"/>
                  </a:lnTo>
                  <a:lnTo>
                    <a:pt x="0" y="218440"/>
                  </a:lnTo>
                  <a:lnTo>
                    <a:pt x="2527" y="218440"/>
                  </a:lnTo>
                  <a:lnTo>
                    <a:pt x="2527" y="212102"/>
                  </a:lnTo>
                  <a:close/>
                </a:path>
                <a:path w="2540" h="231139">
                  <a:moveTo>
                    <a:pt x="2527" y="15252"/>
                  </a:moveTo>
                  <a:lnTo>
                    <a:pt x="0" y="15252"/>
                  </a:lnTo>
                  <a:lnTo>
                    <a:pt x="0" y="212090"/>
                  </a:lnTo>
                  <a:lnTo>
                    <a:pt x="2527" y="212090"/>
                  </a:lnTo>
                  <a:lnTo>
                    <a:pt x="2527" y="15252"/>
                  </a:lnTo>
                  <a:close/>
                </a:path>
                <a:path w="2540" h="231139">
                  <a:moveTo>
                    <a:pt x="2527" y="10172"/>
                  </a:moveTo>
                  <a:lnTo>
                    <a:pt x="0" y="10172"/>
                  </a:lnTo>
                  <a:lnTo>
                    <a:pt x="0" y="15240"/>
                  </a:lnTo>
                  <a:lnTo>
                    <a:pt x="2527" y="15240"/>
                  </a:lnTo>
                  <a:lnTo>
                    <a:pt x="2527" y="10172"/>
                  </a:lnTo>
                  <a:close/>
                </a:path>
                <a:path w="2540" h="231139">
                  <a:moveTo>
                    <a:pt x="2527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2527" y="10160"/>
                  </a:lnTo>
                  <a:lnTo>
                    <a:pt x="2527" y="3822"/>
                  </a:lnTo>
                  <a:close/>
                </a:path>
                <a:path w="2540" h="231139">
                  <a:moveTo>
                    <a:pt x="2527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27" y="3810"/>
                  </a:lnTo>
                  <a:lnTo>
                    <a:pt x="2527" y="0"/>
                  </a:lnTo>
                  <a:close/>
                </a:path>
              </a:pathLst>
            </a:custGeom>
            <a:solidFill>
              <a:srgbClr val="B1BD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1" name="object 2971"/>
            <p:cNvSpPr/>
            <p:nvPr/>
          </p:nvSpPr>
          <p:spPr>
            <a:xfrm>
              <a:off x="6550660" y="5072380"/>
              <a:ext cx="3810" cy="231140"/>
            </a:xfrm>
            <a:custGeom>
              <a:avLst/>
              <a:gdLst/>
              <a:ahLst/>
              <a:cxnLst/>
              <a:rect l="l" t="t" r="r" b="b"/>
              <a:pathLst>
                <a:path w="3809" h="231139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09" h="231139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09" h="231139">
                  <a:moveTo>
                    <a:pt x="3810" y="10160"/>
                  </a:moveTo>
                  <a:lnTo>
                    <a:pt x="0" y="1016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0160"/>
                  </a:lnTo>
                  <a:close/>
                </a:path>
                <a:path w="3809" h="231139">
                  <a:moveTo>
                    <a:pt x="3810" y="15240"/>
                  </a:moveTo>
                  <a:lnTo>
                    <a:pt x="0" y="15240"/>
                  </a:lnTo>
                  <a:lnTo>
                    <a:pt x="0" y="212090"/>
                  </a:lnTo>
                  <a:lnTo>
                    <a:pt x="3810" y="212090"/>
                  </a:lnTo>
                  <a:lnTo>
                    <a:pt x="3810" y="15240"/>
                  </a:lnTo>
                  <a:close/>
                </a:path>
                <a:path w="3809" h="231139">
                  <a:moveTo>
                    <a:pt x="3810" y="212090"/>
                  </a:moveTo>
                  <a:lnTo>
                    <a:pt x="0" y="212090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2090"/>
                  </a:lnTo>
                  <a:close/>
                </a:path>
                <a:path w="3809" h="231139">
                  <a:moveTo>
                    <a:pt x="3810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8440"/>
                  </a:lnTo>
                  <a:close/>
                </a:path>
                <a:path w="3809" h="231139">
                  <a:moveTo>
                    <a:pt x="3810" y="220980"/>
                  </a:moveTo>
                  <a:lnTo>
                    <a:pt x="0" y="220980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0980"/>
                  </a:lnTo>
                  <a:close/>
                </a:path>
                <a:path w="3809" h="231139">
                  <a:moveTo>
                    <a:pt x="3810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790"/>
                  </a:lnTo>
                  <a:close/>
                </a:path>
                <a:path w="3809" h="231139">
                  <a:moveTo>
                    <a:pt x="3810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2540" y="231140"/>
                  </a:lnTo>
                  <a:lnTo>
                    <a:pt x="2540" y="229870"/>
                  </a:lnTo>
                  <a:lnTo>
                    <a:pt x="3810" y="229870"/>
                  </a:lnTo>
                  <a:lnTo>
                    <a:pt x="3810" y="227330"/>
                  </a:lnTo>
                  <a:close/>
                </a:path>
              </a:pathLst>
            </a:custGeom>
            <a:solidFill>
              <a:srgbClr val="B4BF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2" name="object 2972"/>
            <p:cNvSpPr/>
            <p:nvPr/>
          </p:nvSpPr>
          <p:spPr>
            <a:xfrm>
              <a:off x="6554470" y="5073650"/>
              <a:ext cx="3810" cy="228600"/>
            </a:xfrm>
            <a:custGeom>
              <a:avLst/>
              <a:gdLst/>
              <a:ahLst/>
              <a:cxnLst/>
              <a:rect l="l" t="t" r="r" b="b"/>
              <a:pathLst>
                <a:path w="3809" h="228600">
                  <a:moveTo>
                    <a:pt x="380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09" h="228600">
                  <a:moveTo>
                    <a:pt x="3809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2540"/>
                  </a:lnTo>
                  <a:close/>
                </a:path>
                <a:path w="3809" h="228600">
                  <a:moveTo>
                    <a:pt x="3809" y="8890"/>
                  </a:moveTo>
                  <a:lnTo>
                    <a:pt x="0" y="8890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8890"/>
                  </a:lnTo>
                  <a:close/>
                </a:path>
                <a:path w="3809" h="228600">
                  <a:moveTo>
                    <a:pt x="3809" y="13970"/>
                  </a:moveTo>
                  <a:lnTo>
                    <a:pt x="0" y="13970"/>
                  </a:lnTo>
                  <a:lnTo>
                    <a:pt x="0" y="210819"/>
                  </a:lnTo>
                  <a:lnTo>
                    <a:pt x="3809" y="210819"/>
                  </a:lnTo>
                  <a:lnTo>
                    <a:pt x="3809" y="13970"/>
                  </a:lnTo>
                  <a:close/>
                </a:path>
                <a:path w="3809" h="228600">
                  <a:moveTo>
                    <a:pt x="3809" y="210820"/>
                  </a:moveTo>
                  <a:lnTo>
                    <a:pt x="0" y="210820"/>
                  </a:lnTo>
                  <a:lnTo>
                    <a:pt x="0" y="217169"/>
                  </a:lnTo>
                  <a:lnTo>
                    <a:pt x="3809" y="217169"/>
                  </a:lnTo>
                  <a:lnTo>
                    <a:pt x="3809" y="210820"/>
                  </a:lnTo>
                  <a:close/>
                </a:path>
                <a:path w="3809" h="228600">
                  <a:moveTo>
                    <a:pt x="3809" y="217170"/>
                  </a:moveTo>
                  <a:lnTo>
                    <a:pt x="0" y="217170"/>
                  </a:lnTo>
                  <a:lnTo>
                    <a:pt x="0" y="219709"/>
                  </a:lnTo>
                  <a:lnTo>
                    <a:pt x="3809" y="219709"/>
                  </a:lnTo>
                  <a:lnTo>
                    <a:pt x="3809" y="217170"/>
                  </a:lnTo>
                  <a:close/>
                </a:path>
                <a:path w="3809" h="228600">
                  <a:moveTo>
                    <a:pt x="3809" y="219710"/>
                  </a:moveTo>
                  <a:lnTo>
                    <a:pt x="0" y="219710"/>
                  </a:lnTo>
                  <a:lnTo>
                    <a:pt x="0" y="223519"/>
                  </a:lnTo>
                  <a:lnTo>
                    <a:pt x="3809" y="223519"/>
                  </a:lnTo>
                  <a:lnTo>
                    <a:pt x="3809" y="219710"/>
                  </a:lnTo>
                  <a:close/>
                </a:path>
                <a:path w="3809" h="228600">
                  <a:moveTo>
                    <a:pt x="3809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3809" y="226059"/>
                  </a:lnTo>
                  <a:lnTo>
                    <a:pt x="3809" y="223520"/>
                  </a:lnTo>
                  <a:close/>
                </a:path>
                <a:path w="3809" h="228600">
                  <a:moveTo>
                    <a:pt x="3809" y="226060"/>
                  </a:moveTo>
                  <a:lnTo>
                    <a:pt x="0" y="226060"/>
                  </a:lnTo>
                  <a:lnTo>
                    <a:pt x="0" y="228600"/>
                  </a:lnTo>
                  <a:lnTo>
                    <a:pt x="2539" y="228600"/>
                  </a:lnTo>
                  <a:lnTo>
                    <a:pt x="2539" y="227330"/>
                  </a:lnTo>
                  <a:lnTo>
                    <a:pt x="3809" y="227330"/>
                  </a:lnTo>
                  <a:lnTo>
                    <a:pt x="3809" y="226060"/>
                  </a:lnTo>
                  <a:close/>
                </a:path>
              </a:pathLst>
            </a:custGeom>
            <a:solidFill>
              <a:srgbClr val="B6C1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3" name="object 2973"/>
            <p:cNvSpPr/>
            <p:nvPr/>
          </p:nvSpPr>
          <p:spPr>
            <a:xfrm>
              <a:off x="6558280" y="5073650"/>
              <a:ext cx="3810" cy="227329"/>
            </a:xfrm>
            <a:custGeom>
              <a:avLst/>
              <a:gdLst/>
              <a:ahLst/>
              <a:cxnLst/>
              <a:rect l="l" t="t" r="r" b="b"/>
              <a:pathLst>
                <a:path w="3809" h="227329">
                  <a:moveTo>
                    <a:pt x="127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227329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09" h="227329">
                  <a:moveTo>
                    <a:pt x="3810" y="8890"/>
                  </a:moveTo>
                  <a:lnTo>
                    <a:pt x="0" y="8890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8890"/>
                  </a:lnTo>
                  <a:close/>
                </a:path>
                <a:path w="3809" h="227329">
                  <a:moveTo>
                    <a:pt x="3810" y="13970"/>
                  </a:moveTo>
                  <a:lnTo>
                    <a:pt x="0" y="13970"/>
                  </a:lnTo>
                  <a:lnTo>
                    <a:pt x="0" y="210819"/>
                  </a:lnTo>
                  <a:lnTo>
                    <a:pt x="3810" y="210819"/>
                  </a:lnTo>
                  <a:lnTo>
                    <a:pt x="3810" y="13970"/>
                  </a:lnTo>
                  <a:close/>
                </a:path>
                <a:path w="3809" h="227329">
                  <a:moveTo>
                    <a:pt x="3810" y="210820"/>
                  </a:moveTo>
                  <a:lnTo>
                    <a:pt x="0" y="210820"/>
                  </a:lnTo>
                  <a:lnTo>
                    <a:pt x="0" y="217169"/>
                  </a:lnTo>
                  <a:lnTo>
                    <a:pt x="3810" y="217169"/>
                  </a:lnTo>
                  <a:lnTo>
                    <a:pt x="3810" y="210820"/>
                  </a:lnTo>
                  <a:close/>
                </a:path>
                <a:path w="3809" h="227329">
                  <a:moveTo>
                    <a:pt x="3810" y="217170"/>
                  </a:moveTo>
                  <a:lnTo>
                    <a:pt x="0" y="217170"/>
                  </a:lnTo>
                  <a:lnTo>
                    <a:pt x="0" y="219709"/>
                  </a:lnTo>
                  <a:lnTo>
                    <a:pt x="3810" y="219709"/>
                  </a:lnTo>
                  <a:lnTo>
                    <a:pt x="3810" y="217170"/>
                  </a:lnTo>
                  <a:close/>
                </a:path>
                <a:path w="3809" h="227329">
                  <a:moveTo>
                    <a:pt x="3810" y="219710"/>
                  </a:moveTo>
                  <a:lnTo>
                    <a:pt x="0" y="219710"/>
                  </a:lnTo>
                  <a:lnTo>
                    <a:pt x="0" y="223519"/>
                  </a:lnTo>
                  <a:lnTo>
                    <a:pt x="3810" y="223519"/>
                  </a:lnTo>
                  <a:lnTo>
                    <a:pt x="3810" y="219710"/>
                  </a:lnTo>
                  <a:close/>
                </a:path>
                <a:path w="3809" h="227329">
                  <a:moveTo>
                    <a:pt x="3810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23520"/>
                  </a:lnTo>
                  <a:close/>
                </a:path>
                <a:path w="3809" h="227329">
                  <a:moveTo>
                    <a:pt x="3810" y="226060"/>
                  </a:moveTo>
                  <a:lnTo>
                    <a:pt x="0" y="226060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6060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4" name="object 2974"/>
            <p:cNvSpPr/>
            <p:nvPr/>
          </p:nvSpPr>
          <p:spPr>
            <a:xfrm>
              <a:off x="6562090" y="5074919"/>
              <a:ext cx="3810" cy="226060"/>
            </a:xfrm>
            <a:custGeom>
              <a:avLst/>
              <a:gdLst/>
              <a:ahLst/>
              <a:cxnLst/>
              <a:rect l="l" t="t" r="r" b="b"/>
              <a:pathLst>
                <a:path w="3809" h="226060">
                  <a:moveTo>
                    <a:pt x="1270" y="224802"/>
                  </a:moveTo>
                  <a:lnTo>
                    <a:pt x="0" y="224802"/>
                  </a:lnTo>
                  <a:lnTo>
                    <a:pt x="0" y="226060"/>
                  </a:lnTo>
                  <a:lnTo>
                    <a:pt x="1270" y="226060"/>
                  </a:lnTo>
                  <a:lnTo>
                    <a:pt x="1270" y="224802"/>
                  </a:lnTo>
                  <a:close/>
                </a:path>
                <a:path w="3809" h="226060">
                  <a:moveTo>
                    <a:pt x="12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3809" h="226060">
                  <a:moveTo>
                    <a:pt x="381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2262"/>
                  </a:lnTo>
                  <a:close/>
                </a:path>
                <a:path w="3809" h="226060">
                  <a:moveTo>
                    <a:pt x="3810" y="218452"/>
                  </a:moveTo>
                  <a:lnTo>
                    <a:pt x="0" y="21845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18452"/>
                  </a:lnTo>
                  <a:close/>
                </a:path>
                <a:path w="3809" h="226060">
                  <a:moveTo>
                    <a:pt x="3810" y="215912"/>
                  </a:moveTo>
                  <a:lnTo>
                    <a:pt x="0" y="215912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5912"/>
                  </a:lnTo>
                  <a:close/>
                </a:path>
                <a:path w="3809" h="226060">
                  <a:moveTo>
                    <a:pt x="3810" y="209562"/>
                  </a:moveTo>
                  <a:lnTo>
                    <a:pt x="0" y="209562"/>
                  </a:lnTo>
                  <a:lnTo>
                    <a:pt x="0" y="215900"/>
                  </a:lnTo>
                  <a:lnTo>
                    <a:pt x="3810" y="215900"/>
                  </a:lnTo>
                  <a:lnTo>
                    <a:pt x="3810" y="209562"/>
                  </a:lnTo>
                  <a:close/>
                </a:path>
                <a:path w="3809" h="226060">
                  <a:moveTo>
                    <a:pt x="3810" y="12712"/>
                  </a:moveTo>
                  <a:lnTo>
                    <a:pt x="0" y="12712"/>
                  </a:lnTo>
                  <a:lnTo>
                    <a:pt x="0" y="209550"/>
                  </a:lnTo>
                  <a:lnTo>
                    <a:pt x="3810" y="209550"/>
                  </a:lnTo>
                  <a:lnTo>
                    <a:pt x="3810" y="12712"/>
                  </a:lnTo>
                  <a:close/>
                </a:path>
                <a:path w="3809" h="226060">
                  <a:moveTo>
                    <a:pt x="3810" y="7632"/>
                  </a:moveTo>
                  <a:lnTo>
                    <a:pt x="0" y="7632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7632"/>
                  </a:lnTo>
                  <a:close/>
                </a:path>
                <a:path w="3809" h="2260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</a:pathLst>
            </a:custGeom>
            <a:solidFill>
              <a:srgbClr val="BC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5" name="object 2975"/>
            <p:cNvSpPr/>
            <p:nvPr/>
          </p:nvSpPr>
          <p:spPr>
            <a:xfrm>
              <a:off x="6565900" y="5076189"/>
              <a:ext cx="3810" cy="222250"/>
            </a:xfrm>
            <a:custGeom>
              <a:avLst/>
              <a:gdLst/>
              <a:ahLst/>
              <a:cxnLst/>
              <a:rect l="l" t="t" r="r" b="b"/>
              <a:pathLst>
                <a:path w="3809" h="222250">
                  <a:moveTo>
                    <a:pt x="127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222250">
                  <a:moveTo>
                    <a:pt x="3809" y="6349"/>
                  </a:moveTo>
                  <a:lnTo>
                    <a:pt x="0" y="6349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6349"/>
                  </a:lnTo>
                  <a:close/>
                </a:path>
                <a:path w="3809" h="222250">
                  <a:moveTo>
                    <a:pt x="3809" y="11429"/>
                  </a:moveTo>
                  <a:lnTo>
                    <a:pt x="0" y="11429"/>
                  </a:lnTo>
                  <a:lnTo>
                    <a:pt x="0" y="208279"/>
                  </a:lnTo>
                  <a:lnTo>
                    <a:pt x="3809" y="208279"/>
                  </a:lnTo>
                  <a:lnTo>
                    <a:pt x="3809" y="11429"/>
                  </a:lnTo>
                  <a:close/>
                </a:path>
                <a:path w="3809" h="222250">
                  <a:moveTo>
                    <a:pt x="3809" y="208279"/>
                  </a:moveTo>
                  <a:lnTo>
                    <a:pt x="0" y="208279"/>
                  </a:lnTo>
                  <a:lnTo>
                    <a:pt x="0" y="214629"/>
                  </a:lnTo>
                  <a:lnTo>
                    <a:pt x="3809" y="214629"/>
                  </a:lnTo>
                  <a:lnTo>
                    <a:pt x="3809" y="208279"/>
                  </a:lnTo>
                  <a:close/>
                </a:path>
                <a:path w="3809" h="222250">
                  <a:moveTo>
                    <a:pt x="3809" y="214629"/>
                  </a:moveTo>
                  <a:lnTo>
                    <a:pt x="0" y="214629"/>
                  </a:lnTo>
                  <a:lnTo>
                    <a:pt x="0" y="217169"/>
                  </a:lnTo>
                  <a:lnTo>
                    <a:pt x="3809" y="217169"/>
                  </a:lnTo>
                  <a:lnTo>
                    <a:pt x="3809" y="214629"/>
                  </a:lnTo>
                  <a:close/>
                </a:path>
                <a:path w="3809" h="222250">
                  <a:moveTo>
                    <a:pt x="3809" y="217169"/>
                  </a:moveTo>
                  <a:lnTo>
                    <a:pt x="0" y="217169"/>
                  </a:lnTo>
                  <a:lnTo>
                    <a:pt x="0" y="220979"/>
                  </a:lnTo>
                  <a:lnTo>
                    <a:pt x="3809" y="220979"/>
                  </a:lnTo>
                  <a:lnTo>
                    <a:pt x="3809" y="217169"/>
                  </a:lnTo>
                  <a:close/>
                </a:path>
                <a:path w="3809" h="222250">
                  <a:moveTo>
                    <a:pt x="3809" y="220979"/>
                  </a:moveTo>
                  <a:lnTo>
                    <a:pt x="0" y="220979"/>
                  </a:lnTo>
                  <a:lnTo>
                    <a:pt x="0" y="222249"/>
                  </a:lnTo>
                  <a:lnTo>
                    <a:pt x="3809" y="222249"/>
                  </a:lnTo>
                  <a:lnTo>
                    <a:pt x="3809" y="220979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6" name="object 2976"/>
            <p:cNvSpPr/>
            <p:nvPr/>
          </p:nvSpPr>
          <p:spPr>
            <a:xfrm>
              <a:off x="6569697" y="5078730"/>
              <a:ext cx="3175" cy="218440"/>
            </a:xfrm>
            <a:custGeom>
              <a:avLst/>
              <a:gdLst/>
              <a:ahLst/>
              <a:cxnLst/>
              <a:rect l="l" t="t" r="r" b="b"/>
              <a:pathLst>
                <a:path w="3175" h="218439">
                  <a:moveTo>
                    <a:pt x="2552" y="214642"/>
                  </a:moveTo>
                  <a:lnTo>
                    <a:pt x="0" y="214642"/>
                  </a:lnTo>
                  <a:lnTo>
                    <a:pt x="0" y="218440"/>
                  </a:lnTo>
                  <a:lnTo>
                    <a:pt x="2552" y="218440"/>
                  </a:lnTo>
                  <a:lnTo>
                    <a:pt x="2552" y="214642"/>
                  </a:lnTo>
                  <a:close/>
                </a:path>
                <a:path w="3175" h="218439">
                  <a:moveTo>
                    <a:pt x="2552" y="212102"/>
                  </a:moveTo>
                  <a:lnTo>
                    <a:pt x="0" y="212102"/>
                  </a:lnTo>
                  <a:lnTo>
                    <a:pt x="0" y="214630"/>
                  </a:lnTo>
                  <a:lnTo>
                    <a:pt x="2552" y="214630"/>
                  </a:lnTo>
                  <a:lnTo>
                    <a:pt x="2552" y="212102"/>
                  </a:lnTo>
                  <a:close/>
                </a:path>
                <a:path w="3175" h="218439">
                  <a:moveTo>
                    <a:pt x="2552" y="205752"/>
                  </a:moveTo>
                  <a:lnTo>
                    <a:pt x="0" y="205752"/>
                  </a:lnTo>
                  <a:lnTo>
                    <a:pt x="0" y="212090"/>
                  </a:lnTo>
                  <a:lnTo>
                    <a:pt x="2552" y="212090"/>
                  </a:lnTo>
                  <a:lnTo>
                    <a:pt x="2552" y="205752"/>
                  </a:lnTo>
                  <a:close/>
                </a:path>
                <a:path w="3175" h="218439">
                  <a:moveTo>
                    <a:pt x="2552" y="8902"/>
                  </a:moveTo>
                  <a:lnTo>
                    <a:pt x="0" y="8902"/>
                  </a:lnTo>
                  <a:lnTo>
                    <a:pt x="0" y="205740"/>
                  </a:lnTo>
                  <a:lnTo>
                    <a:pt x="2552" y="205740"/>
                  </a:lnTo>
                  <a:lnTo>
                    <a:pt x="2552" y="8902"/>
                  </a:lnTo>
                  <a:close/>
                </a:path>
                <a:path w="3175" h="218439">
                  <a:moveTo>
                    <a:pt x="2552" y="3822"/>
                  </a:moveTo>
                  <a:lnTo>
                    <a:pt x="0" y="3822"/>
                  </a:lnTo>
                  <a:lnTo>
                    <a:pt x="0" y="8890"/>
                  </a:lnTo>
                  <a:lnTo>
                    <a:pt x="2552" y="8890"/>
                  </a:lnTo>
                  <a:lnTo>
                    <a:pt x="2552" y="3822"/>
                  </a:lnTo>
                  <a:close/>
                </a:path>
                <a:path w="3175" h="218439">
                  <a:moveTo>
                    <a:pt x="2552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52" y="3810"/>
                  </a:lnTo>
                  <a:lnTo>
                    <a:pt x="2552" y="0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7" name="object 2977"/>
            <p:cNvSpPr/>
            <p:nvPr/>
          </p:nvSpPr>
          <p:spPr>
            <a:xfrm>
              <a:off x="6572250" y="5078730"/>
              <a:ext cx="3810" cy="217170"/>
            </a:xfrm>
            <a:custGeom>
              <a:avLst/>
              <a:gdLst/>
              <a:ahLst/>
              <a:cxnLst/>
              <a:rect l="l" t="t" r="r" b="b"/>
              <a:pathLst>
                <a:path w="3809" h="217170">
                  <a:moveTo>
                    <a:pt x="127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3809" h="217170">
                  <a:moveTo>
                    <a:pt x="3809" y="3810"/>
                  </a:moveTo>
                  <a:lnTo>
                    <a:pt x="0" y="3810"/>
                  </a:lnTo>
                  <a:lnTo>
                    <a:pt x="0" y="8890"/>
                  </a:lnTo>
                  <a:lnTo>
                    <a:pt x="3809" y="8890"/>
                  </a:lnTo>
                  <a:lnTo>
                    <a:pt x="3809" y="3810"/>
                  </a:lnTo>
                  <a:close/>
                </a:path>
                <a:path w="3809" h="217170">
                  <a:moveTo>
                    <a:pt x="3809" y="8890"/>
                  </a:moveTo>
                  <a:lnTo>
                    <a:pt x="0" y="8890"/>
                  </a:lnTo>
                  <a:lnTo>
                    <a:pt x="0" y="205740"/>
                  </a:lnTo>
                  <a:lnTo>
                    <a:pt x="3809" y="205740"/>
                  </a:lnTo>
                  <a:lnTo>
                    <a:pt x="3809" y="8890"/>
                  </a:lnTo>
                  <a:close/>
                </a:path>
                <a:path w="3809" h="217170">
                  <a:moveTo>
                    <a:pt x="3809" y="205740"/>
                  </a:moveTo>
                  <a:lnTo>
                    <a:pt x="0" y="205740"/>
                  </a:lnTo>
                  <a:lnTo>
                    <a:pt x="0" y="212090"/>
                  </a:lnTo>
                  <a:lnTo>
                    <a:pt x="3809" y="212090"/>
                  </a:lnTo>
                  <a:lnTo>
                    <a:pt x="3809" y="205740"/>
                  </a:lnTo>
                  <a:close/>
                </a:path>
                <a:path w="3809" h="217170">
                  <a:moveTo>
                    <a:pt x="3809" y="212090"/>
                  </a:moveTo>
                  <a:lnTo>
                    <a:pt x="0" y="212090"/>
                  </a:lnTo>
                  <a:lnTo>
                    <a:pt x="0" y="214630"/>
                  </a:lnTo>
                  <a:lnTo>
                    <a:pt x="3809" y="214630"/>
                  </a:lnTo>
                  <a:lnTo>
                    <a:pt x="3809" y="212090"/>
                  </a:lnTo>
                  <a:close/>
                </a:path>
                <a:path w="3809" h="217170">
                  <a:moveTo>
                    <a:pt x="3809" y="214630"/>
                  </a:moveTo>
                  <a:lnTo>
                    <a:pt x="0" y="214630"/>
                  </a:lnTo>
                  <a:lnTo>
                    <a:pt x="0" y="217170"/>
                  </a:lnTo>
                  <a:lnTo>
                    <a:pt x="3809" y="217170"/>
                  </a:lnTo>
                  <a:lnTo>
                    <a:pt x="3809" y="214630"/>
                  </a:lnTo>
                  <a:close/>
                </a:path>
              </a:pathLst>
            </a:custGeom>
            <a:solidFill>
              <a:srgbClr val="C4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8" name="object 2978"/>
            <p:cNvSpPr/>
            <p:nvPr/>
          </p:nvSpPr>
          <p:spPr>
            <a:xfrm>
              <a:off x="6576060" y="5081270"/>
              <a:ext cx="3810" cy="213360"/>
            </a:xfrm>
            <a:custGeom>
              <a:avLst/>
              <a:gdLst/>
              <a:ahLst/>
              <a:cxnLst/>
              <a:rect l="l" t="t" r="r" b="b"/>
              <a:pathLst>
                <a:path w="3809" h="213360">
                  <a:moveTo>
                    <a:pt x="254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09" h="213360">
                  <a:moveTo>
                    <a:pt x="3810" y="1269"/>
                  </a:moveTo>
                  <a:lnTo>
                    <a:pt x="0" y="126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1269"/>
                  </a:lnTo>
                  <a:close/>
                </a:path>
                <a:path w="3809" h="213360">
                  <a:moveTo>
                    <a:pt x="3810" y="6350"/>
                  </a:moveTo>
                  <a:lnTo>
                    <a:pt x="0" y="6350"/>
                  </a:lnTo>
                  <a:lnTo>
                    <a:pt x="0" y="203199"/>
                  </a:lnTo>
                  <a:lnTo>
                    <a:pt x="3810" y="203199"/>
                  </a:lnTo>
                  <a:lnTo>
                    <a:pt x="3810" y="6350"/>
                  </a:lnTo>
                  <a:close/>
                </a:path>
                <a:path w="3809" h="213360">
                  <a:moveTo>
                    <a:pt x="3810" y="203199"/>
                  </a:moveTo>
                  <a:lnTo>
                    <a:pt x="0" y="203199"/>
                  </a:lnTo>
                  <a:lnTo>
                    <a:pt x="0" y="209549"/>
                  </a:lnTo>
                  <a:lnTo>
                    <a:pt x="3810" y="209549"/>
                  </a:lnTo>
                  <a:lnTo>
                    <a:pt x="3810" y="203199"/>
                  </a:lnTo>
                  <a:close/>
                </a:path>
                <a:path w="3809" h="213360">
                  <a:moveTo>
                    <a:pt x="3810" y="209549"/>
                  </a:moveTo>
                  <a:lnTo>
                    <a:pt x="0" y="209549"/>
                  </a:lnTo>
                  <a:lnTo>
                    <a:pt x="0" y="212089"/>
                  </a:lnTo>
                  <a:lnTo>
                    <a:pt x="2540" y="212089"/>
                  </a:lnTo>
                  <a:lnTo>
                    <a:pt x="2540" y="210819"/>
                  </a:lnTo>
                  <a:lnTo>
                    <a:pt x="3810" y="210819"/>
                  </a:lnTo>
                  <a:lnTo>
                    <a:pt x="3810" y="209549"/>
                  </a:lnTo>
                  <a:close/>
                </a:path>
                <a:path w="3809" h="213360">
                  <a:moveTo>
                    <a:pt x="1270" y="212089"/>
                  </a:moveTo>
                  <a:lnTo>
                    <a:pt x="0" y="212089"/>
                  </a:lnTo>
                  <a:lnTo>
                    <a:pt x="0" y="213359"/>
                  </a:lnTo>
                  <a:lnTo>
                    <a:pt x="1270" y="213359"/>
                  </a:lnTo>
                  <a:lnTo>
                    <a:pt x="1270" y="212089"/>
                  </a:lnTo>
                  <a:close/>
                </a:path>
              </a:pathLst>
            </a:custGeom>
            <a:solidFill>
              <a:srgbClr val="C6CF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9" name="object 2979"/>
            <p:cNvSpPr/>
            <p:nvPr/>
          </p:nvSpPr>
          <p:spPr>
            <a:xfrm>
              <a:off x="6579870" y="5083809"/>
              <a:ext cx="3810" cy="208279"/>
            </a:xfrm>
            <a:custGeom>
              <a:avLst/>
              <a:gdLst/>
              <a:ahLst/>
              <a:cxnLst/>
              <a:rect l="l" t="t" r="r" b="b"/>
              <a:pathLst>
                <a:path w="3809" h="208279">
                  <a:moveTo>
                    <a:pt x="127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2539"/>
                  </a:lnTo>
                  <a:lnTo>
                    <a:pt x="2540" y="2539"/>
                  </a:lnTo>
                  <a:lnTo>
                    <a:pt x="254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208279">
                  <a:moveTo>
                    <a:pt x="3809" y="3810"/>
                  </a:moveTo>
                  <a:lnTo>
                    <a:pt x="0" y="3810"/>
                  </a:lnTo>
                  <a:lnTo>
                    <a:pt x="0" y="200659"/>
                  </a:lnTo>
                  <a:lnTo>
                    <a:pt x="3809" y="200659"/>
                  </a:lnTo>
                  <a:lnTo>
                    <a:pt x="3809" y="3810"/>
                  </a:lnTo>
                  <a:close/>
                </a:path>
                <a:path w="3809" h="208279">
                  <a:moveTo>
                    <a:pt x="3809" y="200659"/>
                  </a:moveTo>
                  <a:lnTo>
                    <a:pt x="0" y="200659"/>
                  </a:lnTo>
                  <a:lnTo>
                    <a:pt x="0" y="207009"/>
                  </a:lnTo>
                  <a:lnTo>
                    <a:pt x="2540" y="207009"/>
                  </a:lnTo>
                  <a:lnTo>
                    <a:pt x="2540" y="205739"/>
                  </a:lnTo>
                  <a:lnTo>
                    <a:pt x="3809" y="205739"/>
                  </a:lnTo>
                  <a:lnTo>
                    <a:pt x="3809" y="200659"/>
                  </a:lnTo>
                  <a:close/>
                </a:path>
                <a:path w="3809" h="208279">
                  <a:moveTo>
                    <a:pt x="1270" y="207009"/>
                  </a:moveTo>
                  <a:lnTo>
                    <a:pt x="0" y="207009"/>
                  </a:lnTo>
                  <a:lnTo>
                    <a:pt x="0" y="208279"/>
                  </a:lnTo>
                  <a:lnTo>
                    <a:pt x="1270" y="208279"/>
                  </a:lnTo>
                  <a:lnTo>
                    <a:pt x="1270" y="207009"/>
                  </a:lnTo>
                  <a:close/>
                </a:path>
              </a:pathLst>
            </a:custGeom>
            <a:solidFill>
              <a:srgbClr val="C9D1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0" name="object 2980"/>
            <p:cNvSpPr/>
            <p:nvPr/>
          </p:nvSpPr>
          <p:spPr>
            <a:xfrm>
              <a:off x="6583680" y="5086350"/>
              <a:ext cx="3810" cy="203200"/>
            </a:xfrm>
            <a:custGeom>
              <a:avLst/>
              <a:gdLst/>
              <a:ahLst/>
              <a:cxnLst/>
              <a:rect l="l" t="t" r="r" b="b"/>
              <a:pathLst>
                <a:path w="3809" h="203200">
                  <a:moveTo>
                    <a:pt x="127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203200">
                  <a:moveTo>
                    <a:pt x="2540" y="1270"/>
                  </a:moveTo>
                  <a:lnTo>
                    <a:pt x="0" y="1270"/>
                  </a:lnTo>
                  <a:lnTo>
                    <a:pt x="0" y="198119"/>
                  </a:lnTo>
                  <a:lnTo>
                    <a:pt x="3810" y="198119"/>
                  </a:lnTo>
                  <a:lnTo>
                    <a:pt x="3810" y="5080"/>
                  </a:lnTo>
                  <a:lnTo>
                    <a:pt x="2540" y="5080"/>
                  </a:lnTo>
                  <a:lnTo>
                    <a:pt x="2540" y="1270"/>
                  </a:lnTo>
                  <a:close/>
                </a:path>
                <a:path w="3809" h="203200">
                  <a:moveTo>
                    <a:pt x="3810" y="198120"/>
                  </a:moveTo>
                  <a:lnTo>
                    <a:pt x="0" y="198120"/>
                  </a:lnTo>
                  <a:lnTo>
                    <a:pt x="0" y="203200"/>
                  </a:lnTo>
                  <a:lnTo>
                    <a:pt x="1270" y="203200"/>
                  </a:lnTo>
                  <a:lnTo>
                    <a:pt x="1270" y="201930"/>
                  </a:lnTo>
                  <a:lnTo>
                    <a:pt x="2540" y="201930"/>
                  </a:lnTo>
                  <a:lnTo>
                    <a:pt x="2540" y="199390"/>
                  </a:lnTo>
                  <a:lnTo>
                    <a:pt x="3810" y="199390"/>
                  </a:lnTo>
                  <a:lnTo>
                    <a:pt x="3810" y="198120"/>
                  </a:lnTo>
                  <a:close/>
                </a:path>
              </a:pathLst>
            </a:custGeom>
            <a:solidFill>
              <a:srgbClr val="CCD3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1" name="object 2981"/>
            <p:cNvSpPr/>
            <p:nvPr/>
          </p:nvSpPr>
          <p:spPr>
            <a:xfrm>
              <a:off x="6301740" y="5060950"/>
              <a:ext cx="284480" cy="252729"/>
            </a:xfrm>
            <a:custGeom>
              <a:avLst/>
              <a:gdLst/>
              <a:ahLst/>
              <a:cxnLst/>
              <a:rect l="l" t="t" r="r" b="b"/>
              <a:pathLst>
                <a:path w="284479" h="252729">
                  <a:moveTo>
                    <a:pt x="142239" y="0"/>
                  </a:moveTo>
                  <a:lnTo>
                    <a:pt x="87332" y="2460"/>
                  </a:lnTo>
                  <a:lnTo>
                    <a:pt x="42068" y="9207"/>
                  </a:lnTo>
                  <a:lnTo>
                    <a:pt x="11330" y="19288"/>
                  </a:lnTo>
                  <a:lnTo>
                    <a:pt x="0" y="31750"/>
                  </a:lnTo>
                  <a:lnTo>
                    <a:pt x="0" y="34706"/>
                  </a:lnTo>
                  <a:lnTo>
                    <a:pt x="0" y="55403"/>
                  </a:lnTo>
                  <a:lnTo>
                    <a:pt x="0" y="111581"/>
                  </a:lnTo>
                  <a:lnTo>
                    <a:pt x="0" y="220980"/>
                  </a:lnTo>
                  <a:lnTo>
                    <a:pt x="11330" y="233441"/>
                  </a:lnTo>
                  <a:lnTo>
                    <a:pt x="42068" y="243522"/>
                  </a:lnTo>
                  <a:lnTo>
                    <a:pt x="87332" y="250269"/>
                  </a:lnTo>
                  <a:lnTo>
                    <a:pt x="142239" y="252730"/>
                  </a:lnTo>
                  <a:lnTo>
                    <a:pt x="197147" y="250269"/>
                  </a:lnTo>
                  <a:lnTo>
                    <a:pt x="242411" y="243522"/>
                  </a:lnTo>
                  <a:lnTo>
                    <a:pt x="273149" y="233441"/>
                  </a:lnTo>
                  <a:lnTo>
                    <a:pt x="284480" y="220980"/>
                  </a:lnTo>
                  <a:lnTo>
                    <a:pt x="284480" y="218023"/>
                  </a:lnTo>
                  <a:lnTo>
                    <a:pt x="284480" y="197326"/>
                  </a:lnTo>
                  <a:lnTo>
                    <a:pt x="284480" y="141148"/>
                  </a:lnTo>
                  <a:lnTo>
                    <a:pt x="284480" y="31750"/>
                  </a:lnTo>
                  <a:lnTo>
                    <a:pt x="273149" y="19288"/>
                  </a:lnTo>
                  <a:lnTo>
                    <a:pt x="242411" y="9207"/>
                  </a:lnTo>
                  <a:lnTo>
                    <a:pt x="197147" y="2460"/>
                  </a:lnTo>
                  <a:lnTo>
                    <a:pt x="142239" y="0"/>
                  </a:lnTo>
                  <a:close/>
                </a:path>
              </a:pathLst>
            </a:custGeom>
            <a:ln w="646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82" name="object 2982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6301740" y="5060950"/>
              <a:ext cx="285750" cy="64769"/>
            </a:xfrm>
            <a:prstGeom prst="rect">
              <a:avLst/>
            </a:prstGeom>
          </p:spPr>
        </p:pic>
        <p:sp>
          <p:nvSpPr>
            <p:cNvPr id="2983" name="object 2983"/>
            <p:cNvSpPr/>
            <p:nvPr/>
          </p:nvSpPr>
          <p:spPr>
            <a:xfrm>
              <a:off x="6301740" y="5060950"/>
              <a:ext cx="284480" cy="63500"/>
            </a:xfrm>
            <a:custGeom>
              <a:avLst/>
              <a:gdLst/>
              <a:ahLst/>
              <a:cxnLst/>
              <a:rect l="l" t="t" r="r" b="b"/>
              <a:pathLst>
                <a:path w="284479" h="63500">
                  <a:moveTo>
                    <a:pt x="142239" y="0"/>
                  </a:moveTo>
                  <a:lnTo>
                    <a:pt x="87332" y="2460"/>
                  </a:lnTo>
                  <a:lnTo>
                    <a:pt x="42068" y="9207"/>
                  </a:lnTo>
                  <a:lnTo>
                    <a:pt x="11330" y="19288"/>
                  </a:lnTo>
                  <a:lnTo>
                    <a:pt x="0" y="31750"/>
                  </a:lnTo>
                  <a:lnTo>
                    <a:pt x="11330" y="43676"/>
                  </a:lnTo>
                  <a:lnTo>
                    <a:pt x="42068" y="53816"/>
                  </a:lnTo>
                  <a:lnTo>
                    <a:pt x="87332" y="60860"/>
                  </a:lnTo>
                  <a:lnTo>
                    <a:pt x="142239" y="63500"/>
                  </a:lnTo>
                  <a:lnTo>
                    <a:pt x="197147" y="60860"/>
                  </a:lnTo>
                  <a:lnTo>
                    <a:pt x="242411" y="53816"/>
                  </a:lnTo>
                  <a:lnTo>
                    <a:pt x="273149" y="43676"/>
                  </a:lnTo>
                  <a:lnTo>
                    <a:pt x="284480" y="31750"/>
                  </a:lnTo>
                  <a:lnTo>
                    <a:pt x="273149" y="19288"/>
                  </a:lnTo>
                  <a:lnTo>
                    <a:pt x="242411" y="9207"/>
                  </a:lnTo>
                  <a:lnTo>
                    <a:pt x="197147" y="2460"/>
                  </a:lnTo>
                  <a:lnTo>
                    <a:pt x="142239" y="0"/>
                  </a:lnTo>
                  <a:close/>
                </a:path>
              </a:pathLst>
            </a:custGeom>
            <a:ln w="646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4" name="object 2984"/>
            <p:cNvSpPr/>
            <p:nvPr/>
          </p:nvSpPr>
          <p:spPr>
            <a:xfrm>
              <a:off x="6454140" y="5455919"/>
              <a:ext cx="3810" cy="200660"/>
            </a:xfrm>
            <a:custGeom>
              <a:avLst/>
              <a:gdLst/>
              <a:ahLst/>
              <a:cxnLst/>
              <a:rect l="l" t="t" r="r" b="b"/>
              <a:pathLst>
                <a:path w="3810" h="200660">
                  <a:moveTo>
                    <a:pt x="3810" y="199402"/>
                  </a:moveTo>
                  <a:lnTo>
                    <a:pt x="2540" y="199402"/>
                  </a:lnTo>
                  <a:lnTo>
                    <a:pt x="2540" y="200660"/>
                  </a:lnTo>
                  <a:lnTo>
                    <a:pt x="3810" y="200660"/>
                  </a:lnTo>
                  <a:lnTo>
                    <a:pt x="3810" y="199402"/>
                  </a:lnTo>
                  <a:close/>
                </a:path>
                <a:path w="3810" h="200660">
                  <a:moveTo>
                    <a:pt x="38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5080"/>
                  </a:lnTo>
                  <a:lnTo>
                    <a:pt x="0" y="5080"/>
                  </a:lnTo>
                  <a:lnTo>
                    <a:pt x="0" y="195580"/>
                  </a:lnTo>
                  <a:lnTo>
                    <a:pt x="1270" y="195580"/>
                  </a:lnTo>
                  <a:lnTo>
                    <a:pt x="1270" y="199390"/>
                  </a:lnTo>
                  <a:lnTo>
                    <a:pt x="3810" y="199390"/>
                  </a:lnTo>
                  <a:lnTo>
                    <a:pt x="3810" y="195580"/>
                  </a:lnTo>
                  <a:lnTo>
                    <a:pt x="3810" y="508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5" name="object 2985"/>
            <p:cNvSpPr/>
            <p:nvPr/>
          </p:nvSpPr>
          <p:spPr>
            <a:xfrm>
              <a:off x="6457950" y="5453380"/>
              <a:ext cx="2540" cy="205740"/>
            </a:xfrm>
            <a:custGeom>
              <a:avLst/>
              <a:gdLst/>
              <a:ahLst/>
              <a:cxnLst/>
              <a:rect l="l" t="t" r="r" b="b"/>
              <a:pathLst>
                <a:path w="2539" h="205739">
                  <a:moveTo>
                    <a:pt x="2540" y="2552"/>
                  </a:moveTo>
                  <a:lnTo>
                    <a:pt x="0" y="2552"/>
                  </a:lnTo>
                  <a:lnTo>
                    <a:pt x="0" y="201930"/>
                  </a:lnTo>
                  <a:lnTo>
                    <a:pt x="0" y="204470"/>
                  </a:lnTo>
                  <a:lnTo>
                    <a:pt x="1270" y="204470"/>
                  </a:lnTo>
                  <a:lnTo>
                    <a:pt x="1270" y="205740"/>
                  </a:lnTo>
                  <a:lnTo>
                    <a:pt x="2540" y="205740"/>
                  </a:lnTo>
                  <a:lnTo>
                    <a:pt x="2540" y="204470"/>
                  </a:lnTo>
                  <a:lnTo>
                    <a:pt x="2540" y="201930"/>
                  </a:lnTo>
                  <a:lnTo>
                    <a:pt x="2540" y="2552"/>
                  </a:lnTo>
                  <a:close/>
                </a:path>
                <a:path w="2539" h="205739">
                  <a:moveTo>
                    <a:pt x="254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2540" y="254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CED5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6" name="object 2986"/>
            <p:cNvSpPr/>
            <p:nvPr/>
          </p:nvSpPr>
          <p:spPr>
            <a:xfrm>
              <a:off x="6460490" y="5450839"/>
              <a:ext cx="3810" cy="212090"/>
            </a:xfrm>
            <a:custGeom>
              <a:avLst/>
              <a:gdLst/>
              <a:ahLst/>
              <a:cxnLst/>
              <a:rect l="l" t="t" r="r" b="b"/>
              <a:pathLst>
                <a:path w="3810" h="212089">
                  <a:moveTo>
                    <a:pt x="3810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  <a:path w="3810" h="212089">
                  <a:moveTo>
                    <a:pt x="381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70"/>
                  </a:lnTo>
                  <a:close/>
                </a:path>
                <a:path w="3810" h="212089">
                  <a:moveTo>
                    <a:pt x="3810" y="5080"/>
                  </a:moveTo>
                  <a:lnTo>
                    <a:pt x="0" y="5080"/>
                  </a:lnTo>
                  <a:lnTo>
                    <a:pt x="0" y="204470"/>
                  </a:lnTo>
                  <a:lnTo>
                    <a:pt x="3810" y="204470"/>
                  </a:lnTo>
                  <a:lnTo>
                    <a:pt x="3810" y="5080"/>
                  </a:lnTo>
                  <a:close/>
                </a:path>
                <a:path w="3810" h="212089">
                  <a:moveTo>
                    <a:pt x="3810" y="204470"/>
                  </a:moveTo>
                  <a:lnTo>
                    <a:pt x="0" y="204470"/>
                  </a:lnTo>
                  <a:lnTo>
                    <a:pt x="0" y="208280"/>
                  </a:lnTo>
                  <a:lnTo>
                    <a:pt x="3810" y="208280"/>
                  </a:lnTo>
                  <a:lnTo>
                    <a:pt x="3810" y="204470"/>
                  </a:lnTo>
                  <a:close/>
                </a:path>
                <a:path w="3810" h="212089">
                  <a:moveTo>
                    <a:pt x="3810" y="208280"/>
                  </a:moveTo>
                  <a:lnTo>
                    <a:pt x="0" y="208280"/>
                  </a:lnTo>
                  <a:lnTo>
                    <a:pt x="0" y="209550"/>
                  </a:lnTo>
                  <a:lnTo>
                    <a:pt x="1270" y="209550"/>
                  </a:lnTo>
                  <a:lnTo>
                    <a:pt x="1270" y="210820"/>
                  </a:lnTo>
                  <a:lnTo>
                    <a:pt x="3810" y="210820"/>
                  </a:lnTo>
                  <a:lnTo>
                    <a:pt x="3810" y="208280"/>
                  </a:lnTo>
                  <a:close/>
                </a:path>
                <a:path w="3810" h="212089">
                  <a:moveTo>
                    <a:pt x="3810" y="210820"/>
                  </a:moveTo>
                  <a:lnTo>
                    <a:pt x="2539" y="210820"/>
                  </a:lnTo>
                  <a:lnTo>
                    <a:pt x="2539" y="212090"/>
                  </a:lnTo>
                  <a:lnTo>
                    <a:pt x="3810" y="212090"/>
                  </a:lnTo>
                  <a:lnTo>
                    <a:pt x="3810" y="210820"/>
                  </a:lnTo>
                  <a:close/>
                </a:path>
              </a:pathLst>
            </a:custGeom>
            <a:solidFill>
              <a:srgbClr val="CCD3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7" name="object 2987"/>
            <p:cNvSpPr/>
            <p:nvPr/>
          </p:nvSpPr>
          <p:spPr>
            <a:xfrm>
              <a:off x="6464300" y="5448300"/>
              <a:ext cx="3810" cy="215900"/>
            </a:xfrm>
            <a:custGeom>
              <a:avLst/>
              <a:gdLst/>
              <a:ahLst/>
              <a:cxnLst/>
              <a:rect l="l" t="t" r="r" b="b"/>
              <a:pathLst>
                <a:path w="3810" h="215900">
                  <a:moveTo>
                    <a:pt x="3810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215900">
                  <a:moveTo>
                    <a:pt x="381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70"/>
                  </a:lnTo>
                  <a:close/>
                </a:path>
                <a:path w="3810" h="215900">
                  <a:moveTo>
                    <a:pt x="3810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3810"/>
                  </a:lnTo>
                  <a:close/>
                </a:path>
                <a:path w="3810" h="215900">
                  <a:moveTo>
                    <a:pt x="3810" y="7620"/>
                  </a:moveTo>
                  <a:lnTo>
                    <a:pt x="0" y="7620"/>
                  </a:lnTo>
                  <a:lnTo>
                    <a:pt x="0" y="207009"/>
                  </a:lnTo>
                  <a:lnTo>
                    <a:pt x="3810" y="207009"/>
                  </a:lnTo>
                  <a:lnTo>
                    <a:pt x="3810" y="7620"/>
                  </a:lnTo>
                  <a:close/>
                </a:path>
                <a:path w="3810" h="215900">
                  <a:moveTo>
                    <a:pt x="3810" y="207010"/>
                  </a:moveTo>
                  <a:lnTo>
                    <a:pt x="0" y="207010"/>
                  </a:lnTo>
                  <a:lnTo>
                    <a:pt x="0" y="210819"/>
                  </a:lnTo>
                  <a:lnTo>
                    <a:pt x="3810" y="210819"/>
                  </a:lnTo>
                  <a:lnTo>
                    <a:pt x="3810" y="207010"/>
                  </a:lnTo>
                  <a:close/>
                </a:path>
                <a:path w="3810" h="215900">
                  <a:moveTo>
                    <a:pt x="3810" y="210820"/>
                  </a:moveTo>
                  <a:lnTo>
                    <a:pt x="0" y="210820"/>
                  </a:lnTo>
                  <a:lnTo>
                    <a:pt x="0" y="213359"/>
                  </a:lnTo>
                  <a:lnTo>
                    <a:pt x="3810" y="213359"/>
                  </a:lnTo>
                  <a:lnTo>
                    <a:pt x="3810" y="210820"/>
                  </a:lnTo>
                  <a:close/>
                </a:path>
                <a:path w="3810" h="215900">
                  <a:moveTo>
                    <a:pt x="3810" y="213360"/>
                  </a:moveTo>
                  <a:lnTo>
                    <a:pt x="0" y="213360"/>
                  </a:lnTo>
                  <a:lnTo>
                    <a:pt x="0" y="214630"/>
                  </a:lnTo>
                  <a:lnTo>
                    <a:pt x="1270" y="214630"/>
                  </a:lnTo>
                  <a:lnTo>
                    <a:pt x="1270" y="215900"/>
                  </a:lnTo>
                  <a:lnTo>
                    <a:pt x="3810" y="215900"/>
                  </a:lnTo>
                  <a:lnTo>
                    <a:pt x="3810" y="213360"/>
                  </a:lnTo>
                  <a:close/>
                </a:path>
              </a:pathLst>
            </a:custGeom>
            <a:solidFill>
              <a:srgbClr val="C9D1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8" name="object 2988"/>
            <p:cNvSpPr/>
            <p:nvPr/>
          </p:nvSpPr>
          <p:spPr>
            <a:xfrm>
              <a:off x="6468110" y="5447030"/>
              <a:ext cx="3810" cy="218440"/>
            </a:xfrm>
            <a:custGeom>
              <a:avLst/>
              <a:gdLst/>
              <a:ahLst/>
              <a:cxnLst/>
              <a:rect l="l" t="t" r="r" b="b"/>
              <a:pathLst>
                <a:path w="3810" h="218439">
                  <a:moveTo>
                    <a:pt x="3810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  <a:path w="3810" h="218439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218439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10" h="218439">
                  <a:moveTo>
                    <a:pt x="3810" y="8890"/>
                  </a:moveTo>
                  <a:lnTo>
                    <a:pt x="0" y="8890"/>
                  </a:lnTo>
                  <a:lnTo>
                    <a:pt x="0" y="208280"/>
                  </a:lnTo>
                  <a:lnTo>
                    <a:pt x="3810" y="208280"/>
                  </a:lnTo>
                  <a:lnTo>
                    <a:pt x="3810" y="8890"/>
                  </a:lnTo>
                  <a:close/>
                </a:path>
                <a:path w="3810" h="218439">
                  <a:moveTo>
                    <a:pt x="3810" y="208280"/>
                  </a:moveTo>
                  <a:lnTo>
                    <a:pt x="0" y="208280"/>
                  </a:lnTo>
                  <a:lnTo>
                    <a:pt x="0" y="212090"/>
                  </a:lnTo>
                  <a:lnTo>
                    <a:pt x="3810" y="212090"/>
                  </a:lnTo>
                  <a:lnTo>
                    <a:pt x="3810" y="208280"/>
                  </a:lnTo>
                  <a:close/>
                </a:path>
                <a:path w="3810" h="218439">
                  <a:moveTo>
                    <a:pt x="3810" y="212090"/>
                  </a:moveTo>
                  <a:lnTo>
                    <a:pt x="0" y="212090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212090"/>
                  </a:lnTo>
                  <a:close/>
                </a:path>
                <a:path w="3810" h="218439">
                  <a:moveTo>
                    <a:pt x="3810" y="214630"/>
                  </a:moveTo>
                  <a:lnTo>
                    <a:pt x="0" y="214630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4630"/>
                  </a:lnTo>
                  <a:close/>
                </a:path>
              </a:pathLst>
            </a:custGeom>
            <a:solidFill>
              <a:srgbClr val="C6CF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9" name="object 2989"/>
            <p:cNvSpPr/>
            <p:nvPr/>
          </p:nvSpPr>
          <p:spPr>
            <a:xfrm>
              <a:off x="6471920" y="5445759"/>
              <a:ext cx="3810" cy="222250"/>
            </a:xfrm>
            <a:custGeom>
              <a:avLst/>
              <a:gdLst/>
              <a:ahLst/>
              <a:cxnLst/>
              <a:rect l="l" t="t" r="r" b="b"/>
              <a:pathLst>
                <a:path w="3810" h="222250">
                  <a:moveTo>
                    <a:pt x="380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0"/>
                  </a:lnTo>
                  <a:close/>
                </a:path>
                <a:path w="3810" h="222250">
                  <a:moveTo>
                    <a:pt x="380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3809"/>
                  </a:lnTo>
                  <a:close/>
                </a:path>
                <a:path w="3810" h="222250">
                  <a:moveTo>
                    <a:pt x="380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6350"/>
                  </a:lnTo>
                  <a:close/>
                </a:path>
                <a:path w="3810" h="222250">
                  <a:moveTo>
                    <a:pt x="3809" y="10159"/>
                  </a:moveTo>
                  <a:lnTo>
                    <a:pt x="0" y="10159"/>
                  </a:lnTo>
                  <a:lnTo>
                    <a:pt x="0" y="209549"/>
                  </a:lnTo>
                  <a:lnTo>
                    <a:pt x="3809" y="209549"/>
                  </a:lnTo>
                  <a:lnTo>
                    <a:pt x="3809" y="10159"/>
                  </a:lnTo>
                  <a:close/>
                </a:path>
                <a:path w="3810" h="222250">
                  <a:moveTo>
                    <a:pt x="3809" y="209550"/>
                  </a:moveTo>
                  <a:lnTo>
                    <a:pt x="0" y="209550"/>
                  </a:lnTo>
                  <a:lnTo>
                    <a:pt x="0" y="213359"/>
                  </a:lnTo>
                  <a:lnTo>
                    <a:pt x="3809" y="213359"/>
                  </a:lnTo>
                  <a:lnTo>
                    <a:pt x="3809" y="209550"/>
                  </a:lnTo>
                  <a:close/>
                </a:path>
                <a:path w="3810" h="222250">
                  <a:moveTo>
                    <a:pt x="3809" y="213359"/>
                  </a:moveTo>
                  <a:lnTo>
                    <a:pt x="0" y="213359"/>
                  </a:lnTo>
                  <a:lnTo>
                    <a:pt x="0" y="215899"/>
                  </a:lnTo>
                  <a:lnTo>
                    <a:pt x="3809" y="215899"/>
                  </a:lnTo>
                  <a:lnTo>
                    <a:pt x="3809" y="213359"/>
                  </a:lnTo>
                  <a:close/>
                </a:path>
                <a:path w="3810" h="222250">
                  <a:moveTo>
                    <a:pt x="3809" y="215900"/>
                  </a:moveTo>
                  <a:lnTo>
                    <a:pt x="0" y="215900"/>
                  </a:lnTo>
                  <a:lnTo>
                    <a:pt x="0" y="219709"/>
                  </a:lnTo>
                  <a:lnTo>
                    <a:pt x="3809" y="219709"/>
                  </a:lnTo>
                  <a:lnTo>
                    <a:pt x="3809" y="215900"/>
                  </a:lnTo>
                  <a:close/>
                </a:path>
                <a:path w="3810" h="222250">
                  <a:moveTo>
                    <a:pt x="3809" y="219709"/>
                  </a:moveTo>
                  <a:lnTo>
                    <a:pt x="0" y="219709"/>
                  </a:lnTo>
                  <a:lnTo>
                    <a:pt x="0" y="220979"/>
                  </a:lnTo>
                  <a:lnTo>
                    <a:pt x="2539" y="220979"/>
                  </a:lnTo>
                  <a:lnTo>
                    <a:pt x="2539" y="222249"/>
                  </a:lnTo>
                  <a:lnTo>
                    <a:pt x="3809" y="222249"/>
                  </a:lnTo>
                  <a:lnTo>
                    <a:pt x="3809" y="219709"/>
                  </a:lnTo>
                  <a:close/>
                </a:path>
              </a:pathLst>
            </a:custGeom>
            <a:solidFill>
              <a:srgbClr val="C3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0" name="object 2990"/>
            <p:cNvSpPr/>
            <p:nvPr/>
          </p:nvSpPr>
          <p:spPr>
            <a:xfrm>
              <a:off x="6475730" y="5444489"/>
              <a:ext cx="3810" cy="223520"/>
            </a:xfrm>
            <a:custGeom>
              <a:avLst/>
              <a:gdLst/>
              <a:ahLst/>
              <a:cxnLst/>
              <a:rect l="l" t="t" r="r" b="b"/>
              <a:pathLst>
                <a:path w="3810" h="223520">
                  <a:moveTo>
                    <a:pt x="3810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92"/>
                  </a:lnTo>
                  <a:close/>
                </a:path>
                <a:path w="3810" h="223520">
                  <a:moveTo>
                    <a:pt x="3810" y="217182"/>
                  </a:moveTo>
                  <a:lnTo>
                    <a:pt x="0" y="21718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7182"/>
                  </a:lnTo>
                  <a:close/>
                </a:path>
                <a:path w="3810" h="223520">
                  <a:moveTo>
                    <a:pt x="3810" y="214642"/>
                  </a:moveTo>
                  <a:lnTo>
                    <a:pt x="0" y="21464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214642"/>
                  </a:lnTo>
                  <a:close/>
                </a:path>
                <a:path w="3810" h="223520">
                  <a:moveTo>
                    <a:pt x="3810" y="210832"/>
                  </a:moveTo>
                  <a:lnTo>
                    <a:pt x="0" y="210832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210832"/>
                  </a:lnTo>
                  <a:close/>
                </a:path>
                <a:path w="3810" h="223520">
                  <a:moveTo>
                    <a:pt x="3810" y="11442"/>
                  </a:moveTo>
                  <a:lnTo>
                    <a:pt x="0" y="11442"/>
                  </a:lnTo>
                  <a:lnTo>
                    <a:pt x="0" y="210820"/>
                  </a:lnTo>
                  <a:lnTo>
                    <a:pt x="3810" y="210820"/>
                  </a:lnTo>
                  <a:lnTo>
                    <a:pt x="3810" y="11442"/>
                  </a:lnTo>
                  <a:close/>
                </a:path>
                <a:path w="3810" h="22352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10" h="22352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10" h="22352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10" h="223520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1" name="object 2991"/>
            <p:cNvSpPr/>
            <p:nvPr/>
          </p:nvSpPr>
          <p:spPr>
            <a:xfrm>
              <a:off x="6479540" y="5443232"/>
              <a:ext cx="2540" cy="226060"/>
            </a:xfrm>
            <a:custGeom>
              <a:avLst/>
              <a:gdLst/>
              <a:ahLst/>
              <a:cxnLst/>
              <a:rect l="l" t="t" r="r" b="b"/>
              <a:pathLst>
                <a:path w="2539" h="226060">
                  <a:moveTo>
                    <a:pt x="2540" y="224790"/>
                  </a:moveTo>
                  <a:lnTo>
                    <a:pt x="0" y="224790"/>
                  </a:lnTo>
                  <a:lnTo>
                    <a:pt x="0" y="226047"/>
                  </a:lnTo>
                  <a:lnTo>
                    <a:pt x="2540" y="226047"/>
                  </a:lnTo>
                  <a:lnTo>
                    <a:pt x="2540" y="224790"/>
                  </a:lnTo>
                  <a:close/>
                </a:path>
                <a:path w="2539" h="226060">
                  <a:moveTo>
                    <a:pt x="2540" y="222250"/>
                  </a:moveTo>
                  <a:lnTo>
                    <a:pt x="0" y="222250"/>
                  </a:lnTo>
                  <a:lnTo>
                    <a:pt x="0" y="224777"/>
                  </a:lnTo>
                  <a:lnTo>
                    <a:pt x="2540" y="224777"/>
                  </a:lnTo>
                  <a:lnTo>
                    <a:pt x="2540" y="222250"/>
                  </a:lnTo>
                  <a:close/>
                </a:path>
                <a:path w="2539" h="226060">
                  <a:moveTo>
                    <a:pt x="2540" y="218440"/>
                  </a:moveTo>
                  <a:lnTo>
                    <a:pt x="0" y="218440"/>
                  </a:lnTo>
                  <a:lnTo>
                    <a:pt x="0" y="222237"/>
                  </a:lnTo>
                  <a:lnTo>
                    <a:pt x="2540" y="222237"/>
                  </a:lnTo>
                  <a:lnTo>
                    <a:pt x="2540" y="218440"/>
                  </a:lnTo>
                  <a:close/>
                </a:path>
                <a:path w="2539" h="226060">
                  <a:moveTo>
                    <a:pt x="2540" y="215900"/>
                  </a:moveTo>
                  <a:lnTo>
                    <a:pt x="0" y="215900"/>
                  </a:lnTo>
                  <a:lnTo>
                    <a:pt x="0" y="218427"/>
                  </a:lnTo>
                  <a:lnTo>
                    <a:pt x="2540" y="218427"/>
                  </a:lnTo>
                  <a:lnTo>
                    <a:pt x="2540" y="215900"/>
                  </a:lnTo>
                  <a:close/>
                </a:path>
                <a:path w="2539" h="226060">
                  <a:moveTo>
                    <a:pt x="2540" y="212090"/>
                  </a:moveTo>
                  <a:lnTo>
                    <a:pt x="0" y="212090"/>
                  </a:lnTo>
                  <a:lnTo>
                    <a:pt x="0" y="215887"/>
                  </a:lnTo>
                  <a:lnTo>
                    <a:pt x="2540" y="215887"/>
                  </a:lnTo>
                  <a:lnTo>
                    <a:pt x="2540" y="212090"/>
                  </a:lnTo>
                  <a:close/>
                </a:path>
                <a:path w="2539" h="226060">
                  <a:moveTo>
                    <a:pt x="2540" y="12700"/>
                  </a:moveTo>
                  <a:lnTo>
                    <a:pt x="0" y="12700"/>
                  </a:lnTo>
                  <a:lnTo>
                    <a:pt x="0" y="212077"/>
                  </a:lnTo>
                  <a:lnTo>
                    <a:pt x="2540" y="212077"/>
                  </a:lnTo>
                  <a:lnTo>
                    <a:pt x="2540" y="12700"/>
                  </a:lnTo>
                  <a:close/>
                </a:path>
                <a:path w="2539" h="226060">
                  <a:moveTo>
                    <a:pt x="254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8890"/>
                  </a:lnTo>
                  <a:close/>
                </a:path>
                <a:path w="2539" h="226060">
                  <a:moveTo>
                    <a:pt x="254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2540" y="8877"/>
                  </a:lnTo>
                  <a:lnTo>
                    <a:pt x="2540" y="6350"/>
                  </a:lnTo>
                  <a:close/>
                </a:path>
                <a:path w="2539" h="226060">
                  <a:moveTo>
                    <a:pt x="254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2540"/>
                  </a:lnTo>
                  <a:close/>
                </a:path>
                <a:path w="2539" h="226060">
                  <a:moveTo>
                    <a:pt x="254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2540" y="252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2" name="object 2992"/>
            <p:cNvSpPr/>
            <p:nvPr/>
          </p:nvSpPr>
          <p:spPr>
            <a:xfrm>
              <a:off x="6482080" y="5443232"/>
              <a:ext cx="3810" cy="212090"/>
            </a:xfrm>
            <a:custGeom>
              <a:avLst/>
              <a:gdLst/>
              <a:ahLst/>
              <a:cxnLst/>
              <a:rect l="l" t="t" r="r" b="b"/>
              <a:pathLst>
                <a:path w="3810" h="212089">
                  <a:moveTo>
                    <a:pt x="3810" y="12700"/>
                  </a:moveTo>
                  <a:lnTo>
                    <a:pt x="0" y="12700"/>
                  </a:lnTo>
                  <a:lnTo>
                    <a:pt x="0" y="212077"/>
                  </a:lnTo>
                  <a:lnTo>
                    <a:pt x="3810" y="212077"/>
                  </a:lnTo>
                  <a:lnTo>
                    <a:pt x="3810" y="12700"/>
                  </a:lnTo>
                  <a:close/>
                </a:path>
                <a:path w="3810" h="212089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10" h="212089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10" h="212089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10" h="212089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B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3" name="object 2993"/>
            <p:cNvSpPr/>
            <p:nvPr/>
          </p:nvSpPr>
          <p:spPr>
            <a:xfrm>
              <a:off x="6485890" y="5441950"/>
              <a:ext cx="3810" cy="229870"/>
            </a:xfrm>
            <a:custGeom>
              <a:avLst/>
              <a:gdLst/>
              <a:ahLst/>
              <a:cxnLst/>
              <a:rect l="l" t="t" r="r" b="b"/>
              <a:pathLst>
                <a:path w="3810" h="229870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10" h="229870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10" h="229870">
                  <a:moveTo>
                    <a:pt x="3810" y="219722"/>
                  </a:moveTo>
                  <a:lnTo>
                    <a:pt x="0" y="21972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9722"/>
                  </a:lnTo>
                  <a:close/>
                </a:path>
                <a:path w="3810" h="229870">
                  <a:moveTo>
                    <a:pt x="3810" y="217182"/>
                  </a:moveTo>
                  <a:lnTo>
                    <a:pt x="0" y="21718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17182"/>
                  </a:lnTo>
                  <a:close/>
                </a:path>
                <a:path w="3810" h="229870">
                  <a:moveTo>
                    <a:pt x="3810" y="213372"/>
                  </a:moveTo>
                  <a:lnTo>
                    <a:pt x="0" y="21337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213372"/>
                  </a:lnTo>
                  <a:close/>
                </a:path>
                <a:path w="3810" h="229870">
                  <a:moveTo>
                    <a:pt x="3810" y="13982"/>
                  </a:moveTo>
                  <a:lnTo>
                    <a:pt x="0" y="13982"/>
                  </a:lnTo>
                  <a:lnTo>
                    <a:pt x="0" y="213360"/>
                  </a:lnTo>
                  <a:lnTo>
                    <a:pt x="3810" y="213360"/>
                  </a:lnTo>
                  <a:lnTo>
                    <a:pt x="3810" y="13982"/>
                  </a:lnTo>
                  <a:close/>
                </a:path>
                <a:path w="3810" h="229870">
                  <a:moveTo>
                    <a:pt x="381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0172"/>
                  </a:lnTo>
                  <a:close/>
                </a:path>
                <a:path w="3810" h="229870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10" h="229870">
                  <a:moveTo>
                    <a:pt x="381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3822"/>
                  </a:lnTo>
                  <a:close/>
                </a:path>
                <a:path w="3810" h="229870">
                  <a:moveTo>
                    <a:pt x="381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82"/>
                  </a:lnTo>
                  <a:close/>
                </a:path>
                <a:path w="3810" h="229870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4" name="object 2994"/>
            <p:cNvSpPr/>
            <p:nvPr/>
          </p:nvSpPr>
          <p:spPr>
            <a:xfrm>
              <a:off x="6489700" y="5440680"/>
              <a:ext cx="3810" cy="232410"/>
            </a:xfrm>
            <a:custGeom>
              <a:avLst/>
              <a:gdLst/>
              <a:ahLst/>
              <a:cxnLst/>
              <a:rect l="l" t="t" r="r" b="b"/>
              <a:pathLst>
                <a:path w="3810" h="232410">
                  <a:moveTo>
                    <a:pt x="3810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  <a:path w="3810" h="232410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232410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10" h="232410">
                  <a:moveTo>
                    <a:pt x="381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890"/>
                  </a:lnTo>
                  <a:close/>
                </a:path>
                <a:path w="3810" h="232410">
                  <a:moveTo>
                    <a:pt x="381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30"/>
                  </a:lnTo>
                  <a:close/>
                </a:path>
                <a:path w="3810" h="232410">
                  <a:moveTo>
                    <a:pt x="3810" y="15240"/>
                  </a:moveTo>
                  <a:lnTo>
                    <a:pt x="0" y="15240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15240"/>
                  </a:lnTo>
                  <a:close/>
                </a:path>
                <a:path w="3810" h="232410">
                  <a:moveTo>
                    <a:pt x="3810" y="214630"/>
                  </a:moveTo>
                  <a:lnTo>
                    <a:pt x="0" y="214630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4630"/>
                  </a:lnTo>
                  <a:close/>
                </a:path>
                <a:path w="3810" h="232410">
                  <a:moveTo>
                    <a:pt x="3810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8440"/>
                  </a:lnTo>
                  <a:close/>
                </a:path>
                <a:path w="3810" h="232410">
                  <a:moveTo>
                    <a:pt x="3810" y="220980"/>
                  </a:moveTo>
                  <a:lnTo>
                    <a:pt x="0" y="220980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0980"/>
                  </a:lnTo>
                  <a:close/>
                </a:path>
                <a:path w="3810" h="232410">
                  <a:moveTo>
                    <a:pt x="3810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790"/>
                  </a:lnTo>
                  <a:close/>
                </a:path>
                <a:path w="3810" h="232410">
                  <a:moveTo>
                    <a:pt x="3810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30"/>
                  </a:lnTo>
                  <a:close/>
                </a:path>
                <a:path w="3810" h="232410">
                  <a:moveTo>
                    <a:pt x="3810" y="231140"/>
                  </a:moveTo>
                  <a:lnTo>
                    <a:pt x="1270" y="231140"/>
                  </a:lnTo>
                  <a:lnTo>
                    <a:pt x="1270" y="232410"/>
                  </a:lnTo>
                  <a:lnTo>
                    <a:pt x="3810" y="232410"/>
                  </a:lnTo>
                  <a:lnTo>
                    <a:pt x="3810" y="231140"/>
                  </a:lnTo>
                  <a:close/>
                </a:path>
              </a:pathLst>
            </a:custGeom>
            <a:solidFill>
              <a:srgbClr val="B6C1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5" name="object 2995"/>
            <p:cNvSpPr/>
            <p:nvPr/>
          </p:nvSpPr>
          <p:spPr>
            <a:xfrm>
              <a:off x="6493510" y="5439409"/>
              <a:ext cx="3810" cy="234950"/>
            </a:xfrm>
            <a:custGeom>
              <a:avLst/>
              <a:gdLst/>
              <a:ahLst/>
              <a:cxnLst/>
              <a:rect l="l" t="t" r="r" b="b"/>
              <a:pathLst>
                <a:path w="3810" h="234950">
                  <a:moveTo>
                    <a:pt x="3810" y="0"/>
                  </a:moveTo>
                  <a:lnTo>
                    <a:pt x="2539" y="0"/>
                  </a:lnTo>
                  <a:lnTo>
                    <a:pt x="2539" y="1269"/>
                  </a:lnTo>
                  <a:lnTo>
                    <a:pt x="0" y="1269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0"/>
                  </a:lnTo>
                  <a:close/>
                </a:path>
                <a:path w="3810" h="234950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10" h="234950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10" h="234950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10" h="234950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10" h="234950">
                  <a:moveTo>
                    <a:pt x="3810" y="16509"/>
                  </a:moveTo>
                  <a:lnTo>
                    <a:pt x="0" y="16509"/>
                  </a:lnTo>
                  <a:lnTo>
                    <a:pt x="0" y="215899"/>
                  </a:lnTo>
                  <a:lnTo>
                    <a:pt x="3810" y="215899"/>
                  </a:lnTo>
                  <a:lnTo>
                    <a:pt x="3810" y="16509"/>
                  </a:lnTo>
                  <a:close/>
                </a:path>
                <a:path w="3810" h="234950">
                  <a:moveTo>
                    <a:pt x="3810" y="215900"/>
                  </a:moveTo>
                  <a:lnTo>
                    <a:pt x="0" y="215900"/>
                  </a:lnTo>
                  <a:lnTo>
                    <a:pt x="0" y="219709"/>
                  </a:lnTo>
                  <a:lnTo>
                    <a:pt x="3810" y="219709"/>
                  </a:lnTo>
                  <a:lnTo>
                    <a:pt x="3810" y="215900"/>
                  </a:lnTo>
                  <a:close/>
                </a:path>
                <a:path w="3810" h="234950">
                  <a:moveTo>
                    <a:pt x="3810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3810" y="222249"/>
                  </a:lnTo>
                  <a:lnTo>
                    <a:pt x="3810" y="219709"/>
                  </a:lnTo>
                  <a:close/>
                </a:path>
                <a:path w="3810" h="234950">
                  <a:moveTo>
                    <a:pt x="3810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22250"/>
                  </a:lnTo>
                  <a:close/>
                </a:path>
                <a:path w="3810" h="234950">
                  <a:moveTo>
                    <a:pt x="3810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6059"/>
                  </a:lnTo>
                  <a:close/>
                </a:path>
                <a:path w="3810" h="234950">
                  <a:moveTo>
                    <a:pt x="3810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8600"/>
                  </a:lnTo>
                  <a:close/>
                </a:path>
                <a:path w="3810" h="234950">
                  <a:moveTo>
                    <a:pt x="3810" y="232409"/>
                  </a:moveTo>
                  <a:lnTo>
                    <a:pt x="0" y="232409"/>
                  </a:lnTo>
                  <a:lnTo>
                    <a:pt x="0" y="233679"/>
                  </a:lnTo>
                  <a:lnTo>
                    <a:pt x="2539" y="233679"/>
                  </a:lnTo>
                  <a:lnTo>
                    <a:pt x="2539" y="234949"/>
                  </a:lnTo>
                  <a:lnTo>
                    <a:pt x="3810" y="234949"/>
                  </a:lnTo>
                  <a:lnTo>
                    <a:pt x="3810" y="232409"/>
                  </a:lnTo>
                  <a:close/>
                </a:path>
              </a:pathLst>
            </a:custGeom>
            <a:solidFill>
              <a:srgbClr val="B3BF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6" name="object 2996"/>
            <p:cNvSpPr/>
            <p:nvPr/>
          </p:nvSpPr>
          <p:spPr>
            <a:xfrm>
              <a:off x="6497320" y="5439422"/>
              <a:ext cx="3810" cy="236220"/>
            </a:xfrm>
            <a:custGeom>
              <a:avLst/>
              <a:gdLst/>
              <a:ahLst/>
              <a:cxnLst/>
              <a:rect l="l" t="t" r="r" b="b"/>
              <a:pathLst>
                <a:path w="3810" h="236220">
                  <a:moveTo>
                    <a:pt x="3810" y="234950"/>
                  </a:moveTo>
                  <a:lnTo>
                    <a:pt x="2540" y="234950"/>
                  </a:lnTo>
                  <a:lnTo>
                    <a:pt x="2540" y="236207"/>
                  </a:lnTo>
                  <a:lnTo>
                    <a:pt x="3810" y="236207"/>
                  </a:lnTo>
                  <a:lnTo>
                    <a:pt x="3810" y="234950"/>
                  </a:lnTo>
                  <a:close/>
                </a:path>
                <a:path w="3810" h="236220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10" h="236220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10" h="236220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10" h="236220">
                  <a:moveTo>
                    <a:pt x="381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22250"/>
                  </a:lnTo>
                  <a:close/>
                </a:path>
                <a:path w="3810" h="236220">
                  <a:moveTo>
                    <a:pt x="3810" y="219710"/>
                  </a:moveTo>
                  <a:lnTo>
                    <a:pt x="0" y="21971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19710"/>
                  </a:lnTo>
                  <a:close/>
                </a:path>
                <a:path w="3810" h="236220">
                  <a:moveTo>
                    <a:pt x="3810" y="215900"/>
                  </a:moveTo>
                  <a:lnTo>
                    <a:pt x="0" y="215900"/>
                  </a:lnTo>
                  <a:lnTo>
                    <a:pt x="0" y="219697"/>
                  </a:lnTo>
                  <a:lnTo>
                    <a:pt x="3810" y="219697"/>
                  </a:lnTo>
                  <a:lnTo>
                    <a:pt x="3810" y="215900"/>
                  </a:lnTo>
                  <a:close/>
                </a:path>
                <a:path w="3810" h="236220">
                  <a:moveTo>
                    <a:pt x="3810" y="16510"/>
                  </a:moveTo>
                  <a:lnTo>
                    <a:pt x="0" y="16510"/>
                  </a:lnTo>
                  <a:lnTo>
                    <a:pt x="0" y="215887"/>
                  </a:lnTo>
                  <a:lnTo>
                    <a:pt x="3810" y="215887"/>
                  </a:lnTo>
                  <a:lnTo>
                    <a:pt x="3810" y="16510"/>
                  </a:lnTo>
                  <a:close/>
                </a:path>
                <a:path w="3810" h="236220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10" h="236220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10" h="236220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10" h="236220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10" h="236220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1BD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7" name="object 2997"/>
            <p:cNvSpPr/>
            <p:nvPr/>
          </p:nvSpPr>
          <p:spPr>
            <a:xfrm>
              <a:off x="6501130" y="543813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09" h="237489">
                  <a:moveTo>
                    <a:pt x="3810" y="236232"/>
                  </a:moveTo>
                  <a:lnTo>
                    <a:pt x="0" y="23623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6232"/>
                  </a:lnTo>
                  <a:close/>
                </a:path>
                <a:path w="3809" h="237489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09" h="237489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09" h="237489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09" h="237489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09" h="237489">
                  <a:moveTo>
                    <a:pt x="3810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92"/>
                  </a:lnTo>
                  <a:close/>
                </a:path>
                <a:path w="3809" h="237489">
                  <a:moveTo>
                    <a:pt x="3810" y="217182"/>
                  </a:moveTo>
                  <a:lnTo>
                    <a:pt x="0" y="21718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7182"/>
                  </a:lnTo>
                  <a:close/>
                </a:path>
                <a:path w="3809" h="237489">
                  <a:moveTo>
                    <a:pt x="3810" y="17792"/>
                  </a:moveTo>
                  <a:lnTo>
                    <a:pt x="0" y="1779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17792"/>
                  </a:lnTo>
                  <a:close/>
                </a:path>
                <a:path w="3809" h="237489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09" h="237489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09" h="237489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09" h="237489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09" h="237489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09" h="237489">
                  <a:moveTo>
                    <a:pt x="38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EBA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8" name="object 2998"/>
            <p:cNvSpPr/>
            <p:nvPr/>
          </p:nvSpPr>
          <p:spPr>
            <a:xfrm>
              <a:off x="6504940" y="5438139"/>
              <a:ext cx="2540" cy="237490"/>
            </a:xfrm>
            <a:custGeom>
              <a:avLst/>
              <a:gdLst/>
              <a:ahLst/>
              <a:cxnLst/>
              <a:rect l="l" t="t" r="r" b="b"/>
              <a:pathLst>
                <a:path w="2540" h="237489">
                  <a:moveTo>
                    <a:pt x="2540" y="236232"/>
                  </a:moveTo>
                  <a:lnTo>
                    <a:pt x="0" y="236232"/>
                  </a:lnTo>
                  <a:lnTo>
                    <a:pt x="0" y="237490"/>
                  </a:lnTo>
                  <a:lnTo>
                    <a:pt x="2540" y="237490"/>
                  </a:lnTo>
                  <a:lnTo>
                    <a:pt x="2540" y="236232"/>
                  </a:lnTo>
                  <a:close/>
                </a:path>
                <a:path w="2540" h="237489">
                  <a:moveTo>
                    <a:pt x="254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2540" y="236220"/>
                  </a:lnTo>
                  <a:lnTo>
                    <a:pt x="2540" y="233692"/>
                  </a:lnTo>
                  <a:close/>
                </a:path>
                <a:path w="2540" h="237489">
                  <a:moveTo>
                    <a:pt x="254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2540" y="233680"/>
                  </a:lnTo>
                  <a:lnTo>
                    <a:pt x="2540" y="229882"/>
                  </a:lnTo>
                  <a:close/>
                </a:path>
                <a:path w="2540" h="237489">
                  <a:moveTo>
                    <a:pt x="254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2540" y="229870"/>
                  </a:lnTo>
                  <a:lnTo>
                    <a:pt x="2540" y="227342"/>
                  </a:lnTo>
                  <a:close/>
                </a:path>
                <a:path w="2540" h="237489">
                  <a:moveTo>
                    <a:pt x="254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2540" y="227330"/>
                  </a:lnTo>
                  <a:lnTo>
                    <a:pt x="2540" y="223532"/>
                  </a:lnTo>
                  <a:close/>
                </a:path>
                <a:path w="2540" h="237489">
                  <a:moveTo>
                    <a:pt x="2540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2540" y="223520"/>
                  </a:lnTo>
                  <a:lnTo>
                    <a:pt x="2540" y="220992"/>
                  </a:lnTo>
                  <a:close/>
                </a:path>
                <a:path w="2540" h="237489">
                  <a:moveTo>
                    <a:pt x="2540" y="217182"/>
                  </a:moveTo>
                  <a:lnTo>
                    <a:pt x="0" y="217182"/>
                  </a:lnTo>
                  <a:lnTo>
                    <a:pt x="0" y="220980"/>
                  </a:lnTo>
                  <a:lnTo>
                    <a:pt x="2540" y="220980"/>
                  </a:lnTo>
                  <a:lnTo>
                    <a:pt x="2540" y="217182"/>
                  </a:lnTo>
                  <a:close/>
                </a:path>
                <a:path w="2540" h="237489">
                  <a:moveTo>
                    <a:pt x="2540" y="17792"/>
                  </a:moveTo>
                  <a:lnTo>
                    <a:pt x="0" y="17792"/>
                  </a:lnTo>
                  <a:lnTo>
                    <a:pt x="0" y="217170"/>
                  </a:lnTo>
                  <a:lnTo>
                    <a:pt x="2540" y="217170"/>
                  </a:lnTo>
                  <a:lnTo>
                    <a:pt x="2540" y="17792"/>
                  </a:lnTo>
                  <a:close/>
                </a:path>
                <a:path w="2540" h="237489">
                  <a:moveTo>
                    <a:pt x="254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2540" y="17780"/>
                  </a:lnTo>
                  <a:lnTo>
                    <a:pt x="2540" y="13982"/>
                  </a:lnTo>
                  <a:close/>
                </a:path>
                <a:path w="2540" h="237489">
                  <a:moveTo>
                    <a:pt x="254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2540" y="13970"/>
                  </a:lnTo>
                  <a:lnTo>
                    <a:pt x="2540" y="11442"/>
                  </a:lnTo>
                  <a:close/>
                </a:path>
                <a:path w="2540" h="237489">
                  <a:moveTo>
                    <a:pt x="254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7632"/>
                  </a:lnTo>
                  <a:close/>
                </a:path>
                <a:path w="2540" h="237489">
                  <a:moveTo>
                    <a:pt x="254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5092"/>
                  </a:lnTo>
                  <a:close/>
                </a:path>
                <a:path w="2540" h="237489">
                  <a:moveTo>
                    <a:pt x="254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1282"/>
                  </a:lnTo>
                  <a:close/>
                </a:path>
                <a:path w="2540" h="237489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9" name="object 2999"/>
            <p:cNvSpPr/>
            <p:nvPr/>
          </p:nvSpPr>
          <p:spPr>
            <a:xfrm>
              <a:off x="6507480" y="5436870"/>
              <a:ext cx="3810" cy="240029"/>
            </a:xfrm>
            <a:custGeom>
              <a:avLst/>
              <a:gdLst/>
              <a:ahLst/>
              <a:cxnLst/>
              <a:rect l="l" t="t" r="r" b="b"/>
              <a:pathLst>
                <a:path w="3809" h="240029">
                  <a:moveTo>
                    <a:pt x="3810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09" h="240029">
                  <a:moveTo>
                    <a:pt x="381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2539"/>
                  </a:lnTo>
                  <a:close/>
                </a:path>
                <a:path w="3809" h="240029">
                  <a:moveTo>
                    <a:pt x="381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49"/>
                  </a:lnTo>
                  <a:close/>
                </a:path>
                <a:path w="3809" h="240029">
                  <a:moveTo>
                    <a:pt x="381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8889"/>
                  </a:lnTo>
                  <a:close/>
                </a:path>
                <a:path w="3809" h="240029">
                  <a:moveTo>
                    <a:pt x="381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2699"/>
                  </a:lnTo>
                  <a:close/>
                </a:path>
                <a:path w="3809" h="240029">
                  <a:moveTo>
                    <a:pt x="381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5239"/>
                  </a:lnTo>
                  <a:close/>
                </a:path>
                <a:path w="3809" h="240029">
                  <a:moveTo>
                    <a:pt x="3810" y="19049"/>
                  </a:moveTo>
                  <a:lnTo>
                    <a:pt x="0" y="19049"/>
                  </a:lnTo>
                  <a:lnTo>
                    <a:pt x="0" y="218439"/>
                  </a:lnTo>
                  <a:lnTo>
                    <a:pt x="3810" y="218439"/>
                  </a:lnTo>
                  <a:lnTo>
                    <a:pt x="3810" y="19049"/>
                  </a:lnTo>
                  <a:close/>
                </a:path>
                <a:path w="3809" h="240029">
                  <a:moveTo>
                    <a:pt x="3810" y="218439"/>
                  </a:moveTo>
                  <a:lnTo>
                    <a:pt x="0" y="218439"/>
                  </a:lnTo>
                  <a:lnTo>
                    <a:pt x="0" y="222249"/>
                  </a:lnTo>
                  <a:lnTo>
                    <a:pt x="3810" y="222249"/>
                  </a:lnTo>
                  <a:lnTo>
                    <a:pt x="3810" y="218439"/>
                  </a:lnTo>
                  <a:close/>
                </a:path>
                <a:path w="3809" h="240029">
                  <a:moveTo>
                    <a:pt x="3810" y="222249"/>
                  </a:moveTo>
                  <a:lnTo>
                    <a:pt x="0" y="222249"/>
                  </a:lnTo>
                  <a:lnTo>
                    <a:pt x="0" y="224789"/>
                  </a:lnTo>
                  <a:lnTo>
                    <a:pt x="3810" y="224789"/>
                  </a:lnTo>
                  <a:lnTo>
                    <a:pt x="3810" y="222249"/>
                  </a:lnTo>
                  <a:close/>
                </a:path>
                <a:path w="3809" h="240029">
                  <a:moveTo>
                    <a:pt x="3810" y="224789"/>
                  </a:moveTo>
                  <a:lnTo>
                    <a:pt x="0" y="22478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4789"/>
                  </a:lnTo>
                  <a:close/>
                </a:path>
                <a:path w="3809" h="240029">
                  <a:moveTo>
                    <a:pt x="3810" y="228599"/>
                  </a:moveTo>
                  <a:lnTo>
                    <a:pt x="0" y="228599"/>
                  </a:lnTo>
                  <a:lnTo>
                    <a:pt x="0" y="231139"/>
                  </a:lnTo>
                  <a:lnTo>
                    <a:pt x="3810" y="231139"/>
                  </a:lnTo>
                  <a:lnTo>
                    <a:pt x="3810" y="228599"/>
                  </a:lnTo>
                  <a:close/>
                </a:path>
                <a:path w="3809" h="240029">
                  <a:moveTo>
                    <a:pt x="3810" y="231139"/>
                  </a:moveTo>
                  <a:lnTo>
                    <a:pt x="0" y="231139"/>
                  </a:lnTo>
                  <a:lnTo>
                    <a:pt x="0" y="234949"/>
                  </a:lnTo>
                  <a:lnTo>
                    <a:pt x="3810" y="234949"/>
                  </a:lnTo>
                  <a:lnTo>
                    <a:pt x="3810" y="231139"/>
                  </a:lnTo>
                  <a:close/>
                </a:path>
                <a:path w="3809" h="240029">
                  <a:moveTo>
                    <a:pt x="3810" y="234949"/>
                  </a:moveTo>
                  <a:lnTo>
                    <a:pt x="0" y="234949"/>
                  </a:lnTo>
                  <a:lnTo>
                    <a:pt x="0" y="237489"/>
                  </a:lnTo>
                  <a:lnTo>
                    <a:pt x="3810" y="237489"/>
                  </a:lnTo>
                  <a:lnTo>
                    <a:pt x="3810" y="234949"/>
                  </a:lnTo>
                  <a:close/>
                </a:path>
                <a:path w="3809" h="240029">
                  <a:moveTo>
                    <a:pt x="3810" y="237489"/>
                  </a:moveTo>
                  <a:lnTo>
                    <a:pt x="0" y="237489"/>
                  </a:lnTo>
                  <a:lnTo>
                    <a:pt x="0" y="240029"/>
                  </a:lnTo>
                  <a:lnTo>
                    <a:pt x="3810" y="240029"/>
                  </a:lnTo>
                  <a:lnTo>
                    <a:pt x="3810" y="237489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0" name="object 3000"/>
            <p:cNvSpPr/>
            <p:nvPr/>
          </p:nvSpPr>
          <p:spPr>
            <a:xfrm>
              <a:off x="6511290" y="5435600"/>
              <a:ext cx="3810" cy="241300"/>
            </a:xfrm>
            <a:custGeom>
              <a:avLst/>
              <a:gdLst/>
              <a:ahLst/>
              <a:cxnLst/>
              <a:rect l="l" t="t" r="r" b="b"/>
              <a:pathLst>
                <a:path w="3809" h="241300">
                  <a:moveTo>
                    <a:pt x="3810" y="238772"/>
                  </a:moveTo>
                  <a:lnTo>
                    <a:pt x="0" y="23877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8772"/>
                  </a:lnTo>
                  <a:close/>
                </a:path>
                <a:path w="3809" h="241300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09" h="241300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09" h="241300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09" h="241300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09" h="241300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09" h="241300">
                  <a:moveTo>
                    <a:pt x="3810" y="219722"/>
                  </a:moveTo>
                  <a:lnTo>
                    <a:pt x="0" y="21972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9722"/>
                  </a:lnTo>
                  <a:close/>
                </a:path>
                <a:path w="3809" h="241300">
                  <a:moveTo>
                    <a:pt x="3810" y="20332"/>
                  </a:moveTo>
                  <a:lnTo>
                    <a:pt x="0" y="2033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0332"/>
                  </a:lnTo>
                  <a:close/>
                </a:path>
                <a:path w="3809" h="241300">
                  <a:moveTo>
                    <a:pt x="3810" y="16522"/>
                  </a:moveTo>
                  <a:lnTo>
                    <a:pt x="0" y="1652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6522"/>
                  </a:lnTo>
                  <a:close/>
                </a:path>
                <a:path w="3809" h="241300">
                  <a:moveTo>
                    <a:pt x="3810" y="13982"/>
                  </a:moveTo>
                  <a:lnTo>
                    <a:pt x="0" y="1398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82"/>
                  </a:lnTo>
                  <a:close/>
                </a:path>
                <a:path w="3809" h="241300">
                  <a:moveTo>
                    <a:pt x="381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0172"/>
                  </a:lnTo>
                  <a:close/>
                </a:path>
                <a:path w="3809" h="241300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09" h="241300">
                  <a:moveTo>
                    <a:pt x="381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3822"/>
                  </a:lnTo>
                  <a:close/>
                </a:path>
                <a:path w="3809" h="241300">
                  <a:moveTo>
                    <a:pt x="381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82"/>
                  </a:lnTo>
                  <a:close/>
                </a:path>
                <a:path w="3809" h="241300">
                  <a:moveTo>
                    <a:pt x="38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6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1" name="object 3001"/>
            <p:cNvSpPr/>
            <p:nvPr/>
          </p:nvSpPr>
          <p:spPr>
            <a:xfrm>
              <a:off x="6515100" y="5434330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09" h="243839">
                  <a:moveTo>
                    <a:pt x="3809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09" y="2540"/>
                  </a:lnTo>
                  <a:lnTo>
                    <a:pt x="3809" y="0"/>
                  </a:lnTo>
                  <a:close/>
                </a:path>
                <a:path w="3809" h="243839">
                  <a:moveTo>
                    <a:pt x="380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2540"/>
                  </a:lnTo>
                  <a:close/>
                </a:path>
                <a:path w="3809" h="243839">
                  <a:moveTo>
                    <a:pt x="380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09" y="8890"/>
                  </a:lnTo>
                  <a:lnTo>
                    <a:pt x="3809" y="5080"/>
                  </a:lnTo>
                  <a:close/>
                </a:path>
                <a:path w="3809" h="243839">
                  <a:moveTo>
                    <a:pt x="380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8890"/>
                  </a:lnTo>
                  <a:close/>
                </a:path>
                <a:path w="3809" h="243839">
                  <a:moveTo>
                    <a:pt x="3809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09" y="15240"/>
                  </a:lnTo>
                  <a:lnTo>
                    <a:pt x="3809" y="11430"/>
                  </a:lnTo>
                  <a:close/>
                </a:path>
                <a:path w="3809" h="243839">
                  <a:moveTo>
                    <a:pt x="3809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5240"/>
                  </a:lnTo>
                  <a:close/>
                </a:path>
                <a:path w="3809" h="243839">
                  <a:moveTo>
                    <a:pt x="3809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09" y="21590"/>
                  </a:lnTo>
                  <a:lnTo>
                    <a:pt x="3809" y="17780"/>
                  </a:lnTo>
                  <a:close/>
                </a:path>
                <a:path w="3809" h="243839">
                  <a:moveTo>
                    <a:pt x="3809" y="21590"/>
                  </a:moveTo>
                  <a:lnTo>
                    <a:pt x="0" y="21590"/>
                  </a:lnTo>
                  <a:lnTo>
                    <a:pt x="0" y="220980"/>
                  </a:lnTo>
                  <a:lnTo>
                    <a:pt x="3809" y="220980"/>
                  </a:lnTo>
                  <a:lnTo>
                    <a:pt x="3809" y="21590"/>
                  </a:lnTo>
                  <a:close/>
                </a:path>
                <a:path w="3809" h="243839">
                  <a:moveTo>
                    <a:pt x="3809" y="220980"/>
                  </a:moveTo>
                  <a:lnTo>
                    <a:pt x="0" y="220980"/>
                  </a:lnTo>
                  <a:lnTo>
                    <a:pt x="0" y="224790"/>
                  </a:lnTo>
                  <a:lnTo>
                    <a:pt x="3809" y="224790"/>
                  </a:lnTo>
                  <a:lnTo>
                    <a:pt x="3809" y="220980"/>
                  </a:lnTo>
                  <a:close/>
                </a:path>
                <a:path w="3809" h="243839">
                  <a:moveTo>
                    <a:pt x="3809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09" y="227330"/>
                  </a:lnTo>
                  <a:lnTo>
                    <a:pt x="3809" y="224790"/>
                  </a:lnTo>
                  <a:close/>
                </a:path>
                <a:path w="3809" h="243839">
                  <a:moveTo>
                    <a:pt x="3809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3809" y="231140"/>
                  </a:lnTo>
                  <a:lnTo>
                    <a:pt x="3809" y="227330"/>
                  </a:lnTo>
                  <a:close/>
                </a:path>
                <a:path w="3809" h="243839">
                  <a:moveTo>
                    <a:pt x="3809" y="231140"/>
                  </a:moveTo>
                  <a:lnTo>
                    <a:pt x="0" y="231140"/>
                  </a:lnTo>
                  <a:lnTo>
                    <a:pt x="0" y="233680"/>
                  </a:lnTo>
                  <a:lnTo>
                    <a:pt x="3809" y="233680"/>
                  </a:lnTo>
                  <a:lnTo>
                    <a:pt x="3809" y="231140"/>
                  </a:lnTo>
                  <a:close/>
                </a:path>
                <a:path w="3809" h="243839">
                  <a:moveTo>
                    <a:pt x="3809" y="233680"/>
                  </a:moveTo>
                  <a:lnTo>
                    <a:pt x="0" y="233680"/>
                  </a:lnTo>
                  <a:lnTo>
                    <a:pt x="0" y="237490"/>
                  </a:lnTo>
                  <a:lnTo>
                    <a:pt x="3809" y="237490"/>
                  </a:lnTo>
                  <a:lnTo>
                    <a:pt x="3809" y="233680"/>
                  </a:lnTo>
                  <a:close/>
                </a:path>
                <a:path w="3809" h="243839">
                  <a:moveTo>
                    <a:pt x="3809" y="237490"/>
                  </a:moveTo>
                  <a:lnTo>
                    <a:pt x="0" y="237490"/>
                  </a:lnTo>
                  <a:lnTo>
                    <a:pt x="0" y="240030"/>
                  </a:lnTo>
                  <a:lnTo>
                    <a:pt x="3809" y="240030"/>
                  </a:lnTo>
                  <a:lnTo>
                    <a:pt x="3809" y="237490"/>
                  </a:lnTo>
                  <a:close/>
                </a:path>
                <a:path w="3809" h="243839">
                  <a:moveTo>
                    <a:pt x="3809" y="240030"/>
                  </a:moveTo>
                  <a:lnTo>
                    <a:pt x="0" y="240030"/>
                  </a:lnTo>
                  <a:lnTo>
                    <a:pt x="0" y="242570"/>
                  </a:lnTo>
                  <a:lnTo>
                    <a:pt x="2540" y="242570"/>
                  </a:lnTo>
                  <a:lnTo>
                    <a:pt x="2540" y="243840"/>
                  </a:lnTo>
                  <a:lnTo>
                    <a:pt x="3809" y="243840"/>
                  </a:lnTo>
                  <a:lnTo>
                    <a:pt x="3809" y="240030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2" name="object 3002"/>
            <p:cNvSpPr/>
            <p:nvPr/>
          </p:nvSpPr>
          <p:spPr>
            <a:xfrm>
              <a:off x="6518897" y="5434330"/>
              <a:ext cx="4445" cy="243840"/>
            </a:xfrm>
            <a:custGeom>
              <a:avLst/>
              <a:gdLst/>
              <a:ahLst/>
              <a:cxnLst/>
              <a:rect l="l" t="t" r="r" b="b"/>
              <a:pathLst>
                <a:path w="4445" h="243839">
                  <a:moveTo>
                    <a:pt x="3822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22" y="243840"/>
                  </a:lnTo>
                  <a:lnTo>
                    <a:pt x="3822" y="240042"/>
                  </a:lnTo>
                  <a:close/>
                </a:path>
                <a:path w="4445" h="243839">
                  <a:moveTo>
                    <a:pt x="3822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22" y="240030"/>
                  </a:lnTo>
                  <a:lnTo>
                    <a:pt x="3822" y="237502"/>
                  </a:lnTo>
                  <a:close/>
                </a:path>
                <a:path w="4445" h="243839">
                  <a:moveTo>
                    <a:pt x="3822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22" y="237490"/>
                  </a:lnTo>
                  <a:lnTo>
                    <a:pt x="3822" y="233692"/>
                  </a:lnTo>
                  <a:close/>
                </a:path>
                <a:path w="4445" h="243839">
                  <a:moveTo>
                    <a:pt x="3822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22" y="233680"/>
                  </a:lnTo>
                  <a:lnTo>
                    <a:pt x="3822" y="231152"/>
                  </a:lnTo>
                  <a:close/>
                </a:path>
                <a:path w="4445" h="243839">
                  <a:moveTo>
                    <a:pt x="3822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22" y="231140"/>
                  </a:lnTo>
                  <a:lnTo>
                    <a:pt x="3822" y="227342"/>
                  </a:lnTo>
                  <a:close/>
                </a:path>
                <a:path w="4445" h="243839">
                  <a:moveTo>
                    <a:pt x="3822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22" y="227330"/>
                  </a:lnTo>
                  <a:lnTo>
                    <a:pt x="3822" y="224802"/>
                  </a:lnTo>
                  <a:close/>
                </a:path>
                <a:path w="4445" h="243839">
                  <a:moveTo>
                    <a:pt x="3822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3822" y="224790"/>
                  </a:lnTo>
                  <a:lnTo>
                    <a:pt x="3822" y="220992"/>
                  </a:lnTo>
                  <a:close/>
                </a:path>
                <a:path w="4445" h="243839">
                  <a:moveTo>
                    <a:pt x="3822" y="21602"/>
                  </a:moveTo>
                  <a:lnTo>
                    <a:pt x="0" y="21602"/>
                  </a:lnTo>
                  <a:lnTo>
                    <a:pt x="0" y="220980"/>
                  </a:lnTo>
                  <a:lnTo>
                    <a:pt x="3822" y="220980"/>
                  </a:lnTo>
                  <a:lnTo>
                    <a:pt x="3822" y="21602"/>
                  </a:lnTo>
                  <a:close/>
                </a:path>
                <a:path w="4445" h="243839">
                  <a:moveTo>
                    <a:pt x="3822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3822" y="21590"/>
                  </a:lnTo>
                  <a:lnTo>
                    <a:pt x="3822" y="17792"/>
                  </a:lnTo>
                  <a:close/>
                </a:path>
                <a:path w="4445" h="243839">
                  <a:moveTo>
                    <a:pt x="3822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3822" y="17780"/>
                  </a:lnTo>
                  <a:lnTo>
                    <a:pt x="3822" y="15252"/>
                  </a:lnTo>
                  <a:close/>
                </a:path>
                <a:path w="4445" h="243839">
                  <a:moveTo>
                    <a:pt x="3822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3822" y="15240"/>
                  </a:lnTo>
                  <a:lnTo>
                    <a:pt x="3822" y="11442"/>
                  </a:lnTo>
                  <a:close/>
                </a:path>
                <a:path w="4445" h="243839">
                  <a:moveTo>
                    <a:pt x="3822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3822" y="11430"/>
                  </a:lnTo>
                  <a:lnTo>
                    <a:pt x="3822" y="8902"/>
                  </a:lnTo>
                  <a:close/>
                </a:path>
                <a:path w="4445" h="243839">
                  <a:moveTo>
                    <a:pt x="3822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3822" y="8890"/>
                  </a:lnTo>
                  <a:lnTo>
                    <a:pt x="3822" y="5092"/>
                  </a:lnTo>
                  <a:close/>
                </a:path>
                <a:path w="4445" h="243839">
                  <a:moveTo>
                    <a:pt x="3822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3822" y="5080"/>
                  </a:lnTo>
                  <a:lnTo>
                    <a:pt x="3822" y="2552"/>
                  </a:lnTo>
                  <a:close/>
                </a:path>
                <a:path w="4445" h="243839">
                  <a:moveTo>
                    <a:pt x="3822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22" y="2540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3" name="object 3003"/>
            <p:cNvSpPr/>
            <p:nvPr/>
          </p:nvSpPr>
          <p:spPr>
            <a:xfrm>
              <a:off x="6522720" y="5434330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09" h="245110">
                  <a:moveTo>
                    <a:pt x="3810" y="243852"/>
                  </a:moveTo>
                  <a:lnTo>
                    <a:pt x="1270" y="243852"/>
                  </a:lnTo>
                  <a:lnTo>
                    <a:pt x="1270" y="245110"/>
                  </a:lnTo>
                  <a:lnTo>
                    <a:pt x="3810" y="245110"/>
                  </a:lnTo>
                  <a:lnTo>
                    <a:pt x="3810" y="243852"/>
                  </a:lnTo>
                  <a:close/>
                </a:path>
                <a:path w="3809" h="245110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09" h="245110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09" h="245110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09" h="245110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09" h="245110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09" h="245110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09" h="245110">
                  <a:moveTo>
                    <a:pt x="381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0992"/>
                  </a:lnTo>
                  <a:close/>
                </a:path>
                <a:path w="3809" h="245110">
                  <a:moveTo>
                    <a:pt x="3810" y="21602"/>
                  </a:moveTo>
                  <a:lnTo>
                    <a:pt x="0" y="2160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602"/>
                  </a:lnTo>
                  <a:close/>
                </a:path>
                <a:path w="3809" h="245110">
                  <a:moveTo>
                    <a:pt x="381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92"/>
                  </a:lnTo>
                  <a:close/>
                </a:path>
                <a:path w="3809" h="245110">
                  <a:moveTo>
                    <a:pt x="381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52"/>
                  </a:lnTo>
                  <a:close/>
                </a:path>
                <a:path w="3809" h="245110">
                  <a:moveTo>
                    <a:pt x="381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42"/>
                  </a:lnTo>
                  <a:close/>
                </a:path>
                <a:path w="3809" h="245110">
                  <a:moveTo>
                    <a:pt x="381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902"/>
                  </a:lnTo>
                  <a:close/>
                </a:path>
                <a:path w="3809" h="245110">
                  <a:moveTo>
                    <a:pt x="381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92"/>
                  </a:lnTo>
                  <a:close/>
                </a:path>
                <a:path w="3809" h="245110">
                  <a:moveTo>
                    <a:pt x="381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52"/>
                  </a:lnTo>
                  <a:close/>
                </a:path>
                <a:path w="3809" h="24511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EAD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4" name="object 3004"/>
            <p:cNvSpPr/>
            <p:nvPr/>
          </p:nvSpPr>
          <p:spPr>
            <a:xfrm>
              <a:off x="6526530" y="5434330"/>
              <a:ext cx="2540" cy="245110"/>
            </a:xfrm>
            <a:custGeom>
              <a:avLst/>
              <a:gdLst/>
              <a:ahLst/>
              <a:cxnLst/>
              <a:rect l="l" t="t" r="r" b="b"/>
              <a:pathLst>
                <a:path w="2540" h="245110">
                  <a:moveTo>
                    <a:pt x="2540" y="243852"/>
                  </a:moveTo>
                  <a:lnTo>
                    <a:pt x="0" y="243852"/>
                  </a:lnTo>
                  <a:lnTo>
                    <a:pt x="0" y="245110"/>
                  </a:lnTo>
                  <a:lnTo>
                    <a:pt x="2540" y="245110"/>
                  </a:lnTo>
                  <a:lnTo>
                    <a:pt x="2540" y="243852"/>
                  </a:lnTo>
                  <a:close/>
                </a:path>
                <a:path w="2540" h="245110">
                  <a:moveTo>
                    <a:pt x="254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2540" y="243840"/>
                  </a:lnTo>
                  <a:lnTo>
                    <a:pt x="2540" y="240042"/>
                  </a:lnTo>
                  <a:close/>
                </a:path>
                <a:path w="2540" h="245110">
                  <a:moveTo>
                    <a:pt x="254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2540" y="240030"/>
                  </a:lnTo>
                  <a:lnTo>
                    <a:pt x="2540" y="237502"/>
                  </a:lnTo>
                  <a:close/>
                </a:path>
                <a:path w="2540" h="245110">
                  <a:moveTo>
                    <a:pt x="254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2540" y="237490"/>
                  </a:lnTo>
                  <a:lnTo>
                    <a:pt x="2540" y="233692"/>
                  </a:lnTo>
                  <a:close/>
                </a:path>
                <a:path w="2540" h="245110">
                  <a:moveTo>
                    <a:pt x="254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2540" y="233680"/>
                  </a:lnTo>
                  <a:lnTo>
                    <a:pt x="2540" y="231152"/>
                  </a:lnTo>
                  <a:close/>
                </a:path>
                <a:path w="2540" h="245110">
                  <a:moveTo>
                    <a:pt x="254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2540" y="231140"/>
                  </a:lnTo>
                  <a:lnTo>
                    <a:pt x="2540" y="227342"/>
                  </a:lnTo>
                  <a:close/>
                </a:path>
                <a:path w="2540" h="245110">
                  <a:moveTo>
                    <a:pt x="254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2540" y="227330"/>
                  </a:lnTo>
                  <a:lnTo>
                    <a:pt x="2540" y="224802"/>
                  </a:lnTo>
                  <a:close/>
                </a:path>
                <a:path w="2540" h="245110">
                  <a:moveTo>
                    <a:pt x="254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2540" y="224790"/>
                  </a:lnTo>
                  <a:lnTo>
                    <a:pt x="2540" y="220992"/>
                  </a:lnTo>
                  <a:close/>
                </a:path>
                <a:path w="2540" h="245110">
                  <a:moveTo>
                    <a:pt x="2540" y="21602"/>
                  </a:moveTo>
                  <a:lnTo>
                    <a:pt x="0" y="21602"/>
                  </a:lnTo>
                  <a:lnTo>
                    <a:pt x="0" y="220980"/>
                  </a:lnTo>
                  <a:lnTo>
                    <a:pt x="2540" y="220980"/>
                  </a:lnTo>
                  <a:lnTo>
                    <a:pt x="2540" y="21602"/>
                  </a:lnTo>
                  <a:close/>
                </a:path>
                <a:path w="2540" h="245110">
                  <a:moveTo>
                    <a:pt x="254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2540" y="21590"/>
                  </a:lnTo>
                  <a:lnTo>
                    <a:pt x="2540" y="17792"/>
                  </a:lnTo>
                  <a:close/>
                </a:path>
                <a:path w="2540" h="245110">
                  <a:moveTo>
                    <a:pt x="254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2540" y="17780"/>
                  </a:lnTo>
                  <a:lnTo>
                    <a:pt x="2540" y="15252"/>
                  </a:lnTo>
                  <a:close/>
                </a:path>
                <a:path w="2540" h="245110">
                  <a:moveTo>
                    <a:pt x="254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2540" y="15240"/>
                  </a:lnTo>
                  <a:lnTo>
                    <a:pt x="2540" y="11442"/>
                  </a:lnTo>
                  <a:close/>
                </a:path>
                <a:path w="2540" h="245110">
                  <a:moveTo>
                    <a:pt x="254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8902"/>
                  </a:lnTo>
                  <a:close/>
                </a:path>
                <a:path w="2540" h="245110">
                  <a:moveTo>
                    <a:pt x="254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2540" y="8890"/>
                  </a:lnTo>
                  <a:lnTo>
                    <a:pt x="2540" y="5092"/>
                  </a:lnTo>
                  <a:close/>
                </a:path>
                <a:path w="2540" h="245110">
                  <a:moveTo>
                    <a:pt x="254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2552"/>
                  </a:lnTo>
                  <a:close/>
                </a:path>
                <a:path w="2540" h="245110">
                  <a:moveTo>
                    <a:pt x="254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540" y="254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9CAB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5" name="object 3005"/>
            <p:cNvSpPr/>
            <p:nvPr/>
          </p:nvSpPr>
          <p:spPr>
            <a:xfrm>
              <a:off x="6529070" y="5434330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09" h="245110">
                  <a:moveTo>
                    <a:pt x="3810" y="243852"/>
                  </a:moveTo>
                  <a:lnTo>
                    <a:pt x="0" y="24385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3852"/>
                  </a:lnTo>
                  <a:close/>
                </a:path>
                <a:path w="3809" h="245110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09" h="245110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09" h="245110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09" h="245110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09" h="245110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09" h="245110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09" h="245110">
                  <a:moveTo>
                    <a:pt x="381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0992"/>
                  </a:lnTo>
                  <a:close/>
                </a:path>
                <a:path w="3809" h="245110">
                  <a:moveTo>
                    <a:pt x="3810" y="21602"/>
                  </a:moveTo>
                  <a:lnTo>
                    <a:pt x="0" y="2160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602"/>
                  </a:lnTo>
                  <a:close/>
                </a:path>
                <a:path w="3809" h="245110">
                  <a:moveTo>
                    <a:pt x="381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92"/>
                  </a:lnTo>
                  <a:close/>
                </a:path>
                <a:path w="3809" h="245110">
                  <a:moveTo>
                    <a:pt x="381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52"/>
                  </a:lnTo>
                  <a:close/>
                </a:path>
                <a:path w="3809" h="245110">
                  <a:moveTo>
                    <a:pt x="381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42"/>
                  </a:lnTo>
                  <a:close/>
                </a:path>
                <a:path w="3809" h="245110">
                  <a:moveTo>
                    <a:pt x="381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902"/>
                  </a:lnTo>
                  <a:close/>
                </a:path>
                <a:path w="3809" h="245110">
                  <a:moveTo>
                    <a:pt x="381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92"/>
                  </a:lnTo>
                  <a:close/>
                </a:path>
                <a:path w="3809" h="245110">
                  <a:moveTo>
                    <a:pt x="381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52"/>
                  </a:lnTo>
                  <a:close/>
                </a:path>
                <a:path w="3809" h="24511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9A8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6" name="object 3006"/>
            <p:cNvSpPr/>
            <p:nvPr/>
          </p:nvSpPr>
          <p:spPr>
            <a:xfrm>
              <a:off x="6532880" y="5433059"/>
              <a:ext cx="3810" cy="246379"/>
            </a:xfrm>
            <a:custGeom>
              <a:avLst/>
              <a:gdLst/>
              <a:ahLst/>
              <a:cxnLst/>
              <a:rect l="l" t="t" r="r" b="b"/>
              <a:pathLst>
                <a:path w="3809" h="246379">
                  <a:moveTo>
                    <a:pt x="3810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0" y="1269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0"/>
                  </a:lnTo>
                  <a:close/>
                </a:path>
                <a:path w="3809" h="246379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09" h="246379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09" h="246379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09" h="246379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09" h="246379">
                  <a:moveTo>
                    <a:pt x="381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6509"/>
                  </a:lnTo>
                  <a:close/>
                </a:path>
                <a:path w="3809" h="246379">
                  <a:moveTo>
                    <a:pt x="381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9050"/>
                  </a:lnTo>
                  <a:close/>
                </a:path>
                <a:path w="3809" h="246379">
                  <a:moveTo>
                    <a:pt x="3810" y="22859"/>
                  </a:moveTo>
                  <a:lnTo>
                    <a:pt x="0" y="22859"/>
                  </a:lnTo>
                  <a:lnTo>
                    <a:pt x="0" y="222249"/>
                  </a:lnTo>
                  <a:lnTo>
                    <a:pt x="3810" y="222249"/>
                  </a:lnTo>
                  <a:lnTo>
                    <a:pt x="3810" y="22859"/>
                  </a:lnTo>
                  <a:close/>
                </a:path>
                <a:path w="3809" h="246379">
                  <a:moveTo>
                    <a:pt x="3810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22250"/>
                  </a:lnTo>
                  <a:close/>
                </a:path>
                <a:path w="3809" h="246379">
                  <a:moveTo>
                    <a:pt x="3810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6059"/>
                  </a:lnTo>
                  <a:close/>
                </a:path>
                <a:path w="3809" h="246379">
                  <a:moveTo>
                    <a:pt x="3810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8600"/>
                  </a:lnTo>
                  <a:close/>
                </a:path>
                <a:path w="3809" h="246379">
                  <a:moveTo>
                    <a:pt x="3810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3810" y="234949"/>
                  </a:lnTo>
                  <a:lnTo>
                    <a:pt x="3810" y="232409"/>
                  </a:lnTo>
                  <a:close/>
                </a:path>
                <a:path w="3809" h="246379">
                  <a:moveTo>
                    <a:pt x="3810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3810" y="238759"/>
                  </a:lnTo>
                  <a:lnTo>
                    <a:pt x="3810" y="234950"/>
                  </a:lnTo>
                  <a:close/>
                </a:path>
                <a:path w="3809" h="246379">
                  <a:moveTo>
                    <a:pt x="3810" y="238759"/>
                  </a:moveTo>
                  <a:lnTo>
                    <a:pt x="0" y="238759"/>
                  </a:lnTo>
                  <a:lnTo>
                    <a:pt x="0" y="241299"/>
                  </a:lnTo>
                  <a:lnTo>
                    <a:pt x="3810" y="241299"/>
                  </a:lnTo>
                  <a:lnTo>
                    <a:pt x="3810" y="238759"/>
                  </a:lnTo>
                  <a:close/>
                </a:path>
                <a:path w="3809" h="246379">
                  <a:moveTo>
                    <a:pt x="3810" y="241300"/>
                  </a:moveTo>
                  <a:lnTo>
                    <a:pt x="0" y="241300"/>
                  </a:lnTo>
                  <a:lnTo>
                    <a:pt x="0" y="245109"/>
                  </a:lnTo>
                  <a:lnTo>
                    <a:pt x="3810" y="245109"/>
                  </a:lnTo>
                  <a:lnTo>
                    <a:pt x="3810" y="241300"/>
                  </a:lnTo>
                  <a:close/>
                </a:path>
                <a:path w="3809" h="246379">
                  <a:moveTo>
                    <a:pt x="3810" y="245109"/>
                  </a:moveTo>
                  <a:lnTo>
                    <a:pt x="0" y="245109"/>
                  </a:lnTo>
                  <a:lnTo>
                    <a:pt x="0" y="246379"/>
                  </a:lnTo>
                  <a:lnTo>
                    <a:pt x="3810" y="246379"/>
                  </a:lnTo>
                  <a:lnTo>
                    <a:pt x="3810" y="245109"/>
                  </a:lnTo>
                  <a:close/>
                </a:path>
              </a:pathLst>
            </a:custGeom>
            <a:solidFill>
              <a:srgbClr val="96A6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7" name="object 3007"/>
            <p:cNvSpPr/>
            <p:nvPr/>
          </p:nvSpPr>
          <p:spPr>
            <a:xfrm>
              <a:off x="6536690" y="5433072"/>
              <a:ext cx="3810" cy="246379"/>
            </a:xfrm>
            <a:custGeom>
              <a:avLst/>
              <a:gdLst/>
              <a:ahLst/>
              <a:cxnLst/>
              <a:rect l="l" t="t" r="r" b="b"/>
              <a:pathLst>
                <a:path w="3809" h="246379">
                  <a:moveTo>
                    <a:pt x="3810" y="245110"/>
                  </a:moveTo>
                  <a:lnTo>
                    <a:pt x="0" y="245110"/>
                  </a:lnTo>
                  <a:lnTo>
                    <a:pt x="0" y="246367"/>
                  </a:lnTo>
                  <a:lnTo>
                    <a:pt x="3810" y="246367"/>
                  </a:lnTo>
                  <a:lnTo>
                    <a:pt x="3810" y="245110"/>
                  </a:lnTo>
                  <a:close/>
                </a:path>
                <a:path w="3809" h="24637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09" h="24637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09" h="24637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09" h="24637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09" h="24637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09" h="24637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09" h="246379">
                  <a:moveTo>
                    <a:pt x="381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22250"/>
                  </a:lnTo>
                  <a:close/>
                </a:path>
                <a:path w="3809" h="246379">
                  <a:moveTo>
                    <a:pt x="3810" y="22860"/>
                  </a:moveTo>
                  <a:lnTo>
                    <a:pt x="0" y="2286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2860"/>
                  </a:lnTo>
                  <a:close/>
                </a:path>
                <a:path w="3809" h="24637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09" h="24637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09" h="24637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09" h="24637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09" h="24637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09" h="24637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09" h="24637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8" name="object 3008"/>
            <p:cNvSpPr/>
            <p:nvPr/>
          </p:nvSpPr>
          <p:spPr>
            <a:xfrm>
              <a:off x="6540500" y="5431789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09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3809" y="1270"/>
                  </a:lnTo>
                  <a:lnTo>
                    <a:pt x="3809" y="0"/>
                  </a:lnTo>
                  <a:close/>
                </a:path>
                <a:path w="3809" h="248920">
                  <a:moveTo>
                    <a:pt x="380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1270"/>
                  </a:lnTo>
                  <a:close/>
                </a:path>
                <a:path w="3809" h="248920">
                  <a:moveTo>
                    <a:pt x="380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09" y="7620"/>
                  </a:lnTo>
                  <a:lnTo>
                    <a:pt x="3809" y="5080"/>
                  </a:lnTo>
                  <a:close/>
                </a:path>
                <a:path w="3809" h="248920">
                  <a:moveTo>
                    <a:pt x="380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7620"/>
                  </a:lnTo>
                  <a:close/>
                </a:path>
                <a:path w="3809" h="248920">
                  <a:moveTo>
                    <a:pt x="3809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09" y="13970"/>
                  </a:lnTo>
                  <a:lnTo>
                    <a:pt x="3809" y="11430"/>
                  </a:lnTo>
                  <a:close/>
                </a:path>
                <a:path w="3809" h="248920">
                  <a:moveTo>
                    <a:pt x="3809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3970"/>
                  </a:lnTo>
                  <a:close/>
                </a:path>
                <a:path w="3809" h="248920">
                  <a:moveTo>
                    <a:pt x="3809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09" y="20320"/>
                  </a:lnTo>
                  <a:lnTo>
                    <a:pt x="3809" y="17780"/>
                  </a:lnTo>
                  <a:close/>
                </a:path>
                <a:path w="3809" h="248920">
                  <a:moveTo>
                    <a:pt x="3809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3809" y="24130"/>
                  </a:lnTo>
                  <a:lnTo>
                    <a:pt x="3809" y="20320"/>
                  </a:lnTo>
                  <a:close/>
                </a:path>
                <a:path w="3809" h="248920">
                  <a:moveTo>
                    <a:pt x="3809" y="24130"/>
                  </a:moveTo>
                  <a:lnTo>
                    <a:pt x="0" y="24130"/>
                  </a:lnTo>
                  <a:lnTo>
                    <a:pt x="0" y="223520"/>
                  </a:lnTo>
                  <a:lnTo>
                    <a:pt x="3809" y="223520"/>
                  </a:lnTo>
                  <a:lnTo>
                    <a:pt x="3809" y="24130"/>
                  </a:lnTo>
                  <a:close/>
                </a:path>
                <a:path w="3809" h="248920">
                  <a:moveTo>
                    <a:pt x="3809" y="223520"/>
                  </a:moveTo>
                  <a:lnTo>
                    <a:pt x="0" y="223520"/>
                  </a:lnTo>
                  <a:lnTo>
                    <a:pt x="0" y="227330"/>
                  </a:lnTo>
                  <a:lnTo>
                    <a:pt x="3809" y="227330"/>
                  </a:lnTo>
                  <a:lnTo>
                    <a:pt x="3809" y="223520"/>
                  </a:lnTo>
                  <a:close/>
                </a:path>
                <a:path w="3809" h="248920">
                  <a:moveTo>
                    <a:pt x="3809" y="227330"/>
                  </a:moveTo>
                  <a:lnTo>
                    <a:pt x="0" y="227330"/>
                  </a:lnTo>
                  <a:lnTo>
                    <a:pt x="0" y="229870"/>
                  </a:lnTo>
                  <a:lnTo>
                    <a:pt x="3809" y="229870"/>
                  </a:lnTo>
                  <a:lnTo>
                    <a:pt x="3809" y="227330"/>
                  </a:lnTo>
                  <a:close/>
                </a:path>
                <a:path w="3809" h="248920">
                  <a:moveTo>
                    <a:pt x="3809" y="229870"/>
                  </a:moveTo>
                  <a:lnTo>
                    <a:pt x="0" y="229870"/>
                  </a:lnTo>
                  <a:lnTo>
                    <a:pt x="0" y="233680"/>
                  </a:lnTo>
                  <a:lnTo>
                    <a:pt x="3809" y="233680"/>
                  </a:lnTo>
                  <a:lnTo>
                    <a:pt x="3809" y="229870"/>
                  </a:lnTo>
                  <a:close/>
                </a:path>
                <a:path w="3809" h="248920">
                  <a:moveTo>
                    <a:pt x="3809" y="233680"/>
                  </a:moveTo>
                  <a:lnTo>
                    <a:pt x="0" y="233680"/>
                  </a:lnTo>
                  <a:lnTo>
                    <a:pt x="0" y="236220"/>
                  </a:lnTo>
                  <a:lnTo>
                    <a:pt x="3809" y="236220"/>
                  </a:lnTo>
                  <a:lnTo>
                    <a:pt x="3809" y="233680"/>
                  </a:lnTo>
                  <a:close/>
                </a:path>
                <a:path w="3809" h="248920">
                  <a:moveTo>
                    <a:pt x="3809" y="236220"/>
                  </a:moveTo>
                  <a:lnTo>
                    <a:pt x="0" y="236220"/>
                  </a:lnTo>
                  <a:lnTo>
                    <a:pt x="0" y="240030"/>
                  </a:lnTo>
                  <a:lnTo>
                    <a:pt x="3809" y="240030"/>
                  </a:lnTo>
                  <a:lnTo>
                    <a:pt x="3809" y="236220"/>
                  </a:lnTo>
                  <a:close/>
                </a:path>
                <a:path w="3809" h="248920">
                  <a:moveTo>
                    <a:pt x="3809" y="240030"/>
                  </a:moveTo>
                  <a:lnTo>
                    <a:pt x="0" y="240030"/>
                  </a:lnTo>
                  <a:lnTo>
                    <a:pt x="0" y="242570"/>
                  </a:lnTo>
                  <a:lnTo>
                    <a:pt x="3809" y="242570"/>
                  </a:lnTo>
                  <a:lnTo>
                    <a:pt x="3809" y="240030"/>
                  </a:lnTo>
                  <a:close/>
                </a:path>
                <a:path w="3809" h="248920">
                  <a:moveTo>
                    <a:pt x="3809" y="242570"/>
                  </a:moveTo>
                  <a:lnTo>
                    <a:pt x="0" y="242570"/>
                  </a:lnTo>
                  <a:lnTo>
                    <a:pt x="0" y="246380"/>
                  </a:lnTo>
                  <a:lnTo>
                    <a:pt x="3809" y="246380"/>
                  </a:lnTo>
                  <a:lnTo>
                    <a:pt x="3809" y="242570"/>
                  </a:lnTo>
                  <a:close/>
                </a:path>
                <a:path w="3809" h="248920">
                  <a:moveTo>
                    <a:pt x="3809" y="246380"/>
                  </a:moveTo>
                  <a:lnTo>
                    <a:pt x="0" y="246380"/>
                  </a:lnTo>
                  <a:lnTo>
                    <a:pt x="0" y="247650"/>
                  </a:lnTo>
                  <a:lnTo>
                    <a:pt x="1270" y="247650"/>
                  </a:lnTo>
                  <a:lnTo>
                    <a:pt x="1270" y="248920"/>
                  </a:lnTo>
                  <a:lnTo>
                    <a:pt x="3809" y="248920"/>
                  </a:lnTo>
                  <a:lnTo>
                    <a:pt x="3809" y="246380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9" name="object 3009"/>
            <p:cNvSpPr/>
            <p:nvPr/>
          </p:nvSpPr>
          <p:spPr>
            <a:xfrm>
              <a:off x="6544297" y="5431789"/>
              <a:ext cx="4445" cy="248920"/>
            </a:xfrm>
            <a:custGeom>
              <a:avLst/>
              <a:gdLst/>
              <a:ahLst/>
              <a:cxnLst/>
              <a:rect l="l" t="t" r="r" b="b"/>
              <a:pathLst>
                <a:path w="4445" h="248920">
                  <a:moveTo>
                    <a:pt x="3822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22" y="248920"/>
                  </a:lnTo>
                  <a:lnTo>
                    <a:pt x="3822" y="246392"/>
                  </a:lnTo>
                  <a:close/>
                </a:path>
                <a:path w="4445" h="248920">
                  <a:moveTo>
                    <a:pt x="3822" y="242582"/>
                  </a:moveTo>
                  <a:lnTo>
                    <a:pt x="0" y="242582"/>
                  </a:lnTo>
                  <a:lnTo>
                    <a:pt x="0" y="246380"/>
                  </a:lnTo>
                  <a:lnTo>
                    <a:pt x="3822" y="246380"/>
                  </a:lnTo>
                  <a:lnTo>
                    <a:pt x="3822" y="242582"/>
                  </a:lnTo>
                  <a:close/>
                </a:path>
                <a:path w="4445" h="248920">
                  <a:moveTo>
                    <a:pt x="3822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22" y="242570"/>
                  </a:lnTo>
                  <a:lnTo>
                    <a:pt x="3822" y="240042"/>
                  </a:lnTo>
                  <a:close/>
                </a:path>
                <a:path w="4445" h="248920">
                  <a:moveTo>
                    <a:pt x="3822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22" y="240030"/>
                  </a:lnTo>
                  <a:lnTo>
                    <a:pt x="3822" y="236232"/>
                  </a:lnTo>
                  <a:close/>
                </a:path>
                <a:path w="4445" h="248920">
                  <a:moveTo>
                    <a:pt x="3822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22" y="236220"/>
                  </a:lnTo>
                  <a:lnTo>
                    <a:pt x="3822" y="233692"/>
                  </a:lnTo>
                  <a:close/>
                </a:path>
                <a:path w="4445" h="248920">
                  <a:moveTo>
                    <a:pt x="3822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22" y="233680"/>
                  </a:lnTo>
                  <a:lnTo>
                    <a:pt x="3822" y="229882"/>
                  </a:lnTo>
                  <a:close/>
                </a:path>
                <a:path w="4445" h="248920">
                  <a:moveTo>
                    <a:pt x="3822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22" y="229870"/>
                  </a:lnTo>
                  <a:lnTo>
                    <a:pt x="3822" y="227342"/>
                  </a:lnTo>
                  <a:close/>
                </a:path>
                <a:path w="4445" h="248920">
                  <a:moveTo>
                    <a:pt x="3822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22" y="227330"/>
                  </a:lnTo>
                  <a:lnTo>
                    <a:pt x="3822" y="223532"/>
                  </a:lnTo>
                  <a:close/>
                </a:path>
                <a:path w="4445" h="248920">
                  <a:moveTo>
                    <a:pt x="3822" y="24142"/>
                  </a:moveTo>
                  <a:lnTo>
                    <a:pt x="0" y="24142"/>
                  </a:lnTo>
                  <a:lnTo>
                    <a:pt x="0" y="223520"/>
                  </a:lnTo>
                  <a:lnTo>
                    <a:pt x="3822" y="223520"/>
                  </a:lnTo>
                  <a:lnTo>
                    <a:pt x="3822" y="24142"/>
                  </a:lnTo>
                  <a:close/>
                </a:path>
                <a:path w="4445" h="248920">
                  <a:moveTo>
                    <a:pt x="3822" y="20332"/>
                  </a:moveTo>
                  <a:lnTo>
                    <a:pt x="0" y="20332"/>
                  </a:lnTo>
                  <a:lnTo>
                    <a:pt x="0" y="24130"/>
                  </a:lnTo>
                  <a:lnTo>
                    <a:pt x="3822" y="24130"/>
                  </a:lnTo>
                  <a:lnTo>
                    <a:pt x="3822" y="20332"/>
                  </a:lnTo>
                  <a:close/>
                </a:path>
                <a:path w="4445" h="248920">
                  <a:moveTo>
                    <a:pt x="3822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3822" y="20320"/>
                  </a:lnTo>
                  <a:lnTo>
                    <a:pt x="3822" y="17792"/>
                  </a:lnTo>
                  <a:close/>
                </a:path>
                <a:path w="4445" h="248920">
                  <a:moveTo>
                    <a:pt x="3822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22" y="17780"/>
                  </a:lnTo>
                  <a:lnTo>
                    <a:pt x="3822" y="13982"/>
                  </a:lnTo>
                  <a:close/>
                </a:path>
                <a:path w="4445" h="248920">
                  <a:moveTo>
                    <a:pt x="3822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22" y="13970"/>
                  </a:lnTo>
                  <a:lnTo>
                    <a:pt x="3822" y="11442"/>
                  </a:lnTo>
                  <a:close/>
                </a:path>
                <a:path w="4445" h="248920">
                  <a:moveTo>
                    <a:pt x="3822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22" y="11430"/>
                  </a:lnTo>
                  <a:lnTo>
                    <a:pt x="3822" y="7632"/>
                  </a:lnTo>
                  <a:close/>
                </a:path>
                <a:path w="4445" h="248920">
                  <a:moveTo>
                    <a:pt x="3822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22" y="7620"/>
                  </a:lnTo>
                  <a:lnTo>
                    <a:pt x="3822" y="5092"/>
                  </a:lnTo>
                  <a:close/>
                </a:path>
                <a:path w="4445" h="248920">
                  <a:moveTo>
                    <a:pt x="3822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22" y="5080"/>
                  </a:lnTo>
                  <a:lnTo>
                    <a:pt x="3822" y="1282"/>
                  </a:lnTo>
                  <a:close/>
                </a:path>
                <a:path w="4445" h="248920">
                  <a:moveTo>
                    <a:pt x="3822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22" y="1270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8E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0" name="object 3010"/>
            <p:cNvSpPr/>
            <p:nvPr/>
          </p:nvSpPr>
          <p:spPr>
            <a:xfrm>
              <a:off x="6548120" y="5431789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09" h="248920">
                  <a:moveTo>
                    <a:pt x="3810" y="242582"/>
                  </a:moveTo>
                  <a:lnTo>
                    <a:pt x="0" y="24258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2582"/>
                  </a:lnTo>
                  <a:close/>
                </a:path>
                <a:path w="3809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09" h="248920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09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09" h="248920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09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09" h="248920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09" h="248920">
                  <a:moveTo>
                    <a:pt x="3810" y="24142"/>
                  </a:moveTo>
                  <a:lnTo>
                    <a:pt x="0" y="2414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4142"/>
                  </a:lnTo>
                  <a:close/>
                </a:path>
                <a:path w="3809" h="248920">
                  <a:moveTo>
                    <a:pt x="3810" y="20332"/>
                  </a:moveTo>
                  <a:lnTo>
                    <a:pt x="0" y="2033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0332"/>
                  </a:lnTo>
                  <a:close/>
                </a:path>
                <a:path w="3809" h="248920">
                  <a:moveTo>
                    <a:pt x="381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92"/>
                  </a:lnTo>
                  <a:close/>
                </a:path>
                <a:path w="3809" h="248920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09" h="248920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09" h="24892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09" h="24892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09" h="24892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1" name="object 3011"/>
            <p:cNvSpPr/>
            <p:nvPr/>
          </p:nvSpPr>
          <p:spPr>
            <a:xfrm>
              <a:off x="6551930" y="5431789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09" h="248920">
                  <a:moveTo>
                    <a:pt x="3810" y="242582"/>
                  </a:moveTo>
                  <a:lnTo>
                    <a:pt x="0" y="24258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2582"/>
                  </a:lnTo>
                  <a:close/>
                </a:path>
                <a:path w="3809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09" h="248920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09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09" h="248920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09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09" h="248920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09" h="248920">
                  <a:moveTo>
                    <a:pt x="3810" y="24142"/>
                  </a:moveTo>
                  <a:lnTo>
                    <a:pt x="0" y="2414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4142"/>
                  </a:lnTo>
                  <a:close/>
                </a:path>
                <a:path w="3809" h="248920">
                  <a:moveTo>
                    <a:pt x="3810" y="20332"/>
                  </a:moveTo>
                  <a:lnTo>
                    <a:pt x="0" y="2033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0332"/>
                  </a:lnTo>
                  <a:close/>
                </a:path>
                <a:path w="3809" h="248920">
                  <a:moveTo>
                    <a:pt x="381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92"/>
                  </a:lnTo>
                  <a:close/>
                </a:path>
                <a:path w="3809" h="248920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09" h="248920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09" h="24892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09" h="24892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09" h="24892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2" name="object 3012"/>
            <p:cNvSpPr/>
            <p:nvPr/>
          </p:nvSpPr>
          <p:spPr>
            <a:xfrm>
              <a:off x="6555740" y="5431789"/>
              <a:ext cx="2540" cy="248920"/>
            </a:xfrm>
            <a:custGeom>
              <a:avLst/>
              <a:gdLst/>
              <a:ahLst/>
              <a:cxnLst/>
              <a:rect l="l" t="t" r="r" b="b"/>
              <a:pathLst>
                <a:path w="2540" h="248920">
                  <a:moveTo>
                    <a:pt x="254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2540" y="248920"/>
                  </a:lnTo>
                  <a:lnTo>
                    <a:pt x="2540" y="246392"/>
                  </a:lnTo>
                  <a:close/>
                </a:path>
                <a:path w="2540" h="248920">
                  <a:moveTo>
                    <a:pt x="2540" y="242582"/>
                  </a:moveTo>
                  <a:lnTo>
                    <a:pt x="0" y="242582"/>
                  </a:lnTo>
                  <a:lnTo>
                    <a:pt x="0" y="246380"/>
                  </a:lnTo>
                  <a:lnTo>
                    <a:pt x="2540" y="246380"/>
                  </a:lnTo>
                  <a:lnTo>
                    <a:pt x="2540" y="242582"/>
                  </a:lnTo>
                  <a:close/>
                </a:path>
                <a:path w="2540" h="248920">
                  <a:moveTo>
                    <a:pt x="254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2540" y="242570"/>
                  </a:lnTo>
                  <a:lnTo>
                    <a:pt x="2540" y="240042"/>
                  </a:lnTo>
                  <a:close/>
                </a:path>
                <a:path w="2540" h="248920">
                  <a:moveTo>
                    <a:pt x="254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2540" y="240030"/>
                  </a:lnTo>
                  <a:lnTo>
                    <a:pt x="2540" y="236232"/>
                  </a:lnTo>
                  <a:close/>
                </a:path>
                <a:path w="2540" h="248920">
                  <a:moveTo>
                    <a:pt x="254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2540" y="236220"/>
                  </a:lnTo>
                  <a:lnTo>
                    <a:pt x="2540" y="233692"/>
                  </a:lnTo>
                  <a:close/>
                </a:path>
                <a:path w="2540" h="248920">
                  <a:moveTo>
                    <a:pt x="254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2540" y="233680"/>
                  </a:lnTo>
                  <a:lnTo>
                    <a:pt x="2540" y="229882"/>
                  </a:lnTo>
                  <a:close/>
                </a:path>
                <a:path w="2540" h="248920">
                  <a:moveTo>
                    <a:pt x="254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2540" y="229870"/>
                  </a:lnTo>
                  <a:lnTo>
                    <a:pt x="2540" y="227342"/>
                  </a:lnTo>
                  <a:close/>
                </a:path>
                <a:path w="2540" h="248920">
                  <a:moveTo>
                    <a:pt x="254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2540" y="227330"/>
                  </a:lnTo>
                  <a:lnTo>
                    <a:pt x="2540" y="223532"/>
                  </a:lnTo>
                  <a:close/>
                </a:path>
                <a:path w="2540" h="248920">
                  <a:moveTo>
                    <a:pt x="2540" y="24142"/>
                  </a:moveTo>
                  <a:lnTo>
                    <a:pt x="0" y="24142"/>
                  </a:lnTo>
                  <a:lnTo>
                    <a:pt x="0" y="223520"/>
                  </a:lnTo>
                  <a:lnTo>
                    <a:pt x="2540" y="223520"/>
                  </a:lnTo>
                  <a:lnTo>
                    <a:pt x="2540" y="24142"/>
                  </a:lnTo>
                  <a:close/>
                </a:path>
                <a:path w="2540" h="248920">
                  <a:moveTo>
                    <a:pt x="2540" y="20332"/>
                  </a:moveTo>
                  <a:lnTo>
                    <a:pt x="0" y="20332"/>
                  </a:lnTo>
                  <a:lnTo>
                    <a:pt x="0" y="24130"/>
                  </a:lnTo>
                  <a:lnTo>
                    <a:pt x="2540" y="24130"/>
                  </a:lnTo>
                  <a:lnTo>
                    <a:pt x="2540" y="20332"/>
                  </a:lnTo>
                  <a:close/>
                </a:path>
                <a:path w="2540" h="248920">
                  <a:moveTo>
                    <a:pt x="254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2540" y="20320"/>
                  </a:lnTo>
                  <a:lnTo>
                    <a:pt x="2540" y="17792"/>
                  </a:lnTo>
                  <a:close/>
                </a:path>
                <a:path w="2540" h="248920">
                  <a:moveTo>
                    <a:pt x="254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2540" y="17780"/>
                  </a:lnTo>
                  <a:lnTo>
                    <a:pt x="2540" y="13982"/>
                  </a:lnTo>
                  <a:close/>
                </a:path>
                <a:path w="2540" h="248920">
                  <a:moveTo>
                    <a:pt x="254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2540" y="13970"/>
                  </a:lnTo>
                  <a:lnTo>
                    <a:pt x="2540" y="11442"/>
                  </a:lnTo>
                  <a:close/>
                </a:path>
                <a:path w="2540" h="248920">
                  <a:moveTo>
                    <a:pt x="254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7632"/>
                  </a:lnTo>
                  <a:close/>
                </a:path>
                <a:path w="2540" h="248920">
                  <a:moveTo>
                    <a:pt x="254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5092"/>
                  </a:lnTo>
                  <a:close/>
                </a:path>
                <a:path w="2540" h="248920">
                  <a:moveTo>
                    <a:pt x="254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1282"/>
                  </a:lnTo>
                  <a:close/>
                </a:path>
                <a:path w="2540" h="248920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8799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3" name="object 3013"/>
            <p:cNvSpPr/>
            <p:nvPr/>
          </p:nvSpPr>
          <p:spPr>
            <a:xfrm>
              <a:off x="6558280" y="5431789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09" h="248920">
                  <a:moveTo>
                    <a:pt x="3810" y="242582"/>
                  </a:moveTo>
                  <a:lnTo>
                    <a:pt x="0" y="24258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2582"/>
                  </a:lnTo>
                  <a:close/>
                </a:path>
                <a:path w="3809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09" h="248920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09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09" h="248920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09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09" h="248920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09" h="248920">
                  <a:moveTo>
                    <a:pt x="3810" y="24142"/>
                  </a:moveTo>
                  <a:lnTo>
                    <a:pt x="0" y="2414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4142"/>
                  </a:lnTo>
                  <a:close/>
                </a:path>
                <a:path w="3809" h="248920">
                  <a:moveTo>
                    <a:pt x="3810" y="20332"/>
                  </a:moveTo>
                  <a:lnTo>
                    <a:pt x="0" y="2033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0332"/>
                  </a:lnTo>
                  <a:close/>
                </a:path>
                <a:path w="3809" h="248920">
                  <a:moveTo>
                    <a:pt x="381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92"/>
                  </a:lnTo>
                  <a:close/>
                </a:path>
                <a:path w="3809" h="248920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09" h="248920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09" h="24892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09" h="24892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09" h="24892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496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4" name="object 3014"/>
            <p:cNvSpPr/>
            <p:nvPr/>
          </p:nvSpPr>
          <p:spPr>
            <a:xfrm>
              <a:off x="6562090" y="5431789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09" h="248920">
                  <a:moveTo>
                    <a:pt x="3810" y="242582"/>
                  </a:moveTo>
                  <a:lnTo>
                    <a:pt x="0" y="24258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2582"/>
                  </a:lnTo>
                  <a:close/>
                </a:path>
                <a:path w="3809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09" h="248920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09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09" h="248920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09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09" h="248920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09" h="248920">
                  <a:moveTo>
                    <a:pt x="3810" y="24142"/>
                  </a:moveTo>
                  <a:lnTo>
                    <a:pt x="0" y="2414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4142"/>
                  </a:lnTo>
                  <a:close/>
                </a:path>
                <a:path w="3809" h="248920">
                  <a:moveTo>
                    <a:pt x="3810" y="20332"/>
                  </a:moveTo>
                  <a:lnTo>
                    <a:pt x="0" y="2033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0332"/>
                  </a:lnTo>
                  <a:close/>
                </a:path>
                <a:path w="3809" h="248920">
                  <a:moveTo>
                    <a:pt x="381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92"/>
                  </a:lnTo>
                  <a:close/>
                </a:path>
                <a:path w="3809" h="248920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09" h="248920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09" h="24892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09" h="24892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09" h="24892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19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5" name="object 3015"/>
            <p:cNvSpPr/>
            <p:nvPr/>
          </p:nvSpPr>
          <p:spPr>
            <a:xfrm>
              <a:off x="6565900" y="5430520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09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09" h="251460">
                  <a:moveTo>
                    <a:pt x="380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2539"/>
                  </a:lnTo>
                  <a:close/>
                </a:path>
                <a:path w="3809" h="251460">
                  <a:moveTo>
                    <a:pt x="380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49"/>
                  </a:lnTo>
                  <a:close/>
                </a:path>
                <a:path w="3809" h="251460">
                  <a:moveTo>
                    <a:pt x="380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8889"/>
                  </a:lnTo>
                  <a:close/>
                </a:path>
                <a:path w="3809" h="251460">
                  <a:moveTo>
                    <a:pt x="380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2699"/>
                  </a:lnTo>
                  <a:close/>
                </a:path>
                <a:path w="3809" h="251460">
                  <a:moveTo>
                    <a:pt x="3809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5239"/>
                  </a:lnTo>
                  <a:close/>
                </a:path>
                <a:path w="3809" h="251460">
                  <a:moveTo>
                    <a:pt x="3809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9049"/>
                  </a:lnTo>
                  <a:close/>
                </a:path>
                <a:path w="3809" h="251460">
                  <a:moveTo>
                    <a:pt x="3809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1589"/>
                  </a:lnTo>
                  <a:close/>
                </a:path>
                <a:path w="3809" h="251460">
                  <a:moveTo>
                    <a:pt x="3809" y="25399"/>
                  </a:moveTo>
                  <a:lnTo>
                    <a:pt x="0" y="25399"/>
                  </a:lnTo>
                  <a:lnTo>
                    <a:pt x="0" y="224789"/>
                  </a:lnTo>
                  <a:lnTo>
                    <a:pt x="3809" y="224789"/>
                  </a:lnTo>
                  <a:lnTo>
                    <a:pt x="3809" y="25399"/>
                  </a:lnTo>
                  <a:close/>
                </a:path>
                <a:path w="3809" h="251460">
                  <a:moveTo>
                    <a:pt x="3809" y="224789"/>
                  </a:moveTo>
                  <a:lnTo>
                    <a:pt x="0" y="224789"/>
                  </a:lnTo>
                  <a:lnTo>
                    <a:pt x="0" y="228599"/>
                  </a:lnTo>
                  <a:lnTo>
                    <a:pt x="3809" y="228599"/>
                  </a:lnTo>
                  <a:lnTo>
                    <a:pt x="3809" y="224789"/>
                  </a:lnTo>
                  <a:close/>
                </a:path>
                <a:path w="3809" h="251460">
                  <a:moveTo>
                    <a:pt x="3809" y="228599"/>
                  </a:moveTo>
                  <a:lnTo>
                    <a:pt x="0" y="228599"/>
                  </a:lnTo>
                  <a:lnTo>
                    <a:pt x="0" y="231139"/>
                  </a:lnTo>
                  <a:lnTo>
                    <a:pt x="3809" y="231139"/>
                  </a:lnTo>
                  <a:lnTo>
                    <a:pt x="3809" y="228599"/>
                  </a:lnTo>
                  <a:close/>
                </a:path>
                <a:path w="3809" h="251460">
                  <a:moveTo>
                    <a:pt x="3809" y="231139"/>
                  </a:moveTo>
                  <a:lnTo>
                    <a:pt x="0" y="231139"/>
                  </a:lnTo>
                  <a:lnTo>
                    <a:pt x="0" y="234949"/>
                  </a:lnTo>
                  <a:lnTo>
                    <a:pt x="3809" y="234949"/>
                  </a:lnTo>
                  <a:lnTo>
                    <a:pt x="3809" y="231139"/>
                  </a:lnTo>
                  <a:close/>
                </a:path>
                <a:path w="3809" h="251460">
                  <a:moveTo>
                    <a:pt x="3809" y="234949"/>
                  </a:moveTo>
                  <a:lnTo>
                    <a:pt x="0" y="234949"/>
                  </a:lnTo>
                  <a:lnTo>
                    <a:pt x="0" y="237489"/>
                  </a:lnTo>
                  <a:lnTo>
                    <a:pt x="3809" y="237489"/>
                  </a:lnTo>
                  <a:lnTo>
                    <a:pt x="3809" y="234949"/>
                  </a:lnTo>
                  <a:close/>
                </a:path>
                <a:path w="3809" h="251460">
                  <a:moveTo>
                    <a:pt x="3809" y="237489"/>
                  </a:moveTo>
                  <a:lnTo>
                    <a:pt x="0" y="237489"/>
                  </a:lnTo>
                  <a:lnTo>
                    <a:pt x="0" y="241299"/>
                  </a:lnTo>
                  <a:lnTo>
                    <a:pt x="3809" y="241299"/>
                  </a:lnTo>
                  <a:lnTo>
                    <a:pt x="3809" y="237489"/>
                  </a:lnTo>
                  <a:close/>
                </a:path>
                <a:path w="3809" h="251460">
                  <a:moveTo>
                    <a:pt x="3809" y="241299"/>
                  </a:moveTo>
                  <a:lnTo>
                    <a:pt x="0" y="241299"/>
                  </a:lnTo>
                  <a:lnTo>
                    <a:pt x="0" y="243839"/>
                  </a:lnTo>
                  <a:lnTo>
                    <a:pt x="3809" y="243839"/>
                  </a:lnTo>
                  <a:lnTo>
                    <a:pt x="3809" y="241299"/>
                  </a:lnTo>
                  <a:close/>
                </a:path>
                <a:path w="3809" h="251460">
                  <a:moveTo>
                    <a:pt x="3809" y="243839"/>
                  </a:moveTo>
                  <a:lnTo>
                    <a:pt x="0" y="243839"/>
                  </a:lnTo>
                  <a:lnTo>
                    <a:pt x="0" y="247649"/>
                  </a:lnTo>
                  <a:lnTo>
                    <a:pt x="3809" y="247649"/>
                  </a:lnTo>
                  <a:lnTo>
                    <a:pt x="3809" y="243839"/>
                  </a:lnTo>
                  <a:close/>
                </a:path>
                <a:path w="3809" h="251460">
                  <a:moveTo>
                    <a:pt x="3809" y="247649"/>
                  </a:moveTo>
                  <a:lnTo>
                    <a:pt x="0" y="247649"/>
                  </a:lnTo>
                  <a:lnTo>
                    <a:pt x="0" y="250189"/>
                  </a:lnTo>
                  <a:lnTo>
                    <a:pt x="3809" y="250189"/>
                  </a:lnTo>
                  <a:lnTo>
                    <a:pt x="3809" y="247649"/>
                  </a:lnTo>
                  <a:close/>
                </a:path>
                <a:path w="3809" h="251460">
                  <a:moveTo>
                    <a:pt x="3809" y="250189"/>
                  </a:moveTo>
                  <a:lnTo>
                    <a:pt x="2540" y="250189"/>
                  </a:lnTo>
                  <a:lnTo>
                    <a:pt x="2540" y="251459"/>
                  </a:lnTo>
                  <a:lnTo>
                    <a:pt x="3809" y="251459"/>
                  </a:lnTo>
                  <a:lnTo>
                    <a:pt x="3809" y="250189"/>
                  </a:lnTo>
                  <a:close/>
                </a:path>
              </a:pathLst>
            </a:custGeom>
            <a:solidFill>
              <a:srgbClr val="7F92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6" name="object 3016"/>
            <p:cNvSpPr/>
            <p:nvPr/>
          </p:nvSpPr>
          <p:spPr>
            <a:xfrm>
              <a:off x="6569697" y="5430532"/>
              <a:ext cx="4445" cy="251460"/>
            </a:xfrm>
            <a:custGeom>
              <a:avLst/>
              <a:gdLst/>
              <a:ahLst/>
              <a:cxnLst/>
              <a:rect l="l" t="t" r="r" b="b"/>
              <a:pathLst>
                <a:path w="4445" h="251460">
                  <a:moveTo>
                    <a:pt x="3822" y="250190"/>
                  </a:moveTo>
                  <a:lnTo>
                    <a:pt x="0" y="250190"/>
                  </a:lnTo>
                  <a:lnTo>
                    <a:pt x="0" y="251447"/>
                  </a:lnTo>
                  <a:lnTo>
                    <a:pt x="3822" y="251447"/>
                  </a:lnTo>
                  <a:lnTo>
                    <a:pt x="3822" y="250190"/>
                  </a:lnTo>
                  <a:close/>
                </a:path>
                <a:path w="4445" h="251460">
                  <a:moveTo>
                    <a:pt x="3822" y="247650"/>
                  </a:moveTo>
                  <a:lnTo>
                    <a:pt x="0" y="247650"/>
                  </a:lnTo>
                  <a:lnTo>
                    <a:pt x="0" y="250177"/>
                  </a:lnTo>
                  <a:lnTo>
                    <a:pt x="3822" y="250177"/>
                  </a:lnTo>
                  <a:lnTo>
                    <a:pt x="3822" y="247650"/>
                  </a:lnTo>
                  <a:close/>
                </a:path>
                <a:path w="4445" h="251460">
                  <a:moveTo>
                    <a:pt x="3822" y="243840"/>
                  </a:moveTo>
                  <a:lnTo>
                    <a:pt x="0" y="243840"/>
                  </a:lnTo>
                  <a:lnTo>
                    <a:pt x="0" y="247637"/>
                  </a:lnTo>
                  <a:lnTo>
                    <a:pt x="3822" y="247637"/>
                  </a:lnTo>
                  <a:lnTo>
                    <a:pt x="3822" y="243840"/>
                  </a:lnTo>
                  <a:close/>
                </a:path>
                <a:path w="4445" h="251460">
                  <a:moveTo>
                    <a:pt x="3822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22" y="243827"/>
                  </a:lnTo>
                  <a:lnTo>
                    <a:pt x="3822" y="241300"/>
                  </a:lnTo>
                  <a:close/>
                </a:path>
                <a:path w="4445" h="251460">
                  <a:moveTo>
                    <a:pt x="3822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22" y="241287"/>
                  </a:lnTo>
                  <a:lnTo>
                    <a:pt x="3822" y="237490"/>
                  </a:lnTo>
                  <a:close/>
                </a:path>
                <a:path w="4445" h="251460">
                  <a:moveTo>
                    <a:pt x="3822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22" y="237477"/>
                  </a:lnTo>
                  <a:lnTo>
                    <a:pt x="3822" y="234950"/>
                  </a:lnTo>
                  <a:close/>
                </a:path>
                <a:path w="4445" h="251460">
                  <a:moveTo>
                    <a:pt x="3822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22" y="234937"/>
                  </a:lnTo>
                  <a:lnTo>
                    <a:pt x="3822" y="231140"/>
                  </a:lnTo>
                  <a:close/>
                </a:path>
                <a:path w="4445" h="251460">
                  <a:moveTo>
                    <a:pt x="3822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22" y="231127"/>
                  </a:lnTo>
                  <a:lnTo>
                    <a:pt x="3822" y="228600"/>
                  </a:lnTo>
                  <a:close/>
                </a:path>
                <a:path w="4445" h="251460">
                  <a:moveTo>
                    <a:pt x="3822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22" y="228587"/>
                  </a:lnTo>
                  <a:lnTo>
                    <a:pt x="3822" y="224790"/>
                  </a:lnTo>
                  <a:close/>
                </a:path>
                <a:path w="4445" h="251460">
                  <a:moveTo>
                    <a:pt x="3822" y="25400"/>
                  </a:moveTo>
                  <a:lnTo>
                    <a:pt x="0" y="25400"/>
                  </a:lnTo>
                  <a:lnTo>
                    <a:pt x="0" y="224777"/>
                  </a:lnTo>
                  <a:lnTo>
                    <a:pt x="3822" y="224777"/>
                  </a:lnTo>
                  <a:lnTo>
                    <a:pt x="3822" y="25400"/>
                  </a:lnTo>
                  <a:close/>
                </a:path>
                <a:path w="4445" h="251460">
                  <a:moveTo>
                    <a:pt x="3822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3822" y="25387"/>
                  </a:lnTo>
                  <a:lnTo>
                    <a:pt x="3822" y="21590"/>
                  </a:lnTo>
                  <a:close/>
                </a:path>
                <a:path w="4445" h="251460">
                  <a:moveTo>
                    <a:pt x="3822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22" y="21577"/>
                  </a:lnTo>
                  <a:lnTo>
                    <a:pt x="3822" y="19050"/>
                  </a:lnTo>
                  <a:close/>
                </a:path>
                <a:path w="4445" h="251460">
                  <a:moveTo>
                    <a:pt x="3822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22" y="19037"/>
                  </a:lnTo>
                  <a:lnTo>
                    <a:pt x="3822" y="15240"/>
                  </a:lnTo>
                  <a:close/>
                </a:path>
                <a:path w="4445" h="251460">
                  <a:moveTo>
                    <a:pt x="3822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22" y="15227"/>
                  </a:lnTo>
                  <a:lnTo>
                    <a:pt x="3822" y="12700"/>
                  </a:lnTo>
                  <a:close/>
                </a:path>
                <a:path w="4445" h="251460">
                  <a:moveTo>
                    <a:pt x="3822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22" y="12687"/>
                  </a:lnTo>
                  <a:lnTo>
                    <a:pt x="3822" y="8890"/>
                  </a:lnTo>
                  <a:close/>
                </a:path>
                <a:path w="4445" h="251460">
                  <a:moveTo>
                    <a:pt x="3822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22" y="8877"/>
                  </a:lnTo>
                  <a:lnTo>
                    <a:pt x="3822" y="6350"/>
                  </a:lnTo>
                  <a:close/>
                </a:path>
                <a:path w="4445" h="251460">
                  <a:moveTo>
                    <a:pt x="3822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22" y="6337"/>
                  </a:lnTo>
                  <a:lnTo>
                    <a:pt x="3822" y="2540"/>
                  </a:lnTo>
                  <a:close/>
                </a:path>
                <a:path w="4445" h="251460">
                  <a:moveTo>
                    <a:pt x="3822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22" y="2527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7" name="object 3017"/>
            <p:cNvSpPr/>
            <p:nvPr/>
          </p:nvSpPr>
          <p:spPr>
            <a:xfrm>
              <a:off x="6573520" y="5430532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190"/>
                  </a:moveTo>
                  <a:lnTo>
                    <a:pt x="0" y="25019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50190"/>
                  </a:lnTo>
                  <a:close/>
                </a:path>
                <a:path w="3809" h="251460">
                  <a:moveTo>
                    <a:pt x="3810" y="247650"/>
                  </a:moveTo>
                  <a:lnTo>
                    <a:pt x="0" y="247650"/>
                  </a:lnTo>
                  <a:lnTo>
                    <a:pt x="0" y="250177"/>
                  </a:lnTo>
                  <a:lnTo>
                    <a:pt x="3810" y="250177"/>
                  </a:lnTo>
                  <a:lnTo>
                    <a:pt x="3810" y="247650"/>
                  </a:lnTo>
                  <a:close/>
                </a:path>
                <a:path w="3809" h="251460">
                  <a:moveTo>
                    <a:pt x="3810" y="243840"/>
                  </a:moveTo>
                  <a:lnTo>
                    <a:pt x="0" y="24384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3840"/>
                  </a:lnTo>
                  <a:close/>
                </a:path>
                <a:path w="3809" h="251460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09" h="251460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09" h="251460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09" h="251460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09" h="25146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09" h="251460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09" h="251460">
                  <a:moveTo>
                    <a:pt x="3810" y="25400"/>
                  </a:moveTo>
                  <a:lnTo>
                    <a:pt x="0" y="2540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5400"/>
                  </a:lnTo>
                  <a:close/>
                </a:path>
                <a:path w="3809" h="251460">
                  <a:moveTo>
                    <a:pt x="381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1590"/>
                  </a:lnTo>
                  <a:close/>
                </a:path>
                <a:path w="3809" h="251460">
                  <a:moveTo>
                    <a:pt x="381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10" y="21577"/>
                  </a:lnTo>
                  <a:lnTo>
                    <a:pt x="3810" y="19050"/>
                  </a:lnTo>
                  <a:close/>
                </a:path>
                <a:path w="3809" h="251460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09" h="25146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09" h="25146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09" h="25146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09" h="25146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9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8" name="object 3018"/>
            <p:cNvSpPr/>
            <p:nvPr/>
          </p:nvSpPr>
          <p:spPr>
            <a:xfrm>
              <a:off x="6577330" y="5430532"/>
              <a:ext cx="2540" cy="251460"/>
            </a:xfrm>
            <a:custGeom>
              <a:avLst/>
              <a:gdLst/>
              <a:ahLst/>
              <a:cxnLst/>
              <a:rect l="l" t="t" r="r" b="b"/>
              <a:pathLst>
                <a:path w="2540" h="251460">
                  <a:moveTo>
                    <a:pt x="2540" y="250190"/>
                  </a:moveTo>
                  <a:lnTo>
                    <a:pt x="0" y="250190"/>
                  </a:lnTo>
                  <a:lnTo>
                    <a:pt x="0" y="251447"/>
                  </a:lnTo>
                  <a:lnTo>
                    <a:pt x="2540" y="251447"/>
                  </a:lnTo>
                  <a:lnTo>
                    <a:pt x="2540" y="250190"/>
                  </a:lnTo>
                  <a:close/>
                </a:path>
                <a:path w="2540" h="251460">
                  <a:moveTo>
                    <a:pt x="2540" y="247650"/>
                  </a:moveTo>
                  <a:lnTo>
                    <a:pt x="0" y="247650"/>
                  </a:lnTo>
                  <a:lnTo>
                    <a:pt x="0" y="250177"/>
                  </a:lnTo>
                  <a:lnTo>
                    <a:pt x="2540" y="250177"/>
                  </a:lnTo>
                  <a:lnTo>
                    <a:pt x="2540" y="247650"/>
                  </a:lnTo>
                  <a:close/>
                </a:path>
                <a:path w="2540" h="251460">
                  <a:moveTo>
                    <a:pt x="2540" y="243840"/>
                  </a:moveTo>
                  <a:lnTo>
                    <a:pt x="0" y="243840"/>
                  </a:lnTo>
                  <a:lnTo>
                    <a:pt x="0" y="247637"/>
                  </a:lnTo>
                  <a:lnTo>
                    <a:pt x="2540" y="247637"/>
                  </a:lnTo>
                  <a:lnTo>
                    <a:pt x="2540" y="243840"/>
                  </a:lnTo>
                  <a:close/>
                </a:path>
                <a:path w="2540" h="251460">
                  <a:moveTo>
                    <a:pt x="254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2540" y="243827"/>
                  </a:lnTo>
                  <a:lnTo>
                    <a:pt x="2540" y="241300"/>
                  </a:lnTo>
                  <a:close/>
                </a:path>
                <a:path w="2540" h="251460">
                  <a:moveTo>
                    <a:pt x="254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2540" y="241287"/>
                  </a:lnTo>
                  <a:lnTo>
                    <a:pt x="2540" y="237490"/>
                  </a:lnTo>
                  <a:close/>
                </a:path>
                <a:path w="2540" h="251460">
                  <a:moveTo>
                    <a:pt x="254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2540" y="237477"/>
                  </a:lnTo>
                  <a:lnTo>
                    <a:pt x="2540" y="234950"/>
                  </a:lnTo>
                  <a:close/>
                </a:path>
                <a:path w="2540" h="251460">
                  <a:moveTo>
                    <a:pt x="254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2540" y="234937"/>
                  </a:lnTo>
                  <a:lnTo>
                    <a:pt x="2540" y="231140"/>
                  </a:lnTo>
                  <a:close/>
                </a:path>
                <a:path w="2540" h="251460">
                  <a:moveTo>
                    <a:pt x="254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2540" y="231127"/>
                  </a:lnTo>
                  <a:lnTo>
                    <a:pt x="2540" y="228600"/>
                  </a:lnTo>
                  <a:close/>
                </a:path>
                <a:path w="2540" h="251460">
                  <a:moveTo>
                    <a:pt x="254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2540" y="228587"/>
                  </a:lnTo>
                  <a:lnTo>
                    <a:pt x="2540" y="224790"/>
                  </a:lnTo>
                  <a:close/>
                </a:path>
                <a:path w="2540" h="251460">
                  <a:moveTo>
                    <a:pt x="2540" y="25400"/>
                  </a:moveTo>
                  <a:lnTo>
                    <a:pt x="0" y="25400"/>
                  </a:lnTo>
                  <a:lnTo>
                    <a:pt x="0" y="224777"/>
                  </a:lnTo>
                  <a:lnTo>
                    <a:pt x="2540" y="224777"/>
                  </a:lnTo>
                  <a:lnTo>
                    <a:pt x="2540" y="25400"/>
                  </a:lnTo>
                  <a:close/>
                </a:path>
                <a:path w="2540" h="251460">
                  <a:moveTo>
                    <a:pt x="254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2540" y="25387"/>
                  </a:lnTo>
                  <a:lnTo>
                    <a:pt x="2540" y="21590"/>
                  </a:lnTo>
                  <a:close/>
                </a:path>
                <a:path w="2540" h="251460">
                  <a:moveTo>
                    <a:pt x="254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2540" y="21577"/>
                  </a:lnTo>
                  <a:lnTo>
                    <a:pt x="2540" y="19050"/>
                  </a:lnTo>
                  <a:close/>
                </a:path>
                <a:path w="2540" h="251460">
                  <a:moveTo>
                    <a:pt x="254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2540" y="19037"/>
                  </a:lnTo>
                  <a:lnTo>
                    <a:pt x="2540" y="15240"/>
                  </a:lnTo>
                  <a:close/>
                </a:path>
                <a:path w="2540" h="251460">
                  <a:moveTo>
                    <a:pt x="254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540" y="15227"/>
                  </a:lnTo>
                  <a:lnTo>
                    <a:pt x="2540" y="12700"/>
                  </a:lnTo>
                  <a:close/>
                </a:path>
                <a:path w="2540" h="251460">
                  <a:moveTo>
                    <a:pt x="254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8890"/>
                  </a:lnTo>
                  <a:close/>
                </a:path>
                <a:path w="2540" h="251460">
                  <a:moveTo>
                    <a:pt x="254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2540" y="8877"/>
                  </a:lnTo>
                  <a:lnTo>
                    <a:pt x="2540" y="6350"/>
                  </a:lnTo>
                  <a:close/>
                </a:path>
                <a:path w="2540" h="251460">
                  <a:moveTo>
                    <a:pt x="254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2540"/>
                  </a:lnTo>
                  <a:close/>
                </a:path>
                <a:path w="2540" h="251460">
                  <a:moveTo>
                    <a:pt x="254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2540" y="252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9" name="object 3019"/>
            <p:cNvSpPr/>
            <p:nvPr/>
          </p:nvSpPr>
          <p:spPr>
            <a:xfrm>
              <a:off x="6579870" y="5430532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190"/>
                  </a:moveTo>
                  <a:lnTo>
                    <a:pt x="0" y="25019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50190"/>
                  </a:lnTo>
                  <a:close/>
                </a:path>
                <a:path w="3809" h="251460">
                  <a:moveTo>
                    <a:pt x="3810" y="247650"/>
                  </a:moveTo>
                  <a:lnTo>
                    <a:pt x="0" y="247650"/>
                  </a:lnTo>
                  <a:lnTo>
                    <a:pt x="0" y="250177"/>
                  </a:lnTo>
                  <a:lnTo>
                    <a:pt x="3810" y="250177"/>
                  </a:lnTo>
                  <a:lnTo>
                    <a:pt x="3810" y="247650"/>
                  </a:lnTo>
                  <a:close/>
                </a:path>
                <a:path w="3809" h="251460">
                  <a:moveTo>
                    <a:pt x="3810" y="243840"/>
                  </a:moveTo>
                  <a:lnTo>
                    <a:pt x="0" y="24384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3840"/>
                  </a:lnTo>
                  <a:close/>
                </a:path>
                <a:path w="3809" h="251460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09" h="251460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09" h="251460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09" h="251460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09" h="25146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09" h="251460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09" h="251460">
                  <a:moveTo>
                    <a:pt x="3810" y="25400"/>
                  </a:moveTo>
                  <a:lnTo>
                    <a:pt x="0" y="2540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5400"/>
                  </a:lnTo>
                  <a:close/>
                </a:path>
                <a:path w="3809" h="251460">
                  <a:moveTo>
                    <a:pt x="381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1590"/>
                  </a:lnTo>
                  <a:close/>
                </a:path>
                <a:path w="3809" h="251460">
                  <a:moveTo>
                    <a:pt x="381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10" y="21577"/>
                  </a:lnTo>
                  <a:lnTo>
                    <a:pt x="3810" y="19050"/>
                  </a:lnTo>
                  <a:close/>
                </a:path>
                <a:path w="3809" h="251460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09" h="25146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09" h="25146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09" h="25146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09" h="25146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0" name="object 3020"/>
            <p:cNvSpPr/>
            <p:nvPr/>
          </p:nvSpPr>
          <p:spPr>
            <a:xfrm>
              <a:off x="6583680" y="5430532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190"/>
                  </a:moveTo>
                  <a:lnTo>
                    <a:pt x="0" y="25019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50190"/>
                  </a:lnTo>
                  <a:close/>
                </a:path>
                <a:path w="3809" h="251460">
                  <a:moveTo>
                    <a:pt x="3810" y="247650"/>
                  </a:moveTo>
                  <a:lnTo>
                    <a:pt x="0" y="247650"/>
                  </a:lnTo>
                  <a:lnTo>
                    <a:pt x="0" y="250177"/>
                  </a:lnTo>
                  <a:lnTo>
                    <a:pt x="3810" y="250177"/>
                  </a:lnTo>
                  <a:lnTo>
                    <a:pt x="3810" y="247650"/>
                  </a:lnTo>
                  <a:close/>
                </a:path>
                <a:path w="3809" h="251460">
                  <a:moveTo>
                    <a:pt x="3810" y="243840"/>
                  </a:moveTo>
                  <a:lnTo>
                    <a:pt x="0" y="24384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3840"/>
                  </a:lnTo>
                  <a:close/>
                </a:path>
                <a:path w="3809" h="251460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09" h="251460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09" h="251460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09" h="251460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09" h="25146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09" h="251460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09" h="251460">
                  <a:moveTo>
                    <a:pt x="3810" y="25400"/>
                  </a:moveTo>
                  <a:lnTo>
                    <a:pt x="0" y="2540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5400"/>
                  </a:lnTo>
                  <a:close/>
                </a:path>
                <a:path w="3809" h="251460">
                  <a:moveTo>
                    <a:pt x="381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1590"/>
                  </a:lnTo>
                  <a:close/>
                </a:path>
                <a:path w="3809" h="251460">
                  <a:moveTo>
                    <a:pt x="381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10" y="21577"/>
                  </a:lnTo>
                  <a:lnTo>
                    <a:pt x="3810" y="19050"/>
                  </a:lnTo>
                  <a:close/>
                </a:path>
                <a:path w="3809" h="251460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09" h="25146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09" h="25146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09" h="25146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09" h="25146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1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1" name="object 3021"/>
            <p:cNvSpPr/>
            <p:nvPr/>
          </p:nvSpPr>
          <p:spPr>
            <a:xfrm>
              <a:off x="6587490" y="5430532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190"/>
                  </a:moveTo>
                  <a:lnTo>
                    <a:pt x="0" y="25019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50190"/>
                  </a:lnTo>
                  <a:close/>
                </a:path>
                <a:path w="3809" h="251460">
                  <a:moveTo>
                    <a:pt x="3810" y="247650"/>
                  </a:moveTo>
                  <a:lnTo>
                    <a:pt x="0" y="247650"/>
                  </a:lnTo>
                  <a:lnTo>
                    <a:pt x="0" y="250177"/>
                  </a:lnTo>
                  <a:lnTo>
                    <a:pt x="3810" y="250177"/>
                  </a:lnTo>
                  <a:lnTo>
                    <a:pt x="3810" y="247650"/>
                  </a:lnTo>
                  <a:close/>
                </a:path>
                <a:path w="3809" h="251460">
                  <a:moveTo>
                    <a:pt x="3810" y="243840"/>
                  </a:moveTo>
                  <a:lnTo>
                    <a:pt x="0" y="24384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3840"/>
                  </a:lnTo>
                  <a:close/>
                </a:path>
                <a:path w="3809" h="251460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09" h="251460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09" h="251460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09" h="251460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09" h="25146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09" h="251460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09" h="251460">
                  <a:moveTo>
                    <a:pt x="3810" y="25400"/>
                  </a:moveTo>
                  <a:lnTo>
                    <a:pt x="0" y="2540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5400"/>
                  </a:lnTo>
                  <a:close/>
                </a:path>
                <a:path w="3809" h="251460">
                  <a:moveTo>
                    <a:pt x="381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1590"/>
                  </a:lnTo>
                  <a:close/>
                </a:path>
                <a:path w="3809" h="251460">
                  <a:moveTo>
                    <a:pt x="381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10" y="21577"/>
                  </a:lnTo>
                  <a:lnTo>
                    <a:pt x="3810" y="19050"/>
                  </a:lnTo>
                  <a:close/>
                </a:path>
                <a:path w="3809" h="251460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09" h="25146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09" h="25146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09" h="25146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09" h="25146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F84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2" name="object 3022"/>
            <p:cNvSpPr/>
            <p:nvPr/>
          </p:nvSpPr>
          <p:spPr>
            <a:xfrm>
              <a:off x="6591300" y="5430532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797" y="250190"/>
                  </a:moveTo>
                  <a:lnTo>
                    <a:pt x="0" y="250190"/>
                  </a:lnTo>
                  <a:lnTo>
                    <a:pt x="0" y="251447"/>
                  </a:lnTo>
                  <a:lnTo>
                    <a:pt x="3797" y="251447"/>
                  </a:lnTo>
                  <a:lnTo>
                    <a:pt x="3797" y="250190"/>
                  </a:lnTo>
                  <a:close/>
                </a:path>
                <a:path w="3809" h="251460">
                  <a:moveTo>
                    <a:pt x="3797" y="247650"/>
                  </a:moveTo>
                  <a:lnTo>
                    <a:pt x="0" y="247650"/>
                  </a:lnTo>
                  <a:lnTo>
                    <a:pt x="0" y="250177"/>
                  </a:lnTo>
                  <a:lnTo>
                    <a:pt x="3797" y="250177"/>
                  </a:lnTo>
                  <a:lnTo>
                    <a:pt x="3797" y="247650"/>
                  </a:lnTo>
                  <a:close/>
                </a:path>
                <a:path w="3809" h="251460">
                  <a:moveTo>
                    <a:pt x="3797" y="243840"/>
                  </a:moveTo>
                  <a:lnTo>
                    <a:pt x="0" y="243840"/>
                  </a:lnTo>
                  <a:lnTo>
                    <a:pt x="0" y="247637"/>
                  </a:lnTo>
                  <a:lnTo>
                    <a:pt x="3797" y="247637"/>
                  </a:lnTo>
                  <a:lnTo>
                    <a:pt x="3797" y="243840"/>
                  </a:lnTo>
                  <a:close/>
                </a:path>
                <a:path w="3809" h="251460">
                  <a:moveTo>
                    <a:pt x="3797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797" y="243827"/>
                  </a:lnTo>
                  <a:lnTo>
                    <a:pt x="3797" y="241300"/>
                  </a:lnTo>
                  <a:close/>
                </a:path>
                <a:path w="3809" h="251460">
                  <a:moveTo>
                    <a:pt x="3797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797" y="241287"/>
                  </a:lnTo>
                  <a:lnTo>
                    <a:pt x="3797" y="237490"/>
                  </a:lnTo>
                  <a:close/>
                </a:path>
                <a:path w="3809" h="251460">
                  <a:moveTo>
                    <a:pt x="3797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797" y="237477"/>
                  </a:lnTo>
                  <a:lnTo>
                    <a:pt x="3797" y="234950"/>
                  </a:lnTo>
                  <a:close/>
                </a:path>
                <a:path w="3809" h="251460">
                  <a:moveTo>
                    <a:pt x="3797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797" y="234937"/>
                  </a:lnTo>
                  <a:lnTo>
                    <a:pt x="3797" y="231140"/>
                  </a:lnTo>
                  <a:close/>
                </a:path>
                <a:path w="3809" h="251460">
                  <a:moveTo>
                    <a:pt x="3797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797" y="231127"/>
                  </a:lnTo>
                  <a:lnTo>
                    <a:pt x="3797" y="228600"/>
                  </a:lnTo>
                  <a:close/>
                </a:path>
                <a:path w="3809" h="251460">
                  <a:moveTo>
                    <a:pt x="3797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797" y="228587"/>
                  </a:lnTo>
                  <a:lnTo>
                    <a:pt x="3797" y="224790"/>
                  </a:lnTo>
                  <a:close/>
                </a:path>
                <a:path w="3809" h="251460">
                  <a:moveTo>
                    <a:pt x="3797" y="25400"/>
                  </a:moveTo>
                  <a:lnTo>
                    <a:pt x="0" y="25400"/>
                  </a:lnTo>
                  <a:lnTo>
                    <a:pt x="0" y="224777"/>
                  </a:lnTo>
                  <a:lnTo>
                    <a:pt x="3797" y="224777"/>
                  </a:lnTo>
                  <a:lnTo>
                    <a:pt x="3797" y="25400"/>
                  </a:lnTo>
                  <a:close/>
                </a:path>
                <a:path w="3809" h="251460">
                  <a:moveTo>
                    <a:pt x="3797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3797" y="25387"/>
                  </a:lnTo>
                  <a:lnTo>
                    <a:pt x="3797" y="21590"/>
                  </a:lnTo>
                  <a:close/>
                </a:path>
                <a:path w="3809" h="251460">
                  <a:moveTo>
                    <a:pt x="3797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797" y="21577"/>
                  </a:lnTo>
                  <a:lnTo>
                    <a:pt x="3797" y="19050"/>
                  </a:lnTo>
                  <a:close/>
                </a:path>
                <a:path w="3809" h="251460">
                  <a:moveTo>
                    <a:pt x="3797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797" y="19037"/>
                  </a:lnTo>
                  <a:lnTo>
                    <a:pt x="3797" y="15240"/>
                  </a:lnTo>
                  <a:close/>
                </a:path>
                <a:path w="3809" h="251460">
                  <a:moveTo>
                    <a:pt x="3797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797" y="15227"/>
                  </a:lnTo>
                  <a:lnTo>
                    <a:pt x="3797" y="12700"/>
                  </a:lnTo>
                  <a:close/>
                </a:path>
                <a:path w="3809" h="251460">
                  <a:moveTo>
                    <a:pt x="3797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797" y="12687"/>
                  </a:lnTo>
                  <a:lnTo>
                    <a:pt x="3797" y="8890"/>
                  </a:lnTo>
                  <a:close/>
                </a:path>
                <a:path w="3809" h="251460">
                  <a:moveTo>
                    <a:pt x="3797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797" y="8877"/>
                  </a:lnTo>
                  <a:lnTo>
                    <a:pt x="3797" y="6350"/>
                  </a:lnTo>
                  <a:close/>
                </a:path>
                <a:path w="3809" h="251460">
                  <a:moveTo>
                    <a:pt x="3797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797" y="6337"/>
                  </a:lnTo>
                  <a:lnTo>
                    <a:pt x="3797" y="2540"/>
                  </a:lnTo>
                  <a:close/>
                </a:path>
                <a:path w="3809" h="251460">
                  <a:moveTo>
                    <a:pt x="3797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797" y="2527"/>
                  </a:lnTo>
                  <a:lnTo>
                    <a:pt x="3797" y="0"/>
                  </a:lnTo>
                  <a:close/>
                </a:path>
              </a:pathLst>
            </a:custGeom>
            <a:solidFill>
              <a:srgbClr val="6C82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3" name="object 3023"/>
            <p:cNvSpPr/>
            <p:nvPr/>
          </p:nvSpPr>
          <p:spPr>
            <a:xfrm>
              <a:off x="6595097" y="5429250"/>
              <a:ext cx="4445" cy="252729"/>
            </a:xfrm>
            <a:custGeom>
              <a:avLst/>
              <a:gdLst/>
              <a:ahLst/>
              <a:cxnLst/>
              <a:rect l="l" t="t" r="r" b="b"/>
              <a:pathLst>
                <a:path w="4445" h="252729">
                  <a:moveTo>
                    <a:pt x="2552" y="0"/>
                  </a:moveTo>
                  <a:lnTo>
                    <a:pt x="1282" y="0"/>
                  </a:lnTo>
                  <a:lnTo>
                    <a:pt x="1282" y="1270"/>
                  </a:lnTo>
                  <a:lnTo>
                    <a:pt x="2552" y="1270"/>
                  </a:lnTo>
                  <a:lnTo>
                    <a:pt x="2552" y="0"/>
                  </a:lnTo>
                  <a:close/>
                </a:path>
                <a:path w="4445" h="252729">
                  <a:moveTo>
                    <a:pt x="3822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3822" y="252730"/>
                  </a:lnTo>
                  <a:lnTo>
                    <a:pt x="3822" y="251472"/>
                  </a:lnTo>
                  <a:close/>
                </a:path>
                <a:path w="4445" h="252729">
                  <a:moveTo>
                    <a:pt x="3822" y="248932"/>
                  </a:moveTo>
                  <a:lnTo>
                    <a:pt x="0" y="248932"/>
                  </a:lnTo>
                  <a:lnTo>
                    <a:pt x="0" y="251460"/>
                  </a:lnTo>
                  <a:lnTo>
                    <a:pt x="3822" y="251460"/>
                  </a:lnTo>
                  <a:lnTo>
                    <a:pt x="3822" y="248932"/>
                  </a:lnTo>
                  <a:close/>
                </a:path>
                <a:path w="4445" h="252729">
                  <a:moveTo>
                    <a:pt x="3822" y="245122"/>
                  </a:moveTo>
                  <a:lnTo>
                    <a:pt x="0" y="245122"/>
                  </a:lnTo>
                  <a:lnTo>
                    <a:pt x="0" y="248920"/>
                  </a:lnTo>
                  <a:lnTo>
                    <a:pt x="3822" y="248920"/>
                  </a:lnTo>
                  <a:lnTo>
                    <a:pt x="3822" y="245122"/>
                  </a:lnTo>
                  <a:close/>
                </a:path>
                <a:path w="4445" h="252729">
                  <a:moveTo>
                    <a:pt x="3822" y="242582"/>
                  </a:moveTo>
                  <a:lnTo>
                    <a:pt x="0" y="242582"/>
                  </a:lnTo>
                  <a:lnTo>
                    <a:pt x="0" y="245110"/>
                  </a:lnTo>
                  <a:lnTo>
                    <a:pt x="3822" y="245110"/>
                  </a:lnTo>
                  <a:lnTo>
                    <a:pt x="3822" y="242582"/>
                  </a:lnTo>
                  <a:close/>
                </a:path>
                <a:path w="4445" h="252729">
                  <a:moveTo>
                    <a:pt x="3822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3822" y="242570"/>
                  </a:lnTo>
                  <a:lnTo>
                    <a:pt x="3822" y="238772"/>
                  </a:lnTo>
                  <a:close/>
                </a:path>
                <a:path w="4445" h="252729">
                  <a:moveTo>
                    <a:pt x="3822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22" y="238760"/>
                  </a:lnTo>
                  <a:lnTo>
                    <a:pt x="3822" y="236232"/>
                  </a:lnTo>
                  <a:close/>
                </a:path>
                <a:path w="4445" h="252729">
                  <a:moveTo>
                    <a:pt x="3822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22" y="236220"/>
                  </a:lnTo>
                  <a:lnTo>
                    <a:pt x="3822" y="232422"/>
                  </a:lnTo>
                  <a:close/>
                </a:path>
                <a:path w="4445" h="252729">
                  <a:moveTo>
                    <a:pt x="3822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22" y="232410"/>
                  </a:lnTo>
                  <a:lnTo>
                    <a:pt x="3822" y="229882"/>
                  </a:lnTo>
                  <a:close/>
                </a:path>
                <a:path w="4445" h="252729">
                  <a:moveTo>
                    <a:pt x="3822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22" y="229870"/>
                  </a:lnTo>
                  <a:lnTo>
                    <a:pt x="3822" y="226072"/>
                  </a:lnTo>
                  <a:close/>
                </a:path>
                <a:path w="4445" h="252729">
                  <a:moveTo>
                    <a:pt x="3822" y="26682"/>
                  </a:moveTo>
                  <a:lnTo>
                    <a:pt x="0" y="26682"/>
                  </a:lnTo>
                  <a:lnTo>
                    <a:pt x="0" y="226060"/>
                  </a:lnTo>
                  <a:lnTo>
                    <a:pt x="3822" y="226060"/>
                  </a:lnTo>
                  <a:lnTo>
                    <a:pt x="3822" y="26682"/>
                  </a:lnTo>
                  <a:close/>
                </a:path>
                <a:path w="4445" h="252729">
                  <a:moveTo>
                    <a:pt x="3822" y="22872"/>
                  </a:moveTo>
                  <a:lnTo>
                    <a:pt x="0" y="22872"/>
                  </a:lnTo>
                  <a:lnTo>
                    <a:pt x="0" y="26670"/>
                  </a:lnTo>
                  <a:lnTo>
                    <a:pt x="3822" y="26670"/>
                  </a:lnTo>
                  <a:lnTo>
                    <a:pt x="3822" y="22872"/>
                  </a:lnTo>
                  <a:close/>
                </a:path>
                <a:path w="4445" h="252729">
                  <a:moveTo>
                    <a:pt x="3822" y="20332"/>
                  </a:moveTo>
                  <a:lnTo>
                    <a:pt x="0" y="20332"/>
                  </a:lnTo>
                  <a:lnTo>
                    <a:pt x="0" y="22860"/>
                  </a:lnTo>
                  <a:lnTo>
                    <a:pt x="3822" y="22860"/>
                  </a:lnTo>
                  <a:lnTo>
                    <a:pt x="3822" y="20332"/>
                  </a:lnTo>
                  <a:close/>
                </a:path>
                <a:path w="4445" h="252729">
                  <a:moveTo>
                    <a:pt x="3822" y="16522"/>
                  </a:moveTo>
                  <a:lnTo>
                    <a:pt x="0" y="16522"/>
                  </a:lnTo>
                  <a:lnTo>
                    <a:pt x="0" y="20320"/>
                  </a:lnTo>
                  <a:lnTo>
                    <a:pt x="3822" y="20320"/>
                  </a:lnTo>
                  <a:lnTo>
                    <a:pt x="3822" y="16522"/>
                  </a:lnTo>
                  <a:close/>
                </a:path>
                <a:path w="4445" h="252729">
                  <a:moveTo>
                    <a:pt x="3822" y="13982"/>
                  </a:moveTo>
                  <a:lnTo>
                    <a:pt x="0" y="13982"/>
                  </a:lnTo>
                  <a:lnTo>
                    <a:pt x="0" y="16510"/>
                  </a:lnTo>
                  <a:lnTo>
                    <a:pt x="3822" y="16510"/>
                  </a:lnTo>
                  <a:lnTo>
                    <a:pt x="3822" y="13982"/>
                  </a:lnTo>
                  <a:close/>
                </a:path>
                <a:path w="4445" h="252729">
                  <a:moveTo>
                    <a:pt x="3822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3822" y="13970"/>
                  </a:lnTo>
                  <a:lnTo>
                    <a:pt x="3822" y="10172"/>
                  </a:lnTo>
                  <a:close/>
                </a:path>
                <a:path w="4445" h="252729">
                  <a:moveTo>
                    <a:pt x="3822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22" y="10160"/>
                  </a:lnTo>
                  <a:lnTo>
                    <a:pt x="3822" y="7632"/>
                  </a:lnTo>
                  <a:close/>
                </a:path>
                <a:path w="4445" h="252729">
                  <a:moveTo>
                    <a:pt x="3822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22" y="7620"/>
                  </a:lnTo>
                  <a:lnTo>
                    <a:pt x="3822" y="3822"/>
                  </a:lnTo>
                  <a:close/>
                </a:path>
                <a:path w="4445" h="252729">
                  <a:moveTo>
                    <a:pt x="3822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22" y="3810"/>
                  </a:lnTo>
                  <a:lnTo>
                    <a:pt x="3822" y="1282"/>
                  </a:lnTo>
                  <a:close/>
                </a:path>
              </a:pathLst>
            </a:custGeom>
            <a:solidFill>
              <a:srgbClr val="6980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4" name="object 3024"/>
            <p:cNvSpPr/>
            <p:nvPr/>
          </p:nvSpPr>
          <p:spPr>
            <a:xfrm>
              <a:off x="6598920" y="5430532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190"/>
                  </a:moveTo>
                  <a:lnTo>
                    <a:pt x="0" y="25019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50190"/>
                  </a:lnTo>
                  <a:close/>
                </a:path>
                <a:path w="3809" h="251460">
                  <a:moveTo>
                    <a:pt x="3810" y="247650"/>
                  </a:moveTo>
                  <a:lnTo>
                    <a:pt x="0" y="247650"/>
                  </a:lnTo>
                  <a:lnTo>
                    <a:pt x="0" y="250177"/>
                  </a:lnTo>
                  <a:lnTo>
                    <a:pt x="3810" y="250177"/>
                  </a:lnTo>
                  <a:lnTo>
                    <a:pt x="3810" y="247650"/>
                  </a:lnTo>
                  <a:close/>
                </a:path>
                <a:path w="3809" h="251460">
                  <a:moveTo>
                    <a:pt x="3810" y="243840"/>
                  </a:moveTo>
                  <a:lnTo>
                    <a:pt x="0" y="24384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3840"/>
                  </a:lnTo>
                  <a:close/>
                </a:path>
                <a:path w="3809" h="251460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09" h="251460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09" h="251460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09" h="251460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09" h="25146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09" h="251460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09" h="251460">
                  <a:moveTo>
                    <a:pt x="3810" y="25400"/>
                  </a:moveTo>
                  <a:lnTo>
                    <a:pt x="0" y="2540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5400"/>
                  </a:lnTo>
                  <a:close/>
                </a:path>
                <a:path w="3809" h="251460">
                  <a:moveTo>
                    <a:pt x="381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1590"/>
                  </a:lnTo>
                  <a:close/>
                </a:path>
                <a:path w="3809" h="251460">
                  <a:moveTo>
                    <a:pt x="381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10" y="21577"/>
                  </a:lnTo>
                  <a:lnTo>
                    <a:pt x="3810" y="19050"/>
                  </a:lnTo>
                  <a:close/>
                </a:path>
                <a:path w="3809" h="251460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09" h="25146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09" h="25146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09" h="25146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09" h="25146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77E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5" name="object 3025"/>
            <p:cNvSpPr/>
            <p:nvPr/>
          </p:nvSpPr>
          <p:spPr>
            <a:xfrm>
              <a:off x="6602730" y="5430532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190"/>
                  </a:moveTo>
                  <a:lnTo>
                    <a:pt x="0" y="25019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50190"/>
                  </a:lnTo>
                  <a:close/>
                </a:path>
                <a:path w="3809" h="251460">
                  <a:moveTo>
                    <a:pt x="3810" y="247650"/>
                  </a:moveTo>
                  <a:lnTo>
                    <a:pt x="0" y="247650"/>
                  </a:lnTo>
                  <a:lnTo>
                    <a:pt x="0" y="250177"/>
                  </a:lnTo>
                  <a:lnTo>
                    <a:pt x="3810" y="250177"/>
                  </a:lnTo>
                  <a:lnTo>
                    <a:pt x="3810" y="247650"/>
                  </a:lnTo>
                  <a:close/>
                </a:path>
                <a:path w="3809" h="251460">
                  <a:moveTo>
                    <a:pt x="3810" y="243840"/>
                  </a:moveTo>
                  <a:lnTo>
                    <a:pt x="0" y="24384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3840"/>
                  </a:lnTo>
                  <a:close/>
                </a:path>
                <a:path w="3809" h="251460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09" h="251460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09" h="251460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09" h="251460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09" h="25146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09" h="251460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09" h="251460">
                  <a:moveTo>
                    <a:pt x="3810" y="25400"/>
                  </a:moveTo>
                  <a:lnTo>
                    <a:pt x="0" y="2540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5400"/>
                  </a:lnTo>
                  <a:close/>
                </a:path>
                <a:path w="3809" h="251460">
                  <a:moveTo>
                    <a:pt x="381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1590"/>
                  </a:lnTo>
                  <a:close/>
                </a:path>
                <a:path w="3809" h="251460">
                  <a:moveTo>
                    <a:pt x="381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10" y="21577"/>
                  </a:lnTo>
                  <a:lnTo>
                    <a:pt x="3810" y="19050"/>
                  </a:lnTo>
                  <a:close/>
                </a:path>
                <a:path w="3809" h="251460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09" h="25146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09" h="25146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09" h="25146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09" h="25146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A80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6" name="object 3026"/>
            <p:cNvSpPr/>
            <p:nvPr/>
          </p:nvSpPr>
          <p:spPr>
            <a:xfrm>
              <a:off x="6606540" y="5430532"/>
              <a:ext cx="2540" cy="251460"/>
            </a:xfrm>
            <a:custGeom>
              <a:avLst/>
              <a:gdLst/>
              <a:ahLst/>
              <a:cxnLst/>
              <a:rect l="l" t="t" r="r" b="b"/>
              <a:pathLst>
                <a:path w="2540" h="251460">
                  <a:moveTo>
                    <a:pt x="2540" y="250190"/>
                  </a:moveTo>
                  <a:lnTo>
                    <a:pt x="0" y="250190"/>
                  </a:lnTo>
                  <a:lnTo>
                    <a:pt x="0" y="251447"/>
                  </a:lnTo>
                  <a:lnTo>
                    <a:pt x="2540" y="251447"/>
                  </a:lnTo>
                  <a:lnTo>
                    <a:pt x="2540" y="250190"/>
                  </a:lnTo>
                  <a:close/>
                </a:path>
                <a:path w="2540" h="251460">
                  <a:moveTo>
                    <a:pt x="2540" y="247650"/>
                  </a:moveTo>
                  <a:lnTo>
                    <a:pt x="0" y="247650"/>
                  </a:lnTo>
                  <a:lnTo>
                    <a:pt x="0" y="250177"/>
                  </a:lnTo>
                  <a:lnTo>
                    <a:pt x="2540" y="250177"/>
                  </a:lnTo>
                  <a:lnTo>
                    <a:pt x="2540" y="247650"/>
                  </a:lnTo>
                  <a:close/>
                </a:path>
                <a:path w="2540" h="251460">
                  <a:moveTo>
                    <a:pt x="2540" y="243840"/>
                  </a:moveTo>
                  <a:lnTo>
                    <a:pt x="0" y="243840"/>
                  </a:lnTo>
                  <a:lnTo>
                    <a:pt x="0" y="247637"/>
                  </a:lnTo>
                  <a:lnTo>
                    <a:pt x="2540" y="247637"/>
                  </a:lnTo>
                  <a:lnTo>
                    <a:pt x="2540" y="243840"/>
                  </a:lnTo>
                  <a:close/>
                </a:path>
                <a:path w="2540" h="251460">
                  <a:moveTo>
                    <a:pt x="254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2540" y="243827"/>
                  </a:lnTo>
                  <a:lnTo>
                    <a:pt x="2540" y="241300"/>
                  </a:lnTo>
                  <a:close/>
                </a:path>
                <a:path w="2540" h="251460">
                  <a:moveTo>
                    <a:pt x="254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2540" y="241287"/>
                  </a:lnTo>
                  <a:lnTo>
                    <a:pt x="2540" y="237490"/>
                  </a:lnTo>
                  <a:close/>
                </a:path>
                <a:path w="2540" h="251460">
                  <a:moveTo>
                    <a:pt x="254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2540" y="237477"/>
                  </a:lnTo>
                  <a:lnTo>
                    <a:pt x="2540" y="234950"/>
                  </a:lnTo>
                  <a:close/>
                </a:path>
                <a:path w="2540" h="251460">
                  <a:moveTo>
                    <a:pt x="254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2540" y="234937"/>
                  </a:lnTo>
                  <a:lnTo>
                    <a:pt x="2540" y="231140"/>
                  </a:lnTo>
                  <a:close/>
                </a:path>
                <a:path w="2540" h="251460">
                  <a:moveTo>
                    <a:pt x="254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2540" y="231127"/>
                  </a:lnTo>
                  <a:lnTo>
                    <a:pt x="2540" y="228600"/>
                  </a:lnTo>
                  <a:close/>
                </a:path>
                <a:path w="2540" h="251460">
                  <a:moveTo>
                    <a:pt x="254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2540" y="228587"/>
                  </a:lnTo>
                  <a:lnTo>
                    <a:pt x="2540" y="224790"/>
                  </a:lnTo>
                  <a:close/>
                </a:path>
                <a:path w="2540" h="251460">
                  <a:moveTo>
                    <a:pt x="2540" y="25400"/>
                  </a:moveTo>
                  <a:lnTo>
                    <a:pt x="0" y="25400"/>
                  </a:lnTo>
                  <a:lnTo>
                    <a:pt x="0" y="224777"/>
                  </a:lnTo>
                  <a:lnTo>
                    <a:pt x="2540" y="224777"/>
                  </a:lnTo>
                  <a:lnTo>
                    <a:pt x="2540" y="25400"/>
                  </a:lnTo>
                  <a:close/>
                </a:path>
                <a:path w="2540" h="251460">
                  <a:moveTo>
                    <a:pt x="254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2540" y="25387"/>
                  </a:lnTo>
                  <a:lnTo>
                    <a:pt x="2540" y="21590"/>
                  </a:lnTo>
                  <a:close/>
                </a:path>
                <a:path w="2540" h="251460">
                  <a:moveTo>
                    <a:pt x="254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2540" y="21577"/>
                  </a:lnTo>
                  <a:lnTo>
                    <a:pt x="2540" y="19050"/>
                  </a:lnTo>
                  <a:close/>
                </a:path>
                <a:path w="2540" h="251460">
                  <a:moveTo>
                    <a:pt x="254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2540" y="19037"/>
                  </a:lnTo>
                  <a:lnTo>
                    <a:pt x="2540" y="15240"/>
                  </a:lnTo>
                  <a:close/>
                </a:path>
                <a:path w="2540" h="251460">
                  <a:moveTo>
                    <a:pt x="254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540" y="15227"/>
                  </a:lnTo>
                  <a:lnTo>
                    <a:pt x="2540" y="12700"/>
                  </a:lnTo>
                  <a:close/>
                </a:path>
                <a:path w="2540" h="251460">
                  <a:moveTo>
                    <a:pt x="254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8890"/>
                  </a:lnTo>
                  <a:close/>
                </a:path>
                <a:path w="2540" h="251460">
                  <a:moveTo>
                    <a:pt x="254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2540" y="8877"/>
                  </a:lnTo>
                  <a:lnTo>
                    <a:pt x="2540" y="6350"/>
                  </a:lnTo>
                  <a:close/>
                </a:path>
                <a:path w="2540" h="251460">
                  <a:moveTo>
                    <a:pt x="254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2540"/>
                  </a:lnTo>
                  <a:close/>
                </a:path>
                <a:path w="2540" h="251460">
                  <a:moveTo>
                    <a:pt x="254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2540" y="252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6C82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7" name="object 3027"/>
            <p:cNvSpPr/>
            <p:nvPr/>
          </p:nvSpPr>
          <p:spPr>
            <a:xfrm>
              <a:off x="6609080" y="5430532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190"/>
                  </a:moveTo>
                  <a:lnTo>
                    <a:pt x="0" y="25019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50190"/>
                  </a:lnTo>
                  <a:close/>
                </a:path>
                <a:path w="3809" h="251460">
                  <a:moveTo>
                    <a:pt x="3810" y="247650"/>
                  </a:moveTo>
                  <a:lnTo>
                    <a:pt x="0" y="247650"/>
                  </a:lnTo>
                  <a:lnTo>
                    <a:pt x="0" y="250177"/>
                  </a:lnTo>
                  <a:lnTo>
                    <a:pt x="3810" y="250177"/>
                  </a:lnTo>
                  <a:lnTo>
                    <a:pt x="3810" y="247650"/>
                  </a:lnTo>
                  <a:close/>
                </a:path>
                <a:path w="3809" h="251460">
                  <a:moveTo>
                    <a:pt x="3810" y="243840"/>
                  </a:moveTo>
                  <a:lnTo>
                    <a:pt x="0" y="24384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3840"/>
                  </a:lnTo>
                  <a:close/>
                </a:path>
                <a:path w="3809" h="251460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09" h="251460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09" h="251460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09" h="251460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09" h="25146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09" h="251460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09" h="251460">
                  <a:moveTo>
                    <a:pt x="3810" y="25400"/>
                  </a:moveTo>
                  <a:lnTo>
                    <a:pt x="0" y="2540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5400"/>
                  </a:lnTo>
                  <a:close/>
                </a:path>
                <a:path w="3809" h="251460">
                  <a:moveTo>
                    <a:pt x="381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1590"/>
                  </a:lnTo>
                  <a:close/>
                </a:path>
                <a:path w="3809" h="251460">
                  <a:moveTo>
                    <a:pt x="381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10" y="21577"/>
                  </a:lnTo>
                  <a:lnTo>
                    <a:pt x="3810" y="19050"/>
                  </a:lnTo>
                  <a:close/>
                </a:path>
                <a:path w="3809" h="251460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09" h="25146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09" h="25146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09" h="25146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09" h="25146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F84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8" name="object 3028"/>
            <p:cNvSpPr/>
            <p:nvPr/>
          </p:nvSpPr>
          <p:spPr>
            <a:xfrm>
              <a:off x="6612890" y="5430532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190"/>
                  </a:moveTo>
                  <a:lnTo>
                    <a:pt x="0" y="250190"/>
                  </a:lnTo>
                  <a:lnTo>
                    <a:pt x="0" y="251447"/>
                  </a:lnTo>
                  <a:lnTo>
                    <a:pt x="3810" y="251447"/>
                  </a:lnTo>
                  <a:lnTo>
                    <a:pt x="3810" y="250190"/>
                  </a:lnTo>
                  <a:close/>
                </a:path>
                <a:path w="3809" h="251460">
                  <a:moveTo>
                    <a:pt x="3810" y="247650"/>
                  </a:moveTo>
                  <a:lnTo>
                    <a:pt x="0" y="247650"/>
                  </a:lnTo>
                  <a:lnTo>
                    <a:pt x="0" y="250177"/>
                  </a:lnTo>
                  <a:lnTo>
                    <a:pt x="3810" y="250177"/>
                  </a:lnTo>
                  <a:lnTo>
                    <a:pt x="3810" y="247650"/>
                  </a:lnTo>
                  <a:close/>
                </a:path>
                <a:path w="3809" h="251460">
                  <a:moveTo>
                    <a:pt x="3810" y="243840"/>
                  </a:moveTo>
                  <a:lnTo>
                    <a:pt x="0" y="243840"/>
                  </a:lnTo>
                  <a:lnTo>
                    <a:pt x="0" y="247637"/>
                  </a:lnTo>
                  <a:lnTo>
                    <a:pt x="3810" y="247637"/>
                  </a:lnTo>
                  <a:lnTo>
                    <a:pt x="3810" y="243840"/>
                  </a:lnTo>
                  <a:close/>
                </a:path>
                <a:path w="3809" h="251460">
                  <a:moveTo>
                    <a:pt x="381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10" y="243827"/>
                  </a:lnTo>
                  <a:lnTo>
                    <a:pt x="3810" y="241300"/>
                  </a:lnTo>
                  <a:close/>
                </a:path>
                <a:path w="3809" h="251460">
                  <a:moveTo>
                    <a:pt x="381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7490"/>
                  </a:lnTo>
                  <a:close/>
                </a:path>
                <a:path w="3809" h="251460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09" h="251460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09" h="25146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09" h="251460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09" h="251460">
                  <a:moveTo>
                    <a:pt x="3810" y="25400"/>
                  </a:moveTo>
                  <a:lnTo>
                    <a:pt x="0" y="2540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5400"/>
                  </a:lnTo>
                  <a:close/>
                </a:path>
                <a:path w="3809" h="251460">
                  <a:moveTo>
                    <a:pt x="381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3810" y="25387"/>
                  </a:lnTo>
                  <a:lnTo>
                    <a:pt x="3810" y="21590"/>
                  </a:lnTo>
                  <a:close/>
                </a:path>
                <a:path w="3809" h="251460">
                  <a:moveTo>
                    <a:pt x="381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10" y="21577"/>
                  </a:lnTo>
                  <a:lnTo>
                    <a:pt x="3810" y="19050"/>
                  </a:lnTo>
                  <a:close/>
                </a:path>
                <a:path w="3809" h="251460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09" h="25146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09" h="25146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09" h="25146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09" h="25146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2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9" name="object 3029"/>
            <p:cNvSpPr/>
            <p:nvPr/>
          </p:nvSpPr>
          <p:spPr>
            <a:xfrm>
              <a:off x="6616700" y="5430532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797" y="250190"/>
                  </a:moveTo>
                  <a:lnTo>
                    <a:pt x="0" y="250190"/>
                  </a:lnTo>
                  <a:lnTo>
                    <a:pt x="0" y="251447"/>
                  </a:lnTo>
                  <a:lnTo>
                    <a:pt x="3797" y="251447"/>
                  </a:lnTo>
                  <a:lnTo>
                    <a:pt x="3797" y="250190"/>
                  </a:lnTo>
                  <a:close/>
                </a:path>
                <a:path w="3809" h="251460">
                  <a:moveTo>
                    <a:pt x="3797" y="247650"/>
                  </a:moveTo>
                  <a:lnTo>
                    <a:pt x="0" y="247650"/>
                  </a:lnTo>
                  <a:lnTo>
                    <a:pt x="0" y="250177"/>
                  </a:lnTo>
                  <a:lnTo>
                    <a:pt x="3797" y="250177"/>
                  </a:lnTo>
                  <a:lnTo>
                    <a:pt x="3797" y="247650"/>
                  </a:lnTo>
                  <a:close/>
                </a:path>
                <a:path w="3809" h="251460">
                  <a:moveTo>
                    <a:pt x="3797" y="243840"/>
                  </a:moveTo>
                  <a:lnTo>
                    <a:pt x="0" y="243840"/>
                  </a:lnTo>
                  <a:lnTo>
                    <a:pt x="0" y="247637"/>
                  </a:lnTo>
                  <a:lnTo>
                    <a:pt x="3797" y="247637"/>
                  </a:lnTo>
                  <a:lnTo>
                    <a:pt x="3797" y="243840"/>
                  </a:lnTo>
                  <a:close/>
                </a:path>
                <a:path w="3809" h="251460">
                  <a:moveTo>
                    <a:pt x="3797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797" y="243827"/>
                  </a:lnTo>
                  <a:lnTo>
                    <a:pt x="3797" y="241300"/>
                  </a:lnTo>
                  <a:close/>
                </a:path>
                <a:path w="3809" h="251460">
                  <a:moveTo>
                    <a:pt x="3797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797" y="241287"/>
                  </a:lnTo>
                  <a:lnTo>
                    <a:pt x="3797" y="237490"/>
                  </a:lnTo>
                  <a:close/>
                </a:path>
                <a:path w="3809" h="251460">
                  <a:moveTo>
                    <a:pt x="3797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797" y="237477"/>
                  </a:lnTo>
                  <a:lnTo>
                    <a:pt x="3797" y="234950"/>
                  </a:lnTo>
                  <a:close/>
                </a:path>
                <a:path w="3809" h="251460">
                  <a:moveTo>
                    <a:pt x="3797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797" y="234937"/>
                  </a:lnTo>
                  <a:lnTo>
                    <a:pt x="3797" y="231140"/>
                  </a:lnTo>
                  <a:close/>
                </a:path>
                <a:path w="3809" h="251460">
                  <a:moveTo>
                    <a:pt x="3797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797" y="231127"/>
                  </a:lnTo>
                  <a:lnTo>
                    <a:pt x="3797" y="228600"/>
                  </a:lnTo>
                  <a:close/>
                </a:path>
                <a:path w="3809" h="251460">
                  <a:moveTo>
                    <a:pt x="3797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797" y="228587"/>
                  </a:lnTo>
                  <a:lnTo>
                    <a:pt x="3797" y="224790"/>
                  </a:lnTo>
                  <a:close/>
                </a:path>
                <a:path w="3809" h="251460">
                  <a:moveTo>
                    <a:pt x="3797" y="25400"/>
                  </a:moveTo>
                  <a:lnTo>
                    <a:pt x="0" y="25400"/>
                  </a:lnTo>
                  <a:lnTo>
                    <a:pt x="0" y="224777"/>
                  </a:lnTo>
                  <a:lnTo>
                    <a:pt x="3797" y="224777"/>
                  </a:lnTo>
                  <a:lnTo>
                    <a:pt x="3797" y="25400"/>
                  </a:lnTo>
                  <a:close/>
                </a:path>
                <a:path w="3809" h="251460">
                  <a:moveTo>
                    <a:pt x="3797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3797" y="25387"/>
                  </a:lnTo>
                  <a:lnTo>
                    <a:pt x="3797" y="21590"/>
                  </a:lnTo>
                  <a:close/>
                </a:path>
                <a:path w="3809" h="251460">
                  <a:moveTo>
                    <a:pt x="3797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797" y="21577"/>
                  </a:lnTo>
                  <a:lnTo>
                    <a:pt x="3797" y="19050"/>
                  </a:lnTo>
                  <a:close/>
                </a:path>
                <a:path w="3809" h="251460">
                  <a:moveTo>
                    <a:pt x="3797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797" y="19037"/>
                  </a:lnTo>
                  <a:lnTo>
                    <a:pt x="3797" y="15240"/>
                  </a:lnTo>
                  <a:close/>
                </a:path>
                <a:path w="3809" h="251460">
                  <a:moveTo>
                    <a:pt x="3797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797" y="15227"/>
                  </a:lnTo>
                  <a:lnTo>
                    <a:pt x="3797" y="12700"/>
                  </a:lnTo>
                  <a:close/>
                </a:path>
                <a:path w="3809" h="251460">
                  <a:moveTo>
                    <a:pt x="3797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797" y="12687"/>
                  </a:lnTo>
                  <a:lnTo>
                    <a:pt x="3797" y="8890"/>
                  </a:lnTo>
                  <a:close/>
                </a:path>
                <a:path w="3809" h="251460">
                  <a:moveTo>
                    <a:pt x="3797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797" y="8877"/>
                  </a:lnTo>
                  <a:lnTo>
                    <a:pt x="3797" y="6350"/>
                  </a:lnTo>
                  <a:close/>
                </a:path>
                <a:path w="3809" h="251460">
                  <a:moveTo>
                    <a:pt x="3797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797" y="6337"/>
                  </a:lnTo>
                  <a:lnTo>
                    <a:pt x="3797" y="2540"/>
                  </a:lnTo>
                  <a:close/>
                </a:path>
                <a:path w="3809" h="251460">
                  <a:moveTo>
                    <a:pt x="3797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797" y="2527"/>
                  </a:lnTo>
                  <a:lnTo>
                    <a:pt x="3797" y="0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0" name="object 3030"/>
            <p:cNvSpPr/>
            <p:nvPr/>
          </p:nvSpPr>
          <p:spPr>
            <a:xfrm>
              <a:off x="6620497" y="5430532"/>
              <a:ext cx="4445" cy="251460"/>
            </a:xfrm>
            <a:custGeom>
              <a:avLst/>
              <a:gdLst/>
              <a:ahLst/>
              <a:cxnLst/>
              <a:rect l="l" t="t" r="r" b="b"/>
              <a:pathLst>
                <a:path w="4445" h="251460">
                  <a:moveTo>
                    <a:pt x="3822" y="250190"/>
                  </a:moveTo>
                  <a:lnTo>
                    <a:pt x="0" y="250190"/>
                  </a:lnTo>
                  <a:lnTo>
                    <a:pt x="0" y="251447"/>
                  </a:lnTo>
                  <a:lnTo>
                    <a:pt x="3822" y="251447"/>
                  </a:lnTo>
                  <a:lnTo>
                    <a:pt x="3822" y="250190"/>
                  </a:lnTo>
                  <a:close/>
                </a:path>
                <a:path w="4445" h="251460">
                  <a:moveTo>
                    <a:pt x="3822" y="247650"/>
                  </a:moveTo>
                  <a:lnTo>
                    <a:pt x="0" y="247650"/>
                  </a:lnTo>
                  <a:lnTo>
                    <a:pt x="0" y="250177"/>
                  </a:lnTo>
                  <a:lnTo>
                    <a:pt x="3822" y="250177"/>
                  </a:lnTo>
                  <a:lnTo>
                    <a:pt x="3822" y="247650"/>
                  </a:lnTo>
                  <a:close/>
                </a:path>
                <a:path w="4445" h="251460">
                  <a:moveTo>
                    <a:pt x="3822" y="243840"/>
                  </a:moveTo>
                  <a:lnTo>
                    <a:pt x="0" y="243840"/>
                  </a:lnTo>
                  <a:lnTo>
                    <a:pt x="0" y="247637"/>
                  </a:lnTo>
                  <a:lnTo>
                    <a:pt x="3822" y="247637"/>
                  </a:lnTo>
                  <a:lnTo>
                    <a:pt x="3822" y="243840"/>
                  </a:lnTo>
                  <a:close/>
                </a:path>
                <a:path w="4445" h="251460">
                  <a:moveTo>
                    <a:pt x="3822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3822" y="243827"/>
                  </a:lnTo>
                  <a:lnTo>
                    <a:pt x="3822" y="241300"/>
                  </a:lnTo>
                  <a:close/>
                </a:path>
                <a:path w="4445" h="251460">
                  <a:moveTo>
                    <a:pt x="3822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3822" y="241287"/>
                  </a:lnTo>
                  <a:lnTo>
                    <a:pt x="3822" y="237490"/>
                  </a:lnTo>
                  <a:close/>
                </a:path>
                <a:path w="4445" h="251460">
                  <a:moveTo>
                    <a:pt x="3822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22" y="237477"/>
                  </a:lnTo>
                  <a:lnTo>
                    <a:pt x="3822" y="234950"/>
                  </a:lnTo>
                  <a:close/>
                </a:path>
                <a:path w="4445" h="251460">
                  <a:moveTo>
                    <a:pt x="3822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22" y="234937"/>
                  </a:lnTo>
                  <a:lnTo>
                    <a:pt x="3822" y="231140"/>
                  </a:lnTo>
                  <a:close/>
                </a:path>
                <a:path w="4445" h="251460">
                  <a:moveTo>
                    <a:pt x="3822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22" y="231127"/>
                  </a:lnTo>
                  <a:lnTo>
                    <a:pt x="3822" y="228600"/>
                  </a:lnTo>
                  <a:close/>
                </a:path>
                <a:path w="4445" h="251460">
                  <a:moveTo>
                    <a:pt x="3822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22" y="228587"/>
                  </a:lnTo>
                  <a:lnTo>
                    <a:pt x="3822" y="224790"/>
                  </a:lnTo>
                  <a:close/>
                </a:path>
                <a:path w="4445" h="251460">
                  <a:moveTo>
                    <a:pt x="3822" y="25400"/>
                  </a:moveTo>
                  <a:lnTo>
                    <a:pt x="0" y="25400"/>
                  </a:lnTo>
                  <a:lnTo>
                    <a:pt x="0" y="224777"/>
                  </a:lnTo>
                  <a:lnTo>
                    <a:pt x="3822" y="224777"/>
                  </a:lnTo>
                  <a:lnTo>
                    <a:pt x="3822" y="25400"/>
                  </a:lnTo>
                  <a:close/>
                </a:path>
                <a:path w="4445" h="251460">
                  <a:moveTo>
                    <a:pt x="3822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3822" y="25387"/>
                  </a:lnTo>
                  <a:lnTo>
                    <a:pt x="3822" y="21590"/>
                  </a:lnTo>
                  <a:close/>
                </a:path>
                <a:path w="4445" h="251460">
                  <a:moveTo>
                    <a:pt x="3822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3822" y="21577"/>
                  </a:lnTo>
                  <a:lnTo>
                    <a:pt x="3822" y="19050"/>
                  </a:lnTo>
                  <a:close/>
                </a:path>
                <a:path w="4445" h="251460">
                  <a:moveTo>
                    <a:pt x="3822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22" y="19037"/>
                  </a:lnTo>
                  <a:lnTo>
                    <a:pt x="3822" y="15240"/>
                  </a:lnTo>
                  <a:close/>
                </a:path>
                <a:path w="4445" h="251460">
                  <a:moveTo>
                    <a:pt x="3822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22" y="15227"/>
                  </a:lnTo>
                  <a:lnTo>
                    <a:pt x="3822" y="12700"/>
                  </a:lnTo>
                  <a:close/>
                </a:path>
                <a:path w="4445" h="251460">
                  <a:moveTo>
                    <a:pt x="3822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22" y="12687"/>
                  </a:lnTo>
                  <a:lnTo>
                    <a:pt x="3822" y="8890"/>
                  </a:lnTo>
                  <a:close/>
                </a:path>
                <a:path w="4445" h="251460">
                  <a:moveTo>
                    <a:pt x="3822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22" y="8877"/>
                  </a:lnTo>
                  <a:lnTo>
                    <a:pt x="3822" y="6350"/>
                  </a:lnTo>
                  <a:close/>
                </a:path>
                <a:path w="4445" h="251460">
                  <a:moveTo>
                    <a:pt x="3822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22" y="6337"/>
                  </a:lnTo>
                  <a:lnTo>
                    <a:pt x="3822" y="2540"/>
                  </a:lnTo>
                  <a:close/>
                </a:path>
                <a:path w="4445" h="251460">
                  <a:moveTo>
                    <a:pt x="3822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22" y="2527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1" name="object 3031"/>
            <p:cNvSpPr/>
            <p:nvPr/>
          </p:nvSpPr>
          <p:spPr>
            <a:xfrm>
              <a:off x="6624320" y="5430520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254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09" h="251460">
                  <a:moveTo>
                    <a:pt x="380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2539"/>
                  </a:lnTo>
                  <a:close/>
                </a:path>
                <a:path w="3809" h="251460">
                  <a:moveTo>
                    <a:pt x="380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49"/>
                  </a:lnTo>
                  <a:close/>
                </a:path>
                <a:path w="3809" h="251460">
                  <a:moveTo>
                    <a:pt x="380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8889"/>
                  </a:lnTo>
                  <a:close/>
                </a:path>
                <a:path w="3809" h="251460">
                  <a:moveTo>
                    <a:pt x="380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2699"/>
                  </a:lnTo>
                  <a:close/>
                </a:path>
                <a:path w="3809" h="251460">
                  <a:moveTo>
                    <a:pt x="3809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5239"/>
                  </a:lnTo>
                  <a:close/>
                </a:path>
                <a:path w="3809" h="251460">
                  <a:moveTo>
                    <a:pt x="3809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9049"/>
                  </a:lnTo>
                  <a:close/>
                </a:path>
                <a:path w="3809" h="251460">
                  <a:moveTo>
                    <a:pt x="3809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1589"/>
                  </a:lnTo>
                  <a:close/>
                </a:path>
                <a:path w="3809" h="251460">
                  <a:moveTo>
                    <a:pt x="3809" y="25399"/>
                  </a:moveTo>
                  <a:lnTo>
                    <a:pt x="0" y="25399"/>
                  </a:lnTo>
                  <a:lnTo>
                    <a:pt x="0" y="224789"/>
                  </a:lnTo>
                  <a:lnTo>
                    <a:pt x="3809" y="224789"/>
                  </a:lnTo>
                  <a:lnTo>
                    <a:pt x="3809" y="25399"/>
                  </a:lnTo>
                  <a:close/>
                </a:path>
                <a:path w="3809" h="251460">
                  <a:moveTo>
                    <a:pt x="3809" y="224789"/>
                  </a:moveTo>
                  <a:lnTo>
                    <a:pt x="0" y="224789"/>
                  </a:lnTo>
                  <a:lnTo>
                    <a:pt x="0" y="228599"/>
                  </a:lnTo>
                  <a:lnTo>
                    <a:pt x="3809" y="228599"/>
                  </a:lnTo>
                  <a:lnTo>
                    <a:pt x="3809" y="224789"/>
                  </a:lnTo>
                  <a:close/>
                </a:path>
                <a:path w="3809" h="251460">
                  <a:moveTo>
                    <a:pt x="3809" y="228599"/>
                  </a:moveTo>
                  <a:lnTo>
                    <a:pt x="0" y="228599"/>
                  </a:lnTo>
                  <a:lnTo>
                    <a:pt x="0" y="231139"/>
                  </a:lnTo>
                  <a:lnTo>
                    <a:pt x="3809" y="231139"/>
                  </a:lnTo>
                  <a:lnTo>
                    <a:pt x="3809" y="228599"/>
                  </a:lnTo>
                  <a:close/>
                </a:path>
                <a:path w="3809" h="251460">
                  <a:moveTo>
                    <a:pt x="3809" y="231139"/>
                  </a:moveTo>
                  <a:lnTo>
                    <a:pt x="0" y="231139"/>
                  </a:lnTo>
                  <a:lnTo>
                    <a:pt x="0" y="234949"/>
                  </a:lnTo>
                  <a:lnTo>
                    <a:pt x="3809" y="234949"/>
                  </a:lnTo>
                  <a:lnTo>
                    <a:pt x="3809" y="231139"/>
                  </a:lnTo>
                  <a:close/>
                </a:path>
                <a:path w="3809" h="251460">
                  <a:moveTo>
                    <a:pt x="3809" y="234949"/>
                  </a:moveTo>
                  <a:lnTo>
                    <a:pt x="0" y="234949"/>
                  </a:lnTo>
                  <a:lnTo>
                    <a:pt x="0" y="237489"/>
                  </a:lnTo>
                  <a:lnTo>
                    <a:pt x="3809" y="237489"/>
                  </a:lnTo>
                  <a:lnTo>
                    <a:pt x="3809" y="234949"/>
                  </a:lnTo>
                  <a:close/>
                </a:path>
                <a:path w="3809" h="251460">
                  <a:moveTo>
                    <a:pt x="3809" y="237489"/>
                  </a:moveTo>
                  <a:lnTo>
                    <a:pt x="0" y="237489"/>
                  </a:lnTo>
                  <a:lnTo>
                    <a:pt x="0" y="241299"/>
                  </a:lnTo>
                  <a:lnTo>
                    <a:pt x="3809" y="241299"/>
                  </a:lnTo>
                  <a:lnTo>
                    <a:pt x="3809" y="237489"/>
                  </a:lnTo>
                  <a:close/>
                </a:path>
                <a:path w="3809" h="251460">
                  <a:moveTo>
                    <a:pt x="3809" y="241299"/>
                  </a:moveTo>
                  <a:lnTo>
                    <a:pt x="0" y="241299"/>
                  </a:lnTo>
                  <a:lnTo>
                    <a:pt x="0" y="243839"/>
                  </a:lnTo>
                  <a:lnTo>
                    <a:pt x="3809" y="243839"/>
                  </a:lnTo>
                  <a:lnTo>
                    <a:pt x="3809" y="241299"/>
                  </a:lnTo>
                  <a:close/>
                </a:path>
                <a:path w="3809" h="251460">
                  <a:moveTo>
                    <a:pt x="3809" y="243839"/>
                  </a:moveTo>
                  <a:lnTo>
                    <a:pt x="0" y="243839"/>
                  </a:lnTo>
                  <a:lnTo>
                    <a:pt x="0" y="247649"/>
                  </a:lnTo>
                  <a:lnTo>
                    <a:pt x="3809" y="247649"/>
                  </a:lnTo>
                  <a:lnTo>
                    <a:pt x="3809" y="243839"/>
                  </a:lnTo>
                  <a:close/>
                </a:path>
                <a:path w="3809" h="251460">
                  <a:moveTo>
                    <a:pt x="3809" y="247649"/>
                  </a:moveTo>
                  <a:lnTo>
                    <a:pt x="0" y="247649"/>
                  </a:lnTo>
                  <a:lnTo>
                    <a:pt x="0" y="250189"/>
                  </a:lnTo>
                  <a:lnTo>
                    <a:pt x="3809" y="250189"/>
                  </a:lnTo>
                  <a:lnTo>
                    <a:pt x="3809" y="247649"/>
                  </a:lnTo>
                  <a:close/>
                </a:path>
                <a:path w="3809" h="251460">
                  <a:moveTo>
                    <a:pt x="2540" y="250189"/>
                  </a:moveTo>
                  <a:lnTo>
                    <a:pt x="0" y="250189"/>
                  </a:lnTo>
                  <a:lnTo>
                    <a:pt x="0" y="251459"/>
                  </a:lnTo>
                  <a:lnTo>
                    <a:pt x="2540" y="251459"/>
                  </a:lnTo>
                  <a:lnTo>
                    <a:pt x="2540" y="250189"/>
                  </a:lnTo>
                  <a:close/>
                </a:path>
              </a:pathLst>
            </a:custGeom>
            <a:solidFill>
              <a:srgbClr val="7A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2" name="object 3032"/>
            <p:cNvSpPr/>
            <p:nvPr/>
          </p:nvSpPr>
          <p:spPr>
            <a:xfrm>
              <a:off x="6628130" y="5431789"/>
              <a:ext cx="2540" cy="248920"/>
            </a:xfrm>
            <a:custGeom>
              <a:avLst/>
              <a:gdLst/>
              <a:ahLst/>
              <a:cxnLst/>
              <a:rect l="l" t="t" r="r" b="b"/>
              <a:pathLst>
                <a:path w="2540" h="248920">
                  <a:moveTo>
                    <a:pt x="254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2540" y="248920"/>
                  </a:lnTo>
                  <a:lnTo>
                    <a:pt x="2540" y="246392"/>
                  </a:lnTo>
                  <a:close/>
                </a:path>
                <a:path w="2540" h="248920">
                  <a:moveTo>
                    <a:pt x="2540" y="242582"/>
                  </a:moveTo>
                  <a:lnTo>
                    <a:pt x="0" y="242582"/>
                  </a:lnTo>
                  <a:lnTo>
                    <a:pt x="0" y="246380"/>
                  </a:lnTo>
                  <a:lnTo>
                    <a:pt x="2540" y="246380"/>
                  </a:lnTo>
                  <a:lnTo>
                    <a:pt x="2540" y="242582"/>
                  </a:lnTo>
                  <a:close/>
                </a:path>
                <a:path w="2540" h="248920">
                  <a:moveTo>
                    <a:pt x="254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2540" y="242570"/>
                  </a:lnTo>
                  <a:lnTo>
                    <a:pt x="2540" y="240042"/>
                  </a:lnTo>
                  <a:close/>
                </a:path>
                <a:path w="2540" h="248920">
                  <a:moveTo>
                    <a:pt x="254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2540" y="240030"/>
                  </a:lnTo>
                  <a:lnTo>
                    <a:pt x="2540" y="236232"/>
                  </a:lnTo>
                  <a:close/>
                </a:path>
                <a:path w="2540" h="248920">
                  <a:moveTo>
                    <a:pt x="254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2540" y="236220"/>
                  </a:lnTo>
                  <a:lnTo>
                    <a:pt x="2540" y="233692"/>
                  </a:lnTo>
                  <a:close/>
                </a:path>
                <a:path w="2540" h="248920">
                  <a:moveTo>
                    <a:pt x="254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2540" y="233680"/>
                  </a:lnTo>
                  <a:lnTo>
                    <a:pt x="2540" y="229882"/>
                  </a:lnTo>
                  <a:close/>
                </a:path>
                <a:path w="2540" h="248920">
                  <a:moveTo>
                    <a:pt x="254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2540" y="229870"/>
                  </a:lnTo>
                  <a:lnTo>
                    <a:pt x="2540" y="227342"/>
                  </a:lnTo>
                  <a:close/>
                </a:path>
                <a:path w="2540" h="248920">
                  <a:moveTo>
                    <a:pt x="254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2540" y="227330"/>
                  </a:lnTo>
                  <a:lnTo>
                    <a:pt x="2540" y="223532"/>
                  </a:lnTo>
                  <a:close/>
                </a:path>
                <a:path w="2540" h="248920">
                  <a:moveTo>
                    <a:pt x="2540" y="24142"/>
                  </a:moveTo>
                  <a:lnTo>
                    <a:pt x="0" y="24142"/>
                  </a:lnTo>
                  <a:lnTo>
                    <a:pt x="0" y="223520"/>
                  </a:lnTo>
                  <a:lnTo>
                    <a:pt x="2540" y="223520"/>
                  </a:lnTo>
                  <a:lnTo>
                    <a:pt x="2540" y="24142"/>
                  </a:lnTo>
                  <a:close/>
                </a:path>
                <a:path w="2540" h="248920">
                  <a:moveTo>
                    <a:pt x="2540" y="20332"/>
                  </a:moveTo>
                  <a:lnTo>
                    <a:pt x="0" y="20332"/>
                  </a:lnTo>
                  <a:lnTo>
                    <a:pt x="0" y="24130"/>
                  </a:lnTo>
                  <a:lnTo>
                    <a:pt x="2540" y="24130"/>
                  </a:lnTo>
                  <a:lnTo>
                    <a:pt x="2540" y="20332"/>
                  </a:lnTo>
                  <a:close/>
                </a:path>
                <a:path w="2540" h="248920">
                  <a:moveTo>
                    <a:pt x="254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2540" y="20320"/>
                  </a:lnTo>
                  <a:lnTo>
                    <a:pt x="2540" y="17792"/>
                  </a:lnTo>
                  <a:close/>
                </a:path>
                <a:path w="2540" h="248920">
                  <a:moveTo>
                    <a:pt x="254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2540" y="17780"/>
                  </a:lnTo>
                  <a:lnTo>
                    <a:pt x="2540" y="13982"/>
                  </a:lnTo>
                  <a:close/>
                </a:path>
                <a:path w="2540" h="248920">
                  <a:moveTo>
                    <a:pt x="254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2540" y="13970"/>
                  </a:lnTo>
                  <a:lnTo>
                    <a:pt x="2540" y="11442"/>
                  </a:lnTo>
                  <a:close/>
                </a:path>
                <a:path w="2540" h="248920">
                  <a:moveTo>
                    <a:pt x="254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7632"/>
                  </a:lnTo>
                  <a:close/>
                </a:path>
                <a:path w="2540" h="248920">
                  <a:moveTo>
                    <a:pt x="254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5092"/>
                  </a:lnTo>
                  <a:close/>
                </a:path>
                <a:path w="2540" h="248920">
                  <a:moveTo>
                    <a:pt x="254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1282"/>
                  </a:lnTo>
                  <a:close/>
                </a:path>
                <a:path w="2540" h="248920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3" name="object 3033"/>
            <p:cNvSpPr/>
            <p:nvPr/>
          </p:nvSpPr>
          <p:spPr>
            <a:xfrm>
              <a:off x="6630670" y="5431789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09" h="248920">
                  <a:moveTo>
                    <a:pt x="3810" y="242582"/>
                  </a:moveTo>
                  <a:lnTo>
                    <a:pt x="0" y="24258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2582"/>
                  </a:lnTo>
                  <a:close/>
                </a:path>
                <a:path w="3809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09" h="248920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09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09" h="248920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09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09" h="248920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09" h="248920">
                  <a:moveTo>
                    <a:pt x="3810" y="24142"/>
                  </a:moveTo>
                  <a:lnTo>
                    <a:pt x="0" y="2414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4142"/>
                  </a:lnTo>
                  <a:close/>
                </a:path>
                <a:path w="3809" h="248920">
                  <a:moveTo>
                    <a:pt x="3810" y="20332"/>
                  </a:moveTo>
                  <a:lnTo>
                    <a:pt x="0" y="2033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0332"/>
                  </a:lnTo>
                  <a:close/>
                </a:path>
                <a:path w="3809" h="248920">
                  <a:moveTo>
                    <a:pt x="381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92"/>
                  </a:lnTo>
                  <a:close/>
                </a:path>
                <a:path w="3809" h="248920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09" h="248920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09" h="24892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09" h="24892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09" h="24892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F9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4" name="object 3034"/>
            <p:cNvSpPr/>
            <p:nvPr/>
          </p:nvSpPr>
          <p:spPr>
            <a:xfrm>
              <a:off x="6634480" y="5431789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09" h="248920">
                  <a:moveTo>
                    <a:pt x="3810" y="242582"/>
                  </a:moveTo>
                  <a:lnTo>
                    <a:pt x="0" y="24258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2582"/>
                  </a:lnTo>
                  <a:close/>
                </a:path>
                <a:path w="3809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09" h="248920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09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09" h="248920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09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09" h="248920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09" h="248920">
                  <a:moveTo>
                    <a:pt x="3810" y="24142"/>
                  </a:moveTo>
                  <a:lnTo>
                    <a:pt x="0" y="2414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4142"/>
                  </a:lnTo>
                  <a:close/>
                </a:path>
                <a:path w="3809" h="248920">
                  <a:moveTo>
                    <a:pt x="3810" y="20332"/>
                  </a:moveTo>
                  <a:lnTo>
                    <a:pt x="0" y="2033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0332"/>
                  </a:lnTo>
                  <a:close/>
                </a:path>
                <a:path w="3809" h="248920">
                  <a:moveTo>
                    <a:pt x="381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92"/>
                  </a:lnTo>
                  <a:close/>
                </a:path>
                <a:path w="3809" h="248920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09" h="248920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09" h="24892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09" h="24892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09" h="24892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294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5" name="object 3035"/>
            <p:cNvSpPr/>
            <p:nvPr/>
          </p:nvSpPr>
          <p:spPr>
            <a:xfrm>
              <a:off x="6638290" y="5431789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09" h="248920">
                  <a:moveTo>
                    <a:pt x="3810" y="242582"/>
                  </a:moveTo>
                  <a:lnTo>
                    <a:pt x="0" y="24258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2582"/>
                  </a:lnTo>
                  <a:close/>
                </a:path>
                <a:path w="3809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09" h="248920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09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09" h="248920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09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09" h="248920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09" h="248920">
                  <a:moveTo>
                    <a:pt x="3810" y="24142"/>
                  </a:moveTo>
                  <a:lnTo>
                    <a:pt x="0" y="2414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4142"/>
                  </a:lnTo>
                  <a:close/>
                </a:path>
                <a:path w="3809" h="248920">
                  <a:moveTo>
                    <a:pt x="3810" y="20332"/>
                  </a:moveTo>
                  <a:lnTo>
                    <a:pt x="0" y="2033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0332"/>
                  </a:lnTo>
                  <a:close/>
                </a:path>
                <a:path w="3809" h="248920">
                  <a:moveTo>
                    <a:pt x="381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92"/>
                  </a:lnTo>
                  <a:close/>
                </a:path>
                <a:path w="3809" h="248920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09" h="248920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09" h="24892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09" h="24892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09" h="24892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496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6" name="object 3036"/>
            <p:cNvSpPr/>
            <p:nvPr/>
          </p:nvSpPr>
          <p:spPr>
            <a:xfrm>
              <a:off x="6642100" y="5431789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797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797" y="248920"/>
                  </a:lnTo>
                  <a:lnTo>
                    <a:pt x="3797" y="246392"/>
                  </a:lnTo>
                  <a:close/>
                </a:path>
                <a:path w="3809" h="248920">
                  <a:moveTo>
                    <a:pt x="3797" y="242582"/>
                  </a:moveTo>
                  <a:lnTo>
                    <a:pt x="0" y="242582"/>
                  </a:lnTo>
                  <a:lnTo>
                    <a:pt x="0" y="246380"/>
                  </a:lnTo>
                  <a:lnTo>
                    <a:pt x="3797" y="246380"/>
                  </a:lnTo>
                  <a:lnTo>
                    <a:pt x="3797" y="242582"/>
                  </a:lnTo>
                  <a:close/>
                </a:path>
                <a:path w="3809" h="248920">
                  <a:moveTo>
                    <a:pt x="3797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797" y="242570"/>
                  </a:lnTo>
                  <a:lnTo>
                    <a:pt x="3797" y="240042"/>
                  </a:lnTo>
                  <a:close/>
                </a:path>
                <a:path w="3809" h="248920">
                  <a:moveTo>
                    <a:pt x="3797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797" y="240030"/>
                  </a:lnTo>
                  <a:lnTo>
                    <a:pt x="3797" y="236232"/>
                  </a:lnTo>
                  <a:close/>
                </a:path>
                <a:path w="3809" h="248920">
                  <a:moveTo>
                    <a:pt x="3797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797" y="236220"/>
                  </a:lnTo>
                  <a:lnTo>
                    <a:pt x="3797" y="233692"/>
                  </a:lnTo>
                  <a:close/>
                </a:path>
                <a:path w="3809" h="248920">
                  <a:moveTo>
                    <a:pt x="3797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797" y="233680"/>
                  </a:lnTo>
                  <a:lnTo>
                    <a:pt x="3797" y="229882"/>
                  </a:lnTo>
                  <a:close/>
                </a:path>
                <a:path w="3809" h="248920">
                  <a:moveTo>
                    <a:pt x="3797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797" y="229870"/>
                  </a:lnTo>
                  <a:lnTo>
                    <a:pt x="3797" y="227342"/>
                  </a:lnTo>
                  <a:close/>
                </a:path>
                <a:path w="3809" h="248920">
                  <a:moveTo>
                    <a:pt x="3797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797" y="227330"/>
                  </a:lnTo>
                  <a:lnTo>
                    <a:pt x="3797" y="223532"/>
                  </a:lnTo>
                  <a:close/>
                </a:path>
                <a:path w="3809" h="248920">
                  <a:moveTo>
                    <a:pt x="3797" y="24142"/>
                  </a:moveTo>
                  <a:lnTo>
                    <a:pt x="0" y="24142"/>
                  </a:lnTo>
                  <a:lnTo>
                    <a:pt x="0" y="223520"/>
                  </a:lnTo>
                  <a:lnTo>
                    <a:pt x="3797" y="223520"/>
                  </a:lnTo>
                  <a:lnTo>
                    <a:pt x="3797" y="24142"/>
                  </a:lnTo>
                  <a:close/>
                </a:path>
                <a:path w="3809" h="248920">
                  <a:moveTo>
                    <a:pt x="3797" y="20332"/>
                  </a:moveTo>
                  <a:lnTo>
                    <a:pt x="0" y="20332"/>
                  </a:lnTo>
                  <a:lnTo>
                    <a:pt x="0" y="24130"/>
                  </a:lnTo>
                  <a:lnTo>
                    <a:pt x="3797" y="24130"/>
                  </a:lnTo>
                  <a:lnTo>
                    <a:pt x="3797" y="20332"/>
                  </a:lnTo>
                  <a:close/>
                </a:path>
                <a:path w="3809" h="248920">
                  <a:moveTo>
                    <a:pt x="3797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3797" y="20320"/>
                  </a:lnTo>
                  <a:lnTo>
                    <a:pt x="3797" y="17792"/>
                  </a:lnTo>
                  <a:close/>
                </a:path>
                <a:path w="3809" h="248920">
                  <a:moveTo>
                    <a:pt x="3797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797" y="17780"/>
                  </a:lnTo>
                  <a:lnTo>
                    <a:pt x="3797" y="13982"/>
                  </a:lnTo>
                  <a:close/>
                </a:path>
                <a:path w="3809" h="248920">
                  <a:moveTo>
                    <a:pt x="3797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797" y="13970"/>
                  </a:lnTo>
                  <a:lnTo>
                    <a:pt x="3797" y="11442"/>
                  </a:lnTo>
                  <a:close/>
                </a:path>
                <a:path w="3809" h="248920">
                  <a:moveTo>
                    <a:pt x="3797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797" y="11430"/>
                  </a:lnTo>
                  <a:lnTo>
                    <a:pt x="3797" y="7632"/>
                  </a:lnTo>
                  <a:close/>
                </a:path>
                <a:path w="3809" h="248920">
                  <a:moveTo>
                    <a:pt x="3797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797" y="7620"/>
                  </a:lnTo>
                  <a:lnTo>
                    <a:pt x="3797" y="5092"/>
                  </a:lnTo>
                  <a:close/>
                </a:path>
                <a:path w="3809" h="248920">
                  <a:moveTo>
                    <a:pt x="3797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797" y="5080"/>
                  </a:lnTo>
                  <a:lnTo>
                    <a:pt x="3797" y="1282"/>
                  </a:lnTo>
                  <a:close/>
                </a:path>
                <a:path w="3809" h="248920">
                  <a:moveTo>
                    <a:pt x="3797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797" y="1270"/>
                  </a:lnTo>
                  <a:lnTo>
                    <a:pt x="3797" y="0"/>
                  </a:lnTo>
                  <a:close/>
                </a:path>
              </a:pathLst>
            </a:custGeom>
            <a:solidFill>
              <a:srgbClr val="8799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7" name="object 3037"/>
            <p:cNvSpPr/>
            <p:nvPr/>
          </p:nvSpPr>
          <p:spPr>
            <a:xfrm>
              <a:off x="6645897" y="5431789"/>
              <a:ext cx="4445" cy="248920"/>
            </a:xfrm>
            <a:custGeom>
              <a:avLst/>
              <a:gdLst/>
              <a:ahLst/>
              <a:cxnLst/>
              <a:rect l="l" t="t" r="r" b="b"/>
              <a:pathLst>
                <a:path w="4445" h="248920">
                  <a:moveTo>
                    <a:pt x="3822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22" y="248920"/>
                  </a:lnTo>
                  <a:lnTo>
                    <a:pt x="3822" y="246392"/>
                  </a:lnTo>
                  <a:close/>
                </a:path>
                <a:path w="4445" h="248920">
                  <a:moveTo>
                    <a:pt x="3822" y="242582"/>
                  </a:moveTo>
                  <a:lnTo>
                    <a:pt x="0" y="242582"/>
                  </a:lnTo>
                  <a:lnTo>
                    <a:pt x="0" y="246380"/>
                  </a:lnTo>
                  <a:lnTo>
                    <a:pt x="3822" y="246380"/>
                  </a:lnTo>
                  <a:lnTo>
                    <a:pt x="3822" y="242582"/>
                  </a:lnTo>
                  <a:close/>
                </a:path>
                <a:path w="4445" h="248920">
                  <a:moveTo>
                    <a:pt x="3822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22" y="242570"/>
                  </a:lnTo>
                  <a:lnTo>
                    <a:pt x="3822" y="240042"/>
                  </a:lnTo>
                  <a:close/>
                </a:path>
                <a:path w="4445" h="248920">
                  <a:moveTo>
                    <a:pt x="3822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22" y="240030"/>
                  </a:lnTo>
                  <a:lnTo>
                    <a:pt x="3822" y="236232"/>
                  </a:lnTo>
                  <a:close/>
                </a:path>
                <a:path w="4445" h="248920">
                  <a:moveTo>
                    <a:pt x="3822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22" y="236220"/>
                  </a:lnTo>
                  <a:lnTo>
                    <a:pt x="3822" y="233692"/>
                  </a:lnTo>
                  <a:close/>
                </a:path>
                <a:path w="4445" h="248920">
                  <a:moveTo>
                    <a:pt x="3822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22" y="233680"/>
                  </a:lnTo>
                  <a:lnTo>
                    <a:pt x="3822" y="229882"/>
                  </a:lnTo>
                  <a:close/>
                </a:path>
                <a:path w="4445" h="248920">
                  <a:moveTo>
                    <a:pt x="3822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22" y="229870"/>
                  </a:lnTo>
                  <a:lnTo>
                    <a:pt x="3822" y="227342"/>
                  </a:lnTo>
                  <a:close/>
                </a:path>
                <a:path w="4445" h="248920">
                  <a:moveTo>
                    <a:pt x="3822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22" y="227330"/>
                  </a:lnTo>
                  <a:lnTo>
                    <a:pt x="3822" y="223532"/>
                  </a:lnTo>
                  <a:close/>
                </a:path>
                <a:path w="4445" h="248920">
                  <a:moveTo>
                    <a:pt x="3822" y="24142"/>
                  </a:moveTo>
                  <a:lnTo>
                    <a:pt x="0" y="24142"/>
                  </a:lnTo>
                  <a:lnTo>
                    <a:pt x="0" y="223520"/>
                  </a:lnTo>
                  <a:lnTo>
                    <a:pt x="3822" y="223520"/>
                  </a:lnTo>
                  <a:lnTo>
                    <a:pt x="3822" y="24142"/>
                  </a:lnTo>
                  <a:close/>
                </a:path>
                <a:path w="4445" h="248920">
                  <a:moveTo>
                    <a:pt x="3822" y="20332"/>
                  </a:moveTo>
                  <a:lnTo>
                    <a:pt x="0" y="20332"/>
                  </a:lnTo>
                  <a:lnTo>
                    <a:pt x="0" y="24130"/>
                  </a:lnTo>
                  <a:lnTo>
                    <a:pt x="3822" y="24130"/>
                  </a:lnTo>
                  <a:lnTo>
                    <a:pt x="3822" y="20332"/>
                  </a:lnTo>
                  <a:close/>
                </a:path>
                <a:path w="4445" h="248920">
                  <a:moveTo>
                    <a:pt x="3822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3822" y="20320"/>
                  </a:lnTo>
                  <a:lnTo>
                    <a:pt x="3822" y="17792"/>
                  </a:lnTo>
                  <a:close/>
                </a:path>
                <a:path w="4445" h="248920">
                  <a:moveTo>
                    <a:pt x="3822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22" y="17780"/>
                  </a:lnTo>
                  <a:lnTo>
                    <a:pt x="3822" y="13982"/>
                  </a:lnTo>
                  <a:close/>
                </a:path>
                <a:path w="4445" h="248920">
                  <a:moveTo>
                    <a:pt x="3822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22" y="13970"/>
                  </a:lnTo>
                  <a:lnTo>
                    <a:pt x="3822" y="11442"/>
                  </a:lnTo>
                  <a:close/>
                </a:path>
                <a:path w="4445" h="248920">
                  <a:moveTo>
                    <a:pt x="3822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22" y="11430"/>
                  </a:lnTo>
                  <a:lnTo>
                    <a:pt x="3822" y="7632"/>
                  </a:lnTo>
                  <a:close/>
                </a:path>
                <a:path w="4445" h="248920">
                  <a:moveTo>
                    <a:pt x="3822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22" y="7620"/>
                  </a:lnTo>
                  <a:lnTo>
                    <a:pt x="3822" y="5092"/>
                  </a:lnTo>
                  <a:close/>
                </a:path>
                <a:path w="4445" h="248920">
                  <a:moveTo>
                    <a:pt x="3822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22" y="5080"/>
                  </a:lnTo>
                  <a:lnTo>
                    <a:pt x="3822" y="1282"/>
                  </a:lnTo>
                  <a:close/>
                </a:path>
                <a:path w="4445" h="248920">
                  <a:moveTo>
                    <a:pt x="3822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22" y="1270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8" name="object 3038"/>
            <p:cNvSpPr/>
            <p:nvPr/>
          </p:nvSpPr>
          <p:spPr>
            <a:xfrm>
              <a:off x="6649720" y="5431789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3810" y="248920"/>
                  </a:lnTo>
                  <a:lnTo>
                    <a:pt x="3810" y="246392"/>
                  </a:lnTo>
                  <a:close/>
                </a:path>
                <a:path w="3809" h="248920">
                  <a:moveTo>
                    <a:pt x="3810" y="242582"/>
                  </a:moveTo>
                  <a:lnTo>
                    <a:pt x="0" y="242582"/>
                  </a:lnTo>
                  <a:lnTo>
                    <a:pt x="0" y="246380"/>
                  </a:lnTo>
                  <a:lnTo>
                    <a:pt x="3810" y="246380"/>
                  </a:lnTo>
                  <a:lnTo>
                    <a:pt x="3810" y="242582"/>
                  </a:lnTo>
                  <a:close/>
                </a:path>
                <a:path w="3809" h="248920">
                  <a:moveTo>
                    <a:pt x="381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3810" y="242570"/>
                  </a:lnTo>
                  <a:lnTo>
                    <a:pt x="3810" y="240042"/>
                  </a:lnTo>
                  <a:close/>
                </a:path>
                <a:path w="3809" h="248920">
                  <a:moveTo>
                    <a:pt x="381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6232"/>
                  </a:lnTo>
                  <a:close/>
                </a:path>
                <a:path w="3809" h="248920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09" h="248920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09" h="248920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09" h="248920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09" h="248920">
                  <a:moveTo>
                    <a:pt x="3810" y="24142"/>
                  </a:moveTo>
                  <a:lnTo>
                    <a:pt x="0" y="2414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4142"/>
                  </a:lnTo>
                  <a:close/>
                </a:path>
                <a:path w="3809" h="248920">
                  <a:moveTo>
                    <a:pt x="3810" y="20332"/>
                  </a:moveTo>
                  <a:lnTo>
                    <a:pt x="0" y="20332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0332"/>
                  </a:lnTo>
                  <a:close/>
                </a:path>
                <a:path w="3809" h="248920">
                  <a:moveTo>
                    <a:pt x="381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92"/>
                  </a:lnTo>
                  <a:close/>
                </a:path>
                <a:path w="3809" h="248920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09" h="248920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09" h="24892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09" h="24892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09" h="24892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9" name="object 3039"/>
            <p:cNvSpPr/>
            <p:nvPr/>
          </p:nvSpPr>
          <p:spPr>
            <a:xfrm>
              <a:off x="6653530" y="5433072"/>
              <a:ext cx="3810" cy="246379"/>
            </a:xfrm>
            <a:custGeom>
              <a:avLst/>
              <a:gdLst/>
              <a:ahLst/>
              <a:cxnLst/>
              <a:rect l="l" t="t" r="r" b="b"/>
              <a:pathLst>
                <a:path w="3809" h="246379">
                  <a:moveTo>
                    <a:pt x="3810" y="245110"/>
                  </a:moveTo>
                  <a:lnTo>
                    <a:pt x="0" y="245110"/>
                  </a:lnTo>
                  <a:lnTo>
                    <a:pt x="0" y="246367"/>
                  </a:lnTo>
                  <a:lnTo>
                    <a:pt x="3810" y="246367"/>
                  </a:lnTo>
                  <a:lnTo>
                    <a:pt x="3810" y="245110"/>
                  </a:lnTo>
                  <a:close/>
                </a:path>
                <a:path w="3809" h="24637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09" h="24637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09" h="24637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09" h="24637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09" h="24637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09" h="24637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09" h="246379">
                  <a:moveTo>
                    <a:pt x="381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22250"/>
                  </a:lnTo>
                  <a:close/>
                </a:path>
                <a:path w="3809" h="246379">
                  <a:moveTo>
                    <a:pt x="3810" y="22860"/>
                  </a:moveTo>
                  <a:lnTo>
                    <a:pt x="0" y="2286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2860"/>
                  </a:lnTo>
                  <a:close/>
                </a:path>
                <a:path w="3809" h="24637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09" h="24637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09" h="246379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09" h="246379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09" h="246379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09" h="246379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09" h="246379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F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0" name="object 3040"/>
            <p:cNvSpPr/>
            <p:nvPr/>
          </p:nvSpPr>
          <p:spPr>
            <a:xfrm>
              <a:off x="6657340" y="5433072"/>
              <a:ext cx="2540" cy="246379"/>
            </a:xfrm>
            <a:custGeom>
              <a:avLst/>
              <a:gdLst/>
              <a:ahLst/>
              <a:cxnLst/>
              <a:rect l="l" t="t" r="r" b="b"/>
              <a:pathLst>
                <a:path w="2540" h="246379">
                  <a:moveTo>
                    <a:pt x="2540" y="245110"/>
                  </a:moveTo>
                  <a:lnTo>
                    <a:pt x="0" y="245110"/>
                  </a:lnTo>
                  <a:lnTo>
                    <a:pt x="0" y="246367"/>
                  </a:lnTo>
                  <a:lnTo>
                    <a:pt x="2540" y="246367"/>
                  </a:lnTo>
                  <a:lnTo>
                    <a:pt x="2540" y="245110"/>
                  </a:lnTo>
                  <a:close/>
                </a:path>
                <a:path w="2540" h="246379">
                  <a:moveTo>
                    <a:pt x="254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2540" y="245097"/>
                  </a:lnTo>
                  <a:lnTo>
                    <a:pt x="2540" y="241300"/>
                  </a:lnTo>
                  <a:close/>
                </a:path>
                <a:path w="2540" h="246379">
                  <a:moveTo>
                    <a:pt x="254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2540" y="241287"/>
                  </a:lnTo>
                  <a:lnTo>
                    <a:pt x="2540" y="238760"/>
                  </a:lnTo>
                  <a:close/>
                </a:path>
                <a:path w="2540" h="246379">
                  <a:moveTo>
                    <a:pt x="254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2540" y="238747"/>
                  </a:lnTo>
                  <a:lnTo>
                    <a:pt x="2540" y="234950"/>
                  </a:lnTo>
                  <a:close/>
                </a:path>
                <a:path w="2540" h="246379">
                  <a:moveTo>
                    <a:pt x="254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2540" y="234937"/>
                  </a:lnTo>
                  <a:lnTo>
                    <a:pt x="2540" y="232410"/>
                  </a:lnTo>
                  <a:close/>
                </a:path>
                <a:path w="2540" h="246379">
                  <a:moveTo>
                    <a:pt x="254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2540" y="232397"/>
                  </a:lnTo>
                  <a:lnTo>
                    <a:pt x="2540" y="228600"/>
                  </a:lnTo>
                  <a:close/>
                </a:path>
                <a:path w="2540" h="246379">
                  <a:moveTo>
                    <a:pt x="254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2540" y="228587"/>
                  </a:lnTo>
                  <a:lnTo>
                    <a:pt x="2540" y="226060"/>
                  </a:lnTo>
                  <a:close/>
                </a:path>
                <a:path w="2540" h="246379">
                  <a:moveTo>
                    <a:pt x="254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2540" y="226047"/>
                  </a:lnTo>
                  <a:lnTo>
                    <a:pt x="2540" y="222250"/>
                  </a:lnTo>
                  <a:close/>
                </a:path>
                <a:path w="2540" h="246379">
                  <a:moveTo>
                    <a:pt x="2540" y="22860"/>
                  </a:moveTo>
                  <a:lnTo>
                    <a:pt x="0" y="22860"/>
                  </a:lnTo>
                  <a:lnTo>
                    <a:pt x="0" y="222237"/>
                  </a:lnTo>
                  <a:lnTo>
                    <a:pt x="2540" y="222237"/>
                  </a:lnTo>
                  <a:lnTo>
                    <a:pt x="2540" y="22860"/>
                  </a:lnTo>
                  <a:close/>
                </a:path>
                <a:path w="2540" h="246379">
                  <a:moveTo>
                    <a:pt x="254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2540" y="22847"/>
                  </a:lnTo>
                  <a:lnTo>
                    <a:pt x="2540" y="19050"/>
                  </a:lnTo>
                  <a:close/>
                </a:path>
                <a:path w="2540" h="246379">
                  <a:moveTo>
                    <a:pt x="254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2540" y="19037"/>
                  </a:lnTo>
                  <a:lnTo>
                    <a:pt x="2540" y="16510"/>
                  </a:lnTo>
                  <a:close/>
                </a:path>
                <a:path w="2540" h="246379">
                  <a:moveTo>
                    <a:pt x="254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2540" y="16497"/>
                  </a:lnTo>
                  <a:lnTo>
                    <a:pt x="2540" y="12700"/>
                  </a:lnTo>
                  <a:close/>
                </a:path>
                <a:path w="2540" h="246379">
                  <a:moveTo>
                    <a:pt x="254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10160"/>
                  </a:lnTo>
                  <a:close/>
                </a:path>
                <a:path w="2540" h="246379">
                  <a:moveTo>
                    <a:pt x="254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2540" y="10147"/>
                  </a:lnTo>
                  <a:lnTo>
                    <a:pt x="2540" y="6350"/>
                  </a:lnTo>
                  <a:close/>
                </a:path>
                <a:path w="2540" h="246379">
                  <a:moveTo>
                    <a:pt x="254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3810"/>
                  </a:lnTo>
                  <a:close/>
                </a:path>
                <a:path w="2540" h="246379">
                  <a:moveTo>
                    <a:pt x="254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2540" y="379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1" name="object 3041"/>
            <p:cNvSpPr/>
            <p:nvPr/>
          </p:nvSpPr>
          <p:spPr>
            <a:xfrm>
              <a:off x="6659880" y="5433072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09" h="245110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09" h="245110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09" h="245110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09" h="245110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09" h="245110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09" h="245110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09" h="245110">
                  <a:moveTo>
                    <a:pt x="381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22250"/>
                  </a:lnTo>
                  <a:close/>
                </a:path>
                <a:path w="3809" h="245110">
                  <a:moveTo>
                    <a:pt x="3810" y="22860"/>
                  </a:moveTo>
                  <a:lnTo>
                    <a:pt x="0" y="2286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2860"/>
                  </a:lnTo>
                  <a:close/>
                </a:path>
                <a:path w="3809" h="245110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09" h="245110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09" h="245110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09" h="245110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09" h="245110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09" h="245110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09" h="245110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2" name="object 3042"/>
            <p:cNvSpPr/>
            <p:nvPr/>
          </p:nvSpPr>
          <p:spPr>
            <a:xfrm>
              <a:off x="6663690" y="5433072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09" h="245110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09" h="245110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09" h="245110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09" h="245110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09" h="245110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09" h="245110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09" h="245110">
                  <a:moveTo>
                    <a:pt x="381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22250"/>
                  </a:lnTo>
                  <a:close/>
                </a:path>
                <a:path w="3809" h="245110">
                  <a:moveTo>
                    <a:pt x="3810" y="22860"/>
                  </a:moveTo>
                  <a:lnTo>
                    <a:pt x="0" y="2286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2860"/>
                  </a:lnTo>
                  <a:close/>
                </a:path>
                <a:path w="3809" h="245110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09" h="245110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09" h="245110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09" h="245110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09" h="245110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09" h="245110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09" h="245110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7A6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3" name="object 3043"/>
            <p:cNvSpPr/>
            <p:nvPr/>
          </p:nvSpPr>
          <p:spPr>
            <a:xfrm>
              <a:off x="6667500" y="5433072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09" h="245110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09" h="245110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09" h="245110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09" h="245110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09" h="245110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09" h="245110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09" h="245110">
                  <a:moveTo>
                    <a:pt x="381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22250"/>
                  </a:lnTo>
                  <a:close/>
                </a:path>
                <a:path w="3809" h="245110">
                  <a:moveTo>
                    <a:pt x="3810" y="22860"/>
                  </a:moveTo>
                  <a:lnTo>
                    <a:pt x="0" y="2286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2860"/>
                  </a:lnTo>
                  <a:close/>
                </a:path>
                <a:path w="3809" h="245110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09" h="245110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09" h="245110">
                  <a:moveTo>
                    <a:pt x="381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2700"/>
                  </a:lnTo>
                  <a:close/>
                </a:path>
                <a:path w="3809" h="245110">
                  <a:moveTo>
                    <a:pt x="381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10160"/>
                  </a:lnTo>
                  <a:close/>
                </a:path>
                <a:path w="3809" h="245110">
                  <a:moveTo>
                    <a:pt x="381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3810" y="10147"/>
                  </a:lnTo>
                  <a:lnTo>
                    <a:pt x="3810" y="6350"/>
                  </a:lnTo>
                  <a:close/>
                </a:path>
                <a:path w="3809" h="245110">
                  <a:moveTo>
                    <a:pt x="381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3810"/>
                  </a:lnTo>
                  <a:close/>
                </a:path>
                <a:path w="3809" h="245110">
                  <a:moveTo>
                    <a:pt x="381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3810" y="37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9A8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4" name="object 3044"/>
            <p:cNvSpPr/>
            <p:nvPr/>
          </p:nvSpPr>
          <p:spPr>
            <a:xfrm>
              <a:off x="6671310" y="5434330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09" h="243839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09" h="243839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09" h="243839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09" h="243839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09" h="243839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09" h="243839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09" h="243839">
                  <a:moveTo>
                    <a:pt x="381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0992"/>
                  </a:lnTo>
                  <a:close/>
                </a:path>
                <a:path w="3809" h="243839">
                  <a:moveTo>
                    <a:pt x="3810" y="21602"/>
                  </a:moveTo>
                  <a:lnTo>
                    <a:pt x="0" y="2160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602"/>
                  </a:lnTo>
                  <a:close/>
                </a:path>
                <a:path w="3809" h="243839">
                  <a:moveTo>
                    <a:pt x="381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92"/>
                  </a:lnTo>
                  <a:close/>
                </a:path>
                <a:path w="3809" h="243839">
                  <a:moveTo>
                    <a:pt x="381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52"/>
                  </a:lnTo>
                  <a:close/>
                </a:path>
                <a:path w="3809" h="243839">
                  <a:moveTo>
                    <a:pt x="381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42"/>
                  </a:lnTo>
                  <a:close/>
                </a:path>
                <a:path w="3809" h="243839">
                  <a:moveTo>
                    <a:pt x="381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902"/>
                  </a:lnTo>
                  <a:close/>
                </a:path>
                <a:path w="3809" h="243839">
                  <a:moveTo>
                    <a:pt x="381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92"/>
                  </a:lnTo>
                  <a:close/>
                </a:path>
                <a:path w="3809" h="243839">
                  <a:moveTo>
                    <a:pt x="381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52"/>
                  </a:lnTo>
                  <a:close/>
                </a:path>
                <a:path w="3809" h="243839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CA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5" name="object 3045"/>
            <p:cNvSpPr/>
            <p:nvPr/>
          </p:nvSpPr>
          <p:spPr>
            <a:xfrm>
              <a:off x="6675120" y="5434330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09" h="243839">
                  <a:moveTo>
                    <a:pt x="254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09" y="2540"/>
                  </a:lnTo>
                  <a:lnTo>
                    <a:pt x="3809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  <a:path w="3809" h="243839">
                  <a:moveTo>
                    <a:pt x="380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2540"/>
                  </a:lnTo>
                  <a:close/>
                </a:path>
                <a:path w="3809" h="243839">
                  <a:moveTo>
                    <a:pt x="380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09" y="8890"/>
                  </a:lnTo>
                  <a:lnTo>
                    <a:pt x="3809" y="5080"/>
                  </a:lnTo>
                  <a:close/>
                </a:path>
                <a:path w="3809" h="243839">
                  <a:moveTo>
                    <a:pt x="380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8890"/>
                  </a:lnTo>
                  <a:close/>
                </a:path>
                <a:path w="3809" h="243839">
                  <a:moveTo>
                    <a:pt x="3809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09" y="15240"/>
                  </a:lnTo>
                  <a:lnTo>
                    <a:pt x="3809" y="11430"/>
                  </a:lnTo>
                  <a:close/>
                </a:path>
                <a:path w="3809" h="243839">
                  <a:moveTo>
                    <a:pt x="3809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5240"/>
                  </a:lnTo>
                  <a:close/>
                </a:path>
                <a:path w="3809" h="243839">
                  <a:moveTo>
                    <a:pt x="3809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09" y="21590"/>
                  </a:lnTo>
                  <a:lnTo>
                    <a:pt x="3809" y="17780"/>
                  </a:lnTo>
                  <a:close/>
                </a:path>
                <a:path w="3809" h="243839">
                  <a:moveTo>
                    <a:pt x="3809" y="21590"/>
                  </a:moveTo>
                  <a:lnTo>
                    <a:pt x="0" y="21590"/>
                  </a:lnTo>
                  <a:lnTo>
                    <a:pt x="0" y="220980"/>
                  </a:lnTo>
                  <a:lnTo>
                    <a:pt x="3809" y="220980"/>
                  </a:lnTo>
                  <a:lnTo>
                    <a:pt x="3809" y="21590"/>
                  </a:lnTo>
                  <a:close/>
                </a:path>
                <a:path w="3809" h="243839">
                  <a:moveTo>
                    <a:pt x="3809" y="220980"/>
                  </a:moveTo>
                  <a:lnTo>
                    <a:pt x="0" y="220980"/>
                  </a:lnTo>
                  <a:lnTo>
                    <a:pt x="0" y="224790"/>
                  </a:lnTo>
                  <a:lnTo>
                    <a:pt x="3809" y="224790"/>
                  </a:lnTo>
                  <a:lnTo>
                    <a:pt x="3809" y="220980"/>
                  </a:lnTo>
                  <a:close/>
                </a:path>
                <a:path w="3809" h="243839">
                  <a:moveTo>
                    <a:pt x="3809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09" y="227330"/>
                  </a:lnTo>
                  <a:lnTo>
                    <a:pt x="3809" y="224790"/>
                  </a:lnTo>
                  <a:close/>
                </a:path>
                <a:path w="3809" h="243839">
                  <a:moveTo>
                    <a:pt x="3809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3809" y="231140"/>
                  </a:lnTo>
                  <a:lnTo>
                    <a:pt x="3809" y="227330"/>
                  </a:lnTo>
                  <a:close/>
                </a:path>
                <a:path w="3809" h="243839">
                  <a:moveTo>
                    <a:pt x="3809" y="231140"/>
                  </a:moveTo>
                  <a:lnTo>
                    <a:pt x="0" y="231140"/>
                  </a:lnTo>
                  <a:lnTo>
                    <a:pt x="0" y="233680"/>
                  </a:lnTo>
                  <a:lnTo>
                    <a:pt x="3809" y="233680"/>
                  </a:lnTo>
                  <a:lnTo>
                    <a:pt x="3809" y="231140"/>
                  </a:lnTo>
                  <a:close/>
                </a:path>
                <a:path w="3809" h="243839">
                  <a:moveTo>
                    <a:pt x="3809" y="233680"/>
                  </a:moveTo>
                  <a:lnTo>
                    <a:pt x="0" y="233680"/>
                  </a:lnTo>
                  <a:lnTo>
                    <a:pt x="0" y="237490"/>
                  </a:lnTo>
                  <a:lnTo>
                    <a:pt x="3809" y="237490"/>
                  </a:lnTo>
                  <a:lnTo>
                    <a:pt x="3809" y="233680"/>
                  </a:lnTo>
                  <a:close/>
                </a:path>
                <a:path w="3809" h="243839">
                  <a:moveTo>
                    <a:pt x="3809" y="237490"/>
                  </a:moveTo>
                  <a:lnTo>
                    <a:pt x="0" y="237490"/>
                  </a:lnTo>
                  <a:lnTo>
                    <a:pt x="0" y="240030"/>
                  </a:lnTo>
                  <a:lnTo>
                    <a:pt x="3809" y="240030"/>
                  </a:lnTo>
                  <a:lnTo>
                    <a:pt x="3809" y="237490"/>
                  </a:lnTo>
                  <a:close/>
                </a:path>
                <a:path w="3809" h="243839">
                  <a:moveTo>
                    <a:pt x="3809" y="240030"/>
                  </a:moveTo>
                  <a:lnTo>
                    <a:pt x="0" y="240030"/>
                  </a:lnTo>
                  <a:lnTo>
                    <a:pt x="0" y="243840"/>
                  </a:lnTo>
                  <a:lnTo>
                    <a:pt x="2540" y="243840"/>
                  </a:lnTo>
                  <a:lnTo>
                    <a:pt x="2540" y="242570"/>
                  </a:lnTo>
                  <a:lnTo>
                    <a:pt x="3809" y="242570"/>
                  </a:lnTo>
                  <a:lnTo>
                    <a:pt x="3809" y="240030"/>
                  </a:lnTo>
                  <a:close/>
                </a:path>
              </a:pathLst>
            </a:custGeom>
            <a:solidFill>
              <a:srgbClr val="9FA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6" name="object 3046"/>
            <p:cNvSpPr/>
            <p:nvPr/>
          </p:nvSpPr>
          <p:spPr>
            <a:xfrm>
              <a:off x="6678930" y="5435600"/>
              <a:ext cx="2540" cy="241300"/>
            </a:xfrm>
            <a:custGeom>
              <a:avLst/>
              <a:gdLst/>
              <a:ahLst/>
              <a:cxnLst/>
              <a:rect l="l" t="t" r="r" b="b"/>
              <a:pathLst>
                <a:path w="2540" h="241300">
                  <a:moveTo>
                    <a:pt x="2540" y="238772"/>
                  </a:moveTo>
                  <a:lnTo>
                    <a:pt x="0" y="238772"/>
                  </a:lnTo>
                  <a:lnTo>
                    <a:pt x="0" y="241300"/>
                  </a:lnTo>
                  <a:lnTo>
                    <a:pt x="2540" y="241300"/>
                  </a:lnTo>
                  <a:lnTo>
                    <a:pt x="2540" y="238772"/>
                  </a:lnTo>
                  <a:close/>
                </a:path>
                <a:path w="2540" h="241300">
                  <a:moveTo>
                    <a:pt x="254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2540" y="238760"/>
                  </a:lnTo>
                  <a:lnTo>
                    <a:pt x="2540" y="236232"/>
                  </a:lnTo>
                  <a:close/>
                </a:path>
                <a:path w="2540" h="241300">
                  <a:moveTo>
                    <a:pt x="254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2540" y="236220"/>
                  </a:lnTo>
                  <a:lnTo>
                    <a:pt x="2540" y="232422"/>
                  </a:lnTo>
                  <a:close/>
                </a:path>
                <a:path w="2540" h="241300">
                  <a:moveTo>
                    <a:pt x="254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2540" y="232410"/>
                  </a:lnTo>
                  <a:lnTo>
                    <a:pt x="2540" y="229882"/>
                  </a:lnTo>
                  <a:close/>
                </a:path>
                <a:path w="2540" h="241300">
                  <a:moveTo>
                    <a:pt x="254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2540" y="229870"/>
                  </a:lnTo>
                  <a:lnTo>
                    <a:pt x="2540" y="226072"/>
                  </a:lnTo>
                  <a:close/>
                </a:path>
                <a:path w="2540" h="241300">
                  <a:moveTo>
                    <a:pt x="254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2540" y="226060"/>
                  </a:lnTo>
                  <a:lnTo>
                    <a:pt x="2540" y="223532"/>
                  </a:lnTo>
                  <a:close/>
                </a:path>
                <a:path w="2540" h="241300">
                  <a:moveTo>
                    <a:pt x="2540" y="219722"/>
                  </a:moveTo>
                  <a:lnTo>
                    <a:pt x="0" y="219722"/>
                  </a:lnTo>
                  <a:lnTo>
                    <a:pt x="0" y="223520"/>
                  </a:lnTo>
                  <a:lnTo>
                    <a:pt x="2540" y="223520"/>
                  </a:lnTo>
                  <a:lnTo>
                    <a:pt x="2540" y="219722"/>
                  </a:lnTo>
                  <a:close/>
                </a:path>
                <a:path w="2540" h="241300">
                  <a:moveTo>
                    <a:pt x="2540" y="20332"/>
                  </a:moveTo>
                  <a:lnTo>
                    <a:pt x="0" y="20332"/>
                  </a:lnTo>
                  <a:lnTo>
                    <a:pt x="0" y="219710"/>
                  </a:lnTo>
                  <a:lnTo>
                    <a:pt x="2540" y="219710"/>
                  </a:lnTo>
                  <a:lnTo>
                    <a:pt x="2540" y="20332"/>
                  </a:lnTo>
                  <a:close/>
                </a:path>
                <a:path w="2540" h="241300">
                  <a:moveTo>
                    <a:pt x="2540" y="16522"/>
                  </a:moveTo>
                  <a:lnTo>
                    <a:pt x="0" y="16522"/>
                  </a:lnTo>
                  <a:lnTo>
                    <a:pt x="0" y="20320"/>
                  </a:lnTo>
                  <a:lnTo>
                    <a:pt x="2540" y="20320"/>
                  </a:lnTo>
                  <a:lnTo>
                    <a:pt x="2540" y="16522"/>
                  </a:lnTo>
                  <a:close/>
                </a:path>
                <a:path w="2540" h="241300">
                  <a:moveTo>
                    <a:pt x="2540" y="13982"/>
                  </a:moveTo>
                  <a:lnTo>
                    <a:pt x="0" y="13982"/>
                  </a:lnTo>
                  <a:lnTo>
                    <a:pt x="0" y="16510"/>
                  </a:lnTo>
                  <a:lnTo>
                    <a:pt x="2540" y="16510"/>
                  </a:lnTo>
                  <a:lnTo>
                    <a:pt x="2540" y="13982"/>
                  </a:lnTo>
                  <a:close/>
                </a:path>
                <a:path w="2540" h="241300">
                  <a:moveTo>
                    <a:pt x="254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2540" y="13970"/>
                  </a:lnTo>
                  <a:lnTo>
                    <a:pt x="2540" y="10172"/>
                  </a:lnTo>
                  <a:close/>
                </a:path>
                <a:path w="2540" h="241300">
                  <a:moveTo>
                    <a:pt x="254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2540" y="10160"/>
                  </a:lnTo>
                  <a:lnTo>
                    <a:pt x="2540" y="7632"/>
                  </a:lnTo>
                  <a:close/>
                </a:path>
                <a:path w="2540" h="241300">
                  <a:moveTo>
                    <a:pt x="254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3822"/>
                  </a:lnTo>
                  <a:close/>
                </a:path>
                <a:path w="2540" h="241300">
                  <a:moveTo>
                    <a:pt x="254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2540" y="3810"/>
                  </a:lnTo>
                  <a:lnTo>
                    <a:pt x="2540" y="1282"/>
                  </a:lnTo>
                  <a:close/>
                </a:path>
                <a:path w="2540" h="241300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7" name="object 3047"/>
            <p:cNvSpPr/>
            <p:nvPr/>
          </p:nvSpPr>
          <p:spPr>
            <a:xfrm>
              <a:off x="6681470" y="5435600"/>
              <a:ext cx="3810" cy="240029"/>
            </a:xfrm>
            <a:custGeom>
              <a:avLst/>
              <a:gdLst/>
              <a:ahLst/>
              <a:cxnLst/>
              <a:rect l="l" t="t" r="r" b="b"/>
              <a:pathLst>
                <a:path w="3809" h="240029">
                  <a:moveTo>
                    <a:pt x="3810" y="238772"/>
                  </a:moveTo>
                  <a:lnTo>
                    <a:pt x="0" y="23877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8772"/>
                  </a:lnTo>
                  <a:close/>
                </a:path>
                <a:path w="3809" h="240029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09" h="240029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09" h="240029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09" h="240029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09" h="240029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09" h="240029">
                  <a:moveTo>
                    <a:pt x="3810" y="219722"/>
                  </a:moveTo>
                  <a:lnTo>
                    <a:pt x="0" y="21972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9722"/>
                  </a:lnTo>
                  <a:close/>
                </a:path>
                <a:path w="3809" h="240029">
                  <a:moveTo>
                    <a:pt x="3810" y="20332"/>
                  </a:moveTo>
                  <a:lnTo>
                    <a:pt x="0" y="2033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0332"/>
                  </a:lnTo>
                  <a:close/>
                </a:path>
                <a:path w="3809" h="240029">
                  <a:moveTo>
                    <a:pt x="3810" y="16522"/>
                  </a:moveTo>
                  <a:lnTo>
                    <a:pt x="0" y="1652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6522"/>
                  </a:lnTo>
                  <a:close/>
                </a:path>
                <a:path w="3809" h="240029">
                  <a:moveTo>
                    <a:pt x="3810" y="13982"/>
                  </a:moveTo>
                  <a:lnTo>
                    <a:pt x="0" y="1398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82"/>
                  </a:lnTo>
                  <a:close/>
                </a:path>
                <a:path w="3809" h="240029">
                  <a:moveTo>
                    <a:pt x="381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0172"/>
                  </a:lnTo>
                  <a:close/>
                </a:path>
                <a:path w="3809" h="240029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09" h="240029">
                  <a:moveTo>
                    <a:pt x="381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3822"/>
                  </a:lnTo>
                  <a:close/>
                </a:path>
                <a:path w="3809" h="240029">
                  <a:moveTo>
                    <a:pt x="381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82"/>
                  </a:lnTo>
                  <a:close/>
                </a:path>
                <a:path w="3809" h="240029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8" name="object 3048"/>
            <p:cNvSpPr/>
            <p:nvPr/>
          </p:nvSpPr>
          <p:spPr>
            <a:xfrm>
              <a:off x="6685280" y="5436882"/>
              <a:ext cx="3810" cy="238760"/>
            </a:xfrm>
            <a:custGeom>
              <a:avLst/>
              <a:gdLst/>
              <a:ahLst/>
              <a:cxnLst/>
              <a:rect l="l" t="t" r="r" b="b"/>
              <a:pathLst>
                <a:path w="3809" h="238760">
                  <a:moveTo>
                    <a:pt x="2540" y="237490"/>
                  </a:moveTo>
                  <a:lnTo>
                    <a:pt x="0" y="237490"/>
                  </a:lnTo>
                  <a:lnTo>
                    <a:pt x="0" y="238747"/>
                  </a:lnTo>
                  <a:lnTo>
                    <a:pt x="2540" y="238747"/>
                  </a:lnTo>
                  <a:lnTo>
                    <a:pt x="2540" y="237490"/>
                  </a:lnTo>
                  <a:close/>
                </a:path>
                <a:path w="3809" h="238760">
                  <a:moveTo>
                    <a:pt x="3810" y="234950"/>
                  </a:moveTo>
                  <a:lnTo>
                    <a:pt x="0" y="234950"/>
                  </a:lnTo>
                  <a:lnTo>
                    <a:pt x="0" y="237477"/>
                  </a:lnTo>
                  <a:lnTo>
                    <a:pt x="3810" y="237477"/>
                  </a:lnTo>
                  <a:lnTo>
                    <a:pt x="3810" y="234950"/>
                  </a:lnTo>
                  <a:close/>
                </a:path>
                <a:path w="3809" h="238760">
                  <a:moveTo>
                    <a:pt x="3810" y="231140"/>
                  </a:moveTo>
                  <a:lnTo>
                    <a:pt x="0" y="23114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1140"/>
                  </a:lnTo>
                  <a:close/>
                </a:path>
                <a:path w="3809" h="238760">
                  <a:moveTo>
                    <a:pt x="3810" y="228600"/>
                  </a:moveTo>
                  <a:lnTo>
                    <a:pt x="0" y="228600"/>
                  </a:lnTo>
                  <a:lnTo>
                    <a:pt x="0" y="231127"/>
                  </a:lnTo>
                  <a:lnTo>
                    <a:pt x="3810" y="231127"/>
                  </a:lnTo>
                  <a:lnTo>
                    <a:pt x="3810" y="228600"/>
                  </a:lnTo>
                  <a:close/>
                </a:path>
                <a:path w="3809" h="238760">
                  <a:moveTo>
                    <a:pt x="3810" y="224790"/>
                  </a:moveTo>
                  <a:lnTo>
                    <a:pt x="0" y="22479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4790"/>
                  </a:lnTo>
                  <a:close/>
                </a:path>
                <a:path w="3809" h="238760">
                  <a:moveTo>
                    <a:pt x="3810" y="222250"/>
                  </a:moveTo>
                  <a:lnTo>
                    <a:pt x="0" y="222250"/>
                  </a:lnTo>
                  <a:lnTo>
                    <a:pt x="0" y="224777"/>
                  </a:lnTo>
                  <a:lnTo>
                    <a:pt x="3810" y="224777"/>
                  </a:lnTo>
                  <a:lnTo>
                    <a:pt x="3810" y="222250"/>
                  </a:lnTo>
                  <a:close/>
                </a:path>
                <a:path w="3809" h="238760">
                  <a:moveTo>
                    <a:pt x="3810" y="218440"/>
                  </a:moveTo>
                  <a:lnTo>
                    <a:pt x="0" y="21844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18440"/>
                  </a:lnTo>
                  <a:close/>
                </a:path>
                <a:path w="3809" h="238760">
                  <a:moveTo>
                    <a:pt x="3810" y="19050"/>
                  </a:moveTo>
                  <a:lnTo>
                    <a:pt x="0" y="19050"/>
                  </a:lnTo>
                  <a:lnTo>
                    <a:pt x="0" y="218427"/>
                  </a:lnTo>
                  <a:lnTo>
                    <a:pt x="3810" y="218427"/>
                  </a:lnTo>
                  <a:lnTo>
                    <a:pt x="3810" y="19050"/>
                  </a:lnTo>
                  <a:close/>
                </a:path>
                <a:path w="3809" h="238760">
                  <a:moveTo>
                    <a:pt x="381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5240"/>
                  </a:lnTo>
                  <a:close/>
                </a:path>
                <a:path w="3809" h="238760">
                  <a:moveTo>
                    <a:pt x="38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3810" y="15227"/>
                  </a:lnTo>
                  <a:lnTo>
                    <a:pt x="3810" y="12700"/>
                  </a:lnTo>
                  <a:close/>
                </a:path>
                <a:path w="3809" h="238760">
                  <a:moveTo>
                    <a:pt x="38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8890"/>
                  </a:lnTo>
                  <a:close/>
                </a:path>
                <a:path w="3809" h="238760">
                  <a:moveTo>
                    <a:pt x="381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3810" y="8877"/>
                  </a:lnTo>
                  <a:lnTo>
                    <a:pt x="3810" y="6350"/>
                  </a:lnTo>
                  <a:close/>
                </a:path>
                <a:path w="3809" h="238760">
                  <a:moveTo>
                    <a:pt x="381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2540"/>
                  </a:lnTo>
                  <a:close/>
                </a:path>
                <a:path w="3809" h="238760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7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9" name="object 3049"/>
            <p:cNvSpPr/>
            <p:nvPr/>
          </p:nvSpPr>
          <p:spPr>
            <a:xfrm>
              <a:off x="6689090" y="5436870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09" h="237489">
                  <a:moveTo>
                    <a:pt x="126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3809" h="237489">
                  <a:moveTo>
                    <a:pt x="380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2539"/>
                  </a:lnTo>
                  <a:close/>
                </a:path>
                <a:path w="3809" h="237489">
                  <a:moveTo>
                    <a:pt x="380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49"/>
                  </a:lnTo>
                  <a:close/>
                </a:path>
                <a:path w="3809" h="237489">
                  <a:moveTo>
                    <a:pt x="380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8889"/>
                  </a:lnTo>
                  <a:close/>
                </a:path>
                <a:path w="3809" h="237489">
                  <a:moveTo>
                    <a:pt x="380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2699"/>
                  </a:lnTo>
                  <a:close/>
                </a:path>
                <a:path w="3809" h="237489">
                  <a:moveTo>
                    <a:pt x="3809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5239"/>
                  </a:lnTo>
                  <a:close/>
                </a:path>
                <a:path w="3809" h="237489">
                  <a:moveTo>
                    <a:pt x="3809" y="19049"/>
                  </a:moveTo>
                  <a:lnTo>
                    <a:pt x="0" y="19049"/>
                  </a:lnTo>
                  <a:lnTo>
                    <a:pt x="0" y="218439"/>
                  </a:lnTo>
                  <a:lnTo>
                    <a:pt x="3809" y="218439"/>
                  </a:lnTo>
                  <a:lnTo>
                    <a:pt x="3809" y="19049"/>
                  </a:lnTo>
                  <a:close/>
                </a:path>
                <a:path w="3809" h="237489">
                  <a:moveTo>
                    <a:pt x="3809" y="218439"/>
                  </a:moveTo>
                  <a:lnTo>
                    <a:pt x="0" y="218439"/>
                  </a:lnTo>
                  <a:lnTo>
                    <a:pt x="0" y="222249"/>
                  </a:lnTo>
                  <a:lnTo>
                    <a:pt x="3809" y="222249"/>
                  </a:lnTo>
                  <a:lnTo>
                    <a:pt x="3809" y="218439"/>
                  </a:lnTo>
                  <a:close/>
                </a:path>
                <a:path w="3809" h="237489">
                  <a:moveTo>
                    <a:pt x="3809" y="222249"/>
                  </a:moveTo>
                  <a:lnTo>
                    <a:pt x="0" y="222249"/>
                  </a:lnTo>
                  <a:lnTo>
                    <a:pt x="0" y="224789"/>
                  </a:lnTo>
                  <a:lnTo>
                    <a:pt x="3809" y="224789"/>
                  </a:lnTo>
                  <a:lnTo>
                    <a:pt x="3809" y="222249"/>
                  </a:lnTo>
                  <a:close/>
                </a:path>
                <a:path w="3809" h="237489">
                  <a:moveTo>
                    <a:pt x="3809" y="224789"/>
                  </a:moveTo>
                  <a:lnTo>
                    <a:pt x="0" y="224789"/>
                  </a:lnTo>
                  <a:lnTo>
                    <a:pt x="0" y="228599"/>
                  </a:lnTo>
                  <a:lnTo>
                    <a:pt x="3809" y="228599"/>
                  </a:lnTo>
                  <a:lnTo>
                    <a:pt x="3809" y="224789"/>
                  </a:lnTo>
                  <a:close/>
                </a:path>
                <a:path w="3809" h="237489">
                  <a:moveTo>
                    <a:pt x="3809" y="228599"/>
                  </a:moveTo>
                  <a:lnTo>
                    <a:pt x="0" y="228599"/>
                  </a:lnTo>
                  <a:lnTo>
                    <a:pt x="0" y="231139"/>
                  </a:lnTo>
                  <a:lnTo>
                    <a:pt x="3809" y="231139"/>
                  </a:lnTo>
                  <a:lnTo>
                    <a:pt x="3809" y="228599"/>
                  </a:lnTo>
                  <a:close/>
                </a:path>
                <a:path w="3809" h="237489">
                  <a:moveTo>
                    <a:pt x="3809" y="231139"/>
                  </a:moveTo>
                  <a:lnTo>
                    <a:pt x="0" y="231139"/>
                  </a:lnTo>
                  <a:lnTo>
                    <a:pt x="0" y="234949"/>
                  </a:lnTo>
                  <a:lnTo>
                    <a:pt x="3809" y="234949"/>
                  </a:lnTo>
                  <a:lnTo>
                    <a:pt x="3809" y="231139"/>
                  </a:lnTo>
                  <a:close/>
                </a:path>
                <a:path w="3809" h="237489">
                  <a:moveTo>
                    <a:pt x="3809" y="234949"/>
                  </a:moveTo>
                  <a:lnTo>
                    <a:pt x="0" y="234949"/>
                  </a:lnTo>
                  <a:lnTo>
                    <a:pt x="0" y="237489"/>
                  </a:lnTo>
                  <a:lnTo>
                    <a:pt x="3809" y="237489"/>
                  </a:lnTo>
                  <a:lnTo>
                    <a:pt x="3809" y="234949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0" name="object 3050"/>
            <p:cNvSpPr/>
            <p:nvPr/>
          </p:nvSpPr>
          <p:spPr>
            <a:xfrm>
              <a:off x="6692900" y="5438139"/>
              <a:ext cx="3810" cy="236220"/>
            </a:xfrm>
            <a:custGeom>
              <a:avLst/>
              <a:gdLst/>
              <a:ahLst/>
              <a:cxnLst/>
              <a:rect l="l" t="t" r="r" b="b"/>
              <a:pathLst>
                <a:path w="3809" h="236220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  <a:path w="3809" h="236220">
                  <a:moveTo>
                    <a:pt x="381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3692"/>
                  </a:lnTo>
                  <a:close/>
                </a:path>
                <a:path w="3809" h="236220">
                  <a:moveTo>
                    <a:pt x="381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29882"/>
                  </a:lnTo>
                  <a:close/>
                </a:path>
                <a:path w="3809" h="236220">
                  <a:moveTo>
                    <a:pt x="381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7342"/>
                  </a:lnTo>
                  <a:close/>
                </a:path>
                <a:path w="3809" h="236220">
                  <a:moveTo>
                    <a:pt x="381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3532"/>
                  </a:lnTo>
                  <a:close/>
                </a:path>
                <a:path w="3809" h="236220">
                  <a:moveTo>
                    <a:pt x="3810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20992"/>
                  </a:lnTo>
                  <a:close/>
                </a:path>
                <a:path w="3809" h="236220">
                  <a:moveTo>
                    <a:pt x="3810" y="217182"/>
                  </a:moveTo>
                  <a:lnTo>
                    <a:pt x="0" y="21718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7182"/>
                  </a:lnTo>
                  <a:close/>
                </a:path>
                <a:path w="3809" h="236220">
                  <a:moveTo>
                    <a:pt x="3810" y="17792"/>
                  </a:moveTo>
                  <a:lnTo>
                    <a:pt x="0" y="1779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17792"/>
                  </a:lnTo>
                  <a:close/>
                </a:path>
                <a:path w="3809" h="236220">
                  <a:moveTo>
                    <a:pt x="381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82"/>
                  </a:lnTo>
                  <a:close/>
                </a:path>
                <a:path w="3809" h="236220">
                  <a:moveTo>
                    <a:pt x="381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42"/>
                  </a:lnTo>
                  <a:close/>
                </a:path>
                <a:path w="3809" h="23622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09" h="23622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09" h="23622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1" name="object 3051"/>
            <p:cNvSpPr/>
            <p:nvPr/>
          </p:nvSpPr>
          <p:spPr>
            <a:xfrm>
              <a:off x="6696710" y="5439409"/>
              <a:ext cx="3810" cy="234950"/>
            </a:xfrm>
            <a:custGeom>
              <a:avLst/>
              <a:gdLst/>
              <a:ahLst/>
              <a:cxnLst/>
              <a:rect l="l" t="t" r="r" b="b"/>
              <a:pathLst>
                <a:path w="3809" h="234950">
                  <a:moveTo>
                    <a:pt x="127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234950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09" h="234950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09" h="234950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09" h="234950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09" h="234950">
                  <a:moveTo>
                    <a:pt x="3810" y="16509"/>
                  </a:moveTo>
                  <a:lnTo>
                    <a:pt x="0" y="16509"/>
                  </a:lnTo>
                  <a:lnTo>
                    <a:pt x="0" y="215899"/>
                  </a:lnTo>
                  <a:lnTo>
                    <a:pt x="3810" y="215899"/>
                  </a:lnTo>
                  <a:lnTo>
                    <a:pt x="3810" y="16509"/>
                  </a:lnTo>
                  <a:close/>
                </a:path>
                <a:path w="3809" h="234950">
                  <a:moveTo>
                    <a:pt x="3810" y="215900"/>
                  </a:moveTo>
                  <a:lnTo>
                    <a:pt x="0" y="215900"/>
                  </a:lnTo>
                  <a:lnTo>
                    <a:pt x="0" y="219709"/>
                  </a:lnTo>
                  <a:lnTo>
                    <a:pt x="3810" y="219709"/>
                  </a:lnTo>
                  <a:lnTo>
                    <a:pt x="3810" y="215900"/>
                  </a:lnTo>
                  <a:close/>
                </a:path>
                <a:path w="3809" h="234950">
                  <a:moveTo>
                    <a:pt x="3810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3810" y="222249"/>
                  </a:lnTo>
                  <a:lnTo>
                    <a:pt x="3810" y="219709"/>
                  </a:lnTo>
                  <a:close/>
                </a:path>
                <a:path w="3809" h="234950">
                  <a:moveTo>
                    <a:pt x="3810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22250"/>
                  </a:lnTo>
                  <a:close/>
                </a:path>
                <a:path w="3809" h="234950">
                  <a:moveTo>
                    <a:pt x="3810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6059"/>
                  </a:lnTo>
                  <a:close/>
                </a:path>
                <a:path w="3809" h="234950">
                  <a:moveTo>
                    <a:pt x="3810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8600"/>
                  </a:lnTo>
                  <a:close/>
                </a:path>
                <a:path w="3809" h="234950">
                  <a:moveTo>
                    <a:pt x="3810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1270" y="234949"/>
                  </a:lnTo>
                  <a:lnTo>
                    <a:pt x="1270" y="233679"/>
                  </a:lnTo>
                  <a:lnTo>
                    <a:pt x="3810" y="233679"/>
                  </a:lnTo>
                  <a:lnTo>
                    <a:pt x="3810" y="232409"/>
                  </a:lnTo>
                  <a:close/>
                </a:path>
              </a:pathLst>
            </a:custGeom>
            <a:solidFill>
              <a:srgbClr val="AEBA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2" name="object 3052"/>
            <p:cNvSpPr/>
            <p:nvPr/>
          </p:nvSpPr>
          <p:spPr>
            <a:xfrm>
              <a:off x="6700520" y="5440680"/>
              <a:ext cx="3810" cy="231140"/>
            </a:xfrm>
            <a:custGeom>
              <a:avLst/>
              <a:gdLst/>
              <a:ahLst/>
              <a:cxnLst/>
              <a:rect l="l" t="t" r="r" b="b"/>
              <a:pathLst>
                <a:path w="3809" h="231139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09" h="231139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09" h="231139">
                  <a:moveTo>
                    <a:pt x="381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0992"/>
                  </a:lnTo>
                  <a:close/>
                </a:path>
                <a:path w="3809" h="231139">
                  <a:moveTo>
                    <a:pt x="3810" y="218452"/>
                  </a:moveTo>
                  <a:lnTo>
                    <a:pt x="0" y="21845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8452"/>
                  </a:lnTo>
                  <a:close/>
                </a:path>
                <a:path w="3809" h="231139">
                  <a:moveTo>
                    <a:pt x="3810" y="214642"/>
                  </a:moveTo>
                  <a:lnTo>
                    <a:pt x="0" y="214642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4642"/>
                  </a:lnTo>
                  <a:close/>
                </a:path>
                <a:path w="3809" h="231139">
                  <a:moveTo>
                    <a:pt x="3810" y="15252"/>
                  </a:moveTo>
                  <a:lnTo>
                    <a:pt x="0" y="15252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15252"/>
                  </a:lnTo>
                  <a:close/>
                </a:path>
                <a:path w="3809" h="231139">
                  <a:moveTo>
                    <a:pt x="381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42"/>
                  </a:lnTo>
                  <a:close/>
                </a:path>
                <a:path w="3809" h="231139">
                  <a:moveTo>
                    <a:pt x="381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902"/>
                  </a:lnTo>
                  <a:close/>
                </a:path>
                <a:path w="3809" h="231139">
                  <a:moveTo>
                    <a:pt x="381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92"/>
                  </a:lnTo>
                  <a:close/>
                </a:path>
                <a:path w="3809" h="231139">
                  <a:moveTo>
                    <a:pt x="381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52"/>
                  </a:lnTo>
                  <a:close/>
                </a:path>
                <a:path w="3809" h="231139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1BD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3" name="object 3053"/>
            <p:cNvSpPr/>
            <p:nvPr/>
          </p:nvSpPr>
          <p:spPr>
            <a:xfrm>
              <a:off x="6704330" y="5440680"/>
              <a:ext cx="3810" cy="231140"/>
            </a:xfrm>
            <a:custGeom>
              <a:avLst/>
              <a:gdLst/>
              <a:ahLst/>
              <a:cxnLst/>
              <a:rect l="l" t="t" r="r" b="b"/>
              <a:pathLst>
                <a:path w="3809" h="231139">
                  <a:moveTo>
                    <a:pt x="254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  <a:path w="3809" h="231139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09" h="231139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09" h="231139">
                  <a:moveTo>
                    <a:pt x="381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890"/>
                  </a:lnTo>
                  <a:close/>
                </a:path>
                <a:path w="3809" h="231139">
                  <a:moveTo>
                    <a:pt x="381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30"/>
                  </a:lnTo>
                  <a:close/>
                </a:path>
                <a:path w="3809" h="231139">
                  <a:moveTo>
                    <a:pt x="3810" y="15240"/>
                  </a:moveTo>
                  <a:lnTo>
                    <a:pt x="0" y="15240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15240"/>
                  </a:lnTo>
                  <a:close/>
                </a:path>
                <a:path w="3809" h="231139">
                  <a:moveTo>
                    <a:pt x="3810" y="214630"/>
                  </a:moveTo>
                  <a:lnTo>
                    <a:pt x="0" y="214630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4630"/>
                  </a:lnTo>
                  <a:close/>
                </a:path>
                <a:path w="3809" h="231139">
                  <a:moveTo>
                    <a:pt x="3810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8440"/>
                  </a:lnTo>
                  <a:close/>
                </a:path>
                <a:path w="3809" h="231139">
                  <a:moveTo>
                    <a:pt x="3810" y="220980"/>
                  </a:moveTo>
                  <a:lnTo>
                    <a:pt x="0" y="220980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0980"/>
                  </a:lnTo>
                  <a:close/>
                </a:path>
                <a:path w="3809" h="231139">
                  <a:moveTo>
                    <a:pt x="3810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790"/>
                  </a:lnTo>
                  <a:close/>
                </a:path>
                <a:path w="3809" h="231139">
                  <a:moveTo>
                    <a:pt x="3810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1270" y="231140"/>
                  </a:lnTo>
                  <a:lnTo>
                    <a:pt x="1270" y="229870"/>
                  </a:lnTo>
                  <a:lnTo>
                    <a:pt x="3810" y="229870"/>
                  </a:lnTo>
                  <a:lnTo>
                    <a:pt x="3810" y="227330"/>
                  </a:lnTo>
                  <a:close/>
                </a:path>
              </a:pathLst>
            </a:custGeom>
            <a:solidFill>
              <a:srgbClr val="B4BF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4" name="object 3054"/>
            <p:cNvSpPr/>
            <p:nvPr/>
          </p:nvSpPr>
          <p:spPr>
            <a:xfrm>
              <a:off x="6708140" y="5441950"/>
              <a:ext cx="2540" cy="228600"/>
            </a:xfrm>
            <a:custGeom>
              <a:avLst/>
              <a:gdLst/>
              <a:ahLst/>
              <a:cxnLst/>
              <a:rect l="l" t="t" r="r" b="b"/>
              <a:pathLst>
                <a:path w="2540" h="228600">
                  <a:moveTo>
                    <a:pt x="253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  <a:path w="2540" h="228600">
                  <a:moveTo>
                    <a:pt x="2539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2539" y="3809"/>
                  </a:lnTo>
                  <a:lnTo>
                    <a:pt x="2539" y="1270"/>
                  </a:lnTo>
                  <a:close/>
                </a:path>
                <a:path w="2540" h="228600">
                  <a:moveTo>
                    <a:pt x="2539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2539" y="7619"/>
                  </a:lnTo>
                  <a:lnTo>
                    <a:pt x="2539" y="3810"/>
                  </a:lnTo>
                  <a:close/>
                </a:path>
                <a:path w="2540" h="228600">
                  <a:moveTo>
                    <a:pt x="2539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2539" y="10159"/>
                  </a:lnTo>
                  <a:lnTo>
                    <a:pt x="2539" y="7620"/>
                  </a:lnTo>
                  <a:close/>
                </a:path>
                <a:path w="2540" h="228600">
                  <a:moveTo>
                    <a:pt x="2539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2539" y="13969"/>
                  </a:lnTo>
                  <a:lnTo>
                    <a:pt x="2539" y="10160"/>
                  </a:lnTo>
                  <a:close/>
                </a:path>
                <a:path w="2540" h="228600">
                  <a:moveTo>
                    <a:pt x="2539" y="13970"/>
                  </a:moveTo>
                  <a:lnTo>
                    <a:pt x="0" y="13970"/>
                  </a:lnTo>
                  <a:lnTo>
                    <a:pt x="0" y="213359"/>
                  </a:lnTo>
                  <a:lnTo>
                    <a:pt x="2539" y="213359"/>
                  </a:lnTo>
                  <a:lnTo>
                    <a:pt x="2539" y="13970"/>
                  </a:lnTo>
                  <a:close/>
                </a:path>
                <a:path w="2540" h="228600">
                  <a:moveTo>
                    <a:pt x="2539" y="213360"/>
                  </a:moveTo>
                  <a:lnTo>
                    <a:pt x="0" y="213360"/>
                  </a:lnTo>
                  <a:lnTo>
                    <a:pt x="0" y="217169"/>
                  </a:lnTo>
                  <a:lnTo>
                    <a:pt x="2539" y="217169"/>
                  </a:lnTo>
                  <a:lnTo>
                    <a:pt x="2539" y="213360"/>
                  </a:lnTo>
                  <a:close/>
                </a:path>
                <a:path w="2540" h="228600">
                  <a:moveTo>
                    <a:pt x="2539" y="217170"/>
                  </a:moveTo>
                  <a:lnTo>
                    <a:pt x="0" y="217170"/>
                  </a:lnTo>
                  <a:lnTo>
                    <a:pt x="0" y="219709"/>
                  </a:lnTo>
                  <a:lnTo>
                    <a:pt x="2539" y="219709"/>
                  </a:lnTo>
                  <a:lnTo>
                    <a:pt x="2539" y="217170"/>
                  </a:lnTo>
                  <a:close/>
                </a:path>
                <a:path w="2540" h="228600">
                  <a:moveTo>
                    <a:pt x="2539" y="219710"/>
                  </a:moveTo>
                  <a:lnTo>
                    <a:pt x="0" y="219710"/>
                  </a:lnTo>
                  <a:lnTo>
                    <a:pt x="0" y="223519"/>
                  </a:lnTo>
                  <a:lnTo>
                    <a:pt x="2539" y="223519"/>
                  </a:lnTo>
                  <a:lnTo>
                    <a:pt x="2539" y="219710"/>
                  </a:lnTo>
                  <a:close/>
                </a:path>
                <a:path w="2540" h="228600">
                  <a:moveTo>
                    <a:pt x="2539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2539" y="226059"/>
                  </a:lnTo>
                  <a:lnTo>
                    <a:pt x="2539" y="223520"/>
                  </a:lnTo>
                  <a:close/>
                </a:path>
                <a:path w="2540" h="228600">
                  <a:moveTo>
                    <a:pt x="2539" y="226060"/>
                  </a:moveTo>
                  <a:lnTo>
                    <a:pt x="0" y="226060"/>
                  </a:lnTo>
                  <a:lnTo>
                    <a:pt x="0" y="228600"/>
                  </a:lnTo>
                  <a:lnTo>
                    <a:pt x="1269" y="228600"/>
                  </a:lnTo>
                  <a:lnTo>
                    <a:pt x="1269" y="227330"/>
                  </a:lnTo>
                  <a:lnTo>
                    <a:pt x="2539" y="227330"/>
                  </a:lnTo>
                  <a:lnTo>
                    <a:pt x="2539" y="226060"/>
                  </a:lnTo>
                  <a:close/>
                </a:path>
              </a:pathLst>
            </a:custGeom>
            <a:solidFill>
              <a:srgbClr val="B6C1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5" name="object 3055"/>
            <p:cNvSpPr/>
            <p:nvPr/>
          </p:nvSpPr>
          <p:spPr>
            <a:xfrm>
              <a:off x="6710680" y="5441950"/>
              <a:ext cx="3810" cy="227329"/>
            </a:xfrm>
            <a:custGeom>
              <a:avLst/>
              <a:gdLst/>
              <a:ahLst/>
              <a:cxnLst/>
              <a:rect l="l" t="t" r="r" b="b"/>
              <a:pathLst>
                <a:path w="3809" h="227329">
                  <a:moveTo>
                    <a:pt x="12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3809" h="227329">
                  <a:moveTo>
                    <a:pt x="3810" y="226072"/>
                  </a:moveTo>
                  <a:lnTo>
                    <a:pt x="0" y="22607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6072"/>
                  </a:lnTo>
                  <a:close/>
                </a:path>
                <a:path w="3809" h="227329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09" h="227329">
                  <a:moveTo>
                    <a:pt x="3810" y="219722"/>
                  </a:moveTo>
                  <a:lnTo>
                    <a:pt x="0" y="21972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9722"/>
                  </a:lnTo>
                  <a:close/>
                </a:path>
                <a:path w="3809" h="227329">
                  <a:moveTo>
                    <a:pt x="3810" y="217182"/>
                  </a:moveTo>
                  <a:lnTo>
                    <a:pt x="0" y="21718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17182"/>
                  </a:lnTo>
                  <a:close/>
                </a:path>
                <a:path w="3809" h="227329">
                  <a:moveTo>
                    <a:pt x="3810" y="213372"/>
                  </a:moveTo>
                  <a:lnTo>
                    <a:pt x="0" y="21337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213372"/>
                  </a:lnTo>
                  <a:close/>
                </a:path>
                <a:path w="3809" h="227329">
                  <a:moveTo>
                    <a:pt x="3810" y="13982"/>
                  </a:moveTo>
                  <a:lnTo>
                    <a:pt x="0" y="13982"/>
                  </a:lnTo>
                  <a:lnTo>
                    <a:pt x="0" y="213360"/>
                  </a:lnTo>
                  <a:lnTo>
                    <a:pt x="3810" y="213360"/>
                  </a:lnTo>
                  <a:lnTo>
                    <a:pt x="3810" y="13982"/>
                  </a:lnTo>
                  <a:close/>
                </a:path>
                <a:path w="3809" h="227329">
                  <a:moveTo>
                    <a:pt x="381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0172"/>
                  </a:lnTo>
                  <a:close/>
                </a:path>
                <a:path w="3809" h="227329">
                  <a:moveTo>
                    <a:pt x="381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32"/>
                  </a:lnTo>
                  <a:close/>
                </a:path>
                <a:path w="3809" h="227329">
                  <a:moveTo>
                    <a:pt x="381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3822"/>
                  </a:lnTo>
                  <a:close/>
                </a:path>
                <a:path w="3809" h="227329">
                  <a:moveTo>
                    <a:pt x="381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82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6" name="object 3056"/>
            <p:cNvSpPr/>
            <p:nvPr/>
          </p:nvSpPr>
          <p:spPr>
            <a:xfrm>
              <a:off x="6714490" y="5443220"/>
              <a:ext cx="3810" cy="226060"/>
            </a:xfrm>
            <a:custGeom>
              <a:avLst/>
              <a:gdLst/>
              <a:ahLst/>
              <a:cxnLst/>
              <a:rect l="l" t="t" r="r" b="b"/>
              <a:pathLst>
                <a:path w="3809" h="226060">
                  <a:moveTo>
                    <a:pt x="126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3809" h="226060">
                  <a:moveTo>
                    <a:pt x="380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2539"/>
                  </a:lnTo>
                  <a:close/>
                </a:path>
                <a:path w="3809" h="226060">
                  <a:moveTo>
                    <a:pt x="380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49"/>
                  </a:lnTo>
                  <a:close/>
                </a:path>
                <a:path w="3809" h="226060">
                  <a:moveTo>
                    <a:pt x="380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8889"/>
                  </a:lnTo>
                  <a:close/>
                </a:path>
                <a:path w="3809" h="226060">
                  <a:moveTo>
                    <a:pt x="3809" y="12699"/>
                  </a:moveTo>
                  <a:lnTo>
                    <a:pt x="0" y="12699"/>
                  </a:lnTo>
                  <a:lnTo>
                    <a:pt x="0" y="212089"/>
                  </a:lnTo>
                  <a:lnTo>
                    <a:pt x="3809" y="212089"/>
                  </a:lnTo>
                  <a:lnTo>
                    <a:pt x="3809" y="12699"/>
                  </a:lnTo>
                  <a:close/>
                </a:path>
                <a:path w="3809" h="226060">
                  <a:moveTo>
                    <a:pt x="3809" y="212089"/>
                  </a:moveTo>
                  <a:lnTo>
                    <a:pt x="0" y="212089"/>
                  </a:lnTo>
                  <a:lnTo>
                    <a:pt x="0" y="215899"/>
                  </a:lnTo>
                  <a:lnTo>
                    <a:pt x="3809" y="215899"/>
                  </a:lnTo>
                  <a:lnTo>
                    <a:pt x="3809" y="212089"/>
                  </a:lnTo>
                  <a:close/>
                </a:path>
                <a:path w="3809" h="226060">
                  <a:moveTo>
                    <a:pt x="3809" y="215899"/>
                  </a:moveTo>
                  <a:lnTo>
                    <a:pt x="0" y="215899"/>
                  </a:lnTo>
                  <a:lnTo>
                    <a:pt x="0" y="218439"/>
                  </a:lnTo>
                  <a:lnTo>
                    <a:pt x="3809" y="218439"/>
                  </a:lnTo>
                  <a:lnTo>
                    <a:pt x="3809" y="215899"/>
                  </a:lnTo>
                  <a:close/>
                </a:path>
                <a:path w="3809" h="226060">
                  <a:moveTo>
                    <a:pt x="3809" y="218439"/>
                  </a:moveTo>
                  <a:lnTo>
                    <a:pt x="0" y="218439"/>
                  </a:lnTo>
                  <a:lnTo>
                    <a:pt x="0" y="222249"/>
                  </a:lnTo>
                  <a:lnTo>
                    <a:pt x="3809" y="222249"/>
                  </a:lnTo>
                  <a:lnTo>
                    <a:pt x="3809" y="218439"/>
                  </a:lnTo>
                  <a:close/>
                </a:path>
                <a:path w="3809" h="226060">
                  <a:moveTo>
                    <a:pt x="3809" y="222249"/>
                  </a:moveTo>
                  <a:lnTo>
                    <a:pt x="0" y="222249"/>
                  </a:lnTo>
                  <a:lnTo>
                    <a:pt x="0" y="224789"/>
                  </a:lnTo>
                  <a:lnTo>
                    <a:pt x="3809" y="224789"/>
                  </a:lnTo>
                  <a:lnTo>
                    <a:pt x="3809" y="222249"/>
                  </a:lnTo>
                  <a:close/>
                </a:path>
                <a:path w="3809" h="226060">
                  <a:moveTo>
                    <a:pt x="1269" y="224789"/>
                  </a:moveTo>
                  <a:lnTo>
                    <a:pt x="0" y="224789"/>
                  </a:lnTo>
                  <a:lnTo>
                    <a:pt x="0" y="226059"/>
                  </a:lnTo>
                  <a:lnTo>
                    <a:pt x="1269" y="226059"/>
                  </a:lnTo>
                  <a:lnTo>
                    <a:pt x="1269" y="224789"/>
                  </a:lnTo>
                  <a:close/>
                </a:path>
              </a:pathLst>
            </a:custGeom>
            <a:solidFill>
              <a:srgbClr val="BC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7" name="object 3057"/>
            <p:cNvSpPr/>
            <p:nvPr/>
          </p:nvSpPr>
          <p:spPr>
            <a:xfrm>
              <a:off x="6718300" y="5444489"/>
              <a:ext cx="3810" cy="222250"/>
            </a:xfrm>
            <a:custGeom>
              <a:avLst/>
              <a:gdLst/>
              <a:ahLst/>
              <a:cxnLst/>
              <a:rect l="l" t="t" r="r" b="b"/>
              <a:pathLst>
                <a:path w="3809" h="222250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  <a:path w="3809" h="222250">
                  <a:moveTo>
                    <a:pt x="3810" y="220992"/>
                  </a:moveTo>
                  <a:lnTo>
                    <a:pt x="0" y="22099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20992"/>
                  </a:lnTo>
                  <a:close/>
                </a:path>
                <a:path w="3809" h="222250">
                  <a:moveTo>
                    <a:pt x="3810" y="217182"/>
                  </a:moveTo>
                  <a:lnTo>
                    <a:pt x="0" y="21718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7182"/>
                  </a:lnTo>
                  <a:close/>
                </a:path>
                <a:path w="3809" h="222250">
                  <a:moveTo>
                    <a:pt x="3810" y="214642"/>
                  </a:moveTo>
                  <a:lnTo>
                    <a:pt x="0" y="214642"/>
                  </a:lnTo>
                  <a:lnTo>
                    <a:pt x="0" y="217170"/>
                  </a:lnTo>
                  <a:lnTo>
                    <a:pt x="3810" y="217170"/>
                  </a:lnTo>
                  <a:lnTo>
                    <a:pt x="3810" y="214642"/>
                  </a:lnTo>
                  <a:close/>
                </a:path>
                <a:path w="3809" h="222250">
                  <a:moveTo>
                    <a:pt x="3810" y="210832"/>
                  </a:moveTo>
                  <a:lnTo>
                    <a:pt x="0" y="210832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210832"/>
                  </a:lnTo>
                  <a:close/>
                </a:path>
                <a:path w="3809" h="222250">
                  <a:moveTo>
                    <a:pt x="3810" y="11442"/>
                  </a:moveTo>
                  <a:lnTo>
                    <a:pt x="0" y="11442"/>
                  </a:lnTo>
                  <a:lnTo>
                    <a:pt x="0" y="210820"/>
                  </a:lnTo>
                  <a:lnTo>
                    <a:pt x="3810" y="210820"/>
                  </a:lnTo>
                  <a:lnTo>
                    <a:pt x="3810" y="11442"/>
                  </a:lnTo>
                  <a:close/>
                </a:path>
                <a:path w="3809" h="222250">
                  <a:moveTo>
                    <a:pt x="381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32"/>
                  </a:lnTo>
                  <a:close/>
                </a:path>
                <a:path w="3809" h="222250">
                  <a:moveTo>
                    <a:pt x="381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92"/>
                  </a:lnTo>
                  <a:close/>
                </a:path>
                <a:path w="3809" h="222250">
                  <a:moveTo>
                    <a:pt x="381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82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8" name="object 3058"/>
            <p:cNvSpPr/>
            <p:nvPr/>
          </p:nvSpPr>
          <p:spPr>
            <a:xfrm>
              <a:off x="6722110" y="5445759"/>
              <a:ext cx="3810" cy="220979"/>
            </a:xfrm>
            <a:custGeom>
              <a:avLst/>
              <a:gdLst/>
              <a:ahLst/>
              <a:cxnLst/>
              <a:rect l="l" t="t" r="r" b="b"/>
              <a:pathLst>
                <a:path w="3809" h="220979">
                  <a:moveTo>
                    <a:pt x="127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220979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09" h="220979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09" h="220979">
                  <a:moveTo>
                    <a:pt x="3810" y="10159"/>
                  </a:moveTo>
                  <a:lnTo>
                    <a:pt x="0" y="10159"/>
                  </a:lnTo>
                  <a:lnTo>
                    <a:pt x="0" y="209549"/>
                  </a:lnTo>
                  <a:lnTo>
                    <a:pt x="3810" y="209549"/>
                  </a:lnTo>
                  <a:lnTo>
                    <a:pt x="3810" y="10159"/>
                  </a:lnTo>
                  <a:close/>
                </a:path>
                <a:path w="3809" h="220979">
                  <a:moveTo>
                    <a:pt x="3810" y="209550"/>
                  </a:moveTo>
                  <a:lnTo>
                    <a:pt x="0" y="209550"/>
                  </a:lnTo>
                  <a:lnTo>
                    <a:pt x="0" y="213359"/>
                  </a:lnTo>
                  <a:lnTo>
                    <a:pt x="3810" y="213359"/>
                  </a:lnTo>
                  <a:lnTo>
                    <a:pt x="3810" y="209550"/>
                  </a:lnTo>
                  <a:close/>
                </a:path>
                <a:path w="3809" h="220979">
                  <a:moveTo>
                    <a:pt x="3810" y="213359"/>
                  </a:moveTo>
                  <a:lnTo>
                    <a:pt x="0" y="213359"/>
                  </a:lnTo>
                  <a:lnTo>
                    <a:pt x="0" y="215899"/>
                  </a:lnTo>
                  <a:lnTo>
                    <a:pt x="3810" y="215899"/>
                  </a:lnTo>
                  <a:lnTo>
                    <a:pt x="3810" y="213359"/>
                  </a:lnTo>
                  <a:close/>
                </a:path>
                <a:path w="3809" h="220979">
                  <a:moveTo>
                    <a:pt x="3810" y="215900"/>
                  </a:moveTo>
                  <a:lnTo>
                    <a:pt x="0" y="215900"/>
                  </a:lnTo>
                  <a:lnTo>
                    <a:pt x="0" y="219709"/>
                  </a:lnTo>
                  <a:lnTo>
                    <a:pt x="3810" y="219709"/>
                  </a:lnTo>
                  <a:lnTo>
                    <a:pt x="3810" y="215900"/>
                  </a:lnTo>
                  <a:close/>
                </a:path>
                <a:path w="3809" h="220979">
                  <a:moveTo>
                    <a:pt x="1270" y="219709"/>
                  </a:moveTo>
                  <a:lnTo>
                    <a:pt x="0" y="219709"/>
                  </a:lnTo>
                  <a:lnTo>
                    <a:pt x="0" y="220979"/>
                  </a:lnTo>
                  <a:lnTo>
                    <a:pt x="1270" y="220979"/>
                  </a:lnTo>
                  <a:lnTo>
                    <a:pt x="1270" y="219709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9" name="object 3059"/>
            <p:cNvSpPr/>
            <p:nvPr/>
          </p:nvSpPr>
          <p:spPr>
            <a:xfrm>
              <a:off x="6725920" y="5447030"/>
              <a:ext cx="3810" cy="217170"/>
            </a:xfrm>
            <a:custGeom>
              <a:avLst/>
              <a:gdLst/>
              <a:ahLst/>
              <a:cxnLst/>
              <a:rect l="l" t="t" r="r" b="b"/>
              <a:pathLst>
                <a:path w="3809" h="217170">
                  <a:moveTo>
                    <a:pt x="126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09" y="2540"/>
                  </a:lnTo>
                  <a:lnTo>
                    <a:pt x="3809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3809" h="217170">
                  <a:moveTo>
                    <a:pt x="380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2540"/>
                  </a:lnTo>
                  <a:close/>
                </a:path>
                <a:path w="3809" h="217170">
                  <a:moveTo>
                    <a:pt x="380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09" y="8890"/>
                  </a:lnTo>
                  <a:lnTo>
                    <a:pt x="3809" y="5080"/>
                  </a:lnTo>
                  <a:close/>
                </a:path>
                <a:path w="3809" h="217170">
                  <a:moveTo>
                    <a:pt x="3809" y="8890"/>
                  </a:moveTo>
                  <a:lnTo>
                    <a:pt x="0" y="8890"/>
                  </a:lnTo>
                  <a:lnTo>
                    <a:pt x="0" y="208280"/>
                  </a:lnTo>
                  <a:lnTo>
                    <a:pt x="3809" y="208280"/>
                  </a:lnTo>
                  <a:lnTo>
                    <a:pt x="3809" y="8890"/>
                  </a:lnTo>
                  <a:close/>
                </a:path>
                <a:path w="3809" h="217170">
                  <a:moveTo>
                    <a:pt x="3809" y="208280"/>
                  </a:moveTo>
                  <a:lnTo>
                    <a:pt x="0" y="208280"/>
                  </a:lnTo>
                  <a:lnTo>
                    <a:pt x="0" y="212090"/>
                  </a:lnTo>
                  <a:lnTo>
                    <a:pt x="3809" y="212090"/>
                  </a:lnTo>
                  <a:lnTo>
                    <a:pt x="3809" y="208280"/>
                  </a:lnTo>
                  <a:close/>
                </a:path>
                <a:path w="3809" h="217170">
                  <a:moveTo>
                    <a:pt x="3809" y="212090"/>
                  </a:moveTo>
                  <a:lnTo>
                    <a:pt x="0" y="212090"/>
                  </a:lnTo>
                  <a:lnTo>
                    <a:pt x="0" y="214630"/>
                  </a:lnTo>
                  <a:lnTo>
                    <a:pt x="3809" y="214630"/>
                  </a:lnTo>
                  <a:lnTo>
                    <a:pt x="3809" y="212090"/>
                  </a:lnTo>
                  <a:close/>
                </a:path>
                <a:path w="3809" h="217170">
                  <a:moveTo>
                    <a:pt x="3809" y="214630"/>
                  </a:moveTo>
                  <a:lnTo>
                    <a:pt x="0" y="214630"/>
                  </a:lnTo>
                  <a:lnTo>
                    <a:pt x="0" y="217170"/>
                  </a:lnTo>
                  <a:lnTo>
                    <a:pt x="3809" y="217170"/>
                  </a:lnTo>
                  <a:lnTo>
                    <a:pt x="3809" y="214630"/>
                  </a:lnTo>
                  <a:close/>
                </a:path>
              </a:pathLst>
            </a:custGeom>
            <a:solidFill>
              <a:srgbClr val="C4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0" name="object 3060"/>
            <p:cNvSpPr/>
            <p:nvPr/>
          </p:nvSpPr>
          <p:spPr>
            <a:xfrm>
              <a:off x="6729730" y="5449570"/>
              <a:ext cx="2540" cy="213360"/>
            </a:xfrm>
            <a:custGeom>
              <a:avLst/>
              <a:gdLst/>
              <a:ahLst/>
              <a:cxnLst/>
              <a:rect l="l" t="t" r="r" b="b"/>
              <a:pathLst>
                <a:path w="2540" h="213360">
                  <a:moveTo>
                    <a:pt x="127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40" y="2539"/>
                  </a:lnTo>
                  <a:lnTo>
                    <a:pt x="254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2540" h="213360">
                  <a:moveTo>
                    <a:pt x="254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2540" y="6349"/>
                  </a:lnTo>
                  <a:lnTo>
                    <a:pt x="2540" y="2539"/>
                  </a:lnTo>
                  <a:close/>
                </a:path>
                <a:path w="2540" h="213360">
                  <a:moveTo>
                    <a:pt x="2540" y="6349"/>
                  </a:moveTo>
                  <a:lnTo>
                    <a:pt x="0" y="6349"/>
                  </a:lnTo>
                  <a:lnTo>
                    <a:pt x="0" y="205739"/>
                  </a:lnTo>
                  <a:lnTo>
                    <a:pt x="2540" y="205739"/>
                  </a:lnTo>
                  <a:lnTo>
                    <a:pt x="2540" y="6349"/>
                  </a:lnTo>
                  <a:close/>
                </a:path>
                <a:path w="2540" h="213360">
                  <a:moveTo>
                    <a:pt x="2540" y="205739"/>
                  </a:moveTo>
                  <a:lnTo>
                    <a:pt x="0" y="205739"/>
                  </a:lnTo>
                  <a:lnTo>
                    <a:pt x="0" y="209549"/>
                  </a:lnTo>
                  <a:lnTo>
                    <a:pt x="2540" y="209549"/>
                  </a:lnTo>
                  <a:lnTo>
                    <a:pt x="2540" y="205739"/>
                  </a:lnTo>
                  <a:close/>
                </a:path>
                <a:path w="2540" h="213360">
                  <a:moveTo>
                    <a:pt x="2540" y="209549"/>
                  </a:moveTo>
                  <a:lnTo>
                    <a:pt x="0" y="209549"/>
                  </a:lnTo>
                  <a:lnTo>
                    <a:pt x="0" y="212089"/>
                  </a:lnTo>
                  <a:lnTo>
                    <a:pt x="2540" y="212089"/>
                  </a:lnTo>
                  <a:lnTo>
                    <a:pt x="2540" y="209549"/>
                  </a:lnTo>
                  <a:close/>
                </a:path>
                <a:path w="2540" h="213360">
                  <a:moveTo>
                    <a:pt x="1270" y="212089"/>
                  </a:moveTo>
                  <a:lnTo>
                    <a:pt x="0" y="212089"/>
                  </a:lnTo>
                  <a:lnTo>
                    <a:pt x="0" y="213359"/>
                  </a:lnTo>
                  <a:lnTo>
                    <a:pt x="1270" y="213359"/>
                  </a:lnTo>
                  <a:lnTo>
                    <a:pt x="1270" y="212089"/>
                  </a:lnTo>
                  <a:close/>
                </a:path>
              </a:pathLst>
            </a:custGeom>
            <a:solidFill>
              <a:srgbClr val="C6CF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1" name="object 3061"/>
            <p:cNvSpPr/>
            <p:nvPr/>
          </p:nvSpPr>
          <p:spPr>
            <a:xfrm>
              <a:off x="6732270" y="5452109"/>
              <a:ext cx="3810" cy="208279"/>
            </a:xfrm>
            <a:custGeom>
              <a:avLst/>
              <a:gdLst/>
              <a:ahLst/>
              <a:cxnLst/>
              <a:rect l="l" t="t" r="r" b="b"/>
              <a:pathLst>
                <a:path w="3809" h="208279">
                  <a:moveTo>
                    <a:pt x="1270" y="207022"/>
                  </a:moveTo>
                  <a:lnTo>
                    <a:pt x="0" y="207022"/>
                  </a:lnTo>
                  <a:lnTo>
                    <a:pt x="0" y="208280"/>
                  </a:lnTo>
                  <a:lnTo>
                    <a:pt x="1270" y="208280"/>
                  </a:lnTo>
                  <a:lnTo>
                    <a:pt x="1270" y="207022"/>
                  </a:lnTo>
                  <a:close/>
                </a:path>
                <a:path w="3809" h="208279">
                  <a:moveTo>
                    <a:pt x="3810" y="203212"/>
                  </a:moveTo>
                  <a:lnTo>
                    <a:pt x="0" y="203212"/>
                  </a:lnTo>
                  <a:lnTo>
                    <a:pt x="0" y="207010"/>
                  </a:lnTo>
                  <a:lnTo>
                    <a:pt x="3810" y="207010"/>
                  </a:lnTo>
                  <a:lnTo>
                    <a:pt x="3810" y="203212"/>
                  </a:lnTo>
                  <a:close/>
                </a:path>
                <a:path w="3809" h="208279">
                  <a:moveTo>
                    <a:pt x="3810" y="3822"/>
                  </a:moveTo>
                  <a:lnTo>
                    <a:pt x="0" y="3822"/>
                  </a:lnTo>
                  <a:lnTo>
                    <a:pt x="0" y="203200"/>
                  </a:lnTo>
                  <a:lnTo>
                    <a:pt x="3810" y="203200"/>
                  </a:lnTo>
                  <a:lnTo>
                    <a:pt x="3810" y="3822"/>
                  </a:lnTo>
                  <a:close/>
                </a:path>
                <a:path w="3809" h="208279">
                  <a:moveTo>
                    <a:pt x="3810" y="1270"/>
                  </a:moveTo>
                  <a:lnTo>
                    <a:pt x="1270" y="127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70"/>
                  </a:lnTo>
                  <a:close/>
                </a:path>
              </a:pathLst>
            </a:custGeom>
            <a:solidFill>
              <a:srgbClr val="C9D1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2" name="object 3062"/>
            <p:cNvSpPr/>
            <p:nvPr/>
          </p:nvSpPr>
          <p:spPr>
            <a:xfrm>
              <a:off x="6736080" y="5454650"/>
              <a:ext cx="3810" cy="203200"/>
            </a:xfrm>
            <a:custGeom>
              <a:avLst/>
              <a:gdLst/>
              <a:ahLst/>
              <a:cxnLst/>
              <a:rect l="l" t="t" r="r" b="b"/>
              <a:pathLst>
                <a:path w="3809" h="203200">
                  <a:moveTo>
                    <a:pt x="3810" y="2540"/>
                  </a:moveTo>
                  <a:lnTo>
                    <a:pt x="2540" y="254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0" y="200660"/>
                  </a:lnTo>
                  <a:lnTo>
                    <a:pt x="0" y="201930"/>
                  </a:lnTo>
                  <a:lnTo>
                    <a:pt x="0" y="203200"/>
                  </a:lnTo>
                  <a:lnTo>
                    <a:pt x="1270" y="203200"/>
                  </a:lnTo>
                  <a:lnTo>
                    <a:pt x="1270" y="201930"/>
                  </a:lnTo>
                  <a:lnTo>
                    <a:pt x="2540" y="201930"/>
                  </a:lnTo>
                  <a:lnTo>
                    <a:pt x="2540" y="200660"/>
                  </a:lnTo>
                  <a:lnTo>
                    <a:pt x="3810" y="200660"/>
                  </a:lnTo>
                  <a:lnTo>
                    <a:pt x="3810" y="2540"/>
                  </a:lnTo>
                  <a:close/>
                </a:path>
              </a:pathLst>
            </a:custGeom>
            <a:solidFill>
              <a:srgbClr val="CCD3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3" name="object 3063"/>
            <p:cNvSpPr/>
            <p:nvPr/>
          </p:nvSpPr>
          <p:spPr>
            <a:xfrm>
              <a:off x="6739890" y="5457189"/>
              <a:ext cx="0" cy="198120"/>
            </a:xfrm>
            <a:custGeom>
              <a:avLst/>
              <a:gdLst/>
              <a:ahLst/>
              <a:cxnLst/>
              <a:rect l="l" t="t" r="r" b="b"/>
              <a:pathLst>
                <a:path h="198120">
                  <a:moveTo>
                    <a:pt x="0" y="0"/>
                  </a:moveTo>
                  <a:lnTo>
                    <a:pt x="0" y="1981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4" name="object 3064"/>
            <p:cNvSpPr/>
            <p:nvPr/>
          </p:nvSpPr>
          <p:spPr>
            <a:xfrm>
              <a:off x="6454140" y="5429250"/>
              <a:ext cx="284480" cy="252729"/>
            </a:xfrm>
            <a:custGeom>
              <a:avLst/>
              <a:gdLst/>
              <a:ahLst/>
              <a:cxnLst/>
              <a:rect l="l" t="t" r="r" b="b"/>
              <a:pathLst>
                <a:path w="284479" h="252729">
                  <a:moveTo>
                    <a:pt x="142239" y="0"/>
                  </a:moveTo>
                  <a:lnTo>
                    <a:pt x="87332" y="2460"/>
                  </a:lnTo>
                  <a:lnTo>
                    <a:pt x="42068" y="9207"/>
                  </a:lnTo>
                  <a:lnTo>
                    <a:pt x="11330" y="19288"/>
                  </a:lnTo>
                  <a:lnTo>
                    <a:pt x="0" y="31750"/>
                  </a:lnTo>
                  <a:lnTo>
                    <a:pt x="0" y="34706"/>
                  </a:lnTo>
                  <a:lnTo>
                    <a:pt x="0" y="55403"/>
                  </a:lnTo>
                  <a:lnTo>
                    <a:pt x="0" y="111581"/>
                  </a:lnTo>
                  <a:lnTo>
                    <a:pt x="0" y="220980"/>
                  </a:lnTo>
                  <a:lnTo>
                    <a:pt x="11330" y="233441"/>
                  </a:lnTo>
                  <a:lnTo>
                    <a:pt x="42068" y="243522"/>
                  </a:lnTo>
                  <a:lnTo>
                    <a:pt x="87332" y="250269"/>
                  </a:lnTo>
                  <a:lnTo>
                    <a:pt x="142239" y="252730"/>
                  </a:lnTo>
                  <a:lnTo>
                    <a:pt x="197147" y="250269"/>
                  </a:lnTo>
                  <a:lnTo>
                    <a:pt x="242411" y="243522"/>
                  </a:lnTo>
                  <a:lnTo>
                    <a:pt x="273149" y="233441"/>
                  </a:lnTo>
                  <a:lnTo>
                    <a:pt x="284480" y="220980"/>
                  </a:lnTo>
                  <a:lnTo>
                    <a:pt x="284480" y="218023"/>
                  </a:lnTo>
                  <a:lnTo>
                    <a:pt x="284480" y="197326"/>
                  </a:lnTo>
                  <a:lnTo>
                    <a:pt x="284480" y="141148"/>
                  </a:lnTo>
                  <a:lnTo>
                    <a:pt x="284480" y="31750"/>
                  </a:lnTo>
                  <a:lnTo>
                    <a:pt x="273149" y="19288"/>
                  </a:lnTo>
                  <a:lnTo>
                    <a:pt x="242411" y="9207"/>
                  </a:lnTo>
                  <a:lnTo>
                    <a:pt x="197147" y="2460"/>
                  </a:lnTo>
                  <a:lnTo>
                    <a:pt x="142239" y="0"/>
                  </a:lnTo>
                  <a:close/>
                </a:path>
              </a:pathLst>
            </a:custGeom>
            <a:ln w="646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5" name="object 3065"/>
            <p:cNvSpPr/>
            <p:nvPr/>
          </p:nvSpPr>
          <p:spPr>
            <a:xfrm>
              <a:off x="6454140" y="5455932"/>
              <a:ext cx="3810" cy="11430"/>
            </a:xfrm>
            <a:custGeom>
              <a:avLst/>
              <a:gdLst/>
              <a:ahLst/>
              <a:cxnLst/>
              <a:rect l="l" t="t" r="r" b="b"/>
              <a:pathLst>
                <a:path w="3810" h="11429">
                  <a:moveTo>
                    <a:pt x="3810" y="8890"/>
                  </a:moveTo>
                  <a:lnTo>
                    <a:pt x="2540" y="8890"/>
                  </a:lnTo>
                  <a:lnTo>
                    <a:pt x="2540" y="11417"/>
                  </a:lnTo>
                  <a:lnTo>
                    <a:pt x="3810" y="11417"/>
                  </a:lnTo>
                  <a:lnTo>
                    <a:pt x="3810" y="8890"/>
                  </a:lnTo>
                  <a:close/>
                </a:path>
                <a:path w="3810" h="11429">
                  <a:moveTo>
                    <a:pt x="3810" y="0"/>
                  </a:moveTo>
                  <a:lnTo>
                    <a:pt x="2540" y="0"/>
                  </a:lnTo>
                  <a:lnTo>
                    <a:pt x="2540" y="1257"/>
                  </a:lnTo>
                  <a:lnTo>
                    <a:pt x="1270" y="1257"/>
                  </a:lnTo>
                  <a:lnTo>
                    <a:pt x="1270" y="5067"/>
                  </a:lnTo>
                  <a:lnTo>
                    <a:pt x="0" y="5067"/>
                  </a:lnTo>
                  <a:lnTo>
                    <a:pt x="0" y="6337"/>
                  </a:lnTo>
                  <a:lnTo>
                    <a:pt x="1270" y="6337"/>
                  </a:lnTo>
                  <a:lnTo>
                    <a:pt x="1270" y="8877"/>
                  </a:lnTo>
                  <a:lnTo>
                    <a:pt x="3810" y="887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6" name="object 3066"/>
            <p:cNvSpPr/>
            <p:nvPr/>
          </p:nvSpPr>
          <p:spPr>
            <a:xfrm>
              <a:off x="6457950" y="5453380"/>
              <a:ext cx="2540" cy="16510"/>
            </a:xfrm>
            <a:custGeom>
              <a:avLst/>
              <a:gdLst/>
              <a:ahLst/>
              <a:cxnLst/>
              <a:rect l="l" t="t" r="r" b="b"/>
              <a:pathLst>
                <a:path w="2539" h="16510">
                  <a:moveTo>
                    <a:pt x="2539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2539" y="2540"/>
                  </a:lnTo>
                  <a:lnTo>
                    <a:pt x="2539" y="0"/>
                  </a:lnTo>
                  <a:close/>
                </a:path>
                <a:path w="2539" h="16510">
                  <a:moveTo>
                    <a:pt x="2539" y="2540"/>
                  </a:moveTo>
                  <a:lnTo>
                    <a:pt x="0" y="2540"/>
                  </a:lnTo>
                  <a:lnTo>
                    <a:pt x="0" y="11430"/>
                  </a:lnTo>
                  <a:lnTo>
                    <a:pt x="2539" y="11430"/>
                  </a:lnTo>
                  <a:lnTo>
                    <a:pt x="2539" y="2540"/>
                  </a:lnTo>
                  <a:close/>
                </a:path>
                <a:path w="2539" h="16510">
                  <a:moveTo>
                    <a:pt x="2539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2539" y="15240"/>
                  </a:lnTo>
                  <a:lnTo>
                    <a:pt x="2539" y="11430"/>
                  </a:lnTo>
                  <a:close/>
                </a:path>
                <a:path w="2539" h="16510">
                  <a:moveTo>
                    <a:pt x="2539" y="15240"/>
                  </a:moveTo>
                  <a:lnTo>
                    <a:pt x="1270" y="15240"/>
                  </a:lnTo>
                  <a:lnTo>
                    <a:pt x="1270" y="16510"/>
                  </a:lnTo>
                  <a:lnTo>
                    <a:pt x="2539" y="16510"/>
                  </a:lnTo>
                  <a:lnTo>
                    <a:pt x="2539" y="15240"/>
                  </a:lnTo>
                  <a:close/>
                </a:path>
              </a:pathLst>
            </a:custGeom>
            <a:solidFill>
              <a:srgbClr val="CED5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7" name="object 3067"/>
            <p:cNvSpPr/>
            <p:nvPr/>
          </p:nvSpPr>
          <p:spPr>
            <a:xfrm>
              <a:off x="6460490" y="5450839"/>
              <a:ext cx="3810" cy="22860"/>
            </a:xfrm>
            <a:custGeom>
              <a:avLst/>
              <a:gdLst/>
              <a:ahLst/>
              <a:cxnLst/>
              <a:rect l="l" t="t" r="r" b="b"/>
              <a:pathLst>
                <a:path w="3810" h="22860">
                  <a:moveTo>
                    <a:pt x="3810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  <a:path w="3810" h="22860">
                  <a:moveTo>
                    <a:pt x="381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70"/>
                  </a:lnTo>
                  <a:close/>
                </a:path>
                <a:path w="3810" h="22860">
                  <a:moveTo>
                    <a:pt x="3810" y="5080"/>
                  </a:moveTo>
                  <a:lnTo>
                    <a:pt x="0" y="5080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5080"/>
                  </a:lnTo>
                  <a:close/>
                </a:path>
                <a:path w="3810" h="22860">
                  <a:moveTo>
                    <a:pt x="3810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70"/>
                  </a:lnTo>
                  <a:close/>
                </a:path>
                <a:path w="3810" h="22860">
                  <a:moveTo>
                    <a:pt x="3810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80"/>
                  </a:lnTo>
                  <a:close/>
                </a:path>
                <a:path w="3810" h="22860">
                  <a:moveTo>
                    <a:pt x="3810" y="20320"/>
                  </a:moveTo>
                  <a:lnTo>
                    <a:pt x="1270" y="20320"/>
                  </a:lnTo>
                  <a:lnTo>
                    <a:pt x="1270" y="21590"/>
                  </a:lnTo>
                  <a:lnTo>
                    <a:pt x="2539" y="21590"/>
                  </a:lnTo>
                  <a:lnTo>
                    <a:pt x="2539" y="22860"/>
                  </a:lnTo>
                  <a:lnTo>
                    <a:pt x="3810" y="22860"/>
                  </a:lnTo>
                  <a:lnTo>
                    <a:pt x="3810" y="20320"/>
                  </a:lnTo>
                  <a:close/>
                </a:path>
              </a:pathLst>
            </a:custGeom>
            <a:solidFill>
              <a:srgbClr val="CCD3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8" name="object 3068"/>
            <p:cNvSpPr/>
            <p:nvPr/>
          </p:nvSpPr>
          <p:spPr>
            <a:xfrm>
              <a:off x="6464300" y="5448300"/>
              <a:ext cx="3810" cy="26670"/>
            </a:xfrm>
            <a:custGeom>
              <a:avLst/>
              <a:gdLst/>
              <a:ahLst/>
              <a:cxnLst/>
              <a:rect l="l" t="t" r="r" b="b"/>
              <a:pathLst>
                <a:path w="3810" h="26670">
                  <a:moveTo>
                    <a:pt x="3810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26670">
                  <a:moveTo>
                    <a:pt x="381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70"/>
                  </a:lnTo>
                  <a:close/>
                </a:path>
                <a:path w="3810" h="26670">
                  <a:moveTo>
                    <a:pt x="3810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3810"/>
                  </a:lnTo>
                  <a:close/>
                </a:path>
                <a:path w="3810" h="26670">
                  <a:moveTo>
                    <a:pt x="3810" y="7620"/>
                  </a:moveTo>
                  <a:lnTo>
                    <a:pt x="0" y="762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7620"/>
                  </a:lnTo>
                  <a:close/>
                </a:path>
                <a:path w="3810" h="26670">
                  <a:moveTo>
                    <a:pt x="3810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6510"/>
                  </a:lnTo>
                  <a:close/>
                </a:path>
                <a:path w="3810" h="26670">
                  <a:moveTo>
                    <a:pt x="3810" y="20320"/>
                  </a:moveTo>
                  <a:lnTo>
                    <a:pt x="0" y="2032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20320"/>
                  </a:lnTo>
                  <a:close/>
                </a:path>
                <a:path w="3810" h="26670">
                  <a:moveTo>
                    <a:pt x="381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1270" y="25400"/>
                  </a:lnTo>
                  <a:lnTo>
                    <a:pt x="1270" y="26669"/>
                  </a:lnTo>
                  <a:lnTo>
                    <a:pt x="3810" y="26669"/>
                  </a:lnTo>
                  <a:lnTo>
                    <a:pt x="3810" y="22860"/>
                  </a:lnTo>
                  <a:close/>
                </a:path>
              </a:pathLst>
            </a:custGeom>
            <a:solidFill>
              <a:srgbClr val="C9D1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9" name="object 3069"/>
            <p:cNvSpPr/>
            <p:nvPr/>
          </p:nvSpPr>
          <p:spPr>
            <a:xfrm>
              <a:off x="6468110" y="5447030"/>
              <a:ext cx="3810" cy="29209"/>
            </a:xfrm>
            <a:custGeom>
              <a:avLst/>
              <a:gdLst/>
              <a:ahLst/>
              <a:cxnLst/>
              <a:rect l="l" t="t" r="r" b="b"/>
              <a:pathLst>
                <a:path w="3810" h="29210">
                  <a:moveTo>
                    <a:pt x="3810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  <a:path w="3810" h="29210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29210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10" h="29210">
                  <a:moveTo>
                    <a:pt x="3810" y="8890"/>
                  </a:moveTo>
                  <a:lnTo>
                    <a:pt x="0" y="889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8890"/>
                  </a:lnTo>
                  <a:close/>
                </a:path>
                <a:path w="3810" h="29210">
                  <a:moveTo>
                    <a:pt x="3810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80"/>
                  </a:lnTo>
                  <a:close/>
                </a:path>
                <a:path w="3810" h="29210">
                  <a:moveTo>
                    <a:pt x="3810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1590"/>
                  </a:lnTo>
                  <a:close/>
                </a:path>
                <a:path w="3810" h="29210">
                  <a:moveTo>
                    <a:pt x="3810" y="24130"/>
                  </a:moveTo>
                  <a:lnTo>
                    <a:pt x="0" y="24130"/>
                  </a:lnTo>
                  <a:lnTo>
                    <a:pt x="0" y="27940"/>
                  </a:lnTo>
                  <a:lnTo>
                    <a:pt x="3810" y="27940"/>
                  </a:lnTo>
                  <a:lnTo>
                    <a:pt x="3810" y="24130"/>
                  </a:lnTo>
                  <a:close/>
                </a:path>
                <a:path w="3810" h="29210">
                  <a:moveTo>
                    <a:pt x="3810" y="27940"/>
                  </a:moveTo>
                  <a:lnTo>
                    <a:pt x="0" y="27940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7940"/>
                  </a:lnTo>
                  <a:close/>
                </a:path>
              </a:pathLst>
            </a:custGeom>
            <a:solidFill>
              <a:srgbClr val="C6CF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0" name="object 3070"/>
            <p:cNvSpPr/>
            <p:nvPr/>
          </p:nvSpPr>
          <p:spPr>
            <a:xfrm>
              <a:off x="6471920" y="5445759"/>
              <a:ext cx="3810" cy="33020"/>
            </a:xfrm>
            <a:custGeom>
              <a:avLst/>
              <a:gdLst/>
              <a:ahLst/>
              <a:cxnLst/>
              <a:rect l="l" t="t" r="r" b="b"/>
              <a:pathLst>
                <a:path w="3810" h="33020">
                  <a:moveTo>
                    <a:pt x="380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0"/>
                  </a:lnTo>
                  <a:close/>
                </a:path>
                <a:path w="3810" h="33020">
                  <a:moveTo>
                    <a:pt x="380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3809"/>
                  </a:lnTo>
                  <a:close/>
                </a:path>
                <a:path w="3810" h="33020">
                  <a:moveTo>
                    <a:pt x="380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6350"/>
                  </a:lnTo>
                  <a:close/>
                </a:path>
                <a:path w="3810" h="33020">
                  <a:moveTo>
                    <a:pt x="3809" y="10159"/>
                  </a:moveTo>
                  <a:lnTo>
                    <a:pt x="0" y="1015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0159"/>
                  </a:lnTo>
                  <a:close/>
                </a:path>
                <a:path w="3810" h="33020">
                  <a:moveTo>
                    <a:pt x="380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19050"/>
                  </a:lnTo>
                  <a:close/>
                </a:path>
                <a:path w="3810" h="33020">
                  <a:moveTo>
                    <a:pt x="3809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2859"/>
                  </a:lnTo>
                  <a:close/>
                </a:path>
                <a:path w="3810" h="33020">
                  <a:moveTo>
                    <a:pt x="3809" y="25400"/>
                  </a:moveTo>
                  <a:lnTo>
                    <a:pt x="0" y="25400"/>
                  </a:lnTo>
                  <a:lnTo>
                    <a:pt x="0" y="29209"/>
                  </a:lnTo>
                  <a:lnTo>
                    <a:pt x="3809" y="29209"/>
                  </a:lnTo>
                  <a:lnTo>
                    <a:pt x="3809" y="25400"/>
                  </a:lnTo>
                  <a:close/>
                </a:path>
                <a:path w="3810" h="33020">
                  <a:moveTo>
                    <a:pt x="3809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9209"/>
                  </a:lnTo>
                  <a:close/>
                </a:path>
                <a:path w="3810" h="33020">
                  <a:moveTo>
                    <a:pt x="3809" y="31750"/>
                  </a:moveTo>
                  <a:lnTo>
                    <a:pt x="2539" y="31750"/>
                  </a:lnTo>
                  <a:lnTo>
                    <a:pt x="2539" y="33019"/>
                  </a:lnTo>
                  <a:lnTo>
                    <a:pt x="3809" y="33019"/>
                  </a:lnTo>
                  <a:lnTo>
                    <a:pt x="3809" y="31750"/>
                  </a:lnTo>
                  <a:close/>
                </a:path>
              </a:pathLst>
            </a:custGeom>
            <a:solidFill>
              <a:srgbClr val="C3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1" name="object 3071"/>
            <p:cNvSpPr/>
            <p:nvPr/>
          </p:nvSpPr>
          <p:spPr>
            <a:xfrm>
              <a:off x="6475730" y="5444489"/>
              <a:ext cx="3810" cy="34290"/>
            </a:xfrm>
            <a:custGeom>
              <a:avLst/>
              <a:gdLst/>
              <a:ahLst/>
              <a:cxnLst/>
              <a:rect l="l" t="t" r="r" b="b"/>
              <a:pathLst>
                <a:path w="3810" h="34289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  <a:path w="3810" h="34289">
                  <a:moveTo>
                    <a:pt x="381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70"/>
                  </a:lnTo>
                  <a:close/>
                </a:path>
                <a:path w="3810" h="34289">
                  <a:moveTo>
                    <a:pt x="3810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80"/>
                  </a:lnTo>
                  <a:close/>
                </a:path>
                <a:path w="3810" h="34289">
                  <a:moveTo>
                    <a:pt x="3810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20"/>
                  </a:lnTo>
                  <a:close/>
                </a:path>
                <a:path w="3810" h="34289">
                  <a:moveTo>
                    <a:pt x="3810" y="11430"/>
                  </a:moveTo>
                  <a:lnTo>
                    <a:pt x="0" y="11430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1430"/>
                  </a:lnTo>
                  <a:close/>
                </a:path>
                <a:path w="3810" h="34289">
                  <a:moveTo>
                    <a:pt x="3810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0320"/>
                  </a:lnTo>
                  <a:close/>
                </a:path>
                <a:path w="3810" h="34289">
                  <a:moveTo>
                    <a:pt x="3810" y="24130"/>
                  </a:moveTo>
                  <a:lnTo>
                    <a:pt x="0" y="24130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4130"/>
                  </a:lnTo>
                  <a:close/>
                </a:path>
                <a:path w="3810" h="34289">
                  <a:moveTo>
                    <a:pt x="3810" y="26670"/>
                  </a:moveTo>
                  <a:lnTo>
                    <a:pt x="0" y="2667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26670"/>
                  </a:lnTo>
                  <a:close/>
                </a:path>
                <a:path w="3810" h="34289">
                  <a:moveTo>
                    <a:pt x="3810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3810" y="33020"/>
                  </a:lnTo>
                  <a:lnTo>
                    <a:pt x="3810" y="30480"/>
                  </a:lnTo>
                  <a:close/>
                </a:path>
                <a:path w="3810" h="34289">
                  <a:moveTo>
                    <a:pt x="3810" y="33020"/>
                  </a:moveTo>
                  <a:lnTo>
                    <a:pt x="0" y="33020"/>
                  </a:lnTo>
                  <a:lnTo>
                    <a:pt x="0" y="34290"/>
                  </a:lnTo>
                  <a:lnTo>
                    <a:pt x="3810" y="34290"/>
                  </a:lnTo>
                  <a:lnTo>
                    <a:pt x="3810" y="33020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2" name="object 3072"/>
            <p:cNvSpPr/>
            <p:nvPr/>
          </p:nvSpPr>
          <p:spPr>
            <a:xfrm>
              <a:off x="6479540" y="5443220"/>
              <a:ext cx="2540" cy="36830"/>
            </a:xfrm>
            <a:custGeom>
              <a:avLst/>
              <a:gdLst/>
              <a:ahLst/>
              <a:cxnLst/>
              <a:rect l="l" t="t" r="r" b="b"/>
              <a:pathLst>
                <a:path w="2539" h="36829">
                  <a:moveTo>
                    <a:pt x="253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39" y="2539"/>
                  </a:lnTo>
                  <a:lnTo>
                    <a:pt x="2539" y="0"/>
                  </a:lnTo>
                  <a:close/>
                </a:path>
                <a:path w="2539" h="36829">
                  <a:moveTo>
                    <a:pt x="253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2539" y="6349"/>
                  </a:lnTo>
                  <a:lnTo>
                    <a:pt x="2539" y="2539"/>
                  </a:lnTo>
                  <a:close/>
                </a:path>
                <a:path w="2539" h="36829">
                  <a:moveTo>
                    <a:pt x="253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2539" y="8889"/>
                  </a:lnTo>
                  <a:lnTo>
                    <a:pt x="2539" y="6349"/>
                  </a:lnTo>
                  <a:close/>
                </a:path>
                <a:path w="2539" h="36829">
                  <a:moveTo>
                    <a:pt x="253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2539" y="12699"/>
                  </a:lnTo>
                  <a:lnTo>
                    <a:pt x="2539" y="8889"/>
                  </a:lnTo>
                  <a:close/>
                </a:path>
                <a:path w="2539" h="36829">
                  <a:moveTo>
                    <a:pt x="2539" y="12699"/>
                  </a:moveTo>
                  <a:lnTo>
                    <a:pt x="0" y="12699"/>
                  </a:lnTo>
                  <a:lnTo>
                    <a:pt x="0" y="21589"/>
                  </a:lnTo>
                  <a:lnTo>
                    <a:pt x="2539" y="21589"/>
                  </a:lnTo>
                  <a:lnTo>
                    <a:pt x="2539" y="12699"/>
                  </a:lnTo>
                  <a:close/>
                </a:path>
                <a:path w="2539" h="36829">
                  <a:moveTo>
                    <a:pt x="2539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2539" y="25399"/>
                  </a:lnTo>
                  <a:lnTo>
                    <a:pt x="2539" y="21589"/>
                  </a:lnTo>
                  <a:close/>
                </a:path>
                <a:path w="2539" h="36829">
                  <a:moveTo>
                    <a:pt x="2539" y="25399"/>
                  </a:moveTo>
                  <a:lnTo>
                    <a:pt x="0" y="25399"/>
                  </a:lnTo>
                  <a:lnTo>
                    <a:pt x="0" y="27939"/>
                  </a:lnTo>
                  <a:lnTo>
                    <a:pt x="2539" y="27939"/>
                  </a:lnTo>
                  <a:lnTo>
                    <a:pt x="2539" y="25399"/>
                  </a:lnTo>
                  <a:close/>
                </a:path>
                <a:path w="2539" h="36829">
                  <a:moveTo>
                    <a:pt x="2539" y="27939"/>
                  </a:moveTo>
                  <a:lnTo>
                    <a:pt x="0" y="27939"/>
                  </a:lnTo>
                  <a:lnTo>
                    <a:pt x="0" y="31749"/>
                  </a:lnTo>
                  <a:lnTo>
                    <a:pt x="2539" y="31749"/>
                  </a:lnTo>
                  <a:lnTo>
                    <a:pt x="2539" y="27939"/>
                  </a:lnTo>
                  <a:close/>
                </a:path>
                <a:path w="2539" h="36829">
                  <a:moveTo>
                    <a:pt x="2539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2539" y="34289"/>
                  </a:lnTo>
                  <a:lnTo>
                    <a:pt x="2539" y="31749"/>
                  </a:lnTo>
                  <a:close/>
                </a:path>
                <a:path w="2539" h="36829">
                  <a:moveTo>
                    <a:pt x="2539" y="34289"/>
                  </a:moveTo>
                  <a:lnTo>
                    <a:pt x="0" y="34289"/>
                  </a:lnTo>
                  <a:lnTo>
                    <a:pt x="0" y="36829"/>
                  </a:lnTo>
                  <a:lnTo>
                    <a:pt x="2539" y="36829"/>
                  </a:lnTo>
                  <a:lnTo>
                    <a:pt x="2539" y="34289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3" name="object 3073"/>
            <p:cNvSpPr/>
            <p:nvPr/>
          </p:nvSpPr>
          <p:spPr>
            <a:xfrm>
              <a:off x="6482080" y="5443220"/>
              <a:ext cx="3810" cy="38100"/>
            </a:xfrm>
            <a:custGeom>
              <a:avLst/>
              <a:gdLst/>
              <a:ahLst/>
              <a:cxnLst/>
              <a:rect l="l" t="t" r="r" b="b"/>
              <a:pathLst>
                <a:path w="3810" h="38100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38100">
                  <a:moveTo>
                    <a:pt x="381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2539"/>
                  </a:lnTo>
                  <a:close/>
                </a:path>
                <a:path w="3810" h="38100">
                  <a:moveTo>
                    <a:pt x="381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49"/>
                  </a:lnTo>
                  <a:close/>
                </a:path>
                <a:path w="3810" h="38100">
                  <a:moveTo>
                    <a:pt x="381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8889"/>
                  </a:lnTo>
                  <a:close/>
                </a:path>
                <a:path w="3810" h="38100">
                  <a:moveTo>
                    <a:pt x="3810" y="12699"/>
                  </a:moveTo>
                  <a:lnTo>
                    <a:pt x="0" y="12699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2699"/>
                  </a:lnTo>
                  <a:close/>
                </a:path>
                <a:path w="3810" h="38100">
                  <a:moveTo>
                    <a:pt x="3810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21589"/>
                  </a:lnTo>
                  <a:close/>
                </a:path>
                <a:path w="3810" h="38100">
                  <a:moveTo>
                    <a:pt x="3810" y="25399"/>
                  </a:moveTo>
                  <a:lnTo>
                    <a:pt x="0" y="25399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5399"/>
                  </a:lnTo>
                  <a:close/>
                </a:path>
                <a:path w="3810" h="38100">
                  <a:moveTo>
                    <a:pt x="3810" y="27939"/>
                  </a:moveTo>
                  <a:lnTo>
                    <a:pt x="0" y="2793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7939"/>
                  </a:lnTo>
                  <a:close/>
                </a:path>
                <a:path w="3810" h="38100">
                  <a:moveTo>
                    <a:pt x="3810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31749"/>
                  </a:lnTo>
                  <a:close/>
                </a:path>
                <a:path w="3810" h="38100">
                  <a:moveTo>
                    <a:pt x="3810" y="34289"/>
                  </a:moveTo>
                  <a:lnTo>
                    <a:pt x="0" y="34289"/>
                  </a:lnTo>
                  <a:lnTo>
                    <a:pt x="0" y="36829"/>
                  </a:lnTo>
                  <a:lnTo>
                    <a:pt x="1270" y="36829"/>
                  </a:lnTo>
                  <a:lnTo>
                    <a:pt x="1270" y="38099"/>
                  </a:lnTo>
                  <a:lnTo>
                    <a:pt x="3810" y="38099"/>
                  </a:lnTo>
                  <a:lnTo>
                    <a:pt x="3810" y="34289"/>
                  </a:lnTo>
                  <a:close/>
                </a:path>
              </a:pathLst>
            </a:custGeom>
            <a:solidFill>
              <a:srgbClr val="BB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4" name="object 3074"/>
            <p:cNvSpPr/>
            <p:nvPr/>
          </p:nvSpPr>
          <p:spPr>
            <a:xfrm>
              <a:off x="6485890" y="5441950"/>
              <a:ext cx="3810" cy="40640"/>
            </a:xfrm>
            <a:custGeom>
              <a:avLst/>
              <a:gdLst/>
              <a:ahLst/>
              <a:cxnLst/>
              <a:rect l="l" t="t" r="r" b="b"/>
              <a:pathLst>
                <a:path w="3810" h="40639">
                  <a:moveTo>
                    <a:pt x="3810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40639">
                  <a:moveTo>
                    <a:pt x="381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70"/>
                  </a:lnTo>
                  <a:close/>
                </a:path>
                <a:path w="3810" h="40639">
                  <a:moveTo>
                    <a:pt x="3810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3810"/>
                  </a:lnTo>
                  <a:close/>
                </a:path>
                <a:path w="3810" h="40639">
                  <a:moveTo>
                    <a:pt x="3810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7620"/>
                  </a:lnTo>
                  <a:close/>
                </a:path>
                <a:path w="3810" h="40639">
                  <a:moveTo>
                    <a:pt x="3810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10160"/>
                  </a:lnTo>
                  <a:close/>
                </a:path>
                <a:path w="3810" h="40639">
                  <a:moveTo>
                    <a:pt x="3810" y="13970"/>
                  </a:moveTo>
                  <a:lnTo>
                    <a:pt x="0" y="1397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3970"/>
                  </a:lnTo>
                  <a:close/>
                </a:path>
                <a:path w="3810" h="40639">
                  <a:moveTo>
                    <a:pt x="3810" y="22860"/>
                  </a:moveTo>
                  <a:lnTo>
                    <a:pt x="0" y="22860"/>
                  </a:lnTo>
                  <a:lnTo>
                    <a:pt x="0" y="26669"/>
                  </a:lnTo>
                  <a:lnTo>
                    <a:pt x="3810" y="26669"/>
                  </a:lnTo>
                  <a:lnTo>
                    <a:pt x="3810" y="22860"/>
                  </a:lnTo>
                  <a:close/>
                </a:path>
                <a:path w="3810" h="40639">
                  <a:moveTo>
                    <a:pt x="3810" y="26670"/>
                  </a:moveTo>
                  <a:lnTo>
                    <a:pt x="0" y="26670"/>
                  </a:lnTo>
                  <a:lnTo>
                    <a:pt x="0" y="29209"/>
                  </a:lnTo>
                  <a:lnTo>
                    <a:pt x="3810" y="29209"/>
                  </a:lnTo>
                  <a:lnTo>
                    <a:pt x="3810" y="26670"/>
                  </a:lnTo>
                  <a:close/>
                </a:path>
                <a:path w="3810" h="40639">
                  <a:moveTo>
                    <a:pt x="3810" y="29210"/>
                  </a:moveTo>
                  <a:lnTo>
                    <a:pt x="0" y="29210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9210"/>
                  </a:lnTo>
                  <a:close/>
                </a:path>
                <a:path w="3810" h="40639">
                  <a:moveTo>
                    <a:pt x="3810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33020"/>
                  </a:lnTo>
                  <a:close/>
                </a:path>
                <a:path w="3810" h="40639">
                  <a:moveTo>
                    <a:pt x="3810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5560"/>
                  </a:lnTo>
                  <a:close/>
                </a:path>
                <a:path w="3810" h="40639">
                  <a:moveTo>
                    <a:pt x="3810" y="39370"/>
                  </a:moveTo>
                  <a:lnTo>
                    <a:pt x="2539" y="39370"/>
                  </a:lnTo>
                  <a:lnTo>
                    <a:pt x="2539" y="40640"/>
                  </a:lnTo>
                  <a:lnTo>
                    <a:pt x="3810" y="40640"/>
                  </a:lnTo>
                  <a:lnTo>
                    <a:pt x="3810" y="39370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5" name="object 3075"/>
            <p:cNvSpPr/>
            <p:nvPr/>
          </p:nvSpPr>
          <p:spPr>
            <a:xfrm>
              <a:off x="6489700" y="5440680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810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  <a:path w="3810" h="41910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41910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10" h="41910">
                  <a:moveTo>
                    <a:pt x="381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890"/>
                  </a:lnTo>
                  <a:close/>
                </a:path>
                <a:path w="3810" h="41910">
                  <a:moveTo>
                    <a:pt x="381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30"/>
                  </a:lnTo>
                  <a:close/>
                </a:path>
                <a:path w="3810" h="41910">
                  <a:moveTo>
                    <a:pt x="3810" y="15240"/>
                  </a:moveTo>
                  <a:lnTo>
                    <a:pt x="0" y="1524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5240"/>
                  </a:lnTo>
                  <a:close/>
                </a:path>
                <a:path w="3810" h="41910">
                  <a:moveTo>
                    <a:pt x="3810" y="24130"/>
                  </a:moveTo>
                  <a:lnTo>
                    <a:pt x="0" y="24130"/>
                  </a:lnTo>
                  <a:lnTo>
                    <a:pt x="0" y="27940"/>
                  </a:lnTo>
                  <a:lnTo>
                    <a:pt x="3810" y="27940"/>
                  </a:lnTo>
                  <a:lnTo>
                    <a:pt x="3810" y="24130"/>
                  </a:lnTo>
                  <a:close/>
                </a:path>
                <a:path w="3810" h="41910">
                  <a:moveTo>
                    <a:pt x="3810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27940"/>
                  </a:lnTo>
                  <a:close/>
                </a:path>
                <a:path w="3810" h="41910">
                  <a:moveTo>
                    <a:pt x="3810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3810" y="34290"/>
                  </a:lnTo>
                  <a:lnTo>
                    <a:pt x="3810" y="30480"/>
                  </a:lnTo>
                  <a:close/>
                </a:path>
                <a:path w="3810" h="41910">
                  <a:moveTo>
                    <a:pt x="3810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4290"/>
                  </a:lnTo>
                  <a:close/>
                </a:path>
                <a:path w="3810" h="41910">
                  <a:moveTo>
                    <a:pt x="3810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3810" y="40640"/>
                  </a:lnTo>
                  <a:lnTo>
                    <a:pt x="3810" y="36830"/>
                  </a:lnTo>
                  <a:close/>
                </a:path>
                <a:path w="3810" h="41910">
                  <a:moveTo>
                    <a:pt x="3810" y="40640"/>
                  </a:moveTo>
                  <a:lnTo>
                    <a:pt x="0" y="40640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40640"/>
                  </a:lnTo>
                  <a:close/>
                </a:path>
              </a:pathLst>
            </a:custGeom>
            <a:solidFill>
              <a:srgbClr val="B6C1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6" name="object 3076"/>
            <p:cNvSpPr/>
            <p:nvPr/>
          </p:nvSpPr>
          <p:spPr>
            <a:xfrm>
              <a:off x="6493510" y="5439409"/>
              <a:ext cx="3810" cy="44450"/>
            </a:xfrm>
            <a:custGeom>
              <a:avLst/>
              <a:gdLst/>
              <a:ahLst/>
              <a:cxnLst/>
              <a:rect l="l" t="t" r="r" b="b"/>
              <a:pathLst>
                <a:path w="3810" h="44450">
                  <a:moveTo>
                    <a:pt x="3810" y="0"/>
                  </a:moveTo>
                  <a:lnTo>
                    <a:pt x="2539" y="0"/>
                  </a:lnTo>
                  <a:lnTo>
                    <a:pt x="2539" y="1269"/>
                  </a:lnTo>
                  <a:lnTo>
                    <a:pt x="0" y="1269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0"/>
                  </a:lnTo>
                  <a:close/>
                </a:path>
                <a:path w="3810" h="44450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10" h="44450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10" h="44450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10" h="44450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10" h="44450">
                  <a:moveTo>
                    <a:pt x="3810" y="16509"/>
                  </a:moveTo>
                  <a:lnTo>
                    <a:pt x="0" y="1650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16509"/>
                  </a:lnTo>
                  <a:close/>
                </a:path>
                <a:path w="3810" h="44450">
                  <a:moveTo>
                    <a:pt x="3810" y="25400"/>
                  </a:moveTo>
                  <a:lnTo>
                    <a:pt x="0" y="25400"/>
                  </a:lnTo>
                  <a:lnTo>
                    <a:pt x="0" y="29209"/>
                  </a:lnTo>
                  <a:lnTo>
                    <a:pt x="3810" y="29209"/>
                  </a:lnTo>
                  <a:lnTo>
                    <a:pt x="3810" y="25400"/>
                  </a:lnTo>
                  <a:close/>
                </a:path>
                <a:path w="3810" h="44450">
                  <a:moveTo>
                    <a:pt x="3810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9209"/>
                  </a:lnTo>
                  <a:close/>
                </a:path>
                <a:path w="3810" h="44450">
                  <a:moveTo>
                    <a:pt x="3810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31750"/>
                  </a:lnTo>
                  <a:close/>
                </a:path>
                <a:path w="3810" h="44450">
                  <a:moveTo>
                    <a:pt x="381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5559"/>
                  </a:lnTo>
                  <a:close/>
                </a:path>
                <a:path w="3810" h="44450">
                  <a:moveTo>
                    <a:pt x="381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8100"/>
                  </a:lnTo>
                  <a:close/>
                </a:path>
                <a:path w="3810" h="44450">
                  <a:moveTo>
                    <a:pt x="3810" y="41909"/>
                  </a:moveTo>
                  <a:lnTo>
                    <a:pt x="0" y="41909"/>
                  </a:lnTo>
                  <a:lnTo>
                    <a:pt x="0" y="43179"/>
                  </a:lnTo>
                  <a:lnTo>
                    <a:pt x="2539" y="43179"/>
                  </a:lnTo>
                  <a:lnTo>
                    <a:pt x="2539" y="44449"/>
                  </a:lnTo>
                  <a:lnTo>
                    <a:pt x="3810" y="44449"/>
                  </a:lnTo>
                  <a:lnTo>
                    <a:pt x="3810" y="41909"/>
                  </a:lnTo>
                  <a:close/>
                </a:path>
              </a:pathLst>
            </a:custGeom>
            <a:solidFill>
              <a:srgbClr val="B3BF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7" name="object 3077"/>
            <p:cNvSpPr/>
            <p:nvPr/>
          </p:nvSpPr>
          <p:spPr>
            <a:xfrm>
              <a:off x="6497320" y="5439409"/>
              <a:ext cx="3810" cy="45720"/>
            </a:xfrm>
            <a:custGeom>
              <a:avLst/>
              <a:gdLst/>
              <a:ahLst/>
              <a:cxnLst/>
              <a:rect l="l" t="t" r="r" b="b"/>
              <a:pathLst>
                <a:path w="3810" h="45720">
                  <a:moveTo>
                    <a:pt x="380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0"/>
                  </a:lnTo>
                  <a:close/>
                </a:path>
                <a:path w="3810" h="45720">
                  <a:moveTo>
                    <a:pt x="380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3809"/>
                  </a:lnTo>
                  <a:close/>
                </a:path>
                <a:path w="3810" h="45720">
                  <a:moveTo>
                    <a:pt x="380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6350"/>
                  </a:lnTo>
                  <a:close/>
                </a:path>
                <a:path w="3810" h="45720">
                  <a:moveTo>
                    <a:pt x="380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10159"/>
                  </a:lnTo>
                  <a:close/>
                </a:path>
                <a:path w="3810" h="45720">
                  <a:moveTo>
                    <a:pt x="380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2700"/>
                  </a:lnTo>
                  <a:close/>
                </a:path>
                <a:path w="3810" h="45720">
                  <a:moveTo>
                    <a:pt x="3809" y="16509"/>
                  </a:moveTo>
                  <a:lnTo>
                    <a:pt x="0" y="1650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16509"/>
                  </a:lnTo>
                  <a:close/>
                </a:path>
                <a:path w="3810" h="45720">
                  <a:moveTo>
                    <a:pt x="3809" y="25400"/>
                  </a:moveTo>
                  <a:lnTo>
                    <a:pt x="0" y="25400"/>
                  </a:lnTo>
                  <a:lnTo>
                    <a:pt x="0" y="29209"/>
                  </a:lnTo>
                  <a:lnTo>
                    <a:pt x="3809" y="29209"/>
                  </a:lnTo>
                  <a:lnTo>
                    <a:pt x="3809" y="25400"/>
                  </a:lnTo>
                  <a:close/>
                </a:path>
                <a:path w="3810" h="45720">
                  <a:moveTo>
                    <a:pt x="3809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9209"/>
                  </a:lnTo>
                  <a:close/>
                </a:path>
                <a:path w="3810" h="45720">
                  <a:moveTo>
                    <a:pt x="3809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31750"/>
                  </a:lnTo>
                  <a:close/>
                </a:path>
                <a:path w="3810" h="45720">
                  <a:moveTo>
                    <a:pt x="380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5559"/>
                  </a:lnTo>
                  <a:close/>
                </a:path>
                <a:path w="3810" h="45720">
                  <a:moveTo>
                    <a:pt x="380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8100"/>
                  </a:lnTo>
                  <a:close/>
                </a:path>
                <a:path w="3810" h="45720">
                  <a:moveTo>
                    <a:pt x="380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1909"/>
                  </a:lnTo>
                  <a:close/>
                </a:path>
                <a:path w="3810" h="45720">
                  <a:moveTo>
                    <a:pt x="3809" y="44450"/>
                  </a:moveTo>
                  <a:lnTo>
                    <a:pt x="2539" y="44450"/>
                  </a:lnTo>
                  <a:lnTo>
                    <a:pt x="2539" y="45719"/>
                  </a:lnTo>
                  <a:lnTo>
                    <a:pt x="3809" y="45719"/>
                  </a:lnTo>
                  <a:lnTo>
                    <a:pt x="3809" y="44450"/>
                  </a:lnTo>
                  <a:close/>
                </a:path>
              </a:pathLst>
            </a:custGeom>
            <a:solidFill>
              <a:srgbClr val="B1BD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8" name="object 3078"/>
            <p:cNvSpPr/>
            <p:nvPr/>
          </p:nvSpPr>
          <p:spPr>
            <a:xfrm>
              <a:off x="6501130" y="5438139"/>
              <a:ext cx="3810" cy="46990"/>
            </a:xfrm>
            <a:custGeom>
              <a:avLst/>
              <a:gdLst/>
              <a:ahLst/>
              <a:cxnLst/>
              <a:rect l="l" t="t" r="r" b="b"/>
              <a:pathLst>
                <a:path w="3809" h="46989">
                  <a:moveTo>
                    <a:pt x="38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  <a:path w="3809" h="46989">
                  <a:moveTo>
                    <a:pt x="381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70"/>
                  </a:lnTo>
                  <a:close/>
                </a:path>
                <a:path w="3809" h="46989">
                  <a:moveTo>
                    <a:pt x="3810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80"/>
                  </a:lnTo>
                  <a:close/>
                </a:path>
                <a:path w="3809" h="46989">
                  <a:moveTo>
                    <a:pt x="3810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20"/>
                  </a:lnTo>
                  <a:close/>
                </a:path>
                <a:path w="3809" h="46989">
                  <a:moveTo>
                    <a:pt x="3810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30"/>
                  </a:lnTo>
                  <a:close/>
                </a:path>
                <a:path w="3809" h="46989">
                  <a:moveTo>
                    <a:pt x="3810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70"/>
                  </a:lnTo>
                  <a:close/>
                </a:path>
                <a:path w="3809" h="46989">
                  <a:moveTo>
                    <a:pt x="3810" y="17780"/>
                  </a:moveTo>
                  <a:lnTo>
                    <a:pt x="0" y="17780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17780"/>
                  </a:lnTo>
                  <a:close/>
                </a:path>
                <a:path w="3809" h="46989">
                  <a:moveTo>
                    <a:pt x="3810" y="26670"/>
                  </a:moveTo>
                  <a:lnTo>
                    <a:pt x="0" y="2667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26670"/>
                  </a:lnTo>
                  <a:close/>
                </a:path>
                <a:path w="3809" h="46989">
                  <a:moveTo>
                    <a:pt x="3810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3810" y="33020"/>
                  </a:lnTo>
                  <a:lnTo>
                    <a:pt x="3810" y="30480"/>
                  </a:lnTo>
                  <a:close/>
                </a:path>
                <a:path w="3809" h="46989">
                  <a:moveTo>
                    <a:pt x="3810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3020"/>
                  </a:lnTo>
                  <a:close/>
                </a:path>
                <a:path w="3809" h="46989">
                  <a:moveTo>
                    <a:pt x="3810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10" y="39370"/>
                  </a:lnTo>
                  <a:lnTo>
                    <a:pt x="3810" y="36830"/>
                  </a:lnTo>
                  <a:close/>
                </a:path>
                <a:path w="3809" h="46989">
                  <a:moveTo>
                    <a:pt x="3810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39370"/>
                  </a:lnTo>
                  <a:close/>
                </a:path>
                <a:path w="3809" h="46989">
                  <a:moveTo>
                    <a:pt x="3810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3810" y="45720"/>
                  </a:lnTo>
                  <a:lnTo>
                    <a:pt x="3810" y="43180"/>
                  </a:lnTo>
                  <a:close/>
                </a:path>
                <a:path w="3809" h="46989">
                  <a:moveTo>
                    <a:pt x="3810" y="45720"/>
                  </a:moveTo>
                  <a:lnTo>
                    <a:pt x="0" y="45720"/>
                  </a:lnTo>
                  <a:lnTo>
                    <a:pt x="0" y="46990"/>
                  </a:lnTo>
                  <a:lnTo>
                    <a:pt x="3810" y="46990"/>
                  </a:lnTo>
                  <a:lnTo>
                    <a:pt x="3810" y="45720"/>
                  </a:lnTo>
                  <a:close/>
                </a:path>
              </a:pathLst>
            </a:custGeom>
            <a:solidFill>
              <a:srgbClr val="AEBA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9" name="object 3079"/>
            <p:cNvSpPr/>
            <p:nvPr/>
          </p:nvSpPr>
          <p:spPr>
            <a:xfrm>
              <a:off x="6504940" y="5438139"/>
              <a:ext cx="2540" cy="48260"/>
            </a:xfrm>
            <a:custGeom>
              <a:avLst/>
              <a:gdLst/>
              <a:ahLst/>
              <a:cxnLst/>
              <a:rect l="l" t="t" r="r" b="b"/>
              <a:pathLst>
                <a:path w="2540" h="48260">
                  <a:moveTo>
                    <a:pt x="2539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39" y="1270"/>
                  </a:lnTo>
                  <a:lnTo>
                    <a:pt x="2539" y="0"/>
                  </a:lnTo>
                  <a:close/>
                </a:path>
                <a:path w="2540" h="48260">
                  <a:moveTo>
                    <a:pt x="253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2539" y="5080"/>
                  </a:lnTo>
                  <a:lnTo>
                    <a:pt x="2539" y="1270"/>
                  </a:lnTo>
                  <a:close/>
                </a:path>
                <a:path w="2540" h="48260">
                  <a:moveTo>
                    <a:pt x="253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2539" y="7620"/>
                  </a:lnTo>
                  <a:lnTo>
                    <a:pt x="2539" y="5080"/>
                  </a:lnTo>
                  <a:close/>
                </a:path>
                <a:path w="2540" h="48260">
                  <a:moveTo>
                    <a:pt x="253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2539" y="11430"/>
                  </a:lnTo>
                  <a:lnTo>
                    <a:pt x="2539" y="7620"/>
                  </a:lnTo>
                  <a:close/>
                </a:path>
                <a:path w="2540" h="48260">
                  <a:moveTo>
                    <a:pt x="2539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2539" y="13970"/>
                  </a:lnTo>
                  <a:lnTo>
                    <a:pt x="2539" y="11430"/>
                  </a:lnTo>
                  <a:close/>
                </a:path>
                <a:path w="2540" h="48260">
                  <a:moveTo>
                    <a:pt x="2539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2539" y="17780"/>
                  </a:lnTo>
                  <a:lnTo>
                    <a:pt x="2539" y="13970"/>
                  </a:lnTo>
                  <a:close/>
                </a:path>
                <a:path w="2540" h="48260">
                  <a:moveTo>
                    <a:pt x="2539" y="17780"/>
                  </a:moveTo>
                  <a:lnTo>
                    <a:pt x="0" y="17780"/>
                  </a:lnTo>
                  <a:lnTo>
                    <a:pt x="0" y="26670"/>
                  </a:lnTo>
                  <a:lnTo>
                    <a:pt x="2539" y="26670"/>
                  </a:lnTo>
                  <a:lnTo>
                    <a:pt x="2539" y="17780"/>
                  </a:lnTo>
                  <a:close/>
                </a:path>
                <a:path w="2540" h="48260">
                  <a:moveTo>
                    <a:pt x="2539" y="26670"/>
                  </a:moveTo>
                  <a:lnTo>
                    <a:pt x="0" y="26670"/>
                  </a:lnTo>
                  <a:lnTo>
                    <a:pt x="0" y="30480"/>
                  </a:lnTo>
                  <a:lnTo>
                    <a:pt x="2539" y="30480"/>
                  </a:lnTo>
                  <a:lnTo>
                    <a:pt x="2539" y="26670"/>
                  </a:lnTo>
                  <a:close/>
                </a:path>
                <a:path w="2540" h="48260">
                  <a:moveTo>
                    <a:pt x="2539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2539" y="33020"/>
                  </a:lnTo>
                  <a:lnTo>
                    <a:pt x="2539" y="30480"/>
                  </a:lnTo>
                  <a:close/>
                </a:path>
                <a:path w="2540" h="48260">
                  <a:moveTo>
                    <a:pt x="2539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2539" y="36830"/>
                  </a:lnTo>
                  <a:lnTo>
                    <a:pt x="2539" y="33020"/>
                  </a:lnTo>
                  <a:close/>
                </a:path>
                <a:path w="2540" h="48260">
                  <a:moveTo>
                    <a:pt x="2539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2539" y="39370"/>
                  </a:lnTo>
                  <a:lnTo>
                    <a:pt x="2539" y="36830"/>
                  </a:lnTo>
                  <a:close/>
                </a:path>
                <a:path w="2540" h="48260">
                  <a:moveTo>
                    <a:pt x="2539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2539" y="43180"/>
                  </a:lnTo>
                  <a:lnTo>
                    <a:pt x="2539" y="39370"/>
                  </a:lnTo>
                  <a:close/>
                </a:path>
                <a:path w="2540" h="48260">
                  <a:moveTo>
                    <a:pt x="2539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2539" y="45720"/>
                  </a:lnTo>
                  <a:lnTo>
                    <a:pt x="2539" y="43180"/>
                  </a:lnTo>
                  <a:close/>
                </a:path>
                <a:path w="2540" h="48260">
                  <a:moveTo>
                    <a:pt x="2539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2539" y="48260"/>
                  </a:lnTo>
                  <a:lnTo>
                    <a:pt x="2539" y="45720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0" name="object 3080"/>
            <p:cNvSpPr/>
            <p:nvPr/>
          </p:nvSpPr>
          <p:spPr>
            <a:xfrm>
              <a:off x="6507480" y="5436870"/>
              <a:ext cx="3810" cy="50800"/>
            </a:xfrm>
            <a:custGeom>
              <a:avLst/>
              <a:gdLst/>
              <a:ahLst/>
              <a:cxnLst/>
              <a:rect l="l" t="t" r="r" b="b"/>
              <a:pathLst>
                <a:path w="3809" h="50800">
                  <a:moveTo>
                    <a:pt x="3810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09" h="50800">
                  <a:moveTo>
                    <a:pt x="381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2539"/>
                  </a:lnTo>
                  <a:close/>
                </a:path>
                <a:path w="3809" h="50800">
                  <a:moveTo>
                    <a:pt x="381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49"/>
                  </a:lnTo>
                  <a:close/>
                </a:path>
                <a:path w="3809" h="50800">
                  <a:moveTo>
                    <a:pt x="381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8889"/>
                  </a:lnTo>
                  <a:close/>
                </a:path>
                <a:path w="3809" h="50800">
                  <a:moveTo>
                    <a:pt x="381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2699"/>
                  </a:lnTo>
                  <a:close/>
                </a:path>
                <a:path w="3809" h="50800">
                  <a:moveTo>
                    <a:pt x="381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5239"/>
                  </a:lnTo>
                  <a:close/>
                </a:path>
                <a:path w="3809" h="50800">
                  <a:moveTo>
                    <a:pt x="3810" y="19049"/>
                  </a:moveTo>
                  <a:lnTo>
                    <a:pt x="0" y="19049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19049"/>
                  </a:lnTo>
                  <a:close/>
                </a:path>
                <a:path w="3809" h="50800">
                  <a:moveTo>
                    <a:pt x="3810" y="27939"/>
                  </a:moveTo>
                  <a:lnTo>
                    <a:pt x="0" y="2793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7939"/>
                  </a:lnTo>
                  <a:close/>
                </a:path>
                <a:path w="3809" h="50800">
                  <a:moveTo>
                    <a:pt x="3810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31749"/>
                  </a:lnTo>
                  <a:close/>
                </a:path>
                <a:path w="3809" h="50800">
                  <a:moveTo>
                    <a:pt x="3810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4289"/>
                  </a:lnTo>
                  <a:close/>
                </a:path>
                <a:path w="3809" h="50800">
                  <a:moveTo>
                    <a:pt x="381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8099"/>
                  </a:lnTo>
                  <a:close/>
                </a:path>
                <a:path w="3809" h="50800">
                  <a:moveTo>
                    <a:pt x="3810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0639"/>
                  </a:lnTo>
                  <a:close/>
                </a:path>
                <a:path w="3809" h="50800">
                  <a:moveTo>
                    <a:pt x="381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4449"/>
                  </a:lnTo>
                  <a:close/>
                </a:path>
                <a:path w="3809" h="50800">
                  <a:moveTo>
                    <a:pt x="3810" y="46989"/>
                  </a:moveTo>
                  <a:lnTo>
                    <a:pt x="0" y="46989"/>
                  </a:lnTo>
                  <a:lnTo>
                    <a:pt x="0" y="49529"/>
                  </a:lnTo>
                  <a:lnTo>
                    <a:pt x="2540" y="49529"/>
                  </a:lnTo>
                  <a:lnTo>
                    <a:pt x="2540" y="50799"/>
                  </a:lnTo>
                  <a:lnTo>
                    <a:pt x="3810" y="50799"/>
                  </a:lnTo>
                  <a:lnTo>
                    <a:pt x="3810" y="46989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1" name="object 3081"/>
            <p:cNvSpPr/>
            <p:nvPr/>
          </p:nvSpPr>
          <p:spPr>
            <a:xfrm>
              <a:off x="6511290" y="5435600"/>
              <a:ext cx="3810" cy="52069"/>
            </a:xfrm>
            <a:custGeom>
              <a:avLst/>
              <a:gdLst/>
              <a:ahLst/>
              <a:cxnLst/>
              <a:rect l="l" t="t" r="r" b="b"/>
              <a:pathLst>
                <a:path w="3809" h="52070">
                  <a:moveTo>
                    <a:pt x="3809" y="0"/>
                  </a:moveTo>
                  <a:lnTo>
                    <a:pt x="2539" y="0"/>
                  </a:lnTo>
                  <a:lnTo>
                    <a:pt x="2539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09" h="52070">
                  <a:moveTo>
                    <a:pt x="3809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1270"/>
                  </a:lnTo>
                  <a:close/>
                </a:path>
                <a:path w="3809" h="52070">
                  <a:moveTo>
                    <a:pt x="3809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3810"/>
                  </a:lnTo>
                  <a:close/>
                </a:path>
                <a:path w="3809" h="52070">
                  <a:moveTo>
                    <a:pt x="3809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7620"/>
                  </a:lnTo>
                  <a:close/>
                </a:path>
                <a:path w="3809" h="52070">
                  <a:moveTo>
                    <a:pt x="3809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10160"/>
                  </a:lnTo>
                  <a:close/>
                </a:path>
                <a:path w="3809" h="52070">
                  <a:moveTo>
                    <a:pt x="3809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3970"/>
                  </a:lnTo>
                  <a:close/>
                </a:path>
                <a:path w="3809" h="52070">
                  <a:moveTo>
                    <a:pt x="3809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6510"/>
                  </a:lnTo>
                  <a:close/>
                </a:path>
                <a:path w="3809" h="52070">
                  <a:moveTo>
                    <a:pt x="3809" y="20320"/>
                  </a:moveTo>
                  <a:lnTo>
                    <a:pt x="0" y="20320"/>
                  </a:lnTo>
                  <a:lnTo>
                    <a:pt x="0" y="29209"/>
                  </a:lnTo>
                  <a:lnTo>
                    <a:pt x="3809" y="29209"/>
                  </a:lnTo>
                  <a:lnTo>
                    <a:pt x="3809" y="20320"/>
                  </a:lnTo>
                  <a:close/>
                </a:path>
                <a:path w="3809" h="52070">
                  <a:moveTo>
                    <a:pt x="3809" y="29210"/>
                  </a:moveTo>
                  <a:lnTo>
                    <a:pt x="0" y="29210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9210"/>
                  </a:lnTo>
                  <a:close/>
                </a:path>
                <a:path w="3809" h="52070">
                  <a:moveTo>
                    <a:pt x="3809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33020"/>
                  </a:lnTo>
                  <a:close/>
                </a:path>
                <a:path w="3809" h="52070">
                  <a:moveTo>
                    <a:pt x="3809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5560"/>
                  </a:lnTo>
                  <a:close/>
                </a:path>
                <a:path w="3809" h="52070">
                  <a:moveTo>
                    <a:pt x="3809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9370"/>
                  </a:lnTo>
                  <a:close/>
                </a:path>
                <a:path w="3809" h="52070">
                  <a:moveTo>
                    <a:pt x="3809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41910"/>
                  </a:lnTo>
                  <a:close/>
                </a:path>
                <a:path w="3809" h="52070">
                  <a:moveTo>
                    <a:pt x="3809" y="45720"/>
                  </a:moveTo>
                  <a:lnTo>
                    <a:pt x="0" y="45720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45720"/>
                  </a:lnTo>
                  <a:close/>
                </a:path>
                <a:path w="3809" h="52070">
                  <a:moveTo>
                    <a:pt x="3809" y="48260"/>
                  </a:moveTo>
                  <a:lnTo>
                    <a:pt x="0" y="48260"/>
                  </a:lnTo>
                  <a:lnTo>
                    <a:pt x="0" y="52069"/>
                  </a:lnTo>
                  <a:lnTo>
                    <a:pt x="3809" y="52069"/>
                  </a:lnTo>
                  <a:lnTo>
                    <a:pt x="3809" y="48260"/>
                  </a:lnTo>
                  <a:close/>
                </a:path>
              </a:pathLst>
            </a:custGeom>
            <a:solidFill>
              <a:srgbClr val="A6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2" name="object 3082"/>
            <p:cNvSpPr/>
            <p:nvPr/>
          </p:nvSpPr>
          <p:spPr>
            <a:xfrm>
              <a:off x="6515100" y="5434330"/>
              <a:ext cx="3810" cy="54610"/>
            </a:xfrm>
            <a:custGeom>
              <a:avLst/>
              <a:gdLst/>
              <a:ahLst/>
              <a:cxnLst/>
              <a:rect l="l" t="t" r="r" b="b"/>
              <a:pathLst>
                <a:path w="3809" h="54610">
                  <a:moveTo>
                    <a:pt x="3809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09" y="2540"/>
                  </a:lnTo>
                  <a:lnTo>
                    <a:pt x="3809" y="0"/>
                  </a:lnTo>
                  <a:close/>
                </a:path>
                <a:path w="3809" h="54610">
                  <a:moveTo>
                    <a:pt x="380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2540"/>
                  </a:lnTo>
                  <a:close/>
                </a:path>
                <a:path w="3809" h="54610">
                  <a:moveTo>
                    <a:pt x="380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09" y="8890"/>
                  </a:lnTo>
                  <a:lnTo>
                    <a:pt x="3809" y="5080"/>
                  </a:lnTo>
                  <a:close/>
                </a:path>
                <a:path w="3809" h="54610">
                  <a:moveTo>
                    <a:pt x="380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8890"/>
                  </a:lnTo>
                  <a:close/>
                </a:path>
                <a:path w="3809" h="54610">
                  <a:moveTo>
                    <a:pt x="3809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09" y="15240"/>
                  </a:lnTo>
                  <a:lnTo>
                    <a:pt x="3809" y="11430"/>
                  </a:lnTo>
                  <a:close/>
                </a:path>
                <a:path w="3809" h="54610">
                  <a:moveTo>
                    <a:pt x="3809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5240"/>
                  </a:lnTo>
                  <a:close/>
                </a:path>
                <a:path w="3809" h="54610">
                  <a:moveTo>
                    <a:pt x="3809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09" y="21590"/>
                  </a:lnTo>
                  <a:lnTo>
                    <a:pt x="3809" y="17780"/>
                  </a:lnTo>
                  <a:close/>
                </a:path>
                <a:path w="3809" h="54610">
                  <a:moveTo>
                    <a:pt x="3809" y="21590"/>
                  </a:moveTo>
                  <a:lnTo>
                    <a:pt x="0" y="21590"/>
                  </a:lnTo>
                  <a:lnTo>
                    <a:pt x="0" y="30480"/>
                  </a:lnTo>
                  <a:lnTo>
                    <a:pt x="3809" y="30480"/>
                  </a:lnTo>
                  <a:lnTo>
                    <a:pt x="3809" y="21590"/>
                  </a:lnTo>
                  <a:close/>
                </a:path>
                <a:path w="3809" h="54610">
                  <a:moveTo>
                    <a:pt x="3809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3809" y="34290"/>
                  </a:lnTo>
                  <a:lnTo>
                    <a:pt x="3809" y="30480"/>
                  </a:lnTo>
                  <a:close/>
                </a:path>
                <a:path w="3809" h="54610">
                  <a:moveTo>
                    <a:pt x="3809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4290"/>
                  </a:lnTo>
                  <a:close/>
                </a:path>
                <a:path w="3809" h="54610">
                  <a:moveTo>
                    <a:pt x="3809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3809" y="40640"/>
                  </a:lnTo>
                  <a:lnTo>
                    <a:pt x="3809" y="36830"/>
                  </a:lnTo>
                  <a:close/>
                </a:path>
                <a:path w="3809" h="54610">
                  <a:moveTo>
                    <a:pt x="3809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3809" y="43180"/>
                  </a:lnTo>
                  <a:lnTo>
                    <a:pt x="3809" y="40640"/>
                  </a:lnTo>
                  <a:close/>
                </a:path>
                <a:path w="3809" h="54610">
                  <a:moveTo>
                    <a:pt x="3809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3809" y="46990"/>
                  </a:lnTo>
                  <a:lnTo>
                    <a:pt x="3809" y="43180"/>
                  </a:lnTo>
                  <a:close/>
                </a:path>
                <a:path w="3809" h="54610">
                  <a:moveTo>
                    <a:pt x="3809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3809" y="49530"/>
                  </a:lnTo>
                  <a:lnTo>
                    <a:pt x="3809" y="46990"/>
                  </a:lnTo>
                  <a:close/>
                </a:path>
                <a:path w="3809" h="54610">
                  <a:moveTo>
                    <a:pt x="3809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3809" y="53340"/>
                  </a:lnTo>
                  <a:lnTo>
                    <a:pt x="3809" y="49530"/>
                  </a:lnTo>
                  <a:close/>
                </a:path>
                <a:path w="3809" h="54610">
                  <a:moveTo>
                    <a:pt x="3809" y="53340"/>
                  </a:moveTo>
                  <a:lnTo>
                    <a:pt x="2540" y="53340"/>
                  </a:lnTo>
                  <a:lnTo>
                    <a:pt x="2540" y="54610"/>
                  </a:lnTo>
                  <a:lnTo>
                    <a:pt x="3809" y="54610"/>
                  </a:lnTo>
                  <a:lnTo>
                    <a:pt x="3809" y="53340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3" name="object 3083"/>
            <p:cNvSpPr/>
            <p:nvPr/>
          </p:nvSpPr>
          <p:spPr>
            <a:xfrm>
              <a:off x="6518910" y="5434330"/>
              <a:ext cx="3810" cy="54610"/>
            </a:xfrm>
            <a:custGeom>
              <a:avLst/>
              <a:gdLst/>
              <a:ahLst/>
              <a:cxnLst/>
              <a:rect l="l" t="t" r="r" b="b"/>
              <a:pathLst>
                <a:path w="3809" h="5461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  <a:path w="3809" h="54610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09" h="54610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09" h="54610">
                  <a:moveTo>
                    <a:pt x="381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890"/>
                  </a:lnTo>
                  <a:close/>
                </a:path>
                <a:path w="3809" h="54610">
                  <a:moveTo>
                    <a:pt x="381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30"/>
                  </a:lnTo>
                  <a:close/>
                </a:path>
                <a:path w="3809" h="54610">
                  <a:moveTo>
                    <a:pt x="381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40"/>
                  </a:lnTo>
                  <a:close/>
                </a:path>
                <a:path w="3809" h="54610">
                  <a:moveTo>
                    <a:pt x="3810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80"/>
                  </a:lnTo>
                  <a:close/>
                </a:path>
                <a:path w="3809" h="54610">
                  <a:moveTo>
                    <a:pt x="3810" y="21590"/>
                  </a:moveTo>
                  <a:lnTo>
                    <a:pt x="0" y="2159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21590"/>
                  </a:lnTo>
                  <a:close/>
                </a:path>
                <a:path w="3809" h="54610">
                  <a:moveTo>
                    <a:pt x="3810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3810" y="34290"/>
                  </a:lnTo>
                  <a:lnTo>
                    <a:pt x="3810" y="30480"/>
                  </a:lnTo>
                  <a:close/>
                </a:path>
                <a:path w="3809" h="54610">
                  <a:moveTo>
                    <a:pt x="3810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4290"/>
                  </a:lnTo>
                  <a:close/>
                </a:path>
                <a:path w="3809" h="54610">
                  <a:moveTo>
                    <a:pt x="3810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3810" y="40640"/>
                  </a:lnTo>
                  <a:lnTo>
                    <a:pt x="3810" y="36830"/>
                  </a:lnTo>
                  <a:close/>
                </a:path>
                <a:path w="3809" h="54610">
                  <a:moveTo>
                    <a:pt x="3810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40640"/>
                  </a:lnTo>
                  <a:close/>
                </a:path>
                <a:path w="3809" h="54610">
                  <a:moveTo>
                    <a:pt x="3810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3810" y="46990"/>
                  </a:lnTo>
                  <a:lnTo>
                    <a:pt x="3810" y="43180"/>
                  </a:lnTo>
                  <a:close/>
                </a:path>
                <a:path w="3809" h="54610">
                  <a:moveTo>
                    <a:pt x="3810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6990"/>
                  </a:lnTo>
                  <a:close/>
                </a:path>
                <a:path w="3809" h="54610">
                  <a:moveTo>
                    <a:pt x="3810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3810" y="53340"/>
                  </a:lnTo>
                  <a:lnTo>
                    <a:pt x="3810" y="49530"/>
                  </a:lnTo>
                  <a:close/>
                </a:path>
                <a:path w="3809" h="54610">
                  <a:moveTo>
                    <a:pt x="3810" y="53340"/>
                  </a:moveTo>
                  <a:lnTo>
                    <a:pt x="0" y="53340"/>
                  </a:lnTo>
                  <a:lnTo>
                    <a:pt x="0" y="54610"/>
                  </a:lnTo>
                  <a:lnTo>
                    <a:pt x="3810" y="54610"/>
                  </a:lnTo>
                  <a:lnTo>
                    <a:pt x="3810" y="53340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4" name="object 3084"/>
            <p:cNvSpPr/>
            <p:nvPr/>
          </p:nvSpPr>
          <p:spPr>
            <a:xfrm>
              <a:off x="6522720" y="5434330"/>
              <a:ext cx="3810" cy="55880"/>
            </a:xfrm>
            <a:custGeom>
              <a:avLst/>
              <a:gdLst/>
              <a:ahLst/>
              <a:cxnLst/>
              <a:rect l="l" t="t" r="r" b="b"/>
              <a:pathLst>
                <a:path w="3809" h="55879">
                  <a:moveTo>
                    <a:pt x="380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09" y="2540"/>
                  </a:lnTo>
                  <a:lnTo>
                    <a:pt x="3809" y="0"/>
                  </a:lnTo>
                  <a:close/>
                </a:path>
                <a:path w="3809" h="55879">
                  <a:moveTo>
                    <a:pt x="380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2540"/>
                  </a:lnTo>
                  <a:close/>
                </a:path>
                <a:path w="3809" h="55879">
                  <a:moveTo>
                    <a:pt x="380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09" y="8890"/>
                  </a:lnTo>
                  <a:lnTo>
                    <a:pt x="3809" y="5080"/>
                  </a:lnTo>
                  <a:close/>
                </a:path>
                <a:path w="3809" h="55879">
                  <a:moveTo>
                    <a:pt x="380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8890"/>
                  </a:lnTo>
                  <a:close/>
                </a:path>
                <a:path w="3809" h="55879">
                  <a:moveTo>
                    <a:pt x="3809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09" y="15240"/>
                  </a:lnTo>
                  <a:lnTo>
                    <a:pt x="3809" y="11430"/>
                  </a:lnTo>
                  <a:close/>
                </a:path>
                <a:path w="3809" h="55879">
                  <a:moveTo>
                    <a:pt x="3809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5240"/>
                  </a:lnTo>
                  <a:close/>
                </a:path>
                <a:path w="3809" h="55879">
                  <a:moveTo>
                    <a:pt x="3809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09" y="21590"/>
                  </a:lnTo>
                  <a:lnTo>
                    <a:pt x="3809" y="17780"/>
                  </a:lnTo>
                  <a:close/>
                </a:path>
                <a:path w="3809" h="55879">
                  <a:moveTo>
                    <a:pt x="3809" y="21590"/>
                  </a:moveTo>
                  <a:lnTo>
                    <a:pt x="0" y="21590"/>
                  </a:lnTo>
                  <a:lnTo>
                    <a:pt x="0" y="30480"/>
                  </a:lnTo>
                  <a:lnTo>
                    <a:pt x="3809" y="30480"/>
                  </a:lnTo>
                  <a:lnTo>
                    <a:pt x="3809" y="21590"/>
                  </a:lnTo>
                  <a:close/>
                </a:path>
                <a:path w="3809" h="55879">
                  <a:moveTo>
                    <a:pt x="3809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3809" y="34290"/>
                  </a:lnTo>
                  <a:lnTo>
                    <a:pt x="3809" y="30480"/>
                  </a:lnTo>
                  <a:close/>
                </a:path>
                <a:path w="3809" h="55879">
                  <a:moveTo>
                    <a:pt x="3809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4290"/>
                  </a:lnTo>
                  <a:close/>
                </a:path>
                <a:path w="3809" h="55879">
                  <a:moveTo>
                    <a:pt x="3809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3809" y="40640"/>
                  </a:lnTo>
                  <a:lnTo>
                    <a:pt x="3809" y="36830"/>
                  </a:lnTo>
                  <a:close/>
                </a:path>
                <a:path w="3809" h="55879">
                  <a:moveTo>
                    <a:pt x="3809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3809" y="43180"/>
                  </a:lnTo>
                  <a:lnTo>
                    <a:pt x="3809" y="40640"/>
                  </a:lnTo>
                  <a:close/>
                </a:path>
                <a:path w="3809" h="55879">
                  <a:moveTo>
                    <a:pt x="3809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3809" y="46990"/>
                  </a:lnTo>
                  <a:lnTo>
                    <a:pt x="3809" y="43180"/>
                  </a:lnTo>
                  <a:close/>
                </a:path>
                <a:path w="3809" h="55879">
                  <a:moveTo>
                    <a:pt x="3809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3809" y="49530"/>
                  </a:lnTo>
                  <a:lnTo>
                    <a:pt x="3809" y="46990"/>
                  </a:lnTo>
                  <a:close/>
                </a:path>
                <a:path w="3809" h="55879">
                  <a:moveTo>
                    <a:pt x="3809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3809" y="53340"/>
                  </a:lnTo>
                  <a:lnTo>
                    <a:pt x="3809" y="49530"/>
                  </a:lnTo>
                  <a:close/>
                </a:path>
                <a:path w="3809" h="55879">
                  <a:moveTo>
                    <a:pt x="3809" y="53340"/>
                  </a:moveTo>
                  <a:lnTo>
                    <a:pt x="0" y="53340"/>
                  </a:lnTo>
                  <a:lnTo>
                    <a:pt x="0" y="54610"/>
                  </a:lnTo>
                  <a:lnTo>
                    <a:pt x="1270" y="54610"/>
                  </a:lnTo>
                  <a:lnTo>
                    <a:pt x="1270" y="55880"/>
                  </a:lnTo>
                  <a:lnTo>
                    <a:pt x="3809" y="55880"/>
                  </a:lnTo>
                  <a:lnTo>
                    <a:pt x="3809" y="53340"/>
                  </a:lnTo>
                  <a:close/>
                </a:path>
              </a:pathLst>
            </a:custGeom>
            <a:solidFill>
              <a:srgbClr val="9EAD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5" name="object 3085"/>
            <p:cNvSpPr/>
            <p:nvPr/>
          </p:nvSpPr>
          <p:spPr>
            <a:xfrm>
              <a:off x="6526530" y="5434330"/>
              <a:ext cx="2540" cy="55880"/>
            </a:xfrm>
            <a:custGeom>
              <a:avLst/>
              <a:gdLst/>
              <a:ahLst/>
              <a:cxnLst/>
              <a:rect l="l" t="t" r="r" b="b"/>
              <a:pathLst>
                <a:path w="2540" h="55879">
                  <a:moveTo>
                    <a:pt x="254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540" y="2540"/>
                  </a:lnTo>
                  <a:lnTo>
                    <a:pt x="2540" y="0"/>
                  </a:lnTo>
                  <a:close/>
                </a:path>
                <a:path w="2540" h="55879">
                  <a:moveTo>
                    <a:pt x="254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2540"/>
                  </a:lnTo>
                  <a:close/>
                </a:path>
                <a:path w="2540" h="55879">
                  <a:moveTo>
                    <a:pt x="254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2540" y="8890"/>
                  </a:lnTo>
                  <a:lnTo>
                    <a:pt x="2540" y="5080"/>
                  </a:lnTo>
                  <a:close/>
                </a:path>
                <a:path w="2540" h="55879">
                  <a:moveTo>
                    <a:pt x="254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8890"/>
                  </a:lnTo>
                  <a:close/>
                </a:path>
                <a:path w="2540" h="55879">
                  <a:moveTo>
                    <a:pt x="254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2540" y="15240"/>
                  </a:lnTo>
                  <a:lnTo>
                    <a:pt x="2540" y="11430"/>
                  </a:lnTo>
                  <a:close/>
                </a:path>
                <a:path w="2540" h="55879">
                  <a:moveTo>
                    <a:pt x="254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2540" y="17780"/>
                  </a:lnTo>
                  <a:lnTo>
                    <a:pt x="2540" y="15240"/>
                  </a:lnTo>
                  <a:close/>
                </a:path>
                <a:path w="2540" h="55879">
                  <a:moveTo>
                    <a:pt x="2540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2540" y="21590"/>
                  </a:lnTo>
                  <a:lnTo>
                    <a:pt x="2540" y="17780"/>
                  </a:lnTo>
                  <a:close/>
                </a:path>
                <a:path w="2540" h="55879">
                  <a:moveTo>
                    <a:pt x="2540" y="21590"/>
                  </a:moveTo>
                  <a:lnTo>
                    <a:pt x="0" y="21590"/>
                  </a:lnTo>
                  <a:lnTo>
                    <a:pt x="0" y="30480"/>
                  </a:lnTo>
                  <a:lnTo>
                    <a:pt x="2540" y="30480"/>
                  </a:lnTo>
                  <a:lnTo>
                    <a:pt x="2540" y="21590"/>
                  </a:lnTo>
                  <a:close/>
                </a:path>
                <a:path w="2540" h="55879">
                  <a:moveTo>
                    <a:pt x="2540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2540" y="34290"/>
                  </a:lnTo>
                  <a:lnTo>
                    <a:pt x="2540" y="30480"/>
                  </a:lnTo>
                  <a:close/>
                </a:path>
                <a:path w="2540" h="55879">
                  <a:moveTo>
                    <a:pt x="2540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2540" y="36830"/>
                  </a:lnTo>
                  <a:lnTo>
                    <a:pt x="2540" y="34290"/>
                  </a:lnTo>
                  <a:close/>
                </a:path>
                <a:path w="2540" h="55879">
                  <a:moveTo>
                    <a:pt x="2540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2540" y="40640"/>
                  </a:lnTo>
                  <a:lnTo>
                    <a:pt x="2540" y="36830"/>
                  </a:lnTo>
                  <a:close/>
                </a:path>
                <a:path w="2540" h="55879">
                  <a:moveTo>
                    <a:pt x="2540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2540" y="43180"/>
                  </a:lnTo>
                  <a:lnTo>
                    <a:pt x="2540" y="40640"/>
                  </a:lnTo>
                  <a:close/>
                </a:path>
                <a:path w="2540" h="55879">
                  <a:moveTo>
                    <a:pt x="2540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2540" y="46990"/>
                  </a:lnTo>
                  <a:lnTo>
                    <a:pt x="2540" y="43180"/>
                  </a:lnTo>
                  <a:close/>
                </a:path>
                <a:path w="2540" h="55879">
                  <a:moveTo>
                    <a:pt x="2540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2540" y="49530"/>
                  </a:lnTo>
                  <a:lnTo>
                    <a:pt x="2540" y="46990"/>
                  </a:lnTo>
                  <a:close/>
                </a:path>
                <a:path w="2540" h="55879">
                  <a:moveTo>
                    <a:pt x="2540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2540" y="53340"/>
                  </a:lnTo>
                  <a:lnTo>
                    <a:pt x="2540" y="49530"/>
                  </a:lnTo>
                  <a:close/>
                </a:path>
                <a:path w="2540" h="55879">
                  <a:moveTo>
                    <a:pt x="2540" y="53340"/>
                  </a:moveTo>
                  <a:lnTo>
                    <a:pt x="0" y="53340"/>
                  </a:lnTo>
                  <a:lnTo>
                    <a:pt x="0" y="55880"/>
                  </a:lnTo>
                  <a:lnTo>
                    <a:pt x="2540" y="55880"/>
                  </a:lnTo>
                  <a:lnTo>
                    <a:pt x="2540" y="53340"/>
                  </a:lnTo>
                  <a:close/>
                </a:path>
              </a:pathLst>
            </a:custGeom>
            <a:solidFill>
              <a:srgbClr val="9CAB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6" name="object 3086"/>
            <p:cNvSpPr/>
            <p:nvPr/>
          </p:nvSpPr>
          <p:spPr>
            <a:xfrm>
              <a:off x="6529070" y="5434330"/>
              <a:ext cx="3810" cy="55880"/>
            </a:xfrm>
            <a:custGeom>
              <a:avLst/>
              <a:gdLst/>
              <a:ahLst/>
              <a:cxnLst/>
              <a:rect l="l" t="t" r="r" b="b"/>
              <a:pathLst>
                <a:path w="3809" h="55879">
                  <a:moveTo>
                    <a:pt x="380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09" y="2540"/>
                  </a:lnTo>
                  <a:lnTo>
                    <a:pt x="3809" y="0"/>
                  </a:lnTo>
                  <a:close/>
                </a:path>
                <a:path w="3809" h="55879">
                  <a:moveTo>
                    <a:pt x="380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2540"/>
                  </a:lnTo>
                  <a:close/>
                </a:path>
                <a:path w="3809" h="55879">
                  <a:moveTo>
                    <a:pt x="380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09" y="8890"/>
                  </a:lnTo>
                  <a:lnTo>
                    <a:pt x="3809" y="5080"/>
                  </a:lnTo>
                  <a:close/>
                </a:path>
                <a:path w="3809" h="55879">
                  <a:moveTo>
                    <a:pt x="380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8890"/>
                  </a:lnTo>
                  <a:close/>
                </a:path>
                <a:path w="3809" h="55879">
                  <a:moveTo>
                    <a:pt x="3809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09" y="15240"/>
                  </a:lnTo>
                  <a:lnTo>
                    <a:pt x="3809" y="11430"/>
                  </a:lnTo>
                  <a:close/>
                </a:path>
                <a:path w="3809" h="55879">
                  <a:moveTo>
                    <a:pt x="3809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5240"/>
                  </a:lnTo>
                  <a:close/>
                </a:path>
                <a:path w="3809" h="55879">
                  <a:moveTo>
                    <a:pt x="3809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09" y="21590"/>
                  </a:lnTo>
                  <a:lnTo>
                    <a:pt x="3809" y="17780"/>
                  </a:lnTo>
                  <a:close/>
                </a:path>
                <a:path w="3809" h="55879">
                  <a:moveTo>
                    <a:pt x="3809" y="21590"/>
                  </a:moveTo>
                  <a:lnTo>
                    <a:pt x="0" y="21590"/>
                  </a:lnTo>
                  <a:lnTo>
                    <a:pt x="0" y="30480"/>
                  </a:lnTo>
                  <a:lnTo>
                    <a:pt x="3809" y="30480"/>
                  </a:lnTo>
                  <a:lnTo>
                    <a:pt x="3809" y="21590"/>
                  </a:lnTo>
                  <a:close/>
                </a:path>
                <a:path w="3809" h="55879">
                  <a:moveTo>
                    <a:pt x="3809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3809" y="34290"/>
                  </a:lnTo>
                  <a:lnTo>
                    <a:pt x="3809" y="30480"/>
                  </a:lnTo>
                  <a:close/>
                </a:path>
                <a:path w="3809" h="55879">
                  <a:moveTo>
                    <a:pt x="3809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4290"/>
                  </a:lnTo>
                  <a:close/>
                </a:path>
                <a:path w="3809" h="55879">
                  <a:moveTo>
                    <a:pt x="3809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3809" y="40640"/>
                  </a:lnTo>
                  <a:lnTo>
                    <a:pt x="3809" y="36830"/>
                  </a:lnTo>
                  <a:close/>
                </a:path>
                <a:path w="3809" h="55879">
                  <a:moveTo>
                    <a:pt x="3809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3809" y="43180"/>
                  </a:lnTo>
                  <a:lnTo>
                    <a:pt x="3809" y="40640"/>
                  </a:lnTo>
                  <a:close/>
                </a:path>
                <a:path w="3809" h="55879">
                  <a:moveTo>
                    <a:pt x="3809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3809" y="46990"/>
                  </a:lnTo>
                  <a:lnTo>
                    <a:pt x="3809" y="43180"/>
                  </a:lnTo>
                  <a:close/>
                </a:path>
                <a:path w="3809" h="55879">
                  <a:moveTo>
                    <a:pt x="3809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3809" y="49530"/>
                  </a:lnTo>
                  <a:lnTo>
                    <a:pt x="3809" y="46990"/>
                  </a:lnTo>
                  <a:close/>
                </a:path>
                <a:path w="3809" h="55879">
                  <a:moveTo>
                    <a:pt x="3809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3809" y="53340"/>
                  </a:lnTo>
                  <a:lnTo>
                    <a:pt x="3809" y="49530"/>
                  </a:lnTo>
                  <a:close/>
                </a:path>
                <a:path w="3809" h="55879">
                  <a:moveTo>
                    <a:pt x="3809" y="53340"/>
                  </a:moveTo>
                  <a:lnTo>
                    <a:pt x="0" y="53340"/>
                  </a:lnTo>
                  <a:lnTo>
                    <a:pt x="0" y="55880"/>
                  </a:lnTo>
                  <a:lnTo>
                    <a:pt x="3809" y="55880"/>
                  </a:lnTo>
                  <a:lnTo>
                    <a:pt x="3809" y="53340"/>
                  </a:lnTo>
                  <a:close/>
                </a:path>
              </a:pathLst>
            </a:custGeom>
            <a:solidFill>
              <a:srgbClr val="99A8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7" name="object 3087"/>
            <p:cNvSpPr/>
            <p:nvPr/>
          </p:nvSpPr>
          <p:spPr>
            <a:xfrm>
              <a:off x="6532880" y="5433059"/>
              <a:ext cx="3810" cy="57150"/>
            </a:xfrm>
            <a:custGeom>
              <a:avLst/>
              <a:gdLst/>
              <a:ahLst/>
              <a:cxnLst/>
              <a:rect l="l" t="t" r="r" b="b"/>
              <a:pathLst>
                <a:path w="3809" h="57150">
                  <a:moveTo>
                    <a:pt x="3810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0" y="1269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0"/>
                  </a:lnTo>
                  <a:close/>
                </a:path>
                <a:path w="3809" h="57150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09" h="57150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09" h="57150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09" h="57150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09" h="57150">
                  <a:moveTo>
                    <a:pt x="381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6509"/>
                  </a:lnTo>
                  <a:close/>
                </a:path>
                <a:path w="3809" h="57150">
                  <a:moveTo>
                    <a:pt x="381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9050"/>
                  </a:lnTo>
                  <a:close/>
                </a:path>
                <a:path w="3809" h="57150">
                  <a:moveTo>
                    <a:pt x="3810" y="22859"/>
                  </a:moveTo>
                  <a:lnTo>
                    <a:pt x="0" y="2285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2859"/>
                  </a:lnTo>
                  <a:close/>
                </a:path>
                <a:path w="3809" h="57150">
                  <a:moveTo>
                    <a:pt x="3810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31750"/>
                  </a:lnTo>
                  <a:close/>
                </a:path>
                <a:path w="3809" h="57150">
                  <a:moveTo>
                    <a:pt x="381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5559"/>
                  </a:lnTo>
                  <a:close/>
                </a:path>
                <a:path w="3809" h="57150">
                  <a:moveTo>
                    <a:pt x="381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8100"/>
                  </a:lnTo>
                  <a:close/>
                </a:path>
                <a:path w="3809" h="57150">
                  <a:moveTo>
                    <a:pt x="381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1909"/>
                  </a:lnTo>
                  <a:close/>
                </a:path>
                <a:path w="3809" h="57150">
                  <a:moveTo>
                    <a:pt x="381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4450"/>
                  </a:lnTo>
                  <a:close/>
                </a:path>
                <a:path w="3809" h="57150">
                  <a:moveTo>
                    <a:pt x="3810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8259"/>
                  </a:lnTo>
                  <a:close/>
                </a:path>
                <a:path w="3809" h="57150">
                  <a:moveTo>
                    <a:pt x="3810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0800"/>
                  </a:lnTo>
                  <a:close/>
                </a:path>
                <a:path w="3809" h="57150">
                  <a:moveTo>
                    <a:pt x="3810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4609"/>
                  </a:lnTo>
                  <a:close/>
                </a:path>
              </a:pathLst>
            </a:custGeom>
            <a:solidFill>
              <a:srgbClr val="96A6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8" name="object 3088"/>
            <p:cNvSpPr/>
            <p:nvPr/>
          </p:nvSpPr>
          <p:spPr>
            <a:xfrm>
              <a:off x="6536690" y="5433059"/>
              <a:ext cx="3810" cy="57150"/>
            </a:xfrm>
            <a:custGeom>
              <a:avLst/>
              <a:gdLst/>
              <a:ahLst/>
              <a:cxnLst/>
              <a:rect l="l" t="t" r="r" b="b"/>
              <a:pathLst>
                <a:path w="3809" h="57150">
                  <a:moveTo>
                    <a:pt x="380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0"/>
                  </a:lnTo>
                  <a:close/>
                </a:path>
                <a:path w="3809" h="57150">
                  <a:moveTo>
                    <a:pt x="380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3809"/>
                  </a:lnTo>
                  <a:close/>
                </a:path>
                <a:path w="3809" h="57150">
                  <a:moveTo>
                    <a:pt x="380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6350"/>
                  </a:lnTo>
                  <a:close/>
                </a:path>
                <a:path w="3809" h="57150">
                  <a:moveTo>
                    <a:pt x="380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10159"/>
                  </a:lnTo>
                  <a:close/>
                </a:path>
                <a:path w="3809" h="57150">
                  <a:moveTo>
                    <a:pt x="380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2700"/>
                  </a:lnTo>
                  <a:close/>
                </a:path>
                <a:path w="3809" h="57150">
                  <a:moveTo>
                    <a:pt x="380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6509"/>
                  </a:lnTo>
                  <a:close/>
                </a:path>
                <a:path w="3809" h="57150">
                  <a:moveTo>
                    <a:pt x="380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19050"/>
                  </a:lnTo>
                  <a:close/>
                </a:path>
                <a:path w="3809" h="57150">
                  <a:moveTo>
                    <a:pt x="3809" y="22859"/>
                  </a:moveTo>
                  <a:lnTo>
                    <a:pt x="0" y="2285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2859"/>
                  </a:lnTo>
                  <a:close/>
                </a:path>
                <a:path w="3809" h="57150">
                  <a:moveTo>
                    <a:pt x="3809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31750"/>
                  </a:lnTo>
                  <a:close/>
                </a:path>
                <a:path w="3809" h="57150">
                  <a:moveTo>
                    <a:pt x="380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5559"/>
                  </a:lnTo>
                  <a:close/>
                </a:path>
                <a:path w="3809" h="57150">
                  <a:moveTo>
                    <a:pt x="380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8100"/>
                  </a:lnTo>
                  <a:close/>
                </a:path>
                <a:path w="3809" h="57150">
                  <a:moveTo>
                    <a:pt x="380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1909"/>
                  </a:lnTo>
                  <a:close/>
                </a:path>
                <a:path w="3809" h="57150">
                  <a:moveTo>
                    <a:pt x="3809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44450"/>
                  </a:lnTo>
                  <a:close/>
                </a:path>
                <a:path w="3809" h="57150">
                  <a:moveTo>
                    <a:pt x="380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8259"/>
                  </a:lnTo>
                  <a:close/>
                </a:path>
                <a:path w="3809" h="57150">
                  <a:moveTo>
                    <a:pt x="3809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09" y="54609"/>
                  </a:lnTo>
                  <a:lnTo>
                    <a:pt x="3809" y="50800"/>
                  </a:lnTo>
                  <a:close/>
                </a:path>
                <a:path w="3809" h="57150">
                  <a:moveTo>
                    <a:pt x="3809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4609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9" name="object 3089"/>
            <p:cNvSpPr/>
            <p:nvPr/>
          </p:nvSpPr>
          <p:spPr>
            <a:xfrm>
              <a:off x="6540500" y="54317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89">
                  <a:moveTo>
                    <a:pt x="3809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3809" y="1270"/>
                  </a:lnTo>
                  <a:lnTo>
                    <a:pt x="3809" y="0"/>
                  </a:lnTo>
                  <a:close/>
                </a:path>
                <a:path w="3809" h="59689">
                  <a:moveTo>
                    <a:pt x="380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1270"/>
                  </a:lnTo>
                  <a:close/>
                </a:path>
                <a:path w="3809" h="59689">
                  <a:moveTo>
                    <a:pt x="380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09" y="7620"/>
                  </a:lnTo>
                  <a:lnTo>
                    <a:pt x="3809" y="5080"/>
                  </a:lnTo>
                  <a:close/>
                </a:path>
                <a:path w="3809" h="59689">
                  <a:moveTo>
                    <a:pt x="380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7620"/>
                  </a:lnTo>
                  <a:close/>
                </a:path>
                <a:path w="3809" h="59689">
                  <a:moveTo>
                    <a:pt x="3809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09" y="13970"/>
                  </a:lnTo>
                  <a:lnTo>
                    <a:pt x="3809" y="11430"/>
                  </a:lnTo>
                  <a:close/>
                </a:path>
                <a:path w="3809" h="59689">
                  <a:moveTo>
                    <a:pt x="3809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3970"/>
                  </a:lnTo>
                  <a:close/>
                </a:path>
                <a:path w="3809" h="59689">
                  <a:moveTo>
                    <a:pt x="3809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09" y="20320"/>
                  </a:lnTo>
                  <a:lnTo>
                    <a:pt x="3809" y="17780"/>
                  </a:lnTo>
                  <a:close/>
                </a:path>
                <a:path w="3809" h="59689">
                  <a:moveTo>
                    <a:pt x="3809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3809" y="24130"/>
                  </a:lnTo>
                  <a:lnTo>
                    <a:pt x="3809" y="20320"/>
                  </a:lnTo>
                  <a:close/>
                </a:path>
                <a:path w="3809" h="59689">
                  <a:moveTo>
                    <a:pt x="3809" y="24130"/>
                  </a:moveTo>
                  <a:lnTo>
                    <a:pt x="0" y="24130"/>
                  </a:lnTo>
                  <a:lnTo>
                    <a:pt x="0" y="33020"/>
                  </a:lnTo>
                  <a:lnTo>
                    <a:pt x="3809" y="33020"/>
                  </a:lnTo>
                  <a:lnTo>
                    <a:pt x="3809" y="24130"/>
                  </a:lnTo>
                  <a:close/>
                </a:path>
                <a:path w="3809" h="59689">
                  <a:moveTo>
                    <a:pt x="3809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3020"/>
                  </a:lnTo>
                  <a:close/>
                </a:path>
                <a:path w="3809" h="59689">
                  <a:moveTo>
                    <a:pt x="3809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09" y="39370"/>
                  </a:lnTo>
                  <a:lnTo>
                    <a:pt x="3809" y="36830"/>
                  </a:lnTo>
                  <a:close/>
                </a:path>
                <a:path w="3809" h="59689">
                  <a:moveTo>
                    <a:pt x="3809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3809" y="43180"/>
                  </a:lnTo>
                  <a:lnTo>
                    <a:pt x="3809" y="39370"/>
                  </a:lnTo>
                  <a:close/>
                </a:path>
                <a:path w="3809" h="59689">
                  <a:moveTo>
                    <a:pt x="3809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3809" y="45720"/>
                  </a:lnTo>
                  <a:lnTo>
                    <a:pt x="3809" y="43180"/>
                  </a:lnTo>
                  <a:close/>
                </a:path>
                <a:path w="3809" h="59689">
                  <a:moveTo>
                    <a:pt x="3809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3809" y="49530"/>
                  </a:lnTo>
                  <a:lnTo>
                    <a:pt x="3809" y="45720"/>
                  </a:lnTo>
                  <a:close/>
                </a:path>
                <a:path w="3809" h="59689">
                  <a:moveTo>
                    <a:pt x="3809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3809" y="52070"/>
                  </a:lnTo>
                  <a:lnTo>
                    <a:pt x="3809" y="49530"/>
                  </a:lnTo>
                  <a:close/>
                </a:path>
                <a:path w="3809" h="59689">
                  <a:moveTo>
                    <a:pt x="3809" y="52070"/>
                  </a:moveTo>
                  <a:lnTo>
                    <a:pt x="0" y="52070"/>
                  </a:lnTo>
                  <a:lnTo>
                    <a:pt x="0" y="55880"/>
                  </a:lnTo>
                  <a:lnTo>
                    <a:pt x="3809" y="55880"/>
                  </a:lnTo>
                  <a:lnTo>
                    <a:pt x="3809" y="52070"/>
                  </a:lnTo>
                  <a:close/>
                </a:path>
                <a:path w="3809" h="59689">
                  <a:moveTo>
                    <a:pt x="3809" y="55880"/>
                  </a:moveTo>
                  <a:lnTo>
                    <a:pt x="0" y="55880"/>
                  </a:lnTo>
                  <a:lnTo>
                    <a:pt x="0" y="58420"/>
                  </a:lnTo>
                  <a:lnTo>
                    <a:pt x="3809" y="58420"/>
                  </a:lnTo>
                  <a:lnTo>
                    <a:pt x="3809" y="55880"/>
                  </a:lnTo>
                  <a:close/>
                </a:path>
                <a:path w="3809" h="59689">
                  <a:moveTo>
                    <a:pt x="3809" y="58420"/>
                  </a:moveTo>
                  <a:lnTo>
                    <a:pt x="1270" y="58420"/>
                  </a:lnTo>
                  <a:lnTo>
                    <a:pt x="1270" y="59690"/>
                  </a:lnTo>
                  <a:lnTo>
                    <a:pt x="3809" y="59690"/>
                  </a:lnTo>
                  <a:lnTo>
                    <a:pt x="3809" y="58420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0" name="object 3090"/>
            <p:cNvSpPr/>
            <p:nvPr/>
          </p:nvSpPr>
          <p:spPr>
            <a:xfrm>
              <a:off x="6544310" y="54317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89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  <a:path w="3809" h="59689">
                  <a:moveTo>
                    <a:pt x="381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70"/>
                  </a:lnTo>
                  <a:close/>
                </a:path>
                <a:path w="3809" h="59689">
                  <a:moveTo>
                    <a:pt x="3810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80"/>
                  </a:lnTo>
                  <a:close/>
                </a:path>
                <a:path w="3809" h="59689">
                  <a:moveTo>
                    <a:pt x="3810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20"/>
                  </a:lnTo>
                  <a:close/>
                </a:path>
                <a:path w="3809" h="59689">
                  <a:moveTo>
                    <a:pt x="3810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30"/>
                  </a:lnTo>
                  <a:close/>
                </a:path>
                <a:path w="3809" h="59689">
                  <a:moveTo>
                    <a:pt x="3810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70"/>
                  </a:lnTo>
                  <a:close/>
                </a:path>
                <a:path w="3809" h="59689">
                  <a:moveTo>
                    <a:pt x="3810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80"/>
                  </a:lnTo>
                  <a:close/>
                </a:path>
                <a:path w="3809" h="59689">
                  <a:moveTo>
                    <a:pt x="3810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0320"/>
                  </a:lnTo>
                  <a:close/>
                </a:path>
                <a:path w="3809" h="59689">
                  <a:moveTo>
                    <a:pt x="3810" y="24130"/>
                  </a:moveTo>
                  <a:lnTo>
                    <a:pt x="0" y="24130"/>
                  </a:lnTo>
                  <a:lnTo>
                    <a:pt x="0" y="33020"/>
                  </a:lnTo>
                  <a:lnTo>
                    <a:pt x="3810" y="33020"/>
                  </a:lnTo>
                  <a:lnTo>
                    <a:pt x="3810" y="24130"/>
                  </a:lnTo>
                  <a:close/>
                </a:path>
                <a:path w="3809" h="59689">
                  <a:moveTo>
                    <a:pt x="3810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3020"/>
                  </a:lnTo>
                  <a:close/>
                </a:path>
                <a:path w="3809" h="59689">
                  <a:moveTo>
                    <a:pt x="3810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10" y="39370"/>
                  </a:lnTo>
                  <a:lnTo>
                    <a:pt x="3810" y="36830"/>
                  </a:lnTo>
                  <a:close/>
                </a:path>
                <a:path w="3809" h="59689">
                  <a:moveTo>
                    <a:pt x="3810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39370"/>
                  </a:lnTo>
                  <a:close/>
                </a:path>
                <a:path w="3809" h="59689">
                  <a:moveTo>
                    <a:pt x="3810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3810" y="45720"/>
                  </a:lnTo>
                  <a:lnTo>
                    <a:pt x="3810" y="43180"/>
                  </a:lnTo>
                  <a:close/>
                </a:path>
                <a:path w="3809" h="59689">
                  <a:moveTo>
                    <a:pt x="3810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5720"/>
                  </a:lnTo>
                  <a:close/>
                </a:path>
                <a:path w="3809" h="59689">
                  <a:moveTo>
                    <a:pt x="3810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3810" y="52070"/>
                  </a:lnTo>
                  <a:lnTo>
                    <a:pt x="3810" y="49530"/>
                  </a:lnTo>
                  <a:close/>
                </a:path>
                <a:path w="3809" h="59689">
                  <a:moveTo>
                    <a:pt x="3810" y="52070"/>
                  </a:moveTo>
                  <a:lnTo>
                    <a:pt x="0" y="52070"/>
                  </a:lnTo>
                  <a:lnTo>
                    <a:pt x="0" y="55880"/>
                  </a:lnTo>
                  <a:lnTo>
                    <a:pt x="3810" y="55880"/>
                  </a:lnTo>
                  <a:lnTo>
                    <a:pt x="3810" y="52070"/>
                  </a:lnTo>
                  <a:close/>
                </a:path>
                <a:path w="3809" h="59689">
                  <a:moveTo>
                    <a:pt x="3810" y="55880"/>
                  </a:moveTo>
                  <a:lnTo>
                    <a:pt x="0" y="55880"/>
                  </a:lnTo>
                  <a:lnTo>
                    <a:pt x="0" y="58420"/>
                  </a:lnTo>
                  <a:lnTo>
                    <a:pt x="3810" y="58420"/>
                  </a:lnTo>
                  <a:lnTo>
                    <a:pt x="3810" y="55880"/>
                  </a:lnTo>
                  <a:close/>
                </a:path>
                <a:path w="3809" h="59689">
                  <a:moveTo>
                    <a:pt x="3810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3810" y="59690"/>
                  </a:lnTo>
                  <a:lnTo>
                    <a:pt x="3810" y="58420"/>
                  </a:lnTo>
                  <a:close/>
                </a:path>
              </a:pathLst>
            </a:custGeom>
            <a:solidFill>
              <a:srgbClr val="8E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1" name="object 3091"/>
            <p:cNvSpPr/>
            <p:nvPr/>
          </p:nvSpPr>
          <p:spPr>
            <a:xfrm>
              <a:off x="6548120" y="54317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89">
                  <a:moveTo>
                    <a:pt x="3809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09" y="1270"/>
                  </a:lnTo>
                  <a:lnTo>
                    <a:pt x="3809" y="0"/>
                  </a:lnTo>
                  <a:close/>
                </a:path>
                <a:path w="3809" h="59689">
                  <a:moveTo>
                    <a:pt x="380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1270"/>
                  </a:lnTo>
                  <a:close/>
                </a:path>
                <a:path w="3809" h="59689">
                  <a:moveTo>
                    <a:pt x="380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09" y="7620"/>
                  </a:lnTo>
                  <a:lnTo>
                    <a:pt x="3809" y="5080"/>
                  </a:lnTo>
                  <a:close/>
                </a:path>
                <a:path w="3809" h="59689">
                  <a:moveTo>
                    <a:pt x="380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7620"/>
                  </a:lnTo>
                  <a:close/>
                </a:path>
                <a:path w="3809" h="59689">
                  <a:moveTo>
                    <a:pt x="3809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09" y="13970"/>
                  </a:lnTo>
                  <a:lnTo>
                    <a:pt x="3809" y="11430"/>
                  </a:lnTo>
                  <a:close/>
                </a:path>
                <a:path w="3809" h="59689">
                  <a:moveTo>
                    <a:pt x="3809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3970"/>
                  </a:lnTo>
                  <a:close/>
                </a:path>
                <a:path w="3809" h="59689">
                  <a:moveTo>
                    <a:pt x="3809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09" y="20320"/>
                  </a:lnTo>
                  <a:lnTo>
                    <a:pt x="3809" y="17780"/>
                  </a:lnTo>
                  <a:close/>
                </a:path>
                <a:path w="3809" h="59689">
                  <a:moveTo>
                    <a:pt x="3809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3809" y="24130"/>
                  </a:lnTo>
                  <a:lnTo>
                    <a:pt x="3809" y="20320"/>
                  </a:lnTo>
                  <a:close/>
                </a:path>
                <a:path w="3809" h="59689">
                  <a:moveTo>
                    <a:pt x="3809" y="24130"/>
                  </a:moveTo>
                  <a:lnTo>
                    <a:pt x="0" y="24130"/>
                  </a:lnTo>
                  <a:lnTo>
                    <a:pt x="0" y="33020"/>
                  </a:lnTo>
                  <a:lnTo>
                    <a:pt x="3809" y="33020"/>
                  </a:lnTo>
                  <a:lnTo>
                    <a:pt x="3809" y="24130"/>
                  </a:lnTo>
                  <a:close/>
                </a:path>
                <a:path w="3809" h="59689">
                  <a:moveTo>
                    <a:pt x="3809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3020"/>
                  </a:lnTo>
                  <a:close/>
                </a:path>
                <a:path w="3809" h="59689">
                  <a:moveTo>
                    <a:pt x="3809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09" y="39370"/>
                  </a:lnTo>
                  <a:lnTo>
                    <a:pt x="3809" y="36830"/>
                  </a:lnTo>
                  <a:close/>
                </a:path>
                <a:path w="3809" h="59689">
                  <a:moveTo>
                    <a:pt x="3809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3809" y="43180"/>
                  </a:lnTo>
                  <a:lnTo>
                    <a:pt x="3809" y="39370"/>
                  </a:lnTo>
                  <a:close/>
                </a:path>
                <a:path w="3809" h="59689">
                  <a:moveTo>
                    <a:pt x="3809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3809" y="45720"/>
                  </a:lnTo>
                  <a:lnTo>
                    <a:pt x="3809" y="43180"/>
                  </a:lnTo>
                  <a:close/>
                </a:path>
                <a:path w="3809" h="59689">
                  <a:moveTo>
                    <a:pt x="3809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3809" y="49530"/>
                  </a:lnTo>
                  <a:lnTo>
                    <a:pt x="3809" y="45720"/>
                  </a:lnTo>
                  <a:close/>
                </a:path>
                <a:path w="3809" h="59689">
                  <a:moveTo>
                    <a:pt x="3809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3809" y="52070"/>
                  </a:lnTo>
                  <a:lnTo>
                    <a:pt x="3809" y="49530"/>
                  </a:lnTo>
                  <a:close/>
                </a:path>
                <a:path w="3809" h="59689">
                  <a:moveTo>
                    <a:pt x="3809" y="52070"/>
                  </a:moveTo>
                  <a:lnTo>
                    <a:pt x="0" y="52070"/>
                  </a:lnTo>
                  <a:lnTo>
                    <a:pt x="0" y="55880"/>
                  </a:lnTo>
                  <a:lnTo>
                    <a:pt x="3809" y="55880"/>
                  </a:lnTo>
                  <a:lnTo>
                    <a:pt x="3809" y="52070"/>
                  </a:lnTo>
                  <a:close/>
                </a:path>
                <a:path w="3809" h="59689">
                  <a:moveTo>
                    <a:pt x="3809" y="55880"/>
                  </a:moveTo>
                  <a:lnTo>
                    <a:pt x="0" y="55880"/>
                  </a:lnTo>
                  <a:lnTo>
                    <a:pt x="0" y="58420"/>
                  </a:lnTo>
                  <a:lnTo>
                    <a:pt x="3809" y="58420"/>
                  </a:lnTo>
                  <a:lnTo>
                    <a:pt x="3809" y="55880"/>
                  </a:lnTo>
                  <a:close/>
                </a:path>
                <a:path w="3809" h="59689">
                  <a:moveTo>
                    <a:pt x="3809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3809" y="59690"/>
                  </a:lnTo>
                  <a:lnTo>
                    <a:pt x="3809" y="58420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2" name="object 3092"/>
            <p:cNvSpPr/>
            <p:nvPr/>
          </p:nvSpPr>
          <p:spPr>
            <a:xfrm>
              <a:off x="6551930" y="54317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89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  <a:path w="3809" h="59689">
                  <a:moveTo>
                    <a:pt x="381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70"/>
                  </a:lnTo>
                  <a:close/>
                </a:path>
                <a:path w="3809" h="59689">
                  <a:moveTo>
                    <a:pt x="3810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80"/>
                  </a:lnTo>
                  <a:close/>
                </a:path>
                <a:path w="3809" h="59689">
                  <a:moveTo>
                    <a:pt x="3810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20"/>
                  </a:lnTo>
                  <a:close/>
                </a:path>
                <a:path w="3809" h="59689">
                  <a:moveTo>
                    <a:pt x="3810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30"/>
                  </a:lnTo>
                  <a:close/>
                </a:path>
                <a:path w="3809" h="59689">
                  <a:moveTo>
                    <a:pt x="3810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70"/>
                  </a:lnTo>
                  <a:close/>
                </a:path>
                <a:path w="3809" h="59689">
                  <a:moveTo>
                    <a:pt x="3810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80"/>
                  </a:lnTo>
                  <a:close/>
                </a:path>
                <a:path w="3809" h="59689">
                  <a:moveTo>
                    <a:pt x="3810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0320"/>
                  </a:lnTo>
                  <a:close/>
                </a:path>
                <a:path w="3809" h="59689">
                  <a:moveTo>
                    <a:pt x="3810" y="24130"/>
                  </a:moveTo>
                  <a:lnTo>
                    <a:pt x="0" y="24130"/>
                  </a:lnTo>
                  <a:lnTo>
                    <a:pt x="0" y="33020"/>
                  </a:lnTo>
                  <a:lnTo>
                    <a:pt x="3810" y="33020"/>
                  </a:lnTo>
                  <a:lnTo>
                    <a:pt x="3810" y="24130"/>
                  </a:lnTo>
                  <a:close/>
                </a:path>
                <a:path w="3809" h="59689">
                  <a:moveTo>
                    <a:pt x="3810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3020"/>
                  </a:lnTo>
                  <a:close/>
                </a:path>
                <a:path w="3809" h="59689">
                  <a:moveTo>
                    <a:pt x="3810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10" y="39370"/>
                  </a:lnTo>
                  <a:lnTo>
                    <a:pt x="3810" y="36830"/>
                  </a:lnTo>
                  <a:close/>
                </a:path>
                <a:path w="3809" h="59689">
                  <a:moveTo>
                    <a:pt x="3810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39370"/>
                  </a:lnTo>
                  <a:close/>
                </a:path>
                <a:path w="3809" h="59689">
                  <a:moveTo>
                    <a:pt x="3810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3810" y="45720"/>
                  </a:lnTo>
                  <a:lnTo>
                    <a:pt x="3810" y="43180"/>
                  </a:lnTo>
                  <a:close/>
                </a:path>
                <a:path w="3809" h="59689">
                  <a:moveTo>
                    <a:pt x="3810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5720"/>
                  </a:lnTo>
                  <a:close/>
                </a:path>
                <a:path w="3809" h="59689">
                  <a:moveTo>
                    <a:pt x="3810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3810" y="52070"/>
                  </a:lnTo>
                  <a:lnTo>
                    <a:pt x="3810" y="49530"/>
                  </a:lnTo>
                  <a:close/>
                </a:path>
                <a:path w="3809" h="59689">
                  <a:moveTo>
                    <a:pt x="3810" y="52070"/>
                  </a:moveTo>
                  <a:lnTo>
                    <a:pt x="0" y="52070"/>
                  </a:lnTo>
                  <a:lnTo>
                    <a:pt x="0" y="55880"/>
                  </a:lnTo>
                  <a:lnTo>
                    <a:pt x="3810" y="55880"/>
                  </a:lnTo>
                  <a:lnTo>
                    <a:pt x="3810" y="52070"/>
                  </a:lnTo>
                  <a:close/>
                </a:path>
                <a:path w="3809" h="59689">
                  <a:moveTo>
                    <a:pt x="3810" y="55880"/>
                  </a:moveTo>
                  <a:lnTo>
                    <a:pt x="0" y="55880"/>
                  </a:lnTo>
                  <a:lnTo>
                    <a:pt x="0" y="58420"/>
                  </a:lnTo>
                  <a:lnTo>
                    <a:pt x="3810" y="58420"/>
                  </a:lnTo>
                  <a:lnTo>
                    <a:pt x="3810" y="55880"/>
                  </a:lnTo>
                  <a:close/>
                </a:path>
                <a:path w="3809" h="59689">
                  <a:moveTo>
                    <a:pt x="3810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3810" y="59690"/>
                  </a:lnTo>
                  <a:lnTo>
                    <a:pt x="3810" y="5842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3" name="object 3093"/>
            <p:cNvSpPr/>
            <p:nvPr/>
          </p:nvSpPr>
          <p:spPr>
            <a:xfrm>
              <a:off x="6555740" y="5431789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2539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39" y="1270"/>
                  </a:lnTo>
                  <a:lnTo>
                    <a:pt x="2539" y="0"/>
                  </a:lnTo>
                  <a:close/>
                </a:path>
                <a:path w="2540" h="59689">
                  <a:moveTo>
                    <a:pt x="253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2539" y="5080"/>
                  </a:lnTo>
                  <a:lnTo>
                    <a:pt x="2539" y="1270"/>
                  </a:lnTo>
                  <a:close/>
                </a:path>
                <a:path w="2540" h="59689">
                  <a:moveTo>
                    <a:pt x="253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2539" y="7620"/>
                  </a:lnTo>
                  <a:lnTo>
                    <a:pt x="2539" y="5080"/>
                  </a:lnTo>
                  <a:close/>
                </a:path>
                <a:path w="2540" h="59689">
                  <a:moveTo>
                    <a:pt x="253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2539" y="11430"/>
                  </a:lnTo>
                  <a:lnTo>
                    <a:pt x="2539" y="7620"/>
                  </a:lnTo>
                  <a:close/>
                </a:path>
                <a:path w="2540" h="59689">
                  <a:moveTo>
                    <a:pt x="2539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2539" y="13970"/>
                  </a:lnTo>
                  <a:lnTo>
                    <a:pt x="2539" y="11430"/>
                  </a:lnTo>
                  <a:close/>
                </a:path>
                <a:path w="2540" h="59689">
                  <a:moveTo>
                    <a:pt x="2539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2539" y="17780"/>
                  </a:lnTo>
                  <a:lnTo>
                    <a:pt x="2539" y="13970"/>
                  </a:lnTo>
                  <a:close/>
                </a:path>
                <a:path w="2540" h="59689">
                  <a:moveTo>
                    <a:pt x="2539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2539" y="20320"/>
                  </a:lnTo>
                  <a:lnTo>
                    <a:pt x="2539" y="17780"/>
                  </a:lnTo>
                  <a:close/>
                </a:path>
                <a:path w="2540" h="59689">
                  <a:moveTo>
                    <a:pt x="2539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2539" y="24130"/>
                  </a:lnTo>
                  <a:lnTo>
                    <a:pt x="2539" y="20320"/>
                  </a:lnTo>
                  <a:close/>
                </a:path>
                <a:path w="2540" h="59689">
                  <a:moveTo>
                    <a:pt x="2539" y="24130"/>
                  </a:moveTo>
                  <a:lnTo>
                    <a:pt x="0" y="24130"/>
                  </a:lnTo>
                  <a:lnTo>
                    <a:pt x="0" y="33020"/>
                  </a:lnTo>
                  <a:lnTo>
                    <a:pt x="2539" y="33020"/>
                  </a:lnTo>
                  <a:lnTo>
                    <a:pt x="2539" y="24130"/>
                  </a:lnTo>
                  <a:close/>
                </a:path>
                <a:path w="2540" h="59689">
                  <a:moveTo>
                    <a:pt x="2539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2539" y="36830"/>
                  </a:lnTo>
                  <a:lnTo>
                    <a:pt x="2539" y="33020"/>
                  </a:lnTo>
                  <a:close/>
                </a:path>
                <a:path w="2540" h="59689">
                  <a:moveTo>
                    <a:pt x="2539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2539" y="39370"/>
                  </a:lnTo>
                  <a:lnTo>
                    <a:pt x="2539" y="36830"/>
                  </a:lnTo>
                  <a:close/>
                </a:path>
                <a:path w="2540" h="59689">
                  <a:moveTo>
                    <a:pt x="2539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2539" y="43180"/>
                  </a:lnTo>
                  <a:lnTo>
                    <a:pt x="2539" y="39370"/>
                  </a:lnTo>
                  <a:close/>
                </a:path>
                <a:path w="2540" h="59689">
                  <a:moveTo>
                    <a:pt x="2539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2539" y="45720"/>
                  </a:lnTo>
                  <a:lnTo>
                    <a:pt x="2539" y="43180"/>
                  </a:lnTo>
                  <a:close/>
                </a:path>
                <a:path w="2540" h="59689">
                  <a:moveTo>
                    <a:pt x="2539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2539" y="49530"/>
                  </a:lnTo>
                  <a:lnTo>
                    <a:pt x="2539" y="45720"/>
                  </a:lnTo>
                  <a:close/>
                </a:path>
                <a:path w="2540" h="59689">
                  <a:moveTo>
                    <a:pt x="2539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2539" y="52070"/>
                  </a:lnTo>
                  <a:lnTo>
                    <a:pt x="2539" y="49530"/>
                  </a:lnTo>
                  <a:close/>
                </a:path>
                <a:path w="2540" h="59689">
                  <a:moveTo>
                    <a:pt x="2539" y="52070"/>
                  </a:moveTo>
                  <a:lnTo>
                    <a:pt x="0" y="52070"/>
                  </a:lnTo>
                  <a:lnTo>
                    <a:pt x="0" y="55880"/>
                  </a:lnTo>
                  <a:lnTo>
                    <a:pt x="2539" y="55880"/>
                  </a:lnTo>
                  <a:lnTo>
                    <a:pt x="2539" y="52070"/>
                  </a:lnTo>
                  <a:close/>
                </a:path>
                <a:path w="2540" h="59689">
                  <a:moveTo>
                    <a:pt x="2539" y="55880"/>
                  </a:moveTo>
                  <a:lnTo>
                    <a:pt x="0" y="55880"/>
                  </a:lnTo>
                  <a:lnTo>
                    <a:pt x="0" y="58420"/>
                  </a:lnTo>
                  <a:lnTo>
                    <a:pt x="2539" y="58420"/>
                  </a:lnTo>
                  <a:lnTo>
                    <a:pt x="2539" y="55880"/>
                  </a:lnTo>
                  <a:close/>
                </a:path>
                <a:path w="2540" h="59689">
                  <a:moveTo>
                    <a:pt x="2539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2539" y="59690"/>
                  </a:lnTo>
                  <a:lnTo>
                    <a:pt x="2539" y="58420"/>
                  </a:lnTo>
                  <a:close/>
                </a:path>
              </a:pathLst>
            </a:custGeom>
            <a:solidFill>
              <a:srgbClr val="8799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4" name="object 3094"/>
            <p:cNvSpPr/>
            <p:nvPr/>
          </p:nvSpPr>
          <p:spPr>
            <a:xfrm>
              <a:off x="6558280" y="54317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89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  <a:path w="3809" h="59689">
                  <a:moveTo>
                    <a:pt x="381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70"/>
                  </a:lnTo>
                  <a:close/>
                </a:path>
                <a:path w="3809" h="59689">
                  <a:moveTo>
                    <a:pt x="3810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80"/>
                  </a:lnTo>
                  <a:close/>
                </a:path>
                <a:path w="3809" h="59689">
                  <a:moveTo>
                    <a:pt x="3810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20"/>
                  </a:lnTo>
                  <a:close/>
                </a:path>
                <a:path w="3809" h="59689">
                  <a:moveTo>
                    <a:pt x="3810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30"/>
                  </a:lnTo>
                  <a:close/>
                </a:path>
                <a:path w="3809" h="59689">
                  <a:moveTo>
                    <a:pt x="3810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70"/>
                  </a:lnTo>
                  <a:close/>
                </a:path>
                <a:path w="3809" h="59689">
                  <a:moveTo>
                    <a:pt x="3810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80"/>
                  </a:lnTo>
                  <a:close/>
                </a:path>
                <a:path w="3809" h="59689">
                  <a:moveTo>
                    <a:pt x="3810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0320"/>
                  </a:lnTo>
                  <a:close/>
                </a:path>
                <a:path w="3809" h="59689">
                  <a:moveTo>
                    <a:pt x="3810" y="24130"/>
                  </a:moveTo>
                  <a:lnTo>
                    <a:pt x="0" y="24130"/>
                  </a:lnTo>
                  <a:lnTo>
                    <a:pt x="0" y="33020"/>
                  </a:lnTo>
                  <a:lnTo>
                    <a:pt x="3810" y="33020"/>
                  </a:lnTo>
                  <a:lnTo>
                    <a:pt x="3810" y="24130"/>
                  </a:lnTo>
                  <a:close/>
                </a:path>
                <a:path w="3809" h="59689">
                  <a:moveTo>
                    <a:pt x="3810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3020"/>
                  </a:lnTo>
                  <a:close/>
                </a:path>
                <a:path w="3809" h="59689">
                  <a:moveTo>
                    <a:pt x="3810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10" y="39370"/>
                  </a:lnTo>
                  <a:lnTo>
                    <a:pt x="3810" y="36830"/>
                  </a:lnTo>
                  <a:close/>
                </a:path>
                <a:path w="3809" h="59689">
                  <a:moveTo>
                    <a:pt x="3810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39370"/>
                  </a:lnTo>
                  <a:close/>
                </a:path>
                <a:path w="3809" h="59689">
                  <a:moveTo>
                    <a:pt x="3810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3810" y="45720"/>
                  </a:lnTo>
                  <a:lnTo>
                    <a:pt x="3810" y="43180"/>
                  </a:lnTo>
                  <a:close/>
                </a:path>
                <a:path w="3809" h="59689">
                  <a:moveTo>
                    <a:pt x="3810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5720"/>
                  </a:lnTo>
                  <a:close/>
                </a:path>
                <a:path w="3809" h="59689">
                  <a:moveTo>
                    <a:pt x="3810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3810" y="52070"/>
                  </a:lnTo>
                  <a:lnTo>
                    <a:pt x="3810" y="49530"/>
                  </a:lnTo>
                  <a:close/>
                </a:path>
                <a:path w="3809" h="59689">
                  <a:moveTo>
                    <a:pt x="3810" y="52070"/>
                  </a:moveTo>
                  <a:lnTo>
                    <a:pt x="0" y="52070"/>
                  </a:lnTo>
                  <a:lnTo>
                    <a:pt x="0" y="55880"/>
                  </a:lnTo>
                  <a:lnTo>
                    <a:pt x="3810" y="55880"/>
                  </a:lnTo>
                  <a:lnTo>
                    <a:pt x="3810" y="52070"/>
                  </a:lnTo>
                  <a:close/>
                </a:path>
                <a:path w="3809" h="59689">
                  <a:moveTo>
                    <a:pt x="3810" y="55880"/>
                  </a:moveTo>
                  <a:lnTo>
                    <a:pt x="0" y="55880"/>
                  </a:lnTo>
                  <a:lnTo>
                    <a:pt x="0" y="58420"/>
                  </a:lnTo>
                  <a:lnTo>
                    <a:pt x="3810" y="58420"/>
                  </a:lnTo>
                  <a:lnTo>
                    <a:pt x="3810" y="55880"/>
                  </a:lnTo>
                  <a:close/>
                </a:path>
                <a:path w="3809" h="59689">
                  <a:moveTo>
                    <a:pt x="3810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3810" y="59690"/>
                  </a:lnTo>
                  <a:lnTo>
                    <a:pt x="3810" y="58420"/>
                  </a:lnTo>
                  <a:close/>
                </a:path>
              </a:pathLst>
            </a:custGeom>
            <a:solidFill>
              <a:srgbClr val="8496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5" name="object 3095"/>
            <p:cNvSpPr/>
            <p:nvPr/>
          </p:nvSpPr>
          <p:spPr>
            <a:xfrm>
              <a:off x="6562090" y="54317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89">
                  <a:moveTo>
                    <a:pt x="3809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09" y="1270"/>
                  </a:lnTo>
                  <a:lnTo>
                    <a:pt x="3809" y="0"/>
                  </a:lnTo>
                  <a:close/>
                </a:path>
                <a:path w="3809" h="59689">
                  <a:moveTo>
                    <a:pt x="380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1270"/>
                  </a:lnTo>
                  <a:close/>
                </a:path>
                <a:path w="3809" h="59689">
                  <a:moveTo>
                    <a:pt x="380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09" y="7620"/>
                  </a:lnTo>
                  <a:lnTo>
                    <a:pt x="3809" y="5080"/>
                  </a:lnTo>
                  <a:close/>
                </a:path>
                <a:path w="3809" h="59689">
                  <a:moveTo>
                    <a:pt x="380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7620"/>
                  </a:lnTo>
                  <a:close/>
                </a:path>
                <a:path w="3809" h="59689">
                  <a:moveTo>
                    <a:pt x="3809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09" y="13970"/>
                  </a:lnTo>
                  <a:lnTo>
                    <a:pt x="3809" y="11430"/>
                  </a:lnTo>
                  <a:close/>
                </a:path>
                <a:path w="3809" h="59689">
                  <a:moveTo>
                    <a:pt x="3809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3970"/>
                  </a:lnTo>
                  <a:close/>
                </a:path>
                <a:path w="3809" h="59689">
                  <a:moveTo>
                    <a:pt x="3809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09" y="20320"/>
                  </a:lnTo>
                  <a:lnTo>
                    <a:pt x="3809" y="17780"/>
                  </a:lnTo>
                  <a:close/>
                </a:path>
                <a:path w="3809" h="59689">
                  <a:moveTo>
                    <a:pt x="3809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3809" y="24130"/>
                  </a:lnTo>
                  <a:lnTo>
                    <a:pt x="3809" y="20320"/>
                  </a:lnTo>
                  <a:close/>
                </a:path>
                <a:path w="3809" h="59689">
                  <a:moveTo>
                    <a:pt x="3809" y="24130"/>
                  </a:moveTo>
                  <a:lnTo>
                    <a:pt x="0" y="24130"/>
                  </a:lnTo>
                  <a:lnTo>
                    <a:pt x="0" y="33020"/>
                  </a:lnTo>
                  <a:lnTo>
                    <a:pt x="3809" y="33020"/>
                  </a:lnTo>
                  <a:lnTo>
                    <a:pt x="3809" y="24130"/>
                  </a:lnTo>
                  <a:close/>
                </a:path>
                <a:path w="3809" h="59689">
                  <a:moveTo>
                    <a:pt x="3809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3020"/>
                  </a:lnTo>
                  <a:close/>
                </a:path>
                <a:path w="3809" h="59689">
                  <a:moveTo>
                    <a:pt x="3809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09" y="39370"/>
                  </a:lnTo>
                  <a:lnTo>
                    <a:pt x="3809" y="36830"/>
                  </a:lnTo>
                  <a:close/>
                </a:path>
                <a:path w="3809" h="59689">
                  <a:moveTo>
                    <a:pt x="3809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3809" y="43180"/>
                  </a:lnTo>
                  <a:lnTo>
                    <a:pt x="3809" y="39370"/>
                  </a:lnTo>
                  <a:close/>
                </a:path>
                <a:path w="3809" h="59689">
                  <a:moveTo>
                    <a:pt x="3809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3809" y="45720"/>
                  </a:lnTo>
                  <a:lnTo>
                    <a:pt x="3809" y="43180"/>
                  </a:lnTo>
                  <a:close/>
                </a:path>
                <a:path w="3809" h="59689">
                  <a:moveTo>
                    <a:pt x="3809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3809" y="49530"/>
                  </a:lnTo>
                  <a:lnTo>
                    <a:pt x="3809" y="45720"/>
                  </a:lnTo>
                  <a:close/>
                </a:path>
                <a:path w="3809" h="59689">
                  <a:moveTo>
                    <a:pt x="3809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3809" y="52070"/>
                  </a:lnTo>
                  <a:lnTo>
                    <a:pt x="3809" y="49530"/>
                  </a:lnTo>
                  <a:close/>
                </a:path>
                <a:path w="3809" h="59689">
                  <a:moveTo>
                    <a:pt x="3809" y="52070"/>
                  </a:moveTo>
                  <a:lnTo>
                    <a:pt x="0" y="52070"/>
                  </a:lnTo>
                  <a:lnTo>
                    <a:pt x="0" y="55880"/>
                  </a:lnTo>
                  <a:lnTo>
                    <a:pt x="3809" y="55880"/>
                  </a:lnTo>
                  <a:lnTo>
                    <a:pt x="3809" y="52070"/>
                  </a:lnTo>
                  <a:close/>
                </a:path>
                <a:path w="3809" h="59689">
                  <a:moveTo>
                    <a:pt x="3809" y="55880"/>
                  </a:moveTo>
                  <a:lnTo>
                    <a:pt x="0" y="55880"/>
                  </a:lnTo>
                  <a:lnTo>
                    <a:pt x="0" y="58420"/>
                  </a:lnTo>
                  <a:lnTo>
                    <a:pt x="3809" y="58420"/>
                  </a:lnTo>
                  <a:lnTo>
                    <a:pt x="3809" y="55880"/>
                  </a:lnTo>
                  <a:close/>
                </a:path>
                <a:path w="3809" h="59689">
                  <a:moveTo>
                    <a:pt x="3809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3809" y="59690"/>
                  </a:lnTo>
                  <a:lnTo>
                    <a:pt x="3809" y="58420"/>
                  </a:lnTo>
                  <a:close/>
                </a:path>
              </a:pathLst>
            </a:custGeom>
            <a:solidFill>
              <a:srgbClr val="819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6" name="object 3096"/>
            <p:cNvSpPr/>
            <p:nvPr/>
          </p:nvSpPr>
          <p:spPr>
            <a:xfrm>
              <a:off x="6565900" y="54305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09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09" h="62229">
                  <a:moveTo>
                    <a:pt x="380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2539"/>
                  </a:lnTo>
                  <a:close/>
                </a:path>
                <a:path w="3809" h="62229">
                  <a:moveTo>
                    <a:pt x="380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49"/>
                  </a:lnTo>
                  <a:close/>
                </a:path>
                <a:path w="3809" h="62229">
                  <a:moveTo>
                    <a:pt x="380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8889"/>
                  </a:lnTo>
                  <a:close/>
                </a:path>
                <a:path w="3809" h="62229">
                  <a:moveTo>
                    <a:pt x="380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2699"/>
                  </a:lnTo>
                  <a:close/>
                </a:path>
                <a:path w="3809" h="62229">
                  <a:moveTo>
                    <a:pt x="3809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5239"/>
                  </a:lnTo>
                  <a:close/>
                </a:path>
                <a:path w="3809" h="62229">
                  <a:moveTo>
                    <a:pt x="3809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9049"/>
                  </a:lnTo>
                  <a:close/>
                </a:path>
                <a:path w="3809" h="62229">
                  <a:moveTo>
                    <a:pt x="3809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1589"/>
                  </a:lnTo>
                  <a:close/>
                </a:path>
                <a:path w="3809" h="62229">
                  <a:moveTo>
                    <a:pt x="3809" y="25399"/>
                  </a:moveTo>
                  <a:lnTo>
                    <a:pt x="0" y="25399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25399"/>
                  </a:lnTo>
                  <a:close/>
                </a:path>
                <a:path w="3809" h="62229">
                  <a:moveTo>
                    <a:pt x="3809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4289"/>
                  </a:lnTo>
                  <a:close/>
                </a:path>
                <a:path w="3809" h="62229">
                  <a:moveTo>
                    <a:pt x="3809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8099"/>
                  </a:lnTo>
                  <a:close/>
                </a:path>
                <a:path w="3809" h="62229">
                  <a:moveTo>
                    <a:pt x="3809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0639"/>
                  </a:lnTo>
                  <a:close/>
                </a:path>
                <a:path w="3809" h="62229">
                  <a:moveTo>
                    <a:pt x="3809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4449"/>
                  </a:lnTo>
                  <a:close/>
                </a:path>
                <a:path w="3809" h="62229">
                  <a:moveTo>
                    <a:pt x="3809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6989"/>
                  </a:lnTo>
                  <a:close/>
                </a:path>
                <a:path w="3809" h="62229">
                  <a:moveTo>
                    <a:pt x="3809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0799"/>
                  </a:lnTo>
                  <a:close/>
                </a:path>
                <a:path w="3809" h="62229">
                  <a:moveTo>
                    <a:pt x="3809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3339"/>
                  </a:lnTo>
                  <a:close/>
                </a:path>
                <a:path w="3809" h="62229">
                  <a:moveTo>
                    <a:pt x="3809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7149"/>
                  </a:lnTo>
                  <a:close/>
                </a:path>
                <a:path w="3809" h="62229">
                  <a:moveTo>
                    <a:pt x="3809" y="59689"/>
                  </a:moveTo>
                  <a:lnTo>
                    <a:pt x="0" y="59689"/>
                  </a:lnTo>
                  <a:lnTo>
                    <a:pt x="0" y="60959"/>
                  </a:lnTo>
                  <a:lnTo>
                    <a:pt x="2540" y="60959"/>
                  </a:lnTo>
                  <a:lnTo>
                    <a:pt x="2540" y="62229"/>
                  </a:lnTo>
                  <a:lnTo>
                    <a:pt x="3809" y="62229"/>
                  </a:lnTo>
                  <a:lnTo>
                    <a:pt x="3809" y="59689"/>
                  </a:lnTo>
                  <a:close/>
                </a:path>
              </a:pathLst>
            </a:custGeom>
            <a:solidFill>
              <a:srgbClr val="7F92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7" name="object 3097"/>
            <p:cNvSpPr/>
            <p:nvPr/>
          </p:nvSpPr>
          <p:spPr>
            <a:xfrm>
              <a:off x="6569710" y="54305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09" h="62229">
                  <a:moveTo>
                    <a:pt x="381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2539"/>
                  </a:lnTo>
                  <a:close/>
                </a:path>
                <a:path w="3809" h="62229">
                  <a:moveTo>
                    <a:pt x="381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49"/>
                  </a:lnTo>
                  <a:close/>
                </a:path>
                <a:path w="3809" h="62229">
                  <a:moveTo>
                    <a:pt x="381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8889"/>
                  </a:lnTo>
                  <a:close/>
                </a:path>
                <a:path w="3809" h="62229">
                  <a:moveTo>
                    <a:pt x="381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2699"/>
                  </a:lnTo>
                  <a:close/>
                </a:path>
                <a:path w="3809" h="62229">
                  <a:moveTo>
                    <a:pt x="381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5239"/>
                  </a:lnTo>
                  <a:close/>
                </a:path>
                <a:path w="3809" h="62229">
                  <a:moveTo>
                    <a:pt x="3810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9049"/>
                  </a:lnTo>
                  <a:close/>
                </a:path>
                <a:path w="3809" h="62229">
                  <a:moveTo>
                    <a:pt x="3810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21589"/>
                  </a:lnTo>
                  <a:close/>
                </a:path>
                <a:path w="3809" h="62229">
                  <a:moveTo>
                    <a:pt x="3810" y="25399"/>
                  </a:moveTo>
                  <a:lnTo>
                    <a:pt x="0" y="25399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25399"/>
                  </a:lnTo>
                  <a:close/>
                </a:path>
                <a:path w="3809" h="62229">
                  <a:moveTo>
                    <a:pt x="3810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4289"/>
                  </a:lnTo>
                  <a:close/>
                </a:path>
                <a:path w="3809" h="62229">
                  <a:moveTo>
                    <a:pt x="381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8099"/>
                  </a:lnTo>
                  <a:close/>
                </a:path>
                <a:path w="3809" h="62229">
                  <a:moveTo>
                    <a:pt x="3810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0639"/>
                  </a:lnTo>
                  <a:close/>
                </a:path>
                <a:path w="3809" h="62229">
                  <a:moveTo>
                    <a:pt x="381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4449"/>
                  </a:lnTo>
                  <a:close/>
                </a:path>
                <a:path w="3809" h="62229">
                  <a:moveTo>
                    <a:pt x="3810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6989"/>
                  </a:lnTo>
                  <a:close/>
                </a:path>
                <a:path w="3809" h="62229">
                  <a:moveTo>
                    <a:pt x="3810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50799"/>
                  </a:lnTo>
                  <a:close/>
                </a:path>
                <a:path w="3809" h="62229">
                  <a:moveTo>
                    <a:pt x="3810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3339"/>
                  </a:lnTo>
                  <a:close/>
                </a:path>
                <a:path w="3809" h="62229">
                  <a:moveTo>
                    <a:pt x="3810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7149"/>
                  </a:lnTo>
                  <a:close/>
                </a:path>
                <a:path w="3809" h="62229">
                  <a:moveTo>
                    <a:pt x="3810" y="59689"/>
                  </a:moveTo>
                  <a:lnTo>
                    <a:pt x="0" y="59689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9689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8" name="object 3098"/>
            <p:cNvSpPr/>
            <p:nvPr/>
          </p:nvSpPr>
          <p:spPr>
            <a:xfrm>
              <a:off x="6573520" y="54305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0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09" h="62229">
                  <a:moveTo>
                    <a:pt x="380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2539"/>
                  </a:lnTo>
                  <a:close/>
                </a:path>
                <a:path w="3809" h="62229">
                  <a:moveTo>
                    <a:pt x="380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49"/>
                  </a:lnTo>
                  <a:close/>
                </a:path>
                <a:path w="3809" h="62229">
                  <a:moveTo>
                    <a:pt x="380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8889"/>
                  </a:lnTo>
                  <a:close/>
                </a:path>
                <a:path w="3809" h="62229">
                  <a:moveTo>
                    <a:pt x="380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2699"/>
                  </a:lnTo>
                  <a:close/>
                </a:path>
                <a:path w="3809" h="62229">
                  <a:moveTo>
                    <a:pt x="3809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5239"/>
                  </a:lnTo>
                  <a:close/>
                </a:path>
                <a:path w="3809" h="62229">
                  <a:moveTo>
                    <a:pt x="3809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9049"/>
                  </a:lnTo>
                  <a:close/>
                </a:path>
                <a:path w="3809" h="62229">
                  <a:moveTo>
                    <a:pt x="3809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1589"/>
                  </a:lnTo>
                  <a:close/>
                </a:path>
                <a:path w="3809" h="62229">
                  <a:moveTo>
                    <a:pt x="3809" y="25399"/>
                  </a:moveTo>
                  <a:lnTo>
                    <a:pt x="0" y="25399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25399"/>
                  </a:lnTo>
                  <a:close/>
                </a:path>
                <a:path w="3809" h="62229">
                  <a:moveTo>
                    <a:pt x="3809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4289"/>
                  </a:lnTo>
                  <a:close/>
                </a:path>
                <a:path w="3809" h="62229">
                  <a:moveTo>
                    <a:pt x="3809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8099"/>
                  </a:lnTo>
                  <a:close/>
                </a:path>
                <a:path w="3809" h="62229">
                  <a:moveTo>
                    <a:pt x="3809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0639"/>
                  </a:lnTo>
                  <a:close/>
                </a:path>
                <a:path w="3809" h="62229">
                  <a:moveTo>
                    <a:pt x="3809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4449"/>
                  </a:lnTo>
                  <a:close/>
                </a:path>
                <a:path w="3809" h="62229">
                  <a:moveTo>
                    <a:pt x="3809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6989"/>
                  </a:lnTo>
                  <a:close/>
                </a:path>
                <a:path w="3809" h="62229">
                  <a:moveTo>
                    <a:pt x="3809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0799"/>
                  </a:lnTo>
                  <a:close/>
                </a:path>
                <a:path w="3809" h="62229">
                  <a:moveTo>
                    <a:pt x="3809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3339"/>
                  </a:lnTo>
                  <a:close/>
                </a:path>
                <a:path w="3809" h="62229">
                  <a:moveTo>
                    <a:pt x="3809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7149"/>
                  </a:lnTo>
                  <a:close/>
                </a:path>
                <a:path w="3809" h="62229">
                  <a:moveTo>
                    <a:pt x="3809" y="59689"/>
                  </a:moveTo>
                  <a:lnTo>
                    <a:pt x="0" y="59689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9689"/>
                  </a:lnTo>
                  <a:close/>
                </a:path>
              </a:pathLst>
            </a:custGeom>
            <a:solidFill>
              <a:srgbClr val="79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9" name="object 3099"/>
            <p:cNvSpPr/>
            <p:nvPr/>
          </p:nvSpPr>
          <p:spPr>
            <a:xfrm>
              <a:off x="6577330" y="5430520"/>
              <a:ext cx="2540" cy="62230"/>
            </a:xfrm>
            <a:custGeom>
              <a:avLst/>
              <a:gdLst/>
              <a:ahLst/>
              <a:cxnLst/>
              <a:rect l="l" t="t" r="r" b="b"/>
              <a:pathLst>
                <a:path w="2540" h="62229">
                  <a:moveTo>
                    <a:pt x="254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40" y="2539"/>
                  </a:lnTo>
                  <a:lnTo>
                    <a:pt x="2540" y="0"/>
                  </a:lnTo>
                  <a:close/>
                </a:path>
                <a:path w="2540" h="62229">
                  <a:moveTo>
                    <a:pt x="254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2540" y="6349"/>
                  </a:lnTo>
                  <a:lnTo>
                    <a:pt x="2540" y="2539"/>
                  </a:lnTo>
                  <a:close/>
                </a:path>
                <a:path w="2540" h="62229">
                  <a:moveTo>
                    <a:pt x="254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2540" y="8889"/>
                  </a:lnTo>
                  <a:lnTo>
                    <a:pt x="2540" y="6349"/>
                  </a:lnTo>
                  <a:close/>
                </a:path>
                <a:path w="2540" h="62229">
                  <a:moveTo>
                    <a:pt x="254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2540" y="12699"/>
                  </a:lnTo>
                  <a:lnTo>
                    <a:pt x="2540" y="8889"/>
                  </a:lnTo>
                  <a:close/>
                </a:path>
                <a:path w="2540" h="62229">
                  <a:moveTo>
                    <a:pt x="254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2540" y="15239"/>
                  </a:lnTo>
                  <a:lnTo>
                    <a:pt x="2540" y="12699"/>
                  </a:lnTo>
                  <a:close/>
                </a:path>
                <a:path w="2540" h="62229">
                  <a:moveTo>
                    <a:pt x="254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2540" y="19049"/>
                  </a:lnTo>
                  <a:lnTo>
                    <a:pt x="2540" y="15239"/>
                  </a:lnTo>
                  <a:close/>
                </a:path>
                <a:path w="2540" h="62229">
                  <a:moveTo>
                    <a:pt x="2540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2540" y="21589"/>
                  </a:lnTo>
                  <a:lnTo>
                    <a:pt x="2540" y="19049"/>
                  </a:lnTo>
                  <a:close/>
                </a:path>
                <a:path w="2540" h="62229">
                  <a:moveTo>
                    <a:pt x="2540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2540" y="25399"/>
                  </a:lnTo>
                  <a:lnTo>
                    <a:pt x="2540" y="21589"/>
                  </a:lnTo>
                  <a:close/>
                </a:path>
                <a:path w="2540" h="62229">
                  <a:moveTo>
                    <a:pt x="2540" y="25399"/>
                  </a:moveTo>
                  <a:lnTo>
                    <a:pt x="0" y="25399"/>
                  </a:lnTo>
                  <a:lnTo>
                    <a:pt x="0" y="34289"/>
                  </a:lnTo>
                  <a:lnTo>
                    <a:pt x="2540" y="34289"/>
                  </a:lnTo>
                  <a:lnTo>
                    <a:pt x="2540" y="25399"/>
                  </a:lnTo>
                  <a:close/>
                </a:path>
                <a:path w="2540" h="62229">
                  <a:moveTo>
                    <a:pt x="2540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2540" y="38099"/>
                  </a:lnTo>
                  <a:lnTo>
                    <a:pt x="2540" y="34289"/>
                  </a:lnTo>
                  <a:close/>
                </a:path>
                <a:path w="2540" h="62229">
                  <a:moveTo>
                    <a:pt x="254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2540" y="40639"/>
                  </a:lnTo>
                  <a:lnTo>
                    <a:pt x="2540" y="38099"/>
                  </a:lnTo>
                  <a:close/>
                </a:path>
                <a:path w="2540" h="62229">
                  <a:moveTo>
                    <a:pt x="2540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2540" y="44449"/>
                  </a:lnTo>
                  <a:lnTo>
                    <a:pt x="2540" y="40639"/>
                  </a:lnTo>
                  <a:close/>
                </a:path>
                <a:path w="2540" h="62229">
                  <a:moveTo>
                    <a:pt x="254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2540" y="46989"/>
                  </a:lnTo>
                  <a:lnTo>
                    <a:pt x="2540" y="44449"/>
                  </a:lnTo>
                  <a:close/>
                </a:path>
                <a:path w="2540" h="62229">
                  <a:moveTo>
                    <a:pt x="2540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2540" y="50799"/>
                  </a:lnTo>
                  <a:lnTo>
                    <a:pt x="2540" y="46989"/>
                  </a:lnTo>
                  <a:close/>
                </a:path>
                <a:path w="2540" h="62229">
                  <a:moveTo>
                    <a:pt x="2540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2540" y="53339"/>
                  </a:lnTo>
                  <a:lnTo>
                    <a:pt x="2540" y="50799"/>
                  </a:lnTo>
                  <a:close/>
                </a:path>
                <a:path w="2540" h="62229">
                  <a:moveTo>
                    <a:pt x="2540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2540" y="57149"/>
                  </a:lnTo>
                  <a:lnTo>
                    <a:pt x="2540" y="53339"/>
                  </a:lnTo>
                  <a:close/>
                </a:path>
                <a:path w="2540" h="62229">
                  <a:moveTo>
                    <a:pt x="2540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2540" y="59689"/>
                  </a:lnTo>
                  <a:lnTo>
                    <a:pt x="2540" y="57149"/>
                  </a:lnTo>
                  <a:close/>
                </a:path>
                <a:path w="2540" h="62229">
                  <a:moveTo>
                    <a:pt x="2540" y="59689"/>
                  </a:moveTo>
                  <a:lnTo>
                    <a:pt x="0" y="59689"/>
                  </a:lnTo>
                  <a:lnTo>
                    <a:pt x="0" y="62229"/>
                  </a:lnTo>
                  <a:lnTo>
                    <a:pt x="2540" y="62229"/>
                  </a:lnTo>
                  <a:lnTo>
                    <a:pt x="2540" y="59689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0" name="object 3100"/>
            <p:cNvSpPr/>
            <p:nvPr/>
          </p:nvSpPr>
          <p:spPr>
            <a:xfrm>
              <a:off x="6579870" y="54305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0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09" h="62229">
                  <a:moveTo>
                    <a:pt x="380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2539"/>
                  </a:lnTo>
                  <a:close/>
                </a:path>
                <a:path w="3809" h="62229">
                  <a:moveTo>
                    <a:pt x="380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49"/>
                  </a:lnTo>
                  <a:close/>
                </a:path>
                <a:path w="3809" h="62229">
                  <a:moveTo>
                    <a:pt x="380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8889"/>
                  </a:lnTo>
                  <a:close/>
                </a:path>
                <a:path w="3809" h="62229">
                  <a:moveTo>
                    <a:pt x="380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2699"/>
                  </a:lnTo>
                  <a:close/>
                </a:path>
                <a:path w="3809" h="62229">
                  <a:moveTo>
                    <a:pt x="3809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5239"/>
                  </a:lnTo>
                  <a:close/>
                </a:path>
                <a:path w="3809" h="62229">
                  <a:moveTo>
                    <a:pt x="3809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9049"/>
                  </a:lnTo>
                  <a:close/>
                </a:path>
                <a:path w="3809" h="62229">
                  <a:moveTo>
                    <a:pt x="3809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1589"/>
                  </a:lnTo>
                  <a:close/>
                </a:path>
                <a:path w="3809" h="62229">
                  <a:moveTo>
                    <a:pt x="3809" y="25399"/>
                  </a:moveTo>
                  <a:lnTo>
                    <a:pt x="0" y="25399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25399"/>
                  </a:lnTo>
                  <a:close/>
                </a:path>
                <a:path w="3809" h="62229">
                  <a:moveTo>
                    <a:pt x="3809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4289"/>
                  </a:lnTo>
                  <a:close/>
                </a:path>
                <a:path w="3809" h="62229">
                  <a:moveTo>
                    <a:pt x="3809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8099"/>
                  </a:lnTo>
                  <a:close/>
                </a:path>
                <a:path w="3809" h="62229">
                  <a:moveTo>
                    <a:pt x="3809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0639"/>
                  </a:lnTo>
                  <a:close/>
                </a:path>
                <a:path w="3809" h="62229">
                  <a:moveTo>
                    <a:pt x="3809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4449"/>
                  </a:lnTo>
                  <a:close/>
                </a:path>
                <a:path w="3809" h="62229">
                  <a:moveTo>
                    <a:pt x="3809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6989"/>
                  </a:lnTo>
                  <a:close/>
                </a:path>
                <a:path w="3809" h="62229">
                  <a:moveTo>
                    <a:pt x="3809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0799"/>
                  </a:lnTo>
                  <a:close/>
                </a:path>
                <a:path w="3809" h="62229">
                  <a:moveTo>
                    <a:pt x="3809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3339"/>
                  </a:lnTo>
                  <a:close/>
                </a:path>
                <a:path w="3809" h="62229">
                  <a:moveTo>
                    <a:pt x="3809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7149"/>
                  </a:lnTo>
                  <a:close/>
                </a:path>
                <a:path w="3809" h="62229">
                  <a:moveTo>
                    <a:pt x="3809" y="59689"/>
                  </a:moveTo>
                  <a:lnTo>
                    <a:pt x="0" y="59689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9689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1" name="object 3101"/>
            <p:cNvSpPr/>
            <p:nvPr/>
          </p:nvSpPr>
          <p:spPr>
            <a:xfrm>
              <a:off x="6583680" y="54305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09" h="62229">
                  <a:moveTo>
                    <a:pt x="381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2539"/>
                  </a:lnTo>
                  <a:close/>
                </a:path>
                <a:path w="3809" h="62229">
                  <a:moveTo>
                    <a:pt x="381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49"/>
                  </a:lnTo>
                  <a:close/>
                </a:path>
                <a:path w="3809" h="62229">
                  <a:moveTo>
                    <a:pt x="381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8889"/>
                  </a:lnTo>
                  <a:close/>
                </a:path>
                <a:path w="3809" h="62229">
                  <a:moveTo>
                    <a:pt x="381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2699"/>
                  </a:lnTo>
                  <a:close/>
                </a:path>
                <a:path w="3809" h="62229">
                  <a:moveTo>
                    <a:pt x="381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5239"/>
                  </a:lnTo>
                  <a:close/>
                </a:path>
                <a:path w="3809" h="62229">
                  <a:moveTo>
                    <a:pt x="3810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9049"/>
                  </a:lnTo>
                  <a:close/>
                </a:path>
                <a:path w="3809" h="62229">
                  <a:moveTo>
                    <a:pt x="3810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21589"/>
                  </a:lnTo>
                  <a:close/>
                </a:path>
                <a:path w="3809" h="62229">
                  <a:moveTo>
                    <a:pt x="3810" y="25399"/>
                  </a:moveTo>
                  <a:lnTo>
                    <a:pt x="0" y="25399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25399"/>
                  </a:lnTo>
                  <a:close/>
                </a:path>
                <a:path w="3809" h="62229">
                  <a:moveTo>
                    <a:pt x="3810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4289"/>
                  </a:lnTo>
                  <a:close/>
                </a:path>
                <a:path w="3809" h="62229">
                  <a:moveTo>
                    <a:pt x="381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8099"/>
                  </a:lnTo>
                  <a:close/>
                </a:path>
                <a:path w="3809" h="62229">
                  <a:moveTo>
                    <a:pt x="3810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0639"/>
                  </a:lnTo>
                  <a:close/>
                </a:path>
                <a:path w="3809" h="62229">
                  <a:moveTo>
                    <a:pt x="381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4449"/>
                  </a:lnTo>
                  <a:close/>
                </a:path>
                <a:path w="3809" h="62229">
                  <a:moveTo>
                    <a:pt x="3810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6989"/>
                  </a:lnTo>
                  <a:close/>
                </a:path>
                <a:path w="3809" h="62229">
                  <a:moveTo>
                    <a:pt x="3810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50799"/>
                  </a:lnTo>
                  <a:close/>
                </a:path>
                <a:path w="3809" h="62229">
                  <a:moveTo>
                    <a:pt x="3810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3339"/>
                  </a:lnTo>
                  <a:close/>
                </a:path>
                <a:path w="3809" h="62229">
                  <a:moveTo>
                    <a:pt x="3810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7149"/>
                  </a:lnTo>
                  <a:close/>
                </a:path>
                <a:path w="3809" h="62229">
                  <a:moveTo>
                    <a:pt x="3810" y="59689"/>
                  </a:moveTo>
                  <a:lnTo>
                    <a:pt x="0" y="59689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9689"/>
                  </a:lnTo>
                  <a:close/>
                </a:path>
              </a:pathLst>
            </a:custGeom>
            <a:solidFill>
              <a:srgbClr val="71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2" name="object 3102"/>
            <p:cNvSpPr/>
            <p:nvPr/>
          </p:nvSpPr>
          <p:spPr>
            <a:xfrm>
              <a:off x="6587490" y="54305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0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09" h="62229">
                  <a:moveTo>
                    <a:pt x="380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2539"/>
                  </a:lnTo>
                  <a:close/>
                </a:path>
                <a:path w="3809" h="62229">
                  <a:moveTo>
                    <a:pt x="380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49"/>
                  </a:lnTo>
                  <a:close/>
                </a:path>
                <a:path w="3809" h="62229">
                  <a:moveTo>
                    <a:pt x="380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8889"/>
                  </a:lnTo>
                  <a:close/>
                </a:path>
                <a:path w="3809" h="62229">
                  <a:moveTo>
                    <a:pt x="380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2699"/>
                  </a:lnTo>
                  <a:close/>
                </a:path>
                <a:path w="3809" h="62229">
                  <a:moveTo>
                    <a:pt x="3809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5239"/>
                  </a:lnTo>
                  <a:close/>
                </a:path>
                <a:path w="3809" h="62229">
                  <a:moveTo>
                    <a:pt x="3809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9049"/>
                  </a:lnTo>
                  <a:close/>
                </a:path>
                <a:path w="3809" h="62229">
                  <a:moveTo>
                    <a:pt x="3809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1589"/>
                  </a:lnTo>
                  <a:close/>
                </a:path>
                <a:path w="3809" h="62229">
                  <a:moveTo>
                    <a:pt x="3809" y="25399"/>
                  </a:moveTo>
                  <a:lnTo>
                    <a:pt x="0" y="25399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25399"/>
                  </a:lnTo>
                  <a:close/>
                </a:path>
                <a:path w="3809" h="62229">
                  <a:moveTo>
                    <a:pt x="3809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4289"/>
                  </a:lnTo>
                  <a:close/>
                </a:path>
                <a:path w="3809" h="62229">
                  <a:moveTo>
                    <a:pt x="3809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8099"/>
                  </a:lnTo>
                  <a:close/>
                </a:path>
                <a:path w="3809" h="62229">
                  <a:moveTo>
                    <a:pt x="3809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0639"/>
                  </a:lnTo>
                  <a:close/>
                </a:path>
                <a:path w="3809" h="62229">
                  <a:moveTo>
                    <a:pt x="3809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4449"/>
                  </a:lnTo>
                  <a:close/>
                </a:path>
                <a:path w="3809" h="62229">
                  <a:moveTo>
                    <a:pt x="3809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6989"/>
                  </a:lnTo>
                  <a:close/>
                </a:path>
                <a:path w="3809" h="62229">
                  <a:moveTo>
                    <a:pt x="3809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0799"/>
                  </a:lnTo>
                  <a:close/>
                </a:path>
                <a:path w="3809" h="62229">
                  <a:moveTo>
                    <a:pt x="3809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3339"/>
                  </a:lnTo>
                  <a:close/>
                </a:path>
                <a:path w="3809" h="62229">
                  <a:moveTo>
                    <a:pt x="3809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7149"/>
                  </a:lnTo>
                  <a:close/>
                </a:path>
                <a:path w="3809" h="62229">
                  <a:moveTo>
                    <a:pt x="3809" y="59689"/>
                  </a:moveTo>
                  <a:lnTo>
                    <a:pt x="0" y="59689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9689"/>
                  </a:lnTo>
                  <a:close/>
                </a:path>
              </a:pathLst>
            </a:custGeom>
            <a:solidFill>
              <a:srgbClr val="6F84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3" name="object 3103"/>
            <p:cNvSpPr/>
            <p:nvPr/>
          </p:nvSpPr>
          <p:spPr>
            <a:xfrm>
              <a:off x="6591300" y="54305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0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09" h="62229">
                  <a:moveTo>
                    <a:pt x="380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2539"/>
                  </a:lnTo>
                  <a:close/>
                </a:path>
                <a:path w="3809" h="62229">
                  <a:moveTo>
                    <a:pt x="380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49"/>
                  </a:lnTo>
                  <a:close/>
                </a:path>
                <a:path w="3809" h="62229">
                  <a:moveTo>
                    <a:pt x="380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8889"/>
                  </a:lnTo>
                  <a:close/>
                </a:path>
                <a:path w="3809" h="62229">
                  <a:moveTo>
                    <a:pt x="380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2699"/>
                  </a:lnTo>
                  <a:close/>
                </a:path>
                <a:path w="3809" h="62229">
                  <a:moveTo>
                    <a:pt x="3809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5239"/>
                  </a:lnTo>
                  <a:close/>
                </a:path>
                <a:path w="3809" h="62229">
                  <a:moveTo>
                    <a:pt x="3809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9049"/>
                  </a:lnTo>
                  <a:close/>
                </a:path>
                <a:path w="3809" h="62229">
                  <a:moveTo>
                    <a:pt x="3809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1589"/>
                  </a:lnTo>
                  <a:close/>
                </a:path>
                <a:path w="3809" h="62229">
                  <a:moveTo>
                    <a:pt x="3809" y="25399"/>
                  </a:moveTo>
                  <a:lnTo>
                    <a:pt x="0" y="25399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25399"/>
                  </a:lnTo>
                  <a:close/>
                </a:path>
                <a:path w="3809" h="62229">
                  <a:moveTo>
                    <a:pt x="3809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4289"/>
                  </a:lnTo>
                  <a:close/>
                </a:path>
                <a:path w="3809" h="62229">
                  <a:moveTo>
                    <a:pt x="3809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8099"/>
                  </a:lnTo>
                  <a:close/>
                </a:path>
                <a:path w="3809" h="62229">
                  <a:moveTo>
                    <a:pt x="3809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0639"/>
                  </a:lnTo>
                  <a:close/>
                </a:path>
                <a:path w="3809" h="62229">
                  <a:moveTo>
                    <a:pt x="3809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4449"/>
                  </a:lnTo>
                  <a:close/>
                </a:path>
                <a:path w="3809" h="62229">
                  <a:moveTo>
                    <a:pt x="3809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6989"/>
                  </a:lnTo>
                  <a:close/>
                </a:path>
                <a:path w="3809" h="62229">
                  <a:moveTo>
                    <a:pt x="3809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0799"/>
                  </a:lnTo>
                  <a:close/>
                </a:path>
                <a:path w="3809" h="62229">
                  <a:moveTo>
                    <a:pt x="3809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3339"/>
                  </a:lnTo>
                  <a:close/>
                </a:path>
                <a:path w="3809" h="62229">
                  <a:moveTo>
                    <a:pt x="3809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7149"/>
                  </a:lnTo>
                  <a:close/>
                </a:path>
                <a:path w="3809" h="62229">
                  <a:moveTo>
                    <a:pt x="3809" y="59689"/>
                  </a:moveTo>
                  <a:lnTo>
                    <a:pt x="0" y="59689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9689"/>
                  </a:lnTo>
                  <a:close/>
                </a:path>
              </a:pathLst>
            </a:custGeom>
            <a:solidFill>
              <a:srgbClr val="6C82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4" name="object 3104"/>
            <p:cNvSpPr/>
            <p:nvPr/>
          </p:nvSpPr>
          <p:spPr>
            <a:xfrm>
              <a:off x="6595110" y="5429250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09" h="63500">
                  <a:moveTo>
                    <a:pt x="2540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09" h="63500">
                  <a:moveTo>
                    <a:pt x="381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70"/>
                  </a:lnTo>
                  <a:close/>
                </a:path>
                <a:path w="3809" h="63500">
                  <a:moveTo>
                    <a:pt x="3810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3810"/>
                  </a:lnTo>
                  <a:close/>
                </a:path>
                <a:path w="3809" h="63500">
                  <a:moveTo>
                    <a:pt x="3810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7620"/>
                  </a:lnTo>
                  <a:close/>
                </a:path>
                <a:path w="3809" h="63500">
                  <a:moveTo>
                    <a:pt x="3810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10160"/>
                  </a:lnTo>
                  <a:close/>
                </a:path>
                <a:path w="3809" h="63500">
                  <a:moveTo>
                    <a:pt x="3810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3970"/>
                  </a:lnTo>
                  <a:close/>
                </a:path>
                <a:path w="3809" h="63500">
                  <a:moveTo>
                    <a:pt x="3810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6510"/>
                  </a:lnTo>
                  <a:close/>
                </a:path>
                <a:path w="3809" h="63500">
                  <a:moveTo>
                    <a:pt x="3810" y="20320"/>
                  </a:moveTo>
                  <a:lnTo>
                    <a:pt x="0" y="2032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20320"/>
                  </a:lnTo>
                  <a:close/>
                </a:path>
                <a:path w="3809" h="63500">
                  <a:moveTo>
                    <a:pt x="3810" y="22860"/>
                  </a:moveTo>
                  <a:lnTo>
                    <a:pt x="0" y="22860"/>
                  </a:lnTo>
                  <a:lnTo>
                    <a:pt x="0" y="26669"/>
                  </a:lnTo>
                  <a:lnTo>
                    <a:pt x="3810" y="26669"/>
                  </a:lnTo>
                  <a:lnTo>
                    <a:pt x="3810" y="22860"/>
                  </a:lnTo>
                  <a:close/>
                </a:path>
                <a:path w="3809" h="63500">
                  <a:moveTo>
                    <a:pt x="3810" y="26670"/>
                  </a:moveTo>
                  <a:lnTo>
                    <a:pt x="0" y="2667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26670"/>
                  </a:lnTo>
                  <a:close/>
                </a:path>
                <a:path w="3809" h="63500">
                  <a:moveTo>
                    <a:pt x="3810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5560"/>
                  </a:lnTo>
                  <a:close/>
                </a:path>
                <a:path w="3809" h="63500">
                  <a:moveTo>
                    <a:pt x="3810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9370"/>
                  </a:lnTo>
                  <a:close/>
                </a:path>
                <a:path w="3809" h="63500">
                  <a:moveTo>
                    <a:pt x="3810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41910"/>
                  </a:lnTo>
                  <a:close/>
                </a:path>
                <a:path w="3809" h="63500">
                  <a:moveTo>
                    <a:pt x="3810" y="45720"/>
                  </a:moveTo>
                  <a:lnTo>
                    <a:pt x="0" y="4572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5720"/>
                  </a:lnTo>
                  <a:close/>
                </a:path>
                <a:path w="3809" h="63500">
                  <a:moveTo>
                    <a:pt x="3810" y="48260"/>
                  </a:moveTo>
                  <a:lnTo>
                    <a:pt x="0" y="48260"/>
                  </a:lnTo>
                  <a:lnTo>
                    <a:pt x="0" y="52069"/>
                  </a:lnTo>
                  <a:lnTo>
                    <a:pt x="3810" y="52069"/>
                  </a:lnTo>
                  <a:lnTo>
                    <a:pt x="3810" y="48260"/>
                  </a:lnTo>
                  <a:close/>
                </a:path>
                <a:path w="3809" h="63500">
                  <a:moveTo>
                    <a:pt x="3810" y="52070"/>
                  </a:moveTo>
                  <a:lnTo>
                    <a:pt x="0" y="52070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2070"/>
                  </a:lnTo>
                  <a:close/>
                </a:path>
                <a:path w="3809" h="63500">
                  <a:moveTo>
                    <a:pt x="3810" y="54610"/>
                  </a:moveTo>
                  <a:lnTo>
                    <a:pt x="0" y="54610"/>
                  </a:lnTo>
                  <a:lnTo>
                    <a:pt x="0" y="58419"/>
                  </a:lnTo>
                  <a:lnTo>
                    <a:pt x="3810" y="58419"/>
                  </a:lnTo>
                  <a:lnTo>
                    <a:pt x="3810" y="54610"/>
                  </a:lnTo>
                  <a:close/>
                </a:path>
                <a:path w="3809" h="63500">
                  <a:moveTo>
                    <a:pt x="3810" y="58420"/>
                  </a:moveTo>
                  <a:lnTo>
                    <a:pt x="0" y="58420"/>
                  </a:lnTo>
                  <a:lnTo>
                    <a:pt x="0" y="60959"/>
                  </a:lnTo>
                  <a:lnTo>
                    <a:pt x="3810" y="60959"/>
                  </a:lnTo>
                  <a:lnTo>
                    <a:pt x="3810" y="58420"/>
                  </a:lnTo>
                  <a:close/>
                </a:path>
                <a:path w="3809" h="63500">
                  <a:moveTo>
                    <a:pt x="3810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60960"/>
                  </a:lnTo>
                  <a:close/>
                </a:path>
              </a:pathLst>
            </a:custGeom>
            <a:solidFill>
              <a:srgbClr val="6980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5" name="object 3105"/>
            <p:cNvSpPr/>
            <p:nvPr/>
          </p:nvSpPr>
          <p:spPr>
            <a:xfrm>
              <a:off x="6598920" y="54305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0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09" h="62229">
                  <a:moveTo>
                    <a:pt x="380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2539"/>
                  </a:lnTo>
                  <a:close/>
                </a:path>
                <a:path w="3809" h="62229">
                  <a:moveTo>
                    <a:pt x="380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49"/>
                  </a:lnTo>
                  <a:close/>
                </a:path>
                <a:path w="3809" h="62229">
                  <a:moveTo>
                    <a:pt x="380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8889"/>
                  </a:lnTo>
                  <a:close/>
                </a:path>
                <a:path w="3809" h="62229">
                  <a:moveTo>
                    <a:pt x="380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2699"/>
                  </a:lnTo>
                  <a:close/>
                </a:path>
                <a:path w="3809" h="62229">
                  <a:moveTo>
                    <a:pt x="3809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5239"/>
                  </a:lnTo>
                  <a:close/>
                </a:path>
                <a:path w="3809" h="62229">
                  <a:moveTo>
                    <a:pt x="3809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9049"/>
                  </a:lnTo>
                  <a:close/>
                </a:path>
                <a:path w="3809" h="62229">
                  <a:moveTo>
                    <a:pt x="3809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1589"/>
                  </a:lnTo>
                  <a:close/>
                </a:path>
                <a:path w="3809" h="62229">
                  <a:moveTo>
                    <a:pt x="3809" y="25399"/>
                  </a:moveTo>
                  <a:lnTo>
                    <a:pt x="0" y="25399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25399"/>
                  </a:lnTo>
                  <a:close/>
                </a:path>
                <a:path w="3809" h="62229">
                  <a:moveTo>
                    <a:pt x="3809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4289"/>
                  </a:lnTo>
                  <a:close/>
                </a:path>
                <a:path w="3809" h="62229">
                  <a:moveTo>
                    <a:pt x="3809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8099"/>
                  </a:lnTo>
                  <a:close/>
                </a:path>
                <a:path w="3809" h="62229">
                  <a:moveTo>
                    <a:pt x="3809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0639"/>
                  </a:lnTo>
                  <a:close/>
                </a:path>
                <a:path w="3809" h="62229">
                  <a:moveTo>
                    <a:pt x="3809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4449"/>
                  </a:lnTo>
                  <a:close/>
                </a:path>
                <a:path w="3809" h="62229">
                  <a:moveTo>
                    <a:pt x="3809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6989"/>
                  </a:lnTo>
                  <a:close/>
                </a:path>
                <a:path w="3809" h="62229">
                  <a:moveTo>
                    <a:pt x="3809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0799"/>
                  </a:lnTo>
                  <a:close/>
                </a:path>
                <a:path w="3809" h="62229">
                  <a:moveTo>
                    <a:pt x="3809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3339"/>
                  </a:lnTo>
                  <a:close/>
                </a:path>
                <a:path w="3809" h="62229">
                  <a:moveTo>
                    <a:pt x="3809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7149"/>
                  </a:lnTo>
                  <a:close/>
                </a:path>
                <a:path w="3809" h="62229">
                  <a:moveTo>
                    <a:pt x="3809" y="59689"/>
                  </a:moveTo>
                  <a:lnTo>
                    <a:pt x="0" y="59689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9689"/>
                  </a:lnTo>
                  <a:close/>
                </a:path>
              </a:pathLst>
            </a:custGeom>
            <a:solidFill>
              <a:srgbClr val="677E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6" name="object 3106"/>
            <p:cNvSpPr/>
            <p:nvPr/>
          </p:nvSpPr>
          <p:spPr>
            <a:xfrm>
              <a:off x="6602730" y="54305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09" h="62229">
                  <a:moveTo>
                    <a:pt x="381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2539"/>
                  </a:lnTo>
                  <a:close/>
                </a:path>
                <a:path w="3809" h="62229">
                  <a:moveTo>
                    <a:pt x="381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49"/>
                  </a:lnTo>
                  <a:close/>
                </a:path>
                <a:path w="3809" h="62229">
                  <a:moveTo>
                    <a:pt x="381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8889"/>
                  </a:lnTo>
                  <a:close/>
                </a:path>
                <a:path w="3809" h="62229">
                  <a:moveTo>
                    <a:pt x="381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2699"/>
                  </a:lnTo>
                  <a:close/>
                </a:path>
                <a:path w="3809" h="62229">
                  <a:moveTo>
                    <a:pt x="381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5239"/>
                  </a:lnTo>
                  <a:close/>
                </a:path>
                <a:path w="3809" h="62229">
                  <a:moveTo>
                    <a:pt x="3810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9049"/>
                  </a:lnTo>
                  <a:close/>
                </a:path>
                <a:path w="3809" h="62229">
                  <a:moveTo>
                    <a:pt x="3810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21589"/>
                  </a:lnTo>
                  <a:close/>
                </a:path>
                <a:path w="3809" h="62229">
                  <a:moveTo>
                    <a:pt x="3810" y="25399"/>
                  </a:moveTo>
                  <a:lnTo>
                    <a:pt x="0" y="25399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25399"/>
                  </a:lnTo>
                  <a:close/>
                </a:path>
                <a:path w="3809" h="62229">
                  <a:moveTo>
                    <a:pt x="3810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4289"/>
                  </a:lnTo>
                  <a:close/>
                </a:path>
                <a:path w="3809" h="62229">
                  <a:moveTo>
                    <a:pt x="381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8099"/>
                  </a:lnTo>
                  <a:close/>
                </a:path>
                <a:path w="3809" h="62229">
                  <a:moveTo>
                    <a:pt x="3810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0639"/>
                  </a:lnTo>
                  <a:close/>
                </a:path>
                <a:path w="3809" h="62229">
                  <a:moveTo>
                    <a:pt x="381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4449"/>
                  </a:lnTo>
                  <a:close/>
                </a:path>
                <a:path w="3809" h="62229">
                  <a:moveTo>
                    <a:pt x="3810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6989"/>
                  </a:lnTo>
                  <a:close/>
                </a:path>
                <a:path w="3809" h="62229">
                  <a:moveTo>
                    <a:pt x="3810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50799"/>
                  </a:lnTo>
                  <a:close/>
                </a:path>
                <a:path w="3809" h="62229">
                  <a:moveTo>
                    <a:pt x="3810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3339"/>
                  </a:lnTo>
                  <a:close/>
                </a:path>
                <a:path w="3809" h="62229">
                  <a:moveTo>
                    <a:pt x="3810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7149"/>
                  </a:lnTo>
                  <a:close/>
                </a:path>
                <a:path w="3809" h="62229">
                  <a:moveTo>
                    <a:pt x="3810" y="59689"/>
                  </a:moveTo>
                  <a:lnTo>
                    <a:pt x="0" y="59689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9689"/>
                  </a:lnTo>
                  <a:close/>
                </a:path>
              </a:pathLst>
            </a:custGeom>
            <a:solidFill>
              <a:srgbClr val="6A80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7" name="object 3107"/>
            <p:cNvSpPr/>
            <p:nvPr/>
          </p:nvSpPr>
          <p:spPr>
            <a:xfrm>
              <a:off x="6606540" y="5430520"/>
              <a:ext cx="2540" cy="62230"/>
            </a:xfrm>
            <a:custGeom>
              <a:avLst/>
              <a:gdLst/>
              <a:ahLst/>
              <a:cxnLst/>
              <a:rect l="l" t="t" r="r" b="b"/>
              <a:pathLst>
                <a:path w="2540" h="62229">
                  <a:moveTo>
                    <a:pt x="253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39" y="2539"/>
                  </a:lnTo>
                  <a:lnTo>
                    <a:pt x="2539" y="0"/>
                  </a:lnTo>
                  <a:close/>
                </a:path>
                <a:path w="2540" h="62229">
                  <a:moveTo>
                    <a:pt x="253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2539" y="6349"/>
                  </a:lnTo>
                  <a:lnTo>
                    <a:pt x="2539" y="2539"/>
                  </a:lnTo>
                  <a:close/>
                </a:path>
                <a:path w="2540" h="62229">
                  <a:moveTo>
                    <a:pt x="253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2539" y="8889"/>
                  </a:lnTo>
                  <a:lnTo>
                    <a:pt x="2539" y="6349"/>
                  </a:lnTo>
                  <a:close/>
                </a:path>
                <a:path w="2540" h="62229">
                  <a:moveTo>
                    <a:pt x="253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2539" y="12699"/>
                  </a:lnTo>
                  <a:lnTo>
                    <a:pt x="2539" y="8889"/>
                  </a:lnTo>
                  <a:close/>
                </a:path>
                <a:path w="2540" h="62229">
                  <a:moveTo>
                    <a:pt x="253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2539" y="15239"/>
                  </a:lnTo>
                  <a:lnTo>
                    <a:pt x="2539" y="12699"/>
                  </a:lnTo>
                  <a:close/>
                </a:path>
                <a:path w="2540" h="62229">
                  <a:moveTo>
                    <a:pt x="2539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2539" y="19049"/>
                  </a:lnTo>
                  <a:lnTo>
                    <a:pt x="2539" y="15239"/>
                  </a:lnTo>
                  <a:close/>
                </a:path>
                <a:path w="2540" h="62229">
                  <a:moveTo>
                    <a:pt x="2539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2539" y="21589"/>
                  </a:lnTo>
                  <a:lnTo>
                    <a:pt x="2539" y="19049"/>
                  </a:lnTo>
                  <a:close/>
                </a:path>
                <a:path w="2540" h="62229">
                  <a:moveTo>
                    <a:pt x="2539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2539" y="25399"/>
                  </a:lnTo>
                  <a:lnTo>
                    <a:pt x="2539" y="21589"/>
                  </a:lnTo>
                  <a:close/>
                </a:path>
                <a:path w="2540" h="62229">
                  <a:moveTo>
                    <a:pt x="2539" y="25399"/>
                  </a:moveTo>
                  <a:lnTo>
                    <a:pt x="0" y="25399"/>
                  </a:lnTo>
                  <a:lnTo>
                    <a:pt x="0" y="34289"/>
                  </a:lnTo>
                  <a:lnTo>
                    <a:pt x="2539" y="34289"/>
                  </a:lnTo>
                  <a:lnTo>
                    <a:pt x="2539" y="25399"/>
                  </a:lnTo>
                  <a:close/>
                </a:path>
                <a:path w="2540" h="62229">
                  <a:moveTo>
                    <a:pt x="2539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2539" y="38099"/>
                  </a:lnTo>
                  <a:lnTo>
                    <a:pt x="2539" y="34289"/>
                  </a:lnTo>
                  <a:close/>
                </a:path>
                <a:path w="2540" h="62229">
                  <a:moveTo>
                    <a:pt x="2539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2539" y="40639"/>
                  </a:lnTo>
                  <a:lnTo>
                    <a:pt x="2539" y="38099"/>
                  </a:lnTo>
                  <a:close/>
                </a:path>
                <a:path w="2540" h="62229">
                  <a:moveTo>
                    <a:pt x="2539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2539" y="44449"/>
                  </a:lnTo>
                  <a:lnTo>
                    <a:pt x="2539" y="40639"/>
                  </a:lnTo>
                  <a:close/>
                </a:path>
                <a:path w="2540" h="62229">
                  <a:moveTo>
                    <a:pt x="2539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2539" y="46989"/>
                  </a:lnTo>
                  <a:lnTo>
                    <a:pt x="2539" y="44449"/>
                  </a:lnTo>
                  <a:close/>
                </a:path>
                <a:path w="2540" h="62229">
                  <a:moveTo>
                    <a:pt x="2539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2539" y="50799"/>
                  </a:lnTo>
                  <a:lnTo>
                    <a:pt x="2539" y="46989"/>
                  </a:lnTo>
                  <a:close/>
                </a:path>
                <a:path w="2540" h="62229">
                  <a:moveTo>
                    <a:pt x="2539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2539" y="53339"/>
                  </a:lnTo>
                  <a:lnTo>
                    <a:pt x="2539" y="50799"/>
                  </a:lnTo>
                  <a:close/>
                </a:path>
                <a:path w="2540" h="62229">
                  <a:moveTo>
                    <a:pt x="2539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2539" y="57149"/>
                  </a:lnTo>
                  <a:lnTo>
                    <a:pt x="2539" y="53339"/>
                  </a:lnTo>
                  <a:close/>
                </a:path>
                <a:path w="2540" h="62229">
                  <a:moveTo>
                    <a:pt x="2539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2539" y="59689"/>
                  </a:lnTo>
                  <a:lnTo>
                    <a:pt x="2539" y="57149"/>
                  </a:lnTo>
                  <a:close/>
                </a:path>
                <a:path w="2540" h="62229">
                  <a:moveTo>
                    <a:pt x="2539" y="59689"/>
                  </a:moveTo>
                  <a:lnTo>
                    <a:pt x="0" y="59689"/>
                  </a:lnTo>
                  <a:lnTo>
                    <a:pt x="0" y="62229"/>
                  </a:lnTo>
                  <a:lnTo>
                    <a:pt x="2539" y="62229"/>
                  </a:lnTo>
                  <a:lnTo>
                    <a:pt x="2539" y="59689"/>
                  </a:lnTo>
                  <a:close/>
                </a:path>
              </a:pathLst>
            </a:custGeom>
            <a:solidFill>
              <a:srgbClr val="6C82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8" name="object 3108"/>
            <p:cNvSpPr/>
            <p:nvPr/>
          </p:nvSpPr>
          <p:spPr>
            <a:xfrm>
              <a:off x="6609080" y="54305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09" h="62229">
                  <a:moveTo>
                    <a:pt x="381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2539"/>
                  </a:lnTo>
                  <a:close/>
                </a:path>
                <a:path w="3809" h="62229">
                  <a:moveTo>
                    <a:pt x="381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49"/>
                  </a:lnTo>
                  <a:close/>
                </a:path>
                <a:path w="3809" h="62229">
                  <a:moveTo>
                    <a:pt x="381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8889"/>
                  </a:lnTo>
                  <a:close/>
                </a:path>
                <a:path w="3809" h="62229">
                  <a:moveTo>
                    <a:pt x="381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2699"/>
                  </a:lnTo>
                  <a:close/>
                </a:path>
                <a:path w="3809" h="62229">
                  <a:moveTo>
                    <a:pt x="381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5239"/>
                  </a:lnTo>
                  <a:close/>
                </a:path>
                <a:path w="3809" h="62229">
                  <a:moveTo>
                    <a:pt x="3810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9049"/>
                  </a:lnTo>
                  <a:close/>
                </a:path>
                <a:path w="3809" h="62229">
                  <a:moveTo>
                    <a:pt x="3810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21589"/>
                  </a:lnTo>
                  <a:close/>
                </a:path>
                <a:path w="3809" h="62229">
                  <a:moveTo>
                    <a:pt x="3810" y="25399"/>
                  </a:moveTo>
                  <a:lnTo>
                    <a:pt x="0" y="25399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25399"/>
                  </a:lnTo>
                  <a:close/>
                </a:path>
                <a:path w="3809" h="62229">
                  <a:moveTo>
                    <a:pt x="3810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4289"/>
                  </a:lnTo>
                  <a:close/>
                </a:path>
                <a:path w="3809" h="62229">
                  <a:moveTo>
                    <a:pt x="381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8099"/>
                  </a:lnTo>
                  <a:close/>
                </a:path>
                <a:path w="3809" h="62229">
                  <a:moveTo>
                    <a:pt x="3810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0639"/>
                  </a:lnTo>
                  <a:close/>
                </a:path>
                <a:path w="3809" h="62229">
                  <a:moveTo>
                    <a:pt x="381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4449"/>
                  </a:lnTo>
                  <a:close/>
                </a:path>
                <a:path w="3809" h="62229">
                  <a:moveTo>
                    <a:pt x="3810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6989"/>
                  </a:lnTo>
                  <a:close/>
                </a:path>
                <a:path w="3809" h="62229">
                  <a:moveTo>
                    <a:pt x="3810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50799"/>
                  </a:lnTo>
                  <a:close/>
                </a:path>
                <a:path w="3809" h="62229">
                  <a:moveTo>
                    <a:pt x="3810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3339"/>
                  </a:lnTo>
                  <a:close/>
                </a:path>
                <a:path w="3809" h="62229">
                  <a:moveTo>
                    <a:pt x="3810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7149"/>
                  </a:lnTo>
                  <a:close/>
                </a:path>
                <a:path w="3809" h="62229">
                  <a:moveTo>
                    <a:pt x="3810" y="59689"/>
                  </a:moveTo>
                  <a:lnTo>
                    <a:pt x="0" y="59689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9689"/>
                  </a:lnTo>
                  <a:close/>
                </a:path>
              </a:pathLst>
            </a:custGeom>
            <a:solidFill>
              <a:srgbClr val="6F84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9" name="object 3109"/>
            <p:cNvSpPr/>
            <p:nvPr/>
          </p:nvSpPr>
          <p:spPr>
            <a:xfrm>
              <a:off x="6612890" y="54305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0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09" h="62229">
                  <a:moveTo>
                    <a:pt x="380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2539"/>
                  </a:lnTo>
                  <a:close/>
                </a:path>
                <a:path w="3809" h="62229">
                  <a:moveTo>
                    <a:pt x="380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49"/>
                  </a:lnTo>
                  <a:close/>
                </a:path>
                <a:path w="3809" h="62229">
                  <a:moveTo>
                    <a:pt x="380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8889"/>
                  </a:lnTo>
                  <a:close/>
                </a:path>
                <a:path w="3809" h="62229">
                  <a:moveTo>
                    <a:pt x="380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2699"/>
                  </a:lnTo>
                  <a:close/>
                </a:path>
                <a:path w="3809" h="62229">
                  <a:moveTo>
                    <a:pt x="3809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5239"/>
                  </a:lnTo>
                  <a:close/>
                </a:path>
                <a:path w="3809" h="62229">
                  <a:moveTo>
                    <a:pt x="3809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9049"/>
                  </a:lnTo>
                  <a:close/>
                </a:path>
                <a:path w="3809" h="62229">
                  <a:moveTo>
                    <a:pt x="3809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1589"/>
                  </a:lnTo>
                  <a:close/>
                </a:path>
                <a:path w="3809" h="62229">
                  <a:moveTo>
                    <a:pt x="3809" y="25399"/>
                  </a:moveTo>
                  <a:lnTo>
                    <a:pt x="0" y="25399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25399"/>
                  </a:lnTo>
                  <a:close/>
                </a:path>
                <a:path w="3809" h="62229">
                  <a:moveTo>
                    <a:pt x="3809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4289"/>
                  </a:lnTo>
                  <a:close/>
                </a:path>
                <a:path w="3809" h="62229">
                  <a:moveTo>
                    <a:pt x="3809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8099"/>
                  </a:lnTo>
                  <a:close/>
                </a:path>
                <a:path w="3809" h="62229">
                  <a:moveTo>
                    <a:pt x="3809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0639"/>
                  </a:lnTo>
                  <a:close/>
                </a:path>
                <a:path w="3809" h="62229">
                  <a:moveTo>
                    <a:pt x="3809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4449"/>
                  </a:lnTo>
                  <a:close/>
                </a:path>
                <a:path w="3809" h="62229">
                  <a:moveTo>
                    <a:pt x="3809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6989"/>
                  </a:lnTo>
                  <a:close/>
                </a:path>
                <a:path w="3809" h="62229">
                  <a:moveTo>
                    <a:pt x="3809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0799"/>
                  </a:lnTo>
                  <a:close/>
                </a:path>
                <a:path w="3809" h="62229">
                  <a:moveTo>
                    <a:pt x="3809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3339"/>
                  </a:lnTo>
                  <a:close/>
                </a:path>
                <a:path w="3809" h="62229">
                  <a:moveTo>
                    <a:pt x="3809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7149"/>
                  </a:lnTo>
                  <a:close/>
                </a:path>
                <a:path w="3809" h="62229">
                  <a:moveTo>
                    <a:pt x="3809" y="59689"/>
                  </a:moveTo>
                  <a:lnTo>
                    <a:pt x="0" y="59689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9689"/>
                  </a:lnTo>
                  <a:close/>
                </a:path>
              </a:pathLst>
            </a:custGeom>
            <a:solidFill>
              <a:srgbClr val="72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0" name="object 3110"/>
            <p:cNvSpPr/>
            <p:nvPr/>
          </p:nvSpPr>
          <p:spPr>
            <a:xfrm>
              <a:off x="6616700" y="54305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0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09" h="62229">
                  <a:moveTo>
                    <a:pt x="380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2539"/>
                  </a:lnTo>
                  <a:close/>
                </a:path>
                <a:path w="3809" h="62229">
                  <a:moveTo>
                    <a:pt x="380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49"/>
                  </a:lnTo>
                  <a:close/>
                </a:path>
                <a:path w="3809" h="62229">
                  <a:moveTo>
                    <a:pt x="380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8889"/>
                  </a:lnTo>
                  <a:close/>
                </a:path>
                <a:path w="3809" h="62229">
                  <a:moveTo>
                    <a:pt x="380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2699"/>
                  </a:lnTo>
                  <a:close/>
                </a:path>
                <a:path w="3809" h="62229">
                  <a:moveTo>
                    <a:pt x="3809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5239"/>
                  </a:lnTo>
                  <a:close/>
                </a:path>
                <a:path w="3809" h="62229">
                  <a:moveTo>
                    <a:pt x="3809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9049"/>
                  </a:lnTo>
                  <a:close/>
                </a:path>
                <a:path w="3809" h="62229">
                  <a:moveTo>
                    <a:pt x="3809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1589"/>
                  </a:lnTo>
                  <a:close/>
                </a:path>
                <a:path w="3809" h="62229">
                  <a:moveTo>
                    <a:pt x="3809" y="25399"/>
                  </a:moveTo>
                  <a:lnTo>
                    <a:pt x="0" y="25399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25399"/>
                  </a:lnTo>
                  <a:close/>
                </a:path>
                <a:path w="3809" h="62229">
                  <a:moveTo>
                    <a:pt x="3809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4289"/>
                  </a:lnTo>
                  <a:close/>
                </a:path>
                <a:path w="3809" h="62229">
                  <a:moveTo>
                    <a:pt x="3809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8099"/>
                  </a:lnTo>
                  <a:close/>
                </a:path>
                <a:path w="3809" h="62229">
                  <a:moveTo>
                    <a:pt x="3809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0639"/>
                  </a:lnTo>
                  <a:close/>
                </a:path>
                <a:path w="3809" h="62229">
                  <a:moveTo>
                    <a:pt x="3809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4449"/>
                  </a:lnTo>
                  <a:close/>
                </a:path>
                <a:path w="3809" h="62229">
                  <a:moveTo>
                    <a:pt x="3809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6989"/>
                  </a:lnTo>
                  <a:close/>
                </a:path>
                <a:path w="3809" h="62229">
                  <a:moveTo>
                    <a:pt x="3809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0799"/>
                  </a:lnTo>
                  <a:close/>
                </a:path>
                <a:path w="3809" h="62229">
                  <a:moveTo>
                    <a:pt x="3809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3339"/>
                  </a:lnTo>
                  <a:close/>
                </a:path>
                <a:path w="3809" h="62229">
                  <a:moveTo>
                    <a:pt x="3809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7149"/>
                  </a:lnTo>
                  <a:close/>
                </a:path>
                <a:path w="3809" h="62229">
                  <a:moveTo>
                    <a:pt x="3809" y="59689"/>
                  </a:moveTo>
                  <a:lnTo>
                    <a:pt x="0" y="59689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9689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1" name="object 3111"/>
            <p:cNvSpPr/>
            <p:nvPr/>
          </p:nvSpPr>
          <p:spPr>
            <a:xfrm>
              <a:off x="6620510" y="54305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09" h="62229">
                  <a:moveTo>
                    <a:pt x="381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2539"/>
                  </a:lnTo>
                  <a:close/>
                </a:path>
                <a:path w="3809" h="62229">
                  <a:moveTo>
                    <a:pt x="381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49"/>
                  </a:lnTo>
                  <a:close/>
                </a:path>
                <a:path w="3809" h="62229">
                  <a:moveTo>
                    <a:pt x="381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8889"/>
                  </a:lnTo>
                  <a:close/>
                </a:path>
                <a:path w="3809" h="62229">
                  <a:moveTo>
                    <a:pt x="381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2699"/>
                  </a:lnTo>
                  <a:close/>
                </a:path>
                <a:path w="3809" h="62229">
                  <a:moveTo>
                    <a:pt x="381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5239"/>
                  </a:lnTo>
                  <a:close/>
                </a:path>
                <a:path w="3809" h="62229">
                  <a:moveTo>
                    <a:pt x="3810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9049"/>
                  </a:lnTo>
                  <a:close/>
                </a:path>
                <a:path w="3809" h="62229">
                  <a:moveTo>
                    <a:pt x="3810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21589"/>
                  </a:lnTo>
                  <a:close/>
                </a:path>
                <a:path w="3809" h="62229">
                  <a:moveTo>
                    <a:pt x="3810" y="25399"/>
                  </a:moveTo>
                  <a:lnTo>
                    <a:pt x="0" y="25399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25399"/>
                  </a:lnTo>
                  <a:close/>
                </a:path>
                <a:path w="3809" h="62229">
                  <a:moveTo>
                    <a:pt x="3810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4289"/>
                  </a:lnTo>
                  <a:close/>
                </a:path>
                <a:path w="3809" h="62229">
                  <a:moveTo>
                    <a:pt x="381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8099"/>
                  </a:lnTo>
                  <a:close/>
                </a:path>
                <a:path w="3809" h="62229">
                  <a:moveTo>
                    <a:pt x="3810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0639"/>
                  </a:lnTo>
                  <a:close/>
                </a:path>
                <a:path w="3809" h="62229">
                  <a:moveTo>
                    <a:pt x="381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4449"/>
                  </a:lnTo>
                  <a:close/>
                </a:path>
                <a:path w="3809" h="62229">
                  <a:moveTo>
                    <a:pt x="3810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6989"/>
                  </a:lnTo>
                  <a:close/>
                </a:path>
                <a:path w="3809" h="62229">
                  <a:moveTo>
                    <a:pt x="3810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50799"/>
                  </a:lnTo>
                  <a:close/>
                </a:path>
                <a:path w="3809" h="62229">
                  <a:moveTo>
                    <a:pt x="3810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3339"/>
                  </a:lnTo>
                  <a:close/>
                </a:path>
                <a:path w="3809" h="62229">
                  <a:moveTo>
                    <a:pt x="3810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7149"/>
                  </a:lnTo>
                  <a:close/>
                </a:path>
                <a:path w="3809" h="62229">
                  <a:moveTo>
                    <a:pt x="3810" y="59689"/>
                  </a:moveTo>
                  <a:lnTo>
                    <a:pt x="0" y="59689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9689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2" name="object 3112"/>
            <p:cNvSpPr/>
            <p:nvPr/>
          </p:nvSpPr>
          <p:spPr>
            <a:xfrm>
              <a:off x="6624320" y="54305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254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09" h="62229">
                  <a:moveTo>
                    <a:pt x="380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2539"/>
                  </a:lnTo>
                  <a:close/>
                </a:path>
                <a:path w="3809" h="62229">
                  <a:moveTo>
                    <a:pt x="380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49"/>
                  </a:lnTo>
                  <a:close/>
                </a:path>
                <a:path w="3809" h="62229">
                  <a:moveTo>
                    <a:pt x="380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8889"/>
                  </a:lnTo>
                  <a:close/>
                </a:path>
                <a:path w="3809" h="62229">
                  <a:moveTo>
                    <a:pt x="380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2699"/>
                  </a:lnTo>
                  <a:close/>
                </a:path>
                <a:path w="3809" h="62229">
                  <a:moveTo>
                    <a:pt x="3809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5239"/>
                  </a:lnTo>
                  <a:close/>
                </a:path>
                <a:path w="3809" h="62229">
                  <a:moveTo>
                    <a:pt x="3809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9049"/>
                  </a:lnTo>
                  <a:close/>
                </a:path>
                <a:path w="3809" h="62229">
                  <a:moveTo>
                    <a:pt x="3809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1589"/>
                  </a:lnTo>
                  <a:close/>
                </a:path>
                <a:path w="3809" h="62229">
                  <a:moveTo>
                    <a:pt x="3809" y="25399"/>
                  </a:moveTo>
                  <a:lnTo>
                    <a:pt x="0" y="25399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25399"/>
                  </a:lnTo>
                  <a:close/>
                </a:path>
                <a:path w="3809" h="62229">
                  <a:moveTo>
                    <a:pt x="3809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4289"/>
                  </a:lnTo>
                  <a:close/>
                </a:path>
                <a:path w="3809" h="62229">
                  <a:moveTo>
                    <a:pt x="3809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8099"/>
                  </a:lnTo>
                  <a:close/>
                </a:path>
                <a:path w="3809" h="62229">
                  <a:moveTo>
                    <a:pt x="3809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0639"/>
                  </a:lnTo>
                  <a:close/>
                </a:path>
                <a:path w="3809" h="62229">
                  <a:moveTo>
                    <a:pt x="3809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4449"/>
                  </a:lnTo>
                  <a:close/>
                </a:path>
                <a:path w="3809" h="62229">
                  <a:moveTo>
                    <a:pt x="3809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6989"/>
                  </a:lnTo>
                  <a:close/>
                </a:path>
                <a:path w="3809" h="62229">
                  <a:moveTo>
                    <a:pt x="3809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0799"/>
                  </a:lnTo>
                  <a:close/>
                </a:path>
                <a:path w="3809" h="62229">
                  <a:moveTo>
                    <a:pt x="3809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3339"/>
                  </a:lnTo>
                  <a:close/>
                </a:path>
                <a:path w="3809" h="62229">
                  <a:moveTo>
                    <a:pt x="3809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7149"/>
                  </a:lnTo>
                  <a:close/>
                </a:path>
                <a:path w="3809" h="62229">
                  <a:moveTo>
                    <a:pt x="3809" y="59689"/>
                  </a:moveTo>
                  <a:lnTo>
                    <a:pt x="0" y="59689"/>
                  </a:lnTo>
                  <a:lnTo>
                    <a:pt x="0" y="62229"/>
                  </a:lnTo>
                  <a:lnTo>
                    <a:pt x="2540" y="62229"/>
                  </a:lnTo>
                  <a:lnTo>
                    <a:pt x="2540" y="60959"/>
                  </a:lnTo>
                  <a:lnTo>
                    <a:pt x="3809" y="60959"/>
                  </a:lnTo>
                  <a:lnTo>
                    <a:pt x="3809" y="59689"/>
                  </a:lnTo>
                  <a:close/>
                </a:path>
              </a:pathLst>
            </a:custGeom>
            <a:solidFill>
              <a:srgbClr val="7A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3" name="object 3113"/>
            <p:cNvSpPr/>
            <p:nvPr/>
          </p:nvSpPr>
          <p:spPr>
            <a:xfrm>
              <a:off x="6628130" y="5431789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  <a:path w="2540" h="59689">
                  <a:moveTo>
                    <a:pt x="254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1270"/>
                  </a:lnTo>
                  <a:close/>
                </a:path>
                <a:path w="2540" h="59689">
                  <a:moveTo>
                    <a:pt x="2540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5080"/>
                  </a:lnTo>
                  <a:close/>
                </a:path>
                <a:path w="2540" h="59689">
                  <a:moveTo>
                    <a:pt x="2540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7620"/>
                  </a:lnTo>
                  <a:close/>
                </a:path>
                <a:path w="2540" h="59689">
                  <a:moveTo>
                    <a:pt x="2540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2540" y="13970"/>
                  </a:lnTo>
                  <a:lnTo>
                    <a:pt x="2540" y="11430"/>
                  </a:lnTo>
                  <a:close/>
                </a:path>
                <a:path w="2540" h="59689">
                  <a:moveTo>
                    <a:pt x="2540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2540" y="17780"/>
                  </a:lnTo>
                  <a:lnTo>
                    <a:pt x="2540" y="13970"/>
                  </a:lnTo>
                  <a:close/>
                </a:path>
                <a:path w="2540" h="59689">
                  <a:moveTo>
                    <a:pt x="2540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2540" y="20320"/>
                  </a:lnTo>
                  <a:lnTo>
                    <a:pt x="2540" y="17780"/>
                  </a:lnTo>
                  <a:close/>
                </a:path>
                <a:path w="2540" h="59689">
                  <a:moveTo>
                    <a:pt x="2540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2540" y="24130"/>
                  </a:lnTo>
                  <a:lnTo>
                    <a:pt x="2540" y="20320"/>
                  </a:lnTo>
                  <a:close/>
                </a:path>
                <a:path w="2540" h="59689">
                  <a:moveTo>
                    <a:pt x="2540" y="24130"/>
                  </a:moveTo>
                  <a:lnTo>
                    <a:pt x="0" y="24130"/>
                  </a:lnTo>
                  <a:lnTo>
                    <a:pt x="0" y="33020"/>
                  </a:lnTo>
                  <a:lnTo>
                    <a:pt x="2540" y="33020"/>
                  </a:lnTo>
                  <a:lnTo>
                    <a:pt x="2540" y="24130"/>
                  </a:lnTo>
                  <a:close/>
                </a:path>
                <a:path w="2540" h="59689">
                  <a:moveTo>
                    <a:pt x="2540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2540" y="36830"/>
                  </a:lnTo>
                  <a:lnTo>
                    <a:pt x="2540" y="33020"/>
                  </a:lnTo>
                  <a:close/>
                </a:path>
                <a:path w="2540" h="59689">
                  <a:moveTo>
                    <a:pt x="2540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2540" y="39370"/>
                  </a:lnTo>
                  <a:lnTo>
                    <a:pt x="2540" y="36830"/>
                  </a:lnTo>
                  <a:close/>
                </a:path>
                <a:path w="2540" h="59689">
                  <a:moveTo>
                    <a:pt x="2540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2540" y="43180"/>
                  </a:lnTo>
                  <a:lnTo>
                    <a:pt x="2540" y="39370"/>
                  </a:lnTo>
                  <a:close/>
                </a:path>
                <a:path w="2540" h="59689">
                  <a:moveTo>
                    <a:pt x="2540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2540" y="45720"/>
                  </a:lnTo>
                  <a:lnTo>
                    <a:pt x="2540" y="43180"/>
                  </a:lnTo>
                  <a:close/>
                </a:path>
                <a:path w="2540" h="59689">
                  <a:moveTo>
                    <a:pt x="2540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2540" y="49530"/>
                  </a:lnTo>
                  <a:lnTo>
                    <a:pt x="2540" y="45720"/>
                  </a:lnTo>
                  <a:close/>
                </a:path>
                <a:path w="2540" h="59689">
                  <a:moveTo>
                    <a:pt x="2540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2540" y="52070"/>
                  </a:lnTo>
                  <a:lnTo>
                    <a:pt x="2540" y="49530"/>
                  </a:lnTo>
                  <a:close/>
                </a:path>
                <a:path w="2540" h="59689">
                  <a:moveTo>
                    <a:pt x="2540" y="52070"/>
                  </a:moveTo>
                  <a:lnTo>
                    <a:pt x="0" y="52070"/>
                  </a:lnTo>
                  <a:lnTo>
                    <a:pt x="0" y="55880"/>
                  </a:lnTo>
                  <a:lnTo>
                    <a:pt x="2540" y="55880"/>
                  </a:lnTo>
                  <a:lnTo>
                    <a:pt x="2540" y="52070"/>
                  </a:lnTo>
                  <a:close/>
                </a:path>
                <a:path w="2540" h="59689">
                  <a:moveTo>
                    <a:pt x="2540" y="55880"/>
                  </a:moveTo>
                  <a:lnTo>
                    <a:pt x="0" y="55880"/>
                  </a:lnTo>
                  <a:lnTo>
                    <a:pt x="0" y="58420"/>
                  </a:lnTo>
                  <a:lnTo>
                    <a:pt x="2540" y="58420"/>
                  </a:lnTo>
                  <a:lnTo>
                    <a:pt x="2540" y="55880"/>
                  </a:lnTo>
                  <a:close/>
                </a:path>
                <a:path w="2540" h="59689">
                  <a:moveTo>
                    <a:pt x="2540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2540" y="59690"/>
                  </a:lnTo>
                  <a:lnTo>
                    <a:pt x="2540" y="58420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4" name="object 3114"/>
            <p:cNvSpPr/>
            <p:nvPr/>
          </p:nvSpPr>
          <p:spPr>
            <a:xfrm>
              <a:off x="6630670" y="54317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89">
                  <a:moveTo>
                    <a:pt x="3809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09" y="1270"/>
                  </a:lnTo>
                  <a:lnTo>
                    <a:pt x="3809" y="0"/>
                  </a:lnTo>
                  <a:close/>
                </a:path>
                <a:path w="3809" h="59689">
                  <a:moveTo>
                    <a:pt x="380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1270"/>
                  </a:lnTo>
                  <a:close/>
                </a:path>
                <a:path w="3809" h="59689">
                  <a:moveTo>
                    <a:pt x="380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09" y="7620"/>
                  </a:lnTo>
                  <a:lnTo>
                    <a:pt x="3809" y="5080"/>
                  </a:lnTo>
                  <a:close/>
                </a:path>
                <a:path w="3809" h="59689">
                  <a:moveTo>
                    <a:pt x="380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7620"/>
                  </a:lnTo>
                  <a:close/>
                </a:path>
                <a:path w="3809" h="59689">
                  <a:moveTo>
                    <a:pt x="3809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09" y="13970"/>
                  </a:lnTo>
                  <a:lnTo>
                    <a:pt x="3809" y="11430"/>
                  </a:lnTo>
                  <a:close/>
                </a:path>
                <a:path w="3809" h="59689">
                  <a:moveTo>
                    <a:pt x="3809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3970"/>
                  </a:lnTo>
                  <a:close/>
                </a:path>
                <a:path w="3809" h="59689">
                  <a:moveTo>
                    <a:pt x="3809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09" y="20320"/>
                  </a:lnTo>
                  <a:lnTo>
                    <a:pt x="3809" y="17780"/>
                  </a:lnTo>
                  <a:close/>
                </a:path>
                <a:path w="3809" h="59689">
                  <a:moveTo>
                    <a:pt x="3809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3809" y="24130"/>
                  </a:lnTo>
                  <a:lnTo>
                    <a:pt x="3809" y="20320"/>
                  </a:lnTo>
                  <a:close/>
                </a:path>
                <a:path w="3809" h="59689">
                  <a:moveTo>
                    <a:pt x="3809" y="24130"/>
                  </a:moveTo>
                  <a:lnTo>
                    <a:pt x="0" y="24130"/>
                  </a:lnTo>
                  <a:lnTo>
                    <a:pt x="0" y="33020"/>
                  </a:lnTo>
                  <a:lnTo>
                    <a:pt x="3809" y="33020"/>
                  </a:lnTo>
                  <a:lnTo>
                    <a:pt x="3809" y="24130"/>
                  </a:lnTo>
                  <a:close/>
                </a:path>
                <a:path w="3809" h="59689">
                  <a:moveTo>
                    <a:pt x="3809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3020"/>
                  </a:lnTo>
                  <a:close/>
                </a:path>
                <a:path w="3809" h="59689">
                  <a:moveTo>
                    <a:pt x="3809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09" y="39370"/>
                  </a:lnTo>
                  <a:lnTo>
                    <a:pt x="3809" y="36830"/>
                  </a:lnTo>
                  <a:close/>
                </a:path>
                <a:path w="3809" h="59689">
                  <a:moveTo>
                    <a:pt x="3809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3809" y="43180"/>
                  </a:lnTo>
                  <a:lnTo>
                    <a:pt x="3809" y="39370"/>
                  </a:lnTo>
                  <a:close/>
                </a:path>
                <a:path w="3809" h="59689">
                  <a:moveTo>
                    <a:pt x="3809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3809" y="45720"/>
                  </a:lnTo>
                  <a:lnTo>
                    <a:pt x="3809" y="43180"/>
                  </a:lnTo>
                  <a:close/>
                </a:path>
                <a:path w="3809" h="59689">
                  <a:moveTo>
                    <a:pt x="3809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3809" y="49530"/>
                  </a:lnTo>
                  <a:lnTo>
                    <a:pt x="3809" y="45720"/>
                  </a:lnTo>
                  <a:close/>
                </a:path>
                <a:path w="3809" h="59689">
                  <a:moveTo>
                    <a:pt x="3809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3809" y="52070"/>
                  </a:lnTo>
                  <a:lnTo>
                    <a:pt x="3809" y="49530"/>
                  </a:lnTo>
                  <a:close/>
                </a:path>
                <a:path w="3809" h="59689">
                  <a:moveTo>
                    <a:pt x="3809" y="52070"/>
                  </a:moveTo>
                  <a:lnTo>
                    <a:pt x="0" y="52070"/>
                  </a:lnTo>
                  <a:lnTo>
                    <a:pt x="0" y="55880"/>
                  </a:lnTo>
                  <a:lnTo>
                    <a:pt x="3809" y="55880"/>
                  </a:lnTo>
                  <a:lnTo>
                    <a:pt x="3809" y="52070"/>
                  </a:lnTo>
                  <a:close/>
                </a:path>
                <a:path w="3809" h="59689">
                  <a:moveTo>
                    <a:pt x="3809" y="55880"/>
                  </a:moveTo>
                  <a:lnTo>
                    <a:pt x="0" y="55880"/>
                  </a:lnTo>
                  <a:lnTo>
                    <a:pt x="0" y="58420"/>
                  </a:lnTo>
                  <a:lnTo>
                    <a:pt x="3809" y="58420"/>
                  </a:lnTo>
                  <a:lnTo>
                    <a:pt x="3809" y="55880"/>
                  </a:lnTo>
                  <a:close/>
                </a:path>
                <a:path w="3809" h="59689">
                  <a:moveTo>
                    <a:pt x="3809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3809" y="59690"/>
                  </a:lnTo>
                  <a:lnTo>
                    <a:pt x="3809" y="58420"/>
                  </a:lnTo>
                  <a:close/>
                </a:path>
              </a:pathLst>
            </a:custGeom>
            <a:solidFill>
              <a:srgbClr val="7F9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5" name="object 3115"/>
            <p:cNvSpPr/>
            <p:nvPr/>
          </p:nvSpPr>
          <p:spPr>
            <a:xfrm>
              <a:off x="6634480" y="54317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89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  <a:path w="3809" h="59689">
                  <a:moveTo>
                    <a:pt x="381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70"/>
                  </a:lnTo>
                  <a:close/>
                </a:path>
                <a:path w="3809" h="59689">
                  <a:moveTo>
                    <a:pt x="3810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80"/>
                  </a:lnTo>
                  <a:close/>
                </a:path>
                <a:path w="3809" h="59689">
                  <a:moveTo>
                    <a:pt x="3810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20"/>
                  </a:lnTo>
                  <a:close/>
                </a:path>
                <a:path w="3809" h="59689">
                  <a:moveTo>
                    <a:pt x="3810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30"/>
                  </a:lnTo>
                  <a:close/>
                </a:path>
                <a:path w="3809" h="59689">
                  <a:moveTo>
                    <a:pt x="3810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70"/>
                  </a:lnTo>
                  <a:close/>
                </a:path>
                <a:path w="3809" h="59689">
                  <a:moveTo>
                    <a:pt x="3810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80"/>
                  </a:lnTo>
                  <a:close/>
                </a:path>
                <a:path w="3809" h="59689">
                  <a:moveTo>
                    <a:pt x="3810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0320"/>
                  </a:lnTo>
                  <a:close/>
                </a:path>
                <a:path w="3809" h="59689">
                  <a:moveTo>
                    <a:pt x="3810" y="24130"/>
                  </a:moveTo>
                  <a:lnTo>
                    <a:pt x="0" y="24130"/>
                  </a:lnTo>
                  <a:lnTo>
                    <a:pt x="0" y="33020"/>
                  </a:lnTo>
                  <a:lnTo>
                    <a:pt x="3810" y="33020"/>
                  </a:lnTo>
                  <a:lnTo>
                    <a:pt x="3810" y="24130"/>
                  </a:lnTo>
                  <a:close/>
                </a:path>
                <a:path w="3809" h="59689">
                  <a:moveTo>
                    <a:pt x="3810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3020"/>
                  </a:lnTo>
                  <a:close/>
                </a:path>
                <a:path w="3809" h="59689">
                  <a:moveTo>
                    <a:pt x="3810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10" y="39370"/>
                  </a:lnTo>
                  <a:lnTo>
                    <a:pt x="3810" y="36830"/>
                  </a:lnTo>
                  <a:close/>
                </a:path>
                <a:path w="3809" h="59689">
                  <a:moveTo>
                    <a:pt x="3810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39370"/>
                  </a:lnTo>
                  <a:close/>
                </a:path>
                <a:path w="3809" h="59689">
                  <a:moveTo>
                    <a:pt x="3810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3810" y="45720"/>
                  </a:lnTo>
                  <a:lnTo>
                    <a:pt x="3810" y="43180"/>
                  </a:lnTo>
                  <a:close/>
                </a:path>
                <a:path w="3809" h="59689">
                  <a:moveTo>
                    <a:pt x="3810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5720"/>
                  </a:lnTo>
                  <a:close/>
                </a:path>
                <a:path w="3809" h="59689">
                  <a:moveTo>
                    <a:pt x="3810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3810" y="52070"/>
                  </a:lnTo>
                  <a:lnTo>
                    <a:pt x="3810" y="49530"/>
                  </a:lnTo>
                  <a:close/>
                </a:path>
                <a:path w="3809" h="59689">
                  <a:moveTo>
                    <a:pt x="3810" y="52070"/>
                  </a:moveTo>
                  <a:lnTo>
                    <a:pt x="0" y="52070"/>
                  </a:lnTo>
                  <a:lnTo>
                    <a:pt x="0" y="55880"/>
                  </a:lnTo>
                  <a:lnTo>
                    <a:pt x="3810" y="55880"/>
                  </a:lnTo>
                  <a:lnTo>
                    <a:pt x="3810" y="52070"/>
                  </a:lnTo>
                  <a:close/>
                </a:path>
                <a:path w="3809" h="59689">
                  <a:moveTo>
                    <a:pt x="3810" y="55880"/>
                  </a:moveTo>
                  <a:lnTo>
                    <a:pt x="0" y="55880"/>
                  </a:lnTo>
                  <a:lnTo>
                    <a:pt x="0" y="58420"/>
                  </a:lnTo>
                  <a:lnTo>
                    <a:pt x="3810" y="58420"/>
                  </a:lnTo>
                  <a:lnTo>
                    <a:pt x="3810" y="55880"/>
                  </a:lnTo>
                  <a:close/>
                </a:path>
                <a:path w="3809" h="59689">
                  <a:moveTo>
                    <a:pt x="3810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3810" y="59690"/>
                  </a:lnTo>
                  <a:lnTo>
                    <a:pt x="3810" y="58420"/>
                  </a:lnTo>
                  <a:close/>
                </a:path>
              </a:pathLst>
            </a:custGeom>
            <a:solidFill>
              <a:srgbClr val="8294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6" name="object 3116"/>
            <p:cNvSpPr/>
            <p:nvPr/>
          </p:nvSpPr>
          <p:spPr>
            <a:xfrm>
              <a:off x="6638290" y="54317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89">
                  <a:moveTo>
                    <a:pt x="3809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09" y="1270"/>
                  </a:lnTo>
                  <a:lnTo>
                    <a:pt x="3809" y="0"/>
                  </a:lnTo>
                  <a:close/>
                </a:path>
                <a:path w="3809" h="59689">
                  <a:moveTo>
                    <a:pt x="380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1270"/>
                  </a:lnTo>
                  <a:close/>
                </a:path>
                <a:path w="3809" h="59689">
                  <a:moveTo>
                    <a:pt x="380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09" y="7620"/>
                  </a:lnTo>
                  <a:lnTo>
                    <a:pt x="3809" y="5080"/>
                  </a:lnTo>
                  <a:close/>
                </a:path>
                <a:path w="3809" h="59689">
                  <a:moveTo>
                    <a:pt x="380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7620"/>
                  </a:lnTo>
                  <a:close/>
                </a:path>
                <a:path w="3809" h="59689">
                  <a:moveTo>
                    <a:pt x="3809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09" y="13970"/>
                  </a:lnTo>
                  <a:lnTo>
                    <a:pt x="3809" y="11430"/>
                  </a:lnTo>
                  <a:close/>
                </a:path>
                <a:path w="3809" h="59689">
                  <a:moveTo>
                    <a:pt x="3809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3970"/>
                  </a:lnTo>
                  <a:close/>
                </a:path>
                <a:path w="3809" h="59689">
                  <a:moveTo>
                    <a:pt x="3809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09" y="20320"/>
                  </a:lnTo>
                  <a:lnTo>
                    <a:pt x="3809" y="17780"/>
                  </a:lnTo>
                  <a:close/>
                </a:path>
                <a:path w="3809" h="59689">
                  <a:moveTo>
                    <a:pt x="3809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3809" y="24130"/>
                  </a:lnTo>
                  <a:lnTo>
                    <a:pt x="3809" y="20320"/>
                  </a:lnTo>
                  <a:close/>
                </a:path>
                <a:path w="3809" h="59689">
                  <a:moveTo>
                    <a:pt x="3809" y="24130"/>
                  </a:moveTo>
                  <a:lnTo>
                    <a:pt x="0" y="24130"/>
                  </a:lnTo>
                  <a:lnTo>
                    <a:pt x="0" y="33020"/>
                  </a:lnTo>
                  <a:lnTo>
                    <a:pt x="3809" y="33020"/>
                  </a:lnTo>
                  <a:lnTo>
                    <a:pt x="3809" y="24130"/>
                  </a:lnTo>
                  <a:close/>
                </a:path>
                <a:path w="3809" h="59689">
                  <a:moveTo>
                    <a:pt x="3809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3020"/>
                  </a:lnTo>
                  <a:close/>
                </a:path>
                <a:path w="3809" h="59689">
                  <a:moveTo>
                    <a:pt x="3809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09" y="39370"/>
                  </a:lnTo>
                  <a:lnTo>
                    <a:pt x="3809" y="36830"/>
                  </a:lnTo>
                  <a:close/>
                </a:path>
                <a:path w="3809" h="59689">
                  <a:moveTo>
                    <a:pt x="3809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3809" y="43180"/>
                  </a:lnTo>
                  <a:lnTo>
                    <a:pt x="3809" y="39370"/>
                  </a:lnTo>
                  <a:close/>
                </a:path>
                <a:path w="3809" h="59689">
                  <a:moveTo>
                    <a:pt x="3809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3809" y="45720"/>
                  </a:lnTo>
                  <a:lnTo>
                    <a:pt x="3809" y="43180"/>
                  </a:lnTo>
                  <a:close/>
                </a:path>
                <a:path w="3809" h="59689">
                  <a:moveTo>
                    <a:pt x="3809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3809" y="49530"/>
                  </a:lnTo>
                  <a:lnTo>
                    <a:pt x="3809" y="45720"/>
                  </a:lnTo>
                  <a:close/>
                </a:path>
                <a:path w="3809" h="59689">
                  <a:moveTo>
                    <a:pt x="3809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3809" y="52070"/>
                  </a:lnTo>
                  <a:lnTo>
                    <a:pt x="3809" y="49530"/>
                  </a:lnTo>
                  <a:close/>
                </a:path>
                <a:path w="3809" h="59689">
                  <a:moveTo>
                    <a:pt x="3809" y="52070"/>
                  </a:moveTo>
                  <a:lnTo>
                    <a:pt x="0" y="52070"/>
                  </a:lnTo>
                  <a:lnTo>
                    <a:pt x="0" y="55880"/>
                  </a:lnTo>
                  <a:lnTo>
                    <a:pt x="3809" y="55880"/>
                  </a:lnTo>
                  <a:lnTo>
                    <a:pt x="3809" y="52070"/>
                  </a:lnTo>
                  <a:close/>
                </a:path>
                <a:path w="3809" h="59689">
                  <a:moveTo>
                    <a:pt x="3809" y="55880"/>
                  </a:moveTo>
                  <a:lnTo>
                    <a:pt x="0" y="55880"/>
                  </a:lnTo>
                  <a:lnTo>
                    <a:pt x="0" y="58420"/>
                  </a:lnTo>
                  <a:lnTo>
                    <a:pt x="3809" y="58420"/>
                  </a:lnTo>
                  <a:lnTo>
                    <a:pt x="3809" y="55880"/>
                  </a:lnTo>
                  <a:close/>
                </a:path>
                <a:path w="3809" h="59689">
                  <a:moveTo>
                    <a:pt x="3809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3809" y="59690"/>
                  </a:lnTo>
                  <a:lnTo>
                    <a:pt x="3809" y="58420"/>
                  </a:lnTo>
                  <a:close/>
                </a:path>
              </a:pathLst>
            </a:custGeom>
            <a:solidFill>
              <a:srgbClr val="8496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7" name="object 3117"/>
            <p:cNvSpPr/>
            <p:nvPr/>
          </p:nvSpPr>
          <p:spPr>
            <a:xfrm>
              <a:off x="6642100" y="54317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89">
                  <a:moveTo>
                    <a:pt x="3809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09" y="1270"/>
                  </a:lnTo>
                  <a:lnTo>
                    <a:pt x="3809" y="0"/>
                  </a:lnTo>
                  <a:close/>
                </a:path>
                <a:path w="3809" h="59689">
                  <a:moveTo>
                    <a:pt x="380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1270"/>
                  </a:lnTo>
                  <a:close/>
                </a:path>
                <a:path w="3809" h="59689">
                  <a:moveTo>
                    <a:pt x="380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09" y="7620"/>
                  </a:lnTo>
                  <a:lnTo>
                    <a:pt x="3809" y="5080"/>
                  </a:lnTo>
                  <a:close/>
                </a:path>
                <a:path w="3809" h="59689">
                  <a:moveTo>
                    <a:pt x="380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7620"/>
                  </a:lnTo>
                  <a:close/>
                </a:path>
                <a:path w="3809" h="59689">
                  <a:moveTo>
                    <a:pt x="3809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09" y="13970"/>
                  </a:lnTo>
                  <a:lnTo>
                    <a:pt x="3809" y="11430"/>
                  </a:lnTo>
                  <a:close/>
                </a:path>
                <a:path w="3809" h="59689">
                  <a:moveTo>
                    <a:pt x="3809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3970"/>
                  </a:lnTo>
                  <a:close/>
                </a:path>
                <a:path w="3809" h="59689">
                  <a:moveTo>
                    <a:pt x="3809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09" y="20320"/>
                  </a:lnTo>
                  <a:lnTo>
                    <a:pt x="3809" y="17780"/>
                  </a:lnTo>
                  <a:close/>
                </a:path>
                <a:path w="3809" h="59689">
                  <a:moveTo>
                    <a:pt x="3809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3809" y="24130"/>
                  </a:lnTo>
                  <a:lnTo>
                    <a:pt x="3809" y="20320"/>
                  </a:lnTo>
                  <a:close/>
                </a:path>
                <a:path w="3809" h="59689">
                  <a:moveTo>
                    <a:pt x="3809" y="24130"/>
                  </a:moveTo>
                  <a:lnTo>
                    <a:pt x="0" y="24130"/>
                  </a:lnTo>
                  <a:lnTo>
                    <a:pt x="0" y="33020"/>
                  </a:lnTo>
                  <a:lnTo>
                    <a:pt x="3809" y="33020"/>
                  </a:lnTo>
                  <a:lnTo>
                    <a:pt x="3809" y="24130"/>
                  </a:lnTo>
                  <a:close/>
                </a:path>
                <a:path w="3809" h="59689">
                  <a:moveTo>
                    <a:pt x="3809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3020"/>
                  </a:lnTo>
                  <a:close/>
                </a:path>
                <a:path w="3809" h="59689">
                  <a:moveTo>
                    <a:pt x="3809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09" y="39370"/>
                  </a:lnTo>
                  <a:lnTo>
                    <a:pt x="3809" y="36830"/>
                  </a:lnTo>
                  <a:close/>
                </a:path>
                <a:path w="3809" h="59689">
                  <a:moveTo>
                    <a:pt x="3809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3809" y="43180"/>
                  </a:lnTo>
                  <a:lnTo>
                    <a:pt x="3809" y="39370"/>
                  </a:lnTo>
                  <a:close/>
                </a:path>
                <a:path w="3809" h="59689">
                  <a:moveTo>
                    <a:pt x="3809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3809" y="45720"/>
                  </a:lnTo>
                  <a:lnTo>
                    <a:pt x="3809" y="43180"/>
                  </a:lnTo>
                  <a:close/>
                </a:path>
                <a:path w="3809" h="59689">
                  <a:moveTo>
                    <a:pt x="3809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3809" y="49530"/>
                  </a:lnTo>
                  <a:lnTo>
                    <a:pt x="3809" y="45720"/>
                  </a:lnTo>
                  <a:close/>
                </a:path>
                <a:path w="3809" h="59689">
                  <a:moveTo>
                    <a:pt x="3809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3809" y="52070"/>
                  </a:lnTo>
                  <a:lnTo>
                    <a:pt x="3809" y="49530"/>
                  </a:lnTo>
                  <a:close/>
                </a:path>
                <a:path w="3809" h="59689">
                  <a:moveTo>
                    <a:pt x="3809" y="52070"/>
                  </a:moveTo>
                  <a:lnTo>
                    <a:pt x="0" y="52070"/>
                  </a:lnTo>
                  <a:lnTo>
                    <a:pt x="0" y="55880"/>
                  </a:lnTo>
                  <a:lnTo>
                    <a:pt x="3809" y="55880"/>
                  </a:lnTo>
                  <a:lnTo>
                    <a:pt x="3809" y="52070"/>
                  </a:lnTo>
                  <a:close/>
                </a:path>
                <a:path w="3809" h="59689">
                  <a:moveTo>
                    <a:pt x="3809" y="55880"/>
                  </a:moveTo>
                  <a:lnTo>
                    <a:pt x="0" y="55880"/>
                  </a:lnTo>
                  <a:lnTo>
                    <a:pt x="0" y="58420"/>
                  </a:lnTo>
                  <a:lnTo>
                    <a:pt x="3809" y="58420"/>
                  </a:lnTo>
                  <a:lnTo>
                    <a:pt x="3809" y="55880"/>
                  </a:lnTo>
                  <a:close/>
                </a:path>
                <a:path w="3809" h="59689">
                  <a:moveTo>
                    <a:pt x="3809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3809" y="59690"/>
                  </a:lnTo>
                  <a:lnTo>
                    <a:pt x="3809" y="58420"/>
                  </a:lnTo>
                  <a:close/>
                </a:path>
              </a:pathLst>
            </a:custGeom>
            <a:solidFill>
              <a:srgbClr val="8799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8" name="object 3118"/>
            <p:cNvSpPr/>
            <p:nvPr/>
          </p:nvSpPr>
          <p:spPr>
            <a:xfrm>
              <a:off x="6645910" y="54317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89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  <a:path w="3809" h="59689">
                  <a:moveTo>
                    <a:pt x="381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70"/>
                  </a:lnTo>
                  <a:close/>
                </a:path>
                <a:path w="3809" h="59689">
                  <a:moveTo>
                    <a:pt x="3810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80"/>
                  </a:lnTo>
                  <a:close/>
                </a:path>
                <a:path w="3809" h="59689">
                  <a:moveTo>
                    <a:pt x="3810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7620"/>
                  </a:lnTo>
                  <a:close/>
                </a:path>
                <a:path w="3809" h="59689">
                  <a:moveTo>
                    <a:pt x="3810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30"/>
                  </a:lnTo>
                  <a:close/>
                </a:path>
                <a:path w="3809" h="59689">
                  <a:moveTo>
                    <a:pt x="3810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70"/>
                  </a:lnTo>
                  <a:close/>
                </a:path>
                <a:path w="3809" h="59689">
                  <a:moveTo>
                    <a:pt x="3810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80"/>
                  </a:lnTo>
                  <a:close/>
                </a:path>
                <a:path w="3809" h="59689">
                  <a:moveTo>
                    <a:pt x="3810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0320"/>
                  </a:lnTo>
                  <a:close/>
                </a:path>
                <a:path w="3809" h="59689">
                  <a:moveTo>
                    <a:pt x="3810" y="24130"/>
                  </a:moveTo>
                  <a:lnTo>
                    <a:pt x="0" y="24130"/>
                  </a:lnTo>
                  <a:lnTo>
                    <a:pt x="0" y="33020"/>
                  </a:lnTo>
                  <a:lnTo>
                    <a:pt x="3810" y="33020"/>
                  </a:lnTo>
                  <a:lnTo>
                    <a:pt x="3810" y="24130"/>
                  </a:lnTo>
                  <a:close/>
                </a:path>
                <a:path w="3809" h="59689">
                  <a:moveTo>
                    <a:pt x="3810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3020"/>
                  </a:lnTo>
                  <a:close/>
                </a:path>
                <a:path w="3809" h="59689">
                  <a:moveTo>
                    <a:pt x="3810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10" y="39370"/>
                  </a:lnTo>
                  <a:lnTo>
                    <a:pt x="3810" y="36830"/>
                  </a:lnTo>
                  <a:close/>
                </a:path>
                <a:path w="3809" h="59689">
                  <a:moveTo>
                    <a:pt x="3810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39370"/>
                  </a:lnTo>
                  <a:close/>
                </a:path>
                <a:path w="3809" h="59689">
                  <a:moveTo>
                    <a:pt x="3810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3810" y="45720"/>
                  </a:lnTo>
                  <a:lnTo>
                    <a:pt x="3810" y="43180"/>
                  </a:lnTo>
                  <a:close/>
                </a:path>
                <a:path w="3809" h="59689">
                  <a:moveTo>
                    <a:pt x="3810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5720"/>
                  </a:lnTo>
                  <a:close/>
                </a:path>
                <a:path w="3809" h="59689">
                  <a:moveTo>
                    <a:pt x="3810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3810" y="52070"/>
                  </a:lnTo>
                  <a:lnTo>
                    <a:pt x="3810" y="49530"/>
                  </a:lnTo>
                  <a:close/>
                </a:path>
                <a:path w="3809" h="59689">
                  <a:moveTo>
                    <a:pt x="3810" y="52070"/>
                  </a:moveTo>
                  <a:lnTo>
                    <a:pt x="0" y="52070"/>
                  </a:lnTo>
                  <a:lnTo>
                    <a:pt x="0" y="55880"/>
                  </a:lnTo>
                  <a:lnTo>
                    <a:pt x="3810" y="55880"/>
                  </a:lnTo>
                  <a:lnTo>
                    <a:pt x="3810" y="52070"/>
                  </a:lnTo>
                  <a:close/>
                </a:path>
                <a:path w="3809" h="59689">
                  <a:moveTo>
                    <a:pt x="3810" y="55880"/>
                  </a:moveTo>
                  <a:lnTo>
                    <a:pt x="0" y="55880"/>
                  </a:lnTo>
                  <a:lnTo>
                    <a:pt x="0" y="58420"/>
                  </a:lnTo>
                  <a:lnTo>
                    <a:pt x="3810" y="58420"/>
                  </a:lnTo>
                  <a:lnTo>
                    <a:pt x="3810" y="55880"/>
                  </a:lnTo>
                  <a:close/>
                </a:path>
                <a:path w="3809" h="59689">
                  <a:moveTo>
                    <a:pt x="3810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3810" y="59690"/>
                  </a:lnTo>
                  <a:lnTo>
                    <a:pt x="3810" y="5842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9" name="object 3119"/>
            <p:cNvSpPr/>
            <p:nvPr/>
          </p:nvSpPr>
          <p:spPr>
            <a:xfrm>
              <a:off x="6649720" y="54317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89">
                  <a:moveTo>
                    <a:pt x="3809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09" y="1270"/>
                  </a:lnTo>
                  <a:lnTo>
                    <a:pt x="3809" y="0"/>
                  </a:lnTo>
                  <a:close/>
                </a:path>
                <a:path w="3809" h="59689">
                  <a:moveTo>
                    <a:pt x="380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1270"/>
                  </a:lnTo>
                  <a:close/>
                </a:path>
                <a:path w="3809" h="59689">
                  <a:moveTo>
                    <a:pt x="380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09" y="7620"/>
                  </a:lnTo>
                  <a:lnTo>
                    <a:pt x="3809" y="5080"/>
                  </a:lnTo>
                  <a:close/>
                </a:path>
                <a:path w="3809" h="59689">
                  <a:moveTo>
                    <a:pt x="380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7620"/>
                  </a:lnTo>
                  <a:close/>
                </a:path>
                <a:path w="3809" h="59689">
                  <a:moveTo>
                    <a:pt x="3809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09" y="13970"/>
                  </a:lnTo>
                  <a:lnTo>
                    <a:pt x="3809" y="11430"/>
                  </a:lnTo>
                  <a:close/>
                </a:path>
                <a:path w="3809" h="59689">
                  <a:moveTo>
                    <a:pt x="3809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3970"/>
                  </a:lnTo>
                  <a:close/>
                </a:path>
                <a:path w="3809" h="59689">
                  <a:moveTo>
                    <a:pt x="3809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09" y="20320"/>
                  </a:lnTo>
                  <a:lnTo>
                    <a:pt x="3809" y="17780"/>
                  </a:lnTo>
                  <a:close/>
                </a:path>
                <a:path w="3809" h="59689">
                  <a:moveTo>
                    <a:pt x="3809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3809" y="24130"/>
                  </a:lnTo>
                  <a:lnTo>
                    <a:pt x="3809" y="20320"/>
                  </a:lnTo>
                  <a:close/>
                </a:path>
                <a:path w="3809" h="59689">
                  <a:moveTo>
                    <a:pt x="3809" y="24130"/>
                  </a:moveTo>
                  <a:lnTo>
                    <a:pt x="0" y="24130"/>
                  </a:lnTo>
                  <a:lnTo>
                    <a:pt x="0" y="33020"/>
                  </a:lnTo>
                  <a:lnTo>
                    <a:pt x="3809" y="33020"/>
                  </a:lnTo>
                  <a:lnTo>
                    <a:pt x="3809" y="24130"/>
                  </a:lnTo>
                  <a:close/>
                </a:path>
                <a:path w="3809" h="59689">
                  <a:moveTo>
                    <a:pt x="3809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3020"/>
                  </a:lnTo>
                  <a:close/>
                </a:path>
                <a:path w="3809" h="59689">
                  <a:moveTo>
                    <a:pt x="3809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09" y="39370"/>
                  </a:lnTo>
                  <a:lnTo>
                    <a:pt x="3809" y="36830"/>
                  </a:lnTo>
                  <a:close/>
                </a:path>
                <a:path w="3809" h="59689">
                  <a:moveTo>
                    <a:pt x="3809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3809" y="43180"/>
                  </a:lnTo>
                  <a:lnTo>
                    <a:pt x="3809" y="39370"/>
                  </a:lnTo>
                  <a:close/>
                </a:path>
                <a:path w="3809" h="59689">
                  <a:moveTo>
                    <a:pt x="3809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3809" y="45720"/>
                  </a:lnTo>
                  <a:lnTo>
                    <a:pt x="3809" y="43180"/>
                  </a:lnTo>
                  <a:close/>
                </a:path>
                <a:path w="3809" h="59689">
                  <a:moveTo>
                    <a:pt x="3809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3809" y="49530"/>
                  </a:lnTo>
                  <a:lnTo>
                    <a:pt x="3809" y="45720"/>
                  </a:lnTo>
                  <a:close/>
                </a:path>
                <a:path w="3809" h="59689">
                  <a:moveTo>
                    <a:pt x="3809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3809" y="52070"/>
                  </a:lnTo>
                  <a:lnTo>
                    <a:pt x="3809" y="49530"/>
                  </a:lnTo>
                  <a:close/>
                </a:path>
                <a:path w="3809" h="59689">
                  <a:moveTo>
                    <a:pt x="3809" y="52070"/>
                  </a:moveTo>
                  <a:lnTo>
                    <a:pt x="0" y="52070"/>
                  </a:lnTo>
                  <a:lnTo>
                    <a:pt x="0" y="55880"/>
                  </a:lnTo>
                  <a:lnTo>
                    <a:pt x="3809" y="55880"/>
                  </a:lnTo>
                  <a:lnTo>
                    <a:pt x="3809" y="52070"/>
                  </a:lnTo>
                  <a:close/>
                </a:path>
                <a:path w="3809" h="59689">
                  <a:moveTo>
                    <a:pt x="3809" y="55880"/>
                  </a:moveTo>
                  <a:lnTo>
                    <a:pt x="0" y="55880"/>
                  </a:lnTo>
                  <a:lnTo>
                    <a:pt x="0" y="58420"/>
                  </a:lnTo>
                  <a:lnTo>
                    <a:pt x="3809" y="58420"/>
                  </a:lnTo>
                  <a:lnTo>
                    <a:pt x="3809" y="55880"/>
                  </a:lnTo>
                  <a:close/>
                </a:path>
                <a:path w="3809" h="59689">
                  <a:moveTo>
                    <a:pt x="3809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3809" y="59690"/>
                  </a:lnTo>
                  <a:lnTo>
                    <a:pt x="3809" y="58420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0" name="object 3120"/>
            <p:cNvSpPr/>
            <p:nvPr/>
          </p:nvSpPr>
          <p:spPr>
            <a:xfrm>
              <a:off x="6653530" y="5433059"/>
              <a:ext cx="3810" cy="57150"/>
            </a:xfrm>
            <a:custGeom>
              <a:avLst/>
              <a:gdLst/>
              <a:ahLst/>
              <a:cxnLst/>
              <a:rect l="l" t="t" r="r" b="b"/>
              <a:pathLst>
                <a:path w="3809" h="57150">
                  <a:moveTo>
                    <a:pt x="38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0"/>
                  </a:lnTo>
                  <a:close/>
                </a:path>
                <a:path w="3809" h="57150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09" h="57150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09" h="57150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09" h="57150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09" h="57150">
                  <a:moveTo>
                    <a:pt x="381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6509"/>
                  </a:lnTo>
                  <a:close/>
                </a:path>
                <a:path w="3809" h="57150">
                  <a:moveTo>
                    <a:pt x="381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9050"/>
                  </a:lnTo>
                  <a:close/>
                </a:path>
                <a:path w="3809" h="57150">
                  <a:moveTo>
                    <a:pt x="3810" y="22859"/>
                  </a:moveTo>
                  <a:lnTo>
                    <a:pt x="0" y="2285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2859"/>
                  </a:lnTo>
                  <a:close/>
                </a:path>
                <a:path w="3809" h="57150">
                  <a:moveTo>
                    <a:pt x="3810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31750"/>
                  </a:lnTo>
                  <a:close/>
                </a:path>
                <a:path w="3809" h="57150">
                  <a:moveTo>
                    <a:pt x="381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5559"/>
                  </a:lnTo>
                  <a:close/>
                </a:path>
                <a:path w="3809" h="57150">
                  <a:moveTo>
                    <a:pt x="381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8100"/>
                  </a:lnTo>
                  <a:close/>
                </a:path>
                <a:path w="3809" h="57150">
                  <a:moveTo>
                    <a:pt x="381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1909"/>
                  </a:lnTo>
                  <a:close/>
                </a:path>
                <a:path w="3809" h="57150">
                  <a:moveTo>
                    <a:pt x="381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4450"/>
                  </a:lnTo>
                  <a:close/>
                </a:path>
                <a:path w="3809" h="57150">
                  <a:moveTo>
                    <a:pt x="3810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8259"/>
                  </a:lnTo>
                  <a:close/>
                </a:path>
                <a:path w="3809" h="57150">
                  <a:moveTo>
                    <a:pt x="3810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0800"/>
                  </a:lnTo>
                  <a:close/>
                </a:path>
                <a:path w="3809" h="57150">
                  <a:moveTo>
                    <a:pt x="3810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4609"/>
                  </a:lnTo>
                  <a:close/>
                </a:path>
              </a:pathLst>
            </a:custGeom>
            <a:solidFill>
              <a:srgbClr val="8F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1" name="object 3121"/>
            <p:cNvSpPr/>
            <p:nvPr/>
          </p:nvSpPr>
          <p:spPr>
            <a:xfrm>
              <a:off x="6657340" y="5433059"/>
              <a:ext cx="2540" cy="57150"/>
            </a:xfrm>
            <a:custGeom>
              <a:avLst/>
              <a:gdLst/>
              <a:ahLst/>
              <a:cxnLst/>
              <a:rect l="l" t="t" r="r" b="b"/>
              <a:pathLst>
                <a:path w="2540" h="57150">
                  <a:moveTo>
                    <a:pt x="253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2539" y="3809"/>
                  </a:lnTo>
                  <a:lnTo>
                    <a:pt x="2539" y="0"/>
                  </a:lnTo>
                  <a:close/>
                </a:path>
                <a:path w="2540" h="57150">
                  <a:moveTo>
                    <a:pt x="253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2539" y="6349"/>
                  </a:lnTo>
                  <a:lnTo>
                    <a:pt x="2539" y="3809"/>
                  </a:lnTo>
                  <a:close/>
                </a:path>
                <a:path w="2540" h="57150">
                  <a:moveTo>
                    <a:pt x="253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2539" y="10159"/>
                  </a:lnTo>
                  <a:lnTo>
                    <a:pt x="2539" y="6350"/>
                  </a:lnTo>
                  <a:close/>
                </a:path>
                <a:path w="2540" h="57150">
                  <a:moveTo>
                    <a:pt x="253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2539" y="12699"/>
                  </a:lnTo>
                  <a:lnTo>
                    <a:pt x="2539" y="10159"/>
                  </a:lnTo>
                  <a:close/>
                </a:path>
                <a:path w="2540" h="57150">
                  <a:moveTo>
                    <a:pt x="253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2539" y="16509"/>
                  </a:lnTo>
                  <a:lnTo>
                    <a:pt x="2539" y="12700"/>
                  </a:lnTo>
                  <a:close/>
                </a:path>
                <a:path w="2540" h="57150">
                  <a:moveTo>
                    <a:pt x="253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2539" y="19049"/>
                  </a:lnTo>
                  <a:lnTo>
                    <a:pt x="2539" y="16509"/>
                  </a:lnTo>
                  <a:close/>
                </a:path>
                <a:path w="2540" h="57150">
                  <a:moveTo>
                    <a:pt x="253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2539" y="22859"/>
                  </a:lnTo>
                  <a:lnTo>
                    <a:pt x="2539" y="19050"/>
                  </a:lnTo>
                  <a:close/>
                </a:path>
                <a:path w="2540" h="57150">
                  <a:moveTo>
                    <a:pt x="2539" y="22859"/>
                  </a:moveTo>
                  <a:lnTo>
                    <a:pt x="0" y="22859"/>
                  </a:lnTo>
                  <a:lnTo>
                    <a:pt x="0" y="31749"/>
                  </a:lnTo>
                  <a:lnTo>
                    <a:pt x="2539" y="31749"/>
                  </a:lnTo>
                  <a:lnTo>
                    <a:pt x="2539" y="22859"/>
                  </a:lnTo>
                  <a:close/>
                </a:path>
                <a:path w="2540" h="57150">
                  <a:moveTo>
                    <a:pt x="2539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2539" y="35559"/>
                  </a:lnTo>
                  <a:lnTo>
                    <a:pt x="2539" y="31750"/>
                  </a:lnTo>
                  <a:close/>
                </a:path>
                <a:path w="2540" h="57150">
                  <a:moveTo>
                    <a:pt x="253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2539" y="38099"/>
                  </a:lnTo>
                  <a:lnTo>
                    <a:pt x="2539" y="35559"/>
                  </a:lnTo>
                  <a:close/>
                </a:path>
                <a:path w="2540" h="57150">
                  <a:moveTo>
                    <a:pt x="253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2539" y="41909"/>
                  </a:lnTo>
                  <a:lnTo>
                    <a:pt x="2539" y="38100"/>
                  </a:lnTo>
                  <a:close/>
                </a:path>
                <a:path w="2540" h="57150">
                  <a:moveTo>
                    <a:pt x="253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2539" y="44449"/>
                  </a:lnTo>
                  <a:lnTo>
                    <a:pt x="2539" y="41909"/>
                  </a:lnTo>
                  <a:close/>
                </a:path>
                <a:path w="2540" h="57150">
                  <a:moveTo>
                    <a:pt x="2539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2539" y="48259"/>
                  </a:lnTo>
                  <a:lnTo>
                    <a:pt x="2539" y="44450"/>
                  </a:lnTo>
                  <a:close/>
                </a:path>
                <a:path w="2540" h="57150">
                  <a:moveTo>
                    <a:pt x="253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2539" y="50799"/>
                  </a:lnTo>
                  <a:lnTo>
                    <a:pt x="2539" y="48259"/>
                  </a:lnTo>
                  <a:close/>
                </a:path>
                <a:path w="2540" h="57150">
                  <a:moveTo>
                    <a:pt x="2539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2539" y="54609"/>
                  </a:lnTo>
                  <a:lnTo>
                    <a:pt x="2539" y="50800"/>
                  </a:lnTo>
                  <a:close/>
                </a:path>
                <a:path w="2540" h="57150">
                  <a:moveTo>
                    <a:pt x="2539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2539" y="57149"/>
                  </a:lnTo>
                  <a:lnTo>
                    <a:pt x="2539" y="54609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2" name="object 3122"/>
            <p:cNvSpPr/>
            <p:nvPr/>
          </p:nvSpPr>
          <p:spPr>
            <a:xfrm>
              <a:off x="6659880" y="5433059"/>
              <a:ext cx="3810" cy="55880"/>
            </a:xfrm>
            <a:custGeom>
              <a:avLst/>
              <a:gdLst/>
              <a:ahLst/>
              <a:cxnLst/>
              <a:rect l="l" t="t" r="r" b="b"/>
              <a:pathLst>
                <a:path w="3809" h="55879">
                  <a:moveTo>
                    <a:pt x="38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0"/>
                  </a:lnTo>
                  <a:close/>
                </a:path>
                <a:path w="3809" h="55879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09" h="55879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09" h="55879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09" h="55879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09" h="55879">
                  <a:moveTo>
                    <a:pt x="381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6509"/>
                  </a:lnTo>
                  <a:close/>
                </a:path>
                <a:path w="3809" h="55879">
                  <a:moveTo>
                    <a:pt x="381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9050"/>
                  </a:lnTo>
                  <a:close/>
                </a:path>
                <a:path w="3809" h="55879">
                  <a:moveTo>
                    <a:pt x="3810" y="22859"/>
                  </a:moveTo>
                  <a:lnTo>
                    <a:pt x="0" y="2285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2859"/>
                  </a:lnTo>
                  <a:close/>
                </a:path>
                <a:path w="3809" h="55879">
                  <a:moveTo>
                    <a:pt x="3810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31750"/>
                  </a:lnTo>
                  <a:close/>
                </a:path>
                <a:path w="3809" h="55879">
                  <a:moveTo>
                    <a:pt x="381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5559"/>
                  </a:lnTo>
                  <a:close/>
                </a:path>
                <a:path w="3809" h="55879">
                  <a:moveTo>
                    <a:pt x="381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8100"/>
                  </a:lnTo>
                  <a:close/>
                </a:path>
                <a:path w="3809" h="55879">
                  <a:moveTo>
                    <a:pt x="381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1909"/>
                  </a:lnTo>
                  <a:close/>
                </a:path>
                <a:path w="3809" h="55879">
                  <a:moveTo>
                    <a:pt x="381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4450"/>
                  </a:lnTo>
                  <a:close/>
                </a:path>
                <a:path w="3809" h="55879">
                  <a:moveTo>
                    <a:pt x="3810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8259"/>
                  </a:lnTo>
                  <a:close/>
                </a:path>
                <a:path w="3809" h="55879">
                  <a:moveTo>
                    <a:pt x="3810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0800"/>
                  </a:lnTo>
                  <a:close/>
                </a:path>
                <a:path w="3809" h="55879">
                  <a:moveTo>
                    <a:pt x="3810" y="54609"/>
                  </a:moveTo>
                  <a:lnTo>
                    <a:pt x="0" y="54609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54609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3" name="object 3123"/>
            <p:cNvSpPr/>
            <p:nvPr/>
          </p:nvSpPr>
          <p:spPr>
            <a:xfrm>
              <a:off x="6663690" y="5433059"/>
              <a:ext cx="3810" cy="55880"/>
            </a:xfrm>
            <a:custGeom>
              <a:avLst/>
              <a:gdLst/>
              <a:ahLst/>
              <a:cxnLst/>
              <a:rect l="l" t="t" r="r" b="b"/>
              <a:pathLst>
                <a:path w="3809" h="55879">
                  <a:moveTo>
                    <a:pt x="380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0"/>
                  </a:lnTo>
                  <a:close/>
                </a:path>
                <a:path w="3809" h="55879">
                  <a:moveTo>
                    <a:pt x="380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3809"/>
                  </a:lnTo>
                  <a:close/>
                </a:path>
                <a:path w="3809" h="55879">
                  <a:moveTo>
                    <a:pt x="380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6350"/>
                  </a:lnTo>
                  <a:close/>
                </a:path>
                <a:path w="3809" h="55879">
                  <a:moveTo>
                    <a:pt x="380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10159"/>
                  </a:lnTo>
                  <a:close/>
                </a:path>
                <a:path w="3809" h="55879">
                  <a:moveTo>
                    <a:pt x="380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2700"/>
                  </a:lnTo>
                  <a:close/>
                </a:path>
                <a:path w="3809" h="55879">
                  <a:moveTo>
                    <a:pt x="380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6509"/>
                  </a:lnTo>
                  <a:close/>
                </a:path>
                <a:path w="3809" h="55879">
                  <a:moveTo>
                    <a:pt x="380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19050"/>
                  </a:lnTo>
                  <a:close/>
                </a:path>
                <a:path w="3809" h="55879">
                  <a:moveTo>
                    <a:pt x="3809" y="22859"/>
                  </a:moveTo>
                  <a:lnTo>
                    <a:pt x="0" y="2285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2859"/>
                  </a:lnTo>
                  <a:close/>
                </a:path>
                <a:path w="3809" h="55879">
                  <a:moveTo>
                    <a:pt x="3809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31750"/>
                  </a:lnTo>
                  <a:close/>
                </a:path>
                <a:path w="3809" h="55879">
                  <a:moveTo>
                    <a:pt x="380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5559"/>
                  </a:lnTo>
                  <a:close/>
                </a:path>
                <a:path w="3809" h="55879">
                  <a:moveTo>
                    <a:pt x="380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8100"/>
                  </a:lnTo>
                  <a:close/>
                </a:path>
                <a:path w="3809" h="55879">
                  <a:moveTo>
                    <a:pt x="380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1909"/>
                  </a:lnTo>
                  <a:close/>
                </a:path>
                <a:path w="3809" h="55879">
                  <a:moveTo>
                    <a:pt x="3809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44450"/>
                  </a:lnTo>
                  <a:close/>
                </a:path>
                <a:path w="3809" h="55879">
                  <a:moveTo>
                    <a:pt x="380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8259"/>
                  </a:lnTo>
                  <a:close/>
                </a:path>
                <a:path w="3809" h="55879">
                  <a:moveTo>
                    <a:pt x="3809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09" y="54609"/>
                  </a:lnTo>
                  <a:lnTo>
                    <a:pt x="3809" y="50800"/>
                  </a:lnTo>
                  <a:close/>
                </a:path>
                <a:path w="3809" h="55879">
                  <a:moveTo>
                    <a:pt x="3809" y="54609"/>
                  </a:moveTo>
                  <a:lnTo>
                    <a:pt x="0" y="54609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54609"/>
                  </a:lnTo>
                  <a:close/>
                </a:path>
              </a:pathLst>
            </a:custGeom>
            <a:solidFill>
              <a:srgbClr val="97A6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4" name="object 3124"/>
            <p:cNvSpPr/>
            <p:nvPr/>
          </p:nvSpPr>
          <p:spPr>
            <a:xfrm>
              <a:off x="6667500" y="5433059"/>
              <a:ext cx="3810" cy="55880"/>
            </a:xfrm>
            <a:custGeom>
              <a:avLst/>
              <a:gdLst/>
              <a:ahLst/>
              <a:cxnLst/>
              <a:rect l="l" t="t" r="r" b="b"/>
              <a:pathLst>
                <a:path w="3809" h="55879">
                  <a:moveTo>
                    <a:pt x="380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0"/>
                  </a:lnTo>
                  <a:close/>
                </a:path>
                <a:path w="3809" h="55879">
                  <a:moveTo>
                    <a:pt x="380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3809"/>
                  </a:lnTo>
                  <a:close/>
                </a:path>
                <a:path w="3809" h="55879">
                  <a:moveTo>
                    <a:pt x="380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6350"/>
                  </a:lnTo>
                  <a:close/>
                </a:path>
                <a:path w="3809" h="55879">
                  <a:moveTo>
                    <a:pt x="380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10159"/>
                  </a:lnTo>
                  <a:close/>
                </a:path>
                <a:path w="3809" h="55879">
                  <a:moveTo>
                    <a:pt x="380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2700"/>
                  </a:lnTo>
                  <a:close/>
                </a:path>
                <a:path w="3809" h="55879">
                  <a:moveTo>
                    <a:pt x="380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6509"/>
                  </a:lnTo>
                  <a:close/>
                </a:path>
                <a:path w="3809" h="55879">
                  <a:moveTo>
                    <a:pt x="380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19050"/>
                  </a:lnTo>
                  <a:close/>
                </a:path>
                <a:path w="3809" h="55879">
                  <a:moveTo>
                    <a:pt x="3809" y="22859"/>
                  </a:moveTo>
                  <a:lnTo>
                    <a:pt x="0" y="2285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2859"/>
                  </a:lnTo>
                  <a:close/>
                </a:path>
                <a:path w="3809" h="55879">
                  <a:moveTo>
                    <a:pt x="3809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31750"/>
                  </a:lnTo>
                  <a:close/>
                </a:path>
                <a:path w="3809" h="55879">
                  <a:moveTo>
                    <a:pt x="380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5559"/>
                  </a:lnTo>
                  <a:close/>
                </a:path>
                <a:path w="3809" h="55879">
                  <a:moveTo>
                    <a:pt x="380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8100"/>
                  </a:lnTo>
                  <a:close/>
                </a:path>
                <a:path w="3809" h="55879">
                  <a:moveTo>
                    <a:pt x="380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1909"/>
                  </a:lnTo>
                  <a:close/>
                </a:path>
                <a:path w="3809" h="55879">
                  <a:moveTo>
                    <a:pt x="3809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44450"/>
                  </a:lnTo>
                  <a:close/>
                </a:path>
                <a:path w="3809" h="55879">
                  <a:moveTo>
                    <a:pt x="380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8259"/>
                  </a:lnTo>
                  <a:close/>
                </a:path>
                <a:path w="3809" h="55879">
                  <a:moveTo>
                    <a:pt x="3809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09" y="54609"/>
                  </a:lnTo>
                  <a:lnTo>
                    <a:pt x="3809" y="50800"/>
                  </a:lnTo>
                  <a:close/>
                </a:path>
                <a:path w="3809" h="55879">
                  <a:moveTo>
                    <a:pt x="3809" y="54609"/>
                  </a:moveTo>
                  <a:lnTo>
                    <a:pt x="0" y="54609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54609"/>
                  </a:lnTo>
                  <a:close/>
                </a:path>
              </a:pathLst>
            </a:custGeom>
            <a:solidFill>
              <a:srgbClr val="99A8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5" name="object 3125"/>
            <p:cNvSpPr/>
            <p:nvPr/>
          </p:nvSpPr>
          <p:spPr>
            <a:xfrm>
              <a:off x="6671310" y="5434330"/>
              <a:ext cx="3810" cy="54610"/>
            </a:xfrm>
            <a:custGeom>
              <a:avLst/>
              <a:gdLst/>
              <a:ahLst/>
              <a:cxnLst/>
              <a:rect l="l" t="t" r="r" b="b"/>
              <a:pathLst>
                <a:path w="3809" h="54610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  <a:path w="3809" h="54610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09" h="54610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09" h="54610">
                  <a:moveTo>
                    <a:pt x="381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890"/>
                  </a:lnTo>
                  <a:close/>
                </a:path>
                <a:path w="3809" h="54610">
                  <a:moveTo>
                    <a:pt x="381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30"/>
                  </a:lnTo>
                  <a:close/>
                </a:path>
                <a:path w="3809" h="54610">
                  <a:moveTo>
                    <a:pt x="381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40"/>
                  </a:lnTo>
                  <a:close/>
                </a:path>
                <a:path w="3809" h="54610">
                  <a:moveTo>
                    <a:pt x="3810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80"/>
                  </a:lnTo>
                  <a:close/>
                </a:path>
                <a:path w="3809" h="54610">
                  <a:moveTo>
                    <a:pt x="3810" y="21590"/>
                  </a:moveTo>
                  <a:lnTo>
                    <a:pt x="0" y="2159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21590"/>
                  </a:lnTo>
                  <a:close/>
                </a:path>
                <a:path w="3809" h="54610">
                  <a:moveTo>
                    <a:pt x="3810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3810" y="34290"/>
                  </a:lnTo>
                  <a:lnTo>
                    <a:pt x="3810" y="30480"/>
                  </a:lnTo>
                  <a:close/>
                </a:path>
                <a:path w="3809" h="54610">
                  <a:moveTo>
                    <a:pt x="3810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4290"/>
                  </a:lnTo>
                  <a:close/>
                </a:path>
                <a:path w="3809" h="54610">
                  <a:moveTo>
                    <a:pt x="3810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3810" y="40640"/>
                  </a:lnTo>
                  <a:lnTo>
                    <a:pt x="3810" y="36830"/>
                  </a:lnTo>
                  <a:close/>
                </a:path>
                <a:path w="3809" h="54610">
                  <a:moveTo>
                    <a:pt x="3810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40640"/>
                  </a:lnTo>
                  <a:close/>
                </a:path>
                <a:path w="3809" h="54610">
                  <a:moveTo>
                    <a:pt x="3810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3810" y="46990"/>
                  </a:lnTo>
                  <a:lnTo>
                    <a:pt x="3810" y="43180"/>
                  </a:lnTo>
                  <a:close/>
                </a:path>
                <a:path w="3809" h="54610">
                  <a:moveTo>
                    <a:pt x="3810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6990"/>
                  </a:lnTo>
                  <a:close/>
                </a:path>
                <a:path w="3809" h="54610">
                  <a:moveTo>
                    <a:pt x="3810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3810" y="53340"/>
                  </a:lnTo>
                  <a:lnTo>
                    <a:pt x="3810" y="49530"/>
                  </a:lnTo>
                  <a:close/>
                </a:path>
                <a:path w="3809" h="54610">
                  <a:moveTo>
                    <a:pt x="3810" y="53340"/>
                  </a:moveTo>
                  <a:lnTo>
                    <a:pt x="0" y="53340"/>
                  </a:lnTo>
                  <a:lnTo>
                    <a:pt x="0" y="54610"/>
                  </a:lnTo>
                  <a:lnTo>
                    <a:pt x="3810" y="54610"/>
                  </a:lnTo>
                  <a:lnTo>
                    <a:pt x="3810" y="53340"/>
                  </a:lnTo>
                  <a:close/>
                </a:path>
              </a:pathLst>
            </a:custGeom>
            <a:solidFill>
              <a:srgbClr val="9CA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6" name="object 3126"/>
            <p:cNvSpPr/>
            <p:nvPr/>
          </p:nvSpPr>
          <p:spPr>
            <a:xfrm>
              <a:off x="6675120" y="5434330"/>
              <a:ext cx="3810" cy="54610"/>
            </a:xfrm>
            <a:custGeom>
              <a:avLst/>
              <a:gdLst/>
              <a:ahLst/>
              <a:cxnLst/>
              <a:rect l="l" t="t" r="r" b="b"/>
              <a:pathLst>
                <a:path w="3809" h="54610">
                  <a:moveTo>
                    <a:pt x="254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09" y="2540"/>
                  </a:lnTo>
                  <a:lnTo>
                    <a:pt x="3809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  <a:path w="3809" h="54610">
                  <a:moveTo>
                    <a:pt x="380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2540"/>
                  </a:lnTo>
                  <a:close/>
                </a:path>
                <a:path w="3809" h="54610">
                  <a:moveTo>
                    <a:pt x="380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09" y="8890"/>
                  </a:lnTo>
                  <a:lnTo>
                    <a:pt x="3809" y="5080"/>
                  </a:lnTo>
                  <a:close/>
                </a:path>
                <a:path w="3809" h="54610">
                  <a:moveTo>
                    <a:pt x="380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8890"/>
                  </a:lnTo>
                  <a:close/>
                </a:path>
                <a:path w="3809" h="54610">
                  <a:moveTo>
                    <a:pt x="3809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09" y="15240"/>
                  </a:lnTo>
                  <a:lnTo>
                    <a:pt x="3809" y="11430"/>
                  </a:lnTo>
                  <a:close/>
                </a:path>
                <a:path w="3809" h="54610">
                  <a:moveTo>
                    <a:pt x="3809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5240"/>
                  </a:lnTo>
                  <a:close/>
                </a:path>
                <a:path w="3809" h="54610">
                  <a:moveTo>
                    <a:pt x="3809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09" y="21590"/>
                  </a:lnTo>
                  <a:lnTo>
                    <a:pt x="3809" y="17780"/>
                  </a:lnTo>
                  <a:close/>
                </a:path>
                <a:path w="3809" h="54610">
                  <a:moveTo>
                    <a:pt x="3809" y="21590"/>
                  </a:moveTo>
                  <a:lnTo>
                    <a:pt x="0" y="21590"/>
                  </a:lnTo>
                  <a:lnTo>
                    <a:pt x="0" y="30480"/>
                  </a:lnTo>
                  <a:lnTo>
                    <a:pt x="3809" y="30480"/>
                  </a:lnTo>
                  <a:lnTo>
                    <a:pt x="3809" y="21590"/>
                  </a:lnTo>
                  <a:close/>
                </a:path>
                <a:path w="3809" h="54610">
                  <a:moveTo>
                    <a:pt x="3809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3809" y="34290"/>
                  </a:lnTo>
                  <a:lnTo>
                    <a:pt x="3809" y="30480"/>
                  </a:lnTo>
                  <a:close/>
                </a:path>
                <a:path w="3809" h="54610">
                  <a:moveTo>
                    <a:pt x="3809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4290"/>
                  </a:lnTo>
                  <a:close/>
                </a:path>
                <a:path w="3809" h="54610">
                  <a:moveTo>
                    <a:pt x="3809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3809" y="40640"/>
                  </a:lnTo>
                  <a:lnTo>
                    <a:pt x="3809" y="36830"/>
                  </a:lnTo>
                  <a:close/>
                </a:path>
                <a:path w="3809" h="54610">
                  <a:moveTo>
                    <a:pt x="3809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3809" y="43180"/>
                  </a:lnTo>
                  <a:lnTo>
                    <a:pt x="3809" y="40640"/>
                  </a:lnTo>
                  <a:close/>
                </a:path>
                <a:path w="3809" h="54610">
                  <a:moveTo>
                    <a:pt x="3809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3809" y="46990"/>
                  </a:lnTo>
                  <a:lnTo>
                    <a:pt x="3809" y="43180"/>
                  </a:lnTo>
                  <a:close/>
                </a:path>
                <a:path w="3809" h="54610">
                  <a:moveTo>
                    <a:pt x="3809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3809" y="49530"/>
                  </a:lnTo>
                  <a:lnTo>
                    <a:pt x="3809" y="46990"/>
                  </a:lnTo>
                  <a:close/>
                </a:path>
                <a:path w="3809" h="54610">
                  <a:moveTo>
                    <a:pt x="3809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3809" y="53340"/>
                  </a:lnTo>
                  <a:lnTo>
                    <a:pt x="3809" y="49530"/>
                  </a:lnTo>
                  <a:close/>
                </a:path>
                <a:path w="3809" h="54610">
                  <a:moveTo>
                    <a:pt x="2540" y="53340"/>
                  </a:moveTo>
                  <a:lnTo>
                    <a:pt x="0" y="53340"/>
                  </a:lnTo>
                  <a:lnTo>
                    <a:pt x="0" y="54610"/>
                  </a:lnTo>
                  <a:lnTo>
                    <a:pt x="2540" y="54610"/>
                  </a:lnTo>
                  <a:lnTo>
                    <a:pt x="2540" y="53340"/>
                  </a:lnTo>
                  <a:close/>
                </a:path>
              </a:pathLst>
            </a:custGeom>
            <a:solidFill>
              <a:srgbClr val="9FA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7" name="object 3127"/>
            <p:cNvSpPr/>
            <p:nvPr/>
          </p:nvSpPr>
          <p:spPr>
            <a:xfrm>
              <a:off x="6678930" y="5435600"/>
              <a:ext cx="2540" cy="52069"/>
            </a:xfrm>
            <a:custGeom>
              <a:avLst/>
              <a:gdLst/>
              <a:ahLst/>
              <a:cxnLst/>
              <a:rect l="l" t="t" r="r" b="b"/>
              <a:pathLst>
                <a:path w="2540" h="52070">
                  <a:moveTo>
                    <a:pt x="254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2540" h="52070">
                  <a:moveTo>
                    <a:pt x="254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2540" y="3809"/>
                  </a:lnTo>
                  <a:lnTo>
                    <a:pt x="2540" y="1270"/>
                  </a:lnTo>
                  <a:close/>
                </a:path>
                <a:path w="2540" h="52070">
                  <a:moveTo>
                    <a:pt x="2540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2540" y="7619"/>
                  </a:lnTo>
                  <a:lnTo>
                    <a:pt x="2540" y="3810"/>
                  </a:lnTo>
                  <a:close/>
                </a:path>
                <a:path w="2540" h="52070">
                  <a:moveTo>
                    <a:pt x="2540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2540" y="10159"/>
                  </a:lnTo>
                  <a:lnTo>
                    <a:pt x="2540" y="7620"/>
                  </a:lnTo>
                  <a:close/>
                </a:path>
                <a:path w="2540" h="52070">
                  <a:moveTo>
                    <a:pt x="2540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2540" y="13969"/>
                  </a:lnTo>
                  <a:lnTo>
                    <a:pt x="2540" y="10160"/>
                  </a:lnTo>
                  <a:close/>
                </a:path>
                <a:path w="2540" h="52070">
                  <a:moveTo>
                    <a:pt x="2540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2540" y="16509"/>
                  </a:lnTo>
                  <a:lnTo>
                    <a:pt x="2540" y="13970"/>
                  </a:lnTo>
                  <a:close/>
                </a:path>
                <a:path w="2540" h="52070">
                  <a:moveTo>
                    <a:pt x="2540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2540" y="20319"/>
                  </a:lnTo>
                  <a:lnTo>
                    <a:pt x="2540" y="16510"/>
                  </a:lnTo>
                  <a:close/>
                </a:path>
                <a:path w="2540" h="52070">
                  <a:moveTo>
                    <a:pt x="2540" y="20320"/>
                  </a:moveTo>
                  <a:lnTo>
                    <a:pt x="0" y="20320"/>
                  </a:lnTo>
                  <a:lnTo>
                    <a:pt x="0" y="29209"/>
                  </a:lnTo>
                  <a:lnTo>
                    <a:pt x="2540" y="29209"/>
                  </a:lnTo>
                  <a:lnTo>
                    <a:pt x="2540" y="20320"/>
                  </a:lnTo>
                  <a:close/>
                </a:path>
                <a:path w="2540" h="52070">
                  <a:moveTo>
                    <a:pt x="2540" y="29210"/>
                  </a:moveTo>
                  <a:lnTo>
                    <a:pt x="0" y="29210"/>
                  </a:lnTo>
                  <a:lnTo>
                    <a:pt x="0" y="33019"/>
                  </a:lnTo>
                  <a:lnTo>
                    <a:pt x="2540" y="33019"/>
                  </a:lnTo>
                  <a:lnTo>
                    <a:pt x="2540" y="29210"/>
                  </a:lnTo>
                  <a:close/>
                </a:path>
                <a:path w="2540" h="52070">
                  <a:moveTo>
                    <a:pt x="2540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2540" y="35559"/>
                  </a:lnTo>
                  <a:lnTo>
                    <a:pt x="2540" y="33020"/>
                  </a:lnTo>
                  <a:close/>
                </a:path>
                <a:path w="2540" h="52070">
                  <a:moveTo>
                    <a:pt x="2540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2540" y="39369"/>
                  </a:lnTo>
                  <a:lnTo>
                    <a:pt x="2540" y="35560"/>
                  </a:lnTo>
                  <a:close/>
                </a:path>
                <a:path w="2540" h="52070">
                  <a:moveTo>
                    <a:pt x="2540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2540" y="41909"/>
                  </a:lnTo>
                  <a:lnTo>
                    <a:pt x="2540" y="39370"/>
                  </a:lnTo>
                  <a:close/>
                </a:path>
                <a:path w="2540" h="52070">
                  <a:moveTo>
                    <a:pt x="2540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2540" y="45719"/>
                  </a:lnTo>
                  <a:lnTo>
                    <a:pt x="2540" y="41910"/>
                  </a:lnTo>
                  <a:close/>
                </a:path>
                <a:path w="2540" h="52070">
                  <a:moveTo>
                    <a:pt x="2540" y="45720"/>
                  </a:moveTo>
                  <a:lnTo>
                    <a:pt x="0" y="45720"/>
                  </a:lnTo>
                  <a:lnTo>
                    <a:pt x="0" y="48259"/>
                  </a:lnTo>
                  <a:lnTo>
                    <a:pt x="2540" y="48259"/>
                  </a:lnTo>
                  <a:lnTo>
                    <a:pt x="2540" y="45720"/>
                  </a:lnTo>
                  <a:close/>
                </a:path>
                <a:path w="2540" h="52070">
                  <a:moveTo>
                    <a:pt x="2540" y="48260"/>
                  </a:moveTo>
                  <a:lnTo>
                    <a:pt x="0" y="48260"/>
                  </a:lnTo>
                  <a:lnTo>
                    <a:pt x="0" y="52069"/>
                  </a:lnTo>
                  <a:lnTo>
                    <a:pt x="1270" y="52069"/>
                  </a:lnTo>
                  <a:lnTo>
                    <a:pt x="1270" y="50800"/>
                  </a:lnTo>
                  <a:lnTo>
                    <a:pt x="2540" y="50800"/>
                  </a:lnTo>
                  <a:lnTo>
                    <a:pt x="2540" y="48260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8" name="object 3128"/>
            <p:cNvSpPr/>
            <p:nvPr/>
          </p:nvSpPr>
          <p:spPr>
            <a:xfrm>
              <a:off x="6681470" y="5435600"/>
              <a:ext cx="3810" cy="50800"/>
            </a:xfrm>
            <a:custGeom>
              <a:avLst/>
              <a:gdLst/>
              <a:ahLst/>
              <a:cxnLst/>
              <a:rect l="l" t="t" r="r" b="b"/>
              <a:pathLst>
                <a:path w="3809" h="50800">
                  <a:moveTo>
                    <a:pt x="380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09" h="50800">
                  <a:moveTo>
                    <a:pt x="3809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1270"/>
                  </a:lnTo>
                  <a:close/>
                </a:path>
                <a:path w="3809" h="50800">
                  <a:moveTo>
                    <a:pt x="3809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3810"/>
                  </a:lnTo>
                  <a:close/>
                </a:path>
                <a:path w="3809" h="50800">
                  <a:moveTo>
                    <a:pt x="3809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7620"/>
                  </a:lnTo>
                  <a:close/>
                </a:path>
                <a:path w="3809" h="50800">
                  <a:moveTo>
                    <a:pt x="3809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10160"/>
                  </a:lnTo>
                  <a:close/>
                </a:path>
                <a:path w="3809" h="50800">
                  <a:moveTo>
                    <a:pt x="3809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3970"/>
                  </a:lnTo>
                  <a:close/>
                </a:path>
                <a:path w="3809" h="50800">
                  <a:moveTo>
                    <a:pt x="3809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6510"/>
                  </a:lnTo>
                  <a:close/>
                </a:path>
                <a:path w="3809" h="50800">
                  <a:moveTo>
                    <a:pt x="3809" y="20320"/>
                  </a:moveTo>
                  <a:lnTo>
                    <a:pt x="0" y="20320"/>
                  </a:lnTo>
                  <a:lnTo>
                    <a:pt x="0" y="29209"/>
                  </a:lnTo>
                  <a:lnTo>
                    <a:pt x="3809" y="29209"/>
                  </a:lnTo>
                  <a:lnTo>
                    <a:pt x="3809" y="20320"/>
                  </a:lnTo>
                  <a:close/>
                </a:path>
                <a:path w="3809" h="50800">
                  <a:moveTo>
                    <a:pt x="3809" y="29210"/>
                  </a:moveTo>
                  <a:lnTo>
                    <a:pt x="0" y="29210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9210"/>
                  </a:lnTo>
                  <a:close/>
                </a:path>
                <a:path w="3809" h="50800">
                  <a:moveTo>
                    <a:pt x="3809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33020"/>
                  </a:lnTo>
                  <a:close/>
                </a:path>
                <a:path w="3809" h="50800">
                  <a:moveTo>
                    <a:pt x="3809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5560"/>
                  </a:lnTo>
                  <a:close/>
                </a:path>
                <a:path w="3809" h="50800">
                  <a:moveTo>
                    <a:pt x="3809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9370"/>
                  </a:lnTo>
                  <a:close/>
                </a:path>
                <a:path w="3809" h="50800">
                  <a:moveTo>
                    <a:pt x="3809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41910"/>
                  </a:lnTo>
                  <a:close/>
                </a:path>
                <a:path w="3809" h="50800">
                  <a:moveTo>
                    <a:pt x="3809" y="45720"/>
                  </a:moveTo>
                  <a:lnTo>
                    <a:pt x="0" y="45720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45720"/>
                  </a:lnTo>
                  <a:close/>
                </a:path>
                <a:path w="3809" h="50800">
                  <a:moveTo>
                    <a:pt x="3809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48260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9" name="object 3129"/>
            <p:cNvSpPr/>
            <p:nvPr/>
          </p:nvSpPr>
          <p:spPr>
            <a:xfrm>
              <a:off x="6685280" y="5436870"/>
              <a:ext cx="3810" cy="48260"/>
            </a:xfrm>
            <a:custGeom>
              <a:avLst/>
              <a:gdLst/>
              <a:ahLst/>
              <a:cxnLst/>
              <a:rect l="l" t="t" r="r" b="b"/>
              <a:pathLst>
                <a:path w="3809" h="48260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09" h="48260">
                  <a:moveTo>
                    <a:pt x="381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2539"/>
                  </a:lnTo>
                  <a:close/>
                </a:path>
                <a:path w="3809" h="48260">
                  <a:moveTo>
                    <a:pt x="381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49"/>
                  </a:lnTo>
                  <a:close/>
                </a:path>
                <a:path w="3809" h="48260">
                  <a:moveTo>
                    <a:pt x="381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8889"/>
                  </a:lnTo>
                  <a:close/>
                </a:path>
                <a:path w="3809" h="48260">
                  <a:moveTo>
                    <a:pt x="381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2699"/>
                  </a:lnTo>
                  <a:close/>
                </a:path>
                <a:path w="3809" h="48260">
                  <a:moveTo>
                    <a:pt x="381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5239"/>
                  </a:lnTo>
                  <a:close/>
                </a:path>
                <a:path w="3809" h="48260">
                  <a:moveTo>
                    <a:pt x="3810" y="19049"/>
                  </a:moveTo>
                  <a:lnTo>
                    <a:pt x="0" y="19049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19049"/>
                  </a:lnTo>
                  <a:close/>
                </a:path>
                <a:path w="3809" h="48260">
                  <a:moveTo>
                    <a:pt x="3810" y="27939"/>
                  </a:moveTo>
                  <a:lnTo>
                    <a:pt x="0" y="2793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7939"/>
                  </a:lnTo>
                  <a:close/>
                </a:path>
                <a:path w="3809" h="48260">
                  <a:moveTo>
                    <a:pt x="3810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31749"/>
                  </a:lnTo>
                  <a:close/>
                </a:path>
                <a:path w="3809" h="48260">
                  <a:moveTo>
                    <a:pt x="3810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4289"/>
                  </a:lnTo>
                  <a:close/>
                </a:path>
                <a:path w="3809" h="48260">
                  <a:moveTo>
                    <a:pt x="381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8099"/>
                  </a:lnTo>
                  <a:close/>
                </a:path>
                <a:path w="3809" h="48260">
                  <a:moveTo>
                    <a:pt x="3810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0639"/>
                  </a:lnTo>
                  <a:close/>
                </a:path>
                <a:path w="3809" h="48260">
                  <a:moveTo>
                    <a:pt x="381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4449"/>
                  </a:lnTo>
                  <a:close/>
                </a:path>
                <a:path w="3809" h="48260">
                  <a:moveTo>
                    <a:pt x="3810" y="46989"/>
                  </a:moveTo>
                  <a:lnTo>
                    <a:pt x="0" y="46989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6989"/>
                  </a:lnTo>
                  <a:close/>
                </a:path>
              </a:pathLst>
            </a:custGeom>
            <a:solidFill>
              <a:srgbClr val="A7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0" name="object 3130"/>
            <p:cNvSpPr/>
            <p:nvPr/>
          </p:nvSpPr>
          <p:spPr>
            <a:xfrm>
              <a:off x="6689090" y="5436870"/>
              <a:ext cx="3810" cy="48260"/>
            </a:xfrm>
            <a:custGeom>
              <a:avLst/>
              <a:gdLst/>
              <a:ahLst/>
              <a:cxnLst/>
              <a:rect l="l" t="t" r="r" b="b"/>
              <a:pathLst>
                <a:path w="3809" h="48260">
                  <a:moveTo>
                    <a:pt x="126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3809" h="48260">
                  <a:moveTo>
                    <a:pt x="380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2539"/>
                  </a:lnTo>
                  <a:close/>
                </a:path>
                <a:path w="3809" h="48260">
                  <a:moveTo>
                    <a:pt x="380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49"/>
                  </a:lnTo>
                  <a:close/>
                </a:path>
                <a:path w="3809" h="48260">
                  <a:moveTo>
                    <a:pt x="380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8889"/>
                  </a:lnTo>
                  <a:close/>
                </a:path>
                <a:path w="3809" h="48260">
                  <a:moveTo>
                    <a:pt x="380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2699"/>
                  </a:lnTo>
                  <a:close/>
                </a:path>
                <a:path w="3809" h="48260">
                  <a:moveTo>
                    <a:pt x="3809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5239"/>
                  </a:lnTo>
                  <a:close/>
                </a:path>
                <a:path w="3809" h="48260">
                  <a:moveTo>
                    <a:pt x="3809" y="19049"/>
                  </a:moveTo>
                  <a:lnTo>
                    <a:pt x="0" y="19049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19049"/>
                  </a:lnTo>
                  <a:close/>
                </a:path>
                <a:path w="3809" h="48260">
                  <a:moveTo>
                    <a:pt x="3809" y="27939"/>
                  </a:moveTo>
                  <a:lnTo>
                    <a:pt x="0" y="2793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7939"/>
                  </a:lnTo>
                  <a:close/>
                </a:path>
                <a:path w="3809" h="48260">
                  <a:moveTo>
                    <a:pt x="3809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31749"/>
                  </a:lnTo>
                  <a:close/>
                </a:path>
                <a:path w="3809" h="48260">
                  <a:moveTo>
                    <a:pt x="3809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4289"/>
                  </a:lnTo>
                  <a:close/>
                </a:path>
                <a:path w="3809" h="48260">
                  <a:moveTo>
                    <a:pt x="3809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8099"/>
                  </a:lnTo>
                  <a:close/>
                </a:path>
                <a:path w="3809" h="48260">
                  <a:moveTo>
                    <a:pt x="3809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0639"/>
                  </a:lnTo>
                  <a:close/>
                </a:path>
                <a:path w="3809" h="48260">
                  <a:moveTo>
                    <a:pt x="3809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4449"/>
                  </a:lnTo>
                  <a:close/>
                </a:path>
                <a:path w="3809" h="48260">
                  <a:moveTo>
                    <a:pt x="1269" y="46989"/>
                  </a:moveTo>
                  <a:lnTo>
                    <a:pt x="0" y="46989"/>
                  </a:lnTo>
                  <a:lnTo>
                    <a:pt x="0" y="48259"/>
                  </a:lnTo>
                  <a:lnTo>
                    <a:pt x="1269" y="48259"/>
                  </a:lnTo>
                  <a:lnTo>
                    <a:pt x="1269" y="46989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1" name="object 3131"/>
            <p:cNvSpPr/>
            <p:nvPr/>
          </p:nvSpPr>
          <p:spPr>
            <a:xfrm>
              <a:off x="6692900" y="5438139"/>
              <a:ext cx="3810" cy="45720"/>
            </a:xfrm>
            <a:custGeom>
              <a:avLst/>
              <a:gdLst/>
              <a:ahLst/>
              <a:cxnLst/>
              <a:rect l="l" t="t" r="r" b="b"/>
              <a:pathLst>
                <a:path w="3809" h="45720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  <a:path w="3809" h="45720">
                  <a:moveTo>
                    <a:pt x="380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1270"/>
                  </a:lnTo>
                  <a:close/>
                </a:path>
                <a:path w="3809" h="45720">
                  <a:moveTo>
                    <a:pt x="380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09" y="7620"/>
                  </a:lnTo>
                  <a:lnTo>
                    <a:pt x="3809" y="5080"/>
                  </a:lnTo>
                  <a:close/>
                </a:path>
                <a:path w="3809" h="45720">
                  <a:moveTo>
                    <a:pt x="380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7620"/>
                  </a:lnTo>
                  <a:close/>
                </a:path>
                <a:path w="3809" h="45720">
                  <a:moveTo>
                    <a:pt x="3809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09" y="13970"/>
                  </a:lnTo>
                  <a:lnTo>
                    <a:pt x="3809" y="11430"/>
                  </a:lnTo>
                  <a:close/>
                </a:path>
                <a:path w="3809" h="45720">
                  <a:moveTo>
                    <a:pt x="3809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3970"/>
                  </a:lnTo>
                  <a:close/>
                </a:path>
                <a:path w="3809" h="45720">
                  <a:moveTo>
                    <a:pt x="3809" y="17780"/>
                  </a:moveTo>
                  <a:lnTo>
                    <a:pt x="0" y="17780"/>
                  </a:lnTo>
                  <a:lnTo>
                    <a:pt x="0" y="26670"/>
                  </a:lnTo>
                  <a:lnTo>
                    <a:pt x="3809" y="26670"/>
                  </a:lnTo>
                  <a:lnTo>
                    <a:pt x="3809" y="17780"/>
                  </a:lnTo>
                  <a:close/>
                </a:path>
                <a:path w="3809" h="45720">
                  <a:moveTo>
                    <a:pt x="3809" y="26670"/>
                  </a:moveTo>
                  <a:lnTo>
                    <a:pt x="0" y="26670"/>
                  </a:lnTo>
                  <a:lnTo>
                    <a:pt x="0" y="30480"/>
                  </a:lnTo>
                  <a:lnTo>
                    <a:pt x="3809" y="30480"/>
                  </a:lnTo>
                  <a:lnTo>
                    <a:pt x="3809" y="26670"/>
                  </a:lnTo>
                  <a:close/>
                </a:path>
                <a:path w="3809" h="45720">
                  <a:moveTo>
                    <a:pt x="3809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3809" y="33020"/>
                  </a:lnTo>
                  <a:lnTo>
                    <a:pt x="3809" y="30480"/>
                  </a:lnTo>
                  <a:close/>
                </a:path>
                <a:path w="3809" h="45720">
                  <a:moveTo>
                    <a:pt x="3809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3020"/>
                  </a:lnTo>
                  <a:close/>
                </a:path>
                <a:path w="3809" h="45720">
                  <a:moveTo>
                    <a:pt x="3809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09" y="39370"/>
                  </a:lnTo>
                  <a:lnTo>
                    <a:pt x="3809" y="36830"/>
                  </a:lnTo>
                  <a:close/>
                </a:path>
                <a:path w="3809" h="45720">
                  <a:moveTo>
                    <a:pt x="3809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3809" y="43180"/>
                  </a:lnTo>
                  <a:lnTo>
                    <a:pt x="3809" y="39370"/>
                  </a:lnTo>
                  <a:close/>
                </a:path>
                <a:path w="3809" h="45720">
                  <a:moveTo>
                    <a:pt x="3809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3809" y="45720"/>
                  </a:lnTo>
                  <a:lnTo>
                    <a:pt x="3809" y="43180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2" name="object 3132"/>
            <p:cNvSpPr/>
            <p:nvPr/>
          </p:nvSpPr>
          <p:spPr>
            <a:xfrm>
              <a:off x="6696710" y="5439409"/>
              <a:ext cx="3810" cy="44450"/>
            </a:xfrm>
            <a:custGeom>
              <a:avLst/>
              <a:gdLst/>
              <a:ahLst/>
              <a:cxnLst/>
              <a:rect l="l" t="t" r="r" b="b"/>
              <a:pathLst>
                <a:path w="3809" h="44450">
                  <a:moveTo>
                    <a:pt x="127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44450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09" h="44450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09" h="44450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09" h="44450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09" h="44450">
                  <a:moveTo>
                    <a:pt x="3810" y="16509"/>
                  </a:moveTo>
                  <a:lnTo>
                    <a:pt x="0" y="1650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16509"/>
                  </a:lnTo>
                  <a:close/>
                </a:path>
                <a:path w="3809" h="44450">
                  <a:moveTo>
                    <a:pt x="3810" y="25400"/>
                  </a:moveTo>
                  <a:lnTo>
                    <a:pt x="0" y="25400"/>
                  </a:lnTo>
                  <a:lnTo>
                    <a:pt x="0" y="29209"/>
                  </a:lnTo>
                  <a:lnTo>
                    <a:pt x="3810" y="29209"/>
                  </a:lnTo>
                  <a:lnTo>
                    <a:pt x="3810" y="25400"/>
                  </a:lnTo>
                  <a:close/>
                </a:path>
                <a:path w="3809" h="44450">
                  <a:moveTo>
                    <a:pt x="3810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9209"/>
                  </a:lnTo>
                  <a:close/>
                </a:path>
                <a:path w="3809" h="44450">
                  <a:moveTo>
                    <a:pt x="3810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31750"/>
                  </a:lnTo>
                  <a:close/>
                </a:path>
                <a:path w="3809" h="44450">
                  <a:moveTo>
                    <a:pt x="381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5559"/>
                  </a:lnTo>
                  <a:close/>
                </a:path>
                <a:path w="3809" h="44450">
                  <a:moveTo>
                    <a:pt x="381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8100"/>
                  </a:lnTo>
                  <a:close/>
                </a:path>
                <a:path w="3809" h="44450">
                  <a:moveTo>
                    <a:pt x="381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1270" y="44449"/>
                  </a:lnTo>
                  <a:lnTo>
                    <a:pt x="1270" y="43179"/>
                  </a:lnTo>
                  <a:lnTo>
                    <a:pt x="3810" y="43179"/>
                  </a:lnTo>
                  <a:lnTo>
                    <a:pt x="3810" y="41909"/>
                  </a:lnTo>
                  <a:close/>
                </a:path>
              </a:pathLst>
            </a:custGeom>
            <a:solidFill>
              <a:srgbClr val="AEBA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3" name="object 3133"/>
            <p:cNvSpPr/>
            <p:nvPr/>
          </p:nvSpPr>
          <p:spPr>
            <a:xfrm>
              <a:off x="6700520" y="5440680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09" h="41910">
                  <a:moveTo>
                    <a:pt x="380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09" y="2540"/>
                  </a:lnTo>
                  <a:lnTo>
                    <a:pt x="3809" y="0"/>
                  </a:lnTo>
                  <a:close/>
                </a:path>
                <a:path w="3809" h="41910">
                  <a:moveTo>
                    <a:pt x="380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2540"/>
                  </a:lnTo>
                  <a:close/>
                </a:path>
                <a:path w="3809" h="41910">
                  <a:moveTo>
                    <a:pt x="380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09" y="8890"/>
                  </a:lnTo>
                  <a:lnTo>
                    <a:pt x="3809" y="5080"/>
                  </a:lnTo>
                  <a:close/>
                </a:path>
                <a:path w="3809" h="41910">
                  <a:moveTo>
                    <a:pt x="380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8890"/>
                  </a:lnTo>
                  <a:close/>
                </a:path>
                <a:path w="3809" h="41910">
                  <a:moveTo>
                    <a:pt x="3809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09" y="15240"/>
                  </a:lnTo>
                  <a:lnTo>
                    <a:pt x="3809" y="11430"/>
                  </a:lnTo>
                  <a:close/>
                </a:path>
                <a:path w="3809" h="41910">
                  <a:moveTo>
                    <a:pt x="3809" y="15240"/>
                  </a:moveTo>
                  <a:lnTo>
                    <a:pt x="0" y="15240"/>
                  </a:lnTo>
                  <a:lnTo>
                    <a:pt x="0" y="24130"/>
                  </a:lnTo>
                  <a:lnTo>
                    <a:pt x="3809" y="24130"/>
                  </a:lnTo>
                  <a:lnTo>
                    <a:pt x="3809" y="15240"/>
                  </a:lnTo>
                  <a:close/>
                </a:path>
                <a:path w="3809" h="41910">
                  <a:moveTo>
                    <a:pt x="3809" y="24130"/>
                  </a:moveTo>
                  <a:lnTo>
                    <a:pt x="0" y="24130"/>
                  </a:lnTo>
                  <a:lnTo>
                    <a:pt x="0" y="27940"/>
                  </a:lnTo>
                  <a:lnTo>
                    <a:pt x="3809" y="27940"/>
                  </a:lnTo>
                  <a:lnTo>
                    <a:pt x="3809" y="24130"/>
                  </a:lnTo>
                  <a:close/>
                </a:path>
                <a:path w="3809" h="41910">
                  <a:moveTo>
                    <a:pt x="3809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3809" y="30480"/>
                  </a:lnTo>
                  <a:lnTo>
                    <a:pt x="3809" y="27940"/>
                  </a:lnTo>
                  <a:close/>
                </a:path>
                <a:path w="3809" h="41910">
                  <a:moveTo>
                    <a:pt x="3809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3809" y="34290"/>
                  </a:lnTo>
                  <a:lnTo>
                    <a:pt x="3809" y="30480"/>
                  </a:lnTo>
                  <a:close/>
                </a:path>
                <a:path w="3809" h="41910">
                  <a:moveTo>
                    <a:pt x="3809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4290"/>
                  </a:lnTo>
                  <a:close/>
                </a:path>
                <a:path w="3809" h="41910">
                  <a:moveTo>
                    <a:pt x="3809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3809" y="40640"/>
                  </a:lnTo>
                  <a:lnTo>
                    <a:pt x="3809" y="36830"/>
                  </a:lnTo>
                  <a:close/>
                </a:path>
                <a:path w="3809" h="41910">
                  <a:moveTo>
                    <a:pt x="1269" y="40640"/>
                  </a:moveTo>
                  <a:lnTo>
                    <a:pt x="0" y="40640"/>
                  </a:lnTo>
                  <a:lnTo>
                    <a:pt x="0" y="41910"/>
                  </a:lnTo>
                  <a:lnTo>
                    <a:pt x="1269" y="41910"/>
                  </a:lnTo>
                  <a:lnTo>
                    <a:pt x="1269" y="40640"/>
                  </a:lnTo>
                  <a:close/>
                </a:path>
              </a:pathLst>
            </a:custGeom>
            <a:solidFill>
              <a:srgbClr val="B1BD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4" name="object 3134"/>
            <p:cNvSpPr/>
            <p:nvPr/>
          </p:nvSpPr>
          <p:spPr>
            <a:xfrm>
              <a:off x="6704330" y="5440680"/>
              <a:ext cx="3810" cy="40640"/>
            </a:xfrm>
            <a:custGeom>
              <a:avLst/>
              <a:gdLst/>
              <a:ahLst/>
              <a:cxnLst/>
              <a:rect l="l" t="t" r="r" b="b"/>
              <a:pathLst>
                <a:path w="3809" h="40639">
                  <a:moveTo>
                    <a:pt x="254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  <a:path w="3809" h="40639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09" h="40639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09" h="40639">
                  <a:moveTo>
                    <a:pt x="381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890"/>
                  </a:lnTo>
                  <a:close/>
                </a:path>
                <a:path w="3809" h="40639">
                  <a:moveTo>
                    <a:pt x="381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30"/>
                  </a:lnTo>
                  <a:close/>
                </a:path>
                <a:path w="3809" h="40639">
                  <a:moveTo>
                    <a:pt x="3810" y="15240"/>
                  </a:moveTo>
                  <a:lnTo>
                    <a:pt x="0" y="1524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5240"/>
                  </a:lnTo>
                  <a:close/>
                </a:path>
                <a:path w="3809" h="40639">
                  <a:moveTo>
                    <a:pt x="3810" y="24130"/>
                  </a:moveTo>
                  <a:lnTo>
                    <a:pt x="0" y="24130"/>
                  </a:lnTo>
                  <a:lnTo>
                    <a:pt x="0" y="27940"/>
                  </a:lnTo>
                  <a:lnTo>
                    <a:pt x="3810" y="27940"/>
                  </a:lnTo>
                  <a:lnTo>
                    <a:pt x="3810" y="24130"/>
                  </a:lnTo>
                  <a:close/>
                </a:path>
                <a:path w="3809" h="40639">
                  <a:moveTo>
                    <a:pt x="3810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27940"/>
                  </a:lnTo>
                  <a:close/>
                </a:path>
                <a:path w="3809" h="40639">
                  <a:moveTo>
                    <a:pt x="3810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3810" y="34290"/>
                  </a:lnTo>
                  <a:lnTo>
                    <a:pt x="3810" y="30480"/>
                  </a:lnTo>
                  <a:close/>
                </a:path>
                <a:path w="3809" h="40639">
                  <a:moveTo>
                    <a:pt x="3810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4290"/>
                  </a:lnTo>
                  <a:close/>
                </a:path>
                <a:path w="3809" h="40639">
                  <a:moveTo>
                    <a:pt x="3810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2540" y="40640"/>
                  </a:lnTo>
                  <a:lnTo>
                    <a:pt x="2540" y="39370"/>
                  </a:lnTo>
                  <a:lnTo>
                    <a:pt x="3810" y="39370"/>
                  </a:lnTo>
                  <a:lnTo>
                    <a:pt x="3810" y="36830"/>
                  </a:lnTo>
                  <a:close/>
                </a:path>
              </a:pathLst>
            </a:custGeom>
            <a:solidFill>
              <a:srgbClr val="B4BF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5" name="object 3135"/>
            <p:cNvSpPr/>
            <p:nvPr/>
          </p:nvSpPr>
          <p:spPr>
            <a:xfrm>
              <a:off x="6708140" y="5441950"/>
              <a:ext cx="2540" cy="38100"/>
            </a:xfrm>
            <a:custGeom>
              <a:avLst/>
              <a:gdLst/>
              <a:ahLst/>
              <a:cxnLst/>
              <a:rect l="l" t="t" r="r" b="b"/>
              <a:pathLst>
                <a:path w="2540" h="38100">
                  <a:moveTo>
                    <a:pt x="253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  <a:path w="2540" h="38100">
                  <a:moveTo>
                    <a:pt x="2539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2539" y="3809"/>
                  </a:lnTo>
                  <a:lnTo>
                    <a:pt x="2539" y="1270"/>
                  </a:lnTo>
                  <a:close/>
                </a:path>
                <a:path w="2540" h="38100">
                  <a:moveTo>
                    <a:pt x="2539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2539" y="7619"/>
                  </a:lnTo>
                  <a:lnTo>
                    <a:pt x="2539" y="3810"/>
                  </a:lnTo>
                  <a:close/>
                </a:path>
                <a:path w="2540" h="38100">
                  <a:moveTo>
                    <a:pt x="2539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2539" y="10159"/>
                  </a:lnTo>
                  <a:lnTo>
                    <a:pt x="2539" y="7620"/>
                  </a:lnTo>
                  <a:close/>
                </a:path>
                <a:path w="2540" h="38100">
                  <a:moveTo>
                    <a:pt x="2539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2539" y="13969"/>
                  </a:lnTo>
                  <a:lnTo>
                    <a:pt x="2539" y="10160"/>
                  </a:lnTo>
                  <a:close/>
                </a:path>
                <a:path w="2540" h="38100">
                  <a:moveTo>
                    <a:pt x="2539" y="13970"/>
                  </a:moveTo>
                  <a:lnTo>
                    <a:pt x="0" y="13970"/>
                  </a:lnTo>
                  <a:lnTo>
                    <a:pt x="0" y="22859"/>
                  </a:lnTo>
                  <a:lnTo>
                    <a:pt x="2539" y="22859"/>
                  </a:lnTo>
                  <a:lnTo>
                    <a:pt x="2539" y="13970"/>
                  </a:lnTo>
                  <a:close/>
                </a:path>
                <a:path w="2540" h="38100">
                  <a:moveTo>
                    <a:pt x="2539" y="22860"/>
                  </a:moveTo>
                  <a:lnTo>
                    <a:pt x="0" y="22860"/>
                  </a:lnTo>
                  <a:lnTo>
                    <a:pt x="0" y="26669"/>
                  </a:lnTo>
                  <a:lnTo>
                    <a:pt x="2539" y="26669"/>
                  </a:lnTo>
                  <a:lnTo>
                    <a:pt x="2539" y="22860"/>
                  </a:lnTo>
                  <a:close/>
                </a:path>
                <a:path w="2540" h="38100">
                  <a:moveTo>
                    <a:pt x="2539" y="26670"/>
                  </a:moveTo>
                  <a:lnTo>
                    <a:pt x="0" y="26670"/>
                  </a:lnTo>
                  <a:lnTo>
                    <a:pt x="0" y="29209"/>
                  </a:lnTo>
                  <a:lnTo>
                    <a:pt x="2539" y="29209"/>
                  </a:lnTo>
                  <a:lnTo>
                    <a:pt x="2539" y="26670"/>
                  </a:lnTo>
                  <a:close/>
                </a:path>
                <a:path w="2540" h="38100">
                  <a:moveTo>
                    <a:pt x="2539" y="29210"/>
                  </a:moveTo>
                  <a:lnTo>
                    <a:pt x="0" y="29210"/>
                  </a:lnTo>
                  <a:lnTo>
                    <a:pt x="0" y="33019"/>
                  </a:lnTo>
                  <a:lnTo>
                    <a:pt x="2539" y="33019"/>
                  </a:lnTo>
                  <a:lnTo>
                    <a:pt x="2539" y="29210"/>
                  </a:lnTo>
                  <a:close/>
                </a:path>
                <a:path w="2540" h="38100">
                  <a:moveTo>
                    <a:pt x="2539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2539" y="35559"/>
                  </a:lnTo>
                  <a:lnTo>
                    <a:pt x="2539" y="33020"/>
                  </a:lnTo>
                  <a:close/>
                </a:path>
                <a:path w="2540" h="38100">
                  <a:moveTo>
                    <a:pt x="2539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2539" y="38100"/>
                  </a:lnTo>
                  <a:lnTo>
                    <a:pt x="2539" y="35560"/>
                  </a:lnTo>
                  <a:close/>
                </a:path>
              </a:pathLst>
            </a:custGeom>
            <a:solidFill>
              <a:srgbClr val="B6C1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6" name="object 3136"/>
            <p:cNvSpPr/>
            <p:nvPr/>
          </p:nvSpPr>
          <p:spPr>
            <a:xfrm>
              <a:off x="6710680" y="5441950"/>
              <a:ext cx="3810" cy="38100"/>
            </a:xfrm>
            <a:custGeom>
              <a:avLst/>
              <a:gdLst/>
              <a:ahLst/>
              <a:cxnLst/>
              <a:rect l="l" t="t" r="r" b="b"/>
              <a:pathLst>
                <a:path w="3809" h="38100">
                  <a:moveTo>
                    <a:pt x="127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38100">
                  <a:moveTo>
                    <a:pt x="381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70"/>
                  </a:lnTo>
                  <a:close/>
                </a:path>
                <a:path w="3809" h="38100">
                  <a:moveTo>
                    <a:pt x="3810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3810"/>
                  </a:lnTo>
                  <a:close/>
                </a:path>
                <a:path w="3809" h="38100">
                  <a:moveTo>
                    <a:pt x="3810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7620"/>
                  </a:lnTo>
                  <a:close/>
                </a:path>
                <a:path w="3809" h="38100">
                  <a:moveTo>
                    <a:pt x="3810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10160"/>
                  </a:lnTo>
                  <a:close/>
                </a:path>
                <a:path w="3809" h="38100">
                  <a:moveTo>
                    <a:pt x="3810" y="13970"/>
                  </a:moveTo>
                  <a:lnTo>
                    <a:pt x="0" y="1397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3970"/>
                  </a:lnTo>
                  <a:close/>
                </a:path>
                <a:path w="3809" h="38100">
                  <a:moveTo>
                    <a:pt x="3810" y="22860"/>
                  </a:moveTo>
                  <a:lnTo>
                    <a:pt x="0" y="22860"/>
                  </a:lnTo>
                  <a:lnTo>
                    <a:pt x="0" y="26669"/>
                  </a:lnTo>
                  <a:lnTo>
                    <a:pt x="3810" y="26669"/>
                  </a:lnTo>
                  <a:lnTo>
                    <a:pt x="3810" y="22860"/>
                  </a:lnTo>
                  <a:close/>
                </a:path>
                <a:path w="3809" h="38100">
                  <a:moveTo>
                    <a:pt x="3810" y="26670"/>
                  </a:moveTo>
                  <a:lnTo>
                    <a:pt x="0" y="26670"/>
                  </a:lnTo>
                  <a:lnTo>
                    <a:pt x="0" y="29209"/>
                  </a:lnTo>
                  <a:lnTo>
                    <a:pt x="3810" y="29209"/>
                  </a:lnTo>
                  <a:lnTo>
                    <a:pt x="3810" y="26670"/>
                  </a:lnTo>
                  <a:close/>
                </a:path>
                <a:path w="3809" h="38100">
                  <a:moveTo>
                    <a:pt x="3810" y="29210"/>
                  </a:moveTo>
                  <a:lnTo>
                    <a:pt x="0" y="29210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9210"/>
                  </a:lnTo>
                  <a:close/>
                </a:path>
                <a:path w="3809" h="38100">
                  <a:moveTo>
                    <a:pt x="3810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33020"/>
                  </a:lnTo>
                  <a:close/>
                </a:path>
                <a:path w="3809" h="38100">
                  <a:moveTo>
                    <a:pt x="381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5560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7" name="object 3137"/>
            <p:cNvSpPr/>
            <p:nvPr/>
          </p:nvSpPr>
          <p:spPr>
            <a:xfrm>
              <a:off x="6714490" y="5443220"/>
              <a:ext cx="3810" cy="36830"/>
            </a:xfrm>
            <a:custGeom>
              <a:avLst/>
              <a:gdLst/>
              <a:ahLst/>
              <a:cxnLst/>
              <a:rect l="l" t="t" r="r" b="b"/>
              <a:pathLst>
                <a:path w="3809" h="36829">
                  <a:moveTo>
                    <a:pt x="126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3809" h="36829">
                  <a:moveTo>
                    <a:pt x="380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2539"/>
                  </a:lnTo>
                  <a:close/>
                </a:path>
                <a:path w="3809" h="36829">
                  <a:moveTo>
                    <a:pt x="380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49"/>
                  </a:lnTo>
                  <a:close/>
                </a:path>
                <a:path w="3809" h="36829">
                  <a:moveTo>
                    <a:pt x="380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8889"/>
                  </a:lnTo>
                  <a:close/>
                </a:path>
                <a:path w="3809" h="36829">
                  <a:moveTo>
                    <a:pt x="3809" y="12699"/>
                  </a:moveTo>
                  <a:lnTo>
                    <a:pt x="0" y="12699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2699"/>
                  </a:lnTo>
                  <a:close/>
                </a:path>
                <a:path w="3809" h="36829">
                  <a:moveTo>
                    <a:pt x="3809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1589"/>
                  </a:lnTo>
                  <a:close/>
                </a:path>
                <a:path w="3809" h="36829">
                  <a:moveTo>
                    <a:pt x="3809" y="25399"/>
                  </a:moveTo>
                  <a:lnTo>
                    <a:pt x="0" y="25399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5399"/>
                  </a:lnTo>
                  <a:close/>
                </a:path>
                <a:path w="3809" h="36829">
                  <a:moveTo>
                    <a:pt x="3809" y="27939"/>
                  </a:moveTo>
                  <a:lnTo>
                    <a:pt x="0" y="2793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7939"/>
                  </a:lnTo>
                  <a:close/>
                </a:path>
                <a:path w="3809" h="36829">
                  <a:moveTo>
                    <a:pt x="3809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31749"/>
                  </a:lnTo>
                  <a:close/>
                </a:path>
                <a:path w="3809" h="36829">
                  <a:moveTo>
                    <a:pt x="3809" y="34289"/>
                  </a:moveTo>
                  <a:lnTo>
                    <a:pt x="0" y="34289"/>
                  </a:lnTo>
                  <a:lnTo>
                    <a:pt x="0" y="36829"/>
                  </a:lnTo>
                  <a:lnTo>
                    <a:pt x="1269" y="36829"/>
                  </a:lnTo>
                  <a:lnTo>
                    <a:pt x="1269" y="35559"/>
                  </a:lnTo>
                  <a:lnTo>
                    <a:pt x="3809" y="35559"/>
                  </a:lnTo>
                  <a:lnTo>
                    <a:pt x="3809" y="34289"/>
                  </a:lnTo>
                  <a:close/>
                </a:path>
              </a:pathLst>
            </a:custGeom>
            <a:solidFill>
              <a:srgbClr val="BC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8" name="object 3138"/>
            <p:cNvSpPr/>
            <p:nvPr/>
          </p:nvSpPr>
          <p:spPr>
            <a:xfrm>
              <a:off x="6718300" y="5444489"/>
              <a:ext cx="3810" cy="33020"/>
            </a:xfrm>
            <a:custGeom>
              <a:avLst/>
              <a:gdLst/>
              <a:ahLst/>
              <a:cxnLst/>
              <a:rect l="l" t="t" r="r" b="b"/>
              <a:pathLst>
                <a:path w="3809" h="33020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  <a:path w="3809" h="33020">
                  <a:moveTo>
                    <a:pt x="380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1270"/>
                  </a:lnTo>
                  <a:close/>
                </a:path>
                <a:path w="3809" h="33020">
                  <a:moveTo>
                    <a:pt x="380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09" y="7620"/>
                  </a:lnTo>
                  <a:lnTo>
                    <a:pt x="3809" y="5080"/>
                  </a:lnTo>
                  <a:close/>
                </a:path>
                <a:path w="3809" h="33020">
                  <a:moveTo>
                    <a:pt x="380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7620"/>
                  </a:lnTo>
                  <a:close/>
                </a:path>
                <a:path w="3809" h="33020">
                  <a:moveTo>
                    <a:pt x="3809" y="11430"/>
                  </a:moveTo>
                  <a:lnTo>
                    <a:pt x="0" y="11430"/>
                  </a:lnTo>
                  <a:lnTo>
                    <a:pt x="0" y="20320"/>
                  </a:lnTo>
                  <a:lnTo>
                    <a:pt x="3809" y="20320"/>
                  </a:lnTo>
                  <a:lnTo>
                    <a:pt x="3809" y="11430"/>
                  </a:lnTo>
                  <a:close/>
                </a:path>
                <a:path w="3809" h="33020">
                  <a:moveTo>
                    <a:pt x="3809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3809" y="24130"/>
                  </a:lnTo>
                  <a:lnTo>
                    <a:pt x="3809" y="20320"/>
                  </a:lnTo>
                  <a:close/>
                </a:path>
                <a:path w="3809" h="33020">
                  <a:moveTo>
                    <a:pt x="3809" y="24130"/>
                  </a:moveTo>
                  <a:lnTo>
                    <a:pt x="0" y="24130"/>
                  </a:lnTo>
                  <a:lnTo>
                    <a:pt x="0" y="26670"/>
                  </a:lnTo>
                  <a:lnTo>
                    <a:pt x="3809" y="26670"/>
                  </a:lnTo>
                  <a:lnTo>
                    <a:pt x="3809" y="24130"/>
                  </a:lnTo>
                  <a:close/>
                </a:path>
                <a:path w="3809" h="33020">
                  <a:moveTo>
                    <a:pt x="3809" y="26670"/>
                  </a:moveTo>
                  <a:lnTo>
                    <a:pt x="0" y="26670"/>
                  </a:lnTo>
                  <a:lnTo>
                    <a:pt x="0" y="30480"/>
                  </a:lnTo>
                  <a:lnTo>
                    <a:pt x="3809" y="30480"/>
                  </a:lnTo>
                  <a:lnTo>
                    <a:pt x="3809" y="26670"/>
                  </a:lnTo>
                  <a:close/>
                </a:path>
                <a:path w="3809" h="33020">
                  <a:moveTo>
                    <a:pt x="3809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3809" y="33020"/>
                  </a:lnTo>
                  <a:lnTo>
                    <a:pt x="3809" y="30480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9" name="object 3139"/>
            <p:cNvSpPr/>
            <p:nvPr/>
          </p:nvSpPr>
          <p:spPr>
            <a:xfrm>
              <a:off x="6722110" y="5445759"/>
              <a:ext cx="3810" cy="31750"/>
            </a:xfrm>
            <a:custGeom>
              <a:avLst/>
              <a:gdLst/>
              <a:ahLst/>
              <a:cxnLst/>
              <a:rect l="l" t="t" r="r" b="b"/>
              <a:pathLst>
                <a:path w="3809" h="31750">
                  <a:moveTo>
                    <a:pt x="127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31750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09" h="31750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09" h="31750">
                  <a:moveTo>
                    <a:pt x="3810" y="10159"/>
                  </a:moveTo>
                  <a:lnTo>
                    <a:pt x="0" y="1015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0159"/>
                  </a:lnTo>
                  <a:close/>
                </a:path>
                <a:path w="3809" h="31750">
                  <a:moveTo>
                    <a:pt x="381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9050"/>
                  </a:lnTo>
                  <a:close/>
                </a:path>
                <a:path w="3809" h="31750">
                  <a:moveTo>
                    <a:pt x="3810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22859"/>
                  </a:lnTo>
                  <a:close/>
                </a:path>
                <a:path w="3809" h="31750">
                  <a:moveTo>
                    <a:pt x="3810" y="25400"/>
                  </a:moveTo>
                  <a:lnTo>
                    <a:pt x="0" y="25400"/>
                  </a:lnTo>
                  <a:lnTo>
                    <a:pt x="0" y="29209"/>
                  </a:lnTo>
                  <a:lnTo>
                    <a:pt x="3810" y="29209"/>
                  </a:lnTo>
                  <a:lnTo>
                    <a:pt x="3810" y="25400"/>
                  </a:lnTo>
                  <a:close/>
                </a:path>
                <a:path w="3809" h="31750">
                  <a:moveTo>
                    <a:pt x="3810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1270" y="31749"/>
                  </a:lnTo>
                  <a:lnTo>
                    <a:pt x="1270" y="30479"/>
                  </a:lnTo>
                  <a:lnTo>
                    <a:pt x="3810" y="30479"/>
                  </a:lnTo>
                  <a:lnTo>
                    <a:pt x="3810" y="29209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0" name="object 3140"/>
            <p:cNvSpPr/>
            <p:nvPr/>
          </p:nvSpPr>
          <p:spPr>
            <a:xfrm>
              <a:off x="6725920" y="5447030"/>
              <a:ext cx="3810" cy="27940"/>
            </a:xfrm>
            <a:custGeom>
              <a:avLst/>
              <a:gdLst/>
              <a:ahLst/>
              <a:cxnLst/>
              <a:rect l="l" t="t" r="r" b="b"/>
              <a:pathLst>
                <a:path w="3809" h="27939">
                  <a:moveTo>
                    <a:pt x="126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09" y="2540"/>
                  </a:lnTo>
                  <a:lnTo>
                    <a:pt x="3809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3809" h="27939">
                  <a:moveTo>
                    <a:pt x="380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2540"/>
                  </a:lnTo>
                  <a:close/>
                </a:path>
                <a:path w="3809" h="27939">
                  <a:moveTo>
                    <a:pt x="380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09" y="8890"/>
                  </a:lnTo>
                  <a:lnTo>
                    <a:pt x="3809" y="5080"/>
                  </a:lnTo>
                  <a:close/>
                </a:path>
                <a:path w="3809" h="27939">
                  <a:moveTo>
                    <a:pt x="3809" y="8890"/>
                  </a:moveTo>
                  <a:lnTo>
                    <a:pt x="0" y="889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8890"/>
                  </a:lnTo>
                  <a:close/>
                </a:path>
                <a:path w="3809" h="27939">
                  <a:moveTo>
                    <a:pt x="3809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09" y="21590"/>
                  </a:lnTo>
                  <a:lnTo>
                    <a:pt x="3809" y="17780"/>
                  </a:lnTo>
                  <a:close/>
                </a:path>
                <a:path w="3809" h="27939">
                  <a:moveTo>
                    <a:pt x="3809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3809" y="24130"/>
                  </a:lnTo>
                  <a:lnTo>
                    <a:pt x="3809" y="21590"/>
                  </a:lnTo>
                  <a:close/>
                </a:path>
                <a:path w="3809" h="27939">
                  <a:moveTo>
                    <a:pt x="3809" y="24130"/>
                  </a:moveTo>
                  <a:lnTo>
                    <a:pt x="0" y="24130"/>
                  </a:lnTo>
                  <a:lnTo>
                    <a:pt x="0" y="27940"/>
                  </a:lnTo>
                  <a:lnTo>
                    <a:pt x="3809" y="27940"/>
                  </a:lnTo>
                  <a:lnTo>
                    <a:pt x="3809" y="24130"/>
                  </a:lnTo>
                  <a:close/>
                </a:path>
              </a:pathLst>
            </a:custGeom>
            <a:solidFill>
              <a:srgbClr val="C4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1" name="object 3141"/>
            <p:cNvSpPr/>
            <p:nvPr/>
          </p:nvSpPr>
          <p:spPr>
            <a:xfrm>
              <a:off x="6729730" y="5449570"/>
              <a:ext cx="2540" cy="24130"/>
            </a:xfrm>
            <a:custGeom>
              <a:avLst/>
              <a:gdLst/>
              <a:ahLst/>
              <a:cxnLst/>
              <a:rect l="l" t="t" r="r" b="b"/>
              <a:pathLst>
                <a:path w="2540" h="24129">
                  <a:moveTo>
                    <a:pt x="127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40" y="2539"/>
                  </a:lnTo>
                  <a:lnTo>
                    <a:pt x="254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2540" h="24129">
                  <a:moveTo>
                    <a:pt x="254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2540" y="6349"/>
                  </a:lnTo>
                  <a:lnTo>
                    <a:pt x="2540" y="2539"/>
                  </a:lnTo>
                  <a:close/>
                </a:path>
                <a:path w="2540" h="24129">
                  <a:moveTo>
                    <a:pt x="2540" y="6349"/>
                  </a:moveTo>
                  <a:lnTo>
                    <a:pt x="0" y="6349"/>
                  </a:lnTo>
                  <a:lnTo>
                    <a:pt x="0" y="15239"/>
                  </a:lnTo>
                  <a:lnTo>
                    <a:pt x="2540" y="15239"/>
                  </a:lnTo>
                  <a:lnTo>
                    <a:pt x="2540" y="6349"/>
                  </a:lnTo>
                  <a:close/>
                </a:path>
                <a:path w="2540" h="24129">
                  <a:moveTo>
                    <a:pt x="254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2540" y="19049"/>
                  </a:lnTo>
                  <a:lnTo>
                    <a:pt x="2540" y="15239"/>
                  </a:lnTo>
                  <a:close/>
                </a:path>
                <a:path w="2540" h="24129">
                  <a:moveTo>
                    <a:pt x="2540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2540" y="21589"/>
                  </a:lnTo>
                  <a:lnTo>
                    <a:pt x="2540" y="19049"/>
                  </a:lnTo>
                  <a:close/>
                </a:path>
                <a:path w="2540" h="24129">
                  <a:moveTo>
                    <a:pt x="2540" y="21589"/>
                  </a:moveTo>
                  <a:lnTo>
                    <a:pt x="0" y="21589"/>
                  </a:lnTo>
                  <a:lnTo>
                    <a:pt x="0" y="24129"/>
                  </a:lnTo>
                  <a:lnTo>
                    <a:pt x="1270" y="24129"/>
                  </a:lnTo>
                  <a:lnTo>
                    <a:pt x="1270" y="22859"/>
                  </a:lnTo>
                  <a:lnTo>
                    <a:pt x="2540" y="22859"/>
                  </a:lnTo>
                  <a:lnTo>
                    <a:pt x="2540" y="21589"/>
                  </a:lnTo>
                  <a:close/>
                </a:path>
              </a:pathLst>
            </a:custGeom>
            <a:solidFill>
              <a:srgbClr val="C6CF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2" name="object 3142"/>
            <p:cNvSpPr/>
            <p:nvPr/>
          </p:nvSpPr>
          <p:spPr>
            <a:xfrm>
              <a:off x="6732270" y="5452109"/>
              <a:ext cx="3810" cy="19050"/>
            </a:xfrm>
            <a:custGeom>
              <a:avLst/>
              <a:gdLst/>
              <a:ahLst/>
              <a:cxnLst/>
              <a:rect l="l" t="t" r="r" b="b"/>
              <a:pathLst>
                <a:path w="3809" h="19050">
                  <a:moveTo>
                    <a:pt x="127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19050">
                  <a:moveTo>
                    <a:pt x="3809" y="3809"/>
                  </a:moveTo>
                  <a:lnTo>
                    <a:pt x="0" y="380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3809"/>
                  </a:lnTo>
                  <a:close/>
                </a:path>
                <a:path w="3809" h="19050">
                  <a:moveTo>
                    <a:pt x="380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2700"/>
                  </a:lnTo>
                  <a:close/>
                </a:path>
                <a:path w="3809" h="19050">
                  <a:moveTo>
                    <a:pt x="380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1270" y="19049"/>
                  </a:lnTo>
                  <a:lnTo>
                    <a:pt x="1270" y="17779"/>
                  </a:lnTo>
                  <a:lnTo>
                    <a:pt x="3809" y="17779"/>
                  </a:lnTo>
                  <a:lnTo>
                    <a:pt x="3809" y="16509"/>
                  </a:lnTo>
                  <a:close/>
                </a:path>
              </a:pathLst>
            </a:custGeom>
            <a:solidFill>
              <a:srgbClr val="C9D1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3" name="object 3143"/>
            <p:cNvSpPr/>
            <p:nvPr/>
          </p:nvSpPr>
          <p:spPr>
            <a:xfrm>
              <a:off x="6736080" y="5454650"/>
              <a:ext cx="3810" cy="13970"/>
            </a:xfrm>
            <a:custGeom>
              <a:avLst/>
              <a:gdLst/>
              <a:ahLst/>
              <a:cxnLst/>
              <a:rect l="l" t="t" r="r" b="b"/>
              <a:pathLst>
                <a:path w="3809" h="13970">
                  <a:moveTo>
                    <a:pt x="127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13970">
                  <a:moveTo>
                    <a:pt x="2540" y="1270"/>
                  </a:moveTo>
                  <a:lnTo>
                    <a:pt x="0" y="127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2540"/>
                  </a:lnTo>
                  <a:lnTo>
                    <a:pt x="2540" y="2540"/>
                  </a:lnTo>
                  <a:lnTo>
                    <a:pt x="2540" y="1270"/>
                  </a:lnTo>
                  <a:close/>
                </a:path>
                <a:path w="3809" h="13970">
                  <a:moveTo>
                    <a:pt x="3810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1270" y="13969"/>
                  </a:lnTo>
                  <a:lnTo>
                    <a:pt x="1270" y="12700"/>
                  </a:lnTo>
                  <a:lnTo>
                    <a:pt x="2540" y="12700"/>
                  </a:lnTo>
                  <a:lnTo>
                    <a:pt x="2540" y="11430"/>
                  </a:lnTo>
                  <a:lnTo>
                    <a:pt x="3810" y="11430"/>
                  </a:lnTo>
                  <a:lnTo>
                    <a:pt x="3810" y="10160"/>
                  </a:lnTo>
                  <a:close/>
                </a:path>
              </a:pathLst>
            </a:custGeom>
            <a:solidFill>
              <a:srgbClr val="CCD3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4" name="object 3144"/>
            <p:cNvSpPr/>
            <p:nvPr/>
          </p:nvSpPr>
          <p:spPr>
            <a:xfrm>
              <a:off x="6739890" y="5457189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7620"/>
                  </a:moveTo>
                  <a:lnTo>
                    <a:pt x="0" y="0"/>
                  </a:lnTo>
                  <a:lnTo>
                    <a:pt x="0" y="7620"/>
                  </a:lnTo>
                  <a:close/>
                </a:path>
                <a:path h="8889">
                  <a:moveTo>
                    <a:pt x="0" y="8890"/>
                  </a:moveTo>
                  <a:lnTo>
                    <a:pt x="0" y="7620"/>
                  </a:lnTo>
                  <a:lnTo>
                    <a:pt x="0" y="8890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5" name="object 3145"/>
            <p:cNvSpPr/>
            <p:nvPr/>
          </p:nvSpPr>
          <p:spPr>
            <a:xfrm>
              <a:off x="6454140" y="5429250"/>
              <a:ext cx="284480" cy="63500"/>
            </a:xfrm>
            <a:custGeom>
              <a:avLst/>
              <a:gdLst/>
              <a:ahLst/>
              <a:cxnLst/>
              <a:rect l="l" t="t" r="r" b="b"/>
              <a:pathLst>
                <a:path w="284479" h="63500">
                  <a:moveTo>
                    <a:pt x="142239" y="0"/>
                  </a:moveTo>
                  <a:lnTo>
                    <a:pt x="87332" y="2460"/>
                  </a:lnTo>
                  <a:lnTo>
                    <a:pt x="42068" y="9207"/>
                  </a:lnTo>
                  <a:lnTo>
                    <a:pt x="11330" y="19288"/>
                  </a:lnTo>
                  <a:lnTo>
                    <a:pt x="0" y="31750"/>
                  </a:lnTo>
                  <a:lnTo>
                    <a:pt x="11330" y="43676"/>
                  </a:lnTo>
                  <a:lnTo>
                    <a:pt x="42068" y="53816"/>
                  </a:lnTo>
                  <a:lnTo>
                    <a:pt x="87332" y="60860"/>
                  </a:lnTo>
                  <a:lnTo>
                    <a:pt x="142239" y="63500"/>
                  </a:lnTo>
                  <a:lnTo>
                    <a:pt x="197147" y="60860"/>
                  </a:lnTo>
                  <a:lnTo>
                    <a:pt x="242411" y="53816"/>
                  </a:lnTo>
                  <a:lnTo>
                    <a:pt x="273149" y="43676"/>
                  </a:lnTo>
                  <a:lnTo>
                    <a:pt x="284480" y="31750"/>
                  </a:lnTo>
                  <a:lnTo>
                    <a:pt x="273149" y="19288"/>
                  </a:lnTo>
                  <a:lnTo>
                    <a:pt x="242411" y="9207"/>
                  </a:lnTo>
                  <a:lnTo>
                    <a:pt x="197147" y="2460"/>
                  </a:lnTo>
                  <a:lnTo>
                    <a:pt x="142239" y="0"/>
                  </a:lnTo>
                  <a:close/>
                </a:path>
              </a:pathLst>
            </a:custGeom>
            <a:ln w="646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6" name="object 3146"/>
            <p:cNvSpPr/>
            <p:nvPr/>
          </p:nvSpPr>
          <p:spPr>
            <a:xfrm>
              <a:off x="6454140" y="5240032"/>
              <a:ext cx="3810" cy="200660"/>
            </a:xfrm>
            <a:custGeom>
              <a:avLst/>
              <a:gdLst/>
              <a:ahLst/>
              <a:cxnLst/>
              <a:rect l="l" t="t" r="r" b="b"/>
              <a:pathLst>
                <a:path w="3810" h="200660">
                  <a:moveTo>
                    <a:pt x="3810" y="199390"/>
                  </a:moveTo>
                  <a:lnTo>
                    <a:pt x="2540" y="199390"/>
                  </a:lnTo>
                  <a:lnTo>
                    <a:pt x="2540" y="200647"/>
                  </a:lnTo>
                  <a:lnTo>
                    <a:pt x="3810" y="200647"/>
                  </a:lnTo>
                  <a:lnTo>
                    <a:pt x="3810" y="199390"/>
                  </a:lnTo>
                  <a:close/>
                </a:path>
                <a:path w="3810" h="200660">
                  <a:moveTo>
                    <a:pt x="3810" y="0"/>
                  </a:moveTo>
                  <a:lnTo>
                    <a:pt x="2540" y="0"/>
                  </a:lnTo>
                  <a:lnTo>
                    <a:pt x="2540" y="1257"/>
                  </a:lnTo>
                  <a:lnTo>
                    <a:pt x="1270" y="1257"/>
                  </a:lnTo>
                  <a:lnTo>
                    <a:pt x="1270" y="5067"/>
                  </a:lnTo>
                  <a:lnTo>
                    <a:pt x="0" y="5067"/>
                  </a:lnTo>
                  <a:lnTo>
                    <a:pt x="0" y="195567"/>
                  </a:lnTo>
                  <a:lnTo>
                    <a:pt x="1270" y="195567"/>
                  </a:lnTo>
                  <a:lnTo>
                    <a:pt x="1270" y="198107"/>
                  </a:lnTo>
                  <a:lnTo>
                    <a:pt x="2540" y="198107"/>
                  </a:lnTo>
                  <a:lnTo>
                    <a:pt x="2540" y="199377"/>
                  </a:lnTo>
                  <a:lnTo>
                    <a:pt x="3810" y="19937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7" name="object 3147"/>
            <p:cNvSpPr/>
            <p:nvPr/>
          </p:nvSpPr>
          <p:spPr>
            <a:xfrm>
              <a:off x="6457950" y="5236209"/>
              <a:ext cx="2540" cy="207010"/>
            </a:xfrm>
            <a:custGeom>
              <a:avLst/>
              <a:gdLst/>
              <a:ahLst/>
              <a:cxnLst/>
              <a:rect l="l" t="t" r="r" b="b"/>
              <a:pathLst>
                <a:path w="2539" h="207010">
                  <a:moveTo>
                    <a:pt x="2540" y="3822"/>
                  </a:moveTo>
                  <a:lnTo>
                    <a:pt x="0" y="3822"/>
                  </a:lnTo>
                  <a:lnTo>
                    <a:pt x="0" y="203200"/>
                  </a:lnTo>
                  <a:lnTo>
                    <a:pt x="0" y="205740"/>
                  </a:lnTo>
                  <a:lnTo>
                    <a:pt x="1270" y="205740"/>
                  </a:lnTo>
                  <a:lnTo>
                    <a:pt x="1270" y="207010"/>
                  </a:lnTo>
                  <a:lnTo>
                    <a:pt x="2540" y="207010"/>
                  </a:lnTo>
                  <a:lnTo>
                    <a:pt x="2540" y="205740"/>
                  </a:lnTo>
                  <a:lnTo>
                    <a:pt x="2540" y="203200"/>
                  </a:lnTo>
                  <a:lnTo>
                    <a:pt x="2540" y="3822"/>
                  </a:lnTo>
                  <a:close/>
                </a:path>
                <a:path w="2539" h="207010">
                  <a:moveTo>
                    <a:pt x="2540" y="0"/>
                  </a:moveTo>
                  <a:lnTo>
                    <a:pt x="1270" y="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2540" y="3810"/>
                  </a:lnTo>
                  <a:lnTo>
                    <a:pt x="2540" y="254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CED5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8" name="object 3148"/>
            <p:cNvSpPr/>
            <p:nvPr/>
          </p:nvSpPr>
          <p:spPr>
            <a:xfrm>
              <a:off x="6460490" y="5234939"/>
              <a:ext cx="3810" cy="212090"/>
            </a:xfrm>
            <a:custGeom>
              <a:avLst/>
              <a:gdLst/>
              <a:ahLst/>
              <a:cxnLst/>
              <a:rect l="l" t="t" r="r" b="b"/>
              <a:pathLst>
                <a:path w="3810" h="212089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  <a:path w="3810" h="212089">
                  <a:moveTo>
                    <a:pt x="381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70"/>
                  </a:lnTo>
                  <a:close/>
                </a:path>
                <a:path w="3810" h="212089">
                  <a:moveTo>
                    <a:pt x="3810" y="5080"/>
                  </a:moveTo>
                  <a:lnTo>
                    <a:pt x="0" y="5080"/>
                  </a:lnTo>
                  <a:lnTo>
                    <a:pt x="0" y="204470"/>
                  </a:lnTo>
                  <a:lnTo>
                    <a:pt x="3810" y="204470"/>
                  </a:lnTo>
                  <a:lnTo>
                    <a:pt x="3810" y="5080"/>
                  </a:lnTo>
                  <a:close/>
                </a:path>
                <a:path w="3810" h="212089">
                  <a:moveTo>
                    <a:pt x="3810" y="204470"/>
                  </a:moveTo>
                  <a:lnTo>
                    <a:pt x="0" y="204470"/>
                  </a:lnTo>
                  <a:lnTo>
                    <a:pt x="0" y="208280"/>
                  </a:lnTo>
                  <a:lnTo>
                    <a:pt x="3810" y="208280"/>
                  </a:lnTo>
                  <a:lnTo>
                    <a:pt x="3810" y="204470"/>
                  </a:lnTo>
                  <a:close/>
                </a:path>
                <a:path w="3810" h="212089">
                  <a:moveTo>
                    <a:pt x="3810" y="208280"/>
                  </a:moveTo>
                  <a:lnTo>
                    <a:pt x="0" y="208280"/>
                  </a:lnTo>
                  <a:lnTo>
                    <a:pt x="0" y="209550"/>
                  </a:lnTo>
                  <a:lnTo>
                    <a:pt x="1270" y="209550"/>
                  </a:lnTo>
                  <a:lnTo>
                    <a:pt x="1270" y="210820"/>
                  </a:lnTo>
                  <a:lnTo>
                    <a:pt x="3810" y="210820"/>
                  </a:lnTo>
                  <a:lnTo>
                    <a:pt x="3810" y="208280"/>
                  </a:lnTo>
                  <a:close/>
                </a:path>
                <a:path w="3810" h="212089">
                  <a:moveTo>
                    <a:pt x="3810" y="210820"/>
                  </a:moveTo>
                  <a:lnTo>
                    <a:pt x="2539" y="210820"/>
                  </a:lnTo>
                  <a:lnTo>
                    <a:pt x="2539" y="212090"/>
                  </a:lnTo>
                  <a:lnTo>
                    <a:pt x="3810" y="212090"/>
                  </a:lnTo>
                  <a:lnTo>
                    <a:pt x="3810" y="210820"/>
                  </a:lnTo>
                  <a:close/>
                </a:path>
              </a:pathLst>
            </a:custGeom>
            <a:solidFill>
              <a:srgbClr val="CCD3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9" name="object 3149"/>
            <p:cNvSpPr/>
            <p:nvPr/>
          </p:nvSpPr>
          <p:spPr>
            <a:xfrm>
              <a:off x="6464300" y="5232400"/>
              <a:ext cx="3810" cy="215900"/>
            </a:xfrm>
            <a:custGeom>
              <a:avLst/>
              <a:gdLst/>
              <a:ahLst/>
              <a:cxnLst/>
              <a:rect l="l" t="t" r="r" b="b"/>
              <a:pathLst>
                <a:path w="3810" h="215900">
                  <a:moveTo>
                    <a:pt x="3810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215900">
                  <a:moveTo>
                    <a:pt x="381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70"/>
                  </a:lnTo>
                  <a:close/>
                </a:path>
                <a:path w="3810" h="215900">
                  <a:moveTo>
                    <a:pt x="3810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3810"/>
                  </a:lnTo>
                  <a:close/>
                </a:path>
                <a:path w="3810" h="215900">
                  <a:moveTo>
                    <a:pt x="3810" y="7620"/>
                  </a:moveTo>
                  <a:lnTo>
                    <a:pt x="0" y="7620"/>
                  </a:lnTo>
                  <a:lnTo>
                    <a:pt x="0" y="207009"/>
                  </a:lnTo>
                  <a:lnTo>
                    <a:pt x="3810" y="207009"/>
                  </a:lnTo>
                  <a:lnTo>
                    <a:pt x="3810" y="7620"/>
                  </a:lnTo>
                  <a:close/>
                </a:path>
                <a:path w="3810" h="215900">
                  <a:moveTo>
                    <a:pt x="3810" y="207010"/>
                  </a:moveTo>
                  <a:lnTo>
                    <a:pt x="0" y="207010"/>
                  </a:lnTo>
                  <a:lnTo>
                    <a:pt x="0" y="210819"/>
                  </a:lnTo>
                  <a:lnTo>
                    <a:pt x="3810" y="210819"/>
                  </a:lnTo>
                  <a:lnTo>
                    <a:pt x="3810" y="207010"/>
                  </a:lnTo>
                  <a:close/>
                </a:path>
                <a:path w="3810" h="215900">
                  <a:moveTo>
                    <a:pt x="3810" y="210820"/>
                  </a:moveTo>
                  <a:lnTo>
                    <a:pt x="0" y="210820"/>
                  </a:lnTo>
                  <a:lnTo>
                    <a:pt x="0" y="213359"/>
                  </a:lnTo>
                  <a:lnTo>
                    <a:pt x="3810" y="213359"/>
                  </a:lnTo>
                  <a:lnTo>
                    <a:pt x="3810" y="210820"/>
                  </a:lnTo>
                  <a:close/>
                </a:path>
                <a:path w="3810" h="215900">
                  <a:moveTo>
                    <a:pt x="3810" y="213360"/>
                  </a:moveTo>
                  <a:lnTo>
                    <a:pt x="0" y="213360"/>
                  </a:lnTo>
                  <a:lnTo>
                    <a:pt x="0" y="214630"/>
                  </a:lnTo>
                  <a:lnTo>
                    <a:pt x="1270" y="214630"/>
                  </a:lnTo>
                  <a:lnTo>
                    <a:pt x="1270" y="215900"/>
                  </a:lnTo>
                  <a:lnTo>
                    <a:pt x="3810" y="215900"/>
                  </a:lnTo>
                  <a:lnTo>
                    <a:pt x="3810" y="213360"/>
                  </a:lnTo>
                  <a:close/>
                </a:path>
              </a:pathLst>
            </a:custGeom>
            <a:solidFill>
              <a:srgbClr val="C9D1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0" name="object 3150"/>
            <p:cNvSpPr/>
            <p:nvPr/>
          </p:nvSpPr>
          <p:spPr>
            <a:xfrm>
              <a:off x="6468110" y="5231130"/>
              <a:ext cx="3810" cy="218440"/>
            </a:xfrm>
            <a:custGeom>
              <a:avLst/>
              <a:gdLst/>
              <a:ahLst/>
              <a:cxnLst/>
              <a:rect l="l" t="t" r="r" b="b"/>
              <a:pathLst>
                <a:path w="3810" h="218439">
                  <a:moveTo>
                    <a:pt x="3810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  <a:path w="3810" h="218439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218439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10" h="218439">
                  <a:moveTo>
                    <a:pt x="3810" y="8890"/>
                  </a:moveTo>
                  <a:lnTo>
                    <a:pt x="0" y="8890"/>
                  </a:lnTo>
                  <a:lnTo>
                    <a:pt x="0" y="208280"/>
                  </a:lnTo>
                  <a:lnTo>
                    <a:pt x="3810" y="208280"/>
                  </a:lnTo>
                  <a:lnTo>
                    <a:pt x="3810" y="8890"/>
                  </a:lnTo>
                  <a:close/>
                </a:path>
                <a:path w="3810" h="218439">
                  <a:moveTo>
                    <a:pt x="3810" y="208280"/>
                  </a:moveTo>
                  <a:lnTo>
                    <a:pt x="0" y="208280"/>
                  </a:lnTo>
                  <a:lnTo>
                    <a:pt x="0" y="212090"/>
                  </a:lnTo>
                  <a:lnTo>
                    <a:pt x="3810" y="212090"/>
                  </a:lnTo>
                  <a:lnTo>
                    <a:pt x="3810" y="208280"/>
                  </a:lnTo>
                  <a:close/>
                </a:path>
                <a:path w="3810" h="218439">
                  <a:moveTo>
                    <a:pt x="3810" y="212090"/>
                  </a:moveTo>
                  <a:lnTo>
                    <a:pt x="0" y="212090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212090"/>
                  </a:lnTo>
                  <a:close/>
                </a:path>
                <a:path w="3810" h="218439">
                  <a:moveTo>
                    <a:pt x="3810" y="214630"/>
                  </a:moveTo>
                  <a:lnTo>
                    <a:pt x="0" y="214630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4630"/>
                  </a:lnTo>
                  <a:close/>
                </a:path>
              </a:pathLst>
            </a:custGeom>
            <a:solidFill>
              <a:srgbClr val="C6CF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1" name="object 3151"/>
            <p:cNvSpPr/>
            <p:nvPr/>
          </p:nvSpPr>
          <p:spPr>
            <a:xfrm>
              <a:off x="6471920" y="5229859"/>
              <a:ext cx="3810" cy="222250"/>
            </a:xfrm>
            <a:custGeom>
              <a:avLst/>
              <a:gdLst/>
              <a:ahLst/>
              <a:cxnLst/>
              <a:rect l="l" t="t" r="r" b="b"/>
              <a:pathLst>
                <a:path w="3810" h="222250">
                  <a:moveTo>
                    <a:pt x="380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0"/>
                  </a:lnTo>
                  <a:close/>
                </a:path>
                <a:path w="3810" h="222250">
                  <a:moveTo>
                    <a:pt x="380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3809"/>
                  </a:lnTo>
                  <a:close/>
                </a:path>
                <a:path w="3810" h="222250">
                  <a:moveTo>
                    <a:pt x="380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6350"/>
                  </a:lnTo>
                  <a:close/>
                </a:path>
                <a:path w="3810" h="222250">
                  <a:moveTo>
                    <a:pt x="3809" y="10159"/>
                  </a:moveTo>
                  <a:lnTo>
                    <a:pt x="0" y="10159"/>
                  </a:lnTo>
                  <a:lnTo>
                    <a:pt x="0" y="209549"/>
                  </a:lnTo>
                  <a:lnTo>
                    <a:pt x="3809" y="209549"/>
                  </a:lnTo>
                  <a:lnTo>
                    <a:pt x="3809" y="10159"/>
                  </a:lnTo>
                  <a:close/>
                </a:path>
                <a:path w="3810" h="222250">
                  <a:moveTo>
                    <a:pt x="3809" y="209550"/>
                  </a:moveTo>
                  <a:lnTo>
                    <a:pt x="0" y="209550"/>
                  </a:lnTo>
                  <a:lnTo>
                    <a:pt x="0" y="213359"/>
                  </a:lnTo>
                  <a:lnTo>
                    <a:pt x="3809" y="213359"/>
                  </a:lnTo>
                  <a:lnTo>
                    <a:pt x="3809" y="209550"/>
                  </a:lnTo>
                  <a:close/>
                </a:path>
                <a:path w="3810" h="222250">
                  <a:moveTo>
                    <a:pt x="3809" y="213359"/>
                  </a:moveTo>
                  <a:lnTo>
                    <a:pt x="0" y="213359"/>
                  </a:lnTo>
                  <a:lnTo>
                    <a:pt x="0" y="215899"/>
                  </a:lnTo>
                  <a:lnTo>
                    <a:pt x="3809" y="215899"/>
                  </a:lnTo>
                  <a:lnTo>
                    <a:pt x="3809" y="213359"/>
                  </a:lnTo>
                  <a:close/>
                </a:path>
                <a:path w="3810" h="222250">
                  <a:moveTo>
                    <a:pt x="3809" y="215900"/>
                  </a:moveTo>
                  <a:lnTo>
                    <a:pt x="0" y="215900"/>
                  </a:lnTo>
                  <a:lnTo>
                    <a:pt x="0" y="219709"/>
                  </a:lnTo>
                  <a:lnTo>
                    <a:pt x="3809" y="219709"/>
                  </a:lnTo>
                  <a:lnTo>
                    <a:pt x="3809" y="215900"/>
                  </a:lnTo>
                  <a:close/>
                </a:path>
                <a:path w="3810" h="222250">
                  <a:moveTo>
                    <a:pt x="3809" y="219709"/>
                  </a:moveTo>
                  <a:lnTo>
                    <a:pt x="0" y="219709"/>
                  </a:lnTo>
                  <a:lnTo>
                    <a:pt x="0" y="220979"/>
                  </a:lnTo>
                  <a:lnTo>
                    <a:pt x="2539" y="220979"/>
                  </a:lnTo>
                  <a:lnTo>
                    <a:pt x="2539" y="222249"/>
                  </a:lnTo>
                  <a:lnTo>
                    <a:pt x="3809" y="222249"/>
                  </a:lnTo>
                  <a:lnTo>
                    <a:pt x="3809" y="219709"/>
                  </a:lnTo>
                  <a:close/>
                </a:path>
              </a:pathLst>
            </a:custGeom>
            <a:solidFill>
              <a:srgbClr val="C3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2" name="object 3152"/>
            <p:cNvSpPr/>
            <p:nvPr/>
          </p:nvSpPr>
          <p:spPr>
            <a:xfrm>
              <a:off x="6475730" y="5228589"/>
              <a:ext cx="3810" cy="223520"/>
            </a:xfrm>
            <a:custGeom>
              <a:avLst/>
              <a:gdLst/>
              <a:ahLst/>
              <a:cxnLst/>
              <a:rect l="l" t="t" r="r" b="b"/>
              <a:pathLst>
                <a:path w="3810" h="223520">
                  <a:moveTo>
                    <a:pt x="3810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0" y="1269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10" h="223520">
                  <a:moveTo>
                    <a:pt x="3810" y="5079"/>
                  </a:moveTo>
                  <a:lnTo>
                    <a:pt x="0" y="507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5079"/>
                  </a:lnTo>
                  <a:close/>
                </a:path>
                <a:path w="3810" h="223520">
                  <a:moveTo>
                    <a:pt x="3810" y="7619"/>
                  </a:moveTo>
                  <a:lnTo>
                    <a:pt x="0" y="7619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7619"/>
                  </a:lnTo>
                  <a:close/>
                </a:path>
                <a:path w="3810" h="223520">
                  <a:moveTo>
                    <a:pt x="3810" y="11429"/>
                  </a:moveTo>
                  <a:lnTo>
                    <a:pt x="0" y="11429"/>
                  </a:lnTo>
                  <a:lnTo>
                    <a:pt x="0" y="210819"/>
                  </a:lnTo>
                  <a:lnTo>
                    <a:pt x="3810" y="210819"/>
                  </a:lnTo>
                  <a:lnTo>
                    <a:pt x="3810" y="11429"/>
                  </a:lnTo>
                  <a:close/>
                </a:path>
                <a:path w="3810" h="223520">
                  <a:moveTo>
                    <a:pt x="3810" y="210819"/>
                  </a:moveTo>
                  <a:lnTo>
                    <a:pt x="0" y="210819"/>
                  </a:lnTo>
                  <a:lnTo>
                    <a:pt x="0" y="214629"/>
                  </a:lnTo>
                  <a:lnTo>
                    <a:pt x="3810" y="214629"/>
                  </a:lnTo>
                  <a:lnTo>
                    <a:pt x="3810" y="210819"/>
                  </a:lnTo>
                  <a:close/>
                </a:path>
                <a:path w="3810" h="223520">
                  <a:moveTo>
                    <a:pt x="3810" y="214629"/>
                  </a:moveTo>
                  <a:lnTo>
                    <a:pt x="0" y="214629"/>
                  </a:lnTo>
                  <a:lnTo>
                    <a:pt x="0" y="217169"/>
                  </a:lnTo>
                  <a:lnTo>
                    <a:pt x="3810" y="217169"/>
                  </a:lnTo>
                  <a:lnTo>
                    <a:pt x="3810" y="214629"/>
                  </a:lnTo>
                  <a:close/>
                </a:path>
                <a:path w="3810" h="223520">
                  <a:moveTo>
                    <a:pt x="3810" y="217169"/>
                  </a:moveTo>
                  <a:lnTo>
                    <a:pt x="0" y="217169"/>
                  </a:lnTo>
                  <a:lnTo>
                    <a:pt x="0" y="220979"/>
                  </a:lnTo>
                  <a:lnTo>
                    <a:pt x="3810" y="220979"/>
                  </a:lnTo>
                  <a:lnTo>
                    <a:pt x="3810" y="217169"/>
                  </a:lnTo>
                  <a:close/>
                </a:path>
                <a:path w="3810" h="223520">
                  <a:moveTo>
                    <a:pt x="3810" y="220979"/>
                  </a:moveTo>
                  <a:lnTo>
                    <a:pt x="0" y="220979"/>
                  </a:lnTo>
                  <a:lnTo>
                    <a:pt x="0" y="223519"/>
                  </a:lnTo>
                  <a:lnTo>
                    <a:pt x="3810" y="223519"/>
                  </a:lnTo>
                  <a:lnTo>
                    <a:pt x="3810" y="220979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3" name="object 3153"/>
            <p:cNvSpPr/>
            <p:nvPr/>
          </p:nvSpPr>
          <p:spPr>
            <a:xfrm>
              <a:off x="6479540" y="5227319"/>
              <a:ext cx="2540" cy="226060"/>
            </a:xfrm>
            <a:custGeom>
              <a:avLst/>
              <a:gdLst/>
              <a:ahLst/>
              <a:cxnLst/>
              <a:rect l="l" t="t" r="r" b="b"/>
              <a:pathLst>
                <a:path w="2539" h="226060">
                  <a:moveTo>
                    <a:pt x="2540" y="224802"/>
                  </a:moveTo>
                  <a:lnTo>
                    <a:pt x="0" y="224802"/>
                  </a:lnTo>
                  <a:lnTo>
                    <a:pt x="0" y="226060"/>
                  </a:lnTo>
                  <a:lnTo>
                    <a:pt x="2540" y="226060"/>
                  </a:lnTo>
                  <a:lnTo>
                    <a:pt x="2540" y="224802"/>
                  </a:lnTo>
                  <a:close/>
                </a:path>
                <a:path w="2539" h="226060">
                  <a:moveTo>
                    <a:pt x="254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2540" y="224790"/>
                  </a:lnTo>
                  <a:lnTo>
                    <a:pt x="2540" y="222262"/>
                  </a:lnTo>
                  <a:close/>
                </a:path>
                <a:path w="2539" h="226060">
                  <a:moveTo>
                    <a:pt x="2540" y="218452"/>
                  </a:moveTo>
                  <a:lnTo>
                    <a:pt x="0" y="218452"/>
                  </a:lnTo>
                  <a:lnTo>
                    <a:pt x="0" y="222250"/>
                  </a:lnTo>
                  <a:lnTo>
                    <a:pt x="2540" y="222250"/>
                  </a:lnTo>
                  <a:lnTo>
                    <a:pt x="2540" y="218452"/>
                  </a:lnTo>
                  <a:close/>
                </a:path>
                <a:path w="2539" h="226060">
                  <a:moveTo>
                    <a:pt x="2540" y="215912"/>
                  </a:moveTo>
                  <a:lnTo>
                    <a:pt x="0" y="215912"/>
                  </a:lnTo>
                  <a:lnTo>
                    <a:pt x="0" y="218440"/>
                  </a:lnTo>
                  <a:lnTo>
                    <a:pt x="2540" y="218440"/>
                  </a:lnTo>
                  <a:lnTo>
                    <a:pt x="2540" y="215912"/>
                  </a:lnTo>
                  <a:close/>
                </a:path>
                <a:path w="2539" h="226060">
                  <a:moveTo>
                    <a:pt x="2540" y="212102"/>
                  </a:moveTo>
                  <a:lnTo>
                    <a:pt x="0" y="212102"/>
                  </a:lnTo>
                  <a:lnTo>
                    <a:pt x="0" y="215900"/>
                  </a:lnTo>
                  <a:lnTo>
                    <a:pt x="2540" y="215900"/>
                  </a:lnTo>
                  <a:lnTo>
                    <a:pt x="2540" y="212102"/>
                  </a:lnTo>
                  <a:close/>
                </a:path>
                <a:path w="2539" h="226060">
                  <a:moveTo>
                    <a:pt x="2540" y="12712"/>
                  </a:moveTo>
                  <a:lnTo>
                    <a:pt x="0" y="12712"/>
                  </a:lnTo>
                  <a:lnTo>
                    <a:pt x="0" y="212090"/>
                  </a:lnTo>
                  <a:lnTo>
                    <a:pt x="2540" y="212090"/>
                  </a:lnTo>
                  <a:lnTo>
                    <a:pt x="2540" y="12712"/>
                  </a:lnTo>
                  <a:close/>
                </a:path>
                <a:path w="2539" h="226060">
                  <a:moveTo>
                    <a:pt x="2540" y="8902"/>
                  </a:moveTo>
                  <a:lnTo>
                    <a:pt x="0" y="8902"/>
                  </a:lnTo>
                  <a:lnTo>
                    <a:pt x="0" y="12700"/>
                  </a:lnTo>
                  <a:lnTo>
                    <a:pt x="2540" y="12700"/>
                  </a:lnTo>
                  <a:lnTo>
                    <a:pt x="2540" y="8902"/>
                  </a:lnTo>
                  <a:close/>
                </a:path>
                <a:path w="2539" h="226060">
                  <a:moveTo>
                    <a:pt x="2540" y="6362"/>
                  </a:moveTo>
                  <a:lnTo>
                    <a:pt x="0" y="6362"/>
                  </a:lnTo>
                  <a:lnTo>
                    <a:pt x="0" y="8890"/>
                  </a:lnTo>
                  <a:lnTo>
                    <a:pt x="2540" y="8890"/>
                  </a:lnTo>
                  <a:lnTo>
                    <a:pt x="2540" y="6362"/>
                  </a:lnTo>
                  <a:close/>
                </a:path>
                <a:path w="2539" h="226060">
                  <a:moveTo>
                    <a:pt x="2540" y="1282"/>
                  </a:moveTo>
                  <a:lnTo>
                    <a:pt x="0" y="1282"/>
                  </a:lnTo>
                  <a:lnTo>
                    <a:pt x="0" y="6350"/>
                  </a:lnTo>
                  <a:lnTo>
                    <a:pt x="2540" y="6350"/>
                  </a:lnTo>
                  <a:lnTo>
                    <a:pt x="2540" y="1282"/>
                  </a:lnTo>
                  <a:close/>
                </a:path>
                <a:path w="2539" h="226060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4" name="object 3154"/>
            <p:cNvSpPr/>
            <p:nvPr/>
          </p:nvSpPr>
          <p:spPr>
            <a:xfrm>
              <a:off x="6482080" y="5227320"/>
              <a:ext cx="3810" cy="227329"/>
            </a:xfrm>
            <a:custGeom>
              <a:avLst/>
              <a:gdLst/>
              <a:ahLst/>
              <a:cxnLst/>
              <a:rect l="l" t="t" r="r" b="b"/>
              <a:pathLst>
                <a:path w="3810" h="227329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227329">
                  <a:moveTo>
                    <a:pt x="3810" y="1269"/>
                  </a:moveTo>
                  <a:lnTo>
                    <a:pt x="0" y="126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1269"/>
                  </a:lnTo>
                  <a:close/>
                </a:path>
                <a:path w="3810" h="227329">
                  <a:moveTo>
                    <a:pt x="381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49"/>
                  </a:lnTo>
                  <a:close/>
                </a:path>
                <a:path w="3810" h="227329">
                  <a:moveTo>
                    <a:pt x="381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8889"/>
                  </a:lnTo>
                  <a:close/>
                </a:path>
                <a:path w="3810" h="227329">
                  <a:moveTo>
                    <a:pt x="3810" y="12699"/>
                  </a:moveTo>
                  <a:lnTo>
                    <a:pt x="0" y="12699"/>
                  </a:lnTo>
                  <a:lnTo>
                    <a:pt x="0" y="212089"/>
                  </a:lnTo>
                  <a:lnTo>
                    <a:pt x="3810" y="212089"/>
                  </a:lnTo>
                  <a:lnTo>
                    <a:pt x="3810" y="12699"/>
                  </a:lnTo>
                  <a:close/>
                </a:path>
                <a:path w="3810" h="227329">
                  <a:moveTo>
                    <a:pt x="3810" y="212089"/>
                  </a:moveTo>
                  <a:lnTo>
                    <a:pt x="0" y="212089"/>
                  </a:lnTo>
                  <a:lnTo>
                    <a:pt x="0" y="215899"/>
                  </a:lnTo>
                  <a:lnTo>
                    <a:pt x="3810" y="215899"/>
                  </a:lnTo>
                  <a:lnTo>
                    <a:pt x="3810" y="212089"/>
                  </a:lnTo>
                  <a:close/>
                </a:path>
                <a:path w="3810" h="227329">
                  <a:moveTo>
                    <a:pt x="3810" y="215899"/>
                  </a:moveTo>
                  <a:lnTo>
                    <a:pt x="0" y="215899"/>
                  </a:lnTo>
                  <a:lnTo>
                    <a:pt x="0" y="218439"/>
                  </a:lnTo>
                  <a:lnTo>
                    <a:pt x="3810" y="218439"/>
                  </a:lnTo>
                  <a:lnTo>
                    <a:pt x="3810" y="215899"/>
                  </a:lnTo>
                  <a:close/>
                </a:path>
                <a:path w="3810" h="227329">
                  <a:moveTo>
                    <a:pt x="3810" y="218439"/>
                  </a:moveTo>
                  <a:lnTo>
                    <a:pt x="0" y="218439"/>
                  </a:lnTo>
                  <a:lnTo>
                    <a:pt x="0" y="222249"/>
                  </a:lnTo>
                  <a:lnTo>
                    <a:pt x="3810" y="222249"/>
                  </a:lnTo>
                  <a:lnTo>
                    <a:pt x="3810" y="218439"/>
                  </a:lnTo>
                  <a:close/>
                </a:path>
                <a:path w="3810" h="227329">
                  <a:moveTo>
                    <a:pt x="3810" y="222249"/>
                  </a:moveTo>
                  <a:lnTo>
                    <a:pt x="0" y="222249"/>
                  </a:lnTo>
                  <a:lnTo>
                    <a:pt x="0" y="224789"/>
                  </a:lnTo>
                  <a:lnTo>
                    <a:pt x="3810" y="224789"/>
                  </a:lnTo>
                  <a:lnTo>
                    <a:pt x="3810" y="222249"/>
                  </a:lnTo>
                  <a:close/>
                </a:path>
                <a:path w="3810" h="227329">
                  <a:moveTo>
                    <a:pt x="3810" y="224789"/>
                  </a:moveTo>
                  <a:lnTo>
                    <a:pt x="0" y="224789"/>
                  </a:lnTo>
                  <a:lnTo>
                    <a:pt x="0" y="226059"/>
                  </a:lnTo>
                  <a:lnTo>
                    <a:pt x="1270" y="226059"/>
                  </a:lnTo>
                  <a:lnTo>
                    <a:pt x="1270" y="227329"/>
                  </a:lnTo>
                  <a:lnTo>
                    <a:pt x="3810" y="227329"/>
                  </a:lnTo>
                  <a:lnTo>
                    <a:pt x="3810" y="224789"/>
                  </a:lnTo>
                  <a:close/>
                </a:path>
              </a:pathLst>
            </a:custGeom>
            <a:solidFill>
              <a:srgbClr val="BB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5" name="object 3155"/>
            <p:cNvSpPr/>
            <p:nvPr/>
          </p:nvSpPr>
          <p:spPr>
            <a:xfrm>
              <a:off x="6485890" y="5226050"/>
              <a:ext cx="3810" cy="229870"/>
            </a:xfrm>
            <a:custGeom>
              <a:avLst/>
              <a:gdLst/>
              <a:ahLst/>
              <a:cxnLst/>
              <a:rect l="l" t="t" r="r" b="b"/>
              <a:pathLst>
                <a:path w="3810" h="229870">
                  <a:moveTo>
                    <a:pt x="3810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229870">
                  <a:moveTo>
                    <a:pt x="3810" y="2540"/>
                  </a:moveTo>
                  <a:lnTo>
                    <a:pt x="0" y="2540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2540"/>
                  </a:lnTo>
                  <a:close/>
                </a:path>
                <a:path w="3810" h="229870">
                  <a:moveTo>
                    <a:pt x="3810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7620"/>
                  </a:lnTo>
                  <a:close/>
                </a:path>
                <a:path w="3810" h="229870">
                  <a:moveTo>
                    <a:pt x="3810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10160"/>
                  </a:lnTo>
                  <a:close/>
                </a:path>
                <a:path w="3810" h="229870">
                  <a:moveTo>
                    <a:pt x="3810" y="13970"/>
                  </a:moveTo>
                  <a:lnTo>
                    <a:pt x="0" y="13970"/>
                  </a:lnTo>
                  <a:lnTo>
                    <a:pt x="0" y="213359"/>
                  </a:lnTo>
                  <a:lnTo>
                    <a:pt x="3810" y="213359"/>
                  </a:lnTo>
                  <a:lnTo>
                    <a:pt x="3810" y="13970"/>
                  </a:lnTo>
                  <a:close/>
                </a:path>
                <a:path w="3810" h="229870">
                  <a:moveTo>
                    <a:pt x="3810" y="213360"/>
                  </a:moveTo>
                  <a:lnTo>
                    <a:pt x="0" y="213360"/>
                  </a:lnTo>
                  <a:lnTo>
                    <a:pt x="0" y="217169"/>
                  </a:lnTo>
                  <a:lnTo>
                    <a:pt x="3810" y="217169"/>
                  </a:lnTo>
                  <a:lnTo>
                    <a:pt x="3810" y="213360"/>
                  </a:lnTo>
                  <a:close/>
                </a:path>
                <a:path w="3810" h="229870">
                  <a:moveTo>
                    <a:pt x="3810" y="217170"/>
                  </a:moveTo>
                  <a:lnTo>
                    <a:pt x="0" y="217170"/>
                  </a:lnTo>
                  <a:lnTo>
                    <a:pt x="0" y="219709"/>
                  </a:lnTo>
                  <a:lnTo>
                    <a:pt x="3810" y="219709"/>
                  </a:lnTo>
                  <a:lnTo>
                    <a:pt x="3810" y="217170"/>
                  </a:lnTo>
                  <a:close/>
                </a:path>
                <a:path w="3810" h="229870">
                  <a:moveTo>
                    <a:pt x="3810" y="219710"/>
                  </a:moveTo>
                  <a:lnTo>
                    <a:pt x="0" y="219710"/>
                  </a:lnTo>
                  <a:lnTo>
                    <a:pt x="0" y="223519"/>
                  </a:lnTo>
                  <a:lnTo>
                    <a:pt x="3810" y="223519"/>
                  </a:lnTo>
                  <a:lnTo>
                    <a:pt x="3810" y="219710"/>
                  </a:lnTo>
                  <a:close/>
                </a:path>
                <a:path w="3810" h="229870">
                  <a:moveTo>
                    <a:pt x="3810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23520"/>
                  </a:lnTo>
                  <a:close/>
                </a:path>
                <a:path w="3810" h="229870">
                  <a:moveTo>
                    <a:pt x="3810" y="226060"/>
                  </a:moveTo>
                  <a:lnTo>
                    <a:pt x="0" y="226060"/>
                  </a:lnTo>
                  <a:lnTo>
                    <a:pt x="0" y="228600"/>
                  </a:lnTo>
                  <a:lnTo>
                    <a:pt x="2539" y="228600"/>
                  </a:lnTo>
                  <a:lnTo>
                    <a:pt x="2539" y="229869"/>
                  </a:lnTo>
                  <a:lnTo>
                    <a:pt x="3810" y="229869"/>
                  </a:lnTo>
                  <a:lnTo>
                    <a:pt x="3810" y="226060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6" name="object 3156"/>
            <p:cNvSpPr/>
            <p:nvPr/>
          </p:nvSpPr>
          <p:spPr>
            <a:xfrm>
              <a:off x="6489700" y="5224780"/>
              <a:ext cx="3810" cy="231140"/>
            </a:xfrm>
            <a:custGeom>
              <a:avLst/>
              <a:gdLst/>
              <a:ahLst/>
              <a:cxnLst/>
              <a:rect l="l" t="t" r="r" b="b"/>
              <a:pathLst>
                <a:path w="3810" h="231139">
                  <a:moveTo>
                    <a:pt x="3810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10" h="231139">
                  <a:moveTo>
                    <a:pt x="3810" y="3810"/>
                  </a:moveTo>
                  <a:lnTo>
                    <a:pt x="0" y="381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3810"/>
                  </a:lnTo>
                  <a:close/>
                </a:path>
                <a:path w="3810" h="231139">
                  <a:moveTo>
                    <a:pt x="381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890"/>
                  </a:lnTo>
                  <a:close/>
                </a:path>
                <a:path w="3810" h="231139">
                  <a:moveTo>
                    <a:pt x="381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30"/>
                  </a:lnTo>
                  <a:close/>
                </a:path>
                <a:path w="3810" h="231139">
                  <a:moveTo>
                    <a:pt x="3810" y="15240"/>
                  </a:moveTo>
                  <a:lnTo>
                    <a:pt x="0" y="15240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15240"/>
                  </a:lnTo>
                  <a:close/>
                </a:path>
                <a:path w="3810" h="231139">
                  <a:moveTo>
                    <a:pt x="3810" y="214630"/>
                  </a:moveTo>
                  <a:lnTo>
                    <a:pt x="0" y="214630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4630"/>
                  </a:lnTo>
                  <a:close/>
                </a:path>
                <a:path w="3810" h="231139">
                  <a:moveTo>
                    <a:pt x="3810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8440"/>
                  </a:lnTo>
                  <a:close/>
                </a:path>
                <a:path w="3810" h="231139">
                  <a:moveTo>
                    <a:pt x="3810" y="220980"/>
                  </a:moveTo>
                  <a:lnTo>
                    <a:pt x="0" y="220980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0980"/>
                  </a:lnTo>
                  <a:close/>
                </a:path>
                <a:path w="3810" h="231139">
                  <a:moveTo>
                    <a:pt x="3810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790"/>
                  </a:lnTo>
                  <a:close/>
                </a:path>
                <a:path w="3810" h="231139">
                  <a:moveTo>
                    <a:pt x="3810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30"/>
                  </a:lnTo>
                  <a:close/>
                </a:path>
              </a:pathLst>
            </a:custGeom>
            <a:solidFill>
              <a:srgbClr val="B6C1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7" name="object 3157"/>
            <p:cNvSpPr/>
            <p:nvPr/>
          </p:nvSpPr>
          <p:spPr>
            <a:xfrm>
              <a:off x="6493510" y="5223509"/>
              <a:ext cx="3810" cy="233679"/>
            </a:xfrm>
            <a:custGeom>
              <a:avLst/>
              <a:gdLst/>
              <a:ahLst/>
              <a:cxnLst/>
              <a:rect l="l" t="t" r="r" b="b"/>
              <a:pathLst>
                <a:path w="3810" h="233679">
                  <a:moveTo>
                    <a:pt x="3810" y="0"/>
                  </a:moveTo>
                  <a:lnTo>
                    <a:pt x="2539" y="0"/>
                  </a:lnTo>
                  <a:lnTo>
                    <a:pt x="2539" y="1269"/>
                  </a:lnTo>
                  <a:lnTo>
                    <a:pt x="0" y="1269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10" h="233679">
                  <a:moveTo>
                    <a:pt x="3810" y="5080"/>
                  </a:moveTo>
                  <a:lnTo>
                    <a:pt x="0" y="508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5080"/>
                  </a:lnTo>
                  <a:close/>
                </a:path>
                <a:path w="3810" h="233679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10" h="233679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10" h="233679">
                  <a:moveTo>
                    <a:pt x="3810" y="16509"/>
                  </a:moveTo>
                  <a:lnTo>
                    <a:pt x="0" y="16509"/>
                  </a:lnTo>
                  <a:lnTo>
                    <a:pt x="0" y="215899"/>
                  </a:lnTo>
                  <a:lnTo>
                    <a:pt x="3810" y="215899"/>
                  </a:lnTo>
                  <a:lnTo>
                    <a:pt x="3810" y="16509"/>
                  </a:lnTo>
                  <a:close/>
                </a:path>
                <a:path w="3810" h="233679">
                  <a:moveTo>
                    <a:pt x="3810" y="215900"/>
                  </a:moveTo>
                  <a:lnTo>
                    <a:pt x="0" y="215900"/>
                  </a:lnTo>
                  <a:lnTo>
                    <a:pt x="0" y="219709"/>
                  </a:lnTo>
                  <a:lnTo>
                    <a:pt x="3810" y="219709"/>
                  </a:lnTo>
                  <a:lnTo>
                    <a:pt x="3810" y="215900"/>
                  </a:lnTo>
                  <a:close/>
                </a:path>
                <a:path w="3810" h="233679">
                  <a:moveTo>
                    <a:pt x="3810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3810" y="222249"/>
                  </a:lnTo>
                  <a:lnTo>
                    <a:pt x="3810" y="219709"/>
                  </a:lnTo>
                  <a:close/>
                </a:path>
                <a:path w="3810" h="233679">
                  <a:moveTo>
                    <a:pt x="3810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22250"/>
                  </a:lnTo>
                  <a:close/>
                </a:path>
                <a:path w="3810" h="233679">
                  <a:moveTo>
                    <a:pt x="3810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6059"/>
                  </a:lnTo>
                  <a:close/>
                </a:path>
                <a:path w="3810" h="233679">
                  <a:moveTo>
                    <a:pt x="3810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8600"/>
                  </a:lnTo>
                  <a:close/>
                </a:path>
                <a:path w="3810" h="233679">
                  <a:moveTo>
                    <a:pt x="3810" y="232409"/>
                  </a:moveTo>
                  <a:lnTo>
                    <a:pt x="2539" y="232409"/>
                  </a:lnTo>
                  <a:lnTo>
                    <a:pt x="2539" y="233679"/>
                  </a:lnTo>
                  <a:lnTo>
                    <a:pt x="3810" y="233679"/>
                  </a:lnTo>
                  <a:lnTo>
                    <a:pt x="3810" y="232409"/>
                  </a:lnTo>
                  <a:close/>
                </a:path>
              </a:pathLst>
            </a:custGeom>
            <a:solidFill>
              <a:srgbClr val="B3BF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8" name="object 3158"/>
            <p:cNvSpPr/>
            <p:nvPr/>
          </p:nvSpPr>
          <p:spPr>
            <a:xfrm>
              <a:off x="6497320" y="5223509"/>
              <a:ext cx="3810" cy="234950"/>
            </a:xfrm>
            <a:custGeom>
              <a:avLst/>
              <a:gdLst/>
              <a:ahLst/>
              <a:cxnLst/>
              <a:rect l="l" t="t" r="r" b="b"/>
              <a:pathLst>
                <a:path w="3810" h="234950">
                  <a:moveTo>
                    <a:pt x="380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0"/>
                  </a:lnTo>
                  <a:close/>
                </a:path>
                <a:path w="3810" h="234950">
                  <a:moveTo>
                    <a:pt x="3809" y="5080"/>
                  </a:moveTo>
                  <a:lnTo>
                    <a:pt x="0" y="508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5080"/>
                  </a:lnTo>
                  <a:close/>
                </a:path>
                <a:path w="3810" h="234950">
                  <a:moveTo>
                    <a:pt x="380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10159"/>
                  </a:lnTo>
                  <a:close/>
                </a:path>
                <a:path w="3810" h="234950">
                  <a:moveTo>
                    <a:pt x="380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2700"/>
                  </a:lnTo>
                  <a:close/>
                </a:path>
                <a:path w="3810" h="234950">
                  <a:moveTo>
                    <a:pt x="3809" y="16509"/>
                  </a:moveTo>
                  <a:lnTo>
                    <a:pt x="0" y="16509"/>
                  </a:lnTo>
                  <a:lnTo>
                    <a:pt x="0" y="215899"/>
                  </a:lnTo>
                  <a:lnTo>
                    <a:pt x="3809" y="215899"/>
                  </a:lnTo>
                  <a:lnTo>
                    <a:pt x="3809" y="16509"/>
                  </a:lnTo>
                  <a:close/>
                </a:path>
                <a:path w="3810" h="234950">
                  <a:moveTo>
                    <a:pt x="3809" y="215900"/>
                  </a:moveTo>
                  <a:lnTo>
                    <a:pt x="0" y="215900"/>
                  </a:lnTo>
                  <a:lnTo>
                    <a:pt x="0" y="219709"/>
                  </a:lnTo>
                  <a:lnTo>
                    <a:pt x="3809" y="219709"/>
                  </a:lnTo>
                  <a:lnTo>
                    <a:pt x="3809" y="215900"/>
                  </a:lnTo>
                  <a:close/>
                </a:path>
                <a:path w="3810" h="234950">
                  <a:moveTo>
                    <a:pt x="3809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3809" y="222249"/>
                  </a:lnTo>
                  <a:lnTo>
                    <a:pt x="3809" y="219709"/>
                  </a:lnTo>
                  <a:close/>
                </a:path>
                <a:path w="3810" h="234950">
                  <a:moveTo>
                    <a:pt x="3809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3809" y="226059"/>
                  </a:lnTo>
                  <a:lnTo>
                    <a:pt x="3809" y="222250"/>
                  </a:lnTo>
                  <a:close/>
                </a:path>
                <a:path w="3810" h="234950">
                  <a:moveTo>
                    <a:pt x="3809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3809" y="228599"/>
                  </a:lnTo>
                  <a:lnTo>
                    <a:pt x="3809" y="226059"/>
                  </a:lnTo>
                  <a:close/>
                </a:path>
                <a:path w="3810" h="234950">
                  <a:moveTo>
                    <a:pt x="3809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3809" y="232409"/>
                  </a:lnTo>
                  <a:lnTo>
                    <a:pt x="3809" y="228600"/>
                  </a:lnTo>
                  <a:close/>
                </a:path>
                <a:path w="3810" h="234950">
                  <a:moveTo>
                    <a:pt x="3809" y="232409"/>
                  </a:moveTo>
                  <a:lnTo>
                    <a:pt x="0" y="232409"/>
                  </a:lnTo>
                  <a:lnTo>
                    <a:pt x="0" y="233679"/>
                  </a:lnTo>
                  <a:lnTo>
                    <a:pt x="2539" y="233679"/>
                  </a:lnTo>
                  <a:lnTo>
                    <a:pt x="2539" y="234949"/>
                  </a:lnTo>
                  <a:lnTo>
                    <a:pt x="3809" y="234949"/>
                  </a:lnTo>
                  <a:lnTo>
                    <a:pt x="3809" y="232409"/>
                  </a:lnTo>
                  <a:close/>
                </a:path>
              </a:pathLst>
            </a:custGeom>
            <a:solidFill>
              <a:srgbClr val="B1BD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9" name="object 3159"/>
            <p:cNvSpPr/>
            <p:nvPr/>
          </p:nvSpPr>
          <p:spPr>
            <a:xfrm>
              <a:off x="6501130" y="5222239"/>
              <a:ext cx="3810" cy="236220"/>
            </a:xfrm>
            <a:custGeom>
              <a:avLst/>
              <a:gdLst/>
              <a:ahLst/>
              <a:cxnLst/>
              <a:rect l="l" t="t" r="r" b="b"/>
              <a:pathLst>
                <a:path w="3809" h="236220">
                  <a:moveTo>
                    <a:pt x="3810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0" y="126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0"/>
                  </a:lnTo>
                  <a:close/>
                </a:path>
                <a:path w="3809" h="236220">
                  <a:moveTo>
                    <a:pt x="3810" y="6349"/>
                  </a:moveTo>
                  <a:lnTo>
                    <a:pt x="0" y="6349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6349"/>
                  </a:lnTo>
                  <a:close/>
                </a:path>
                <a:path w="3809" h="236220">
                  <a:moveTo>
                    <a:pt x="3810" y="11429"/>
                  </a:moveTo>
                  <a:lnTo>
                    <a:pt x="0" y="1142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11429"/>
                  </a:lnTo>
                  <a:close/>
                </a:path>
                <a:path w="3809" h="236220">
                  <a:moveTo>
                    <a:pt x="3810" y="13969"/>
                  </a:moveTo>
                  <a:lnTo>
                    <a:pt x="0" y="13969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3969"/>
                  </a:lnTo>
                  <a:close/>
                </a:path>
                <a:path w="3809" h="236220">
                  <a:moveTo>
                    <a:pt x="3810" y="17779"/>
                  </a:moveTo>
                  <a:lnTo>
                    <a:pt x="0" y="17779"/>
                  </a:lnTo>
                  <a:lnTo>
                    <a:pt x="0" y="217169"/>
                  </a:lnTo>
                  <a:lnTo>
                    <a:pt x="3810" y="217169"/>
                  </a:lnTo>
                  <a:lnTo>
                    <a:pt x="3810" y="17779"/>
                  </a:lnTo>
                  <a:close/>
                </a:path>
                <a:path w="3809" h="236220">
                  <a:moveTo>
                    <a:pt x="3810" y="217169"/>
                  </a:moveTo>
                  <a:lnTo>
                    <a:pt x="0" y="217169"/>
                  </a:lnTo>
                  <a:lnTo>
                    <a:pt x="0" y="220979"/>
                  </a:lnTo>
                  <a:lnTo>
                    <a:pt x="3810" y="220979"/>
                  </a:lnTo>
                  <a:lnTo>
                    <a:pt x="3810" y="217169"/>
                  </a:lnTo>
                  <a:close/>
                </a:path>
                <a:path w="3809" h="236220">
                  <a:moveTo>
                    <a:pt x="3810" y="220979"/>
                  </a:moveTo>
                  <a:lnTo>
                    <a:pt x="0" y="220979"/>
                  </a:lnTo>
                  <a:lnTo>
                    <a:pt x="0" y="223519"/>
                  </a:lnTo>
                  <a:lnTo>
                    <a:pt x="3810" y="223519"/>
                  </a:lnTo>
                  <a:lnTo>
                    <a:pt x="3810" y="220979"/>
                  </a:lnTo>
                  <a:close/>
                </a:path>
                <a:path w="3809" h="236220">
                  <a:moveTo>
                    <a:pt x="3810" y="223519"/>
                  </a:moveTo>
                  <a:lnTo>
                    <a:pt x="0" y="223519"/>
                  </a:lnTo>
                  <a:lnTo>
                    <a:pt x="0" y="227329"/>
                  </a:lnTo>
                  <a:lnTo>
                    <a:pt x="3810" y="227329"/>
                  </a:lnTo>
                  <a:lnTo>
                    <a:pt x="3810" y="223519"/>
                  </a:lnTo>
                  <a:close/>
                </a:path>
                <a:path w="3809" h="236220">
                  <a:moveTo>
                    <a:pt x="3810" y="227329"/>
                  </a:moveTo>
                  <a:lnTo>
                    <a:pt x="0" y="227329"/>
                  </a:lnTo>
                  <a:lnTo>
                    <a:pt x="0" y="229869"/>
                  </a:lnTo>
                  <a:lnTo>
                    <a:pt x="3810" y="229869"/>
                  </a:lnTo>
                  <a:lnTo>
                    <a:pt x="3810" y="227329"/>
                  </a:lnTo>
                  <a:close/>
                </a:path>
                <a:path w="3809" h="236220">
                  <a:moveTo>
                    <a:pt x="3810" y="229869"/>
                  </a:moveTo>
                  <a:lnTo>
                    <a:pt x="0" y="229869"/>
                  </a:lnTo>
                  <a:lnTo>
                    <a:pt x="0" y="233679"/>
                  </a:lnTo>
                  <a:lnTo>
                    <a:pt x="3810" y="233679"/>
                  </a:lnTo>
                  <a:lnTo>
                    <a:pt x="3810" y="229869"/>
                  </a:lnTo>
                  <a:close/>
                </a:path>
                <a:path w="3809" h="236220">
                  <a:moveTo>
                    <a:pt x="3810" y="233679"/>
                  </a:moveTo>
                  <a:lnTo>
                    <a:pt x="0" y="233679"/>
                  </a:lnTo>
                  <a:lnTo>
                    <a:pt x="0" y="236219"/>
                  </a:lnTo>
                  <a:lnTo>
                    <a:pt x="3810" y="236219"/>
                  </a:lnTo>
                  <a:lnTo>
                    <a:pt x="3810" y="233679"/>
                  </a:lnTo>
                  <a:close/>
                </a:path>
              </a:pathLst>
            </a:custGeom>
            <a:solidFill>
              <a:srgbClr val="AEBA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0" name="object 3160"/>
            <p:cNvSpPr/>
            <p:nvPr/>
          </p:nvSpPr>
          <p:spPr>
            <a:xfrm>
              <a:off x="6504940" y="5222252"/>
              <a:ext cx="2540" cy="237490"/>
            </a:xfrm>
            <a:custGeom>
              <a:avLst/>
              <a:gdLst/>
              <a:ahLst/>
              <a:cxnLst/>
              <a:rect l="l" t="t" r="r" b="b"/>
              <a:pathLst>
                <a:path w="2540" h="237489">
                  <a:moveTo>
                    <a:pt x="2540" y="236220"/>
                  </a:moveTo>
                  <a:lnTo>
                    <a:pt x="0" y="236220"/>
                  </a:lnTo>
                  <a:lnTo>
                    <a:pt x="0" y="237477"/>
                  </a:lnTo>
                  <a:lnTo>
                    <a:pt x="2540" y="237477"/>
                  </a:lnTo>
                  <a:lnTo>
                    <a:pt x="2540" y="236220"/>
                  </a:lnTo>
                  <a:close/>
                </a:path>
                <a:path w="2540" h="237489">
                  <a:moveTo>
                    <a:pt x="2540" y="233680"/>
                  </a:moveTo>
                  <a:lnTo>
                    <a:pt x="0" y="233680"/>
                  </a:lnTo>
                  <a:lnTo>
                    <a:pt x="0" y="236207"/>
                  </a:lnTo>
                  <a:lnTo>
                    <a:pt x="2540" y="236207"/>
                  </a:lnTo>
                  <a:lnTo>
                    <a:pt x="2540" y="233680"/>
                  </a:lnTo>
                  <a:close/>
                </a:path>
                <a:path w="2540" h="237489">
                  <a:moveTo>
                    <a:pt x="2540" y="229870"/>
                  </a:moveTo>
                  <a:lnTo>
                    <a:pt x="0" y="229870"/>
                  </a:lnTo>
                  <a:lnTo>
                    <a:pt x="0" y="233667"/>
                  </a:lnTo>
                  <a:lnTo>
                    <a:pt x="2540" y="233667"/>
                  </a:lnTo>
                  <a:lnTo>
                    <a:pt x="2540" y="229870"/>
                  </a:lnTo>
                  <a:close/>
                </a:path>
                <a:path w="2540" h="237489">
                  <a:moveTo>
                    <a:pt x="2540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2540" y="229857"/>
                  </a:lnTo>
                  <a:lnTo>
                    <a:pt x="2540" y="227330"/>
                  </a:lnTo>
                  <a:close/>
                </a:path>
                <a:path w="2540" h="237489">
                  <a:moveTo>
                    <a:pt x="2540" y="223520"/>
                  </a:moveTo>
                  <a:lnTo>
                    <a:pt x="0" y="223520"/>
                  </a:lnTo>
                  <a:lnTo>
                    <a:pt x="0" y="227317"/>
                  </a:lnTo>
                  <a:lnTo>
                    <a:pt x="2540" y="227317"/>
                  </a:lnTo>
                  <a:lnTo>
                    <a:pt x="2540" y="223520"/>
                  </a:lnTo>
                  <a:close/>
                </a:path>
                <a:path w="2540" h="237489">
                  <a:moveTo>
                    <a:pt x="2540" y="220980"/>
                  </a:moveTo>
                  <a:lnTo>
                    <a:pt x="0" y="220980"/>
                  </a:lnTo>
                  <a:lnTo>
                    <a:pt x="0" y="223507"/>
                  </a:lnTo>
                  <a:lnTo>
                    <a:pt x="2540" y="223507"/>
                  </a:lnTo>
                  <a:lnTo>
                    <a:pt x="2540" y="220980"/>
                  </a:lnTo>
                  <a:close/>
                </a:path>
                <a:path w="2540" h="237489">
                  <a:moveTo>
                    <a:pt x="2540" y="217170"/>
                  </a:moveTo>
                  <a:lnTo>
                    <a:pt x="0" y="217170"/>
                  </a:lnTo>
                  <a:lnTo>
                    <a:pt x="0" y="220967"/>
                  </a:lnTo>
                  <a:lnTo>
                    <a:pt x="2540" y="220967"/>
                  </a:lnTo>
                  <a:lnTo>
                    <a:pt x="2540" y="217170"/>
                  </a:lnTo>
                  <a:close/>
                </a:path>
                <a:path w="2540" h="237489">
                  <a:moveTo>
                    <a:pt x="2540" y="17780"/>
                  </a:moveTo>
                  <a:lnTo>
                    <a:pt x="0" y="17780"/>
                  </a:lnTo>
                  <a:lnTo>
                    <a:pt x="0" y="217157"/>
                  </a:lnTo>
                  <a:lnTo>
                    <a:pt x="2540" y="217157"/>
                  </a:lnTo>
                  <a:lnTo>
                    <a:pt x="2540" y="17780"/>
                  </a:lnTo>
                  <a:close/>
                </a:path>
                <a:path w="2540" h="237489">
                  <a:moveTo>
                    <a:pt x="2540" y="13970"/>
                  </a:moveTo>
                  <a:lnTo>
                    <a:pt x="0" y="13970"/>
                  </a:lnTo>
                  <a:lnTo>
                    <a:pt x="0" y="17767"/>
                  </a:lnTo>
                  <a:lnTo>
                    <a:pt x="2540" y="17767"/>
                  </a:lnTo>
                  <a:lnTo>
                    <a:pt x="2540" y="13970"/>
                  </a:lnTo>
                  <a:close/>
                </a:path>
                <a:path w="2540" h="237489">
                  <a:moveTo>
                    <a:pt x="2540" y="11430"/>
                  </a:moveTo>
                  <a:lnTo>
                    <a:pt x="0" y="11430"/>
                  </a:lnTo>
                  <a:lnTo>
                    <a:pt x="0" y="13957"/>
                  </a:lnTo>
                  <a:lnTo>
                    <a:pt x="2540" y="13957"/>
                  </a:lnTo>
                  <a:lnTo>
                    <a:pt x="2540" y="11430"/>
                  </a:lnTo>
                  <a:close/>
                </a:path>
                <a:path w="2540" h="237489">
                  <a:moveTo>
                    <a:pt x="2540" y="6350"/>
                  </a:moveTo>
                  <a:lnTo>
                    <a:pt x="0" y="6350"/>
                  </a:lnTo>
                  <a:lnTo>
                    <a:pt x="0" y="11417"/>
                  </a:lnTo>
                  <a:lnTo>
                    <a:pt x="2540" y="11417"/>
                  </a:lnTo>
                  <a:lnTo>
                    <a:pt x="2540" y="6350"/>
                  </a:lnTo>
                  <a:close/>
                </a:path>
                <a:path w="2540" h="237489">
                  <a:moveTo>
                    <a:pt x="254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1" name="object 3161"/>
            <p:cNvSpPr/>
            <p:nvPr/>
          </p:nvSpPr>
          <p:spPr>
            <a:xfrm>
              <a:off x="6507480" y="5220970"/>
              <a:ext cx="3810" cy="240029"/>
            </a:xfrm>
            <a:custGeom>
              <a:avLst/>
              <a:gdLst/>
              <a:ahLst/>
              <a:cxnLst/>
              <a:rect l="l" t="t" r="r" b="b"/>
              <a:pathLst>
                <a:path w="3809" h="240029">
                  <a:moveTo>
                    <a:pt x="3810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09" h="240029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09" h="240029">
                  <a:moveTo>
                    <a:pt x="3810" y="7619"/>
                  </a:moveTo>
                  <a:lnTo>
                    <a:pt x="0" y="761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7619"/>
                  </a:lnTo>
                  <a:close/>
                </a:path>
                <a:path w="3809" h="240029">
                  <a:moveTo>
                    <a:pt x="381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2699"/>
                  </a:lnTo>
                  <a:close/>
                </a:path>
                <a:path w="3809" h="240029">
                  <a:moveTo>
                    <a:pt x="381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5239"/>
                  </a:lnTo>
                  <a:close/>
                </a:path>
                <a:path w="3809" h="240029">
                  <a:moveTo>
                    <a:pt x="3810" y="19049"/>
                  </a:moveTo>
                  <a:lnTo>
                    <a:pt x="0" y="19049"/>
                  </a:lnTo>
                  <a:lnTo>
                    <a:pt x="0" y="218439"/>
                  </a:lnTo>
                  <a:lnTo>
                    <a:pt x="3810" y="218439"/>
                  </a:lnTo>
                  <a:lnTo>
                    <a:pt x="3810" y="19049"/>
                  </a:lnTo>
                  <a:close/>
                </a:path>
                <a:path w="3809" h="240029">
                  <a:moveTo>
                    <a:pt x="3810" y="218439"/>
                  </a:moveTo>
                  <a:lnTo>
                    <a:pt x="0" y="218439"/>
                  </a:lnTo>
                  <a:lnTo>
                    <a:pt x="0" y="222249"/>
                  </a:lnTo>
                  <a:lnTo>
                    <a:pt x="3810" y="222249"/>
                  </a:lnTo>
                  <a:lnTo>
                    <a:pt x="3810" y="218439"/>
                  </a:lnTo>
                  <a:close/>
                </a:path>
                <a:path w="3809" h="240029">
                  <a:moveTo>
                    <a:pt x="3810" y="222249"/>
                  </a:moveTo>
                  <a:lnTo>
                    <a:pt x="0" y="222249"/>
                  </a:lnTo>
                  <a:lnTo>
                    <a:pt x="0" y="224789"/>
                  </a:lnTo>
                  <a:lnTo>
                    <a:pt x="3810" y="224789"/>
                  </a:lnTo>
                  <a:lnTo>
                    <a:pt x="3810" y="222249"/>
                  </a:lnTo>
                  <a:close/>
                </a:path>
                <a:path w="3809" h="240029">
                  <a:moveTo>
                    <a:pt x="3810" y="224789"/>
                  </a:moveTo>
                  <a:lnTo>
                    <a:pt x="0" y="22478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4789"/>
                  </a:lnTo>
                  <a:close/>
                </a:path>
                <a:path w="3809" h="240029">
                  <a:moveTo>
                    <a:pt x="3810" y="228599"/>
                  </a:moveTo>
                  <a:lnTo>
                    <a:pt x="0" y="228599"/>
                  </a:lnTo>
                  <a:lnTo>
                    <a:pt x="0" y="231139"/>
                  </a:lnTo>
                  <a:lnTo>
                    <a:pt x="3810" y="231139"/>
                  </a:lnTo>
                  <a:lnTo>
                    <a:pt x="3810" y="228599"/>
                  </a:lnTo>
                  <a:close/>
                </a:path>
                <a:path w="3809" h="240029">
                  <a:moveTo>
                    <a:pt x="3810" y="231139"/>
                  </a:moveTo>
                  <a:lnTo>
                    <a:pt x="0" y="231139"/>
                  </a:lnTo>
                  <a:lnTo>
                    <a:pt x="0" y="234949"/>
                  </a:lnTo>
                  <a:lnTo>
                    <a:pt x="3810" y="234949"/>
                  </a:lnTo>
                  <a:lnTo>
                    <a:pt x="3810" y="231139"/>
                  </a:lnTo>
                  <a:close/>
                </a:path>
                <a:path w="3809" h="240029">
                  <a:moveTo>
                    <a:pt x="3810" y="234949"/>
                  </a:moveTo>
                  <a:lnTo>
                    <a:pt x="0" y="234949"/>
                  </a:lnTo>
                  <a:lnTo>
                    <a:pt x="0" y="237489"/>
                  </a:lnTo>
                  <a:lnTo>
                    <a:pt x="3810" y="237489"/>
                  </a:lnTo>
                  <a:lnTo>
                    <a:pt x="3810" y="234949"/>
                  </a:lnTo>
                  <a:close/>
                </a:path>
                <a:path w="3809" h="240029">
                  <a:moveTo>
                    <a:pt x="3810" y="237489"/>
                  </a:moveTo>
                  <a:lnTo>
                    <a:pt x="0" y="237489"/>
                  </a:lnTo>
                  <a:lnTo>
                    <a:pt x="0" y="238759"/>
                  </a:lnTo>
                  <a:lnTo>
                    <a:pt x="2540" y="238759"/>
                  </a:lnTo>
                  <a:lnTo>
                    <a:pt x="2540" y="240029"/>
                  </a:lnTo>
                  <a:lnTo>
                    <a:pt x="3810" y="240029"/>
                  </a:lnTo>
                  <a:lnTo>
                    <a:pt x="3810" y="237489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2" name="object 3162"/>
            <p:cNvSpPr/>
            <p:nvPr/>
          </p:nvSpPr>
          <p:spPr>
            <a:xfrm>
              <a:off x="6511290" y="5219700"/>
              <a:ext cx="3810" cy="241300"/>
            </a:xfrm>
            <a:custGeom>
              <a:avLst/>
              <a:gdLst/>
              <a:ahLst/>
              <a:cxnLst/>
              <a:rect l="l" t="t" r="r" b="b"/>
              <a:pathLst>
                <a:path w="3809" h="241300">
                  <a:moveTo>
                    <a:pt x="3809" y="0"/>
                  </a:moveTo>
                  <a:lnTo>
                    <a:pt x="2539" y="0"/>
                  </a:lnTo>
                  <a:lnTo>
                    <a:pt x="2539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09" h="241300">
                  <a:moveTo>
                    <a:pt x="3809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2540"/>
                  </a:lnTo>
                  <a:close/>
                </a:path>
                <a:path w="3809" h="241300">
                  <a:moveTo>
                    <a:pt x="3809" y="8890"/>
                  </a:moveTo>
                  <a:lnTo>
                    <a:pt x="0" y="8890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8890"/>
                  </a:lnTo>
                  <a:close/>
                </a:path>
                <a:path w="3809" h="241300">
                  <a:moveTo>
                    <a:pt x="3809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3970"/>
                  </a:lnTo>
                  <a:close/>
                </a:path>
                <a:path w="3809" h="241300">
                  <a:moveTo>
                    <a:pt x="3809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6510"/>
                  </a:lnTo>
                  <a:close/>
                </a:path>
                <a:path w="3809" h="241300">
                  <a:moveTo>
                    <a:pt x="3809" y="20320"/>
                  </a:moveTo>
                  <a:lnTo>
                    <a:pt x="0" y="20320"/>
                  </a:lnTo>
                  <a:lnTo>
                    <a:pt x="0" y="219709"/>
                  </a:lnTo>
                  <a:lnTo>
                    <a:pt x="3809" y="219709"/>
                  </a:lnTo>
                  <a:lnTo>
                    <a:pt x="3809" y="20320"/>
                  </a:lnTo>
                  <a:close/>
                </a:path>
                <a:path w="3809" h="241300">
                  <a:moveTo>
                    <a:pt x="3809" y="219710"/>
                  </a:moveTo>
                  <a:lnTo>
                    <a:pt x="0" y="219710"/>
                  </a:lnTo>
                  <a:lnTo>
                    <a:pt x="0" y="223519"/>
                  </a:lnTo>
                  <a:lnTo>
                    <a:pt x="3809" y="223519"/>
                  </a:lnTo>
                  <a:lnTo>
                    <a:pt x="3809" y="219710"/>
                  </a:lnTo>
                  <a:close/>
                </a:path>
                <a:path w="3809" h="241300">
                  <a:moveTo>
                    <a:pt x="3809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3809" y="226059"/>
                  </a:lnTo>
                  <a:lnTo>
                    <a:pt x="3809" y="223520"/>
                  </a:lnTo>
                  <a:close/>
                </a:path>
                <a:path w="3809" h="241300">
                  <a:moveTo>
                    <a:pt x="3809" y="226060"/>
                  </a:moveTo>
                  <a:lnTo>
                    <a:pt x="0" y="226060"/>
                  </a:lnTo>
                  <a:lnTo>
                    <a:pt x="0" y="229869"/>
                  </a:lnTo>
                  <a:lnTo>
                    <a:pt x="3809" y="229869"/>
                  </a:lnTo>
                  <a:lnTo>
                    <a:pt x="3809" y="226060"/>
                  </a:lnTo>
                  <a:close/>
                </a:path>
                <a:path w="3809" h="241300">
                  <a:moveTo>
                    <a:pt x="3809" y="229870"/>
                  </a:moveTo>
                  <a:lnTo>
                    <a:pt x="0" y="229870"/>
                  </a:lnTo>
                  <a:lnTo>
                    <a:pt x="0" y="232409"/>
                  </a:lnTo>
                  <a:lnTo>
                    <a:pt x="3809" y="232409"/>
                  </a:lnTo>
                  <a:lnTo>
                    <a:pt x="3809" y="229870"/>
                  </a:lnTo>
                  <a:close/>
                </a:path>
                <a:path w="3809" h="241300">
                  <a:moveTo>
                    <a:pt x="3809" y="232410"/>
                  </a:moveTo>
                  <a:lnTo>
                    <a:pt x="0" y="232410"/>
                  </a:lnTo>
                  <a:lnTo>
                    <a:pt x="0" y="236219"/>
                  </a:lnTo>
                  <a:lnTo>
                    <a:pt x="3809" y="236219"/>
                  </a:lnTo>
                  <a:lnTo>
                    <a:pt x="3809" y="232410"/>
                  </a:lnTo>
                  <a:close/>
                </a:path>
                <a:path w="3809" h="241300">
                  <a:moveTo>
                    <a:pt x="3809" y="236220"/>
                  </a:moveTo>
                  <a:lnTo>
                    <a:pt x="0" y="236220"/>
                  </a:lnTo>
                  <a:lnTo>
                    <a:pt x="0" y="238759"/>
                  </a:lnTo>
                  <a:lnTo>
                    <a:pt x="3809" y="238759"/>
                  </a:lnTo>
                  <a:lnTo>
                    <a:pt x="3809" y="236220"/>
                  </a:lnTo>
                  <a:close/>
                </a:path>
                <a:path w="3809" h="241300">
                  <a:moveTo>
                    <a:pt x="3809" y="238760"/>
                  </a:moveTo>
                  <a:lnTo>
                    <a:pt x="0" y="238760"/>
                  </a:lnTo>
                  <a:lnTo>
                    <a:pt x="0" y="241300"/>
                  </a:lnTo>
                  <a:lnTo>
                    <a:pt x="3809" y="241300"/>
                  </a:lnTo>
                  <a:lnTo>
                    <a:pt x="3809" y="238760"/>
                  </a:lnTo>
                  <a:close/>
                </a:path>
              </a:pathLst>
            </a:custGeom>
            <a:solidFill>
              <a:srgbClr val="A6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3" name="object 3163"/>
            <p:cNvSpPr/>
            <p:nvPr/>
          </p:nvSpPr>
          <p:spPr>
            <a:xfrm>
              <a:off x="6515100" y="5218430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09" h="243839">
                  <a:moveTo>
                    <a:pt x="3809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09" h="243839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09" h="243839">
                  <a:moveTo>
                    <a:pt x="3809" y="10160"/>
                  </a:moveTo>
                  <a:lnTo>
                    <a:pt x="0" y="10160"/>
                  </a:lnTo>
                  <a:lnTo>
                    <a:pt x="0" y="15240"/>
                  </a:lnTo>
                  <a:lnTo>
                    <a:pt x="3809" y="15240"/>
                  </a:lnTo>
                  <a:lnTo>
                    <a:pt x="3809" y="10160"/>
                  </a:lnTo>
                  <a:close/>
                </a:path>
                <a:path w="3809" h="243839">
                  <a:moveTo>
                    <a:pt x="3809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5240"/>
                  </a:lnTo>
                  <a:close/>
                </a:path>
                <a:path w="3809" h="243839">
                  <a:moveTo>
                    <a:pt x="3809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09" y="21590"/>
                  </a:lnTo>
                  <a:lnTo>
                    <a:pt x="3809" y="17780"/>
                  </a:lnTo>
                  <a:close/>
                </a:path>
                <a:path w="3809" h="243839">
                  <a:moveTo>
                    <a:pt x="3809" y="21590"/>
                  </a:moveTo>
                  <a:lnTo>
                    <a:pt x="0" y="21590"/>
                  </a:lnTo>
                  <a:lnTo>
                    <a:pt x="0" y="220980"/>
                  </a:lnTo>
                  <a:lnTo>
                    <a:pt x="3809" y="220980"/>
                  </a:lnTo>
                  <a:lnTo>
                    <a:pt x="3809" y="21590"/>
                  </a:lnTo>
                  <a:close/>
                </a:path>
                <a:path w="3809" h="243839">
                  <a:moveTo>
                    <a:pt x="3809" y="220980"/>
                  </a:moveTo>
                  <a:lnTo>
                    <a:pt x="0" y="220980"/>
                  </a:lnTo>
                  <a:lnTo>
                    <a:pt x="0" y="224790"/>
                  </a:lnTo>
                  <a:lnTo>
                    <a:pt x="3809" y="224790"/>
                  </a:lnTo>
                  <a:lnTo>
                    <a:pt x="3809" y="220980"/>
                  </a:lnTo>
                  <a:close/>
                </a:path>
                <a:path w="3809" h="243839">
                  <a:moveTo>
                    <a:pt x="3809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09" y="227330"/>
                  </a:lnTo>
                  <a:lnTo>
                    <a:pt x="3809" y="224790"/>
                  </a:lnTo>
                  <a:close/>
                </a:path>
                <a:path w="3809" h="243839">
                  <a:moveTo>
                    <a:pt x="3809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3809" y="231140"/>
                  </a:lnTo>
                  <a:lnTo>
                    <a:pt x="3809" y="227330"/>
                  </a:lnTo>
                  <a:close/>
                </a:path>
                <a:path w="3809" h="243839">
                  <a:moveTo>
                    <a:pt x="3809" y="231140"/>
                  </a:moveTo>
                  <a:lnTo>
                    <a:pt x="0" y="231140"/>
                  </a:lnTo>
                  <a:lnTo>
                    <a:pt x="0" y="233680"/>
                  </a:lnTo>
                  <a:lnTo>
                    <a:pt x="3809" y="233680"/>
                  </a:lnTo>
                  <a:lnTo>
                    <a:pt x="3809" y="231140"/>
                  </a:lnTo>
                  <a:close/>
                </a:path>
                <a:path w="3809" h="243839">
                  <a:moveTo>
                    <a:pt x="3809" y="233680"/>
                  </a:moveTo>
                  <a:lnTo>
                    <a:pt x="0" y="233680"/>
                  </a:lnTo>
                  <a:lnTo>
                    <a:pt x="0" y="237490"/>
                  </a:lnTo>
                  <a:lnTo>
                    <a:pt x="3809" y="237490"/>
                  </a:lnTo>
                  <a:lnTo>
                    <a:pt x="3809" y="233680"/>
                  </a:lnTo>
                  <a:close/>
                </a:path>
                <a:path w="3809" h="243839">
                  <a:moveTo>
                    <a:pt x="3809" y="237490"/>
                  </a:moveTo>
                  <a:lnTo>
                    <a:pt x="0" y="237490"/>
                  </a:lnTo>
                  <a:lnTo>
                    <a:pt x="0" y="240030"/>
                  </a:lnTo>
                  <a:lnTo>
                    <a:pt x="3809" y="240030"/>
                  </a:lnTo>
                  <a:lnTo>
                    <a:pt x="3809" y="237490"/>
                  </a:lnTo>
                  <a:close/>
                </a:path>
                <a:path w="3809" h="243839">
                  <a:moveTo>
                    <a:pt x="3809" y="240030"/>
                  </a:moveTo>
                  <a:lnTo>
                    <a:pt x="0" y="240030"/>
                  </a:lnTo>
                  <a:lnTo>
                    <a:pt x="0" y="242570"/>
                  </a:lnTo>
                  <a:lnTo>
                    <a:pt x="2540" y="242570"/>
                  </a:lnTo>
                  <a:lnTo>
                    <a:pt x="2540" y="243840"/>
                  </a:lnTo>
                  <a:lnTo>
                    <a:pt x="3809" y="243840"/>
                  </a:lnTo>
                  <a:lnTo>
                    <a:pt x="3809" y="240030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4" name="object 3164"/>
            <p:cNvSpPr/>
            <p:nvPr/>
          </p:nvSpPr>
          <p:spPr>
            <a:xfrm>
              <a:off x="6518897" y="5218430"/>
              <a:ext cx="4445" cy="243840"/>
            </a:xfrm>
            <a:custGeom>
              <a:avLst/>
              <a:gdLst/>
              <a:ahLst/>
              <a:cxnLst/>
              <a:rect l="l" t="t" r="r" b="b"/>
              <a:pathLst>
                <a:path w="4445" h="243839">
                  <a:moveTo>
                    <a:pt x="3822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22" y="243840"/>
                  </a:lnTo>
                  <a:lnTo>
                    <a:pt x="3822" y="240042"/>
                  </a:lnTo>
                  <a:close/>
                </a:path>
                <a:path w="4445" h="243839">
                  <a:moveTo>
                    <a:pt x="3822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22" y="240030"/>
                  </a:lnTo>
                  <a:lnTo>
                    <a:pt x="3822" y="237502"/>
                  </a:lnTo>
                  <a:close/>
                </a:path>
                <a:path w="4445" h="243839">
                  <a:moveTo>
                    <a:pt x="3822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22" y="237490"/>
                  </a:lnTo>
                  <a:lnTo>
                    <a:pt x="3822" y="233692"/>
                  </a:lnTo>
                  <a:close/>
                </a:path>
                <a:path w="4445" h="243839">
                  <a:moveTo>
                    <a:pt x="3822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22" y="233680"/>
                  </a:lnTo>
                  <a:lnTo>
                    <a:pt x="3822" y="231152"/>
                  </a:lnTo>
                  <a:close/>
                </a:path>
                <a:path w="4445" h="243839">
                  <a:moveTo>
                    <a:pt x="3822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22" y="231140"/>
                  </a:lnTo>
                  <a:lnTo>
                    <a:pt x="3822" y="227342"/>
                  </a:lnTo>
                  <a:close/>
                </a:path>
                <a:path w="4445" h="243839">
                  <a:moveTo>
                    <a:pt x="3822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22" y="227330"/>
                  </a:lnTo>
                  <a:lnTo>
                    <a:pt x="3822" y="224802"/>
                  </a:lnTo>
                  <a:close/>
                </a:path>
                <a:path w="4445" h="243839">
                  <a:moveTo>
                    <a:pt x="3822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3822" y="224790"/>
                  </a:lnTo>
                  <a:lnTo>
                    <a:pt x="3822" y="220992"/>
                  </a:lnTo>
                  <a:close/>
                </a:path>
                <a:path w="4445" h="243839">
                  <a:moveTo>
                    <a:pt x="3822" y="21602"/>
                  </a:moveTo>
                  <a:lnTo>
                    <a:pt x="0" y="21602"/>
                  </a:lnTo>
                  <a:lnTo>
                    <a:pt x="0" y="220980"/>
                  </a:lnTo>
                  <a:lnTo>
                    <a:pt x="3822" y="220980"/>
                  </a:lnTo>
                  <a:lnTo>
                    <a:pt x="3822" y="21602"/>
                  </a:lnTo>
                  <a:close/>
                </a:path>
                <a:path w="4445" h="243839">
                  <a:moveTo>
                    <a:pt x="3822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3822" y="21590"/>
                  </a:lnTo>
                  <a:lnTo>
                    <a:pt x="3822" y="17792"/>
                  </a:lnTo>
                  <a:close/>
                </a:path>
                <a:path w="4445" h="243839">
                  <a:moveTo>
                    <a:pt x="3822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3822" y="17780"/>
                  </a:lnTo>
                  <a:lnTo>
                    <a:pt x="3822" y="15252"/>
                  </a:lnTo>
                  <a:close/>
                </a:path>
                <a:path w="4445" h="243839">
                  <a:moveTo>
                    <a:pt x="3822" y="10172"/>
                  </a:moveTo>
                  <a:lnTo>
                    <a:pt x="0" y="10172"/>
                  </a:lnTo>
                  <a:lnTo>
                    <a:pt x="0" y="15240"/>
                  </a:lnTo>
                  <a:lnTo>
                    <a:pt x="3822" y="15240"/>
                  </a:lnTo>
                  <a:lnTo>
                    <a:pt x="3822" y="10172"/>
                  </a:lnTo>
                  <a:close/>
                </a:path>
                <a:path w="4445" h="243839">
                  <a:moveTo>
                    <a:pt x="3822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22" y="10160"/>
                  </a:lnTo>
                  <a:lnTo>
                    <a:pt x="3822" y="3822"/>
                  </a:lnTo>
                  <a:close/>
                </a:path>
                <a:path w="4445" h="243839">
                  <a:moveTo>
                    <a:pt x="3822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22" y="3810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5" name="object 3165"/>
            <p:cNvSpPr/>
            <p:nvPr/>
          </p:nvSpPr>
          <p:spPr>
            <a:xfrm>
              <a:off x="6522720" y="5218430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09" h="245110">
                  <a:moveTo>
                    <a:pt x="3810" y="243852"/>
                  </a:moveTo>
                  <a:lnTo>
                    <a:pt x="1270" y="243852"/>
                  </a:lnTo>
                  <a:lnTo>
                    <a:pt x="1270" y="245110"/>
                  </a:lnTo>
                  <a:lnTo>
                    <a:pt x="3810" y="245110"/>
                  </a:lnTo>
                  <a:lnTo>
                    <a:pt x="3810" y="243852"/>
                  </a:lnTo>
                  <a:close/>
                </a:path>
                <a:path w="3809" h="245110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09" h="245110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09" h="245110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09" h="245110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09" h="245110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09" h="245110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09" h="245110">
                  <a:moveTo>
                    <a:pt x="381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0992"/>
                  </a:lnTo>
                  <a:close/>
                </a:path>
                <a:path w="3809" h="245110">
                  <a:moveTo>
                    <a:pt x="3810" y="21602"/>
                  </a:moveTo>
                  <a:lnTo>
                    <a:pt x="0" y="2160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602"/>
                  </a:lnTo>
                  <a:close/>
                </a:path>
                <a:path w="3809" h="245110">
                  <a:moveTo>
                    <a:pt x="381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92"/>
                  </a:lnTo>
                  <a:close/>
                </a:path>
                <a:path w="3809" h="245110">
                  <a:moveTo>
                    <a:pt x="381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52"/>
                  </a:lnTo>
                  <a:close/>
                </a:path>
                <a:path w="3809" h="245110">
                  <a:moveTo>
                    <a:pt x="3810" y="10172"/>
                  </a:moveTo>
                  <a:lnTo>
                    <a:pt x="0" y="1017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0172"/>
                  </a:lnTo>
                  <a:close/>
                </a:path>
                <a:path w="3809" h="245110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09" h="245110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EAD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6" name="object 3166"/>
            <p:cNvSpPr/>
            <p:nvPr/>
          </p:nvSpPr>
          <p:spPr>
            <a:xfrm>
              <a:off x="6526530" y="5218430"/>
              <a:ext cx="2540" cy="245110"/>
            </a:xfrm>
            <a:custGeom>
              <a:avLst/>
              <a:gdLst/>
              <a:ahLst/>
              <a:cxnLst/>
              <a:rect l="l" t="t" r="r" b="b"/>
              <a:pathLst>
                <a:path w="2540" h="245110">
                  <a:moveTo>
                    <a:pt x="2540" y="243852"/>
                  </a:moveTo>
                  <a:lnTo>
                    <a:pt x="0" y="243852"/>
                  </a:lnTo>
                  <a:lnTo>
                    <a:pt x="0" y="245110"/>
                  </a:lnTo>
                  <a:lnTo>
                    <a:pt x="2540" y="245110"/>
                  </a:lnTo>
                  <a:lnTo>
                    <a:pt x="2540" y="243852"/>
                  </a:lnTo>
                  <a:close/>
                </a:path>
                <a:path w="2540" h="245110">
                  <a:moveTo>
                    <a:pt x="254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2540" y="243840"/>
                  </a:lnTo>
                  <a:lnTo>
                    <a:pt x="2540" y="240042"/>
                  </a:lnTo>
                  <a:close/>
                </a:path>
                <a:path w="2540" h="245110">
                  <a:moveTo>
                    <a:pt x="254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2540" y="240030"/>
                  </a:lnTo>
                  <a:lnTo>
                    <a:pt x="2540" y="237502"/>
                  </a:lnTo>
                  <a:close/>
                </a:path>
                <a:path w="2540" h="245110">
                  <a:moveTo>
                    <a:pt x="254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2540" y="237490"/>
                  </a:lnTo>
                  <a:lnTo>
                    <a:pt x="2540" y="233692"/>
                  </a:lnTo>
                  <a:close/>
                </a:path>
                <a:path w="2540" h="245110">
                  <a:moveTo>
                    <a:pt x="254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2540" y="233680"/>
                  </a:lnTo>
                  <a:lnTo>
                    <a:pt x="2540" y="231152"/>
                  </a:lnTo>
                  <a:close/>
                </a:path>
                <a:path w="2540" h="245110">
                  <a:moveTo>
                    <a:pt x="254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2540" y="231140"/>
                  </a:lnTo>
                  <a:lnTo>
                    <a:pt x="2540" y="227342"/>
                  </a:lnTo>
                  <a:close/>
                </a:path>
                <a:path w="2540" h="245110">
                  <a:moveTo>
                    <a:pt x="254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2540" y="227330"/>
                  </a:lnTo>
                  <a:lnTo>
                    <a:pt x="2540" y="224802"/>
                  </a:lnTo>
                  <a:close/>
                </a:path>
                <a:path w="2540" h="245110">
                  <a:moveTo>
                    <a:pt x="254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2540" y="224790"/>
                  </a:lnTo>
                  <a:lnTo>
                    <a:pt x="2540" y="220992"/>
                  </a:lnTo>
                  <a:close/>
                </a:path>
                <a:path w="2540" h="245110">
                  <a:moveTo>
                    <a:pt x="2540" y="21602"/>
                  </a:moveTo>
                  <a:lnTo>
                    <a:pt x="0" y="21602"/>
                  </a:lnTo>
                  <a:lnTo>
                    <a:pt x="0" y="220980"/>
                  </a:lnTo>
                  <a:lnTo>
                    <a:pt x="2540" y="220980"/>
                  </a:lnTo>
                  <a:lnTo>
                    <a:pt x="2540" y="21602"/>
                  </a:lnTo>
                  <a:close/>
                </a:path>
                <a:path w="2540" h="245110">
                  <a:moveTo>
                    <a:pt x="254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2540" y="21590"/>
                  </a:lnTo>
                  <a:lnTo>
                    <a:pt x="2540" y="17792"/>
                  </a:lnTo>
                  <a:close/>
                </a:path>
                <a:path w="2540" h="245110">
                  <a:moveTo>
                    <a:pt x="254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2540" y="17780"/>
                  </a:lnTo>
                  <a:lnTo>
                    <a:pt x="2540" y="15252"/>
                  </a:lnTo>
                  <a:close/>
                </a:path>
                <a:path w="2540" h="245110">
                  <a:moveTo>
                    <a:pt x="2540" y="10172"/>
                  </a:moveTo>
                  <a:lnTo>
                    <a:pt x="0" y="10172"/>
                  </a:lnTo>
                  <a:lnTo>
                    <a:pt x="0" y="15240"/>
                  </a:lnTo>
                  <a:lnTo>
                    <a:pt x="2540" y="15240"/>
                  </a:lnTo>
                  <a:lnTo>
                    <a:pt x="2540" y="10172"/>
                  </a:lnTo>
                  <a:close/>
                </a:path>
                <a:path w="2540" h="245110">
                  <a:moveTo>
                    <a:pt x="254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2540" y="10160"/>
                  </a:lnTo>
                  <a:lnTo>
                    <a:pt x="2540" y="3822"/>
                  </a:lnTo>
                  <a:close/>
                </a:path>
                <a:path w="2540" h="245110">
                  <a:moveTo>
                    <a:pt x="254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40" y="381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9CAB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7" name="object 3167"/>
            <p:cNvSpPr/>
            <p:nvPr/>
          </p:nvSpPr>
          <p:spPr>
            <a:xfrm>
              <a:off x="6529070" y="5218430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09" h="245110">
                  <a:moveTo>
                    <a:pt x="3810" y="243852"/>
                  </a:moveTo>
                  <a:lnTo>
                    <a:pt x="0" y="243852"/>
                  </a:lnTo>
                  <a:lnTo>
                    <a:pt x="0" y="245110"/>
                  </a:lnTo>
                  <a:lnTo>
                    <a:pt x="3810" y="245110"/>
                  </a:lnTo>
                  <a:lnTo>
                    <a:pt x="3810" y="243852"/>
                  </a:lnTo>
                  <a:close/>
                </a:path>
                <a:path w="3809" h="245110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09" h="245110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09" h="245110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09" h="245110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09" h="245110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09" h="245110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09" h="245110">
                  <a:moveTo>
                    <a:pt x="381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0992"/>
                  </a:lnTo>
                  <a:close/>
                </a:path>
                <a:path w="3809" h="245110">
                  <a:moveTo>
                    <a:pt x="3810" y="21602"/>
                  </a:moveTo>
                  <a:lnTo>
                    <a:pt x="0" y="2160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602"/>
                  </a:lnTo>
                  <a:close/>
                </a:path>
                <a:path w="3809" h="245110">
                  <a:moveTo>
                    <a:pt x="381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92"/>
                  </a:lnTo>
                  <a:close/>
                </a:path>
                <a:path w="3809" h="245110">
                  <a:moveTo>
                    <a:pt x="381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52"/>
                  </a:lnTo>
                  <a:close/>
                </a:path>
                <a:path w="3809" h="245110">
                  <a:moveTo>
                    <a:pt x="3810" y="10172"/>
                  </a:moveTo>
                  <a:lnTo>
                    <a:pt x="0" y="1017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0172"/>
                  </a:lnTo>
                  <a:close/>
                </a:path>
                <a:path w="3809" h="245110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09" h="245110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9A8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8" name="object 3168"/>
            <p:cNvSpPr/>
            <p:nvPr/>
          </p:nvSpPr>
          <p:spPr>
            <a:xfrm>
              <a:off x="6532880" y="5217159"/>
              <a:ext cx="3810" cy="246379"/>
            </a:xfrm>
            <a:custGeom>
              <a:avLst/>
              <a:gdLst/>
              <a:ahLst/>
              <a:cxnLst/>
              <a:rect l="l" t="t" r="r" b="b"/>
              <a:pathLst>
                <a:path w="3809" h="246379">
                  <a:moveTo>
                    <a:pt x="3810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0" y="1269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09" h="246379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09" h="246379">
                  <a:moveTo>
                    <a:pt x="3810" y="11430"/>
                  </a:moveTo>
                  <a:lnTo>
                    <a:pt x="0" y="1143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1430"/>
                  </a:lnTo>
                  <a:close/>
                </a:path>
                <a:path w="3809" h="246379">
                  <a:moveTo>
                    <a:pt x="381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6509"/>
                  </a:lnTo>
                  <a:close/>
                </a:path>
                <a:path w="3809" h="246379">
                  <a:moveTo>
                    <a:pt x="381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9050"/>
                  </a:lnTo>
                  <a:close/>
                </a:path>
                <a:path w="3809" h="246379">
                  <a:moveTo>
                    <a:pt x="3810" y="22859"/>
                  </a:moveTo>
                  <a:lnTo>
                    <a:pt x="0" y="22859"/>
                  </a:lnTo>
                  <a:lnTo>
                    <a:pt x="0" y="222249"/>
                  </a:lnTo>
                  <a:lnTo>
                    <a:pt x="3810" y="222249"/>
                  </a:lnTo>
                  <a:lnTo>
                    <a:pt x="3810" y="22859"/>
                  </a:lnTo>
                  <a:close/>
                </a:path>
                <a:path w="3809" h="246379">
                  <a:moveTo>
                    <a:pt x="3810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22250"/>
                  </a:lnTo>
                  <a:close/>
                </a:path>
                <a:path w="3809" h="246379">
                  <a:moveTo>
                    <a:pt x="3810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6059"/>
                  </a:lnTo>
                  <a:close/>
                </a:path>
                <a:path w="3809" h="246379">
                  <a:moveTo>
                    <a:pt x="3810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8600"/>
                  </a:lnTo>
                  <a:close/>
                </a:path>
                <a:path w="3809" h="246379">
                  <a:moveTo>
                    <a:pt x="3810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3810" y="234949"/>
                  </a:lnTo>
                  <a:lnTo>
                    <a:pt x="3810" y="232409"/>
                  </a:lnTo>
                  <a:close/>
                </a:path>
                <a:path w="3809" h="246379">
                  <a:moveTo>
                    <a:pt x="3810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3810" y="238759"/>
                  </a:lnTo>
                  <a:lnTo>
                    <a:pt x="3810" y="234950"/>
                  </a:lnTo>
                  <a:close/>
                </a:path>
                <a:path w="3809" h="246379">
                  <a:moveTo>
                    <a:pt x="3810" y="238759"/>
                  </a:moveTo>
                  <a:lnTo>
                    <a:pt x="0" y="238759"/>
                  </a:lnTo>
                  <a:lnTo>
                    <a:pt x="0" y="241299"/>
                  </a:lnTo>
                  <a:lnTo>
                    <a:pt x="3810" y="241299"/>
                  </a:lnTo>
                  <a:lnTo>
                    <a:pt x="3810" y="238759"/>
                  </a:lnTo>
                  <a:close/>
                </a:path>
                <a:path w="3809" h="246379">
                  <a:moveTo>
                    <a:pt x="3810" y="241300"/>
                  </a:moveTo>
                  <a:lnTo>
                    <a:pt x="0" y="241300"/>
                  </a:lnTo>
                  <a:lnTo>
                    <a:pt x="0" y="245109"/>
                  </a:lnTo>
                  <a:lnTo>
                    <a:pt x="3810" y="245109"/>
                  </a:lnTo>
                  <a:lnTo>
                    <a:pt x="3810" y="241300"/>
                  </a:lnTo>
                  <a:close/>
                </a:path>
                <a:path w="3809" h="246379">
                  <a:moveTo>
                    <a:pt x="3810" y="245109"/>
                  </a:moveTo>
                  <a:lnTo>
                    <a:pt x="0" y="245109"/>
                  </a:lnTo>
                  <a:lnTo>
                    <a:pt x="0" y="246379"/>
                  </a:lnTo>
                  <a:lnTo>
                    <a:pt x="3810" y="246379"/>
                  </a:lnTo>
                  <a:lnTo>
                    <a:pt x="3810" y="245109"/>
                  </a:lnTo>
                  <a:close/>
                </a:path>
              </a:pathLst>
            </a:custGeom>
            <a:solidFill>
              <a:srgbClr val="96A6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9" name="object 3169"/>
            <p:cNvSpPr/>
            <p:nvPr/>
          </p:nvSpPr>
          <p:spPr>
            <a:xfrm>
              <a:off x="6536690" y="5217172"/>
              <a:ext cx="3810" cy="246379"/>
            </a:xfrm>
            <a:custGeom>
              <a:avLst/>
              <a:gdLst/>
              <a:ahLst/>
              <a:cxnLst/>
              <a:rect l="l" t="t" r="r" b="b"/>
              <a:pathLst>
                <a:path w="3809" h="246379">
                  <a:moveTo>
                    <a:pt x="3810" y="245110"/>
                  </a:moveTo>
                  <a:lnTo>
                    <a:pt x="0" y="245110"/>
                  </a:lnTo>
                  <a:lnTo>
                    <a:pt x="0" y="246367"/>
                  </a:lnTo>
                  <a:lnTo>
                    <a:pt x="3810" y="246367"/>
                  </a:lnTo>
                  <a:lnTo>
                    <a:pt x="3810" y="245110"/>
                  </a:lnTo>
                  <a:close/>
                </a:path>
                <a:path w="3809" h="24637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09" h="24637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09" h="24637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09" h="24637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09" h="24637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09" h="24637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09" h="246379">
                  <a:moveTo>
                    <a:pt x="381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22250"/>
                  </a:lnTo>
                  <a:close/>
                </a:path>
                <a:path w="3809" h="246379">
                  <a:moveTo>
                    <a:pt x="3810" y="22860"/>
                  </a:moveTo>
                  <a:lnTo>
                    <a:pt x="0" y="2286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2860"/>
                  </a:lnTo>
                  <a:close/>
                </a:path>
                <a:path w="3809" h="24637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09" h="24637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09" h="246379">
                  <a:moveTo>
                    <a:pt x="3810" y="11430"/>
                  </a:moveTo>
                  <a:lnTo>
                    <a:pt x="0" y="1143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1430"/>
                  </a:lnTo>
                  <a:close/>
                </a:path>
                <a:path w="3809" h="246379">
                  <a:moveTo>
                    <a:pt x="3810" y="5080"/>
                  </a:moveTo>
                  <a:lnTo>
                    <a:pt x="0" y="5080"/>
                  </a:lnTo>
                  <a:lnTo>
                    <a:pt x="0" y="11417"/>
                  </a:lnTo>
                  <a:lnTo>
                    <a:pt x="3810" y="11417"/>
                  </a:lnTo>
                  <a:lnTo>
                    <a:pt x="3810" y="5080"/>
                  </a:lnTo>
                  <a:close/>
                </a:path>
                <a:path w="3809" h="246379">
                  <a:moveTo>
                    <a:pt x="3810" y="0"/>
                  </a:moveTo>
                  <a:lnTo>
                    <a:pt x="0" y="0"/>
                  </a:lnTo>
                  <a:lnTo>
                    <a:pt x="0" y="5067"/>
                  </a:lnTo>
                  <a:lnTo>
                    <a:pt x="3810" y="506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0" name="object 3170"/>
            <p:cNvSpPr/>
            <p:nvPr/>
          </p:nvSpPr>
          <p:spPr>
            <a:xfrm>
              <a:off x="6540500" y="5215889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09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0" y="126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0"/>
                  </a:lnTo>
                  <a:close/>
                </a:path>
                <a:path w="3809" h="248920">
                  <a:moveTo>
                    <a:pt x="380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6349"/>
                  </a:lnTo>
                  <a:close/>
                </a:path>
                <a:path w="3809" h="248920">
                  <a:moveTo>
                    <a:pt x="3809" y="12699"/>
                  </a:moveTo>
                  <a:lnTo>
                    <a:pt x="0" y="12699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2699"/>
                  </a:lnTo>
                  <a:close/>
                </a:path>
                <a:path w="3809" h="248920">
                  <a:moveTo>
                    <a:pt x="3809" y="17779"/>
                  </a:moveTo>
                  <a:lnTo>
                    <a:pt x="0" y="17779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7779"/>
                  </a:lnTo>
                  <a:close/>
                </a:path>
                <a:path w="3809" h="248920">
                  <a:moveTo>
                    <a:pt x="3809" y="20319"/>
                  </a:moveTo>
                  <a:lnTo>
                    <a:pt x="0" y="20319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20319"/>
                  </a:lnTo>
                  <a:close/>
                </a:path>
                <a:path w="3809" h="248920">
                  <a:moveTo>
                    <a:pt x="3809" y="24129"/>
                  </a:moveTo>
                  <a:lnTo>
                    <a:pt x="0" y="24129"/>
                  </a:lnTo>
                  <a:lnTo>
                    <a:pt x="0" y="223519"/>
                  </a:lnTo>
                  <a:lnTo>
                    <a:pt x="3809" y="223519"/>
                  </a:lnTo>
                  <a:lnTo>
                    <a:pt x="3809" y="24129"/>
                  </a:lnTo>
                  <a:close/>
                </a:path>
                <a:path w="3809" h="248920">
                  <a:moveTo>
                    <a:pt x="3809" y="223519"/>
                  </a:moveTo>
                  <a:lnTo>
                    <a:pt x="0" y="223519"/>
                  </a:lnTo>
                  <a:lnTo>
                    <a:pt x="0" y="227329"/>
                  </a:lnTo>
                  <a:lnTo>
                    <a:pt x="3809" y="227329"/>
                  </a:lnTo>
                  <a:lnTo>
                    <a:pt x="3809" y="223519"/>
                  </a:lnTo>
                  <a:close/>
                </a:path>
                <a:path w="3809" h="248920">
                  <a:moveTo>
                    <a:pt x="3809" y="227329"/>
                  </a:moveTo>
                  <a:lnTo>
                    <a:pt x="0" y="227329"/>
                  </a:lnTo>
                  <a:lnTo>
                    <a:pt x="0" y="229869"/>
                  </a:lnTo>
                  <a:lnTo>
                    <a:pt x="3809" y="229869"/>
                  </a:lnTo>
                  <a:lnTo>
                    <a:pt x="3809" y="227329"/>
                  </a:lnTo>
                  <a:close/>
                </a:path>
                <a:path w="3809" h="248920">
                  <a:moveTo>
                    <a:pt x="3809" y="229869"/>
                  </a:moveTo>
                  <a:lnTo>
                    <a:pt x="0" y="229869"/>
                  </a:lnTo>
                  <a:lnTo>
                    <a:pt x="0" y="233679"/>
                  </a:lnTo>
                  <a:lnTo>
                    <a:pt x="3809" y="233679"/>
                  </a:lnTo>
                  <a:lnTo>
                    <a:pt x="3809" y="229869"/>
                  </a:lnTo>
                  <a:close/>
                </a:path>
                <a:path w="3809" h="248920">
                  <a:moveTo>
                    <a:pt x="3809" y="233679"/>
                  </a:moveTo>
                  <a:lnTo>
                    <a:pt x="0" y="233679"/>
                  </a:lnTo>
                  <a:lnTo>
                    <a:pt x="0" y="236219"/>
                  </a:lnTo>
                  <a:lnTo>
                    <a:pt x="3809" y="236219"/>
                  </a:lnTo>
                  <a:lnTo>
                    <a:pt x="3809" y="233679"/>
                  </a:lnTo>
                  <a:close/>
                </a:path>
                <a:path w="3809" h="248920">
                  <a:moveTo>
                    <a:pt x="3809" y="236219"/>
                  </a:moveTo>
                  <a:lnTo>
                    <a:pt x="0" y="236219"/>
                  </a:lnTo>
                  <a:lnTo>
                    <a:pt x="0" y="240029"/>
                  </a:lnTo>
                  <a:lnTo>
                    <a:pt x="3809" y="240029"/>
                  </a:lnTo>
                  <a:lnTo>
                    <a:pt x="3809" y="236219"/>
                  </a:lnTo>
                  <a:close/>
                </a:path>
                <a:path w="3809" h="248920">
                  <a:moveTo>
                    <a:pt x="3809" y="240029"/>
                  </a:moveTo>
                  <a:lnTo>
                    <a:pt x="0" y="240029"/>
                  </a:lnTo>
                  <a:lnTo>
                    <a:pt x="0" y="242569"/>
                  </a:lnTo>
                  <a:lnTo>
                    <a:pt x="3809" y="242569"/>
                  </a:lnTo>
                  <a:lnTo>
                    <a:pt x="3809" y="240029"/>
                  </a:lnTo>
                  <a:close/>
                </a:path>
                <a:path w="3809" h="248920">
                  <a:moveTo>
                    <a:pt x="3809" y="242569"/>
                  </a:moveTo>
                  <a:lnTo>
                    <a:pt x="0" y="242569"/>
                  </a:lnTo>
                  <a:lnTo>
                    <a:pt x="0" y="246379"/>
                  </a:lnTo>
                  <a:lnTo>
                    <a:pt x="3809" y="246379"/>
                  </a:lnTo>
                  <a:lnTo>
                    <a:pt x="3809" y="242569"/>
                  </a:lnTo>
                  <a:close/>
                </a:path>
                <a:path w="3809" h="248920">
                  <a:moveTo>
                    <a:pt x="3809" y="246379"/>
                  </a:moveTo>
                  <a:lnTo>
                    <a:pt x="0" y="246379"/>
                  </a:lnTo>
                  <a:lnTo>
                    <a:pt x="0" y="247649"/>
                  </a:lnTo>
                  <a:lnTo>
                    <a:pt x="1270" y="247649"/>
                  </a:lnTo>
                  <a:lnTo>
                    <a:pt x="1270" y="248919"/>
                  </a:lnTo>
                  <a:lnTo>
                    <a:pt x="3809" y="248919"/>
                  </a:lnTo>
                  <a:lnTo>
                    <a:pt x="3809" y="246379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1" name="object 3171"/>
            <p:cNvSpPr/>
            <p:nvPr/>
          </p:nvSpPr>
          <p:spPr>
            <a:xfrm>
              <a:off x="6544297" y="5215902"/>
              <a:ext cx="4445" cy="248920"/>
            </a:xfrm>
            <a:custGeom>
              <a:avLst/>
              <a:gdLst/>
              <a:ahLst/>
              <a:cxnLst/>
              <a:rect l="l" t="t" r="r" b="b"/>
              <a:pathLst>
                <a:path w="4445" h="248920">
                  <a:moveTo>
                    <a:pt x="3822" y="246380"/>
                  </a:moveTo>
                  <a:lnTo>
                    <a:pt x="0" y="246380"/>
                  </a:lnTo>
                  <a:lnTo>
                    <a:pt x="0" y="248907"/>
                  </a:lnTo>
                  <a:lnTo>
                    <a:pt x="3822" y="248907"/>
                  </a:lnTo>
                  <a:lnTo>
                    <a:pt x="3822" y="246380"/>
                  </a:lnTo>
                  <a:close/>
                </a:path>
                <a:path w="4445" h="248920">
                  <a:moveTo>
                    <a:pt x="3822" y="242570"/>
                  </a:moveTo>
                  <a:lnTo>
                    <a:pt x="0" y="242570"/>
                  </a:lnTo>
                  <a:lnTo>
                    <a:pt x="0" y="246367"/>
                  </a:lnTo>
                  <a:lnTo>
                    <a:pt x="3822" y="246367"/>
                  </a:lnTo>
                  <a:lnTo>
                    <a:pt x="3822" y="242570"/>
                  </a:lnTo>
                  <a:close/>
                </a:path>
                <a:path w="4445" h="248920">
                  <a:moveTo>
                    <a:pt x="3822" y="240030"/>
                  </a:moveTo>
                  <a:lnTo>
                    <a:pt x="0" y="240030"/>
                  </a:lnTo>
                  <a:lnTo>
                    <a:pt x="0" y="242557"/>
                  </a:lnTo>
                  <a:lnTo>
                    <a:pt x="3822" y="242557"/>
                  </a:lnTo>
                  <a:lnTo>
                    <a:pt x="3822" y="240030"/>
                  </a:lnTo>
                  <a:close/>
                </a:path>
                <a:path w="4445" h="248920">
                  <a:moveTo>
                    <a:pt x="3822" y="236220"/>
                  </a:moveTo>
                  <a:lnTo>
                    <a:pt x="0" y="236220"/>
                  </a:lnTo>
                  <a:lnTo>
                    <a:pt x="0" y="240017"/>
                  </a:lnTo>
                  <a:lnTo>
                    <a:pt x="3822" y="240017"/>
                  </a:lnTo>
                  <a:lnTo>
                    <a:pt x="3822" y="236220"/>
                  </a:lnTo>
                  <a:close/>
                </a:path>
                <a:path w="4445" h="248920">
                  <a:moveTo>
                    <a:pt x="3822" y="233680"/>
                  </a:moveTo>
                  <a:lnTo>
                    <a:pt x="0" y="233680"/>
                  </a:lnTo>
                  <a:lnTo>
                    <a:pt x="0" y="236207"/>
                  </a:lnTo>
                  <a:lnTo>
                    <a:pt x="3822" y="236207"/>
                  </a:lnTo>
                  <a:lnTo>
                    <a:pt x="3822" y="233680"/>
                  </a:lnTo>
                  <a:close/>
                </a:path>
                <a:path w="4445" h="248920">
                  <a:moveTo>
                    <a:pt x="3822" y="229870"/>
                  </a:moveTo>
                  <a:lnTo>
                    <a:pt x="0" y="229870"/>
                  </a:lnTo>
                  <a:lnTo>
                    <a:pt x="0" y="233667"/>
                  </a:lnTo>
                  <a:lnTo>
                    <a:pt x="3822" y="233667"/>
                  </a:lnTo>
                  <a:lnTo>
                    <a:pt x="3822" y="229870"/>
                  </a:lnTo>
                  <a:close/>
                </a:path>
                <a:path w="4445" h="248920">
                  <a:moveTo>
                    <a:pt x="3822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3822" y="229857"/>
                  </a:lnTo>
                  <a:lnTo>
                    <a:pt x="3822" y="227330"/>
                  </a:lnTo>
                  <a:close/>
                </a:path>
                <a:path w="4445" h="248920">
                  <a:moveTo>
                    <a:pt x="3822" y="223520"/>
                  </a:moveTo>
                  <a:lnTo>
                    <a:pt x="0" y="223520"/>
                  </a:lnTo>
                  <a:lnTo>
                    <a:pt x="0" y="227317"/>
                  </a:lnTo>
                  <a:lnTo>
                    <a:pt x="3822" y="227317"/>
                  </a:lnTo>
                  <a:lnTo>
                    <a:pt x="3822" y="223520"/>
                  </a:lnTo>
                  <a:close/>
                </a:path>
                <a:path w="4445" h="248920">
                  <a:moveTo>
                    <a:pt x="3822" y="24130"/>
                  </a:moveTo>
                  <a:lnTo>
                    <a:pt x="0" y="24130"/>
                  </a:lnTo>
                  <a:lnTo>
                    <a:pt x="0" y="223507"/>
                  </a:lnTo>
                  <a:lnTo>
                    <a:pt x="3822" y="223507"/>
                  </a:lnTo>
                  <a:lnTo>
                    <a:pt x="3822" y="24130"/>
                  </a:lnTo>
                  <a:close/>
                </a:path>
                <a:path w="4445" h="248920">
                  <a:moveTo>
                    <a:pt x="3822" y="20320"/>
                  </a:moveTo>
                  <a:lnTo>
                    <a:pt x="0" y="20320"/>
                  </a:lnTo>
                  <a:lnTo>
                    <a:pt x="0" y="24117"/>
                  </a:lnTo>
                  <a:lnTo>
                    <a:pt x="3822" y="24117"/>
                  </a:lnTo>
                  <a:lnTo>
                    <a:pt x="3822" y="20320"/>
                  </a:lnTo>
                  <a:close/>
                </a:path>
                <a:path w="4445" h="248920">
                  <a:moveTo>
                    <a:pt x="3822" y="17780"/>
                  </a:moveTo>
                  <a:lnTo>
                    <a:pt x="0" y="17780"/>
                  </a:lnTo>
                  <a:lnTo>
                    <a:pt x="0" y="20307"/>
                  </a:lnTo>
                  <a:lnTo>
                    <a:pt x="3822" y="20307"/>
                  </a:lnTo>
                  <a:lnTo>
                    <a:pt x="3822" y="17780"/>
                  </a:lnTo>
                  <a:close/>
                </a:path>
                <a:path w="4445" h="248920">
                  <a:moveTo>
                    <a:pt x="3822" y="12700"/>
                  </a:moveTo>
                  <a:lnTo>
                    <a:pt x="0" y="12700"/>
                  </a:lnTo>
                  <a:lnTo>
                    <a:pt x="0" y="17767"/>
                  </a:lnTo>
                  <a:lnTo>
                    <a:pt x="3822" y="17767"/>
                  </a:lnTo>
                  <a:lnTo>
                    <a:pt x="3822" y="12700"/>
                  </a:lnTo>
                  <a:close/>
                </a:path>
                <a:path w="4445" h="248920">
                  <a:moveTo>
                    <a:pt x="3822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22" y="12687"/>
                  </a:lnTo>
                  <a:lnTo>
                    <a:pt x="3822" y="6350"/>
                  </a:lnTo>
                  <a:close/>
                </a:path>
                <a:path w="4445" h="248920">
                  <a:moveTo>
                    <a:pt x="3822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22" y="6337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8E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2" name="object 3172"/>
            <p:cNvSpPr/>
            <p:nvPr/>
          </p:nvSpPr>
          <p:spPr>
            <a:xfrm>
              <a:off x="6548120" y="5215902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6380"/>
                  </a:moveTo>
                  <a:lnTo>
                    <a:pt x="0" y="246380"/>
                  </a:lnTo>
                  <a:lnTo>
                    <a:pt x="0" y="248907"/>
                  </a:lnTo>
                  <a:lnTo>
                    <a:pt x="3810" y="248907"/>
                  </a:lnTo>
                  <a:lnTo>
                    <a:pt x="3810" y="246380"/>
                  </a:lnTo>
                  <a:close/>
                </a:path>
                <a:path w="3809" h="248920">
                  <a:moveTo>
                    <a:pt x="3810" y="242570"/>
                  </a:moveTo>
                  <a:lnTo>
                    <a:pt x="0" y="242570"/>
                  </a:lnTo>
                  <a:lnTo>
                    <a:pt x="0" y="246367"/>
                  </a:lnTo>
                  <a:lnTo>
                    <a:pt x="3810" y="246367"/>
                  </a:lnTo>
                  <a:lnTo>
                    <a:pt x="3810" y="242570"/>
                  </a:lnTo>
                  <a:close/>
                </a:path>
                <a:path w="3809" h="248920">
                  <a:moveTo>
                    <a:pt x="3810" y="240030"/>
                  </a:moveTo>
                  <a:lnTo>
                    <a:pt x="0" y="240030"/>
                  </a:lnTo>
                  <a:lnTo>
                    <a:pt x="0" y="242557"/>
                  </a:lnTo>
                  <a:lnTo>
                    <a:pt x="3810" y="242557"/>
                  </a:lnTo>
                  <a:lnTo>
                    <a:pt x="3810" y="240030"/>
                  </a:lnTo>
                  <a:close/>
                </a:path>
                <a:path w="3809" h="248920">
                  <a:moveTo>
                    <a:pt x="3810" y="236220"/>
                  </a:moveTo>
                  <a:lnTo>
                    <a:pt x="0" y="236220"/>
                  </a:lnTo>
                  <a:lnTo>
                    <a:pt x="0" y="240017"/>
                  </a:lnTo>
                  <a:lnTo>
                    <a:pt x="3810" y="240017"/>
                  </a:lnTo>
                  <a:lnTo>
                    <a:pt x="3810" y="236220"/>
                  </a:lnTo>
                  <a:close/>
                </a:path>
                <a:path w="3809" h="248920">
                  <a:moveTo>
                    <a:pt x="3810" y="233680"/>
                  </a:moveTo>
                  <a:lnTo>
                    <a:pt x="0" y="233680"/>
                  </a:lnTo>
                  <a:lnTo>
                    <a:pt x="0" y="236207"/>
                  </a:lnTo>
                  <a:lnTo>
                    <a:pt x="3810" y="236207"/>
                  </a:lnTo>
                  <a:lnTo>
                    <a:pt x="3810" y="233680"/>
                  </a:lnTo>
                  <a:close/>
                </a:path>
                <a:path w="3809" h="248920">
                  <a:moveTo>
                    <a:pt x="3810" y="229870"/>
                  </a:moveTo>
                  <a:lnTo>
                    <a:pt x="0" y="229870"/>
                  </a:lnTo>
                  <a:lnTo>
                    <a:pt x="0" y="233667"/>
                  </a:lnTo>
                  <a:lnTo>
                    <a:pt x="3810" y="233667"/>
                  </a:lnTo>
                  <a:lnTo>
                    <a:pt x="3810" y="229870"/>
                  </a:lnTo>
                  <a:close/>
                </a:path>
                <a:path w="3809" h="248920">
                  <a:moveTo>
                    <a:pt x="3810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3810" y="229857"/>
                  </a:lnTo>
                  <a:lnTo>
                    <a:pt x="3810" y="227330"/>
                  </a:lnTo>
                  <a:close/>
                </a:path>
                <a:path w="3809" h="248920">
                  <a:moveTo>
                    <a:pt x="3810" y="223520"/>
                  </a:moveTo>
                  <a:lnTo>
                    <a:pt x="0" y="223520"/>
                  </a:lnTo>
                  <a:lnTo>
                    <a:pt x="0" y="227317"/>
                  </a:lnTo>
                  <a:lnTo>
                    <a:pt x="3810" y="227317"/>
                  </a:lnTo>
                  <a:lnTo>
                    <a:pt x="3810" y="223520"/>
                  </a:lnTo>
                  <a:close/>
                </a:path>
                <a:path w="3809" h="248920">
                  <a:moveTo>
                    <a:pt x="3810" y="24130"/>
                  </a:moveTo>
                  <a:lnTo>
                    <a:pt x="0" y="24130"/>
                  </a:lnTo>
                  <a:lnTo>
                    <a:pt x="0" y="223507"/>
                  </a:lnTo>
                  <a:lnTo>
                    <a:pt x="3810" y="223507"/>
                  </a:lnTo>
                  <a:lnTo>
                    <a:pt x="3810" y="24130"/>
                  </a:lnTo>
                  <a:close/>
                </a:path>
                <a:path w="3809" h="248920">
                  <a:moveTo>
                    <a:pt x="3810" y="20320"/>
                  </a:moveTo>
                  <a:lnTo>
                    <a:pt x="0" y="20320"/>
                  </a:lnTo>
                  <a:lnTo>
                    <a:pt x="0" y="24117"/>
                  </a:lnTo>
                  <a:lnTo>
                    <a:pt x="3810" y="24117"/>
                  </a:lnTo>
                  <a:lnTo>
                    <a:pt x="3810" y="20320"/>
                  </a:lnTo>
                  <a:close/>
                </a:path>
                <a:path w="3809" h="248920">
                  <a:moveTo>
                    <a:pt x="3810" y="17780"/>
                  </a:moveTo>
                  <a:lnTo>
                    <a:pt x="0" y="17780"/>
                  </a:lnTo>
                  <a:lnTo>
                    <a:pt x="0" y="20307"/>
                  </a:lnTo>
                  <a:lnTo>
                    <a:pt x="3810" y="20307"/>
                  </a:lnTo>
                  <a:lnTo>
                    <a:pt x="3810" y="17780"/>
                  </a:lnTo>
                  <a:close/>
                </a:path>
                <a:path w="3809" h="248920">
                  <a:moveTo>
                    <a:pt x="3810" y="12700"/>
                  </a:moveTo>
                  <a:lnTo>
                    <a:pt x="0" y="12700"/>
                  </a:lnTo>
                  <a:lnTo>
                    <a:pt x="0" y="17767"/>
                  </a:lnTo>
                  <a:lnTo>
                    <a:pt x="3810" y="17767"/>
                  </a:lnTo>
                  <a:lnTo>
                    <a:pt x="3810" y="12700"/>
                  </a:lnTo>
                  <a:close/>
                </a:path>
                <a:path w="3809" h="2489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3" name="object 3173"/>
            <p:cNvSpPr/>
            <p:nvPr/>
          </p:nvSpPr>
          <p:spPr>
            <a:xfrm>
              <a:off x="6551930" y="5215902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6380"/>
                  </a:moveTo>
                  <a:lnTo>
                    <a:pt x="0" y="246380"/>
                  </a:lnTo>
                  <a:lnTo>
                    <a:pt x="0" y="248907"/>
                  </a:lnTo>
                  <a:lnTo>
                    <a:pt x="3810" y="248907"/>
                  </a:lnTo>
                  <a:lnTo>
                    <a:pt x="3810" y="246380"/>
                  </a:lnTo>
                  <a:close/>
                </a:path>
                <a:path w="3809" h="248920">
                  <a:moveTo>
                    <a:pt x="3810" y="242570"/>
                  </a:moveTo>
                  <a:lnTo>
                    <a:pt x="0" y="242570"/>
                  </a:lnTo>
                  <a:lnTo>
                    <a:pt x="0" y="246367"/>
                  </a:lnTo>
                  <a:lnTo>
                    <a:pt x="3810" y="246367"/>
                  </a:lnTo>
                  <a:lnTo>
                    <a:pt x="3810" y="242570"/>
                  </a:lnTo>
                  <a:close/>
                </a:path>
                <a:path w="3809" h="248920">
                  <a:moveTo>
                    <a:pt x="3810" y="240030"/>
                  </a:moveTo>
                  <a:lnTo>
                    <a:pt x="0" y="240030"/>
                  </a:lnTo>
                  <a:lnTo>
                    <a:pt x="0" y="242557"/>
                  </a:lnTo>
                  <a:lnTo>
                    <a:pt x="3810" y="242557"/>
                  </a:lnTo>
                  <a:lnTo>
                    <a:pt x="3810" y="240030"/>
                  </a:lnTo>
                  <a:close/>
                </a:path>
                <a:path w="3809" h="248920">
                  <a:moveTo>
                    <a:pt x="3810" y="236220"/>
                  </a:moveTo>
                  <a:lnTo>
                    <a:pt x="0" y="236220"/>
                  </a:lnTo>
                  <a:lnTo>
                    <a:pt x="0" y="240017"/>
                  </a:lnTo>
                  <a:lnTo>
                    <a:pt x="3810" y="240017"/>
                  </a:lnTo>
                  <a:lnTo>
                    <a:pt x="3810" y="236220"/>
                  </a:lnTo>
                  <a:close/>
                </a:path>
                <a:path w="3809" h="248920">
                  <a:moveTo>
                    <a:pt x="3810" y="233680"/>
                  </a:moveTo>
                  <a:lnTo>
                    <a:pt x="0" y="233680"/>
                  </a:lnTo>
                  <a:lnTo>
                    <a:pt x="0" y="236207"/>
                  </a:lnTo>
                  <a:lnTo>
                    <a:pt x="3810" y="236207"/>
                  </a:lnTo>
                  <a:lnTo>
                    <a:pt x="3810" y="233680"/>
                  </a:lnTo>
                  <a:close/>
                </a:path>
                <a:path w="3809" h="248920">
                  <a:moveTo>
                    <a:pt x="3810" y="229870"/>
                  </a:moveTo>
                  <a:lnTo>
                    <a:pt x="0" y="229870"/>
                  </a:lnTo>
                  <a:lnTo>
                    <a:pt x="0" y="233667"/>
                  </a:lnTo>
                  <a:lnTo>
                    <a:pt x="3810" y="233667"/>
                  </a:lnTo>
                  <a:lnTo>
                    <a:pt x="3810" y="229870"/>
                  </a:lnTo>
                  <a:close/>
                </a:path>
                <a:path w="3809" h="248920">
                  <a:moveTo>
                    <a:pt x="3810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3810" y="229857"/>
                  </a:lnTo>
                  <a:lnTo>
                    <a:pt x="3810" y="227330"/>
                  </a:lnTo>
                  <a:close/>
                </a:path>
                <a:path w="3809" h="248920">
                  <a:moveTo>
                    <a:pt x="3810" y="223520"/>
                  </a:moveTo>
                  <a:lnTo>
                    <a:pt x="0" y="223520"/>
                  </a:lnTo>
                  <a:lnTo>
                    <a:pt x="0" y="227317"/>
                  </a:lnTo>
                  <a:lnTo>
                    <a:pt x="3810" y="227317"/>
                  </a:lnTo>
                  <a:lnTo>
                    <a:pt x="3810" y="223520"/>
                  </a:lnTo>
                  <a:close/>
                </a:path>
                <a:path w="3809" h="248920">
                  <a:moveTo>
                    <a:pt x="3810" y="24130"/>
                  </a:moveTo>
                  <a:lnTo>
                    <a:pt x="0" y="24130"/>
                  </a:lnTo>
                  <a:lnTo>
                    <a:pt x="0" y="223507"/>
                  </a:lnTo>
                  <a:lnTo>
                    <a:pt x="3810" y="223507"/>
                  </a:lnTo>
                  <a:lnTo>
                    <a:pt x="3810" y="24130"/>
                  </a:lnTo>
                  <a:close/>
                </a:path>
                <a:path w="3809" h="248920">
                  <a:moveTo>
                    <a:pt x="3810" y="20320"/>
                  </a:moveTo>
                  <a:lnTo>
                    <a:pt x="0" y="20320"/>
                  </a:lnTo>
                  <a:lnTo>
                    <a:pt x="0" y="24117"/>
                  </a:lnTo>
                  <a:lnTo>
                    <a:pt x="3810" y="24117"/>
                  </a:lnTo>
                  <a:lnTo>
                    <a:pt x="3810" y="20320"/>
                  </a:lnTo>
                  <a:close/>
                </a:path>
                <a:path w="3809" h="248920">
                  <a:moveTo>
                    <a:pt x="3810" y="17780"/>
                  </a:moveTo>
                  <a:lnTo>
                    <a:pt x="0" y="17780"/>
                  </a:lnTo>
                  <a:lnTo>
                    <a:pt x="0" y="20307"/>
                  </a:lnTo>
                  <a:lnTo>
                    <a:pt x="3810" y="20307"/>
                  </a:lnTo>
                  <a:lnTo>
                    <a:pt x="3810" y="17780"/>
                  </a:lnTo>
                  <a:close/>
                </a:path>
                <a:path w="3809" h="248920">
                  <a:moveTo>
                    <a:pt x="3810" y="12700"/>
                  </a:moveTo>
                  <a:lnTo>
                    <a:pt x="0" y="12700"/>
                  </a:lnTo>
                  <a:lnTo>
                    <a:pt x="0" y="17767"/>
                  </a:lnTo>
                  <a:lnTo>
                    <a:pt x="3810" y="17767"/>
                  </a:lnTo>
                  <a:lnTo>
                    <a:pt x="3810" y="12700"/>
                  </a:lnTo>
                  <a:close/>
                </a:path>
                <a:path w="3809" h="2489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4" name="object 3174"/>
            <p:cNvSpPr/>
            <p:nvPr/>
          </p:nvSpPr>
          <p:spPr>
            <a:xfrm>
              <a:off x="6555740" y="5215902"/>
              <a:ext cx="2540" cy="248920"/>
            </a:xfrm>
            <a:custGeom>
              <a:avLst/>
              <a:gdLst/>
              <a:ahLst/>
              <a:cxnLst/>
              <a:rect l="l" t="t" r="r" b="b"/>
              <a:pathLst>
                <a:path w="2540" h="248920">
                  <a:moveTo>
                    <a:pt x="2540" y="246380"/>
                  </a:moveTo>
                  <a:lnTo>
                    <a:pt x="0" y="246380"/>
                  </a:lnTo>
                  <a:lnTo>
                    <a:pt x="0" y="248907"/>
                  </a:lnTo>
                  <a:lnTo>
                    <a:pt x="2540" y="248907"/>
                  </a:lnTo>
                  <a:lnTo>
                    <a:pt x="2540" y="246380"/>
                  </a:lnTo>
                  <a:close/>
                </a:path>
                <a:path w="2540" h="248920">
                  <a:moveTo>
                    <a:pt x="2540" y="242570"/>
                  </a:moveTo>
                  <a:lnTo>
                    <a:pt x="0" y="242570"/>
                  </a:lnTo>
                  <a:lnTo>
                    <a:pt x="0" y="246367"/>
                  </a:lnTo>
                  <a:lnTo>
                    <a:pt x="2540" y="246367"/>
                  </a:lnTo>
                  <a:lnTo>
                    <a:pt x="2540" y="242570"/>
                  </a:lnTo>
                  <a:close/>
                </a:path>
                <a:path w="2540" h="248920">
                  <a:moveTo>
                    <a:pt x="2540" y="240030"/>
                  </a:moveTo>
                  <a:lnTo>
                    <a:pt x="0" y="240030"/>
                  </a:lnTo>
                  <a:lnTo>
                    <a:pt x="0" y="242557"/>
                  </a:lnTo>
                  <a:lnTo>
                    <a:pt x="2540" y="242557"/>
                  </a:lnTo>
                  <a:lnTo>
                    <a:pt x="2540" y="240030"/>
                  </a:lnTo>
                  <a:close/>
                </a:path>
                <a:path w="2540" h="248920">
                  <a:moveTo>
                    <a:pt x="2540" y="236220"/>
                  </a:moveTo>
                  <a:lnTo>
                    <a:pt x="0" y="236220"/>
                  </a:lnTo>
                  <a:lnTo>
                    <a:pt x="0" y="240017"/>
                  </a:lnTo>
                  <a:lnTo>
                    <a:pt x="2540" y="240017"/>
                  </a:lnTo>
                  <a:lnTo>
                    <a:pt x="2540" y="236220"/>
                  </a:lnTo>
                  <a:close/>
                </a:path>
                <a:path w="2540" h="248920">
                  <a:moveTo>
                    <a:pt x="2540" y="233680"/>
                  </a:moveTo>
                  <a:lnTo>
                    <a:pt x="0" y="233680"/>
                  </a:lnTo>
                  <a:lnTo>
                    <a:pt x="0" y="236207"/>
                  </a:lnTo>
                  <a:lnTo>
                    <a:pt x="2540" y="236207"/>
                  </a:lnTo>
                  <a:lnTo>
                    <a:pt x="2540" y="233680"/>
                  </a:lnTo>
                  <a:close/>
                </a:path>
                <a:path w="2540" h="248920">
                  <a:moveTo>
                    <a:pt x="2540" y="229870"/>
                  </a:moveTo>
                  <a:lnTo>
                    <a:pt x="0" y="229870"/>
                  </a:lnTo>
                  <a:lnTo>
                    <a:pt x="0" y="233667"/>
                  </a:lnTo>
                  <a:lnTo>
                    <a:pt x="2540" y="233667"/>
                  </a:lnTo>
                  <a:lnTo>
                    <a:pt x="2540" y="229870"/>
                  </a:lnTo>
                  <a:close/>
                </a:path>
                <a:path w="2540" h="248920">
                  <a:moveTo>
                    <a:pt x="2540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2540" y="229857"/>
                  </a:lnTo>
                  <a:lnTo>
                    <a:pt x="2540" y="227330"/>
                  </a:lnTo>
                  <a:close/>
                </a:path>
                <a:path w="2540" h="248920">
                  <a:moveTo>
                    <a:pt x="2540" y="223520"/>
                  </a:moveTo>
                  <a:lnTo>
                    <a:pt x="0" y="223520"/>
                  </a:lnTo>
                  <a:lnTo>
                    <a:pt x="0" y="227317"/>
                  </a:lnTo>
                  <a:lnTo>
                    <a:pt x="2540" y="227317"/>
                  </a:lnTo>
                  <a:lnTo>
                    <a:pt x="2540" y="223520"/>
                  </a:lnTo>
                  <a:close/>
                </a:path>
                <a:path w="2540" h="248920">
                  <a:moveTo>
                    <a:pt x="2540" y="24130"/>
                  </a:moveTo>
                  <a:lnTo>
                    <a:pt x="0" y="24130"/>
                  </a:lnTo>
                  <a:lnTo>
                    <a:pt x="0" y="223507"/>
                  </a:lnTo>
                  <a:lnTo>
                    <a:pt x="2540" y="223507"/>
                  </a:lnTo>
                  <a:lnTo>
                    <a:pt x="2540" y="24130"/>
                  </a:lnTo>
                  <a:close/>
                </a:path>
                <a:path w="2540" h="248920">
                  <a:moveTo>
                    <a:pt x="2540" y="20320"/>
                  </a:moveTo>
                  <a:lnTo>
                    <a:pt x="0" y="20320"/>
                  </a:lnTo>
                  <a:lnTo>
                    <a:pt x="0" y="24117"/>
                  </a:lnTo>
                  <a:lnTo>
                    <a:pt x="2540" y="24117"/>
                  </a:lnTo>
                  <a:lnTo>
                    <a:pt x="2540" y="20320"/>
                  </a:lnTo>
                  <a:close/>
                </a:path>
                <a:path w="2540" h="248920">
                  <a:moveTo>
                    <a:pt x="2540" y="17780"/>
                  </a:moveTo>
                  <a:lnTo>
                    <a:pt x="0" y="17780"/>
                  </a:lnTo>
                  <a:lnTo>
                    <a:pt x="0" y="20307"/>
                  </a:lnTo>
                  <a:lnTo>
                    <a:pt x="2540" y="20307"/>
                  </a:lnTo>
                  <a:lnTo>
                    <a:pt x="2540" y="17780"/>
                  </a:lnTo>
                  <a:close/>
                </a:path>
                <a:path w="2540" h="248920">
                  <a:moveTo>
                    <a:pt x="2540" y="12700"/>
                  </a:moveTo>
                  <a:lnTo>
                    <a:pt x="0" y="12700"/>
                  </a:lnTo>
                  <a:lnTo>
                    <a:pt x="0" y="17767"/>
                  </a:lnTo>
                  <a:lnTo>
                    <a:pt x="2540" y="17767"/>
                  </a:lnTo>
                  <a:lnTo>
                    <a:pt x="2540" y="12700"/>
                  </a:lnTo>
                  <a:close/>
                </a:path>
                <a:path w="2540" h="248920">
                  <a:moveTo>
                    <a:pt x="254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6350"/>
                  </a:lnTo>
                  <a:close/>
                </a:path>
                <a:path w="2540" h="248920">
                  <a:moveTo>
                    <a:pt x="254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8799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5" name="object 3175"/>
            <p:cNvSpPr/>
            <p:nvPr/>
          </p:nvSpPr>
          <p:spPr>
            <a:xfrm>
              <a:off x="6558280" y="5215902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6380"/>
                  </a:moveTo>
                  <a:lnTo>
                    <a:pt x="0" y="246380"/>
                  </a:lnTo>
                  <a:lnTo>
                    <a:pt x="0" y="248907"/>
                  </a:lnTo>
                  <a:lnTo>
                    <a:pt x="3810" y="248907"/>
                  </a:lnTo>
                  <a:lnTo>
                    <a:pt x="3810" y="246380"/>
                  </a:lnTo>
                  <a:close/>
                </a:path>
                <a:path w="3809" h="248920">
                  <a:moveTo>
                    <a:pt x="3810" y="242570"/>
                  </a:moveTo>
                  <a:lnTo>
                    <a:pt x="0" y="242570"/>
                  </a:lnTo>
                  <a:lnTo>
                    <a:pt x="0" y="246367"/>
                  </a:lnTo>
                  <a:lnTo>
                    <a:pt x="3810" y="246367"/>
                  </a:lnTo>
                  <a:lnTo>
                    <a:pt x="3810" y="242570"/>
                  </a:lnTo>
                  <a:close/>
                </a:path>
                <a:path w="3809" h="248920">
                  <a:moveTo>
                    <a:pt x="3810" y="240030"/>
                  </a:moveTo>
                  <a:lnTo>
                    <a:pt x="0" y="240030"/>
                  </a:lnTo>
                  <a:lnTo>
                    <a:pt x="0" y="242557"/>
                  </a:lnTo>
                  <a:lnTo>
                    <a:pt x="3810" y="242557"/>
                  </a:lnTo>
                  <a:lnTo>
                    <a:pt x="3810" y="240030"/>
                  </a:lnTo>
                  <a:close/>
                </a:path>
                <a:path w="3809" h="248920">
                  <a:moveTo>
                    <a:pt x="3810" y="236220"/>
                  </a:moveTo>
                  <a:lnTo>
                    <a:pt x="0" y="236220"/>
                  </a:lnTo>
                  <a:lnTo>
                    <a:pt x="0" y="240017"/>
                  </a:lnTo>
                  <a:lnTo>
                    <a:pt x="3810" y="240017"/>
                  </a:lnTo>
                  <a:lnTo>
                    <a:pt x="3810" y="236220"/>
                  </a:lnTo>
                  <a:close/>
                </a:path>
                <a:path w="3809" h="248920">
                  <a:moveTo>
                    <a:pt x="3810" y="233680"/>
                  </a:moveTo>
                  <a:lnTo>
                    <a:pt x="0" y="233680"/>
                  </a:lnTo>
                  <a:lnTo>
                    <a:pt x="0" y="236207"/>
                  </a:lnTo>
                  <a:lnTo>
                    <a:pt x="3810" y="236207"/>
                  </a:lnTo>
                  <a:lnTo>
                    <a:pt x="3810" y="233680"/>
                  </a:lnTo>
                  <a:close/>
                </a:path>
                <a:path w="3809" h="248920">
                  <a:moveTo>
                    <a:pt x="3810" y="229870"/>
                  </a:moveTo>
                  <a:lnTo>
                    <a:pt x="0" y="229870"/>
                  </a:lnTo>
                  <a:lnTo>
                    <a:pt x="0" y="233667"/>
                  </a:lnTo>
                  <a:lnTo>
                    <a:pt x="3810" y="233667"/>
                  </a:lnTo>
                  <a:lnTo>
                    <a:pt x="3810" y="229870"/>
                  </a:lnTo>
                  <a:close/>
                </a:path>
                <a:path w="3809" h="248920">
                  <a:moveTo>
                    <a:pt x="3810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3810" y="229857"/>
                  </a:lnTo>
                  <a:lnTo>
                    <a:pt x="3810" y="227330"/>
                  </a:lnTo>
                  <a:close/>
                </a:path>
                <a:path w="3809" h="248920">
                  <a:moveTo>
                    <a:pt x="3810" y="223520"/>
                  </a:moveTo>
                  <a:lnTo>
                    <a:pt x="0" y="223520"/>
                  </a:lnTo>
                  <a:lnTo>
                    <a:pt x="0" y="227317"/>
                  </a:lnTo>
                  <a:lnTo>
                    <a:pt x="3810" y="227317"/>
                  </a:lnTo>
                  <a:lnTo>
                    <a:pt x="3810" y="223520"/>
                  </a:lnTo>
                  <a:close/>
                </a:path>
                <a:path w="3809" h="248920">
                  <a:moveTo>
                    <a:pt x="3810" y="24130"/>
                  </a:moveTo>
                  <a:lnTo>
                    <a:pt x="0" y="24130"/>
                  </a:lnTo>
                  <a:lnTo>
                    <a:pt x="0" y="223507"/>
                  </a:lnTo>
                  <a:lnTo>
                    <a:pt x="3810" y="223507"/>
                  </a:lnTo>
                  <a:lnTo>
                    <a:pt x="3810" y="24130"/>
                  </a:lnTo>
                  <a:close/>
                </a:path>
                <a:path w="3809" h="248920">
                  <a:moveTo>
                    <a:pt x="3810" y="20320"/>
                  </a:moveTo>
                  <a:lnTo>
                    <a:pt x="0" y="20320"/>
                  </a:lnTo>
                  <a:lnTo>
                    <a:pt x="0" y="24117"/>
                  </a:lnTo>
                  <a:lnTo>
                    <a:pt x="3810" y="24117"/>
                  </a:lnTo>
                  <a:lnTo>
                    <a:pt x="3810" y="20320"/>
                  </a:lnTo>
                  <a:close/>
                </a:path>
                <a:path w="3809" h="248920">
                  <a:moveTo>
                    <a:pt x="3810" y="17780"/>
                  </a:moveTo>
                  <a:lnTo>
                    <a:pt x="0" y="17780"/>
                  </a:lnTo>
                  <a:lnTo>
                    <a:pt x="0" y="20307"/>
                  </a:lnTo>
                  <a:lnTo>
                    <a:pt x="3810" y="20307"/>
                  </a:lnTo>
                  <a:lnTo>
                    <a:pt x="3810" y="17780"/>
                  </a:lnTo>
                  <a:close/>
                </a:path>
                <a:path w="3809" h="248920">
                  <a:moveTo>
                    <a:pt x="3810" y="12700"/>
                  </a:moveTo>
                  <a:lnTo>
                    <a:pt x="0" y="12700"/>
                  </a:lnTo>
                  <a:lnTo>
                    <a:pt x="0" y="17767"/>
                  </a:lnTo>
                  <a:lnTo>
                    <a:pt x="3810" y="17767"/>
                  </a:lnTo>
                  <a:lnTo>
                    <a:pt x="3810" y="12700"/>
                  </a:lnTo>
                  <a:close/>
                </a:path>
                <a:path w="3809" h="2489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496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6" name="object 3176"/>
            <p:cNvSpPr/>
            <p:nvPr/>
          </p:nvSpPr>
          <p:spPr>
            <a:xfrm>
              <a:off x="6562090" y="5215902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6380"/>
                  </a:moveTo>
                  <a:lnTo>
                    <a:pt x="0" y="246380"/>
                  </a:lnTo>
                  <a:lnTo>
                    <a:pt x="0" y="248907"/>
                  </a:lnTo>
                  <a:lnTo>
                    <a:pt x="3810" y="248907"/>
                  </a:lnTo>
                  <a:lnTo>
                    <a:pt x="3810" y="246380"/>
                  </a:lnTo>
                  <a:close/>
                </a:path>
                <a:path w="3809" h="248920">
                  <a:moveTo>
                    <a:pt x="3810" y="242570"/>
                  </a:moveTo>
                  <a:lnTo>
                    <a:pt x="0" y="242570"/>
                  </a:lnTo>
                  <a:lnTo>
                    <a:pt x="0" y="246367"/>
                  </a:lnTo>
                  <a:lnTo>
                    <a:pt x="3810" y="246367"/>
                  </a:lnTo>
                  <a:lnTo>
                    <a:pt x="3810" y="242570"/>
                  </a:lnTo>
                  <a:close/>
                </a:path>
                <a:path w="3809" h="248920">
                  <a:moveTo>
                    <a:pt x="3810" y="240030"/>
                  </a:moveTo>
                  <a:lnTo>
                    <a:pt x="0" y="240030"/>
                  </a:lnTo>
                  <a:lnTo>
                    <a:pt x="0" y="242557"/>
                  </a:lnTo>
                  <a:lnTo>
                    <a:pt x="3810" y="242557"/>
                  </a:lnTo>
                  <a:lnTo>
                    <a:pt x="3810" y="240030"/>
                  </a:lnTo>
                  <a:close/>
                </a:path>
                <a:path w="3809" h="248920">
                  <a:moveTo>
                    <a:pt x="3810" y="236220"/>
                  </a:moveTo>
                  <a:lnTo>
                    <a:pt x="0" y="236220"/>
                  </a:lnTo>
                  <a:lnTo>
                    <a:pt x="0" y="240017"/>
                  </a:lnTo>
                  <a:lnTo>
                    <a:pt x="3810" y="240017"/>
                  </a:lnTo>
                  <a:lnTo>
                    <a:pt x="3810" y="236220"/>
                  </a:lnTo>
                  <a:close/>
                </a:path>
                <a:path w="3809" h="248920">
                  <a:moveTo>
                    <a:pt x="3810" y="233680"/>
                  </a:moveTo>
                  <a:lnTo>
                    <a:pt x="0" y="233680"/>
                  </a:lnTo>
                  <a:lnTo>
                    <a:pt x="0" y="236207"/>
                  </a:lnTo>
                  <a:lnTo>
                    <a:pt x="3810" y="236207"/>
                  </a:lnTo>
                  <a:lnTo>
                    <a:pt x="3810" y="233680"/>
                  </a:lnTo>
                  <a:close/>
                </a:path>
                <a:path w="3809" h="248920">
                  <a:moveTo>
                    <a:pt x="3810" y="229870"/>
                  </a:moveTo>
                  <a:lnTo>
                    <a:pt x="0" y="229870"/>
                  </a:lnTo>
                  <a:lnTo>
                    <a:pt x="0" y="233667"/>
                  </a:lnTo>
                  <a:lnTo>
                    <a:pt x="3810" y="233667"/>
                  </a:lnTo>
                  <a:lnTo>
                    <a:pt x="3810" y="229870"/>
                  </a:lnTo>
                  <a:close/>
                </a:path>
                <a:path w="3809" h="248920">
                  <a:moveTo>
                    <a:pt x="3810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3810" y="229857"/>
                  </a:lnTo>
                  <a:lnTo>
                    <a:pt x="3810" y="227330"/>
                  </a:lnTo>
                  <a:close/>
                </a:path>
                <a:path w="3809" h="248920">
                  <a:moveTo>
                    <a:pt x="3810" y="223520"/>
                  </a:moveTo>
                  <a:lnTo>
                    <a:pt x="0" y="223520"/>
                  </a:lnTo>
                  <a:lnTo>
                    <a:pt x="0" y="227317"/>
                  </a:lnTo>
                  <a:lnTo>
                    <a:pt x="3810" y="227317"/>
                  </a:lnTo>
                  <a:lnTo>
                    <a:pt x="3810" y="223520"/>
                  </a:lnTo>
                  <a:close/>
                </a:path>
                <a:path w="3809" h="248920">
                  <a:moveTo>
                    <a:pt x="3810" y="24130"/>
                  </a:moveTo>
                  <a:lnTo>
                    <a:pt x="0" y="24130"/>
                  </a:lnTo>
                  <a:lnTo>
                    <a:pt x="0" y="223507"/>
                  </a:lnTo>
                  <a:lnTo>
                    <a:pt x="3810" y="223507"/>
                  </a:lnTo>
                  <a:lnTo>
                    <a:pt x="3810" y="24130"/>
                  </a:lnTo>
                  <a:close/>
                </a:path>
                <a:path w="3809" h="248920">
                  <a:moveTo>
                    <a:pt x="3810" y="20320"/>
                  </a:moveTo>
                  <a:lnTo>
                    <a:pt x="0" y="20320"/>
                  </a:lnTo>
                  <a:lnTo>
                    <a:pt x="0" y="24117"/>
                  </a:lnTo>
                  <a:lnTo>
                    <a:pt x="3810" y="24117"/>
                  </a:lnTo>
                  <a:lnTo>
                    <a:pt x="3810" y="20320"/>
                  </a:lnTo>
                  <a:close/>
                </a:path>
                <a:path w="3809" h="248920">
                  <a:moveTo>
                    <a:pt x="3810" y="17780"/>
                  </a:moveTo>
                  <a:lnTo>
                    <a:pt x="0" y="17780"/>
                  </a:lnTo>
                  <a:lnTo>
                    <a:pt x="0" y="20307"/>
                  </a:lnTo>
                  <a:lnTo>
                    <a:pt x="3810" y="20307"/>
                  </a:lnTo>
                  <a:lnTo>
                    <a:pt x="3810" y="17780"/>
                  </a:lnTo>
                  <a:close/>
                </a:path>
                <a:path w="3809" h="248920">
                  <a:moveTo>
                    <a:pt x="3810" y="12700"/>
                  </a:moveTo>
                  <a:lnTo>
                    <a:pt x="0" y="12700"/>
                  </a:lnTo>
                  <a:lnTo>
                    <a:pt x="0" y="17767"/>
                  </a:lnTo>
                  <a:lnTo>
                    <a:pt x="3810" y="17767"/>
                  </a:lnTo>
                  <a:lnTo>
                    <a:pt x="3810" y="12700"/>
                  </a:lnTo>
                  <a:close/>
                </a:path>
                <a:path w="3809" h="2489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19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7" name="object 3177"/>
            <p:cNvSpPr/>
            <p:nvPr/>
          </p:nvSpPr>
          <p:spPr>
            <a:xfrm>
              <a:off x="6565900" y="52146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797" y="250202"/>
                  </a:moveTo>
                  <a:lnTo>
                    <a:pt x="2540" y="250202"/>
                  </a:lnTo>
                  <a:lnTo>
                    <a:pt x="2540" y="251460"/>
                  </a:lnTo>
                  <a:lnTo>
                    <a:pt x="3797" y="251460"/>
                  </a:lnTo>
                  <a:lnTo>
                    <a:pt x="3797" y="250202"/>
                  </a:lnTo>
                  <a:close/>
                </a:path>
                <a:path w="3809" h="251460">
                  <a:moveTo>
                    <a:pt x="3797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3797" y="250190"/>
                  </a:lnTo>
                  <a:lnTo>
                    <a:pt x="3797" y="247662"/>
                  </a:lnTo>
                  <a:close/>
                </a:path>
                <a:path w="3809" h="251460">
                  <a:moveTo>
                    <a:pt x="3797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3797" y="247650"/>
                  </a:lnTo>
                  <a:lnTo>
                    <a:pt x="3797" y="243852"/>
                  </a:lnTo>
                  <a:close/>
                </a:path>
                <a:path w="3809" h="251460">
                  <a:moveTo>
                    <a:pt x="3797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797" y="243840"/>
                  </a:lnTo>
                  <a:lnTo>
                    <a:pt x="3797" y="241312"/>
                  </a:lnTo>
                  <a:close/>
                </a:path>
                <a:path w="3809" h="251460">
                  <a:moveTo>
                    <a:pt x="3797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797" y="241300"/>
                  </a:lnTo>
                  <a:lnTo>
                    <a:pt x="3797" y="237502"/>
                  </a:lnTo>
                  <a:close/>
                </a:path>
                <a:path w="3809" h="251460">
                  <a:moveTo>
                    <a:pt x="3797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797" y="237490"/>
                  </a:lnTo>
                  <a:lnTo>
                    <a:pt x="3797" y="234962"/>
                  </a:lnTo>
                  <a:close/>
                </a:path>
                <a:path w="3809" h="251460">
                  <a:moveTo>
                    <a:pt x="3797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797" y="234950"/>
                  </a:lnTo>
                  <a:lnTo>
                    <a:pt x="3797" y="231152"/>
                  </a:lnTo>
                  <a:close/>
                </a:path>
                <a:path w="3809" h="251460">
                  <a:moveTo>
                    <a:pt x="3797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797" y="231140"/>
                  </a:lnTo>
                  <a:lnTo>
                    <a:pt x="3797" y="228612"/>
                  </a:lnTo>
                  <a:close/>
                </a:path>
                <a:path w="3809" h="251460">
                  <a:moveTo>
                    <a:pt x="3797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797" y="228600"/>
                  </a:lnTo>
                  <a:lnTo>
                    <a:pt x="3797" y="224802"/>
                  </a:lnTo>
                  <a:close/>
                </a:path>
                <a:path w="3809" h="251460">
                  <a:moveTo>
                    <a:pt x="3797" y="25412"/>
                  </a:moveTo>
                  <a:lnTo>
                    <a:pt x="0" y="25412"/>
                  </a:lnTo>
                  <a:lnTo>
                    <a:pt x="0" y="224790"/>
                  </a:lnTo>
                  <a:lnTo>
                    <a:pt x="3797" y="224790"/>
                  </a:lnTo>
                  <a:lnTo>
                    <a:pt x="3797" y="25412"/>
                  </a:lnTo>
                  <a:close/>
                </a:path>
                <a:path w="3809" h="251460">
                  <a:moveTo>
                    <a:pt x="3797" y="21602"/>
                  </a:moveTo>
                  <a:lnTo>
                    <a:pt x="0" y="21602"/>
                  </a:lnTo>
                  <a:lnTo>
                    <a:pt x="0" y="25400"/>
                  </a:lnTo>
                  <a:lnTo>
                    <a:pt x="3797" y="25400"/>
                  </a:lnTo>
                  <a:lnTo>
                    <a:pt x="3797" y="21602"/>
                  </a:lnTo>
                  <a:close/>
                </a:path>
                <a:path w="3809" h="251460">
                  <a:moveTo>
                    <a:pt x="3797" y="19062"/>
                  </a:moveTo>
                  <a:lnTo>
                    <a:pt x="0" y="19062"/>
                  </a:lnTo>
                  <a:lnTo>
                    <a:pt x="0" y="21590"/>
                  </a:lnTo>
                  <a:lnTo>
                    <a:pt x="3797" y="21590"/>
                  </a:lnTo>
                  <a:lnTo>
                    <a:pt x="3797" y="19062"/>
                  </a:lnTo>
                  <a:close/>
                </a:path>
                <a:path w="3809" h="251460">
                  <a:moveTo>
                    <a:pt x="3797" y="13982"/>
                  </a:moveTo>
                  <a:lnTo>
                    <a:pt x="0" y="13982"/>
                  </a:lnTo>
                  <a:lnTo>
                    <a:pt x="0" y="19050"/>
                  </a:lnTo>
                  <a:lnTo>
                    <a:pt x="3797" y="19050"/>
                  </a:lnTo>
                  <a:lnTo>
                    <a:pt x="3797" y="13982"/>
                  </a:lnTo>
                  <a:close/>
                </a:path>
                <a:path w="3809" h="251460">
                  <a:moveTo>
                    <a:pt x="3797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797" y="13970"/>
                  </a:lnTo>
                  <a:lnTo>
                    <a:pt x="3797" y="7632"/>
                  </a:lnTo>
                  <a:close/>
                </a:path>
                <a:path w="3809" h="251460">
                  <a:moveTo>
                    <a:pt x="3797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797" y="7620"/>
                  </a:lnTo>
                  <a:lnTo>
                    <a:pt x="3797" y="1282"/>
                  </a:lnTo>
                  <a:close/>
                </a:path>
                <a:path w="3809" h="251460">
                  <a:moveTo>
                    <a:pt x="3797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3797" y="1270"/>
                  </a:lnTo>
                  <a:lnTo>
                    <a:pt x="3797" y="0"/>
                  </a:lnTo>
                  <a:close/>
                </a:path>
              </a:pathLst>
            </a:custGeom>
            <a:solidFill>
              <a:srgbClr val="7F92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8" name="object 3178"/>
            <p:cNvSpPr/>
            <p:nvPr/>
          </p:nvSpPr>
          <p:spPr>
            <a:xfrm>
              <a:off x="6569697" y="5214619"/>
              <a:ext cx="4445" cy="251460"/>
            </a:xfrm>
            <a:custGeom>
              <a:avLst/>
              <a:gdLst/>
              <a:ahLst/>
              <a:cxnLst/>
              <a:rect l="l" t="t" r="r" b="b"/>
              <a:pathLst>
                <a:path w="4445" h="251460">
                  <a:moveTo>
                    <a:pt x="3822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22" y="251460"/>
                  </a:lnTo>
                  <a:lnTo>
                    <a:pt x="3822" y="250202"/>
                  </a:lnTo>
                  <a:close/>
                </a:path>
                <a:path w="4445" h="251460">
                  <a:moveTo>
                    <a:pt x="3822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3822" y="250190"/>
                  </a:lnTo>
                  <a:lnTo>
                    <a:pt x="3822" y="247662"/>
                  </a:lnTo>
                  <a:close/>
                </a:path>
                <a:path w="4445" h="251460">
                  <a:moveTo>
                    <a:pt x="3822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3822" y="247650"/>
                  </a:lnTo>
                  <a:lnTo>
                    <a:pt x="3822" y="243852"/>
                  </a:lnTo>
                  <a:close/>
                </a:path>
                <a:path w="4445" h="251460">
                  <a:moveTo>
                    <a:pt x="3822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22" y="243840"/>
                  </a:lnTo>
                  <a:lnTo>
                    <a:pt x="3822" y="241312"/>
                  </a:lnTo>
                  <a:close/>
                </a:path>
                <a:path w="4445" h="251460">
                  <a:moveTo>
                    <a:pt x="3822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22" y="241300"/>
                  </a:lnTo>
                  <a:lnTo>
                    <a:pt x="3822" y="237502"/>
                  </a:lnTo>
                  <a:close/>
                </a:path>
                <a:path w="4445" h="251460">
                  <a:moveTo>
                    <a:pt x="3822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22" y="237490"/>
                  </a:lnTo>
                  <a:lnTo>
                    <a:pt x="3822" y="234962"/>
                  </a:lnTo>
                  <a:close/>
                </a:path>
                <a:path w="4445" h="251460">
                  <a:moveTo>
                    <a:pt x="3822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22" y="234950"/>
                  </a:lnTo>
                  <a:lnTo>
                    <a:pt x="3822" y="231152"/>
                  </a:lnTo>
                  <a:close/>
                </a:path>
                <a:path w="4445" h="251460">
                  <a:moveTo>
                    <a:pt x="3822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22" y="231140"/>
                  </a:lnTo>
                  <a:lnTo>
                    <a:pt x="3822" y="228612"/>
                  </a:lnTo>
                  <a:close/>
                </a:path>
                <a:path w="4445" h="251460">
                  <a:moveTo>
                    <a:pt x="3822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822" y="228600"/>
                  </a:lnTo>
                  <a:lnTo>
                    <a:pt x="3822" y="224802"/>
                  </a:lnTo>
                  <a:close/>
                </a:path>
                <a:path w="4445" h="251460">
                  <a:moveTo>
                    <a:pt x="3822" y="25412"/>
                  </a:moveTo>
                  <a:lnTo>
                    <a:pt x="0" y="25412"/>
                  </a:lnTo>
                  <a:lnTo>
                    <a:pt x="0" y="224790"/>
                  </a:lnTo>
                  <a:lnTo>
                    <a:pt x="3822" y="224790"/>
                  </a:lnTo>
                  <a:lnTo>
                    <a:pt x="3822" y="25412"/>
                  </a:lnTo>
                  <a:close/>
                </a:path>
                <a:path w="4445" h="251460">
                  <a:moveTo>
                    <a:pt x="3822" y="21602"/>
                  </a:moveTo>
                  <a:lnTo>
                    <a:pt x="0" y="21602"/>
                  </a:lnTo>
                  <a:lnTo>
                    <a:pt x="0" y="25400"/>
                  </a:lnTo>
                  <a:lnTo>
                    <a:pt x="3822" y="25400"/>
                  </a:lnTo>
                  <a:lnTo>
                    <a:pt x="3822" y="21602"/>
                  </a:lnTo>
                  <a:close/>
                </a:path>
                <a:path w="4445" h="251460">
                  <a:moveTo>
                    <a:pt x="3822" y="19062"/>
                  </a:moveTo>
                  <a:lnTo>
                    <a:pt x="0" y="19062"/>
                  </a:lnTo>
                  <a:lnTo>
                    <a:pt x="0" y="21590"/>
                  </a:lnTo>
                  <a:lnTo>
                    <a:pt x="3822" y="21590"/>
                  </a:lnTo>
                  <a:lnTo>
                    <a:pt x="3822" y="19062"/>
                  </a:lnTo>
                  <a:close/>
                </a:path>
                <a:path w="4445" h="251460">
                  <a:moveTo>
                    <a:pt x="3822" y="13982"/>
                  </a:moveTo>
                  <a:lnTo>
                    <a:pt x="0" y="13982"/>
                  </a:lnTo>
                  <a:lnTo>
                    <a:pt x="0" y="19050"/>
                  </a:lnTo>
                  <a:lnTo>
                    <a:pt x="3822" y="19050"/>
                  </a:lnTo>
                  <a:lnTo>
                    <a:pt x="3822" y="13982"/>
                  </a:lnTo>
                  <a:close/>
                </a:path>
                <a:path w="4445" h="251460">
                  <a:moveTo>
                    <a:pt x="3822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22" y="13970"/>
                  </a:lnTo>
                  <a:lnTo>
                    <a:pt x="3822" y="7632"/>
                  </a:lnTo>
                  <a:close/>
                </a:path>
                <a:path w="4445" h="251460">
                  <a:moveTo>
                    <a:pt x="3822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22" y="7620"/>
                  </a:lnTo>
                  <a:lnTo>
                    <a:pt x="3822" y="1282"/>
                  </a:lnTo>
                  <a:close/>
                </a:path>
                <a:path w="4445" h="251460">
                  <a:moveTo>
                    <a:pt x="3822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22" y="1270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9" name="object 3179"/>
            <p:cNvSpPr/>
            <p:nvPr/>
          </p:nvSpPr>
          <p:spPr>
            <a:xfrm>
              <a:off x="6573520" y="52146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09" h="251460">
                  <a:moveTo>
                    <a:pt x="381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7662"/>
                  </a:lnTo>
                  <a:close/>
                </a:path>
                <a:path w="3809" h="251460">
                  <a:moveTo>
                    <a:pt x="381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3852"/>
                  </a:lnTo>
                  <a:close/>
                </a:path>
                <a:path w="3809" h="251460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09" h="251460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09" h="251460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09" h="25146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09" h="25146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09" h="251460">
                  <a:moveTo>
                    <a:pt x="381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4802"/>
                  </a:lnTo>
                  <a:close/>
                </a:path>
                <a:path w="3809" h="251460">
                  <a:moveTo>
                    <a:pt x="3810" y="25412"/>
                  </a:moveTo>
                  <a:lnTo>
                    <a:pt x="0" y="2541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5412"/>
                  </a:lnTo>
                  <a:close/>
                </a:path>
                <a:path w="3809" h="251460">
                  <a:moveTo>
                    <a:pt x="3810" y="21602"/>
                  </a:moveTo>
                  <a:lnTo>
                    <a:pt x="0" y="2160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1602"/>
                  </a:lnTo>
                  <a:close/>
                </a:path>
                <a:path w="3809" h="251460">
                  <a:moveTo>
                    <a:pt x="3810" y="19062"/>
                  </a:moveTo>
                  <a:lnTo>
                    <a:pt x="0" y="1906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9062"/>
                  </a:lnTo>
                  <a:close/>
                </a:path>
                <a:path w="3809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3982"/>
                  </a:lnTo>
                  <a:close/>
                </a:path>
                <a:path w="3809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9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0" name="object 3180"/>
            <p:cNvSpPr/>
            <p:nvPr/>
          </p:nvSpPr>
          <p:spPr>
            <a:xfrm>
              <a:off x="6577330" y="5214619"/>
              <a:ext cx="2540" cy="251460"/>
            </a:xfrm>
            <a:custGeom>
              <a:avLst/>
              <a:gdLst/>
              <a:ahLst/>
              <a:cxnLst/>
              <a:rect l="l" t="t" r="r" b="b"/>
              <a:pathLst>
                <a:path w="2540" h="251460">
                  <a:moveTo>
                    <a:pt x="254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2540" y="251460"/>
                  </a:lnTo>
                  <a:lnTo>
                    <a:pt x="2540" y="250202"/>
                  </a:lnTo>
                  <a:close/>
                </a:path>
                <a:path w="2540" h="251460">
                  <a:moveTo>
                    <a:pt x="254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2540" y="250190"/>
                  </a:lnTo>
                  <a:lnTo>
                    <a:pt x="2540" y="247662"/>
                  </a:lnTo>
                  <a:close/>
                </a:path>
                <a:path w="2540" h="251460">
                  <a:moveTo>
                    <a:pt x="254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2540" y="247650"/>
                  </a:lnTo>
                  <a:lnTo>
                    <a:pt x="2540" y="243852"/>
                  </a:lnTo>
                  <a:close/>
                </a:path>
                <a:path w="2540" h="251460">
                  <a:moveTo>
                    <a:pt x="254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2540" y="243840"/>
                  </a:lnTo>
                  <a:lnTo>
                    <a:pt x="2540" y="241312"/>
                  </a:lnTo>
                  <a:close/>
                </a:path>
                <a:path w="2540" h="251460">
                  <a:moveTo>
                    <a:pt x="254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2540" y="241300"/>
                  </a:lnTo>
                  <a:lnTo>
                    <a:pt x="2540" y="237502"/>
                  </a:lnTo>
                  <a:close/>
                </a:path>
                <a:path w="2540" h="251460">
                  <a:moveTo>
                    <a:pt x="254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2540" y="237490"/>
                  </a:lnTo>
                  <a:lnTo>
                    <a:pt x="2540" y="234962"/>
                  </a:lnTo>
                  <a:close/>
                </a:path>
                <a:path w="2540" h="251460">
                  <a:moveTo>
                    <a:pt x="254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2540" y="234950"/>
                  </a:lnTo>
                  <a:lnTo>
                    <a:pt x="2540" y="231152"/>
                  </a:lnTo>
                  <a:close/>
                </a:path>
                <a:path w="2540" h="251460">
                  <a:moveTo>
                    <a:pt x="254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2540" y="231140"/>
                  </a:lnTo>
                  <a:lnTo>
                    <a:pt x="2540" y="228612"/>
                  </a:lnTo>
                  <a:close/>
                </a:path>
                <a:path w="2540" h="251460">
                  <a:moveTo>
                    <a:pt x="254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2540" y="228600"/>
                  </a:lnTo>
                  <a:lnTo>
                    <a:pt x="2540" y="224802"/>
                  </a:lnTo>
                  <a:close/>
                </a:path>
                <a:path w="2540" h="251460">
                  <a:moveTo>
                    <a:pt x="2540" y="25412"/>
                  </a:moveTo>
                  <a:lnTo>
                    <a:pt x="0" y="25412"/>
                  </a:lnTo>
                  <a:lnTo>
                    <a:pt x="0" y="224790"/>
                  </a:lnTo>
                  <a:lnTo>
                    <a:pt x="2540" y="224790"/>
                  </a:lnTo>
                  <a:lnTo>
                    <a:pt x="2540" y="25412"/>
                  </a:lnTo>
                  <a:close/>
                </a:path>
                <a:path w="2540" h="251460">
                  <a:moveTo>
                    <a:pt x="2540" y="21602"/>
                  </a:moveTo>
                  <a:lnTo>
                    <a:pt x="0" y="21602"/>
                  </a:lnTo>
                  <a:lnTo>
                    <a:pt x="0" y="25400"/>
                  </a:lnTo>
                  <a:lnTo>
                    <a:pt x="2540" y="25400"/>
                  </a:lnTo>
                  <a:lnTo>
                    <a:pt x="2540" y="21602"/>
                  </a:lnTo>
                  <a:close/>
                </a:path>
                <a:path w="2540" h="251460">
                  <a:moveTo>
                    <a:pt x="2540" y="19062"/>
                  </a:moveTo>
                  <a:lnTo>
                    <a:pt x="0" y="19062"/>
                  </a:lnTo>
                  <a:lnTo>
                    <a:pt x="0" y="21590"/>
                  </a:lnTo>
                  <a:lnTo>
                    <a:pt x="2540" y="21590"/>
                  </a:lnTo>
                  <a:lnTo>
                    <a:pt x="2540" y="19062"/>
                  </a:lnTo>
                  <a:close/>
                </a:path>
                <a:path w="2540" h="251460">
                  <a:moveTo>
                    <a:pt x="2540" y="13982"/>
                  </a:moveTo>
                  <a:lnTo>
                    <a:pt x="0" y="13982"/>
                  </a:lnTo>
                  <a:lnTo>
                    <a:pt x="0" y="19050"/>
                  </a:lnTo>
                  <a:lnTo>
                    <a:pt x="2540" y="19050"/>
                  </a:lnTo>
                  <a:lnTo>
                    <a:pt x="2540" y="13982"/>
                  </a:lnTo>
                  <a:close/>
                </a:path>
                <a:path w="2540" h="251460">
                  <a:moveTo>
                    <a:pt x="254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2540" y="13970"/>
                  </a:lnTo>
                  <a:lnTo>
                    <a:pt x="2540" y="7632"/>
                  </a:lnTo>
                  <a:close/>
                </a:path>
                <a:path w="2540" h="251460">
                  <a:moveTo>
                    <a:pt x="254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1282"/>
                  </a:lnTo>
                  <a:close/>
                </a:path>
                <a:path w="2540" h="251460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1" name="object 3181"/>
            <p:cNvSpPr/>
            <p:nvPr/>
          </p:nvSpPr>
          <p:spPr>
            <a:xfrm>
              <a:off x="6579870" y="52146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09" h="251460">
                  <a:moveTo>
                    <a:pt x="381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7662"/>
                  </a:lnTo>
                  <a:close/>
                </a:path>
                <a:path w="3809" h="251460">
                  <a:moveTo>
                    <a:pt x="381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3852"/>
                  </a:lnTo>
                  <a:close/>
                </a:path>
                <a:path w="3809" h="251460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09" h="251460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09" h="251460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09" h="25146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09" h="25146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09" h="251460">
                  <a:moveTo>
                    <a:pt x="381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4802"/>
                  </a:lnTo>
                  <a:close/>
                </a:path>
                <a:path w="3809" h="251460">
                  <a:moveTo>
                    <a:pt x="3810" y="25412"/>
                  </a:moveTo>
                  <a:lnTo>
                    <a:pt x="0" y="2541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5412"/>
                  </a:lnTo>
                  <a:close/>
                </a:path>
                <a:path w="3809" h="251460">
                  <a:moveTo>
                    <a:pt x="3810" y="21602"/>
                  </a:moveTo>
                  <a:lnTo>
                    <a:pt x="0" y="2160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1602"/>
                  </a:lnTo>
                  <a:close/>
                </a:path>
                <a:path w="3809" h="251460">
                  <a:moveTo>
                    <a:pt x="3810" y="19062"/>
                  </a:moveTo>
                  <a:lnTo>
                    <a:pt x="0" y="1906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9062"/>
                  </a:lnTo>
                  <a:close/>
                </a:path>
                <a:path w="3809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3982"/>
                  </a:lnTo>
                  <a:close/>
                </a:path>
                <a:path w="3809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2" name="object 3182"/>
            <p:cNvSpPr/>
            <p:nvPr/>
          </p:nvSpPr>
          <p:spPr>
            <a:xfrm>
              <a:off x="6583680" y="52146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09" h="251460">
                  <a:moveTo>
                    <a:pt x="381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7662"/>
                  </a:lnTo>
                  <a:close/>
                </a:path>
                <a:path w="3809" h="251460">
                  <a:moveTo>
                    <a:pt x="381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3852"/>
                  </a:lnTo>
                  <a:close/>
                </a:path>
                <a:path w="3809" h="251460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09" h="251460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09" h="251460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09" h="25146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09" h="25146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09" h="251460">
                  <a:moveTo>
                    <a:pt x="381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4802"/>
                  </a:lnTo>
                  <a:close/>
                </a:path>
                <a:path w="3809" h="251460">
                  <a:moveTo>
                    <a:pt x="3810" y="25412"/>
                  </a:moveTo>
                  <a:lnTo>
                    <a:pt x="0" y="2541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5412"/>
                  </a:lnTo>
                  <a:close/>
                </a:path>
                <a:path w="3809" h="251460">
                  <a:moveTo>
                    <a:pt x="3810" y="21602"/>
                  </a:moveTo>
                  <a:lnTo>
                    <a:pt x="0" y="2160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1602"/>
                  </a:lnTo>
                  <a:close/>
                </a:path>
                <a:path w="3809" h="251460">
                  <a:moveTo>
                    <a:pt x="3810" y="19062"/>
                  </a:moveTo>
                  <a:lnTo>
                    <a:pt x="0" y="1906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9062"/>
                  </a:lnTo>
                  <a:close/>
                </a:path>
                <a:path w="3809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3982"/>
                  </a:lnTo>
                  <a:close/>
                </a:path>
                <a:path w="3809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1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3" name="object 3183"/>
            <p:cNvSpPr/>
            <p:nvPr/>
          </p:nvSpPr>
          <p:spPr>
            <a:xfrm>
              <a:off x="6587490" y="52146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09" h="251460">
                  <a:moveTo>
                    <a:pt x="381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7662"/>
                  </a:lnTo>
                  <a:close/>
                </a:path>
                <a:path w="3809" h="251460">
                  <a:moveTo>
                    <a:pt x="381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3852"/>
                  </a:lnTo>
                  <a:close/>
                </a:path>
                <a:path w="3809" h="251460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09" h="251460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09" h="251460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09" h="25146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09" h="25146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09" h="251460">
                  <a:moveTo>
                    <a:pt x="381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4802"/>
                  </a:lnTo>
                  <a:close/>
                </a:path>
                <a:path w="3809" h="251460">
                  <a:moveTo>
                    <a:pt x="3810" y="25412"/>
                  </a:moveTo>
                  <a:lnTo>
                    <a:pt x="0" y="2541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5412"/>
                  </a:lnTo>
                  <a:close/>
                </a:path>
                <a:path w="3809" h="251460">
                  <a:moveTo>
                    <a:pt x="3810" y="21602"/>
                  </a:moveTo>
                  <a:lnTo>
                    <a:pt x="0" y="2160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1602"/>
                  </a:lnTo>
                  <a:close/>
                </a:path>
                <a:path w="3809" h="251460">
                  <a:moveTo>
                    <a:pt x="3810" y="19062"/>
                  </a:moveTo>
                  <a:lnTo>
                    <a:pt x="0" y="1906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9062"/>
                  </a:lnTo>
                  <a:close/>
                </a:path>
                <a:path w="3809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3982"/>
                  </a:lnTo>
                  <a:close/>
                </a:path>
                <a:path w="3809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F84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4" name="object 3184"/>
            <p:cNvSpPr/>
            <p:nvPr/>
          </p:nvSpPr>
          <p:spPr>
            <a:xfrm>
              <a:off x="6591300" y="52146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797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797" y="251460"/>
                  </a:lnTo>
                  <a:lnTo>
                    <a:pt x="3797" y="250202"/>
                  </a:lnTo>
                  <a:close/>
                </a:path>
                <a:path w="3809" h="251460">
                  <a:moveTo>
                    <a:pt x="3797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3797" y="250190"/>
                  </a:lnTo>
                  <a:lnTo>
                    <a:pt x="3797" y="247662"/>
                  </a:lnTo>
                  <a:close/>
                </a:path>
                <a:path w="3809" h="251460">
                  <a:moveTo>
                    <a:pt x="3797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3797" y="247650"/>
                  </a:lnTo>
                  <a:lnTo>
                    <a:pt x="3797" y="243852"/>
                  </a:lnTo>
                  <a:close/>
                </a:path>
                <a:path w="3809" h="251460">
                  <a:moveTo>
                    <a:pt x="3797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797" y="243840"/>
                  </a:lnTo>
                  <a:lnTo>
                    <a:pt x="3797" y="241312"/>
                  </a:lnTo>
                  <a:close/>
                </a:path>
                <a:path w="3809" h="251460">
                  <a:moveTo>
                    <a:pt x="3797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797" y="241300"/>
                  </a:lnTo>
                  <a:lnTo>
                    <a:pt x="3797" y="237502"/>
                  </a:lnTo>
                  <a:close/>
                </a:path>
                <a:path w="3809" h="251460">
                  <a:moveTo>
                    <a:pt x="3797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797" y="237490"/>
                  </a:lnTo>
                  <a:lnTo>
                    <a:pt x="3797" y="234962"/>
                  </a:lnTo>
                  <a:close/>
                </a:path>
                <a:path w="3809" h="251460">
                  <a:moveTo>
                    <a:pt x="3797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797" y="234950"/>
                  </a:lnTo>
                  <a:lnTo>
                    <a:pt x="3797" y="231152"/>
                  </a:lnTo>
                  <a:close/>
                </a:path>
                <a:path w="3809" h="251460">
                  <a:moveTo>
                    <a:pt x="3797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797" y="231140"/>
                  </a:lnTo>
                  <a:lnTo>
                    <a:pt x="3797" y="228612"/>
                  </a:lnTo>
                  <a:close/>
                </a:path>
                <a:path w="3809" h="251460">
                  <a:moveTo>
                    <a:pt x="3797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797" y="228600"/>
                  </a:lnTo>
                  <a:lnTo>
                    <a:pt x="3797" y="224802"/>
                  </a:lnTo>
                  <a:close/>
                </a:path>
                <a:path w="3809" h="251460">
                  <a:moveTo>
                    <a:pt x="3797" y="25412"/>
                  </a:moveTo>
                  <a:lnTo>
                    <a:pt x="0" y="25412"/>
                  </a:lnTo>
                  <a:lnTo>
                    <a:pt x="0" y="224790"/>
                  </a:lnTo>
                  <a:lnTo>
                    <a:pt x="3797" y="224790"/>
                  </a:lnTo>
                  <a:lnTo>
                    <a:pt x="3797" y="25412"/>
                  </a:lnTo>
                  <a:close/>
                </a:path>
                <a:path w="3809" h="251460">
                  <a:moveTo>
                    <a:pt x="3797" y="21602"/>
                  </a:moveTo>
                  <a:lnTo>
                    <a:pt x="0" y="21602"/>
                  </a:lnTo>
                  <a:lnTo>
                    <a:pt x="0" y="25400"/>
                  </a:lnTo>
                  <a:lnTo>
                    <a:pt x="3797" y="25400"/>
                  </a:lnTo>
                  <a:lnTo>
                    <a:pt x="3797" y="21602"/>
                  </a:lnTo>
                  <a:close/>
                </a:path>
                <a:path w="3809" h="251460">
                  <a:moveTo>
                    <a:pt x="3797" y="19062"/>
                  </a:moveTo>
                  <a:lnTo>
                    <a:pt x="0" y="19062"/>
                  </a:lnTo>
                  <a:lnTo>
                    <a:pt x="0" y="21590"/>
                  </a:lnTo>
                  <a:lnTo>
                    <a:pt x="3797" y="21590"/>
                  </a:lnTo>
                  <a:lnTo>
                    <a:pt x="3797" y="19062"/>
                  </a:lnTo>
                  <a:close/>
                </a:path>
                <a:path w="3809" h="251460">
                  <a:moveTo>
                    <a:pt x="3797" y="13982"/>
                  </a:moveTo>
                  <a:lnTo>
                    <a:pt x="0" y="13982"/>
                  </a:lnTo>
                  <a:lnTo>
                    <a:pt x="0" y="19050"/>
                  </a:lnTo>
                  <a:lnTo>
                    <a:pt x="3797" y="19050"/>
                  </a:lnTo>
                  <a:lnTo>
                    <a:pt x="3797" y="13982"/>
                  </a:lnTo>
                  <a:close/>
                </a:path>
                <a:path w="3809" h="251460">
                  <a:moveTo>
                    <a:pt x="3797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797" y="13970"/>
                  </a:lnTo>
                  <a:lnTo>
                    <a:pt x="3797" y="7632"/>
                  </a:lnTo>
                  <a:close/>
                </a:path>
                <a:path w="3809" h="251460">
                  <a:moveTo>
                    <a:pt x="3797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797" y="7620"/>
                  </a:lnTo>
                  <a:lnTo>
                    <a:pt x="3797" y="1282"/>
                  </a:lnTo>
                  <a:close/>
                </a:path>
                <a:path w="3809" h="251460">
                  <a:moveTo>
                    <a:pt x="3797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797" y="1270"/>
                  </a:lnTo>
                  <a:lnTo>
                    <a:pt x="3797" y="0"/>
                  </a:lnTo>
                  <a:close/>
                </a:path>
              </a:pathLst>
            </a:custGeom>
            <a:solidFill>
              <a:srgbClr val="6C82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5" name="object 3185"/>
            <p:cNvSpPr/>
            <p:nvPr/>
          </p:nvSpPr>
          <p:spPr>
            <a:xfrm>
              <a:off x="6595097" y="5213350"/>
              <a:ext cx="4445" cy="252729"/>
            </a:xfrm>
            <a:custGeom>
              <a:avLst/>
              <a:gdLst/>
              <a:ahLst/>
              <a:cxnLst/>
              <a:rect l="l" t="t" r="r" b="b"/>
              <a:pathLst>
                <a:path w="4445" h="252729">
                  <a:moveTo>
                    <a:pt x="3822" y="251472"/>
                  </a:moveTo>
                  <a:lnTo>
                    <a:pt x="0" y="251472"/>
                  </a:lnTo>
                  <a:lnTo>
                    <a:pt x="0" y="252730"/>
                  </a:lnTo>
                  <a:lnTo>
                    <a:pt x="3822" y="252730"/>
                  </a:lnTo>
                  <a:lnTo>
                    <a:pt x="3822" y="251472"/>
                  </a:lnTo>
                  <a:close/>
                </a:path>
                <a:path w="4445" h="252729">
                  <a:moveTo>
                    <a:pt x="3822" y="248932"/>
                  </a:moveTo>
                  <a:lnTo>
                    <a:pt x="0" y="248932"/>
                  </a:lnTo>
                  <a:lnTo>
                    <a:pt x="0" y="251460"/>
                  </a:lnTo>
                  <a:lnTo>
                    <a:pt x="3822" y="251460"/>
                  </a:lnTo>
                  <a:lnTo>
                    <a:pt x="3822" y="248932"/>
                  </a:lnTo>
                  <a:close/>
                </a:path>
                <a:path w="4445" h="252729">
                  <a:moveTo>
                    <a:pt x="3822" y="245122"/>
                  </a:moveTo>
                  <a:lnTo>
                    <a:pt x="0" y="245122"/>
                  </a:lnTo>
                  <a:lnTo>
                    <a:pt x="0" y="248920"/>
                  </a:lnTo>
                  <a:lnTo>
                    <a:pt x="3822" y="248920"/>
                  </a:lnTo>
                  <a:lnTo>
                    <a:pt x="3822" y="245122"/>
                  </a:lnTo>
                  <a:close/>
                </a:path>
                <a:path w="4445" h="252729">
                  <a:moveTo>
                    <a:pt x="3822" y="242582"/>
                  </a:moveTo>
                  <a:lnTo>
                    <a:pt x="0" y="242582"/>
                  </a:lnTo>
                  <a:lnTo>
                    <a:pt x="0" y="245110"/>
                  </a:lnTo>
                  <a:lnTo>
                    <a:pt x="3822" y="245110"/>
                  </a:lnTo>
                  <a:lnTo>
                    <a:pt x="3822" y="242582"/>
                  </a:lnTo>
                  <a:close/>
                </a:path>
                <a:path w="4445" h="252729">
                  <a:moveTo>
                    <a:pt x="3822" y="238772"/>
                  </a:moveTo>
                  <a:lnTo>
                    <a:pt x="0" y="238772"/>
                  </a:lnTo>
                  <a:lnTo>
                    <a:pt x="0" y="242570"/>
                  </a:lnTo>
                  <a:lnTo>
                    <a:pt x="3822" y="242570"/>
                  </a:lnTo>
                  <a:lnTo>
                    <a:pt x="3822" y="238772"/>
                  </a:lnTo>
                  <a:close/>
                </a:path>
                <a:path w="4445" h="252729">
                  <a:moveTo>
                    <a:pt x="3822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22" y="238760"/>
                  </a:lnTo>
                  <a:lnTo>
                    <a:pt x="3822" y="236232"/>
                  </a:lnTo>
                  <a:close/>
                </a:path>
                <a:path w="4445" h="252729">
                  <a:moveTo>
                    <a:pt x="3822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22" y="236220"/>
                  </a:lnTo>
                  <a:lnTo>
                    <a:pt x="3822" y="232422"/>
                  </a:lnTo>
                  <a:close/>
                </a:path>
                <a:path w="4445" h="252729">
                  <a:moveTo>
                    <a:pt x="3822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22" y="232410"/>
                  </a:lnTo>
                  <a:lnTo>
                    <a:pt x="3822" y="229882"/>
                  </a:lnTo>
                  <a:close/>
                </a:path>
                <a:path w="4445" h="252729">
                  <a:moveTo>
                    <a:pt x="3822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22" y="229870"/>
                  </a:lnTo>
                  <a:lnTo>
                    <a:pt x="3822" y="226072"/>
                  </a:lnTo>
                  <a:close/>
                </a:path>
                <a:path w="4445" h="252729">
                  <a:moveTo>
                    <a:pt x="3822" y="26682"/>
                  </a:moveTo>
                  <a:lnTo>
                    <a:pt x="0" y="26682"/>
                  </a:lnTo>
                  <a:lnTo>
                    <a:pt x="0" y="226060"/>
                  </a:lnTo>
                  <a:lnTo>
                    <a:pt x="3822" y="226060"/>
                  </a:lnTo>
                  <a:lnTo>
                    <a:pt x="3822" y="26682"/>
                  </a:lnTo>
                  <a:close/>
                </a:path>
                <a:path w="4445" h="252729">
                  <a:moveTo>
                    <a:pt x="3822" y="22872"/>
                  </a:moveTo>
                  <a:lnTo>
                    <a:pt x="0" y="22872"/>
                  </a:lnTo>
                  <a:lnTo>
                    <a:pt x="0" y="26670"/>
                  </a:lnTo>
                  <a:lnTo>
                    <a:pt x="3822" y="26670"/>
                  </a:lnTo>
                  <a:lnTo>
                    <a:pt x="3822" y="22872"/>
                  </a:lnTo>
                  <a:close/>
                </a:path>
                <a:path w="4445" h="252729">
                  <a:moveTo>
                    <a:pt x="3822" y="20332"/>
                  </a:moveTo>
                  <a:lnTo>
                    <a:pt x="0" y="20332"/>
                  </a:lnTo>
                  <a:lnTo>
                    <a:pt x="0" y="22860"/>
                  </a:lnTo>
                  <a:lnTo>
                    <a:pt x="3822" y="22860"/>
                  </a:lnTo>
                  <a:lnTo>
                    <a:pt x="3822" y="20332"/>
                  </a:lnTo>
                  <a:close/>
                </a:path>
                <a:path w="4445" h="252729">
                  <a:moveTo>
                    <a:pt x="3822" y="15252"/>
                  </a:moveTo>
                  <a:lnTo>
                    <a:pt x="0" y="15252"/>
                  </a:lnTo>
                  <a:lnTo>
                    <a:pt x="0" y="20320"/>
                  </a:lnTo>
                  <a:lnTo>
                    <a:pt x="3822" y="20320"/>
                  </a:lnTo>
                  <a:lnTo>
                    <a:pt x="3822" y="15252"/>
                  </a:lnTo>
                  <a:close/>
                </a:path>
                <a:path w="4445" h="252729">
                  <a:moveTo>
                    <a:pt x="3822" y="8902"/>
                  </a:moveTo>
                  <a:lnTo>
                    <a:pt x="0" y="8902"/>
                  </a:lnTo>
                  <a:lnTo>
                    <a:pt x="0" y="15240"/>
                  </a:lnTo>
                  <a:lnTo>
                    <a:pt x="3822" y="15240"/>
                  </a:lnTo>
                  <a:lnTo>
                    <a:pt x="3822" y="8902"/>
                  </a:lnTo>
                  <a:close/>
                </a:path>
                <a:path w="4445" h="252729">
                  <a:moveTo>
                    <a:pt x="3822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3822" y="8890"/>
                  </a:lnTo>
                  <a:lnTo>
                    <a:pt x="3822" y="2552"/>
                  </a:lnTo>
                  <a:close/>
                </a:path>
                <a:path w="4445" h="252729">
                  <a:moveTo>
                    <a:pt x="3822" y="1270"/>
                  </a:moveTo>
                  <a:lnTo>
                    <a:pt x="2552" y="1270"/>
                  </a:lnTo>
                  <a:lnTo>
                    <a:pt x="2552" y="0"/>
                  </a:lnTo>
                  <a:lnTo>
                    <a:pt x="1282" y="0"/>
                  </a:lnTo>
                  <a:lnTo>
                    <a:pt x="1282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22" y="2540"/>
                  </a:lnTo>
                  <a:lnTo>
                    <a:pt x="3822" y="1270"/>
                  </a:lnTo>
                  <a:close/>
                </a:path>
              </a:pathLst>
            </a:custGeom>
            <a:solidFill>
              <a:srgbClr val="6980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6" name="object 3186"/>
            <p:cNvSpPr/>
            <p:nvPr/>
          </p:nvSpPr>
          <p:spPr>
            <a:xfrm>
              <a:off x="6598920" y="52146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09" h="251460">
                  <a:moveTo>
                    <a:pt x="381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7662"/>
                  </a:lnTo>
                  <a:close/>
                </a:path>
                <a:path w="3809" h="251460">
                  <a:moveTo>
                    <a:pt x="381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3852"/>
                  </a:lnTo>
                  <a:close/>
                </a:path>
                <a:path w="3809" h="251460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09" h="251460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09" h="251460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09" h="25146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09" h="25146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09" h="251460">
                  <a:moveTo>
                    <a:pt x="381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4802"/>
                  </a:lnTo>
                  <a:close/>
                </a:path>
                <a:path w="3809" h="251460">
                  <a:moveTo>
                    <a:pt x="3810" y="25412"/>
                  </a:moveTo>
                  <a:lnTo>
                    <a:pt x="0" y="2541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5412"/>
                  </a:lnTo>
                  <a:close/>
                </a:path>
                <a:path w="3809" h="251460">
                  <a:moveTo>
                    <a:pt x="3810" y="21602"/>
                  </a:moveTo>
                  <a:lnTo>
                    <a:pt x="0" y="2160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1602"/>
                  </a:lnTo>
                  <a:close/>
                </a:path>
                <a:path w="3809" h="251460">
                  <a:moveTo>
                    <a:pt x="3810" y="19062"/>
                  </a:moveTo>
                  <a:lnTo>
                    <a:pt x="0" y="1906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9062"/>
                  </a:lnTo>
                  <a:close/>
                </a:path>
                <a:path w="3809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3982"/>
                  </a:lnTo>
                  <a:close/>
                </a:path>
                <a:path w="3809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77E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7" name="object 3187"/>
            <p:cNvSpPr/>
            <p:nvPr/>
          </p:nvSpPr>
          <p:spPr>
            <a:xfrm>
              <a:off x="6602730" y="52146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09" h="251460">
                  <a:moveTo>
                    <a:pt x="381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7662"/>
                  </a:lnTo>
                  <a:close/>
                </a:path>
                <a:path w="3809" h="251460">
                  <a:moveTo>
                    <a:pt x="381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3852"/>
                  </a:lnTo>
                  <a:close/>
                </a:path>
                <a:path w="3809" h="251460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09" h="251460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09" h="251460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09" h="25146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09" h="25146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09" h="251460">
                  <a:moveTo>
                    <a:pt x="381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4802"/>
                  </a:lnTo>
                  <a:close/>
                </a:path>
                <a:path w="3809" h="251460">
                  <a:moveTo>
                    <a:pt x="3810" y="25412"/>
                  </a:moveTo>
                  <a:lnTo>
                    <a:pt x="0" y="2541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5412"/>
                  </a:lnTo>
                  <a:close/>
                </a:path>
                <a:path w="3809" h="251460">
                  <a:moveTo>
                    <a:pt x="3810" y="21602"/>
                  </a:moveTo>
                  <a:lnTo>
                    <a:pt x="0" y="2160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1602"/>
                  </a:lnTo>
                  <a:close/>
                </a:path>
                <a:path w="3809" h="251460">
                  <a:moveTo>
                    <a:pt x="3810" y="19062"/>
                  </a:moveTo>
                  <a:lnTo>
                    <a:pt x="0" y="1906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9062"/>
                  </a:lnTo>
                  <a:close/>
                </a:path>
                <a:path w="3809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3982"/>
                  </a:lnTo>
                  <a:close/>
                </a:path>
                <a:path w="3809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A80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8" name="object 3188"/>
            <p:cNvSpPr/>
            <p:nvPr/>
          </p:nvSpPr>
          <p:spPr>
            <a:xfrm>
              <a:off x="6606540" y="5214619"/>
              <a:ext cx="2540" cy="251460"/>
            </a:xfrm>
            <a:custGeom>
              <a:avLst/>
              <a:gdLst/>
              <a:ahLst/>
              <a:cxnLst/>
              <a:rect l="l" t="t" r="r" b="b"/>
              <a:pathLst>
                <a:path w="2540" h="251460">
                  <a:moveTo>
                    <a:pt x="254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2540" y="251460"/>
                  </a:lnTo>
                  <a:lnTo>
                    <a:pt x="2540" y="250202"/>
                  </a:lnTo>
                  <a:close/>
                </a:path>
                <a:path w="2540" h="251460">
                  <a:moveTo>
                    <a:pt x="254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2540" y="250190"/>
                  </a:lnTo>
                  <a:lnTo>
                    <a:pt x="2540" y="247662"/>
                  </a:lnTo>
                  <a:close/>
                </a:path>
                <a:path w="2540" h="251460">
                  <a:moveTo>
                    <a:pt x="254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2540" y="247650"/>
                  </a:lnTo>
                  <a:lnTo>
                    <a:pt x="2540" y="243852"/>
                  </a:lnTo>
                  <a:close/>
                </a:path>
                <a:path w="2540" h="251460">
                  <a:moveTo>
                    <a:pt x="254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2540" y="243840"/>
                  </a:lnTo>
                  <a:lnTo>
                    <a:pt x="2540" y="241312"/>
                  </a:lnTo>
                  <a:close/>
                </a:path>
                <a:path w="2540" h="251460">
                  <a:moveTo>
                    <a:pt x="254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2540" y="241300"/>
                  </a:lnTo>
                  <a:lnTo>
                    <a:pt x="2540" y="237502"/>
                  </a:lnTo>
                  <a:close/>
                </a:path>
                <a:path w="2540" h="251460">
                  <a:moveTo>
                    <a:pt x="254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2540" y="237490"/>
                  </a:lnTo>
                  <a:lnTo>
                    <a:pt x="2540" y="234962"/>
                  </a:lnTo>
                  <a:close/>
                </a:path>
                <a:path w="2540" h="251460">
                  <a:moveTo>
                    <a:pt x="254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2540" y="234950"/>
                  </a:lnTo>
                  <a:lnTo>
                    <a:pt x="2540" y="231152"/>
                  </a:lnTo>
                  <a:close/>
                </a:path>
                <a:path w="2540" h="251460">
                  <a:moveTo>
                    <a:pt x="254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2540" y="231140"/>
                  </a:lnTo>
                  <a:lnTo>
                    <a:pt x="2540" y="228612"/>
                  </a:lnTo>
                  <a:close/>
                </a:path>
                <a:path w="2540" h="251460">
                  <a:moveTo>
                    <a:pt x="254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2540" y="228600"/>
                  </a:lnTo>
                  <a:lnTo>
                    <a:pt x="2540" y="224802"/>
                  </a:lnTo>
                  <a:close/>
                </a:path>
                <a:path w="2540" h="251460">
                  <a:moveTo>
                    <a:pt x="2540" y="25412"/>
                  </a:moveTo>
                  <a:lnTo>
                    <a:pt x="0" y="25412"/>
                  </a:lnTo>
                  <a:lnTo>
                    <a:pt x="0" y="224790"/>
                  </a:lnTo>
                  <a:lnTo>
                    <a:pt x="2540" y="224790"/>
                  </a:lnTo>
                  <a:lnTo>
                    <a:pt x="2540" y="25412"/>
                  </a:lnTo>
                  <a:close/>
                </a:path>
                <a:path w="2540" h="251460">
                  <a:moveTo>
                    <a:pt x="2540" y="21602"/>
                  </a:moveTo>
                  <a:lnTo>
                    <a:pt x="0" y="21602"/>
                  </a:lnTo>
                  <a:lnTo>
                    <a:pt x="0" y="25400"/>
                  </a:lnTo>
                  <a:lnTo>
                    <a:pt x="2540" y="25400"/>
                  </a:lnTo>
                  <a:lnTo>
                    <a:pt x="2540" y="21602"/>
                  </a:lnTo>
                  <a:close/>
                </a:path>
                <a:path w="2540" h="251460">
                  <a:moveTo>
                    <a:pt x="2540" y="19062"/>
                  </a:moveTo>
                  <a:lnTo>
                    <a:pt x="0" y="19062"/>
                  </a:lnTo>
                  <a:lnTo>
                    <a:pt x="0" y="21590"/>
                  </a:lnTo>
                  <a:lnTo>
                    <a:pt x="2540" y="21590"/>
                  </a:lnTo>
                  <a:lnTo>
                    <a:pt x="2540" y="19062"/>
                  </a:lnTo>
                  <a:close/>
                </a:path>
                <a:path w="2540" h="251460">
                  <a:moveTo>
                    <a:pt x="2540" y="13982"/>
                  </a:moveTo>
                  <a:lnTo>
                    <a:pt x="0" y="13982"/>
                  </a:lnTo>
                  <a:lnTo>
                    <a:pt x="0" y="19050"/>
                  </a:lnTo>
                  <a:lnTo>
                    <a:pt x="2540" y="19050"/>
                  </a:lnTo>
                  <a:lnTo>
                    <a:pt x="2540" y="13982"/>
                  </a:lnTo>
                  <a:close/>
                </a:path>
                <a:path w="2540" h="251460">
                  <a:moveTo>
                    <a:pt x="254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2540" y="13970"/>
                  </a:lnTo>
                  <a:lnTo>
                    <a:pt x="2540" y="7632"/>
                  </a:lnTo>
                  <a:close/>
                </a:path>
                <a:path w="2540" h="251460">
                  <a:moveTo>
                    <a:pt x="254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1282"/>
                  </a:lnTo>
                  <a:close/>
                </a:path>
                <a:path w="2540" h="251460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6C82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9" name="object 3189"/>
            <p:cNvSpPr/>
            <p:nvPr/>
          </p:nvSpPr>
          <p:spPr>
            <a:xfrm>
              <a:off x="6609080" y="52146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09" h="251460">
                  <a:moveTo>
                    <a:pt x="381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7662"/>
                  </a:lnTo>
                  <a:close/>
                </a:path>
                <a:path w="3809" h="251460">
                  <a:moveTo>
                    <a:pt x="381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3852"/>
                  </a:lnTo>
                  <a:close/>
                </a:path>
                <a:path w="3809" h="251460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09" h="251460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09" h="251460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09" h="25146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09" h="25146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09" h="251460">
                  <a:moveTo>
                    <a:pt x="381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4802"/>
                  </a:lnTo>
                  <a:close/>
                </a:path>
                <a:path w="3809" h="251460">
                  <a:moveTo>
                    <a:pt x="3810" y="25412"/>
                  </a:moveTo>
                  <a:lnTo>
                    <a:pt x="0" y="2541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5412"/>
                  </a:lnTo>
                  <a:close/>
                </a:path>
                <a:path w="3809" h="251460">
                  <a:moveTo>
                    <a:pt x="3810" y="21602"/>
                  </a:moveTo>
                  <a:lnTo>
                    <a:pt x="0" y="2160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1602"/>
                  </a:lnTo>
                  <a:close/>
                </a:path>
                <a:path w="3809" h="251460">
                  <a:moveTo>
                    <a:pt x="3810" y="19062"/>
                  </a:moveTo>
                  <a:lnTo>
                    <a:pt x="0" y="1906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9062"/>
                  </a:lnTo>
                  <a:close/>
                </a:path>
                <a:path w="3809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3982"/>
                  </a:lnTo>
                  <a:close/>
                </a:path>
                <a:path w="3809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F84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0" name="object 3190"/>
            <p:cNvSpPr/>
            <p:nvPr/>
          </p:nvSpPr>
          <p:spPr>
            <a:xfrm>
              <a:off x="6612890" y="52146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81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10" y="251460"/>
                  </a:lnTo>
                  <a:lnTo>
                    <a:pt x="3810" y="250202"/>
                  </a:lnTo>
                  <a:close/>
                </a:path>
                <a:path w="3809" h="251460">
                  <a:moveTo>
                    <a:pt x="381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7662"/>
                  </a:lnTo>
                  <a:close/>
                </a:path>
                <a:path w="3809" h="251460">
                  <a:moveTo>
                    <a:pt x="381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3852"/>
                  </a:lnTo>
                  <a:close/>
                </a:path>
                <a:path w="3809" h="251460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09" h="251460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09" h="251460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09" h="25146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09" h="25146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09" h="251460">
                  <a:moveTo>
                    <a:pt x="381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4802"/>
                  </a:lnTo>
                  <a:close/>
                </a:path>
                <a:path w="3809" h="251460">
                  <a:moveTo>
                    <a:pt x="3810" y="25412"/>
                  </a:moveTo>
                  <a:lnTo>
                    <a:pt x="0" y="2541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5412"/>
                  </a:lnTo>
                  <a:close/>
                </a:path>
                <a:path w="3809" h="251460">
                  <a:moveTo>
                    <a:pt x="3810" y="21602"/>
                  </a:moveTo>
                  <a:lnTo>
                    <a:pt x="0" y="2160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1602"/>
                  </a:lnTo>
                  <a:close/>
                </a:path>
                <a:path w="3809" h="251460">
                  <a:moveTo>
                    <a:pt x="3810" y="19062"/>
                  </a:moveTo>
                  <a:lnTo>
                    <a:pt x="0" y="1906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9062"/>
                  </a:lnTo>
                  <a:close/>
                </a:path>
                <a:path w="3809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3982"/>
                  </a:lnTo>
                  <a:close/>
                </a:path>
                <a:path w="3809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51460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2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1" name="object 3191"/>
            <p:cNvSpPr/>
            <p:nvPr/>
          </p:nvSpPr>
          <p:spPr>
            <a:xfrm>
              <a:off x="6616700" y="52146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3797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797" y="251460"/>
                  </a:lnTo>
                  <a:lnTo>
                    <a:pt x="3797" y="250202"/>
                  </a:lnTo>
                  <a:close/>
                </a:path>
                <a:path w="3809" h="251460">
                  <a:moveTo>
                    <a:pt x="3797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3797" y="250190"/>
                  </a:lnTo>
                  <a:lnTo>
                    <a:pt x="3797" y="247662"/>
                  </a:lnTo>
                  <a:close/>
                </a:path>
                <a:path w="3809" h="251460">
                  <a:moveTo>
                    <a:pt x="3797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3797" y="247650"/>
                  </a:lnTo>
                  <a:lnTo>
                    <a:pt x="3797" y="243852"/>
                  </a:lnTo>
                  <a:close/>
                </a:path>
                <a:path w="3809" h="251460">
                  <a:moveTo>
                    <a:pt x="3797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797" y="243840"/>
                  </a:lnTo>
                  <a:lnTo>
                    <a:pt x="3797" y="241312"/>
                  </a:lnTo>
                  <a:close/>
                </a:path>
                <a:path w="3809" h="251460">
                  <a:moveTo>
                    <a:pt x="3797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797" y="241300"/>
                  </a:lnTo>
                  <a:lnTo>
                    <a:pt x="3797" y="237502"/>
                  </a:lnTo>
                  <a:close/>
                </a:path>
                <a:path w="3809" h="251460">
                  <a:moveTo>
                    <a:pt x="3797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797" y="237490"/>
                  </a:lnTo>
                  <a:lnTo>
                    <a:pt x="3797" y="234962"/>
                  </a:lnTo>
                  <a:close/>
                </a:path>
                <a:path w="3809" h="251460">
                  <a:moveTo>
                    <a:pt x="3797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797" y="234950"/>
                  </a:lnTo>
                  <a:lnTo>
                    <a:pt x="3797" y="231152"/>
                  </a:lnTo>
                  <a:close/>
                </a:path>
                <a:path w="3809" h="251460">
                  <a:moveTo>
                    <a:pt x="3797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797" y="231140"/>
                  </a:lnTo>
                  <a:lnTo>
                    <a:pt x="3797" y="228612"/>
                  </a:lnTo>
                  <a:close/>
                </a:path>
                <a:path w="3809" h="251460">
                  <a:moveTo>
                    <a:pt x="3797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797" y="228600"/>
                  </a:lnTo>
                  <a:lnTo>
                    <a:pt x="3797" y="224802"/>
                  </a:lnTo>
                  <a:close/>
                </a:path>
                <a:path w="3809" h="251460">
                  <a:moveTo>
                    <a:pt x="3797" y="25412"/>
                  </a:moveTo>
                  <a:lnTo>
                    <a:pt x="0" y="25412"/>
                  </a:lnTo>
                  <a:lnTo>
                    <a:pt x="0" y="224790"/>
                  </a:lnTo>
                  <a:lnTo>
                    <a:pt x="3797" y="224790"/>
                  </a:lnTo>
                  <a:lnTo>
                    <a:pt x="3797" y="25412"/>
                  </a:lnTo>
                  <a:close/>
                </a:path>
                <a:path w="3809" h="251460">
                  <a:moveTo>
                    <a:pt x="3797" y="21602"/>
                  </a:moveTo>
                  <a:lnTo>
                    <a:pt x="0" y="21602"/>
                  </a:lnTo>
                  <a:lnTo>
                    <a:pt x="0" y="25400"/>
                  </a:lnTo>
                  <a:lnTo>
                    <a:pt x="3797" y="25400"/>
                  </a:lnTo>
                  <a:lnTo>
                    <a:pt x="3797" y="21602"/>
                  </a:lnTo>
                  <a:close/>
                </a:path>
                <a:path w="3809" h="251460">
                  <a:moveTo>
                    <a:pt x="3797" y="19062"/>
                  </a:moveTo>
                  <a:lnTo>
                    <a:pt x="0" y="19062"/>
                  </a:lnTo>
                  <a:lnTo>
                    <a:pt x="0" y="21590"/>
                  </a:lnTo>
                  <a:lnTo>
                    <a:pt x="3797" y="21590"/>
                  </a:lnTo>
                  <a:lnTo>
                    <a:pt x="3797" y="19062"/>
                  </a:lnTo>
                  <a:close/>
                </a:path>
                <a:path w="3809" h="251460">
                  <a:moveTo>
                    <a:pt x="3797" y="13982"/>
                  </a:moveTo>
                  <a:lnTo>
                    <a:pt x="0" y="13982"/>
                  </a:lnTo>
                  <a:lnTo>
                    <a:pt x="0" y="19050"/>
                  </a:lnTo>
                  <a:lnTo>
                    <a:pt x="3797" y="19050"/>
                  </a:lnTo>
                  <a:lnTo>
                    <a:pt x="3797" y="13982"/>
                  </a:lnTo>
                  <a:close/>
                </a:path>
                <a:path w="3809" h="251460">
                  <a:moveTo>
                    <a:pt x="3797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797" y="13970"/>
                  </a:lnTo>
                  <a:lnTo>
                    <a:pt x="3797" y="7632"/>
                  </a:lnTo>
                  <a:close/>
                </a:path>
                <a:path w="3809" h="251460">
                  <a:moveTo>
                    <a:pt x="3797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797" y="7620"/>
                  </a:lnTo>
                  <a:lnTo>
                    <a:pt x="3797" y="1282"/>
                  </a:lnTo>
                  <a:close/>
                </a:path>
                <a:path w="3809" h="251460">
                  <a:moveTo>
                    <a:pt x="3797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797" y="1270"/>
                  </a:lnTo>
                  <a:lnTo>
                    <a:pt x="3797" y="0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2" name="object 3192"/>
            <p:cNvSpPr/>
            <p:nvPr/>
          </p:nvSpPr>
          <p:spPr>
            <a:xfrm>
              <a:off x="6620497" y="5214619"/>
              <a:ext cx="4445" cy="251460"/>
            </a:xfrm>
            <a:custGeom>
              <a:avLst/>
              <a:gdLst/>
              <a:ahLst/>
              <a:cxnLst/>
              <a:rect l="l" t="t" r="r" b="b"/>
              <a:pathLst>
                <a:path w="4445" h="251460">
                  <a:moveTo>
                    <a:pt x="3822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3822" y="251460"/>
                  </a:lnTo>
                  <a:lnTo>
                    <a:pt x="3822" y="250202"/>
                  </a:lnTo>
                  <a:close/>
                </a:path>
                <a:path w="4445" h="251460">
                  <a:moveTo>
                    <a:pt x="3822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3822" y="250190"/>
                  </a:lnTo>
                  <a:lnTo>
                    <a:pt x="3822" y="247662"/>
                  </a:lnTo>
                  <a:close/>
                </a:path>
                <a:path w="4445" h="251460">
                  <a:moveTo>
                    <a:pt x="3822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3822" y="247650"/>
                  </a:lnTo>
                  <a:lnTo>
                    <a:pt x="3822" y="243852"/>
                  </a:lnTo>
                  <a:close/>
                </a:path>
                <a:path w="4445" h="251460">
                  <a:moveTo>
                    <a:pt x="3822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22" y="243840"/>
                  </a:lnTo>
                  <a:lnTo>
                    <a:pt x="3822" y="241312"/>
                  </a:lnTo>
                  <a:close/>
                </a:path>
                <a:path w="4445" h="251460">
                  <a:moveTo>
                    <a:pt x="3822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22" y="241300"/>
                  </a:lnTo>
                  <a:lnTo>
                    <a:pt x="3822" y="237502"/>
                  </a:lnTo>
                  <a:close/>
                </a:path>
                <a:path w="4445" h="251460">
                  <a:moveTo>
                    <a:pt x="3822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22" y="237490"/>
                  </a:lnTo>
                  <a:lnTo>
                    <a:pt x="3822" y="234962"/>
                  </a:lnTo>
                  <a:close/>
                </a:path>
                <a:path w="4445" h="251460">
                  <a:moveTo>
                    <a:pt x="3822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22" y="234950"/>
                  </a:lnTo>
                  <a:lnTo>
                    <a:pt x="3822" y="231152"/>
                  </a:lnTo>
                  <a:close/>
                </a:path>
                <a:path w="4445" h="251460">
                  <a:moveTo>
                    <a:pt x="3822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22" y="231140"/>
                  </a:lnTo>
                  <a:lnTo>
                    <a:pt x="3822" y="228612"/>
                  </a:lnTo>
                  <a:close/>
                </a:path>
                <a:path w="4445" h="251460">
                  <a:moveTo>
                    <a:pt x="3822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822" y="228600"/>
                  </a:lnTo>
                  <a:lnTo>
                    <a:pt x="3822" y="224802"/>
                  </a:lnTo>
                  <a:close/>
                </a:path>
                <a:path w="4445" h="251460">
                  <a:moveTo>
                    <a:pt x="3822" y="25412"/>
                  </a:moveTo>
                  <a:lnTo>
                    <a:pt x="0" y="25412"/>
                  </a:lnTo>
                  <a:lnTo>
                    <a:pt x="0" y="224790"/>
                  </a:lnTo>
                  <a:lnTo>
                    <a:pt x="3822" y="224790"/>
                  </a:lnTo>
                  <a:lnTo>
                    <a:pt x="3822" y="25412"/>
                  </a:lnTo>
                  <a:close/>
                </a:path>
                <a:path w="4445" h="251460">
                  <a:moveTo>
                    <a:pt x="3822" y="21602"/>
                  </a:moveTo>
                  <a:lnTo>
                    <a:pt x="0" y="21602"/>
                  </a:lnTo>
                  <a:lnTo>
                    <a:pt x="0" y="25400"/>
                  </a:lnTo>
                  <a:lnTo>
                    <a:pt x="3822" y="25400"/>
                  </a:lnTo>
                  <a:lnTo>
                    <a:pt x="3822" y="21602"/>
                  </a:lnTo>
                  <a:close/>
                </a:path>
                <a:path w="4445" h="251460">
                  <a:moveTo>
                    <a:pt x="3822" y="19062"/>
                  </a:moveTo>
                  <a:lnTo>
                    <a:pt x="0" y="19062"/>
                  </a:lnTo>
                  <a:lnTo>
                    <a:pt x="0" y="21590"/>
                  </a:lnTo>
                  <a:lnTo>
                    <a:pt x="3822" y="21590"/>
                  </a:lnTo>
                  <a:lnTo>
                    <a:pt x="3822" y="19062"/>
                  </a:lnTo>
                  <a:close/>
                </a:path>
                <a:path w="4445" h="251460">
                  <a:moveTo>
                    <a:pt x="3822" y="13982"/>
                  </a:moveTo>
                  <a:lnTo>
                    <a:pt x="0" y="13982"/>
                  </a:lnTo>
                  <a:lnTo>
                    <a:pt x="0" y="19050"/>
                  </a:lnTo>
                  <a:lnTo>
                    <a:pt x="3822" y="19050"/>
                  </a:lnTo>
                  <a:lnTo>
                    <a:pt x="3822" y="13982"/>
                  </a:lnTo>
                  <a:close/>
                </a:path>
                <a:path w="4445" h="251460">
                  <a:moveTo>
                    <a:pt x="3822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22" y="13970"/>
                  </a:lnTo>
                  <a:lnTo>
                    <a:pt x="3822" y="7632"/>
                  </a:lnTo>
                  <a:close/>
                </a:path>
                <a:path w="4445" h="251460">
                  <a:moveTo>
                    <a:pt x="3822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22" y="7620"/>
                  </a:lnTo>
                  <a:lnTo>
                    <a:pt x="3822" y="1282"/>
                  </a:lnTo>
                  <a:close/>
                </a:path>
                <a:path w="4445" h="251460">
                  <a:moveTo>
                    <a:pt x="3822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22" y="1270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3" name="object 3193"/>
            <p:cNvSpPr/>
            <p:nvPr/>
          </p:nvSpPr>
          <p:spPr>
            <a:xfrm>
              <a:off x="6624320" y="5214619"/>
              <a:ext cx="3810" cy="251460"/>
            </a:xfrm>
            <a:custGeom>
              <a:avLst/>
              <a:gdLst/>
              <a:ahLst/>
              <a:cxnLst/>
              <a:rect l="l" t="t" r="r" b="b"/>
              <a:pathLst>
                <a:path w="3809" h="251460">
                  <a:moveTo>
                    <a:pt x="2540" y="250202"/>
                  </a:moveTo>
                  <a:lnTo>
                    <a:pt x="0" y="250202"/>
                  </a:lnTo>
                  <a:lnTo>
                    <a:pt x="0" y="251460"/>
                  </a:lnTo>
                  <a:lnTo>
                    <a:pt x="2540" y="251460"/>
                  </a:lnTo>
                  <a:lnTo>
                    <a:pt x="2540" y="250202"/>
                  </a:lnTo>
                  <a:close/>
                </a:path>
                <a:path w="3809" h="251460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  <a:path w="3809" h="251460">
                  <a:moveTo>
                    <a:pt x="3810" y="247662"/>
                  </a:moveTo>
                  <a:lnTo>
                    <a:pt x="0" y="247662"/>
                  </a:lnTo>
                  <a:lnTo>
                    <a:pt x="0" y="250190"/>
                  </a:lnTo>
                  <a:lnTo>
                    <a:pt x="3810" y="250190"/>
                  </a:lnTo>
                  <a:lnTo>
                    <a:pt x="3810" y="247662"/>
                  </a:lnTo>
                  <a:close/>
                </a:path>
                <a:path w="3809" h="251460">
                  <a:moveTo>
                    <a:pt x="3810" y="243852"/>
                  </a:moveTo>
                  <a:lnTo>
                    <a:pt x="0" y="243852"/>
                  </a:lnTo>
                  <a:lnTo>
                    <a:pt x="0" y="247650"/>
                  </a:lnTo>
                  <a:lnTo>
                    <a:pt x="3810" y="247650"/>
                  </a:lnTo>
                  <a:lnTo>
                    <a:pt x="3810" y="243852"/>
                  </a:lnTo>
                  <a:close/>
                </a:path>
                <a:path w="3809" h="251460">
                  <a:moveTo>
                    <a:pt x="3810" y="241312"/>
                  </a:moveTo>
                  <a:lnTo>
                    <a:pt x="0" y="24131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312"/>
                  </a:lnTo>
                  <a:close/>
                </a:path>
                <a:path w="3809" h="251460">
                  <a:moveTo>
                    <a:pt x="3810" y="237502"/>
                  </a:moveTo>
                  <a:lnTo>
                    <a:pt x="0" y="237502"/>
                  </a:lnTo>
                  <a:lnTo>
                    <a:pt x="0" y="241300"/>
                  </a:lnTo>
                  <a:lnTo>
                    <a:pt x="3810" y="241300"/>
                  </a:lnTo>
                  <a:lnTo>
                    <a:pt x="3810" y="237502"/>
                  </a:lnTo>
                  <a:close/>
                </a:path>
                <a:path w="3809" h="251460">
                  <a:moveTo>
                    <a:pt x="3810" y="234962"/>
                  </a:moveTo>
                  <a:lnTo>
                    <a:pt x="0" y="23496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4962"/>
                  </a:lnTo>
                  <a:close/>
                </a:path>
                <a:path w="3809" h="251460">
                  <a:moveTo>
                    <a:pt x="3810" y="231152"/>
                  </a:moveTo>
                  <a:lnTo>
                    <a:pt x="0" y="231152"/>
                  </a:lnTo>
                  <a:lnTo>
                    <a:pt x="0" y="234950"/>
                  </a:lnTo>
                  <a:lnTo>
                    <a:pt x="3810" y="234950"/>
                  </a:lnTo>
                  <a:lnTo>
                    <a:pt x="3810" y="231152"/>
                  </a:lnTo>
                  <a:close/>
                </a:path>
                <a:path w="3809" h="251460">
                  <a:moveTo>
                    <a:pt x="3810" y="228612"/>
                  </a:moveTo>
                  <a:lnTo>
                    <a:pt x="0" y="22861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8612"/>
                  </a:lnTo>
                  <a:close/>
                </a:path>
                <a:path w="3809" h="251460">
                  <a:moveTo>
                    <a:pt x="3810" y="224802"/>
                  </a:moveTo>
                  <a:lnTo>
                    <a:pt x="0" y="224802"/>
                  </a:lnTo>
                  <a:lnTo>
                    <a:pt x="0" y="228600"/>
                  </a:lnTo>
                  <a:lnTo>
                    <a:pt x="3810" y="228600"/>
                  </a:lnTo>
                  <a:lnTo>
                    <a:pt x="3810" y="224802"/>
                  </a:lnTo>
                  <a:close/>
                </a:path>
                <a:path w="3809" h="251460">
                  <a:moveTo>
                    <a:pt x="3810" y="25412"/>
                  </a:moveTo>
                  <a:lnTo>
                    <a:pt x="0" y="2541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5412"/>
                  </a:lnTo>
                  <a:close/>
                </a:path>
                <a:path w="3809" h="251460">
                  <a:moveTo>
                    <a:pt x="3810" y="21602"/>
                  </a:moveTo>
                  <a:lnTo>
                    <a:pt x="0" y="2160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1602"/>
                  </a:lnTo>
                  <a:close/>
                </a:path>
                <a:path w="3809" h="251460">
                  <a:moveTo>
                    <a:pt x="3810" y="19062"/>
                  </a:moveTo>
                  <a:lnTo>
                    <a:pt x="0" y="1906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9062"/>
                  </a:lnTo>
                  <a:close/>
                </a:path>
                <a:path w="3809" h="251460">
                  <a:moveTo>
                    <a:pt x="3810" y="13982"/>
                  </a:moveTo>
                  <a:lnTo>
                    <a:pt x="0" y="13982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3982"/>
                  </a:lnTo>
                  <a:close/>
                </a:path>
                <a:path w="3809" h="251460">
                  <a:moveTo>
                    <a:pt x="381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7632"/>
                  </a:lnTo>
                  <a:close/>
                </a:path>
                <a:path w="3809" h="251460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</a:pathLst>
            </a:custGeom>
            <a:solidFill>
              <a:srgbClr val="7A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4" name="object 3194"/>
            <p:cNvSpPr/>
            <p:nvPr/>
          </p:nvSpPr>
          <p:spPr>
            <a:xfrm>
              <a:off x="6628130" y="5215902"/>
              <a:ext cx="2540" cy="223520"/>
            </a:xfrm>
            <a:custGeom>
              <a:avLst/>
              <a:gdLst/>
              <a:ahLst/>
              <a:cxnLst/>
              <a:rect l="l" t="t" r="r" b="b"/>
              <a:pathLst>
                <a:path w="2540" h="223520">
                  <a:moveTo>
                    <a:pt x="2540" y="24130"/>
                  </a:moveTo>
                  <a:lnTo>
                    <a:pt x="0" y="24130"/>
                  </a:lnTo>
                  <a:lnTo>
                    <a:pt x="0" y="223507"/>
                  </a:lnTo>
                  <a:lnTo>
                    <a:pt x="2540" y="223507"/>
                  </a:lnTo>
                  <a:lnTo>
                    <a:pt x="2540" y="24130"/>
                  </a:lnTo>
                  <a:close/>
                </a:path>
                <a:path w="2540" h="223520">
                  <a:moveTo>
                    <a:pt x="2540" y="20320"/>
                  </a:moveTo>
                  <a:lnTo>
                    <a:pt x="0" y="20320"/>
                  </a:lnTo>
                  <a:lnTo>
                    <a:pt x="0" y="24117"/>
                  </a:lnTo>
                  <a:lnTo>
                    <a:pt x="2540" y="24117"/>
                  </a:lnTo>
                  <a:lnTo>
                    <a:pt x="2540" y="20320"/>
                  </a:lnTo>
                  <a:close/>
                </a:path>
                <a:path w="2540" h="223520">
                  <a:moveTo>
                    <a:pt x="2540" y="17780"/>
                  </a:moveTo>
                  <a:lnTo>
                    <a:pt x="0" y="17780"/>
                  </a:lnTo>
                  <a:lnTo>
                    <a:pt x="0" y="20307"/>
                  </a:lnTo>
                  <a:lnTo>
                    <a:pt x="2540" y="20307"/>
                  </a:lnTo>
                  <a:lnTo>
                    <a:pt x="2540" y="17780"/>
                  </a:lnTo>
                  <a:close/>
                </a:path>
                <a:path w="2540" h="223520">
                  <a:moveTo>
                    <a:pt x="2540" y="12700"/>
                  </a:moveTo>
                  <a:lnTo>
                    <a:pt x="0" y="12700"/>
                  </a:lnTo>
                  <a:lnTo>
                    <a:pt x="0" y="17767"/>
                  </a:lnTo>
                  <a:lnTo>
                    <a:pt x="2540" y="17767"/>
                  </a:lnTo>
                  <a:lnTo>
                    <a:pt x="2540" y="12700"/>
                  </a:lnTo>
                  <a:close/>
                </a:path>
                <a:path w="2540" h="223520">
                  <a:moveTo>
                    <a:pt x="254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2540" y="12687"/>
                  </a:lnTo>
                  <a:lnTo>
                    <a:pt x="2540" y="6350"/>
                  </a:lnTo>
                  <a:close/>
                </a:path>
                <a:path w="2540" h="223520">
                  <a:moveTo>
                    <a:pt x="254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5" name="object 3195"/>
            <p:cNvSpPr/>
            <p:nvPr/>
          </p:nvSpPr>
          <p:spPr>
            <a:xfrm>
              <a:off x="6630670" y="5215902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6380"/>
                  </a:moveTo>
                  <a:lnTo>
                    <a:pt x="0" y="246380"/>
                  </a:lnTo>
                  <a:lnTo>
                    <a:pt x="0" y="248907"/>
                  </a:lnTo>
                  <a:lnTo>
                    <a:pt x="3810" y="248907"/>
                  </a:lnTo>
                  <a:lnTo>
                    <a:pt x="3810" y="246380"/>
                  </a:lnTo>
                  <a:close/>
                </a:path>
                <a:path w="3809" h="248920">
                  <a:moveTo>
                    <a:pt x="3810" y="242570"/>
                  </a:moveTo>
                  <a:lnTo>
                    <a:pt x="0" y="242570"/>
                  </a:lnTo>
                  <a:lnTo>
                    <a:pt x="0" y="246367"/>
                  </a:lnTo>
                  <a:lnTo>
                    <a:pt x="3810" y="246367"/>
                  </a:lnTo>
                  <a:lnTo>
                    <a:pt x="3810" y="242570"/>
                  </a:lnTo>
                  <a:close/>
                </a:path>
                <a:path w="3809" h="248920">
                  <a:moveTo>
                    <a:pt x="3810" y="240030"/>
                  </a:moveTo>
                  <a:lnTo>
                    <a:pt x="0" y="240030"/>
                  </a:lnTo>
                  <a:lnTo>
                    <a:pt x="0" y="242557"/>
                  </a:lnTo>
                  <a:lnTo>
                    <a:pt x="3810" y="242557"/>
                  </a:lnTo>
                  <a:lnTo>
                    <a:pt x="3810" y="240030"/>
                  </a:lnTo>
                  <a:close/>
                </a:path>
                <a:path w="3809" h="248920">
                  <a:moveTo>
                    <a:pt x="3810" y="236220"/>
                  </a:moveTo>
                  <a:lnTo>
                    <a:pt x="0" y="236220"/>
                  </a:lnTo>
                  <a:lnTo>
                    <a:pt x="0" y="240017"/>
                  </a:lnTo>
                  <a:lnTo>
                    <a:pt x="3810" y="240017"/>
                  </a:lnTo>
                  <a:lnTo>
                    <a:pt x="3810" y="236220"/>
                  </a:lnTo>
                  <a:close/>
                </a:path>
                <a:path w="3809" h="248920">
                  <a:moveTo>
                    <a:pt x="3810" y="233680"/>
                  </a:moveTo>
                  <a:lnTo>
                    <a:pt x="0" y="233680"/>
                  </a:lnTo>
                  <a:lnTo>
                    <a:pt x="0" y="236207"/>
                  </a:lnTo>
                  <a:lnTo>
                    <a:pt x="3810" y="236207"/>
                  </a:lnTo>
                  <a:lnTo>
                    <a:pt x="3810" y="233680"/>
                  </a:lnTo>
                  <a:close/>
                </a:path>
                <a:path w="3809" h="248920">
                  <a:moveTo>
                    <a:pt x="3810" y="229870"/>
                  </a:moveTo>
                  <a:lnTo>
                    <a:pt x="0" y="229870"/>
                  </a:lnTo>
                  <a:lnTo>
                    <a:pt x="0" y="233667"/>
                  </a:lnTo>
                  <a:lnTo>
                    <a:pt x="3810" y="233667"/>
                  </a:lnTo>
                  <a:lnTo>
                    <a:pt x="3810" y="229870"/>
                  </a:lnTo>
                  <a:close/>
                </a:path>
                <a:path w="3809" h="248920">
                  <a:moveTo>
                    <a:pt x="3810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3810" y="229857"/>
                  </a:lnTo>
                  <a:lnTo>
                    <a:pt x="3810" y="227330"/>
                  </a:lnTo>
                  <a:close/>
                </a:path>
                <a:path w="3809" h="248920">
                  <a:moveTo>
                    <a:pt x="3810" y="223520"/>
                  </a:moveTo>
                  <a:lnTo>
                    <a:pt x="0" y="223520"/>
                  </a:lnTo>
                  <a:lnTo>
                    <a:pt x="0" y="227317"/>
                  </a:lnTo>
                  <a:lnTo>
                    <a:pt x="3810" y="227317"/>
                  </a:lnTo>
                  <a:lnTo>
                    <a:pt x="3810" y="223520"/>
                  </a:lnTo>
                  <a:close/>
                </a:path>
                <a:path w="3809" h="248920">
                  <a:moveTo>
                    <a:pt x="3810" y="24130"/>
                  </a:moveTo>
                  <a:lnTo>
                    <a:pt x="0" y="24130"/>
                  </a:lnTo>
                  <a:lnTo>
                    <a:pt x="0" y="223507"/>
                  </a:lnTo>
                  <a:lnTo>
                    <a:pt x="3810" y="223507"/>
                  </a:lnTo>
                  <a:lnTo>
                    <a:pt x="3810" y="24130"/>
                  </a:lnTo>
                  <a:close/>
                </a:path>
                <a:path w="3809" h="248920">
                  <a:moveTo>
                    <a:pt x="3810" y="20320"/>
                  </a:moveTo>
                  <a:lnTo>
                    <a:pt x="0" y="20320"/>
                  </a:lnTo>
                  <a:lnTo>
                    <a:pt x="0" y="24117"/>
                  </a:lnTo>
                  <a:lnTo>
                    <a:pt x="3810" y="24117"/>
                  </a:lnTo>
                  <a:lnTo>
                    <a:pt x="3810" y="20320"/>
                  </a:lnTo>
                  <a:close/>
                </a:path>
                <a:path w="3809" h="248920">
                  <a:moveTo>
                    <a:pt x="3810" y="17780"/>
                  </a:moveTo>
                  <a:lnTo>
                    <a:pt x="0" y="17780"/>
                  </a:lnTo>
                  <a:lnTo>
                    <a:pt x="0" y="20307"/>
                  </a:lnTo>
                  <a:lnTo>
                    <a:pt x="3810" y="20307"/>
                  </a:lnTo>
                  <a:lnTo>
                    <a:pt x="3810" y="17780"/>
                  </a:lnTo>
                  <a:close/>
                </a:path>
                <a:path w="3809" h="248920">
                  <a:moveTo>
                    <a:pt x="3810" y="12700"/>
                  </a:moveTo>
                  <a:lnTo>
                    <a:pt x="0" y="12700"/>
                  </a:lnTo>
                  <a:lnTo>
                    <a:pt x="0" y="17767"/>
                  </a:lnTo>
                  <a:lnTo>
                    <a:pt x="3810" y="17767"/>
                  </a:lnTo>
                  <a:lnTo>
                    <a:pt x="3810" y="12700"/>
                  </a:lnTo>
                  <a:close/>
                </a:path>
                <a:path w="3809" h="2489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F9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6" name="object 3196"/>
            <p:cNvSpPr/>
            <p:nvPr/>
          </p:nvSpPr>
          <p:spPr>
            <a:xfrm>
              <a:off x="6634480" y="5215902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6380"/>
                  </a:moveTo>
                  <a:lnTo>
                    <a:pt x="0" y="246380"/>
                  </a:lnTo>
                  <a:lnTo>
                    <a:pt x="0" y="248907"/>
                  </a:lnTo>
                  <a:lnTo>
                    <a:pt x="3810" y="248907"/>
                  </a:lnTo>
                  <a:lnTo>
                    <a:pt x="3810" y="246380"/>
                  </a:lnTo>
                  <a:close/>
                </a:path>
                <a:path w="3809" h="248920">
                  <a:moveTo>
                    <a:pt x="3810" y="242570"/>
                  </a:moveTo>
                  <a:lnTo>
                    <a:pt x="0" y="242570"/>
                  </a:lnTo>
                  <a:lnTo>
                    <a:pt x="0" y="246367"/>
                  </a:lnTo>
                  <a:lnTo>
                    <a:pt x="3810" y="246367"/>
                  </a:lnTo>
                  <a:lnTo>
                    <a:pt x="3810" y="242570"/>
                  </a:lnTo>
                  <a:close/>
                </a:path>
                <a:path w="3809" h="248920">
                  <a:moveTo>
                    <a:pt x="3810" y="240030"/>
                  </a:moveTo>
                  <a:lnTo>
                    <a:pt x="0" y="240030"/>
                  </a:lnTo>
                  <a:lnTo>
                    <a:pt x="0" y="242557"/>
                  </a:lnTo>
                  <a:lnTo>
                    <a:pt x="3810" y="242557"/>
                  </a:lnTo>
                  <a:lnTo>
                    <a:pt x="3810" y="240030"/>
                  </a:lnTo>
                  <a:close/>
                </a:path>
                <a:path w="3809" h="248920">
                  <a:moveTo>
                    <a:pt x="3810" y="236220"/>
                  </a:moveTo>
                  <a:lnTo>
                    <a:pt x="0" y="236220"/>
                  </a:lnTo>
                  <a:lnTo>
                    <a:pt x="0" y="240017"/>
                  </a:lnTo>
                  <a:lnTo>
                    <a:pt x="3810" y="240017"/>
                  </a:lnTo>
                  <a:lnTo>
                    <a:pt x="3810" y="236220"/>
                  </a:lnTo>
                  <a:close/>
                </a:path>
                <a:path w="3809" h="248920">
                  <a:moveTo>
                    <a:pt x="3810" y="233680"/>
                  </a:moveTo>
                  <a:lnTo>
                    <a:pt x="0" y="233680"/>
                  </a:lnTo>
                  <a:lnTo>
                    <a:pt x="0" y="236207"/>
                  </a:lnTo>
                  <a:lnTo>
                    <a:pt x="3810" y="236207"/>
                  </a:lnTo>
                  <a:lnTo>
                    <a:pt x="3810" y="233680"/>
                  </a:lnTo>
                  <a:close/>
                </a:path>
                <a:path w="3809" h="248920">
                  <a:moveTo>
                    <a:pt x="3810" y="229870"/>
                  </a:moveTo>
                  <a:lnTo>
                    <a:pt x="0" y="229870"/>
                  </a:lnTo>
                  <a:lnTo>
                    <a:pt x="0" y="233667"/>
                  </a:lnTo>
                  <a:lnTo>
                    <a:pt x="3810" y="233667"/>
                  </a:lnTo>
                  <a:lnTo>
                    <a:pt x="3810" y="229870"/>
                  </a:lnTo>
                  <a:close/>
                </a:path>
                <a:path w="3809" h="248920">
                  <a:moveTo>
                    <a:pt x="3810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3810" y="229857"/>
                  </a:lnTo>
                  <a:lnTo>
                    <a:pt x="3810" y="227330"/>
                  </a:lnTo>
                  <a:close/>
                </a:path>
                <a:path w="3809" h="248920">
                  <a:moveTo>
                    <a:pt x="3810" y="223520"/>
                  </a:moveTo>
                  <a:lnTo>
                    <a:pt x="0" y="223520"/>
                  </a:lnTo>
                  <a:lnTo>
                    <a:pt x="0" y="227317"/>
                  </a:lnTo>
                  <a:lnTo>
                    <a:pt x="3810" y="227317"/>
                  </a:lnTo>
                  <a:lnTo>
                    <a:pt x="3810" y="223520"/>
                  </a:lnTo>
                  <a:close/>
                </a:path>
                <a:path w="3809" h="248920">
                  <a:moveTo>
                    <a:pt x="3810" y="24130"/>
                  </a:moveTo>
                  <a:lnTo>
                    <a:pt x="0" y="24130"/>
                  </a:lnTo>
                  <a:lnTo>
                    <a:pt x="0" y="223507"/>
                  </a:lnTo>
                  <a:lnTo>
                    <a:pt x="3810" y="223507"/>
                  </a:lnTo>
                  <a:lnTo>
                    <a:pt x="3810" y="24130"/>
                  </a:lnTo>
                  <a:close/>
                </a:path>
                <a:path w="3809" h="248920">
                  <a:moveTo>
                    <a:pt x="3810" y="20320"/>
                  </a:moveTo>
                  <a:lnTo>
                    <a:pt x="0" y="20320"/>
                  </a:lnTo>
                  <a:lnTo>
                    <a:pt x="0" y="24117"/>
                  </a:lnTo>
                  <a:lnTo>
                    <a:pt x="3810" y="24117"/>
                  </a:lnTo>
                  <a:lnTo>
                    <a:pt x="3810" y="20320"/>
                  </a:lnTo>
                  <a:close/>
                </a:path>
                <a:path w="3809" h="248920">
                  <a:moveTo>
                    <a:pt x="3810" y="17780"/>
                  </a:moveTo>
                  <a:lnTo>
                    <a:pt x="0" y="17780"/>
                  </a:lnTo>
                  <a:lnTo>
                    <a:pt x="0" y="20307"/>
                  </a:lnTo>
                  <a:lnTo>
                    <a:pt x="3810" y="20307"/>
                  </a:lnTo>
                  <a:lnTo>
                    <a:pt x="3810" y="17780"/>
                  </a:lnTo>
                  <a:close/>
                </a:path>
                <a:path w="3809" h="248920">
                  <a:moveTo>
                    <a:pt x="3810" y="12700"/>
                  </a:moveTo>
                  <a:lnTo>
                    <a:pt x="0" y="12700"/>
                  </a:lnTo>
                  <a:lnTo>
                    <a:pt x="0" y="17767"/>
                  </a:lnTo>
                  <a:lnTo>
                    <a:pt x="3810" y="17767"/>
                  </a:lnTo>
                  <a:lnTo>
                    <a:pt x="3810" y="12700"/>
                  </a:lnTo>
                  <a:close/>
                </a:path>
                <a:path w="3809" h="2489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294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7" name="object 3197"/>
            <p:cNvSpPr/>
            <p:nvPr/>
          </p:nvSpPr>
          <p:spPr>
            <a:xfrm>
              <a:off x="6638290" y="5215902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6380"/>
                  </a:moveTo>
                  <a:lnTo>
                    <a:pt x="0" y="246380"/>
                  </a:lnTo>
                  <a:lnTo>
                    <a:pt x="0" y="248907"/>
                  </a:lnTo>
                  <a:lnTo>
                    <a:pt x="3810" y="248907"/>
                  </a:lnTo>
                  <a:lnTo>
                    <a:pt x="3810" y="246380"/>
                  </a:lnTo>
                  <a:close/>
                </a:path>
                <a:path w="3809" h="248920">
                  <a:moveTo>
                    <a:pt x="3810" y="242570"/>
                  </a:moveTo>
                  <a:lnTo>
                    <a:pt x="0" y="242570"/>
                  </a:lnTo>
                  <a:lnTo>
                    <a:pt x="0" y="246367"/>
                  </a:lnTo>
                  <a:lnTo>
                    <a:pt x="3810" y="246367"/>
                  </a:lnTo>
                  <a:lnTo>
                    <a:pt x="3810" y="242570"/>
                  </a:lnTo>
                  <a:close/>
                </a:path>
                <a:path w="3809" h="248920">
                  <a:moveTo>
                    <a:pt x="3810" y="240030"/>
                  </a:moveTo>
                  <a:lnTo>
                    <a:pt x="0" y="240030"/>
                  </a:lnTo>
                  <a:lnTo>
                    <a:pt x="0" y="242557"/>
                  </a:lnTo>
                  <a:lnTo>
                    <a:pt x="3810" y="242557"/>
                  </a:lnTo>
                  <a:lnTo>
                    <a:pt x="3810" y="240030"/>
                  </a:lnTo>
                  <a:close/>
                </a:path>
                <a:path w="3809" h="248920">
                  <a:moveTo>
                    <a:pt x="3810" y="236220"/>
                  </a:moveTo>
                  <a:lnTo>
                    <a:pt x="0" y="236220"/>
                  </a:lnTo>
                  <a:lnTo>
                    <a:pt x="0" y="240017"/>
                  </a:lnTo>
                  <a:lnTo>
                    <a:pt x="3810" y="240017"/>
                  </a:lnTo>
                  <a:lnTo>
                    <a:pt x="3810" y="236220"/>
                  </a:lnTo>
                  <a:close/>
                </a:path>
                <a:path w="3809" h="248920">
                  <a:moveTo>
                    <a:pt x="3810" y="233680"/>
                  </a:moveTo>
                  <a:lnTo>
                    <a:pt x="0" y="233680"/>
                  </a:lnTo>
                  <a:lnTo>
                    <a:pt x="0" y="236207"/>
                  </a:lnTo>
                  <a:lnTo>
                    <a:pt x="3810" y="236207"/>
                  </a:lnTo>
                  <a:lnTo>
                    <a:pt x="3810" y="233680"/>
                  </a:lnTo>
                  <a:close/>
                </a:path>
                <a:path w="3809" h="248920">
                  <a:moveTo>
                    <a:pt x="3810" y="229870"/>
                  </a:moveTo>
                  <a:lnTo>
                    <a:pt x="0" y="229870"/>
                  </a:lnTo>
                  <a:lnTo>
                    <a:pt x="0" y="233667"/>
                  </a:lnTo>
                  <a:lnTo>
                    <a:pt x="3810" y="233667"/>
                  </a:lnTo>
                  <a:lnTo>
                    <a:pt x="3810" y="229870"/>
                  </a:lnTo>
                  <a:close/>
                </a:path>
                <a:path w="3809" h="248920">
                  <a:moveTo>
                    <a:pt x="3810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3810" y="229857"/>
                  </a:lnTo>
                  <a:lnTo>
                    <a:pt x="3810" y="227330"/>
                  </a:lnTo>
                  <a:close/>
                </a:path>
                <a:path w="3809" h="248920">
                  <a:moveTo>
                    <a:pt x="3810" y="223520"/>
                  </a:moveTo>
                  <a:lnTo>
                    <a:pt x="0" y="223520"/>
                  </a:lnTo>
                  <a:lnTo>
                    <a:pt x="0" y="227317"/>
                  </a:lnTo>
                  <a:lnTo>
                    <a:pt x="3810" y="227317"/>
                  </a:lnTo>
                  <a:lnTo>
                    <a:pt x="3810" y="223520"/>
                  </a:lnTo>
                  <a:close/>
                </a:path>
                <a:path w="3809" h="248920">
                  <a:moveTo>
                    <a:pt x="3810" y="24130"/>
                  </a:moveTo>
                  <a:lnTo>
                    <a:pt x="0" y="24130"/>
                  </a:lnTo>
                  <a:lnTo>
                    <a:pt x="0" y="223507"/>
                  </a:lnTo>
                  <a:lnTo>
                    <a:pt x="3810" y="223507"/>
                  </a:lnTo>
                  <a:lnTo>
                    <a:pt x="3810" y="24130"/>
                  </a:lnTo>
                  <a:close/>
                </a:path>
                <a:path w="3809" h="248920">
                  <a:moveTo>
                    <a:pt x="3810" y="20320"/>
                  </a:moveTo>
                  <a:lnTo>
                    <a:pt x="0" y="20320"/>
                  </a:lnTo>
                  <a:lnTo>
                    <a:pt x="0" y="24117"/>
                  </a:lnTo>
                  <a:lnTo>
                    <a:pt x="3810" y="24117"/>
                  </a:lnTo>
                  <a:lnTo>
                    <a:pt x="3810" y="20320"/>
                  </a:lnTo>
                  <a:close/>
                </a:path>
                <a:path w="3809" h="248920">
                  <a:moveTo>
                    <a:pt x="3810" y="17780"/>
                  </a:moveTo>
                  <a:lnTo>
                    <a:pt x="0" y="17780"/>
                  </a:lnTo>
                  <a:lnTo>
                    <a:pt x="0" y="20307"/>
                  </a:lnTo>
                  <a:lnTo>
                    <a:pt x="3810" y="20307"/>
                  </a:lnTo>
                  <a:lnTo>
                    <a:pt x="3810" y="17780"/>
                  </a:lnTo>
                  <a:close/>
                </a:path>
                <a:path w="3809" h="248920">
                  <a:moveTo>
                    <a:pt x="3810" y="12700"/>
                  </a:moveTo>
                  <a:lnTo>
                    <a:pt x="0" y="12700"/>
                  </a:lnTo>
                  <a:lnTo>
                    <a:pt x="0" y="17767"/>
                  </a:lnTo>
                  <a:lnTo>
                    <a:pt x="3810" y="17767"/>
                  </a:lnTo>
                  <a:lnTo>
                    <a:pt x="3810" y="12700"/>
                  </a:lnTo>
                  <a:close/>
                </a:path>
                <a:path w="3809" h="2489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496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8" name="object 3198"/>
            <p:cNvSpPr/>
            <p:nvPr/>
          </p:nvSpPr>
          <p:spPr>
            <a:xfrm>
              <a:off x="6642100" y="5215902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797" y="246380"/>
                  </a:moveTo>
                  <a:lnTo>
                    <a:pt x="0" y="246380"/>
                  </a:lnTo>
                  <a:lnTo>
                    <a:pt x="0" y="248907"/>
                  </a:lnTo>
                  <a:lnTo>
                    <a:pt x="3797" y="248907"/>
                  </a:lnTo>
                  <a:lnTo>
                    <a:pt x="3797" y="246380"/>
                  </a:lnTo>
                  <a:close/>
                </a:path>
                <a:path w="3809" h="248920">
                  <a:moveTo>
                    <a:pt x="3797" y="242570"/>
                  </a:moveTo>
                  <a:lnTo>
                    <a:pt x="0" y="242570"/>
                  </a:lnTo>
                  <a:lnTo>
                    <a:pt x="0" y="246367"/>
                  </a:lnTo>
                  <a:lnTo>
                    <a:pt x="3797" y="246367"/>
                  </a:lnTo>
                  <a:lnTo>
                    <a:pt x="3797" y="242570"/>
                  </a:lnTo>
                  <a:close/>
                </a:path>
                <a:path w="3809" h="248920">
                  <a:moveTo>
                    <a:pt x="3797" y="240030"/>
                  </a:moveTo>
                  <a:lnTo>
                    <a:pt x="0" y="240030"/>
                  </a:lnTo>
                  <a:lnTo>
                    <a:pt x="0" y="242557"/>
                  </a:lnTo>
                  <a:lnTo>
                    <a:pt x="3797" y="242557"/>
                  </a:lnTo>
                  <a:lnTo>
                    <a:pt x="3797" y="240030"/>
                  </a:lnTo>
                  <a:close/>
                </a:path>
                <a:path w="3809" h="248920">
                  <a:moveTo>
                    <a:pt x="3797" y="236220"/>
                  </a:moveTo>
                  <a:lnTo>
                    <a:pt x="0" y="236220"/>
                  </a:lnTo>
                  <a:lnTo>
                    <a:pt x="0" y="240017"/>
                  </a:lnTo>
                  <a:lnTo>
                    <a:pt x="3797" y="240017"/>
                  </a:lnTo>
                  <a:lnTo>
                    <a:pt x="3797" y="236220"/>
                  </a:lnTo>
                  <a:close/>
                </a:path>
                <a:path w="3809" h="248920">
                  <a:moveTo>
                    <a:pt x="3797" y="233680"/>
                  </a:moveTo>
                  <a:lnTo>
                    <a:pt x="0" y="233680"/>
                  </a:lnTo>
                  <a:lnTo>
                    <a:pt x="0" y="236207"/>
                  </a:lnTo>
                  <a:lnTo>
                    <a:pt x="3797" y="236207"/>
                  </a:lnTo>
                  <a:lnTo>
                    <a:pt x="3797" y="233680"/>
                  </a:lnTo>
                  <a:close/>
                </a:path>
                <a:path w="3809" h="248920">
                  <a:moveTo>
                    <a:pt x="3797" y="229870"/>
                  </a:moveTo>
                  <a:lnTo>
                    <a:pt x="0" y="229870"/>
                  </a:lnTo>
                  <a:lnTo>
                    <a:pt x="0" y="233667"/>
                  </a:lnTo>
                  <a:lnTo>
                    <a:pt x="3797" y="233667"/>
                  </a:lnTo>
                  <a:lnTo>
                    <a:pt x="3797" y="229870"/>
                  </a:lnTo>
                  <a:close/>
                </a:path>
                <a:path w="3809" h="248920">
                  <a:moveTo>
                    <a:pt x="3797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3797" y="229857"/>
                  </a:lnTo>
                  <a:lnTo>
                    <a:pt x="3797" y="227330"/>
                  </a:lnTo>
                  <a:close/>
                </a:path>
                <a:path w="3809" h="248920">
                  <a:moveTo>
                    <a:pt x="3797" y="223520"/>
                  </a:moveTo>
                  <a:lnTo>
                    <a:pt x="0" y="223520"/>
                  </a:lnTo>
                  <a:lnTo>
                    <a:pt x="0" y="227317"/>
                  </a:lnTo>
                  <a:lnTo>
                    <a:pt x="3797" y="227317"/>
                  </a:lnTo>
                  <a:lnTo>
                    <a:pt x="3797" y="223520"/>
                  </a:lnTo>
                  <a:close/>
                </a:path>
                <a:path w="3809" h="248920">
                  <a:moveTo>
                    <a:pt x="3797" y="24130"/>
                  </a:moveTo>
                  <a:lnTo>
                    <a:pt x="0" y="24130"/>
                  </a:lnTo>
                  <a:lnTo>
                    <a:pt x="0" y="223507"/>
                  </a:lnTo>
                  <a:lnTo>
                    <a:pt x="3797" y="223507"/>
                  </a:lnTo>
                  <a:lnTo>
                    <a:pt x="3797" y="24130"/>
                  </a:lnTo>
                  <a:close/>
                </a:path>
                <a:path w="3809" h="248920">
                  <a:moveTo>
                    <a:pt x="3797" y="20320"/>
                  </a:moveTo>
                  <a:lnTo>
                    <a:pt x="0" y="20320"/>
                  </a:lnTo>
                  <a:lnTo>
                    <a:pt x="0" y="24117"/>
                  </a:lnTo>
                  <a:lnTo>
                    <a:pt x="3797" y="24117"/>
                  </a:lnTo>
                  <a:lnTo>
                    <a:pt x="3797" y="20320"/>
                  </a:lnTo>
                  <a:close/>
                </a:path>
                <a:path w="3809" h="248920">
                  <a:moveTo>
                    <a:pt x="3797" y="17780"/>
                  </a:moveTo>
                  <a:lnTo>
                    <a:pt x="0" y="17780"/>
                  </a:lnTo>
                  <a:lnTo>
                    <a:pt x="0" y="20307"/>
                  </a:lnTo>
                  <a:lnTo>
                    <a:pt x="3797" y="20307"/>
                  </a:lnTo>
                  <a:lnTo>
                    <a:pt x="3797" y="17780"/>
                  </a:lnTo>
                  <a:close/>
                </a:path>
                <a:path w="3809" h="248920">
                  <a:moveTo>
                    <a:pt x="3797" y="12700"/>
                  </a:moveTo>
                  <a:lnTo>
                    <a:pt x="0" y="12700"/>
                  </a:lnTo>
                  <a:lnTo>
                    <a:pt x="0" y="17767"/>
                  </a:lnTo>
                  <a:lnTo>
                    <a:pt x="3797" y="17767"/>
                  </a:lnTo>
                  <a:lnTo>
                    <a:pt x="3797" y="12700"/>
                  </a:lnTo>
                  <a:close/>
                </a:path>
                <a:path w="3809" h="248920">
                  <a:moveTo>
                    <a:pt x="3797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797" y="12687"/>
                  </a:lnTo>
                  <a:lnTo>
                    <a:pt x="3797" y="6350"/>
                  </a:lnTo>
                  <a:close/>
                </a:path>
                <a:path w="3809" h="248920">
                  <a:moveTo>
                    <a:pt x="3797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797" y="6337"/>
                  </a:lnTo>
                  <a:lnTo>
                    <a:pt x="3797" y="0"/>
                  </a:lnTo>
                  <a:close/>
                </a:path>
              </a:pathLst>
            </a:custGeom>
            <a:solidFill>
              <a:srgbClr val="8799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9" name="object 3199"/>
            <p:cNvSpPr/>
            <p:nvPr/>
          </p:nvSpPr>
          <p:spPr>
            <a:xfrm>
              <a:off x="6645897" y="5215902"/>
              <a:ext cx="4445" cy="248920"/>
            </a:xfrm>
            <a:custGeom>
              <a:avLst/>
              <a:gdLst/>
              <a:ahLst/>
              <a:cxnLst/>
              <a:rect l="l" t="t" r="r" b="b"/>
              <a:pathLst>
                <a:path w="4445" h="248920">
                  <a:moveTo>
                    <a:pt x="3822" y="246380"/>
                  </a:moveTo>
                  <a:lnTo>
                    <a:pt x="0" y="246380"/>
                  </a:lnTo>
                  <a:lnTo>
                    <a:pt x="0" y="248907"/>
                  </a:lnTo>
                  <a:lnTo>
                    <a:pt x="3822" y="248907"/>
                  </a:lnTo>
                  <a:lnTo>
                    <a:pt x="3822" y="246380"/>
                  </a:lnTo>
                  <a:close/>
                </a:path>
                <a:path w="4445" h="248920">
                  <a:moveTo>
                    <a:pt x="3822" y="242570"/>
                  </a:moveTo>
                  <a:lnTo>
                    <a:pt x="0" y="242570"/>
                  </a:lnTo>
                  <a:lnTo>
                    <a:pt x="0" y="246367"/>
                  </a:lnTo>
                  <a:lnTo>
                    <a:pt x="3822" y="246367"/>
                  </a:lnTo>
                  <a:lnTo>
                    <a:pt x="3822" y="242570"/>
                  </a:lnTo>
                  <a:close/>
                </a:path>
                <a:path w="4445" h="248920">
                  <a:moveTo>
                    <a:pt x="3822" y="240030"/>
                  </a:moveTo>
                  <a:lnTo>
                    <a:pt x="0" y="240030"/>
                  </a:lnTo>
                  <a:lnTo>
                    <a:pt x="0" y="242557"/>
                  </a:lnTo>
                  <a:lnTo>
                    <a:pt x="3822" y="242557"/>
                  </a:lnTo>
                  <a:lnTo>
                    <a:pt x="3822" y="240030"/>
                  </a:lnTo>
                  <a:close/>
                </a:path>
                <a:path w="4445" h="248920">
                  <a:moveTo>
                    <a:pt x="3822" y="236220"/>
                  </a:moveTo>
                  <a:lnTo>
                    <a:pt x="0" y="236220"/>
                  </a:lnTo>
                  <a:lnTo>
                    <a:pt x="0" y="240017"/>
                  </a:lnTo>
                  <a:lnTo>
                    <a:pt x="3822" y="240017"/>
                  </a:lnTo>
                  <a:lnTo>
                    <a:pt x="3822" y="236220"/>
                  </a:lnTo>
                  <a:close/>
                </a:path>
                <a:path w="4445" h="248920">
                  <a:moveTo>
                    <a:pt x="3822" y="233680"/>
                  </a:moveTo>
                  <a:lnTo>
                    <a:pt x="0" y="233680"/>
                  </a:lnTo>
                  <a:lnTo>
                    <a:pt x="0" y="236207"/>
                  </a:lnTo>
                  <a:lnTo>
                    <a:pt x="3822" y="236207"/>
                  </a:lnTo>
                  <a:lnTo>
                    <a:pt x="3822" y="233680"/>
                  </a:lnTo>
                  <a:close/>
                </a:path>
                <a:path w="4445" h="248920">
                  <a:moveTo>
                    <a:pt x="3822" y="229870"/>
                  </a:moveTo>
                  <a:lnTo>
                    <a:pt x="0" y="229870"/>
                  </a:lnTo>
                  <a:lnTo>
                    <a:pt x="0" y="233667"/>
                  </a:lnTo>
                  <a:lnTo>
                    <a:pt x="3822" y="233667"/>
                  </a:lnTo>
                  <a:lnTo>
                    <a:pt x="3822" y="229870"/>
                  </a:lnTo>
                  <a:close/>
                </a:path>
                <a:path w="4445" h="248920">
                  <a:moveTo>
                    <a:pt x="3822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3822" y="229857"/>
                  </a:lnTo>
                  <a:lnTo>
                    <a:pt x="3822" y="227330"/>
                  </a:lnTo>
                  <a:close/>
                </a:path>
                <a:path w="4445" h="248920">
                  <a:moveTo>
                    <a:pt x="3822" y="223520"/>
                  </a:moveTo>
                  <a:lnTo>
                    <a:pt x="0" y="223520"/>
                  </a:lnTo>
                  <a:lnTo>
                    <a:pt x="0" y="227317"/>
                  </a:lnTo>
                  <a:lnTo>
                    <a:pt x="3822" y="227317"/>
                  </a:lnTo>
                  <a:lnTo>
                    <a:pt x="3822" y="223520"/>
                  </a:lnTo>
                  <a:close/>
                </a:path>
                <a:path w="4445" h="248920">
                  <a:moveTo>
                    <a:pt x="3822" y="24130"/>
                  </a:moveTo>
                  <a:lnTo>
                    <a:pt x="0" y="24130"/>
                  </a:lnTo>
                  <a:lnTo>
                    <a:pt x="0" y="223507"/>
                  </a:lnTo>
                  <a:lnTo>
                    <a:pt x="3822" y="223507"/>
                  </a:lnTo>
                  <a:lnTo>
                    <a:pt x="3822" y="24130"/>
                  </a:lnTo>
                  <a:close/>
                </a:path>
                <a:path w="4445" h="248920">
                  <a:moveTo>
                    <a:pt x="3822" y="20320"/>
                  </a:moveTo>
                  <a:lnTo>
                    <a:pt x="0" y="20320"/>
                  </a:lnTo>
                  <a:lnTo>
                    <a:pt x="0" y="24117"/>
                  </a:lnTo>
                  <a:lnTo>
                    <a:pt x="3822" y="24117"/>
                  </a:lnTo>
                  <a:lnTo>
                    <a:pt x="3822" y="20320"/>
                  </a:lnTo>
                  <a:close/>
                </a:path>
                <a:path w="4445" h="248920">
                  <a:moveTo>
                    <a:pt x="3822" y="17780"/>
                  </a:moveTo>
                  <a:lnTo>
                    <a:pt x="0" y="17780"/>
                  </a:lnTo>
                  <a:lnTo>
                    <a:pt x="0" y="20307"/>
                  </a:lnTo>
                  <a:lnTo>
                    <a:pt x="3822" y="20307"/>
                  </a:lnTo>
                  <a:lnTo>
                    <a:pt x="3822" y="17780"/>
                  </a:lnTo>
                  <a:close/>
                </a:path>
                <a:path w="4445" h="248920">
                  <a:moveTo>
                    <a:pt x="3822" y="12700"/>
                  </a:moveTo>
                  <a:lnTo>
                    <a:pt x="0" y="12700"/>
                  </a:lnTo>
                  <a:lnTo>
                    <a:pt x="0" y="17767"/>
                  </a:lnTo>
                  <a:lnTo>
                    <a:pt x="3822" y="17767"/>
                  </a:lnTo>
                  <a:lnTo>
                    <a:pt x="3822" y="12700"/>
                  </a:lnTo>
                  <a:close/>
                </a:path>
                <a:path w="4445" h="248920">
                  <a:moveTo>
                    <a:pt x="3822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22" y="12687"/>
                  </a:lnTo>
                  <a:lnTo>
                    <a:pt x="3822" y="6350"/>
                  </a:lnTo>
                  <a:close/>
                </a:path>
                <a:path w="4445" h="248920">
                  <a:moveTo>
                    <a:pt x="3822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22" y="6337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0" name="object 3200"/>
            <p:cNvSpPr/>
            <p:nvPr/>
          </p:nvSpPr>
          <p:spPr>
            <a:xfrm>
              <a:off x="6649720" y="5215902"/>
              <a:ext cx="3810" cy="248920"/>
            </a:xfrm>
            <a:custGeom>
              <a:avLst/>
              <a:gdLst/>
              <a:ahLst/>
              <a:cxnLst/>
              <a:rect l="l" t="t" r="r" b="b"/>
              <a:pathLst>
                <a:path w="3809" h="248920">
                  <a:moveTo>
                    <a:pt x="3810" y="246380"/>
                  </a:moveTo>
                  <a:lnTo>
                    <a:pt x="0" y="246380"/>
                  </a:lnTo>
                  <a:lnTo>
                    <a:pt x="0" y="248907"/>
                  </a:lnTo>
                  <a:lnTo>
                    <a:pt x="3810" y="248907"/>
                  </a:lnTo>
                  <a:lnTo>
                    <a:pt x="3810" y="246380"/>
                  </a:lnTo>
                  <a:close/>
                </a:path>
                <a:path w="3809" h="248920">
                  <a:moveTo>
                    <a:pt x="3810" y="242570"/>
                  </a:moveTo>
                  <a:lnTo>
                    <a:pt x="0" y="242570"/>
                  </a:lnTo>
                  <a:lnTo>
                    <a:pt x="0" y="246367"/>
                  </a:lnTo>
                  <a:lnTo>
                    <a:pt x="3810" y="246367"/>
                  </a:lnTo>
                  <a:lnTo>
                    <a:pt x="3810" y="242570"/>
                  </a:lnTo>
                  <a:close/>
                </a:path>
                <a:path w="3809" h="248920">
                  <a:moveTo>
                    <a:pt x="3810" y="240030"/>
                  </a:moveTo>
                  <a:lnTo>
                    <a:pt x="0" y="240030"/>
                  </a:lnTo>
                  <a:lnTo>
                    <a:pt x="0" y="242557"/>
                  </a:lnTo>
                  <a:lnTo>
                    <a:pt x="3810" y="242557"/>
                  </a:lnTo>
                  <a:lnTo>
                    <a:pt x="3810" y="240030"/>
                  </a:lnTo>
                  <a:close/>
                </a:path>
                <a:path w="3809" h="248920">
                  <a:moveTo>
                    <a:pt x="3810" y="236220"/>
                  </a:moveTo>
                  <a:lnTo>
                    <a:pt x="0" y="236220"/>
                  </a:lnTo>
                  <a:lnTo>
                    <a:pt x="0" y="240017"/>
                  </a:lnTo>
                  <a:lnTo>
                    <a:pt x="3810" y="240017"/>
                  </a:lnTo>
                  <a:lnTo>
                    <a:pt x="3810" y="236220"/>
                  </a:lnTo>
                  <a:close/>
                </a:path>
                <a:path w="3809" h="248920">
                  <a:moveTo>
                    <a:pt x="3810" y="233680"/>
                  </a:moveTo>
                  <a:lnTo>
                    <a:pt x="0" y="233680"/>
                  </a:lnTo>
                  <a:lnTo>
                    <a:pt x="0" y="236207"/>
                  </a:lnTo>
                  <a:lnTo>
                    <a:pt x="3810" y="236207"/>
                  </a:lnTo>
                  <a:lnTo>
                    <a:pt x="3810" y="233680"/>
                  </a:lnTo>
                  <a:close/>
                </a:path>
                <a:path w="3809" h="248920">
                  <a:moveTo>
                    <a:pt x="3810" y="229870"/>
                  </a:moveTo>
                  <a:lnTo>
                    <a:pt x="0" y="229870"/>
                  </a:lnTo>
                  <a:lnTo>
                    <a:pt x="0" y="233667"/>
                  </a:lnTo>
                  <a:lnTo>
                    <a:pt x="3810" y="233667"/>
                  </a:lnTo>
                  <a:lnTo>
                    <a:pt x="3810" y="229870"/>
                  </a:lnTo>
                  <a:close/>
                </a:path>
                <a:path w="3809" h="248920">
                  <a:moveTo>
                    <a:pt x="3810" y="227330"/>
                  </a:moveTo>
                  <a:lnTo>
                    <a:pt x="0" y="227330"/>
                  </a:lnTo>
                  <a:lnTo>
                    <a:pt x="0" y="229857"/>
                  </a:lnTo>
                  <a:lnTo>
                    <a:pt x="3810" y="229857"/>
                  </a:lnTo>
                  <a:lnTo>
                    <a:pt x="3810" y="227330"/>
                  </a:lnTo>
                  <a:close/>
                </a:path>
                <a:path w="3809" h="248920">
                  <a:moveTo>
                    <a:pt x="3810" y="223520"/>
                  </a:moveTo>
                  <a:lnTo>
                    <a:pt x="0" y="223520"/>
                  </a:lnTo>
                  <a:lnTo>
                    <a:pt x="0" y="227317"/>
                  </a:lnTo>
                  <a:lnTo>
                    <a:pt x="3810" y="227317"/>
                  </a:lnTo>
                  <a:lnTo>
                    <a:pt x="3810" y="223520"/>
                  </a:lnTo>
                  <a:close/>
                </a:path>
                <a:path w="3809" h="248920">
                  <a:moveTo>
                    <a:pt x="3810" y="24130"/>
                  </a:moveTo>
                  <a:lnTo>
                    <a:pt x="0" y="24130"/>
                  </a:lnTo>
                  <a:lnTo>
                    <a:pt x="0" y="223507"/>
                  </a:lnTo>
                  <a:lnTo>
                    <a:pt x="3810" y="223507"/>
                  </a:lnTo>
                  <a:lnTo>
                    <a:pt x="3810" y="24130"/>
                  </a:lnTo>
                  <a:close/>
                </a:path>
                <a:path w="3809" h="248920">
                  <a:moveTo>
                    <a:pt x="3810" y="20320"/>
                  </a:moveTo>
                  <a:lnTo>
                    <a:pt x="0" y="20320"/>
                  </a:lnTo>
                  <a:lnTo>
                    <a:pt x="0" y="24117"/>
                  </a:lnTo>
                  <a:lnTo>
                    <a:pt x="3810" y="24117"/>
                  </a:lnTo>
                  <a:lnTo>
                    <a:pt x="3810" y="20320"/>
                  </a:lnTo>
                  <a:close/>
                </a:path>
                <a:path w="3809" h="248920">
                  <a:moveTo>
                    <a:pt x="3810" y="17780"/>
                  </a:moveTo>
                  <a:lnTo>
                    <a:pt x="0" y="17780"/>
                  </a:lnTo>
                  <a:lnTo>
                    <a:pt x="0" y="20307"/>
                  </a:lnTo>
                  <a:lnTo>
                    <a:pt x="3810" y="20307"/>
                  </a:lnTo>
                  <a:lnTo>
                    <a:pt x="3810" y="17780"/>
                  </a:lnTo>
                  <a:close/>
                </a:path>
                <a:path w="3809" h="248920">
                  <a:moveTo>
                    <a:pt x="3810" y="12700"/>
                  </a:moveTo>
                  <a:lnTo>
                    <a:pt x="0" y="12700"/>
                  </a:lnTo>
                  <a:lnTo>
                    <a:pt x="0" y="17767"/>
                  </a:lnTo>
                  <a:lnTo>
                    <a:pt x="3810" y="17767"/>
                  </a:lnTo>
                  <a:lnTo>
                    <a:pt x="3810" y="12700"/>
                  </a:lnTo>
                  <a:close/>
                </a:path>
                <a:path w="3809" h="248920">
                  <a:moveTo>
                    <a:pt x="381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3810" y="12687"/>
                  </a:lnTo>
                  <a:lnTo>
                    <a:pt x="3810" y="6350"/>
                  </a:lnTo>
                  <a:close/>
                </a:path>
                <a:path w="3809" h="248920">
                  <a:moveTo>
                    <a:pt x="381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3810" y="63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1" name="object 3201"/>
            <p:cNvSpPr/>
            <p:nvPr/>
          </p:nvSpPr>
          <p:spPr>
            <a:xfrm>
              <a:off x="6653530" y="5217172"/>
              <a:ext cx="3810" cy="246379"/>
            </a:xfrm>
            <a:custGeom>
              <a:avLst/>
              <a:gdLst/>
              <a:ahLst/>
              <a:cxnLst/>
              <a:rect l="l" t="t" r="r" b="b"/>
              <a:pathLst>
                <a:path w="3809" h="246379">
                  <a:moveTo>
                    <a:pt x="3810" y="245110"/>
                  </a:moveTo>
                  <a:lnTo>
                    <a:pt x="0" y="245110"/>
                  </a:lnTo>
                  <a:lnTo>
                    <a:pt x="0" y="246367"/>
                  </a:lnTo>
                  <a:lnTo>
                    <a:pt x="3810" y="246367"/>
                  </a:lnTo>
                  <a:lnTo>
                    <a:pt x="3810" y="245110"/>
                  </a:lnTo>
                  <a:close/>
                </a:path>
                <a:path w="3809" h="246379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09" h="246379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09" h="246379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09" h="246379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09" h="246379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09" h="246379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09" h="246379">
                  <a:moveTo>
                    <a:pt x="381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22250"/>
                  </a:lnTo>
                  <a:close/>
                </a:path>
                <a:path w="3809" h="246379">
                  <a:moveTo>
                    <a:pt x="3810" y="22860"/>
                  </a:moveTo>
                  <a:lnTo>
                    <a:pt x="0" y="2286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2860"/>
                  </a:lnTo>
                  <a:close/>
                </a:path>
                <a:path w="3809" h="246379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09" h="246379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09" h="246379">
                  <a:moveTo>
                    <a:pt x="3810" y="11430"/>
                  </a:moveTo>
                  <a:lnTo>
                    <a:pt x="0" y="1143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1430"/>
                  </a:lnTo>
                  <a:close/>
                </a:path>
                <a:path w="3809" h="246379">
                  <a:moveTo>
                    <a:pt x="3810" y="5080"/>
                  </a:moveTo>
                  <a:lnTo>
                    <a:pt x="0" y="5080"/>
                  </a:lnTo>
                  <a:lnTo>
                    <a:pt x="0" y="11417"/>
                  </a:lnTo>
                  <a:lnTo>
                    <a:pt x="3810" y="11417"/>
                  </a:lnTo>
                  <a:lnTo>
                    <a:pt x="3810" y="5080"/>
                  </a:lnTo>
                  <a:close/>
                </a:path>
                <a:path w="3809" h="246379">
                  <a:moveTo>
                    <a:pt x="3810" y="0"/>
                  </a:moveTo>
                  <a:lnTo>
                    <a:pt x="0" y="0"/>
                  </a:lnTo>
                  <a:lnTo>
                    <a:pt x="0" y="5067"/>
                  </a:lnTo>
                  <a:lnTo>
                    <a:pt x="3810" y="506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F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2" name="object 3202"/>
            <p:cNvSpPr/>
            <p:nvPr/>
          </p:nvSpPr>
          <p:spPr>
            <a:xfrm>
              <a:off x="6657340" y="5217172"/>
              <a:ext cx="2540" cy="246379"/>
            </a:xfrm>
            <a:custGeom>
              <a:avLst/>
              <a:gdLst/>
              <a:ahLst/>
              <a:cxnLst/>
              <a:rect l="l" t="t" r="r" b="b"/>
              <a:pathLst>
                <a:path w="2540" h="246379">
                  <a:moveTo>
                    <a:pt x="2540" y="245110"/>
                  </a:moveTo>
                  <a:lnTo>
                    <a:pt x="0" y="245110"/>
                  </a:lnTo>
                  <a:lnTo>
                    <a:pt x="0" y="246367"/>
                  </a:lnTo>
                  <a:lnTo>
                    <a:pt x="2540" y="246367"/>
                  </a:lnTo>
                  <a:lnTo>
                    <a:pt x="2540" y="245110"/>
                  </a:lnTo>
                  <a:close/>
                </a:path>
                <a:path w="2540" h="246379">
                  <a:moveTo>
                    <a:pt x="254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2540" y="245097"/>
                  </a:lnTo>
                  <a:lnTo>
                    <a:pt x="2540" y="241300"/>
                  </a:lnTo>
                  <a:close/>
                </a:path>
                <a:path w="2540" h="246379">
                  <a:moveTo>
                    <a:pt x="254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2540" y="241287"/>
                  </a:lnTo>
                  <a:lnTo>
                    <a:pt x="2540" y="238760"/>
                  </a:lnTo>
                  <a:close/>
                </a:path>
                <a:path w="2540" h="246379">
                  <a:moveTo>
                    <a:pt x="254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2540" y="238747"/>
                  </a:lnTo>
                  <a:lnTo>
                    <a:pt x="2540" y="234950"/>
                  </a:lnTo>
                  <a:close/>
                </a:path>
                <a:path w="2540" h="246379">
                  <a:moveTo>
                    <a:pt x="254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2540" y="234937"/>
                  </a:lnTo>
                  <a:lnTo>
                    <a:pt x="2540" y="232410"/>
                  </a:lnTo>
                  <a:close/>
                </a:path>
                <a:path w="2540" h="246379">
                  <a:moveTo>
                    <a:pt x="254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2540" y="232397"/>
                  </a:lnTo>
                  <a:lnTo>
                    <a:pt x="2540" y="228600"/>
                  </a:lnTo>
                  <a:close/>
                </a:path>
                <a:path w="2540" h="246379">
                  <a:moveTo>
                    <a:pt x="254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2540" y="228587"/>
                  </a:lnTo>
                  <a:lnTo>
                    <a:pt x="2540" y="226060"/>
                  </a:lnTo>
                  <a:close/>
                </a:path>
                <a:path w="2540" h="246379">
                  <a:moveTo>
                    <a:pt x="254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2540" y="226047"/>
                  </a:lnTo>
                  <a:lnTo>
                    <a:pt x="2540" y="222250"/>
                  </a:lnTo>
                  <a:close/>
                </a:path>
                <a:path w="2540" h="246379">
                  <a:moveTo>
                    <a:pt x="2540" y="22860"/>
                  </a:moveTo>
                  <a:lnTo>
                    <a:pt x="0" y="22860"/>
                  </a:lnTo>
                  <a:lnTo>
                    <a:pt x="0" y="222237"/>
                  </a:lnTo>
                  <a:lnTo>
                    <a:pt x="2540" y="222237"/>
                  </a:lnTo>
                  <a:lnTo>
                    <a:pt x="2540" y="22860"/>
                  </a:lnTo>
                  <a:close/>
                </a:path>
                <a:path w="2540" h="246379">
                  <a:moveTo>
                    <a:pt x="254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2540" y="22847"/>
                  </a:lnTo>
                  <a:lnTo>
                    <a:pt x="2540" y="19050"/>
                  </a:lnTo>
                  <a:close/>
                </a:path>
                <a:path w="2540" h="246379">
                  <a:moveTo>
                    <a:pt x="254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2540" y="19037"/>
                  </a:lnTo>
                  <a:lnTo>
                    <a:pt x="2540" y="16510"/>
                  </a:lnTo>
                  <a:close/>
                </a:path>
                <a:path w="2540" h="246379">
                  <a:moveTo>
                    <a:pt x="2540" y="11430"/>
                  </a:moveTo>
                  <a:lnTo>
                    <a:pt x="0" y="11430"/>
                  </a:lnTo>
                  <a:lnTo>
                    <a:pt x="0" y="16497"/>
                  </a:lnTo>
                  <a:lnTo>
                    <a:pt x="2540" y="16497"/>
                  </a:lnTo>
                  <a:lnTo>
                    <a:pt x="2540" y="11430"/>
                  </a:lnTo>
                  <a:close/>
                </a:path>
                <a:path w="2540" h="246379">
                  <a:moveTo>
                    <a:pt x="2540" y="5080"/>
                  </a:moveTo>
                  <a:lnTo>
                    <a:pt x="0" y="5080"/>
                  </a:lnTo>
                  <a:lnTo>
                    <a:pt x="0" y="11417"/>
                  </a:lnTo>
                  <a:lnTo>
                    <a:pt x="2540" y="11417"/>
                  </a:lnTo>
                  <a:lnTo>
                    <a:pt x="2540" y="5080"/>
                  </a:lnTo>
                  <a:close/>
                </a:path>
                <a:path w="2540" h="246379">
                  <a:moveTo>
                    <a:pt x="2540" y="0"/>
                  </a:moveTo>
                  <a:lnTo>
                    <a:pt x="0" y="0"/>
                  </a:lnTo>
                  <a:lnTo>
                    <a:pt x="0" y="5067"/>
                  </a:lnTo>
                  <a:lnTo>
                    <a:pt x="2540" y="506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3" name="object 3203"/>
            <p:cNvSpPr/>
            <p:nvPr/>
          </p:nvSpPr>
          <p:spPr>
            <a:xfrm>
              <a:off x="6659880" y="5217172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09" h="245110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09" h="245110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09" h="245110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09" h="245110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09" h="245110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09" h="245110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09" h="245110">
                  <a:moveTo>
                    <a:pt x="381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22250"/>
                  </a:lnTo>
                  <a:close/>
                </a:path>
                <a:path w="3809" h="245110">
                  <a:moveTo>
                    <a:pt x="3810" y="22860"/>
                  </a:moveTo>
                  <a:lnTo>
                    <a:pt x="0" y="2286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2860"/>
                  </a:lnTo>
                  <a:close/>
                </a:path>
                <a:path w="3809" h="245110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09" h="245110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09" h="245110">
                  <a:moveTo>
                    <a:pt x="3810" y="11430"/>
                  </a:moveTo>
                  <a:lnTo>
                    <a:pt x="0" y="1143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1430"/>
                  </a:lnTo>
                  <a:close/>
                </a:path>
                <a:path w="3809" h="245110">
                  <a:moveTo>
                    <a:pt x="3810" y="5080"/>
                  </a:moveTo>
                  <a:lnTo>
                    <a:pt x="0" y="5080"/>
                  </a:lnTo>
                  <a:lnTo>
                    <a:pt x="0" y="11417"/>
                  </a:lnTo>
                  <a:lnTo>
                    <a:pt x="3810" y="11417"/>
                  </a:lnTo>
                  <a:lnTo>
                    <a:pt x="3810" y="5080"/>
                  </a:lnTo>
                  <a:close/>
                </a:path>
                <a:path w="3809" h="245110">
                  <a:moveTo>
                    <a:pt x="3810" y="0"/>
                  </a:moveTo>
                  <a:lnTo>
                    <a:pt x="0" y="0"/>
                  </a:lnTo>
                  <a:lnTo>
                    <a:pt x="0" y="5067"/>
                  </a:lnTo>
                  <a:lnTo>
                    <a:pt x="3810" y="506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4" name="object 3204"/>
            <p:cNvSpPr/>
            <p:nvPr/>
          </p:nvSpPr>
          <p:spPr>
            <a:xfrm>
              <a:off x="6663690" y="5217172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09" h="245110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09" h="245110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09" h="245110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09" h="245110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09" h="245110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09" h="245110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09" h="245110">
                  <a:moveTo>
                    <a:pt x="381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22250"/>
                  </a:lnTo>
                  <a:close/>
                </a:path>
                <a:path w="3809" h="245110">
                  <a:moveTo>
                    <a:pt x="3810" y="22860"/>
                  </a:moveTo>
                  <a:lnTo>
                    <a:pt x="0" y="2286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2860"/>
                  </a:lnTo>
                  <a:close/>
                </a:path>
                <a:path w="3809" h="245110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09" h="245110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09" h="245110">
                  <a:moveTo>
                    <a:pt x="3810" y="11430"/>
                  </a:moveTo>
                  <a:lnTo>
                    <a:pt x="0" y="1143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1430"/>
                  </a:lnTo>
                  <a:close/>
                </a:path>
                <a:path w="3809" h="245110">
                  <a:moveTo>
                    <a:pt x="3810" y="5080"/>
                  </a:moveTo>
                  <a:lnTo>
                    <a:pt x="0" y="5080"/>
                  </a:lnTo>
                  <a:lnTo>
                    <a:pt x="0" y="11417"/>
                  </a:lnTo>
                  <a:lnTo>
                    <a:pt x="3810" y="11417"/>
                  </a:lnTo>
                  <a:lnTo>
                    <a:pt x="3810" y="5080"/>
                  </a:lnTo>
                  <a:close/>
                </a:path>
                <a:path w="3809" h="245110">
                  <a:moveTo>
                    <a:pt x="3810" y="0"/>
                  </a:moveTo>
                  <a:lnTo>
                    <a:pt x="0" y="0"/>
                  </a:lnTo>
                  <a:lnTo>
                    <a:pt x="0" y="5067"/>
                  </a:lnTo>
                  <a:lnTo>
                    <a:pt x="3810" y="506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7A6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5" name="object 3205"/>
            <p:cNvSpPr/>
            <p:nvPr/>
          </p:nvSpPr>
          <p:spPr>
            <a:xfrm>
              <a:off x="6667500" y="5217172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09" h="245110">
                  <a:moveTo>
                    <a:pt x="381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3810" y="245097"/>
                  </a:lnTo>
                  <a:lnTo>
                    <a:pt x="3810" y="241300"/>
                  </a:lnTo>
                  <a:close/>
                </a:path>
                <a:path w="3809" h="245110">
                  <a:moveTo>
                    <a:pt x="381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3810" y="241287"/>
                  </a:lnTo>
                  <a:lnTo>
                    <a:pt x="3810" y="238760"/>
                  </a:lnTo>
                  <a:close/>
                </a:path>
                <a:path w="3809" h="245110">
                  <a:moveTo>
                    <a:pt x="381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3810" y="238747"/>
                  </a:lnTo>
                  <a:lnTo>
                    <a:pt x="3810" y="234950"/>
                  </a:lnTo>
                  <a:close/>
                </a:path>
                <a:path w="3809" h="245110">
                  <a:moveTo>
                    <a:pt x="381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3810" y="234937"/>
                  </a:lnTo>
                  <a:lnTo>
                    <a:pt x="3810" y="232410"/>
                  </a:lnTo>
                  <a:close/>
                </a:path>
                <a:path w="3809" h="245110">
                  <a:moveTo>
                    <a:pt x="381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3810" y="232397"/>
                  </a:lnTo>
                  <a:lnTo>
                    <a:pt x="3810" y="228600"/>
                  </a:lnTo>
                  <a:close/>
                </a:path>
                <a:path w="3809" h="245110">
                  <a:moveTo>
                    <a:pt x="381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3810" y="228587"/>
                  </a:lnTo>
                  <a:lnTo>
                    <a:pt x="3810" y="226060"/>
                  </a:lnTo>
                  <a:close/>
                </a:path>
                <a:path w="3809" h="245110">
                  <a:moveTo>
                    <a:pt x="381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3810" y="226047"/>
                  </a:lnTo>
                  <a:lnTo>
                    <a:pt x="3810" y="222250"/>
                  </a:lnTo>
                  <a:close/>
                </a:path>
                <a:path w="3809" h="245110">
                  <a:moveTo>
                    <a:pt x="3810" y="22860"/>
                  </a:moveTo>
                  <a:lnTo>
                    <a:pt x="0" y="22860"/>
                  </a:lnTo>
                  <a:lnTo>
                    <a:pt x="0" y="222237"/>
                  </a:lnTo>
                  <a:lnTo>
                    <a:pt x="3810" y="222237"/>
                  </a:lnTo>
                  <a:lnTo>
                    <a:pt x="3810" y="22860"/>
                  </a:lnTo>
                  <a:close/>
                </a:path>
                <a:path w="3809" h="245110">
                  <a:moveTo>
                    <a:pt x="381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3810" y="22847"/>
                  </a:lnTo>
                  <a:lnTo>
                    <a:pt x="3810" y="19050"/>
                  </a:lnTo>
                  <a:close/>
                </a:path>
                <a:path w="3809" h="245110">
                  <a:moveTo>
                    <a:pt x="381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3810" y="19037"/>
                  </a:lnTo>
                  <a:lnTo>
                    <a:pt x="3810" y="16510"/>
                  </a:lnTo>
                  <a:close/>
                </a:path>
                <a:path w="3809" h="245110">
                  <a:moveTo>
                    <a:pt x="3810" y="11430"/>
                  </a:moveTo>
                  <a:lnTo>
                    <a:pt x="0" y="11430"/>
                  </a:lnTo>
                  <a:lnTo>
                    <a:pt x="0" y="16497"/>
                  </a:lnTo>
                  <a:lnTo>
                    <a:pt x="3810" y="16497"/>
                  </a:lnTo>
                  <a:lnTo>
                    <a:pt x="3810" y="11430"/>
                  </a:lnTo>
                  <a:close/>
                </a:path>
                <a:path w="3809" h="245110">
                  <a:moveTo>
                    <a:pt x="3810" y="5080"/>
                  </a:moveTo>
                  <a:lnTo>
                    <a:pt x="0" y="5080"/>
                  </a:lnTo>
                  <a:lnTo>
                    <a:pt x="0" y="11417"/>
                  </a:lnTo>
                  <a:lnTo>
                    <a:pt x="3810" y="11417"/>
                  </a:lnTo>
                  <a:lnTo>
                    <a:pt x="3810" y="5080"/>
                  </a:lnTo>
                  <a:close/>
                </a:path>
                <a:path w="3809" h="245110">
                  <a:moveTo>
                    <a:pt x="3810" y="0"/>
                  </a:moveTo>
                  <a:lnTo>
                    <a:pt x="0" y="0"/>
                  </a:lnTo>
                  <a:lnTo>
                    <a:pt x="0" y="5067"/>
                  </a:lnTo>
                  <a:lnTo>
                    <a:pt x="3810" y="506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9A8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6" name="object 3206"/>
            <p:cNvSpPr/>
            <p:nvPr/>
          </p:nvSpPr>
          <p:spPr>
            <a:xfrm>
              <a:off x="6671310" y="5218430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09" h="243839">
                  <a:moveTo>
                    <a:pt x="381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0042"/>
                  </a:lnTo>
                  <a:close/>
                </a:path>
                <a:path w="3809" h="243839">
                  <a:moveTo>
                    <a:pt x="381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7502"/>
                  </a:lnTo>
                  <a:close/>
                </a:path>
                <a:path w="3809" h="243839">
                  <a:moveTo>
                    <a:pt x="381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3810" y="237490"/>
                  </a:lnTo>
                  <a:lnTo>
                    <a:pt x="3810" y="233692"/>
                  </a:lnTo>
                  <a:close/>
                </a:path>
                <a:path w="3809" h="243839">
                  <a:moveTo>
                    <a:pt x="381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3810" y="233680"/>
                  </a:lnTo>
                  <a:lnTo>
                    <a:pt x="3810" y="231152"/>
                  </a:lnTo>
                  <a:close/>
                </a:path>
                <a:path w="3809" h="243839">
                  <a:moveTo>
                    <a:pt x="381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3810" y="231140"/>
                  </a:lnTo>
                  <a:lnTo>
                    <a:pt x="3810" y="227342"/>
                  </a:lnTo>
                  <a:close/>
                </a:path>
                <a:path w="3809" h="243839">
                  <a:moveTo>
                    <a:pt x="381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802"/>
                  </a:lnTo>
                  <a:close/>
                </a:path>
                <a:path w="3809" h="243839">
                  <a:moveTo>
                    <a:pt x="381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0992"/>
                  </a:lnTo>
                  <a:close/>
                </a:path>
                <a:path w="3809" h="243839">
                  <a:moveTo>
                    <a:pt x="3810" y="21602"/>
                  </a:moveTo>
                  <a:lnTo>
                    <a:pt x="0" y="21602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602"/>
                  </a:lnTo>
                  <a:close/>
                </a:path>
                <a:path w="3809" h="243839">
                  <a:moveTo>
                    <a:pt x="381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92"/>
                  </a:lnTo>
                  <a:close/>
                </a:path>
                <a:path w="3809" h="243839">
                  <a:moveTo>
                    <a:pt x="381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52"/>
                  </a:lnTo>
                  <a:close/>
                </a:path>
                <a:path w="3809" h="243839">
                  <a:moveTo>
                    <a:pt x="3810" y="10172"/>
                  </a:moveTo>
                  <a:lnTo>
                    <a:pt x="0" y="1017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0172"/>
                  </a:lnTo>
                  <a:close/>
                </a:path>
                <a:path w="3809" h="243839">
                  <a:moveTo>
                    <a:pt x="3810" y="3822"/>
                  </a:moveTo>
                  <a:lnTo>
                    <a:pt x="0" y="382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22"/>
                  </a:lnTo>
                  <a:close/>
                </a:path>
                <a:path w="3809" h="243839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CA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7" name="object 3207"/>
            <p:cNvSpPr/>
            <p:nvPr/>
          </p:nvSpPr>
          <p:spPr>
            <a:xfrm>
              <a:off x="6675120" y="5218430"/>
              <a:ext cx="3810" cy="243840"/>
            </a:xfrm>
            <a:custGeom>
              <a:avLst/>
              <a:gdLst/>
              <a:ahLst/>
              <a:cxnLst/>
              <a:rect l="l" t="t" r="r" b="b"/>
              <a:pathLst>
                <a:path w="3809" h="243839">
                  <a:moveTo>
                    <a:pt x="254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  <a:path w="3809" h="243839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09" h="243839">
                  <a:moveTo>
                    <a:pt x="3809" y="10160"/>
                  </a:moveTo>
                  <a:lnTo>
                    <a:pt x="0" y="10160"/>
                  </a:lnTo>
                  <a:lnTo>
                    <a:pt x="0" y="15240"/>
                  </a:lnTo>
                  <a:lnTo>
                    <a:pt x="3809" y="15240"/>
                  </a:lnTo>
                  <a:lnTo>
                    <a:pt x="3809" y="10160"/>
                  </a:lnTo>
                  <a:close/>
                </a:path>
                <a:path w="3809" h="243839">
                  <a:moveTo>
                    <a:pt x="3809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5240"/>
                  </a:lnTo>
                  <a:close/>
                </a:path>
                <a:path w="3809" h="243839">
                  <a:moveTo>
                    <a:pt x="3809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09" y="21590"/>
                  </a:lnTo>
                  <a:lnTo>
                    <a:pt x="3809" y="17780"/>
                  </a:lnTo>
                  <a:close/>
                </a:path>
                <a:path w="3809" h="243839">
                  <a:moveTo>
                    <a:pt x="3809" y="21590"/>
                  </a:moveTo>
                  <a:lnTo>
                    <a:pt x="0" y="21590"/>
                  </a:lnTo>
                  <a:lnTo>
                    <a:pt x="0" y="220980"/>
                  </a:lnTo>
                  <a:lnTo>
                    <a:pt x="3809" y="220980"/>
                  </a:lnTo>
                  <a:lnTo>
                    <a:pt x="3809" y="21590"/>
                  </a:lnTo>
                  <a:close/>
                </a:path>
                <a:path w="3809" h="243839">
                  <a:moveTo>
                    <a:pt x="3809" y="220980"/>
                  </a:moveTo>
                  <a:lnTo>
                    <a:pt x="0" y="220980"/>
                  </a:lnTo>
                  <a:lnTo>
                    <a:pt x="0" y="224790"/>
                  </a:lnTo>
                  <a:lnTo>
                    <a:pt x="3809" y="224790"/>
                  </a:lnTo>
                  <a:lnTo>
                    <a:pt x="3809" y="220980"/>
                  </a:lnTo>
                  <a:close/>
                </a:path>
                <a:path w="3809" h="243839">
                  <a:moveTo>
                    <a:pt x="3809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09" y="227330"/>
                  </a:lnTo>
                  <a:lnTo>
                    <a:pt x="3809" y="224790"/>
                  </a:lnTo>
                  <a:close/>
                </a:path>
                <a:path w="3809" h="243839">
                  <a:moveTo>
                    <a:pt x="3809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3809" y="231140"/>
                  </a:lnTo>
                  <a:lnTo>
                    <a:pt x="3809" y="227330"/>
                  </a:lnTo>
                  <a:close/>
                </a:path>
                <a:path w="3809" h="243839">
                  <a:moveTo>
                    <a:pt x="3809" y="231140"/>
                  </a:moveTo>
                  <a:lnTo>
                    <a:pt x="0" y="231140"/>
                  </a:lnTo>
                  <a:lnTo>
                    <a:pt x="0" y="233680"/>
                  </a:lnTo>
                  <a:lnTo>
                    <a:pt x="3809" y="233680"/>
                  </a:lnTo>
                  <a:lnTo>
                    <a:pt x="3809" y="231140"/>
                  </a:lnTo>
                  <a:close/>
                </a:path>
                <a:path w="3809" h="243839">
                  <a:moveTo>
                    <a:pt x="3809" y="233680"/>
                  </a:moveTo>
                  <a:lnTo>
                    <a:pt x="0" y="233680"/>
                  </a:lnTo>
                  <a:lnTo>
                    <a:pt x="0" y="237490"/>
                  </a:lnTo>
                  <a:lnTo>
                    <a:pt x="3809" y="237490"/>
                  </a:lnTo>
                  <a:lnTo>
                    <a:pt x="3809" y="233680"/>
                  </a:lnTo>
                  <a:close/>
                </a:path>
                <a:path w="3809" h="243839">
                  <a:moveTo>
                    <a:pt x="3809" y="237490"/>
                  </a:moveTo>
                  <a:lnTo>
                    <a:pt x="0" y="237490"/>
                  </a:lnTo>
                  <a:lnTo>
                    <a:pt x="0" y="240030"/>
                  </a:lnTo>
                  <a:lnTo>
                    <a:pt x="3809" y="240030"/>
                  </a:lnTo>
                  <a:lnTo>
                    <a:pt x="3809" y="237490"/>
                  </a:lnTo>
                  <a:close/>
                </a:path>
                <a:path w="3809" h="243839">
                  <a:moveTo>
                    <a:pt x="3809" y="240030"/>
                  </a:moveTo>
                  <a:lnTo>
                    <a:pt x="0" y="240030"/>
                  </a:lnTo>
                  <a:lnTo>
                    <a:pt x="0" y="243840"/>
                  </a:lnTo>
                  <a:lnTo>
                    <a:pt x="2540" y="243840"/>
                  </a:lnTo>
                  <a:lnTo>
                    <a:pt x="2540" y="242570"/>
                  </a:lnTo>
                  <a:lnTo>
                    <a:pt x="3809" y="242570"/>
                  </a:lnTo>
                  <a:lnTo>
                    <a:pt x="3809" y="240030"/>
                  </a:lnTo>
                  <a:close/>
                </a:path>
              </a:pathLst>
            </a:custGeom>
            <a:solidFill>
              <a:srgbClr val="9FA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8" name="object 3208"/>
            <p:cNvSpPr/>
            <p:nvPr/>
          </p:nvSpPr>
          <p:spPr>
            <a:xfrm>
              <a:off x="6678930" y="5219700"/>
              <a:ext cx="2540" cy="241300"/>
            </a:xfrm>
            <a:custGeom>
              <a:avLst/>
              <a:gdLst/>
              <a:ahLst/>
              <a:cxnLst/>
              <a:rect l="l" t="t" r="r" b="b"/>
              <a:pathLst>
                <a:path w="2540" h="241300">
                  <a:moveTo>
                    <a:pt x="254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40" y="2539"/>
                  </a:lnTo>
                  <a:lnTo>
                    <a:pt x="2540" y="0"/>
                  </a:lnTo>
                  <a:close/>
                </a:path>
                <a:path w="2540" h="241300">
                  <a:moveTo>
                    <a:pt x="254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2540" y="8889"/>
                  </a:lnTo>
                  <a:lnTo>
                    <a:pt x="2540" y="2540"/>
                  </a:lnTo>
                  <a:close/>
                </a:path>
                <a:path w="2540" h="241300">
                  <a:moveTo>
                    <a:pt x="2540" y="8890"/>
                  </a:moveTo>
                  <a:lnTo>
                    <a:pt x="0" y="8890"/>
                  </a:lnTo>
                  <a:lnTo>
                    <a:pt x="0" y="13969"/>
                  </a:lnTo>
                  <a:lnTo>
                    <a:pt x="2540" y="13969"/>
                  </a:lnTo>
                  <a:lnTo>
                    <a:pt x="2540" y="8890"/>
                  </a:lnTo>
                  <a:close/>
                </a:path>
                <a:path w="2540" h="241300">
                  <a:moveTo>
                    <a:pt x="2540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2540" y="16509"/>
                  </a:lnTo>
                  <a:lnTo>
                    <a:pt x="2540" y="13970"/>
                  </a:lnTo>
                  <a:close/>
                </a:path>
                <a:path w="2540" h="241300">
                  <a:moveTo>
                    <a:pt x="2540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2540" y="20319"/>
                  </a:lnTo>
                  <a:lnTo>
                    <a:pt x="2540" y="16510"/>
                  </a:lnTo>
                  <a:close/>
                </a:path>
                <a:path w="2540" h="241300">
                  <a:moveTo>
                    <a:pt x="2540" y="20320"/>
                  </a:moveTo>
                  <a:lnTo>
                    <a:pt x="0" y="20320"/>
                  </a:lnTo>
                  <a:lnTo>
                    <a:pt x="0" y="219709"/>
                  </a:lnTo>
                  <a:lnTo>
                    <a:pt x="2540" y="219709"/>
                  </a:lnTo>
                  <a:lnTo>
                    <a:pt x="2540" y="20320"/>
                  </a:lnTo>
                  <a:close/>
                </a:path>
                <a:path w="2540" h="241300">
                  <a:moveTo>
                    <a:pt x="2540" y="219710"/>
                  </a:moveTo>
                  <a:lnTo>
                    <a:pt x="0" y="219710"/>
                  </a:lnTo>
                  <a:lnTo>
                    <a:pt x="0" y="223519"/>
                  </a:lnTo>
                  <a:lnTo>
                    <a:pt x="2540" y="223519"/>
                  </a:lnTo>
                  <a:lnTo>
                    <a:pt x="2540" y="219710"/>
                  </a:lnTo>
                  <a:close/>
                </a:path>
                <a:path w="2540" h="241300">
                  <a:moveTo>
                    <a:pt x="2540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2540" y="226059"/>
                  </a:lnTo>
                  <a:lnTo>
                    <a:pt x="2540" y="223520"/>
                  </a:lnTo>
                  <a:close/>
                </a:path>
                <a:path w="2540" h="241300">
                  <a:moveTo>
                    <a:pt x="2540" y="226060"/>
                  </a:moveTo>
                  <a:lnTo>
                    <a:pt x="0" y="226060"/>
                  </a:lnTo>
                  <a:lnTo>
                    <a:pt x="0" y="229869"/>
                  </a:lnTo>
                  <a:lnTo>
                    <a:pt x="2540" y="229869"/>
                  </a:lnTo>
                  <a:lnTo>
                    <a:pt x="2540" y="226060"/>
                  </a:lnTo>
                  <a:close/>
                </a:path>
                <a:path w="2540" h="241300">
                  <a:moveTo>
                    <a:pt x="2540" y="229870"/>
                  </a:moveTo>
                  <a:lnTo>
                    <a:pt x="0" y="229870"/>
                  </a:lnTo>
                  <a:lnTo>
                    <a:pt x="0" y="232409"/>
                  </a:lnTo>
                  <a:lnTo>
                    <a:pt x="2540" y="232409"/>
                  </a:lnTo>
                  <a:lnTo>
                    <a:pt x="2540" y="229870"/>
                  </a:lnTo>
                  <a:close/>
                </a:path>
                <a:path w="2540" h="241300">
                  <a:moveTo>
                    <a:pt x="2540" y="232410"/>
                  </a:moveTo>
                  <a:lnTo>
                    <a:pt x="0" y="232410"/>
                  </a:lnTo>
                  <a:lnTo>
                    <a:pt x="0" y="236219"/>
                  </a:lnTo>
                  <a:lnTo>
                    <a:pt x="2540" y="236219"/>
                  </a:lnTo>
                  <a:lnTo>
                    <a:pt x="2540" y="232410"/>
                  </a:lnTo>
                  <a:close/>
                </a:path>
                <a:path w="2540" h="241300">
                  <a:moveTo>
                    <a:pt x="2540" y="236220"/>
                  </a:moveTo>
                  <a:lnTo>
                    <a:pt x="0" y="236220"/>
                  </a:lnTo>
                  <a:lnTo>
                    <a:pt x="0" y="238759"/>
                  </a:lnTo>
                  <a:lnTo>
                    <a:pt x="2540" y="238759"/>
                  </a:lnTo>
                  <a:lnTo>
                    <a:pt x="2540" y="236220"/>
                  </a:lnTo>
                  <a:close/>
                </a:path>
                <a:path w="2540" h="241300">
                  <a:moveTo>
                    <a:pt x="2540" y="238760"/>
                  </a:moveTo>
                  <a:lnTo>
                    <a:pt x="0" y="238760"/>
                  </a:lnTo>
                  <a:lnTo>
                    <a:pt x="0" y="241300"/>
                  </a:lnTo>
                  <a:lnTo>
                    <a:pt x="1270" y="241300"/>
                  </a:lnTo>
                  <a:lnTo>
                    <a:pt x="1270" y="240030"/>
                  </a:lnTo>
                  <a:lnTo>
                    <a:pt x="2540" y="240030"/>
                  </a:lnTo>
                  <a:lnTo>
                    <a:pt x="2540" y="238760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9" name="object 3209"/>
            <p:cNvSpPr/>
            <p:nvPr/>
          </p:nvSpPr>
          <p:spPr>
            <a:xfrm>
              <a:off x="6681470" y="5219700"/>
              <a:ext cx="3810" cy="240029"/>
            </a:xfrm>
            <a:custGeom>
              <a:avLst/>
              <a:gdLst/>
              <a:ahLst/>
              <a:cxnLst/>
              <a:rect l="l" t="t" r="r" b="b"/>
              <a:pathLst>
                <a:path w="3809" h="240029">
                  <a:moveTo>
                    <a:pt x="3810" y="238772"/>
                  </a:moveTo>
                  <a:lnTo>
                    <a:pt x="0" y="238772"/>
                  </a:lnTo>
                  <a:lnTo>
                    <a:pt x="0" y="240030"/>
                  </a:lnTo>
                  <a:lnTo>
                    <a:pt x="3810" y="240030"/>
                  </a:lnTo>
                  <a:lnTo>
                    <a:pt x="3810" y="238772"/>
                  </a:lnTo>
                  <a:close/>
                </a:path>
                <a:path w="3809" h="240029">
                  <a:moveTo>
                    <a:pt x="3810" y="236232"/>
                  </a:moveTo>
                  <a:lnTo>
                    <a:pt x="0" y="236232"/>
                  </a:lnTo>
                  <a:lnTo>
                    <a:pt x="0" y="238760"/>
                  </a:lnTo>
                  <a:lnTo>
                    <a:pt x="3810" y="238760"/>
                  </a:lnTo>
                  <a:lnTo>
                    <a:pt x="3810" y="236232"/>
                  </a:lnTo>
                  <a:close/>
                </a:path>
                <a:path w="3809" h="240029">
                  <a:moveTo>
                    <a:pt x="3810" y="232422"/>
                  </a:moveTo>
                  <a:lnTo>
                    <a:pt x="0" y="232422"/>
                  </a:lnTo>
                  <a:lnTo>
                    <a:pt x="0" y="236220"/>
                  </a:lnTo>
                  <a:lnTo>
                    <a:pt x="3810" y="236220"/>
                  </a:lnTo>
                  <a:lnTo>
                    <a:pt x="3810" y="232422"/>
                  </a:lnTo>
                  <a:close/>
                </a:path>
                <a:path w="3809" h="240029">
                  <a:moveTo>
                    <a:pt x="3810" y="229882"/>
                  </a:moveTo>
                  <a:lnTo>
                    <a:pt x="0" y="229882"/>
                  </a:lnTo>
                  <a:lnTo>
                    <a:pt x="0" y="232410"/>
                  </a:lnTo>
                  <a:lnTo>
                    <a:pt x="3810" y="232410"/>
                  </a:lnTo>
                  <a:lnTo>
                    <a:pt x="3810" y="229882"/>
                  </a:lnTo>
                  <a:close/>
                </a:path>
                <a:path w="3809" h="240029">
                  <a:moveTo>
                    <a:pt x="3810" y="226072"/>
                  </a:moveTo>
                  <a:lnTo>
                    <a:pt x="0" y="226072"/>
                  </a:lnTo>
                  <a:lnTo>
                    <a:pt x="0" y="229870"/>
                  </a:lnTo>
                  <a:lnTo>
                    <a:pt x="3810" y="229870"/>
                  </a:lnTo>
                  <a:lnTo>
                    <a:pt x="3810" y="226072"/>
                  </a:lnTo>
                  <a:close/>
                </a:path>
                <a:path w="3809" h="240029">
                  <a:moveTo>
                    <a:pt x="381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3810" y="226060"/>
                  </a:lnTo>
                  <a:lnTo>
                    <a:pt x="3810" y="223532"/>
                  </a:lnTo>
                  <a:close/>
                </a:path>
                <a:path w="3809" h="240029">
                  <a:moveTo>
                    <a:pt x="3810" y="219722"/>
                  </a:moveTo>
                  <a:lnTo>
                    <a:pt x="0" y="219722"/>
                  </a:lnTo>
                  <a:lnTo>
                    <a:pt x="0" y="223520"/>
                  </a:lnTo>
                  <a:lnTo>
                    <a:pt x="3810" y="223520"/>
                  </a:lnTo>
                  <a:lnTo>
                    <a:pt x="3810" y="219722"/>
                  </a:lnTo>
                  <a:close/>
                </a:path>
                <a:path w="3809" h="240029">
                  <a:moveTo>
                    <a:pt x="3810" y="20332"/>
                  </a:moveTo>
                  <a:lnTo>
                    <a:pt x="0" y="20332"/>
                  </a:lnTo>
                  <a:lnTo>
                    <a:pt x="0" y="219710"/>
                  </a:lnTo>
                  <a:lnTo>
                    <a:pt x="3810" y="219710"/>
                  </a:lnTo>
                  <a:lnTo>
                    <a:pt x="3810" y="20332"/>
                  </a:lnTo>
                  <a:close/>
                </a:path>
                <a:path w="3809" h="240029">
                  <a:moveTo>
                    <a:pt x="3810" y="16522"/>
                  </a:moveTo>
                  <a:lnTo>
                    <a:pt x="0" y="1652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6522"/>
                  </a:lnTo>
                  <a:close/>
                </a:path>
                <a:path w="3809" h="240029">
                  <a:moveTo>
                    <a:pt x="3810" y="13982"/>
                  </a:moveTo>
                  <a:lnTo>
                    <a:pt x="0" y="1398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82"/>
                  </a:lnTo>
                  <a:close/>
                </a:path>
                <a:path w="3809" h="240029">
                  <a:moveTo>
                    <a:pt x="3810" y="8902"/>
                  </a:moveTo>
                  <a:lnTo>
                    <a:pt x="0" y="890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8902"/>
                  </a:lnTo>
                  <a:close/>
                </a:path>
                <a:path w="3809" h="240029">
                  <a:moveTo>
                    <a:pt x="3810" y="2552"/>
                  </a:moveTo>
                  <a:lnTo>
                    <a:pt x="0" y="255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2552"/>
                  </a:lnTo>
                  <a:close/>
                </a:path>
                <a:path w="3809" h="240029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0" name="object 3210"/>
            <p:cNvSpPr/>
            <p:nvPr/>
          </p:nvSpPr>
          <p:spPr>
            <a:xfrm>
              <a:off x="6685280" y="5220969"/>
              <a:ext cx="3810" cy="218440"/>
            </a:xfrm>
            <a:custGeom>
              <a:avLst/>
              <a:gdLst/>
              <a:ahLst/>
              <a:cxnLst/>
              <a:rect l="l" t="t" r="r" b="b"/>
              <a:pathLst>
                <a:path w="3809" h="218439">
                  <a:moveTo>
                    <a:pt x="3810" y="19062"/>
                  </a:moveTo>
                  <a:lnTo>
                    <a:pt x="0" y="19062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19062"/>
                  </a:lnTo>
                  <a:close/>
                </a:path>
                <a:path w="3809" h="218439">
                  <a:moveTo>
                    <a:pt x="3810" y="15252"/>
                  </a:moveTo>
                  <a:lnTo>
                    <a:pt x="0" y="15252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5252"/>
                  </a:lnTo>
                  <a:close/>
                </a:path>
                <a:path w="3809" h="218439">
                  <a:moveTo>
                    <a:pt x="3810" y="12712"/>
                  </a:moveTo>
                  <a:lnTo>
                    <a:pt x="0" y="12712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2712"/>
                  </a:lnTo>
                  <a:close/>
                </a:path>
                <a:path w="3809" h="218439">
                  <a:moveTo>
                    <a:pt x="3810" y="7632"/>
                  </a:moveTo>
                  <a:lnTo>
                    <a:pt x="0" y="7632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7632"/>
                  </a:lnTo>
                  <a:close/>
                </a:path>
                <a:path w="3809" h="218439">
                  <a:moveTo>
                    <a:pt x="381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82"/>
                  </a:lnTo>
                  <a:close/>
                </a:path>
                <a:path w="3809" h="218439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7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1" name="object 3211"/>
            <p:cNvSpPr/>
            <p:nvPr/>
          </p:nvSpPr>
          <p:spPr>
            <a:xfrm>
              <a:off x="6689090" y="5220970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09" h="237489">
                  <a:moveTo>
                    <a:pt x="126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3809" h="237489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09" h="237489">
                  <a:moveTo>
                    <a:pt x="3809" y="7619"/>
                  </a:moveTo>
                  <a:lnTo>
                    <a:pt x="0" y="761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7619"/>
                  </a:lnTo>
                  <a:close/>
                </a:path>
                <a:path w="3809" h="237489">
                  <a:moveTo>
                    <a:pt x="380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2699"/>
                  </a:lnTo>
                  <a:close/>
                </a:path>
                <a:path w="3809" h="237489">
                  <a:moveTo>
                    <a:pt x="3809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5239"/>
                  </a:lnTo>
                  <a:close/>
                </a:path>
                <a:path w="3809" h="237489">
                  <a:moveTo>
                    <a:pt x="3809" y="19049"/>
                  </a:moveTo>
                  <a:lnTo>
                    <a:pt x="0" y="19049"/>
                  </a:lnTo>
                  <a:lnTo>
                    <a:pt x="0" y="218439"/>
                  </a:lnTo>
                  <a:lnTo>
                    <a:pt x="3809" y="218439"/>
                  </a:lnTo>
                  <a:lnTo>
                    <a:pt x="3809" y="19049"/>
                  </a:lnTo>
                  <a:close/>
                </a:path>
                <a:path w="3809" h="237489">
                  <a:moveTo>
                    <a:pt x="3809" y="218439"/>
                  </a:moveTo>
                  <a:lnTo>
                    <a:pt x="0" y="218439"/>
                  </a:lnTo>
                  <a:lnTo>
                    <a:pt x="0" y="222249"/>
                  </a:lnTo>
                  <a:lnTo>
                    <a:pt x="3809" y="222249"/>
                  </a:lnTo>
                  <a:lnTo>
                    <a:pt x="3809" y="218439"/>
                  </a:lnTo>
                  <a:close/>
                </a:path>
                <a:path w="3809" h="237489">
                  <a:moveTo>
                    <a:pt x="3809" y="222249"/>
                  </a:moveTo>
                  <a:lnTo>
                    <a:pt x="0" y="222249"/>
                  </a:lnTo>
                  <a:lnTo>
                    <a:pt x="0" y="224789"/>
                  </a:lnTo>
                  <a:lnTo>
                    <a:pt x="3809" y="224789"/>
                  </a:lnTo>
                  <a:lnTo>
                    <a:pt x="3809" y="222249"/>
                  </a:lnTo>
                  <a:close/>
                </a:path>
                <a:path w="3809" h="237489">
                  <a:moveTo>
                    <a:pt x="3809" y="224789"/>
                  </a:moveTo>
                  <a:lnTo>
                    <a:pt x="0" y="224789"/>
                  </a:lnTo>
                  <a:lnTo>
                    <a:pt x="0" y="228599"/>
                  </a:lnTo>
                  <a:lnTo>
                    <a:pt x="3809" y="228599"/>
                  </a:lnTo>
                  <a:lnTo>
                    <a:pt x="3809" y="224789"/>
                  </a:lnTo>
                  <a:close/>
                </a:path>
                <a:path w="3809" h="237489">
                  <a:moveTo>
                    <a:pt x="3809" y="228599"/>
                  </a:moveTo>
                  <a:lnTo>
                    <a:pt x="0" y="228599"/>
                  </a:lnTo>
                  <a:lnTo>
                    <a:pt x="0" y="231139"/>
                  </a:lnTo>
                  <a:lnTo>
                    <a:pt x="3809" y="231139"/>
                  </a:lnTo>
                  <a:lnTo>
                    <a:pt x="3809" y="228599"/>
                  </a:lnTo>
                  <a:close/>
                </a:path>
                <a:path w="3809" h="237489">
                  <a:moveTo>
                    <a:pt x="3809" y="231139"/>
                  </a:moveTo>
                  <a:lnTo>
                    <a:pt x="0" y="231139"/>
                  </a:lnTo>
                  <a:lnTo>
                    <a:pt x="0" y="234949"/>
                  </a:lnTo>
                  <a:lnTo>
                    <a:pt x="3809" y="234949"/>
                  </a:lnTo>
                  <a:lnTo>
                    <a:pt x="3809" y="231139"/>
                  </a:lnTo>
                  <a:close/>
                </a:path>
                <a:path w="3809" h="237489">
                  <a:moveTo>
                    <a:pt x="3809" y="234949"/>
                  </a:moveTo>
                  <a:lnTo>
                    <a:pt x="0" y="234949"/>
                  </a:lnTo>
                  <a:lnTo>
                    <a:pt x="0" y="237489"/>
                  </a:lnTo>
                  <a:lnTo>
                    <a:pt x="1269" y="237489"/>
                  </a:lnTo>
                  <a:lnTo>
                    <a:pt x="1269" y="236219"/>
                  </a:lnTo>
                  <a:lnTo>
                    <a:pt x="3809" y="236219"/>
                  </a:lnTo>
                  <a:lnTo>
                    <a:pt x="3809" y="234949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2" name="object 3212"/>
            <p:cNvSpPr/>
            <p:nvPr/>
          </p:nvSpPr>
          <p:spPr>
            <a:xfrm>
              <a:off x="6692900" y="5222239"/>
              <a:ext cx="3810" cy="234950"/>
            </a:xfrm>
            <a:custGeom>
              <a:avLst/>
              <a:gdLst/>
              <a:ahLst/>
              <a:cxnLst/>
              <a:rect l="l" t="t" r="r" b="b"/>
              <a:pathLst>
                <a:path w="3809" h="234950">
                  <a:moveTo>
                    <a:pt x="254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09" h="234950">
                  <a:moveTo>
                    <a:pt x="3809" y="6349"/>
                  </a:moveTo>
                  <a:lnTo>
                    <a:pt x="0" y="6349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6349"/>
                  </a:lnTo>
                  <a:close/>
                </a:path>
                <a:path w="3809" h="234950">
                  <a:moveTo>
                    <a:pt x="3809" y="11429"/>
                  </a:moveTo>
                  <a:lnTo>
                    <a:pt x="0" y="11429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11429"/>
                  </a:lnTo>
                  <a:close/>
                </a:path>
                <a:path w="3809" h="234950">
                  <a:moveTo>
                    <a:pt x="3809" y="13969"/>
                  </a:moveTo>
                  <a:lnTo>
                    <a:pt x="0" y="13969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3969"/>
                  </a:lnTo>
                  <a:close/>
                </a:path>
                <a:path w="3809" h="234950">
                  <a:moveTo>
                    <a:pt x="3809" y="17779"/>
                  </a:moveTo>
                  <a:lnTo>
                    <a:pt x="0" y="17779"/>
                  </a:lnTo>
                  <a:lnTo>
                    <a:pt x="0" y="217169"/>
                  </a:lnTo>
                  <a:lnTo>
                    <a:pt x="3809" y="217169"/>
                  </a:lnTo>
                  <a:lnTo>
                    <a:pt x="3809" y="17779"/>
                  </a:lnTo>
                  <a:close/>
                </a:path>
                <a:path w="3809" h="234950">
                  <a:moveTo>
                    <a:pt x="3809" y="217169"/>
                  </a:moveTo>
                  <a:lnTo>
                    <a:pt x="0" y="217169"/>
                  </a:lnTo>
                  <a:lnTo>
                    <a:pt x="0" y="220979"/>
                  </a:lnTo>
                  <a:lnTo>
                    <a:pt x="3809" y="220979"/>
                  </a:lnTo>
                  <a:lnTo>
                    <a:pt x="3809" y="217169"/>
                  </a:lnTo>
                  <a:close/>
                </a:path>
                <a:path w="3809" h="234950">
                  <a:moveTo>
                    <a:pt x="3809" y="220979"/>
                  </a:moveTo>
                  <a:lnTo>
                    <a:pt x="0" y="220979"/>
                  </a:lnTo>
                  <a:lnTo>
                    <a:pt x="0" y="223519"/>
                  </a:lnTo>
                  <a:lnTo>
                    <a:pt x="3809" y="223519"/>
                  </a:lnTo>
                  <a:lnTo>
                    <a:pt x="3809" y="220979"/>
                  </a:lnTo>
                  <a:close/>
                </a:path>
                <a:path w="3809" h="234950">
                  <a:moveTo>
                    <a:pt x="3809" y="223519"/>
                  </a:moveTo>
                  <a:lnTo>
                    <a:pt x="0" y="223519"/>
                  </a:lnTo>
                  <a:lnTo>
                    <a:pt x="0" y="227329"/>
                  </a:lnTo>
                  <a:lnTo>
                    <a:pt x="3809" y="227329"/>
                  </a:lnTo>
                  <a:lnTo>
                    <a:pt x="3809" y="223519"/>
                  </a:lnTo>
                  <a:close/>
                </a:path>
                <a:path w="3809" h="234950">
                  <a:moveTo>
                    <a:pt x="3809" y="227329"/>
                  </a:moveTo>
                  <a:lnTo>
                    <a:pt x="0" y="227329"/>
                  </a:lnTo>
                  <a:lnTo>
                    <a:pt x="0" y="229869"/>
                  </a:lnTo>
                  <a:lnTo>
                    <a:pt x="3809" y="229869"/>
                  </a:lnTo>
                  <a:lnTo>
                    <a:pt x="3809" y="227329"/>
                  </a:lnTo>
                  <a:close/>
                </a:path>
                <a:path w="3809" h="234950">
                  <a:moveTo>
                    <a:pt x="3809" y="229869"/>
                  </a:moveTo>
                  <a:lnTo>
                    <a:pt x="0" y="229869"/>
                  </a:lnTo>
                  <a:lnTo>
                    <a:pt x="0" y="233679"/>
                  </a:lnTo>
                  <a:lnTo>
                    <a:pt x="3809" y="233679"/>
                  </a:lnTo>
                  <a:lnTo>
                    <a:pt x="3809" y="229869"/>
                  </a:lnTo>
                  <a:close/>
                </a:path>
                <a:path w="3809" h="234950">
                  <a:moveTo>
                    <a:pt x="3809" y="233679"/>
                  </a:moveTo>
                  <a:lnTo>
                    <a:pt x="0" y="233679"/>
                  </a:lnTo>
                  <a:lnTo>
                    <a:pt x="0" y="234949"/>
                  </a:lnTo>
                  <a:lnTo>
                    <a:pt x="3809" y="234949"/>
                  </a:lnTo>
                  <a:lnTo>
                    <a:pt x="3809" y="233679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3" name="object 3213"/>
            <p:cNvSpPr/>
            <p:nvPr/>
          </p:nvSpPr>
          <p:spPr>
            <a:xfrm>
              <a:off x="6696710" y="5223509"/>
              <a:ext cx="3810" cy="233679"/>
            </a:xfrm>
            <a:custGeom>
              <a:avLst/>
              <a:gdLst/>
              <a:ahLst/>
              <a:cxnLst/>
              <a:rect l="l" t="t" r="r" b="b"/>
              <a:pathLst>
                <a:path w="3809" h="233679">
                  <a:moveTo>
                    <a:pt x="127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233679">
                  <a:moveTo>
                    <a:pt x="3810" y="5080"/>
                  </a:moveTo>
                  <a:lnTo>
                    <a:pt x="0" y="508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5080"/>
                  </a:lnTo>
                  <a:close/>
                </a:path>
                <a:path w="3809" h="233679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09" h="233679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09" h="233679">
                  <a:moveTo>
                    <a:pt x="3810" y="16509"/>
                  </a:moveTo>
                  <a:lnTo>
                    <a:pt x="0" y="16509"/>
                  </a:lnTo>
                  <a:lnTo>
                    <a:pt x="0" y="215899"/>
                  </a:lnTo>
                  <a:lnTo>
                    <a:pt x="3810" y="215899"/>
                  </a:lnTo>
                  <a:lnTo>
                    <a:pt x="3810" y="16509"/>
                  </a:lnTo>
                  <a:close/>
                </a:path>
                <a:path w="3809" h="233679">
                  <a:moveTo>
                    <a:pt x="3810" y="215900"/>
                  </a:moveTo>
                  <a:lnTo>
                    <a:pt x="0" y="215900"/>
                  </a:lnTo>
                  <a:lnTo>
                    <a:pt x="0" y="219709"/>
                  </a:lnTo>
                  <a:lnTo>
                    <a:pt x="3810" y="219709"/>
                  </a:lnTo>
                  <a:lnTo>
                    <a:pt x="3810" y="215900"/>
                  </a:lnTo>
                  <a:close/>
                </a:path>
                <a:path w="3809" h="233679">
                  <a:moveTo>
                    <a:pt x="3810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3810" y="222249"/>
                  </a:lnTo>
                  <a:lnTo>
                    <a:pt x="3810" y="219709"/>
                  </a:lnTo>
                  <a:close/>
                </a:path>
                <a:path w="3809" h="233679">
                  <a:moveTo>
                    <a:pt x="3810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22250"/>
                  </a:lnTo>
                  <a:close/>
                </a:path>
                <a:path w="3809" h="233679">
                  <a:moveTo>
                    <a:pt x="3810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3810" y="228599"/>
                  </a:lnTo>
                  <a:lnTo>
                    <a:pt x="3810" y="226059"/>
                  </a:lnTo>
                  <a:close/>
                </a:path>
                <a:path w="3809" h="233679">
                  <a:moveTo>
                    <a:pt x="3810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3810" y="232409"/>
                  </a:lnTo>
                  <a:lnTo>
                    <a:pt x="3810" y="228600"/>
                  </a:lnTo>
                  <a:close/>
                </a:path>
                <a:path w="3809" h="233679">
                  <a:moveTo>
                    <a:pt x="1270" y="232409"/>
                  </a:moveTo>
                  <a:lnTo>
                    <a:pt x="0" y="232409"/>
                  </a:lnTo>
                  <a:lnTo>
                    <a:pt x="0" y="233679"/>
                  </a:lnTo>
                  <a:lnTo>
                    <a:pt x="1270" y="233679"/>
                  </a:lnTo>
                  <a:lnTo>
                    <a:pt x="1270" y="232409"/>
                  </a:lnTo>
                  <a:close/>
                </a:path>
              </a:pathLst>
            </a:custGeom>
            <a:solidFill>
              <a:srgbClr val="AEBA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4" name="object 3214"/>
            <p:cNvSpPr/>
            <p:nvPr/>
          </p:nvSpPr>
          <p:spPr>
            <a:xfrm>
              <a:off x="6700520" y="5224780"/>
              <a:ext cx="3810" cy="231140"/>
            </a:xfrm>
            <a:custGeom>
              <a:avLst/>
              <a:gdLst/>
              <a:ahLst/>
              <a:cxnLst/>
              <a:rect l="l" t="t" r="r" b="b"/>
              <a:pathLst>
                <a:path w="3809" h="231139">
                  <a:moveTo>
                    <a:pt x="380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09" h="231139">
                  <a:moveTo>
                    <a:pt x="3809" y="3810"/>
                  </a:moveTo>
                  <a:lnTo>
                    <a:pt x="0" y="3810"/>
                  </a:lnTo>
                  <a:lnTo>
                    <a:pt x="0" y="8890"/>
                  </a:lnTo>
                  <a:lnTo>
                    <a:pt x="3809" y="8890"/>
                  </a:lnTo>
                  <a:lnTo>
                    <a:pt x="3809" y="3810"/>
                  </a:lnTo>
                  <a:close/>
                </a:path>
                <a:path w="3809" h="231139">
                  <a:moveTo>
                    <a:pt x="380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8890"/>
                  </a:lnTo>
                  <a:close/>
                </a:path>
                <a:path w="3809" h="231139">
                  <a:moveTo>
                    <a:pt x="3809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09" y="15240"/>
                  </a:lnTo>
                  <a:lnTo>
                    <a:pt x="3809" y="11430"/>
                  </a:lnTo>
                  <a:close/>
                </a:path>
                <a:path w="3809" h="231139">
                  <a:moveTo>
                    <a:pt x="3809" y="15240"/>
                  </a:moveTo>
                  <a:lnTo>
                    <a:pt x="0" y="15240"/>
                  </a:lnTo>
                  <a:lnTo>
                    <a:pt x="0" y="214630"/>
                  </a:lnTo>
                  <a:lnTo>
                    <a:pt x="3809" y="214630"/>
                  </a:lnTo>
                  <a:lnTo>
                    <a:pt x="3809" y="15240"/>
                  </a:lnTo>
                  <a:close/>
                </a:path>
                <a:path w="3809" h="231139">
                  <a:moveTo>
                    <a:pt x="3809" y="214630"/>
                  </a:moveTo>
                  <a:lnTo>
                    <a:pt x="0" y="214630"/>
                  </a:lnTo>
                  <a:lnTo>
                    <a:pt x="0" y="218440"/>
                  </a:lnTo>
                  <a:lnTo>
                    <a:pt x="3809" y="218440"/>
                  </a:lnTo>
                  <a:lnTo>
                    <a:pt x="3809" y="214630"/>
                  </a:lnTo>
                  <a:close/>
                </a:path>
                <a:path w="3809" h="231139">
                  <a:moveTo>
                    <a:pt x="3809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3809" y="220980"/>
                  </a:lnTo>
                  <a:lnTo>
                    <a:pt x="3809" y="218440"/>
                  </a:lnTo>
                  <a:close/>
                </a:path>
                <a:path w="3809" h="231139">
                  <a:moveTo>
                    <a:pt x="3809" y="220980"/>
                  </a:moveTo>
                  <a:lnTo>
                    <a:pt x="0" y="220980"/>
                  </a:lnTo>
                  <a:lnTo>
                    <a:pt x="0" y="224790"/>
                  </a:lnTo>
                  <a:lnTo>
                    <a:pt x="3809" y="224790"/>
                  </a:lnTo>
                  <a:lnTo>
                    <a:pt x="3809" y="220980"/>
                  </a:lnTo>
                  <a:close/>
                </a:path>
                <a:path w="3809" h="231139">
                  <a:moveTo>
                    <a:pt x="3809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09" y="227330"/>
                  </a:lnTo>
                  <a:lnTo>
                    <a:pt x="3809" y="224790"/>
                  </a:lnTo>
                  <a:close/>
                </a:path>
                <a:path w="3809" h="231139">
                  <a:moveTo>
                    <a:pt x="3809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1269" y="231140"/>
                  </a:lnTo>
                  <a:lnTo>
                    <a:pt x="1269" y="229870"/>
                  </a:lnTo>
                  <a:lnTo>
                    <a:pt x="3809" y="229870"/>
                  </a:lnTo>
                  <a:lnTo>
                    <a:pt x="3809" y="227330"/>
                  </a:lnTo>
                  <a:close/>
                </a:path>
              </a:pathLst>
            </a:custGeom>
            <a:solidFill>
              <a:srgbClr val="B1BD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5" name="object 3215"/>
            <p:cNvSpPr/>
            <p:nvPr/>
          </p:nvSpPr>
          <p:spPr>
            <a:xfrm>
              <a:off x="6704330" y="5224780"/>
              <a:ext cx="3810" cy="229870"/>
            </a:xfrm>
            <a:custGeom>
              <a:avLst/>
              <a:gdLst/>
              <a:ahLst/>
              <a:cxnLst/>
              <a:rect l="l" t="t" r="r" b="b"/>
              <a:pathLst>
                <a:path w="3809" h="229870">
                  <a:moveTo>
                    <a:pt x="254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  <a:path w="3809" h="229870">
                  <a:moveTo>
                    <a:pt x="3810" y="3810"/>
                  </a:moveTo>
                  <a:lnTo>
                    <a:pt x="0" y="381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3810"/>
                  </a:lnTo>
                  <a:close/>
                </a:path>
                <a:path w="3809" h="229870">
                  <a:moveTo>
                    <a:pt x="381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890"/>
                  </a:lnTo>
                  <a:close/>
                </a:path>
                <a:path w="3809" h="229870">
                  <a:moveTo>
                    <a:pt x="381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30"/>
                  </a:lnTo>
                  <a:close/>
                </a:path>
                <a:path w="3809" h="229870">
                  <a:moveTo>
                    <a:pt x="3810" y="15240"/>
                  </a:moveTo>
                  <a:lnTo>
                    <a:pt x="0" y="15240"/>
                  </a:lnTo>
                  <a:lnTo>
                    <a:pt x="0" y="214630"/>
                  </a:lnTo>
                  <a:lnTo>
                    <a:pt x="3810" y="214630"/>
                  </a:lnTo>
                  <a:lnTo>
                    <a:pt x="3810" y="15240"/>
                  </a:lnTo>
                  <a:close/>
                </a:path>
                <a:path w="3809" h="229870">
                  <a:moveTo>
                    <a:pt x="3810" y="214630"/>
                  </a:moveTo>
                  <a:lnTo>
                    <a:pt x="0" y="214630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4630"/>
                  </a:lnTo>
                  <a:close/>
                </a:path>
                <a:path w="3809" h="229870">
                  <a:moveTo>
                    <a:pt x="3810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3810" y="220980"/>
                  </a:lnTo>
                  <a:lnTo>
                    <a:pt x="3810" y="218440"/>
                  </a:lnTo>
                  <a:close/>
                </a:path>
                <a:path w="3809" h="229870">
                  <a:moveTo>
                    <a:pt x="3810" y="220980"/>
                  </a:moveTo>
                  <a:lnTo>
                    <a:pt x="0" y="220980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0980"/>
                  </a:lnTo>
                  <a:close/>
                </a:path>
                <a:path w="3809" h="229870">
                  <a:moveTo>
                    <a:pt x="3810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4790"/>
                  </a:lnTo>
                  <a:close/>
                </a:path>
                <a:path w="3809" h="229870">
                  <a:moveTo>
                    <a:pt x="3810" y="227330"/>
                  </a:moveTo>
                  <a:lnTo>
                    <a:pt x="0" y="227330"/>
                  </a:lnTo>
                  <a:lnTo>
                    <a:pt x="0" y="229870"/>
                  </a:lnTo>
                  <a:lnTo>
                    <a:pt x="2540" y="229870"/>
                  </a:lnTo>
                  <a:lnTo>
                    <a:pt x="2540" y="228600"/>
                  </a:lnTo>
                  <a:lnTo>
                    <a:pt x="3810" y="228600"/>
                  </a:lnTo>
                  <a:lnTo>
                    <a:pt x="3810" y="227330"/>
                  </a:lnTo>
                  <a:close/>
                </a:path>
              </a:pathLst>
            </a:custGeom>
            <a:solidFill>
              <a:srgbClr val="B4BF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6" name="object 3216"/>
            <p:cNvSpPr/>
            <p:nvPr/>
          </p:nvSpPr>
          <p:spPr>
            <a:xfrm>
              <a:off x="6708140" y="5226050"/>
              <a:ext cx="2540" cy="227329"/>
            </a:xfrm>
            <a:custGeom>
              <a:avLst/>
              <a:gdLst/>
              <a:ahLst/>
              <a:cxnLst/>
              <a:rect l="l" t="t" r="r" b="b"/>
              <a:pathLst>
                <a:path w="2540" h="227329">
                  <a:moveTo>
                    <a:pt x="2540" y="226072"/>
                  </a:moveTo>
                  <a:lnTo>
                    <a:pt x="0" y="226072"/>
                  </a:lnTo>
                  <a:lnTo>
                    <a:pt x="0" y="227330"/>
                  </a:lnTo>
                  <a:lnTo>
                    <a:pt x="2540" y="227330"/>
                  </a:lnTo>
                  <a:lnTo>
                    <a:pt x="2540" y="226072"/>
                  </a:lnTo>
                  <a:close/>
                </a:path>
                <a:path w="2540" h="227329">
                  <a:moveTo>
                    <a:pt x="2540" y="223532"/>
                  </a:moveTo>
                  <a:lnTo>
                    <a:pt x="0" y="223532"/>
                  </a:lnTo>
                  <a:lnTo>
                    <a:pt x="0" y="226060"/>
                  </a:lnTo>
                  <a:lnTo>
                    <a:pt x="2540" y="226060"/>
                  </a:lnTo>
                  <a:lnTo>
                    <a:pt x="2540" y="223532"/>
                  </a:lnTo>
                  <a:close/>
                </a:path>
                <a:path w="2540" h="227329">
                  <a:moveTo>
                    <a:pt x="2540" y="219722"/>
                  </a:moveTo>
                  <a:lnTo>
                    <a:pt x="0" y="219722"/>
                  </a:lnTo>
                  <a:lnTo>
                    <a:pt x="0" y="223520"/>
                  </a:lnTo>
                  <a:lnTo>
                    <a:pt x="2540" y="223520"/>
                  </a:lnTo>
                  <a:lnTo>
                    <a:pt x="2540" y="219722"/>
                  </a:lnTo>
                  <a:close/>
                </a:path>
                <a:path w="2540" h="227329">
                  <a:moveTo>
                    <a:pt x="2540" y="217182"/>
                  </a:moveTo>
                  <a:lnTo>
                    <a:pt x="0" y="217182"/>
                  </a:lnTo>
                  <a:lnTo>
                    <a:pt x="0" y="219710"/>
                  </a:lnTo>
                  <a:lnTo>
                    <a:pt x="2540" y="219710"/>
                  </a:lnTo>
                  <a:lnTo>
                    <a:pt x="2540" y="217182"/>
                  </a:lnTo>
                  <a:close/>
                </a:path>
                <a:path w="2540" h="227329">
                  <a:moveTo>
                    <a:pt x="2540" y="213372"/>
                  </a:moveTo>
                  <a:lnTo>
                    <a:pt x="0" y="213372"/>
                  </a:lnTo>
                  <a:lnTo>
                    <a:pt x="0" y="217170"/>
                  </a:lnTo>
                  <a:lnTo>
                    <a:pt x="2540" y="217170"/>
                  </a:lnTo>
                  <a:lnTo>
                    <a:pt x="2540" y="213372"/>
                  </a:lnTo>
                  <a:close/>
                </a:path>
                <a:path w="2540" h="227329">
                  <a:moveTo>
                    <a:pt x="2540" y="13982"/>
                  </a:moveTo>
                  <a:lnTo>
                    <a:pt x="0" y="13982"/>
                  </a:lnTo>
                  <a:lnTo>
                    <a:pt x="0" y="213360"/>
                  </a:lnTo>
                  <a:lnTo>
                    <a:pt x="2540" y="213360"/>
                  </a:lnTo>
                  <a:lnTo>
                    <a:pt x="2540" y="13982"/>
                  </a:lnTo>
                  <a:close/>
                </a:path>
                <a:path w="2540" h="227329">
                  <a:moveTo>
                    <a:pt x="254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2540" y="13970"/>
                  </a:lnTo>
                  <a:lnTo>
                    <a:pt x="2540" y="10172"/>
                  </a:lnTo>
                  <a:close/>
                </a:path>
                <a:path w="2540" h="227329">
                  <a:moveTo>
                    <a:pt x="254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2540" y="10160"/>
                  </a:lnTo>
                  <a:lnTo>
                    <a:pt x="2540" y="7632"/>
                  </a:lnTo>
                  <a:close/>
                </a:path>
                <a:path w="2540" h="227329">
                  <a:moveTo>
                    <a:pt x="2540" y="2552"/>
                  </a:moveTo>
                  <a:lnTo>
                    <a:pt x="0" y="2552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2552"/>
                  </a:lnTo>
                  <a:close/>
                </a:path>
                <a:path w="2540" h="227329">
                  <a:moveTo>
                    <a:pt x="254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540" y="254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B6C1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7" name="object 3217"/>
            <p:cNvSpPr/>
            <p:nvPr/>
          </p:nvSpPr>
          <p:spPr>
            <a:xfrm>
              <a:off x="6710680" y="5226050"/>
              <a:ext cx="3810" cy="227329"/>
            </a:xfrm>
            <a:custGeom>
              <a:avLst/>
              <a:gdLst/>
              <a:ahLst/>
              <a:cxnLst/>
              <a:rect l="l" t="t" r="r" b="b"/>
              <a:pathLst>
                <a:path w="3809" h="227329">
                  <a:moveTo>
                    <a:pt x="127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227329">
                  <a:moveTo>
                    <a:pt x="3810" y="2540"/>
                  </a:moveTo>
                  <a:lnTo>
                    <a:pt x="0" y="2540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2540"/>
                  </a:lnTo>
                  <a:close/>
                </a:path>
                <a:path w="3809" h="227329">
                  <a:moveTo>
                    <a:pt x="3810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7620"/>
                  </a:lnTo>
                  <a:close/>
                </a:path>
                <a:path w="3809" h="227329">
                  <a:moveTo>
                    <a:pt x="3810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10160"/>
                  </a:lnTo>
                  <a:close/>
                </a:path>
                <a:path w="3809" h="227329">
                  <a:moveTo>
                    <a:pt x="3810" y="13970"/>
                  </a:moveTo>
                  <a:lnTo>
                    <a:pt x="0" y="13970"/>
                  </a:lnTo>
                  <a:lnTo>
                    <a:pt x="0" y="213359"/>
                  </a:lnTo>
                  <a:lnTo>
                    <a:pt x="3810" y="213359"/>
                  </a:lnTo>
                  <a:lnTo>
                    <a:pt x="3810" y="13970"/>
                  </a:lnTo>
                  <a:close/>
                </a:path>
                <a:path w="3809" h="227329">
                  <a:moveTo>
                    <a:pt x="3810" y="213360"/>
                  </a:moveTo>
                  <a:lnTo>
                    <a:pt x="0" y="213360"/>
                  </a:lnTo>
                  <a:lnTo>
                    <a:pt x="0" y="217169"/>
                  </a:lnTo>
                  <a:lnTo>
                    <a:pt x="3810" y="217169"/>
                  </a:lnTo>
                  <a:lnTo>
                    <a:pt x="3810" y="213360"/>
                  </a:lnTo>
                  <a:close/>
                </a:path>
                <a:path w="3809" h="227329">
                  <a:moveTo>
                    <a:pt x="3810" y="217170"/>
                  </a:moveTo>
                  <a:lnTo>
                    <a:pt x="0" y="217170"/>
                  </a:lnTo>
                  <a:lnTo>
                    <a:pt x="0" y="219709"/>
                  </a:lnTo>
                  <a:lnTo>
                    <a:pt x="3810" y="219709"/>
                  </a:lnTo>
                  <a:lnTo>
                    <a:pt x="3810" y="217170"/>
                  </a:lnTo>
                  <a:close/>
                </a:path>
                <a:path w="3809" h="227329">
                  <a:moveTo>
                    <a:pt x="3810" y="219710"/>
                  </a:moveTo>
                  <a:lnTo>
                    <a:pt x="0" y="219710"/>
                  </a:lnTo>
                  <a:lnTo>
                    <a:pt x="0" y="223519"/>
                  </a:lnTo>
                  <a:lnTo>
                    <a:pt x="3810" y="223519"/>
                  </a:lnTo>
                  <a:lnTo>
                    <a:pt x="3810" y="219710"/>
                  </a:lnTo>
                  <a:close/>
                </a:path>
                <a:path w="3809" h="227329">
                  <a:moveTo>
                    <a:pt x="3810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3810" y="226059"/>
                  </a:lnTo>
                  <a:lnTo>
                    <a:pt x="3810" y="223520"/>
                  </a:lnTo>
                  <a:close/>
                </a:path>
                <a:path w="3809" h="227329">
                  <a:moveTo>
                    <a:pt x="3810" y="226060"/>
                  </a:moveTo>
                  <a:lnTo>
                    <a:pt x="0" y="226060"/>
                  </a:lnTo>
                  <a:lnTo>
                    <a:pt x="0" y="227330"/>
                  </a:lnTo>
                  <a:lnTo>
                    <a:pt x="3810" y="227330"/>
                  </a:lnTo>
                  <a:lnTo>
                    <a:pt x="3810" y="226060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8" name="object 3218"/>
            <p:cNvSpPr/>
            <p:nvPr/>
          </p:nvSpPr>
          <p:spPr>
            <a:xfrm>
              <a:off x="6714490" y="5227319"/>
              <a:ext cx="3810" cy="226060"/>
            </a:xfrm>
            <a:custGeom>
              <a:avLst/>
              <a:gdLst/>
              <a:ahLst/>
              <a:cxnLst/>
              <a:rect l="l" t="t" r="r" b="b"/>
              <a:pathLst>
                <a:path w="3809" h="226060">
                  <a:moveTo>
                    <a:pt x="1270" y="224802"/>
                  </a:moveTo>
                  <a:lnTo>
                    <a:pt x="0" y="224802"/>
                  </a:lnTo>
                  <a:lnTo>
                    <a:pt x="0" y="226060"/>
                  </a:lnTo>
                  <a:lnTo>
                    <a:pt x="1270" y="226060"/>
                  </a:lnTo>
                  <a:lnTo>
                    <a:pt x="1270" y="224802"/>
                  </a:lnTo>
                  <a:close/>
                </a:path>
                <a:path w="3809" h="226060">
                  <a:moveTo>
                    <a:pt x="12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3809" h="226060">
                  <a:moveTo>
                    <a:pt x="3810" y="222262"/>
                  </a:moveTo>
                  <a:lnTo>
                    <a:pt x="0" y="222262"/>
                  </a:lnTo>
                  <a:lnTo>
                    <a:pt x="0" y="224790"/>
                  </a:lnTo>
                  <a:lnTo>
                    <a:pt x="3810" y="224790"/>
                  </a:lnTo>
                  <a:lnTo>
                    <a:pt x="3810" y="222262"/>
                  </a:lnTo>
                  <a:close/>
                </a:path>
                <a:path w="3809" h="226060">
                  <a:moveTo>
                    <a:pt x="3810" y="218452"/>
                  </a:moveTo>
                  <a:lnTo>
                    <a:pt x="0" y="218452"/>
                  </a:lnTo>
                  <a:lnTo>
                    <a:pt x="0" y="222250"/>
                  </a:lnTo>
                  <a:lnTo>
                    <a:pt x="3810" y="222250"/>
                  </a:lnTo>
                  <a:lnTo>
                    <a:pt x="3810" y="218452"/>
                  </a:lnTo>
                  <a:close/>
                </a:path>
                <a:path w="3809" h="226060">
                  <a:moveTo>
                    <a:pt x="3810" y="215912"/>
                  </a:moveTo>
                  <a:lnTo>
                    <a:pt x="0" y="215912"/>
                  </a:lnTo>
                  <a:lnTo>
                    <a:pt x="0" y="218440"/>
                  </a:lnTo>
                  <a:lnTo>
                    <a:pt x="3810" y="218440"/>
                  </a:lnTo>
                  <a:lnTo>
                    <a:pt x="3810" y="215912"/>
                  </a:lnTo>
                  <a:close/>
                </a:path>
                <a:path w="3809" h="226060">
                  <a:moveTo>
                    <a:pt x="3810" y="212102"/>
                  </a:moveTo>
                  <a:lnTo>
                    <a:pt x="0" y="212102"/>
                  </a:lnTo>
                  <a:lnTo>
                    <a:pt x="0" y="215900"/>
                  </a:lnTo>
                  <a:lnTo>
                    <a:pt x="3810" y="215900"/>
                  </a:lnTo>
                  <a:lnTo>
                    <a:pt x="3810" y="212102"/>
                  </a:lnTo>
                  <a:close/>
                </a:path>
                <a:path w="3809" h="226060">
                  <a:moveTo>
                    <a:pt x="3810" y="12712"/>
                  </a:moveTo>
                  <a:lnTo>
                    <a:pt x="0" y="12712"/>
                  </a:lnTo>
                  <a:lnTo>
                    <a:pt x="0" y="212090"/>
                  </a:lnTo>
                  <a:lnTo>
                    <a:pt x="3810" y="212090"/>
                  </a:lnTo>
                  <a:lnTo>
                    <a:pt x="3810" y="12712"/>
                  </a:lnTo>
                  <a:close/>
                </a:path>
                <a:path w="3809" h="226060">
                  <a:moveTo>
                    <a:pt x="3810" y="8902"/>
                  </a:moveTo>
                  <a:lnTo>
                    <a:pt x="0" y="8902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8902"/>
                  </a:lnTo>
                  <a:close/>
                </a:path>
                <a:path w="3809" h="226060">
                  <a:moveTo>
                    <a:pt x="3810" y="6362"/>
                  </a:moveTo>
                  <a:lnTo>
                    <a:pt x="0" y="6362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6362"/>
                  </a:lnTo>
                  <a:close/>
                </a:path>
                <a:path w="3809" h="226060">
                  <a:moveTo>
                    <a:pt x="3810" y="1282"/>
                  </a:moveTo>
                  <a:lnTo>
                    <a:pt x="0" y="1282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1282"/>
                  </a:lnTo>
                  <a:close/>
                </a:path>
              </a:pathLst>
            </a:custGeom>
            <a:solidFill>
              <a:srgbClr val="BC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9" name="object 3219"/>
            <p:cNvSpPr/>
            <p:nvPr/>
          </p:nvSpPr>
          <p:spPr>
            <a:xfrm>
              <a:off x="6718300" y="5228589"/>
              <a:ext cx="3810" cy="222250"/>
            </a:xfrm>
            <a:custGeom>
              <a:avLst/>
              <a:gdLst/>
              <a:ahLst/>
              <a:cxnLst/>
              <a:rect l="l" t="t" r="r" b="b"/>
              <a:pathLst>
                <a:path w="3809" h="222250">
                  <a:moveTo>
                    <a:pt x="254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09" h="222250">
                  <a:moveTo>
                    <a:pt x="3809" y="5079"/>
                  </a:moveTo>
                  <a:lnTo>
                    <a:pt x="0" y="507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5079"/>
                  </a:lnTo>
                  <a:close/>
                </a:path>
                <a:path w="3809" h="222250">
                  <a:moveTo>
                    <a:pt x="3809" y="7619"/>
                  </a:moveTo>
                  <a:lnTo>
                    <a:pt x="0" y="7619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7619"/>
                  </a:lnTo>
                  <a:close/>
                </a:path>
                <a:path w="3809" h="222250">
                  <a:moveTo>
                    <a:pt x="3809" y="11429"/>
                  </a:moveTo>
                  <a:lnTo>
                    <a:pt x="0" y="11429"/>
                  </a:lnTo>
                  <a:lnTo>
                    <a:pt x="0" y="210819"/>
                  </a:lnTo>
                  <a:lnTo>
                    <a:pt x="3809" y="210819"/>
                  </a:lnTo>
                  <a:lnTo>
                    <a:pt x="3809" y="11429"/>
                  </a:lnTo>
                  <a:close/>
                </a:path>
                <a:path w="3809" h="222250">
                  <a:moveTo>
                    <a:pt x="3809" y="210819"/>
                  </a:moveTo>
                  <a:lnTo>
                    <a:pt x="0" y="210819"/>
                  </a:lnTo>
                  <a:lnTo>
                    <a:pt x="0" y="214629"/>
                  </a:lnTo>
                  <a:lnTo>
                    <a:pt x="3809" y="214629"/>
                  </a:lnTo>
                  <a:lnTo>
                    <a:pt x="3809" y="210819"/>
                  </a:lnTo>
                  <a:close/>
                </a:path>
                <a:path w="3809" h="222250">
                  <a:moveTo>
                    <a:pt x="3809" y="214629"/>
                  </a:moveTo>
                  <a:lnTo>
                    <a:pt x="0" y="214629"/>
                  </a:lnTo>
                  <a:lnTo>
                    <a:pt x="0" y="217169"/>
                  </a:lnTo>
                  <a:lnTo>
                    <a:pt x="3809" y="217169"/>
                  </a:lnTo>
                  <a:lnTo>
                    <a:pt x="3809" y="214629"/>
                  </a:lnTo>
                  <a:close/>
                </a:path>
                <a:path w="3809" h="222250">
                  <a:moveTo>
                    <a:pt x="3809" y="217169"/>
                  </a:moveTo>
                  <a:lnTo>
                    <a:pt x="0" y="217169"/>
                  </a:lnTo>
                  <a:lnTo>
                    <a:pt x="0" y="220979"/>
                  </a:lnTo>
                  <a:lnTo>
                    <a:pt x="3809" y="220979"/>
                  </a:lnTo>
                  <a:lnTo>
                    <a:pt x="3809" y="217169"/>
                  </a:lnTo>
                  <a:close/>
                </a:path>
                <a:path w="3809" h="222250">
                  <a:moveTo>
                    <a:pt x="3809" y="220979"/>
                  </a:moveTo>
                  <a:lnTo>
                    <a:pt x="0" y="220979"/>
                  </a:lnTo>
                  <a:lnTo>
                    <a:pt x="0" y="222249"/>
                  </a:lnTo>
                  <a:lnTo>
                    <a:pt x="3809" y="222249"/>
                  </a:lnTo>
                  <a:lnTo>
                    <a:pt x="3809" y="220979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0" name="object 3220"/>
            <p:cNvSpPr/>
            <p:nvPr/>
          </p:nvSpPr>
          <p:spPr>
            <a:xfrm>
              <a:off x="6722110" y="5229859"/>
              <a:ext cx="3810" cy="220979"/>
            </a:xfrm>
            <a:custGeom>
              <a:avLst/>
              <a:gdLst/>
              <a:ahLst/>
              <a:cxnLst/>
              <a:rect l="l" t="t" r="r" b="b"/>
              <a:pathLst>
                <a:path w="3809" h="220979">
                  <a:moveTo>
                    <a:pt x="127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220979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09" h="220979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09" h="220979">
                  <a:moveTo>
                    <a:pt x="3810" y="10159"/>
                  </a:moveTo>
                  <a:lnTo>
                    <a:pt x="0" y="10159"/>
                  </a:lnTo>
                  <a:lnTo>
                    <a:pt x="0" y="209549"/>
                  </a:lnTo>
                  <a:lnTo>
                    <a:pt x="3810" y="209549"/>
                  </a:lnTo>
                  <a:lnTo>
                    <a:pt x="3810" y="10159"/>
                  </a:lnTo>
                  <a:close/>
                </a:path>
                <a:path w="3809" h="220979">
                  <a:moveTo>
                    <a:pt x="3810" y="209550"/>
                  </a:moveTo>
                  <a:lnTo>
                    <a:pt x="0" y="209550"/>
                  </a:lnTo>
                  <a:lnTo>
                    <a:pt x="0" y="213359"/>
                  </a:lnTo>
                  <a:lnTo>
                    <a:pt x="3810" y="213359"/>
                  </a:lnTo>
                  <a:lnTo>
                    <a:pt x="3810" y="209550"/>
                  </a:lnTo>
                  <a:close/>
                </a:path>
                <a:path w="3809" h="220979">
                  <a:moveTo>
                    <a:pt x="3810" y="213359"/>
                  </a:moveTo>
                  <a:lnTo>
                    <a:pt x="0" y="213359"/>
                  </a:lnTo>
                  <a:lnTo>
                    <a:pt x="0" y="215899"/>
                  </a:lnTo>
                  <a:lnTo>
                    <a:pt x="3810" y="215899"/>
                  </a:lnTo>
                  <a:lnTo>
                    <a:pt x="3810" y="213359"/>
                  </a:lnTo>
                  <a:close/>
                </a:path>
                <a:path w="3809" h="220979">
                  <a:moveTo>
                    <a:pt x="3810" y="215900"/>
                  </a:moveTo>
                  <a:lnTo>
                    <a:pt x="0" y="215900"/>
                  </a:lnTo>
                  <a:lnTo>
                    <a:pt x="0" y="219709"/>
                  </a:lnTo>
                  <a:lnTo>
                    <a:pt x="3810" y="219709"/>
                  </a:lnTo>
                  <a:lnTo>
                    <a:pt x="3810" y="215900"/>
                  </a:lnTo>
                  <a:close/>
                </a:path>
                <a:path w="3809" h="220979">
                  <a:moveTo>
                    <a:pt x="1270" y="219709"/>
                  </a:moveTo>
                  <a:lnTo>
                    <a:pt x="0" y="219709"/>
                  </a:lnTo>
                  <a:lnTo>
                    <a:pt x="0" y="220979"/>
                  </a:lnTo>
                  <a:lnTo>
                    <a:pt x="1270" y="220979"/>
                  </a:lnTo>
                  <a:lnTo>
                    <a:pt x="1270" y="219709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1" name="object 3221"/>
            <p:cNvSpPr/>
            <p:nvPr/>
          </p:nvSpPr>
          <p:spPr>
            <a:xfrm>
              <a:off x="6725920" y="5231130"/>
              <a:ext cx="3810" cy="217170"/>
            </a:xfrm>
            <a:custGeom>
              <a:avLst/>
              <a:gdLst/>
              <a:ahLst/>
              <a:cxnLst/>
              <a:rect l="l" t="t" r="r" b="b"/>
              <a:pathLst>
                <a:path w="3809" h="217170">
                  <a:moveTo>
                    <a:pt x="126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09" y="2540"/>
                  </a:lnTo>
                  <a:lnTo>
                    <a:pt x="3809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3809" h="217170">
                  <a:moveTo>
                    <a:pt x="380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2540"/>
                  </a:lnTo>
                  <a:close/>
                </a:path>
                <a:path w="3809" h="217170">
                  <a:moveTo>
                    <a:pt x="380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09" y="8890"/>
                  </a:lnTo>
                  <a:lnTo>
                    <a:pt x="3809" y="5080"/>
                  </a:lnTo>
                  <a:close/>
                </a:path>
                <a:path w="3809" h="217170">
                  <a:moveTo>
                    <a:pt x="3809" y="8890"/>
                  </a:moveTo>
                  <a:lnTo>
                    <a:pt x="0" y="8890"/>
                  </a:lnTo>
                  <a:lnTo>
                    <a:pt x="0" y="208280"/>
                  </a:lnTo>
                  <a:lnTo>
                    <a:pt x="3809" y="208280"/>
                  </a:lnTo>
                  <a:lnTo>
                    <a:pt x="3809" y="8890"/>
                  </a:lnTo>
                  <a:close/>
                </a:path>
                <a:path w="3809" h="217170">
                  <a:moveTo>
                    <a:pt x="3809" y="208280"/>
                  </a:moveTo>
                  <a:lnTo>
                    <a:pt x="0" y="208280"/>
                  </a:lnTo>
                  <a:lnTo>
                    <a:pt x="0" y="212090"/>
                  </a:lnTo>
                  <a:lnTo>
                    <a:pt x="3809" y="212090"/>
                  </a:lnTo>
                  <a:lnTo>
                    <a:pt x="3809" y="208280"/>
                  </a:lnTo>
                  <a:close/>
                </a:path>
                <a:path w="3809" h="217170">
                  <a:moveTo>
                    <a:pt x="3809" y="212090"/>
                  </a:moveTo>
                  <a:lnTo>
                    <a:pt x="0" y="212090"/>
                  </a:lnTo>
                  <a:lnTo>
                    <a:pt x="0" y="214630"/>
                  </a:lnTo>
                  <a:lnTo>
                    <a:pt x="3809" y="214630"/>
                  </a:lnTo>
                  <a:lnTo>
                    <a:pt x="3809" y="212090"/>
                  </a:lnTo>
                  <a:close/>
                </a:path>
                <a:path w="3809" h="217170">
                  <a:moveTo>
                    <a:pt x="3809" y="214630"/>
                  </a:moveTo>
                  <a:lnTo>
                    <a:pt x="0" y="214630"/>
                  </a:lnTo>
                  <a:lnTo>
                    <a:pt x="0" y="217170"/>
                  </a:lnTo>
                  <a:lnTo>
                    <a:pt x="3809" y="217170"/>
                  </a:lnTo>
                  <a:lnTo>
                    <a:pt x="3809" y="214630"/>
                  </a:lnTo>
                  <a:close/>
                </a:path>
              </a:pathLst>
            </a:custGeom>
            <a:solidFill>
              <a:srgbClr val="C4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2" name="object 3222"/>
            <p:cNvSpPr/>
            <p:nvPr/>
          </p:nvSpPr>
          <p:spPr>
            <a:xfrm>
              <a:off x="6729730" y="5233682"/>
              <a:ext cx="2540" cy="213360"/>
            </a:xfrm>
            <a:custGeom>
              <a:avLst/>
              <a:gdLst/>
              <a:ahLst/>
              <a:cxnLst/>
              <a:rect l="l" t="t" r="r" b="b"/>
              <a:pathLst>
                <a:path w="2540" h="213360">
                  <a:moveTo>
                    <a:pt x="1270" y="212090"/>
                  </a:moveTo>
                  <a:lnTo>
                    <a:pt x="0" y="212090"/>
                  </a:lnTo>
                  <a:lnTo>
                    <a:pt x="0" y="213347"/>
                  </a:lnTo>
                  <a:lnTo>
                    <a:pt x="1270" y="213347"/>
                  </a:lnTo>
                  <a:lnTo>
                    <a:pt x="1270" y="212090"/>
                  </a:lnTo>
                  <a:close/>
                </a:path>
                <a:path w="2540" h="213360">
                  <a:moveTo>
                    <a:pt x="2540" y="209550"/>
                  </a:moveTo>
                  <a:lnTo>
                    <a:pt x="0" y="209550"/>
                  </a:lnTo>
                  <a:lnTo>
                    <a:pt x="0" y="212077"/>
                  </a:lnTo>
                  <a:lnTo>
                    <a:pt x="2540" y="212077"/>
                  </a:lnTo>
                  <a:lnTo>
                    <a:pt x="2540" y="209550"/>
                  </a:lnTo>
                  <a:close/>
                </a:path>
                <a:path w="2540" h="213360">
                  <a:moveTo>
                    <a:pt x="2540" y="205740"/>
                  </a:moveTo>
                  <a:lnTo>
                    <a:pt x="0" y="205740"/>
                  </a:lnTo>
                  <a:lnTo>
                    <a:pt x="0" y="209537"/>
                  </a:lnTo>
                  <a:lnTo>
                    <a:pt x="2540" y="209537"/>
                  </a:lnTo>
                  <a:lnTo>
                    <a:pt x="2540" y="205740"/>
                  </a:lnTo>
                  <a:close/>
                </a:path>
                <a:path w="2540" h="213360">
                  <a:moveTo>
                    <a:pt x="2540" y="6350"/>
                  </a:moveTo>
                  <a:lnTo>
                    <a:pt x="0" y="6350"/>
                  </a:lnTo>
                  <a:lnTo>
                    <a:pt x="0" y="205727"/>
                  </a:lnTo>
                  <a:lnTo>
                    <a:pt x="2540" y="205727"/>
                  </a:lnTo>
                  <a:lnTo>
                    <a:pt x="2540" y="6350"/>
                  </a:lnTo>
                  <a:close/>
                </a:path>
                <a:path w="2540" h="213360">
                  <a:moveTo>
                    <a:pt x="254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2540" y="6337"/>
                  </a:lnTo>
                  <a:lnTo>
                    <a:pt x="2540" y="2540"/>
                  </a:lnTo>
                  <a:close/>
                </a:path>
                <a:path w="2540" h="213360">
                  <a:moveTo>
                    <a:pt x="254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2540" y="252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C6CF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3" name="object 3223"/>
            <p:cNvSpPr/>
            <p:nvPr/>
          </p:nvSpPr>
          <p:spPr>
            <a:xfrm>
              <a:off x="6732270" y="5234939"/>
              <a:ext cx="3810" cy="209550"/>
            </a:xfrm>
            <a:custGeom>
              <a:avLst/>
              <a:gdLst/>
              <a:ahLst/>
              <a:cxnLst/>
              <a:rect l="l" t="t" r="r" b="b"/>
              <a:pathLst>
                <a:path w="3809" h="209550">
                  <a:moveTo>
                    <a:pt x="12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3809" h="209550">
                  <a:moveTo>
                    <a:pt x="254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2540"/>
                  </a:lnTo>
                  <a:lnTo>
                    <a:pt x="2540" y="2540"/>
                  </a:lnTo>
                  <a:lnTo>
                    <a:pt x="2540" y="1270"/>
                  </a:lnTo>
                  <a:close/>
                </a:path>
                <a:path w="3809" h="209550">
                  <a:moveTo>
                    <a:pt x="3809" y="5080"/>
                  </a:moveTo>
                  <a:lnTo>
                    <a:pt x="0" y="5080"/>
                  </a:lnTo>
                  <a:lnTo>
                    <a:pt x="0" y="204470"/>
                  </a:lnTo>
                  <a:lnTo>
                    <a:pt x="3809" y="204470"/>
                  </a:lnTo>
                  <a:lnTo>
                    <a:pt x="3809" y="5080"/>
                  </a:lnTo>
                  <a:close/>
                </a:path>
                <a:path w="3809" h="209550">
                  <a:moveTo>
                    <a:pt x="3809" y="204470"/>
                  </a:moveTo>
                  <a:lnTo>
                    <a:pt x="0" y="204470"/>
                  </a:lnTo>
                  <a:lnTo>
                    <a:pt x="0" y="208280"/>
                  </a:lnTo>
                  <a:lnTo>
                    <a:pt x="3809" y="208280"/>
                  </a:lnTo>
                  <a:lnTo>
                    <a:pt x="3809" y="204470"/>
                  </a:lnTo>
                  <a:close/>
                </a:path>
                <a:path w="3809" h="209550">
                  <a:moveTo>
                    <a:pt x="1270" y="208280"/>
                  </a:moveTo>
                  <a:lnTo>
                    <a:pt x="0" y="208280"/>
                  </a:lnTo>
                  <a:lnTo>
                    <a:pt x="0" y="209550"/>
                  </a:lnTo>
                  <a:lnTo>
                    <a:pt x="1270" y="209550"/>
                  </a:lnTo>
                  <a:lnTo>
                    <a:pt x="1270" y="208280"/>
                  </a:lnTo>
                  <a:close/>
                </a:path>
              </a:pathLst>
            </a:custGeom>
            <a:solidFill>
              <a:srgbClr val="C9D1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4" name="object 3224"/>
            <p:cNvSpPr/>
            <p:nvPr/>
          </p:nvSpPr>
          <p:spPr>
            <a:xfrm>
              <a:off x="6736080" y="5238750"/>
              <a:ext cx="3810" cy="203200"/>
            </a:xfrm>
            <a:custGeom>
              <a:avLst/>
              <a:gdLst/>
              <a:ahLst/>
              <a:cxnLst/>
              <a:rect l="l" t="t" r="r" b="b"/>
              <a:pathLst>
                <a:path w="3809" h="203200">
                  <a:moveTo>
                    <a:pt x="3810" y="2540"/>
                  </a:moveTo>
                  <a:lnTo>
                    <a:pt x="2540" y="254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0" y="200660"/>
                  </a:lnTo>
                  <a:lnTo>
                    <a:pt x="0" y="201930"/>
                  </a:lnTo>
                  <a:lnTo>
                    <a:pt x="0" y="203200"/>
                  </a:lnTo>
                  <a:lnTo>
                    <a:pt x="1270" y="203200"/>
                  </a:lnTo>
                  <a:lnTo>
                    <a:pt x="1270" y="201930"/>
                  </a:lnTo>
                  <a:lnTo>
                    <a:pt x="2540" y="201930"/>
                  </a:lnTo>
                  <a:lnTo>
                    <a:pt x="2540" y="200660"/>
                  </a:lnTo>
                  <a:lnTo>
                    <a:pt x="3810" y="200660"/>
                  </a:lnTo>
                  <a:lnTo>
                    <a:pt x="3810" y="2540"/>
                  </a:lnTo>
                  <a:close/>
                </a:path>
              </a:pathLst>
            </a:custGeom>
            <a:solidFill>
              <a:srgbClr val="CCD3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5" name="object 3225"/>
            <p:cNvSpPr/>
            <p:nvPr/>
          </p:nvSpPr>
          <p:spPr>
            <a:xfrm>
              <a:off x="6739890" y="5241289"/>
              <a:ext cx="0" cy="198120"/>
            </a:xfrm>
            <a:custGeom>
              <a:avLst/>
              <a:gdLst/>
              <a:ahLst/>
              <a:cxnLst/>
              <a:rect l="l" t="t" r="r" b="b"/>
              <a:pathLst>
                <a:path h="198120">
                  <a:moveTo>
                    <a:pt x="0" y="0"/>
                  </a:moveTo>
                  <a:lnTo>
                    <a:pt x="0" y="1981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6" name="object 3226"/>
            <p:cNvSpPr/>
            <p:nvPr/>
          </p:nvSpPr>
          <p:spPr>
            <a:xfrm>
              <a:off x="6454140" y="5213350"/>
              <a:ext cx="284480" cy="252729"/>
            </a:xfrm>
            <a:custGeom>
              <a:avLst/>
              <a:gdLst/>
              <a:ahLst/>
              <a:cxnLst/>
              <a:rect l="l" t="t" r="r" b="b"/>
              <a:pathLst>
                <a:path w="284479" h="252729">
                  <a:moveTo>
                    <a:pt x="142239" y="0"/>
                  </a:moveTo>
                  <a:lnTo>
                    <a:pt x="87332" y="2460"/>
                  </a:lnTo>
                  <a:lnTo>
                    <a:pt x="42068" y="9207"/>
                  </a:lnTo>
                  <a:lnTo>
                    <a:pt x="11330" y="19288"/>
                  </a:lnTo>
                  <a:lnTo>
                    <a:pt x="0" y="31750"/>
                  </a:lnTo>
                  <a:lnTo>
                    <a:pt x="0" y="34706"/>
                  </a:lnTo>
                  <a:lnTo>
                    <a:pt x="0" y="55403"/>
                  </a:lnTo>
                  <a:lnTo>
                    <a:pt x="0" y="111581"/>
                  </a:lnTo>
                  <a:lnTo>
                    <a:pt x="0" y="220980"/>
                  </a:lnTo>
                  <a:lnTo>
                    <a:pt x="11330" y="233441"/>
                  </a:lnTo>
                  <a:lnTo>
                    <a:pt x="42068" y="243522"/>
                  </a:lnTo>
                  <a:lnTo>
                    <a:pt x="87332" y="250269"/>
                  </a:lnTo>
                  <a:lnTo>
                    <a:pt x="142239" y="252730"/>
                  </a:lnTo>
                  <a:lnTo>
                    <a:pt x="197147" y="250269"/>
                  </a:lnTo>
                  <a:lnTo>
                    <a:pt x="242411" y="243522"/>
                  </a:lnTo>
                  <a:lnTo>
                    <a:pt x="273149" y="233441"/>
                  </a:lnTo>
                  <a:lnTo>
                    <a:pt x="284480" y="220980"/>
                  </a:lnTo>
                  <a:lnTo>
                    <a:pt x="284480" y="218023"/>
                  </a:lnTo>
                  <a:lnTo>
                    <a:pt x="284480" y="197326"/>
                  </a:lnTo>
                  <a:lnTo>
                    <a:pt x="284480" y="141148"/>
                  </a:lnTo>
                  <a:lnTo>
                    <a:pt x="284480" y="31750"/>
                  </a:lnTo>
                  <a:lnTo>
                    <a:pt x="273149" y="19288"/>
                  </a:lnTo>
                  <a:lnTo>
                    <a:pt x="242411" y="9207"/>
                  </a:lnTo>
                  <a:lnTo>
                    <a:pt x="197147" y="2460"/>
                  </a:lnTo>
                  <a:lnTo>
                    <a:pt x="142239" y="0"/>
                  </a:lnTo>
                  <a:close/>
                </a:path>
              </a:pathLst>
            </a:custGeom>
            <a:ln w="646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7" name="object 3227"/>
            <p:cNvSpPr/>
            <p:nvPr/>
          </p:nvSpPr>
          <p:spPr>
            <a:xfrm>
              <a:off x="6454140" y="5240032"/>
              <a:ext cx="3810" cy="10160"/>
            </a:xfrm>
            <a:custGeom>
              <a:avLst/>
              <a:gdLst/>
              <a:ahLst/>
              <a:cxnLst/>
              <a:rect l="l" t="t" r="r" b="b"/>
              <a:pathLst>
                <a:path w="3810" h="10160">
                  <a:moveTo>
                    <a:pt x="3810" y="8890"/>
                  </a:moveTo>
                  <a:lnTo>
                    <a:pt x="2540" y="8890"/>
                  </a:lnTo>
                  <a:lnTo>
                    <a:pt x="2540" y="10147"/>
                  </a:lnTo>
                  <a:lnTo>
                    <a:pt x="3810" y="10147"/>
                  </a:lnTo>
                  <a:lnTo>
                    <a:pt x="3810" y="8890"/>
                  </a:lnTo>
                  <a:close/>
                </a:path>
                <a:path w="3810" h="10160">
                  <a:moveTo>
                    <a:pt x="3810" y="0"/>
                  </a:moveTo>
                  <a:lnTo>
                    <a:pt x="2540" y="0"/>
                  </a:lnTo>
                  <a:lnTo>
                    <a:pt x="2540" y="1257"/>
                  </a:lnTo>
                  <a:lnTo>
                    <a:pt x="1270" y="1257"/>
                  </a:lnTo>
                  <a:lnTo>
                    <a:pt x="1270" y="5067"/>
                  </a:lnTo>
                  <a:lnTo>
                    <a:pt x="0" y="5067"/>
                  </a:lnTo>
                  <a:lnTo>
                    <a:pt x="0" y="6337"/>
                  </a:lnTo>
                  <a:lnTo>
                    <a:pt x="1270" y="6337"/>
                  </a:lnTo>
                  <a:lnTo>
                    <a:pt x="1270" y="8877"/>
                  </a:lnTo>
                  <a:lnTo>
                    <a:pt x="3810" y="887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8" name="object 3228"/>
            <p:cNvSpPr/>
            <p:nvPr/>
          </p:nvSpPr>
          <p:spPr>
            <a:xfrm>
              <a:off x="6457950" y="5236209"/>
              <a:ext cx="2540" cy="17780"/>
            </a:xfrm>
            <a:custGeom>
              <a:avLst/>
              <a:gdLst/>
              <a:ahLst/>
              <a:cxnLst/>
              <a:rect l="l" t="t" r="r" b="b"/>
              <a:pathLst>
                <a:path w="2539" h="17779">
                  <a:moveTo>
                    <a:pt x="2539" y="0"/>
                  </a:moveTo>
                  <a:lnTo>
                    <a:pt x="1270" y="0"/>
                  </a:lnTo>
                  <a:lnTo>
                    <a:pt x="1270" y="2539"/>
                  </a:lnTo>
                  <a:lnTo>
                    <a:pt x="0" y="2539"/>
                  </a:lnTo>
                  <a:lnTo>
                    <a:pt x="0" y="3809"/>
                  </a:lnTo>
                  <a:lnTo>
                    <a:pt x="2539" y="3809"/>
                  </a:lnTo>
                  <a:lnTo>
                    <a:pt x="2539" y="0"/>
                  </a:lnTo>
                  <a:close/>
                </a:path>
                <a:path w="2539" h="17779">
                  <a:moveTo>
                    <a:pt x="2539" y="3809"/>
                  </a:moveTo>
                  <a:lnTo>
                    <a:pt x="0" y="3809"/>
                  </a:lnTo>
                  <a:lnTo>
                    <a:pt x="0" y="12699"/>
                  </a:lnTo>
                  <a:lnTo>
                    <a:pt x="2539" y="12699"/>
                  </a:lnTo>
                  <a:lnTo>
                    <a:pt x="2539" y="3809"/>
                  </a:lnTo>
                  <a:close/>
                </a:path>
                <a:path w="2539" h="17779">
                  <a:moveTo>
                    <a:pt x="253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2539" y="16509"/>
                  </a:lnTo>
                  <a:lnTo>
                    <a:pt x="2539" y="12700"/>
                  </a:lnTo>
                  <a:close/>
                </a:path>
                <a:path w="2539" h="17779">
                  <a:moveTo>
                    <a:pt x="2539" y="16509"/>
                  </a:moveTo>
                  <a:lnTo>
                    <a:pt x="1270" y="16509"/>
                  </a:lnTo>
                  <a:lnTo>
                    <a:pt x="1270" y="17779"/>
                  </a:lnTo>
                  <a:lnTo>
                    <a:pt x="2539" y="17779"/>
                  </a:lnTo>
                  <a:lnTo>
                    <a:pt x="2539" y="16509"/>
                  </a:lnTo>
                  <a:close/>
                </a:path>
              </a:pathLst>
            </a:custGeom>
            <a:solidFill>
              <a:srgbClr val="CED5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9" name="object 3229"/>
            <p:cNvSpPr/>
            <p:nvPr/>
          </p:nvSpPr>
          <p:spPr>
            <a:xfrm>
              <a:off x="6460490" y="5234939"/>
              <a:ext cx="3810" cy="21590"/>
            </a:xfrm>
            <a:custGeom>
              <a:avLst/>
              <a:gdLst/>
              <a:ahLst/>
              <a:cxnLst/>
              <a:rect l="l" t="t" r="r" b="b"/>
              <a:pathLst>
                <a:path w="3810" h="21589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  <a:path w="3810" h="21589">
                  <a:moveTo>
                    <a:pt x="381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70"/>
                  </a:lnTo>
                  <a:close/>
                </a:path>
                <a:path w="3810" h="21589">
                  <a:moveTo>
                    <a:pt x="3810" y="5080"/>
                  </a:moveTo>
                  <a:lnTo>
                    <a:pt x="0" y="5080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5080"/>
                  </a:lnTo>
                  <a:close/>
                </a:path>
                <a:path w="3810" h="21589">
                  <a:moveTo>
                    <a:pt x="3810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3970"/>
                  </a:lnTo>
                  <a:close/>
                </a:path>
                <a:path w="3810" h="21589">
                  <a:moveTo>
                    <a:pt x="3810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80"/>
                  </a:lnTo>
                  <a:close/>
                </a:path>
                <a:path w="3810" h="21589">
                  <a:moveTo>
                    <a:pt x="3810" y="20320"/>
                  </a:moveTo>
                  <a:lnTo>
                    <a:pt x="1270" y="20320"/>
                  </a:lnTo>
                  <a:lnTo>
                    <a:pt x="1270" y="21590"/>
                  </a:lnTo>
                  <a:lnTo>
                    <a:pt x="3810" y="21590"/>
                  </a:lnTo>
                  <a:lnTo>
                    <a:pt x="3810" y="20320"/>
                  </a:lnTo>
                  <a:close/>
                </a:path>
              </a:pathLst>
            </a:custGeom>
            <a:solidFill>
              <a:srgbClr val="CCD3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0" name="object 3230"/>
            <p:cNvSpPr/>
            <p:nvPr/>
          </p:nvSpPr>
          <p:spPr>
            <a:xfrm>
              <a:off x="6464300" y="5232400"/>
              <a:ext cx="3810" cy="26670"/>
            </a:xfrm>
            <a:custGeom>
              <a:avLst/>
              <a:gdLst/>
              <a:ahLst/>
              <a:cxnLst/>
              <a:rect l="l" t="t" r="r" b="b"/>
              <a:pathLst>
                <a:path w="3810" h="26670">
                  <a:moveTo>
                    <a:pt x="3810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26670">
                  <a:moveTo>
                    <a:pt x="381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70"/>
                  </a:lnTo>
                  <a:close/>
                </a:path>
                <a:path w="3810" h="26670">
                  <a:moveTo>
                    <a:pt x="3810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3810"/>
                  </a:lnTo>
                  <a:close/>
                </a:path>
                <a:path w="3810" h="26670">
                  <a:moveTo>
                    <a:pt x="3810" y="7620"/>
                  </a:moveTo>
                  <a:lnTo>
                    <a:pt x="0" y="762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7620"/>
                  </a:lnTo>
                  <a:close/>
                </a:path>
                <a:path w="3810" h="26670">
                  <a:moveTo>
                    <a:pt x="3810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6510"/>
                  </a:lnTo>
                  <a:close/>
                </a:path>
                <a:path w="3810" h="26670">
                  <a:moveTo>
                    <a:pt x="3810" y="20320"/>
                  </a:moveTo>
                  <a:lnTo>
                    <a:pt x="0" y="2032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20320"/>
                  </a:lnTo>
                  <a:close/>
                </a:path>
                <a:path w="3810" h="26670">
                  <a:moveTo>
                    <a:pt x="3810" y="22860"/>
                  </a:moveTo>
                  <a:lnTo>
                    <a:pt x="0" y="22860"/>
                  </a:lnTo>
                  <a:lnTo>
                    <a:pt x="0" y="24130"/>
                  </a:lnTo>
                  <a:lnTo>
                    <a:pt x="1270" y="24130"/>
                  </a:lnTo>
                  <a:lnTo>
                    <a:pt x="1270" y="25400"/>
                  </a:lnTo>
                  <a:lnTo>
                    <a:pt x="2539" y="25400"/>
                  </a:lnTo>
                  <a:lnTo>
                    <a:pt x="2539" y="26669"/>
                  </a:lnTo>
                  <a:lnTo>
                    <a:pt x="3810" y="26669"/>
                  </a:lnTo>
                  <a:lnTo>
                    <a:pt x="3810" y="22860"/>
                  </a:lnTo>
                  <a:close/>
                </a:path>
              </a:pathLst>
            </a:custGeom>
            <a:solidFill>
              <a:srgbClr val="C9D1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1" name="object 3231"/>
            <p:cNvSpPr/>
            <p:nvPr/>
          </p:nvSpPr>
          <p:spPr>
            <a:xfrm>
              <a:off x="6468110" y="5231130"/>
              <a:ext cx="3810" cy="29209"/>
            </a:xfrm>
            <a:custGeom>
              <a:avLst/>
              <a:gdLst/>
              <a:ahLst/>
              <a:cxnLst/>
              <a:rect l="l" t="t" r="r" b="b"/>
              <a:pathLst>
                <a:path w="3810" h="29210">
                  <a:moveTo>
                    <a:pt x="3810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0"/>
                  </a:lnTo>
                  <a:close/>
                </a:path>
                <a:path w="3810" h="29210">
                  <a:moveTo>
                    <a:pt x="381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close/>
                </a:path>
                <a:path w="3810" h="29210">
                  <a:moveTo>
                    <a:pt x="381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5080"/>
                  </a:lnTo>
                  <a:close/>
                </a:path>
                <a:path w="3810" h="29210">
                  <a:moveTo>
                    <a:pt x="3810" y="8890"/>
                  </a:moveTo>
                  <a:lnTo>
                    <a:pt x="0" y="889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8890"/>
                  </a:lnTo>
                  <a:close/>
                </a:path>
                <a:path w="3810" h="29210">
                  <a:moveTo>
                    <a:pt x="3810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80"/>
                  </a:lnTo>
                  <a:close/>
                </a:path>
                <a:path w="3810" h="29210">
                  <a:moveTo>
                    <a:pt x="3810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1590"/>
                  </a:lnTo>
                  <a:close/>
                </a:path>
                <a:path w="3810" h="29210">
                  <a:moveTo>
                    <a:pt x="3810" y="24130"/>
                  </a:moveTo>
                  <a:lnTo>
                    <a:pt x="0" y="24130"/>
                  </a:lnTo>
                  <a:lnTo>
                    <a:pt x="0" y="27940"/>
                  </a:lnTo>
                  <a:lnTo>
                    <a:pt x="3810" y="27940"/>
                  </a:lnTo>
                  <a:lnTo>
                    <a:pt x="3810" y="24130"/>
                  </a:lnTo>
                  <a:close/>
                </a:path>
                <a:path w="3810" h="29210">
                  <a:moveTo>
                    <a:pt x="3810" y="27940"/>
                  </a:moveTo>
                  <a:lnTo>
                    <a:pt x="1269" y="27940"/>
                  </a:lnTo>
                  <a:lnTo>
                    <a:pt x="1269" y="29210"/>
                  </a:lnTo>
                  <a:lnTo>
                    <a:pt x="3810" y="29210"/>
                  </a:lnTo>
                  <a:lnTo>
                    <a:pt x="3810" y="27940"/>
                  </a:lnTo>
                  <a:close/>
                </a:path>
              </a:pathLst>
            </a:custGeom>
            <a:solidFill>
              <a:srgbClr val="C6CF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2" name="object 3232"/>
            <p:cNvSpPr/>
            <p:nvPr/>
          </p:nvSpPr>
          <p:spPr>
            <a:xfrm>
              <a:off x="6471920" y="5229859"/>
              <a:ext cx="3810" cy="33020"/>
            </a:xfrm>
            <a:custGeom>
              <a:avLst/>
              <a:gdLst/>
              <a:ahLst/>
              <a:cxnLst/>
              <a:rect l="l" t="t" r="r" b="b"/>
              <a:pathLst>
                <a:path w="3810" h="33020">
                  <a:moveTo>
                    <a:pt x="380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0"/>
                  </a:lnTo>
                  <a:close/>
                </a:path>
                <a:path w="3810" h="33020">
                  <a:moveTo>
                    <a:pt x="380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3809"/>
                  </a:lnTo>
                  <a:close/>
                </a:path>
                <a:path w="3810" h="33020">
                  <a:moveTo>
                    <a:pt x="380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6350"/>
                  </a:lnTo>
                  <a:close/>
                </a:path>
                <a:path w="3810" h="33020">
                  <a:moveTo>
                    <a:pt x="3809" y="10159"/>
                  </a:moveTo>
                  <a:lnTo>
                    <a:pt x="0" y="1015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0159"/>
                  </a:lnTo>
                  <a:close/>
                </a:path>
                <a:path w="3810" h="33020">
                  <a:moveTo>
                    <a:pt x="380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19050"/>
                  </a:lnTo>
                  <a:close/>
                </a:path>
                <a:path w="3810" h="33020">
                  <a:moveTo>
                    <a:pt x="3809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2859"/>
                  </a:lnTo>
                  <a:close/>
                </a:path>
                <a:path w="3810" h="33020">
                  <a:moveTo>
                    <a:pt x="3809" y="25400"/>
                  </a:moveTo>
                  <a:lnTo>
                    <a:pt x="0" y="25400"/>
                  </a:lnTo>
                  <a:lnTo>
                    <a:pt x="0" y="29209"/>
                  </a:lnTo>
                  <a:lnTo>
                    <a:pt x="3809" y="29209"/>
                  </a:lnTo>
                  <a:lnTo>
                    <a:pt x="3809" y="25400"/>
                  </a:lnTo>
                  <a:close/>
                </a:path>
                <a:path w="3810" h="33020">
                  <a:moveTo>
                    <a:pt x="3809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9209"/>
                  </a:lnTo>
                  <a:close/>
                </a:path>
                <a:path w="3810" h="33020">
                  <a:moveTo>
                    <a:pt x="3809" y="31750"/>
                  </a:moveTo>
                  <a:lnTo>
                    <a:pt x="2539" y="31750"/>
                  </a:lnTo>
                  <a:lnTo>
                    <a:pt x="2539" y="33019"/>
                  </a:lnTo>
                  <a:lnTo>
                    <a:pt x="3809" y="33019"/>
                  </a:lnTo>
                  <a:lnTo>
                    <a:pt x="3809" y="31750"/>
                  </a:lnTo>
                  <a:close/>
                </a:path>
              </a:pathLst>
            </a:custGeom>
            <a:solidFill>
              <a:srgbClr val="C3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3" name="object 3233"/>
            <p:cNvSpPr/>
            <p:nvPr/>
          </p:nvSpPr>
          <p:spPr>
            <a:xfrm>
              <a:off x="6475730" y="5228589"/>
              <a:ext cx="3810" cy="34290"/>
            </a:xfrm>
            <a:custGeom>
              <a:avLst/>
              <a:gdLst/>
              <a:ahLst/>
              <a:cxnLst/>
              <a:rect l="l" t="t" r="r" b="b"/>
              <a:pathLst>
                <a:path w="3810" h="34289">
                  <a:moveTo>
                    <a:pt x="3810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0" y="1269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10" h="34289">
                  <a:moveTo>
                    <a:pt x="3810" y="5079"/>
                  </a:moveTo>
                  <a:lnTo>
                    <a:pt x="0" y="507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5079"/>
                  </a:lnTo>
                  <a:close/>
                </a:path>
                <a:path w="3810" h="34289">
                  <a:moveTo>
                    <a:pt x="3810" y="7619"/>
                  </a:moveTo>
                  <a:lnTo>
                    <a:pt x="0" y="7619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7619"/>
                  </a:lnTo>
                  <a:close/>
                </a:path>
                <a:path w="3810" h="34289">
                  <a:moveTo>
                    <a:pt x="3810" y="11429"/>
                  </a:moveTo>
                  <a:lnTo>
                    <a:pt x="0" y="11429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1429"/>
                  </a:lnTo>
                  <a:close/>
                </a:path>
                <a:path w="3810" h="34289">
                  <a:moveTo>
                    <a:pt x="3810" y="20319"/>
                  </a:moveTo>
                  <a:lnTo>
                    <a:pt x="0" y="20319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20319"/>
                  </a:lnTo>
                  <a:close/>
                </a:path>
                <a:path w="3810" h="34289">
                  <a:moveTo>
                    <a:pt x="3810" y="24129"/>
                  </a:moveTo>
                  <a:lnTo>
                    <a:pt x="0" y="24129"/>
                  </a:lnTo>
                  <a:lnTo>
                    <a:pt x="0" y="26669"/>
                  </a:lnTo>
                  <a:lnTo>
                    <a:pt x="3810" y="26669"/>
                  </a:lnTo>
                  <a:lnTo>
                    <a:pt x="3810" y="24129"/>
                  </a:lnTo>
                  <a:close/>
                </a:path>
                <a:path w="3810" h="34289">
                  <a:moveTo>
                    <a:pt x="3810" y="26669"/>
                  </a:moveTo>
                  <a:lnTo>
                    <a:pt x="0" y="26669"/>
                  </a:lnTo>
                  <a:lnTo>
                    <a:pt x="0" y="30479"/>
                  </a:lnTo>
                  <a:lnTo>
                    <a:pt x="3810" y="30479"/>
                  </a:lnTo>
                  <a:lnTo>
                    <a:pt x="3810" y="26669"/>
                  </a:lnTo>
                  <a:close/>
                </a:path>
                <a:path w="3810" h="34289">
                  <a:moveTo>
                    <a:pt x="3810" y="30479"/>
                  </a:moveTo>
                  <a:lnTo>
                    <a:pt x="0" y="30479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30479"/>
                  </a:lnTo>
                  <a:close/>
                </a:path>
                <a:path w="3810" h="34289">
                  <a:moveTo>
                    <a:pt x="3810" y="33019"/>
                  </a:moveTo>
                  <a:lnTo>
                    <a:pt x="0" y="33019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33019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4" name="object 3234"/>
            <p:cNvSpPr/>
            <p:nvPr/>
          </p:nvSpPr>
          <p:spPr>
            <a:xfrm>
              <a:off x="6479540" y="5227320"/>
              <a:ext cx="2540" cy="36830"/>
            </a:xfrm>
            <a:custGeom>
              <a:avLst/>
              <a:gdLst/>
              <a:ahLst/>
              <a:cxnLst/>
              <a:rect l="l" t="t" r="r" b="b"/>
              <a:pathLst>
                <a:path w="2539" h="36829">
                  <a:moveTo>
                    <a:pt x="253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  <a:path w="2539" h="36829">
                  <a:moveTo>
                    <a:pt x="2539" y="1269"/>
                  </a:moveTo>
                  <a:lnTo>
                    <a:pt x="0" y="1269"/>
                  </a:lnTo>
                  <a:lnTo>
                    <a:pt x="0" y="6349"/>
                  </a:lnTo>
                  <a:lnTo>
                    <a:pt x="2539" y="6349"/>
                  </a:lnTo>
                  <a:lnTo>
                    <a:pt x="2539" y="1269"/>
                  </a:lnTo>
                  <a:close/>
                </a:path>
                <a:path w="2539" h="36829">
                  <a:moveTo>
                    <a:pt x="253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2539" y="8889"/>
                  </a:lnTo>
                  <a:lnTo>
                    <a:pt x="2539" y="6349"/>
                  </a:lnTo>
                  <a:close/>
                </a:path>
                <a:path w="2539" h="36829">
                  <a:moveTo>
                    <a:pt x="253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2539" y="12699"/>
                  </a:lnTo>
                  <a:lnTo>
                    <a:pt x="2539" y="8889"/>
                  </a:lnTo>
                  <a:close/>
                </a:path>
                <a:path w="2539" h="36829">
                  <a:moveTo>
                    <a:pt x="2539" y="12699"/>
                  </a:moveTo>
                  <a:lnTo>
                    <a:pt x="0" y="12699"/>
                  </a:lnTo>
                  <a:lnTo>
                    <a:pt x="0" y="21589"/>
                  </a:lnTo>
                  <a:lnTo>
                    <a:pt x="2539" y="21589"/>
                  </a:lnTo>
                  <a:lnTo>
                    <a:pt x="2539" y="12699"/>
                  </a:lnTo>
                  <a:close/>
                </a:path>
                <a:path w="2539" h="36829">
                  <a:moveTo>
                    <a:pt x="2539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2539" y="25399"/>
                  </a:lnTo>
                  <a:lnTo>
                    <a:pt x="2539" y="21589"/>
                  </a:lnTo>
                  <a:close/>
                </a:path>
                <a:path w="2539" h="36829">
                  <a:moveTo>
                    <a:pt x="2539" y="25399"/>
                  </a:moveTo>
                  <a:lnTo>
                    <a:pt x="0" y="25399"/>
                  </a:lnTo>
                  <a:lnTo>
                    <a:pt x="0" y="27939"/>
                  </a:lnTo>
                  <a:lnTo>
                    <a:pt x="2539" y="27939"/>
                  </a:lnTo>
                  <a:lnTo>
                    <a:pt x="2539" y="25399"/>
                  </a:lnTo>
                  <a:close/>
                </a:path>
                <a:path w="2539" h="36829">
                  <a:moveTo>
                    <a:pt x="2539" y="27939"/>
                  </a:moveTo>
                  <a:lnTo>
                    <a:pt x="0" y="27939"/>
                  </a:lnTo>
                  <a:lnTo>
                    <a:pt x="0" y="31749"/>
                  </a:lnTo>
                  <a:lnTo>
                    <a:pt x="2539" y="31749"/>
                  </a:lnTo>
                  <a:lnTo>
                    <a:pt x="2539" y="27939"/>
                  </a:lnTo>
                  <a:close/>
                </a:path>
                <a:path w="2539" h="36829">
                  <a:moveTo>
                    <a:pt x="2539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2539" y="34289"/>
                  </a:lnTo>
                  <a:lnTo>
                    <a:pt x="2539" y="31749"/>
                  </a:lnTo>
                  <a:close/>
                </a:path>
                <a:path w="2539" h="36829">
                  <a:moveTo>
                    <a:pt x="2539" y="34289"/>
                  </a:moveTo>
                  <a:lnTo>
                    <a:pt x="0" y="34289"/>
                  </a:lnTo>
                  <a:lnTo>
                    <a:pt x="0" y="36829"/>
                  </a:lnTo>
                  <a:lnTo>
                    <a:pt x="2539" y="36829"/>
                  </a:lnTo>
                  <a:lnTo>
                    <a:pt x="2539" y="34289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5" name="object 3235"/>
            <p:cNvSpPr/>
            <p:nvPr/>
          </p:nvSpPr>
          <p:spPr>
            <a:xfrm>
              <a:off x="6482080" y="5227320"/>
              <a:ext cx="3810" cy="38100"/>
            </a:xfrm>
            <a:custGeom>
              <a:avLst/>
              <a:gdLst/>
              <a:ahLst/>
              <a:cxnLst/>
              <a:rect l="l" t="t" r="r" b="b"/>
              <a:pathLst>
                <a:path w="3810" h="38100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10" h="38100">
                  <a:moveTo>
                    <a:pt x="3810" y="1269"/>
                  </a:moveTo>
                  <a:lnTo>
                    <a:pt x="0" y="126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1269"/>
                  </a:lnTo>
                  <a:close/>
                </a:path>
                <a:path w="3810" h="38100">
                  <a:moveTo>
                    <a:pt x="381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6349"/>
                  </a:lnTo>
                  <a:close/>
                </a:path>
                <a:path w="3810" h="38100">
                  <a:moveTo>
                    <a:pt x="381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8889"/>
                  </a:lnTo>
                  <a:close/>
                </a:path>
                <a:path w="3810" h="38100">
                  <a:moveTo>
                    <a:pt x="3810" y="12699"/>
                  </a:moveTo>
                  <a:lnTo>
                    <a:pt x="0" y="12699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2699"/>
                  </a:lnTo>
                  <a:close/>
                </a:path>
                <a:path w="3810" h="38100">
                  <a:moveTo>
                    <a:pt x="3810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21589"/>
                  </a:lnTo>
                  <a:close/>
                </a:path>
                <a:path w="3810" h="38100">
                  <a:moveTo>
                    <a:pt x="3810" y="25399"/>
                  </a:moveTo>
                  <a:lnTo>
                    <a:pt x="0" y="25399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5399"/>
                  </a:lnTo>
                  <a:close/>
                </a:path>
                <a:path w="3810" h="38100">
                  <a:moveTo>
                    <a:pt x="3810" y="27939"/>
                  </a:moveTo>
                  <a:lnTo>
                    <a:pt x="0" y="2793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7939"/>
                  </a:lnTo>
                  <a:close/>
                </a:path>
                <a:path w="3810" h="38100">
                  <a:moveTo>
                    <a:pt x="3810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31749"/>
                  </a:lnTo>
                  <a:close/>
                </a:path>
                <a:path w="3810" h="38100">
                  <a:moveTo>
                    <a:pt x="3810" y="34289"/>
                  </a:moveTo>
                  <a:lnTo>
                    <a:pt x="0" y="34289"/>
                  </a:lnTo>
                  <a:lnTo>
                    <a:pt x="0" y="36829"/>
                  </a:lnTo>
                  <a:lnTo>
                    <a:pt x="1270" y="36829"/>
                  </a:lnTo>
                  <a:lnTo>
                    <a:pt x="1270" y="38099"/>
                  </a:lnTo>
                  <a:lnTo>
                    <a:pt x="3810" y="38099"/>
                  </a:lnTo>
                  <a:lnTo>
                    <a:pt x="3810" y="34289"/>
                  </a:lnTo>
                  <a:close/>
                </a:path>
              </a:pathLst>
            </a:custGeom>
            <a:solidFill>
              <a:srgbClr val="BB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6" name="object 3236"/>
            <p:cNvSpPr/>
            <p:nvPr/>
          </p:nvSpPr>
          <p:spPr>
            <a:xfrm>
              <a:off x="6485890" y="5226050"/>
              <a:ext cx="3810" cy="40640"/>
            </a:xfrm>
            <a:custGeom>
              <a:avLst/>
              <a:gdLst/>
              <a:ahLst/>
              <a:cxnLst/>
              <a:rect l="l" t="t" r="r" b="b"/>
              <a:pathLst>
                <a:path w="3810" h="40639">
                  <a:moveTo>
                    <a:pt x="3810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3810" h="40639">
                  <a:moveTo>
                    <a:pt x="3810" y="2540"/>
                  </a:moveTo>
                  <a:lnTo>
                    <a:pt x="0" y="2540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2540"/>
                  </a:lnTo>
                  <a:close/>
                </a:path>
                <a:path w="3810" h="40639">
                  <a:moveTo>
                    <a:pt x="3810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7620"/>
                  </a:lnTo>
                  <a:close/>
                </a:path>
                <a:path w="3810" h="40639">
                  <a:moveTo>
                    <a:pt x="3810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10160"/>
                  </a:lnTo>
                  <a:close/>
                </a:path>
                <a:path w="3810" h="40639">
                  <a:moveTo>
                    <a:pt x="3810" y="13970"/>
                  </a:moveTo>
                  <a:lnTo>
                    <a:pt x="0" y="1397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3970"/>
                  </a:lnTo>
                  <a:close/>
                </a:path>
                <a:path w="3810" h="40639">
                  <a:moveTo>
                    <a:pt x="3810" y="22860"/>
                  </a:moveTo>
                  <a:lnTo>
                    <a:pt x="0" y="22860"/>
                  </a:lnTo>
                  <a:lnTo>
                    <a:pt x="0" y="26669"/>
                  </a:lnTo>
                  <a:lnTo>
                    <a:pt x="3810" y="26669"/>
                  </a:lnTo>
                  <a:lnTo>
                    <a:pt x="3810" y="22860"/>
                  </a:lnTo>
                  <a:close/>
                </a:path>
                <a:path w="3810" h="40639">
                  <a:moveTo>
                    <a:pt x="3810" y="26670"/>
                  </a:moveTo>
                  <a:lnTo>
                    <a:pt x="0" y="26670"/>
                  </a:lnTo>
                  <a:lnTo>
                    <a:pt x="0" y="29209"/>
                  </a:lnTo>
                  <a:lnTo>
                    <a:pt x="3810" y="29209"/>
                  </a:lnTo>
                  <a:lnTo>
                    <a:pt x="3810" y="26670"/>
                  </a:lnTo>
                  <a:close/>
                </a:path>
                <a:path w="3810" h="40639">
                  <a:moveTo>
                    <a:pt x="3810" y="29210"/>
                  </a:moveTo>
                  <a:lnTo>
                    <a:pt x="0" y="29210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9210"/>
                  </a:lnTo>
                  <a:close/>
                </a:path>
                <a:path w="3810" h="40639">
                  <a:moveTo>
                    <a:pt x="3810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33020"/>
                  </a:lnTo>
                  <a:close/>
                </a:path>
                <a:path w="3810" h="40639">
                  <a:moveTo>
                    <a:pt x="3810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5560"/>
                  </a:lnTo>
                  <a:close/>
                </a:path>
                <a:path w="3810" h="40639">
                  <a:moveTo>
                    <a:pt x="3810" y="39370"/>
                  </a:moveTo>
                  <a:lnTo>
                    <a:pt x="2539" y="39370"/>
                  </a:lnTo>
                  <a:lnTo>
                    <a:pt x="2539" y="40640"/>
                  </a:lnTo>
                  <a:lnTo>
                    <a:pt x="3810" y="40640"/>
                  </a:lnTo>
                  <a:lnTo>
                    <a:pt x="3810" y="39370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7" name="object 3237"/>
            <p:cNvSpPr/>
            <p:nvPr/>
          </p:nvSpPr>
          <p:spPr>
            <a:xfrm>
              <a:off x="6489700" y="5224780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810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10" h="41910">
                  <a:moveTo>
                    <a:pt x="3810" y="3810"/>
                  </a:moveTo>
                  <a:lnTo>
                    <a:pt x="0" y="381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3810"/>
                  </a:lnTo>
                  <a:close/>
                </a:path>
                <a:path w="3810" h="41910">
                  <a:moveTo>
                    <a:pt x="381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890"/>
                  </a:lnTo>
                  <a:close/>
                </a:path>
                <a:path w="3810" h="41910">
                  <a:moveTo>
                    <a:pt x="381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30"/>
                  </a:lnTo>
                  <a:close/>
                </a:path>
                <a:path w="3810" h="41910">
                  <a:moveTo>
                    <a:pt x="3810" y="15240"/>
                  </a:moveTo>
                  <a:lnTo>
                    <a:pt x="0" y="1524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5240"/>
                  </a:lnTo>
                  <a:close/>
                </a:path>
                <a:path w="3810" h="41910">
                  <a:moveTo>
                    <a:pt x="3810" y="24130"/>
                  </a:moveTo>
                  <a:lnTo>
                    <a:pt x="0" y="24130"/>
                  </a:lnTo>
                  <a:lnTo>
                    <a:pt x="0" y="27940"/>
                  </a:lnTo>
                  <a:lnTo>
                    <a:pt x="3810" y="27940"/>
                  </a:lnTo>
                  <a:lnTo>
                    <a:pt x="3810" y="24130"/>
                  </a:lnTo>
                  <a:close/>
                </a:path>
                <a:path w="3810" h="41910">
                  <a:moveTo>
                    <a:pt x="3810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27940"/>
                  </a:lnTo>
                  <a:close/>
                </a:path>
                <a:path w="3810" h="41910">
                  <a:moveTo>
                    <a:pt x="3810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3810" y="34290"/>
                  </a:lnTo>
                  <a:lnTo>
                    <a:pt x="3810" y="30480"/>
                  </a:lnTo>
                  <a:close/>
                </a:path>
                <a:path w="3810" h="41910">
                  <a:moveTo>
                    <a:pt x="3810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4290"/>
                  </a:lnTo>
                  <a:close/>
                </a:path>
                <a:path w="3810" h="41910">
                  <a:moveTo>
                    <a:pt x="3810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3810" y="40640"/>
                  </a:lnTo>
                  <a:lnTo>
                    <a:pt x="3810" y="36830"/>
                  </a:lnTo>
                  <a:close/>
                </a:path>
                <a:path w="3810" h="41910">
                  <a:moveTo>
                    <a:pt x="3810" y="40640"/>
                  </a:moveTo>
                  <a:lnTo>
                    <a:pt x="0" y="40640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40640"/>
                  </a:lnTo>
                  <a:close/>
                </a:path>
              </a:pathLst>
            </a:custGeom>
            <a:solidFill>
              <a:srgbClr val="B6C1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8" name="object 3238"/>
            <p:cNvSpPr/>
            <p:nvPr/>
          </p:nvSpPr>
          <p:spPr>
            <a:xfrm>
              <a:off x="6493510" y="5223509"/>
              <a:ext cx="3810" cy="44450"/>
            </a:xfrm>
            <a:custGeom>
              <a:avLst/>
              <a:gdLst/>
              <a:ahLst/>
              <a:cxnLst/>
              <a:rect l="l" t="t" r="r" b="b"/>
              <a:pathLst>
                <a:path w="3810" h="44450">
                  <a:moveTo>
                    <a:pt x="3810" y="0"/>
                  </a:moveTo>
                  <a:lnTo>
                    <a:pt x="2539" y="0"/>
                  </a:lnTo>
                  <a:lnTo>
                    <a:pt x="2539" y="1269"/>
                  </a:lnTo>
                  <a:lnTo>
                    <a:pt x="0" y="1269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10" h="44450">
                  <a:moveTo>
                    <a:pt x="3810" y="5080"/>
                  </a:moveTo>
                  <a:lnTo>
                    <a:pt x="0" y="508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5080"/>
                  </a:lnTo>
                  <a:close/>
                </a:path>
                <a:path w="3810" h="44450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10" h="44450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10" h="44450">
                  <a:moveTo>
                    <a:pt x="3810" y="16509"/>
                  </a:moveTo>
                  <a:lnTo>
                    <a:pt x="0" y="1650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16509"/>
                  </a:lnTo>
                  <a:close/>
                </a:path>
                <a:path w="3810" h="44450">
                  <a:moveTo>
                    <a:pt x="3810" y="25400"/>
                  </a:moveTo>
                  <a:lnTo>
                    <a:pt x="0" y="25400"/>
                  </a:lnTo>
                  <a:lnTo>
                    <a:pt x="0" y="29209"/>
                  </a:lnTo>
                  <a:lnTo>
                    <a:pt x="3810" y="29209"/>
                  </a:lnTo>
                  <a:lnTo>
                    <a:pt x="3810" y="25400"/>
                  </a:lnTo>
                  <a:close/>
                </a:path>
                <a:path w="3810" h="44450">
                  <a:moveTo>
                    <a:pt x="3810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9209"/>
                  </a:lnTo>
                  <a:close/>
                </a:path>
                <a:path w="3810" h="44450">
                  <a:moveTo>
                    <a:pt x="3810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31750"/>
                  </a:lnTo>
                  <a:close/>
                </a:path>
                <a:path w="3810" h="44450">
                  <a:moveTo>
                    <a:pt x="381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5559"/>
                  </a:lnTo>
                  <a:close/>
                </a:path>
                <a:path w="3810" h="44450">
                  <a:moveTo>
                    <a:pt x="381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8100"/>
                  </a:lnTo>
                  <a:close/>
                </a:path>
                <a:path w="3810" h="44450">
                  <a:moveTo>
                    <a:pt x="3810" y="41909"/>
                  </a:moveTo>
                  <a:lnTo>
                    <a:pt x="0" y="41909"/>
                  </a:lnTo>
                  <a:lnTo>
                    <a:pt x="0" y="43179"/>
                  </a:lnTo>
                  <a:lnTo>
                    <a:pt x="2539" y="43179"/>
                  </a:lnTo>
                  <a:lnTo>
                    <a:pt x="2539" y="44449"/>
                  </a:lnTo>
                  <a:lnTo>
                    <a:pt x="3810" y="44449"/>
                  </a:lnTo>
                  <a:lnTo>
                    <a:pt x="3810" y="41909"/>
                  </a:lnTo>
                  <a:close/>
                </a:path>
              </a:pathLst>
            </a:custGeom>
            <a:solidFill>
              <a:srgbClr val="B3BF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9" name="object 3239"/>
            <p:cNvSpPr/>
            <p:nvPr/>
          </p:nvSpPr>
          <p:spPr>
            <a:xfrm>
              <a:off x="6497320" y="5223509"/>
              <a:ext cx="3810" cy="45720"/>
            </a:xfrm>
            <a:custGeom>
              <a:avLst/>
              <a:gdLst/>
              <a:ahLst/>
              <a:cxnLst/>
              <a:rect l="l" t="t" r="r" b="b"/>
              <a:pathLst>
                <a:path w="3810" h="45720">
                  <a:moveTo>
                    <a:pt x="380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0"/>
                  </a:lnTo>
                  <a:close/>
                </a:path>
                <a:path w="3810" h="45720">
                  <a:moveTo>
                    <a:pt x="3809" y="5080"/>
                  </a:moveTo>
                  <a:lnTo>
                    <a:pt x="0" y="5080"/>
                  </a:lnTo>
                  <a:lnTo>
                    <a:pt x="0" y="10159"/>
                  </a:lnTo>
                  <a:lnTo>
                    <a:pt x="3809" y="10159"/>
                  </a:lnTo>
                  <a:lnTo>
                    <a:pt x="3809" y="5080"/>
                  </a:lnTo>
                  <a:close/>
                </a:path>
                <a:path w="3810" h="45720">
                  <a:moveTo>
                    <a:pt x="380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10159"/>
                  </a:lnTo>
                  <a:close/>
                </a:path>
                <a:path w="3810" h="45720">
                  <a:moveTo>
                    <a:pt x="380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2700"/>
                  </a:lnTo>
                  <a:close/>
                </a:path>
                <a:path w="3810" h="45720">
                  <a:moveTo>
                    <a:pt x="3809" y="16509"/>
                  </a:moveTo>
                  <a:lnTo>
                    <a:pt x="0" y="1650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16509"/>
                  </a:lnTo>
                  <a:close/>
                </a:path>
                <a:path w="3810" h="45720">
                  <a:moveTo>
                    <a:pt x="3809" y="25400"/>
                  </a:moveTo>
                  <a:lnTo>
                    <a:pt x="0" y="25400"/>
                  </a:lnTo>
                  <a:lnTo>
                    <a:pt x="0" y="29209"/>
                  </a:lnTo>
                  <a:lnTo>
                    <a:pt x="3809" y="29209"/>
                  </a:lnTo>
                  <a:lnTo>
                    <a:pt x="3809" y="25400"/>
                  </a:lnTo>
                  <a:close/>
                </a:path>
                <a:path w="3810" h="45720">
                  <a:moveTo>
                    <a:pt x="3809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9209"/>
                  </a:lnTo>
                  <a:close/>
                </a:path>
                <a:path w="3810" h="45720">
                  <a:moveTo>
                    <a:pt x="3809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31750"/>
                  </a:lnTo>
                  <a:close/>
                </a:path>
                <a:path w="3810" h="45720">
                  <a:moveTo>
                    <a:pt x="380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5559"/>
                  </a:lnTo>
                  <a:close/>
                </a:path>
                <a:path w="3810" h="45720">
                  <a:moveTo>
                    <a:pt x="380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8100"/>
                  </a:lnTo>
                  <a:close/>
                </a:path>
                <a:path w="3810" h="45720">
                  <a:moveTo>
                    <a:pt x="380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1909"/>
                  </a:lnTo>
                  <a:close/>
                </a:path>
                <a:path w="3810" h="45720">
                  <a:moveTo>
                    <a:pt x="3809" y="44450"/>
                  </a:moveTo>
                  <a:lnTo>
                    <a:pt x="2539" y="44450"/>
                  </a:lnTo>
                  <a:lnTo>
                    <a:pt x="2539" y="45719"/>
                  </a:lnTo>
                  <a:lnTo>
                    <a:pt x="3809" y="45719"/>
                  </a:lnTo>
                  <a:lnTo>
                    <a:pt x="3809" y="44450"/>
                  </a:lnTo>
                  <a:close/>
                </a:path>
              </a:pathLst>
            </a:custGeom>
            <a:solidFill>
              <a:srgbClr val="B1BD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0" name="object 3240"/>
            <p:cNvSpPr/>
            <p:nvPr/>
          </p:nvSpPr>
          <p:spPr>
            <a:xfrm>
              <a:off x="6501130" y="5222239"/>
              <a:ext cx="3810" cy="46990"/>
            </a:xfrm>
            <a:custGeom>
              <a:avLst/>
              <a:gdLst/>
              <a:ahLst/>
              <a:cxnLst/>
              <a:rect l="l" t="t" r="r" b="b"/>
              <a:pathLst>
                <a:path w="3809" h="46989">
                  <a:moveTo>
                    <a:pt x="3810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0" y="126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0"/>
                  </a:lnTo>
                  <a:close/>
                </a:path>
                <a:path w="3809" h="46989">
                  <a:moveTo>
                    <a:pt x="3810" y="6349"/>
                  </a:moveTo>
                  <a:lnTo>
                    <a:pt x="0" y="6349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6349"/>
                  </a:lnTo>
                  <a:close/>
                </a:path>
                <a:path w="3809" h="46989">
                  <a:moveTo>
                    <a:pt x="3810" y="11429"/>
                  </a:moveTo>
                  <a:lnTo>
                    <a:pt x="0" y="1142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11429"/>
                  </a:lnTo>
                  <a:close/>
                </a:path>
                <a:path w="3809" h="46989">
                  <a:moveTo>
                    <a:pt x="3810" y="13969"/>
                  </a:moveTo>
                  <a:lnTo>
                    <a:pt x="0" y="13969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3969"/>
                  </a:lnTo>
                  <a:close/>
                </a:path>
                <a:path w="3809" h="46989">
                  <a:moveTo>
                    <a:pt x="3810" y="17779"/>
                  </a:moveTo>
                  <a:lnTo>
                    <a:pt x="0" y="17779"/>
                  </a:lnTo>
                  <a:lnTo>
                    <a:pt x="0" y="26669"/>
                  </a:lnTo>
                  <a:lnTo>
                    <a:pt x="3810" y="26669"/>
                  </a:lnTo>
                  <a:lnTo>
                    <a:pt x="3810" y="17779"/>
                  </a:lnTo>
                  <a:close/>
                </a:path>
                <a:path w="3809" h="46989">
                  <a:moveTo>
                    <a:pt x="3810" y="26669"/>
                  </a:moveTo>
                  <a:lnTo>
                    <a:pt x="0" y="26669"/>
                  </a:lnTo>
                  <a:lnTo>
                    <a:pt x="0" y="30479"/>
                  </a:lnTo>
                  <a:lnTo>
                    <a:pt x="3810" y="30479"/>
                  </a:lnTo>
                  <a:lnTo>
                    <a:pt x="3810" y="26669"/>
                  </a:lnTo>
                  <a:close/>
                </a:path>
                <a:path w="3809" h="46989">
                  <a:moveTo>
                    <a:pt x="3810" y="30479"/>
                  </a:moveTo>
                  <a:lnTo>
                    <a:pt x="0" y="30479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30479"/>
                  </a:lnTo>
                  <a:close/>
                </a:path>
                <a:path w="3809" h="46989">
                  <a:moveTo>
                    <a:pt x="3810" y="33019"/>
                  </a:moveTo>
                  <a:lnTo>
                    <a:pt x="0" y="33019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33019"/>
                  </a:lnTo>
                  <a:close/>
                </a:path>
                <a:path w="3809" h="46989">
                  <a:moveTo>
                    <a:pt x="3810" y="36829"/>
                  </a:moveTo>
                  <a:lnTo>
                    <a:pt x="0" y="36829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6829"/>
                  </a:lnTo>
                  <a:close/>
                </a:path>
                <a:path w="3809" h="46989">
                  <a:moveTo>
                    <a:pt x="3810" y="39369"/>
                  </a:moveTo>
                  <a:lnTo>
                    <a:pt x="0" y="39369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39369"/>
                  </a:lnTo>
                  <a:close/>
                </a:path>
                <a:path w="3809" h="46989">
                  <a:moveTo>
                    <a:pt x="3810" y="43179"/>
                  </a:moveTo>
                  <a:lnTo>
                    <a:pt x="0" y="43179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43179"/>
                  </a:lnTo>
                  <a:close/>
                </a:path>
                <a:path w="3809" h="46989">
                  <a:moveTo>
                    <a:pt x="3810" y="45719"/>
                  </a:moveTo>
                  <a:lnTo>
                    <a:pt x="0" y="45719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5719"/>
                  </a:lnTo>
                  <a:close/>
                </a:path>
              </a:pathLst>
            </a:custGeom>
            <a:solidFill>
              <a:srgbClr val="AEBA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1" name="object 3241"/>
            <p:cNvSpPr/>
            <p:nvPr/>
          </p:nvSpPr>
          <p:spPr>
            <a:xfrm>
              <a:off x="6504940" y="5222239"/>
              <a:ext cx="2540" cy="46990"/>
            </a:xfrm>
            <a:custGeom>
              <a:avLst/>
              <a:gdLst/>
              <a:ahLst/>
              <a:cxnLst/>
              <a:rect l="l" t="t" r="r" b="b"/>
              <a:pathLst>
                <a:path w="2540" h="46989">
                  <a:moveTo>
                    <a:pt x="253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2539" y="6349"/>
                  </a:lnTo>
                  <a:lnTo>
                    <a:pt x="2539" y="0"/>
                  </a:lnTo>
                  <a:close/>
                </a:path>
                <a:path w="2540" h="46989">
                  <a:moveTo>
                    <a:pt x="2539" y="6349"/>
                  </a:moveTo>
                  <a:lnTo>
                    <a:pt x="0" y="6349"/>
                  </a:lnTo>
                  <a:lnTo>
                    <a:pt x="0" y="11429"/>
                  </a:lnTo>
                  <a:lnTo>
                    <a:pt x="2539" y="11429"/>
                  </a:lnTo>
                  <a:lnTo>
                    <a:pt x="2539" y="6349"/>
                  </a:lnTo>
                  <a:close/>
                </a:path>
                <a:path w="2540" h="46989">
                  <a:moveTo>
                    <a:pt x="2539" y="11429"/>
                  </a:moveTo>
                  <a:lnTo>
                    <a:pt x="0" y="11429"/>
                  </a:lnTo>
                  <a:lnTo>
                    <a:pt x="0" y="13969"/>
                  </a:lnTo>
                  <a:lnTo>
                    <a:pt x="2539" y="13969"/>
                  </a:lnTo>
                  <a:lnTo>
                    <a:pt x="2539" y="11429"/>
                  </a:lnTo>
                  <a:close/>
                </a:path>
                <a:path w="2540" h="46989">
                  <a:moveTo>
                    <a:pt x="2539" y="13969"/>
                  </a:moveTo>
                  <a:lnTo>
                    <a:pt x="0" y="13969"/>
                  </a:lnTo>
                  <a:lnTo>
                    <a:pt x="0" y="17779"/>
                  </a:lnTo>
                  <a:lnTo>
                    <a:pt x="2539" y="17779"/>
                  </a:lnTo>
                  <a:lnTo>
                    <a:pt x="2539" y="13969"/>
                  </a:lnTo>
                  <a:close/>
                </a:path>
                <a:path w="2540" h="46989">
                  <a:moveTo>
                    <a:pt x="2539" y="17779"/>
                  </a:moveTo>
                  <a:lnTo>
                    <a:pt x="0" y="17779"/>
                  </a:lnTo>
                  <a:lnTo>
                    <a:pt x="0" y="26669"/>
                  </a:lnTo>
                  <a:lnTo>
                    <a:pt x="2539" y="26669"/>
                  </a:lnTo>
                  <a:lnTo>
                    <a:pt x="2539" y="17779"/>
                  </a:lnTo>
                  <a:close/>
                </a:path>
                <a:path w="2540" h="46989">
                  <a:moveTo>
                    <a:pt x="2539" y="26669"/>
                  </a:moveTo>
                  <a:lnTo>
                    <a:pt x="0" y="26669"/>
                  </a:lnTo>
                  <a:lnTo>
                    <a:pt x="0" y="30479"/>
                  </a:lnTo>
                  <a:lnTo>
                    <a:pt x="2539" y="30479"/>
                  </a:lnTo>
                  <a:lnTo>
                    <a:pt x="2539" y="26669"/>
                  </a:lnTo>
                  <a:close/>
                </a:path>
                <a:path w="2540" h="46989">
                  <a:moveTo>
                    <a:pt x="2539" y="30479"/>
                  </a:moveTo>
                  <a:lnTo>
                    <a:pt x="0" y="30479"/>
                  </a:lnTo>
                  <a:lnTo>
                    <a:pt x="0" y="33019"/>
                  </a:lnTo>
                  <a:lnTo>
                    <a:pt x="2539" y="33019"/>
                  </a:lnTo>
                  <a:lnTo>
                    <a:pt x="2539" y="30479"/>
                  </a:lnTo>
                  <a:close/>
                </a:path>
                <a:path w="2540" h="46989">
                  <a:moveTo>
                    <a:pt x="2539" y="33019"/>
                  </a:moveTo>
                  <a:lnTo>
                    <a:pt x="0" y="33019"/>
                  </a:lnTo>
                  <a:lnTo>
                    <a:pt x="0" y="36829"/>
                  </a:lnTo>
                  <a:lnTo>
                    <a:pt x="2539" y="36829"/>
                  </a:lnTo>
                  <a:lnTo>
                    <a:pt x="2539" y="33019"/>
                  </a:lnTo>
                  <a:close/>
                </a:path>
                <a:path w="2540" h="46989">
                  <a:moveTo>
                    <a:pt x="2539" y="36829"/>
                  </a:moveTo>
                  <a:lnTo>
                    <a:pt x="0" y="36829"/>
                  </a:lnTo>
                  <a:lnTo>
                    <a:pt x="0" y="39369"/>
                  </a:lnTo>
                  <a:lnTo>
                    <a:pt x="2539" y="39369"/>
                  </a:lnTo>
                  <a:lnTo>
                    <a:pt x="2539" y="36829"/>
                  </a:lnTo>
                  <a:close/>
                </a:path>
                <a:path w="2540" h="46989">
                  <a:moveTo>
                    <a:pt x="2539" y="39369"/>
                  </a:moveTo>
                  <a:lnTo>
                    <a:pt x="0" y="39369"/>
                  </a:lnTo>
                  <a:lnTo>
                    <a:pt x="0" y="43179"/>
                  </a:lnTo>
                  <a:lnTo>
                    <a:pt x="2539" y="43179"/>
                  </a:lnTo>
                  <a:lnTo>
                    <a:pt x="2539" y="39369"/>
                  </a:lnTo>
                  <a:close/>
                </a:path>
                <a:path w="2540" h="46989">
                  <a:moveTo>
                    <a:pt x="2539" y="43179"/>
                  </a:moveTo>
                  <a:lnTo>
                    <a:pt x="0" y="43179"/>
                  </a:lnTo>
                  <a:lnTo>
                    <a:pt x="0" y="45719"/>
                  </a:lnTo>
                  <a:lnTo>
                    <a:pt x="2539" y="45719"/>
                  </a:lnTo>
                  <a:lnTo>
                    <a:pt x="2539" y="43179"/>
                  </a:lnTo>
                  <a:close/>
                </a:path>
                <a:path w="2540" h="46989">
                  <a:moveTo>
                    <a:pt x="2539" y="45719"/>
                  </a:moveTo>
                  <a:lnTo>
                    <a:pt x="0" y="45719"/>
                  </a:lnTo>
                  <a:lnTo>
                    <a:pt x="0" y="46989"/>
                  </a:lnTo>
                  <a:lnTo>
                    <a:pt x="2539" y="46989"/>
                  </a:lnTo>
                  <a:lnTo>
                    <a:pt x="2539" y="45719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2" name="object 3242"/>
            <p:cNvSpPr/>
            <p:nvPr/>
          </p:nvSpPr>
          <p:spPr>
            <a:xfrm>
              <a:off x="6507480" y="5220970"/>
              <a:ext cx="3810" cy="49530"/>
            </a:xfrm>
            <a:custGeom>
              <a:avLst/>
              <a:gdLst/>
              <a:ahLst/>
              <a:cxnLst/>
              <a:rect l="l" t="t" r="r" b="b"/>
              <a:pathLst>
                <a:path w="3809" h="49529">
                  <a:moveTo>
                    <a:pt x="3810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09" h="49529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09" h="49529">
                  <a:moveTo>
                    <a:pt x="3810" y="7619"/>
                  </a:moveTo>
                  <a:lnTo>
                    <a:pt x="0" y="761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7619"/>
                  </a:lnTo>
                  <a:close/>
                </a:path>
                <a:path w="3809" h="49529">
                  <a:moveTo>
                    <a:pt x="381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2699"/>
                  </a:lnTo>
                  <a:close/>
                </a:path>
                <a:path w="3809" h="49529">
                  <a:moveTo>
                    <a:pt x="381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5239"/>
                  </a:lnTo>
                  <a:close/>
                </a:path>
                <a:path w="3809" h="49529">
                  <a:moveTo>
                    <a:pt x="3810" y="19049"/>
                  </a:moveTo>
                  <a:lnTo>
                    <a:pt x="0" y="19049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19049"/>
                  </a:lnTo>
                  <a:close/>
                </a:path>
                <a:path w="3809" h="49529">
                  <a:moveTo>
                    <a:pt x="3810" y="27939"/>
                  </a:moveTo>
                  <a:lnTo>
                    <a:pt x="0" y="2793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7939"/>
                  </a:lnTo>
                  <a:close/>
                </a:path>
                <a:path w="3809" h="49529">
                  <a:moveTo>
                    <a:pt x="3810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31749"/>
                  </a:lnTo>
                  <a:close/>
                </a:path>
                <a:path w="3809" h="49529">
                  <a:moveTo>
                    <a:pt x="3810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4289"/>
                  </a:lnTo>
                  <a:close/>
                </a:path>
                <a:path w="3809" h="49529">
                  <a:moveTo>
                    <a:pt x="381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8099"/>
                  </a:lnTo>
                  <a:close/>
                </a:path>
                <a:path w="3809" h="49529">
                  <a:moveTo>
                    <a:pt x="3810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0639"/>
                  </a:lnTo>
                  <a:close/>
                </a:path>
                <a:path w="3809" h="49529">
                  <a:moveTo>
                    <a:pt x="381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4449"/>
                  </a:lnTo>
                  <a:close/>
                </a:path>
                <a:path w="3809" h="49529">
                  <a:moveTo>
                    <a:pt x="3810" y="46989"/>
                  </a:moveTo>
                  <a:lnTo>
                    <a:pt x="0" y="46989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6989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3" name="object 3243"/>
            <p:cNvSpPr/>
            <p:nvPr/>
          </p:nvSpPr>
          <p:spPr>
            <a:xfrm>
              <a:off x="6511290" y="5219700"/>
              <a:ext cx="3810" cy="50800"/>
            </a:xfrm>
            <a:custGeom>
              <a:avLst/>
              <a:gdLst/>
              <a:ahLst/>
              <a:cxnLst/>
              <a:rect l="l" t="t" r="r" b="b"/>
              <a:pathLst>
                <a:path w="3809" h="50800">
                  <a:moveTo>
                    <a:pt x="3809" y="0"/>
                  </a:moveTo>
                  <a:lnTo>
                    <a:pt x="2539" y="0"/>
                  </a:lnTo>
                  <a:lnTo>
                    <a:pt x="2539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09" h="50800">
                  <a:moveTo>
                    <a:pt x="3809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2540"/>
                  </a:lnTo>
                  <a:close/>
                </a:path>
                <a:path w="3809" h="50800">
                  <a:moveTo>
                    <a:pt x="3809" y="8890"/>
                  </a:moveTo>
                  <a:lnTo>
                    <a:pt x="0" y="8890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8890"/>
                  </a:lnTo>
                  <a:close/>
                </a:path>
                <a:path w="3809" h="50800">
                  <a:moveTo>
                    <a:pt x="3809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3970"/>
                  </a:lnTo>
                  <a:close/>
                </a:path>
                <a:path w="3809" h="50800">
                  <a:moveTo>
                    <a:pt x="3809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6510"/>
                  </a:lnTo>
                  <a:close/>
                </a:path>
                <a:path w="3809" h="50800">
                  <a:moveTo>
                    <a:pt x="3809" y="20320"/>
                  </a:moveTo>
                  <a:lnTo>
                    <a:pt x="0" y="20320"/>
                  </a:lnTo>
                  <a:lnTo>
                    <a:pt x="0" y="29209"/>
                  </a:lnTo>
                  <a:lnTo>
                    <a:pt x="3809" y="29209"/>
                  </a:lnTo>
                  <a:lnTo>
                    <a:pt x="3809" y="20320"/>
                  </a:lnTo>
                  <a:close/>
                </a:path>
                <a:path w="3809" h="50800">
                  <a:moveTo>
                    <a:pt x="3809" y="29210"/>
                  </a:moveTo>
                  <a:lnTo>
                    <a:pt x="0" y="29210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9210"/>
                  </a:lnTo>
                  <a:close/>
                </a:path>
                <a:path w="3809" h="50800">
                  <a:moveTo>
                    <a:pt x="3809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33020"/>
                  </a:lnTo>
                  <a:close/>
                </a:path>
                <a:path w="3809" h="50800">
                  <a:moveTo>
                    <a:pt x="3809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5560"/>
                  </a:lnTo>
                  <a:close/>
                </a:path>
                <a:path w="3809" h="50800">
                  <a:moveTo>
                    <a:pt x="3809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9370"/>
                  </a:lnTo>
                  <a:close/>
                </a:path>
                <a:path w="3809" h="50800">
                  <a:moveTo>
                    <a:pt x="3809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41910"/>
                  </a:lnTo>
                  <a:close/>
                </a:path>
                <a:path w="3809" h="50800">
                  <a:moveTo>
                    <a:pt x="3809" y="45720"/>
                  </a:moveTo>
                  <a:lnTo>
                    <a:pt x="0" y="45720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45720"/>
                  </a:lnTo>
                  <a:close/>
                </a:path>
                <a:path w="3809" h="50800">
                  <a:moveTo>
                    <a:pt x="3809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48260"/>
                  </a:lnTo>
                  <a:close/>
                </a:path>
              </a:pathLst>
            </a:custGeom>
            <a:solidFill>
              <a:srgbClr val="A6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4" name="object 3244"/>
            <p:cNvSpPr/>
            <p:nvPr/>
          </p:nvSpPr>
          <p:spPr>
            <a:xfrm>
              <a:off x="6515100" y="5218430"/>
              <a:ext cx="3810" cy="53340"/>
            </a:xfrm>
            <a:custGeom>
              <a:avLst/>
              <a:gdLst/>
              <a:ahLst/>
              <a:cxnLst/>
              <a:rect l="l" t="t" r="r" b="b"/>
              <a:pathLst>
                <a:path w="3809" h="53339">
                  <a:moveTo>
                    <a:pt x="3809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09" h="53339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09" h="53339">
                  <a:moveTo>
                    <a:pt x="3809" y="10160"/>
                  </a:moveTo>
                  <a:lnTo>
                    <a:pt x="0" y="10160"/>
                  </a:lnTo>
                  <a:lnTo>
                    <a:pt x="0" y="15240"/>
                  </a:lnTo>
                  <a:lnTo>
                    <a:pt x="3809" y="15240"/>
                  </a:lnTo>
                  <a:lnTo>
                    <a:pt x="3809" y="10160"/>
                  </a:lnTo>
                  <a:close/>
                </a:path>
                <a:path w="3809" h="53339">
                  <a:moveTo>
                    <a:pt x="3809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5240"/>
                  </a:lnTo>
                  <a:close/>
                </a:path>
                <a:path w="3809" h="53339">
                  <a:moveTo>
                    <a:pt x="3809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09" y="21590"/>
                  </a:lnTo>
                  <a:lnTo>
                    <a:pt x="3809" y="17780"/>
                  </a:lnTo>
                  <a:close/>
                </a:path>
                <a:path w="3809" h="53339">
                  <a:moveTo>
                    <a:pt x="3809" y="21590"/>
                  </a:moveTo>
                  <a:lnTo>
                    <a:pt x="0" y="21590"/>
                  </a:lnTo>
                  <a:lnTo>
                    <a:pt x="0" y="30480"/>
                  </a:lnTo>
                  <a:lnTo>
                    <a:pt x="3809" y="30480"/>
                  </a:lnTo>
                  <a:lnTo>
                    <a:pt x="3809" y="21590"/>
                  </a:lnTo>
                  <a:close/>
                </a:path>
                <a:path w="3809" h="53339">
                  <a:moveTo>
                    <a:pt x="3809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3809" y="34290"/>
                  </a:lnTo>
                  <a:lnTo>
                    <a:pt x="3809" y="30480"/>
                  </a:lnTo>
                  <a:close/>
                </a:path>
                <a:path w="3809" h="53339">
                  <a:moveTo>
                    <a:pt x="3809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4290"/>
                  </a:lnTo>
                  <a:close/>
                </a:path>
                <a:path w="3809" h="53339">
                  <a:moveTo>
                    <a:pt x="3809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3809" y="40640"/>
                  </a:lnTo>
                  <a:lnTo>
                    <a:pt x="3809" y="36830"/>
                  </a:lnTo>
                  <a:close/>
                </a:path>
                <a:path w="3809" h="53339">
                  <a:moveTo>
                    <a:pt x="3809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3809" y="43180"/>
                  </a:lnTo>
                  <a:lnTo>
                    <a:pt x="3809" y="40640"/>
                  </a:lnTo>
                  <a:close/>
                </a:path>
                <a:path w="3809" h="53339">
                  <a:moveTo>
                    <a:pt x="3809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3809" y="46990"/>
                  </a:lnTo>
                  <a:lnTo>
                    <a:pt x="3809" y="43180"/>
                  </a:lnTo>
                  <a:close/>
                </a:path>
                <a:path w="3809" h="53339">
                  <a:moveTo>
                    <a:pt x="3809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3809" y="49530"/>
                  </a:lnTo>
                  <a:lnTo>
                    <a:pt x="3809" y="46990"/>
                  </a:lnTo>
                  <a:close/>
                </a:path>
                <a:path w="3809" h="53339">
                  <a:moveTo>
                    <a:pt x="3809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2540" y="52070"/>
                  </a:lnTo>
                  <a:lnTo>
                    <a:pt x="2540" y="53340"/>
                  </a:lnTo>
                  <a:lnTo>
                    <a:pt x="3809" y="53340"/>
                  </a:lnTo>
                  <a:lnTo>
                    <a:pt x="3809" y="49530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5" name="object 3245"/>
            <p:cNvSpPr/>
            <p:nvPr/>
          </p:nvSpPr>
          <p:spPr>
            <a:xfrm>
              <a:off x="6518910" y="5218430"/>
              <a:ext cx="3810" cy="53340"/>
            </a:xfrm>
            <a:custGeom>
              <a:avLst/>
              <a:gdLst/>
              <a:ahLst/>
              <a:cxnLst/>
              <a:rect l="l" t="t" r="r" b="b"/>
              <a:pathLst>
                <a:path w="3809" h="53339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09" h="53339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09" h="53339">
                  <a:moveTo>
                    <a:pt x="3810" y="10160"/>
                  </a:moveTo>
                  <a:lnTo>
                    <a:pt x="0" y="1016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0160"/>
                  </a:lnTo>
                  <a:close/>
                </a:path>
                <a:path w="3809" h="53339">
                  <a:moveTo>
                    <a:pt x="381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40"/>
                  </a:lnTo>
                  <a:close/>
                </a:path>
                <a:path w="3809" h="53339">
                  <a:moveTo>
                    <a:pt x="3810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80"/>
                  </a:lnTo>
                  <a:close/>
                </a:path>
                <a:path w="3809" h="53339">
                  <a:moveTo>
                    <a:pt x="3810" y="21590"/>
                  </a:moveTo>
                  <a:lnTo>
                    <a:pt x="0" y="2159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21590"/>
                  </a:lnTo>
                  <a:close/>
                </a:path>
                <a:path w="3809" h="53339">
                  <a:moveTo>
                    <a:pt x="3810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3810" y="34290"/>
                  </a:lnTo>
                  <a:lnTo>
                    <a:pt x="3810" y="30480"/>
                  </a:lnTo>
                  <a:close/>
                </a:path>
                <a:path w="3809" h="53339">
                  <a:moveTo>
                    <a:pt x="3810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4290"/>
                  </a:lnTo>
                  <a:close/>
                </a:path>
                <a:path w="3809" h="53339">
                  <a:moveTo>
                    <a:pt x="3810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3810" y="40640"/>
                  </a:lnTo>
                  <a:lnTo>
                    <a:pt x="3810" y="36830"/>
                  </a:lnTo>
                  <a:close/>
                </a:path>
                <a:path w="3809" h="53339">
                  <a:moveTo>
                    <a:pt x="3810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40640"/>
                  </a:lnTo>
                  <a:close/>
                </a:path>
                <a:path w="3809" h="53339">
                  <a:moveTo>
                    <a:pt x="3810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3810" y="46990"/>
                  </a:lnTo>
                  <a:lnTo>
                    <a:pt x="3810" y="43180"/>
                  </a:lnTo>
                  <a:close/>
                </a:path>
                <a:path w="3809" h="53339">
                  <a:moveTo>
                    <a:pt x="3810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6990"/>
                  </a:lnTo>
                  <a:close/>
                </a:path>
                <a:path w="3809" h="53339">
                  <a:moveTo>
                    <a:pt x="3810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3810" y="53340"/>
                  </a:lnTo>
                  <a:lnTo>
                    <a:pt x="3810" y="49530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6" name="object 3246"/>
            <p:cNvSpPr/>
            <p:nvPr/>
          </p:nvSpPr>
          <p:spPr>
            <a:xfrm>
              <a:off x="6522720" y="5218430"/>
              <a:ext cx="3810" cy="54610"/>
            </a:xfrm>
            <a:custGeom>
              <a:avLst/>
              <a:gdLst/>
              <a:ahLst/>
              <a:cxnLst/>
              <a:rect l="l" t="t" r="r" b="b"/>
              <a:pathLst>
                <a:path w="3809" h="54610">
                  <a:moveTo>
                    <a:pt x="380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09" h="54610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09" h="54610">
                  <a:moveTo>
                    <a:pt x="3809" y="10160"/>
                  </a:moveTo>
                  <a:lnTo>
                    <a:pt x="0" y="10160"/>
                  </a:lnTo>
                  <a:lnTo>
                    <a:pt x="0" y="15240"/>
                  </a:lnTo>
                  <a:lnTo>
                    <a:pt x="3809" y="15240"/>
                  </a:lnTo>
                  <a:lnTo>
                    <a:pt x="3809" y="10160"/>
                  </a:lnTo>
                  <a:close/>
                </a:path>
                <a:path w="3809" h="54610">
                  <a:moveTo>
                    <a:pt x="3809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5240"/>
                  </a:lnTo>
                  <a:close/>
                </a:path>
                <a:path w="3809" h="54610">
                  <a:moveTo>
                    <a:pt x="3809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09" y="21590"/>
                  </a:lnTo>
                  <a:lnTo>
                    <a:pt x="3809" y="17780"/>
                  </a:lnTo>
                  <a:close/>
                </a:path>
                <a:path w="3809" h="54610">
                  <a:moveTo>
                    <a:pt x="3809" y="21590"/>
                  </a:moveTo>
                  <a:lnTo>
                    <a:pt x="0" y="21590"/>
                  </a:lnTo>
                  <a:lnTo>
                    <a:pt x="0" y="30480"/>
                  </a:lnTo>
                  <a:lnTo>
                    <a:pt x="3809" y="30480"/>
                  </a:lnTo>
                  <a:lnTo>
                    <a:pt x="3809" y="21590"/>
                  </a:lnTo>
                  <a:close/>
                </a:path>
                <a:path w="3809" h="54610">
                  <a:moveTo>
                    <a:pt x="3809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3809" y="34290"/>
                  </a:lnTo>
                  <a:lnTo>
                    <a:pt x="3809" y="30480"/>
                  </a:lnTo>
                  <a:close/>
                </a:path>
                <a:path w="3809" h="54610">
                  <a:moveTo>
                    <a:pt x="3809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4290"/>
                  </a:lnTo>
                  <a:close/>
                </a:path>
                <a:path w="3809" h="54610">
                  <a:moveTo>
                    <a:pt x="3809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3809" y="40640"/>
                  </a:lnTo>
                  <a:lnTo>
                    <a:pt x="3809" y="36830"/>
                  </a:lnTo>
                  <a:close/>
                </a:path>
                <a:path w="3809" h="54610">
                  <a:moveTo>
                    <a:pt x="3809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3809" y="43180"/>
                  </a:lnTo>
                  <a:lnTo>
                    <a:pt x="3809" y="40640"/>
                  </a:lnTo>
                  <a:close/>
                </a:path>
                <a:path w="3809" h="54610">
                  <a:moveTo>
                    <a:pt x="3809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3809" y="46990"/>
                  </a:lnTo>
                  <a:lnTo>
                    <a:pt x="3809" y="43180"/>
                  </a:lnTo>
                  <a:close/>
                </a:path>
                <a:path w="3809" h="54610">
                  <a:moveTo>
                    <a:pt x="3809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3809" y="49530"/>
                  </a:lnTo>
                  <a:lnTo>
                    <a:pt x="3809" y="46990"/>
                  </a:lnTo>
                  <a:close/>
                </a:path>
                <a:path w="3809" h="54610">
                  <a:moveTo>
                    <a:pt x="3809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3809" y="53340"/>
                  </a:lnTo>
                  <a:lnTo>
                    <a:pt x="3809" y="49530"/>
                  </a:lnTo>
                  <a:close/>
                </a:path>
                <a:path w="3809" h="54610">
                  <a:moveTo>
                    <a:pt x="3809" y="53340"/>
                  </a:moveTo>
                  <a:lnTo>
                    <a:pt x="0" y="53340"/>
                  </a:lnTo>
                  <a:lnTo>
                    <a:pt x="0" y="54610"/>
                  </a:lnTo>
                  <a:lnTo>
                    <a:pt x="3809" y="54610"/>
                  </a:lnTo>
                  <a:lnTo>
                    <a:pt x="3809" y="53340"/>
                  </a:lnTo>
                  <a:close/>
                </a:path>
              </a:pathLst>
            </a:custGeom>
            <a:solidFill>
              <a:srgbClr val="9EAD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7" name="object 3247"/>
            <p:cNvSpPr/>
            <p:nvPr/>
          </p:nvSpPr>
          <p:spPr>
            <a:xfrm>
              <a:off x="6526530" y="5218430"/>
              <a:ext cx="2540" cy="54610"/>
            </a:xfrm>
            <a:custGeom>
              <a:avLst/>
              <a:gdLst/>
              <a:ahLst/>
              <a:cxnLst/>
              <a:rect l="l" t="t" r="r" b="b"/>
              <a:pathLst>
                <a:path w="2540" h="54610">
                  <a:moveTo>
                    <a:pt x="254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40" y="3810"/>
                  </a:lnTo>
                  <a:lnTo>
                    <a:pt x="2540" y="0"/>
                  </a:lnTo>
                  <a:close/>
                </a:path>
                <a:path w="2540" h="54610">
                  <a:moveTo>
                    <a:pt x="254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2540" y="10160"/>
                  </a:lnTo>
                  <a:lnTo>
                    <a:pt x="2540" y="3810"/>
                  </a:lnTo>
                  <a:close/>
                </a:path>
                <a:path w="2540" h="54610">
                  <a:moveTo>
                    <a:pt x="2540" y="10160"/>
                  </a:moveTo>
                  <a:lnTo>
                    <a:pt x="0" y="10160"/>
                  </a:lnTo>
                  <a:lnTo>
                    <a:pt x="0" y="15240"/>
                  </a:lnTo>
                  <a:lnTo>
                    <a:pt x="2540" y="15240"/>
                  </a:lnTo>
                  <a:lnTo>
                    <a:pt x="2540" y="10160"/>
                  </a:lnTo>
                  <a:close/>
                </a:path>
                <a:path w="2540" h="54610">
                  <a:moveTo>
                    <a:pt x="254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2540" y="17780"/>
                  </a:lnTo>
                  <a:lnTo>
                    <a:pt x="2540" y="15240"/>
                  </a:lnTo>
                  <a:close/>
                </a:path>
                <a:path w="2540" h="54610">
                  <a:moveTo>
                    <a:pt x="2540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2540" y="21590"/>
                  </a:lnTo>
                  <a:lnTo>
                    <a:pt x="2540" y="17780"/>
                  </a:lnTo>
                  <a:close/>
                </a:path>
                <a:path w="2540" h="54610">
                  <a:moveTo>
                    <a:pt x="2540" y="21590"/>
                  </a:moveTo>
                  <a:lnTo>
                    <a:pt x="0" y="21590"/>
                  </a:lnTo>
                  <a:lnTo>
                    <a:pt x="0" y="30480"/>
                  </a:lnTo>
                  <a:lnTo>
                    <a:pt x="2540" y="30480"/>
                  </a:lnTo>
                  <a:lnTo>
                    <a:pt x="2540" y="21590"/>
                  </a:lnTo>
                  <a:close/>
                </a:path>
                <a:path w="2540" h="54610">
                  <a:moveTo>
                    <a:pt x="2540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2540" y="34290"/>
                  </a:lnTo>
                  <a:lnTo>
                    <a:pt x="2540" y="30480"/>
                  </a:lnTo>
                  <a:close/>
                </a:path>
                <a:path w="2540" h="54610">
                  <a:moveTo>
                    <a:pt x="2540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2540" y="36830"/>
                  </a:lnTo>
                  <a:lnTo>
                    <a:pt x="2540" y="34290"/>
                  </a:lnTo>
                  <a:close/>
                </a:path>
                <a:path w="2540" h="54610">
                  <a:moveTo>
                    <a:pt x="2540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2540" y="40640"/>
                  </a:lnTo>
                  <a:lnTo>
                    <a:pt x="2540" y="36830"/>
                  </a:lnTo>
                  <a:close/>
                </a:path>
                <a:path w="2540" h="54610">
                  <a:moveTo>
                    <a:pt x="2540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2540" y="43180"/>
                  </a:lnTo>
                  <a:lnTo>
                    <a:pt x="2540" y="40640"/>
                  </a:lnTo>
                  <a:close/>
                </a:path>
                <a:path w="2540" h="54610">
                  <a:moveTo>
                    <a:pt x="2540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2540" y="46990"/>
                  </a:lnTo>
                  <a:lnTo>
                    <a:pt x="2540" y="43180"/>
                  </a:lnTo>
                  <a:close/>
                </a:path>
                <a:path w="2540" h="54610">
                  <a:moveTo>
                    <a:pt x="2540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2540" y="49530"/>
                  </a:lnTo>
                  <a:lnTo>
                    <a:pt x="2540" y="46990"/>
                  </a:lnTo>
                  <a:close/>
                </a:path>
                <a:path w="2540" h="54610">
                  <a:moveTo>
                    <a:pt x="2540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2540" y="53340"/>
                  </a:lnTo>
                  <a:lnTo>
                    <a:pt x="2540" y="49530"/>
                  </a:lnTo>
                  <a:close/>
                </a:path>
                <a:path w="2540" h="54610">
                  <a:moveTo>
                    <a:pt x="2540" y="53340"/>
                  </a:moveTo>
                  <a:lnTo>
                    <a:pt x="0" y="53340"/>
                  </a:lnTo>
                  <a:lnTo>
                    <a:pt x="0" y="54610"/>
                  </a:lnTo>
                  <a:lnTo>
                    <a:pt x="2540" y="54610"/>
                  </a:lnTo>
                  <a:lnTo>
                    <a:pt x="2540" y="53340"/>
                  </a:lnTo>
                  <a:close/>
                </a:path>
              </a:pathLst>
            </a:custGeom>
            <a:solidFill>
              <a:srgbClr val="9CAB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8" name="object 3248"/>
            <p:cNvSpPr/>
            <p:nvPr/>
          </p:nvSpPr>
          <p:spPr>
            <a:xfrm>
              <a:off x="6529070" y="5218430"/>
              <a:ext cx="3810" cy="55880"/>
            </a:xfrm>
            <a:custGeom>
              <a:avLst/>
              <a:gdLst/>
              <a:ahLst/>
              <a:cxnLst/>
              <a:rect l="l" t="t" r="r" b="b"/>
              <a:pathLst>
                <a:path w="3809" h="55879">
                  <a:moveTo>
                    <a:pt x="380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09" h="55879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09" h="55879">
                  <a:moveTo>
                    <a:pt x="3809" y="10160"/>
                  </a:moveTo>
                  <a:lnTo>
                    <a:pt x="0" y="10160"/>
                  </a:lnTo>
                  <a:lnTo>
                    <a:pt x="0" y="15240"/>
                  </a:lnTo>
                  <a:lnTo>
                    <a:pt x="3809" y="15240"/>
                  </a:lnTo>
                  <a:lnTo>
                    <a:pt x="3809" y="10160"/>
                  </a:lnTo>
                  <a:close/>
                </a:path>
                <a:path w="3809" h="55879">
                  <a:moveTo>
                    <a:pt x="3809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5240"/>
                  </a:lnTo>
                  <a:close/>
                </a:path>
                <a:path w="3809" h="55879">
                  <a:moveTo>
                    <a:pt x="3809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09" y="21590"/>
                  </a:lnTo>
                  <a:lnTo>
                    <a:pt x="3809" y="17780"/>
                  </a:lnTo>
                  <a:close/>
                </a:path>
                <a:path w="3809" h="55879">
                  <a:moveTo>
                    <a:pt x="3809" y="21590"/>
                  </a:moveTo>
                  <a:lnTo>
                    <a:pt x="0" y="21590"/>
                  </a:lnTo>
                  <a:lnTo>
                    <a:pt x="0" y="30480"/>
                  </a:lnTo>
                  <a:lnTo>
                    <a:pt x="3809" y="30480"/>
                  </a:lnTo>
                  <a:lnTo>
                    <a:pt x="3809" y="21590"/>
                  </a:lnTo>
                  <a:close/>
                </a:path>
                <a:path w="3809" h="55879">
                  <a:moveTo>
                    <a:pt x="3809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3809" y="34290"/>
                  </a:lnTo>
                  <a:lnTo>
                    <a:pt x="3809" y="30480"/>
                  </a:lnTo>
                  <a:close/>
                </a:path>
                <a:path w="3809" h="55879">
                  <a:moveTo>
                    <a:pt x="3809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4290"/>
                  </a:lnTo>
                  <a:close/>
                </a:path>
                <a:path w="3809" h="55879">
                  <a:moveTo>
                    <a:pt x="3809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3809" y="40640"/>
                  </a:lnTo>
                  <a:lnTo>
                    <a:pt x="3809" y="36830"/>
                  </a:lnTo>
                  <a:close/>
                </a:path>
                <a:path w="3809" h="55879">
                  <a:moveTo>
                    <a:pt x="3809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3809" y="43180"/>
                  </a:lnTo>
                  <a:lnTo>
                    <a:pt x="3809" y="40640"/>
                  </a:lnTo>
                  <a:close/>
                </a:path>
                <a:path w="3809" h="55879">
                  <a:moveTo>
                    <a:pt x="3809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3809" y="46990"/>
                  </a:lnTo>
                  <a:lnTo>
                    <a:pt x="3809" y="43180"/>
                  </a:lnTo>
                  <a:close/>
                </a:path>
                <a:path w="3809" h="55879">
                  <a:moveTo>
                    <a:pt x="3809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3809" y="49530"/>
                  </a:lnTo>
                  <a:lnTo>
                    <a:pt x="3809" y="46990"/>
                  </a:lnTo>
                  <a:close/>
                </a:path>
                <a:path w="3809" h="55879">
                  <a:moveTo>
                    <a:pt x="3809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3809" y="53340"/>
                  </a:lnTo>
                  <a:lnTo>
                    <a:pt x="3809" y="49530"/>
                  </a:lnTo>
                  <a:close/>
                </a:path>
                <a:path w="3809" h="55879">
                  <a:moveTo>
                    <a:pt x="3809" y="53340"/>
                  </a:moveTo>
                  <a:lnTo>
                    <a:pt x="0" y="53340"/>
                  </a:lnTo>
                  <a:lnTo>
                    <a:pt x="0" y="54610"/>
                  </a:lnTo>
                  <a:lnTo>
                    <a:pt x="1270" y="54610"/>
                  </a:lnTo>
                  <a:lnTo>
                    <a:pt x="1270" y="55880"/>
                  </a:lnTo>
                  <a:lnTo>
                    <a:pt x="3809" y="55880"/>
                  </a:lnTo>
                  <a:lnTo>
                    <a:pt x="3809" y="53340"/>
                  </a:lnTo>
                  <a:close/>
                </a:path>
              </a:pathLst>
            </a:custGeom>
            <a:solidFill>
              <a:srgbClr val="99A8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9" name="object 3249"/>
            <p:cNvSpPr/>
            <p:nvPr/>
          </p:nvSpPr>
          <p:spPr>
            <a:xfrm>
              <a:off x="6532880" y="5217159"/>
              <a:ext cx="3810" cy="57150"/>
            </a:xfrm>
            <a:custGeom>
              <a:avLst/>
              <a:gdLst/>
              <a:ahLst/>
              <a:cxnLst/>
              <a:rect l="l" t="t" r="r" b="b"/>
              <a:pathLst>
                <a:path w="3809" h="57150">
                  <a:moveTo>
                    <a:pt x="3810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0" y="1269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09" h="57150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09" h="57150">
                  <a:moveTo>
                    <a:pt x="3810" y="11430"/>
                  </a:moveTo>
                  <a:lnTo>
                    <a:pt x="0" y="1143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1430"/>
                  </a:lnTo>
                  <a:close/>
                </a:path>
                <a:path w="3809" h="57150">
                  <a:moveTo>
                    <a:pt x="381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6509"/>
                  </a:lnTo>
                  <a:close/>
                </a:path>
                <a:path w="3809" h="57150">
                  <a:moveTo>
                    <a:pt x="381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9050"/>
                  </a:lnTo>
                  <a:close/>
                </a:path>
                <a:path w="3809" h="57150">
                  <a:moveTo>
                    <a:pt x="3810" y="22859"/>
                  </a:moveTo>
                  <a:lnTo>
                    <a:pt x="0" y="2285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2859"/>
                  </a:lnTo>
                  <a:close/>
                </a:path>
                <a:path w="3809" h="57150">
                  <a:moveTo>
                    <a:pt x="3810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31750"/>
                  </a:lnTo>
                  <a:close/>
                </a:path>
                <a:path w="3809" h="57150">
                  <a:moveTo>
                    <a:pt x="381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5559"/>
                  </a:lnTo>
                  <a:close/>
                </a:path>
                <a:path w="3809" h="57150">
                  <a:moveTo>
                    <a:pt x="381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8100"/>
                  </a:lnTo>
                  <a:close/>
                </a:path>
                <a:path w="3809" h="57150">
                  <a:moveTo>
                    <a:pt x="381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1909"/>
                  </a:lnTo>
                  <a:close/>
                </a:path>
                <a:path w="3809" h="57150">
                  <a:moveTo>
                    <a:pt x="381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4450"/>
                  </a:lnTo>
                  <a:close/>
                </a:path>
                <a:path w="3809" h="57150">
                  <a:moveTo>
                    <a:pt x="3810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8259"/>
                  </a:lnTo>
                  <a:close/>
                </a:path>
                <a:path w="3809" h="57150">
                  <a:moveTo>
                    <a:pt x="3810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0800"/>
                  </a:lnTo>
                  <a:close/>
                </a:path>
                <a:path w="3809" h="57150">
                  <a:moveTo>
                    <a:pt x="3810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4609"/>
                  </a:lnTo>
                  <a:close/>
                </a:path>
              </a:pathLst>
            </a:custGeom>
            <a:solidFill>
              <a:srgbClr val="96A6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0" name="object 3250"/>
            <p:cNvSpPr/>
            <p:nvPr/>
          </p:nvSpPr>
          <p:spPr>
            <a:xfrm>
              <a:off x="6536690" y="5217159"/>
              <a:ext cx="3810" cy="57150"/>
            </a:xfrm>
            <a:custGeom>
              <a:avLst/>
              <a:gdLst/>
              <a:ahLst/>
              <a:cxnLst/>
              <a:rect l="l" t="t" r="r" b="b"/>
              <a:pathLst>
                <a:path w="3809" h="57150">
                  <a:moveTo>
                    <a:pt x="380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0"/>
                  </a:lnTo>
                  <a:close/>
                </a:path>
                <a:path w="3809" h="57150">
                  <a:moveTo>
                    <a:pt x="380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5080"/>
                  </a:lnTo>
                  <a:close/>
                </a:path>
                <a:path w="3809" h="57150">
                  <a:moveTo>
                    <a:pt x="3809" y="11430"/>
                  </a:moveTo>
                  <a:lnTo>
                    <a:pt x="0" y="1143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1430"/>
                  </a:lnTo>
                  <a:close/>
                </a:path>
                <a:path w="3809" h="57150">
                  <a:moveTo>
                    <a:pt x="380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6509"/>
                  </a:lnTo>
                  <a:close/>
                </a:path>
                <a:path w="3809" h="57150">
                  <a:moveTo>
                    <a:pt x="380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19050"/>
                  </a:lnTo>
                  <a:close/>
                </a:path>
                <a:path w="3809" h="57150">
                  <a:moveTo>
                    <a:pt x="3809" y="22859"/>
                  </a:moveTo>
                  <a:lnTo>
                    <a:pt x="0" y="2285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2859"/>
                  </a:lnTo>
                  <a:close/>
                </a:path>
                <a:path w="3809" h="57150">
                  <a:moveTo>
                    <a:pt x="3809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31750"/>
                  </a:lnTo>
                  <a:close/>
                </a:path>
                <a:path w="3809" h="57150">
                  <a:moveTo>
                    <a:pt x="380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5559"/>
                  </a:lnTo>
                  <a:close/>
                </a:path>
                <a:path w="3809" h="57150">
                  <a:moveTo>
                    <a:pt x="380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8100"/>
                  </a:lnTo>
                  <a:close/>
                </a:path>
                <a:path w="3809" h="57150">
                  <a:moveTo>
                    <a:pt x="380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1909"/>
                  </a:lnTo>
                  <a:close/>
                </a:path>
                <a:path w="3809" h="57150">
                  <a:moveTo>
                    <a:pt x="3809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44450"/>
                  </a:lnTo>
                  <a:close/>
                </a:path>
                <a:path w="3809" h="57150">
                  <a:moveTo>
                    <a:pt x="380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8259"/>
                  </a:lnTo>
                  <a:close/>
                </a:path>
                <a:path w="3809" h="57150">
                  <a:moveTo>
                    <a:pt x="3809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09" y="54609"/>
                  </a:lnTo>
                  <a:lnTo>
                    <a:pt x="3809" y="50800"/>
                  </a:lnTo>
                  <a:close/>
                </a:path>
                <a:path w="3809" h="57150">
                  <a:moveTo>
                    <a:pt x="3809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4609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1" name="object 3251"/>
            <p:cNvSpPr/>
            <p:nvPr/>
          </p:nvSpPr>
          <p:spPr>
            <a:xfrm>
              <a:off x="6540500" y="52158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89">
                  <a:moveTo>
                    <a:pt x="3809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0" y="126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0"/>
                  </a:lnTo>
                  <a:close/>
                </a:path>
                <a:path w="3809" h="59689">
                  <a:moveTo>
                    <a:pt x="380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6349"/>
                  </a:lnTo>
                  <a:close/>
                </a:path>
                <a:path w="3809" h="59689">
                  <a:moveTo>
                    <a:pt x="3809" y="12699"/>
                  </a:moveTo>
                  <a:lnTo>
                    <a:pt x="0" y="12699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2699"/>
                  </a:lnTo>
                  <a:close/>
                </a:path>
                <a:path w="3809" h="59689">
                  <a:moveTo>
                    <a:pt x="3809" y="17779"/>
                  </a:moveTo>
                  <a:lnTo>
                    <a:pt x="0" y="17779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7779"/>
                  </a:lnTo>
                  <a:close/>
                </a:path>
                <a:path w="3809" h="59689">
                  <a:moveTo>
                    <a:pt x="3809" y="20319"/>
                  </a:moveTo>
                  <a:lnTo>
                    <a:pt x="0" y="20319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20319"/>
                  </a:lnTo>
                  <a:close/>
                </a:path>
                <a:path w="3809" h="59689">
                  <a:moveTo>
                    <a:pt x="3809" y="24129"/>
                  </a:moveTo>
                  <a:lnTo>
                    <a:pt x="0" y="24129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4129"/>
                  </a:lnTo>
                  <a:close/>
                </a:path>
                <a:path w="3809" h="59689">
                  <a:moveTo>
                    <a:pt x="3809" y="33019"/>
                  </a:moveTo>
                  <a:lnTo>
                    <a:pt x="0" y="33019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3019"/>
                  </a:lnTo>
                  <a:close/>
                </a:path>
                <a:path w="3809" h="59689">
                  <a:moveTo>
                    <a:pt x="3809" y="36829"/>
                  </a:moveTo>
                  <a:lnTo>
                    <a:pt x="0" y="36829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6829"/>
                  </a:lnTo>
                  <a:close/>
                </a:path>
                <a:path w="3809" h="59689">
                  <a:moveTo>
                    <a:pt x="3809" y="39369"/>
                  </a:moveTo>
                  <a:lnTo>
                    <a:pt x="0" y="39369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39369"/>
                  </a:lnTo>
                  <a:close/>
                </a:path>
                <a:path w="3809" h="59689">
                  <a:moveTo>
                    <a:pt x="3809" y="43179"/>
                  </a:moveTo>
                  <a:lnTo>
                    <a:pt x="0" y="43179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43179"/>
                  </a:lnTo>
                  <a:close/>
                </a:path>
                <a:path w="3809" h="59689">
                  <a:moveTo>
                    <a:pt x="3809" y="45719"/>
                  </a:moveTo>
                  <a:lnTo>
                    <a:pt x="0" y="45719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5719"/>
                  </a:lnTo>
                  <a:close/>
                </a:path>
                <a:path w="3809" h="59689">
                  <a:moveTo>
                    <a:pt x="3809" y="49529"/>
                  </a:moveTo>
                  <a:lnTo>
                    <a:pt x="0" y="49529"/>
                  </a:lnTo>
                  <a:lnTo>
                    <a:pt x="0" y="52069"/>
                  </a:lnTo>
                  <a:lnTo>
                    <a:pt x="3809" y="52069"/>
                  </a:lnTo>
                  <a:lnTo>
                    <a:pt x="3809" y="49529"/>
                  </a:lnTo>
                  <a:close/>
                </a:path>
                <a:path w="3809" h="59689">
                  <a:moveTo>
                    <a:pt x="3809" y="52069"/>
                  </a:moveTo>
                  <a:lnTo>
                    <a:pt x="0" y="52069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52069"/>
                  </a:lnTo>
                  <a:close/>
                </a:path>
                <a:path w="3809" h="59689">
                  <a:moveTo>
                    <a:pt x="3809" y="55879"/>
                  </a:moveTo>
                  <a:lnTo>
                    <a:pt x="0" y="55879"/>
                  </a:lnTo>
                  <a:lnTo>
                    <a:pt x="0" y="58419"/>
                  </a:lnTo>
                  <a:lnTo>
                    <a:pt x="3809" y="58419"/>
                  </a:lnTo>
                  <a:lnTo>
                    <a:pt x="3809" y="55879"/>
                  </a:lnTo>
                  <a:close/>
                </a:path>
                <a:path w="3809" h="59689">
                  <a:moveTo>
                    <a:pt x="3809" y="58419"/>
                  </a:moveTo>
                  <a:lnTo>
                    <a:pt x="1270" y="58419"/>
                  </a:lnTo>
                  <a:lnTo>
                    <a:pt x="1270" y="59689"/>
                  </a:lnTo>
                  <a:lnTo>
                    <a:pt x="3809" y="59689"/>
                  </a:lnTo>
                  <a:lnTo>
                    <a:pt x="3809" y="58419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2" name="object 3252"/>
            <p:cNvSpPr/>
            <p:nvPr/>
          </p:nvSpPr>
          <p:spPr>
            <a:xfrm>
              <a:off x="6544310" y="52158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89">
                  <a:moveTo>
                    <a:pt x="381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0"/>
                  </a:lnTo>
                  <a:close/>
                </a:path>
                <a:path w="3809" h="59689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09" h="59689">
                  <a:moveTo>
                    <a:pt x="3810" y="12699"/>
                  </a:moveTo>
                  <a:lnTo>
                    <a:pt x="0" y="12699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2699"/>
                  </a:lnTo>
                  <a:close/>
                </a:path>
                <a:path w="3809" h="59689">
                  <a:moveTo>
                    <a:pt x="3810" y="17779"/>
                  </a:moveTo>
                  <a:lnTo>
                    <a:pt x="0" y="17779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7779"/>
                  </a:lnTo>
                  <a:close/>
                </a:path>
                <a:path w="3809" h="59689">
                  <a:moveTo>
                    <a:pt x="3810" y="20319"/>
                  </a:moveTo>
                  <a:lnTo>
                    <a:pt x="0" y="20319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20319"/>
                  </a:lnTo>
                  <a:close/>
                </a:path>
                <a:path w="3809" h="59689">
                  <a:moveTo>
                    <a:pt x="3810" y="24129"/>
                  </a:moveTo>
                  <a:lnTo>
                    <a:pt x="0" y="24129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4129"/>
                  </a:lnTo>
                  <a:close/>
                </a:path>
                <a:path w="3809" h="59689">
                  <a:moveTo>
                    <a:pt x="3810" y="33019"/>
                  </a:moveTo>
                  <a:lnTo>
                    <a:pt x="0" y="33019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33019"/>
                  </a:lnTo>
                  <a:close/>
                </a:path>
                <a:path w="3809" h="59689">
                  <a:moveTo>
                    <a:pt x="3810" y="36829"/>
                  </a:moveTo>
                  <a:lnTo>
                    <a:pt x="0" y="36829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6829"/>
                  </a:lnTo>
                  <a:close/>
                </a:path>
                <a:path w="3809" h="59689">
                  <a:moveTo>
                    <a:pt x="3810" y="39369"/>
                  </a:moveTo>
                  <a:lnTo>
                    <a:pt x="0" y="39369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39369"/>
                  </a:lnTo>
                  <a:close/>
                </a:path>
                <a:path w="3809" h="59689">
                  <a:moveTo>
                    <a:pt x="3810" y="43179"/>
                  </a:moveTo>
                  <a:lnTo>
                    <a:pt x="0" y="43179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43179"/>
                  </a:lnTo>
                  <a:close/>
                </a:path>
                <a:path w="3809" h="59689">
                  <a:moveTo>
                    <a:pt x="3810" y="45719"/>
                  </a:moveTo>
                  <a:lnTo>
                    <a:pt x="0" y="45719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5719"/>
                  </a:lnTo>
                  <a:close/>
                </a:path>
                <a:path w="3809" h="59689">
                  <a:moveTo>
                    <a:pt x="3810" y="49529"/>
                  </a:moveTo>
                  <a:lnTo>
                    <a:pt x="0" y="49529"/>
                  </a:lnTo>
                  <a:lnTo>
                    <a:pt x="0" y="52069"/>
                  </a:lnTo>
                  <a:lnTo>
                    <a:pt x="3810" y="52069"/>
                  </a:lnTo>
                  <a:lnTo>
                    <a:pt x="3810" y="49529"/>
                  </a:lnTo>
                  <a:close/>
                </a:path>
                <a:path w="3809" h="59689">
                  <a:moveTo>
                    <a:pt x="3810" y="52069"/>
                  </a:moveTo>
                  <a:lnTo>
                    <a:pt x="0" y="52069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52069"/>
                  </a:lnTo>
                  <a:close/>
                </a:path>
                <a:path w="3809" h="59689">
                  <a:moveTo>
                    <a:pt x="3810" y="55879"/>
                  </a:moveTo>
                  <a:lnTo>
                    <a:pt x="0" y="55879"/>
                  </a:lnTo>
                  <a:lnTo>
                    <a:pt x="0" y="58419"/>
                  </a:lnTo>
                  <a:lnTo>
                    <a:pt x="3810" y="58419"/>
                  </a:lnTo>
                  <a:lnTo>
                    <a:pt x="3810" y="55879"/>
                  </a:lnTo>
                  <a:close/>
                </a:path>
                <a:path w="3809" h="59689">
                  <a:moveTo>
                    <a:pt x="3810" y="58419"/>
                  </a:moveTo>
                  <a:lnTo>
                    <a:pt x="0" y="58419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8419"/>
                  </a:lnTo>
                  <a:close/>
                </a:path>
              </a:pathLst>
            </a:custGeom>
            <a:solidFill>
              <a:srgbClr val="8E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3" name="object 3253"/>
            <p:cNvSpPr/>
            <p:nvPr/>
          </p:nvSpPr>
          <p:spPr>
            <a:xfrm>
              <a:off x="6548120" y="52158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89">
                  <a:moveTo>
                    <a:pt x="380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0"/>
                  </a:lnTo>
                  <a:close/>
                </a:path>
                <a:path w="3809" h="59689">
                  <a:moveTo>
                    <a:pt x="380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6349"/>
                  </a:lnTo>
                  <a:close/>
                </a:path>
                <a:path w="3809" h="59689">
                  <a:moveTo>
                    <a:pt x="3809" y="12699"/>
                  </a:moveTo>
                  <a:lnTo>
                    <a:pt x="0" y="12699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2699"/>
                  </a:lnTo>
                  <a:close/>
                </a:path>
                <a:path w="3809" h="59689">
                  <a:moveTo>
                    <a:pt x="3809" y="17779"/>
                  </a:moveTo>
                  <a:lnTo>
                    <a:pt x="0" y="17779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7779"/>
                  </a:lnTo>
                  <a:close/>
                </a:path>
                <a:path w="3809" h="59689">
                  <a:moveTo>
                    <a:pt x="3809" y="20319"/>
                  </a:moveTo>
                  <a:lnTo>
                    <a:pt x="0" y="20319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20319"/>
                  </a:lnTo>
                  <a:close/>
                </a:path>
                <a:path w="3809" h="59689">
                  <a:moveTo>
                    <a:pt x="3809" y="24129"/>
                  </a:moveTo>
                  <a:lnTo>
                    <a:pt x="0" y="24129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4129"/>
                  </a:lnTo>
                  <a:close/>
                </a:path>
                <a:path w="3809" h="59689">
                  <a:moveTo>
                    <a:pt x="3809" y="33019"/>
                  </a:moveTo>
                  <a:lnTo>
                    <a:pt x="0" y="33019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3019"/>
                  </a:lnTo>
                  <a:close/>
                </a:path>
                <a:path w="3809" h="59689">
                  <a:moveTo>
                    <a:pt x="3809" y="36829"/>
                  </a:moveTo>
                  <a:lnTo>
                    <a:pt x="0" y="36829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6829"/>
                  </a:lnTo>
                  <a:close/>
                </a:path>
                <a:path w="3809" h="59689">
                  <a:moveTo>
                    <a:pt x="3809" y="39369"/>
                  </a:moveTo>
                  <a:lnTo>
                    <a:pt x="0" y="39369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39369"/>
                  </a:lnTo>
                  <a:close/>
                </a:path>
                <a:path w="3809" h="59689">
                  <a:moveTo>
                    <a:pt x="3809" y="43179"/>
                  </a:moveTo>
                  <a:lnTo>
                    <a:pt x="0" y="43179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43179"/>
                  </a:lnTo>
                  <a:close/>
                </a:path>
                <a:path w="3809" h="59689">
                  <a:moveTo>
                    <a:pt x="3809" y="45719"/>
                  </a:moveTo>
                  <a:lnTo>
                    <a:pt x="0" y="45719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5719"/>
                  </a:lnTo>
                  <a:close/>
                </a:path>
                <a:path w="3809" h="59689">
                  <a:moveTo>
                    <a:pt x="3809" y="49529"/>
                  </a:moveTo>
                  <a:lnTo>
                    <a:pt x="0" y="49529"/>
                  </a:lnTo>
                  <a:lnTo>
                    <a:pt x="0" y="52069"/>
                  </a:lnTo>
                  <a:lnTo>
                    <a:pt x="3809" y="52069"/>
                  </a:lnTo>
                  <a:lnTo>
                    <a:pt x="3809" y="49529"/>
                  </a:lnTo>
                  <a:close/>
                </a:path>
                <a:path w="3809" h="59689">
                  <a:moveTo>
                    <a:pt x="3809" y="52069"/>
                  </a:moveTo>
                  <a:lnTo>
                    <a:pt x="0" y="52069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52069"/>
                  </a:lnTo>
                  <a:close/>
                </a:path>
                <a:path w="3809" h="59689">
                  <a:moveTo>
                    <a:pt x="3809" y="55879"/>
                  </a:moveTo>
                  <a:lnTo>
                    <a:pt x="0" y="55879"/>
                  </a:lnTo>
                  <a:lnTo>
                    <a:pt x="0" y="58419"/>
                  </a:lnTo>
                  <a:lnTo>
                    <a:pt x="3809" y="58419"/>
                  </a:lnTo>
                  <a:lnTo>
                    <a:pt x="3809" y="55879"/>
                  </a:lnTo>
                  <a:close/>
                </a:path>
                <a:path w="3809" h="59689">
                  <a:moveTo>
                    <a:pt x="3809" y="58419"/>
                  </a:moveTo>
                  <a:lnTo>
                    <a:pt x="0" y="58419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8419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4" name="object 3254"/>
            <p:cNvSpPr/>
            <p:nvPr/>
          </p:nvSpPr>
          <p:spPr>
            <a:xfrm>
              <a:off x="6551930" y="52158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89">
                  <a:moveTo>
                    <a:pt x="381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0"/>
                  </a:lnTo>
                  <a:close/>
                </a:path>
                <a:path w="3809" h="59689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09" h="59689">
                  <a:moveTo>
                    <a:pt x="3810" y="12699"/>
                  </a:moveTo>
                  <a:lnTo>
                    <a:pt x="0" y="12699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2699"/>
                  </a:lnTo>
                  <a:close/>
                </a:path>
                <a:path w="3809" h="59689">
                  <a:moveTo>
                    <a:pt x="3810" y="17779"/>
                  </a:moveTo>
                  <a:lnTo>
                    <a:pt x="0" y="17779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7779"/>
                  </a:lnTo>
                  <a:close/>
                </a:path>
                <a:path w="3809" h="59689">
                  <a:moveTo>
                    <a:pt x="3810" y="20319"/>
                  </a:moveTo>
                  <a:lnTo>
                    <a:pt x="0" y="20319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20319"/>
                  </a:lnTo>
                  <a:close/>
                </a:path>
                <a:path w="3809" h="59689">
                  <a:moveTo>
                    <a:pt x="3810" y="24129"/>
                  </a:moveTo>
                  <a:lnTo>
                    <a:pt x="0" y="24129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4129"/>
                  </a:lnTo>
                  <a:close/>
                </a:path>
                <a:path w="3809" h="59689">
                  <a:moveTo>
                    <a:pt x="3810" y="33019"/>
                  </a:moveTo>
                  <a:lnTo>
                    <a:pt x="0" y="33019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33019"/>
                  </a:lnTo>
                  <a:close/>
                </a:path>
                <a:path w="3809" h="59689">
                  <a:moveTo>
                    <a:pt x="3810" y="36829"/>
                  </a:moveTo>
                  <a:lnTo>
                    <a:pt x="0" y="36829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6829"/>
                  </a:lnTo>
                  <a:close/>
                </a:path>
                <a:path w="3809" h="59689">
                  <a:moveTo>
                    <a:pt x="3810" y="39369"/>
                  </a:moveTo>
                  <a:lnTo>
                    <a:pt x="0" y="39369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39369"/>
                  </a:lnTo>
                  <a:close/>
                </a:path>
                <a:path w="3809" h="59689">
                  <a:moveTo>
                    <a:pt x="3810" y="43179"/>
                  </a:moveTo>
                  <a:lnTo>
                    <a:pt x="0" y="43179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43179"/>
                  </a:lnTo>
                  <a:close/>
                </a:path>
                <a:path w="3809" h="59689">
                  <a:moveTo>
                    <a:pt x="3810" y="45719"/>
                  </a:moveTo>
                  <a:lnTo>
                    <a:pt x="0" y="45719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5719"/>
                  </a:lnTo>
                  <a:close/>
                </a:path>
                <a:path w="3809" h="59689">
                  <a:moveTo>
                    <a:pt x="3810" y="49529"/>
                  </a:moveTo>
                  <a:lnTo>
                    <a:pt x="0" y="49529"/>
                  </a:lnTo>
                  <a:lnTo>
                    <a:pt x="0" y="52069"/>
                  </a:lnTo>
                  <a:lnTo>
                    <a:pt x="3810" y="52069"/>
                  </a:lnTo>
                  <a:lnTo>
                    <a:pt x="3810" y="49529"/>
                  </a:lnTo>
                  <a:close/>
                </a:path>
                <a:path w="3809" h="59689">
                  <a:moveTo>
                    <a:pt x="3810" y="52069"/>
                  </a:moveTo>
                  <a:lnTo>
                    <a:pt x="0" y="52069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52069"/>
                  </a:lnTo>
                  <a:close/>
                </a:path>
                <a:path w="3809" h="59689">
                  <a:moveTo>
                    <a:pt x="3810" y="55879"/>
                  </a:moveTo>
                  <a:lnTo>
                    <a:pt x="0" y="55879"/>
                  </a:lnTo>
                  <a:lnTo>
                    <a:pt x="0" y="58419"/>
                  </a:lnTo>
                  <a:lnTo>
                    <a:pt x="3810" y="58419"/>
                  </a:lnTo>
                  <a:lnTo>
                    <a:pt x="3810" y="55879"/>
                  </a:lnTo>
                  <a:close/>
                </a:path>
                <a:path w="3809" h="59689">
                  <a:moveTo>
                    <a:pt x="3810" y="58419"/>
                  </a:moveTo>
                  <a:lnTo>
                    <a:pt x="0" y="58419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8419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5" name="object 3255"/>
            <p:cNvSpPr/>
            <p:nvPr/>
          </p:nvSpPr>
          <p:spPr>
            <a:xfrm>
              <a:off x="6555740" y="5215889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253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2539" y="6349"/>
                  </a:lnTo>
                  <a:lnTo>
                    <a:pt x="2539" y="0"/>
                  </a:lnTo>
                  <a:close/>
                </a:path>
                <a:path w="2540" h="59689">
                  <a:moveTo>
                    <a:pt x="253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2539" y="12699"/>
                  </a:lnTo>
                  <a:lnTo>
                    <a:pt x="2539" y="6349"/>
                  </a:lnTo>
                  <a:close/>
                </a:path>
                <a:path w="2540" h="59689">
                  <a:moveTo>
                    <a:pt x="2539" y="12699"/>
                  </a:moveTo>
                  <a:lnTo>
                    <a:pt x="0" y="12699"/>
                  </a:lnTo>
                  <a:lnTo>
                    <a:pt x="0" y="17779"/>
                  </a:lnTo>
                  <a:lnTo>
                    <a:pt x="2539" y="17779"/>
                  </a:lnTo>
                  <a:lnTo>
                    <a:pt x="2539" y="12699"/>
                  </a:lnTo>
                  <a:close/>
                </a:path>
                <a:path w="2540" h="59689">
                  <a:moveTo>
                    <a:pt x="2539" y="17779"/>
                  </a:moveTo>
                  <a:lnTo>
                    <a:pt x="0" y="17779"/>
                  </a:lnTo>
                  <a:lnTo>
                    <a:pt x="0" y="20319"/>
                  </a:lnTo>
                  <a:lnTo>
                    <a:pt x="2539" y="20319"/>
                  </a:lnTo>
                  <a:lnTo>
                    <a:pt x="2539" y="17779"/>
                  </a:lnTo>
                  <a:close/>
                </a:path>
                <a:path w="2540" h="59689">
                  <a:moveTo>
                    <a:pt x="2539" y="20319"/>
                  </a:moveTo>
                  <a:lnTo>
                    <a:pt x="0" y="20319"/>
                  </a:lnTo>
                  <a:lnTo>
                    <a:pt x="0" y="24129"/>
                  </a:lnTo>
                  <a:lnTo>
                    <a:pt x="2539" y="24129"/>
                  </a:lnTo>
                  <a:lnTo>
                    <a:pt x="2539" y="20319"/>
                  </a:lnTo>
                  <a:close/>
                </a:path>
                <a:path w="2540" h="59689">
                  <a:moveTo>
                    <a:pt x="2539" y="24129"/>
                  </a:moveTo>
                  <a:lnTo>
                    <a:pt x="0" y="24129"/>
                  </a:lnTo>
                  <a:lnTo>
                    <a:pt x="0" y="33019"/>
                  </a:lnTo>
                  <a:lnTo>
                    <a:pt x="2539" y="33019"/>
                  </a:lnTo>
                  <a:lnTo>
                    <a:pt x="2539" y="24129"/>
                  </a:lnTo>
                  <a:close/>
                </a:path>
                <a:path w="2540" h="59689">
                  <a:moveTo>
                    <a:pt x="2539" y="33019"/>
                  </a:moveTo>
                  <a:lnTo>
                    <a:pt x="0" y="33019"/>
                  </a:lnTo>
                  <a:lnTo>
                    <a:pt x="0" y="36829"/>
                  </a:lnTo>
                  <a:lnTo>
                    <a:pt x="2539" y="36829"/>
                  </a:lnTo>
                  <a:lnTo>
                    <a:pt x="2539" y="33019"/>
                  </a:lnTo>
                  <a:close/>
                </a:path>
                <a:path w="2540" h="59689">
                  <a:moveTo>
                    <a:pt x="2539" y="36829"/>
                  </a:moveTo>
                  <a:lnTo>
                    <a:pt x="0" y="36829"/>
                  </a:lnTo>
                  <a:lnTo>
                    <a:pt x="0" y="39369"/>
                  </a:lnTo>
                  <a:lnTo>
                    <a:pt x="2539" y="39369"/>
                  </a:lnTo>
                  <a:lnTo>
                    <a:pt x="2539" y="36829"/>
                  </a:lnTo>
                  <a:close/>
                </a:path>
                <a:path w="2540" h="59689">
                  <a:moveTo>
                    <a:pt x="2539" y="39369"/>
                  </a:moveTo>
                  <a:lnTo>
                    <a:pt x="0" y="39369"/>
                  </a:lnTo>
                  <a:lnTo>
                    <a:pt x="0" y="43179"/>
                  </a:lnTo>
                  <a:lnTo>
                    <a:pt x="2539" y="43179"/>
                  </a:lnTo>
                  <a:lnTo>
                    <a:pt x="2539" y="39369"/>
                  </a:lnTo>
                  <a:close/>
                </a:path>
                <a:path w="2540" h="59689">
                  <a:moveTo>
                    <a:pt x="2539" y="43179"/>
                  </a:moveTo>
                  <a:lnTo>
                    <a:pt x="0" y="43179"/>
                  </a:lnTo>
                  <a:lnTo>
                    <a:pt x="0" y="45719"/>
                  </a:lnTo>
                  <a:lnTo>
                    <a:pt x="2539" y="45719"/>
                  </a:lnTo>
                  <a:lnTo>
                    <a:pt x="2539" y="43179"/>
                  </a:lnTo>
                  <a:close/>
                </a:path>
                <a:path w="2540" h="59689">
                  <a:moveTo>
                    <a:pt x="2539" y="45719"/>
                  </a:moveTo>
                  <a:lnTo>
                    <a:pt x="0" y="45719"/>
                  </a:lnTo>
                  <a:lnTo>
                    <a:pt x="0" y="49529"/>
                  </a:lnTo>
                  <a:lnTo>
                    <a:pt x="2539" y="49529"/>
                  </a:lnTo>
                  <a:lnTo>
                    <a:pt x="2539" y="45719"/>
                  </a:lnTo>
                  <a:close/>
                </a:path>
                <a:path w="2540" h="59689">
                  <a:moveTo>
                    <a:pt x="2539" y="49529"/>
                  </a:moveTo>
                  <a:lnTo>
                    <a:pt x="0" y="49529"/>
                  </a:lnTo>
                  <a:lnTo>
                    <a:pt x="0" y="52069"/>
                  </a:lnTo>
                  <a:lnTo>
                    <a:pt x="2539" y="52069"/>
                  </a:lnTo>
                  <a:lnTo>
                    <a:pt x="2539" y="49529"/>
                  </a:lnTo>
                  <a:close/>
                </a:path>
                <a:path w="2540" h="59689">
                  <a:moveTo>
                    <a:pt x="2539" y="52069"/>
                  </a:moveTo>
                  <a:lnTo>
                    <a:pt x="0" y="52069"/>
                  </a:lnTo>
                  <a:lnTo>
                    <a:pt x="0" y="55879"/>
                  </a:lnTo>
                  <a:lnTo>
                    <a:pt x="2539" y="55879"/>
                  </a:lnTo>
                  <a:lnTo>
                    <a:pt x="2539" y="52069"/>
                  </a:lnTo>
                  <a:close/>
                </a:path>
                <a:path w="2540" h="59689">
                  <a:moveTo>
                    <a:pt x="2539" y="55879"/>
                  </a:moveTo>
                  <a:lnTo>
                    <a:pt x="0" y="55879"/>
                  </a:lnTo>
                  <a:lnTo>
                    <a:pt x="0" y="58419"/>
                  </a:lnTo>
                  <a:lnTo>
                    <a:pt x="2539" y="58419"/>
                  </a:lnTo>
                  <a:lnTo>
                    <a:pt x="2539" y="55879"/>
                  </a:lnTo>
                  <a:close/>
                </a:path>
                <a:path w="2540" h="59689">
                  <a:moveTo>
                    <a:pt x="2539" y="58419"/>
                  </a:moveTo>
                  <a:lnTo>
                    <a:pt x="0" y="58419"/>
                  </a:lnTo>
                  <a:lnTo>
                    <a:pt x="0" y="59689"/>
                  </a:lnTo>
                  <a:lnTo>
                    <a:pt x="2539" y="59689"/>
                  </a:lnTo>
                  <a:lnTo>
                    <a:pt x="2539" y="58419"/>
                  </a:lnTo>
                  <a:close/>
                </a:path>
              </a:pathLst>
            </a:custGeom>
            <a:solidFill>
              <a:srgbClr val="8799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6" name="object 3256"/>
            <p:cNvSpPr/>
            <p:nvPr/>
          </p:nvSpPr>
          <p:spPr>
            <a:xfrm>
              <a:off x="6558280" y="52158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89">
                  <a:moveTo>
                    <a:pt x="381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0"/>
                  </a:lnTo>
                  <a:close/>
                </a:path>
                <a:path w="3809" h="59689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09" h="59689">
                  <a:moveTo>
                    <a:pt x="3810" y="12699"/>
                  </a:moveTo>
                  <a:lnTo>
                    <a:pt x="0" y="12699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2699"/>
                  </a:lnTo>
                  <a:close/>
                </a:path>
                <a:path w="3809" h="59689">
                  <a:moveTo>
                    <a:pt x="3810" y="17779"/>
                  </a:moveTo>
                  <a:lnTo>
                    <a:pt x="0" y="17779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7779"/>
                  </a:lnTo>
                  <a:close/>
                </a:path>
                <a:path w="3809" h="59689">
                  <a:moveTo>
                    <a:pt x="3810" y="20319"/>
                  </a:moveTo>
                  <a:lnTo>
                    <a:pt x="0" y="20319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20319"/>
                  </a:lnTo>
                  <a:close/>
                </a:path>
                <a:path w="3809" h="59689">
                  <a:moveTo>
                    <a:pt x="3810" y="24129"/>
                  </a:moveTo>
                  <a:lnTo>
                    <a:pt x="0" y="24129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4129"/>
                  </a:lnTo>
                  <a:close/>
                </a:path>
                <a:path w="3809" h="59689">
                  <a:moveTo>
                    <a:pt x="3810" y="33019"/>
                  </a:moveTo>
                  <a:lnTo>
                    <a:pt x="0" y="33019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33019"/>
                  </a:lnTo>
                  <a:close/>
                </a:path>
                <a:path w="3809" h="59689">
                  <a:moveTo>
                    <a:pt x="3810" y="36829"/>
                  </a:moveTo>
                  <a:lnTo>
                    <a:pt x="0" y="36829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6829"/>
                  </a:lnTo>
                  <a:close/>
                </a:path>
                <a:path w="3809" h="59689">
                  <a:moveTo>
                    <a:pt x="3810" y="39369"/>
                  </a:moveTo>
                  <a:lnTo>
                    <a:pt x="0" y="39369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39369"/>
                  </a:lnTo>
                  <a:close/>
                </a:path>
                <a:path w="3809" h="59689">
                  <a:moveTo>
                    <a:pt x="3810" y="43179"/>
                  </a:moveTo>
                  <a:lnTo>
                    <a:pt x="0" y="43179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43179"/>
                  </a:lnTo>
                  <a:close/>
                </a:path>
                <a:path w="3809" h="59689">
                  <a:moveTo>
                    <a:pt x="3810" y="45719"/>
                  </a:moveTo>
                  <a:lnTo>
                    <a:pt x="0" y="45719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5719"/>
                  </a:lnTo>
                  <a:close/>
                </a:path>
                <a:path w="3809" h="59689">
                  <a:moveTo>
                    <a:pt x="3810" y="49529"/>
                  </a:moveTo>
                  <a:lnTo>
                    <a:pt x="0" y="49529"/>
                  </a:lnTo>
                  <a:lnTo>
                    <a:pt x="0" y="52069"/>
                  </a:lnTo>
                  <a:lnTo>
                    <a:pt x="3810" y="52069"/>
                  </a:lnTo>
                  <a:lnTo>
                    <a:pt x="3810" y="49529"/>
                  </a:lnTo>
                  <a:close/>
                </a:path>
                <a:path w="3809" h="59689">
                  <a:moveTo>
                    <a:pt x="3810" y="52069"/>
                  </a:moveTo>
                  <a:lnTo>
                    <a:pt x="0" y="52069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52069"/>
                  </a:lnTo>
                  <a:close/>
                </a:path>
                <a:path w="3809" h="59689">
                  <a:moveTo>
                    <a:pt x="3810" y="55879"/>
                  </a:moveTo>
                  <a:lnTo>
                    <a:pt x="0" y="55879"/>
                  </a:lnTo>
                  <a:lnTo>
                    <a:pt x="0" y="58419"/>
                  </a:lnTo>
                  <a:lnTo>
                    <a:pt x="3810" y="58419"/>
                  </a:lnTo>
                  <a:lnTo>
                    <a:pt x="3810" y="55879"/>
                  </a:lnTo>
                  <a:close/>
                </a:path>
                <a:path w="3809" h="59689">
                  <a:moveTo>
                    <a:pt x="3810" y="58419"/>
                  </a:moveTo>
                  <a:lnTo>
                    <a:pt x="0" y="58419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8419"/>
                  </a:lnTo>
                  <a:close/>
                </a:path>
              </a:pathLst>
            </a:custGeom>
            <a:solidFill>
              <a:srgbClr val="8496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7" name="object 3257"/>
            <p:cNvSpPr/>
            <p:nvPr/>
          </p:nvSpPr>
          <p:spPr>
            <a:xfrm>
              <a:off x="6562090" y="52158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89">
                  <a:moveTo>
                    <a:pt x="380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0"/>
                  </a:lnTo>
                  <a:close/>
                </a:path>
                <a:path w="3809" h="59689">
                  <a:moveTo>
                    <a:pt x="380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6349"/>
                  </a:lnTo>
                  <a:close/>
                </a:path>
                <a:path w="3809" h="59689">
                  <a:moveTo>
                    <a:pt x="3809" y="12699"/>
                  </a:moveTo>
                  <a:lnTo>
                    <a:pt x="0" y="12699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2699"/>
                  </a:lnTo>
                  <a:close/>
                </a:path>
                <a:path w="3809" h="59689">
                  <a:moveTo>
                    <a:pt x="3809" y="17779"/>
                  </a:moveTo>
                  <a:lnTo>
                    <a:pt x="0" y="17779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7779"/>
                  </a:lnTo>
                  <a:close/>
                </a:path>
                <a:path w="3809" h="59689">
                  <a:moveTo>
                    <a:pt x="3809" y="20319"/>
                  </a:moveTo>
                  <a:lnTo>
                    <a:pt x="0" y="20319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20319"/>
                  </a:lnTo>
                  <a:close/>
                </a:path>
                <a:path w="3809" h="59689">
                  <a:moveTo>
                    <a:pt x="3809" y="24129"/>
                  </a:moveTo>
                  <a:lnTo>
                    <a:pt x="0" y="24129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4129"/>
                  </a:lnTo>
                  <a:close/>
                </a:path>
                <a:path w="3809" h="59689">
                  <a:moveTo>
                    <a:pt x="3809" y="33019"/>
                  </a:moveTo>
                  <a:lnTo>
                    <a:pt x="0" y="33019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3019"/>
                  </a:lnTo>
                  <a:close/>
                </a:path>
                <a:path w="3809" h="59689">
                  <a:moveTo>
                    <a:pt x="3809" y="36829"/>
                  </a:moveTo>
                  <a:lnTo>
                    <a:pt x="0" y="36829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6829"/>
                  </a:lnTo>
                  <a:close/>
                </a:path>
                <a:path w="3809" h="59689">
                  <a:moveTo>
                    <a:pt x="3809" y="39369"/>
                  </a:moveTo>
                  <a:lnTo>
                    <a:pt x="0" y="39369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39369"/>
                  </a:lnTo>
                  <a:close/>
                </a:path>
                <a:path w="3809" h="59689">
                  <a:moveTo>
                    <a:pt x="3809" y="43179"/>
                  </a:moveTo>
                  <a:lnTo>
                    <a:pt x="0" y="43179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43179"/>
                  </a:lnTo>
                  <a:close/>
                </a:path>
                <a:path w="3809" h="59689">
                  <a:moveTo>
                    <a:pt x="3809" y="45719"/>
                  </a:moveTo>
                  <a:lnTo>
                    <a:pt x="0" y="45719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5719"/>
                  </a:lnTo>
                  <a:close/>
                </a:path>
                <a:path w="3809" h="59689">
                  <a:moveTo>
                    <a:pt x="3809" y="49529"/>
                  </a:moveTo>
                  <a:lnTo>
                    <a:pt x="0" y="49529"/>
                  </a:lnTo>
                  <a:lnTo>
                    <a:pt x="0" y="52069"/>
                  </a:lnTo>
                  <a:lnTo>
                    <a:pt x="3809" y="52069"/>
                  </a:lnTo>
                  <a:lnTo>
                    <a:pt x="3809" y="49529"/>
                  </a:lnTo>
                  <a:close/>
                </a:path>
                <a:path w="3809" h="59689">
                  <a:moveTo>
                    <a:pt x="3809" y="52069"/>
                  </a:moveTo>
                  <a:lnTo>
                    <a:pt x="0" y="52069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52069"/>
                  </a:lnTo>
                  <a:close/>
                </a:path>
                <a:path w="3809" h="59689">
                  <a:moveTo>
                    <a:pt x="3809" y="55879"/>
                  </a:moveTo>
                  <a:lnTo>
                    <a:pt x="0" y="55879"/>
                  </a:lnTo>
                  <a:lnTo>
                    <a:pt x="0" y="58419"/>
                  </a:lnTo>
                  <a:lnTo>
                    <a:pt x="3809" y="58419"/>
                  </a:lnTo>
                  <a:lnTo>
                    <a:pt x="3809" y="55879"/>
                  </a:lnTo>
                  <a:close/>
                </a:path>
                <a:path w="3809" h="59689">
                  <a:moveTo>
                    <a:pt x="3809" y="58419"/>
                  </a:moveTo>
                  <a:lnTo>
                    <a:pt x="0" y="58419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8419"/>
                  </a:lnTo>
                  <a:close/>
                </a:path>
              </a:pathLst>
            </a:custGeom>
            <a:solidFill>
              <a:srgbClr val="819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8" name="object 3258"/>
            <p:cNvSpPr/>
            <p:nvPr/>
          </p:nvSpPr>
          <p:spPr>
            <a:xfrm>
              <a:off x="6565900" y="52146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09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09" h="62229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09" h="62229">
                  <a:moveTo>
                    <a:pt x="380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7619"/>
                  </a:lnTo>
                  <a:close/>
                </a:path>
                <a:path w="3809" h="62229">
                  <a:moveTo>
                    <a:pt x="3809" y="13969"/>
                  </a:moveTo>
                  <a:lnTo>
                    <a:pt x="0" y="1396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3969"/>
                  </a:lnTo>
                  <a:close/>
                </a:path>
                <a:path w="3809" h="62229">
                  <a:moveTo>
                    <a:pt x="3809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9049"/>
                  </a:lnTo>
                  <a:close/>
                </a:path>
                <a:path w="3809" h="62229">
                  <a:moveTo>
                    <a:pt x="3809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1589"/>
                  </a:lnTo>
                  <a:close/>
                </a:path>
                <a:path w="3809" h="62229">
                  <a:moveTo>
                    <a:pt x="3809" y="25399"/>
                  </a:moveTo>
                  <a:lnTo>
                    <a:pt x="0" y="25399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25399"/>
                  </a:lnTo>
                  <a:close/>
                </a:path>
                <a:path w="3809" h="62229">
                  <a:moveTo>
                    <a:pt x="3809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4289"/>
                  </a:lnTo>
                  <a:close/>
                </a:path>
                <a:path w="3809" h="62229">
                  <a:moveTo>
                    <a:pt x="3809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8099"/>
                  </a:lnTo>
                  <a:close/>
                </a:path>
                <a:path w="3809" h="62229">
                  <a:moveTo>
                    <a:pt x="3809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0639"/>
                  </a:lnTo>
                  <a:close/>
                </a:path>
                <a:path w="3809" h="62229">
                  <a:moveTo>
                    <a:pt x="3809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4449"/>
                  </a:lnTo>
                  <a:close/>
                </a:path>
                <a:path w="3809" h="62229">
                  <a:moveTo>
                    <a:pt x="3809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6989"/>
                  </a:lnTo>
                  <a:close/>
                </a:path>
                <a:path w="3809" h="62229">
                  <a:moveTo>
                    <a:pt x="3809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0799"/>
                  </a:lnTo>
                  <a:close/>
                </a:path>
                <a:path w="3809" h="62229">
                  <a:moveTo>
                    <a:pt x="3809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3339"/>
                  </a:lnTo>
                  <a:close/>
                </a:path>
                <a:path w="3809" h="62229">
                  <a:moveTo>
                    <a:pt x="3809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7149"/>
                  </a:lnTo>
                  <a:close/>
                </a:path>
                <a:path w="3809" h="62229">
                  <a:moveTo>
                    <a:pt x="3809" y="59689"/>
                  </a:moveTo>
                  <a:lnTo>
                    <a:pt x="0" y="59689"/>
                  </a:lnTo>
                  <a:lnTo>
                    <a:pt x="0" y="60959"/>
                  </a:lnTo>
                  <a:lnTo>
                    <a:pt x="2540" y="60959"/>
                  </a:lnTo>
                  <a:lnTo>
                    <a:pt x="2540" y="62229"/>
                  </a:lnTo>
                  <a:lnTo>
                    <a:pt x="3809" y="62229"/>
                  </a:lnTo>
                  <a:lnTo>
                    <a:pt x="3809" y="59689"/>
                  </a:lnTo>
                  <a:close/>
                </a:path>
              </a:pathLst>
            </a:custGeom>
            <a:solidFill>
              <a:srgbClr val="7F92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9" name="object 3259"/>
            <p:cNvSpPr/>
            <p:nvPr/>
          </p:nvSpPr>
          <p:spPr>
            <a:xfrm>
              <a:off x="6569710" y="52146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09" h="62229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09" h="62229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09" h="62229">
                  <a:moveTo>
                    <a:pt x="3810" y="13969"/>
                  </a:moveTo>
                  <a:lnTo>
                    <a:pt x="0" y="1396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3969"/>
                  </a:lnTo>
                  <a:close/>
                </a:path>
                <a:path w="3809" h="62229">
                  <a:moveTo>
                    <a:pt x="3810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9049"/>
                  </a:lnTo>
                  <a:close/>
                </a:path>
                <a:path w="3809" h="62229">
                  <a:moveTo>
                    <a:pt x="3810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21589"/>
                  </a:lnTo>
                  <a:close/>
                </a:path>
                <a:path w="3809" h="62229">
                  <a:moveTo>
                    <a:pt x="3810" y="25399"/>
                  </a:moveTo>
                  <a:lnTo>
                    <a:pt x="0" y="25399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25399"/>
                  </a:lnTo>
                  <a:close/>
                </a:path>
                <a:path w="3809" h="62229">
                  <a:moveTo>
                    <a:pt x="3810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4289"/>
                  </a:lnTo>
                  <a:close/>
                </a:path>
                <a:path w="3809" h="62229">
                  <a:moveTo>
                    <a:pt x="381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8099"/>
                  </a:lnTo>
                  <a:close/>
                </a:path>
                <a:path w="3809" h="62229">
                  <a:moveTo>
                    <a:pt x="3810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0639"/>
                  </a:lnTo>
                  <a:close/>
                </a:path>
                <a:path w="3809" h="62229">
                  <a:moveTo>
                    <a:pt x="381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4449"/>
                  </a:lnTo>
                  <a:close/>
                </a:path>
                <a:path w="3809" h="62229">
                  <a:moveTo>
                    <a:pt x="3810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6989"/>
                  </a:lnTo>
                  <a:close/>
                </a:path>
                <a:path w="3809" h="62229">
                  <a:moveTo>
                    <a:pt x="3810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50799"/>
                  </a:lnTo>
                  <a:close/>
                </a:path>
                <a:path w="3809" h="62229">
                  <a:moveTo>
                    <a:pt x="3810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3339"/>
                  </a:lnTo>
                  <a:close/>
                </a:path>
                <a:path w="3809" h="62229">
                  <a:moveTo>
                    <a:pt x="3810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7149"/>
                  </a:lnTo>
                  <a:close/>
                </a:path>
                <a:path w="3809" h="62229">
                  <a:moveTo>
                    <a:pt x="3810" y="59689"/>
                  </a:moveTo>
                  <a:lnTo>
                    <a:pt x="0" y="59689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9689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0" name="object 3260"/>
            <p:cNvSpPr/>
            <p:nvPr/>
          </p:nvSpPr>
          <p:spPr>
            <a:xfrm>
              <a:off x="6573520" y="52146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0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09" h="62229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09" h="62229">
                  <a:moveTo>
                    <a:pt x="380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7619"/>
                  </a:lnTo>
                  <a:close/>
                </a:path>
                <a:path w="3809" h="62229">
                  <a:moveTo>
                    <a:pt x="3809" y="13969"/>
                  </a:moveTo>
                  <a:lnTo>
                    <a:pt x="0" y="1396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3969"/>
                  </a:lnTo>
                  <a:close/>
                </a:path>
                <a:path w="3809" h="62229">
                  <a:moveTo>
                    <a:pt x="3809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9049"/>
                  </a:lnTo>
                  <a:close/>
                </a:path>
                <a:path w="3809" h="62229">
                  <a:moveTo>
                    <a:pt x="3809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1589"/>
                  </a:lnTo>
                  <a:close/>
                </a:path>
                <a:path w="3809" h="62229">
                  <a:moveTo>
                    <a:pt x="3809" y="25399"/>
                  </a:moveTo>
                  <a:lnTo>
                    <a:pt x="0" y="25399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25399"/>
                  </a:lnTo>
                  <a:close/>
                </a:path>
                <a:path w="3809" h="62229">
                  <a:moveTo>
                    <a:pt x="3809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4289"/>
                  </a:lnTo>
                  <a:close/>
                </a:path>
                <a:path w="3809" h="62229">
                  <a:moveTo>
                    <a:pt x="3809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8099"/>
                  </a:lnTo>
                  <a:close/>
                </a:path>
                <a:path w="3809" h="62229">
                  <a:moveTo>
                    <a:pt x="3809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0639"/>
                  </a:lnTo>
                  <a:close/>
                </a:path>
                <a:path w="3809" h="62229">
                  <a:moveTo>
                    <a:pt x="3809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4449"/>
                  </a:lnTo>
                  <a:close/>
                </a:path>
                <a:path w="3809" h="62229">
                  <a:moveTo>
                    <a:pt x="3809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6989"/>
                  </a:lnTo>
                  <a:close/>
                </a:path>
                <a:path w="3809" h="62229">
                  <a:moveTo>
                    <a:pt x="3809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0799"/>
                  </a:lnTo>
                  <a:close/>
                </a:path>
                <a:path w="3809" h="62229">
                  <a:moveTo>
                    <a:pt x="3809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3339"/>
                  </a:lnTo>
                  <a:close/>
                </a:path>
                <a:path w="3809" h="62229">
                  <a:moveTo>
                    <a:pt x="3809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7149"/>
                  </a:lnTo>
                  <a:close/>
                </a:path>
                <a:path w="3809" h="62229">
                  <a:moveTo>
                    <a:pt x="3809" y="59689"/>
                  </a:moveTo>
                  <a:lnTo>
                    <a:pt x="0" y="59689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9689"/>
                  </a:lnTo>
                  <a:close/>
                </a:path>
              </a:pathLst>
            </a:custGeom>
            <a:solidFill>
              <a:srgbClr val="79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1" name="object 3261"/>
            <p:cNvSpPr/>
            <p:nvPr/>
          </p:nvSpPr>
          <p:spPr>
            <a:xfrm>
              <a:off x="6577330" y="5214620"/>
              <a:ext cx="2540" cy="62230"/>
            </a:xfrm>
            <a:custGeom>
              <a:avLst/>
              <a:gdLst/>
              <a:ahLst/>
              <a:cxnLst/>
              <a:rect l="l" t="t" r="r" b="b"/>
              <a:pathLst>
                <a:path w="2540" h="62229">
                  <a:moveTo>
                    <a:pt x="254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2540" h="62229">
                  <a:moveTo>
                    <a:pt x="254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2540" y="7619"/>
                  </a:lnTo>
                  <a:lnTo>
                    <a:pt x="2540" y="1269"/>
                  </a:lnTo>
                  <a:close/>
                </a:path>
                <a:path w="2540" h="62229">
                  <a:moveTo>
                    <a:pt x="254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2540" y="13969"/>
                  </a:lnTo>
                  <a:lnTo>
                    <a:pt x="2540" y="7619"/>
                  </a:lnTo>
                  <a:close/>
                </a:path>
                <a:path w="2540" h="62229">
                  <a:moveTo>
                    <a:pt x="2540" y="13969"/>
                  </a:moveTo>
                  <a:lnTo>
                    <a:pt x="0" y="13969"/>
                  </a:lnTo>
                  <a:lnTo>
                    <a:pt x="0" y="19049"/>
                  </a:lnTo>
                  <a:lnTo>
                    <a:pt x="2540" y="19049"/>
                  </a:lnTo>
                  <a:lnTo>
                    <a:pt x="2540" y="13969"/>
                  </a:lnTo>
                  <a:close/>
                </a:path>
                <a:path w="2540" h="62229">
                  <a:moveTo>
                    <a:pt x="2540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2540" y="21589"/>
                  </a:lnTo>
                  <a:lnTo>
                    <a:pt x="2540" y="19049"/>
                  </a:lnTo>
                  <a:close/>
                </a:path>
                <a:path w="2540" h="62229">
                  <a:moveTo>
                    <a:pt x="2540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2540" y="25399"/>
                  </a:lnTo>
                  <a:lnTo>
                    <a:pt x="2540" y="21589"/>
                  </a:lnTo>
                  <a:close/>
                </a:path>
                <a:path w="2540" h="62229">
                  <a:moveTo>
                    <a:pt x="2540" y="25399"/>
                  </a:moveTo>
                  <a:lnTo>
                    <a:pt x="0" y="25399"/>
                  </a:lnTo>
                  <a:lnTo>
                    <a:pt x="0" y="34289"/>
                  </a:lnTo>
                  <a:lnTo>
                    <a:pt x="2540" y="34289"/>
                  </a:lnTo>
                  <a:lnTo>
                    <a:pt x="2540" y="25399"/>
                  </a:lnTo>
                  <a:close/>
                </a:path>
                <a:path w="2540" h="62229">
                  <a:moveTo>
                    <a:pt x="2540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2540" y="38099"/>
                  </a:lnTo>
                  <a:lnTo>
                    <a:pt x="2540" y="34289"/>
                  </a:lnTo>
                  <a:close/>
                </a:path>
                <a:path w="2540" h="62229">
                  <a:moveTo>
                    <a:pt x="254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2540" y="40639"/>
                  </a:lnTo>
                  <a:lnTo>
                    <a:pt x="2540" y="38099"/>
                  </a:lnTo>
                  <a:close/>
                </a:path>
                <a:path w="2540" h="62229">
                  <a:moveTo>
                    <a:pt x="2540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2540" y="44449"/>
                  </a:lnTo>
                  <a:lnTo>
                    <a:pt x="2540" y="40639"/>
                  </a:lnTo>
                  <a:close/>
                </a:path>
                <a:path w="2540" h="62229">
                  <a:moveTo>
                    <a:pt x="254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2540" y="46989"/>
                  </a:lnTo>
                  <a:lnTo>
                    <a:pt x="2540" y="44449"/>
                  </a:lnTo>
                  <a:close/>
                </a:path>
                <a:path w="2540" h="62229">
                  <a:moveTo>
                    <a:pt x="2540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2540" y="50799"/>
                  </a:lnTo>
                  <a:lnTo>
                    <a:pt x="2540" y="46989"/>
                  </a:lnTo>
                  <a:close/>
                </a:path>
                <a:path w="2540" h="62229">
                  <a:moveTo>
                    <a:pt x="2540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2540" y="53339"/>
                  </a:lnTo>
                  <a:lnTo>
                    <a:pt x="2540" y="50799"/>
                  </a:lnTo>
                  <a:close/>
                </a:path>
                <a:path w="2540" h="62229">
                  <a:moveTo>
                    <a:pt x="2540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2540" y="57149"/>
                  </a:lnTo>
                  <a:lnTo>
                    <a:pt x="2540" y="53339"/>
                  </a:lnTo>
                  <a:close/>
                </a:path>
                <a:path w="2540" h="62229">
                  <a:moveTo>
                    <a:pt x="2540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2540" y="59689"/>
                  </a:lnTo>
                  <a:lnTo>
                    <a:pt x="2540" y="57149"/>
                  </a:lnTo>
                  <a:close/>
                </a:path>
                <a:path w="2540" h="62229">
                  <a:moveTo>
                    <a:pt x="2540" y="59689"/>
                  </a:moveTo>
                  <a:lnTo>
                    <a:pt x="0" y="59689"/>
                  </a:lnTo>
                  <a:lnTo>
                    <a:pt x="0" y="62229"/>
                  </a:lnTo>
                  <a:lnTo>
                    <a:pt x="2540" y="62229"/>
                  </a:lnTo>
                  <a:lnTo>
                    <a:pt x="2540" y="59689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2" name="object 3262"/>
            <p:cNvSpPr/>
            <p:nvPr/>
          </p:nvSpPr>
          <p:spPr>
            <a:xfrm>
              <a:off x="6579870" y="52146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0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09" h="62229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09" h="62229">
                  <a:moveTo>
                    <a:pt x="380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7619"/>
                  </a:lnTo>
                  <a:close/>
                </a:path>
                <a:path w="3809" h="62229">
                  <a:moveTo>
                    <a:pt x="3809" y="13969"/>
                  </a:moveTo>
                  <a:lnTo>
                    <a:pt x="0" y="1396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3969"/>
                  </a:lnTo>
                  <a:close/>
                </a:path>
                <a:path w="3809" h="62229">
                  <a:moveTo>
                    <a:pt x="3809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9049"/>
                  </a:lnTo>
                  <a:close/>
                </a:path>
                <a:path w="3809" h="62229">
                  <a:moveTo>
                    <a:pt x="3809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1589"/>
                  </a:lnTo>
                  <a:close/>
                </a:path>
                <a:path w="3809" h="62229">
                  <a:moveTo>
                    <a:pt x="3809" y="25399"/>
                  </a:moveTo>
                  <a:lnTo>
                    <a:pt x="0" y="25399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25399"/>
                  </a:lnTo>
                  <a:close/>
                </a:path>
                <a:path w="3809" h="62229">
                  <a:moveTo>
                    <a:pt x="3809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4289"/>
                  </a:lnTo>
                  <a:close/>
                </a:path>
                <a:path w="3809" h="62229">
                  <a:moveTo>
                    <a:pt x="3809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8099"/>
                  </a:lnTo>
                  <a:close/>
                </a:path>
                <a:path w="3809" h="62229">
                  <a:moveTo>
                    <a:pt x="3809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0639"/>
                  </a:lnTo>
                  <a:close/>
                </a:path>
                <a:path w="3809" h="62229">
                  <a:moveTo>
                    <a:pt x="3809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4449"/>
                  </a:lnTo>
                  <a:close/>
                </a:path>
                <a:path w="3809" h="62229">
                  <a:moveTo>
                    <a:pt x="3809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6989"/>
                  </a:lnTo>
                  <a:close/>
                </a:path>
                <a:path w="3809" h="62229">
                  <a:moveTo>
                    <a:pt x="3809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0799"/>
                  </a:lnTo>
                  <a:close/>
                </a:path>
                <a:path w="3809" h="62229">
                  <a:moveTo>
                    <a:pt x="3809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3339"/>
                  </a:lnTo>
                  <a:close/>
                </a:path>
                <a:path w="3809" h="62229">
                  <a:moveTo>
                    <a:pt x="3809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7149"/>
                  </a:lnTo>
                  <a:close/>
                </a:path>
                <a:path w="3809" h="62229">
                  <a:moveTo>
                    <a:pt x="3809" y="59689"/>
                  </a:moveTo>
                  <a:lnTo>
                    <a:pt x="0" y="59689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9689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3" name="object 3263"/>
            <p:cNvSpPr/>
            <p:nvPr/>
          </p:nvSpPr>
          <p:spPr>
            <a:xfrm>
              <a:off x="6583680" y="52146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09" h="62229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09" h="62229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09" h="62229">
                  <a:moveTo>
                    <a:pt x="3810" y="13969"/>
                  </a:moveTo>
                  <a:lnTo>
                    <a:pt x="0" y="1396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3969"/>
                  </a:lnTo>
                  <a:close/>
                </a:path>
                <a:path w="3809" h="62229">
                  <a:moveTo>
                    <a:pt x="3810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9049"/>
                  </a:lnTo>
                  <a:close/>
                </a:path>
                <a:path w="3809" h="62229">
                  <a:moveTo>
                    <a:pt x="3810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21589"/>
                  </a:lnTo>
                  <a:close/>
                </a:path>
                <a:path w="3809" h="62229">
                  <a:moveTo>
                    <a:pt x="3810" y="25399"/>
                  </a:moveTo>
                  <a:lnTo>
                    <a:pt x="0" y="25399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25399"/>
                  </a:lnTo>
                  <a:close/>
                </a:path>
                <a:path w="3809" h="62229">
                  <a:moveTo>
                    <a:pt x="3810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4289"/>
                  </a:lnTo>
                  <a:close/>
                </a:path>
                <a:path w="3809" h="62229">
                  <a:moveTo>
                    <a:pt x="381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8099"/>
                  </a:lnTo>
                  <a:close/>
                </a:path>
                <a:path w="3809" h="62229">
                  <a:moveTo>
                    <a:pt x="3810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0639"/>
                  </a:lnTo>
                  <a:close/>
                </a:path>
                <a:path w="3809" h="62229">
                  <a:moveTo>
                    <a:pt x="381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4449"/>
                  </a:lnTo>
                  <a:close/>
                </a:path>
                <a:path w="3809" h="62229">
                  <a:moveTo>
                    <a:pt x="3810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6989"/>
                  </a:lnTo>
                  <a:close/>
                </a:path>
                <a:path w="3809" h="62229">
                  <a:moveTo>
                    <a:pt x="3810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50799"/>
                  </a:lnTo>
                  <a:close/>
                </a:path>
                <a:path w="3809" h="62229">
                  <a:moveTo>
                    <a:pt x="3810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3339"/>
                  </a:lnTo>
                  <a:close/>
                </a:path>
                <a:path w="3809" h="62229">
                  <a:moveTo>
                    <a:pt x="3810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7149"/>
                  </a:lnTo>
                  <a:close/>
                </a:path>
                <a:path w="3809" h="62229">
                  <a:moveTo>
                    <a:pt x="3810" y="59689"/>
                  </a:moveTo>
                  <a:lnTo>
                    <a:pt x="0" y="59689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9689"/>
                  </a:lnTo>
                  <a:close/>
                </a:path>
              </a:pathLst>
            </a:custGeom>
            <a:solidFill>
              <a:srgbClr val="71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4" name="object 3264"/>
            <p:cNvSpPr/>
            <p:nvPr/>
          </p:nvSpPr>
          <p:spPr>
            <a:xfrm>
              <a:off x="6587490" y="52146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0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09" h="62229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09" h="62229">
                  <a:moveTo>
                    <a:pt x="380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7619"/>
                  </a:lnTo>
                  <a:close/>
                </a:path>
                <a:path w="3809" h="62229">
                  <a:moveTo>
                    <a:pt x="3809" y="13969"/>
                  </a:moveTo>
                  <a:lnTo>
                    <a:pt x="0" y="1396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3969"/>
                  </a:lnTo>
                  <a:close/>
                </a:path>
                <a:path w="3809" h="62229">
                  <a:moveTo>
                    <a:pt x="3809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9049"/>
                  </a:lnTo>
                  <a:close/>
                </a:path>
                <a:path w="3809" h="62229">
                  <a:moveTo>
                    <a:pt x="3809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1589"/>
                  </a:lnTo>
                  <a:close/>
                </a:path>
                <a:path w="3809" h="62229">
                  <a:moveTo>
                    <a:pt x="3809" y="25399"/>
                  </a:moveTo>
                  <a:lnTo>
                    <a:pt x="0" y="25399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25399"/>
                  </a:lnTo>
                  <a:close/>
                </a:path>
                <a:path w="3809" h="62229">
                  <a:moveTo>
                    <a:pt x="3809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4289"/>
                  </a:lnTo>
                  <a:close/>
                </a:path>
                <a:path w="3809" h="62229">
                  <a:moveTo>
                    <a:pt x="3809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8099"/>
                  </a:lnTo>
                  <a:close/>
                </a:path>
                <a:path w="3809" h="62229">
                  <a:moveTo>
                    <a:pt x="3809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0639"/>
                  </a:lnTo>
                  <a:close/>
                </a:path>
                <a:path w="3809" h="62229">
                  <a:moveTo>
                    <a:pt x="3809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4449"/>
                  </a:lnTo>
                  <a:close/>
                </a:path>
                <a:path w="3809" h="62229">
                  <a:moveTo>
                    <a:pt x="3809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6989"/>
                  </a:lnTo>
                  <a:close/>
                </a:path>
                <a:path w="3809" h="62229">
                  <a:moveTo>
                    <a:pt x="3809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0799"/>
                  </a:lnTo>
                  <a:close/>
                </a:path>
                <a:path w="3809" h="62229">
                  <a:moveTo>
                    <a:pt x="3809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3339"/>
                  </a:lnTo>
                  <a:close/>
                </a:path>
                <a:path w="3809" h="62229">
                  <a:moveTo>
                    <a:pt x="3809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7149"/>
                  </a:lnTo>
                  <a:close/>
                </a:path>
                <a:path w="3809" h="62229">
                  <a:moveTo>
                    <a:pt x="3809" y="59689"/>
                  </a:moveTo>
                  <a:lnTo>
                    <a:pt x="0" y="59689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9689"/>
                  </a:lnTo>
                  <a:close/>
                </a:path>
              </a:pathLst>
            </a:custGeom>
            <a:solidFill>
              <a:srgbClr val="6F84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5" name="object 3265"/>
            <p:cNvSpPr/>
            <p:nvPr/>
          </p:nvSpPr>
          <p:spPr>
            <a:xfrm>
              <a:off x="6591300" y="52146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0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09" h="62229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09" h="62229">
                  <a:moveTo>
                    <a:pt x="380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7619"/>
                  </a:lnTo>
                  <a:close/>
                </a:path>
                <a:path w="3809" h="62229">
                  <a:moveTo>
                    <a:pt x="3809" y="13969"/>
                  </a:moveTo>
                  <a:lnTo>
                    <a:pt x="0" y="1396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3969"/>
                  </a:lnTo>
                  <a:close/>
                </a:path>
                <a:path w="3809" h="62229">
                  <a:moveTo>
                    <a:pt x="3809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9049"/>
                  </a:lnTo>
                  <a:close/>
                </a:path>
                <a:path w="3809" h="62229">
                  <a:moveTo>
                    <a:pt x="3809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1589"/>
                  </a:lnTo>
                  <a:close/>
                </a:path>
                <a:path w="3809" h="62229">
                  <a:moveTo>
                    <a:pt x="3809" y="25399"/>
                  </a:moveTo>
                  <a:lnTo>
                    <a:pt x="0" y="25399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25399"/>
                  </a:lnTo>
                  <a:close/>
                </a:path>
                <a:path w="3809" h="62229">
                  <a:moveTo>
                    <a:pt x="3809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4289"/>
                  </a:lnTo>
                  <a:close/>
                </a:path>
                <a:path w="3809" h="62229">
                  <a:moveTo>
                    <a:pt x="3809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8099"/>
                  </a:lnTo>
                  <a:close/>
                </a:path>
                <a:path w="3809" h="62229">
                  <a:moveTo>
                    <a:pt x="3809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0639"/>
                  </a:lnTo>
                  <a:close/>
                </a:path>
                <a:path w="3809" h="62229">
                  <a:moveTo>
                    <a:pt x="3809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4449"/>
                  </a:lnTo>
                  <a:close/>
                </a:path>
                <a:path w="3809" h="62229">
                  <a:moveTo>
                    <a:pt x="3809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6989"/>
                  </a:lnTo>
                  <a:close/>
                </a:path>
                <a:path w="3809" h="62229">
                  <a:moveTo>
                    <a:pt x="3809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0799"/>
                  </a:lnTo>
                  <a:close/>
                </a:path>
                <a:path w="3809" h="62229">
                  <a:moveTo>
                    <a:pt x="3809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3339"/>
                  </a:lnTo>
                  <a:close/>
                </a:path>
                <a:path w="3809" h="62229">
                  <a:moveTo>
                    <a:pt x="3809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7149"/>
                  </a:lnTo>
                  <a:close/>
                </a:path>
                <a:path w="3809" h="62229">
                  <a:moveTo>
                    <a:pt x="3809" y="59689"/>
                  </a:moveTo>
                  <a:lnTo>
                    <a:pt x="0" y="59689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9689"/>
                  </a:lnTo>
                  <a:close/>
                </a:path>
              </a:pathLst>
            </a:custGeom>
            <a:solidFill>
              <a:srgbClr val="6C82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6" name="object 3266"/>
            <p:cNvSpPr/>
            <p:nvPr/>
          </p:nvSpPr>
          <p:spPr>
            <a:xfrm>
              <a:off x="6595110" y="5213350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09" h="63500">
                  <a:moveTo>
                    <a:pt x="3810" y="1269"/>
                  </a:moveTo>
                  <a:lnTo>
                    <a:pt x="0" y="1269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1269"/>
                  </a:lnTo>
                  <a:close/>
                </a:path>
                <a:path w="3809" h="63500">
                  <a:moveTo>
                    <a:pt x="2540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09" h="63500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40"/>
                  </a:lnTo>
                  <a:close/>
                </a:path>
                <a:path w="3809" h="63500">
                  <a:moveTo>
                    <a:pt x="381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8890"/>
                  </a:lnTo>
                  <a:close/>
                </a:path>
                <a:path w="3809" h="63500">
                  <a:moveTo>
                    <a:pt x="3810" y="15240"/>
                  </a:moveTo>
                  <a:lnTo>
                    <a:pt x="0" y="15240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5240"/>
                  </a:lnTo>
                  <a:close/>
                </a:path>
                <a:path w="3809" h="63500">
                  <a:moveTo>
                    <a:pt x="3810" y="20320"/>
                  </a:moveTo>
                  <a:lnTo>
                    <a:pt x="0" y="2032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20320"/>
                  </a:lnTo>
                  <a:close/>
                </a:path>
                <a:path w="3809" h="63500">
                  <a:moveTo>
                    <a:pt x="3810" y="22860"/>
                  </a:moveTo>
                  <a:lnTo>
                    <a:pt x="0" y="22860"/>
                  </a:lnTo>
                  <a:lnTo>
                    <a:pt x="0" y="26669"/>
                  </a:lnTo>
                  <a:lnTo>
                    <a:pt x="3810" y="26669"/>
                  </a:lnTo>
                  <a:lnTo>
                    <a:pt x="3810" y="22860"/>
                  </a:lnTo>
                  <a:close/>
                </a:path>
                <a:path w="3809" h="63500">
                  <a:moveTo>
                    <a:pt x="3810" y="26670"/>
                  </a:moveTo>
                  <a:lnTo>
                    <a:pt x="0" y="2667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26670"/>
                  </a:lnTo>
                  <a:close/>
                </a:path>
                <a:path w="3809" h="63500">
                  <a:moveTo>
                    <a:pt x="3810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5560"/>
                  </a:lnTo>
                  <a:close/>
                </a:path>
                <a:path w="3809" h="63500">
                  <a:moveTo>
                    <a:pt x="3810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9370"/>
                  </a:lnTo>
                  <a:close/>
                </a:path>
                <a:path w="3809" h="63500">
                  <a:moveTo>
                    <a:pt x="3810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41910"/>
                  </a:lnTo>
                  <a:close/>
                </a:path>
                <a:path w="3809" h="63500">
                  <a:moveTo>
                    <a:pt x="3810" y="45720"/>
                  </a:moveTo>
                  <a:lnTo>
                    <a:pt x="0" y="4572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5720"/>
                  </a:lnTo>
                  <a:close/>
                </a:path>
                <a:path w="3809" h="63500">
                  <a:moveTo>
                    <a:pt x="3810" y="48260"/>
                  </a:moveTo>
                  <a:lnTo>
                    <a:pt x="0" y="48260"/>
                  </a:lnTo>
                  <a:lnTo>
                    <a:pt x="0" y="52069"/>
                  </a:lnTo>
                  <a:lnTo>
                    <a:pt x="3810" y="52069"/>
                  </a:lnTo>
                  <a:lnTo>
                    <a:pt x="3810" y="48260"/>
                  </a:lnTo>
                  <a:close/>
                </a:path>
                <a:path w="3809" h="63500">
                  <a:moveTo>
                    <a:pt x="3810" y="52070"/>
                  </a:moveTo>
                  <a:lnTo>
                    <a:pt x="0" y="52070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2070"/>
                  </a:lnTo>
                  <a:close/>
                </a:path>
                <a:path w="3809" h="63500">
                  <a:moveTo>
                    <a:pt x="3810" y="54610"/>
                  </a:moveTo>
                  <a:lnTo>
                    <a:pt x="0" y="54610"/>
                  </a:lnTo>
                  <a:lnTo>
                    <a:pt x="0" y="58419"/>
                  </a:lnTo>
                  <a:lnTo>
                    <a:pt x="3810" y="58419"/>
                  </a:lnTo>
                  <a:lnTo>
                    <a:pt x="3810" y="54610"/>
                  </a:lnTo>
                  <a:close/>
                </a:path>
                <a:path w="3809" h="63500">
                  <a:moveTo>
                    <a:pt x="3810" y="58420"/>
                  </a:moveTo>
                  <a:lnTo>
                    <a:pt x="0" y="58420"/>
                  </a:lnTo>
                  <a:lnTo>
                    <a:pt x="0" y="60959"/>
                  </a:lnTo>
                  <a:lnTo>
                    <a:pt x="3810" y="60959"/>
                  </a:lnTo>
                  <a:lnTo>
                    <a:pt x="3810" y="58420"/>
                  </a:lnTo>
                  <a:close/>
                </a:path>
                <a:path w="3809" h="63500">
                  <a:moveTo>
                    <a:pt x="3810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60960"/>
                  </a:lnTo>
                  <a:close/>
                </a:path>
              </a:pathLst>
            </a:custGeom>
            <a:solidFill>
              <a:srgbClr val="6980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7" name="object 3267"/>
            <p:cNvSpPr/>
            <p:nvPr/>
          </p:nvSpPr>
          <p:spPr>
            <a:xfrm>
              <a:off x="6598920" y="52146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0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09" h="62229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09" h="62229">
                  <a:moveTo>
                    <a:pt x="380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7619"/>
                  </a:lnTo>
                  <a:close/>
                </a:path>
                <a:path w="3809" h="62229">
                  <a:moveTo>
                    <a:pt x="3809" y="13969"/>
                  </a:moveTo>
                  <a:lnTo>
                    <a:pt x="0" y="1396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3969"/>
                  </a:lnTo>
                  <a:close/>
                </a:path>
                <a:path w="3809" h="62229">
                  <a:moveTo>
                    <a:pt x="3809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9049"/>
                  </a:lnTo>
                  <a:close/>
                </a:path>
                <a:path w="3809" h="62229">
                  <a:moveTo>
                    <a:pt x="3809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1589"/>
                  </a:lnTo>
                  <a:close/>
                </a:path>
                <a:path w="3809" h="62229">
                  <a:moveTo>
                    <a:pt x="3809" y="25399"/>
                  </a:moveTo>
                  <a:lnTo>
                    <a:pt x="0" y="25399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25399"/>
                  </a:lnTo>
                  <a:close/>
                </a:path>
                <a:path w="3809" h="62229">
                  <a:moveTo>
                    <a:pt x="3809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4289"/>
                  </a:lnTo>
                  <a:close/>
                </a:path>
                <a:path w="3809" h="62229">
                  <a:moveTo>
                    <a:pt x="3809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8099"/>
                  </a:lnTo>
                  <a:close/>
                </a:path>
                <a:path w="3809" h="62229">
                  <a:moveTo>
                    <a:pt x="3809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0639"/>
                  </a:lnTo>
                  <a:close/>
                </a:path>
                <a:path w="3809" h="62229">
                  <a:moveTo>
                    <a:pt x="3809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4449"/>
                  </a:lnTo>
                  <a:close/>
                </a:path>
                <a:path w="3809" h="62229">
                  <a:moveTo>
                    <a:pt x="3809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6989"/>
                  </a:lnTo>
                  <a:close/>
                </a:path>
                <a:path w="3809" h="62229">
                  <a:moveTo>
                    <a:pt x="3809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0799"/>
                  </a:lnTo>
                  <a:close/>
                </a:path>
                <a:path w="3809" h="62229">
                  <a:moveTo>
                    <a:pt x="3809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3339"/>
                  </a:lnTo>
                  <a:close/>
                </a:path>
                <a:path w="3809" h="62229">
                  <a:moveTo>
                    <a:pt x="3809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7149"/>
                  </a:lnTo>
                  <a:close/>
                </a:path>
                <a:path w="3809" h="62229">
                  <a:moveTo>
                    <a:pt x="3809" y="59689"/>
                  </a:moveTo>
                  <a:lnTo>
                    <a:pt x="0" y="59689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9689"/>
                  </a:lnTo>
                  <a:close/>
                </a:path>
              </a:pathLst>
            </a:custGeom>
            <a:solidFill>
              <a:srgbClr val="677E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8" name="object 3268"/>
            <p:cNvSpPr/>
            <p:nvPr/>
          </p:nvSpPr>
          <p:spPr>
            <a:xfrm>
              <a:off x="6602730" y="52146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09" h="62229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09" h="62229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09" h="62229">
                  <a:moveTo>
                    <a:pt x="3810" y="13969"/>
                  </a:moveTo>
                  <a:lnTo>
                    <a:pt x="0" y="1396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3969"/>
                  </a:lnTo>
                  <a:close/>
                </a:path>
                <a:path w="3809" h="62229">
                  <a:moveTo>
                    <a:pt x="3810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9049"/>
                  </a:lnTo>
                  <a:close/>
                </a:path>
                <a:path w="3809" h="62229">
                  <a:moveTo>
                    <a:pt x="3810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21589"/>
                  </a:lnTo>
                  <a:close/>
                </a:path>
                <a:path w="3809" h="62229">
                  <a:moveTo>
                    <a:pt x="3810" y="25399"/>
                  </a:moveTo>
                  <a:lnTo>
                    <a:pt x="0" y="25399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25399"/>
                  </a:lnTo>
                  <a:close/>
                </a:path>
                <a:path w="3809" h="62229">
                  <a:moveTo>
                    <a:pt x="3810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4289"/>
                  </a:lnTo>
                  <a:close/>
                </a:path>
                <a:path w="3809" h="62229">
                  <a:moveTo>
                    <a:pt x="381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8099"/>
                  </a:lnTo>
                  <a:close/>
                </a:path>
                <a:path w="3809" h="62229">
                  <a:moveTo>
                    <a:pt x="3810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0639"/>
                  </a:lnTo>
                  <a:close/>
                </a:path>
                <a:path w="3809" h="62229">
                  <a:moveTo>
                    <a:pt x="381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4449"/>
                  </a:lnTo>
                  <a:close/>
                </a:path>
                <a:path w="3809" h="62229">
                  <a:moveTo>
                    <a:pt x="3810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6989"/>
                  </a:lnTo>
                  <a:close/>
                </a:path>
                <a:path w="3809" h="62229">
                  <a:moveTo>
                    <a:pt x="3810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50799"/>
                  </a:lnTo>
                  <a:close/>
                </a:path>
                <a:path w="3809" h="62229">
                  <a:moveTo>
                    <a:pt x="3810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3339"/>
                  </a:lnTo>
                  <a:close/>
                </a:path>
                <a:path w="3809" h="62229">
                  <a:moveTo>
                    <a:pt x="3810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7149"/>
                  </a:lnTo>
                  <a:close/>
                </a:path>
                <a:path w="3809" h="62229">
                  <a:moveTo>
                    <a:pt x="3810" y="59689"/>
                  </a:moveTo>
                  <a:lnTo>
                    <a:pt x="0" y="59689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9689"/>
                  </a:lnTo>
                  <a:close/>
                </a:path>
              </a:pathLst>
            </a:custGeom>
            <a:solidFill>
              <a:srgbClr val="6A80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9" name="object 3269"/>
            <p:cNvSpPr/>
            <p:nvPr/>
          </p:nvSpPr>
          <p:spPr>
            <a:xfrm>
              <a:off x="6606540" y="5214620"/>
              <a:ext cx="2540" cy="62230"/>
            </a:xfrm>
            <a:custGeom>
              <a:avLst/>
              <a:gdLst/>
              <a:ahLst/>
              <a:cxnLst/>
              <a:rect l="l" t="t" r="r" b="b"/>
              <a:pathLst>
                <a:path w="2540" h="62229">
                  <a:moveTo>
                    <a:pt x="253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  <a:path w="2540" h="62229">
                  <a:moveTo>
                    <a:pt x="253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2539" y="7619"/>
                  </a:lnTo>
                  <a:lnTo>
                    <a:pt x="2539" y="1269"/>
                  </a:lnTo>
                  <a:close/>
                </a:path>
                <a:path w="2540" h="62229">
                  <a:moveTo>
                    <a:pt x="253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2539" y="13969"/>
                  </a:lnTo>
                  <a:lnTo>
                    <a:pt x="2539" y="7619"/>
                  </a:lnTo>
                  <a:close/>
                </a:path>
                <a:path w="2540" h="62229">
                  <a:moveTo>
                    <a:pt x="2539" y="13969"/>
                  </a:moveTo>
                  <a:lnTo>
                    <a:pt x="0" y="13969"/>
                  </a:lnTo>
                  <a:lnTo>
                    <a:pt x="0" y="19049"/>
                  </a:lnTo>
                  <a:lnTo>
                    <a:pt x="2539" y="19049"/>
                  </a:lnTo>
                  <a:lnTo>
                    <a:pt x="2539" y="13969"/>
                  </a:lnTo>
                  <a:close/>
                </a:path>
                <a:path w="2540" h="62229">
                  <a:moveTo>
                    <a:pt x="2539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2539" y="21589"/>
                  </a:lnTo>
                  <a:lnTo>
                    <a:pt x="2539" y="19049"/>
                  </a:lnTo>
                  <a:close/>
                </a:path>
                <a:path w="2540" h="62229">
                  <a:moveTo>
                    <a:pt x="2539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2539" y="25399"/>
                  </a:lnTo>
                  <a:lnTo>
                    <a:pt x="2539" y="21589"/>
                  </a:lnTo>
                  <a:close/>
                </a:path>
                <a:path w="2540" h="62229">
                  <a:moveTo>
                    <a:pt x="2539" y="25399"/>
                  </a:moveTo>
                  <a:lnTo>
                    <a:pt x="0" y="25399"/>
                  </a:lnTo>
                  <a:lnTo>
                    <a:pt x="0" y="34289"/>
                  </a:lnTo>
                  <a:lnTo>
                    <a:pt x="2539" y="34289"/>
                  </a:lnTo>
                  <a:lnTo>
                    <a:pt x="2539" y="25399"/>
                  </a:lnTo>
                  <a:close/>
                </a:path>
                <a:path w="2540" h="62229">
                  <a:moveTo>
                    <a:pt x="2539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2539" y="38099"/>
                  </a:lnTo>
                  <a:lnTo>
                    <a:pt x="2539" y="34289"/>
                  </a:lnTo>
                  <a:close/>
                </a:path>
                <a:path w="2540" h="62229">
                  <a:moveTo>
                    <a:pt x="2539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2539" y="40639"/>
                  </a:lnTo>
                  <a:lnTo>
                    <a:pt x="2539" y="38099"/>
                  </a:lnTo>
                  <a:close/>
                </a:path>
                <a:path w="2540" h="62229">
                  <a:moveTo>
                    <a:pt x="2539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2539" y="44449"/>
                  </a:lnTo>
                  <a:lnTo>
                    <a:pt x="2539" y="40639"/>
                  </a:lnTo>
                  <a:close/>
                </a:path>
                <a:path w="2540" h="62229">
                  <a:moveTo>
                    <a:pt x="2539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2539" y="46989"/>
                  </a:lnTo>
                  <a:lnTo>
                    <a:pt x="2539" y="44449"/>
                  </a:lnTo>
                  <a:close/>
                </a:path>
                <a:path w="2540" h="62229">
                  <a:moveTo>
                    <a:pt x="2539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2539" y="50799"/>
                  </a:lnTo>
                  <a:lnTo>
                    <a:pt x="2539" y="46989"/>
                  </a:lnTo>
                  <a:close/>
                </a:path>
                <a:path w="2540" h="62229">
                  <a:moveTo>
                    <a:pt x="2539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2539" y="53339"/>
                  </a:lnTo>
                  <a:lnTo>
                    <a:pt x="2539" y="50799"/>
                  </a:lnTo>
                  <a:close/>
                </a:path>
                <a:path w="2540" h="62229">
                  <a:moveTo>
                    <a:pt x="2539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2539" y="57149"/>
                  </a:lnTo>
                  <a:lnTo>
                    <a:pt x="2539" y="53339"/>
                  </a:lnTo>
                  <a:close/>
                </a:path>
                <a:path w="2540" h="62229">
                  <a:moveTo>
                    <a:pt x="2539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2539" y="59689"/>
                  </a:lnTo>
                  <a:lnTo>
                    <a:pt x="2539" y="57149"/>
                  </a:lnTo>
                  <a:close/>
                </a:path>
                <a:path w="2540" h="62229">
                  <a:moveTo>
                    <a:pt x="2539" y="59689"/>
                  </a:moveTo>
                  <a:lnTo>
                    <a:pt x="0" y="59689"/>
                  </a:lnTo>
                  <a:lnTo>
                    <a:pt x="0" y="62229"/>
                  </a:lnTo>
                  <a:lnTo>
                    <a:pt x="2539" y="62229"/>
                  </a:lnTo>
                  <a:lnTo>
                    <a:pt x="2539" y="59689"/>
                  </a:lnTo>
                  <a:close/>
                </a:path>
              </a:pathLst>
            </a:custGeom>
            <a:solidFill>
              <a:srgbClr val="6C82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0" name="object 3270"/>
            <p:cNvSpPr/>
            <p:nvPr/>
          </p:nvSpPr>
          <p:spPr>
            <a:xfrm>
              <a:off x="6609080" y="52146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09" h="62229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09" h="62229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09" h="62229">
                  <a:moveTo>
                    <a:pt x="3810" y="13969"/>
                  </a:moveTo>
                  <a:lnTo>
                    <a:pt x="0" y="1396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3969"/>
                  </a:lnTo>
                  <a:close/>
                </a:path>
                <a:path w="3809" h="62229">
                  <a:moveTo>
                    <a:pt x="3810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9049"/>
                  </a:lnTo>
                  <a:close/>
                </a:path>
                <a:path w="3809" h="62229">
                  <a:moveTo>
                    <a:pt x="3810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21589"/>
                  </a:lnTo>
                  <a:close/>
                </a:path>
                <a:path w="3809" h="62229">
                  <a:moveTo>
                    <a:pt x="3810" y="25399"/>
                  </a:moveTo>
                  <a:lnTo>
                    <a:pt x="0" y="25399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25399"/>
                  </a:lnTo>
                  <a:close/>
                </a:path>
                <a:path w="3809" h="62229">
                  <a:moveTo>
                    <a:pt x="3810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4289"/>
                  </a:lnTo>
                  <a:close/>
                </a:path>
                <a:path w="3809" h="62229">
                  <a:moveTo>
                    <a:pt x="381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8099"/>
                  </a:lnTo>
                  <a:close/>
                </a:path>
                <a:path w="3809" h="62229">
                  <a:moveTo>
                    <a:pt x="3810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0639"/>
                  </a:lnTo>
                  <a:close/>
                </a:path>
                <a:path w="3809" h="62229">
                  <a:moveTo>
                    <a:pt x="381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4449"/>
                  </a:lnTo>
                  <a:close/>
                </a:path>
                <a:path w="3809" h="62229">
                  <a:moveTo>
                    <a:pt x="3810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6989"/>
                  </a:lnTo>
                  <a:close/>
                </a:path>
                <a:path w="3809" h="62229">
                  <a:moveTo>
                    <a:pt x="3810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50799"/>
                  </a:lnTo>
                  <a:close/>
                </a:path>
                <a:path w="3809" h="62229">
                  <a:moveTo>
                    <a:pt x="3810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3339"/>
                  </a:lnTo>
                  <a:close/>
                </a:path>
                <a:path w="3809" h="62229">
                  <a:moveTo>
                    <a:pt x="3810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7149"/>
                  </a:lnTo>
                  <a:close/>
                </a:path>
                <a:path w="3809" h="62229">
                  <a:moveTo>
                    <a:pt x="3810" y="59689"/>
                  </a:moveTo>
                  <a:lnTo>
                    <a:pt x="0" y="59689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9689"/>
                  </a:lnTo>
                  <a:close/>
                </a:path>
              </a:pathLst>
            </a:custGeom>
            <a:solidFill>
              <a:srgbClr val="6F84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1" name="object 3271"/>
            <p:cNvSpPr/>
            <p:nvPr/>
          </p:nvSpPr>
          <p:spPr>
            <a:xfrm>
              <a:off x="6612890" y="52146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0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09" h="62229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09" h="62229">
                  <a:moveTo>
                    <a:pt x="380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7619"/>
                  </a:lnTo>
                  <a:close/>
                </a:path>
                <a:path w="3809" h="62229">
                  <a:moveTo>
                    <a:pt x="3809" y="13969"/>
                  </a:moveTo>
                  <a:lnTo>
                    <a:pt x="0" y="1396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3969"/>
                  </a:lnTo>
                  <a:close/>
                </a:path>
                <a:path w="3809" h="62229">
                  <a:moveTo>
                    <a:pt x="3809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9049"/>
                  </a:lnTo>
                  <a:close/>
                </a:path>
                <a:path w="3809" h="62229">
                  <a:moveTo>
                    <a:pt x="3809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1589"/>
                  </a:lnTo>
                  <a:close/>
                </a:path>
                <a:path w="3809" h="62229">
                  <a:moveTo>
                    <a:pt x="3809" y="25399"/>
                  </a:moveTo>
                  <a:lnTo>
                    <a:pt x="0" y="25399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25399"/>
                  </a:lnTo>
                  <a:close/>
                </a:path>
                <a:path w="3809" h="62229">
                  <a:moveTo>
                    <a:pt x="3809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4289"/>
                  </a:lnTo>
                  <a:close/>
                </a:path>
                <a:path w="3809" h="62229">
                  <a:moveTo>
                    <a:pt x="3809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8099"/>
                  </a:lnTo>
                  <a:close/>
                </a:path>
                <a:path w="3809" h="62229">
                  <a:moveTo>
                    <a:pt x="3809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0639"/>
                  </a:lnTo>
                  <a:close/>
                </a:path>
                <a:path w="3809" h="62229">
                  <a:moveTo>
                    <a:pt x="3809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4449"/>
                  </a:lnTo>
                  <a:close/>
                </a:path>
                <a:path w="3809" h="62229">
                  <a:moveTo>
                    <a:pt x="3809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6989"/>
                  </a:lnTo>
                  <a:close/>
                </a:path>
                <a:path w="3809" h="62229">
                  <a:moveTo>
                    <a:pt x="3809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0799"/>
                  </a:lnTo>
                  <a:close/>
                </a:path>
                <a:path w="3809" h="62229">
                  <a:moveTo>
                    <a:pt x="3809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3339"/>
                  </a:lnTo>
                  <a:close/>
                </a:path>
                <a:path w="3809" h="62229">
                  <a:moveTo>
                    <a:pt x="3809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7149"/>
                  </a:lnTo>
                  <a:close/>
                </a:path>
                <a:path w="3809" h="62229">
                  <a:moveTo>
                    <a:pt x="3809" y="59689"/>
                  </a:moveTo>
                  <a:lnTo>
                    <a:pt x="0" y="59689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9689"/>
                  </a:lnTo>
                  <a:close/>
                </a:path>
              </a:pathLst>
            </a:custGeom>
            <a:solidFill>
              <a:srgbClr val="728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2" name="object 3272"/>
            <p:cNvSpPr/>
            <p:nvPr/>
          </p:nvSpPr>
          <p:spPr>
            <a:xfrm>
              <a:off x="6616700" y="52146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0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  <a:path w="3809" h="62229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09" h="62229">
                  <a:moveTo>
                    <a:pt x="380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7619"/>
                  </a:lnTo>
                  <a:close/>
                </a:path>
                <a:path w="3809" h="62229">
                  <a:moveTo>
                    <a:pt x="3809" y="13969"/>
                  </a:moveTo>
                  <a:lnTo>
                    <a:pt x="0" y="1396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3969"/>
                  </a:lnTo>
                  <a:close/>
                </a:path>
                <a:path w="3809" h="62229">
                  <a:moveTo>
                    <a:pt x="3809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9049"/>
                  </a:lnTo>
                  <a:close/>
                </a:path>
                <a:path w="3809" h="62229">
                  <a:moveTo>
                    <a:pt x="3809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1589"/>
                  </a:lnTo>
                  <a:close/>
                </a:path>
                <a:path w="3809" h="62229">
                  <a:moveTo>
                    <a:pt x="3809" y="25399"/>
                  </a:moveTo>
                  <a:lnTo>
                    <a:pt x="0" y="25399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25399"/>
                  </a:lnTo>
                  <a:close/>
                </a:path>
                <a:path w="3809" h="62229">
                  <a:moveTo>
                    <a:pt x="3809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4289"/>
                  </a:lnTo>
                  <a:close/>
                </a:path>
                <a:path w="3809" h="62229">
                  <a:moveTo>
                    <a:pt x="3809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8099"/>
                  </a:lnTo>
                  <a:close/>
                </a:path>
                <a:path w="3809" h="62229">
                  <a:moveTo>
                    <a:pt x="3809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0639"/>
                  </a:lnTo>
                  <a:close/>
                </a:path>
                <a:path w="3809" h="62229">
                  <a:moveTo>
                    <a:pt x="3809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4449"/>
                  </a:lnTo>
                  <a:close/>
                </a:path>
                <a:path w="3809" h="62229">
                  <a:moveTo>
                    <a:pt x="3809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6989"/>
                  </a:lnTo>
                  <a:close/>
                </a:path>
                <a:path w="3809" h="62229">
                  <a:moveTo>
                    <a:pt x="3809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0799"/>
                  </a:lnTo>
                  <a:close/>
                </a:path>
                <a:path w="3809" h="62229">
                  <a:moveTo>
                    <a:pt x="3809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3339"/>
                  </a:lnTo>
                  <a:close/>
                </a:path>
                <a:path w="3809" h="62229">
                  <a:moveTo>
                    <a:pt x="3809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7149"/>
                  </a:lnTo>
                  <a:close/>
                </a:path>
                <a:path w="3809" h="62229">
                  <a:moveTo>
                    <a:pt x="3809" y="59689"/>
                  </a:moveTo>
                  <a:lnTo>
                    <a:pt x="0" y="59689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9689"/>
                  </a:lnTo>
                  <a:close/>
                </a:path>
              </a:pathLst>
            </a:custGeom>
            <a:solidFill>
              <a:srgbClr val="748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3" name="object 3273"/>
            <p:cNvSpPr/>
            <p:nvPr/>
          </p:nvSpPr>
          <p:spPr>
            <a:xfrm>
              <a:off x="6620510" y="52146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09" h="62229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09" h="62229">
                  <a:moveTo>
                    <a:pt x="381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7619"/>
                  </a:lnTo>
                  <a:close/>
                </a:path>
                <a:path w="3809" h="62229">
                  <a:moveTo>
                    <a:pt x="3810" y="13969"/>
                  </a:moveTo>
                  <a:lnTo>
                    <a:pt x="0" y="1396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3969"/>
                  </a:lnTo>
                  <a:close/>
                </a:path>
                <a:path w="3809" h="62229">
                  <a:moveTo>
                    <a:pt x="3810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9049"/>
                  </a:lnTo>
                  <a:close/>
                </a:path>
                <a:path w="3809" h="62229">
                  <a:moveTo>
                    <a:pt x="3810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21589"/>
                  </a:lnTo>
                  <a:close/>
                </a:path>
                <a:path w="3809" h="62229">
                  <a:moveTo>
                    <a:pt x="3810" y="25399"/>
                  </a:moveTo>
                  <a:lnTo>
                    <a:pt x="0" y="25399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25399"/>
                  </a:lnTo>
                  <a:close/>
                </a:path>
                <a:path w="3809" h="62229">
                  <a:moveTo>
                    <a:pt x="3810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4289"/>
                  </a:lnTo>
                  <a:close/>
                </a:path>
                <a:path w="3809" h="62229">
                  <a:moveTo>
                    <a:pt x="381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8099"/>
                  </a:lnTo>
                  <a:close/>
                </a:path>
                <a:path w="3809" h="62229">
                  <a:moveTo>
                    <a:pt x="3810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0639"/>
                  </a:lnTo>
                  <a:close/>
                </a:path>
                <a:path w="3809" h="62229">
                  <a:moveTo>
                    <a:pt x="381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4449"/>
                  </a:lnTo>
                  <a:close/>
                </a:path>
                <a:path w="3809" h="62229">
                  <a:moveTo>
                    <a:pt x="3810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6989"/>
                  </a:lnTo>
                  <a:close/>
                </a:path>
                <a:path w="3809" h="62229">
                  <a:moveTo>
                    <a:pt x="3810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50799"/>
                  </a:lnTo>
                  <a:close/>
                </a:path>
                <a:path w="3809" h="62229">
                  <a:moveTo>
                    <a:pt x="3810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3339"/>
                  </a:lnTo>
                  <a:close/>
                </a:path>
                <a:path w="3809" h="62229">
                  <a:moveTo>
                    <a:pt x="3810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7149"/>
                  </a:lnTo>
                  <a:close/>
                </a:path>
                <a:path w="3809" h="62229">
                  <a:moveTo>
                    <a:pt x="3810" y="59689"/>
                  </a:moveTo>
                  <a:lnTo>
                    <a:pt x="0" y="59689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9689"/>
                  </a:lnTo>
                  <a:close/>
                </a:path>
              </a:pathLst>
            </a:custGeom>
            <a:solidFill>
              <a:srgbClr val="778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4" name="object 3274"/>
            <p:cNvSpPr/>
            <p:nvPr/>
          </p:nvSpPr>
          <p:spPr>
            <a:xfrm>
              <a:off x="6624320" y="5214620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254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09" h="62229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09" h="62229">
                  <a:moveTo>
                    <a:pt x="380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7619"/>
                  </a:lnTo>
                  <a:close/>
                </a:path>
                <a:path w="3809" h="62229">
                  <a:moveTo>
                    <a:pt x="3809" y="13969"/>
                  </a:moveTo>
                  <a:lnTo>
                    <a:pt x="0" y="1396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3969"/>
                  </a:lnTo>
                  <a:close/>
                </a:path>
                <a:path w="3809" h="62229">
                  <a:moveTo>
                    <a:pt x="3809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9049"/>
                  </a:lnTo>
                  <a:close/>
                </a:path>
                <a:path w="3809" h="62229">
                  <a:moveTo>
                    <a:pt x="3809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1589"/>
                  </a:lnTo>
                  <a:close/>
                </a:path>
                <a:path w="3809" h="62229">
                  <a:moveTo>
                    <a:pt x="3809" y="25399"/>
                  </a:moveTo>
                  <a:lnTo>
                    <a:pt x="0" y="25399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25399"/>
                  </a:lnTo>
                  <a:close/>
                </a:path>
                <a:path w="3809" h="62229">
                  <a:moveTo>
                    <a:pt x="3809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4289"/>
                  </a:lnTo>
                  <a:close/>
                </a:path>
                <a:path w="3809" h="62229">
                  <a:moveTo>
                    <a:pt x="3809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8099"/>
                  </a:lnTo>
                  <a:close/>
                </a:path>
                <a:path w="3809" h="62229">
                  <a:moveTo>
                    <a:pt x="3809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0639"/>
                  </a:lnTo>
                  <a:close/>
                </a:path>
                <a:path w="3809" h="62229">
                  <a:moveTo>
                    <a:pt x="3809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4449"/>
                  </a:lnTo>
                  <a:close/>
                </a:path>
                <a:path w="3809" h="62229">
                  <a:moveTo>
                    <a:pt x="3809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6989"/>
                  </a:lnTo>
                  <a:close/>
                </a:path>
                <a:path w="3809" h="62229">
                  <a:moveTo>
                    <a:pt x="3809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0799"/>
                  </a:lnTo>
                  <a:close/>
                </a:path>
                <a:path w="3809" h="62229">
                  <a:moveTo>
                    <a:pt x="3809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3809" y="57149"/>
                  </a:lnTo>
                  <a:lnTo>
                    <a:pt x="3809" y="53339"/>
                  </a:lnTo>
                  <a:close/>
                </a:path>
                <a:path w="3809" h="62229">
                  <a:moveTo>
                    <a:pt x="3809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7149"/>
                  </a:lnTo>
                  <a:close/>
                </a:path>
                <a:path w="3809" h="62229">
                  <a:moveTo>
                    <a:pt x="3809" y="59689"/>
                  </a:moveTo>
                  <a:lnTo>
                    <a:pt x="0" y="59689"/>
                  </a:lnTo>
                  <a:lnTo>
                    <a:pt x="0" y="62229"/>
                  </a:lnTo>
                  <a:lnTo>
                    <a:pt x="2540" y="62229"/>
                  </a:lnTo>
                  <a:lnTo>
                    <a:pt x="2540" y="60959"/>
                  </a:lnTo>
                  <a:lnTo>
                    <a:pt x="3809" y="60959"/>
                  </a:lnTo>
                  <a:lnTo>
                    <a:pt x="3809" y="59689"/>
                  </a:lnTo>
                  <a:close/>
                </a:path>
              </a:pathLst>
            </a:custGeom>
            <a:solidFill>
              <a:srgbClr val="7A8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5" name="object 3275"/>
            <p:cNvSpPr/>
            <p:nvPr/>
          </p:nvSpPr>
          <p:spPr>
            <a:xfrm>
              <a:off x="6628130" y="5215889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254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2540" y="6349"/>
                  </a:lnTo>
                  <a:lnTo>
                    <a:pt x="2540" y="0"/>
                  </a:lnTo>
                  <a:close/>
                </a:path>
                <a:path w="2540" h="59689">
                  <a:moveTo>
                    <a:pt x="254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2540" y="12699"/>
                  </a:lnTo>
                  <a:lnTo>
                    <a:pt x="2540" y="6349"/>
                  </a:lnTo>
                  <a:close/>
                </a:path>
                <a:path w="2540" h="59689">
                  <a:moveTo>
                    <a:pt x="2540" y="12699"/>
                  </a:moveTo>
                  <a:lnTo>
                    <a:pt x="0" y="12699"/>
                  </a:lnTo>
                  <a:lnTo>
                    <a:pt x="0" y="17779"/>
                  </a:lnTo>
                  <a:lnTo>
                    <a:pt x="2540" y="17779"/>
                  </a:lnTo>
                  <a:lnTo>
                    <a:pt x="2540" y="12699"/>
                  </a:lnTo>
                  <a:close/>
                </a:path>
                <a:path w="2540" h="59689">
                  <a:moveTo>
                    <a:pt x="2540" y="17779"/>
                  </a:moveTo>
                  <a:lnTo>
                    <a:pt x="0" y="17779"/>
                  </a:lnTo>
                  <a:lnTo>
                    <a:pt x="0" y="20319"/>
                  </a:lnTo>
                  <a:lnTo>
                    <a:pt x="2540" y="20319"/>
                  </a:lnTo>
                  <a:lnTo>
                    <a:pt x="2540" y="17779"/>
                  </a:lnTo>
                  <a:close/>
                </a:path>
                <a:path w="2540" h="59689">
                  <a:moveTo>
                    <a:pt x="2540" y="20319"/>
                  </a:moveTo>
                  <a:lnTo>
                    <a:pt x="0" y="20319"/>
                  </a:lnTo>
                  <a:lnTo>
                    <a:pt x="0" y="24129"/>
                  </a:lnTo>
                  <a:lnTo>
                    <a:pt x="2540" y="24129"/>
                  </a:lnTo>
                  <a:lnTo>
                    <a:pt x="2540" y="20319"/>
                  </a:lnTo>
                  <a:close/>
                </a:path>
                <a:path w="2540" h="59689">
                  <a:moveTo>
                    <a:pt x="2540" y="24129"/>
                  </a:moveTo>
                  <a:lnTo>
                    <a:pt x="0" y="24129"/>
                  </a:lnTo>
                  <a:lnTo>
                    <a:pt x="0" y="33019"/>
                  </a:lnTo>
                  <a:lnTo>
                    <a:pt x="2540" y="33019"/>
                  </a:lnTo>
                  <a:lnTo>
                    <a:pt x="2540" y="24129"/>
                  </a:lnTo>
                  <a:close/>
                </a:path>
                <a:path w="2540" h="59689">
                  <a:moveTo>
                    <a:pt x="2540" y="33019"/>
                  </a:moveTo>
                  <a:lnTo>
                    <a:pt x="0" y="33019"/>
                  </a:lnTo>
                  <a:lnTo>
                    <a:pt x="0" y="36829"/>
                  </a:lnTo>
                  <a:lnTo>
                    <a:pt x="2540" y="36829"/>
                  </a:lnTo>
                  <a:lnTo>
                    <a:pt x="2540" y="33019"/>
                  </a:lnTo>
                  <a:close/>
                </a:path>
                <a:path w="2540" h="59689">
                  <a:moveTo>
                    <a:pt x="2540" y="36829"/>
                  </a:moveTo>
                  <a:lnTo>
                    <a:pt x="0" y="36829"/>
                  </a:lnTo>
                  <a:lnTo>
                    <a:pt x="0" y="39369"/>
                  </a:lnTo>
                  <a:lnTo>
                    <a:pt x="2540" y="39369"/>
                  </a:lnTo>
                  <a:lnTo>
                    <a:pt x="2540" y="36829"/>
                  </a:lnTo>
                  <a:close/>
                </a:path>
                <a:path w="2540" h="59689">
                  <a:moveTo>
                    <a:pt x="2540" y="39369"/>
                  </a:moveTo>
                  <a:lnTo>
                    <a:pt x="0" y="39369"/>
                  </a:lnTo>
                  <a:lnTo>
                    <a:pt x="0" y="43179"/>
                  </a:lnTo>
                  <a:lnTo>
                    <a:pt x="2540" y="43179"/>
                  </a:lnTo>
                  <a:lnTo>
                    <a:pt x="2540" y="39369"/>
                  </a:lnTo>
                  <a:close/>
                </a:path>
                <a:path w="2540" h="59689">
                  <a:moveTo>
                    <a:pt x="2540" y="43179"/>
                  </a:moveTo>
                  <a:lnTo>
                    <a:pt x="0" y="43179"/>
                  </a:lnTo>
                  <a:lnTo>
                    <a:pt x="0" y="45719"/>
                  </a:lnTo>
                  <a:lnTo>
                    <a:pt x="2540" y="45719"/>
                  </a:lnTo>
                  <a:lnTo>
                    <a:pt x="2540" y="43179"/>
                  </a:lnTo>
                  <a:close/>
                </a:path>
                <a:path w="2540" h="59689">
                  <a:moveTo>
                    <a:pt x="2540" y="45719"/>
                  </a:moveTo>
                  <a:lnTo>
                    <a:pt x="0" y="45719"/>
                  </a:lnTo>
                  <a:lnTo>
                    <a:pt x="0" y="49529"/>
                  </a:lnTo>
                  <a:lnTo>
                    <a:pt x="2540" y="49529"/>
                  </a:lnTo>
                  <a:lnTo>
                    <a:pt x="2540" y="45719"/>
                  </a:lnTo>
                  <a:close/>
                </a:path>
                <a:path w="2540" h="59689">
                  <a:moveTo>
                    <a:pt x="2540" y="49529"/>
                  </a:moveTo>
                  <a:lnTo>
                    <a:pt x="0" y="49529"/>
                  </a:lnTo>
                  <a:lnTo>
                    <a:pt x="0" y="52069"/>
                  </a:lnTo>
                  <a:lnTo>
                    <a:pt x="2540" y="52069"/>
                  </a:lnTo>
                  <a:lnTo>
                    <a:pt x="2540" y="49529"/>
                  </a:lnTo>
                  <a:close/>
                </a:path>
                <a:path w="2540" h="59689">
                  <a:moveTo>
                    <a:pt x="2540" y="52069"/>
                  </a:moveTo>
                  <a:lnTo>
                    <a:pt x="0" y="52069"/>
                  </a:lnTo>
                  <a:lnTo>
                    <a:pt x="0" y="55879"/>
                  </a:lnTo>
                  <a:lnTo>
                    <a:pt x="2540" y="55879"/>
                  </a:lnTo>
                  <a:lnTo>
                    <a:pt x="2540" y="52069"/>
                  </a:lnTo>
                  <a:close/>
                </a:path>
                <a:path w="2540" h="59689">
                  <a:moveTo>
                    <a:pt x="2540" y="55879"/>
                  </a:moveTo>
                  <a:lnTo>
                    <a:pt x="0" y="55879"/>
                  </a:lnTo>
                  <a:lnTo>
                    <a:pt x="0" y="58419"/>
                  </a:lnTo>
                  <a:lnTo>
                    <a:pt x="2540" y="58419"/>
                  </a:lnTo>
                  <a:lnTo>
                    <a:pt x="2540" y="55879"/>
                  </a:lnTo>
                  <a:close/>
                </a:path>
                <a:path w="2540" h="59689">
                  <a:moveTo>
                    <a:pt x="2540" y="58419"/>
                  </a:moveTo>
                  <a:lnTo>
                    <a:pt x="0" y="58419"/>
                  </a:lnTo>
                  <a:lnTo>
                    <a:pt x="0" y="59689"/>
                  </a:lnTo>
                  <a:lnTo>
                    <a:pt x="2540" y="59689"/>
                  </a:lnTo>
                  <a:lnTo>
                    <a:pt x="2540" y="58419"/>
                  </a:lnTo>
                  <a:close/>
                </a:path>
              </a:pathLst>
            </a:custGeom>
            <a:solidFill>
              <a:srgbClr val="7C9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6" name="object 3276"/>
            <p:cNvSpPr/>
            <p:nvPr/>
          </p:nvSpPr>
          <p:spPr>
            <a:xfrm>
              <a:off x="6630670" y="52158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89">
                  <a:moveTo>
                    <a:pt x="380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0"/>
                  </a:lnTo>
                  <a:close/>
                </a:path>
                <a:path w="3809" h="59689">
                  <a:moveTo>
                    <a:pt x="380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6349"/>
                  </a:lnTo>
                  <a:close/>
                </a:path>
                <a:path w="3809" h="59689">
                  <a:moveTo>
                    <a:pt x="3809" y="12699"/>
                  </a:moveTo>
                  <a:lnTo>
                    <a:pt x="0" y="12699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2699"/>
                  </a:lnTo>
                  <a:close/>
                </a:path>
                <a:path w="3809" h="59689">
                  <a:moveTo>
                    <a:pt x="3809" y="17779"/>
                  </a:moveTo>
                  <a:lnTo>
                    <a:pt x="0" y="17779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7779"/>
                  </a:lnTo>
                  <a:close/>
                </a:path>
                <a:path w="3809" h="59689">
                  <a:moveTo>
                    <a:pt x="3809" y="20319"/>
                  </a:moveTo>
                  <a:lnTo>
                    <a:pt x="0" y="20319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20319"/>
                  </a:lnTo>
                  <a:close/>
                </a:path>
                <a:path w="3809" h="59689">
                  <a:moveTo>
                    <a:pt x="3809" y="24129"/>
                  </a:moveTo>
                  <a:lnTo>
                    <a:pt x="0" y="24129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4129"/>
                  </a:lnTo>
                  <a:close/>
                </a:path>
                <a:path w="3809" h="59689">
                  <a:moveTo>
                    <a:pt x="3809" y="33019"/>
                  </a:moveTo>
                  <a:lnTo>
                    <a:pt x="0" y="33019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3019"/>
                  </a:lnTo>
                  <a:close/>
                </a:path>
                <a:path w="3809" h="59689">
                  <a:moveTo>
                    <a:pt x="3809" y="36829"/>
                  </a:moveTo>
                  <a:lnTo>
                    <a:pt x="0" y="36829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6829"/>
                  </a:lnTo>
                  <a:close/>
                </a:path>
                <a:path w="3809" h="59689">
                  <a:moveTo>
                    <a:pt x="3809" y="39369"/>
                  </a:moveTo>
                  <a:lnTo>
                    <a:pt x="0" y="39369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39369"/>
                  </a:lnTo>
                  <a:close/>
                </a:path>
                <a:path w="3809" h="59689">
                  <a:moveTo>
                    <a:pt x="3809" y="43179"/>
                  </a:moveTo>
                  <a:lnTo>
                    <a:pt x="0" y="43179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43179"/>
                  </a:lnTo>
                  <a:close/>
                </a:path>
                <a:path w="3809" h="59689">
                  <a:moveTo>
                    <a:pt x="3809" y="45719"/>
                  </a:moveTo>
                  <a:lnTo>
                    <a:pt x="0" y="45719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5719"/>
                  </a:lnTo>
                  <a:close/>
                </a:path>
                <a:path w="3809" h="59689">
                  <a:moveTo>
                    <a:pt x="3809" y="49529"/>
                  </a:moveTo>
                  <a:lnTo>
                    <a:pt x="0" y="49529"/>
                  </a:lnTo>
                  <a:lnTo>
                    <a:pt x="0" y="52069"/>
                  </a:lnTo>
                  <a:lnTo>
                    <a:pt x="3809" y="52069"/>
                  </a:lnTo>
                  <a:lnTo>
                    <a:pt x="3809" y="49529"/>
                  </a:lnTo>
                  <a:close/>
                </a:path>
                <a:path w="3809" h="59689">
                  <a:moveTo>
                    <a:pt x="3809" y="52069"/>
                  </a:moveTo>
                  <a:lnTo>
                    <a:pt x="0" y="52069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52069"/>
                  </a:lnTo>
                  <a:close/>
                </a:path>
                <a:path w="3809" h="59689">
                  <a:moveTo>
                    <a:pt x="3809" y="55879"/>
                  </a:moveTo>
                  <a:lnTo>
                    <a:pt x="0" y="55879"/>
                  </a:lnTo>
                  <a:lnTo>
                    <a:pt x="0" y="58419"/>
                  </a:lnTo>
                  <a:lnTo>
                    <a:pt x="3809" y="58419"/>
                  </a:lnTo>
                  <a:lnTo>
                    <a:pt x="3809" y="55879"/>
                  </a:lnTo>
                  <a:close/>
                </a:path>
                <a:path w="3809" h="59689">
                  <a:moveTo>
                    <a:pt x="3809" y="58419"/>
                  </a:moveTo>
                  <a:lnTo>
                    <a:pt x="0" y="58419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8419"/>
                  </a:lnTo>
                  <a:close/>
                </a:path>
              </a:pathLst>
            </a:custGeom>
            <a:solidFill>
              <a:srgbClr val="7F9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7" name="object 3277"/>
            <p:cNvSpPr/>
            <p:nvPr/>
          </p:nvSpPr>
          <p:spPr>
            <a:xfrm>
              <a:off x="6634480" y="52158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89">
                  <a:moveTo>
                    <a:pt x="381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0"/>
                  </a:lnTo>
                  <a:close/>
                </a:path>
                <a:path w="3809" h="59689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09" h="59689">
                  <a:moveTo>
                    <a:pt x="3810" y="12699"/>
                  </a:moveTo>
                  <a:lnTo>
                    <a:pt x="0" y="12699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2699"/>
                  </a:lnTo>
                  <a:close/>
                </a:path>
                <a:path w="3809" h="59689">
                  <a:moveTo>
                    <a:pt x="3810" y="17779"/>
                  </a:moveTo>
                  <a:lnTo>
                    <a:pt x="0" y="17779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7779"/>
                  </a:lnTo>
                  <a:close/>
                </a:path>
                <a:path w="3809" h="59689">
                  <a:moveTo>
                    <a:pt x="3810" y="20319"/>
                  </a:moveTo>
                  <a:lnTo>
                    <a:pt x="0" y="20319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20319"/>
                  </a:lnTo>
                  <a:close/>
                </a:path>
                <a:path w="3809" h="59689">
                  <a:moveTo>
                    <a:pt x="3810" y="24129"/>
                  </a:moveTo>
                  <a:lnTo>
                    <a:pt x="0" y="24129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4129"/>
                  </a:lnTo>
                  <a:close/>
                </a:path>
                <a:path w="3809" h="59689">
                  <a:moveTo>
                    <a:pt x="3810" y="33019"/>
                  </a:moveTo>
                  <a:lnTo>
                    <a:pt x="0" y="33019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33019"/>
                  </a:lnTo>
                  <a:close/>
                </a:path>
                <a:path w="3809" h="59689">
                  <a:moveTo>
                    <a:pt x="3810" y="36829"/>
                  </a:moveTo>
                  <a:lnTo>
                    <a:pt x="0" y="36829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6829"/>
                  </a:lnTo>
                  <a:close/>
                </a:path>
                <a:path w="3809" h="59689">
                  <a:moveTo>
                    <a:pt x="3810" y="39369"/>
                  </a:moveTo>
                  <a:lnTo>
                    <a:pt x="0" y="39369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39369"/>
                  </a:lnTo>
                  <a:close/>
                </a:path>
                <a:path w="3809" h="59689">
                  <a:moveTo>
                    <a:pt x="3810" y="43179"/>
                  </a:moveTo>
                  <a:lnTo>
                    <a:pt x="0" y="43179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43179"/>
                  </a:lnTo>
                  <a:close/>
                </a:path>
                <a:path w="3809" h="59689">
                  <a:moveTo>
                    <a:pt x="3810" y="45719"/>
                  </a:moveTo>
                  <a:lnTo>
                    <a:pt x="0" y="45719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5719"/>
                  </a:lnTo>
                  <a:close/>
                </a:path>
                <a:path w="3809" h="59689">
                  <a:moveTo>
                    <a:pt x="3810" y="49529"/>
                  </a:moveTo>
                  <a:lnTo>
                    <a:pt x="0" y="49529"/>
                  </a:lnTo>
                  <a:lnTo>
                    <a:pt x="0" y="52069"/>
                  </a:lnTo>
                  <a:lnTo>
                    <a:pt x="3810" y="52069"/>
                  </a:lnTo>
                  <a:lnTo>
                    <a:pt x="3810" y="49529"/>
                  </a:lnTo>
                  <a:close/>
                </a:path>
                <a:path w="3809" h="59689">
                  <a:moveTo>
                    <a:pt x="3810" y="52069"/>
                  </a:moveTo>
                  <a:lnTo>
                    <a:pt x="0" y="52069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52069"/>
                  </a:lnTo>
                  <a:close/>
                </a:path>
                <a:path w="3809" h="59689">
                  <a:moveTo>
                    <a:pt x="3810" y="55879"/>
                  </a:moveTo>
                  <a:lnTo>
                    <a:pt x="0" y="55879"/>
                  </a:lnTo>
                  <a:lnTo>
                    <a:pt x="0" y="58419"/>
                  </a:lnTo>
                  <a:lnTo>
                    <a:pt x="3810" y="58419"/>
                  </a:lnTo>
                  <a:lnTo>
                    <a:pt x="3810" y="55879"/>
                  </a:lnTo>
                  <a:close/>
                </a:path>
                <a:path w="3809" h="59689">
                  <a:moveTo>
                    <a:pt x="3810" y="58419"/>
                  </a:moveTo>
                  <a:lnTo>
                    <a:pt x="0" y="58419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8419"/>
                  </a:lnTo>
                  <a:close/>
                </a:path>
              </a:pathLst>
            </a:custGeom>
            <a:solidFill>
              <a:srgbClr val="8294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8" name="object 3278"/>
            <p:cNvSpPr/>
            <p:nvPr/>
          </p:nvSpPr>
          <p:spPr>
            <a:xfrm>
              <a:off x="6638290" y="52158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89">
                  <a:moveTo>
                    <a:pt x="380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0"/>
                  </a:lnTo>
                  <a:close/>
                </a:path>
                <a:path w="3809" h="59689">
                  <a:moveTo>
                    <a:pt x="380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6349"/>
                  </a:lnTo>
                  <a:close/>
                </a:path>
                <a:path w="3809" h="59689">
                  <a:moveTo>
                    <a:pt x="3809" y="12699"/>
                  </a:moveTo>
                  <a:lnTo>
                    <a:pt x="0" y="12699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2699"/>
                  </a:lnTo>
                  <a:close/>
                </a:path>
                <a:path w="3809" h="59689">
                  <a:moveTo>
                    <a:pt x="3809" y="17779"/>
                  </a:moveTo>
                  <a:lnTo>
                    <a:pt x="0" y="17779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7779"/>
                  </a:lnTo>
                  <a:close/>
                </a:path>
                <a:path w="3809" h="59689">
                  <a:moveTo>
                    <a:pt x="3809" y="20319"/>
                  </a:moveTo>
                  <a:lnTo>
                    <a:pt x="0" y="20319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20319"/>
                  </a:lnTo>
                  <a:close/>
                </a:path>
                <a:path w="3809" h="59689">
                  <a:moveTo>
                    <a:pt x="3809" y="24129"/>
                  </a:moveTo>
                  <a:lnTo>
                    <a:pt x="0" y="24129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4129"/>
                  </a:lnTo>
                  <a:close/>
                </a:path>
                <a:path w="3809" h="59689">
                  <a:moveTo>
                    <a:pt x="3809" y="33019"/>
                  </a:moveTo>
                  <a:lnTo>
                    <a:pt x="0" y="33019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3019"/>
                  </a:lnTo>
                  <a:close/>
                </a:path>
                <a:path w="3809" h="59689">
                  <a:moveTo>
                    <a:pt x="3809" y="36829"/>
                  </a:moveTo>
                  <a:lnTo>
                    <a:pt x="0" y="36829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6829"/>
                  </a:lnTo>
                  <a:close/>
                </a:path>
                <a:path w="3809" h="59689">
                  <a:moveTo>
                    <a:pt x="3809" y="39369"/>
                  </a:moveTo>
                  <a:lnTo>
                    <a:pt x="0" y="39369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39369"/>
                  </a:lnTo>
                  <a:close/>
                </a:path>
                <a:path w="3809" h="59689">
                  <a:moveTo>
                    <a:pt x="3809" y="43179"/>
                  </a:moveTo>
                  <a:lnTo>
                    <a:pt x="0" y="43179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43179"/>
                  </a:lnTo>
                  <a:close/>
                </a:path>
                <a:path w="3809" h="59689">
                  <a:moveTo>
                    <a:pt x="3809" y="45719"/>
                  </a:moveTo>
                  <a:lnTo>
                    <a:pt x="0" y="45719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5719"/>
                  </a:lnTo>
                  <a:close/>
                </a:path>
                <a:path w="3809" h="59689">
                  <a:moveTo>
                    <a:pt x="3809" y="49529"/>
                  </a:moveTo>
                  <a:lnTo>
                    <a:pt x="0" y="49529"/>
                  </a:lnTo>
                  <a:lnTo>
                    <a:pt x="0" y="52069"/>
                  </a:lnTo>
                  <a:lnTo>
                    <a:pt x="3809" y="52069"/>
                  </a:lnTo>
                  <a:lnTo>
                    <a:pt x="3809" y="49529"/>
                  </a:lnTo>
                  <a:close/>
                </a:path>
                <a:path w="3809" h="59689">
                  <a:moveTo>
                    <a:pt x="3809" y="52069"/>
                  </a:moveTo>
                  <a:lnTo>
                    <a:pt x="0" y="52069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52069"/>
                  </a:lnTo>
                  <a:close/>
                </a:path>
                <a:path w="3809" h="59689">
                  <a:moveTo>
                    <a:pt x="3809" y="55879"/>
                  </a:moveTo>
                  <a:lnTo>
                    <a:pt x="0" y="55879"/>
                  </a:lnTo>
                  <a:lnTo>
                    <a:pt x="0" y="58419"/>
                  </a:lnTo>
                  <a:lnTo>
                    <a:pt x="3809" y="58419"/>
                  </a:lnTo>
                  <a:lnTo>
                    <a:pt x="3809" y="55879"/>
                  </a:lnTo>
                  <a:close/>
                </a:path>
                <a:path w="3809" h="59689">
                  <a:moveTo>
                    <a:pt x="3809" y="58419"/>
                  </a:moveTo>
                  <a:lnTo>
                    <a:pt x="0" y="58419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8419"/>
                  </a:lnTo>
                  <a:close/>
                </a:path>
              </a:pathLst>
            </a:custGeom>
            <a:solidFill>
              <a:srgbClr val="8496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9" name="object 3279"/>
            <p:cNvSpPr/>
            <p:nvPr/>
          </p:nvSpPr>
          <p:spPr>
            <a:xfrm>
              <a:off x="6642100" y="52158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89">
                  <a:moveTo>
                    <a:pt x="380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0"/>
                  </a:lnTo>
                  <a:close/>
                </a:path>
                <a:path w="3809" h="59689">
                  <a:moveTo>
                    <a:pt x="380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6349"/>
                  </a:lnTo>
                  <a:close/>
                </a:path>
                <a:path w="3809" h="59689">
                  <a:moveTo>
                    <a:pt x="3809" y="12699"/>
                  </a:moveTo>
                  <a:lnTo>
                    <a:pt x="0" y="12699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2699"/>
                  </a:lnTo>
                  <a:close/>
                </a:path>
                <a:path w="3809" h="59689">
                  <a:moveTo>
                    <a:pt x="3809" y="17779"/>
                  </a:moveTo>
                  <a:lnTo>
                    <a:pt x="0" y="17779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7779"/>
                  </a:lnTo>
                  <a:close/>
                </a:path>
                <a:path w="3809" h="59689">
                  <a:moveTo>
                    <a:pt x="3809" y="20319"/>
                  </a:moveTo>
                  <a:lnTo>
                    <a:pt x="0" y="20319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20319"/>
                  </a:lnTo>
                  <a:close/>
                </a:path>
                <a:path w="3809" h="59689">
                  <a:moveTo>
                    <a:pt x="3809" y="24129"/>
                  </a:moveTo>
                  <a:lnTo>
                    <a:pt x="0" y="24129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4129"/>
                  </a:lnTo>
                  <a:close/>
                </a:path>
                <a:path w="3809" h="59689">
                  <a:moveTo>
                    <a:pt x="3809" y="33019"/>
                  </a:moveTo>
                  <a:lnTo>
                    <a:pt x="0" y="33019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3019"/>
                  </a:lnTo>
                  <a:close/>
                </a:path>
                <a:path w="3809" h="59689">
                  <a:moveTo>
                    <a:pt x="3809" y="36829"/>
                  </a:moveTo>
                  <a:lnTo>
                    <a:pt x="0" y="36829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6829"/>
                  </a:lnTo>
                  <a:close/>
                </a:path>
                <a:path w="3809" h="59689">
                  <a:moveTo>
                    <a:pt x="3809" y="39369"/>
                  </a:moveTo>
                  <a:lnTo>
                    <a:pt x="0" y="39369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39369"/>
                  </a:lnTo>
                  <a:close/>
                </a:path>
                <a:path w="3809" h="59689">
                  <a:moveTo>
                    <a:pt x="3809" y="43179"/>
                  </a:moveTo>
                  <a:lnTo>
                    <a:pt x="0" y="43179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43179"/>
                  </a:lnTo>
                  <a:close/>
                </a:path>
                <a:path w="3809" h="59689">
                  <a:moveTo>
                    <a:pt x="3809" y="45719"/>
                  </a:moveTo>
                  <a:lnTo>
                    <a:pt x="0" y="45719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5719"/>
                  </a:lnTo>
                  <a:close/>
                </a:path>
                <a:path w="3809" h="59689">
                  <a:moveTo>
                    <a:pt x="3809" y="49529"/>
                  </a:moveTo>
                  <a:lnTo>
                    <a:pt x="0" y="49529"/>
                  </a:lnTo>
                  <a:lnTo>
                    <a:pt x="0" y="52069"/>
                  </a:lnTo>
                  <a:lnTo>
                    <a:pt x="3809" y="52069"/>
                  </a:lnTo>
                  <a:lnTo>
                    <a:pt x="3809" y="49529"/>
                  </a:lnTo>
                  <a:close/>
                </a:path>
                <a:path w="3809" h="59689">
                  <a:moveTo>
                    <a:pt x="3809" y="52069"/>
                  </a:moveTo>
                  <a:lnTo>
                    <a:pt x="0" y="52069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52069"/>
                  </a:lnTo>
                  <a:close/>
                </a:path>
                <a:path w="3809" h="59689">
                  <a:moveTo>
                    <a:pt x="3809" y="55879"/>
                  </a:moveTo>
                  <a:lnTo>
                    <a:pt x="0" y="55879"/>
                  </a:lnTo>
                  <a:lnTo>
                    <a:pt x="0" y="58419"/>
                  </a:lnTo>
                  <a:lnTo>
                    <a:pt x="3809" y="58419"/>
                  </a:lnTo>
                  <a:lnTo>
                    <a:pt x="3809" y="55879"/>
                  </a:lnTo>
                  <a:close/>
                </a:path>
                <a:path w="3809" h="59689">
                  <a:moveTo>
                    <a:pt x="3809" y="58419"/>
                  </a:moveTo>
                  <a:lnTo>
                    <a:pt x="0" y="58419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8419"/>
                  </a:lnTo>
                  <a:close/>
                </a:path>
              </a:pathLst>
            </a:custGeom>
            <a:solidFill>
              <a:srgbClr val="8799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0" name="object 3280"/>
            <p:cNvSpPr/>
            <p:nvPr/>
          </p:nvSpPr>
          <p:spPr>
            <a:xfrm>
              <a:off x="6645910" y="52158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89">
                  <a:moveTo>
                    <a:pt x="381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0"/>
                  </a:lnTo>
                  <a:close/>
                </a:path>
                <a:path w="3809" h="59689">
                  <a:moveTo>
                    <a:pt x="381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6349"/>
                  </a:lnTo>
                  <a:close/>
                </a:path>
                <a:path w="3809" h="59689">
                  <a:moveTo>
                    <a:pt x="3810" y="12699"/>
                  </a:moveTo>
                  <a:lnTo>
                    <a:pt x="0" y="12699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2699"/>
                  </a:lnTo>
                  <a:close/>
                </a:path>
                <a:path w="3809" h="59689">
                  <a:moveTo>
                    <a:pt x="3810" y="17779"/>
                  </a:moveTo>
                  <a:lnTo>
                    <a:pt x="0" y="17779"/>
                  </a:lnTo>
                  <a:lnTo>
                    <a:pt x="0" y="20319"/>
                  </a:lnTo>
                  <a:lnTo>
                    <a:pt x="3810" y="20319"/>
                  </a:lnTo>
                  <a:lnTo>
                    <a:pt x="3810" y="17779"/>
                  </a:lnTo>
                  <a:close/>
                </a:path>
                <a:path w="3809" h="59689">
                  <a:moveTo>
                    <a:pt x="3810" y="20319"/>
                  </a:moveTo>
                  <a:lnTo>
                    <a:pt x="0" y="20319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20319"/>
                  </a:lnTo>
                  <a:close/>
                </a:path>
                <a:path w="3809" h="59689">
                  <a:moveTo>
                    <a:pt x="3810" y="24129"/>
                  </a:moveTo>
                  <a:lnTo>
                    <a:pt x="0" y="24129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4129"/>
                  </a:lnTo>
                  <a:close/>
                </a:path>
                <a:path w="3809" h="59689">
                  <a:moveTo>
                    <a:pt x="3810" y="33019"/>
                  </a:moveTo>
                  <a:lnTo>
                    <a:pt x="0" y="33019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33019"/>
                  </a:lnTo>
                  <a:close/>
                </a:path>
                <a:path w="3809" h="59689">
                  <a:moveTo>
                    <a:pt x="3810" y="36829"/>
                  </a:moveTo>
                  <a:lnTo>
                    <a:pt x="0" y="36829"/>
                  </a:lnTo>
                  <a:lnTo>
                    <a:pt x="0" y="39369"/>
                  </a:lnTo>
                  <a:lnTo>
                    <a:pt x="3810" y="39369"/>
                  </a:lnTo>
                  <a:lnTo>
                    <a:pt x="3810" y="36829"/>
                  </a:lnTo>
                  <a:close/>
                </a:path>
                <a:path w="3809" h="59689">
                  <a:moveTo>
                    <a:pt x="3810" y="39369"/>
                  </a:moveTo>
                  <a:lnTo>
                    <a:pt x="0" y="39369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39369"/>
                  </a:lnTo>
                  <a:close/>
                </a:path>
                <a:path w="3809" h="59689">
                  <a:moveTo>
                    <a:pt x="3810" y="43179"/>
                  </a:moveTo>
                  <a:lnTo>
                    <a:pt x="0" y="43179"/>
                  </a:lnTo>
                  <a:lnTo>
                    <a:pt x="0" y="45719"/>
                  </a:lnTo>
                  <a:lnTo>
                    <a:pt x="3810" y="45719"/>
                  </a:lnTo>
                  <a:lnTo>
                    <a:pt x="3810" y="43179"/>
                  </a:lnTo>
                  <a:close/>
                </a:path>
                <a:path w="3809" h="59689">
                  <a:moveTo>
                    <a:pt x="3810" y="45719"/>
                  </a:moveTo>
                  <a:lnTo>
                    <a:pt x="0" y="45719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5719"/>
                  </a:lnTo>
                  <a:close/>
                </a:path>
                <a:path w="3809" h="59689">
                  <a:moveTo>
                    <a:pt x="3810" y="49529"/>
                  </a:moveTo>
                  <a:lnTo>
                    <a:pt x="0" y="49529"/>
                  </a:lnTo>
                  <a:lnTo>
                    <a:pt x="0" y="52069"/>
                  </a:lnTo>
                  <a:lnTo>
                    <a:pt x="3810" y="52069"/>
                  </a:lnTo>
                  <a:lnTo>
                    <a:pt x="3810" y="49529"/>
                  </a:lnTo>
                  <a:close/>
                </a:path>
                <a:path w="3809" h="59689">
                  <a:moveTo>
                    <a:pt x="3810" y="52069"/>
                  </a:moveTo>
                  <a:lnTo>
                    <a:pt x="0" y="52069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52069"/>
                  </a:lnTo>
                  <a:close/>
                </a:path>
                <a:path w="3809" h="59689">
                  <a:moveTo>
                    <a:pt x="3810" y="55879"/>
                  </a:moveTo>
                  <a:lnTo>
                    <a:pt x="0" y="55879"/>
                  </a:lnTo>
                  <a:lnTo>
                    <a:pt x="0" y="58419"/>
                  </a:lnTo>
                  <a:lnTo>
                    <a:pt x="3810" y="58419"/>
                  </a:lnTo>
                  <a:lnTo>
                    <a:pt x="3810" y="55879"/>
                  </a:lnTo>
                  <a:close/>
                </a:path>
                <a:path w="3809" h="59689">
                  <a:moveTo>
                    <a:pt x="3810" y="58419"/>
                  </a:moveTo>
                  <a:lnTo>
                    <a:pt x="0" y="58419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8419"/>
                  </a:lnTo>
                  <a:close/>
                </a:path>
              </a:pathLst>
            </a:custGeom>
            <a:solidFill>
              <a:srgbClr val="899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1" name="object 3281"/>
            <p:cNvSpPr/>
            <p:nvPr/>
          </p:nvSpPr>
          <p:spPr>
            <a:xfrm>
              <a:off x="6649720" y="5215889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89">
                  <a:moveTo>
                    <a:pt x="380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0"/>
                  </a:lnTo>
                  <a:close/>
                </a:path>
                <a:path w="3809" h="59689">
                  <a:moveTo>
                    <a:pt x="380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6349"/>
                  </a:lnTo>
                  <a:close/>
                </a:path>
                <a:path w="3809" h="59689">
                  <a:moveTo>
                    <a:pt x="3809" y="12699"/>
                  </a:moveTo>
                  <a:lnTo>
                    <a:pt x="0" y="12699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2699"/>
                  </a:lnTo>
                  <a:close/>
                </a:path>
                <a:path w="3809" h="59689">
                  <a:moveTo>
                    <a:pt x="3809" y="17779"/>
                  </a:moveTo>
                  <a:lnTo>
                    <a:pt x="0" y="17779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7779"/>
                  </a:lnTo>
                  <a:close/>
                </a:path>
                <a:path w="3809" h="59689">
                  <a:moveTo>
                    <a:pt x="3809" y="20319"/>
                  </a:moveTo>
                  <a:lnTo>
                    <a:pt x="0" y="20319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20319"/>
                  </a:lnTo>
                  <a:close/>
                </a:path>
                <a:path w="3809" h="59689">
                  <a:moveTo>
                    <a:pt x="3809" y="24129"/>
                  </a:moveTo>
                  <a:lnTo>
                    <a:pt x="0" y="24129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4129"/>
                  </a:lnTo>
                  <a:close/>
                </a:path>
                <a:path w="3809" h="59689">
                  <a:moveTo>
                    <a:pt x="3809" y="33019"/>
                  </a:moveTo>
                  <a:lnTo>
                    <a:pt x="0" y="33019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3019"/>
                  </a:lnTo>
                  <a:close/>
                </a:path>
                <a:path w="3809" h="59689">
                  <a:moveTo>
                    <a:pt x="3809" y="36829"/>
                  </a:moveTo>
                  <a:lnTo>
                    <a:pt x="0" y="36829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6829"/>
                  </a:lnTo>
                  <a:close/>
                </a:path>
                <a:path w="3809" h="59689">
                  <a:moveTo>
                    <a:pt x="3809" y="39369"/>
                  </a:moveTo>
                  <a:lnTo>
                    <a:pt x="0" y="39369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39369"/>
                  </a:lnTo>
                  <a:close/>
                </a:path>
                <a:path w="3809" h="59689">
                  <a:moveTo>
                    <a:pt x="3809" y="43179"/>
                  </a:moveTo>
                  <a:lnTo>
                    <a:pt x="0" y="43179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43179"/>
                  </a:lnTo>
                  <a:close/>
                </a:path>
                <a:path w="3809" h="59689">
                  <a:moveTo>
                    <a:pt x="3809" y="45719"/>
                  </a:moveTo>
                  <a:lnTo>
                    <a:pt x="0" y="45719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5719"/>
                  </a:lnTo>
                  <a:close/>
                </a:path>
                <a:path w="3809" h="59689">
                  <a:moveTo>
                    <a:pt x="3809" y="49529"/>
                  </a:moveTo>
                  <a:lnTo>
                    <a:pt x="0" y="49529"/>
                  </a:lnTo>
                  <a:lnTo>
                    <a:pt x="0" y="52069"/>
                  </a:lnTo>
                  <a:lnTo>
                    <a:pt x="3809" y="52069"/>
                  </a:lnTo>
                  <a:lnTo>
                    <a:pt x="3809" y="49529"/>
                  </a:lnTo>
                  <a:close/>
                </a:path>
                <a:path w="3809" h="59689">
                  <a:moveTo>
                    <a:pt x="3809" y="52069"/>
                  </a:moveTo>
                  <a:lnTo>
                    <a:pt x="0" y="52069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52069"/>
                  </a:lnTo>
                  <a:close/>
                </a:path>
                <a:path w="3809" h="59689">
                  <a:moveTo>
                    <a:pt x="3809" y="55879"/>
                  </a:moveTo>
                  <a:lnTo>
                    <a:pt x="0" y="55879"/>
                  </a:lnTo>
                  <a:lnTo>
                    <a:pt x="0" y="58419"/>
                  </a:lnTo>
                  <a:lnTo>
                    <a:pt x="3809" y="58419"/>
                  </a:lnTo>
                  <a:lnTo>
                    <a:pt x="3809" y="55879"/>
                  </a:lnTo>
                  <a:close/>
                </a:path>
                <a:path w="3809" h="59689">
                  <a:moveTo>
                    <a:pt x="3809" y="58419"/>
                  </a:moveTo>
                  <a:lnTo>
                    <a:pt x="0" y="58419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8419"/>
                  </a:lnTo>
                  <a:close/>
                </a:path>
              </a:pathLst>
            </a:custGeom>
            <a:solidFill>
              <a:srgbClr val="8C9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2" name="object 3282"/>
            <p:cNvSpPr/>
            <p:nvPr/>
          </p:nvSpPr>
          <p:spPr>
            <a:xfrm>
              <a:off x="6653530" y="5217159"/>
              <a:ext cx="3810" cy="57150"/>
            </a:xfrm>
            <a:custGeom>
              <a:avLst/>
              <a:gdLst/>
              <a:ahLst/>
              <a:cxnLst/>
              <a:rect l="l" t="t" r="r" b="b"/>
              <a:pathLst>
                <a:path w="3809" h="57150">
                  <a:moveTo>
                    <a:pt x="381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09" h="57150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09" h="57150">
                  <a:moveTo>
                    <a:pt x="3810" y="11430"/>
                  </a:moveTo>
                  <a:lnTo>
                    <a:pt x="0" y="1143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1430"/>
                  </a:lnTo>
                  <a:close/>
                </a:path>
                <a:path w="3809" h="57150">
                  <a:moveTo>
                    <a:pt x="381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6509"/>
                  </a:lnTo>
                  <a:close/>
                </a:path>
                <a:path w="3809" h="57150">
                  <a:moveTo>
                    <a:pt x="381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9050"/>
                  </a:lnTo>
                  <a:close/>
                </a:path>
                <a:path w="3809" h="57150">
                  <a:moveTo>
                    <a:pt x="3810" y="22859"/>
                  </a:moveTo>
                  <a:lnTo>
                    <a:pt x="0" y="2285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2859"/>
                  </a:lnTo>
                  <a:close/>
                </a:path>
                <a:path w="3809" h="57150">
                  <a:moveTo>
                    <a:pt x="3810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31750"/>
                  </a:lnTo>
                  <a:close/>
                </a:path>
                <a:path w="3809" h="57150">
                  <a:moveTo>
                    <a:pt x="381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5559"/>
                  </a:lnTo>
                  <a:close/>
                </a:path>
                <a:path w="3809" h="57150">
                  <a:moveTo>
                    <a:pt x="381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8100"/>
                  </a:lnTo>
                  <a:close/>
                </a:path>
                <a:path w="3809" h="57150">
                  <a:moveTo>
                    <a:pt x="381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1909"/>
                  </a:lnTo>
                  <a:close/>
                </a:path>
                <a:path w="3809" h="57150">
                  <a:moveTo>
                    <a:pt x="381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4450"/>
                  </a:lnTo>
                  <a:close/>
                </a:path>
                <a:path w="3809" h="57150">
                  <a:moveTo>
                    <a:pt x="3810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8259"/>
                  </a:lnTo>
                  <a:close/>
                </a:path>
                <a:path w="3809" h="57150">
                  <a:moveTo>
                    <a:pt x="3810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0800"/>
                  </a:lnTo>
                  <a:close/>
                </a:path>
                <a:path w="3809" h="57150">
                  <a:moveTo>
                    <a:pt x="3810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3810" y="57149"/>
                  </a:lnTo>
                  <a:lnTo>
                    <a:pt x="3810" y="54609"/>
                  </a:lnTo>
                  <a:close/>
                </a:path>
              </a:pathLst>
            </a:custGeom>
            <a:solidFill>
              <a:srgbClr val="8F9F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3" name="object 3283"/>
            <p:cNvSpPr/>
            <p:nvPr/>
          </p:nvSpPr>
          <p:spPr>
            <a:xfrm>
              <a:off x="6657340" y="5217159"/>
              <a:ext cx="2540" cy="57150"/>
            </a:xfrm>
            <a:custGeom>
              <a:avLst/>
              <a:gdLst/>
              <a:ahLst/>
              <a:cxnLst/>
              <a:rect l="l" t="t" r="r" b="b"/>
              <a:pathLst>
                <a:path w="2540" h="57150">
                  <a:moveTo>
                    <a:pt x="253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2539" y="5079"/>
                  </a:lnTo>
                  <a:lnTo>
                    <a:pt x="2539" y="0"/>
                  </a:lnTo>
                  <a:close/>
                </a:path>
                <a:path w="2540" h="57150">
                  <a:moveTo>
                    <a:pt x="253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2539" y="11429"/>
                  </a:lnTo>
                  <a:lnTo>
                    <a:pt x="2539" y="5080"/>
                  </a:lnTo>
                  <a:close/>
                </a:path>
                <a:path w="2540" h="57150">
                  <a:moveTo>
                    <a:pt x="2539" y="11430"/>
                  </a:moveTo>
                  <a:lnTo>
                    <a:pt x="0" y="11430"/>
                  </a:lnTo>
                  <a:lnTo>
                    <a:pt x="0" y="16509"/>
                  </a:lnTo>
                  <a:lnTo>
                    <a:pt x="2539" y="16509"/>
                  </a:lnTo>
                  <a:lnTo>
                    <a:pt x="2539" y="11430"/>
                  </a:lnTo>
                  <a:close/>
                </a:path>
                <a:path w="2540" h="57150">
                  <a:moveTo>
                    <a:pt x="253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2539" y="19049"/>
                  </a:lnTo>
                  <a:lnTo>
                    <a:pt x="2539" y="16509"/>
                  </a:lnTo>
                  <a:close/>
                </a:path>
                <a:path w="2540" h="57150">
                  <a:moveTo>
                    <a:pt x="253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2539" y="22859"/>
                  </a:lnTo>
                  <a:lnTo>
                    <a:pt x="2539" y="19050"/>
                  </a:lnTo>
                  <a:close/>
                </a:path>
                <a:path w="2540" h="57150">
                  <a:moveTo>
                    <a:pt x="2539" y="22859"/>
                  </a:moveTo>
                  <a:lnTo>
                    <a:pt x="0" y="22859"/>
                  </a:lnTo>
                  <a:lnTo>
                    <a:pt x="0" y="31749"/>
                  </a:lnTo>
                  <a:lnTo>
                    <a:pt x="2539" y="31749"/>
                  </a:lnTo>
                  <a:lnTo>
                    <a:pt x="2539" y="22859"/>
                  </a:lnTo>
                  <a:close/>
                </a:path>
                <a:path w="2540" h="57150">
                  <a:moveTo>
                    <a:pt x="2539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2539" y="35559"/>
                  </a:lnTo>
                  <a:lnTo>
                    <a:pt x="2539" y="31750"/>
                  </a:lnTo>
                  <a:close/>
                </a:path>
                <a:path w="2540" h="57150">
                  <a:moveTo>
                    <a:pt x="253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2539" y="38099"/>
                  </a:lnTo>
                  <a:lnTo>
                    <a:pt x="2539" y="35559"/>
                  </a:lnTo>
                  <a:close/>
                </a:path>
                <a:path w="2540" h="57150">
                  <a:moveTo>
                    <a:pt x="253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2539" y="41909"/>
                  </a:lnTo>
                  <a:lnTo>
                    <a:pt x="2539" y="38100"/>
                  </a:lnTo>
                  <a:close/>
                </a:path>
                <a:path w="2540" h="57150">
                  <a:moveTo>
                    <a:pt x="253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2539" y="44449"/>
                  </a:lnTo>
                  <a:lnTo>
                    <a:pt x="2539" y="41909"/>
                  </a:lnTo>
                  <a:close/>
                </a:path>
                <a:path w="2540" h="57150">
                  <a:moveTo>
                    <a:pt x="2539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2539" y="48259"/>
                  </a:lnTo>
                  <a:lnTo>
                    <a:pt x="2539" y="44450"/>
                  </a:lnTo>
                  <a:close/>
                </a:path>
                <a:path w="2540" h="57150">
                  <a:moveTo>
                    <a:pt x="253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2539" y="50799"/>
                  </a:lnTo>
                  <a:lnTo>
                    <a:pt x="2539" y="48259"/>
                  </a:lnTo>
                  <a:close/>
                </a:path>
                <a:path w="2540" h="57150">
                  <a:moveTo>
                    <a:pt x="2539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2539" y="54609"/>
                  </a:lnTo>
                  <a:lnTo>
                    <a:pt x="2539" y="50800"/>
                  </a:lnTo>
                  <a:close/>
                </a:path>
                <a:path w="2540" h="57150">
                  <a:moveTo>
                    <a:pt x="2539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1270" y="57149"/>
                  </a:lnTo>
                  <a:lnTo>
                    <a:pt x="1270" y="55879"/>
                  </a:lnTo>
                  <a:lnTo>
                    <a:pt x="2539" y="55879"/>
                  </a:lnTo>
                  <a:lnTo>
                    <a:pt x="2539" y="54609"/>
                  </a:lnTo>
                  <a:close/>
                </a:path>
              </a:pathLst>
            </a:custGeom>
            <a:solidFill>
              <a:srgbClr val="91A2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4" name="object 3284"/>
            <p:cNvSpPr/>
            <p:nvPr/>
          </p:nvSpPr>
          <p:spPr>
            <a:xfrm>
              <a:off x="6659880" y="5217159"/>
              <a:ext cx="3810" cy="55880"/>
            </a:xfrm>
            <a:custGeom>
              <a:avLst/>
              <a:gdLst/>
              <a:ahLst/>
              <a:cxnLst/>
              <a:rect l="l" t="t" r="r" b="b"/>
              <a:pathLst>
                <a:path w="3809" h="55879">
                  <a:moveTo>
                    <a:pt x="381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0"/>
                  </a:lnTo>
                  <a:close/>
                </a:path>
                <a:path w="3809" h="55879">
                  <a:moveTo>
                    <a:pt x="381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5080"/>
                  </a:lnTo>
                  <a:close/>
                </a:path>
                <a:path w="3809" h="55879">
                  <a:moveTo>
                    <a:pt x="3810" y="11430"/>
                  </a:moveTo>
                  <a:lnTo>
                    <a:pt x="0" y="1143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1430"/>
                  </a:lnTo>
                  <a:close/>
                </a:path>
                <a:path w="3809" h="55879">
                  <a:moveTo>
                    <a:pt x="381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6509"/>
                  </a:lnTo>
                  <a:close/>
                </a:path>
                <a:path w="3809" h="55879">
                  <a:moveTo>
                    <a:pt x="381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9050"/>
                  </a:lnTo>
                  <a:close/>
                </a:path>
                <a:path w="3809" h="55879">
                  <a:moveTo>
                    <a:pt x="3810" y="22859"/>
                  </a:moveTo>
                  <a:lnTo>
                    <a:pt x="0" y="2285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2859"/>
                  </a:lnTo>
                  <a:close/>
                </a:path>
                <a:path w="3809" h="55879">
                  <a:moveTo>
                    <a:pt x="3810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31750"/>
                  </a:lnTo>
                  <a:close/>
                </a:path>
                <a:path w="3809" h="55879">
                  <a:moveTo>
                    <a:pt x="381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5559"/>
                  </a:lnTo>
                  <a:close/>
                </a:path>
                <a:path w="3809" h="55879">
                  <a:moveTo>
                    <a:pt x="381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8100"/>
                  </a:lnTo>
                  <a:close/>
                </a:path>
                <a:path w="3809" h="55879">
                  <a:moveTo>
                    <a:pt x="381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1909"/>
                  </a:lnTo>
                  <a:close/>
                </a:path>
                <a:path w="3809" h="55879">
                  <a:moveTo>
                    <a:pt x="381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4450"/>
                  </a:lnTo>
                  <a:close/>
                </a:path>
                <a:path w="3809" h="55879">
                  <a:moveTo>
                    <a:pt x="3810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10" y="50799"/>
                  </a:lnTo>
                  <a:lnTo>
                    <a:pt x="3810" y="48259"/>
                  </a:lnTo>
                  <a:close/>
                </a:path>
                <a:path w="3809" h="55879">
                  <a:moveTo>
                    <a:pt x="3810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0800"/>
                  </a:lnTo>
                  <a:close/>
                </a:path>
                <a:path w="3809" h="55879">
                  <a:moveTo>
                    <a:pt x="3810" y="54609"/>
                  </a:moveTo>
                  <a:lnTo>
                    <a:pt x="0" y="54609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54609"/>
                  </a:lnTo>
                  <a:close/>
                </a:path>
              </a:pathLst>
            </a:custGeom>
            <a:solidFill>
              <a:srgbClr val="94A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5" name="object 3285"/>
            <p:cNvSpPr/>
            <p:nvPr/>
          </p:nvSpPr>
          <p:spPr>
            <a:xfrm>
              <a:off x="6663690" y="5217159"/>
              <a:ext cx="3810" cy="55880"/>
            </a:xfrm>
            <a:custGeom>
              <a:avLst/>
              <a:gdLst/>
              <a:ahLst/>
              <a:cxnLst/>
              <a:rect l="l" t="t" r="r" b="b"/>
              <a:pathLst>
                <a:path w="3809" h="55879">
                  <a:moveTo>
                    <a:pt x="380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0"/>
                  </a:lnTo>
                  <a:close/>
                </a:path>
                <a:path w="3809" h="55879">
                  <a:moveTo>
                    <a:pt x="380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5080"/>
                  </a:lnTo>
                  <a:close/>
                </a:path>
                <a:path w="3809" h="55879">
                  <a:moveTo>
                    <a:pt x="3809" y="11430"/>
                  </a:moveTo>
                  <a:lnTo>
                    <a:pt x="0" y="1143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1430"/>
                  </a:lnTo>
                  <a:close/>
                </a:path>
                <a:path w="3809" h="55879">
                  <a:moveTo>
                    <a:pt x="380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6509"/>
                  </a:lnTo>
                  <a:close/>
                </a:path>
                <a:path w="3809" h="55879">
                  <a:moveTo>
                    <a:pt x="380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19050"/>
                  </a:lnTo>
                  <a:close/>
                </a:path>
                <a:path w="3809" h="55879">
                  <a:moveTo>
                    <a:pt x="3809" y="22859"/>
                  </a:moveTo>
                  <a:lnTo>
                    <a:pt x="0" y="2285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2859"/>
                  </a:lnTo>
                  <a:close/>
                </a:path>
                <a:path w="3809" h="55879">
                  <a:moveTo>
                    <a:pt x="3809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31750"/>
                  </a:lnTo>
                  <a:close/>
                </a:path>
                <a:path w="3809" h="55879">
                  <a:moveTo>
                    <a:pt x="380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5559"/>
                  </a:lnTo>
                  <a:close/>
                </a:path>
                <a:path w="3809" h="55879">
                  <a:moveTo>
                    <a:pt x="380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8100"/>
                  </a:lnTo>
                  <a:close/>
                </a:path>
                <a:path w="3809" h="55879">
                  <a:moveTo>
                    <a:pt x="380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1909"/>
                  </a:lnTo>
                  <a:close/>
                </a:path>
                <a:path w="3809" h="55879">
                  <a:moveTo>
                    <a:pt x="3809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44450"/>
                  </a:lnTo>
                  <a:close/>
                </a:path>
                <a:path w="3809" h="55879">
                  <a:moveTo>
                    <a:pt x="380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8259"/>
                  </a:lnTo>
                  <a:close/>
                </a:path>
                <a:path w="3809" h="55879">
                  <a:moveTo>
                    <a:pt x="3809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09" y="54609"/>
                  </a:lnTo>
                  <a:lnTo>
                    <a:pt x="3809" y="50800"/>
                  </a:lnTo>
                  <a:close/>
                </a:path>
                <a:path w="3809" h="55879">
                  <a:moveTo>
                    <a:pt x="2539" y="54609"/>
                  </a:moveTo>
                  <a:lnTo>
                    <a:pt x="0" y="54609"/>
                  </a:lnTo>
                  <a:lnTo>
                    <a:pt x="0" y="55879"/>
                  </a:lnTo>
                  <a:lnTo>
                    <a:pt x="2539" y="55879"/>
                  </a:lnTo>
                  <a:lnTo>
                    <a:pt x="2539" y="54609"/>
                  </a:lnTo>
                  <a:close/>
                </a:path>
              </a:pathLst>
            </a:custGeom>
            <a:solidFill>
              <a:srgbClr val="97A6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6" name="object 3286"/>
            <p:cNvSpPr/>
            <p:nvPr/>
          </p:nvSpPr>
          <p:spPr>
            <a:xfrm>
              <a:off x="6667500" y="5217159"/>
              <a:ext cx="3810" cy="54610"/>
            </a:xfrm>
            <a:custGeom>
              <a:avLst/>
              <a:gdLst/>
              <a:ahLst/>
              <a:cxnLst/>
              <a:rect l="l" t="t" r="r" b="b"/>
              <a:pathLst>
                <a:path w="3809" h="54610">
                  <a:moveTo>
                    <a:pt x="380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0"/>
                  </a:lnTo>
                  <a:close/>
                </a:path>
                <a:path w="3809" h="54610">
                  <a:moveTo>
                    <a:pt x="380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5080"/>
                  </a:lnTo>
                  <a:close/>
                </a:path>
                <a:path w="3809" h="54610">
                  <a:moveTo>
                    <a:pt x="3809" y="11430"/>
                  </a:moveTo>
                  <a:lnTo>
                    <a:pt x="0" y="1143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1430"/>
                  </a:lnTo>
                  <a:close/>
                </a:path>
                <a:path w="3809" h="54610">
                  <a:moveTo>
                    <a:pt x="380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6509"/>
                  </a:lnTo>
                  <a:close/>
                </a:path>
                <a:path w="3809" h="54610">
                  <a:moveTo>
                    <a:pt x="380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09" y="22859"/>
                  </a:lnTo>
                  <a:lnTo>
                    <a:pt x="3809" y="19050"/>
                  </a:lnTo>
                  <a:close/>
                </a:path>
                <a:path w="3809" h="54610">
                  <a:moveTo>
                    <a:pt x="3809" y="22859"/>
                  </a:moveTo>
                  <a:lnTo>
                    <a:pt x="0" y="2285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2859"/>
                  </a:lnTo>
                  <a:close/>
                </a:path>
                <a:path w="3809" h="54610">
                  <a:moveTo>
                    <a:pt x="3809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31750"/>
                  </a:lnTo>
                  <a:close/>
                </a:path>
                <a:path w="3809" h="54610">
                  <a:moveTo>
                    <a:pt x="380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5559"/>
                  </a:lnTo>
                  <a:close/>
                </a:path>
                <a:path w="3809" h="54610">
                  <a:moveTo>
                    <a:pt x="380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8100"/>
                  </a:lnTo>
                  <a:close/>
                </a:path>
                <a:path w="3809" h="54610">
                  <a:moveTo>
                    <a:pt x="380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1909"/>
                  </a:lnTo>
                  <a:close/>
                </a:path>
                <a:path w="3809" h="54610">
                  <a:moveTo>
                    <a:pt x="3809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44450"/>
                  </a:lnTo>
                  <a:close/>
                </a:path>
                <a:path w="3809" h="54610">
                  <a:moveTo>
                    <a:pt x="380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3809" y="50799"/>
                  </a:lnTo>
                  <a:lnTo>
                    <a:pt x="3809" y="48259"/>
                  </a:lnTo>
                  <a:close/>
                </a:path>
                <a:path w="3809" h="54610">
                  <a:moveTo>
                    <a:pt x="3809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3809" y="54609"/>
                  </a:lnTo>
                  <a:lnTo>
                    <a:pt x="3809" y="50800"/>
                  </a:lnTo>
                  <a:close/>
                </a:path>
              </a:pathLst>
            </a:custGeom>
            <a:solidFill>
              <a:srgbClr val="99A8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7" name="object 3287"/>
            <p:cNvSpPr/>
            <p:nvPr/>
          </p:nvSpPr>
          <p:spPr>
            <a:xfrm>
              <a:off x="6671310" y="5218430"/>
              <a:ext cx="3810" cy="53340"/>
            </a:xfrm>
            <a:custGeom>
              <a:avLst/>
              <a:gdLst/>
              <a:ahLst/>
              <a:cxnLst/>
              <a:rect l="l" t="t" r="r" b="b"/>
              <a:pathLst>
                <a:path w="3809" h="53339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3809" h="53339">
                  <a:moveTo>
                    <a:pt x="3810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3810"/>
                  </a:lnTo>
                  <a:close/>
                </a:path>
                <a:path w="3809" h="53339">
                  <a:moveTo>
                    <a:pt x="3810" y="10160"/>
                  </a:moveTo>
                  <a:lnTo>
                    <a:pt x="0" y="1016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0160"/>
                  </a:lnTo>
                  <a:close/>
                </a:path>
                <a:path w="3809" h="53339">
                  <a:moveTo>
                    <a:pt x="381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40"/>
                  </a:lnTo>
                  <a:close/>
                </a:path>
                <a:path w="3809" h="53339">
                  <a:moveTo>
                    <a:pt x="3810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7780"/>
                  </a:lnTo>
                  <a:close/>
                </a:path>
                <a:path w="3809" h="53339">
                  <a:moveTo>
                    <a:pt x="3810" y="21590"/>
                  </a:moveTo>
                  <a:lnTo>
                    <a:pt x="0" y="2159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21590"/>
                  </a:lnTo>
                  <a:close/>
                </a:path>
                <a:path w="3809" h="53339">
                  <a:moveTo>
                    <a:pt x="3810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3810" y="34290"/>
                  </a:lnTo>
                  <a:lnTo>
                    <a:pt x="3810" y="30480"/>
                  </a:lnTo>
                  <a:close/>
                </a:path>
                <a:path w="3809" h="53339">
                  <a:moveTo>
                    <a:pt x="3810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4290"/>
                  </a:lnTo>
                  <a:close/>
                </a:path>
                <a:path w="3809" h="53339">
                  <a:moveTo>
                    <a:pt x="3810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3810" y="40640"/>
                  </a:lnTo>
                  <a:lnTo>
                    <a:pt x="3810" y="36830"/>
                  </a:lnTo>
                  <a:close/>
                </a:path>
                <a:path w="3809" h="53339">
                  <a:moveTo>
                    <a:pt x="3810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40640"/>
                  </a:lnTo>
                  <a:close/>
                </a:path>
                <a:path w="3809" h="53339">
                  <a:moveTo>
                    <a:pt x="3810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3810" y="46990"/>
                  </a:lnTo>
                  <a:lnTo>
                    <a:pt x="3810" y="43180"/>
                  </a:lnTo>
                  <a:close/>
                </a:path>
                <a:path w="3809" h="53339">
                  <a:moveTo>
                    <a:pt x="3810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6990"/>
                  </a:lnTo>
                  <a:close/>
                </a:path>
                <a:path w="3809" h="53339">
                  <a:moveTo>
                    <a:pt x="3810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3810" y="53340"/>
                  </a:lnTo>
                  <a:lnTo>
                    <a:pt x="3810" y="49530"/>
                  </a:lnTo>
                  <a:close/>
                </a:path>
              </a:pathLst>
            </a:custGeom>
            <a:solidFill>
              <a:srgbClr val="9CA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8" name="object 3288"/>
            <p:cNvSpPr/>
            <p:nvPr/>
          </p:nvSpPr>
          <p:spPr>
            <a:xfrm>
              <a:off x="6675120" y="5218430"/>
              <a:ext cx="3810" cy="53340"/>
            </a:xfrm>
            <a:custGeom>
              <a:avLst/>
              <a:gdLst/>
              <a:ahLst/>
              <a:cxnLst/>
              <a:rect l="l" t="t" r="r" b="b"/>
              <a:pathLst>
                <a:path w="3809" h="53339">
                  <a:moveTo>
                    <a:pt x="254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  <a:path w="3809" h="53339">
                  <a:moveTo>
                    <a:pt x="380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3810"/>
                  </a:lnTo>
                  <a:close/>
                </a:path>
                <a:path w="3809" h="53339">
                  <a:moveTo>
                    <a:pt x="3809" y="10160"/>
                  </a:moveTo>
                  <a:lnTo>
                    <a:pt x="0" y="10160"/>
                  </a:lnTo>
                  <a:lnTo>
                    <a:pt x="0" y="15240"/>
                  </a:lnTo>
                  <a:lnTo>
                    <a:pt x="3809" y="15240"/>
                  </a:lnTo>
                  <a:lnTo>
                    <a:pt x="3809" y="10160"/>
                  </a:lnTo>
                  <a:close/>
                </a:path>
                <a:path w="3809" h="53339">
                  <a:moveTo>
                    <a:pt x="3809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5240"/>
                  </a:lnTo>
                  <a:close/>
                </a:path>
                <a:path w="3809" h="53339">
                  <a:moveTo>
                    <a:pt x="3809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09" y="21590"/>
                  </a:lnTo>
                  <a:lnTo>
                    <a:pt x="3809" y="17780"/>
                  </a:lnTo>
                  <a:close/>
                </a:path>
                <a:path w="3809" h="53339">
                  <a:moveTo>
                    <a:pt x="3809" y="21590"/>
                  </a:moveTo>
                  <a:lnTo>
                    <a:pt x="0" y="21590"/>
                  </a:lnTo>
                  <a:lnTo>
                    <a:pt x="0" y="30480"/>
                  </a:lnTo>
                  <a:lnTo>
                    <a:pt x="3809" y="30480"/>
                  </a:lnTo>
                  <a:lnTo>
                    <a:pt x="3809" y="21590"/>
                  </a:lnTo>
                  <a:close/>
                </a:path>
                <a:path w="3809" h="53339">
                  <a:moveTo>
                    <a:pt x="3809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3809" y="34290"/>
                  </a:lnTo>
                  <a:lnTo>
                    <a:pt x="3809" y="30480"/>
                  </a:lnTo>
                  <a:close/>
                </a:path>
                <a:path w="3809" h="53339">
                  <a:moveTo>
                    <a:pt x="3809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4290"/>
                  </a:lnTo>
                  <a:close/>
                </a:path>
                <a:path w="3809" h="53339">
                  <a:moveTo>
                    <a:pt x="3809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3809" y="40640"/>
                  </a:lnTo>
                  <a:lnTo>
                    <a:pt x="3809" y="36830"/>
                  </a:lnTo>
                  <a:close/>
                </a:path>
                <a:path w="3809" h="53339">
                  <a:moveTo>
                    <a:pt x="3809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3809" y="43180"/>
                  </a:lnTo>
                  <a:lnTo>
                    <a:pt x="3809" y="40640"/>
                  </a:lnTo>
                  <a:close/>
                </a:path>
                <a:path w="3809" h="53339">
                  <a:moveTo>
                    <a:pt x="3809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3809" y="46990"/>
                  </a:lnTo>
                  <a:lnTo>
                    <a:pt x="3809" y="43180"/>
                  </a:lnTo>
                  <a:close/>
                </a:path>
                <a:path w="3809" h="53339">
                  <a:moveTo>
                    <a:pt x="3809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3809" y="49530"/>
                  </a:lnTo>
                  <a:lnTo>
                    <a:pt x="3809" y="46990"/>
                  </a:lnTo>
                  <a:close/>
                </a:path>
                <a:path w="3809" h="53339">
                  <a:moveTo>
                    <a:pt x="3809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2540" y="53340"/>
                  </a:lnTo>
                  <a:lnTo>
                    <a:pt x="2540" y="52070"/>
                  </a:lnTo>
                  <a:lnTo>
                    <a:pt x="3809" y="52070"/>
                  </a:lnTo>
                  <a:lnTo>
                    <a:pt x="3809" y="49530"/>
                  </a:lnTo>
                  <a:close/>
                </a:path>
              </a:pathLst>
            </a:custGeom>
            <a:solidFill>
              <a:srgbClr val="9FA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9" name="object 3289"/>
            <p:cNvSpPr/>
            <p:nvPr/>
          </p:nvSpPr>
          <p:spPr>
            <a:xfrm>
              <a:off x="6678930" y="5219700"/>
              <a:ext cx="2540" cy="50800"/>
            </a:xfrm>
            <a:custGeom>
              <a:avLst/>
              <a:gdLst/>
              <a:ahLst/>
              <a:cxnLst/>
              <a:rect l="l" t="t" r="r" b="b"/>
              <a:pathLst>
                <a:path w="2540" h="50800">
                  <a:moveTo>
                    <a:pt x="254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40" y="2539"/>
                  </a:lnTo>
                  <a:lnTo>
                    <a:pt x="2540" y="0"/>
                  </a:lnTo>
                  <a:close/>
                </a:path>
                <a:path w="2540" h="50800">
                  <a:moveTo>
                    <a:pt x="254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2540" y="8889"/>
                  </a:lnTo>
                  <a:lnTo>
                    <a:pt x="2540" y="2540"/>
                  </a:lnTo>
                  <a:close/>
                </a:path>
                <a:path w="2540" h="50800">
                  <a:moveTo>
                    <a:pt x="2540" y="8890"/>
                  </a:moveTo>
                  <a:lnTo>
                    <a:pt x="0" y="8890"/>
                  </a:lnTo>
                  <a:lnTo>
                    <a:pt x="0" y="13969"/>
                  </a:lnTo>
                  <a:lnTo>
                    <a:pt x="2540" y="13969"/>
                  </a:lnTo>
                  <a:lnTo>
                    <a:pt x="2540" y="8890"/>
                  </a:lnTo>
                  <a:close/>
                </a:path>
                <a:path w="2540" h="50800">
                  <a:moveTo>
                    <a:pt x="2540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2540" y="16509"/>
                  </a:lnTo>
                  <a:lnTo>
                    <a:pt x="2540" y="13970"/>
                  </a:lnTo>
                  <a:close/>
                </a:path>
                <a:path w="2540" h="50800">
                  <a:moveTo>
                    <a:pt x="2540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2540" y="20319"/>
                  </a:lnTo>
                  <a:lnTo>
                    <a:pt x="2540" y="16510"/>
                  </a:lnTo>
                  <a:close/>
                </a:path>
                <a:path w="2540" h="50800">
                  <a:moveTo>
                    <a:pt x="2540" y="20320"/>
                  </a:moveTo>
                  <a:lnTo>
                    <a:pt x="0" y="20320"/>
                  </a:lnTo>
                  <a:lnTo>
                    <a:pt x="0" y="29209"/>
                  </a:lnTo>
                  <a:lnTo>
                    <a:pt x="2540" y="29209"/>
                  </a:lnTo>
                  <a:lnTo>
                    <a:pt x="2540" y="20320"/>
                  </a:lnTo>
                  <a:close/>
                </a:path>
                <a:path w="2540" h="50800">
                  <a:moveTo>
                    <a:pt x="2540" y="29210"/>
                  </a:moveTo>
                  <a:lnTo>
                    <a:pt x="0" y="29210"/>
                  </a:lnTo>
                  <a:lnTo>
                    <a:pt x="0" y="33019"/>
                  </a:lnTo>
                  <a:lnTo>
                    <a:pt x="2540" y="33019"/>
                  </a:lnTo>
                  <a:lnTo>
                    <a:pt x="2540" y="29210"/>
                  </a:lnTo>
                  <a:close/>
                </a:path>
                <a:path w="2540" h="50800">
                  <a:moveTo>
                    <a:pt x="2540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2540" y="35559"/>
                  </a:lnTo>
                  <a:lnTo>
                    <a:pt x="2540" y="33020"/>
                  </a:lnTo>
                  <a:close/>
                </a:path>
                <a:path w="2540" h="50800">
                  <a:moveTo>
                    <a:pt x="2540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2540" y="39369"/>
                  </a:lnTo>
                  <a:lnTo>
                    <a:pt x="2540" y="35560"/>
                  </a:lnTo>
                  <a:close/>
                </a:path>
                <a:path w="2540" h="50800">
                  <a:moveTo>
                    <a:pt x="2540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2540" y="41909"/>
                  </a:lnTo>
                  <a:lnTo>
                    <a:pt x="2540" y="39370"/>
                  </a:lnTo>
                  <a:close/>
                </a:path>
                <a:path w="2540" h="50800">
                  <a:moveTo>
                    <a:pt x="2540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2540" y="45719"/>
                  </a:lnTo>
                  <a:lnTo>
                    <a:pt x="2540" y="41910"/>
                  </a:lnTo>
                  <a:close/>
                </a:path>
                <a:path w="2540" h="50800">
                  <a:moveTo>
                    <a:pt x="2540" y="45720"/>
                  </a:moveTo>
                  <a:lnTo>
                    <a:pt x="0" y="45720"/>
                  </a:lnTo>
                  <a:lnTo>
                    <a:pt x="0" y="48259"/>
                  </a:lnTo>
                  <a:lnTo>
                    <a:pt x="2540" y="48259"/>
                  </a:lnTo>
                  <a:lnTo>
                    <a:pt x="2540" y="45720"/>
                  </a:lnTo>
                  <a:close/>
                </a:path>
                <a:path w="2540" h="50800">
                  <a:moveTo>
                    <a:pt x="2540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2540" y="50800"/>
                  </a:lnTo>
                  <a:lnTo>
                    <a:pt x="2540" y="48260"/>
                  </a:lnTo>
                  <a:close/>
                </a:path>
              </a:pathLst>
            </a:custGeom>
            <a:solidFill>
              <a:srgbClr val="A1A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0" name="object 3290"/>
            <p:cNvSpPr/>
            <p:nvPr/>
          </p:nvSpPr>
          <p:spPr>
            <a:xfrm>
              <a:off x="6681470" y="5219700"/>
              <a:ext cx="3810" cy="49530"/>
            </a:xfrm>
            <a:custGeom>
              <a:avLst/>
              <a:gdLst/>
              <a:ahLst/>
              <a:cxnLst/>
              <a:rect l="l" t="t" r="r" b="b"/>
              <a:pathLst>
                <a:path w="3809" h="49529">
                  <a:moveTo>
                    <a:pt x="380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  <a:path w="3809" h="49529">
                  <a:moveTo>
                    <a:pt x="3809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2540"/>
                  </a:lnTo>
                  <a:close/>
                </a:path>
                <a:path w="3809" h="49529">
                  <a:moveTo>
                    <a:pt x="3809" y="8890"/>
                  </a:moveTo>
                  <a:lnTo>
                    <a:pt x="0" y="8890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8890"/>
                  </a:lnTo>
                  <a:close/>
                </a:path>
                <a:path w="3809" h="49529">
                  <a:moveTo>
                    <a:pt x="3809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3809" y="16509"/>
                  </a:lnTo>
                  <a:lnTo>
                    <a:pt x="3809" y="13970"/>
                  </a:lnTo>
                  <a:close/>
                </a:path>
                <a:path w="3809" h="49529">
                  <a:moveTo>
                    <a:pt x="3809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6510"/>
                  </a:lnTo>
                  <a:close/>
                </a:path>
                <a:path w="3809" h="49529">
                  <a:moveTo>
                    <a:pt x="3809" y="20320"/>
                  </a:moveTo>
                  <a:lnTo>
                    <a:pt x="0" y="20320"/>
                  </a:lnTo>
                  <a:lnTo>
                    <a:pt x="0" y="29209"/>
                  </a:lnTo>
                  <a:lnTo>
                    <a:pt x="3809" y="29209"/>
                  </a:lnTo>
                  <a:lnTo>
                    <a:pt x="3809" y="20320"/>
                  </a:lnTo>
                  <a:close/>
                </a:path>
                <a:path w="3809" h="49529">
                  <a:moveTo>
                    <a:pt x="3809" y="29210"/>
                  </a:moveTo>
                  <a:lnTo>
                    <a:pt x="0" y="29210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29210"/>
                  </a:lnTo>
                  <a:close/>
                </a:path>
                <a:path w="3809" h="49529">
                  <a:moveTo>
                    <a:pt x="3809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3809" y="35559"/>
                  </a:lnTo>
                  <a:lnTo>
                    <a:pt x="3809" y="33020"/>
                  </a:lnTo>
                  <a:close/>
                </a:path>
                <a:path w="3809" h="49529">
                  <a:moveTo>
                    <a:pt x="3809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5560"/>
                  </a:lnTo>
                  <a:close/>
                </a:path>
                <a:path w="3809" h="49529">
                  <a:moveTo>
                    <a:pt x="3809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39370"/>
                  </a:lnTo>
                  <a:close/>
                </a:path>
                <a:path w="3809" h="49529">
                  <a:moveTo>
                    <a:pt x="3809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41910"/>
                  </a:lnTo>
                  <a:close/>
                </a:path>
                <a:path w="3809" h="49529">
                  <a:moveTo>
                    <a:pt x="3809" y="45720"/>
                  </a:moveTo>
                  <a:lnTo>
                    <a:pt x="0" y="45720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45720"/>
                  </a:lnTo>
                  <a:close/>
                </a:path>
                <a:path w="3809" h="49529">
                  <a:moveTo>
                    <a:pt x="3809" y="48260"/>
                  </a:moveTo>
                  <a:lnTo>
                    <a:pt x="0" y="48260"/>
                  </a:lnTo>
                  <a:lnTo>
                    <a:pt x="0" y="49530"/>
                  </a:lnTo>
                  <a:lnTo>
                    <a:pt x="3809" y="49530"/>
                  </a:lnTo>
                  <a:lnTo>
                    <a:pt x="3809" y="48260"/>
                  </a:lnTo>
                  <a:close/>
                </a:path>
              </a:pathLst>
            </a:custGeom>
            <a:solidFill>
              <a:srgbClr val="A4B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1" name="object 3291"/>
            <p:cNvSpPr/>
            <p:nvPr/>
          </p:nvSpPr>
          <p:spPr>
            <a:xfrm>
              <a:off x="6685280" y="5220970"/>
              <a:ext cx="3810" cy="48260"/>
            </a:xfrm>
            <a:custGeom>
              <a:avLst/>
              <a:gdLst/>
              <a:ahLst/>
              <a:cxnLst/>
              <a:rect l="l" t="t" r="r" b="b"/>
              <a:pathLst>
                <a:path w="3809" h="48260">
                  <a:moveTo>
                    <a:pt x="381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3809" h="48260">
                  <a:moveTo>
                    <a:pt x="381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1269"/>
                  </a:lnTo>
                  <a:close/>
                </a:path>
                <a:path w="3809" h="48260">
                  <a:moveTo>
                    <a:pt x="3810" y="7619"/>
                  </a:moveTo>
                  <a:lnTo>
                    <a:pt x="0" y="761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7619"/>
                  </a:lnTo>
                  <a:close/>
                </a:path>
                <a:path w="3809" h="48260">
                  <a:moveTo>
                    <a:pt x="381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2699"/>
                  </a:lnTo>
                  <a:close/>
                </a:path>
                <a:path w="3809" h="48260">
                  <a:moveTo>
                    <a:pt x="381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5239"/>
                  </a:lnTo>
                  <a:close/>
                </a:path>
                <a:path w="3809" h="48260">
                  <a:moveTo>
                    <a:pt x="3810" y="19049"/>
                  </a:moveTo>
                  <a:lnTo>
                    <a:pt x="0" y="19049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19049"/>
                  </a:lnTo>
                  <a:close/>
                </a:path>
                <a:path w="3809" h="48260">
                  <a:moveTo>
                    <a:pt x="3810" y="27939"/>
                  </a:moveTo>
                  <a:lnTo>
                    <a:pt x="0" y="2793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7939"/>
                  </a:lnTo>
                  <a:close/>
                </a:path>
                <a:path w="3809" h="48260">
                  <a:moveTo>
                    <a:pt x="3810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31749"/>
                  </a:lnTo>
                  <a:close/>
                </a:path>
                <a:path w="3809" h="48260">
                  <a:moveTo>
                    <a:pt x="3810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4289"/>
                  </a:lnTo>
                  <a:close/>
                </a:path>
                <a:path w="3809" h="48260">
                  <a:moveTo>
                    <a:pt x="381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8099"/>
                  </a:lnTo>
                  <a:close/>
                </a:path>
                <a:path w="3809" h="48260">
                  <a:moveTo>
                    <a:pt x="3810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10" y="44449"/>
                  </a:lnTo>
                  <a:lnTo>
                    <a:pt x="3810" y="40639"/>
                  </a:lnTo>
                  <a:close/>
                </a:path>
                <a:path w="3809" h="48260">
                  <a:moveTo>
                    <a:pt x="381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4449"/>
                  </a:lnTo>
                  <a:close/>
                </a:path>
                <a:path w="3809" h="48260">
                  <a:moveTo>
                    <a:pt x="2540" y="46989"/>
                  </a:moveTo>
                  <a:lnTo>
                    <a:pt x="0" y="46989"/>
                  </a:lnTo>
                  <a:lnTo>
                    <a:pt x="0" y="48259"/>
                  </a:lnTo>
                  <a:lnTo>
                    <a:pt x="2540" y="48259"/>
                  </a:lnTo>
                  <a:lnTo>
                    <a:pt x="2540" y="46989"/>
                  </a:lnTo>
                  <a:close/>
                </a:path>
              </a:pathLst>
            </a:custGeom>
            <a:solidFill>
              <a:srgbClr val="A7B4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2" name="object 3292"/>
            <p:cNvSpPr/>
            <p:nvPr/>
          </p:nvSpPr>
          <p:spPr>
            <a:xfrm>
              <a:off x="6689090" y="5220970"/>
              <a:ext cx="3810" cy="46990"/>
            </a:xfrm>
            <a:custGeom>
              <a:avLst/>
              <a:gdLst/>
              <a:ahLst/>
              <a:cxnLst/>
              <a:rect l="l" t="t" r="r" b="b"/>
              <a:pathLst>
                <a:path w="3809" h="46989">
                  <a:moveTo>
                    <a:pt x="126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3809" h="46989">
                  <a:moveTo>
                    <a:pt x="380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1269"/>
                  </a:lnTo>
                  <a:close/>
                </a:path>
                <a:path w="3809" h="46989">
                  <a:moveTo>
                    <a:pt x="3809" y="7619"/>
                  </a:moveTo>
                  <a:lnTo>
                    <a:pt x="0" y="761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7619"/>
                  </a:lnTo>
                  <a:close/>
                </a:path>
                <a:path w="3809" h="46989">
                  <a:moveTo>
                    <a:pt x="380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2699"/>
                  </a:lnTo>
                  <a:close/>
                </a:path>
                <a:path w="3809" h="46989">
                  <a:moveTo>
                    <a:pt x="3809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3809" y="19049"/>
                  </a:lnTo>
                  <a:lnTo>
                    <a:pt x="3809" y="15239"/>
                  </a:lnTo>
                  <a:close/>
                </a:path>
                <a:path w="3809" h="46989">
                  <a:moveTo>
                    <a:pt x="3809" y="19049"/>
                  </a:moveTo>
                  <a:lnTo>
                    <a:pt x="0" y="19049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19049"/>
                  </a:lnTo>
                  <a:close/>
                </a:path>
                <a:path w="3809" h="46989">
                  <a:moveTo>
                    <a:pt x="3809" y="27939"/>
                  </a:moveTo>
                  <a:lnTo>
                    <a:pt x="0" y="2793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7939"/>
                  </a:lnTo>
                  <a:close/>
                </a:path>
                <a:path w="3809" h="46989">
                  <a:moveTo>
                    <a:pt x="3809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31749"/>
                  </a:lnTo>
                  <a:close/>
                </a:path>
                <a:path w="3809" h="46989">
                  <a:moveTo>
                    <a:pt x="3809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3809" y="38099"/>
                  </a:lnTo>
                  <a:lnTo>
                    <a:pt x="3809" y="34289"/>
                  </a:lnTo>
                  <a:close/>
                </a:path>
                <a:path w="3809" h="46989">
                  <a:moveTo>
                    <a:pt x="3809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8099"/>
                  </a:lnTo>
                  <a:close/>
                </a:path>
                <a:path w="3809" h="46989">
                  <a:moveTo>
                    <a:pt x="3809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3809" y="44449"/>
                  </a:lnTo>
                  <a:lnTo>
                    <a:pt x="3809" y="40639"/>
                  </a:lnTo>
                  <a:close/>
                </a:path>
                <a:path w="3809" h="46989">
                  <a:moveTo>
                    <a:pt x="3809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4449"/>
                  </a:lnTo>
                  <a:close/>
                </a:path>
              </a:pathLst>
            </a:custGeom>
            <a:solidFill>
              <a:srgbClr val="A9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3" name="object 3293"/>
            <p:cNvSpPr/>
            <p:nvPr/>
          </p:nvSpPr>
          <p:spPr>
            <a:xfrm>
              <a:off x="6692900" y="5222239"/>
              <a:ext cx="3810" cy="45720"/>
            </a:xfrm>
            <a:custGeom>
              <a:avLst/>
              <a:gdLst/>
              <a:ahLst/>
              <a:cxnLst/>
              <a:rect l="l" t="t" r="r" b="b"/>
              <a:pathLst>
                <a:path w="3809" h="45720">
                  <a:moveTo>
                    <a:pt x="254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09" h="45720">
                  <a:moveTo>
                    <a:pt x="3809" y="6349"/>
                  </a:moveTo>
                  <a:lnTo>
                    <a:pt x="0" y="6349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6349"/>
                  </a:lnTo>
                  <a:close/>
                </a:path>
                <a:path w="3809" h="45720">
                  <a:moveTo>
                    <a:pt x="3809" y="11429"/>
                  </a:moveTo>
                  <a:lnTo>
                    <a:pt x="0" y="11429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11429"/>
                  </a:lnTo>
                  <a:close/>
                </a:path>
                <a:path w="3809" h="45720">
                  <a:moveTo>
                    <a:pt x="3809" y="13969"/>
                  </a:moveTo>
                  <a:lnTo>
                    <a:pt x="0" y="13969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3969"/>
                  </a:lnTo>
                  <a:close/>
                </a:path>
                <a:path w="3809" h="45720">
                  <a:moveTo>
                    <a:pt x="3809" y="17779"/>
                  </a:moveTo>
                  <a:lnTo>
                    <a:pt x="0" y="17779"/>
                  </a:lnTo>
                  <a:lnTo>
                    <a:pt x="0" y="26669"/>
                  </a:lnTo>
                  <a:lnTo>
                    <a:pt x="3809" y="26669"/>
                  </a:lnTo>
                  <a:lnTo>
                    <a:pt x="3809" y="17779"/>
                  </a:lnTo>
                  <a:close/>
                </a:path>
                <a:path w="3809" h="45720">
                  <a:moveTo>
                    <a:pt x="3809" y="26669"/>
                  </a:moveTo>
                  <a:lnTo>
                    <a:pt x="0" y="26669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26669"/>
                  </a:lnTo>
                  <a:close/>
                </a:path>
                <a:path w="3809" h="45720">
                  <a:moveTo>
                    <a:pt x="3809" y="30479"/>
                  </a:moveTo>
                  <a:lnTo>
                    <a:pt x="0" y="30479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30479"/>
                  </a:lnTo>
                  <a:close/>
                </a:path>
                <a:path w="3809" h="45720">
                  <a:moveTo>
                    <a:pt x="3809" y="33019"/>
                  </a:moveTo>
                  <a:lnTo>
                    <a:pt x="0" y="33019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3019"/>
                  </a:lnTo>
                  <a:close/>
                </a:path>
                <a:path w="3809" h="45720">
                  <a:moveTo>
                    <a:pt x="3809" y="36829"/>
                  </a:moveTo>
                  <a:lnTo>
                    <a:pt x="0" y="36829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6829"/>
                  </a:lnTo>
                  <a:close/>
                </a:path>
                <a:path w="3809" h="45720">
                  <a:moveTo>
                    <a:pt x="3809" y="39369"/>
                  </a:moveTo>
                  <a:lnTo>
                    <a:pt x="0" y="39369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39369"/>
                  </a:lnTo>
                  <a:close/>
                </a:path>
                <a:path w="3809" h="45720">
                  <a:moveTo>
                    <a:pt x="3809" y="43179"/>
                  </a:moveTo>
                  <a:lnTo>
                    <a:pt x="0" y="43179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43179"/>
                  </a:lnTo>
                  <a:close/>
                </a:path>
              </a:pathLst>
            </a:custGeom>
            <a:solidFill>
              <a:srgbClr val="AC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4" name="object 3294"/>
            <p:cNvSpPr/>
            <p:nvPr/>
          </p:nvSpPr>
          <p:spPr>
            <a:xfrm>
              <a:off x="6696710" y="5223509"/>
              <a:ext cx="3810" cy="44450"/>
            </a:xfrm>
            <a:custGeom>
              <a:avLst/>
              <a:gdLst/>
              <a:ahLst/>
              <a:cxnLst/>
              <a:rect l="l" t="t" r="r" b="b"/>
              <a:pathLst>
                <a:path w="3809" h="44450">
                  <a:moveTo>
                    <a:pt x="127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44450">
                  <a:moveTo>
                    <a:pt x="3810" y="5080"/>
                  </a:moveTo>
                  <a:lnTo>
                    <a:pt x="0" y="508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5080"/>
                  </a:lnTo>
                  <a:close/>
                </a:path>
                <a:path w="3809" h="44450">
                  <a:moveTo>
                    <a:pt x="381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3810" y="12699"/>
                  </a:lnTo>
                  <a:lnTo>
                    <a:pt x="3810" y="10159"/>
                  </a:lnTo>
                  <a:close/>
                </a:path>
                <a:path w="3809" h="44450">
                  <a:moveTo>
                    <a:pt x="381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2700"/>
                  </a:lnTo>
                  <a:close/>
                </a:path>
                <a:path w="3809" h="44450">
                  <a:moveTo>
                    <a:pt x="3810" y="16509"/>
                  </a:moveTo>
                  <a:lnTo>
                    <a:pt x="0" y="1650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16509"/>
                  </a:lnTo>
                  <a:close/>
                </a:path>
                <a:path w="3809" h="44450">
                  <a:moveTo>
                    <a:pt x="3810" y="25400"/>
                  </a:moveTo>
                  <a:lnTo>
                    <a:pt x="0" y="25400"/>
                  </a:lnTo>
                  <a:lnTo>
                    <a:pt x="0" y="29209"/>
                  </a:lnTo>
                  <a:lnTo>
                    <a:pt x="3810" y="29209"/>
                  </a:lnTo>
                  <a:lnTo>
                    <a:pt x="3810" y="25400"/>
                  </a:lnTo>
                  <a:close/>
                </a:path>
                <a:path w="3809" h="44450">
                  <a:moveTo>
                    <a:pt x="3810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3810" y="31749"/>
                  </a:lnTo>
                  <a:lnTo>
                    <a:pt x="3810" y="29209"/>
                  </a:lnTo>
                  <a:close/>
                </a:path>
                <a:path w="3809" h="44450">
                  <a:moveTo>
                    <a:pt x="3810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31750"/>
                  </a:lnTo>
                  <a:close/>
                </a:path>
                <a:path w="3809" h="44450">
                  <a:moveTo>
                    <a:pt x="381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3810" y="38099"/>
                  </a:lnTo>
                  <a:lnTo>
                    <a:pt x="3810" y="35559"/>
                  </a:lnTo>
                  <a:close/>
                </a:path>
                <a:path w="3809" h="44450">
                  <a:moveTo>
                    <a:pt x="381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8100"/>
                  </a:lnTo>
                  <a:close/>
                </a:path>
                <a:path w="3809" h="44450">
                  <a:moveTo>
                    <a:pt x="381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1270" y="44449"/>
                  </a:lnTo>
                  <a:lnTo>
                    <a:pt x="1270" y="43179"/>
                  </a:lnTo>
                  <a:lnTo>
                    <a:pt x="3810" y="43179"/>
                  </a:lnTo>
                  <a:lnTo>
                    <a:pt x="3810" y="41909"/>
                  </a:lnTo>
                  <a:close/>
                </a:path>
              </a:pathLst>
            </a:custGeom>
            <a:solidFill>
              <a:srgbClr val="AEBA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5" name="object 3295"/>
            <p:cNvSpPr/>
            <p:nvPr/>
          </p:nvSpPr>
          <p:spPr>
            <a:xfrm>
              <a:off x="6700520" y="5224780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09" h="41910">
                  <a:moveTo>
                    <a:pt x="380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  <a:path w="3809" h="41910">
                  <a:moveTo>
                    <a:pt x="3809" y="3810"/>
                  </a:moveTo>
                  <a:lnTo>
                    <a:pt x="0" y="3810"/>
                  </a:lnTo>
                  <a:lnTo>
                    <a:pt x="0" y="8890"/>
                  </a:lnTo>
                  <a:lnTo>
                    <a:pt x="3809" y="8890"/>
                  </a:lnTo>
                  <a:lnTo>
                    <a:pt x="3809" y="3810"/>
                  </a:lnTo>
                  <a:close/>
                </a:path>
                <a:path w="3809" h="41910">
                  <a:moveTo>
                    <a:pt x="380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8890"/>
                  </a:lnTo>
                  <a:close/>
                </a:path>
                <a:path w="3809" h="41910">
                  <a:moveTo>
                    <a:pt x="3809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09" y="15240"/>
                  </a:lnTo>
                  <a:lnTo>
                    <a:pt x="3809" y="11430"/>
                  </a:lnTo>
                  <a:close/>
                </a:path>
                <a:path w="3809" h="41910">
                  <a:moveTo>
                    <a:pt x="3809" y="15240"/>
                  </a:moveTo>
                  <a:lnTo>
                    <a:pt x="0" y="15240"/>
                  </a:lnTo>
                  <a:lnTo>
                    <a:pt x="0" y="24130"/>
                  </a:lnTo>
                  <a:lnTo>
                    <a:pt x="3809" y="24130"/>
                  </a:lnTo>
                  <a:lnTo>
                    <a:pt x="3809" y="15240"/>
                  </a:lnTo>
                  <a:close/>
                </a:path>
                <a:path w="3809" h="41910">
                  <a:moveTo>
                    <a:pt x="3809" y="24130"/>
                  </a:moveTo>
                  <a:lnTo>
                    <a:pt x="0" y="24130"/>
                  </a:lnTo>
                  <a:lnTo>
                    <a:pt x="0" y="27940"/>
                  </a:lnTo>
                  <a:lnTo>
                    <a:pt x="3809" y="27940"/>
                  </a:lnTo>
                  <a:lnTo>
                    <a:pt x="3809" y="24130"/>
                  </a:lnTo>
                  <a:close/>
                </a:path>
                <a:path w="3809" h="41910">
                  <a:moveTo>
                    <a:pt x="3809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3809" y="30480"/>
                  </a:lnTo>
                  <a:lnTo>
                    <a:pt x="3809" y="27940"/>
                  </a:lnTo>
                  <a:close/>
                </a:path>
                <a:path w="3809" h="41910">
                  <a:moveTo>
                    <a:pt x="3809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3809" y="34290"/>
                  </a:lnTo>
                  <a:lnTo>
                    <a:pt x="3809" y="30480"/>
                  </a:lnTo>
                  <a:close/>
                </a:path>
                <a:path w="3809" h="41910">
                  <a:moveTo>
                    <a:pt x="3809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4290"/>
                  </a:lnTo>
                  <a:close/>
                </a:path>
                <a:path w="3809" h="41910">
                  <a:moveTo>
                    <a:pt x="3809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3809" y="40640"/>
                  </a:lnTo>
                  <a:lnTo>
                    <a:pt x="3809" y="36830"/>
                  </a:lnTo>
                  <a:close/>
                </a:path>
                <a:path w="3809" h="41910">
                  <a:moveTo>
                    <a:pt x="1269" y="40640"/>
                  </a:moveTo>
                  <a:lnTo>
                    <a:pt x="0" y="40640"/>
                  </a:lnTo>
                  <a:lnTo>
                    <a:pt x="0" y="41910"/>
                  </a:lnTo>
                  <a:lnTo>
                    <a:pt x="1269" y="41910"/>
                  </a:lnTo>
                  <a:lnTo>
                    <a:pt x="1269" y="40640"/>
                  </a:lnTo>
                  <a:close/>
                </a:path>
              </a:pathLst>
            </a:custGeom>
            <a:solidFill>
              <a:srgbClr val="B1BD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6" name="object 3296"/>
            <p:cNvSpPr/>
            <p:nvPr/>
          </p:nvSpPr>
          <p:spPr>
            <a:xfrm>
              <a:off x="6704330" y="5224780"/>
              <a:ext cx="3810" cy="40640"/>
            </a:xfrm>
            <a:custGeom>
              <a:avLst/>
              <a:gdLst/>
              <a:ahLst/>
              <a:cxnLst/>
              <a:rect l="l" t="t" r="r" b="b"/>
              <a:pathLst>
                <a:path w="3809" h="40639">
                  <a:moveTo>
                    <a:pt x="254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  <a:path w="3809" h="40639">
                  <a:moveTo>
                    <a:pt x="3810" y="3810"/>
                  </a:moveTo>
                  <a:lnTo>
                    <a:pt x="0" y="381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3810"/>
                  </a:lnTo>
                  <a:close/>
                </a:path>
                <a:path w="3809" h="40639">
                  <a:moveTo>
                    <a:pt x="381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890"/>
                  </a:lnTo>
                  <a:close/>
                </a:path>
                <a:path w="3809" h="40639">
                  <a:moveTo>
                    <a:pt x="381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1430"/>
                  </a:lnTo>
                  <a:close/>
                </a:path>
                <a:path w="3809" h="40639">
                  <a:moveTo>
                    <a:pt x="3810" y="15240"/>
                  </a:moveTo>
                  <a:lnTo>
                    <a:pt x="0" y="1524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5240"/>
                  </a:lnTo>
                  <a:close/>
                </a:path>
                <a:path w="3809" h="40639">
                  <a:moveTo>
                    <a:pt x="3810" y="24130"/>
                  </a:moveTo>
                  <a:lnTo>
                    <a:pt x="0" y="24130"/>
                  </a:lnTo>
                  <a:lnTo>
                    <a:pt x="0" y="27940"/>
                  </a:lnTo>
                  <a:lnTo>
                    <a:pt x="3810" y="27940"/>
                  </a:lnTo>
                  <a:lnTo>
                    <a:pt x="3810" y="24130"/>
                  </a:lnTo>
                  <a:close/>
                </a:path>
                <a:path w="3809" h="40639">
                  <a:moveTo>
                    <a:pt x="3810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27940"/>
                  </a:lnTo>
                  <a:close/>
                </a:path>
                <a:path w="3809" h="40639">
                  <a:moveTo>
                    <a:pt x="3810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3810" y="34290"/>
                  </a:lnTo>
                  <a:lnTo>
                    <a:pt x="3810" y="30480"/>
                  </a:lnTo>
                  <a:close/>
                </a:path>
                <a:path w="3809" h="40639">
                  <a:moveTo>
                    <a:pt x="3810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4290"/>
                  </a:lnTo>
                  <a:close/>
                </a:path>
                <a:path w="3809" h="40639">
                  <a:moveTo>
                    <a:pt x="3810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2540" y="40640"/>
                  </a:lnTo>
                  <a:lnTo>
                    <a:pt x="2540" y="39370"/>
                  </a:lnTo>
                  <a:lnTo>
                    <a:pt x="3810" y="39370"/>
                  </a:lnTo>
                  <a:lnTo>
                    <a:pt x="3810" y="36830"/>
                  </a:lnTo>
                  <a:close/>
                </a:path>
              </a:pathLst>
            </a:custGeom>
            <a:solidFill>
              <a:srgbClr val="B4BF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7" name="object 3297"/>
            <p:cNvSpPr/>
            <p:nvPr/>
          </p:nvSpPr>
          <p:spPr>
            <a:xfrm>
              <a:off x="6708140" y="5226050"/>
              <a:ext cx="2540" cy="38100"/>
            </a:xfrm>
            <a:custGeom>
              <a:avLst/>
              <a:gdLst/>
              <a:ahLst/>
              <a:cxnLst/>
              <a:rect l="l" t="t" r="r" b="b"/>
              <a:pathLst>
                <a:path w="2540" h="38100">
                  <a:moveTo>
                    <a:pt x="253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39" y="2539"/>
                  </a:lnTo>
                  <a:lnTo>
                    <a:pt x="2539" y="0"/>
                  </a:lnTo>
                  <a:close/>
                </a:path>
                <a:path w="2540" h="38100">
                  <a:moveTo>
                    <a:pt x="2539" y="2540"/>
                  </a:moveTo>
                  <a:lnTo>
                    <a:pt x="0" y="2540"/>
                  </a:lnTo>
                  <a:lnTo>
                    <a:pt x="0" y="7619"/>
                  </a:lnTo>
                  <a:lnTo>
                    <a:pt x="2539" y="7619"/>
                  </a:lnTo>
                  <a:lnTo>
                    <a:pt x="2539" y="2540"/>
                  </a:lnTo>
                  <a:close/>
                </a:path>
                <a:path w="2540" h="38100">
                  <a:moveTo>
                    <a:pt x="2539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2539" y="10159"/>
                  </a:lnTo>
                  <a:lnTo>
                    <a:pt x="2539" y="7620"/>
                  </a:lnTo>
                  <a:close/>
                </a:path>
                <a:path w="2540" h="38100">
                  <a:moveTo>
                    <a:pt x="2539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2539" y="13969"/>
                  </a:lnTo>
                  <a:lnTo>
                    <a:pt x="2539" y="10160"/>
                  </a:lnTo>
                  <a:close/>
                </a:path>
                <a:path w="2540" h="38100">
                  <a:moveTo>
                    <a:pt x="2539" y="13970"/>
                  </a:moveTo>
                  <a:lnTo>
                    <a:pt x="0" y="13970"/>
                  </a:lnTo>
                  <a:lnTo>
                    <a:pt x="0" y="22859"/>
                  </a:lnTo>
                  <a:lnTo>
                    <a:pt x="2539" y="22859"/>
                  </a:lnTo>
                  <a:lnTo>
                    <a:pt x="2539" y="13970"/>
                  </a:lnTo>
                  <a:close/>
                </a:path>
                <a:path w="2540" h="38100">
                  <a:moveTo>
                    <a:pt x="2539" y="22860"/>
                  </a:moveTo>
                  <a:lnTo>
                    <a:pt x="0" y="22860"/>
                  </a:lnTo>
                  <a:lnTo>
                    <a:pt x="0" y="26669"/>
                  </a:lnTo>
                  <a:lnTo>
                    <a:pt x="2539" y="26669"/>
                  </a:lnTo>
                  <a:lnTo>
                    <a:pt x="2539" y="22860"/>
                  </a:lnTo>
                  <a:close/>
                </a:path>
                <a:path w="2540" h="38100">
                  <a:moveTo>
                    <a:pt x="2539" y="26670"/>
                  </a:moveTo>
                  <a:lnTo>
                    <a:pt x="0" y="26670"/>
                  </a:lnTo>
                  <a:lnTo>
                    <a:pt x="0" y="29209"/>
                  </a:lnTo>
                  <a:lnTo>
                    <a:pt x="2539" y="29209"/>
                  </a:lnTo>
                  <a:lnTo>
                    <a:pt x="2539" y="26670"/>
                  </a:lnTo>
                  <a:close/>
                </a:path>
                <a:path w="2540" h="38100">
                  <a:moveTo>
                    <a:pt x="2539" y="29210"/>
                  </a:moveTo>
                  <a:lnTo>
                    <a:pt x="0" y="29210"/>
                  </a:lnTo>
                  <a:lnTo>
                    <a:pt x="0" y="33019"/>
                  </a:lnTo>
                  <a:lnTo>
                    <a:pt x="2539" y="33019"/>
                  </a:lnTo>
                  <a:lnTo>
                    <a:pt x="2539" y="29210"/>
                  </a:lnTo>
                  <a:close/>
                </a:path>
                <a:path w="2540" h="38100">
                  <a:moveTo>
                    <a:pt x="2539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2539" y="35559"/>
                  </a:lnTo>
                  <a:lnTo>
                    <a:pt x="2539" y="33020"/>
                  </a:lnTo>
                  <a:close/>
                </a:path>
                <a:path w="2540" h="38100">
                  <a:moveTo>
                    <a:pt x="2539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2539" y="38100"/>
                  </a:lnTo>
                  <a:lnTo>
                    <a:pt x="2539" y="35560"/>
                  </a:lnTo>
                  <a:close/>
                </a:path>
              </a:pathLst>
            </a:custGeom>
            <a:solidFill>
              <a:srgbClr val="B6C1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8" name="object 3298"/>
            <p:cNvSpPr/>
            <p:nvPr/>
          </p:nvSpPr>
          <p:spPr>
            <a:xfrm>
              <a:off x="6710680" y="5226050"/>
              <a:ext cx="3810" cy="38100"/>
            </a:xfrm>
            <a:custGeom>
              <a:avLst/>
              <a:gdLst/>
              <a:ahLst/>
              <a:cxnLst/>
              <a:rect l="l" t="t" r="r" b="b"/>
              <a:pathLst>
                <a:path w="3809" h="38100">
                  <a:moveTo>
                    <a:pt x="127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38100">
                  <a:moveTo>
                    <a:pt x="3810" y="2540"/>
                  </a:moveTo>
                  <a:lnTo>
                    <a:pt x="0" y="2540"/>
                  </a:lnTo>
                  <a:lnTo>
                    <a:pt x="0" y="7619"/>
                  </a:lnTo>
                  <a:lnTo>
                    <a:pt x="3810" y="7619"/>
                  </a:lnTo>
                  <a:lnTo>
                    <a:pt x="3810" y="2540"/>
                  </a:lnTo>
                  <a:close/>
                </a:path>
                <a:path w="3809" h="38100">
                  <a:moveTo>
                    <a:pt x="3810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7620"/>
                  </a:lnTo>
                  <a:close/>
                </a:path>
                <a:path w="3809" h="38100">
                  <a:moveTo>
                    <a:pt x="3810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3810" y="13969"/>
                  </a:lnTo>
                  <a:lnTo>
                    <a:pt x="3810" y="10160"/>
                  </a:lnTo>
                  <a:close/>
                </a:path>
                <a:path w="3809" h="38100">
                  <a:moveTo>
                    <a:pt x="3810" y="13970"/>
                  </a:moveTo>
                  <a:lnTo>
                    <a:pt x="0" y="1397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3970"/>
                  </a:lnTo>
                  <a:close/>
                </a:path>
                <a:path w="3809" h="38100">
                  <a:moveTo>
                    <a:pt x="3810" y="22860"/>
                  </a:moveTo>
                  <a:lnTo>
                    <a:pt x="0" y="22860"/>
                  </a:lnTo>
                  <a:lnTo>
                    <a:pt x="0" y="26669"/>
                  </a:lnTo>
                  <a:lnTo>
                    <a:pt x="3810" y="26669"/>
                  </a:lnTo>
                  <a:lnTo>
                    <a:pt x="3810" y="22860"/>
                  </a:lnTo>
                  <a:close/>
                </a:path>
                <a:path w="3809" h="38100">
                  <a:moveTo>
                    <a:pt x="3810" y="26670"/>
                  </a:moveTo>
                  <a:lnTo>
                    <a:pt x="0" y="26670"/>
                  </a:lnTo>
                  <a:lnTo>
                    <a:pt x="0" y="29209"/>
                  </a:lnTo>
                  <a:lnTo>
                    <a:pt x="3810" y="29209"/>
                  </a:lnTo>
                  <a:lnTo>
                    <a:pt x="3810" y="26670"/>
                  </a:lnTo>
                  <a:close/>
                </a:path>
                <a:path w="3809" h="38100">
                  <a:moveTo>
                    <a:pt x="3810" y="29210"/>
                  </a:moveTo>
                  <a:lnTo>
                    <a:pt x="0" y="29210"/>
                  </a:lnTo>
                  <a:lnTo>
                    <a:pt x="0" y="33019"/>
                  </a:lnTo>
                  <a:lnTo>
                    <a:pt x="3810" y="33019"/>
                  </a:lnTo>
                  <a:lnTo>
                    <a:pt x="3810" y="29210"/>
                  </a:lnTo>
                  <a:close/>
                </a:path>
                <a:path w="3809" h="38100">
                  <a:moveTo>
                    <a:pt x="3810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33020"/>
                  </a:lnTo>
                  <a:close/>
                </a:path>
                <a:path w="3809" h="38100">
                  <a:moveTo>
                    <a:pt x="381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5560"/>
                  </a:lnTo>
                  <a:close/>
                </a:path>
              </a:pathLst>
            </a:custGeom>
            <a:solidFill>
              <a:srgbClr val="B9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9" name="object 3299"/>
            <p:cNvSpPr/>
            <p:nvPr/>
          </p:nvSpPr>
          <p:spPr>
            <a:xfrm>
              <a:off x="6714490" y="5227320"/>
              <a:ext cx="3810" cy="36830"/>
            </a:xfrm>
            <a:custGeom>
              <a:avLst/>
              <a:gdLst/>
              <a:ahLst/>
              <a:cxnLst/>
              <a:rect l="l" t="t" r="r" b="b"/>
              <a:pathLst>
                <a:path w="3809" h="36829">
                  <a:moveTo>
                    <a:pt x="126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3809" h="36829">
                  <a:moveTo>
                    <a:pt x="3809" y="1269"/>
                  </a:moveTo>
                  <a:lnTo>
                    <a:pt x="0" y="1269"/>
                  </a:lnTo>
                  <a:lnTo>
                    <a:pt x="0" y="6349"/>
                  </a:lnTo>
                  <a:lnTo>
                    <a:pt x="3809" y="6349"/>
                  </a:lnTo>
                  <a:lnTo>
                    <a:pt x="3809" y="1269"/>
                  </a:lnTo>
                  <a:close/>
                </a:path>
                <a:path w="3809" h="36829">
                  <a:moveTo>
                    <a:pt x="380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49"/>
                  </a:lnTo>
                  <a:close/>
                </a:path>
                <a:path w="3809" h="36829">
                  <a:moveTo>
                    <a:pt x="380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3809" y="12699"/>
                  </a:lnTo>
                  <a:lnTo>
                    <a:pt x="3809" y="8889"/>
                  </a:lnTo>
                  <a:close/>
                </a:path>
                <a:path w="3809" h="36829">
                  <a:moveTo>
                    <a:pt x="3809" y="12699"/>
                  </a:moveTo>
                  <a:lnTo>
                    <a:pt x="0" y="12699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2699"/>
                  </a:lnTo>
                  <a:close/>
                </a:path>
                <a:path w="3809" h="36829">
                  <a:moveTo>
                    <a:pt x="3809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3809" y="25399"/>
                  </a:lnTo>
                  <a:lnTo>
                    <a:pt x="3809" y="21589"/>
                  </a:lnTo>
                  <a:close/>
                </a:path>
                <a:path w="3809" h="36829">
                  <a:moveTo>
                    <a:pt x="3809" y="25399"/>
                  </a:moveTo>
                  <a:lnTo>
                    <a:pt x="0" y="25399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5399"/>
                  </a:lnTo>
                  <a:close/>
                </a:path>
                <a:path w="3809" h="36829">
                  <a:moveTo>
                    <a:pt x="3809" y="27939"/>
                  </a:moveTo>
                  <a:lnTo>
                    <a:pt x="0" y="27939"/>
                  </a:lnTo>
                  <a:lnTo>
                    <a:pt x="0" y="31749"/>
                  </a:lnTo>
                  <a:lnTo>
                    <a:pt x="3809" y="31749"/>
                  </a:lnTo>
                  <a:lnTo>
                    <a:pt x="3809" y="27939"/>
                  </a:lnTo>
                  <a:close/>
                </a:path>
                <a:path w="3809" h="36829">
                  <a:moveTo>
                    <a:pt x="3809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31749"/>
                  </a:lnTo>
                  <a:close/>
                </a:path>
                <a:path w="3809" h="36829">
                  <a:moveTo>
                    <a:pt x="3809" y="34289"/>
                  </a:moveTo>
                  <a:lnTo>
                    <a:pt x="0" y="34289"/>
                  </a:lnTo>
                  <a:lnTo>
                    <a:pt x="0" y="36829"/>
                  </a:lnTo>
                  <a:lnTo>
                    <a:pt x="1269" y="36829"/>
                  </a:lnTo>
                  <a:lnTo>
                    <a:pt x="1269" y="35559"/>
                  </a:lnTo>
                  <a:lnTo>
                    <a:pt x="3809" y="35559"/>
                  </a:lnTo>
                  <a:lnTo>
                    <a:pt x="3809" y="34289"/>
                  </a:lnTo>
                  <a:close/>
                </a:path>
              </a:pathLst>
            </a:custGeom>
            <a:solidFill>
              <a:srgbClr val="BC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0" name="object 3300"/>
            <p:cNvSpPr/>
            <p:nvPr/>
          </p:nvSpPr>
          <p:spPr>
            <a:xfrm>
              <a:off x="6718300" y="5228589"/>
              <a:ext cx="3810" cy="33020"/>
            </a:xfrm>
            <a:custGeom>
              <a:avLst/>
              <a:gdLst/>
              <a:ahLst/>
              <a:cxnLst/>
              <a:rect l="l" t="t" r="r" b="b"/>
              <a:pathLst>
                <a:path w="3809" h="33020">
                  <a:moveTo>
                    <a:pt x="254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3809" h="33020">
                  <a:moveTo>
                    <a:pt x="3809" y="5079"/>
                  </a:moveTo>
                  <a:lnTo>
                    <a:pt x="0" y="5079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5079"/>
                  </a:lnTo>
                  <a:close/>
                </a:path>
                <a:path w="3809" h="33020">
                  <a:moveTo>
                    <a:pt x="3809" y="7619"/>
                  </a:moveTo>
                  <a:lnTo>
                    <a:pt x="0" y="7619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7619"/>
                  </a:lnTo>
                  <a:close/>
                </a:path>
                <a:path w="3809" h="33020">
                  <a:moveTo>
                    <a:pt x="3809" y="11429"/>
                  </a:moveTo>
                  <a:lnTo>
                    <a:pt x="0" y="11429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1429"/>
                  </a:lnTo>
                  <a:close/>
                </a:path>
                <a:path w="3809" h="33020">
                  <a:moveTo>
                    <a:pt x="3809" y="20319"/>
                  </a:moveTo>
                  <a:lnTo>
                    <a:pt x="0" y="20319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20319"/>
                  </a:lnTo>
                  <a:close/>
                </a:path>
                <a:path w="3809" h="33020">
                  <a:moveTo>
                    <a:pt x="3809" y="24129"/>
                  </a:moveTo>
                  <a:lnTo>
                    <a:pt x="0" y="24129"/>
                  </a:lnTo>
                  <a:lnTo>
                    <a:pt x="0" y="26669"/>
                  </a:lnTo>
                  <a:lnTo>
                    <a:pt x="3809" y="26669"/>
                  </a:lnTo>
                  <a:lnTo>
                    <a:pt x="3809" y="24129"/>
                  </a:lnTo>
                  <a:close/>
                </a:path>
                <a:path w="3809" h="33020">
                  <a:moveTo>
                    <a:pt x="3809" y="26669"/>
                  </a:moveTo>
                  <a:lnTo>
                    <a:pt x="0" y="26669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26669"/>
                  </a:lnTo>
                  <a:close/>
                </a:path>
                <a:path w="3809" h="33020">
                  <a:moveTo>
                    <a:pt x="3809" y="30479"/>
                  </a:moveTo>
                  <a:lnTo>
                    <a:pt x="0" y="30479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30479"/>
                  </a:lnTo>
                  <a:close/>
                </a:path>
              </a:pathLst>
            </a:custGeom>
            <a:solidFill>
              <a:srgbClr val="BE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1" name="object 3301"/>
            <p:cNvSpPr/>
            <p:nvPr/>
          </p:nvSpPr>
          <p:spPr>
            <a:xfrm>
              <a:off x="6722110" y="5229859"/>
              <a:ext cx="3810" cy="31750"/>
            </a:xfrm>
            <a:custGeom>
              <a:avLst/>
              <a:gdLst/>
              <a:ahLst/>
              <a:cxnLst/>
              <a:rect l="l" t="t" r="r" b="b"/>
              <a:pathLst>
                <a:path w="3809" h="31750">
                  <a:moveTo>
                    <a:pt x="127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31750">
                  <a:moveTo>
                    <a:pt x="381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3810" y="6349"/>
                  </a:lnTo>
                  <a:lnTo>
                    <a:pt x="3810" y="3809"/>
                  </a:lnTo>
                  <a:close/>
                </a:path>
                <a:path w="3809" h="31750">
                  <a:moveTo>
                    <a:pt x="381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6350"/>
                  </a:lnTo>
                  <a:close/>
                </a:path>
                <a:path w="3809" h="31750">
                  <a:moveTo>
                    <a:pt x="3810" y="10159"/>
                  </a:moveTo>
                  <a:lnTo>
                    <a:pt x="0" y="10159"/>
                  </a:lnTo>
                  <a:lnTo>
                    <a:pt x="0" y="19049"/>
                  </a:lnTo>
                  <a:lnTo>
                    <a:pt x="3810" y="19049"/>
                  </a:lnTo>
                  <a:lnTo>
                    <a:pt x="3810" y="10159"/>
                  </a:lnTo>
                  <a:close/>
                </a:path>
                <a:path w="3809" h="31750">
                  <a:moveTo>
                    <a:pt x="381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19050"/>
                  </a:lnTo>
                  <a:close/>
                </a:path>
                <a:path w="3809" h="31750">
                  <a:moveTo>
                    <a:pt x="3810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3810" y="25399"/>
                  </a:lnTo>
                  <a:lnTo>
                    <a:pt x="3810" y="22859"/>
                  </a:lnTo>
                  <a:close/>
                </a:path>
                <a:path w="3809" h="31750">
                  <a:moveTo>
                    <a:pt x="3810" y="25400"/>
                  </a:moveTo>
                  <a:lnTo>
                    <a:pt x="0" y="25400"/>
                  </a:lnTo>
                  <a:lnTo>
                    <a:pt x="0" y="29209"/>
                  </a:lnTo>
                  <a:lnTo>
                    <a:pt x="3810" y="29209"/>
                  </a:lnTo>
                  <a:lnTo>
                    <a:pt x="3810" y="25400"/>
                  </a:lnTo>
                  <a:close/>
                </a:path>
                <a:path w="3809" h="31750">
                  <a:moveTo>
                    <a:pt x="2540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1270" y="31749"/>
                  </a:lnTo>
                  <a:lnTo>
                    <a:pt x="1270" y="30479"/>
                  </a:lnTo>
                  <a:lnTo>
                    <a:pt x="2540" y="30479"/>
                  </a:lnTo>
                  <a:lnTo>
                    <a:pt x="2540" y="29209"/>
                  </a:lnTo>
                  <a:close/>
                </a:path>
              </a:pathLst>
            </a:custGeom>
            <a:solidFill>
              <a:srgbClr val="C1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2" name="object 3302"/>
            <p:cNvSpPr/>
            <p:nvPr/>
          </p:nvSpPr>
          <p:spPr>
            <a:xfrm>
              <a:off x="6725920" y="5231130"/>
              <a:ext cx="3810" cy="27940"/>
            </a:xfrm>
            <a:custGeom>
              <a:avLst/>
              <a:gdLst/>
              <a:ahLst/>
              <a:cxnLst/>
              <a:rect l="l" t="t" r="r" b="b"/>
              <a:pathLst>
                <a:path w="3809" h="27939">
                  <a:moveTo>
                    <a:pt x="126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09" y="2540"/>
                  </a:lnTo>
                  <a:lnTo>
                    <a:pt x="3809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3809" h="27939">
                  <a:moveTo>
                    <a:pt x="380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2540"/>
                  </a:lnTo>
                  <a:close/>
                </a:path>
                <a:path w="3809" h="27939">
                  <a:moveTo>
                    <a:pt x="380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3809" y="8890"/>
                  </a:lnTo>
                  <a:lnTo>
                    <a:pt x="3809" y="5080"/>
                  </a:lnTo>
                  <a:close/>
                </a:path>
                <a:path w="3809" h="27939">
                  <a:moveTo>
                    <a:pt x="3809" y="8890"/>
                  </a:moveTo>
                  <a:lnTo>
                    <a:pt x="0" y="889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8890"/>
                  </a:lnTo>
                  <a:close/>
                </a:path>
                <a:path w="3809" h="27939">
                  <a:moveTo>
                    <a:pt x="3809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3809" y="21590"/>
                  </a:lnTo>
                  <a:lnTo>
                    <a:pt x="3809" y="17780"/>
                  </a:lnTo>
                  <a:close/>
                </a:path>
                <a:path w="3809" h="27939">
                  <a:moveTo>
                    <a:pt x="3809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3809" y="24130"/>
                  </a:lnTo>
                  <a:lnTo>
                    <a:pt x="3809" y="21590"/>
                  </a:lnTo>
                  <a:close/>
                </a:path>
                <a:path w="3809" h="27939">
                  <a:moveTo>
                    <a:pt x="3809" y="24130"/>
                  </a:moveTo>
                  <a:lnTo>
                    <a:pt x="0" y="24130"/>
                  </a:lnTo>
                  <a:lnTo>
                    <a:pt x="0" y="27940"/>
                  </a:lnTo>
                  <a:lnTo>
                    <a:pt x="1270" y="27940"/>
                  </a:lnTo>
                  <a:lnTo>
                    <a:pt x="1270" y="26670"/>
                  </a:lnTo>
                  <a:lnTo>
                    <a:pt x="3809" y="26670"/>
                  </a:lnTo>
                  <a:lnTo>
                    <a:pt x="3809" y="24130"/>
                  </a:lnTo>
                  <a:close/>
                </a:path>
              </a:pathLst>
            </a:custGeom>
            <a:solidFill>
              <a:srgbClr val="C4C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3" name="object 3303"/>
            <p:cNvSpPr/>
            <p:nvPr/>
          </p:nvSpPr>
          <p:spPr>
            <a:xfrm>
              <a:off x="6729730" y="5233670"/>
              <a:ext cx="2540" cy="22860"/>
            </a:xfrm>
            <a:custGeom>
              <a:avLst/>
              <a:gdLst/>
              <a:ahLst/>
              <a:cxnLst/>
              <a:rect l="l" t="t" r="r" b="b"/>
              <a:pathLst>
                <a:path w="2540" h="22860">
                  <a:moveTo>
                    <a:pt x="254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40" y="2539"/>
                  </a:lnTo>
                  <a:lnTo>
                    <a:pt x="2540" y="0"/>
                  </a:lnTo>
                  <a:close/>
                </a:path>
                <a:path w="2540" h="22860">
                  <a:moveTo>
                    <a:pt x="254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2540" y="6349"/>
                  </a:lnTo>
                  <a:lnTo>
                    <a:pt x="2540" y="2539"/>
                  </a:lnTo>
                  <a:close/>
                </a:path>
                <a:path w="2540" h="22860">
                  <a:moveTo>
                    <a:pt x="2540" y="6349"/>
                  </a:moveTo>
                  <a:lnTo>
                    <a:pt x="0" y="6349"/>
                  </a:lnTo>
                  <a:lnTo>
                    <a:pt x="0" y="15239"/>
                  </a:lnTo>
                  <a:lnTo>
                    <a:pt x="2540" y="15239"/>
                  </a:lnTo>
                  <a:lnTo>
                    <a:pt x="2540" y="6349"/>
                  </a:lnTo>
                  <a:close/>
                </a:path>
                <a:path w="2540" h="22860">
                  <a:moveTo>
                    <a:pt x="254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2540" y="19049"/>
                  </a:lnTo>
                  <a:lnTo>
                    <a:pt x="2540" y="15239"/>
                  </a:lnTo>
                  <a:close/>
                </a:path>
                <a:path w="2540" h="22860">
                  <a:moveTo>
                    <a:pt x="2540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2540" y="21589"/>
                  </a:lnTo>
                  <a:lnTo>
                    <a:pt x="2540" y="19049"/>
                  </a:lnTo>
                  <a:close/>
                </a:path>
                <a:path w="2540" h="22860">
                  <a:moveTo>
                    <a:pt x="1270" y="21589"/>
                  </a:moveTo>
                  <a:lnTo>
                    <a:pt x="0" y="21589"/>
                  </a:lnTo>
                  <a:lnTo>
                    <a:pt x="0" y="22859"/>
                  </a:lnTo>
                  <a:lnTo>
                    <a:pt x="1270" y="22859"/>
                  </a:lnTo>
                  <a:lnTo>
                    <a:pt x="1270" y="21589"/>
                  </a:lnTo>
                  <a:close/>
                </a:path>
              </a:pathLst>
            </a:custGeom>
            <a:solidFill>
              <a:srgbClr val="C6CF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4" name="object 3304"/>
            <p:cNvSpPr/>
            <p:nvPr/>
          </p:nvSpPr>
          <p:spPr>
            <a:xfrm>
              <a:off x="6732270" y="5234939"/>
              <a:ext cx="3810" cy="20320"/>
            </a:xfrm>
            <a:custGeom>
              <a:avLst/>
              <a:gdLst/>
              <a:ahLst/>
              <a:cxnLst/>
              <a:rect l="l" t="t" r="r" b="b"/>
              <a:pathLst>
                <a:path w="3809" h="20320">
                  <a:moveTo>
                    <a:pt x="12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3809" h="20320">
                  <a:moveTo>
                    <a:pt x="254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2540"/>
                  </a:lnTo>
                  <a:lnTo>
                    <a:pt x="2540" y="2540"/>
                  </a:lnTo>
                  <a:lnTo>
                    <a:pt x="2540" y="1270"/>
                  </a:lnTo>
                  <a:close/>
                </a:path>
                <a:path w="3809" h="20320">
                  <a:moveTo>
                    <a:pt x="3809" y="5080"/>
                  </a:moveTo>
                  <a:lnTo>
                    <a:pt x="0" y="5080"/>
                  </a:lnTo>
                  <a:lnTo>
                    <a:pt x="0" y="13970"/>
                  </a:lnTo>
                  <a:lnTo>
                    <a:pt x="3809" y="13970"/>
                  </a:lnTo>
                  <a:lnTo>
                    <a:pt x="3809" y="5080"/>
                  </a:lnTo>
                  <a:close/>
                </a:path>
                <a:path w="3809" h="20320">
                  <a:moveTo>
                    <a:pt x="3809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3970"/>
                  </a:lnTo>
                  <a:close/>
                </a:path>
                <a:path w="3809" h="20320">
                  <a:moveTo>
                    <a:pt x="3809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1270" y="20320"/>
                  </a:lnTo>
                  <a:lnTo>
                    <a:pt x="1270" y="19050"/>
                  </a:lnTo>
                  <a:lnTo>
                    <a:pt x="3809" y="19050"/>
                  </a:lnTo>
                  <a:lnTo>
                    <a:pt x="3809" y="17780"/>
                  </a:lnTo>
                  <a:close/>
                </a:path>
              </a:pathLst>
            </a:custGeom>
            <a:solidFill>
              <a:srgbClr val="C9D1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5" name="object 3305"/>
            <p:cNvSpPr/>
            <p:nvPr/>
          </p:nvSpPr>
          <p:spPr>
            <a:xfrm>
              <a:off x="6736080" y="5238750"/>
              <a:ext cx="3810" cy="13970"/>
            </a:xfrm>
            <a:custGeom>
              <a:avLst/>
              <a:gdLst/>
              <a:ahLst/>
              <a:cxnLst/>
              <a:rect l="l" t="t" r="r" b="b"/>
              <a:pathLst>
                <a:path w="3809" h="13970">
                  <a:moveTo>
                    <a:pt x="127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3809" h="13970">
                  <a:moveTo>
                    <a:pt x="2540" y="1270"/>
                  </a:moveTo>
                  <a:lnTo>
                    <a:pt x="0" y="1270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2540"/>
                  </a:lnTo>
                  <a:lnTo>
                    <a:pt x="2540" y="2540"/>
                  </a:lnTo>
                  <a:lnTo>
                    <a:pt x="2540" y="1270"/>
                  </a:lnTo>
                  <a:close/>
                </a:path>
                <a:path w="3809" h="13970">
                  <a:moveTo>
                    <a:pt x="2540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1270" y="13969"/>
                  </a:lnTo>
                  <a:lnTo>
                    <a:pt x="1270" y="12700"/>
                  </a:lnTo>
                  <a:lnTo>
                    <a:pt x="2540" y="12700"/>
                  </a:lnTo>
                  <a:lnTo>
                    <a:pt x="2540" y="10160"/>
                  </a:lnTo>
                  <a:close/>
                </a:path>
              </a:pathLst>
            </a:custGeom>
            <a:solidFill>
              <a:srgbClr val="CCD3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6" name="object 3306"/>
            <p:cNvSpPr/>
            <p:nvPr/>
          </p:nvSpPr>
          <p:spPr>
            <a:xfrm>
              <a:off x="6739890" y="5241289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0"/>
                  </a:moveTo>
                  <a:lnTo>
                    <a:pt x="0" y="76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7" name="object 3307"/>
            <p:cNvSpPr/>
            <p:nvPr/>
          </p:nvSpPr>
          <p:spPr>
            <a:xfrm>
              <a:off x="6454140" y="5213350"/>
              <a:ext cx="284480" cy="63500"/>
            </a:xfrm>
            <a:custGeom>
              <a:avLst/>
              <a:gdLst/>
              <a:ahLst/>
              <a:cxnLst/>
              <a:rect l="l" t="t" r="r" b="b"/>
              <a:pathLst>
                <a:path w="284479" h="63500">
                  <a:moveTo>
                    <a:pt x="142239" y="0"/>
                  </a:moveTo>
                  <a:lnTo>
                    <a:pt x="87332" y="2460"/>
                  </a:lnTo>
                  <a:lnTo>
                    <a:pt x="42068" y="9207"/>
                  </a:lnTo>
                  <a:lnTo>
                    <a:pt x="11330" y="19288"/>
                  </a:lnTo>
                  <a:lnTo>
                    <a:pt x="0" y="31750"/>
                  </a:lnTo>
                  <a:lnTo>
                    <a:pt x="11330" y="43676"/>
                  </a:lnTo>
                  <a:lnTo>
                    <a:pt x="42068" y="53816"/>
                  </a:lnTo>
                  <a:lnTo>
                    <a:pt x="87332" y="60860"/>
                  </a:lnTo>
                  <a:lnTo>
                    <a:pt x="142239" y="63500"/>
                  </a:lnTo>
                  <a:lnTo>
                    <a:pt x="197147" y="60860"/>
                  </a:lnTo>
                  <a:lnTo>
                    <a:pt x="242411" y="53816"/>
                  </a:lnTo>
                  <a:lnTo>
                    <a:pt x="273149" y="43676"/>
                  </a:lnTo>
                  <a:lnTo>
                    <a:pt x="284480" y="31750"/>
                  </a:lnTo>
                  <a:lnTo>
                    <a:pt x="273149" y="19288"/>
                  </a:lnTo>
                  <a:lnTo>
                    <a:pt x="242411" y="9207"/>
                  </a:lnTo>
                  <a:lnTo>
                    <a:pt x="197147" y="2460"/>
                  </a:lnTo>
                  <a:lnTo>
                    <a:pt x="142239" y="0"/>
                  </a:lnTo>
                  <a:close/>
                </a:path>
              </a:pathLst>
            </a:custGeom>
            <a:ln w="646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8" name="object 3308"/>
            <p:cNvSpPr/>
            <p:nvPr/>
          </p:nvSpPr>
          <p:spPr>
            <a:xfrm>
              <a:off x="6738620" y="4495800"/>
              <a:ext cx="5080" cy="260350"/>
            </a:xfrm>
            <a:custGeom>
              <a:avLst/>
              <a:gdLst/>
              <a:ahLst/>
              <a:cxnLst/>
              <a:rect l="l" t="t" r="r" b="b"/>
              <a:pathLst>
                <a:path w="5079" h="260350">
                  <a:moveTo>
                    <a:pt x="5079" y="0"/>
                  </a:moveTo>
                  <a:lnTo>
                    <a:pt x="0" y="260350"/>
                  </a:lnTo>
                </a:path>
              </a:pathLst>
            </a:custGeom>
            <a:ln w="93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9" name="object 3309"/>
            <p:cNvSpPr/>
            <p:nvPr/>
          </p:nvSpPr>
          <p:spPr>
            <a:xfrm>
              <a:off x="5181600" y="1584960"/>
              <a:ext cx="457200" cy="533400"/>
            </a:xfrm>
            <a:custGeom>
              <a:avLst/>
              <a:gdLst/>
              <a:ahLst/>
              <a:cxnLst/>
              <a:rect l="l" t="t" r="r" b="b"/>
              <a:pathLst>
                <a:path w="457200" h="533400">
                  <a:moveTo>
                    <a:pt x="412750" y="0"/>
                  </a:moveTo>
                  <a:lnTo>
                    <a:pt x="43179" y="0"/>
                  </a:lnTo>
                  <a:lnTo>
                    <a:pt x="27324" y="3710"/>
                  </a:lnTo>
                  <a:lnTo>
                    <a:pt x="13493" y="13493"/>
                  </a:lnTo>
                  <a:lnTo>
                    <a:pt x="3710" y="27324"/>
                  </a:lnTo>
                  <a:lnTo>
                    <a:pt x="0" y="43179"/>
                  </a:lnTo>
                  <a:lnTo>
                    <a:pt x="0" y="488950"/>
                  </a:lnTo>
                  <a:lnTo>
                    <a:pt x="3710" y="505003"/>
                  </a:lnTo>
                  <a:lnTo>
                    <a:pt x="13493" y="519271"/>
                  </a:lnTo>
                  <a:lnTo>
                    <a:pt x="27324" y="529490"/>
                  </a:lnTo>
                  <a:lnTo>
                    <a:pt x="43179" y="533400"/>
                  </a:lnTo>
                  <a:lnTo>
                    <a:pt x="412750" y="533400"/>
                  </a:lnTo>
                  <a:lnTo>
                    <a:pt x="429339" y="529490"/>
                  </a:lnTo>
                  <a:lnTo>
                    <a:pt x="443547" y="519271"/>
                  </a:lnTo>
                  <a:lnTo>
                    <a:pt x="453469" y="505003"/>
                  </a:lnTo>
                  <a:lnTo>
                    <a:pt x="457200" y="488950"/>
                  </a:lnTo>
                  <a:lnTo>
                    <a:pt x="457200" y="43179"/>
                  </a:lnTo>
                  <a:lnTo>
                    <a:pt x="453469" y="27324"/>
                  </a:lnTo>
                  <a:lnTo>
                    <a:pt x="443547" y="13493"/>
                  </a:lnTo>
                  <a:lnTo>
                    <a:pt x="429339" y="3710"/>
                  </a:lnTo>
                  <a:lnTo>
                    <a:pt x="412750" y="0"/>
                  </a:lnTo>
                  <a:close/>
                </a:path>
              </a:pathLst>
            </a:custGeom>
            <a:solidFill>
              <a:srgbClr val="BBA7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0" name="object 3310"/>
            <p:cNvSpPr/>
            <p:nvPr/>
          </p:nvSpPr>
          <p:spPr>
            <a:xfrm>
              <a:off x="5181600" y="1584960"/>
              <a:ext cx="457200" cy="533400"/>
            </a:xfrm>
            <a:custGeom>
              <a:avLst/>
              <a:gdLst/>
              <a:ahLst/>
              <a:cxnLst/>
              <a:rect l="l" t="t" r="r" b="b"/>
              <a:pathLst>
                <a:path w="457200" h="533400">
                  <a:moveTo>
                    <a:pt x="43179" y="0"/>
                  </a:moveTo>
                  <a:lnTo>
                    <a:pt x="27324" y="3710"/>
                  </a:lnTo>
                  <a:lnTo>
                    <a:pt x="13493" y="13493"/>
                  </a:lnTo>
                  <a:lnTo>
                    <a:pt x="3710" y="27324"/>
                  </a:lnTo>
                  <a:lnTo>
                    <a:pt x="0" y="43179"/>
                  </a:lnTo>
                  <a:lnTo>
                    <a:pt x="0" y="50145"/>
                  </a:lnTo>
                  <a:lnTo>
                    <a:pt x="0" y="98901"/>
                  </a:lnTo>
                  <a:lnTo>
                    <a:pt x="0" y="231239"/>
                  </a:lnTo>
                  <a:lnTo>
                    <a:pt x="0" y="488950"/>
                  </a:lnTo>
                  <a:lnTo>
                    <a:pt x="3710" y="505003"/>
                  </a:lnTo>
                  <a:lnTo>
                    <a:pt x="13493" y="519271"/>
                  </a:lnTo>
                  <a:lnTo>
                    <a:pt x="27324" y="529490"/>
                  </a:lnTo>
                  <a:lnTo>
                    <a:pt x="43179" y="533400"/>
                  </a:lnTo>
                  <a:lnTo>
                    <a:pt x="48954" y="533400"/>
                  </a:lnTo>
                  <a:lnTo>
                    <a:pt x="89376" y="533400"/>
                  </a:lnTo>
                  <a:lnTo>
                    <a:pt x="199092" y="533400"/>
                  </a:lnTo>
                  <a:lnTo>
                    <a:pt x="412750" y="533400"/>
                  </a:lnTo>
                  <a:lnTo>
                    <a:pt x="429339" y="529490"/>
                  </a:lnTo>
                  <a:lnTo>
                    <a:pt x="443547" y="519271"/>
                  </a:lnTo>
                  <a:lnTo>
                    <a:pt x="453469" y="505003"/>
                  </a:lnTo>
                  <a:lnTo>
                    <a:pt x="457200" y="488950"/>
                  </a:lnTo>
                  <a:lnTo>
                    <a:pt x="457200" y="481984"/>
                  </a:lnTo>
                  <a:lnTo>
                    <a:pt x="457200" y="433228"/>
                  </a:lnTo>
                  <a:lnTo>
                    <a:pt x="457200" y="300890"/>
                  </a:lnTo>
                  <a:lnTo>
                    <a:pt x="457200" y="43179"/>
                  </a:lnTo>
                  <a:lnTo>
                    <a:pt x="453469" y="27324"/>
                  </a:lnTo>
                  <a:lnTo>
                    <a:pt x="443547" y="13493"/>
                  </a:lnTo>
                  <a:lnTo>
                    <a:pt x="429339" y="3710"/>
                  </a:lnTo>
                  <a:lnTo>
                    <a:pt x="412750" y="0"/>
                  </a:lnTo>
                  <a:lnTo>
                    <a:pt x="406975" y="0"/>
                  </a:lnTo>
                  <a:lnTo>
                    <a:pt x="366553" y="0"/>
                  </a:lnTo>
                  <a:lnTo>
                    <a:pt x="256837" y="0"/>
                  </a:lnTo>
                  <a:lnTo>
                    <a:pt x="43179" y="0"/>
                  </a:lnTo>
                  <a:close/>
                </a:path>
              </a:pathLst>
            </a:custGeom>
            <a:ln w="646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1" name="object 3311"/>
            <p:cNvSpPr/>
            <p:nvPr/>
          </p:nvSpPr>
          <p:spPr>
            <a:xfrm>
              <a:off x="5238750" y="1631950"/>
              <a:ext cx="342900" cy="194310"/>
            </a:xfrm>
            <a:custGeom>
              <a:avLst/>
              <a:gdLst/>
              <a:ahLst/>
              <a:cxnLst/>
              <a:rect l="l" t="t" r="r" b="b"/>
              <a:pathLst>
                <a:path w="342900" h="194310">
                  <a:moveTo>
                    <a:pt x="342900" y="0"/>
                  </a:moveTo>
                  <a:lnTo>
                    <a:pt x="0" y="0"/>
                  </a:lnTo>
                  <a:lnTo>
                    <a:pt x="0" y="194310"/>
                  </a:lnTo>
                  <a:lnTo>
                    <a:pt x="171450" y="194310"/>
                  </a:lnTo>
                  <a:lnTo>
                    <a:pt x="342900" y="194310"/>
                  </a:lnTo>
                  <a:lnTo>
                    <a:pt x="342900" y="0"/>
                  </a:lnTo>
                  <a:close/>
                </a:path>
              </a:pathLst>
            </a:custGeom>
            <a:solidFill>
              <a:srgbClr val="FF9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312" name="object 3312"/>
          <p:cNvSpPr txBox="1"/>
          <p:nvPr/>
        </p:nvSpPr>
        <p:spPr>
          <a:xfrm>
            <a:off x="5238750" y="1631950"/>
            <a:ext cx="342900" cy="194310"/>
          </a:xfrm>
          <a:prstGeom prst="rect">
            <a:avLst/>
          </a:prstGeom>
          <a:ln w="9344">
            <a:solidFill>
              <a:srgbClr val="FFFFFF"/>
            </a:solidFill>
          </a:ln>
        </p:spPr>
        <p:txBody>
          <a:bodyPr vert="horz" wrap="square" lIns="0" tIns="6350" rIns="0" bIns="0" rtlCol="0">
            <a:spAutoFit/>
          </a:bodyPr>
          <a:lstStyle/>
          <a:p>
            <a:pPr marL="17145">
              <a:lnSpc>
                <a:spcPct val="100000"/>
              </a:lnSpc>
              <a:spcBef>
                <a:spcPts val="50"/>
              </a:spcBef>
            </a:pPr>
            <a:r>
              <a:rPr sz="1200" b="1" spc="-25" dirty="0">
                <a:solidFill>
                  <a:srgbClr val="FFFFFF"/>
                </a:solidFill>
                <a:latin typeface="Arial"/>
                <a:cs typeface="Arial"/>
              </a:rPr>
              <a:t>APP</a:t>
            </a:r>
            <a:endParaRPr sz="1200">
              <a:latin typeface="Arial"/>
              <a:cs typeface="Arial"/>
            </a:endParaRPr>
          </a:p>
        </p:txBody>
      </p:sp>
      <p:sp>
        <p:nvSpPr>
          <p:cNvPr id="3313" name="object 3313"/>
          <p:cNvSpPr/>
          <p:nvPr/>
        </p:nvSpPr>
        <p:spPr>
          <a:xfrm>
            <a:off x="5238750" y="1875789"/>
            <a:ext cx="342900" cy="193040"/>
          </a:xfrm>
          <a:custGeom>
            <a:avLst/>
            <a:gdLst/>
            <a:ahLst/>
            <a:cxnLst/>
            <a:rect l="l" t="t" r="r" b="b"/>
            <a:pathLst>
              <a:path w="342900" h="193039">
                <a:moveTo>
                  <a:pt x="342900" y="0"/>
                </a:moveTo>
                <a:lnTo>
                  <a:pt x="0" y="0"/>
                </a:lnTo>
                <a:lnTo>
                  <a:pt x="0" y="193039"/>
                </a:lnTo>
                <a:lnTo>
                  <a:pt x="171450" y="193039"/>
                </a:lnTo>
                <a:lnTo>
                  <a:pt x="342900" y="193039"/>
                </a:lnTo>
                <a:lnTo>
                  <a:pt x="342900" y="0"/>
                </a:lnTo>
                <a:close/>
              </a:path>
            </a:pathLst>
          </a:custGeom>
          <a:solidFill>
            <a:srgbClr val="5890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4" name="object 3314"/>
          <p:cNvSpPr txBox="1"/>
          <p:nvPr/>
        </p:nvSpPr>
        <p:spPr>
          <a:xfrm>
            <a:off x="5238750" y="1875789"/>
            <a:ext cx="342900" cy="193040"/>
          </a:xfrm>
          <a:prstGeom prst="rect">
            <a:avLst/>
          </a:prstGeom>
          <a:ln w="9344">
            <a:solidFill>
              <a:srgbClr val="FFFFFF"/>
            </a:solidFill>
          </a:ln>
        </p:spPr>
        <p:txBody>
          <a:bodyPr vert="horz" wrap="square" lIns="0" tIns="5080" rIns="0" bIns="0" rtlCol="0">
            <a:spAutoFit/>
          </a:bodyPr>
          <a:lstStyle/>
          <a:p>
            <a:pPr marL="63500">
              <a:lnSpc>
                <a:spcPct val="100000"/>
              </a:lnSpc>
              <a:spcBef>
                <a:spcPts val="40"/>
              </a:spcBef>
            </a:pPr>
            <a:r>
              <a:rPr sz="1200" b="1" spc="-25" dirty="0">
                <a:solidFill>
                  <a:srgbClr val="FFFFFF"/>
                </a:solidFill>
                <a:latin typeface="Arial"/>
                <a:cs typeface="Arial"/>
              </a:rPr>
              <a:t>OS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3315" name="object 3315"/>
          <p:cNvGrpSpPr/>
          <p:nvPr/>
        </p:nvGrpSpPr>
        <p:grpSpPr>
          <a:xfrm>
            <a:off x="5635307" y="1581467"/>
            <a:ext cx="464184" cy="540385"/>
            <a:chOff x="5635307" y="1581467"/>
            <a:chExt cx="464184" cy="540385"/>
          </a:xfrm>
        </p:grpSpPr>
        <p:sp>
          <p:nvSpPr>
            <p:cNvPr id="3316" name="object 3316"/>
            <p:cNvSpPr/>
            <p:nvPr/>
          </p:nvSpPr>
          <p:spPr>
            <a:xfrm>
              <a:off x="5638800" y="1584960"/>
              <a:ext cx="457200" cy="533400"/>
            </a:xfrm>
            <a:custGeom>
              <a:avLst/>
              <a:gdLst/>
              <a:ahLst/>
              <a:cxnLst/>
              <a:rect l="l" t="t" r="r" b="b"/>
              <a:pathLst>
                <a:path w="457200" h="533400">
                  <a:moveTo>
                    <a:pt x="412750" y="0"/>
                  </a:moveTo>
                  <a:lnTo>
                    <a:pt x="43179" y="0"/>
                  </a:lnTo>
                  <a:lnTo>
                    <a:pt x="27324" y="3710"/>
                  </a:lnTo>
                  <a:lnTo>
                    <a:pt x="13493" y="13493"/>
                  </a:lnTo>
                  <a:lnTo>
                    <a:pt x="3710" y="27324"/>
                  </a:lnTo>
                  <a:lnTo>
                    <a:pt x="0" y="43179"/>
                  </a:lnTo>
                  <a:lnTo>
                    <a:pt x="0" y="488950"/>
                  </a:lnTo>
                  <a:lnTo>
                    <a:pt x="3710" y="505003"/>
                  </a:lnTo>
                  <a:lnTo>
                    <a:pt x="13493" y="519271"/>
                  </a:lnTo>
                  <a:lnTo>
                    <a:pt x="27324" y="529490"/>
                  </a:lnTo>
                  <a:lnTo>
                    <a:pt x="43179" y="533400"/>
                  </a:lnTo>
                  <a:lnTo>
                    <a:pt x="412750" y="533400"/>
                  </a:lnTo>
                  <a:lnTo>
                    <a:pt x="429339" y="529490"/>
                  </a:lnTo>
                  <a:lnTo>
                    <a:pt x="443547" y="519271"/>
                  </a:lnTo>
                  <a:lnTo>
                    <a:pt x="453469" y="505003"/>
                  </a:lnTo>
                  <a:lnTo>
                    <a:pt x="457200" y="488950"/>
                  </a:lnTo>
                  <a:lnTo>
                    <a:pt x="457200" y="43179"/>
                  </a:lnTo>
                  <a:lnTo>
                    <a:pt x="453469" y="27324"/>
                  </a:lnTo>
                  <a:lnTo>
                    <a:pt x="443547" y="13493"/>
                  </a:lnTo>
                  <a:lnTo>
                    <a:pt x="429339" y="3710"/>
                  </a:lnTo>
                  <a:lnTo>
                    <a:pt x="412750" y="0"/>
                  </a:lnTo>
                  <a:close/>
                </a:path>
              </a:pathLst>
            </a:custGeom>
            <a:solidFill>
              <a:srgbClr val="BBA7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7" name="object 3317"/>
            <p:cNvSpPr/>
            <p:nvPr/>
          </p:nvSpPr>
          <p:spPr>
            <a:xfrm>
              <a:off x="5638800" y="1584960"/>
              <a:ext cx="457200" cy="533400"/>
            </a:xfrm>
            <a:custGeom>
              <a:avLst/>
              <a:gdLst/>
              <a:ahLst/>
              <a:cxnLst/>
              <a:rect l="l" t="t" r="r" b="b"/>
              <a:pathLst>
                <a:path w="457200" h="533400">
                  <a:moveTo>
                    <a:pt x="43179" y="0"/>
                  </a:moveTo>
                  <a:lnTo>
                    <a:pt x="27324" y="3710"/>
                  </a:lnTo>
                  <a:lnTo>
                    <a:pt x="13493" y="13493"/>
                  </a:lnTo>
                  <a:lnTo>
                    <a:pt x="3710" y="27324"/>
                  </a:lnTo>
                  <a:lnTo>
                    <a:pt x="0" y="43179"/>
                  </a:lnTo>
                  <a:lnTo>
                    <a:pt x="0" y="50145"/>
                  </a:lnTo>
                  <a:lnTo>
                    <a:pt x="0" y="98901"/>
                  </a:lnTo>
                  <a:lnTo>
                    <a:pt x="0" y="231239"/>
                  </a:lnTo>
                  <a:lnTo>
                    <a:pt x="0" y="488950"/>
                  </a:lnTo>
                  <a:lnTo>
                    <a:pt x="3710" y="505003"/>
                  </a:lnTo>
                  <a:lnTo>
                    <a:pt x="13493" y="519271"/>
                  </a:lnTo>
                  <a:lnTo>
                    <a:pt x="27324" y="529490"/>
                  </a:lnTo>
                  <a:lnTo>
                    <a:pt x="43179" y="533400"/>
                  </a:lnTo>
                  <a:lnTo>
                    <a:pt x="48954" y="533400"/>
                  </a:lnTo>
                  <a:lnTo>
                    <a:pt x="89376" y="533400"/>
                  </a:lnTo>
                  <a:lnTo>
                    <a:pt x="199092" y="533400"/>
                  </a:lnTo>
                  <a:lnTo>
                    <a:pt x="412750" y="533400"/>
                  </a:lnTo>
                  <a:lnTo>
                    <a:pt x="429339" y="529490"/>
                  </a:lnTo>
                  <a:lnTo>
                    <a:pt x="443547" y="519271"/>
                  </a:lnTo>
                  <a:lnTo>
                    <a:pt x="453469" y="505003"/>
                  </a:lnTo>
                  <a:lnTo>
                    <a:pt x="457200" y="488950"/>
                  </a:lnTo>
                  <a:lnTo>
                    <a:pt x="457200" y="481984"/>
                  </a:lnTo>
                  <a:lnTo>
                    <a:pt x="457200" y="433228"/>
                  </a:lnTo>
                  <a:lnTo>
                    <a:pt x="457200" y="300890"/>
                  </a:lnTo>
                  <a:lnTo>
                    <a:pt x="457200" y="43179"/>
                  </a:lnTo>
                  <a:lnTo>
                    <a:pt x="453469" y="27324"/>
                  </a:lnTo>
                  <a:lnTo>
                    <a:pt x="443547" y="13493"/>
                  </a:lnTo>
                  <a:lnTo>
                    <a:pt x="429339" y="3710"/>
                  </a:lnTo>
                  <a:lnTo>
                    <a:pt x="412750" y="0"/>
                  </a:lnTo>
                  <a:lnTo>
                    <a:pt x="406975" y="0"/>
                  </a:lnTo>
                  <a:lnTo>
                    <a:pt x="366553" y="0"/>
                  </a:lnTo>
                  <a:lnTo>
                    <a:pt x="256837" y="0"/>
                  </a:lnTo>
                  <a:lnTo>
                    <a:pt x="43179" y="0"/>
                  </a:lnTo>
                  <a:close/>
                </a:path>
              </a:pathLst>
            </a:custGeom>
            <a:ln w="646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8" name="object 3318"/>
            <p:cNvSpPr/>
            <p:nvPr/>
          </p:nvSpPr>
          <p:spPr>
            <a:xfrm>
              <a:off x="5695950" y="1631950"/>
              <a:ext cx="342900" cy="194310"/>
            </a:xfrm>
            <a:custGeom>
              <a:avLst/>
              <a:gdLst/>
              <a:ahLst/>
              <a:cxnLst/>
              <a:rect l="l" t="t" r="r" b="b"/>
              <a:pathLst>
                <a:path w="342900" h="194310">
                  <a:moveTo>
                    <a:pt x="342900" y="0"/>
                  </a:moveTo>
                  <a:lnTo>
                    <a:pt x="0" y="0"/>
                  </a:lnTo>
                  <a:lnTo>
                    <a:pt x="0" y="194310"/>
                  </a:lnTo>
                  <a:lnTo>
                    <a:pt x="171450" y="194310"/>
                  </a:lnTo>
                  <a:lnTo>
                    <a:pt x="342900" y="194310"/>
                  </a:lnTo>
                  <a:lnTo>
                    <a:pt x="342900" y="0"/>
                  </a:lnTo>
                  <a:close/>
                </a:path>
              </a:pathLst>
            </a:custGeom>
            <a:solidFill>
              <a:srgbClr val="FF9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319" name="object 3319"/>
          <p:cNvSpPr txBox="1"/>
          <p:nvPr/>
        </p:nvSpPr>
        <p:spPr>
          <a:xfrm>
            <a:off x="5695950" y="1631950"/>
            <a:ext cx="342900" cy="194310"/>
          </a:xfrm>
          <a:prstGeom prst="rect">
            <a:avLst/>
          </a:prstGeom>
          <a:ln w="9344">
            <a:solidFill>
              <a:srgbClr val="FFFFFF"/>
            </a:solidFill>
          </a:ln>
        </p:spPr>
        <p:txBody>
          <a:bodyPr vert="horz" wrap="square" lIns="0" tIns="6350" rIns="0" bIns="0" rtlCol="0">
            <a:spAutoFit/>
          </a:bodyPr>
          <a:lstStyle/>
          <a:p>
            <a:pPr marL="17145">
              <a:lnSpc>
                <a:spcPct val="100000"/>
              </a:lnSpc>
              <a:spcBef>
                <a:spcPts val="50"/>
              </a:spcBef>
            </a:pPr>
            <a:r>
              <a:rPr sz="1200" b="1" spc="-25" dirty="0">
                <a:solidFill>
                  <a:srgbClr val="FFFFFF"/>
                </a:solidFill>
                <a:latin typeface="Arial"/>
                <a:cs typeface="Arial"/>
              </a:rPr>
              <a:t>APP</a:t>
            </a:r>
            <a:endParaRPr sz="1200">
              <a:latin typeface="Arial"/>
              <a:cs typeface="Arial"/>
            </a:endParaRPr>
          </a:p>
        </p:txBody>
      </p:sp>
      <p:sp>
        <p:nvSpPr>
          <p:cNvPr id="3320" name="object 3320"/>
          <p:cNvSpPr/>
          <p:nvPr/>
        </p:nvSpPr>
        <p:spPr>
          <a:xfrm>
            <a:off x="5695950" y="1875789"/>
            <a:ext cx="342900" cy="193040"/>
          </a:xfrm>
          <a:custGeom>
            <a:avLst/>
            <a:gdLst/>
            <a:ahLst/>
            <a:cxnLst/>
            <a:rect l="l" t="t" r="r" b="b"/>
            <a:pathLst>
              <a:path w="342900" h="193039">
                <a:moveTo>
                  <a:pt x="342900" y="0"/>
                </a:moveTo>
                <a:lnTo>
                  <a:pt x="0" y="0"/>
                </a:lnTo>
                <a:lnTo>
                  <a:pt x="0" y="193039"/>
                </a:lnTo>
                <a:lnTo>
                  <a:pt x="171450" y="193039"/>
                </a:lnTo>
                <a:lnTo>
                  <a:pt x="342900" y="193039"/>
                </a:lnTo>
                <a:lnTo>
                  <a:pt x="342900" y="0"/>
                </a:lnTo>
                <a:close/>
              </a:path>
            </a:pathLst>
          </a:custGeom>
          <a:solidFill>
            <a:srgbClr val="5890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1" name="object 3321"/>
          <p:cNvSpPr txBox="1"/>
          <p:nvPr/>
        </p:nvSpPr>
        <p:spPr>
          <a:xfrm>
            <a:off x="5695950" y="1875789"/>
            <a:ext cx="342900" cy="193040"/>
          </a:xfrm>
          <a:prstGeom prst="rect">
            <a:avLst/>
          </a:prstGeom>
          <a:ln w="9344">
            <a:solidFill>
              <a:srgbClr val="FFFFFF"/>
            </a:solidFill>
          </a:ln>
        </p:spPr>
        <p:txBody>
          <a:bodyPr vert="horz" wrap="square" lIns="0" tIns="5080" rIns="0" bIns="0" rtlCol="0">
            <a:spAutoFit/>
          </a:bodyPr>
          <a:lstStyle/>
          <a:p>
            <a:pPr marL="63500">
              <a:lnSpc>
                <a:spcPct val="100000"/>
              </a:lnSpc>
              <a:spcBef>
                <a:spcPts val="40"/>
              </a:spcBef>
            </a:pPr>
            <a:r>
              <a:rPr sz="1200" b="1" spc="-25" dirty="0">
                <a:solidFill>
                  <a:srgbClr val="FFFFFF"/>
                </a:solidFill>
                <a:latin typeface="Arial"/>
                <a:cs typeface="Arial"/>
              </a:rPr>
              <a:t>OS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3322" name="object 3322"/>
          <p:cNvGrpSpPr/>
          <p:nvPr/>
        </p:nvGrpSpPr>
        <p:grpSpPr>
          <a:xfrm>
            <a:off x="5329237" y="1581467"/>
            <a:ext cx="2676525" cy="1910714"/>
            <a:chOff x="5329237" y="1581467"/>
            <a:chExt cx="2676525" cy="1910714"/>
          </a:xfrm>
        </p:grpSpPr>
        <p:sp>
          <p:nvSpPr>
            <p:cNvPr id="3323" name="object 3323"/>
            <p:cNvSpPr/>
            <p:nvPr/>
          </p:nvSpPr>
          <p:spPr>
            <a:xfrm>
              <a:off x="5664200" y="2872740"/>
              <a:ext cx="2540" cy="510540"/>
            </a:xfrm>
            <a:custGeom>
              <a:avLst/>
              <a:gdLst/>
              <a:ahLst/>
              <a:cxnLst/>
              <a:rect l="l" t="t" r="r" b="b"/>
              <a:pathLst>
                <a:path w="2539" h="510539">
                  <a:moveTo>
                    <a:pt x="2539" y="127000"/>
                  </a:moveTo>
                  <a:lnTo>
                    <a:pt x="0" y="127000"/>
                  </a:lnTo>
                  <a:lnTo>
                    <a:pt x="0" y="509270"/>
                  </a:lnTo>
                  <a:lnTo>
                    <a:pt x="1270" y="509270"/>
                  </a:lnTo>
                  <a:lnTo>
                    <a:pt x="1270" y="510540"/>
                  </a:lnTo>
                  <a:lnTo>
                    <a:pt x="2539" y="510540"/>
                  </a:lnTo>
                  <a:lnTo>
                    <a:pt x="2539" y="127000"/>
                  </a:lnTo>
                  <a:close/>
                </a:path>
                <a:path w="2539" h="510539">
                  <a:moveTo>
                    <a:pt x="2539" y="120650"/>
                  </a:moveTo>
                  <a:lnTo>
                    <a:pt x="0" y="120650"/>
                  </a:lnTo>
                  <a:lnTo>
                    <a:pt x="0" y="125730"/>
                  </a:lnTo>
                  <a:lnTo>
                    <a:pt x="2539" y="125730"/>
                  </a:lnTo>
                  <a:lnTo>
                    <a:pt x="2539" y="120650"/>
                  </a:lnTo>
                  <a:close/>
                </a:path>
                <a:path w="2539" h="510539">
                  <a:moveTo>
                    <a:pt x="2539" y="114300"/>
                  </a:moveTo>
                  <a:lnTo>
                    <a:pt x="0" y="114300"/>
                  </a:lnTo>
                  <a:lnTo>
                    <a:pt x="0" y="119380"/>
                  </a:lnTo>
                  <a:lnTo>
                    <a:pt x="2539" y="119380"/>
                  </a:lnTo>
                  <a:lnTo>
                    <a:pt x="2539" y="114300"/>
                  </a:lnTo>
                  <a:close/>
                </a:path>
                <a:path w="2539" h="510539">
                  <a:moveTo>
                    <a:pt x="2539" y="107950"/>
                  </a:moveTo>
                  <a:lnTo>
                    <a:pt x="0" y="107950"/>
                  </a:lnTo>
                  <a:lnTo>
                    <a:pt x="0" y="113030"/>
                  </a:lnTo>
                  <a:lnTo>
                    <a:pt x="2539" y="113030"/>
                  </a:lnTo>
                  <a:lnTo>
                    <a:pt x="2539" y="107950"/>
                  </a:lnTo>
                  <a:close/>
                </a:path>
                <a:path w="2539" h="510539">
                  <a:moveTo>
                    <a:pt x="2539" y="101600"/>
                  </a:moveTo>
                  <a:lnTo>
                    <a:pt x="0" y="101600"/>
                  </a:lnTo>
                  <a:lnTo>
                    <a:pt x="0" y="106680"/>
                  </a:lnTo>
                  <a:lnTo>
                    <a:pt x="2539" y="106680"/>
                  </a:lnTo>
                  <a:lnTo>
                    <a:pt x="2539" y="101600"/>
                  </a:lnTo>
                  <a:close/>
                </a:path>
                <a:path w="2539" h="510539">
                  <a:moveTo>
                    <a:pt x="2539" y="95250"/>
                  </a:moveTo>
                  <a:lnTo>
                    <a:pt x="0" y="95250"/>
                  </a:lnTo>
                  <a:lnTo>
                    <a:pt x="0" y="100330"/>
                  </a:lnTo>
                  <a:lnTo>
                    <a:pt x="2539" y="100330"/>
                  </a:lnTo>
                  <a:lnTo>
                    <a:pt x="2539" y="95250"/>
                  </a:lnTo>
                  <a:close/>
                </a:path>
                <a:path w="2539" h="510539">
                  <a:moveTo>
                    <a:pt x="2539" y="88900"/>
                  </a:moveTo>
                  <a:lnTo>
                    <a:pt x="0" y="88900"/>
                  </a:lnTo>
                  <a:lnTo>
                    <a:pt x="0" y="93980"/>
                  </a:lnTo>
                  <a:lnTo>
                    <a:pt x="2539" y="93980"/>
                  </a:lnTo>
                  <a:lnTo>
                    <a:pt x="2539" y="88900"/>
                  </a:lnTo>
                  <a:close/>
                </a:path>
                <a:path w="2539" h="510539">
                  <a:moveTo>
                    <a:pt x="2539" y="82550"/>
                  </a:moveTo>
                  <a:lnTo>
                    <a:pt x="0" y="82550"/>
                  </a:lnTo>
                  <a:lnTo>
                    <a:pt x="0" y="87630"/>
                  </a:lnTo>
                  <a:lnTo>
                    <a:pt x="2539" y="87630"/>
                  </a:lnTo>
                  <a:lnTo>
                    <a:pt x="2539" y="82550"/>
                  </a:lnTo>
                  <a:close/>
                </a:path>
                <a:path w="2539" h="510539">
                  <a:moveTo>
                    <a:pt x="2539" y="76200"/>
                  </a:moveTo>
                  <a:lnTo>
                    <a:pt x="0" y="76200"/>
                  </a:lnTo>
                  <a:lnTo>
                    <a:pt x="0" y="81280"/>
                  </a:lnTo>
                  <a:lnTo>
                    <a:pt x="2539" y="81280"/>
                  </a:lnTo>
                  <a:lnTo>
                    <a:pt x="2539" y="76200"/>
                  </a:lnTo>
                  <a:close/>
                </a:path>
                <a:path w="2539" h="510539">
                  <a:moveTo>
                    <a:pt x="2539" y="69850"/>
                  </a:moveTo>
                  <a:lnTo>
                    <a:pt x="0" y="69850"/>
                  </a:lnTo>
                  <a:lnTo>
                    <a:pt x="0" y="74930"/>
                  </a:lnTo>
                  <a:lnTo>
                    <a:pt x="2539" y="74930"/>
                  </a:lnTo>
                  <a:lnTo>
                    <a:pt x="2539" y="69850"/>
                  </a:lnTo>
                  <a:close/>
                </a:path>
                <a:path w="2539" h="510539">
                  <a:moveTo>
                    <a:pt x="2539" y="63500"/>
                  </a:moveTo>
                  <a:lnTo>
                    <a:pt x="0" y="63500"/>
                  </a:lnTo>
                  <a:lnTo>
                    <a:pt x="0" y="68580"/>
                  </a:lnTo>
                  <a:lnTo>
                    <a:pt x="2539" y="68580"/>
                  </a:lnTo>
                  <a:lnTo>
                    <a:pt x="2539" y="63500"/>
                  </a:lnTo>
                  <a:close/>
                </a:path>
                <a:path w="2539" h="510539">
                  <a:moveTo>
                    <a:pt x="2539" y="57150"/>
                  </a:moveTo>
                  <a:lnTo>
                    <a:pt x="0" y="57150"/>
                  </a:lnTo>
                  <a:lnTo>
                    <a:pt x="0" y="62230"/>
                  </a:lnTo>
                  <a:lnTo>
                    <a:pt x="2539" y="62230"/>
                  </a:lnTo>
                  <a:lnTo>
                    <a:pt x="2539" y="57150"/>
                  </a:lnTo>
                  <a:close/>
                </a:path>
                <a:path w="2539" h="510539">
                  <a:moveTo>
                    <a:pt x="2539" y="50800"/>
                  </a:moveTo>
                  <a:lnTo>
                    <a:pt x="0" y="50800"/>
                  </a:lnTo>
                  <a:lnTo>
                    <a:pt x="0" y="55880"/>
                  </a:lnTo>
                  <a:lnTo>
                    <a:pt x="2539" y="55880"/>
                  </a:lnTo>
                  <a:lnTo>
                    <a:pt x="2539" y="50800"/>
                  </a:lnTo>
                  <a:close/>
                </a:path>
                <a:path w="2539" h="510539">
                  <a:moveTo>
                    <a:pt x="2539" y="44450"/>
                  </a:moveTo>
                  <a:lnTo>
                    <a:pt x="0" y="44450"/>
                  </a:lnTo>
                  <a:lnTo>
                    <a:pt x="0" y="49530"/>
                  </a:lnTo>
                  <a:lnTo>
                    <a:pt x="2539" y="49530"/>
                  </a:lnTo>
                  <a:lnTo>
                    <a:pt x="2539" y="44450"/>
                  </a:lnTo>
                  <a:close/>
                </a:path>
                <a:path w="2539" h="510539">
                  <a:moveTo>
                    <a:pt x="2539" y="38100"/>
                  </a:moveTo>
                  <a:lnTo>
                    <a:pt x="0" y="38100"/>
                  </a:lnTo>
                  <a:lnTo>
                    <a:pt x="0" y="43180"/>
                  </a:lnTo>
                  <a:lnTo>
                    <a:pt x="2539" y="43180"/>
                  </a:lnTo>
                  <a:lnTo>
                    <a:pt x="2539" y="38100"/>
                  </a:lnTo>
                  <a:close/>
                </a:path>
                <a:path w="2539" h="510539">
                  <a:moveTo>
                    <a:pt x="2539" y="31750"/>
                  </a:moveTo>
                  <a:lnTo>
                    <a:pt x="0" y="31750"/>
                  </a:lnTo>
                  <a:lnTo>
                    <a:pt x="0" y="36830"/>
                  </a:lnTo>
                  <a:lnTo>
                    <a:pt x="2539" y="36830"/>
                  </a:lnTo>
                  <a:lnTo>
                    <a:pt x="2539" y="31750"/>
                  </a:lnTo>
                  <a:close/>
                </a:path>
                <a:path w="2539" h="510539">
                  <a:moveTo>
                    <a:pt x="2539" y="25400"/>
                  </a:moveTo>
                  <a:lnTo>
                    <a:pt x="0" y="25400"/>
                  </a:lnTo>
                  <a:lnTo>
                    <a:pt x="0" y="30480"/>
                  </a:lnTo>
                  <a:lnTo>
                    <a:pt x="2539" y="30480"/>
                  </a:lnTo>
                  <a:lnTo>
                    <a:pt x="2539" y="25400"/>
                  </a:lnTo>
                  <a:close/>
                </a:path>
                <a:path w="2539" h="510539">
                  <a:moveTo>
                    <a:pt x="2539" y="19050"/>
                  </a:moveTo>
                  <a:lnTo>
                    <a:pt x="0" y="19050"/>
                  </a:lnTo>
                  <a:lnTo>
                    <a:pt x="0" y="24130"/>
                  </a:lnTo>
                  <a:lnTo>
                    <a:pt x="2539" y="24130"/>
                  </a:lnTo>
                  <a:lnTo>
                    <a:pt x="2539" y="19050"/>
                  </a:lnTo>
                  <a:close/>
                </a:path>
                <a:path w="2539" h="510539">
                  <a:moveTo>
                    <a:pt x="2539" y="12700"/>
                  </a:moveTo>
                  <a:lnTo>
                    <a:pt x="0" y="12700"/>
                  </a:lnTo>
                  <a:lnTo>
                    <a:pt x="0" y="17780"/>
                  </a:lnTo>
                  <a:lnTo>
                    <a:pt x="2539" y="17780"/>
                  </a:lnTo>
                  <a:lnTo>
                    <a:pt x="2539" y="12700"/>
                  </a:lnTo>
                  <a:close/>
                </a:path>
                <a:path w="2539" h="510539">
                  <a:moveTo>
                    <a:pt x="2539" y="6350"/>
                  </a:moveTo>
                  <a:lnTo>
                    <a:pt x="0" y="6350"/>
                  </a:lnTo>
                  <a:lnTo>
                    <a:pt x="0" y="11430"/>
                  </a:lnTo>
                  <a:lnTo>
                    <a:pt x="2539" y="11430"/>
                  </a:lnTo>
                  <a:lnTo>
                    <a:pt x="2539" y="6350"/>
                  </a:lnTo>
                  <a:close/>
                </a:path>
                <a:path w="2539" h="510539">
                  <a:moveTo>
                    <a:pt x="127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539" y="5080"/>
                  </a:lnTo>
                  <a:lnTo>
                    <a:pt x="2539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EAE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4" name="object 3324"/>
            <p:cNvSpPr/>
            <p:nvPr/>
          </p:nvSpPr>
          <p:spPr>
            <a:xfrm>
              <a:off x="5666740" y="2875280"/>
              <a:ext cx="3810" cy="511809"/>
            </a:xfrm>
            <a:custGeom>
              <a:avLst/>
              <a:gdLst/>
              <a:ahLst/>
              <a:cxnLst/>
              <a:rect l="l" t="t" r="r" b="b"/>
              <a:pathLst>
                <a:path w="3810" h="511810">
                  <a:moveTo>
                    <a:pt x="3810" y="124459"/>
                  </a:moveTo>
                  <a:lnTo>
                    <a:pt x="0" y="124459"/>
                  </a:lnTo>
                  <a:lnTo>
                    <a:pt x="0" y="508000"/>
                  </a:lnTo>
                  <a:lnTo>
                    <a:pt x="1270" y="508000"/>
                  </a:lnTo>
                  <a:lnTo>
                    <a:pt x="1270" y="509269"/>
                  </a:lnTo>
                  <a:lnTo>
                    <a:pt x="2539" y="509269"/>
                  </a:lnTo>
                  <a:lnTo>
                    <a:pt x="2539" y="511809"/>
                  </a:lnTo>
                  <a:lnTo>
                    <a:pt x="3810" y="511809"/>
                  </a:lnTo>
                  <a:lnTo>
                    <a:pt x="3810" y="124459"/>
                  </a:lnTo>
                  <a:close/>
                </a:path>
                <a:path w="3810" h="511810">
                  <a:moveTo>
                    <a:pt x="3810" y="118109"/>
                  </a:moveTo>
                  <a:lnTo>
                    <a:pt x="0" y="118109"/>
                  </a:lnTo>
                  <a:lnTo>
                    <a:pt x="0" y="123189"/>
                  </a:lnTo>
                  <a:lnTo>
                    <a:pt x="3810" y="123189"/>
                  </a:lnTo>
                  <a:lnTo>
                    <a:pt x="3810" y="118109"/>
                  </a:lnTo>
                  <a:close/>
                </a:path>
                <a:path w="3810" h="511810">
                  <a:moveTo>
                    <a:pt x="3810" y="111759"/>
                  </a:moveTo>
                  <a:lnTo>
                    <a:pt x="0" y="111759"/>
                  </a:lnTo>
                  <a:lnTo>
                    <a:pt x="0" y="116839"/>
                  </a:lnTo>
                  <a:lnTo>
                    <a:pt x="3810" y="116839"/>
                  </a:lnTo>
                  <a:lnTo>
                    <a:pt x="3810" y="111759"/>
                  </a:lnTo>
                  <a:close/>
                </a:path>
                <a:path w="3810" h="511810">
                  <a:moveTo>
                    <a:pt x="3810" y="105409"/>
                  </a:moveTo>
                  <a:lnTo>
                    <a:pt x="0" y="105409"/>
                  </a:lnTo>
                  <a:lnTo>
                    <a:pt x="0" y="110489"/>
                  </a:lnTo>
                  <a:lnTo>
                    <a:pt x="3810" y="110489"/>
                  </a:lnTo>
                  <a:lnTo>
                    <a:pt x="3810" y="105409"/>
                  </a:lnTo>
                  <a:close/>
                </a:path>
                <a:path w="3810" h="511810">
                  <a:moveTo>
                    <a:pt x="3810" y="99059"/>
                  </a:moveTo>
                  <a:lnTo>
                    <a:pt x="0" y="99059"/>
                  </a:lnTo>
                  <a:lnTo>
                    <a:pt x="0" y="104139"/>
                  </a:lnTo>
                  <a:lnTo>
                    <a:pt x="3810" y="104139"/>
                  </a:lnTo>
                  <a:lnTo>
                    <a:pt x="3810" y="99059"/>
                  </a:lnTo>
                  <a:close/>
                </a:path>
                <a:path w="3810" h="511810">
                  <a:moveTo>
                    <a:pt x="3810" y="92709"/>
                  </a:moveTo>
                  <a:lnTo>
                    <a:pt x="0" y="92709"/>
                  </a:lnTo>
                  <a:lnTo>
                    <a:pt x="0" y="97789"/>
                  </a:lnTo>
                  <a:lnTo>
                    <a:pt x="3810" y="97789"/>
                  </a:lnTo>
                  <a:lnTo>
                    <a:pt x="3810" y="92709"/>
                  </a:lnTo>
                  <a:close/>
                </a:path>
                <a:path w="3810" h="511810">
                  <a:moveTo>
                    <a:pt x="3810" y="86359"/>
                  </a:moveTo>
                  <a:lnTo>
                    <a:pt x="0" y="86359"/>
                  </a:lnTo>
                  <a:lnTo>
                    <a:pt x="0" y="91439"/>
                  </a:lnTo>
                  <a:lnTo>
                    <a:pt x="3810" y="91439"/>
                  </a:lnTo>
                  <a:lnTo>
                    <a:pt x="3810" y="86359"/>
                  </a:lnTo>
                  <a:close/>
                </a:path>
                <a:path w="3810" h="511810">
                  <a:moveTo>
                    <a:pt x="3810" y="80009"/>
                  </a:moveTo>
                  <a:lnTo>
                    <a:pt x="0" y="80009"/>
                  </a:lnTo>
                  <a:lnTo>
                    <a:pt x="0" y="85089"/>
                  </a:lnTo>
                  <a:lnTo>
                    <a:pt x="3810" y="85089"/>
                  </a:lnTo>
                  <a:lnTo>
                    <a:pt x="3810" y="80009"/>
                  </a:lnTo>
                  <a:close/>
                </a:path>
                <a:path w="3810" h="511810">
                  <a:moveTo>
                    <a:pt x="3810" y="73659"/>
                  </a:moveTo>
                  <a:lnTo>
                    <a:pt x="0" y="73659"/>
                  </a:lnTo>
                  <a:lnTo>
                    <a:pt x="0" y="78739"/>
                  </a:lnTo>
                  <a:lnTo>
                    <a:pt x="3810" y="78739"/>
                  </a:lnTo>
                  <a:lnTo>
                    <a:pt x="3810" y="73659"/>
                  </a:lnTo>
                  <a:close/>
                </a:path>
                <a:path w="3810" h="511810">
                  <a:moveTo>
                    <a:pt x="3810" y="67309"/>
                  </a:moveTo>
                  <a:lnTo>
                    <a:pt x="0" y="67309"/>
                  </a:lnTo>
                  <a:lnTo>
                    <a:pt x="0" y="72389"/>
                  </a:lnTo>
                  <a:lnTo>
                    <a:pt x="3810" y="72389"/>
                  </a:lnTo>
                  <a:lnTo>
                    <a:pt x="3810" y="67309"/>
                  </a:lnTo>
                  <a:close/>
                </a:path>
                <a:path w="3810" h="511810">
                  <a:moveTo>
                    <a:pt x="3810" y="60959"/>
                  </a:moveTo>
                  <a:lnTo>
                    <a:pt x="0" y="60959"/>
                  </a:lnTo>
                  <a:lnTo>
                    <a:pt x="0" y="66039"/>
                  </a:lnTo>
                  <a:lnTo>
                    <a:pt x="3810" y="66039"/>
                  </a:lnTo>
                  <a:lnTo>
                    <a:pt x="3810" y="60959"/>
                  </a:lnTo>
                  <a:close/>
                </a:path>
                <a:path w="3810" h="511810">
                  <a:moveTo>
                    <a:pt x="3810" y="54609"/>
                  </a:moveTo>
                  <a:lnTo>
                    <a:pt x="0" y="54609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4609"/>
                  </a:lnTo>
                  <a:close/>
                </a:path>
                <a:path w="3810" h="511810">
                  <a:moveTo>
                    <a:pt x="3810" y="48259"/>
                  </a:moveTo>
                  <a:lnTo>
                    <a:pt x="0" y="48259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48259"/>
                  </a:lnTo>
                  <a:close/>
                </a:path>
                <a:path w="3810" h="511810">
                  <a:moveTo>
                    <a:pt x="3810" y="41909"/>
                  </a:moveTo>
                  <a:lnTo>
                    <a:pt x="0" y="41909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1909"/>
                  </a:lnTo>
                  <a:close/>
                </a:path>
                <a:path w="3810" h="511810">
                  <a:moveTo>
                    <a:pt x="3810" y="35559"/>
                  </a:moveTo>
                  <a:lnTo>
                    <a:pt x="0" y="35559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5559"/>
                  </a:lnTo>
                  <a:close/>
                </a:path>
                <a:path w="3810" h="511810">
                  <a:moveTo>
                    <a:pt x="3810" y="29209"/>
                  </a:moveTo>
                  <a:lnTo>
                    <a:pt x="0" y="29209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29209"/>
                  </a:lnTo>
                  <a:close/>
                </a:path>
                <a:path w="3810" h="511810">
                  <a:moveTo>
                    <a:pt x="3810" y="22859"/>
                  </a:moveTo>
                  <a:lnTo>
                    <a:pt x="0" y="22859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2859"/>
                  </a:lnTo>
                  <a:close/>
                </a:path>
                <a:path w="3810" h="511810">
                  <a:moveTo>
                    <a:pt x="3810" y="16509"/>
                  </a:moveTo>
                  <a:lnTo>
                    <a:pt x="0" y="16509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6509"/>
                  </a:lnTo>
                  <a:close/>
                </a:path>
                <a:path w="3810" h="511810">
                  <a:moveTo>
                    <a:pt x="3810" y="10159"/>
                  </a:moveTo>
                  <a:lnTo>
                    <a:pt x="0" y="1015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0159"/>
                  </a:lnTo>
                  <a:close/>
                </a:path>
                <a:path w="3810" h="511810">
                  <a:moveTo>
                    <a:pt x="3810" y="3809"/>
                  </a:moveTo>
                  <a:lnTo>
                    <a:pt x="0" y="380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3809"/>
                  </a:lnTo>
                  <a:close/>
                </a:path>
                <a:path w="3810" h="511810">
                  <a:moveTo>
                    <a:pt x="253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EAE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5" name="object 3325"/>
            <p:cNvSpPr/>
            <p:nvPr/>
          </p:nvSpPr>
          <p:spPr>
            <a:xfrm>
              <a:off x="5670550" y="2876550"/>
              <a:ext cx="2540" cy="511809"/>
            </a:xfrm>
            <a:custGeom>
              <a:avLst/>
              <a:gdLst/>
              <a:ahLst/>
              <a:cxnLst/>
              <a:rect l="l" t="t" r="r" b="b"/>
              <a:pathLst>
                <a:path w="2539" h="511810">
                  <a:moveTo>
                    <a:pt x="2539" y="510539"/>
                  </a:moveTo>
                  <a:lnTo>
                    <a:pt x="1270" y="510539"/>
                  </a:lnTo>
                  <a:lnTo>
                    <a:pt x="1270" y="511810"/>
                  </a:lnTo>
                  <a:lnTo>
                    <a:pt x="2539" y="511810"/>
                  </a:lnTo>
                  <a:lnTo>
                    <a:pt x="2539" y="510539"/>
                  </a:lnTo>
                  <a:close/>
                </a:path>
                <a:path w="2539" h="511810">
                  <a:moveTo>
                    <a:pt x="2539" y="123189"/>
                  </a:moveTo>
                  <a:lnTo>
                    <a:pt x="0" y="123189"/>
                  </a:lnTo>
                  <a:lnTo>
                    <a:pt x="0" y="509270"/>
                  </a:lnTo>
                  <a:lnTo>
                    <a:pt x="2539" y="509270"/>
                  </a:lnTo>
                  <a:lnTo>
                    <a:pt x="2539" y="123189"/>
                  </a:lnTo>
                  <a:close/>
                </a:path>
                <a:path w="2539" h="511810">
                  <a:moveTo>
                    <a:pt x="2539" y="116839"/>
                  </a:moveTo>
                  <a:lnTo>
                    <a:pt x="0" y="116839"/>
                  </a:lnTo>
                  <a:lnTo>
                    <a:pt x="0" y="121920"/>
                  </a:lnTo>
                  <a:lnTo>
                    <a:pt x="2539" y="121920"/>
                  </a:lnTo>
                  <a:lnTo>
                    <a:pt x="2539" y="116839"/>
                  </a:lnTo>
                  <a:close/>
                </a:path>
                <a:path w="2539" h="511810">
                  <a:moveTo>
                    <a:pt x="2539" y="110489"/>
                  </a:moveTo>
                  <a:lnTo>
                    <a:pt x="0" y="110489"/>
                  </a:lnTo>
                  <a:lnTo>
                    <a:pt x="0" y="115570"/>
                  </a:lnTo>
                  <a:lnTo>
                    <a:pt x="2539" y="115570"/>
                  </a:lnTo>
                  <a:lnTo>
                    <a:pt x="2539" y="110489"/>
                  </a:lnTo>
                  <a:close/>
                </a:path>
                <a:path w="2539" h="511810">
                  <a:moveTo>
                    <a:pt x="2539" y="104139"/>
                  </a:moveTo>
                  <a:lnTo>
                    <a:pt x="0" y="104139"/>
                  </a:lnTo>
                  <a:lnTo>
                    <a:pt x="0" y="109220"/>
                  </a:lnTo>
                  <a:lnTo>
                    <a:pt x="2539" y="109220"/>
                  </a:lnTo>
                  <a:lnTo>
                    <a:pt x="2539" y="104139"/>
                  </a:lnTo>
                  <a:close/>
                </a:path>
                <a:path w="2539" h="511810">
                  <a:moveTo>
                    <a:pt x="2539" y="97789"/>
                  </a:moveTo>
                  <a:lnTo>
                    <a:pt x="0" y="97789"/>
                  </a:lnTo>
                  <a:lnTo>
                    <a:pt x="0" y="102870"/>
                  </a:lnTo>
                  <a:lnTo>
                    <a:pt x="2539" y="102870"/>
                  </a:lnTo>
                  <a:lnTo>
                    <a:pt x="2539" y="97789"/>
                  </a:lnTo>
                  <a:close/>
                </a:path>
                <a:path w="2539" h="511810">
                  <a:moveTo>
                    <a:pt x="2539" y="91439"/>
                  </a:moveTo>
                  <a:lnTo>
                    <a:pt x="0" y="91439"/>
                  </a:lnTo>
                  <a:lnTo>
                    <a:pt x="0" y="96520"/>
                  </a:lnTo>
                  <a:lnTo>
                    <a:pt x="2539" y="96520"/>
                  </a:lnTo>
                  <a:lnTo>
                    <a:pt x="2539" y="91439"/>
                  </a:lnTo>
                  <a:close/>
                </a:path>
                <a:path w="2539" h="511810">
                  <a:moveTo>
                    <a:pt x="2539" y="85089"/>
                  </a:moveTo>
                  <a:lnTo>
                    <a:pt x="0" y="85089"/>
                  </a:lnTo>
                  <a:lnTo>
                    <a:pt x="0" y="90170"/>
                  </a:lnTo>
                  <a:lnTo>
                    <a:pt x="2539" y="90170"/>
                  </a:lnTo>
                  <a:lnTo>
                    <a:pt x="2539" y="85089"/>
                  </a:lnTo>
                  <a:close/>
                </a:path>
                <a:path w="2539" h="511810">
                  <a:moveTo>
                    <a:pt x="2539" y="78739"/>
                  </a:moveTo>
                  <a:lnTo>
                    <a:pt x="0" y="78739"/>
                  </a:lnTo>
                  <a:lnTo>
                    <a:pt x="0" y="83820"/>
                  </a:lnTo>
                  <a:lnTo>
                    <a:pt x="2539" y="83820"/>
                  </a:lnTo>
                  <a:lnTo>
                    <a:pt x="2539" y="78739"/>
                  </a:lnTo>
                  <a:close/>
                </a:path>
                <a:path w="2539" h="511810">
                  <a:moveTo>
                    <a:pt x="2539" y="72389"/>
                  </a:moveTo>
                  <a:lnTo>
                    <a:pt x="0" y="72389"/>
                  </a:lnTo>
                  <a:lnTo>
                    <a:pt x="0" y="77470"/>
                  </a:lnTo>
                  <a:lnTo>
                    <a:pt x="2539" y="77470"/>
                  </a:lnTo>
                  <a:lnTo>
                    <a:pt x="2539" y="72389"/>
                  </a:lnTo>
                  <a:close/>
                </a:path>
                <a:path w="2539" h="511810">
                  <a:moveTo>
                    <a:pt x="2539" y="66039"/>
                  </a:moveTo>
                  <a:lnTo>
                    <a:pt x="0" y="66039"/>
                  </a:lnTo>
                  <a:lnTo>
                    <a:pt x="0" y="71120"/>
                  </a:lnTo>
                  <a:lnTo>
                    <a:pt x="2539" y="71120"/>
                  </a:lnTo>
                  <a:lnTo>
                    <a:pt x="2539" y="66039"/>
                  </a:lnTo>
                  <a:close/>
                </a:path>
                <a:path w="2539" h="511810">
                  <a:moveTo>
                    <a:pt x="2539" y="59689"/>
                  </a:moveTo>
                  <a:lnTo>
                    <a:pt x="0" y="59689"/>
                  </a:lnTo>
                  <a:lnTo>
                    <a:pt x="0" y="64770"/>
                  </a:lnTo>
                  <a:lnTo>
                    <a:pt x="2539" y="64770"/>
                  </a:lnTo>
                  <a:lnTo>
                    <a:pt x="2539" y="59689"/>
                  </a:lnTo>
                  <a:close/>
                </a:path>
                <a:path w="2539" h="511810">
                  <a:moveTo>
                    <a:pt x="2539" y="53339"/>
                  </a:moveTo>
                  <a:lnTo>
                    <a:pt x="0" y="53339"/>
                  </a:lnTo>
                  <a:lnTo>
                    <a:pt x="0" y="58420"/>
                  </a:lnTo>
                  <a:lnTo>
                    <a:pt x="2539" y="58420"/>
                  </a:lnTo>
                  <a:lnTo>
                    <a:pt x="2539" y="53339"/>
                  </a:lnTo>
                  <a:close/>
                </a:path>
                <a:path w="2539" h="511810">
                  <a:moveTo>
                    <a:pt x="2539" y="46989"/>
                  </a:moveTo>
                  <a:lnTo>
                    <a:pt x="0" y="46989"/>
                  </a:lnTo>
                  <a:lnTo>
                    <a:pt x="0" y="52070"/>
                  </a:lnTo>
                  <a:lnTo>
                    <a:pt x="2539" y="52070"/>
                  </a:lnTo>
                  <a:lnTo>
                    <a:pt x="2539" y="46989"/>
                  </a:lnTo>
                  <a:close/>
                </a:path>
                <a:path w="2539" h="511810">
                  <a:moveTo>
                    <a:pt x="2539" y="40639"/>
                  </a:moveTo>
                  <a:lnTo>
                    <a:pt x="0" y="40639"/>
                  </a:lnTo>
                  <a:lnTo>
                    <a:pt x="0" y="45720"/>
                  </a:lnTo>
                  <a:lnTo>
                    <a:pt x="2539" y="45720"/>
                  </a:lnTo>
                  <a:lnTo>
                    <a:pt x="2539" y="40639"/>
                  </a:lnTo>
                  <a:close/>
                </a:path>
                <a:path w="2539" h="511810">
                  <a:moveTo>
                    <a:pt x="2539" y="34289"/>
                  </a:moveTo>
                  <a:lnTo>
                    <a:pt x="0" y="34289"/>
                  </a:lnTo>
                  <a:lnTo>
                    <a:pt x="0" y="39370"/>
                  </a:lnTo>
                  <a:lnTo>
                    <a:pt x="2539" y="39370"/>
                  </a:lnTo>
                  <a:lnTo>
                    <a:pt x="2539" y="34289"/>
                  </a:lnTo>
                  <a:close/>
                </a:path>
                <a:path w="2539" h="511810">
                  <a:moveTo>
                    <a:pt x="2539" y="27939"/>
                  </a:moveTo>
                  <a:lnTo>
                    <a:pt x="0" y="27939"/>
                  </a:lnTo>
                  <a:lnTo>
                    <a:pt x="0" y="33020"/>
                  </a:lnTo>
                  <a:lnTo>
                    <a:pt x="2539" y="33020"/>
                  </a:lnTo>
                  <a:lnTo>
                    <a:pt x="2539" y="27939"/>
                  </a:lnTo>
                  <a:close/>
                </a:path>
                <a:path w="2539" h="511810">
                  <a:moveTo>
                    <a:pt x="2539" y="21589"/>
                  </a:moveTo>
                  <a:lnTo>
                    <a:pt x="0" y="21589"/>
                  </a:lnTo>
                  <a:lnTo>
                    <a:pt x="0" y="26670"/>
                  </a:lnTo>
                  <a:lnTo>
                    <a:pt x="2539" y="26670"/>
                  </a:lnTo>
                  <a:lnTo>
                    <a:pt x="2539" y="21589"/>
                  </a:lnTo>
                  <a:close/>
                </a:path>
                <a:path w="2539" h="511810">
                  <a:moveTo>
                    <a:pt x="2539" y="15239"/>
                  </a:moveTo>
                  <a:lnTo>
                    <a:pt x="0" y="15239"/>
                  </a:lnTo>
                  <a:lnTo>
                    <a:pt x="0" y="20320"/>
                  </a:lnTo>
                  <a:lnTo>
                    <a:pt x="2539" y="20320"/>
                  </a:lnTo>
                  <a:lnTo>
                    <a:pt x="2539" y="15239"/>
                  </a:lnTo>
                  <a:close/>
                </a:path>
                <a:path w="2539" h="511810">
                  <a:moveTo>
                    <a:pt x="2539" y="8889"/>
                  </a:moveTo>
                  <a:lnTo>
                    <a:pt x="0" y="8889"/>
                  </a:lnTo>
                  <a:lnTo>
                    <a:pt x="0" y="13970"/>
                  </a:lnTo>
                  <a:lnTo>
                    <a:pt x="2539" y="13970"/>
                  </a:lnTo>
                  <a:lnTo>
                    <a:pt x="2539" y="8889"/>
                  </a:lnTo>
                  <a:close/>
                </a:path>
                <a:path w="2539" h="511810">
                  <a:moveTo>
                    <a:pt x="2539" y="1270"/>
                  </a:moveTo>
                  <a:lnTo>
                    <a:pt x="1270" y="1270"/>
                  </a:lnTo>
                  <a:lnTo>
                    <a:pt x="1270" y="2539"/>
                  </a:lnTo>
                  <a:lnTo>
                    <a:pt x="0" y="2539"/>
                  </a:lnTo>
                  <a:lnTo>
                    <a:pt x="0" y="7620"/>
                  </a:lnTo>
                  <a:lnTo>
                    <a:pt x="2539" y="7620"/>
                  </a:lnTo>
                  <a:lnTo>
                    <a:pt x="2539" y="1270"/>
                  </a:lnTo>
                  <a:close/>
                </a:path>
                <a:path w="2539" h="511810">
                  <a:moveTo>
                    <a:pt x="12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E9E3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6" name="object 3326"/>
            <p:cNvSpPr/>
            <p:nvPr/>
          </p:nvSpPr>
          <p:spPr>
            <a:xfrm>
              <a:off x="5673090" y="2879090"/>
              <a:ext cx="3810" cy="511809"/>
            </a:xfrm>
            <a:custGeom>
              <a:avLst/>
              <a:gdLst/>
              <a:ahLst/>
              <a:cxnLst/>
              <a:rect l="l" t="t" r="r" b="b"/>
              <a:pathLst>
                <a:path w="3810" h="511810">
                  <a:moveTo>
                    <a:pt x="3810" y="508000"/>
                  </a:moveTo>
                  <a:lnTo>
                    <a:pt x="0" y="508000"/>
                  </a:lnTo>
                  <a:lnTo>
                    <a:pt x="0" y="510540"/>
                  </a:lnTo>
                  <a:lnTo>
                    <a:pt x="2539" y="510540"/>
                  </a:lnTo>
                  <a:lnTo>
                    <a:pt x="2539" y="511810"/>
                  </a:lnTo>
                  <a:lnTo>
                    <a:pt x="3810" y="511810"/>
                  </a:lnTo>
                  <a:lnTo>
                    <a:pt x="3810" y="508000"/>
                  </a:lnTo>
                  <a:close/>
                </a:path>
                <a:path w="3810" h="511810">
                  <a:moveTo>
                    <a:pt x="3810" y="120650"/>
                  </a:moveTo>
                  <a:lnTo>
                    <a:pt x="0" y="120650"/>
                  </a:lnTo>
                  <a:lnTo>
                    <a:pt x="0" y="506730"/>
                  </a:lnTo>
                  <a:lnTo>
                    <a:pt x="3810" y="506730"/>
                  </a:lnTo>
                  <a:lnTo>
                    <a:pt x="3810" y="120650"/>
                  </a:lnTo>
                  <a:close/>
                </a:path>
                <a:path w="3810" h="511810">
                  <a:moveTo>
                    <a:pt x="3810" y="114300"/>
                  </a:moveTo>
                  <a:lnTo>
                    <a:pt x="0" y="114300"/>
                  </a:lnTo>
                  <a:lnTo>
                    <a:pt x="0" y="119380"/>
                  </a:lnTo>
                  <a:lnTo>
                    <a:pt x="3810" y="119380"/>
                  </a:lnTo>
                  <a:lnTo>
                    <a:pt x="3810" y="114300"/>
                  </a:lnTo>
                  <a:close/>
                </a:path>
                <a:path w="3810" h="511810">
                  <a:moveTo>
                    <a:pt x="3810" y="107950"/>
                  </a:moveTo>
                  <a:lnTo>
                    <a:pt x="0" y="107950"/>
                  </a:lnTo>
                  <a:lnTo>
                    <a:pt x="0" y="113030"/>
                  </a:lnTo>
                  <a:lnTo>
                    <a:pt x="3810" y="113030"/>
                  </a:lnTo>
                  <a:lnTo>
                    <a:pt x="3810" y="107950"/>
                  </a:lnTo>
                  <a:close/>
                </a:path>
                <a:path w="3810" h="511810">
                  <a:moveTo>
                    <a:pt x="3810" y="101600"/>
                  </a:moveTo>
                  <a:lnTo>
                    <a:pt x="0" y="101600"/>
                  </a:lnTo>
                  <a:lnTo>
                    <a:pt x="0" y="106680"/>
                  </a:lnTo>
                  <a:lnTo>
                    <a:pt x="3810" y="106680"/>
                  </a:lnTo>
                  <a:lnTo>
                    <a:pt x="3810" y="101600"/>
                  </a:lnTo>
                  <a:close/>
                </a:path>
                <a:path w="3810" h="511810">
                  <a:moveTo>
                    <a:pt x="3810" y="95250"/>
                  </a:moveTo>
                  <a:lnTo>
                    <a:pt x="0" y="95250"/>
                  </a:lnTo>
                  <a:lnTo>
                    <a:pt x="0" y="100330"/>
                  </a:lnTo>
                  <a:lnTo>
                    <a:pt x="3810" y="100330"/>
                  </a:lnTo>
                  <a:lnTo>
                    <a:pt x="3810" y="95250"/>
                  </a:lnTo>
                  <a:close/>
                </a:path>
                <a:path w="3810" h="511810">
                  <a:moveTo>
                    <a:pt x="3810" y="88900"/>
                  </a:moveTo>
                  <a:lnTo>
                    <a:pt x="0" y="88900"/>
                  </a:lnTo>
                  <a:lnTo>
                    <a:pt x="0" y="93980"/>
                  </a:lnTo>
                  <a:lnTo>
                    <a:pt x="3810" y="93980"/>
                  </a:lnTo>
                  <a:lnTo>
                    <a:pt x="3810" y="88900"/>
                  </a:lnTo>
                  <a:close/>
                </a:path>
                <a:path w="3810" h="511810">
                  <a:moveTo>
                    <a:pt x="3810" y="82550"/>
                  </a:moveTo>
                  <a:lnTo>
                    <a:pt x="0" y="82550"/>
                  </a:lnTo>
                  <a:lnTo>
                    <a:pt x="0" y="87630"/>
                  </a:lnTo>
                  <a:lnTo>
                    <a:pt x="3810" y="87630"/>
                  </a:lnTo>
                  <a:lnTo>
                    <a:pt x="3810" y="82550"/>
                  </a:lnTo>
                  <a:close/>
                </a:path>
                <a:path w="3810" h="511810">
                  <a:moveTo>
                    <a:pt x="3810" y="76200"/>
                  </a:moveTo>
                  <a:lnTo>
                    <a:pt x="0" y="76200"/>
                  </a:lnTo>
                  <a:lnTo>
                    <a:pt x="0" y="81280"/>
                  </a:lnTo>
                  <a:lnTo>
                    <a:pt x="3810" y="81280"/>
                  </a:lnTo>
                  <a:lnTo>
                    <a:pt x="3810" y="76200"/>
                  </a:lnTo>
                  <a:close/>
                </a:path>
                <a:path w="3810" h="511810">
                  <a:moveTo>
                    <a:pt x="3810" y="69850"/>
                  </a:moveTo>
                  <a:lnTo>
                    <a:pt x="0" y="69850"/>
                  </a:lnTo>
                  <a:lnTo>
                    <a:pt x="0" y="74930"/>
                  </a:lnTo>
                  <a:lnTo>
                    <a:pt x="3810" y="74930"/>
                  </a:lnTo>
                  <a:lnTo>
                    <a:pt x="3810" y="69850"/>
                  </a:lnTo>
                  <a:close/>
                </a:path>
                <a:path w="3810" h="511810">
                  <a:moveTo>
                    <a:pt x="3810" y="63500"/>
                  </a:moveTo>
                  <a:lnTo>
                    <a:pt x="0" y="63500"/>
                  </a:lnTo>
                  <a:lnTo>
                    <a:pt x="0" y="68580"/>
                  </a:lnTo>
                  <a:lnTo>
                    <a:pt x="3810" y="68580"/>
                  </a:lnTo>
                  <a:lnTo>
                    <a:pt x="3810" y="63500"/>
                  </a:lnTo>
                  <a:close/>
                </a:path>
                <a:path w="3810" h="511810">
                  <a:moveTo>
                    <a:pt x="3810" y="57150"/>
                  </a:moveTo>
                  <a:lnTo>
                    <a:pt x="0" y="57150"/>
                  </a:lnTo>
                  <a:lnTo>
                    <a:pt x="0" y="62230"/>
                  </a:lnTo>
                  <a:lnTo>
                    <a:pt x="3810" y="62230"/>
                  </a:lnTo>
                  <a:lnTo>
                    <a:pt x="3810" y="57150"/>
                  </a:lnTo>
                  <a:close/>
                </a:path>
                <a:path w="3810" h="511810">
                  <a:moveTo>
                    <a:pt x="3810" y="50800"/>
                  </a:moveTo>
                  <a:lnTo>
                    <a:pt x="0" y="50800"/>
                  </a:lnTo>
                  <a:lnTo>
                    <a:pt x="0" y="55880"/>
                  </a:lnTo>
                  <a:lnTo>
                    <a:pt x="3810" y="55880"/>
                  </a:lnTo>
                  <a:lnTo>
                    <a:pt x="3810" y="50800"/>
                  </a:lnTo>
                  <a:close/>
                </a:path>
                <a:path w="3810" h="511810">
                  <a:moveTo>
                    <a:pt x="3810" y="44450"/>
                  </a:moveTo>
                  <a:lnTo>
                    <a:pt x="0" y="4445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4450"/>
                  </a:lnTo>
                  <a:close/>
                </a:path>
                <a:path w="3810" h="511810">
                  <a:moveTo>
                    <a:pt x="3810" y="38100"/>
                  </a:moveTo>
                  <a:lnTo>
                    <a:pt x="0" y="3810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38100"/>
                  </a:lnTo>
                  <a:close/>
                </a:path>
                <a:path w="3810" h="511810">
                  <a:moveTo>
                    <a:pt x="3810" y="31750"/>
                  </a:moveTo>
                  <a:lnTo>
                    <a:pt x="0" y="3175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1750"/>
                  </a:lnTo>
                  <a:close/>
                </a:path>
                <a:path w="3810" h="511810">
                  <a:moveTo>
                    <a:pt x="3810" y="25400"/>
                  </a:moveTo>
                  <a:lnTo>
                    <a:pt x="0" y="2540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25400"/>
                  </a:lnTo>
                  <a:close/>
                </a:path>
                <a:path w="3810" h="511810">
                  <a:moveTo>
                    <a:pt x="3810" y="19050"/>
                  </a:moveTo>
                  <a:lnTo>
                    <a:pt x="0" y="1905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9050"/>
                  </a:lnTo>
                  <a:close/>
                </a:path>
                <a:path w="3810" h="511810">
                  <a:moveTo>
                    <a:pt x="3810" y="12700"/>
                  </a:moveTo>
                  <a:lnTo>
                    <a:pt x="0" y="1270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2700"/>
                  </a:lnTo>
                  <a:close/>
                </a:path>
                <a:path w="3810" h="511810">
                  <a:moveTo>
                    <a:pt x="3810" y="6350"/>
                  </a:moveTo>
                  <a:lnTo>
                    <a:pt x="0" y="635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6350"/>
                  </a:lnTo>
                  <a:close/>
                </a:path>
                <a:path w="3810" h="511810">
                  <a:moveTo>
                    <a:pt x="2539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70"/>
                  </a:lnTo>
                  <a:lnTo>
                    <a:pt x="2539" y="1270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E8E2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7" name="object 3327"/>
            <p:cNvSpPr/>
            <p:nvPr/>
          </p:nvSpPr>
          <p:spPr>
            <a:xfrm>
              <a:off x="5676900" y="2880360"/>
              <a:ext cx="3810" cy="514350"/>
            </a:xfrm>
            <a:custGeom>
              <a:avLst/>
              <a:gdLst/>
              <a:ahLst/>
              <a:cxnLst/>
              <a:rect l="l" t="t" r="r" b="b"/>
              <a:pathLst>
                <a:path w="3810" h="514350">
                  <a:moveTo>
                    <a:pt x="3810" y="513079"/>
                  </a:moveTo>
                  <a:lnTo>
                    <a:pt x="2539" y="513079"/>
                  </a:lnTo>
                  <a:lnTo>
                    <a:pt x="2539" y="514350"/>
                  </a:lnTo>
                  <a:lnTo>
                    <a:pt x="3810" y="514350"/>
                  </a:lnTo>
                  <a:lnTo>
                    <a:pt x="3810" y="513079"/>
                  </a:lnTo>
                  <a:close/>
                </a:path>
                <a:path w="3810" h="514350">
                  <a:moveTo>
                    <a:pt x="3810" y="506729"/>
                  </a:moveTo>
                  <a:lnTo>
                    <a:pt x="0" y="506729"/>
                  </a:lnTo>
                  <a:lnTo>
                    <a:pt x="0" y="513079"/>
                  </a:lnTo>
                  <a:lnTo>
                    <a:pt x="1270" y="513079"/>
                  </a:lnTo>
                  <a:lnTo>
                    <a:pt x="1270" y="511810"/>
                  </a:lnTo>
                  <a:lnTo>
                    <a:pt x="3810" y="511810"/>
                  </a:lnTo>
                  <a:lnTo>
                    <a:pt x="3810" y="506729"/>
                  </a:lnTo>
                  <a:close/>
                </a:path>
                <a:path w="3810" h="514350">
                  <a:moveTo>
                    <a:pt x="3810" y="119379"/>
                  </a:moveTo>
                  <a:lnTo>
                    <a:pt x="0" y="119379"/>
                  </a:lnTo>
                  <a:lnTo>
                    <a:pt x="0" y="505460"/>
                  </a:lnTo>
                  <a:lnTo>
                    <a:pt x="3810" y="505460"/>
                  </a:lnTo>
                  <a:lnTo>
                    <a:pt x="3810" y="119379"/>
                  </a:lnTo>
                  <a:close/>
                </a:path>
                <a:path w="3810" h="514350">
                  <a:moveTo>
                    <a:pt x="3810" y="113029"/>
                  </a:moveTo>
                  <a:lnTo>
                    <a:pt x="0" y="113029"/>
                  </a:lnTo>
                  <a:lnTo>
                    <a:pt x="0" y="118110"/>
                  </a:lnTo>
                  <a:lnTo>
                    <a:pt x="3810" y="118110"/>
                  </a:lnTo>
                  <a:lnTo>
                    <a:pt x="3810" y="113029"/>
                  </a:lnTo>
                  <a:close/>
                </a:path>
                <a:path w="3810" h="514350">
                  <a:moveTo>
                    <a:pt x="3810" y="106679"/>
                  </a:moveTo>
                  <a:lnTo>
                    <a:pt x="0" y="106679"/>
                  </a:lnTo>
                  <a:lnTo>
                    <a:pt x="0" y="111760"/>
                  </a:lnTo>
                  <a:lnTo>
                    <a:pt x="3810" y="111760"/>
                  </a:lnTo>
                  <a:lnTo>
                    <a:pt x="3810" y="106679"/>
                  </a:lnTo>
                  <a:close/>
                </a:path>
                <a:path w="3810" h="514350">
                  <a:moveTo>
                    <a:pt x="3810" y="100329"/>
                  </a:moveTo>
                  <a:lnTo>
                    <a:pt x="0" y="100329"/>
                  </a:lnTo>
                  <a:lnTo>
                    <a:pt x="0" y="105410"/>
                  </a:lnTo>
                  <a:lnTo>
                    <a:pt x="3810" y="105410"/>
                  </a:lnTo>
                  <a:lnTo>
                    <a:pt x="3810" y="100329"/>
                  </a:lnTo>
                  <a:close/>
                </a:path>
                <a:path w="3810" h="514350">
                  <a:moveTo>
                    <a:pt x="3810" y="93979"/>
                  </a:moveTo>
                  <a:lnTo>
                    <a:pt x="0" y="93979"/>
                  </a:lnTo>
                  <a:lnTo>
                    <a:pt x="0" y="99060"/>
                  </a:lnTo>
                  <a:lnTo>
                    <a:pt x="3810" y="99060"/>
                  </a:lnTo>
                  <a:lnTo>
                    <a:pt x="3810" y="93979"/>
                  </a:lnTo>
                  <a:close/>
                </a:path>
                <a:path w="3810" h="514350">
                  <a:moveTo>
                    <a:pt x="3810" y="87629"/>
                  </a:moveTo>
                  <a:lnTo>
                    <a:pt x="0" y="87629"/>
                  </a:lnTo>
                  <a:lnTo>
                    <a:pt x="0" y="92710"/>
                  </a:lnTo>
                  <a:lnTo>
                    <a:pt x="3810" y="92710"/>
                  </a:lnTo>
                  <a:lnTo>
                    <a:pt x="3810" y="87629"/>
                  </a:lnTo>
                  <a:close/>
                </a:path>
                <a:path w="3810" h="514350">
                  <a:moveTo>
                    <a:pt x="3810" y="81279"/>
                  </a:moveTo>
                  <a:lnTo>
                    <a:pt x="0" y="81279"/>
                  </a:lnTo>
                  <a:lnTo>
                    <a:pt x="0" y="86360"/>
                  </a:lnTo>
                  <a:lnTo>
                    <a:pt x="3810" y="86360"/>
                  </a:lnTo>
                  <a:lnTo>
                    <a:pt x="3810" y="81279"/>
                  </a:lnTo>
                  <a:close/>
                </a:path>
                <a:path w="3810" h="514350">
                  <a:moveTo>
                    <a:pt x="3810" y="74929"/>
                  </a:moveTo>
                  <a:lnTo>
                    <a:pt x="0" y="74929"/>
                  </a:lnTo>
                  <a:lnTo>
                    <a:pt x="0" y="80010"/>
                  </a:lnTo>
                  <a:lnTo>
                    <a:pt x="3810" y="80010"/>
                  </a:lnTo>
                  <a:lnTo>
                    <a:pt x="3810" y="74929"/>
                  </a:lnTo>
                  <a:close/>
                </a:path>
                <a:path w="3810" h="514350">
                  <a:moveTo>
                    <a:pt x="3810" y="68579"/>
                  </a:moveTo>
                  <a:lnTo>
                    <a:pt x="0" y="68579"/>
                  </a:lnTo>
                  <a:lnTo>
                    <a:pt x="0" y="73660"/>
                  </a:lnTo>
                  <a:lnTo>
                    <a:pt x="3810" y="73660"/>
                  </a:lnTo>
                  <a:lnTo>
                    <a:pt x="3810" y="68579"/>
                  </a:lnTo>
                  <a:close/>
                </a:path>
                <a:path w="3810" h="514350">
                  <a:moveTo>
                    <a:pt x="3810" y="62229"/>
                  </a:moveTo>
                  <a:lnTo>
                    <a:pt x="0" y="62229"/>
                  </a:lnTo>
                  <a:lnTo>
                    <a:pt x="0" y="67310"/>
                  </a:lnTo>
                  <a:lnTo>
                    <a:pt x="3810" y="67310"/>
                  </a:lnTo>
                  <a:lnTo>
                    <a:pt x="3810" y="62229"/>
                  </a:lnTo>
                  <a:close/>
                </a:path>
                <a:path w="3810" h="514350">
                  <a:moveTo>
                    <a:pt x="3810" y="55879"/>
                  </a:moveTo>
                  <a:lnTo>
                    <a:pt x="0" y="55879"/>
                  </a:lnTo>
                  <a:lnTo>
                    <a:pt x="0" y="60960"/>
                  </a:lnTo>
                  <a:lnTo>
                    <a:pt x="3810" y="60960"/>
                  </a:lnTo>
                  <a:lnTo>
                    <a:pt x="3810" y="55879"/>
                  </a:lnTo>
                  <a:close/>
                </a:path>
                <a:path w="3810" h="514350">
                  <a:moveTo>
                    <a:pt x="3810" y="49529"/>
                  </a:moveTo>
                  <a:lnTo>
                    <a:pt x="0" y="49529"/>
                  </a:lnTo>
                  <a:lnTo>
                    <a:pt x="0" y="54610"/>
                  </a:lnTo>
                  <a:lnTo>
                    <a:pt x="3810" y="54610"/>
                  </a:lnTo>
                  <a:lnTo>
                    <a:pt x="3810" y="49529"/>
                  </a:lnTo>
                  <a:close/>
                </a:path>
                <a:path w="3810" h="514350">
                  <a:moveTo>
                    <a:pt x="3810" y="43179"/>
                  </a:moveTo>
                  <a:lnTo>
                    <a:pt x="0" y="43179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3179"/>
                  </a:lnTo>
                  <a:close/>
                </a:path>
                <a:path w="3810" h="514350">
                  <a:moveTo>
                    <a:pt x="3810" y="36829"/>
                  </a:moveTo>
                  <a:lnTo>
                    <a:pt x="0" y="36829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6829"/>
                  </a:lnTo>
                  <a:close/>
                </a:path>
                <a:path w="3810" h="514350">
                  <a:moveTo>
                    <a:pt x="3810" y="30479"/>
                  </a:moveTo>
                  <a:lnTo>
                    <a:pt x="0" y="30479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30479"/>
                  </a:lnTo>
                  <a:close/>
                </a:path>
                <a:path w="3810" h="514350">
                  <a:moveTo>
                    <a:pt x="3810" y="24129"/>
                  </a:moveTo>
                  <a:lnTo>
                    <a:pt x="0" y="24129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4129"/>
                  </a:lnTo>
                  <a:close/>
                </a:path>
                <a:path w="3810" h="514350">
                  <a:moveTo>
                    <a:pt x="3810" y="17779"/>
                  </a:moveTo>
                  <a:lnTo>
                    <a:pt x="0" y="17779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7779"/>
                  </a:lnTo>
                  <a:close/>
                </a:path>
                <a:path w="3810" h="514350">
                  <a:moveTo>
                    <a:pt x="3810" y="11429"/>
                  </a:moveTo>
                  <a:lnTo>
                    <a:pt x="0" y="11429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1429"/>
                  </a:lnTo>
                  <a:close/>
                </a:path>
                <a:path w="3810" h="514350">
                  <a:moveTo>
                    <a:pt x="3810" y="5079"/>
                  </a:moveTo>
                  <a:lnTo>
                    <a:pt x="0" y="5079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5079"/>
                  </a:lnTo>
                  <a:close/>
                </a:path>
                <a:path w="3810" h="514350">
                  <a:moveTo>
                    <a:pt x="127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2539"/>
                  </a:lnTo>
                  <a:lnTo>
                    <a:pt x="2539" y="2539"/>
                  </a:lnTo>
                  <a:lnTo>
                    <a:pt x="2539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E7E1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8" name="object 3328"/>
            <p:cNvSpPr/>
            <p:nvPr/>
          </p:nvSpPr>
          <p:spPr>
            <a:xfrm>
              <a:off x="5680709" y="2882900"/>
              <a:ext cx="3810" cy="514350"/>
            </a:xfrm>
            <a:custGeom>
              <a:avLst/>
              <a:gdLst/>
              <a:ahLst/>
              <a:cxnLst/>
              <a:rect l="l" t="t" r="r" b="b"/>
              <a:pathLst>
                <a:path w="3810" h="514350">
                  <a:moveTo>
                    <a:pt x="3810" y="510539"/>
                  </a:moveTo>
                  <a:lnTo>
                    <a:pt x="0" y="510539"/>
                  </a:lnTo>
                  <a:lnTo>
                    <a:pt x="0" y="511810"/>
                  </a:lnTo>
                  <a:lnTo>
                    <a:pt x="1269" y="511810"/>
                  </a:lnTo>
                  <a:lnTo>
                    <a:pt x="1269" y="513080"/>
                  </a:lnTo>
                  <a:lnTo>
                    <a:pt x="2539" y="513080"/>
                  </a:lnTo>
                  <a:lnTo>
                    <a:pt x="2539" y="514350"/>
                  </a:lnTo>
                  <a:lnTo>
                    <a:pt x="3810" y="514350"/>
                  </a:lnTo>
                  <a:lnTo>
                    <a:pt x="3810" y="510539"/>
                  </a:lnTo>
                  <a:close/>
                </a:path>
                <a:path w="3810" h="514350">
                  <a:moveTo>
                    <a:pt x="3810" y="504189"/>
                  </a:moveTo>
                  <a:lnTo>
                    <a:pt x="0" y="504189"/>
                  </a:lnTo>
                  <a:lnTo>
                    <a:pt x="0" y="509270"/>
                  </a:lnTo>
                  <a:lnTo>
                    <a:pt x="3810" y="509270"/>
                  </a:lnTo>
                  <a:lnTo>
                    <a:pt x="3810" y="504189"/>
                  </a:lnTo>
                  <a:close/>
                </a:path>
                <a:path w="3810" h="514350">
                  <a:moveTo>
                    <a:pt x="3810" y="116839"/>
                  </a:moveTo>
                  <a:lnTo>
                    <a:pt x="0" y="116839"/>
                  </a:lnTo>
                  <a:lnTo>
                    <a:pt x="0" y="502920"/>
                  </a:lnTo>
                  <a:lnTo>
                    <a:pt x="3810" y="502920"/>
                  </a:lnTo>
                  <a:lnTo>
                    <a:pt x="3810" y="116839"/>
                  </a:lnTo>
                  <a:close/>
                </a:path>
                <a:path w="3810" h="514350">
                  <a:moveTo>
                    <a:pt x="3810" y="110489"/>
                  </a:moveTo>
                  <a:lnTo>
                    <a:pt x="0" y="110489"/>
                  </a:lnTo>
                  <a:lnTo>
                    <a:pt x="0" y="115570"/>
                  </a:lnTo>
                  <a:lnTo>
                    <a:pt x="3810" y="115570"/>
                  </a:lnTo>
                  <a:lnTo>
                    <a:pt x="3810" y="110489"/>
                  </a:lnTo>
                  <a:close/>
                </a:path>
                <a:path w="3810" h="514350">
                  <a:moveTo>
                    <a:pt x="3810" y="104139"/>
                  </a:moveTo>
                  <a:lnTo>
                    <a:pt x="0" y="104139"/>
                  </a:lnTo>
                  <a:lnTo>
                    <a:pt x="0" y="109220"/>
                  </a:lnTo>
                  <a:lnTo>
                    <a:pt x="3810" y="109220"/>
                  </a:lnTo>
                  <a:lnTo>
                    <a:pt x="3810" y="104139"/>
                  </a:lnTo>
                  <a:close/>
                </a:path>
                <a:path w="3810" h="514350">
                  <a:moveTo>
                    <a:pt x="3810" y="97789"/>
                  </a:moveTo>
                  <a:lnTo>
                    <a:pt x="0" y="97789"/>
                  </a:lnTo>
                  <a:lnTo>
                    <a:pt x="0" y="102870"/>
                  </a:lnTo>
                  <a:lnTo>
                    <a:pt x="3810" y="102870"/>
                  </a:lnTo>
                  <a:lnTo>
                    <a:pt x="3810" y="97789"/>
                  </a:lnTo>
                  <a:close/>
                </a:path>
                <a:path w="3810" h="514350">
                  <a:moveTo>
                    <a:pt x="3810" y="91439"/>
                  </a:moveTo>
                  <a:lnTo>
                    <a:pt x="0" y="91439"/>
                  </a:lnTo>
                  <a:lnTo>
                    <a:pt x="0" y="96520"/>
                  </a:lnTo>
                  <a:lnTo>
                    <a:pt x="3810" y="96520"/>
                  </a:lnTo>
                  <a:lnTo>
                    <a:pt x="3810" y="91439"/>
                  </a:lnTo>
                  <a:close/>
                </a:path>
                <a:path w="3810" h="514350">
                  <a:moveTo>
                    <a:pt x="3810" y="85089"/>
                  </a:moveTo>
                  <a:lnTo>
                    <a:pt x="0" y="85089"/>
                  </a:lnTo>
                  <a:lnTo>
                    <a:pt x="0" y="90170"/>
                  </a:lnTo>
                  <a:lnTo>
                    <a:pt x="3810" y="90170"/>
                  </a:lnTo>
                  <a:lnTo>
                    <a:pt x="3810" y="85089"/>
                  </a:lnTo>
                  <a:close/>
                </a:path>
                <a:path w="3810" h="514350">
                  <a:moveTo>
                    <a:pt x="3810" y="78739"/>
                  </a:moveTo>
                  <a:lnTo>
                    <a:pt x="0" y="78739"/>
                  </a:lnTo>
                  <a:lnTo>
                    <a:pt x="0" y="83820"/>
                  </a:lnTo>
                  <a:lnTo>
                    <a:pt x="3810" y="83820"/>
                  </a:lnTo>
                  <a:lnTo>
                    <a:pt x="3810" y="78739"/>
                  </a:lnTo>
                  <a:close/>
                </a:path>
                <a:path w="3810" h="514350">
                  <a:moveTo>
                    <a:pt x="3810" y="72389"/>
                  </a:moveTo>
                  <a:lnTo>
                    <a:pt x="0" y="72389"/>
                  </a:lnTo>
                  <a:lnTo>
                    <a:pt x="0" y="77470"/>
                  </a:lnTo>
                  <a:lnTo>
                    <a:pt x="3810" y="77470"/>
                  </a:lnTo>
                  <a:lnTo>
                    <a:pt x="3810" y="72389"/>
                  </a:lnTo>
                  <a:close/>
                </a:path>
                <a:path w="3810" h="514350">
                  <a:moveTo>
                    <a:pt x="3810" y="66039"/>
                  </a:moveTo>
                  <a:lnTo>
                    <a:pt x="0" y="66039"/>
                  </a:lnTo>
                  <a:lnTo>
                    <a:pt x="0" y="71120"/>
                  </a:lnTo>
                  <a:lnTo>
                    <a:pt x="3810" y="71120"/>
                  </a:lnTo>
                  <a:lnTo>
                    <a:pt x="3810" y="66039"/>
                  </a:lnTo>
                  <a:close/>
                </a:path>
                <a:path w="3810" h="514350">
                  <a:moveTo>
                    <a:pt x="3810" y="59689"/>
                  </a:moveTo>
                  <a:lnTo>
                    <a:pt x="0" y="59689"/>
                  </a:lnTo>
                  <a:lnTo>
                    <a:pt x="0" y="64770"/>
                  </a:lnTo>
                  <a:lnTo>
                    <a:pt x="3810" y="64770"/>
                  </a:lnTo>
                  <a:lnTo>
                    <a:pt x="3810" y="59689"/>
                  </a:lnTo>
                  <a:close/>
                </a:path>
                <a:path w="3810" h="514350">
                  <a:moveTo>
                    <a:pt x="3810" y="53339"/>
                  </a:moveTo>
                  <a:lnTo>
                    <a:pt x="0" y="53339"/>
                  </a:lnTo>
                  <a:lnTo>
                    <a:pt x="0" y="58420"/>
                  </a:lnTo>
                  <a:lnTo>
                    <a:pt x="3810" y="58420"/>
                  </a:lnTo>
                  <a:lnTo>
                    <a:pt x="3810" y="53339"/>
                  </a:lnTo>
                  <a:close/>
                </a:path>
                <a:path w="3810" h="514350">
                  <a:moveTo>
                    <a:pt x="3810" y="46989"/>
                  </a:moveTo>
                  <a:lnTo>
                    <a:pt x="0" y="46989"/>
                  </a:lnTo>
                  <a:lnTo>
                    <a:pt x="0" y="52070"/>
                  </a:lnTo>
                  <a:lnTo>
                    <a:pt x="3810" y="52070"/>
                  </a:lnTo>
                  <a:lnTo>
                    <a:pt x="3810" y="46989"/>
                  </a:lnTo>
                  <a:close/>
                </a:path>
                <a:path w="3810" h="514350">
                  <a:moveTo>
                    <a:pt x="3810" y="40639"/>
                  </a:moveTo>
                  <a:lnTo>
                    <a:pt x="0" y="40639"/>
                  </a:lnTo>
                  <a:lnTo>
                    <a:pt x="0" y="45720"/>
                  </a:lnTo>
                  <a:lnTo>
                    <a:pt x="3810" y="45720"/>
                  </a:lnTo>
                  <a:lnTo>
                    <a:pt x="3810" y="40639"/>
                  </a:lnTo>
                  <a:close/>
                </a:path>
                <a:path w="3810" h="514350">
                  <a:moveTo>
                    <a:pt x="3810" y="34289"/>
                  </a:moveTo>
                  <a:lnTo>
                    <a:pt x="0" y="34289"/>
                  </a:lnTo>
                  <a:lnTo>
                    <a:pt x="0" y="39370"/>
                  </a:lnTo>
                  <a:lnTo>
                    <a:pt x="3810" y="39370"/>
                  </a:lnTo>
                  <a:lnTo>
                    <a:pt x="3810" y="34289"/>
                  </a:lnTo>
                  <a:close/>
                </a:path>
                <a:path w="3810" h="514350">
                  <a:moveTo>
                    <a:pt x="3810" y="27939"/>
                  </a:moveTo>
                  <a:lnTo>
                    <a:pt x="0" y="27939"/>
                  </a:lnTo>
                  <a:lnTo>
                    <a:pt x="0" y="33020"/>
                  </a:lnTo>
                  <a:lnTo>
                    <a:pt x="3810" y="33020"/>
                  </a:lnTo>
                  <a:lnTo>
                    <a:pt x="3810" y="27939"/>
                  </a:lnTo>
                  <a:close/>
                </a:path>
                <a:path w="3810" h="514350">
                  <a:moveTo>
                    <a:pt x="3810" y="21589"/>
                  </a:moveTo>
                  <a:lnTo>
                    <a:pt x="0" y="21589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1589"/>
                  </a:lnTo>
                  <a:close/>
                </a:path>
                <a:path w="3810" h="514350">
                  <a:moveTo>
                    <a:pt x="3810" y="15239"/>
                  </a:moveTo>
                  <a:lnTo>
                    <a:pt x="0" y="15239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5239"/>
                  </a:lnTo>
                  <a:close/>
                </a:path>
                <a:path w="3810" h="514350">
                  <a:moveTo>
                    <a:pt x="3810" y="8889"/>
                  </a:moveTo>
                  <a:lnTo>
                    <a:pt x="0" y="8889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8889"/>
                  </a:lnTo>
                  <a:close/>
                </a:path>
                <a:path w="3810" h="514350">
                  <a:moveTo>
                    <a:pt x="3810" y="1270"/>
                  </a:moveTo>
                  <a:lnTo>
                    <a:pt x="1269" y="1270"/>
                  </a:lnTo>
                  <a:lnTo>
                    <a:pt x="1269" y="2539"/>
                  </a:lnTo>
                  <a:lnTo>
                    <a:pt x="0" y="2539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70"/>
                  </a:lnTo>
                  <a:close/>
                </a:path>
                <a:path w="3810" h="514350">
                  <a:moveTo>
                    <a:pt x="1269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E7E0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9" name="object 3329"/>
            <p:cNvSpPr/>
            <p:nvPr/>
          </p:nvSpPr>
          <p:spPr>
            <a:xfrm>
              <a:off x="5684520" y="2885440"/>
              <a:ext cx="3810" cy="515620"/>
            </a:xfrm>
            <a:custGeom>
              <a:avLst/>
              <a:gdLst/>
              <a:ahLst/>
              <a:cxnLst/>
              <a:rect l="l" t="t" r="r" b="b"/>
              <a:pathLst>
                <a:path w="3810" h="515620">
                  <a:moveTo>
                    <a:pt x="3809" y="514350"/>
                  </a:moveTo>
                  <a:lnTo>
                    <a:pt x="2539" y="514350"/>
                  </a:lnTo>
                  <a:lnTo>
                    <a:pt x="2539" y="515620"/>
                  </a:lnTo>
                  <a:lnTo>
                    <a:pt x="3809" y="515620"/>
                  </a:lnTo>
                  <a:lnTo>
                    <a:pt x="3809" y="514350"/>
                  </a:lnTo>
                  <a:close/>
                </a:path>
                <a:path w="3810" h="515620">
                  <a:moveTo>
                    <a:pt x="3809" y="508000"/>
                  </a:moveTo>
                  <a:lnTo>
                    <a:pt x="0" y="508000"/>
                  </a:lnTo>
                  <a:lnTo>
                    <a:pt x="0" y="514350"/>
                  </a:lnTo>
                  <a:lnTo>
                    <a:pt x="1269" y="514350"/>
                  </a:lnTo>
                  <a:lnTo>
                    <a:pt x="1269" y="513080"/>
                  </a:lnTo>
                  <a:lnTo>
                    <a:pt x="3809" y="513080"/>
                  </a:lnTo>
                  <a:lnTo>
                    <a:pt x="3809" y="508000"/>
                  </a:lnTo>
                  <a:close/>
                </a:path>
                <a:path w="3810" h="515620">
                  <a:moveTo>
                    <a:pt x="3809" y="501650"/>
                  </a:moveTo>
                  <a:lnTo>
                    <a:pt x="0" y="501650"/>
                  </a:lnTo>
                  <a:lnTo>
                    <a:pt x="0" y="506730"/>
                  </a:lnTo>
                  <a:lnTo>
                    <a:pt x="3809" y="506730"/>
                  </a:lnTo>
                  <a:lnTo>
                    <a:pt x="3809" y="501650"/>
                  </a:lnTo>
                  <a:close/>
                </a:path>
                <a:path w="3810" h="515620">
                  <a:moveTo>
                    <a:pt x="3809" y="114300"/>
                  </a:moveTo>
                  <a:lnTo>
                    <a:pt x="0" y="114300"/>
                  </a:lnTo>
                  <a:lnTo>
                    <a:pt x="0" y="500380"/>
                  </a:lnTo>
                  <a:lnTo>
                    <a:pt x="3809" y="500380"/>
                  </a:lnTo>
                  <a:lnTo>
                    <a:pt x="3809" y="114300"/>
                  </a:lnTo>
                  <a:close/>
                </a:path>
                <a:path w="3810" h="515620">
                  <a:moveTo>
                    <a:pt x="3809" y="107950"/>
                  </a:moveTo>
                  <a:lnTo>
                    <a:pt x="0" y="107950"/>
                  </a:lnTo>
                  <a:lnTo>
                    <a:pt x="0" y="113030"/>
                  </a:lnTo>
                  <a:lnTo>
                    <a:pt x="3809" y="113030"/>
                  </a:lnTo>
                  <a:lnTo>
                    <a:pt x="3809" y="107950"/>
                  </a:lnTo>
                  <a:close/>
                </a:path>
                <a:path w="3810" h="515620">
                  <a:moveTo>
                    <a:pt x="3809" y="101600"/>
                  </a:moveTo>
                  <a:lnTo>
                    <a:pt x="0" y="101600"/>
                  </a:lnTo>
                  <a:lnTo>
                    <a:pt x="0" y="106680"/>
                  </a:lnTo>
                  <a:lnTo>
                    <a:pt x="3809" y="106680"/>
                  </a:lnTo>
                  <a:lnTo>
                    <a:pt x="3809" y="101600"/>
                  </a:lnTo>
                  <a:close/>
                </a:path>
                <a:path w="3810" h="515620">
                  <a:moveTo>
                    <a:pt x="3809" y="95250"/>
                  </a:moveTo>
                  <a:lnTo>
                    <a:pt x="0" y="95250"/>
                  </a:lnTo>
                  <a:lnTo>
                    <a:pt x="0" y="100330"/>
                  </a:lnTo>
                  <a:lnTo>
                    <a:pt x="3809" y="100330"/>
                  </a:lnTo>
                  <a:lnTo>
                    <a:pt x="3809" y="95250"/>
                  </a:lnTo>
                  <a:close/>
                </a:path>
                <a:path w="3810" h="515620">
                  <a:moveTo>
                    <a:pt x="3809" y="88900"/>
                  </a:moveTo>
                  <a:lnTo>
                    <a:pt x="0" y="88900"/>
                  </a:lnTo>
                  <a:lnTo>
                    <a:pt x="0" y="93980"/>
                  </a:lnTo>
                  <a:lnTo>
                    <a:pt x="3809" y="93980"/>
                  </a:lnTo>
                  <a:lnTo>
                    <a:pt x="3809" y="88900"/>
                  </a:lnTo>
                  <a:close/>
                </a:path>
                <a:path w="3810" h="515620">
                  <a:moveTo>
                    <a:pt x="3809" y="82550"/>
                  </a:moveTo>
                  <a:lnTo>
                    <a:pt x="0" y="82550"/>
                  </a:lnTo>
                  <a:lnTo>
                    <a:pt x="0" y="87630"/>
                  </a:lnTo>
                  <a:lnTo>
                    <a:pt x="3809" y="87630"/>
                  </a:lnTo>
                  <a:lnTo>
                    <a:pt x="3809" y="82550"/>
                  </a:lnTo>
                  <a:close/>
                </a:path>
                <a:path w="3810" h="515620">
                  <a:moveTo>
                    <a:pt x="3809" y="76200"/>
                  </a:moveTo>
                  <a:lnTo>
                    <a:pt x="0" y="76200"/>
                  </a:lnTo>
                  <a:lnTo>
                    <a:pt x="0" y="81280"/>
                  </a:lnTo>
                  <a:lnTo>
                    <a:pt x="3809" y="81280"/>
                  </a:lnTo>
                  <a:lnTo>
                    <a:pt x="3809" y="76200"/>
                  </a:lnTo>
                  <a:close/>
                </a:path>
                <a:path w="3810" h="515620">
                  <a:moveTo>
                    <a:pt x="3809" y="69850"/>
                  </a:moveTo>
                  <a:lnTo>
                    <a:pt x="0" y="69850"/>
                  </a:lnTo>
                  <a:lnTo>
                    <a:pt x="0" y="74930"/>
                  </a:lnTo>
                  <a:lnTo>
                    <a:pt x="3809" y="74930"/>
                  </a:lnTo>
                  <a:lnTo>
                    <a:pt x="3809" y="69850"/>
                  </a:lnTo>
                  <a:close/>
                </a:path>
                <a:path w="3810" h="515620">
                  <a:moveTo>
                    <a:pt x="3809" y="63500"/>
                  </a:moveTo>
                  <a:lnTo>
                    <a:pt x="0" y="63500"/>
                  </a:lnTo>
                  <a:lnTo>
                    <a:pt x="0" y="68580"/>
                  </a:lnTo>
                  <a:lnTo>
                    <a:pt x="3809" y="68580"/>
                  </a:lnTo>
                  <a:lnTo>
                    <a:pt x="3809" y="63500"/>
                  </a:lnTo>
                  <a:close/>
                </a:path>
                <a:path w="3810" h="515620">
                  <a:moveTo>
                    <a:pt x="3809" y="57150"/>
                  </a:moveTo>
                  <a:lnTo>
                    <a:pt x="0" y="57150"/>
                  </a:lnTo>
                  <a:lnTo>
                    <a:pt x="0" y="62230"/>
                  </a:lnTo>
                  <a:lnTo>
                    <a:pt x="3809" y="62230"/>
                  </a:lnTo>
                  <a:lnTo>
                    <a:pt x="3809" y="57150"/>
                  </a:lnTo>
                  <a:close/>
                </a:path>
                <a:path w="3810" h="515620">
                  <a:moveTo>
                    <a:pt x="3809" y="50800"/>
                  </a:moveTo>
                  <a:lnTo>
                    <a:pt x="0" y="50800"/>
                  </a:lnTo>
                  <a:lnTo>
                    <a:pt x="0" y="55880"/>
                  </a:lnTo>
                  <a:lnTo>
                    <a:pt x="3809" y="55880"/>
                  </a:lnTo>
                  <a:lnTo>
                    <a:pt x="3809" y="50800"/>
                  </a:lnTo>
                  <a:close/>
                </a:path>
                <a:path w="3810" h="515620">
                  <a:moveTo>
                    <a:pt x="3809" y="44450"/>
                  </a:moveTo>
                  <a:lnTo>
                    <a:pt x="0" y="44450"/>
                  </a:lnTo>
                  <a:lnTo>
                    <a:pt x="0" y="49530"/>
                  </a:lnTo>
                  <a:lnTo>
                    <a:pt x="3809" y="49530"/>
                  </a:lnTo>
                  <a:lnTo>
                    <a:pt x="3809" y="44450"/>
                  </a:lnTo>
                  <a:close/>
                </a:path>
                <a:path w="3810" h="515620">
                  <a:moveTo>
                    <a:pt x="3809" y="38100"/>
                  </a:moveTo>
                  <a:lnTo>
                    <a:pt x="0" y="38100"/>
                  </a:lnTo>
                  <a:lnTo>
                    <a:pt x="0" y="43180"/>
                  </a:lnTo>
                  <a:lnTo>
                    <a:pt x="3809" y="43180"/>
                  </a:lnTo>
                  <a:lnTo>
                    <a:pt x="3809" y="38100"/>
                  </a:lnTo>
                  <a:close/>
                </a:path>
                <a:path w="3810" h="515620">
                  <a:moveTo>
                    <a:pt x="3809" y="31750"/>
                  </a:moveTo>
                  <a:lnTo>
                    <a:pt x="0" y="3175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1750"/>
                  </a:lnTo>
                  <a:close/>
                </a:path>
                <a:path w="3810" h="515620">
                  <a:moveTo>
                    <a:pt x="3809" y="25400"/>
                  </a:moveTo>
                  <a:lnTo>
                    <a:pt x="0" y="25400"/>
                  </a:lnTo>
                  <a:lnTo>
                    <a:pt x="0" y="30480"/>
                  </a:lnTo>
                  <a:lnTo>
                    <a:pt x="3809" y="30480"/>
                  </a:lnTo>
                  <a:lnTo>
                    <a:pt x="3809" y="25400"/>
                  </a:lnTo>
                  <a:close/>
                </a:path>
                <a:path w="3810" h="515620">
                  <a:moveTo>
                    <a:pt x="3809" y="19050"/>
                  </a:moveTo>
                  <a:lnTo>
                    <a:pt x="0" y="19050"/>
                  </a:lnTo>
                  <a:lnTo>
                    <a:pt x="0" y="24130"/>
                  </a:lnTo>
                  <a:lnTo>
                    <a:pt x="3809" y="24130"/>
                  </a:lnTo>
                  <a:lnTo>
                    <a:pt x="3809" y="19050"/>
                  </a:lnTo>
                  <a:close/>
                </a:path>
                <a:path w="3810" h="515620">
                  <a:moveTo>
                    <a:pt x="3809" y="12700"/>
                  </a:moveTo>
                  <a:lnTo>
                    <a:pt x="0" y="1270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2700"/>
                  </a:lnTo>
                  <a:close/>
                </a:path>
                <a:path w="3810" h="515620">
                  <a:moveTo>
                    <a:pt x="3809" y="6350"/>
                  </a:moveTo>
                  <a:lnTo>
                    <a:pt x="0" y="635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6350"/>
                  </a:lnTo>
                  <a:close/>
                </a:path>
                <a:path w="3810" h="515620">
                  <a:moveTo>
                    <a:pt x="1269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E6DF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0" name="object 3330"/>
            <p:cNvSpPr/>
            <p:nvPr/>
          </p:nvSpPr>
          <p:spPr>
            <a:xfrm>
              <a:off x="5688329" y="2887980"/>
              <a:ext cx="3810" cy="515620"/>
            </a:xfrm>
            <a:custGeom>
              <a:avLst/>
              <a:gdLst/>
              <a:ahLst/>
              <a:cxnLst/>
              <a:rect l="l" t="t" r="r" b="b"/>
              <a:pathLst>
                <a:path w="3810" h="515620">
                  <a:moveTo>
                    <a:pt x="3810" y="511809"/>
                  </a:moveTo>
                  <a:lnTo>
                    <a:pt x="0" y="511809"/>
                  </a:lnTo>
                  <a:lnTo>
                    <a:pt x="0" y="513079"/>
                  </a:lnTo>
                  <a:lnTo>
                    <a:pt x="1270" y="513079"/>
                  </a:lnTo>
                  <a:lnTo>
                    <a:pt x="1270" y="514350"/>
                  </a:lnTo>
                  <a:lnTo>
                    <a:pt x="2540" y="514350"/>
                  </a:lnTo>
                  <a:lnTo>
                    <a:pt x="2540" y="515619"/>
                  </a:lnTo>
                  <a:lnTo>
                    <a:pt x="3810" y="515619"/>
                  </a:lnTo>
                  <a:lnTo>
                    <a:pt x="3810" y="511809"/>
                  </a:lnTo>
                  <a:close/>
                </a:path>
                <a:path w="3810" h="515620">
                  <a:moveTo>
                    <a:pt x="3810" y="505459"/>
                  </a:moveTo>
                  <a:lnTo>
                    <a:pt x="0" y="505459"/>
                  </a:lnTo>
                  <a:lnTo>
                    <a:pt x="0" y="510539"/>
                  </a:lnTo>
                  <a:lnTo>
                    <a:pt x="3810" y="510539"/>
                  </a:lnTo>
                  <a:lnTo>
                    <a:pt x="3810" y="505459"/>
                  </a:lnTo>
                  <a:close/>
                </a:path>
                <a:path w="3810" h="515620">
                  <a:moveTo>
                    <a:pt x="3810" y="499109"/>
                  </a:moveTo>
                  <a:lnTo>
                    <a:pt x="0" y="499109"/>
                  </a:lnTo>
                  <a:lnTo>
                    <a:pt x="0" y="504189"/>
                  </a:lnTo>
                  <a:lnTo>
                    <a:pt x="3810" y="504189"/>
                  </a:lnTo>
                  <a:lnTo>
                    <a:pt x="3810" y="499109"/>
                  </a:lnTo>
                  <a:close/>
                </a:path>
                <a:path w="3810" h="515620">
                  <a:moveTo>
                    <a:pt x="3810" y="111759"/>
                  </a:moveTo>
                  <a:lnTo>
                    <a:pt x="0" y="111759"/>
                  </a:lnTo>
                  <a:lnTo>
                    <a:pt x="0" y="497839"/>
                  </a:lnTo>
                  <a:lnTo>
                    <a:pt x="3810" y="497839"/>
                  </a:lnTo>
                  <a:lnTo>
                    <a:pt x="3810" y="111759"/>
                  </a:lnTo>
                  <a:close/>
                </a:path>
                <a:path w="3810" h="515620">
                  <a:moveTo>
                    <a:pt x="3810" y="105409"/>
                  </a:moveTo>
                  <a:lnTo>
                    <a:pt x="0" y="105409"/>
                  </a:lnTo>
                  <a:lnTo>
                    <a:pt x="0" y="110489"/>
                  </a:lnTo>
                  <a:lnTo>
                    <a:pt x="3810" y="110489"/>
                  </a:lnTo>
                  <a:lnTo>
                    <a:pt x="3810" y="105409"/>
                  </a:lnTo>
                  <a:close/>
                </a:path>
                <a:path w="3810" h="515620">
                  <a:moveTo>
                    <a:pt x="3810" y="99059"/>
                  </a:moveTo>
                  <a:lnTo>
                    <a:pt x="0" y="99059"/>
                  </a:lnTo>
                  <a:lnTo>
                    <a:pt x="0" y="104139"/>
                  </a:lnTo>
                  <a:lnTo>
                    <a:pt x="3810" y="104139"/>
                  </a:lnTo>
                  <a:lnTo>
                    <a:pt x="3810" y="99059"/>
                  </a:lnTo>
                  <a:close/>
                </a:path>
                <a:path w="3810" h="515620">
                  <a:moveTo>
                    <a:pt x="3810" y="92709"/>
                  </a:moveTo>
                  <a:lnTo>
                    <a:pt x="0" y="92709"/>
                  </a:lnTo>
                  <a:lnTo>
                    <a:pt x="0" y="97789"/>
                  </a:lnTo>
                  <a:lnTo>
                    <a:pt x="3810" y="97789"/>
                  </a:lnTo>
                  <a:lnTo>
                    <a:pt x="3810" y="92709"/>
                  </a:lnTo>
                  <a:close/>
                </a:path>
                <a:path w="3810" h="515620">
                  <a:moveTo>
                    <a:pt x="3810" y="86359"/>
                  </a:moveTo>
                  <a:lnTo>
                    <a:pt x="0" y="86359"/>
                  </a:lnTo>
                  <a:lnTo>
                    <a:pt x="0" y="91439"/>
                  </a:lnTo>
                  <a:lnTo>
                    <a:pt x="3810" y="91439"/>
                  </a:lnTo>
                  <a:lnTo>
                    <a:pt x="3810" y="86359"/>
                  </a:lnTo>
                  <a:close/>
                </a:path>
                <a:path w="3810" h="515620">
                  <a:moveTo>
                    <a:pt x="3810" y="80009"/>
                  </a:moveTo>
                  <a:lnTo>
                    <a:pt x="0" y="80009"/>
                  </a:lnTo>
                  <a:lnTo>
                    <a:pt x="0" y="85089"/>
                  </a:lnTo>
                  <a:lnTo>
                    <a:pt x="3810" y="85089"/>
                  </a:lnTo>
                  <a:lnTo>
                    <a:pt x="3810" y="80009"/>
                  </a:lnTo>
                  <a:close/>
                </a:path>
                <a:path w="3810" h="515620">
                  <a:moveTo>
                    <a:pt x="3810" y="73659"/>
                  </a:moveTo>
                  <a:lnTo>
                    <a:pt x="0" y="73659"/>
                  </a:lnTo>
                  <a:lnTo>
                    <a:pt x="0" y="78739"/>
                  </a:lnTo>
                  <a:lnTo>
                    <a:pt x="3810" y="78739"/>
                  </a:lnTo>
                  <a:lnTo>
                    <a:pt x="3810" y="73659"/>
                  </a:lnTo>
                  <a:close/>
                </a:path>
                <a:path w="3810" h="515620">
                  <a:moveTo>
                    <a:pt x="3810" y="67309"/>
                  </a:moveTo>
                  <a:lnTo>
                    <a:pt x="0" y="67309"/>
                  </a:lnTo>
                  <a:lnTo>
                    <a:pt x="0" y="72389"/>
                  </a:lnTo>
                  <a:lnTo>
                    <a:pt x="3810" y="72389"/>
                  </a:lnTo>
                  <a:lnTo>
                    <a:pt x="3810" y="67309"/>
                  </a:lnTo>
                  <a:close/>
                </a:path>
                <a:path w="3810" h="515620">
                  <a:moveTo>
                    <a:pt x="3810" y="60959"/>
                  </a:moveTo>
                  <a:lnTo>
                    <a:pt x="0" y="60959"/>
                  </a:lnTo>
                  <a:lnTo>
                    <a:pt x="0" y="66039"/>
                  </a:lnTo>
                  <a:lnTo>
                    <a:pt x="3810" y="66039"/>
                  </a:lnTo>
                  <a:lnTo>
                    <a:pt x="3810" y="60959"/>
                  </a:lnTo>
                  <a:close/>
                </a:path>
                <a:path w="3810" h="515620">
                  <a:moveTo>
                    <a:pt x="3810" y="54609"/>
                  </a:moveTo>
                  <a:lnTo>
                    <a:pt x="0" y="54609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4609"/>
                  </a:lnTo>
                  <a:close/>
                </a:path>
                <a:path w="3810" h="515620">
                  <a:moveTo>
                    <a:pt x="3810" y="48259"/>
                  </a:moveTo>
                  <a:lnTo>
                    <a:pt x="0" y="48259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48259"/>
                  </a:lnTo>
                  <a:close/>
                </a:path>
                <a:path w="3810" h="515620">
                  <a:moveTo>
                    <a:pt x="3810" y="41909"/>
                  </a:moveTo>
                  <a:lnTo>
                    <a:pt x="0" y="41909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1909"/>
                  </a:lnTo>
                  <a:close/>
                </a:path>
                <a:path w="3810" h="515620">
                  <a:moveTo>
                    <a:pt x="3810" y="35559"/>
                  </a:moveTo>
                  <a:lnTo>
                    <a:pt x="0" y="35559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5559"/>
                  </a:lnTo>
                  <a:close/>
                </a:path>
                <a:path w="3810" h="515620">
                  <a:moveTo>
                    <a:pt x="3810" y="29209"/>
                  </a:moveTo>
                  <a:lnTo>
                    <a:pt x="0" y="29209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29209"/>
                  </a:lnTo>
                  <a:close/>
                </a:path>
                <a:path w="3810" h="515620">
                  <a:moveTo>
                    <a:pt x="3810" y="22859"/>
                  </a:moveTo>
                  <a:lnTo>
                    <a:pt x="0" y="22859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2859"/>
                  </a:lnTo>
                  <a:close/>
                </a:path>
                <a:path w="3810" h="515620">
                  <a:moveTo>
                    <a:pt x="3810" y="16509"/>
                  </a:moveTo>
                  <a:lnTo>
                    <a:pt x="0" y="16509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6509"/>
                  </a:lnTo>
                  <a:close/>
                </a:path>
                <a:path w="3810" h="515620">
                  <a:moveTo>
                    <a:pt x="3810" y="10159"/>
                  </a:moveTo>
                  <a:lnTo>
                    <a:pt x="0" y="1015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0159"/>
                  </a:lnTo>
                  <a:close/>
                </a:path>
                <a:path w="3810" h="515620">
                  <a:moveTo>
                    <a:pt x="3810" y="3809"/>
                  </a:moveTo>
                  <a:lnTo>
                    <a:pt x="0" y="380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3809"/>
                  </a:lnTo>
                  <a:close/>
                </a:path>
                <a:path w="3810" h="515620">
                  <a:moveTo>
                    <a:pt x="254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E5DE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1" name="object 3331"/>
            <p:cNvSpPr/>
            <p:nvPr/>
          </p:nvSpPr>
          <p:spPr>
            <a:xfrm>
              <a:off x="5692140" y="2890519"/>
              <a:ext cx="3810" cy="516890"/>
            </a:xfrm>
            <a:custGeom>
              <a:avLst/>
              <a:gdLst/>
              <a:ahLst/>
              <a:cxnLst/>
              <a:rect l="l" t="t" r="r" b="b"/>
              <a:pathLst>
                <a:path w="3810" h="516889">
                  <a:moveTo>
                    <a:pt x="3810" y="515619"/>
                  </a:moveTo>
                  <a:lnTo>
                    <a:pt x="2539" y="515619"/>
                  </a:lnTo>
                  <a:lnTo>
                    <a:pt x="2539" y="516889"/>
                  </a:lnTo>
                  <a:lnTo>
                    <a:pt x="3810" y="516889"/>
                  </a:lnTo>
                  <a:lnTo>
                    <a:pt x="3810" y="515619"/>
                  </a:lnTo>
                  <a:close/>
                </a:path>
                <a:path w="3810" h="516889">
                  <a:moveTo>
                    <a:pt x="3810" y="509269"/>
                  </a:moveTo>
                  <a:lnTo>
                    <a:pt x="0" y="509269"/>
                  </a:lnTo>
                  <a:lnTo>
                    <a:pt x="0" y="515619"/>
                  </a:lnTo>
                  <a:lnTo>
                    <a:pt x="1270" y="515619"/>
                  </a:lnTo>
                  <a:lnTo>
                    <a:pt x="1270" y="514350"/>
                  </a:lnTo>
                  <a:lnTo>
                    <a:pt x="3810" y="514350"/>
                  </a:lnTo>
                  <a:lnTo>
                    <a:pt x="3810" y="509269"/>
                  </a:lnTo>
                  <a:close/>
                </a:path>
                <a:path w="3810" h="516889">
                  <a:moveTo>
                    <a:pt x="3810" y="502919"/>
                  </a:moveTo>
                  <a:lnTo>
                    <a:pt x="0" y="502919"/>
                  </a:lnTo>
                  <a:lnTo>
                    <a:pt x="0" y="508000"/>
                  </a:lnTo>
                  <a:lnTo>
                    <a:pt x="3810" y="508000"/>
                  </a:lnTo>
                  <a:lnTo>
                    <a:pt x="3810" y="502919"/>
                  </a:lnTo>
                  <a:close/>
                </a:path>
                <a:path w="3810" h="516889">
                  <a:moveTo>
                    <a:pt x="3810" y="496569"/>
                  </a:moveTo>
                  <a:lnTo>
                    <a:pt x="0" y="496569"/>
                  </a:lnTo>
                  <a:lnTo>
                    <a:pt x="0" y="501650"/>
                  </a:lnTo>
                  <a:lnTo>
                    <a:pt x="3810" y="501650"/>
                  </a:lnTo>
                  <a:lnTo>
                    <a:pt x="3810" y="496569"/>
                  </a:lnTo>
                  <a:close/>
                </a:path>
                <a:path w="3810" h="516889">
                  <a:moveTo>
                    <a:pt x="3810" y="109219"/>
                  </a:moveTo>
                  <a:lnTo>
                    <a:pt x="0" y="109219"/>
                  </a:lnTo>
                  <a:lnTo>
                    <a:pt x="0" y="495300"/>
                  </a:lnTo>
                  <a:lnTo>
                    <a:pt x="3810" y="495300"/>
                  </a:lnTo>
                  <a:lnTo>
                    <a:pt x="3810" y="109219"/>
                  </a:lnTo>
                  <a:close/>
                </a:path>
                <a:path w="3810" h="516889">
                  <a:moveTo>
                    <a:pt x="3810" y="102869"/>
                  </a:moveTo>
                  <a:lnTo>
                    <a:pt x="0" y="102869"/>
                  </a:lnTo>
                  <a:lnTo>
                    <a:pt x="0" y="107950"/>
                  </a:lnTo>
                  <a:lnTo>
                    <a:pt x="3810" y="107950"/>
                  </a:lnTo>
                  <a:lnTo>
                    <a:pt x="3810" y="102869"/>
                  </a:lnTo>
                  <a:close/>
                </a:path>
                <a:path w="3810" h="516889">
                  <a:moveTo>
                    <a:pt x="3810" y="96519"/>
                  </a:moveTo>
                  <a:lnTo>
                    <a:pt x="0" y="96519"/>
                  </a:lnTo>
                  <a:lnTo>
                    <a:pt x="0" y="101600"/>
                  </a:lnTo>
                  <a:lnTo>
                    <a:pt x="3810" y="101600"/>
                  </a:lnTo>
                  <a:lnTo>
                    <a:pt x="3810" y="96519"/>
                  </a:lnTo>
                  <a:close/>
                </a:path>
                <a:path w="3810" h="516889">
                  <a:moveTo>
                    <a:pt x="3810" y="90169"/>
                  </a:moveTo>
                  <a:lnTo>
                    <a:pt x="0" y="90169"/>
                  </a:lnTo>
                  <a:lnTo>
                    <a:pt x="0" y="95250"/>
                  </a:lnTo>
                  <a:lnTo>
                    <a:pt x="3810" y="95250"/>
                  </a:lnTo>
                  <a:lnTo>
                    <a:pt x="3810" y="90169"/>
                  </a:lnTo>
                  <a:close/>
                </a:path>
                <a:path w="3810" h="516889">
                  <a:moveTo>
                    <a:pt x="3810" y="83819"/>
                  </a:moveTo>
                  <a:lnTo>
                    <a:pt x="0" y="83819"/>
                  </a:lnTo>
                  <a:lnTo>
                    <a:pt x="0" y="88900"/>
                  </a:lnTo>
                  <a:lnTo>
                    <a:pt x="3810" y="88900"/>
                  </a:lnTo>
                  <a:lnTo>
                    <a:pt x="3810" y="83819"/>
                  </a:lnTo>
                  <a:close/>
                </a:path>
                <a:path w="3810" h="516889">
                  <a:moveTo>
                    <a:pt x="3810" y="77469"/>
                  </a:moveTo>
                  <a:lnTo>
                    <a:pt x="0" y="77469"/>
                  </a:lnTo>
                  <a:lnTo>
                    <a:pt x="0" y="82550"/>
                  </a:lnTo>
                  <a:lnTo>
                    <a:pt x="3810" y="82550"/>
                  </a:lnTo>
                  <a:lnTo>
                    <a:pt x="3810" y="77469"/>
                  </a:lnTo>
                  <a:close/>
                </a:path>
                <a:path w="3810" h="516889">
                  <a:moveTo>
                    <a:pt x="3810" y="71119"/>
                  </a:moveTo>
                  <a:lnTo>
                    <a:pt x="0" y="71119"/>
                  </a:lnTo>
                  <a:lnTo>
                    <a:pt x="0" y="76200"/>
                  </a:lnTo>
                  <a:lnTo>
                    <a:pt x="3810" y="76200"/>
                  </a:lnTo>
                  <a:lnTo>
                    <a:pt x="3810" y="71119"/>
                  </a:lnTo>
                  <a:close/>
                </a:path>
                <a:path w="3810" h="516889">
                  <a:moveTo>
                    <a:pt x="3810" y="64769"/>
                  </a:moveTo>
                  <a:lnTo>
                    <a:pt x="0" y="64769"/>
                  </a:lnTo>
                  <a:lnTo>
                    <a:pt x="0" y="69850"/>
                  </a:lnTo>
                  <a:lnTo>
                    <a:pt x="3810" y="69850"/>
                  </a:lnTo>
                  <a:lnTo>
                    <a:pt x="3810" y="64769"/>
                  </a:lnTo>
                  <a:close/>
                </a:path>
                <a:path w="3810" h="516889">
                  <a:moveTo>
                    <a:pt x="3810" y="58419"/>
                  </a:moveTo>
                  <a:lnTo>
                    <a:pt x="0" y="58419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58419"/>
                  </a:lnTo>
                  <a:close/>
                </a:path>
                <a:path w="3810" h="516889">
                  <a:moveTo>
                    <a:pt x="3810" y="52069"/>
                  </a:moveTo>
                  <a:lnTo>
                    <a:pt x="0" y="52069"/>
                  </a:lnTo>
                  <a:lnTo>
                    <a:pt x="0" y="57150"/>
                  </a:lnTo>
                  <a:lnTo>
                    <a:pt x="3810" y="57150"/>
                  </a:lnTo>
                  <a:lnTo>
                    <a:pt x="3810" y="52069"/>
                  </a:lnTo>
                  <a:close/>
                </a:path>
                <a:path w="3810" h="516889">
                  <a:moveTo>
                    <a:pt x="3810" y="45719"/>
                  </a:moveTo>
                  <a:lnTo>
                    <a:pt x="0" y="45719"/>
                  </a:lnTo>
                  <a:lnTo>
                    <a:pt x="0" y="50800"/>
                  </a:lnTo>
                  <a:lnTo>
                    <a:pt x="3810" y="50800"/>
                  </a:lnTo>
                  <a:lnTo>
                    <a:pt x="3810" y="45719"/>
                  </a:lnTo>
                  <a:close/>
                </a:path>
                <a:path w="3810" h="516889">
                  <a:moveTo>
                    <a:pt x="3810" y="39369"/>
                  </a:moveTo>
                  <a:lnTo>
                    <a:pt x="0" y="39369"/>
                  </a:lnTo>
                  <a:lnTo>
                    <a:pt x="0" y="44450"/>
                  </a:lnTo>
                  <a:lnTo>
                    <a:pt x="3810" y="44450"/>
                  </a:lnTo>
                  <a:lnTo>
                    <a:pt x="3810" y="39369"/>
                  </a:lnTo>
                  <a:close/>
                </a:path>
                <a:path w="3810" h="516889">
                  <a:moveTo>
                    <a:pt x="3810" y="33019"/>
                  </a:moveTo>
                  <a:lnTo>
                    <a:pt x="0" y="33019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3019"/>
                  </a:lnTo>
                  <a:close/>
                </a:path>
                <a:path w="3810" h="516889">
                  <a:moveTo>
                    <a:pt x="3810" y="26669"/>
                  </a:moveTo>
                  <a:lnTo>
                    <a:pt x="0" y="26669"/>
                  </a:lnTo>
                  <a:lnTo>
                    <a:pt x="0" y="31750"/>
                  </a:lnTo>
                  <a:lnTo>
                    <a:pt x="3810" y="31750"/>
                  </a:lnTo>
                  <a:lnTo>
                    <a:pt x="3810" y="26669"/>
                  </a:lnTo>
                  <a:close/>
                </a:path>
                <a:path w="3810" h="516889">
                  <a:moveTo>
                    <a:pt x="3810" y="20319"/>
                  </a:moveTo>
                  <a:lnTo>
                    <a:pt x="0" y="20319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0319"/>
                  </a:lnTo>
                  <a:close/>
                </a:path>
                <a:path w="3810" h="516889">
                  <a:moveTo>
                    <a:pt x="3810" y="13969"/>
                  </a:moveTo>
                  <a:lnTo>
                    <a:pt x="0" y="13969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3969"/>
                  </a:lnTo>
                  <a:close/>
                </a:path>
                <a:path w="3810" h="516889">
                  <a:moveTo>
                    <a:pt x="3810" y="7619"/>
                  </a:moveTo>
                  <a:lnTo>
                    <a:pt x="0" y="7619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7619"/>
                  </a:lnTo>
                  <a:close/>
                </a:path>
                <a:path w="3810" h="516889">
                  <a:moveTo>
                    <a:pt x="2539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E4DD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2" name="object 3332"/>
            <p:cNvSpPr/>
            <p:nvPr/>
          </p:nvSpPr>
          <p:spPr>
            <a:xfrm>
              <a:off x="5695950" y="2891790"/>
              <a:ext cx="3810" cy="518159"/>
            </a:xfrm>
            <a:custGeom>
              <a:avLst/>
              <a:gdLst/>
              <a:ahLst/>
              <a:cxnLst/>
              <a:rect l="l" t="t" r="r" b="b"/>
              <a:pathLst>
                <a:path w="3810" h="518160">
                  <a:moveTo>
                    <a:pt x="3810" y="514350"/>
                  </a:moveTo>
                  <a:lnTo>
                    <a:pt x="0" y="514350"/>
                  </a:lnTo>
                  <a:lnTo>
                    <a:pt x="0" y="515620"/>
                  </a:lnTo>
                  <a:lnTo>
                    <a:pt x="1270" y="515620"/>
                  </a:lnTo>
                  <a:lnTo>
                    <a:pt x="1270" y="516890"/>
                  </a:lnTo>
                  <a:lnTo>
                    <a:pt x="2539" y="516890"/>
                  </a:lnTo>
                  <a:lnTo>
                    <a:pt x="2539" y="518160"/>
                  </a:lnTo>
                  <a:lnTo>
                    <a:pt x="3810" y="518160"/>
                  </a:lnTo>
                  <a:lnTo>
                    <a:pt x="3810" y="514350"/>
                  </a:lnTo>
                  <a:close/>
                </a:path>
                <a:path w="3810" h="518160">
                  <a:moveTo>
                    <a:pt x="3810" y="508000"/>
                  </a:moveTo>
                  <a:lnTo>
                    <a:pt x="0" y="508000"/>
                  </a:lnTo>
                  <a:lnTo>
                    <a:pt x="0" y="513080"/>
                  </a:lnTo>
                  <a:lnTo>
                    <a:pt x="3810" y="513080"/>
                  </a:lnTo>
                  <a:lnTo>
                    <a:pt x="3810" y="508000"/>
                  </a:lnTo>
                  <a:close/>
                </a:path>
                <a:path w="3810" h="518160">
                  <a:moveTo>
                    <a:pt x="3810" y="501650"/>
                  </a:moveTo>
                  <a:lnTo>
                    <a:pt x="0" y="501650"/>
                  </a:lnTo>
                  <a:lnTo>
                    <a:pt x="0" y="506730"/>
                  </a:lnTo>
                  <a:lnTo>
                    <a:pt x="3810" y="506730"/>
                  </a:lnTo>
                  <a:lnTo>
                    <a:pt x="3810" y="501650"/>
                  </a:lnTo>
                  <a:close/>
                </a:path>
                <a:path w="3810" h="518160">
                  <a:moveTo>
                    <a:pt x="3810" y="495300"/>
                  </a:moveTo>
                  <a:lnTo>
                    <a:pt x="0" y="495300"/>
                  </a:lnTo>
                  <a:lnTo>
                    <a:pt x="0" y="500380"/>
                  </a:lnTo>
                  <a:lnTo>
                    <a:pt x="3810" y="500380"/>
                  </a:lnTo>
                  <a:lnTo>
                    <a:pt x="3810" y="495300"/>
                  </a:lnTo>
                  <a:close/>
                </a:path>
                <a:path w="3810" h="518160">
                  <a:moveTo>
                    <a:pt x="3810" y="107950"/>
                  </a:moveTo>
                  <a:lnTo>
                    <a:pt x="0" y="107950"/>
                  </a:lnTo>
                  <a:lnTo>
                    <a:pt x="0" y="494030"/>
                  </a:lnTo>
                  <a:lnTo>
                    <a:pt x="3810" y="494030"/>
                  </a:lnTo>
                  <a:lnTo>
                    <a:pt x="3810" y="107950"/>
                  </a:lnTo>
                  <a:close/>
                </a:path>
                <a:path w="3810" h="518160">
                  <a:moveTo>
                    <a:pt x="3810" y="101600"/>
                  </a:moveTo>
                  <a:lnTo>
                    <a:pt x="0" y="101600"/>
                  </a:lnTo>
                  <a:lnTo>
                    <a:pt x="0" y="106680"/>
                  </a:lnTo>
                  <a:lnTo>
                    <a:pt x="3810" y="106680"/>
                  </a:lnTo>
                  <a:lnTo>
                    <a:pt x="3810" y="101600"/>
                  </a:lnTo>
                  <a:close/>
                </a:path>
                <a:path w="3810" h="518160">
                  <a:moveTo>
                    <a:pt x="3810" y="95250"/>
                  </a:moveTo>
                  <a:lnTo>
                    <a:pt x="0" y="95250"/>
                  </a:lnTo>
                  <a:lnTo>
                    <a:pt x="0" y="100330"/>
                  </a:lnTo>
                  <a:lnTo>
                    <a:pt x="3810" y="100330"/>
                  </a:lnTo>
                  <a:lnTo>
                    <a:pt x="3810" y="95250"/>
                  </a:lnTo>
                  <a:close/>
                </a:path>
                <a:path w="3810" h="518160">
                  <a:moveTo>
                    <a:pt x="3810" y="88900"/>
                  </a:moveTo>
                  <a:lnTo>
                    <a:pt x="0" y="88900"/>
                  </a:lnTo>
                  <a:lnTo>
                    <a:pt x="0" y="93980"/>
                  </a:lnTo>
                  <a:lnTo>
                    <a:pt x="3810" y="93980"/>
                  </a:lnTo>
                  <a:lnTo>
                    <a:pt x="3810" y="88900"/>
                  </a:lnTo>
                  <a:close/>
                </a:path>
                <a:path w="3810" h="518160">
                  <a:moveTo>
                    <a:pt x="3810" y="82550"/>
                  </a:moveTo>
                  <a:lnTo>
                    <a:pt x="0" y="82550"/>
                  </a:lnTo>
                  <a:lnTo>
                    <a:pt x="0" y="87630"/>
                  </a:lnTo>
                  <a:lnTo>
                    <a:pt x="3810" y="87630"/>
                  </a:lnTo>
                  <a:lnTo>
                    <a:pt x="3810" y="82550"/>
                  </a:lnTo>
                  <a:close/>
                </a:path>
                <a:path w="3810" h="518160">
                  <a:moveTo>
                    <a:pt x="3810" y="76200"/>
                  </a:moveTo>
                  <a:lnTo>
                    <a:pt x="0" y="76200"/>
                  </a:lnTo>
                  <a:lnTo>
                    <a:pt x="0" y="81280"/>
                  </a:lnTo>
                  <a:lnTo>
                    <a:pt x="3810" y="81280"/>
                  </a:lnTo>
                  <a:lnTo>
                    <a:pt x="3810" y="76200"/>
                  </a:lnTo>
                  <a:close/>
                </a:path>
                <a:path w="3810" h="518160">
                  <a:moveTo>
                    <a:pt x="3810" y="69850"/>
                  </a:moveTo>
                  <a:lnTo>
                    <a:pt x="0" y="69850"/>
                  </a:lnTo>
                  <a:lnTo>
                    <a:pt x="0" y="74930"/>
                  </a:lnTo>
                  <a:lnTo>
                    <a:pt x="3810" y="74930"/>
                  </a:lnTo>
                  <a:lnTo>
                    <a:pt x="3810" y="69850"/>
                  </a:lnTo>
                  <a:close/>
                </a:path>
                <a:path w="3810" h="518160">
                  <a:moveTo>
                    <a:pt x="3810" y="63500"/>
                  </a:moveTo>
                  <a:lnTo>
                    <a:pt x="0" y="63500"/>
                  </a:lnTo>
                  <a:lnTo>
                    <a:pt x="0" y="68580"/>
                  </a:lnTo>
                  <a:lnTo>
                    <a:pt x="3810" y="68580"/>
                  </a:lnTo>
                  <a:lnTo>
                    <a:pt x="3810" y="63500"/>
                  </a:lnTo>
                  <a:close/>
                </a:path>
                <a:path w="3810" h="518160">
                  <a:moveTo>
                    <a:pt x="3810" y="57150"/>
                  </a:moveTo>
                  <a:lnTo>
                    <a:pt x="0" y="57150"/>
                  </a:lnTo>
                  <a:lnTo>
                    <a:pt x="0" y="62230"/>
                  </a:lnTo>
                  <a:lnTo>
                    <a:pt x="3810" y="62230"/>
                  </a:lnTo>
                  <a:lnTo>
                    <a:pt x="3810" y="57150"/>
                  </a:lnTo>
                  <a:close/>
                </a:path>
                <a:path w="3810" h="518160">
                  <a:moveTo>
                    <a:pt x="3810" y="50800"/>
                  </a:moveTo>
                  <a:lnTo>
                    <a:pt x="0" y="50800"/>
                  </a:lnTo>
                  <a:lnTo>
                    <a:pt x="0" y="55880"/>
                  </a:lnTo>
                  <a:lnTo>
                    <a:pt x="3810" y="55880"/>
                  </a:lnTo>
                  <a:lnTo>
                    <a:pt x="3810" y="50800"/>
                  </a:lnTo>
                  <a:close/>
                </a:path>
                <a:path w="3810" h="518160">
                  <a:moveTo>
                    <a:pt x="3810" y="44450"/>
                  </a:moveTo>
                  <a:lnTo>
                    <a:pt x="0" y="4445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4450"/>
                  </a:lnTo>
                  <a:close/>
                </a:path>
                <a:path w="3810" h="518160">
                  <a:moveTo>
                    <a:pt x="3810" y="38100"/>
                  </a:moveTo>
                  <a:lnTo>
                    <a:pt x="0" y="3810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38100"/>
                  </a:lnTo>
                  <a:close/>
                </a:path>
                <a:path w="3810" h="518160">
                  <a:moveTo>
                    <a:pt x="3810" y="31750"/>
                  </a:moveTo>
                  <a:lnTo>
                    <a:pt x="0" y="3175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1750"/>
                  </a:lnTo>
                  <a:close/>
                </a:path>
                <a:path w="3810" h="518160">
                  <a:moveTo>
                    <a:pt x="3810" y="25400"/>
                  </a:moveTo>
                  <a:lnTo>
                    <a:pt x="0" y="2540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25400"/>
                  </a:lnTo>
                  <a:close/>
                </a:path>
                <a:path w="3810" h="518160">
                  <a:moveTo>
                    <a:pt x="3810" y="19050"/>
                  </a:moveTo>
                  <a:lnTo>
                    <a:pt x="0" y="1905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9050"/>
                  </a:lnTo>
                  <a:close/>
                </a:path>
                <a:path w="3810" h="518160">
                  <a:moveTo>
                    <a:pt x="3810" y="12700"/>
                  </a:moveTo>
                  <a:lnTo>
                    <a:pt x="0" y="1270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2700"/>
                  </a:lnTo>
                  <a:close/>
                </a:path>
                <a:path w="3810" h="518160">
                  <a:moveTo>
                    <a:pt x="3810" y="6350"/>
                  </a:moveTo>
                  <a:lnTo>
                    <a:pt x="0" y="635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6350"/>
                  </a:lnTo>
                  <a:close/>
                </a:path>
                <a:path w="3810" h="518160">
                  <a:moveTo>
                    <a:pt x="127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lnTo>
                    <a:pt x="2539" y="2540"/>
                  </a:lnTo>
                  <a:lnTo>
                    <a:pt x="2539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E4DC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3" name="object 3333"/>
            <p:cNvSpPr/>
            <p:nvPr/>
          </p:nvSpPr>
          <p:spPr>
            <a:xfrm>
              <a:off x="5699759" y="2894330"/>
              <a:ext cx="2540" cy="518159"/>
            </a:xfrm>
            <a:custGeom>
              <a:avLst/>
              <a:gdLst/>
              <a:ahLst/>
              <a:cxnLst/>
              <a:rect l="l" t="t" r="r" b="b"/>
              <a:pathLst>
                <a:path w="2539" h="518160">
                  <a:moveTo>
                    <a:pt x="2539" y="511809"/>
                  </a:moveTo>
                  <a:lnTo>
                    <a:pt x="0" y="511809"/>
                  </a:lnTo>
                  <a:lnTo>
                    <a:pt x="0" y="518159"/>
                  </a:lnTo>
                  <a:lnTo>
                    <a:pt x="2539" y="518159"/>
                  </a:lnTo>
                  <a:lnTo>
                    <a:pt x="2539" y="511809"/>
                  </a:lnTo>
                  <a:close/>
                </a:path>
                <a:path w="2539" h="518160">
                  <a:moveTo>
                    <a:pt x="2539" y="505459"/>
                  </a:moveTo>
                  <a:lnTo>
                    <a:pt x="0" y="505459"/>
                  </a:lnTo>
                  <a:lnTo>
                    <a:pt x="0" y="510539"/>
                  </a:lnTo>
                  <a:lnTo>
                    <a:pt x="2539" y="510539"/>
                  </a:lnTo>
                  <a:lnTo>
                    <a:pt x="2539" y="505459"/>
                  </a:lnTo>
                  <a:close/>
                </a:path>
                <a:path w="2539" h="518160">
                  <a:moveTo>
                    <a:pt x="2539" y="499109"/>
                  </a:moveTo>
                  <a:lnTo>
                    <a:pt x="0" y="499109"/>
                  </a:lnTo>
                  <a:lnTo>
                    <a:pt x="0" y="504189"/>
                  </a:lnTo>
                  <a:lnTo>
                    <a:pt x="2539" y="504189"/>
                  </a:lnTo>
                  <a:lnTo>
                    <a:pt x="2539" y="499109"/>
                  </a:lnTo>
                  <a:close/>
                </a:path>
                <a:path w="2539" h="518160">
                  <a:moveTo>
                    <a:pt x="2539" y="492759"/>
                  </a:moveTo>
                  <a:lnTo>
                    <a:pt x="0" y="492759"/>
                  </a:lnTo>
                  <a:lnTo>
                    <a:pt x="0" y="497839"/>
                  </a:lnTo>
                  <a:lnTo>
                    <a:pt x="2539" y="497839"/>
                  </a:lnTo>
                  <a:lnTo>
                    <a:pt x="2539" y="492759"/>
                  </a:lnTo>
                  <a:close/>
                </a:path>
                <a:path w="2539" h="518160">
                  <a:moveTo>
                    <a:pt x="2539" y="105409"/>
                  </a:moveTo>
                  <a:lnTo>
                    <a:pt x="0" y="105409"/>
                  </a:lnTo>
                  <a:lnTo>
                    <a:pt x="0" y="491489"/>
                  </a:lnTo>
                  <a:lnTo>
                    <a:pt x="2539" y="491489"/>
                  </a:lnTo>
                  <a:lnTo>
                    <a:pt x="2539" y="105409"/>
                  </a:lnTo>
                  <a:close/>
                </a:path>
                <a:path w="2539" h="518160">
                  <a:moveTo>
                    <a:pt x="2539" y="99059"/>
                  </a:moveTo>
                  <a:lnTo>
                    <a:pt x="0" y="99059"/>
                  </a:lnTo>
                  <a:lnTo>
                    <a:pt x="0" y="104139"/>
                  </a:lnTo>
                  <a:lnTo>
                    <a:pt x="2539" y="104139"/>
                  </a:lnTo>
                  <a:lnTo>
                    <a:pt x="2539" y="99059"/>
                  </a:lnTo>
                  <a:close/>
                </a:path>
                <a:path w="2539" h="518160">
                  <a:moveTo>
                    <a:pt x="2539" y="92709"/>
                  </a:moveTo>
                  <a:lnTo>
                    <a:pt x="0" y="92709"/>
                  </a:lnTo>
                  <a:lnTo>
                    <a:pt x="0" y="97789"/>
                  </a:lnTo>
                  <a:lnTo>
                    <a:pt x="2539" y="97789"/>
                  </a:lnTo>
                  <a:lnTo>
                    <a:pt x="2539" y="92709"/>
                  </a:lnTo>
                  <a:close/>
                </a:path>
                <a:path w="2539" h="518160">
                  <a:moveTo>
                    <a:pt x="2539" y="86359"/>
                  </a:moveTo>
                  <a:lnTo>
                    <a:pt x="0" y="86359"/>
                  </a:lnTo>
                  <a:lnTo>
                    <a:pt x="0" y="91439"/>
                  </a:lnTo>
                  <a:lnTo>
                    <a:pt x="2539" y="91439"/>
                  </a:lnTo>
                  <a:lnTo>
                    <a:pt x="2539" y="86359"/>
                  </a:lnTo>
                  <a:close/>
                </a:path>
                <a:path w="2539" h="518160">
                  <a:moveTo>
                    <a:pt x="2539" y="80009"/>
                  </a:moveTo>
                  <a:lnTo>
                    <a:pt x="0" y="80009"/>
                  </a:lnTo>
                  <a:lnTo>
                    <a:pt x="0" y="85089"/>
                  </a:lnTo>
                  <a:lnTo>
                    <a:pt x="2539" y="85089"/>
                  </a:lnTo>
                  <a:lnTo>
                    <a:pt x="2539" y="80009"/>
                  </a:lnTo>
                  <a:close/>
                </a:path>
                <a:path w="2539" h="518160">
                  <a:moveTo>
                    <a:pt x="2539" y="73659"/>
                  </a:moveTo>
                  <a:lnTo>
                    <a:pt x="0" y="73659"/>
                  </a:lnTo>
                  <a:lnTo>
                    <a:pt x="0" y="78739"/>
                  </a:lnTo>
                  <a:lnTo>
                    <a:pt x="2539" y="78739"/>
                  </a:lnTo>
                  <a:lnTo>
                    <a:pt x="2539" y="73659"/>
                  </a:lnTo>
                  <a:close/>
                </a:path>
                <a:path w="2539" h="518160">
                  <a:moveTo>
                    <a:pt x="2539" y="67309"/>
                  </a:moveTo>
                  <a:lnTo>
                    <a:pt x="0" y="67309"/>
                  </a:lnTo>
                  <a:lnTo>
                    <a:pt x="0" y="72389"/>
                  </a:lnTo>
                  <a:lnTo>
                    <a:pt x="2539" y="72389"/>
                  </a:lnTo>
                  <a:lnTo>
                    <a:pt x="2539" y="67309"/>
                  </a:lnTo>
                  <a:close/>
                </a:path>
                <a:path w="2539" h="518160">
                  <a:moveTo>
                    <a:pt x="2539" y="60959"/>
                  </a:moveTo>
                  <a:lnTo>
                    <a:pt x="0" y="60959"/>
                  </a:lnTo>
                  <a:lnTo>
                    <a:pt x="0" y="66039"/>
                  </a:lnTo>
                  <a:lnTo>
                    <a:pt x="2539" y="66039"/>
                  </a:lnTo>
                  <a:lnTo>
                    <a:pt x="2539" y="60959"/>
                  </a:lnTo>
                  <a:close/>
                </a:path>
                <a:path w="2539" h="518160">
                  <a:moveTo>
                    <a:pt x="2539" y="54609"/>
                  </a:moveTo>
                  <a:lnTo>
                    <a:pt x="0" y="54609"/>
                  </a:lnTo>
                  <a:lnTo>
                    <a:pt x="0" y="59689"/>
                  </a:lnTo>
                  <a:lnTo>
                    <a:pt x="2539" y="59689"/>
                  </a:lnTo>
                  <a:lnTo>
                    <a:pt x="2539" y="54609"/>
                  </a:lnTo>
                  <a:close/>
                </a:path>
                <a:path w="2539" h="518160">
                  <a:moveTo>
                    <a:pt x="2539" y="48259"/>
                  </a:moveTo>
                  <a:lnTo>
                    <a:pt x="0" y="48259"/>
                  </a:lnTo>
                  <a:lnTo>
                    <a:pt x="0" y="53339"/>
                  </a:lnTo>
                  <a:lnTo>
                    <a:pt x="2539" y="53339"/>
                  </a:lnTo>
                  <a:lnTo>
                    <a:pt x="2539" y="48259"/>
                  </a:lnTo>
                  <a:close/>
                </a:path>
                <a:path w="2539" h="518160">
                  <a:moveTo>
                    <a:pt x="2539" y="41909"/>
                  </a:moveTo>
                  <a:lnTo>
                    <a:pt x="0" y="41909"/>
                  </a:lnTo>
                  <a:lnTo>
                    <a:pt x="0" y="46989"/>
                  </a:lnTo>
                  <a:lnTo>
                    <a:pt x="2539" y="46989"/>
                  </a:lnTo>
                  <a:lnTo>
                    <a:pt x="2539" y="41909"/>
                  </a:lnTo>
                  <a:close/>
                </a:path>
                <a:path w="2539" h="518160">
                  <a:moveTo>
                    <a:pt x="2539" y="35559"/>
                  </a:moveTo>
                  <a:lnTo>
                    <a:pt x="0" y="35559"/>
                  </a:lnTo>
                  <a:lnTo>
                    <a:pt x="0" y="40639"/>
                  </a:lnTo>
                  <a:lnTo>
                    <a:pt x="2539" y="40639"/>
                  </a:lnTo>
                  <a:lnTo>
                    <a:pt x="2539" y="35559"/>
                  </a:lnTo>
                  <a:close/>
                </a:path>
                <a:path w="2539" h="518160">
                  <a:moveTo>
                    <a:pt x="2539" y="29209"/>
                  </a:moveTo>
                  <a:lnTo>
                    <a:pt x="0" y="29209"/>
                  </a:lnTo>
                  <a:lnTo>
                    <a:pt x="0" y="34289"/>
                  </a:lnTo>
                  <a:lnTo>
                    <a:pt x="2539" y="34289"/>
                  </a:lnTo>
                  <a:lnTo>
                    <a:pt x="2539" y="29209"/>
                  </a:lnTo>
                  <a:close/>
                </a:path>
                <a:path w="2539" h="518160">
                  <a:moveTo>
                    <a:pt x="2539" y="22859"/>
                  </a:moveTo>
                  <a:lnTo>
                    <a:pt x="0" y="22859"/>
                  </a:lnTo>
                  <a:lnTo>
                    <a:pt x="0" y="27939"/>
                  </a:lnTo>
                  <a:lnTo>
                    <a:pt x="2539" y="27939"/>
                  </a:lnTo>
                  <a:lnTo>
                    <a:pt x="2539" y="22859"/>
                  </a:lnTo>
                  <a:close/>
                </a:path>
                <a:path w="2539" h="518160">
                  <a:moveTo>
                    <a:pt x="2539" y="16509"/>
                  </a:moveTo>
                  <a:lnTo>
                    <a:pt x="0" y="16509"/>
                  </a:lnTo>
                  <a:lnTo>
                    <a:pt x="0" y="21589"/>
                  </a:lnTo>
                  <a:lnTo>
                    <a:pt x="2539" y="21589"/>
                  </a:lnTo>
                  <a:lnTo>
                    <a:pt x="2539" y="16509"/>
                  </a:lnTo>
                  <a:close/>
                </a:path>
                <a:path w="2539" h="518160">
                  <a:moveTo>
                    <a:pt x="2539" y="10159"/>
                  </a:moveTo>
                  <a:lnTo>
                    <a:pt x="0" y="10159"/>
                  </a:lnTo>
                  <a:lnTo>
                    <a:pt x="0" y="15239"/>
                  </a:lnTo>
                  <a:lnTo>
                    <a:pt x="2539" y="15239"/>
                  </a:lnTo>
                  <a:lnTo>
                    <a:pt x="2539" y="10159"/>
                  </a:lnTo>
                  <a:close/>
                </a:path>
                <a:path w="2539" h="518160">
                  <a:moveTo>
                    <a:pt x="2539" y="3809"/>
                  </a:moveTo>
                  <a:lnTo>
                    <a:pt x="0" y="3809"/>
                  </a:lnTo>
                  <a:lnTo>
                    <a:pt x="0" y="8889"/>
                  </a:lnTo>
                  <a:lnTo>
                    <a:pt x="2539" y="8889"/>
                  </a:lnTo>
                  <a:lnTo>
                    <a:pt x="2539" y="3809"/>
                  </a:lnTo>
                  <a:close/>
                </a:path>
                <a:path w="2539" h="518160">
                  <a:moveTo>
                    <a:pt x="126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39" y="2539"/>
                  </a:lnTo>
                  <a:lnTo>
                    <a:pt x="253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E3DB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4" name="object 3334"/>
            <p:cNvSpPr/>
            <p:nvPr/>
          </p:nvSpPr>
          <p:spPr>
            <a:xfrm>
              <a:off x="5702300" y="2895600"/>
              <a:ext cx="3810" cy="519430"/>
            </a:xfrm>
            <a:custGeom>
              <a:avLst/>
              <a:gdLst/>
              <a:ahLst/>
              <a:cxnLst/>
              <a:rect l="l" t="t" r="r" b="b"/>
              <a:pathLst>
                <a:path w="3810" h="519429">
                  <a:moveTo>
                    <a:pt x="3810" y="516889"/>
                  </a:moveTo>
                  <a:lnTo>
                    <a:pt x="1270" y="516889"/>
                  </a:lnTo>
                  <a:lnTo>
                    <a:pt x="1270" y="518160"/>
                  </a:lnTo>
                  <a:lnTo>
                    <a:pt x="2539" y="518160"/>
                  </a:lnTo>
                  <a:lnTo>
                    <a:pt x="2539" y="519430"/>
                  </a:lnTo>
                  <a:lnTo>
                    <a:pt x="3810" y="519430"/>
                  </a:lnTo>
                  <a:lnTo>
                    <a:pt x="3810" y="516889"/>
                  </a:lnTo>
                  <a:close/>
                </a:path>
                <a:path w="3810" h="519429">
                  <a:moveTo>
                    <a:pt x="3810" y="510539"/>
                  </a:moveTo>
                  <a:lnTo>
                    <a:pt x="0" y="510539"/>
                  </a:lnTo>
                  <a:lnTo>
                    <a:pt x="0" y="515620"/>
                  </a:lnTo>
                  <a:lnTo>
                    <a:pt x="3810" y="515620"/>
                  </a:lnTo>
                  <a:lnTo>
                    <a:pt x="3810" y="510539"/>
                  </a:lnTo>
                  <a:close/>
                </a:path>
                <a:path w="3810" h="519429">
                  <a:moveTo>
                    <a:pt x="3810" y="504189"/>
                  </a:moveTo>
                  <a:lnTo>
                    <a:pt x="0" y="504189"/>
                  </a:lnTo>
                  <a:lnTo>
                    <a:pt x="0" y="509270"/>
                  </a:lnTo>
                  <a:lnTo>
                    <a:pt x="3810" y="509270"/>
                  </a:lnTo>
                  <a:lnTo>
                    <a:pt x="3810" y="504189"/>
                  </a:lnTo>
                  <a:close/>
                </a:path>
                <a:path w="3810" h="519429">
                  <a:moveTo>
                    <a:pt x="3810" y="497839"/>
                  </a:moveTo>
                  <a:lnTo>
                    <a:pt x="0" y="497839"/>
                  </a:lnTo>
                  <a:lnTo>
                    <a:pt x="0" y="502920"/>
                  </a:lnTo>
                  <a:lnTo>
                    <a:pt x="3810" y="502920"/>
                  </a:lnTo>
                  <a:lnTo>
                    <a:pt x="3810" y="497839"/>
                  </a:lnTo>
                  <a:close/>
                </a:path>
                <a:path w="3810" h="519429">
                  <a:moveTo>
                    <a:pt x="3810" y="491489"/>
                  </a:moveTo>
                  <a:lnTo>
                    <a:pt x="0" y="491489"/>
                  </a:lnTo>
                  <a:lnTo>
                    <a:pt x="0" y="496570"/>
                  </a:lnTo>
                  <a:lnTo>
                    <a:pt x="3810" y="496570"/>
                  </a:lnTo>
                  <a:lnTo>
                    <a:pt x="3810" y="491489"/>
                  </a:lnTo>
                  <a:close/>
                </a:path>
                <a:path w="3810" h="519429">
                  <a:moveTo>
                    <a:pt x="3810" y="104139"/>
                  </a:moveTo>
                  <a:lnTo>
                    <a:pt x="0" y="104139"/>
                  </a:lnTo>
                  <a:lnTo>
                    <a:pt x="0" y="490220"/>
                  </a:lnTo>
                  <a:lnTo>
                    <a:pt x="3810" y="490220"/>
                  </a:lnTo>
                  <a:lnTo>
                    <a:pt x="3810" y="104139"/>
                  </a:lnTo>
                  <a:close/>
                </a:path>
                <a:path w="3810" h="519429">
                  <a:moveTo>
                    <a:pt x="3810" y="97789"/>
                  </a:moveTo>
                  <a:lnTo>
                    <a:pt x="0" y="97789"/>
                  </a:lnTo>
                  <a:lnTo>
                    <a:pt x="0" y="102870"/>
                  </a:lnTo>
                  <a:lnTo>
                    <a:pt x="3810" y="102870"/>
                  </a:lnTo>
                  <a:lnTo>
                    <a:pt x="3810" y="97789"/>
                  </a:lnTo>
                  <a:close/>
                </a:path>
                <a:path w="3810" h="519429">
                  <a:moveTo>
                    <a:pt x="3810" y="91439"/>
                  </a:moveTo>
                  <a:lnTo>
                    <a:pt x="0" y="91439"/>
                  </a:lnTo>
                  <a:lnTo>
                    <a:pt x="0" y="96520"/>
                  </a:lnTo>
                  <a:lnTo>
                    <a:pt x="3810" y="96520"/>
                  </a:lnTo>
                  <a:lnTo>
                    <a:pt x="3810" y="91439"/>
                  </a:lnTo>
                  <a:close/>
                </a:path>
                <a:path w="3810" h="519429">
                  <a:moveTo>
                    <a:pt x="3810" y="85089"/>
                  </a:moveTo>
                  <a:lnTo>
                    <a:pt x="0" y="85089"/>
                  </a:lnTo>
                  <a:lnTo>
                    <a:pt x="0" y="90170"/>
                  </a:lnTo>
                  <a:lnTo>
                    <a:pt x="3810" y="90170"/>
                  </a:lnTo>
                  <a:lnTo>
                    <a:pt x="3810" y="85089"/>
                  </a:lnTo>
                  <a:close/>
                </a:path>
                <a:path w="3810" h="519429">
                  <a:moveTo>
                    <a:pt x="3810" y="78739"/>
                  </a:moveTo>
                  <a:lnTo>
                    <a:pt x="0" y="78739"/>
                  </a:lnTo>
                  <a:lnTo>
                    <a:pt x="0" y="83820"/>
                  </a:lnTo>
                  <a:lnTo>
                    <a:pt x="3810" y="83820"/>
                  </a:lnTo>
                  <a:lnTo>
                    <a:pt x="3810" y="78739"/>
                  </a:lnTo>
                  <a:close/>
                </a:path>
                <a:path w="3810" h="519429">
                  <a:moveTo>
                    <a:pt x="3810" y="72389"/>
                  </a:moveTo>
                  <a:lnTo>
                    <a:pt x="0" y="72389"/>
                  </a:lnTo>
                  <a:lnTo>
                    <a:pt x="0" y="77470"/>
                  </a:lnTo>
                  <a:lnTo>
                    <a:pt x="3810" y="77470"/>
                  </a:lnTo>
                  <a:lnTo>
                    <a:pt x="3810" y="72389"/>
                  </a:lnTo>
                  <a:close/>
                </a:path>
                <a:path w="3810" h="519429">
                  <a:moveTo>
                    <a:pt x="3810" y="66039"/>
                  </a:moveTo>
                  <a:lnTo>
                    <a:pt x="0" y="66039"/>
                  </a:lnTo>
                  <a:lnTo>
                    <a:pt x="0" y="71120"/>
                  </a:lnTo>
                  <a:lnTo>
                    <a:pt x="3810" y="71120"/>
                  </a:lnTo>
                  <a:lnTo>
                    <a:pt x="3810" y="66039"/>
                  </a:lnTo>
                  <a:close/>
                </a:path>
                <a:path w="3810" h="519429">
                  <a:moveTo>
                    <a:pt x="3810" y="59689"/>
                  </a:moveTo>
                  <a:lnTo>
                    <a:pt x="0" y="59689"/>
                  </a:lnTo>
                  <a:lnTo>
                    <a:pt x="0" y="64770"/>
                  </a:lnTo>
                  <a:lnTo>
                    <a:pt x="3810" y="64770"/>
                  </a:lnTo>
                  <a:lnTo>
                    <a:pt x="3810" y="59689"/>
                  </a:lnTo>
                  <a:close/>
                </a:path>
                <a:path w="3810" h="519429">
                  <a:moveTo>
                    <a:pt x="3810" y="53339"/>
                  </a:moveTo>
                  <a:lnTo>
                    <a:pt x="0" y="53339"/>
                  </a:lnTo>
                  <a:lnTo>
                    <a:pt x="0" y="58420"/>
                  </a:lnTo>
                  <a:lnTo>
                    <a:pt x="3810" y="58420"/>
                  </a:lnTo>
                  <a:lnTo>
                    <a:pt x="3810" y="53339"/>
                  </a:lnTo>
                  <a:close/>
                </a:path>
                <a:path w="3810" h="519429">
                  <a:moveTo>
                    <a:pt x="3810" y="46989"/>
                  </a:moveTo>
                  <a:lnTo>
                    <a:pt x="0" y="46989"/>
                  </a:lnTo>
                  <a:lnTo>
                    <a:pt x="0" y="52070"/>
                  </a:lnTo>
                  <a:lnTo>
                    <a:pt x="3810" y="52070"/>
                  </a:lnTo>
                  <a:lnTo>
                    <a:pt x="3810" y="46989"/>
                  </a:lnTo>
                  <a:close/>
                </a:path>
                <a:path w="3810" h="519429">
                  <a:moveTo>
                    <a:pt x="3810" y="40639"/>
                  </a:moveTo>
                  <a:lnTo>
                    <a:pt x="0" y="40639"/>
                  </a:lnTo>
                  <a:lnTo>
                    <a:pt x="0" y="45720"/>
                  </a:lnTo>
                  <a:lnTo>
                    <a:pt x="3810" y="45720"/>
                  </a:lnTo>
                  <a:lnTo>
                    <a:pt x="3810" y="40639"/>
                  </a:lnTo>
                  <a:close/>
                </a:path>
                <a:path w="3810" h="519429">
                  <a:moveTo>
                    <a:pt x="3810" y="34289"/>
                  </a:moveTo>
                  <a:lnTo>
                    <a:pt x="0" y="34289"/>
                  </a:lnTo>
                  <a:lnTo>
                    <a:pt x="0" y="39370"/>
                  </a:lnTo>
                  <a:lnTo>
                    <a:pt x="3810" y="39370"/>
                  </a:lnTo>
                  <a:lnTo>
                    <a:pt x="3810" y="34289"/>
                  </a:lnTo>
                  <a:close/>
                </a:path>
                <a:path w="3810" h="519429">
                  <a:moveTo>
                    <a:pt x="3810" y="27939"/>
                  </a:moveTo>
                  <a:lnTo>
                    <a:pt x="0" y="27939"/>
                  </a:lnTo>
                  <a:lnTo>
                    <a:pt x="0" y="33020"/>
                  </a:lnTo>
                  <a:lnTo>
                    <a:pt x="3810" y="33020"/>
                  </a:lnTo>
                  <a:lnTo>
                    <a:pt x="3810" y="27939"/>
                  </a:lnTo>
                  <a:close/>
                </a:path>
                <a:path w="3810" h="519429">
                  <a:moveTo>
                    <a:pt x="3810" y="21589"/>
                  </a:moveTo>
                  <a:lnTo>
                    <a:pt x="0" y="21589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1589"/>
                  </a:lnTo>
                  <a:close/>
                </a:path>
                <a:path w="3810" h="519429">
                  <a:moveTo>
                    <a:pt x="3810" y="15239"/>
                  </a:moveTo>
                  <a:lnTo>
                    <a:pt x="0" y="15239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5239"/>
                  </a:lnTo>
                  <a:close/>
                </a:path>
                <a:path w="3810" h="519429">
                  <a:moveTo>
                    <a:pt x="3810" y="8889"/>
                  </a:moveTo>
                  <a:lnTo>
                    <a:pt x="0" y="8889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8889"/>
                  </a:lnTo>
                  <a:close/>
                </a:path>
                <a:path w="3810" h="519429">
                  <a:moveTo>
                    <a:pt x="3810" y="1270"/>
                  </a:moveTo>
                  <a:lnTo>
                    <a:pt x="1270" y="1270"/>
                  </a:lnTo>
                  <a:lnTo>
                    <a:pt x="1270" y="2539"/>
                  </a:lnTo>
                  <a:lnTo>
                    <a:pt x="0" y="2539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70"/>
                  </a:lnTo>
                  <a:close/>
                </a:path>
                <a:path w="3810" h="519429">
                  <a:moveTo>
                    <a:pt x="12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E2DA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5" name="object 3335"/>
            <p:cNvSpPr/>
            <p:nvPr/>
          </p:nvSpPr>
          <p:spPr>
            <a:xfrm>
              <a:off x="5706109" y="2898140"/>
              <a:ext cx="3810" cy="520700"/>
            </a:xfrm>
            <a:custGeom>
              <a:avLst/>
              <a:gdLst/>
              <a:ahLst/>
              <a:cxnLst/>
              <a:rect l="l" t="t" r="r" b="b"/>
              <a:pathLst>
                <a:path w="3810" h="520700">
                  <a:moveTo>
                    <a:pt x="3810" y="514350"/>
                  </a:moveTo>
                  <a:lnTo>
                    <a:pt x="0" y="514350"/>
                  </a:lnTo>
                  <a:lnTo>
                    <a:pt x="0" y="516890"/>
                  </a:lnTo>
                  <a:lnTo>
                    <a:pt x="1269" y="516890"/>
                  </a:lnTo>
                  <a:lnTo>
                    <a:pt x="1269" y="518160"/>
                  </a:lnTo>
                  <a:lnTo>
                    <a:pt x="2539" y="518160"/>
                  </a:lnTo>
                  <a:lnTo>
                    <a:pt x="2539" y="520700"/>
                  </a:lnTo>
                  <a:lnTo>
                    <a:pt x="3810" y="520700"/>
                  </a:lnTo>
                  <a:lnTo>
                    <a:pt x="3810" y="514350"/>
                  </a:lnTo>
                  <a:close/>
                </a:path>
                <a:path w="3810" h="520700">
                  <a:moveTo>
                    <a:pt x="3810" y="508000"/>
                  </a:moveTo>
                  <a:lnTo>
                    <a:pt x="0" y="508000"/>
                  </a:lnTo>
                  <a:lnTo>
                    <a:pt x="0" y="513080"/>
                  </a:lnTo>
                  <a:lnTo>
                    <a:pt x="3810" y="513080"/>
                  </a:lnTo>
                  <a:lnTo>
                    <a:pt x="3810" y="508000"/>
                  </a:lnTo>
                  <a:close/>
                </a:path>
                <a:path w="3810" h="520700">
                  <a:moveTo>
                    <a:pt x="3810" y="501650"/>
                  </a:moveTo>
                  <a:lnTo>
                    <a:pt x="0" y="501650"/>
                  </a:lnTo>
                  <a:lnTo>
                    <a:pt x="0" y="506730"/>
                  </a:lnTo>
                  <a:lnTo>
                    <a:pt x="3810" y="506730"/>
                  </a:lnTo>
                  <a:lnTo>
                    <a:pt x="3810" y="501650"/>
                  </a:lnTo>
                  <a:close/>
                </a:path>
                <a:path w="3810" h="520700">
                  <a:moveTo>
                    <a:pt x="3810" y="495300"/>
                  </a:moveTo>
                  <a:lnTo>
                    <a:pt x="0" y="495300"/>
                  </a:lnTo>
                  <a:lnTo>
                    <a:pt x="0" y="500380"/>
                  </a:lnTo>
                  <a:lnTo>
                    <a:pt x="3810" y="500380"/>
                  </a:lnTo>
                  <a:lnTo>
                    <a:pt x="3810" y="495300"/>
                  </a:lnTo>
                  <a:close/>
                </a:path>
                <a:path w="3810" h="520700">
                  <a:moveTo>
                    <a:pt x="3810" y="488950"/>
                  </a:moveTo>
                  <a:lnTo>
                    <a:pt x="0" y="488950"/>
                  </a:lnTo>
                  <a:lnTo>
                    <a:pt x="0" y="494030"/>
                  </a:lnTo>
                  <a:lnTo>
                    <a:pt x="3810" y="494030"/>
                  </a:lnTo>
                  <a:lnTo>
                    <a:pt x="3810" y="488950"/>
                  </a:lnTo>
                  <a:close/>
                </a:path>
                <a:path w="3810" h="520700">
                  <a:moveTo>
                    <a:pt x="3810" y="101600"/>
                  </a:moveTo>
                  <a:lnTo>
                    <a:pt x="0" y="101600"/>
                  </a:lnTo>
                  <a:lnTo>
                    <a:pt x="0" y="487680"/>
                  </a:lnTo>
                  <a:lnTo>
                    <a:pt x="3810" y="487680"/>
                  </a:lnTo>
                  <a:lnTo>
                    <a:pt x="3810" y="101600"/>
                  </a:lnTo>
                  <a:close/>
                </a:path>
                <a:path w="3810" h="520700">
                  <a:moveTo>
                    <a:pt x="3810" y="95250"/>
                  </a:moveTo>
                  <a:lnTo>
                    <a:pt x="0" y="95250"/>
                  </a:lnTo>
                  <a:lnTo>
                    <a:pt x="0" y="100330"/>
                  </a:lnTo>
                  <a:lnTo>
                    <a:pt x="3810" y="100330"/>
                  </a:lnTo>
                  <a:lnTo>
                    <a:pt x="3810" y="95250"/>
                  </a:lnTo>
                  <a:close/>
                </a:path>
                <a:path w="3810" h="520700">
                  <a:moveTo>
                    <a:pt x="3810" y="88900"/>
                  </a:moveTo>
                  <a:lnTo>
                    <a:pt x="0" y="88900"/>
                  </a:lnTo>
                  <a:lnTo>
                    <a:pt x="0" y="93980"/>
                  </a:lnTo>
                  <a:lnTo>
                    <a:pt x="3810" y="93980"/>
                  </a:lnTo>
                  <a:lnTo>
                    <a:pt x="3810" y="88900"/>
                  </a:lnTo>
                  <a:close/>
                </a:path>
                <a:path w="3810" h="520700">
                  <a:moveTo>
                    <a:pt x="3810" y="82550"/>
                  </a:moveTo>
                  <a:lnTo>
                    <a:pt x="0" y="82550"/>
                  </a:lnTo>
                  <a:lnTo>
                    <a:pt x="0" y="87630"/>
                  </a:lnTo>
                  <a:lnTo>
                    <a:pt x="3810" y="87630"/>
                  </a:lnTo>
                  <a:lnTo>
                    <a:pt x="3810" y="82550"/>
                  </a:lnTo>
                  <a:close/>
                </a:path>
                <a:path w="3810" h="520700">
                  <a:moveTo>
                    <a:pt x="3810" y="76200"/>
                  </a:moveTo>
                  <a:lnTo>
                    <a:pt x="0" y="76200"/>
                  </a:lnTo>
                  <a:lnTo>
                    <a:pt x="0" y="81280"/>
                  </a:lnTo>
                  <a:lnTo>
                    <a:pt x="3810" y="81280"/>
                  </a:lnTo>
                  <a:lnTo>
                    <a:pt x="3810" y="76200"/>
                  </a:lnTo>
                  <a:close/>
                </a:path>
                <a:path w="3810" h="520700">
                  <a:moveTo>
                    <a:pt x="3810" y="69850"/>
                  </a:moveTo>
                  <a:lnTo>
                    <a:pt x="0" y="69850"/>
                  </a:lnTo>
                  <a:lnTo>
                    <a:pt x="0" y="74930"/>
                  </a:lnTo>
                  <a:lnTo>
                    <a:pt x="3810" y="74930"/>
                  </a:lnTo>
                  <a:lnTo>
                    <a:pt x="3810" y="69850"/>
                  </a:lnTo>
                  <a:close/>
                </a:path>
                <a:path w="3810" h="520700">
                  <a:moveTo>
                    <a:pt x="3810" y="63500"/>
                  </a:moveTo>
                  <a:lnTo>
                    <a:pt x="0" y="63500"/>
                  </a:lnTo>
                  <a:lnTo>
                    <a:pt x="0" y="68580"/>
                  </a:lnTo>
                  <a:lnTo>
                    <a:pt x="3810" y="68580"/>
                  </a:lnTo>
                  <a:lnTo>
                    <a:pt x="3810" y="63500"/>
                  </a:lnTo>
                  <a:close/>
                </a:path>
                <a:path w="3810" h="520700">
                  <a:moveTo>
                    <a:pt x="3810" y="57150"/>
                  </a:moveTo>
                  <a:lnTo>
                    <a:pt x="0" y="57150"/>
                  </a:lnTo>
                  <a:lnTo>
                    <a:pt x="0" y="62230"/>
                  </a:lnTo>
                  <a:lnTo>
                    <a:pt x="3810" y="62230"/>
                  </a:lnTo>
                  <a:lnTo>
                    <a:pt x="3810" y="57150"/>
                  </a:lnTo>
                  <a:close/>
                </a:path>
                <a:path w="3810" h="520700">
                  <a:moveTo>
                    <a:pt x="3810" y="50800"/>
                  </a:moveTo>
                  <a:lnTo>
                    <a:pt x="0" y="50800"/>
                  </a:lnTo>
                  <a:lnTo>
                    <a:pt x="0" y="55880"/>
                  </a:lnTo>
                  <a:lnTo>
                    <a:pt x="3810" y="55880"/>
                  </a:lnTo>
                  <a:lnTo>
                    <a:pt x="3810" y="50800"/>
                  </a:lnTo>
                  <a:close/>
                </a:path>
                <a:path w="3810" h="520700">
                  <a:moveTo>
                    <a:pt x="3810" y="44450"/>
                  </a:moveTo>
                  <a:lnTo>
                    <a:pt x="0" y="4445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4450"/>
                  </a:lnTo>
                  <a:close/>
                </a:path>
                <a:path w="3810" h="520700">
                  <a:moveTo>
                    <a:pt x="3810" y="38100"/>
                  </a:moveTo>
                  <a:lnTo>
                    <a:pt x="0" y="3810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38100"/>
                  </a:lnTo>
                  <a:close/>
                </a:path>
                <a:path w="3810" h="520700">
                  <a:moveTo>
                    <a:pt x="3810" y="31750"/>
                  </a:moveTo>
                  <a:lnTo>
                    <a:pt x="0" y="3175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1750"/>
                  </a:lnTo>
                  <a:close/>
                </a:path>
                <a:path w="3810" h="520700">
                  <a:moveTo>
                    <a:pt x="3810" y="25400"/>
                  </a:moveTo>
                  <a:lnTo>
                    <a:pt x="0" y="2540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25400"/>
                  </a:lnTo>
                  <a:close/>
                </a:path>
                <a:path w="3810" h="520700">
                  <a:moveTo>
                    <a:pt x="3810" y="19050"/>
                  </a:moveTo>
                  <a:lnTo>
                    <a:pt x="0" y="1905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9050"/>
                  </a:lnTo>
                  <a:close/>
                </a:path>
                <a:path w="3810" h="520700">
                  <a:moveTo>
                    <a:pt x="3810" y="12700"/>
                  </a:moveTo>
                  <a:lnTo>
                    <a:pt x="0" y="1270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2700"/>
                  </a:lnTo>
                  <a:close/>
                </a:path>
                <a:path w="3810" h="520700">
                  <a:moveTo>
                    <a:pt x="3810" y="6350"/>
                  </a:moveTo>
                  <a:lnTo>
                    <a:pt x="0" y="635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6350"/>
                  </a:lnTo>
                  <a:close/>
                </a:path>
                <a:path w="3810" h="520700">
                  <a:moveTo>
                    <a:pt x="1269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E1D9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6" name="object 3336"/>
            <p:cNvSpPr/>
            <p:nvPr/>
          </p:nvSpPr>
          <p:spPr>
            <a:xfrm>
              <a:off x="5709920" y="2900680"/>
              <a:ext cx="3810" cy="519430"/>
            </a:xfrm>
            <a:custGeom>
              <a:avLst/>
              <a:gdLst/>
              <a:ahLst/>
              <a:cxnLst/>
              <a:rect l="l" t="t" r="r" b="b"/>
              <a:pathLst>
                <a:path w="3810" h="519429">
                  <a:moveTo>
                    <a:pt x="3809" y="518159"/>
                  </a:moveTo>
                  <a:lnTo>
                    <a:pt x="2539" y="518159"/>
                  </a:lnTo>
                  <a:lnTo>
                    <a:pt x="2539" y="519429"/>
                  </a:lnTo>
                  <a:lnTo>
                    <a:pt x="3809" y="519429"/>
                  </a:lnTo>
                  <a:lnTo>
                    <a:pt x="3809" y="518159"/>
                  </a:lnTo>
                  <a:close/>
                </a:path>
                <a:path w="3810" h="519429">
                  <a:moveTo>
                    <a:pt x="3809" y="511809"/>
                  </a:moveTo>
                  <a:lnTo>
                    <a:pt x="0" y="511809"/>
                  </a:lnTo>
                  <a:lnTo>
                    <a:pt x="0" y="516889"/>
                  </a:lnTo>
                  <a:lnTo>
                    <a:pt x="3809" y="516889"/>
                  </a:lnTo>
                  <a:lnTo>
                    <a:pt x="3809" y="511809"/>
                  </a:lnTo>
                  <a:close/>
                </a:path>
                <a:path w="3810" h="519429">
                  <a:moveTo>
                    <a:pt x="3809" y="505459"/>
                  </a:moveTo>
                  <a:lnTo>
                    <a:pt x="0" y="505459"/>
                  </a:lnTo>
                  <a:lnTo>
                    <a:pt x="0" y="510539"/>
                  </a:lnTo>
                  <a:lnTo>
                    <a:pt x="3809" y="510539"/>
                  </a:lnTo>
                  <a:lnTo>
                    <a:pt x="3809" y="505459"/>
                  </a:lnTo>
                  <a:close/>
                </a:path>
                <a:path w="3810" h="519429">
                  <a:moveTo>
                    <a:pt x="3809" y="499109"/>
                  </a:moveTo>
                  <a:lnTo>
                    <a:pt x="0" y="499109"/>
                  </a:lnTo>
                  <a:lnTo>
                    <a:pt x="0" y="504189"/>
                  </a:lnTo>
                  <a:lnTo>
                    <a:pt x="3809" y="504189"/>
                  </a:lnTo>
                  <a:lnTo>
                    <a:pt x="3809" y="499109"/>
                  </a:lnTo>
                  <a:close/>
                </a:path>
                <a:path w="3810" h="519429">
                  <a:moveTo>
                    <a:pt x="3809" y="492759"/>
                  </a:moveTo>
                  <a:lnTo>
                    <a:pt x="0" y="492759"/>
                  </a:lnTo>
                  <a:lnTo>
                    <a:pt x="0" y="497839"/>
                  </a:lnTo>
                  <a:lnTo>
                    <a:pt x="3809" y="497839"/>
                  </a:lnTo>
                  <a:lnTo>
                    <a:pt x="3809" y="492759"/>
                  </a:lnTo>
                  <a:close/>
                </a:path>
                <a:path w="3810" h="519429">
                  <a:moveTo>
                    <a:pt x="3809" y="486409"/>
                  </a:moveTo>
                  <a:lnTo>
                    <a:pt x="0" y="486409"/>
                  </a:lnTo>
                  <a:lnTo>
                    <a:pt x="0" y="491489"/>
                  </a:lnTo>
                  <a:lnTo>
                    <a:pt x="3809" y="491489"/>
                  </a:lnTo>
                  <a:lnTo>
                    <a:pt x="3809" y="486409"/>
                  </a:lnTo>
                  <a:close/>
                </a:path>
                <a:path w="3810" h="519429">
                  <a:moveTo>
                    <a:pt x="3809" y="99059"/>
                  </a:moveTo>
                  <a:lnTo>
                    <a:pt x="0" y="99059"/>
                  </a:lnTo>
                  <a:lnTo>
                    <a:pt x="0" y="485139"/>
                  </a:lnTo>
                  <a:lnTo>
                    <a:pt x="3809" y="485139"/>
                  </a:lnTo>
                  <a:lnTo>
                    <a:pt x="3809" y="99059"/>
                  </a:lnTo>
                  <a:close/>
                </a:path>
                <a:path w="3810" h="519429">
                  <a:moveTo>
                    <a:pt x="3809" y="92709"/>
                  </a:moveTo>
                  <a:lnTo>
                    <a:pt x="0" y="92709"/>
                  </a:lnTo>
                  <a:lnTo>
                    <a:pt x="0" y="97789"/>
                  </a:lnTo>
                  <a:lnTo>
                    <a:pt x="3809" y="97789"/>
                  </a:lnTo>
                  <a:lnTo>
                    <a:pt x="3809" y="92709"/>
                  </a:lnTo>
                  <a:close/>
                </a:path>
                <a:path w="3810" h="519429">
                  <a:moveTo>
                    <a:pt x="3809" y="86359"/>
                  </a:moveTo>
                  <a:lnTo>
                    <a:pt x="0" y="86359"/>
                  </a:lnTo>
                  <a:lnTo>
                    <a:pt x="0" y="91439"/>
                  </a:lnTo>
                  <a:lnTo>
                    <a:pt x="3809" y="91439"/>
                  </a:lnTo>
                  <a:lnTo>
                    <a:pt x="3809" y="86359"/>
                  </a:lnTo>
                  <a:close/>
                </a:path>
                <a:path w="3810" h="519429">
                  <a:moveTo>
                    <a:pt x="3809" y="80009"/>
                  </a:moveTo>
                  <a:lnTo>
                    <a:pt x="0" y="80009"/>
                  </a:lnTo>
                  <a:lnTo>
                    <a:pt x="0" y="85089"/>
                  </a:lnTo>
                  <a:lnTo>
                    <a:pt x="3809" y="85089"/>
                  </a:lnTo>
                  <a:lnTo>
                    <a:pt x="3809" y="80009"/>
                  </a:lnTo>
                  <a:close/>
                </a:path>
                <a:path w="3810" h="519429">
                  <a:moveTo>
                    <a:pt x="3809" y="73659"/>
                  </a:moveTo>
                  <a:lnTo>
                    <a:pt x="0" y="73659"/>
                  </a:lnTo>
                  <a:lnTo>
                    <a:pt x="0" y="78739"/>
                  </a:lnTo>
                  <a:lnTo>
                    <a:pt x="3809" y="78739"/>
                  </a:lnTo>
                  <a:lnTo>
                    <a:pt x="3809" y="73659"/>
                  </a:lnTo>
                  <a:close/>
                </a:path>
                <a:path w="3810" h="519429">
                  <a:moveTo>
                    <a:pt x="3809" y="67309"/>
                  </a:moveTo>
                  <a:lnTo>
                    <a:pt x="0" y="67309"/>
                  </a:lnTo>
                  <a:lnTo>
                    <a:pt x="0" y="72389"/>
                  </a:lnTo>
                  <a:lnTo>
                    <a:pt x="3809" y="72389"/>
                  </a:lnTo>
                  <a:lnTo>
                    <a:pt x="3809" y="67309"/>
                  </a:lnTo>
                  <a:close/>
                </a:path>
                <a:path w="3810" h="519429">
                  <a:moveTo>
                    <a:pt x="3809" y="60959"/>
                  </a:moveTo>
                  <a:lnTo>
                    <a:pt x="0" y="60959"/>
                  </a:lnTo>
                  <a:lnTo>
                    <a:pt x="0" y="66039"/>
                  </a:lnTo>
                  <a:lnTo>
                    <a:pt x="3809" y="66039"/>
                  </a:lnTo>
                  <a:lnTo>
                    <a:pt x="3809" y="60959"/>
                  </a:lnTo>
                  <a:close/>
                </a:path>
                <a:path w="3810" h="519429">
                  <a:moveTo>
                    <a:pt x="3809" y="54609"/>
                  </a:moveTo>
                  <a:lnTo>
                    <a:pt x="0" y="54609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4609"/>
                  </a:lnTo>
                  <a:close/>
                </a:path>
                <a:path w="3810" h="519429">
                  <a:moveTo>
                    <a:pt x="3809" y="48259"/>
                  </a:moveTo>
                  <a:lnTo>
                    <a:pt x="0" y="48259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48259"/>
                  </a:lnTo>
                  <a:close/>
                </a:path>
                <a:path w="3810" h="519429">
                  <a:moveTo>
                    <a:pt x="3809" y="41909"/>
                  </a:moveTo>
                  <a:lnTo>
                    <a:pt x="0" y="41909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1909"/>
                  </a:lnTo>
                  <a:close/>
                </a:path>
                <a:path w="3810" h="519429">
                  <a:moveTo>
                    <a:pt x="3809" y="35559"/>
                  </a:moveTo>
                  <a:lnTo>
                    <a:pt x="0" y="35559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5559"/>
                  </a:lnTo>
                  <a:close/>
                </a:path>
                <a:path w="3810" h="519429">
                  <a:moveTo>
                    <a:pt x="3809" y="29209"/>
                  </a:moveTo>
                  <a:lnTo>
                    <a:pt x="0" y="29209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29209"/>
                  </a:lnTo>
                  <a:close/>
                </a:path>
                <a:path w="3810" h="519429">
                  <a:moveTo>
                    <a:pt x="3809" y="22859"/>
                  </a:moveTo>
                  <a:lnTo>
                    <a:pt x="0" y="22859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2859"/>
                  </a:lnTo>
                  <a:close/>
                </a:path>
                <a:path w="3810" h="519429">
                  <a:moveTo>
                    <a:pt x="3809" y="16509"/>
                  </a:moveTo>
                  <a:lnTo>
                    <a:pt x="0" y="16509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6509"/>
                  </a:lnTo>
                  <a:close/>
                </a:path>
                <a:path w="3810" h="519429">
                  <a:moveTo>
                    <a:pt x="3809" y="10159"/>
                  </a:moveTo>
                  <a:lnTo>
                    <a:pt x="0" y="10159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0159"/>
                  </a:lnTo>
                  <a:close/>
                </a:path>
                <a:path w="3810" h="519429">
                  <a:moveTo>
                    <a:pt x="3809" y="3809"/>
                  </a:moveTo>
                  <a:lnTo>
                    <a:pt x="0" y="380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3809"/>
                  </a:lnTo>
                  <a:close/>
                </a:path>
                <a:path w="3810" h="519429">
                  <a:moveTo>
                    <a:pt x="253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E1D8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7" name="object 3337"/>
            <p:cNvSpPr/>
            <p:nvPr/>
          </p:nvSpPr>
          <p:spPr>
            <a:xfrm>
              <a:off x="5713729" y="2903219"/>
              <a:ext cx="3810" cy="519430"/>
            </a:xfrm>
            <a:custGeom>
              <a:avLst/>
              <a:gdLst/>
              <a:ahLst/>
              <a:cxnLst/>
              <a:rect l="l" t="t" r="r" b="b"/>
              <a:pathLst>
                <a:path w="3810" h="519429">
                  <a:moveTo>
                    <a:pt x="3810" y="515619"/>
                  </a:moveTo>
                  <a:lnTo>
                    <a:pt x="0" y="515619"/>
                  </a:lnTo>
                  <a:lnTo>
                    <a:pt x="0" y="518160"/>
                  </a:lnTo>
                  <a:lnTo>
                    <a:pt x="1270" y="518160"/>
                  </a:lnTo>
                  <a:lnTo>
                    <a:pt x="1270" y="519429"/>
                  </a:lnTo>
                  <a:lnTo>
                    <a:pt x="3810" y="519429"/>
                  </a:lnTo>
                  <a:lnTo>
                    <a:pt x="3810" y="515619"/>
                  </a:lnTo>
                  <a:close/>
                </a:path>
                <a:path w="3810" h="519429">
                  <a:moveTo>
                    <a:pt x="3810" y="509269"/>
                  </a:moveTo>
                  <a:lnTo>
                    <a:pt x="0" y="509269"/>
                  </a:lnTo>
                  <a:lnTo>
                    <a:pt x="0" y="514350"/>
                  </a:lnTo>
                  <a:lnTo>
                    <a:pt x="3810" y="514350"/>
                  </a:lnTo>
                  <a:lnTo>
                    <a:pt x="3810" y="509269"/>
                  </a:lnTo>
                  <a:close/>
                </a:path>
                <a:path w="3810" h="519429">
                  <a:moveTo>
                    <a:pt x="3810" y="502919"/>
                  </a:moveTo>
                  <a:lnTo>
                    <a:pt x="0" y="502919"/>
                  </a:lnTo>
                  <a:lnTo>
                    <a:pt x="0" y="508000"/>
                  </a:lnTo>
                  <a:lnTo>
                    <a:pt x="3810" y="508000"/>
                  </a:lnTo>
                  <a:lnTo>
                    <a:pt x="3810" y="502919"/>
                  </a:lnTo>
                  <a:close/>
                </a:path>
                <a:path w="3810" h="519429">
                  <a:moveTo>
                    <a:pt x="3810" y="496569"/>
                  </a:moveTo>
                  <a:lnTo>
                    <a:pt x="0" y="496569"/>
                  </a:lnTo>
                  <a:lnTo>
                    <a:pt x="0" y="501650"/>
                  </a:lnTo>
                  <a:lnTo>
                    <a:pt x="3810" y="501650"/>
                  </a:lnTo>
                  <a:lnTo>
                    <a:pt x="3810" y="496569"/>
                  </a:lnTo>
                  <a:close/>
                </a:path>
                <a:path w="3810" h="519429">
                  <a:moveTo>
                    <a:pt x="3810" y="490219"/>
                  </a:moveTo>
                  <a:lnTo>
                    <a:pt x="0" y="490219"/>
                  </a:lnTo>
                  <a:lnTo>
                    <a:pt x="0" y="495300"/>
                  </a:lnTo>
                  <a:lnTo>
                    <a:pt x="3810" y="495300"/>
                  </a:lnTo>
                  <a:lnTo>
                    <a:pt x="3810" y="490219"/>
                  </a:lnTo>
                  <a:close/>
                </a:path>
                <a:path w="3810" h="519429">
                  <a:moveTo>
                    <a:pt x="3810" y="483869"/>
                  </a:moveTo>
                  <a:lnTo>
                    <a:pt x="0" y="483869"/>
                  </a:lnTo>
                  <a:lnTo>
                    <a:pt x="0" y="488950"/>
                  </a:lnTo>
                  <a:lnTo>
                    <a:pt x="3810" y="488950"/>
                  </a:lnTo>
                  <a:lnTo>
                    <a:pt x="3810" y="483869"/>
                  </a:lnTo>
                  <a:close/>
                </a:path>
                <a:path w="3810" h="519429">
                  <a:moveTo>
                    <a:pt x="3810" y="96519"/>
                  </a:moveTo>
                  <a:lnTo>
                    <a:pt x="0" y="96519"/>
                  </a:lnTo>
                  <a:lnTo>
                    <a:pt x="0" y="482600"/>
                  </a:lnTo>
                  <a:lnTo>
                    <a:pt x="3810" y="482600"/>
                  </a:lnTo>
                  <a:lnTo>
                    <a:pt x="3810" y="96519"/>
                  </a:lnTo>
                  <a:close/>
                </a:path>
                <a:path w="3810" h="519429">
                  <a:moveTo>
                    <a:pt x="3810" y="90169"/>
                  </a:moveTo>
                  <a:lnTo>
                    <a:pt x="0" y="90169"/>
                  </a:lnTo>
                  <a:lnTo>
                    <a:pt x="0" y="95250"/>
                  </a:lnTo>
                  <a:lnTo>
                    <a:pt x="3810" y="95250"/>
                  </a:lnTo>
                  <a:lnTo>
                    <a:pt x="3810" y="90169"/>
                  </a:lnTo>
                  <a:close/>
                </a:path>
                <a:path w="3810" h="519429">
                  <a:moveTo>
                    <a:pt x="3810" y="83819"/>
                  </a:moveTo>
                  <a:lnTo>
                    <a:pt x="0" y="83819"/>
                  </a:lnTo>
                  <a:lnTo>
                    <a:pt x="0" y="88900"/>
                  </a:lnTo>
                  <a:lnTo>
                    <a:pt x="3810" y="88900"/>
                  </a:lnTo>
                  <a:lnTo>
                    <a:pt x="3810" y="83819"/>
                  </a:lnTo>
                  <a:close/>
                </a:path>
                <a:path w="3810" h="519429">
                  <a:moveTo>
                    <a:pt x="3810" y="77469"/>
                  </a:moveTo>
                  <a:lnTo>
                    <a:pt x="0" y="77469"/>
                  </a:lnTo>
                  <a:lnTo>
                    <a:pt x="0" y="82550"/>
                  </a:lnTo>
                  <a:lnTo>
                    <a:pt x="3810" y="82550"/>
                  </a:lnTo>
                  <a:lnTo>
                    <a:pt x="3810" y="77469"/>
                  </a:lnTo>
                  <a:close/>
                </a:path>
                <a:path w="3810" h="519429">
                  <a:moveTo>
                    <a:pt x="3810" y="71119"/>
                  </a:moveTo>
                  <a:lnTo>
                    <a:pt x="0" y="71119"/>
                  </a:lnTo>
                  <a:lnTo>
                    <a:pt x="0" y="76200"/>
                  </a:lnTo>
                  <a:lnTo>
                    <a:pt x="3810" y="76200"/>
                  </a:lnTo>
                  <a:lnTo>
                    <a:pt x="3810" y="71119"/>
                  </a:lnTo>
                  <a:close/>
                </a:path>
                <a:path w="3810" h="519429">
                  <a:moveTo>
                    <a:pt x="3810" y="64769"/>
                  </a:moveTo>
                  <a:lnTo>
                    <a:pt x="0" y="64769"/>
                  </a:lnTo>
                  <a:lnTo>
                    <a:pt x="0" y="69850"/>
                  </a:lnTo>
                  <a:lnTo>
                    <a:pt x="3810" y="69850"/>
                  </a:lnTo>
                  <a:lnTo>
                    <a:pt x="3810" y="64769"/>
                  </a:lnTo>
                  <a:close/>
                </a:path>
                <a:path w="3810" h="519429">
                  <a:moveTo>
                    <a:pt x="3810" y="58419"/>
                  </a:moveTo>
                  <a:lnTo>
                    <a:pt x="0" y="58419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58419"/>
                  </a:lnTo>
                  <a:close/>
                </a:path>
                <a:path w="3810" h="519429">
                  <a:moveTo>
                    <a:pt x="3810" y="52069"/>
                  </a:moveTo>
                  <a:lnTo>
                    <a:pt x="0" y="52069"/>
                  </a:lnTo>
                  <a:lnTo>
                    <a:pt x="0" y="57150"/>
                  </a:lnTo>
                  <a:lnTo>
                    <a:pt x="3810" y="57150"/>
                  </a:lnTo>
                  <a:lnTo>
                    <a:pt x="3810" y="52069"/>
                  </a:lnTo>
                  <a:close/>
                </a:path>
                <a:path w="3810" h="519429">
                  <a:moveTo>
                    <a:pt x="3810" y="45719"/>
                  </a:moveTo>
                  <a:lnTo>
                    <a:pt x="0" y="45719"/>
                  </a:lnTo>
                  <a:lnTo>
                    <a:pt x="0" y="50800"/>
                  </a:lnTo>
                  <a:lnTo>
                    <a:pt x="3810" y="50800"/>
                  </a:lnTo>
                  <a:lnTo>
                    <a:pt x="3810" y="45719"/>
                  </a:lnTo>
                  <a:close/>
                </a:path>
                <a:path w="3810" h="519429">
                  <a:moveTo>
                    <a:pt x="3810" y="39369"/>
                  </a:moveTo>
                  <a:lnTo>
                    <a:pt x="0" y="39369"/>
                  </a:lnTo>
                  <a:lnTo>
                    <a:pt x="0" y="44450"/>
                  </a:lnTo>
                  <a:lnTo>
                    <a:pt x="3810" y="44450"/>
                  </a:lnTo>
                  <a:lnTo>
                    <a:pt x="3810" y="39369"/>
                  </a:lnTo>
                  <a:close/>
                </a:path>
                <a:path w="3810" h="519429">
                  <a:moveTo>
                    <a:pt x="3810" y="33019"/>
                  </a:moveTo>
                  <a:lnTo>
                    <a:pt x="0" y="33019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3019"/>
                  </a:lnTo>
                  <a:close/>
                </a:path>
                <a:path w="3810" h="519429">
                  <a:moveTo>
                    <a:pt x="3810" y="26669"/>
                  </a:moveTo>
                  <a:lnTo>
                    <a:pt x="0" y="26669"/>
                  </a:lnTo>
                  <a:lnTo>
                    <a:pt x="0" y="31750"/>
                  </a:lnTo>
                  <a:lnTo>
                    <a:pt x="3810" y="31750"/>
                  </a:lnTo>
                  <a:lnTo>
                    <a:pt x="3810" y="26669"/>
                  </a:lnTo>
                  <a:close/>
                </a:path>
                <a:path w="3810" h="519429">
                  <a:moveTo>
                    <a:pt x="3810" y="20319"/>
                  </a:moveTo>
                  <a:lnTo>
                    <a:pt x="0" y="20319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0319"/>
                  </a:lnTo>
                  <a:close/>
                </a:path>
                <a:path w="3810" h="519429">
                  <a:moveTo>
                    <a:pt x="3810" y="13969"/>
                  </a:moveTo>
                  <a:lnTo>
                    <a:pt x="0" y="13969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3969"/>
                  </a:lnTo>
                  <a:close/>
                </a:path>
                <a:path w="3810" h="519429">
                  <a:moveTo>
                    <a:pt x="3810" y="7619"/>
                  </a:moveTo>
                  <a:lnTo>
                    <a:pt x="0" y="7619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7619"/>
                  </a:lnTo>
                  <a:close/>
                </a:path>
                <a:path w="3810" h="519429">
                  <a:moveTo>
                    <a:pt x="2540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E0D7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8" name="object 3338"/>
            <p:cNvSpPr/>
            <p:nvPr/>
          </p:nvSpPr>
          <p:spPr>
            <a:xfrm>
              <a:off x="5717540" y="2904490"/>
              <a:ext cx="3810" cy="521970"/>
            </a:xfrm>
            <a:custGeom>
              <a:avLst/>
              <a:gdLst/>
              <a:ahLst/>
              <a:cxnLst/>
              <a:rect l="l" t="t" r="r" b="b"/>
              <a:pathLst>
                <a:path w="3810" h="521970">
                  <a:moveTo>
                    <a:pt x="3810" y="520700"/>
                  </a:moveTo>
                  <a:lnTo>
                    <a:pt x="2539" y="520700"/>
                  </a:lnTo>
                  <a:lnTo>
                    <a:pt x="2539" y="521970"/>
                  </a:lnTo>
                  <a:lnTo>
                    <a:pt x="3810" y="521970"/>
                  </a:lnTo>
                  <a:lnTo>
                    <a:pt x="3810" y="520700"/>
                  </a:lnTo>
                  <a:close/>
                </a:path>
                <a:path w="3810" h="521970">
                  <a:moveTo>
                    <a:pt x="3810" y="514350"/>
                  </a:moveTo>
                  <a:lnTo>
                    <a:pt x="0" y="514350"/>
                  </a:lnTo>
                  <a:lnTo>
                    <a:pt x="0" y="520700"/>
                  </a:lnTo>
                  <a:lnTo>
                    <a:pt x="1270" y="520700"/>
                  </a:lnTo>
                  <a:lnTo>
                    <a:pt x="1270" y="519430"/>
                  </a:lnTo>
                  <a:lnTo>
                    <a:pt x="3810" y="519430"/>
                  </a:lnTo>
                  <a:lnTo>
                    <a:pt x="3810" y="514350"/>
                  </a:lnTo>
                  <a:close/>
                </a:path>
                <a:path w="3810" h="521970">
                  <a:moveTo>
                    <a:pt x="3810" y="508000"/>
                  </a:moveTo>
                  <a:lnTo>
                    <a:pt x="0" y="508000"/>
                  </a:lnTo>
                  <a:lnTo>
                    <a:pt x="0" y="513080"/>
                  </a:lnTo>
                  <a:lnTo>
                    <a:pt x="3810" y="513080"/>
                  </a:lnTo>
                  <a:lnTo>
                    <a:pt x="3810" y="508000"/>
                  </a:lnTo>
                  <a:close/>
                </a:path>
                <a:path w="3810" h="521970">
                  <a:moveTo>
                    <a:pt x="3810" y="501650"/>
                  </a:moveTo>
                  <a:lnTo>
                    <a:pt x="0" y="501650"/>
                  </a:lnTo>
                  <a:lnTo>
                    <a:pt x="0" y="506730"/>
                  </a:lnTo>
                  <a:lnTo>
                    <a:pt x="3810" y="506730"/>
                  </a:lnTo>
                  <a:lnTo>
                    <a:pt x="3810" y="501650"/>
                  </a:lnTo>
                  <a:close/>
                </a:path>
                <a:path w="3810" h="521970">
                  <a:moveTo>
                    <a:pt x="3810" y="495300"/>
                  </a:moveTo>
                  <a:lnTo>
                    <a:pt x="0" y="495300"/>
                  </a:lnTo>
                  <a:lnTo>
                    <a:pt x="0" y="500380"/>
                  </a:lnTo>
                  <a:lnTo>
                    <a:pt x="3810" y="500380"/>
                  </a:lnTo>
                  <a:lnTo>
                    <a:pt x="3810" y="495300"/>
                  </a:lnTo>
                  <a:close/>
                </a:path>
                <a:path w="3810" h="521970">
                  <a:moveTo>
                    <a:pt x="3810" y="488950"/>
                  </a:moveTo>
                  <a:lnTo>
                    <a:pt x="0" y="488950"/>
                  </a:lnTo>
                  <a:lnTo>
                    <a:pt x="0" y="494030"/>
                  </a:lnTo>
                  <a:lnTo>
                    <a:pt x="3810" y="494030"/>
                  </a:lnTo>
                  <a:lnTo>
                    <a:pt x="3810" y="488950"/>
                  </a:lnTo>
                  <a:close/>
                </a:path>
                <a:path w="3810" h="521970">
                  <a:moveTo>
                    <a:pt x="3810" y="482600"/>
                  </a:moveTo>
                  <a:lnTo>
                    <a:pt x="0" y="482600"/>
                  </a:lnTo>
                  <a:lnTo>
                    <a:pt x="0" y="487680"/>
                  </a:lnTo>
                  <a:lnTo>
                    <a:pt x="3810" y="487680"/>
                  </a:lnTo>
                  <a:lnTo>
                    <a:pt x="3810" y="482600"/>
                  </a:lnTo>
                  <a:close/>
                </a:path>
                <a:path w="3810" h="521970">
                  <a:moveTo>
                    <a:pt x="3810" y="95250"/>
                  </a:moveTo>
                  <a:lnTo>
                    <a:pt x="0" y="95250"/>
                  </a:lnTo>
                  <a:lnTo>
                    <a:pt x="0" y="481330"/>
                  </a:lnTo>
                  <a:lnTo>
                    <a:pt x="3810" y="481330"/>
                  </a:lnTo>
                  <a:lnTo>
                    <a:pt x="3810" y="95250"/>
                  </a:lnTo>
                  <a:close/>
                </a:path>
                <a:path w="3810" h="521970">
                  <a:moveTo>
                    <a:pt x="3810" y="88900"/>
                  </a:moveTo>
                  <a:lnTo>
                    <a:pt x="0" y="88900"/>
                  </a:lnTo>
                  <a:lnTo>
                    <a:pt x="0" y="93980"/>
                  </a:lnTo>
                  <a:lnTo>
                    <a:pt x="3810" y="93980"/>
                  </a:lnTo>
                  <a:lnTo>
                    <a:pt x="3810" y="88900"/>
                  </a:lnTo>
                  <a:close/>
                </a:path>
                <a:path w="3810" h="521970">
                  <a:moveTo>
                    <a:pt x="3810" y="82550"/>
                  </a:moveTo>
                  <a:lnTo>
                    <a:pt x="0" y="82550"/>
                  </a:lnTo>
                  <a:lnTo>
                    <a:pt x="0" y="87630"/>
                  </a:lnTo>
                  <a:lnTo>
                    <a:pt x="3810" y="87630"/>
                  </a:lnTo>
                  <a:lnTo>
                    <a:pt x="3810" y="82550"/>
                  </a:lnTo>
                  <a:close/>
                </a:path>
                <a:path w="3810" h="521970">
                  <a:moveTo>
                    <a:pt x="3810" y="76200"/>
                  </a:moveTo>
                  <a:lnTo>
                    <a:pt x="0" y="76200"/>
                  </a:lnTo>
                  <a:lnTo>
                    <a:pt x="0" y="81280"/>
                  </a:lnTo>
                  <a:lnTo>
                    <a:pt x="3810" y="81280"/>
                  </a:lnTo>
                  <a:lnTo>
                    <a:pt x="3810" y="76200"/>
                  </a:lnTo>
                  <a:close/>
                </a:path>
                <a:path w="3810" h="521970">
                  <a:moveTo>
                    <a:pt x="3810" y="69850"/>
                  </a:moveTo>
                  <a:lnTo>
                    <a:pt x="0" y="69850"/>
                  </a:lnTo>
                  <a:lnTo>
                    <a:pt x="0" y="74930"/>
                  </a:lnTo>
                  <a:lnTo>
                    <a:pt x="3810" y="74930"/>
                  </a:lnTo>
                  <a:lnTo>
                    <a:pt x="3810" y="69850"/>
                  </a:lnTo>
                  <a:close/>
                </a:path>
                <a:path w="3810" h="521970">
                  <a:moveTo>
                    <a:pt x="3810" y="63500"/>
                  </a:moveTo>
                  <a:lnTo>
                    <a:pt x="0" y="63500"/>
                  </a:lnTo>
                  <a:lnTo>
                    <a:pt x="0" y="68580"/>
                  </a:lnTo>
                  <a:lnTo>
                    <a:pt x="3810" y="68580"/>
                  </a:lnTo>
                  <a:lnTo>
                    <a:pt x="3810" y="63500"/>
                  </a:lnTo>
                  <a:close/>
                </a:path>
                <a:path w="3810" h="521970">
                  <a:moveTo>
                    <a:pt x="3810" y="57150"/>
                  </a:moveTo>
                  <a:lnTo>
                    <a:pt x="0" y="57150"/>
                  </a:lnTo>
                  <a:lnTo>
                    <a:pt x="0" y="62230"/>
                  </a:lnTo>
                  <a:lnTo>
                    <a:pt x="3810" y="62230"/>
                  </a:lnTo>
                  <a:lnTo>
                    <a:pt x="3810" y="57150"/>
                  </a:lnTo>
                  <a:close/>
                </a:path>
                <a:path w="3810" h="521970">
                  <a:moveTo>
                    <a:pt x="3810" y="50800"/>
                  </a:moveTo>
                  <a:lnTo>
                    <a:pt x="0" y="50800"/>
                  </a:lnTo>
                  <a:lnTo>
                    <a:pt x="0" y="55880"/>
                  </a:lnTo>
                  <a:lnTo>
                    <a:pt x="3810" y="55880"/>
                  </a:lnTo>
                  <a:lnTo>
                    <a:pt x="3810" y="50800"/>
                  </a:lnTo>
                  <a:close/>
                </a:path>
                <a:path w="3810" h="521970">
                  <a:moveTo>
                    <a:pt x="3810" y="44450"/>
                  </a:moveTo>
                  <a:lnTo>
                    <a:pt x="0" y="4445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4450"/>
                  </a:lnTo>
                  <a:close/>
                </a:path>
                <a:path w="3810" h="521970">
                  <a:moveTo>
                    <a:pt x="3810" y="38100"/>
                  </a:moveTo>
                  <a:lnTo>
                    <a:pt x="0" y="3810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38100"/>
                  </a:lnTo>
                  <a:close/>
                </a:path>
                <a:path w="3810" h="521970">
                  <a:moveTo>
                    <a:pt x="3810" y="31750"/>
                  </a:moveTo>
                  <a:lnTo>
                    <a:pt x="0" y="3175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1750"/>
                  </a:lnTo>
                  <a:close/>
                </a:path>
                <a:path w="3810" h="521970">
                  <a:moveTo>
                    <a:pt x="3810" y="25400"/>
                  </a:moveTo>
                  <a:lnTo>
                    <a:pt x="0" y="2540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25400"/>
                  </a:lnTo>
                  <a:close/>
                </a:path>
                <a:path w="3810" h="521970">
                  <a:moveTo>
                    <a:pt x="3810" y="19050"/>
                  </a:moveTo>
                  <a:lnTo>
                    <a:pt x="0" y="1905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9050"/>
                  </a:lnTo>
                  <a:close/>
                </a:path>
                <a:path w="3810" h="521970">
                  <a:moveTo>
                    <a:pt x="3810" y="12700"/>
                  </a:moveTo>
                  <a:lnTo>
                    <a:pt x="0" y="1270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2700"/>
                  </a:lnTo>
                  <a:close/>
                </a:path>
                <a:path w="3810" h="521970">
                  <a:moveTo>
                    <a:pt x="3810" y="6350"/>
                  </a:moveTo>
                  <a:lnTo>
                    <a:pt x="0" y="635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6350"/>
                  </a:lnTo>
                  <a:close/>
                </a:path>
                <a:path w="3810" h="521970">
                  <a:moveTo>
                    <a:pt x="127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lnTo>
                    <a:pt x="2539" y="2540"/>
                  </a:lnTo>
                  <a:lnTo>
                    <a:pt x="2539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DFD6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9" name="object 3339"/>
            <p:cNvSpPr/>
            <p:nvPr/>
          </p:nvSpPr>
          <p:spPr>
            <a:xfrm>
              <a:off x="5721350" y="2907030"/>
              <a:ext cx="2540" cy="520700"/>
            </a:xfrm>
            <a:custGeom>
              <a:avLst/>
              <a:gdLst/>
              <a:ahLst/>
              <a:cxnLst/>
              <a:rect l="l" t="t" r="r" b="b"/>
              <a:pathLst>
                <a:path w="2539" h="520700">
                  <a:moveTo>
                    <a:pt x="2539" y="518159"/>
                  </a:moveTo>
                  <a:lnTo>
                    <a:pt x="0" y="518159"/>
                  </a:lnTo>
                  <a:lnTo>
                    <a:pt x="0" y="519429"/>
                  </a:lnTo>
                  <a:lnTo>
                    <a:pt x="1270" y="519429"/>
                  </a:lnTo>
                  <a:lnTo>
                    <a:pt x="1270" y="520700"/>
                  </a:lnTo>
                  <a:lnTo>
                    <a:pt x="2539" y="520700"/>
                  </a:lnTo>
                  <a:lnTo>
                    <a:pt x="2539" y="518159"/>
                  </a:lnTo>
                  <a:close/>
                </a:path>
                <a:path w="2539" h="520700">
                  <a:moveTo>
                    <a:pt x="2539" y="511809"/>
                  </a:moveTo>
                  <a:lnTo>
                    <a:pt x="0" y="511809"/>
                  </a:lnTo>
                  <a:lnTo>
                    <a:pt x="0" y="516889"/>
                  </a:lnTo>
                  <a:lnTo>
                    <a:pt x="2539" y="516889"/>
                  </a:lnTo>
                  <a:lnTo>
                    <a:pt x="2539" y="511809"/>
                  </a:lnTo>
                  <a:close/>
                </a:path>
                <a:path w="2539" h="520700">
                  <a:moveTo>
                    <a:pt x="2539" y="505459"/>
                  </a:moveTo>
                  <a:lnTo>
                    <a:pt x="0" y="505459"/>
                  </a:lnTo>
                  <a:lnTo>
                    <a:pt x="0" y="510539"/>
                  </a:lnTo>
                  <a:lnTo>
                    <a:pt x="2539" y="510539"/>
                  </a:lnTo>
                  <a:lnTo>
                    <a:pt x="2539" y="505459"/>
                  </a:lnTo>
                  <a:close/>
                </a:path>
                <a:path w="2539" h="520700">
                  <a:moveTo>
                    <a:pt x="2539" y="499109"/>
                  </a:moveTo>
                  <a:lnTo>
                    <a:pt x="0" y="499109"/>
                  </a:lnTo>
                  <a:lnTo>
                    <a:pt x="0" y="504189"/>
                  </a:lnTo>
                  <a:lnTo>
                    <a:pt x="2539" y="504189"/>
                  </a:lnTo>
                  <a:lnTo>
                    <a:pt x="2539" y="499109"/>
                  </a:lnTo>
                  <a:close/>
                </a:path>
                <a:path w="2539" h="520700">
                  <a:moveTo>
                    <a:pt x="2539" y="492759"/>
                  </a:moveTo>
                  <a:lnTo>
                    <a:pt x="0" y="492759"/>
                  </a:lnTo>
                  <a:lnTo>
                    <a:pt x="0" y="497839"/>
                  </a:lnTo>
                  <a:lnTo>
                    <a:pt x="2539" y="497839"/>
                  </a:lnTo>
                  <a:lnTo>
                    <a:pt x="2539" y="492759"/>
                  </a:lnTo>
                  <a:close/>
                </a:path>
                <a:path w="2539" h="520700">
                  <a:moveTo>
                    <a:pt x="2539" y="486409"/>
                  </a:moveTo>
                  <a:lnTo>
                    <a:pt x="0" y="486409"/>
                  </a:lnTo>
                  <a:lnTo>
                    <a:pt x="0" y="491489"/>
                  </a:lnTo>
                  <a:lnTo>
                    <a:pt x="2539" y="491489"/>
                  </a:lnTo>
                  <a:lnTo>
                    <a:pt x="2539" y="486409"/>
                  </a:lnTo>
                  <a:close/>
                </a:path>
                <a:path w="2539" h="520700">
                  <a:moveTo>
                    <a:pt x="2539" y="480059"/>
                  </a:moveTo>
                  <a:lnTo>
                    <a:pt x="0" y="480059"/>
                  </a:lnTo>
                  <a:lnTo>
                    <a:pt x="0" y="485139"/>
                  </a:lnTo>
                  <a:lnTo>
                    <a:pt x="2539" y="485139"/>
                  </a:lnTo>
                  <a:lnTo>
                    <a:pt x="2539" y="480059"/>
                  </a:lnTo>
                  <a:close/>
                </a:path>
                <a:path w="2539" h="520700">
                  <a:moveTo>
                    <a:pt x="2539" y="92709"/>
                  </a:moveTo>
                  <a:lnTo>
                    <a:pt x="0" y="92709"/>
                  </a:lnTo>
                  <a:lnTo>
                    <a:pt x="0" y="478789"/>
                  </a:lnTo>
                  <a:lnTo>
                    <a:pt x="2539" y="478789"/>
                  </a:lnTo>
                  <a:lnTo>
                    <a:pt x="2539" y="92709"/>
                  </a:lnTo>
                  <a:close/>
                </a:path>
                <a:path w="2539" h="520700">
                  <a:moveTo>
                    <a:pt x="2539" y="86359"/>
                  </a:moveTo>
                  <a:lnTo>
                    <a:pt x="0" y="86359"/>
                  </a:lnTo>
                  <a:lnTo>
                    <a:pt x="0" y="91439"/>
                  </a:lnTo>
                  <a:lnTo>
                    <a:pt x="2539" y="91439"/>
                  </a:lnTo>
                  <a:lnTo>
                    <a:pt x="2539" y="86359"/>
                  </a:lnTo>
                  <a:close/>
                </a:path>
                <a:path w="2539" h="520700">
                  <a:moveTo>
                    <a:pt x="2539" y="80009"/>
                  </a:moveTo>
                  <a:lnTo>
                    <a:pt x="0" y="80009"/>
                  </a:lnTo>
                  <a:lnTo>
                    <a:pt x="0" y="85089"/>
                  </a:lnTo>
                  <a:lnTo>
                    <a:pt x="2539" y="85089"/>
                  </a:lnTo>
                  <a:lnTo>
                    <a:pt x="2539" y="80009"/>
                  </a:lnTo>
                  <a:close/>
                </a:path>
                <a:path w="2539" h="520700">
                  <a:moveTo>
                    <a:pt x="2539" y="73659"/>
                  </a:moveTo>
                  <a:lnTo>
                    <a:pt x="0" y="73659"/>
                  </a:lnTo>
                  <a:lnTo>
                    <a:pt x="0" y="78739"/>
                  </a:lnTo>
                  <a:lnTo>
                    <a:pt x="2539" y="78739"/>
                  </a:lnTo>
                  <a:lnTo>
                    <a:pt x="2539" y="73659"/>
                  </a:lnTo>
                  <a:close/>
                </a:path>
                <a:path w="2539" h="520700">
                  <a:moveTo>
                    <a:pt x="2539" y="67309"/>
                  </a:moveTo>
                  <a:lnTo>
                    <a:pt x="0" y="67309"/>
                  </a:lnTo>
                  <a:lnTo>
                    <a:pt x="0" y="72389"/>
                  </a:lnTo>
                  <a:lnTo>
                    <a:pt x="2539" y="72389"/>
                  </a:lnTo>
                  <a:lnTo>
                    <a:pt x="2539" y="67309"/>
                  </a:lnTo>
                  <a:close/>
                </a:path>
                <a:path w="2539" h="520700">
                  <a:moveTo>
                    <a:pt x="2539" y="60959"/>
                  </a:moveTo>
                  <a:lnTo>
                    <a:pt x="0" y="60959"/>
                  </a:lnTo>
                  <a:lnTo>
                    <a:pt x="0" y="66039"/>
                  </a:lnTo>
                  <a:lnTo>
                    <a:pt x="2539" y="66039"/>
                  </a:lnTo>
                  <a:lnTo>
                    <a:pt x="2539" y="60959"/>
                  </a:lnTo>
                  <a:close/>
                </a:path>
                <a:path w="2539" h="520700">
                  <a:moveTo>
                    <a:pt x="2539" y="54609"/>
                  </a:moveTo>
                  <a:lnTo>
                    <a:pt x="0" y="54609"/>
                  </a:lnTo>
                  <a:lnTo>
                    <a:pt x="0" y="59689"/>
                  </a:lnTo>
                  <a:lnTo>
                    <a:pt x="2539" y="59689"/>
                  </a:lnTo>
                  <a:lnTo>
                    <a:pt x="2539" y="54609"/>
                  </a:lnTo>
                  <a:close/>
                </a:path>
                <a:path w="2539" h="520700">
                  <a:moveTo>
                    <a:pt x="2539" y="48259"/>
                  </a:moveTo>
                  <a:lnTo>
                    <a:pt x="0" y="48259"/>
                  </a:lnTo>
                  <a:lnTo>
                    <a:pt x="0" y="53339"/>
                  </a:lnTo>
                  <a:lnTo>
                    <a:pt x="2539" y="53339"/>
                  </a:lnTo>
                  <a:lnTo>
                    <a:pt x="2539" y="48259"/>
                  </a:lnTo>
                  <a:close/>
                </a:path>
                <a:path w="2539" h="520700">
                  <a:moveTo>
                    <a:pt x="2539" y="41909"/>
                  </a:moveTo>
                  <a:lnTo>
                    <a:pt x="0" y="41909"/>
                  </a:lnTo>
                  <a:lnTo>
                    <a:pt x="0" y="46989"/>
                  </a:lnTo>
                  <a:lnTo>
                    <a:pt x="2539" y="46989"/>
                  </a:lnTo>
                  <a:lnTo>
                    <a:pt x="2539" y="41909"/>
                  </a:lnTo>
                  <a:close/>
                </a:path>
                <a:path w="2539" h="520700">
                  <a:moveTo>
                    <a:pt x="2539" y="35559"/>
                  </a:moveTo>
                  <a:lnTo>
                    <a:pt x="0" y="35559"/>
                  </a:lnTo>
                  <a:lnTo>
                    <a:pt x="0" y="40639"/>
                  </a:lnTo>
                  <a:lnTo>
                    <a:pt x="2539" y="40639"/>
                  </a:lnTo>
                  <a:lnTo>
                    <a:pt x="2539" y="35559"/>
                  </a:lnTo>
                  <a:close/>
                </a:path>
                <a:path w="2539" h="520700">
                  <a:moveTo>
                    <a:pt x="2539" y="29209"/>
                  </a:moveTo>
                  <a:lnTo>
                    <a:pt x="0" y="29209"/>
                  </a:lnTo>
                  <a:lnTo>
                    <a:pt x="0" y="34289"/>
                  </a:lnTo>
                  <a:lnTo>
                    <a:pt x="2539" y="34289"/>
                  </a:lnTo>
                  <a:lnTo>
                    <a:pt x="2539" y="29209"/>
                  </a:lnTo>
                  <a:close/>
                </a:path>
                <a:path w="2539" h="520700">
                  <a:moveTo>
                    <a:pt x="2539" y="22859"/>
                  </a:moveTo>
                  <a:lnTo>
                    <a:pt x="0" y="22859"/>
                  </a:lnTo>
                  <a:lnTo>
                    <a:pt x="0" y="27939"/>
                  </a:lnTo>
                  <a:lnTo>
                    <a:pt x="2539" y="27939"/>
                  </a:lnTo>
                  <a:lnTo>
                    <a:pt x="2539" y="22859"/>
                  </a:lnTo>
                  <a:close/>
                </a:path>
                <a:path w="2539" h="520700">
                  <a:moveTo>
                    <a:pt x="2539" y="16509"/>
                  </a:moveTo>
                  <a:lnTo>
                    <a:pt x="0" y="16509"/>
                  </a:lnTo>
                  <a:lnTo>
                    <a:pt x="0" y="21589"/>
                  </a:lnTo>
                  <a:lnTo>
                    <a:pt x="2539" y="21589"/>
                  </a:lnTo>
                  <a:lnTo>
                    <a:pt x="2539" y="16509"/>
                  </a:lnTo>
                  <a:close/>
                </a:path>
                <a:path w="2539" h="520700">
                  <a:moveTo>
                    <a:pt x="2539" y="10159"/>
                  </a:moveTo>
                  <a:lnTo>
                    <a:pt x="0" y="10159"/>
                  </a:lnTo>
                  <a:lnTo>
                    <a:pt x="0" y="15239"/>
                  </a:lnTo>
                  <a:lnTo>
                    <a:pt x="2539" y="15239"/>
                  </a:lnTo>
                  <a:lnTo>
                    <a:pt x="2539" y="10159"/>
                  </a:lnTo>
                  <a:close/>
                </a:path>
                <a:path w="2539" h="520700">
                  <a:moveTo>
                    <a:pt x="2539" y="3809"/>
                  </a:moveTo>
                  <a:lnTo>
                    <a:pt x="0" y="3809"/>
                  </a:lnTo>
                  <a:lnTo>
                    <a:pt x="0" y="8889"/>
                  </a:lnTo>
                  <a:lnTo>
                    <a:pt x="2539" y="8889"/>
                  </a:lnTo>
                  <a:lnTo>
                    <a:pt x="2539" y="3809"/>
                  </a:lnTo>
                  <a:close/>
                </a:path>
                <a:path w="2539" h="520700">
                  <a:moveTo>
                    <a:pt x="127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39" y="2539"/>
                  </a:lnTo>
                  <a:lnTo>
                    <a:pt x="2539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DED5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0" name="object 3340"/>
            <p:cNvSpPr/>
            <p:nvPr/>
          </p:nvSpPr>
          <p:spPr>
            <a:xfrm>
              <a:off x="5723890" y="2908300"/>
              <a:ext cx="3810" cy="523240"/>
            </a:xfrm>
            <a:custGeom>
              <a:avLst/>
              <a:gdLst/>
              <a:ahLst/>
              <a:cxnLst/>
              <a:rect l="l" t="t" r="r" b="b"/>
              <a:pathLst>
                <a:path w="3810" h="523239">
                  <a:moveTo>
                    <a:pt x="3810" y="516889"/>
                  </a:moveTo>
                  <a:lnTo>
                    <a:pt x="0" y="516889"/>
                  </a:lnTo>
                  <a:lnTo>
                    <a:pt x="0" y="520700"/>
                  </a:lnTo>
                  <a:lnTo>
                    <a:pt x="2539" y="520700"/>
                  </a:lnTo>
                  <a:lnTo>
                    <a:pt x="2539" y="523239"/>
                  </a:lnTo>
                  <a:lnTo>
                    <a:pt x="3810" y="523239"/>
                  </a:lnTo>
                  <a:lnTo>
                    <a:pt x="3810" y="516889"/>
                  </a:lnTo>
                  <a:close/>
                </a:path>
                <a:path w="3810" h="523239">
                  <a:moveTo>
                    <a:pt x="3810" y="510539"/>
                  </a:moveTo>
                  <a:lnTo>
                    <a:pt x="0" y="510539"/>
                  </a:lnTo>
                  <a:lnTo>
                    <a:pt x="0" y="515620"/>
                  </a:lnTo>
                  <a:lnTo>
                    <a:pt x="3810" y="515620"/>
                  </a:lnTo>
                  <a:lnTo>
                    <a:pt x="3810" y="510539"/>
                  </a:lnTo>
                  <a:close/>
                </a:path>
                <a:path w="3810" h="523239">
                  <a:moveTo>
                    <a:pt x="3810" y="504189"/>
                  </a:moveTo>
                  <a:lnTo>
                    <a:pt x="0" y="504189"/>
                  </a:lnTo>
                  <a:lnTo>
                    <a:pt x="0" y="509270"/>
                  </a:lnTo>
                  <a:lnTo>
                    <a:pt x="3810" y="509270"/>
                  </a:lnTo>
                  <a:lnTo>
                    <a:pt x="3810" y="504189"/>
                  </a:lnTo>
                  <a:close/>
                </a:path>
                <a:path w="3810" h="523239">
                  <a:moveTo>
                    <a:pt x="3810" y="497839"/>
                  </a:moveTo>
                  <a:lnTo>
                    <a:pt x="0" y="497839"/>
                  </a:lnTo>
                  <a:lnTo>
                    <a:pt x="0" y="502920"/>
                  </a:lnTo>
                  <a:lnTo>
                    <a:pt x="3810" y="502920"/>
                  </a:lnTo>
                  <a:lnTo>
                    <a:pt x="3810" y="497839"/>
                  </a:lnTo>
                  <a:close/>
                </a:path>
                <a:path w="3810" h="523239">
                  <a:moveTo>
                    <a:pt x="3810" y="491489"/>
                  </a:moveTo>
                  <a:lnTo>
                    <a:pt x="0" y="491489"/>
                  </a:lnTo>
                  <a:lnTo>
                    <a:pt x="0" y="496570"/>
                  </a:lnTo>
                  <a:lnTo>
                    <a:pt x="3810" y="496570"/>
                  </a:lnTo>
                  <a:lnTo>
                    <a:pt x="3810" y="491489"/>
                  </a:lnTo>
                  <a:close/>
                </a:path>
                <a:path w="3810" h="523239">
                  <a:moveTo>
                    <a:pt x="3810" y="485139"/>
                  </a:moveTo>
                  <a:lnTo>
                    <a:pt x="0" y="485139"/>
                  </a:lnTo>
                  <a:lnTo>
                    <a:pt x="0" y="490220"/>
                  </a:lnTo>
                  <a:lnTo>
                    <a:pt x="3810" y="490220"/>
                  </a:lnTo>
                  <a:lnTo>
                    <a:pt x="3810" y="485139"/>
                  </a:lnTo>
                  <a:close/>
                </a:path>
                <a:path w="3810" h="523239">
                  <a:moveTo>
                    <a:pt x="3810" y="478789"/>
                  </a:moveTo>
                  <a:lnTo>
                    <a:pt x="0" y="478789"/>
                  </a:lnTo>
                  <a:lnTo>
                    <a:pt x="0" y="483870"/>
                  </a:lnTo>
                  <a:lnTo>
                    <a:pt x="3810" y="483870"/>
                  </a:lnTo>
                  <a:lnTo>
                    <a:pt x="3810" y="478789"/>
                  </a:lnTo>
                  <a:close/>
                </a:path>
                <a:path w="3810" h="523239">
                  <a:moveTo>
                    <a:pt x="3810" y="91439"/>
                  </a:moveTo>
                  <a:lnTo>
                    <a:pt x="0" y="91439"/>
                  </a:lnTo>
                  <a:lnTo>
                    <a:pt x="0" y="477520"/>
                  </a:lnTo>
                  <a:lnTo>
                    <a:pt x="3810" y="477520"/>
                  </a:lnTo>
                  <a:lnTo>
                    <a:pt x="3810" y="91439"/>
                  </a:lnTo>
                  <a:close/>
                </a:path>
                <a:path w="3810" h="523239">
                  <a:moveTo>
                    <a:pt x="3810" y="85089"/>
                  </a:moveTo>
                  <a:lnTo>
                    <a:pt x="0" y="85089"/>
                  </a:lnTo>
                  <a:lnTo>
                    <a:pt x="0" y="90170"/>
                  </a:lnTo>
                  <a:lnTo>
                    <a:pt x="3810" y="90170"/>
                  </a:lnTo>
                  <a:lnTo>
                    <a:pt x="3810" y="85089"/>
                  </a:lnTo>
                  <a:close/>
                </a:path>
                <a:path w="3810" h="523239">
                  <a:moveTo>
                    <a:pt x="3810" y="78739"/>
                  </a:moveTo>
                  <a:lnTo>
                    <a:pt x="0" y="78739"/>
                  </a:lnTo>
                  <a:lnTo>
                    <a:pt x="0" y="83820"/>
                  </a:lnTo>
                  <a:lnTo>
                    <a:pt x="3810" y="83820"/>
                  </a:lnTo>
                  <a:lnTo>
                    <a:pt x="3810" y="78739"/>
                  </a:lnTo>
                  <a:close/>
                </a:path>
                <a:path w="3810" h="523239">
                  <a:moveTo>
                    <a:pt x="3810" y="72389"/>
                  </a:moveTo>
                  <a:lnTo>
                    <a:pt x="0" y="72389"/>
                  </a:lnTo>
                  <a:lnTo>
                    <a:pt x="0" y="77470"/>
                  </a:lnTo>
                  <a:lnTo>
                    <a:pt x="3810" y="77470"/>
                  </a:lnTo>
                  <a:lnTo>
                    <a:pt x="3810" y="72389"/>
                  </a:lnTo>
                  <a:close/>
                </a:path>
                <a:path w="3810" h="523239">
                  <a:moveTo>
                    <a:pt x="3810" y="66039"/>
                  </a:moveTo>
                  <a:lnTo>
                    <a:pt x="0" y="66039"/>
                  </a:lnTo>
                  <a:lnTo>
                    <a:pt x="0" y="71120"/>
                  </a:lnTo>
                  <a:lnTo>
                    <a:pt x="3810" y="71120"/>
                  </a:lnTo>
                  <a:lnTo>
                    <a:pt x="3810" y="66039"/>
                  </a:lnTo>
                  <a:close/>
                </a:path>
                <a:path w="3810" h="523239">
                  <a:moveTo>
                    <a:pt x="3810" y="59689"/>
                  </a:moveTo>
                  <a:lnTo>
                    <a:pt x="0" y="59689"/>
                  </a:lnTo>
                  <a:lnTo>
                    <a:pt x="0" y="64770"/>
                  </a:lnTo>
                  <a:lnTo>
                    <a:pt x="3810" y="64770"/>
                  </a:lnTo>
                  <a:lnTo>
                    <a:pt x="3810" y="59689"/>
                  </a:lnTo>
                  <a:close/>
                </a:path>
                <a:path w="3810" h="523239">
                  <a:moveTo>
                    <a:pt x="3810" y="53339"/>
                  </a:moveTo>
                  <a:lnTo>
                    <a:pt x="0" y="53339"/>
                  </a:lnTo>
                  <a:lnTo>
                    <a:pt x="0" y="58420"/>
                  </a:lnTo>
                  <a:lnTo>
                    <a:pt x="3810" y="58420"/>
                  </a:lnTo>
                  <a:lnTo>
                    <a:pt x="3810" y="53339"/>
                  </a:lnTo>
                  <a:close/>
                </a:path>
                <a:path w="3810" h="523239">
                  <a:moveTo>
                    <a:pt x="3810" y="46989"/>
                  </a:moveTo>
                  <a:lnTo>
                    <a:pt x="0" y="46989"/>
                  </a:lnTo>
                  <a:lnTo>
                    <a:pt x="0" y="52070"/>
                  </a:lnTo>
                  <a:lnTo>
                    <a:pt x="3810" y="52070"/>
                  </a:lnTo>
                  <a:lnTo>
                    <a:pt x="3810" y="46989"/>
                  </a:lnTo>
                  <a:close/>
                </a:path>
                <a:path w="3810" h="523239">
                  <a:moveTo>
                    <a:pt x="3810" y="40639"/>
                  </a:moveTo>
                  <a:lnTo>
                    <a:pt x="0" y="40639"/>
                  </a:lnTo>
                  <a:lnTo>
                    <a:pt x="0" y="45720"/>
                  </a:lnTo>
                  <a:lnTo>
                    <a:pt x="3810" y="45720"/>
                  </a:lnTo>
                  <a:lnTo>
                    <a:pt x="3810" y="40639"/>
                  </a:lnTo>
                  <a:close/>
                </a:path>
                <a:path w="3810" h="523239">
                  <a:moveTo>
                    <a:pt x="3810" y="34289"/>
                  </a:moveTo>
                  <a:lnTo>
                    <a:pt x="0" y="34289"/>
                  </a:lnTo>
                  <a:lnTo>
                    <a:pt x="0" y="39370"/>
                  </a:lnTo>
                  <a:lnTo>
                    <a:pt x="3810" y="39370"/>
                  </a:lnTo>
                  <a:lnTo>
                    <a:pt x="3810" y="34289"/>
                  </a:lnTo>
                  <a:close/>
                </a:path>
                <a:path w="3810" h="523239">
                  <a:moveTo>
                    <a:pt x="3810" y="27939"/>
                  </a:moveTo>
                  <a:lnTo>
                    <a:pt x="0" y="27939"/>
                  </a:lnTo>
                  <a:lnTo>
                    <a:pt x="0" y="33020"/>
                  </a:lnTo>
                  <a:lnTo>
                    <a:pt x="3810" y="33020"/>
                  </a:lnTo>
                  <a:lnTo>
                    <a:pt x="3810" y="27939"/>
                  </a:lnTo>
                  <a:close/>
                </a:path>
                <a:path w="3810" h="523239">
                  <a:moveTo>
                    <a:pt x="3810" y="21589"/>
                  </a:moveTo>
                  <a:lnTo>
                    <a:pt x="0" y="21589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1589"/>
                  </a:lnTo>
                  <a:close/>
                </a:path>
                <a:path w="3810" h="523239">
                  <a:moveTo>
                    <a:pt x="3810" y="15239"/>
                  </a:moveTo>
                  <a:lnTo>
                    <a:pt x="0" y="15239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5239"/>
                  </a:lnTo>
                  <a:close/>
                </a:path>
                <a:path w="3810" h="523239">
                  <a:moveTo>
                    <a:pt x="3810" y="8889"/>
                  </a:moveTo>
                  <a:lnTo>
                    <a:pt x="0" y="8889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8889"/>
                  </a:lnTo>
                  <a:close/>
                </a:path>
                <a:path w="3810" h="523239">
                  <a:moveTo>
                    <a:pt x="3810" y="2539"/>
                  </a:moveTo>
                  <a:lnTo>
                    <a:pt x="0" y="2539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2539"/>
                  </a:lnTo>
                  <a:close/>
                </a:path>
                <a:path w="3810" h="523239">
                  <a:moveTo>
                    <a:pt x="2539" y="1270"/>
                  </a:moveTo>
                  <a:lnTo>
                    <a:pt x="1270" y="1270"/>
                  </a:lnTo>
                  <a:lnTo>
                    <a:pt x="1270" y="2539"/>
                  </a:lnTo>
                  <a:lnTo>
                    <a:pt x="2539" y="2539"/>
                  </a:lnTo>
                  <a:lnTo>
                    <a:pt x="2539" y="1270"/>
                  </a:lnTo>
                  <a:close/>
                </a:path>
                <a:path w="3810" h="523239">
                  <a:moveTo>
                    <a:pt x="12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DED4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1" name="object 3341"/>
            <p:cNvSpPr/>
            <p:nvPr/>
          </p:nvSpPr>
          <p:spPr>
            <a:xfrm>
              <a:off x="5727700" y="2910840"/>
              <a:ext cx="3810" cy="521970"/>
            </a:xfrm>
            <a:custGeom>
              <a:avLst/>
              <a:gdLst/>
              <a:ahLst/>
              <a:cxnLst/>
              <a:rect l="l" t="t" r="r" b="b"/>
              <a:pathLst>
                <a:path w="3810" h="521970">
                  <a:moveTo>
                    <a:pt x="3810" y="520700"/>
                  </a:moveTo>
                  <a:lnTo>
                    <a:pt x="2539" y="520700"/>
                  </a:lnTo>
                  <a:lnTo>
                    <a:pt x="2539" y="521970"/>
                  </a:lnTo>
                  <a:lnTo>
                    <a:pt x="3810" y="521970"/>
                  </a:lnTo>
                  <a:lnTo>
                    <a:pt x="3810" y="520700"/>
                  </a:lnTo>
                  <a:close/>
                </a:path>
                <a:path w="3810" h="521970">
                  <a:moveTo>
                    <a:pt x="3810" y="514350"/>
                  </a:moveTo>
                  <a:lnTo>
                    <a:pt x="0" y="514350"/>
                  </a:lnTo>
                  <a:lnTo>
                    <a:pt x="0" y="519430"/>
                  </a:lnTo>
                  <a:lnTo>
                    <a:pt x="3810" y="519430"/>
                  </a:lnTo>
                  <a:lnTo>
                    <a:pt x="3810" y="514350"/>
                  </a:lnTo>
                  <a:close/>
                </a:path>
                <a:path w="3810" h="521970">
                  <a:moveTo>
                    <a:pt x="3810" y="508000"/>
                  </a:moveTo>
                  <a:lnTo>
                    <a:pt x="0" y="508000"/>
                  </a:lnTo>
                  <a:lnTo>
                    <a:pt x="0" y="513080"/>
                  </a:lnTo>
                  <a:lnTo>
                    <a:pt x="3810" y="513080"/>
                  </a:lnTo>
                  <a:lnTo>
                    <a:pt x="3810" y="508000"/>
                  </a:lnTo>
                  <a:close/>
                </a:path>
                <a:path w="3810" h="521970">
                  <a:moveTo>
                    <a:pt x="3810" y="501650"/>
                  </a:moveTo>
                  <a:lnTo>
                    <a:pt x="0" y="501650"/>
                  </a:lnTo>
                  <a:lnTo>
                    <a:pt x="0" y="506730"/>
                  </a:lnTo>
                  <a:lnTo>
                    <a:pt x="3810" y="506730"/>
                  </a:lnTo>
                  <a:lnTo>
                    <a:pt x="3810" y="501650"/>
                  </a:lnTo>
                  <a:close/>
                </a:path>
                <a:path w="3810" h="521970">
                  <a:moveTo>
                    <a:pt x="3810" y="495300"/>
                  </a:moveTo>
                  <a:lnTo>
                    <a:pt x="0" y="495300"/>
                  </a:lnTo>
                  <a:lnTo>
                    <a:pt x="0" y="500380"/>
                  </a:lnTo>
                  <a:lnTo>
                    <a:pt x="3810" y="500380"/>
                  </a:lnTo>
                  <a:lnTo>
                    <a:pt x="3810" y="495300"/>
                  </a:lnTo>
                  <a:close/>
                </a:path>
                <a:path w="3810" h="521970">
                  <a:moveTo>
                    <a:pt x="3810" y="488950"/>
                  </a:moveTo>
                  <a:lnTo>
                    <a:pt x="0" y="488950"/>
                  </a:lnTo>
                  <a:lnTo>
                    <a:pt x="0" y="494030"/>
                  </a:lnTo>
                  <a:lnTo>
                    <a:pt x="3810" y="494030"/>
                  </a:lnTo>
                  <a:lnTo>
                    <a:pt x="3810" y="488950"/>
                  </a:lnTo>
                  <a:close/>
                </a:path>
                <a:path w="3810" h="521970">
                  <a:moveTo>
                    <a:pt x="3810" y="482600"/>
                  </a:moveTo>
                  <a:lnTo>
                    <a:pt x="0" y="482600"/>
                  </a:lnTo>
                  <a:lnTo>
                    <a:pt x="0" y="487680"/>
                  </a:lnTo>
                  <a:lnTo>
                    <a:pt x="3810" y="487680"/>
                  </a:lnTo>
                  <a:lnTo>
                    <a:pt x="3810" y="482600"/>
                  </a:lnTo>
                  <a:close/>
                </a:path>
                <a:path w="3810" h="521970">
                  <a:moveTo>
                    <a:pt x="3810" y="476250"/>
                  </a:moveTo>
                  <a:lnTo>
                    <a:pt x="0" y="476250"/>
                  </a:lnTo>
                  <a:lnTo>
                    <a:pt x="0" y="481330"/>
                  </a:lnTo>
                  <a:lnTo>
                    <a:pt x="3810" y="481330"/>
                  </a:lnTo>
                  <a:lnTo>
                    <a:pt x="3810" y="476250"/>
                  </a:lnTo>
                  <a:close/>
                </a:path>
                <a:path w="3810" h="521970">
                  <a:moveTo>
                    <a:pt x="3810" y="88900"/>
                  </a:moveTo>
                  <a:lnTo>
                    <a:pt x="0" y="88900"/>
                  </a:lnTo>
                  <a:lnTo>
                    <a:pt x="0" y="474980"/>
                  </a:lnTo>
                  <a:lnTo>
                    <a:pt x="3810" y="474980"/>
                  </a:lnTo>
                  <a:lnTo>
                    <a:pt x="3810" y="88900"/>
                  </a:lnTo>
                  <a:close/>
                </a:path>
                <a:path w="3810" h="521970">
                  <a:moveTo>
                    <a:pt x="3810" y="82550"/>
                  </a:moveTo>
                  <a:lnTo>
                    <a:pt x="0" y="82550"/>
                  </a:lnTo>
                  <a:lnTo>
                    <a:pt x="0" y="87630"/>
                  </a:lnTo>
                  <a:lnTo>
                    <a:pt x="3810" y="87630"/>
                  </a:lnTo>
                  <a:lnTo>
                    <a:pt x="3810" y="82550"/>
                  </a:lnTo>
                  <a:close/>
                </a:path>
                <a:path w="3810" h="521970">
                  <a:moveTo>
                    <a:pt x="3810" y="76200"/>
                  </a:moveTo>
                  <a:lnTo>
                    <a:pt x="0" y="76200"/>
                  </a:lnTo>
                  <a:lnTo>
                    <a:pt x="0" y="81280"/>
                  </a:lnTo>
                  <a:lnTo>
                    <a:pt x="3810" y="81280"/>
                  </a:lnTo>
                  <a:lnTo>
                    <a:pt x="3810" y="76200"/>
                  </a:lnTo>
                  <a:close/>
                </a:path>
                <a:path w="3810" h="521970">
                  <a:moveTo>
                    <a:pt x="3810" y="69850"/>
                  </a:moveTo>
                  <a:lnTo>
                    <a:pt x="0" y="69850"/>
                  </a:lnTo>
                  <a:lnTo>
                    <a:pt x="0" y="74930"/>
                  </a:lnTo>
                  <a:lnTo>
                    <a:pt x="3810" y="74930"/>
                  </a:lnTo>
                  <a:lnTo>
                    <a:pt x="3810" y="69850"/>
                  </a:lnTo>
                  <a:close/>
                </a:path>
                <a:path w="3810" h="521970">
                  <a:moveTo>
                    <a:pt x="3810" y="63500"/>
                  </a:moveTo>
                  <a:lnTo>
                    <a:pt x="0" y="63500"/>
                  </a:lnTo>
                  <a:lnTo>
                    <a:pt x="0" y="68580"/>
                  </a:lnTo>
                  <a:lnTo>
                    <a:pt x="3810" y="68580"/>
                  </a:lnTo>
                  <a:lnTo>
                    <a:pt x="3810" y="63500"/>
                  </a:lnTo>
                  <a:close/>
                </a:path>
                <a:path w="3810" h="521970">
                  <a:moveTo>
                    <a:pt x="3810" y="57150"/>
                  </a:moveTo>
                  <a:lnTo>
                    <a:pt x="0" y="57150"/>
                  </a:lnTo>
                  <a:lnTo>
                    <a:pt x="0" y="62230"/>
                  </a:lnTo>
                  <a:lnTo>
                    <a:pt x="3810" y="62230"/>
                  </a:lnTo>
                  <a:lnTo>
                    <a:pt x="3810" y="57150"/>
                  </a:lnTo>
                  <a:close/>
                </a:path>
                <a:path w="3810" h="521970">
                  <a:moveTo>
                    <a:pt x="3810" y="50800"/>
                  </a:moveTo>
                  <a:lnTo>
                    <a:pt x="0" y="50800"/>
                  </a:lnTo>
                  <a:lnTo>
                    <a:pt x="0" y="55880"/>
                  </a:lnTo>
                  <a:lnTo>
                    <a:pt x="3810" y="55880"/>
                  </a:lnTo>
                  <a:lnTo>
                    <a:pt x="3810" y="50800"/>
                  </a:lnTo>
                  <a:close/>
                </a:path>
                <a:path w="3810" h="521970">
                  <a:moveTo>
                    <a:pt x="3810" y="44450"/>
                  </a:moveTo>
                  <a:lnTo>
                    <a:pt x="0" y="4445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4450"/>
                  </a:lnTo>
                  <a:close/>
                </a:path>
                <a:path w="3810" h="521970">
                  <a:moveTo>
                    <a:pt x="3810" y="38100"/>
                  </a:moveTo>
                  <a:lnTo>
                    <a:pt x="0" y="3810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38100"/>
                  </a:lnTo>
                  <a:close/>
                </a:path>
                <a:path w="3810" h="521970">
                  <a:moveTo>
                    <a:pt x="3810" y="31750"/>
                  </a:moveTo>
                  <a:lnTo>
                    <a:pt x="0" y="3175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1750"/>
                  </a:lnTo>
                  <a:close/>
                </a:path>
                <a:path w="3810" h="521970">
                  <a:moveTo>
                    <a:pt x="3810" y="25400"/>
                  </a:moveTo>
                  <a:lnTo>
                    <a:pt x="0" y="2540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25400"/>
                  </a:lnTo>
                  <a:close/>
                </a:path>
                <a:path w="3810" h="521970">
                  <a:moveTo>
                    <a:pt x="3810" y="19050"/>
                  </a:moveTo>
                  <a:lnTo>
                    <a:pt x="0" y="1905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9050"/>
                  </a:lnTo>
                  <a:close/>
                </a:path>
                <a:path w="3810" h="521970">
                  <a:moveTo>
                    <a:pt x="3810" y="12700"/>
                  </a:moveTo>
                  <a:lnTo>
                    <a:pt x="0" y="1270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2700"/>
                  </a:lnTo>
                  <a:close/>
                </a:path>
                <a:path w="3810" h="521970">
                  <a:moveTo>
                    <a:pt x="3810" y="6350"/>
                  </a:moveTo>
                  <a:lnTo>
                    <a:pt x="0" y="635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6350"/>
                  </a:lnTo>
                  <a:close/>
                </a:path>
                <a:path w="3810" h="521970">
                  <a:moveTo>
                    <a:pt x="127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DDD3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2" name="object 3342"/>
            <p:cNvSpPr/>
            <p:nvPr/>
          </p:nvSpPr>
          <p:spPr>
            <a:xfrm>
              <a:off x="5731509" y="2913380"/>
              <a:ext cx="3810" cy="521970"/>
            </a:xfrm>
            <a:custGeom>
              <a:avLst/>
              <a:gdLst/>
              <a:ahLst/>
              <a:cxnLst/>
              <a:rect l="l" t="t" r="r" b="b"/>
              <a:pathLst>
                <a:path w="3810" h="521970">
                  <a:moveTo>
                    <a:pt x="3810" y="518159"/>
                  </a:moveTo>
                  <a:lnTo>
                    <a:pt x="0" y="518159"/>
                  </a:lnTo>
                  <a:lnTo>
                    <a:pt x="0" y="520700"/>
                  </a:lnTo>
                  <a:lnTo>
                    <a:pt x="2539" y="520700"/>
                  </a:lnTo>
                  <a:lnTo>
                    <a:pt x="2539" y="521969"/>
                  </a:lnTo>
                  <a:lnTo>
                    <a:pt x="3810" y="521969"/>
                  </a:lnTo>
                  <a:lnTo>
                    <a:pt x="3810" y="518159"/>
                  </a:lnTo>
                  <a:close/>
                </a:path>
                <a:path w="3810" h="521970">
                  <a:moveTo>
                    <a:pt x="3810" y="511809"/>
                  </a:moveTo>
                  <a:lnTo>
                    <a:pt x="0" y="511809"/>
                  </a:lnTo>
                  <a:lnTo>
                    <a:pt x="0" y="516889"/>
                  </a:lnTo>
                  <a:lnTo>
                    <a:pt x="3810" y="516889"/>
                  </a:lnTo>
                  <a:lnTo>
                    <a:pt x="3810" y="511809"/>
                  </a:lnTo>
                  <a:close/>
                </a:path>
                <a:path w="3810" h="521970">
                  <a:moveTo>
                    <a:pt x="3810" y="505459"/>
                  </a:moveTo>
                  <a:lnTo>
                    <a:pt x="0" y="505459"/>
                  </a:lnTo>
                  <a:lnTo>
                    <a:pt x="0" y="510539"/>
                  </a:lnTo>
                  <a:lnTo>
                    <a:pt x="3810" y="510539"/>
                  </a:lnTo>
                  <a:lnTo>
                    <a:pt x="3810" y="505459"/>
                  </a:lnTo>
                  <a:close/>
                </a:path>
                <a:path w="3810" h="521970">
                  <a:moveTo>
                    <a:pt x="3810" y="499109"/>
                  </a:moveTo>
                  <a:lnTo>
                    <a:pt x="0" y="499109"/>
                  </a:lnTo>
                  <a:lnTo>
                    <a:pt x="0" y="504189"/>
                  </a:lnTo>
                  <a:lnTo>
                    <a:pt x="3810" y="504189"/>
                  </a:lnTo>
                  <a:lnTo>
                    <a:pt x="3810" y="499109"/>
                  </a:lnTo>
                  <a:close/>
                </a:path>
                <a:path w="3810" h="521970">
                  <a:moveTo>
                    <a:pt x="3810" y="492759"/>
                  </a:moveTo>
                  <a:lnTo>
                    <a:pt x="0" y="492759"/>
                  </a:lnTo>
                  <a:lnTo>
                    <a:pt x="0" y="497839"/>
                  </a:lnTo>
                  <a:lnTo>
                    <a:pt x="3810" y="497839"/>
                  </a:lnTo>
                  <a:lnTo>
                    <a:pt x="3810" y="492759"/>
                  </a:lnTo>
                  <a:close/>
                </a:path>
                <a:path w="3810" h="521970">
                  <a:moveTo>
                    <a:pt x="3810" y="486409"/>
                  </a:moveTo>
                  <a:lnTo>
                    <a:pt x="0" y="486409"/>
                  </a:lnTo>
                  <a:lnTo>
                    <a:pt x="0" y="491489"/>
                  </a:lnTo>
                  <a:lnTo>
                    <a:pt x="3810" y="491489"/>
                  </a:lnTo>
                  <a:lnTo>
                    <a:pt x="3810" y="486409"/>
                  </a:lnTo>
                  <a:close/>
                </a:path>
                <a:path w="3810" h="521970">
                  <a:moveTo>
                    <a:pt x="3810" y="480059"/>
                  </a:moveTo>
                  <a:lnTo>
                    <a:pt x="0" y="480059"/>
                  </a:lnTo>
                  <a:lnTo>
                    <a:pt x="0" y="485139"/>
                  </a:lnTo>
                  <a:lnTo>
                    <a:pt x="3810" y="485139"/>
                  </a:lnTo>
                  <a:lnTo>
                    <a:pt x="3810" y="480059"/>
                  </a:lnTo>
                  <a:close/>
                </a:path>
                <a:path w="3810" h="521970">
                  <a:moveTo>
                    <a:pt x="3810" y="473709"/>
                  </a:moveTo>
                  <a:lnTo>
                    <a:pt x="0" y="473709"/>
                  </a:lnTo>
                  <a:lnTo>
                    <a:pt x="0" y="478789"/>
                  </a:lnTo>
                  <a:lnTo>
                    <a:pt x="3810" y="478789"/>
                  </a:lnTo>
                  <a:lnTo>
                    <a:pt x="3810" y="473709"/>
                  </a:lnTo>
                  <a:close/>
                </a:path>
                <a:path w="3810" h="521970">
                  <a:moveTo>
                    <a:pt x="3810" y="86359"/>
                  </a:moveTo>
                  <a:lnTo>
                    <a:pt x="0" y="86359"/>
                  </a:lnTo>
                  <a:lnTo>
                    <a:pt x="0" y="472439"/>
                  </a:lnTo>
                  <a:lnTo>
                    <a:pt x="3810" y="472439"/>
                  </a:lnTo>
                  <a:lnTo>
                    <a:pt x="3810" y="86359"/>
                  </a:lnTo>
                  <a:close/>
                </a:path>
                <a:path w="3810" h="521970">
                  <a:moveTo>
                    <a:pt x="3810" y="80009"/>
                  </a:moveTo>
                  <a:lnTo>
                    <a:pt x="0" y="80009"/>
                  </a:lnTo>
                  <a:lnTo>
                    <a:pt x="0" y="85089"/>
                  </a:lnTo>
                  <a:lnTo>
                    <a:pt x="3810" y="85089"/>
                  </a:lnTo>
                  <a:lnTo>
                    <a:pt x="3810" y="80009"/>
                  </a:lnTo>
                  <a:close/>
                </a:path>
                <a:path w="3810" h="521970">
                  <a:moveTo>
                    <a:pt x="3810" y="73659"/>
                  </a:moveTo>
                  <a:lnTo>
                    <a:pt x="0" y="73659"/>
                  </a:lnTo>
                  <a:lnTo>
                    <a:pt x="0" y="78739"/>
                  </a:lnTo>
                  <a:lnTo>
                    <a:pt x="3810" y="78739"/>
                  </a:lnTo>
                  <a:lnTo>
                    <a:pt x="3810" y="73659"/>
                  </a:lnTo>
                  <a:close/>
                </a:path>
                <a:path w="3810" h="521970">
                  <a:moveTo>
                    <a:pt x="3810" y="67309"/>
                  </a:moveTo>
                  <a:lnTo>
                    <a:pt x="0" y="67309"/>
                  </a:lnTo>
                  <a:lnTo>
                    <a:pt x="0" y="72389"/>
                  </a:lnTo>
                  <a:lnTo>
                    <a:pt x="3810" y="72389"/>
                  </a:lnTo>
                  <a:lnTo>
                    <a:pt x="3810" y="67309"/>
                  </a:lnTo>
                  <a:close/>
                </a:path>
                <a:path w="3810" h="521970">
                  <a:moveTo>
                    <a:pt x="3810" y="60959"/>
                  </a:moveTo>
                  <a:lnTo>
                    <a:pt x="0" y="60959"/>
                  </a:lnTo>
                  <a:lnTo>
                    <a:pt x="0" y="66039"/>
                  </a:lnTo>
                  <a:lnTo>
                    <a:pt x="3810" y="66039"/>
                  </a:lnTo>
                  <a:lnTo>
                    <a:pt x="3810" y="60959"/>
                  </a:lnTo>
                  <a:close/>
                </a:path>
                <a:path w="3810" h="521970">
                  <a:moveTo>
                    <a:pt x="3810" y="54609"/>
                  </a:moveTo>
                  <a:lnTo>
                    <a:pt x="0" y="54609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4609"/>
                  </a:lnTo>
                  <a:close/>
                </a:path>
                <a:path w="3810" h="521970">
                  <a:moveTo>
                    <a:pt x="3810" y="48259"/>
                  </a:moveTo>
                  <a:lnTo>
                    <a:pt x="0" y="48259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48259"/>
                  </a:lnTo>
                  <a:close/>
                </a:path>
                <a:path w="3810" h="521970">
                  <a:moveTo>
                    <a:pt x="3810" y="41909"/>
                  </a:moveTo>
                  <a:lnTo>
                    <a:pt x="0" y="41909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1909"/>
                  </a:lnTo>
                  <a:close/>
                </a:path>
                <a:path w="3810" h="521970">
                  <a:moveTo>
                    <a:pt x="3810" y="35559"/>
                  </a:moveTo>
                  <a:lnTo>
                    <a:pt x="0" y="35559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5559"/>
                  </a:lnTo>
                  <a:close/>
                </a:path>
                <a:path w="3810" h="521970">
                  <a:moveTo>
                    <a:pt x="3810" y="29209"/>
                  </a:moveTo>
                  <a:lnTo>
                    <a:pt x="0" y="29209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29209"/>
                  </a:lnTo>
                  <a:close/>
                </a:path>
                <a:path w="3810" h="521970">
                  <a:moveTo>
                    <a:pt x="3810" y="22859"/>
                  </a:moveTo>
                  <a:lnTo>
                    <a:pt x="0" y="22859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2859"/>
                  </a:lnTo>
                  <a:close/>
                </a:path>
                <a:path w="3810" h="521970">
                  <a:moveTo>
                    <a:pt x="3810" y="16509"/>
                  </a:moveTo>
                  <a:lnTo>
                    <a:pt x="0" y="16509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6509"/>
                  </a:lnTo>
                  <a:close/>
                </a:path>
                <a:path w="3810" h="521970">
                  <a:moveTo>
                    <a:pt x="3810" y="10159"/>
                  </a:moveTo>
                  <a:lnTo>
                    <a:pt x="0" y="1015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0159"/>
                  </a:lnTo>
                  <a:close/>
                </a:path>
                <a:path w="3810" h="521970">
                  <a:moveTo>
                    <a:pt x="3810" y="3809"/>
                  </a:moveTo>
                  <a:lnTo>
                    <a:pt x="0" y="380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3809"/>
                  </a:lnTo>
                  <a:close/>
                </a:path>
                <a:path w="3810" h="521970">
                  <a:moveTo>
                    <a:pt x="126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DCD2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3" name="object 3343"/>
            <p:cNvSpPr/>
            <p:nvPr/>
          </p:nvSpPr>
          <p:spPr>
            <a:xfrm>
              <a:off x="5735320" y="2915919"/>
              <a:ext cx="3810" cy="521970"/>
            </a:xfrm>
            <a:custGeom>
              <a:avLst/>
              <a:gdLst/>
              <a:ahLst/>
              <a:cxnLst/>
              <a:rect l="l" t="t" r="r" b="b"/>
              <a:pathLst>
                <a:path w="3810" h="521970">
                  <a:moveTo>
                    <a:pt x="3809" y="515619"/>
                  </a:moveTo>
                  <a:lnTo>
                    <a:pt x="0" y="515619"/>
                  </a:lnTo>
                  <a:lnTo>
                    <a:pt x="0" y="521969"/>
                  </a:lnTo>
                  <a:lnTo>
                    <a:pt x="2539" y="521969"/>
                  </a:lnTo>
                  <a:lnTo>
                    <a:pt x="2539" y="520700"/>
                  </a:lnTo>
                  <a:lnTo>
                    <a:pt x="3809" y="520700"/>
                  </a:lnTo>
                  <a:lnTo>
                    <a:pt x="3809" y="515619"/>
                  </a:lnTo>
                  <a:close/>
                </a:path>
                <a:path w="3810" h="521970">
                  <a:moveTo>
                    <a:pt x="3809" y="509269"/>
                  </a:moveTo>
                  <a:lnTo>
                    <a:pt x="0" y="509269"/>
                  </a:lnTo>
                  <a:lnTo>
                    <a:pt x="0" y="514350"/>
                  </a:lnTo>
                  <a:lnTo>
                    <a:pt x="3809" y="514350"/>
                  </a:lnTo>
                  <a:lnTo>
                    <a:pt x="3809" y="509269"/>
                  </a:lnTo>
                  <a:close/>
                </a:path>
                <a:path w="3810" h="521970">
                  <a:moveTo>
                    <a:pt x="3809" y="502919"/>
                  </a:moveTo>
                  <a:lnTo>
                    <a:pt x="0" y="502919"/>
                  </a:lnTo>
                  <a:lnTo>
                    <a:pt x="0" y="508000"/>
                  </a:lnTo>
                  <a:lnTo>
                    <a:pt x="3809" y="508000"/>
                  </a:lnTo>
                  <a:lnTo>
                    <a:pt x="3809" y="502919"/>
                  </a:lnTo>
                  <a:close/>
                </a:path>
                <a:path w="3810" h="521970">
                  <a:moveTo>
                    <a:pt x="3809" y="496569"/>
                  </a:moveTo>
                  <a:lnTo>
                    <a:pt x="0" y="496569"/>
                  </a:lnTo>
                  <a:lnTo>
                    <a:pt x="0" y="501650"/>
                  </a:lnTo>
                  <a:lnTo>
                    <a:pt x="3809" y="501650"/>
                  </a:lnTo>
                  <a:lnTo>
                    <a:pt x="3809" y="496569"/>
                  </a:lnTo>
                  <a:close/>
                </a:path>
                <a:path w="3810" h="521970">
                  <a:moveTo>
                    <a:pt x="3809" y="490219"/>
                  </a:moveTo>
                  <a:lnTo>
                    <a:pt x="0" y="490219"/>
                  </a:lnTo>
                  <a:lnTo>
                    <a:pt x="0" y="495300"/>
                  </a:lnTo>
                  <a:lnTo>
                    <a:pt x="3809" y="495300"/>
                  </a:lnTo>
                  <a:lnTo>
                    <a:pt x="3809" y="490219"/>
                  </a:lnTo>
                  <a:close/>
                </a:path>
                <a:path w="3810" h="521970">
                  <a:moveTo>
                    <a:pt x="3809" y="483869"/>
                  </a:moveTo>
                  <a:lnTo>
                    <a:pt x="0" y="483869"/>
                  </a:lnTo>
                  <a:lnTo>
                    <a:pt x="0" y="488950"/>
                  </a:lnTo>
                  <a:lnTo>
                    <a:pt x="3809" y="488950"/>
                  </a:lnTo>
                  <a:lnTo>
                    <a:pt x="3809" y="483869"/>
                  </a:lnTo>
                  <a:close/>
                </a:path>
                <a:path w="3810" h="521970">
                  <a:moveTo>
                    <a:pt x="3809" y="477519"/>
                  </a:moveTo>
                  <a:lnTo>
                    <a:pt x="0" y="477519"/>
                  </a:lnTo>
                  <a:lnTo>
                    <a:pt x="0" y="482600"/>
                  </a:lnTo>
                  <a:lnTo>
                    <a:pt x="3809" y="482600"/>
                  </a:lnTo>
                  <a:lnTo>
                    <a:pt x="3809" y="477519"/>
                  </a:lnTo>
                  <a:close/>
                </a:path>
                <a:path w="3810" h="521970">
                  <a:moveTo>
                    <a:pt x="3809" y="471169"/>
                  </a:moveTo>
                  <a:lnTo>
                    <a:pt x="0" y="471169"/>
                  </a:lnTo>
                  <a:lnTo>
                    <a:pt x="0" y="476250"/>
                  </a:lnTo>
                  <a:lnTo>
                    <a:pt x="3809" y="476250"/>
                  </a:lnTo>
                  <a:lnTo>
                    <a:pt x="3809" y="471169"/>
                  </a:lnTo>
                  <a:close/>
                </a:path>
                <a:path w="3810" h="521970">
                  <a:moveTo>
                    <a:pt x="3809" y="83819"/>
                  </a:moveTo>
                  <a:lnTo>
                    <a:pt x="0" y="83819"/>
                  </a:lnTo>
                  <a:lnTo>
                    <a:pt x="0" y="469900"/>
                  </a:lnTo>
                  <a:lnTo>
                    <a:pt x="3809" y="469900"/>
                  </a:lnTo>
                  <a:lnTo>
                    <a:pt x="3809" y="83819"/>
                  </a:lnTo>
                  <a:close/>
                </a:path>
                <a:path w="3810" h="521970">
                  <a:moveTo>
                    <a:pt x="3809" y="77469"/>
                  </a:moveTo>
                  <a:lnTo>
                    <a:pt x="0" y="77469"/>
                  </a:lnTo>
                  <a:lnTo>
                    <a:pt x="0" y="82550"/>
                  </a:lnTo>
                  <a:lnTo>
                    <a:pt x="3809" y="82550"/>
                  </a:lnTo>
                  <a:lnTo>
                    <a:pt x="3809" y="77469"/>
                  </a:lnTo>
                  <a:close/>
                </a:path>
                <a:path w="3810" h="521970">
                  <a:moveTo>
                    <a:pt x="3809" y="71119"/>
                  </a:moveTo>
                  <a:lnTo>
                    <a:pt x="0" y="71119"/>
                  </a:lnTo>
                  <a:lnTo>
                    <a:pt x="0" y="76200"/>
                  </a:lnTo>
                  <a:lnTo>
                    <a:pt x="3809" y="76200"/>
                  </a:lnTo>
                  <a:lnTo>
                    <a:pt x="3809" y="71119"/>
                  </a:lnTo>
                  <a:close/>
                </a:path>
                <a:path w="3810" h="521970">
                  <a:moveTo>
                    <a:pt x="3809" y="64769"/>
                  </a:moveTo>
                  <a:lnTo>
                    <a:pt x="0" y="64769"/>
                  </a:lnTo>
                  <a:lnTo>
                    <a:pt x="0" y="69850"/>
                  </a:lnTo>
                  <a:lnTo>
                    <a:pt x="3809" y="69850"/>
                  </a:lnTo>
                  <a:lnTo>
                    <a:pt x="3809" y="64769"/>
                  </a:lnTo>
                  <a:close/>
                </a:path>
                <a:path w="3810" h="521970">
                  <a:moveTo>
                    <a:pt x="3809" y="58419"/>
                  </a:moveTo>
                  <a:lnTo>
                    <a:pt x="0" y="58419"/>
                  </a:lnTo>
                  <a:lnTo>
                    <a:pt x="0" y="63500"/>
                  </a:lnTo>
                  <a:lnTo>
                    <a:pt x="3809" y="63500"/>
                  </a:lnTo>
                  <a:lnTo>
                    <a:pt x="3809" y="58419"/>
                  </a:lnTo>
                  <a:close/>
                </a:path>
                <a:path w="3810" h="521970">
                  <a:moveTo>
                    <a:pt x="3809" y="52069"/>
                  </a:moveTo>
                  <a:lnTo>
                    <a:pt x="0" y="52069"/>
                  </a:lnTo>
                  <a:lnTo>
                    <a:pt x="0" y="57150"/>
                  </a:lnTo>
                  <a:lnTo>
                    <a:pt x="3809" y="57150"/>
                  </a:lnTo>
                  <a:lnTo>
                    <a:pt x="3809" y="52069"/>
                  </a:lnTo>
                  <a:close/>
                </a:path>
                <a:path w="3810" h="521970">
                  <a:moveTo>
                    <a:pt x="3809" y="45719"/>
                  </a:moveTo>
                  <a:lnTo>
                    <a:pt x="0" y="45719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45719"/>
                  </a:lnTo>
                  <a:close/>
                </a:path>
                <a:path w="3810" h="521970">
                  <a:moveTo>
                    <a:pt x="3809" y="39369"/>
                  </a:moveTo>
                  <a:lnTo>
                    <a:pt x="0" y="39369"/>
                  </a:lnTo>
                  <a:lnTo>
                    <a:pt x="0" y="44450"/>
                  </a:lnTo>
                  <a:lnTo>
                    <a:pt x="3809" y="44450"/>
                  </a:lnTo>
                  <a:lnTo>
                    <a:pt x="3809" y="39369"/>
                  </a:lnTo>
                  <a:close/>
                </a:path>
                <a:path w="3810" h="521970">
                  <a:moveTo>
                    <a:pt x="3809" y="33019"/>
                  </a:moveTo>
                  <a:lnTo>
                    <a:pt x="0" y="33019"/>
                  </a:lnTo>
                  <a:lnTo>
                    <a:pt x="0" y="38100"/>
                  </a:lnTo>
                  <a:lnTo>
                    <a:pt x="3809" y="38100"/>
                  </a:lnTo>
                  <a:lnTo>
                    <a:pt x="3809" y="33019"/>
                  </a:lnTo>
                  <a:close/>
                </a:path>
                <a:path w="3810" h="521970">
                  <a:moveTo>
                    <a:pt x="3809" y="26669"/>
                  </a:moveTo>
                  <a:lnTo>
                    <a:pt x="0" y="26669"/>
                  </a:lnTo>
                  <a:lnTo>
                    <a:pt x="0" y="31750"/>
                  </a:lnTo>
                  <a:lnTo>
                    <a:pt x="3809" y="31750"/>
                  </a:lnTo>
                  <a:lnTo>
                    <a:pt x="3809" y="26669"/>
                  </a:lnTo>
                  <a:close/>
                </a:path>
                <a:path w="3810" h="521970">
                  <a:moveTo>
                    <a:pt x="3809" y="20319"/>
                  </a:moveTo>
                  <a:lnTo>
                    <a:pt x="0" y="20319"/>
                  </a:lnTo>
                  <a:lnTo>
                    <a:pt x="0" y="25400"/>
                  </a:lnTo>
                  <a:lnTo>
                    <a:pt x="3809" y="25400"/>
                  </a:lnTo>
                  <a:lnTo>
                    <a:pt x="3809" y="20319"/>
                  </a:lnTo>
                  <a:close/>
                </a:path>
                <a:path w="3810" h="521970">
                  <a:moveTo>
                    <a:pt x="3809" y="13969"/>
                  </a:moveTo>
                  <a:lnTo>
                    <a:pt x="0" y="13969"/>
                  </a:lnTo>
                  <a:lnTo>
                    <a:pt x="0" y="19050"/>
                  </a:lnTo>
                  <a:lnTo>
                    <a:pt x="3809" y="19050"/>
                  </a:lnTo>
                  <a:lnTo>
                    <a:pt x="3809" y="13969"/>
                  </a:lnTo>
                  <a:close/>
                </a:path>
                <a:path w="3810" h="521970">
                  <a:moveTo>
                    <a:pt x="3809" y="7619"/>
                  </a:moveTo>
                  <a:lnTo>
                    <a:pt x="0" y="7619"/>
                  </a:lnTo>
                  <a:lnTo>
                    <a:pt x="0" y="12700"/>
                  </a:lnTo>
                  <a:lnTo>
                    <a:pt x="3809" y="12700"/>
                  </a:lnTo>
                  <a:lnTo>
                    <a:pt x="3809" y="7619"/>
                  </a:lnTo>
                  <a:close/>
                </a:path>
                <a:path w="3810" h="521970">
                  <a:moveTo>
                    <a:pt x="2539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DBD1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4" name="object 3344"/>
            <p:cNvSpPr/>
            <p:nvPr/>
          </p:nvSpPr>
          <p:spPr>
            <a:xfrm>
              <a:off x="5739130" y="2918460"/>
              <a:ext cx="3810" cy="521970"/>
            </a:xfrm>
            <a:custGeom>
              <a:avLst/>
              <a:gdLst/>
              <a:ahLst/>
              <a:cxnLst/>
              <a:rect l="l" t="t" r="r" b="b"/>
              <a:pathLst>
                <a:path w="3810" h="521970">
                  <a:moveTo>
                    <a:pt x="3810" y="519429"/>
                  </a:moveTo>
                  <a:lnTo>
                    <a:pt x="0" y="519429"/>
                  </a:lnTo>
                  <a:lnTo>
                    <a:pt x="0" y="520700"/>
                  </a:lnTo>
                  <a:lnTo>
                    <a:pt x="2540" y="520700"/>
                  </a:lnTo>
                  <a:lnTo>
                    <a:pt x="2540" y="521970"/>
                  </a:lnTo>
                  <a:lnTo>
                    <a:pt x="3810" y="521970"/>
                  </a:lnTo>
                  <a:lnTo>
                    <a:pt x="3810" y="519429"/>
                  </a:lnTo>
                  <a:close/>
                </a:path>
                <a:path w="3810" h="521970">
                  <a:moveTo>
                    <a:pt x="3810" y="513079"/>
                  </a:moveTo>
                  <a:lnTo>
                    <a:pt x="0" y="513079"/>
                  </a:lnTo>
                  <a:lnTo>
                    <a:pt x="0" y="518160"/>
                  </a:lnTo>
                  <a:lnTo>
                    <a:pt x="3810" y="518160"/>
                  </a:lnTo>
                  <a:lnTo>
                    <a:pt x="3810" y="513079"/>
                  </a:lnTo>
                  <a:close/>
                </a:path>
                <a:path w="3810" h="521970">
                  <a:moveTo>
                    <a:pt x="3810" y="506729"/>
                  </a:moveTo>
                  <a:lnTo>
                    <a:pt x="0" y="506729"/>
                  </a:lnTo>
                  <a:lnTo>
                    <a:pt x="0" y="511810"/>
                  </a:lnTo>
                  <a:lnTo>
                    <a:pt x="3810" y="511810"/>
                  </a:lnTo>
                  <a:lnTo>
                    <a:pt x="3810" y="506729"/>
                  </a:lnTo>
                  <a:close/>
                </a:path>
                <a:path w="3810" h="521970">
                  <a:moveTo>
                    <a:pt x="3810" y="500379"/>
                  </a:moveTo>
                  <a:lnTo>
                    <a:pt x="0" y="500379"/>
                  </a:lnTo>
                  <a:lnTo>
                    <a:pt x="0" y="505460"/>
                  </a:lnTo>
                  <a:lnTo>
                    <a:pt x="3810" y="505460"/>
                  </a:lnTo>
                  <a:lnTo>
                    <a:pt x="3810" y="500379"/>
                  </a:lnTo>
                  <a:close/>
                </a:path>
                <a:path w="3810" h="521970">
                  <a:moveTo>
                    <a:pt x="3810" y="494029"/>
                  </a:moveTo>
                  <a:lnTo>
                    <a:pt x="0" y="494029"/>
                  </a:lnTo>
                  <a:lnTo>
                    <a:pt x="0" y="499110"/>
                  </a:lnTo>
                  <a:lnTo>
                    <a:pt x="3810" y="499110"/>
                  </a:lnTo>
                  <a:lnTo>
                    <a:pt x="3810" y="494029"/>
                  </a:lnTo>
                  <a:close/>
                </a:path>
                <a:path w="3810" h="521970">
                  <a:moveTo>
                    <a:pt x="3810" y="487679"/>
                  </a:moveTo>
                  <a:lnTo>
                    <a:pt x="0" y="487679"/>
                  </a:lnTo>
                  <a:lnTo>
                    <a:pt x="0" y="492760"/>
                  </a:lnTo>
                  <a:lnTo>
                    <a:pt x="3810" y="492760"/>
                  </a:lnTo>
                  <a:lnTo>
                    <a:pt x="3810" y="487679"/>
                  </a:lnTo>
                  <a:close/>
                </a:path>
                <a:path w="3810" h="521970">
                  <a:moveTo>
                    <a:pt x="3810" y="481329"/>
                  </a:moveTo>
                  <a:lnTo>
                    <a:pt x="0" y="481329"/>
                  </a:lnTo>
                  <a:lnTo>
                    <a:pt x="0" y="486410"/>
                  </a:lnTo>
                  <a:lnTo>
                    <a:pt x="3810" y="486410"/>
                  </a:lnTo>
                  <a:lnTo>
                    <a:pt x="3810" y="481329"/>
                  </a:lnTo>
                  <a:close/>
                </a:path>
                <a:path w="3810" h="521970">
                  <a:moveTo>
                    <a:pt x="3810" y="474979"/>
                  </a:moveTo>
                  <a:lnTo>
                    <a:pt x="0" y="474979"/>
                  </a:lnTo>
                  <a:lnTo>
                    <a:pt x="0" y="480060"/>
                  </a:lnTo>
                  <a:lnTo>
                    <a:pt x="3810" y="480060"/>
                  </a:lnTo>
                  <a:lnTo>
                    <a:pt x="3810" y="474979"/>
                  </a:lnTo>
                  <a:close/>
                </a:path>
                <a:path w="3810" h="521970">
                  <a:moveTo>
                    <a:pt x="3810" y="468629"/>
                  </a:moveTo>
                  <a:lnTo>
                    <a:pt x="0" y="468629"/>
                  </a:lnTo>
                  <a:lnTo>
                    <a:pt x="0" y="473710"/>
                  </a:lnTo>
                  <a:lnTo>
                    <a:pt x="3810" y="473710"/>
                  </a:lnTo>
                  <a:lnTo>
                    <a:pt x="3810" y="468629"/>
                  </a:lnTo>
                  <a:close/>
                </a:path>
                <a:path w="3810" h="521970">
                  <a:moveTo>
                    <a:pt x="3810" y="81279"/>
                  </a:moveTo>
                  <a:lnTo>
                    <a:pt x="0" y="81279"/>
                  </a:lnTo>
                  <a:lnTo>
                    <a:pt x="0" y="467360"/>
                  </a:lnTo>
                  <a:lnTo>
                    <a:pt x="3810" y="467360"/>
                  </a:lnTo>
                  <a:lnTo>
                    <a:pt x="3810" y="81279"/>
                  </a:lnTo>
                  <a:close/>
                </a:path>
                <a:path w="3810" h="521970">
                  <a:moveTo>
                    <a:pt x="3810" y="74929"/>
                  </a:moveTo>
                  <a:lnTo>
                    <a:pt x="0" y="74929"/>
                  </a:lnTo>
                  <a:lnTo>
                    <a:pt x="0" y="80010"/>
                  </a:lnTo>
                  <a:lnTo>
                    <a:pt x="3810" y="80010"/>
                  </a:lnTo>
                  <a:lnTo>
                    <a:pt x="3810" y="74929"/>
                  </a:lnTo>
                  <a:close/>
                </a:path>
                <a:path w="3810" h="521970">
                  <a:moveTo>
                    <a:pt x="3810" y="68579"/>
                  </a:moveTo>
                  <a:lnTo>
                    <a:pt x="0" y="68579"/>
                  </a:lnTo>
                  <a:lnTo>
                    <a:pt x="0" y="73660"/>
                  </a:lnTo>
                  <a:lnTo>
                    <a:pt x="3810" y="73660"/>
                  </a:lnTo>
                  <a:lnTo>
                    <a:pt x="3810" y="68579"/>
                  </a:lnTo>
                  <a:close/>
                </a:path>
                <a:path w="3810" h="521970">
                  <a:moveTo>
                    <a:pt x="3810" y="62229"/>
                  </a:moveTo>
                  <a:lnTo>
                    <a:pt x="0" y="62229"/>
                  </a:lnTo>
                  <a:lnTo>
                    <a:pt x="0" y="67310"/>
                  </a:lnTo>
                  <a:lnTo>
                    <a:pt x="3810" y="67310"/>
                  </a:lnTo>
                  <a:lnTo>
                    <a:pt x="3810" y="62229"/>
                  </a:lnTo>
                  <a:close/>
                </a:path>
                <a:path w="3810" h="521970">
                  <a:moveTo>
                    <a:pt x="3810" y="55879"/>
                  </a:moveTo>
                  <a:lnTo>
                    <a:pt x="0" y="55879"/>
                  </a:lnTo>
                  <a:lnTo>
                    <a:pt x="0" y="60960"/>
                  </a:lnTo>
                  <a:lnTo>
                    <a:pt x="3810" y="60960"/>
                  </a:lnTo>
                  <a:lnTo>
                    <a:pt x="3810" y="55879"/>
                  </a:lnTo>
                  <a:close/>
                </a:path>
                <a:path w="3810" h="521970">
                  <a:moveTo>
                    <a:pt x="3810" y="49529"/>
                  </a:moveTo>
                  <a:lnTo>
                    <a:pt x="0" y="49529"/>
                  </a:lnTo>
                  <a:lnTo>
                    <a:pt x="0" y="54610"/>
                  </a:lnTo>
                  <a:lnTo>
                    <a:pt x="3810" y="54610"/>
                  </a:lnTo>
                  <a:lnTo>
                    <a:pt x="3810" y="49529"/>
                  </a:lnTo>
                  <a:close/>
                </a:path>
                <a:path w="3810" h="521970">
                  <a:moveTo>
                    <a:pt x="3810" y="43179"/>
                  </a:moveTo>
                  <a:lnTo>
                    <a:pt x="0" y="43179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3179"/>
                  </a:lnTo>
                  <a:close/>
                </a:path>
                <a:path w="3810" h="521970">
                  <a:moveTo>
                    <a:pt x="3810" y="36829"/>
                  </a:moveTo>
                  <a:lnTo>
                    <a:pt x="0" y="36829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6829"/>
                  </a:lnTo>
                  <a:close/>
                </a:path>
                <a:path w="3810" h="521970">
                  <a:moveTo>
                    <a:pt x="3810" y="30479"/>
                  </a:moveTo>
                  <a:lnTo>
                    <a:pt x="0" y="30479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30479"/>
                  </a:lnTo>
                  <a:close/>
                </a:path>
                <a:path w="3810" h="521970">
                  <a:moveTo>
                    <a:pt x="3810" y="24129"/>
                  </a:moveTo>
                  <a:lnTo>
                    <a:pt x="0" y="24129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4129"/>
                  </a:lnTo>
                  <a:close/>
                </a:path>
                <a:path w="3810" h="521970">
                  <a:moveTo>
                    <a:pt x="3810" y="17779"/>
                  </a:moveTo>
                  <a:lnTo>
                    <a:pt x="0" y="17779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7779"/>
                  </a:lnTo>
                  <a:close/>
                </a:path>
                <a:path w="3810" h="521970">
                  <a:moveTo>
                    <a:pt x="3810" y="11429"/>
                  </a:moveTo>
                  <a:lnTo>
                    <a:pt x="0" y="11429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1429"/>
                  </a:lnTo>
                  <a:close/>
                </a:path>
                <a:path w="3810" h="521970">
                  <a:moveTo>
                    <a:pt x="3810" y="5079"/>
                  </a:moveTo>
                  <a:lnTo>
                    <a:pt x="0" y="5079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5079"/>
                  </a:lnTo>
                  <a:close/>
                </a:path>
                <a:path w="3810" h="521970">
                  <a:moveTo>
                    <a:pt x="254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DBD0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5" name="object 3345"/>
            <p:cNvSpPr/>
            <p:nvPr/>
          </p:nvSpPr>
          <p:spPr>
            <a:xfrm>
              <a:off x="5742940" y="2919730"/>
              <a:ext cx="3810" cy="524510"/>
            </a:xfrm>
            <a:custGeom>
              <a:avLst/>
              <a:gdLst/>
              <a:ahLst/>
              <a:cxnLst/>
              <a:rect l="l" t="t" r="r" b="b"/>
              <a:pathLst>
                <a:path w="3810" h="524510">
                  <a:moveTo>
                    <a:pt x="3810" y="518159"/>
                  </a:moveTo>
                  <a:lnTo>
                    <a:pt x="0" y="518159"/>
                  </a:lnTo>
                  <a:lnTo>
                    <a:pt x="0" y="521969"/>
                  </a:lnTo>
                  <a:lnTo>
                    <a:pt x="2539" y="521969"/>
                  </a:lnTo>
                  <a:lnTo>
                    <a:pt x="2539" y="524509"/>
                  </a:lnTo>
                  <a:lnTo>
                    <a:pt x="3810" y="524509"/>
                  </a:lnTo>
                  <a:lnTo>
                    <a:pt x="3810" y="518159"/>
                  </a:lnTo>
                  <a:close/>
                </a:path>
                <a:path w="3810" h="524510">
                  <a:moveTo>
                    <a:pt x="3810" y="511809"/>
                  </a:moveTo>
                  <a:lnTo>
                    <a:pt x="0" y="511809"/>
                  </a:lnTo>
                  <a:lnTo>
                    <a:pt x="0" y="516889"/>
                  </a:lnTo>
                  <a:lnTo>
                    <a:pt x="3810" y="516889"/>
                  </a:lnTo>
                  <a:lnTo>
                    <a:pt x="3810" y="511809"/>
                  </a:lnTo>
                  <a:close/>
                </a:path>
                <a:path w="3810" h="524510">
                  <a:moveTo>
                    <a:pt x="3810" y="505459"/>
                  </a:moveTo>
                  <a:lnTo>
                    <a:pt x="0" y="505459"/>
                  </a:lnTo>
                  <a:lnTo>
                    <a:pt x="0" y="510539"/>
                  </a:lnTo>
                  <a:lnTo>
                    <a:pt x="3810" y="510539"/>
                  </a:lnTo>
                  <a:lnTo>
                    <a:pt x="3810" y="505459"/>
                  </a:lnTo>
                  <a:close/>
                </a:path>
                <a:path w="3810" h="524510">
                  <a:moveTo>
                    <a:pt x="3810" y="499109"/>
                  </a:moveTo>
                  <a:lnTo>
                    <a:pt x="0" y="499109"/>
                  </a:lnTo>
                  <a:lnTo>
                    <a:pt x="0" y="504189"/>
                  </a:lnTo>
                  <a:lnTo>
                    <a:pt x="3810" y="504189"/>
                  </a:lnTo>
                  <a:lnTo>
                    <a:pt x="3810" y="499109"/>
                  </a:lnTo>
                  <a:close/>
                </a:path>
                <a:path w="3810" h="524510">
                  <a:moveTo>
                    <a:pt x="3810" y="492759"/>
                  </a:moveTo>
                  <a:lnTo>
                    <a:pt x="0" y="492759"/>
                  </a:lnTo>
                  <a:lnTo>
                    <a:pt x="0" y="497839"/>
                  </a:lnTo>
                  <a:lnTo>
                    <a:pt x="3810" y="497839"/>
                  </a:lnTo>
                  <a:lnTo>
                    <a:pt x="3810" y="492759"/>
                  </a:lnTo>
                  <a:close/>
                </a:path>
                <a:path w="3810" h="524510">
                  <a:moveTo>
                    <a:pt x="3810" y="486409"/>
                  </a:moveTo>
                  <a:lnTo>
                    <a:pt x="0" y="486409"/>
                  </a:lnTo>
                  <a:lnTo>
                    <a:pt x="0" y="491489"/>
                  </a:lnTo>
                  <a:lnTo>
                    <a:pt x="3810" y="491489"/>
                  </a:lnTo>
                  <a:lnTo>
                    <a:pt x="3810" y="486409"/>
                  </a:lnTo>
                  <a:close/>
                </a:path>
                <a:path w="3810" h="524510">
                  <a:moveTo>
                    <a:pt x="3810" y="480059"/>
                  </a:moveTo>
                  <a:lnTo>
                    <a:pt x="0" y="480059"/>
                  </a:lnTo>
                  <a:lnTo>
                    <a:pt x="0" y="485139"/>
                  </a:lnTo>
                  <a:lnTo>
                    <a:pt x="3810" y="485139"/>
                  </a:lnTo>
                  <a:lnTo>
                    <a:pt x="3810" y="480059"/>
                  </a:lnTo>
                  <a:close/>
                </a:path>
                <a:path w="3810" h="524510">
                  <a:moveTo>
                    <a:pt x="3810" y="473709"/>
                  </a:moveTo>
                  <a:lnTo>
                    <a:pt x="0" y="473709"/>
                  </a:lnTo>
                  <a:lnTo>
                    <a:pt x="0" y="478789"/>
                  </a:lnTo>
                  <a:lnTo>
                    <a:pt x="3810" y="478789"/>
                  </a:lnTo>
                  <a:lnTo>
                    <a:pt x="3810" y="473709"/>
                  </a:lnTo>
                  <a:close/>
                </a:path>
                <a:path w="3810" h="524510">
                  <a:moveTo>
                    <a:pt x="3810" y="467359"/>
                  </a:moveTo>
                  <a:lnTo>
                    <a:pt x="0" y="467359"/>
                  </a:lnTo>
                  <a:lnTo>
                    <a:pt x="0" y="472439"/>
                  </a:lnTo>
                  <a:lnTo>
                    <a:pt x="3810" y="472439"/>
                  </a:lnTo>
                  <a:lnTo>
                    <a:pt x="3810" y="467359"/>
                  </a:lnTo>
                  <a:close/>
                </a:path>
                <a:path w="3810" h="524510">
                  <a:moveTo>
                    <a:pt x="3810" y="80009"/>
                  </a:moveTo>
                  <a:lnTo>
                    <a:pt x="0" y="80009"/>
                  </a:lnTo>
                  <a:lnTo>
                    <a:pt x="0" y="466089"/>
                  </a:lnTo>
                  <a:lnTo>
                    <a:pt x="3810" y="466089"/>
                  </a:lnTo>
                  <a:lnTo>
                    <a:pt x="3810" y="80009"/>
                  </a:lnTo>
                  <a:close/>
                </a:path>
                <a:path w="3810" h="524510">
                  <a:moveTo>
                    <a:pt x="3810" y="73659"/>
                  </a:moveTo>
                  <a:lnTo>
                    <a:pt x="0" y="73659"/>
                  </a:lnTo>
                  <a:lnTo>
                    <a:pt x="0" y="78739"/>
                  </a:lnTo>
                  <a:lnTo>
                    <a:pt x="3810" y="78739"/>
                  </a:lnTo>
                  <a:lnTo>
                    <a:pt x="3810" y="73659"/>
                  </a:lnTo>
                  <a:close/>
                </a:path>
                <a:path w="3810" h="524510">
                  <a:moveTo>
                    <a:pt x="3810" y="67309"/>
                  </a:moveTo>
                  <a:lnTo>
                    <a:pt x="0" y="67309"/>
                  </a:lnTo>
                  <a:lnTo>
                    <a:pt x="0" y="72389"/>
                  </a:lnTo>
                  <a:lnTo>
                    <a:pt x="3810" y="72389"/>
                  </a:lnTo>
                  <a:lnTo>
                    <a:pt x="3810" y="67309"/>
                  </a:lnTo>
                  <a:close/>
                </a:path>
                <a:path w="3810" h="524510">
                  <a:moveTo>
                    <a:pt x="3810" y="60959"/>
                  </a:moveTo>
                  <a:lnTo>
                    <a:pt x="0" y="60959"/>
                  </a:lnTo>
                  <a:lnTo>
                    <a:pt x="0" y="66039"/>
                  </a:lnTo>
                  <a:lnTo>
                    <a:pt x="3810" y="66039"/>
                  </a:lnTo>
                  <a:lnTo>
                    <a:pt x="3810" y="60959"/>
                  </a:lnTo>
                  <a:close/>
                </a:path>
                <a:path w="3810" h="524510">
                  <a:moveTo>
                    <a:pt x="3810" y="54609"/>
                  </a:moveTo>
                  <a:lnTo>
                    <a:pt x="0" y="54609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4609"/>
                  </a:lnTo>
                  <a:close/>
                </a:path>
                <a:path w="3810" h="524510">
                  <a:moveTo>
                    <a:pt x="3810" y="48259"/>
                  </a:moveTo>
                  <a:lnTo>
                    <a:pt x="0" y="48259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48259"/>
                  </a:lnTo>
                  <a:close/>
                </a:path>
                <a:path w="3810" h="524510">
                  <a:moveTo>
                    <a:pt x="3810" y="41909"/>
                  </a:moveTo>
                  <a:lnTo>
                    <a:pt x="0" y="41909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1909"/>
                  </a:lnTo>
                  <a:close/>
                </a:path>
                <a:path w="3810" h="524510">
                  <a:moveTo>
                    <a:pt x="3810" y="35559"/>
                  </a:moveTo>
                  <a:lnTo>
                    <a:pt x="0" y="35559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5559"/>
                  </a:lnTo>
                  <a:close/>
                </a:path>
                <a:path w="3810" h="524510">
                  <a:moveTo>
                    <a:pt x="3810" y="29209"/>
                  </a:moveTo>
                  <a:lnTo>
                    <a:pt x="0" y="29209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29209"/>
                  </a:lnTo>
                  <a:close/>
                </a:path>
                <a:path w="3810" h="524510">
                  <a:moveTo>
                    <a:pt x="3810" y="22859"/>
                  </a:moveTo>
                  <a:lnTo>
                    <a:pt x="0" y="22859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2859"/>
                  </a:lnTo>
                  <a:close/>
                </a:path>
                <a:path w="3810" h="524510">
                  <a:moveTo>
                    <a:pt x="3810" y="16509"/>
                  </a:moveTo>
                  <a:lnTo>
                    <a:pt x="0" y="16509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6509"/>
                  </a:lnTo>
                  <a:close/>
                </a:path>
                <a:path w="3810" h="524510">
                  <a:moveTo>
                    <a:pt x="3810" y="10159"/>
                  </a:moveTo>
                  <a:lnTo>
                    <a:pt x="0" y="1015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0159"/>
                  </a:lnTo>
                  <a:close/>
                </a:path>
                <a:path w="3810" h="524510">
                  <a:moveTo>
                    <a:pt x="3810" y="2539"/>
                  </a:moveTo>
                  <a:lnTo>
                    <a:pt x="2539" y="2539"/>
                  </a:lnTo>
                  <a:lnTo>
                    <a:pt x="2539" y="3809"/>
                  </a:lnTo>
                  <a:lnTo>
                    <a:pt x="0" y="380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39"/>
                  </a:lnTo>
                  <a:close/>
                </a:path>
                <a:path w="3810" h="524510">
                  <a:moveTo>
                    <a:pt x="127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39" y="2539"/>
                  </a:lnTo>
                  <a:lnTo>
                    <a:pt x="2539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DACF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6" name="object 3346"/>
            <p:cNvSpPr/>
            <p:nvPr/>
          </p:nvSpPr>
          <p:spPr>
            <a:xfrm>
              <a:off x="5746750" y="2922269"/>
              <a:ext cx="2540" cy="521970"/>
            </a:xfrm>
            <a:custGeom>
              <a:avLst/>
              <a:gdLst/>
              <a:ahLst/>
              <a:cxnLst/>
              <a:rect l="l" t="t" r="r" b="b"/>
              <a:pathLst>
                <a:path w="2539" h="521970">
                  <a:moveTo>
                    <a:pt x="2539" y="515619"/>
                  </a:moveTo>
                  <a:lnTo>
                    <a:pt x="0" y="515619"/>
                  </a:lnTo>
                  <a:lnTo>
                    <a:pt x="0" y="521969"/>
                  </a:lnTo>
                  <a:lnTo>
                    <a:pt x="1270" y="521969"/>
                  </a:lnTo>
                  <a:lnTo>
                    <a:pt x="1270" y="520700"/>
                  </a:lnTo>
                  <a:lnTo>
                    <a:pt x="2539" y="520700"/>
                  </a:lnTo>
                  <a:lnTo>
                    <a:pt x="2539" y="515619"/>
                  </a:lnTo>
                  <a:close/>
                </a:path>
                <a:path w="2539" h="521970">
                  <a:moveTo>
                    <a:pt x="2539" y="509269"/>
                  </a:moveTo>
                  <a:lnTo>
                    <a:pt x="0" y="509269"/>
                  </a:lnTo>
                  <a:lnTo>
                    <a:pt x="0" y="514350"/>
                  </a:lnTo>
                  <a:lnTo>
                    <a:pt x="2539" y="514350"/>
                  </a:lnTo>
                  <a:lnTo>
                    <a:pt x="2539" y="509269"/>
                  </a:lnTo>
                  <a:close/>
                </a:path>
                <a:path w="2539" h="521970">
                  <a:moveTo>
                    <a:pt x="2539" y="502919"/>
                  </a:moveTo>
                  <a:lnTo>
                    <a:pt x="0" y="502919"/>
                  </a:lnTo>
                  <a:lnTo>
                    <a:pt x="0" y="508000"/>
                  </a:lnTo>
                  <a:lnTo>
                    <a:pt x="2539" y="508000"/>
                  </a:lnTo>
                  <a:lnTo>
                    <a:pt x="2539" y="502919"/>
                  </a:lnTo>
                  <a:close/>
                </a:path>
                <a:path w="2539" h="521970">
                  <a:moveTo>
                    <a:pt x="2539" y="496569"/>
                  </a:moveTo>
                  <a:lnTo>
                    <a:pt x="0" y="496569"/>
                  </a:lnTo>
                  <a:lnTo>
                    <a:pt x="0" y="501650"/>
                  </a:lnTo>
                  <a:lnTo>
                    <a:pt x="2539" y="501650"/>
                  </a:lnTo>
                  <a:lnTo>
                    <a:pt x="2539" y="496569"/>
                  </a:lnTo>
                  <a:close/>
                </a:path>
                <a:path w="2539" h="521970">
                  <a:moveTo>
                    <a:pt x="2539" y="490219"/>
                  </a:moveTo>
                  <a:lnTo>
                    <a:pt x="0" y="490219"/>
                  </a:lnTo>
                  <a:lnTo>
                    <a:pt x="0" y="495300"/>
                  </a:lnTo>
                  <a:lnTo>
                    <a:pt x="2539" y="495300"/>
                  </a:lnTo>
                  <a:lnTo>
                    <a:pt x="2539" y="490219"/>
                  </a:lnTo>
                  <a:close/>
                </a:path>
                <a:path w="2539" h="521970">
                  <a:moveTo>
                    <a:pt x="2539" y="483869"/>
                  </a:moveTo>
                  <a:lnTo>
                    <a:pt x="0" y="483869"/>
                  </a:lnTo>
                  <a:lnTo>
                    <a:pt x="0" y="488950"/>
                  </a:lnTo>
                  <a:lnTo>
                    <a:pt x="2539" y="488950"/>
                  </a:lnTo>
                  <a:lnTo>
                    <a:pt x="2539" y="483869"/>
                  </a:lnTo>
                  <a:close/>
                </a:path>
                <a:path w="2539" h="521970">
                  <a:moveTo>
                    <a:pt x="2539" y="477519"/>
                  </a:moveTo>
                  <a:lnTo>
                    <a:pt x="0" y="477519"/>
                  </a:lnTo>
                  <a:lnTo>
                    <a:pt x="0" y="482600"/>
                  </a:lnTo>
                  <a:lnTo>
                    <a:pt x="2539" y="482600"/>
                  </a:lnTo>
                  <a:lnTo>
                    <a:pt x="2539" y="477519"/>
                  </a:lnTo>
                  <a:close/>
                </a:path>
                <a:path w="2539" h="521970">
                  <a:moveTo>
                    <a:pt x="2539" y="471169"/>
                  </a:moveTo>
                  <a:lnTo>
                    <a:pt x="0" y="471169"/>
                  </a:lnTo>
                  <a:lnTo>
                    <a:pt x="0" y="476250"/>
                  </a:lnTo>
                  <a:lnTo>
                    <a:pt x="2539" y="476250"/>
                  </a:lnTo>
                  <a:lnTo>
                    <a:pt x="2539" y="471169"/>
                  </a:lnTo>
                  <a:close/>
                </a:path>
                <a:path w="2539" h="521970">
                  <a:moveTo>
                    <a:pt x="2539" y="464819"/>
                  </a:moveTo>
                  <a:lnTo>
                    <a:pt x="0" y="464819"/>
                  </a:lnTo>
                  <a:lnTo>
                    <a:pt x="0" y="469900"/>
                  </a:lnTo>
                  <a:lnTo>
                    <a:pt x="2539" y="469900"/>
                  </a:lnTo>
                  <a:lnTo>
                    <a:pt x="2539" y="464819"/>
                  </a:lnTo>
                  <a:close/>
                </a:path>
                <a:path w="2539" h="521970">
                  <a:moveTo>
                    <a:pt x="2539" y="77469"/>
                  </a:moveTo>
                  <a:lnTo>
                    <a:pt x="0" y="77469"/>
                  </a:lnTo>
                  <a:lnTo>
                    <a:pt x="0" y="463550"/>
                  </a:lnTo>
                  <a:lnTo>
                    <a:pt x="2539" y="463550"/>
                  </a:lnTo>
                  <a:lnTo>
                    <a:pt x="2539" y="77469"/>
                  </a:lnTo>
                  <a:close/>
                </a:path>
                <a:path w="2539" h="521970">
                  <a:moveTo>
                    <a:pt x="2539" y="71119"/>
                  </a:moveTo>
                  <a:lnTo>
                    <a:pt x="0" y="71119"/>
                  </a:lnTo>
                  <a:lnTo>
                    <a:pt x="0" y="76200"/>
                  </a:lnTo>
                  <a:lnTo>
                    <a:pt x="2539" y="76200"/>
                  </a:lnTo>
                  <a:lnTo>
                    <a:pt x="2539" y="71119"/>
                  </a:lnTo>
                  <a:close/>
                </a:path>
                <a:path w="2539" h="521970">
                  <a:moveTo>
                    <a:pt x="2539" y="64769"/>
                  </a:moveTo>
                  <a:lnTo>
                    <a:pt x="0" y="64769"/>
                  </a:lnTo>
                  <a:lnTo>
                    <a:pt x="0" y="69850"/>
                  </a:lnTo>
                  <a:lnTo>
                    <a:pt x="2539" y="69850"/>
                  </a:lnTo>
                  <a:lnTo>
                    <a:pt x="2539" y="64769"/>
                  </a:lnTo>
                  <a:close/>
                </a:path>
                <a:path w="2539" h="521970">
                  <a:moveTo>
                    <a:pt x="2539" y="58419"/>
                  </a:moveTo>
                  <a:lnTo>
                    <a:pt x="0" y="58419"/>
                  </a:lnTo>
                  <a:lnTo>
                    <a:pt x="0" y="63500"/>
                  </a:lnTo>
                  <a:lnTo>
                    <a:pt x="2539" y="63500"/>
                  </a:lnTo>
                  <a:lnTo>
                    <a:pt x="2539" y="58419"/>
                  </a:lnTo>
                  <a:close/>
                </a:path>
                <a:path w="2539" h="521970">
                  <a:moveTo>
                    <a:pt x="2539" y="52069"/>
                  </a:moveTo>
                  <a:lnTo>
                    <a:pt x="0" y="52069"/>
                  </a:lnTo>
                  <a:lnTo>
                    <a:pt x="0" y="57150"/>
                  </a:lnTo>
                  <a:lnTo>
                    <a:pt x="2539" y="57150"/>
                  </a:lnTo>
                  <a:lnTo>
                    <a:pt x="2539" y="52069"/>
                  </a:lnTo>
                  <a:close/>
                </a:path>
                <a:path w="2539" h="521970">
                  <a:moveTo>
                    <a:pt x="2539" y="45719"/>
                  </a:moveTo>
                  <a:lnTo>
                    <a:pt x="0" y="45719"/>
                  </a:lnTo>
                  <a:lnTo>
                    <a:pt x="0" y="50800"/>
                  </a:lnTo>
                  <a:lnTo>
                    <a:pt x="2539" y="50800"/>
                  </a:lnTo>
                  <a:lnTo>
                    <a:pt x="2539" y="45719"/>
                  </a:lnTo>
                  <a:close/>
                </a:path>
                <a:path w="2539" h="521970">
                  <a:moveTo>
                    <a:pt x="2539" y="39369"/>
                  </a:moveTo>
                  <a:lnTo>
                    <a:pt x="0" y="39369"/>
                  </a:lnTo>
                  <a:lnTo>
                    <a:pt x="0" y="44450"/>
                  </a:lnTo>
                  <a:lnTo>
                    <a:pt x="2539" y="44450"/>
                  </a:lnTo>
                  <a:lnTo>
                    <a:pt x="2539" y="39369"/>
                  </a:lnTo>
                  <a:close/>
                </a:path>
                <a:path w="2539" h="521970">
                  <a:moveTo>
                    <a:pt x="2539" y="33019"/>
                  </a:moveTo>
                  <a:lnTo>
                    <a:pt x="0" y="33019"/>
                  </a:lnTo>
                  <a:lnTo>
                    <a:pt x="0" y="38100"/>
                  </a:lnTo>
                  <a:lnTo>
                    <a:pt x="2539" y="38100"/>
                  </a:lnTo>
                  <a:lnTo>
                    <a:pt x="2539" y="33019"/>
                  </a:lnTo>
                  <a:close/>
                </a:path>
                <a:path w="2539" h="521970">
                  <a:moveTo>
                    <a:pt x="2539" y="26669"/>
                  </a:moveTo>
                  <a:lnTo>
                    <a:pt x="0" y="26669"/>
                  </a:lnTo>
                  <a:lnTo>
                    <a:pt x="0" y="31750"/>
                  </a:lnTo>
                  <a:lnTo>
                    <a:pt x="2539" y="31750"/>
                  </a:lnTo>
                  <a:lnTo>
                    <a:pt x="2539" y="26669"/>
                  </a:lnTo>
                  <a:close/>
                </a:path>
                <a:path w="2539" h="521970">
                  <a:moveTo>
                    <a:pt x="2539" y="20319"/>
                  </a:moveTo>
                  <a:lnTo>
                    <a:pt x="0" y="20319"/>
                  </a:lnTo>
                  <a:lnTo>
                    <a:pt x="0" y="25400"/>
                  </a:lnTo>
                  <a:lnTo>
                    <a:pt x="2539" y="25400"/>
                  </a:lnTo>
                  <a:lnTo>
                    <a:pt x="2539" y="20319"/>
                  </a:lnTo>
                  <a:close/>
                </a:path>
                <a:path w="2539" h="521970">
                  <a:moveTo>
                    <a:pt x="2539" y="13969"/>
                  </a:moveTo>
                  <a:lnTo>
                    <a:pt x="0" y="13969"/>
                  </a:lnTo>
                  <a:lnTo>
                    <a:pt x="0" y="19050"/>
                  </a:lnTo>
                  <a:lnTo>
                    <a:pt x="2539" y="19050"/>
                  </a:lnTo>
                  <a:lnTo>
                    <a:pt x="2539" y="13969"/>
                  </a:lnTo>
                  <a:close/>
                </a:path>
                <a:path w="2539" h="521970">
                  <a:moveTo>
                    <a:pt x="2539" y="7619"/>
                  </a:moveTo>
                  <a:lnTo>
                    <a:pt x="0" y="7619"/>
                  </a:lnTo>
                  <a:lnTo>
                    <a:pt x="0" y="12700"/>
                  </a:lnTo>
                  <a:lnTo>
                    <a:pt x="2539" y="12700"/>
                  </a:lnTo>
                  <a:lnTo>
                    <a:pt x="2539" y="7619"/>
                  </a:lnTo>
                  <a:close/>
                </a:path>
                <a:path w="2539" h="521970">
                  <a:moveTo>
                    <a:pt x="1270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2539" y="6350"/>
                  </a:lnTo>
                  <a:lnTo>
                    <a:pt x="2539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D9CE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7" name="object 3347"/>
            <p:cNvSpPr/>
            <p:nvPr/>
          </p:nvSpPr>
          <p:spPr>
            <a:xfrm>
              <a:off x="5749290" y="2923540"/>
              <a:ext cx="3810" cy="523240"/>
            </a:xfrm>
            <a:custGeom>
              <a:avLst/>
              <a:gdLst/>
              <a:ahLst/>
              <a:cxnLst/>
              <a:rect l="l" t="t" r="r" b="b"/>
              <a:pathLst>
                <a:path w="3810" h="523239">
                  <a:moveTo>
                    <a:pt x="3810" y="520700"/>
                  </a:moveTo>
                  <a:lnTo>
                    <a:pt x="0" y="520700"/>
                  </a:lnTo>
                  <a:lnTo>
                    <a:pt x="0" y="521970"/>
                  </a:lnTo>
                  <a:lnTo>
                    <a:pt x="2539" y="521970"/>
                  </a:lnTo>
                  <a:lnTo>
                    <a:pt x="2539" y="523240"/>
                  </a:lnTo>
                  <a:lnTo>
                    <a:pt x="3810" y="523240"/>
                  </a:lnTo>
                  <a:lnTo>
                    <a:pt x="3810" y="520700"/>
                  </a:lnTo>
                  <a:close/>
                </a:path>
                <a:path w="3810" h="523239">
                  <a:moveTo>
                    <a:pt x="3810" y="514350"/>
                  </a:moveTo>
                  <a:lnTo>
                    <a:pt x="0" y="514350"/>
                  </a:lnTo>
                  <a:lnTo>
                    <a:pt x="0" y="519430"/>
                  </a:lnTo>
                  <a:lnTo>
                    <a:pt x="3810" y="519430"/>
                  </a:lnTo>
                  <a:lnTo>
                    <a:pt x="3810" y="514350"/>
                  </a:lnTo>
                  <a:close/>
                </a:path>
                <a:path w="3810" h="523239">
                  <a:moveTo>
                    <a:pt x="3810" y="508000"/>
                  </a:moveTo>
                  <a:lnTo>
                    <a:pt x="0" y="508000"/>
                  </a:lnTo>
                  <a:lnTo>
                    <a:pt x="0" y="513080"/>
                  </a:lnTo>
                  <a:lnTo>
                    <a:pt x="3810" y="513080"/>
                  </a:lnTo>
                  <a:lnTo>
                    <a:pt x="3810" y="508000"/>
                  </a:lnTo>
                  <a:close/>
                </a:path>
                <a:path w="3810" h="523239">
                  <a:moveTo>
                    <a:pt x="3810" y="501650"/>
                  </a:moveTo>
                  <a:lnTo>
                    <a:pt x="0" y="501650"/>
                  </a:lnTo>
                  <a:lnTo>
                    <a:pt x="0" y="506730"/>
                  </a:lnTo>
                  <a:lnTo>
                    <a:pt x="3810" y="506730"/>
                  </a:lnTo>
                  <a:lnTo>
                    <a:pt x="3810" y="501650"/>
                  </a:lnTo>
                  <a:close/>
                </a:path>
                <a:path w="3810" h="523239">
                  <a:moveTo>
                    <a:pt x="3810" y="495300"/>
                  </a:moveTo>
                  <a:lnTo>
                    <a:pt x="0" y="495300"/>
                  </a:lnTo>
                  <a:lnTo>
                    <a:pt x="0" y="500380"/>
                  </a:lnTo>
                  <a:lnTo>
                    <a:pt x="3810" y="500380"/>
                  </a:lnTo>
                  <a:lnTo>
                    <a:pt x="3810" y="495300"/>
                  </a:lnTo>
                  <a:close/>
                </a:path>
                <a:path w="3810" h="523239">
                  <a:moveTo>
                    <a:pt x="3810" y="488950"/>
                  </a:moveTo>
                  <a:lnTo>
                    <a:pt x="0" y="488950"/>
                  </a:lnTo>
                  <a:lnTo>
                    <a:pt x="0" y="494030"/>
                  </a:lnTo>
                  <a:lnTo>
                    <a:pt x="3810" y="494030"/>
                  </a:lnTo>
                  <a:lnTo>
                    <a:pt x="3810" y="488950"/>
                  </a:lnTo>
                  <a:close/>
                </a:path>
                <a:path w="3810" h="523239">
                  <a:moveTo>
                    <a:pt x="3810" y="482600"/>
                  </a:moveTo>
                  <a:lnTo>
                    <a:pt x="0" y="482600"/>
                  </a:lnTo>
                  <a:lnTo>
                    <a:pt x="0" y="487680"/>
                  </a:lnTo>
                  <a:lnTo>
                    <a:pt x="3810" y="487680"/>
                  </a:lnTo>
                  <a:lnTo>
                    <a:pt x="3810" y="482600"/>
                  </a:lnTo>
                  <a:close/>
                </a:path>
                <a:path w="3810" h="523239">
                  <a:moveTo>
                    <a:pt x="3810" y="476250"/>
                  </a:moveTo>
                  <a:lnTo>
                    <a:pt x="0" y="476250"/>
                  </a:lnTo>
                  <a:lnTo>
                    <a:pt x="0" y="481330"/>
                  </a:lnTo>
                  <a:lnTo>
                    <a:pt x="3810" y="481330"/>
                  </a:lnTo>
                  <a:lnTo>
                    <a:pt x="3810" y="476250"/>
                  </a:lnTo>
                  <a:close/>
                </a:path>
                <a:path w="3810" h="523239">
                  <a:moveTo>
                    <a:pt x="3810" y="469900"/>
                  </a:moveTo>
                  <a:lnTo>
                    <a:pt x="0" y="469900"/>
                  </a:lnTo>
                  <a:lnTo>
                    <a:pt x="0" y="474980"/>
                  </a:lnTo>
                  <a:lnTo>
                    <a:pt x="3810" y="474980"/>
                  </a:lnTo>
                  <a:lnTo>
                    <a:pt x="3810" y="469900"/>
                  </a:lnTo>
                  <a:close/>
                </a:path>
                <a:path w="3810" h="523239">
                  <a:moveTo>
                    <a:pt x="3810" y="463550"/>
                  </a:moveTo>
                  <a:lnTo>
                    <a:pt x="0" y="463550"/>
                  </a:lnTo>
                  <a:lnTo>
                    <a:pt x="0" y="468630"/>
                  </a:lnTo>
                  <a:lnTo>
                    <a:pt x="3810" y="468630"/>
                  </a:lnTo>
                  <a:lnTo>
                    <a:pt x="3810" y="463550"/>
                  </a:lnTo>
                  <a:close/>
                </a:path>
                <a:path w="3810" h="523239">
                  <a:moveTo>
                    <a:pt x="3810" y="76200"/>
                  </a:moveTo>
                  <a:lnTo>
                    <a:pt x="0" y="76200"/>
                  </a:lnTo>
                  <a:lnTo>
                    <a:pt x="0" y="462280"/>
                  </a:lnTo>
                  <a:lnTo>
                    <a:pt x="3810" y="462280"/>
                  </a:lnTo>
                  <a:lnTo>
                    <a:pt x="3810" y="76200"/>
                  </a:lnTo>
                  <a:close/>
                </a:path>
                <a:path w="3810" h="523239">
                  <a:moveTo>
                    <a:pt x="3810" y="69850"/>
                  </a:moveTo>
                  <a:lnTo>
                    <a:pt x="0" y="69850"/>
                  </a:lnTo>
                  <a:lnTo>
                    <a:pt x="0" y="74930"/>
                  </a:lnTo>
                  <a:lnTo>
                    <a:pt x="3810" y="74930"/>
                  </a:lnTo>
                  <a:lnTo>
                    <a:pt x="3810" y="69850"/>
                  </a:lnTo>
                  <a:close/>
                </a:path>
                <a:path w="3810" h="523239">
                  <a:moveTo>
                    <a:pt x="3810" y="63500"/>
                  </a:moveTo>
                  <a:lnTo>
                    <a:pt x="0" y="63500"/>
                  </a:lnTo>
                  <a:lnTo>
                    <a:pt x="0" y="68580"/>
                  </a:lnTo>
                  <a:lnTo>
                    <a:pt x="3810" y="68580"/>
                  </a:lnTo>
                  <a:lnTo>
                    <a:pt x="3810" y="63500"/>
                  </a:lnTo>
                  <a:close/>
                </a:path>
                <a:path w="3810" h="523239">
                  <a:moveTo>
                    <a:pt x="3810" y="57150"/>
                  </a:moveTo>
                  <a:lnTo>
                    <a:pt x="0" y="57150"/>
                  </a:lnTo>
                  <a:lnTo>
                    <a:pt x="0" y="62230"/>
                  </a:lnTo>
                  <a:lnTo>
                    <a:pt x="3810" y="62230"/>
                  </a:lnTo>
                  <a:lnTo>
                    <a:pt x="3810" y="57150"/>
                  </a:lnTo>
                  <a:close/>
                </a:path>
                <a:path w="3810" h="523239">
                  <a:moveTo>
                    <a:pt x="3810" y="50800"/>
                  </a:moveTo>
                  <a:lnTo>
                    <a:pt x="0" y="50800"/>
                  </a:lnTo>
                  <a:lnTo>
                    <a:pt x="0" y="55880"/>
                  </a:lnTo>
                  <a:lnTo>
                    <a:pt x="3810" y="55880"/>
                  </a:lnTo>
                  <a:lnTo>
                    <a:pt x="3810" y="50800"/>
                  </a:lnTo>
                  <a:close/>
                </a:path>
                <a:path w="3810" h="523239">
                  <a:moveTo>
                    <a:pt x="3810" y="44450"/>
                  </a:moveTo>
                  <a:lnTo>
                    <a:pt x="0" y="4445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4450"/>
                  </a:lnTo>
                  <a:close/>
                </a:path>
                <a:path w="3810" h="523239">
                  <a:moveTo>
                    <a:pt x="3810" y="38100"/>
                  </a:moveTo>
                  <a:lnTo>
                    <a:pt x="0" y="3810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38100"/>
                  </a:lnTo>
                  <a:close/>
                </a:path>
                <a:path w="3810" h="523239">
                  <a:moveTo>
                    <a:pt x="3810" y="31750"/>
                  </a:moveTo>
                  <a:lnTo>
                    <a:pt x="0" y="3175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1750"/>
                  </a:lnTo>
                  <a:close/>
                </a:path>
                <a:path w="3810" h="523239">
                  <a:moveTo>
                    <a:pt x="3810" y="25400"/>
                  </a:moveTo>
                  <a:lnTo>
                    <a:pt x="0" y="2540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25400"/>
                  </a:lnTo>
                  <a:close/>
                </a:path>
                <a:path w="3810" h="523239">
                  <a:moveTo>
                    <a:pt x="3810" y="19050"/>
                  </a:moveTo>
                  <a:lnTo>
                    <a:pt x="0" y="1905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9050"/>
                  </a:lnTo>
                  <a:close/>
                </a:path>
                <a:path w="3810" h="523239">
                  <a:moveTo>
                    <a:pt x="3810" y="12700"/>
                  </a:moveTo>
                  <a:lnTo>
                    <a:pt x="0" y="1270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2700"/>
                  </a:lnTo>
                  <a:close/>
                </a:path>
                <a:path w="3810" h="523239">
                  <a:moveTo>
                    <a:pt x="3810" y="6350"/>
                  </a:moveTo>
                  <a:lnTo>
                    <a:pt x="0" y="635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6350"/>
                  </a:lnTo>
                  <a:close/>
                </a:path>
                <a:path w="3810" h="523239">
                  <a:moveTo>
                    <a:pt x="127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lnTo>
                    <a:pt x="2539" y="2540"/>
                  </a:lnTo>
                  <a:lnTo>
                    <a:pt x="2539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D8CD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8" name="object 3348"/>
            <p:cNvSpPr/>
            <p:nvPr/>
          </p:nvSpPr>
          <p:spPr>
            <a:xfrm>
              <a:off x="5753100" y="2926080"/>
              <a:ext cx="3810" cy="524510"/>
            </a:xfrm>
            <a:custGeom>
              <a:avLst/>
              <a:gdLst/>
              <a:ahLst/>
              <a:cxnLst/>
              <a:rect l="l" t="t" r="r" b="b"/>
              <a:pathLst>
                <a:path w="3810" h="524510">
                  <a:moveTo>
                    <a:pt x="3810" y="518159"/>
                  </a:moveTo>
                  <a:lnTo>
                    <a:pt x="0" y="518159"/>
                  </a:lnTo>
                  <a:lnTo>
                    <a:pt x="0" y="520700"/>
                  </a:lnTo>
                  <a:lnTo>
                    <a:pt x="1270" y="520700"/>
                  </a:lnTo>
                  <a:lnTo>
                    <a:pt x="1270" y="521969"/>
                  </a:lnTo>
                  <a:lnTo>
                    <a:pt x="2539" y="521969"/>
                  </a:lnTo>
                  <a:lnTo>
                    <a:pt x="2539" y="524509"/>
                  </a:lnTo>
                  <a:lnTo>
                    <a:pt x="3810" y="524509"/>
                  </a:lnTo>
                  <a:lnTo>
                    <a:pt x="3810" y="518159"/>
                  </a:lnTo>
                  <a:close/>
                </a:path>
                <a:path w="3810" h="524510">
                  <a:moveTo>
                    <a:pt x="3810" y="511809"/>
                  </a:moveTo>
                  <a:lnTo>
                    <a:pt x="0" y="511809"/>
                  </a:lnTo>
                  <a:lnTo>
                    <a:pt x="0" y="516889"/>
                  </a:lnTo>
                  <a:lnTo>
                    <a:pt x="3810" y="516889"/>
                  </a:lnTo>
                  <a:lnTo>
                    <a:pt x="3810" y="511809"/>
                  </a:lnTo>
                  <a:close/>
                </a:path>
                <a:path w="3810" h="524510">
                  <a:moveTo>
                    <a:pt x="3810" y="505459"/>
                  </a:moveTo>
                  <a:lnTo>
                    <a:pt x="0" y="505459"/>
                  </a:lnTo>
                  <a:lnTo>
                    <a:pt x="0" y="510539"/>
                  </a:lnTo>
                  <a:lnTo>
                    <a:pt x="3810" y="510539"/>
                  </a:lnTo>
                  <a:lnTo>
                    <a:pt x="3810" y="505459"/>
                  </a:lnTo>
                  <a:close/>
                </a:path>
                <a:path w="3810" h="524510">
                  <a:moveTo>
                    <a:pt x="3810" y="499109"/>
                  </a:moveTo>
                  <a:lnTo>
                    <a:pt x="0" y="499109"/>
                  </a:lnTo>
                  <a:lnTo>
                    <a:pt x="0" y="504189"/>
                  </a:lnTo>
                  <a:lnTo>
                    <a:pt x="3810" y="504189"/>
                  </a:lnTo>
                  <a:lnTo>
                    <a:pt x="3810" y="499109"/>
                  </a:lnTo>
                  <a:close/>
                </a:path>
                <a:path w="3810" h="524510">
                  <a:moveTo>
                    <a:pt x="3810" y="492759"/>
                  </a:moveTo>
                  <a:lnTo>
                    <a:pt x="0" y="492759"/>
                  </a:lnTo>
                  <a:lnTo>
                    <a:pt x="0" y="497839"/>
                  </a:lnTo>
                  <a:lnTo>
                    <a:pt x="3810" y="497839"/>
                  </a:lnTo>
                  <a:lnTo>
                    <a:pt x="3810" y="492759"/>
                  </a:lnTo>
                  <a:close/>
                </a:path>
                <a:path w="3810" h="524510">
                  <a:moveTo>
                    <a:pt x="3810" y="486409"/>
                  </a:moveTo>
                  <a:lnTo>
                    <a:pt x="0" y="486409"/>
                  </a:lnTo>
                  <a:lnTo>
                    <a:pt x="0" y="491489"/>
                  </a:lnTo>
                  <a:lnTo>
                    <a:pt x="3810" y="491489"/>
                  </a:lnTo>
                  <a:lnTo>
                    <a:pt x="3810" y="486409"/>
                  </a:lnTo>
                  <a:close/>
                </a:path>
                <a:path w="3810" h="524510">
                  <a:moveTo>
                    <a:pt x="3810" y="480059"/>
                  </a:moveTo>
                  <a:lnTo>
                    <a:pt x="0" y="480059"/>
                  </a:lnTo>
                  <a:lnTo>
                    <a:pt x="0" y="485139"/>
                  </a:lnTo>
                  <a:lnTo>
                    <a:pt x="3810" y="485139"/>
                  </a:lnTo>
                  <a:lnTo>
                    <a:pt x="3810" y="480059"/>
                  </a:lnTo>
                  <a:close/>
                </a:path>
                <a:path w="3810" h="524510">
                  <a:moveTo>
                    <a:pt x="3810" y="473709"/>
                  </a:moveTo>
                  <a:lnTo>
                    <a:pt x="0" y="473709"/>
                  </a:lnTo>
                  <a:lnTo>
                    <a:pt x="0" y="478789"/>
                  </a:lnTo>
                  <a:lnTo>
                    <a:pt x="3810" y="478789"/>
                  </a:lnTo>
                  <a:lnTo>
                    <a:pt x="3810" y="473709"/>
                  </a:lnTo>
                  <a:close/>
                </a:path>
                <a:path w="3810" h="524510">
                  <a:moveTo>
                    <a:pt x="3810" y="467359"/>
                  </a:moveTo>
                  <a:lnTo>
                    <a:pt x="0" y="467359"/>
                  </a:lnTo>
                  <a:lnTo>
                    <a:pt x="0" y="472439"/>
                  </a:lnTo>
                  <a:lnTo>
                    <a:pt x="3810" y="472439"/>
                  </a:lnTo>
                  <a:lnTo>
                    <a:pt x="3810" y="467359"/>
                  </a:lnTo>
                  <a:close/>
                </a:path>
                <a:path w="3810" h="524510">
                  <a:moveTo>
                    <a:pt x="3810" y="461009"/>
                  </a:moveTo>
                  <a:lnTo>
                    <a:pt x="0" y="461009"/>
                  </a:lnTo>
                  <a:lnTo>
                    <a:pt x="0" y="466089"/>
                  </a:lnTo>
                  <a:lnTo>
                    <a:pt x="3810" y="466089"/>
                  </a:lnTo>
                  <a:lnTo>
                    <a:pt x="3810" y="461009"/>
                  </a:lnTo>
                  <a:close/>
                </a:path>
                <a:path w="3810" h="524510">
                  <a:moveTo>
                    <a:pt x="3810" y="73659"/>
                  </a:moveTo>
                  <a:lnTo>
                    <a:pt x="0" y="73659"/>
                  </a:lnTo>
                  <a:lnTo>
                    <a:pt x="0" y="459739"/>
                  </a:lnTo>
                  <a:lnTo>
                    <a:pt x="3810" y="459739"/>
                  </a:lnTo>
                  <a:lnTo>
                    <a:pt x="3810" y="73659"/>
                  </a:lnTo>
                  <a:close/>
                </a:path>
                <a:path w="3810" h="524510">
                  <a:moveTo>
                    <a:pt x="3810" y="67309"/>
                  </a:moveTo>
                  <a:lnTo>
                    <a:pt x="0" y="67309"/>
                  </a:lnTo>
                  <a:lnTo>
                    <a:pt x="0" y="72389"/>
                  </a:lnTo>
                  <a:lnTo>
                    <a:pt x="3810" y="72389"/>
                  </a:lnTo>
                  <a:lnTo>
                    <a:pt x="3810" y="67309"/>
                  </a:lnTo>
                  <a:close/>
                </a:path>
                <a:path w="3810" h="524510">
                  <a:moveTo>
                    <a:pt x="3810" y="60959"/>
                  </a:moveTo>
                  <a:lnTo>
                    <a:pt x="0" y="60959"/>
                  </a:lnTo>
                  <a:lnTo>
                    <a:pt x="0" y="66039"/>
                  </a:lnTo>
                  <a:lnTo>
                    <a:pt x="3810" y="66039"/>
                  </a:lnTo>
                  <a:lnTo>
                    <a:pt x="3810" y="60959"/>
                  </a:lnTo>
                  <a:close/>
                </a:path>
                <a:path w="3810" h="524510">
                  <a:moveTo>
                    <a:pt x="3810" y="54609"/>
                  </a:moveTo>
                  <a:lnTo>
                    <a:pt x="0" y="54609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4609"/>
                  </a:lnTo>
                  <a:close/>
                </a:path>
                <a:path w="3810" h="524510">
                  <a:moveTo>
                    <a:pt x="3810" y="48259"/>
                  </a:moveTo>
                  <a:lnTo>
                    <a:pt x="0" y="48259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48259"/>
                  </a:lnTo>
                  <a:close/>
                </a:path>
                <a:path w="3810" h="524510">
                  <a:moveTo>
                    <a:pt x="3810" y="41909"/>
                  </a:moveTo>
                  <a:lnTo>
                    <a:pt x="0" y="41909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1909"/>
                  </a:lnTo>
                  <a:close/>
                </a:path>
                <a:path w="3810" h="524510">
                  <a:moveTo>
                    <a:pt x="3810" y="35559"/>
                  </a:moveTo>
                  <a:lnTo>
                    <a:pt x="0" y="35559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5559"/>
                  </a:lnTo>
                  <a:close/>
                </a:path>
                <a:path w="3810" h="524510">
                  <a:moveTo>
                    <a:pt x="3810" y="29209"/>
                  </a:moveTo>
                  <a:lnTo>
                    <a:pt x="0" y="29209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29209"/>
                  </a:lnTo>
                  <a:close/>
                </a:path>
                <a:path w="3810" h="524510">
                  <a:moveTo>
                    <a:pt x="3810" y="22859"/>
                  </a:moveTo>
                  <a:lnTo>
                    <a:pt x="0" y="22859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2859"/>
                  </a:lnTo>
                  <a:close/>
                </a:path>
                <a:path w="3810" h="524510">
                  <a:moveTo>
                    <a:pt x="3810" y="16509"/>
                  </a:moveTo>
                  <a:lnTo>
                    <a:pt x="0" y="16509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6509"/>
                  </a:lnTo>
                  <a:close/>
                </a:path>
                <a:path w="3810" h="524510">
                  <a:moveTo>
                    <a:pt x="3810" y="10159"/>
                  </a:moveTo>
                  <a:lnTo>
                    <a:pt x="0" y="1015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0159"/>
                  </a:lnTo>
                  <a:close/>
                </a:path>
                <a:path w="3810" h="524510">
                  <a:moveTo>
                    <a:pt x="3810" y="3809"/>
                  </a:moveTo>
                  <a:lnTo>
                    <a:pt x="0" y="380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3809"/>
                  </a:lnTo>
                  <a:close/>
                </a:path>
                <a:path w="3810" h="524510">
                  <a:moveTo>
                    <a:pt x="127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D8CC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9" name="object 3349"/>
            <p:cNvSpPr/>
            <p:nvPr/>
          </p:nvSpPr>
          <p:spPr>
            <a:xfrm>
              <a:off x="5756909" y="2928619"/>
              <a:ext cx="3810" cy="521970"/>
            </a:xfrm>
            <a:custGeom>
              <a:avLst/>
              <a:gdLst/>
              <a:ahLst/>
              <a:cxnLst/>
              <a:rect l="l" t="t" r="r" b="b"/>
              <a:pathLst>
                <a:path w="3810" h="521970">
                  <a:moveTo>
                    <a:pt x="3810" y="515619"/>
                  </a:moveTo>
                  <a:lnTo>
                    <a:pt x="0" y="515619"/>
                  </a:lnTo>
                  <a:lnTo>
                    <a:pt x="0" y="521969"/>
                  </a:lnTo>
                  <a:lnTo>
                    <a:pt x="1269" y="521969"/>
                  </a:lnTo>
                  <a:lnTo>
                    <a:pt x="1269" y="520700"/>
                  </a:lnTo>
                  <a:lnTo>
                    <a:pt x="3810" y="520700"/>
                  </a:lnTo>
                  <a:lnTo>
                    <a:pt x="3810" y="515619"/>
                  </a:lnTo>
                  <a:close/>
                </a:path>
                <a:path w="3810" h="521970">
                  <a:moveTo>
                    <a:pt x="3810" y="509269"/>
                  </a:moveTo>
                  <a:lnTo>
                    <a:pt x="0" y="509269"/>
                  </a:lnTo>
                  <a:lnTo>
                    <a:pt x="0" y="514350"/>
                  </a:lnTo>
                  <a:lnTo>
                    <a:pt x="3810" y="514350"/>
                  </a:lnTo>
                  <a:lnTo>
                    <a:pt x="3810" y="509269"/>
                  </a:lnTo>
                  <a:close/>
                </a:path>
                <a:path w="3810" h="521970">
                  <a:moveTo>
                    <a:pt x="3810" y="502919"/>
                  </a:moveTo>
                  <a:lnTo>
                    <a:pt x="0" y="502919"/>
                  </a:lnTo>
                  <a:lnTo>
                    <a:pt x="0" y="508000"/>
                  </a:lnTo>
                  <a:lnTo>
                    <a:pt x="3810" y="508000"/>
                  </a:lnTo>
                  <a:lnTo>
                    <a:pt x="3810" y="502919"/>
                  </a:lnTo>
                  <a:close/>
                </a:path>
                <a:path w="3810" h="521970">
                  <a:moveTo>
                    <a:pt x="3810" y="496569"/>
                  </a:moveTo>
                  <a:lnTo>
                    <a:pt x="0" y="496569"/>
                  </a:lnTo>
                  <a:lnTo>
                    <a:pt x="0" y="501650"/>
                  </a:lnTo>
                  <a:lnTo>
                    <a:pt x="3810" y="501650"/>
                  </a:lnTo>
                  <a:lnTo>
                    <a:pt x="3810" y="496569"/>
                  </a:lnTo>
                  <a:close/>
                </a:path>
                <a:path w="3810" h="521970">
                  <a:moveTo>
                    <a:pt x="3810" y="490219"/>
                  </a:moveTo>
                  <a:lnTo>
                    <a:pt x="0" y="490219"/>
                  </a:lnTo>
                  <a:lnTo>
                    <a:pt x="0" y="495300"/>
                  </a:lnTo>
                  <a:lnTo>
                    <a:pt x="3810" y="495300"/>
                  </a:lnTo>
                  <a:lnTo>
                    <a:pt x="3810" y="490219"/>
                  </a:lnTo>
                  <a:close/>
                </a:path>
                <a:path w="3810" h="521970">
                  <a:moveTo>
                    <a:pt x="3810" y="483869"/>
                  </a:moveTo>
                  <a:lnTo>
                    <a:pt x="0" y="483869"/>
                  </a:lnTo>
                  <a:lnTo>
                    <a:pt x="0" y="488950"/>
                  </a:lnTo>
                  <a:lnTo>
                    <a:pt x="3810" y="488950"/>
                  </a:lnTo>
                  <a:lnTo>
                    <a:pt x="3810" y="483869"/>
                  </a:lnTo>
                  <a:close/>
                </a:path>
                <a:path w="3810" h="521970">
                  <a:moveTo>
                    <a:pt x="3810" y="477519"/>
                  </a:moveTo>
                  <a:lnTo>
                    <a:pt x="0" y="477519"/>
                  </a:lnTo>
                  <a:lnTo>
                    <a:pt x="0" y="482600"/>
                  </a:lnTo>
                  <a:lnTo>
                    <a:pt x="3810" y="482600"/>
                  </a:lnTo>
                  <a:lnTo>
                    <a:pt x="3810" y="477519"/>
                  </a:lnTo>
                  <a:close/>
                </a:path>
                <a:path w="3810" h="521970">
                  <a:moveTo>
                    <a:pt x="3810" y="471169"/>
                  </a:moveTo>
                  <a:lnTo>
                    <a:pt x="0" y="471169"/>
                  </a:lnTo>
                  <a:lnTo>
                    <a:pt x="0" y="476250"/>
                  </a:lnTo>
                  <a:lnTo>
                    <a:pt x="3810" y="476250"/>
                  </a:lnTo>
                  <a:lnTo>
                    <a:pt x="3810" y="471169"/>
                  </a:lnTo>
                  <a:close/>
                </a:path>
                <a:path w="3810" h="521970">
                  <a:moveTo>
                    <a:pt x="3810" y="464819"/>
                  </a:moveTo>
                  <a:lnTo>
                    <a:pt x="0" y="464819"/>
                  </a:lnTo>
                  <a:lnTo>
                    <a:pt x="0" y="469900"/>
                  </a:lnTo>
                  <a:lnTo>
                    <a:pt x="3810" y="469900"/>
                  </a:lnTo>
                  <a:lnTo>
                    <a:pt x="3810" y="464819"/>
                  </a:lnTo>
                  <a:close/>
                </a:path>
                <a:path w="3810" h="521970">
                  <a:moveTo>
                    <a:pt x="3810" y="458469"/>
                  </a:moveTo>
                  <a:lnTo>
                    <a:pt x="0" y="458469"/>
                  </a:lnTo>
                  <a:lnTo>
                    <a:pt x="0" y="463550"/>
                  </a:lnTo>
                  <a:lnTo>
                    <a:pt x="3810" y="463550"/>
                  </a:lnTo>
                  <a:lnTo>
                    <a:pt x="3810" y="458469"/>
                  </a:lnTo>
                  <a:close/>
                </a:path>
                <a:path w="3810" h="521970">
                  <a:moveTo>
                    <a:pt x="3810" y="71119"/>
                  </a:moveTo>
                  <a:lnTo>
                    <a:pt x="0" y="71119"/>
                  </a:lnTo>
                  <a:lnTo>
                    <a:pt x="0" y="457200"/>
                  </a:lnTo>
                  <a:lnTo>
                    <a:pt x="3810" y="457200"/>
                  </a:lnTo>
                  <a:lnTo>
                    <a:pt x="3810" y="71119"/>
                  </a:lnTo>
                  <a:close/>
                </a:path>
                <a:path w="3810" h="521970">
                  <a:moveTo>
                    <a:pt x="3810" y="64769"/>
                  </a:moveTo>
                  <a:lnTo>
                    <a:pt x="0" y="64769"/>
                  </a:lnTo>
                  <a:lnTo>
                    <a:pt x="0" y="69850"/>
                  </a:lnTo>
                  <a:lnTo>
                    <a:pt x="3810" y="69850"/>
                  </a:lnTo>
                  <a:lnTo>
                    <a:pt x="3810" y="64769"/>
                  </a:lnTo>
                  <a:close/>
                </a:path>
                <a:path w="3810" h="521970">
                  <a:moveTo>
                    <a:pt x="3810" y="58419"/>
                  </a:moveTo>
                  <a:lnTo>
                    <a:pt x="0" y="58419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58419"/>
                  </a:lnTo>
                  <a:close/>
                </a:path>
                <a:path w="3810" h="521970">
                  <a:moveTo>
                    <a:pt x="3810" y="52069"/>
                  </a:moveTo>
                  <a:lnTo>
                    <a:pt x="0" y="52069"/>
                  </a:lnTo>
                  <a:lnTo>
                    <a:pt x="0" y="57150"/>
                  </a:lnTo>
                  <a:lnTo>
                    <a:pt x="3810" y="57150"/>
                  </a:lnTo>
                  <a:lnTo>
                    <a:pt x="3810" y="52069"/>
                  </a:lnTo>
                  <a:close/>
                </a:path>
                <a:path w="3810" h="521970">
                  <a:moveTo>
                    <a:pt x="3810" y="45719"/>
                  </a:moveTo>
                  <a:lnTo>
                    <a:pt x="0" y="45719"/>
                  </a:lnTo>
                  <a:lnTo>
                    <a:pt x="0" y="50800"/>
                  </a:lnTo>
                  <a:lnTo>
                    <a:pt x="3810" y="50800"/>
                  </a:lnTo>
                  <a:lnTo>
                    <a:pt x="3810" y="45719"/>
                  </a:lnTo>
                  <a:close/>
                </a:path>
                <a:path w="3810" h="521970">
                  <a:moveTo>
                    <a:pt x="3810" y="39369"/>
                  </a:moveTo>
                  <a:lnTo>
                    <a:pt x="0" y="39369"/>
                  </a:lnTo>
                  <a:lnTo>
                    <a:pt x="0" y="44450"/>
                  </a:lnTo>
                  <a:lnTo>
                    <a:pt x="3810" y="44450"/>
                  </a:lnTo>
                  <a:lnTo>
                    <a:pt x="3810" y="39369"/>
                  </a:lnTo>
                  <a:close/>
                </a:path>
                <a:path w="3810" h="521970">
                  <a:moveTo>
                    <a:pt x="3810" y="33019"/>
                  </a:moveTo>
                  <a:lnTo>
                    <a:pt x="0" y="33019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3019"/>
                  </a:lnTo>
                  <a:close/>
                </a:path>
                <a:path w="3810" h="521970">
                  <a:moveTo>
                    <a:pt x="3810" y="26669"/>
                  </a:moveTo>
                  <a:lnTo>
                    <a:pt x="0" y="26669"/>
                  </a:lnTo>
                  <a:lnTo>
                    <a:pt x="0" y="31750"/>
                  </a:lnTo>
                  <a:lnTo>
                    <a:pt x="3810" y="31750"/>
                  </a:lnTo>
                  <a:lnTo>
                    <a:pt x="3810" y="26669"/>
                  </a:lnTo>
                  <a:close/>
                </a:path>
                <a:path w="3810" h="521970">
                  <a:moveTo>
                    <a:pt x="3810" y="20319"/>
                  </a:moveTo>
                  <a:lnTo>
                    <a:pt x="0" y="20319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0319"/>
                  </a:lnTo>
                  <a:close/>
                </a:path>
                <a:path w="3810" h="521970">
                  <a:moveTo>
                    <a:pt x="3810" y="13969"/>
                  </a:moveTo>
                  <a:lnTo>
                    <a:pt x="0" y="13969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3969"/>
                  </a:lnTo>
                  <a:close/>
                </a:path>
                <a:path w="3810" h="521970">
                  <a:moveTo>
                    <a:pt x="3810" y="7619"/>
                  </a:moveTo>
                  <a:lnTo>
                    <a:pt x="0" y="7619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7619"/>
                  </a:lnTo>
                  <a:close/>
                </a:path>
                <a:path w="3810" h="521970">
                  <a:moveTo>
                    <a:pt x="1269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D7C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0" name="object 3350"/>
            <p:cNvSpPr/>
            <p:nvPr/>
          </p:nvSpPr>
          <p:spPr>
            <a:xfrm>
              <a:off x="5760719" y="2931160"/>
              <a:ext cx="3810" cy="521970"/>
            </a:xfrm>
            <a:custGeom>
              <a:avLst/>
              <a:gdLst/>
              <a:ahLst/>
              <a:cxnLst/>
              <a:rect l="l" t="t" r="r" b="b"/>
              <a:pathLst>
                <a:path w="3810" h="521970">
                  <a:moveTo>
                    <a:pt x="3809" y="519429"/>
                  </a:moveTo>
                  <a:lnTo>
                    <a:pt x="0" y="519429"/>
                  </a:lnTo>
                  <a:lnTo>
                    <a:pt x="0" y="520700"/>
                  </a:lnTo>
                  <a:lnTo>
                    <a:pt x="2539" y="520700"/>
                  </a:lnTo>
                  <a:lnTo>
                    <a:pt x="2539" y="521970"/>
                  </a:lnTo>
                  <a:lnTo>
                    <a:pt x="3809" y="521970"/>
                  </a:lnTo>
                  <a:lnTo>
                    <a:pt x="3809" y="519429"/>
                  </a:lnTo>
                  <a:close/>
                </a:path>
                <a:path w="3810" h="521970">
                  <a:moveTo>
                    <a:pt x="3809" y="513079"/>
                  </a:moveTo>
                  <a:lnTo>
                    <a:pt x="0" y="513079"/>
                  </a:lnTo>
                  <a:lnTo>
                    <a:pt x="0" y="518160"/>
                  </a:lnTo>
                  <a:lnTo>
                    <a:pt x="3809" y="518160"/>
                  </a:lnTo>
                  <a:lnTo>
                    <a:pt x="3809" y="513079"/>
                  </a:lnTo>
                  <a:close/>
                </a:path>
                <a:path w="3810" h="521970">
                  <a:moveTo>
                    <a:pt x="3809" y="506729"/>
                  </a:moveTo>
                  <a:lnTo>
                    <a:pt x="0" y="506729"/>
                  </a:lnTo>
                  <a:lnTo>
                    <a:pt x="0" y="511810"/>
                  </a:lnTo>
                  <a:lnTo>
                    <a:pt x="3809" y="511810"/>
                  </a:lnTo>
                  <a:lnTo>
                    <a:pt x="3809" y="506729"/>
                  </a:lnTo>
                  <a:close/>
                </a:path>
                <a:path w="3810" h="521970">
                  <a:moveTo>
                    <a:pt x="3809" y="500379"/>
                  </a:moveTo>
                  <a:lnTo>
                    <a:pt x="0" y="500379"/>
                  </a:lnTo>
                  <a:lnTo>
                    <a:pt x="0" y="505460"/>
                  </a:lnTo>
                  <a:lnTo>
                    <a:pt x="3809" y="505460"/>
                  </a:lnTo>
                  <a:lnTo>
                    <a:pt x="3809" y="500379"/>
                  </a:lnTo>
                  <a:close/>
                </a:path>
                <a:path w="3810" h="521970">
                  <a:moveTo>
                    <a:pt x="3809" y="494029"/>
                  </a:moveTo>
                  <a:lnTo>
                    <a:pt x="0" y="494029"/>
                  </a:lnTo>
                  <a:lnTo>
                    <a:pt x="0" y="499110"/>
                  </a:lnTo>
                  <a:lnTo>
                    <a:pt x="3809" y="499110"/>
                  </a:lnTo>
                  <a:lnTo>
                    <a:pt x="3809" y="494029"/>
                  </a:lnTo>
                  <a:close/>
                </a:path>
                <a:path w="3810" h="521970">
                  <a:moveTo>
                    <a:pt x="3809" y="487679"/>
                  </a:moveTo>
                  <a:lnTo>
                    <a:pt x="0" y="487679"/>
                  </a:lnTo>
                  <a:lnTo>
                    <a:pt x="0" y="492760"/>
                  </a:lnTo>
                  <a:lnTo>
                    <a:pt x="3809" y="492760"/>
                  </a:lnTo>
                  <a:lnTo>
                    <a:pt x="3809" y="487679"/>
                  </a:lnTo>
                  <a:close/>
                </a:path>
                <a:path w="3810" h="521970">
                  <a:moveTo>
                    <a:pt x="3809" y="481329"/>
                  </a:moveTo>
                  <a:lnTo>
                    <a:pt x="0" y="481329"/>
                  </a:lnTo>
                  <a:lnTo>
                    <a:pt x="0" y="486410"/>
                  </a:lnTo>
                  <a:lnTo>
                    <a:pt x="3809" y="486410"/>
                  </a:lnTo>
                  <a:lnTo>
                    <a:pt x="3809" y="481329"/>
                  </a:lnTo>
                  <a:close/>
                </a:path>
                <a:path w="3810" h="521970">
                  <a:moveTo>
                    <a:pt x="3809" y="474979"/>
                  </a:moveTo>
                  <a:lnTo>
                    <a:pt x="0" y="474979"/>
                  </a:lnTo>
                  <a:lnTo>
                    <a:pt x="0" y="480060"/>
                  </a:lnTo>
                  <a:lnTo>
                    <a:pt x="3809" y="480060"/>
                  </a:lnTo>
                  <a:lnTo>
                    <a:pt x="3809" y="474979"/>
                  </a:lnTo>
                  <a:close/>
                </a:path>
                <a:path w="3810" h="521970">
                  <a:moveTo>
                    <a:pt x="3809" y="468629"/>
                  </a:moveTo>
                  <a:lnTo>
                    <a:pt x="0" y="468629"/>
                  </a:lnTo>
                  <a:lnTo>
                    <a:pt x="0" y="473710"/>
                  </a:lnTo>
                  <a:lnTo>
                    <a:pt x="3809" y="473710"/>
                  </a:lnTo>
                  <a:lnTo>
                    <a:pt x="3809" y="468629"/>
                  </a:lnTo>
                  <a:close/>
                </a:path>
                <a:path w="3810" h="521970">
                  <a:moveTo>
                    <a:pt x="3809" y="462279"/>
                  </a:moveTo>
                  <a:lnTo>
                    <a:pt x="0" y="462279"/>
                  </a:lnTo>
                  <a:lnTo>
                    <a:pt x="0" y="467360"/>
                  </a:lnTo>
                  <a:lnTo>
                    <a:pt x="3809" y="467360"/>
                  </a:lnTo>
                  <a:lnTo>
                    <a:pt x="3809" y="462279"/>
                  </a:lnTo>
                  <a:close/>
                </a:path>
                <a:path w="3810" h="521970">
                  <a:moveTo>
                    <a:pt x="3809" y="455929"/>
                  </a:moveTo>
                  <a:lnTo>
                    <a:pt x="0" y="455929"/>
                  </a:lnTo>
                  <a:lnTo>
                    <a:pt x="0" y="461010"/>
                  </a:lnTo>
                  <a:lnTo>
                    <a:pt x="3809" y="461010"/>
                  </a:lnTo>
                  <a:lnTo>
                    <a:pt x="3809" y="455929"/>
                  </a:lnTo>
                  <a:close/>
                </a:path>
                <a:path w="3810" h="521970">
                  <a:moveTo>
                    <a:pt x="3809" y="68579"/>
                  </a:moveTo>
                  <a:lnTo>
                    <a:pt x="0" y="68579"/>
                  </a:lnTo>
                  <a:lnTo>
                    <a:pt x="0" y="454660"/>
                  </a:lnTo>
                  <a:lnTo>
                    <a:pt x="3809" y="454660"/>
                  </a:lnTo>
                  <a:lnTo>
                    <a:pt x="3809" y="68579"/>
                  </a:lnTo>
                  <a:close/>
                </a:path>
                <a:path w="3810" h="521970">
                  <a:moveTo>
                    <a:pt x="3809" y="62229"/>
                  </a:moveTo>
                  <a:lnTo>
                    <a:pt x="0" y="62229"/>
                  </a:lnTo>
                  <a:lnTo>
                    <a:pt x="0" y="67310"/>
                  </a:lnTo>
                  <a:lnTo>
                    <a:pt x="3809" y="67310"/>
                  </a:lnTo>
                  <a:lnTo>
                    <a:pt x="3809" y="62229"/>
                  </a:lnTo>
                  <a:close/>
                </a:path>
                <a:path w="3810" h="521970">
                  <a:moveTo>
                    <a:pt x="3809" y="55879"/>
                  </a:moveTo>
                  <a:lnTo>
                    <a:pt x="0" y="55879"/>
                  </a:lnTo>
                  <a:lnTo>
                    <a:pt x="0" y="60960"/>
                  </a:lnTo>
                  <a:lnTo>
                    <a:pt x="3809" y="60960"/>
                  </a:lnTo>
                  <a:lnTo>
                    <a:pt x="3809" y="55879"/>
                  </a:lnTo>
                  <a:close/>
                </a:path>
                <a:path w="3810" h="521970">
                  <a:moveTo>
                    <a:pt x="3809" y="49529"/>
                  </a:moveTo>
                  <a:lnTo>
                    <a:pt x="0" y="49529"/>
                  </a:lnTo>
                  <a:lnTo>
                    <a:pt x="0" y="54610"/>
                  </a:lnTo>
                  <a:lnTo>
                    <a:pt x="3809" y="54610"/>
                  </a:lnTo>
                  <a:lnTo>
                    <a:pt x="3809" y="49529"/>
                  </a:lnTo>
                  <a:close/>
                </a:path>
                <a:path w="3810" h="521970">
                  <a:moveTo>
                    <a:pt x="3809" y="43179"/>
                  </a:moveTo>
                  <a:lnTo>
                    <a:pt x="0" y="43179"/>
                  </a:lnTo>
                  <a:lnTo>
                    <a:pt x="0" y="48260"/>
                  </a:lnTo>
                  <a:lnTo>
                    <a:pt x="3809" y="48260"/>
                  </a:lnTo>
                  <a:lnTo>
                    <a:pt x="3809" y="43179"/>
                  </a:lnTo>
                  <a:close/>
                </a:path>
                <a:path w="3810" h="521970">
                  <a:moveTo>
                    <a:pt x="3809" y="36829"/>
                  </a:moveTo>
                  <a:lnTo>
                    <a:pt x="0" y="36829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36829"/>
                  </a:lnTo>
                  <a:close/>
                </a:path>
                <a:path w="3810" h="521970">
                  <a:moveTo>
                    <a:pt x="3809" y="30479"/>
                  </a:moveTo>
                  <a:lnTo>
                    <a:pt x="0" y="30479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30479"/>
                  </a:lnTo>
                  <a:close/>
                </a:path>
                <a:path w="3810" h="521970">
                  <a:moveTo>
                    <a:pt x="3809" y="24129"/>
                  </a:moveTo>
                  <a:lnTo>
                    <a:pt x="0" y="24129"/>
                  </a:lnTo>
                  <a:lnTo>
                    <a:pt x="0" y="29210"/>
                  </a:lnTo>
                  <a:lnTo>
                    <a:pt x="3809" y="29210"/>
                  </a:lnTo>
                  <a:lnTo>
                    <a:pt x="3809" y="24129"/>
                  </a:lnTo>
                  <a:close/>
                </a:path>
                <a:path w="3810" h="521970">
                  <a:moveTo>
                    <a:pt x="3809" y="17779"/>
                  </a:moveTo>
                  <a:lnTo>
                    <a:pt x="0" y="17779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17779"/>
                  </a:lnTo>
                  <a:close/>
                </a:path>
                <a:path w="3810" h="521970">
                  <a:moveTo>
                    <a:pt x="3809" y="11429"/>
                  </a:moveTo>
                  <a:lnTo>
                    <a:pt x="0" y="11429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1429"/>
                  </a:lnTo>
                  <a:close/>
                </a:path>
                <a:path w="3810" h="521970">
                  <a:moveTo>
                    <a:pt x="3809" y="5079"/>
                  </a:moveTo>
                  <a:lnTo>
                    <a:pt x="0" y="5079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5079"/>
                  </a:lnTo>
                  <a:close/>
                </a:path>
                <a:path w="3810" h="521970">
                  <a:moveTo>
                    <a:pt x="253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1270"/>
                  </a:lnTo>
                  <a:lnTo>
                    <a:pt x="2539" y="1270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D6CA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1" name="object 3351"/>
            <p:cNvSpPr/>
            <p:nvPr/>
          </p:nvSpPr>
          <p:spPr>
            <a:xfrm>
              <a:off x="5764530" y="2933700"/>
              <a:ext cx="3810" cy="520700"/>
            </a:xfrm>
            <a:custGeom>
              <a:avLst/>
              <a:gdLst/>
              <a:ahLst/>
              <a:cxnLst/>
              <a:rect l="l" t="t" r="r" b="b"/>
              <a:pathLst>
                <a:path w="3810" h="520700">
                  <a:moveTo>
                    <a:pt x="3810" y="516889"/>
                  </a:moveTo>
                  <a:lnTo>
                    <a:pt x="0" y="516889"/>
                  </a:lnTo>
                  <a:lnTo>
                    <a:pt x="0" y="519430"/>
                  </a:lnTo>
                  <a:lnTo>
                    <a:pt x="1270" y="519430"/>
                  </a:lnTo>
                  <a:lnTo>
                    <a:pt x="1270" y="520700"/>
                  </a:lnTo>
                  <a:lnTo>
                    <a:pt x="3810" y="520700"/>
                  </a:lnTo>
                  <a:lnTo>
                    <a:pt x="3810" y="516889"/>
                  </a:lnTo>
                  <a:close/>
                </a:path>
                <a:path w="3810" h="520700">
                  <a:moveTo>
                    <a:pt x="3810" y="510539"/>
                  </a:moveTo>
                  <a:lnTo>
                    <a:pt x="0" y="510539"/>
                  </a:lnTo>
                  <a:lnTo>
                    <a:pt x="0" y="515620"/>
                  </a:lnTo>
                  <a:lnTo>
                    <a:pt x="3810" y="515620"/>
                  </a:lnTo>
                  <a:lnTo>
                    <a:pt x="3810" y="510539"/>
                  </a:lnTo>
                  <a:close/>
                </a:path>
                <a:path w="3810" h="520700">
                  <a:moveTo>
                    <a:pt x="3810" y="504189"/>
                  </a:moveTo>
                  <a:lnTo>
                    <a:pt x="0" y="504189"/>
                  </a:lnTo>
                  <a:lnTo>
                    <a:pt x="0" y="509270"/>
                  </a:lnTo>
                  <a:lnTo>
                    <a:pt x="3810" y="509270"/>
                  </a:lnTo>
                  <a:lnTo>
                    <a:pt x="3810" y="504189"/>
                  </a:lnTo>
                  <a:close/>
                </a:path>
                <a:path w="3810" h="520700">
                  <a:moveTo>
                    <a:pt x="3810" y="497839"/>
                  </a:moveTo>
                  <a:lnTo>
                    <a:pt x="0" y="497839"/>
                  </a:lnTo>
                  <a:lnTo>
                    <a:pt x="0" y="502920"/>
                  </a:lnTo>
                  <a:lnTo>
                    <a:pt x="3810" y="502920"/>
                  </a:lnTo>
                  <a:lnTo>
                    <a:pt x="3810" y="497839"/>
                  </a:lnTo>
                  <a:close/>
                </a:path>
                <a:path w="3810" h="520700">
                  <a:moveTo>
                    <a:pt x="3810" y="491489"/>
                  </a:moveTo>
                  <a:lnTo>
                    <a:pt x="0" y="491489"/>
                  </a:lnTo>
                  <a:lnTo>
                    <a:pt x="0" y="496570"/>
                  </a:lnTo>
                  <a:lnTo>
                    <a:pt x="3810" y="496570"/>
                  </a:lnTo>
                  <a:lnTo>
                    <a:pt x="3810" y="491489"/>
                  </a:lnTo>
                  <a:close/>
                </a:path>
                <a:path w="3810" h="520700">
                  <a:moveTo>
                    <a:pt x="3810" y="485139"/>
                  </a:moveTo>
                  <a:lnTo>
                    <a:pt x="0" y="485139"/>
                  </a:lnTo>
                  <a:lnTo>
                    <a:pt x="0" y="490220"/>
                  </a:lnTo>
                  <a:lnTo>
                    <a:pt x="3810" y="490220"/>
                  </a:lnTo>
                  <a:lnTo>
                    <a:pt x="3810" y="485139"/>
                  </a:lnTo>
                  <a:close/>
                </a:path>
                <a:path w="3810" h="520700">
                  <a:moveTo>
                    <a:pt x="3810" y="478789"/>
                  </a:moveTo>
                  <a:lnTo>
                    <a:pt x="0" y="478789"/>
                  </a:lnTo>
                  <a:lnTo>
                    <a:pt x="0" y="483870"/>
                  </a:lnTo>
                  <a:lnTo>
                    <a:pt x="3810" y="483870"/>
                  </a:lnTo>
                  <a:lnTo>
                    <a:pt x="3810" y="478789"/>
                  </a:lnTo>
                  <a:close/>
                </a:path>
                <a:path w="3810" h="520700">
                  <a:moveTo>
                    <a:pt x="3810" y="472439"/>
                  </a:moveTo>
                  <a:lnTo>
                    <a:pt x="0" y="472439"/>
                  </a:lnTo>
                  <a:lnTo>
                    <a:pt x="0" y="477520"/>
                  </a:lnTo>
                  <a:lnTo>
                    <a:pt x="3810" y="477520"/>
                  </a:lnTo>
                  <a:lnTo>
                    <a:pt x="3810" y="472439"/>
                  </a:lnTo>
                  <a:close/>
                </a:path>
                <a:path w="3810" h="520700">
                  <a:moveTo>
                    <a:pt x="3810" y="466089"/>
                  </a:moveTo>
                  <a:lnTo>
                    <a:pt x="0" y="466089"/>
                  </a:lnTo>
                  <a:lnTo>
                    <a:pt x="0" y="471170"/>
                  </a:lnTo>
                  <a:lnTo>
                    <a:pt x="3810" y="471170"/>
                  </a:lnTo>
                  <a:lnTo>
                    <a:pt x="3810" y="466089"/>
                  </a:lnTo>
                  <a:close/>
                </a:path>
                <a:path w="3810" h="520700">
                  <a:moveTo>
                    <a:pt x="3810" y="459739"/>
                  </a:moveTo>
                  <a:lnTo>
                    <a:pt x="0" y="459739"/>
                  </a:lnTo>
                  <a:lnTo>
                    <a:pt x="0" y="464820"/>
                  </a:lnTo>
                  <a:lnTo>
                    <a:pt x="3810" y="464820"/>
                  </a:lnTo>
                  <a:lnTo>
                    <a:pt x="3810" y="459739"/>
                  </a:lnTo>
                  <a:close/>
                </a:path>
                <a:path w="3810" h="520700">
                  <a:moveTo>
                    <a:pt x="3810" y="453389"/>
                  </a:moveTo>
                  <a:lnTo>
                    <a:pt x="0" y="453389"/>
                  </a:lnTo>
                  <a:lnTo>
                    <a:pt x="0" y="458470"/>
                  </a:lnTo>
                  <a:lnTo>
                    <a:pt x="3810" y="458470"/>
                  </a:lnTo>
                  <a:lnTo>
                    <a:pt x="3810" y="453389"/>
                  </a:lnTo>
                  <a:close/>
                </a:path>
                <a:path w="3810" h="520700">
                  <a:moveTo>
                    <a:pt x="3810" y="66039"/>
                  </a:moveTo>
                  <a:lnTo>
                    <a:pt x="0" y="66039"/>
                  </a:lnTo>
                  <a:lnTo>
                    <a:pt x="0" y="452120"/>
                  </a:lnTo>
                  <a:lnTo>
                    <a:pt x="3810" y="452120"/>
                  </a:lnTo>
                  <a:lnTo>
                    <a:pt x="3810" y="66039"/>
                  </a:lnTo>
                  <a:close/>
                </a:path>
                <a:path w="3810" h="520700">
                  <a:moveTo>
                    <a:pt x="3810" y="59689"/>
                  </a:moveTo>
                  <a:lnTo>
                    <a:pt x="0" y="59689"/>
                  </a:lnTo>
                  <a:lnTo>
                    <a:pt x="0" y="64770"/>
                  </a:lnTo>
                  <a:lnTo>
                    <a:pt x="3810" y="64770"/>
                  </a:lnTo>
                  <a:lnTo>
                    <a:pt x="3810" y="59689"/>
                  </a:lnTo>
                  <a:close/>
                </a:path>
                <a:path w="3810" h="520700">
                  <a:moveTo>
                    <a:pt x="3810" y="53339"/>
                  </a:moveTo>
                  <a:lnTo>
                    <a:pt x="0" y="53339"/>
                  </a:lnTo>
                  <a:lnTo>
                    <a:pt x="0" y="58420"/>
                  </a:lnTo>
                  <a:lnTo>
                    <a:pt x="3810" y="58420"/>
                  </a:lnTo>
                  <a:lnTo>
                    <a:pt x="3810" y="53339"/>
                  </a:lnTo>
                  <a:close/>
                </a:path>
                <a:path w="3810" h="520700">
                  <a:moveTo>
                    <a:pt x="3810" y="46989"/>
                  </a:moveTo>
                  <a:lnTo>
                    <a:pt x="0" y="46989"/>
                  </a:lnTo>
                  <a:lnTo>
                    <a:pt x="0" y="52070"/>
                  </a:lnTo>
                  <a:lnTo>
                    <a:pt x="3810" y="52070"/>
                  </a:lnTo>
                  <a:lnTo>
                    <a:pt x="3810" y="46989"/>
                  </a:lnTo>
                  <a:close/>
                </a:path>
                <a:path w="3810" h="520700">
                  <a:moveTo>
                    <a:pt x="3810" y="40639"/>
                  </a:moveTo>
                  <a:lnTo>
                    <a:pt x="0" y="40639"/>
                  </a:lnTo>
                  <a:lnTo>
                    <a:pt x="0" y="45720"/>
                  </a:lnTo>
                  <a:lnTo>
                    <a:pt x="3810" y="45720"/>
                  </a:lnTo>
                  <a:lnTo>
                    <a:pt x="3810" y="40639"/>
                  </a:lnTo>
                  <a:close/>
                </a:path>
                <a:path w="3810" h="520700">
                  <a:moveTo>
                    <a:pt x="3810" y="34289"/>
                  </a:moveTo>
                  <a:lnTo>
                    <a:pt x="0" y="34289"/>
                  </a:lnTo>
                  <a:lnTo>
                    <a:pt x="0" y="39370"/>
                  </a:lnTo>
                  <a:lnTo>
                    <a:pt x="3810" y="39370"/>
                  </a:lnTo>
                  <a:lnTo>
                    <a:pt x="3810" y="34289"/>
                  </a:lnTo>
                  <a:close/>
                </a:path>
                <a:path w="3810" h="520700">
                  <a:moveTo>
                    <a:pt x="3810" y="27939"/>
                  </a:moveTo>
                  <a:lnTo>
                    <a:pt x="0" y="27939"/>
                  </a:lnTo>
                  <a:lnTo>
                    <a:pt x="0" y="33020"/>
                  </a:lnTo>
                  <a:lnTo>
                    <a:pt x="3810" y="33020"/>
                  </a:lnTo>
                  <a:lnTo>
                    <a:pt x="3810" y="27939"/>
                  </a:lnTo>
                  <a:close/>
                </a:path>
                <a:path w="3810" h="520700">
                  <a:moveTo>
                    <a:pt x="3810" y="21589"/>
                  </a:moveTo>
                  <a:lnTo>
                    <a:pt x="0" y="21589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1589"/>
                  </a:lnTo>
                  <a:close/>
                </a:path>
                <a:path w="3810" h="520700">
                  <a:moveTo>
                    <a:pt x="3810" y="15239"/>
                  </a:moveTo>
                  <a:lnTo>
                    <a:pt x="0" y="15239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5239"/>
                  </a:lnTo>
                  <a:close/>
                </a:path>
                <a:path w="3810" h="520700">
                  <a:moveTo>
                    <a:pt x="3810" y="8889"/>
                  </a:moveTo>
                  <a:lnTo>
                    <a:pt x="0" y="8889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8889"/>
                  </a:lnTo>
                  <a:close/>
                </a:path>
                <a:path w="3810" h="520700">
                  <a:moveTo>
                    <a:pt x="3810" y="1270"/>
                  </a:moveTo>
                  <a:lnTo>
                    <a:pt x="2540" y="1270"/>
                  </a:lnTo>
                  <a:lnTo>
                    <a:pt x="2540" y="2539"/>
                  </a:lnTo>
                  <a:lnTo>
                    <a:pt x="0" y="2539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70"/>
                  </a:lnTo>
                  <a:close/>
                </a:path>
                <a:path w="3810" h="520700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D5C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2" name="object 3352"/>
            <p:cNvSpPr/>
            <p:nvPr/>
          </p:nvSpPr>
          <p:spPr>
            <a:xfrm>
              <a:off x="5768340" y="2934969"/>
              <a:ext cx="3810" cy="521970"/>
            </a:xfrm>
            <a:custGeom>
              <a:avLst/>
              <a:gdLst/>
              <a:ahLst/>
              <a:cxnLst/>
              <a:rect l="l" t="t" r="r" b="b"/>
              <a:pathLst>
                <a:path w="3810" h="521970">
                  <a:moveTo>
                    <a:pt x="3810" y="515619"/>
                  </a:moveTo>
                  <a:lnTo>
                    <a:pt x="0" y="515619"/>
                  </a:lnTo>
                  <a:lnTo>
                    <a:pt x="0" y="521969"/>
                  </a:lnTo>
                  <a:lnTo>
                    <a:pt x="1270" y="521969"/>
                  </a:lnTo>
                  <a:lnTo>
                    <a:pt x="1270" y="520700"/>
                  </a:lnTo>
                  <a:lnTo>
                    <a:pt x="3810" y="520700"/>
                  </a:lnTo>
                  <a:lnTo>
                    <a:pt x="3810" y="515619"/>
                  </a:lnTo>
                  <a:close/>
                </a:path>
                <a:path w="3810" h="521970">
                  <a:moveTo>
                    <a:pt x="3810" y="509269"/>
                  </a:moveTo>
                  <a:lnTo>
                    <a:pt x="0" y="509269"/>
                  </a:lnTo>
                  <a:lnTo>
                    <a:pt x="0" y="514350"/>
                  </a:lnTo>
                  <a:lnTo>
                    <a:pt x="3810" y="514350"/>
                  </a:lnTo>
                  <a:lnTo>
                    <a:pt x="3810" y="509269"/>
                  </a:lnTo>
                  <a:close/>
                </a:path>
                <a:path w="3810" h="521970">
                  <a:moveTo>
                    <a:pt x="3810" y="502919"/>
                  </a:moveTo>
                  <a:lnTo>
                    <a:pt x="0" y="502919"/>
                  </a:lnTo>
                  <a:lnTo>
                    <a:pt x="0" y="508000"/>
                  </a:lnTo>
                  <a:lnTo>
                    <a:pt x="3810" y="508000"/>
                  </a:lnTo>
                  <a:lnTo>
                    <a:pt x="3810" y="502919"/>
                  </a:lnTo>
                  <a:close/>
                </a:path>
                <a:path w="3810" h="521970">
                  <a:moveTo>
                    <a:pt x="3810" y="496569"/>
                  </a:moveTo>
                  <a:lnTo>
                    <a:pt x="0" y="496569"/>
                  </a:lnTo>
                  <a:lnTo>
                    <a:pt x="0" y="501650"/>
                  </a:lnTo>
                  <a:lnTo>
                    <a:pt x="3810" y="501650"/>
                  </a:lnTo>
                  <a:lnTo>
                    <a:pt x="3810" y="496569"/>
                  </a:lnTo>
                  <a:close/>
                </a:path>
                <a:path w="3810" h="521970">
                  <a:moveTo>
                    <a:pt x="3810" y="490219"/>
                  </a:moveTo>
                  <a:lnTo>
                    <a:pt x="0" y="490219"/>
                  </a:lnTo>
                  <a:lnTo>
                    <a:pt x="0" y="495300"/>
                  </a:lnTo>
                  <a:lnTo>
                    <a:pt x="3810" y="495300"/>
                  </a:lnTo>
                  <a:lnTo>
                    <a:pt x="3810" y="490219"/>
                  </a:lnTo>
                  <a:close/>
                </a:path>
                <a:path w="3810" h="521970">
                  <a:moveTo>
                    <a:pt x="3810" y="483869"/>
                  </a:moveTo>
                  <a:lnTo>
                    <a:pt x="0" y="483869"/>
                  </a:lnTo>
                  <a:lnTo>
                    <a:pt x="0" y="488950"/>
                  </a:lnTo>
                  <a:lnTo>
                    <a:pt x="3810" y="488950"/>
                  </a:lnTo>
                  <a:lnTo>
                    <a:pt x="3810" y="483869"/>
                  </a:lnTo>
                  <a:close/>
                </a:path>
                <a:path w="3810" h="521970">
                  <a:moveTo>
                    <a:pt x="3810" y="477519"/>
                  </a:moveTo>
                  <a:lnTo>
                    <a:pt x="0" y="477519"/>
                  </a:lnTo>
                  <a:lnTo>
                    <a:pt x="0" y="482600"/>
                  </a:lnTo>
                  <a:lnTo>
                    <a:pt x="3810" y="482600"/>
                  </a:lnTo>
                  <a:lnTo>
                    <a:pt x="3810" y="477519"/>
                  </a:lnTo>
                  <a:close/>
                </a:path>
                <a:path w="3810" h="521970">
                  <a:moveTo>
                    <a:pt x="3810" y="471169"/>
                  </a:moveTo>
                  <a:lnTo>
                    <a:pt x="0" y="471169"/>
                  </a:lnTo>
                  <a:lnTo>
                    <a:pt x="0" y="476250"/>
                  </a:lnTo>
                  <a:lnTo>
                    <a:pt x="3810" y="476250"/>
                  </a:lnTo>
                  <a:lnTo>
                    <a:pt x="3810" y="471169"/>
                  </a:lnTo>
                  <a:close/>
                </a:path>
                <a:path w="3810" h="521970">
                  <a:moveTo>
                    <a:pt x="3810" y="464819"/>
                  </a:moveTo>
                  <a:lnTo>
                    <a:pt x="0" y="464819"/>
                  </a:lnTo>
                  <a:lnTo>
                    <a:pt x="0" y="469900"/>
                  </a:lnTo>
                  <a:lnTo>
                    <a:pt x="3810" y="469900"/>
                  </a:lnTo>
                  <a:lnTo>
                    <a:pt x="3810" y="464819"/>
                  </a:lnTo>
                  <a:close/>
                </a:path>
                <a:path w="3810" h="521970">
                  <a:moveTo>
                    <a:pt x="3810" y="458469"/>
                  </a:moveTo>
                  <a:lnTo>
                    <a:pt x="0" y="458469"/>
                  </a:lnTo>
                  <a:lnTo>
                    <a:pt x="0" y="463550"/>
                  </a:lnTo>
                  <a:lnTo>
                    <a:pt x="3810" y="463550"/>
                  </a:lnTo>
                  <a:lnTo>
                    <a:pt x="3810" y="458469"/>
                  </a:lnTo>
                  <a:close/>
                </a:path>
                <a:path w="3810" h="521970">
                  <a:moveTo>
                    <a:pt x="3810" y="452119"/>
                  </a:moveTo>
                  <a:lnTo>
                    <a:pt x="0" y="452119"/>
                  </a:lnTo>
                  <a:lnTo>
                    <a:pt x="0" y="457200"/>
                  </a:lnTo>
                  <a:lnTo>
                    <a:pt x="3810" y="457200"/>
                  </a:lnTo>
                  <a:lnTo>
                    <a:pt x="3810" y="452119"/>
                  </a:lnTo>
                  <a:close/>
                </a:path>
                <a:path w="3810" h="521970">
                  <a:moveTo>
                    <a:pt x="3810" y="64769"/>
                  </a:moveTo>
                  <a:lnTo>
                    <a:pt x="0" y="64769"/>
                  </a:lnTo>
                  <a:lnTo>
                    <a:pt x="0" y="450850"/>
                  </a:lnTo>
                  <a:lnTo>
                    <a:pt x="3810" y="450850"/>
                  </a:lnTo>
                  <a:lnTo>
                    <a:pt x="3810" y="64769"/>
                  </a:lnTo>
                  <a:close/>
                </a:path>
                <a:path w="3810" h="521970">
                  <a:moveTo>
                    <a:pt x="3810" y="58419"/>
                  </a:moveTo>
                  <a:lnTo>
                    <a:pt x="0" y="58419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58419"/>
                  </a:lnTo>
                  <a:close/>
                </a:path>
                <a:path w="3810" h="521970">
                  <a:moveTo>
                    <a:pt x="3810" y="52069"/>
                  </a:moveTo>
                  <a:lnTo>
                    <a:pt x="0" y="52069"/>
                  </a:lnTo>
                  <a:lnTo>
                    <a:pt x="0" y="57150"/>
                  </a:lnTo>
                  <a:lnTo>
                    <a:pt x="3810" y="57150"/>
                  </a:lnTo>
                  <a:lnTo>
                    <a:pt x="3810" y="52069"/>
                  </a:lnTo>
                  <a:close/>
                </a:path>
                <a:path w="3810" h="521970">
                  <a:moveTo>
                    <a:pt x="3810" y="45719"/>
                  </a:moveTo>
                  <a:lnTo>
                    <a:pt x="0" y="45719"/>
                  </a:lnTo>
                  <a:lnTo>
                    <a:pt x="0" y="50800"/>
                  </a:lnTo>
                  <a:lnTo>
                    <a:pt x="3810" y="50800"/>
                  </a:lnTo>
                  <a:lnTo>
                    <a:pt x="3810" y="45719"/>
                  </a:lnTo>
                  <a:close/>
                </a:path>
                <a:path w="3810" h="521970">
                  <a:moveTo>
                    <a:pt x="3810" y="39369"/>
                  </a:moveTo>
                  <a:lnTo>
                    <a:pt x="0" y="39369"/>
                  </a:lnTo>
                  <a:lnTo>
                    <a:pt x="0" y="44450"/>
                  </a:lnTo>
                  <a:lnTo>
                    <a:pt x="3810" y="44450"/>
                  </a:lnTo>
                  <a:lnTo>
                    <a:pt x="3810" y="39369"/>
                  </a:lnTo>
                  <a:close/>
                </a:path>
                <a:path w="3810" h="521970">
                  <a:moveTo>
                    <a:pt x="3810" y="33019"/>
                  </a:moveTo>
                  <a:lnTo>
                    <a:pt x="0" y="33019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3019"/>
                  </a:lnTo>
                  <a:close/>
                </a:path>
                <a:path w="3810" h="521970">
                  <a:moveTo>
                    <a:pt x="3810" y="26669"/>
                  </a:moveTo>
                  <a:lnTo>
                    <a:pt x="0" y="26669"/>
                  </a:lnTo>
                  <a:lnTo>
                    <a:pt x="0" y="31750"/>
                  </a:lnTo>
                  <a:lnTo>
                    <a:pt x="3810" y="31750"/>
                  </a:lnTo>
                  <a:lnTo>
                    <a:pt x="3810" y="26669"/>
                  </a:lnTo>
                  <a:close/>
                </a:path>
                <a:path w="3810" h="521970">
                  <a:moveTo>
                    <a:pt x="3810" y="20319"/>
                  </a:moveTo>
                  <a:lnTo>
                    <a:pt x="0" y="20319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0319"/>
                  </a:lnTo>
                  <a:close/>
                </a:path>
                <a:path w="3810" h="521970">
                  <a:moveTo>
                    <a:pt x="3810" y="13969"/>
                  </a:moveTo>
                  <a:lnTo>
                    <a:pt x="0" y="13969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3969"/>
                  </a:lnTo>
                  <a:close/>
                </a:path>
                <a:path w="3810" h="521970">
                  <a:moveTo>
                    <a:pt x="3810" y="7619"/>
                  </a:moveTo>
                  <a:lnTo>
                    <a:pt x="0" y="7619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7619"/>
                  </a:lnTo>
                  <a:close/>
                </a:path>
                <a:path w="3810" h="521970">
                  <a:moveTo>
                    <a:pt x="1270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2539"/>
                  </a:lnTo>
                  <a:lnTo>
                    <a:pt x="2539" y="2539"/>
                  </a:lnTo>
                  <a:lnTo>
                    <a:pt x="2539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D5C8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3" name="object 3353"/>
            <p:cNvSpPr/>
            <p:nvPr/>
          </p:nvSpPr>
          <p:spPr>
            <a:xfrm>
              <a:off x="5772150" y="2937510"/>
              <a:ext cx="3810" cy="520700"/>
            </a:xfrm>
            <a:custGeom>
              <a:avLst/>
              <a:gdLst/>
              <a:ahLst/>
              <a:cxnLst/>
              <a:rect l="l" t="t" r="r" b="b"/>
              <a:pathLst>
                <a:path w="3810" h="520700">
                  <a:moveTo>
                    <a:pt x="3810" y="519429"/>
                  </a:moveTo>
                  <a:lnTo>
                    <a:pt x="1270" y="519429"/>
                  </a:lnTo>
                  <a:lnTo>
                    <a:pt x="1270" y="520700"/>
                  </a:lnTo>
                  <a:lnTo>
                    <a:pt x="3810" y="520700"/>
                  </a:lnTo>
                  <a:lnTo>
                    <a:pt x="3810" y="519429"/>
                  </a:lnTo>
                  <a:close/>
                </a:path>
                <a:path w="3810" h="520700">
                  <a:moveTo>
                    <a:pt x="3810" y="513079"/>
                  </a:moveTo>
                  <a:lnTo>
                    <a:pt x="0" y="513079"/>
                  </a:lnTo>
                  <a:lnTo>
                    <a:pt x="0" y="518160"/>
                  </a:lnTo>
                  <a:lnTo>
                    <a:pt x="3810" y="518160"/>
                  </a:lnTo>
                  <a:lnTo>
                    <a:pt x="3810" y="513079"/>
                  </a:lnTo>
                  <a:close/>
                </a:path>
                <a:path w="3810" h="520700">
                  <a:moveTo>
                    <a:pt x="3810" y="506729"/>
                  </a:moveTo>
                  <a:lnTo>
                    <a:pt x="0" y="506729"/>
                  </a:lnTo>
                  <a:lnTo>
                    <a:pt x="0" y="511810"/>
                  </a:lnTo>
                  <a:lnTo>
                    <a:pt x="3810" y="511810"/>
                  </a:lnTo>
                  <a:lnTo>
                    <a:pt x="3810" y="506729"/>
                  </a:lnTo>
                  <a:close/>
                </a:path>
                <a:path w="3810" h="520700">
                  <a:moveTo>
                    <a:pt x="3810" y="500379"/>
                  </a:moveTo>
                  <a:lnTo>
                    <a:pt x="0" y="500379"/>
                  </a:lnTo>
                  <a:lnTo>
                    <a:pt x="0" y="505460"/>
                  </a:lnTo>
                  <a:lnTo>
                    <a:pt x="3810" y="505460"/>
                  </a:lnTo>
                  <a:lnTo>
                    <a:pt x="3810" y="500379"/>
                  </a:lnTo>
                  <a:close/>
                </a:path>
                <a:path w="3810" h="520700">
                  <a:moveTo>
                    <a:pt x="3810" y="494029"/>
                  </a:moveTo>
                  <a:lnTo>
                    <a:pt x="0" y="494029"/>
                  </a:lnTo>
                  <a:lnTo>
                    <a:pt x="0" y="499110"/>
                  </a:lnTo>
                  <a:lnTo>
                    <a:pt x="3810" y="499110"/>
                  </a:lnTo>
                  <a:lnTo>
                    <a:pt x="3810" y="494029"/>
                  </a:lnTo>
                  <a:close/>
                </a:path>
                <a:path w="3810" h="520700">
                  <a:moveTo>
                    <a:pt x="3810" y="487679"/>
                  </a:moveTo>
                  <a:lnTo>
                    <a:pt x="0" y="487679"/>
                  </a:lnTo>
                  <a:lnTo>
                    <a:pt x="0" y="492760"/>
                  </a:lnTo>
                  <a:lnTo>
                    <a:pt x="3810" y="492760"/>
                  </a:lnTo>
                  <a:lnTo>
                    <a:pt x="3810" y="487679"/>
                  </a:lnTo>
                  <a:close/>
                </a:path>
                <a:path w="3810" h="520700">
                  <a:moveTo>
                    <a:pt x="3810" y="481329"/>
                  </a:moveTo>
                  <a:lnTo>
                    <a:pt x="0" y="481329"/>
                  </a:lnTo>
                  <a:lnTo>
                    <a:pt x="0" y="486410"/>
                  </a:lnTo>
                  <a:lnTo>
                    <a:pt x="3810" y="486410"/>
                  </a:lnTo>
                  <a:lnTo>
                    <a:pt x="3810" y="481329"/>
                  </a:lnTo>
                  <a:close/>
                </a:path>
                <a:path w="3810" h="520700">
                  <a:moveTo>
                    <a:pt x="3810" y="474979"/>
                  </a:moveTo>
                  <a:lnTo>
                    <a:pt x="0" y="474979"/>
                  </a:lnTo>
                  <a:lnTo>
                    <a:pt x="0" y="480060"/>
                  </a:lnTo>
                  <a:lnTo>
                    <a:pt x="3810" y="480060"/>
                  </a:lnTo>
                  <a:lnTo>
                    <a:pt x="3810" y="474979"/>
                  </a:lnTo>
                  <a:close/>
                </a:path>
                <a:path w="3810" h="520700">
                  <a:moveTo>
                    <a:pt x="3810" y="468629"/>
                  </a:moveTo>
                  <a:lnTo>
                    <a:pt x="0" y="468629"/>
                  </a:lnTo>
                  <a:lnTo>
                    <a:pt x="0" y="473710"/>
                  </a:lnTo>
                  <a:lnTo>
                    <a:pt x="3810" y="473710"/>
                  </a:lnTo>
                  <a:lnTo>
                    <a:pt x="3810" y="468629"/>
                  </a:lnTo>
                  <a:close/>
                </a:path>
                <a:path w="3810" h="520700">
                  <a:moveTo>
                    <a:pt x="3810" y="462279"/>
                  </a:moveTo>
                  <a:lnTo>
                    <a:pt x="0" y="462279"/>
                  </a:lnTo>
                  <a:lnTo>
                    <a:pt x="0" y="467360"/>
                  </a:lnTo>
                  <a:lnTo>
                    <a:pt x="3810" y="467360"/>
                  </a:lnTo>
                  <a:lnTo>
                    <a:pt x="3810" y="462279"/>
                  </a:lnTo>
                  <a:close/>
                </a:path>
                <a:path w="3810" h="520700">
                  <a:moveTo>
                    <a:pt x="3810" y="455929"/>
                  </a:moveTo>
                  <a:lnTo>
                    <a:pt x="0" y="455929"/>
                  </a:lnTo>
                  <a:lnTo>
                    <a:pt x="0" y="461010"/>
                  </a:lnTo>
                  <a:lnTo>
                    <a:pt x="3810" y="461010"/>
                  </a:lnTo>
                  <a:lnTo>
                    <a:pt x="3810" y="455929"/>
                  </a:lnTo>
                  <a:close/>
                </a:path>
                <a:path w="3810" h="520700">
                  <a:moveTo>
                    <a:pt x="3810" y="449579"/>
                  </a:moveTo>
                  <a:lnTo>
                    <a:pt x="0" y="449579"/>
                  </a:lnTo>
                  <a:lnTo>
                    <a:pt x="0" y="454660"/>
                  </a:lnTo>
                  <a:lnTo>
                    <a:pt x="3810" y="454660"/>
                  </a:lnTo>
                  <a:lnTo>
                    <a:pt x="3810" y="449579"/>
                  </a:lnTo>
                  <a:close/>
                </a:path>
                <a:path w="3810" h="520700">
                  <a:moveTo>
                    <a:pt x="3810" y="62229"/>
                  </a:moveTo>
                  <a:lnTo>
                    <a:pt x="0" y="62229"/>
                  </a:lnTo>
                  <a:lnTo>
                    <a:pt x="0" y="448310"/>
                  </a:lnTo>
                  <a:lnTo>
                    <a:pt x="3810" y="448310"/>
                  </a:lnTo>
                  <a:lnTo>
                    <a:pt x="3810" y="62229"/>
                  </a:lnTo>
                  <a:close/>
                </a:path>
                <a:path w="3810" h="520700">
                  <a:moveTo>
                    <a:pt x="3810" y="55879"/>
                  </a:moveTo>
                  <a:lnTo>
                    <a:pt x="0" y="55879"/>
                  </a:lnTo>
                  <a:lnTo>
                    <a:pt x="0" y="60960"/>
                  </a:lnTo>
                  <a:lnTo>
                    <a:pt x="3810" y="60960"/>
                  </a:lnTo>
                  <a:lnTo>
                    <a:pt x="3810" y="55879"/>
                  </a:lnTo>
                  <a:close/>
                </a:path>
                <a:path w="3810" h="520700">
                  <a:moveTo>
                    <a:pt x="3810" y="49529"/>
                  </a:moveTo>
                  <a:lnTo>
                    <a:pt x="0" y="49529"/>
                  </a:lnTo>
                  <a:lnTo>
                    <a:pt x="0" y="54610"/>
                  </a:lnTo>
                  <a:lnTo>
                    <a:pt x="3810" y="54610"/>
                  </a:lnTo>
                  <a:lnTo>
                    <a:pt x="3810" y="49529"/>
                  </a:lnTo>
                  <a:close/>
                </a:path>
                <a:path w="3810" h="520700">
                  <a:moveTo>
                    <a:pt x="3810" y="43179"/>
                  </a:moveTo>
                  <a:lnTo>
                    <a:pt x="0" y="43179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3179"/>
                  </a:lnTo>
                  <a:close/>
                </a:path>
                <a:path w="3810" h="520700">
                  <a:moveTo>
                    <a:pt x="3810" y="36829"/>
                  </a:moveTo>
                  <a:lnTo>
                    <a:pt x="0" y="36829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6829"/>
                  </a:lnTo>
                  <a:close/>
                </a:path>
                <a:path w="3810" h="520700">
                  <a:moveTo>
                    <a:pt x="3810" y="30479"/>
                  </a:moveTo>
                  <a:lnTo>
                    <a:pt x="0" y="30479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30479"/>
                  </a:lnTo>
                  <a:close/>
                </a:path>
                <a:path w="3810" h="520700">
                  <a:moveTo>
                    <a:pt x="3810" y="24129"/>
                  </a:moveTo>
                  <a:lnTo>
                    <a:pt x="0" y="24129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4129"/>
                  </a:lnTo>
                  <a:close/>
                </a:path>
                <a:path w="3810" h="520700">
                  <a:moveTo>
                    <a:pt x="3810" y="17779"/>
                  </a:moveTo>
                  <a:lnTo>
                    <a:pt x="0" y="17779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7779"/>
                  </a:lnTo>
                  <a:close/>
                </a:path>
                <a:path w="3810" h="520700">
                  <a:moveTo>
                    <a:pt x="3810" y="11429"/>
                  </a:moveTo>
                  <a:lnTo>
                    <a:pt x="0" y="11429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1429"/>
                  </a:lnTo>
                  <a:close/>
                </a:path>
                <a:path w="3810" h="520700">
                  <a:moveTo>
                    <a:pt x="3810" y="5079"/>
                  </a:moveTo>
                  <a:lnTo>
                    <a:pt x="0" y="5079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5079"/>
                  </a:lnTo>
                  <a:close/>
                </a:path>
                <a:path w="3810" h="520700">
                  <a:moveTo>
                    <a:pt x="127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D4C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4" name="object 3354"/>
            <p:cNvSpPr/>
            <p:nvPr/>
          </p:nvSpPr>
          <p:spPr>
            <a:xfrm>
              <a:off x="5775959" y="2940050"/>
              <a:ext cx="2540" cy="519430"/>
            </a:xfrm>
            <a:custGeom>
              <a:avLst/>
              <a:gdLst/>
              <a:ahLst/>
              <a:cxnLst/>
              <a:rect l="l" t="t" r="r" b="b"/>
              <a:pathLst>
                <a:path w="2539" h="519429">
                  <a:moveTo>
                    <a:pt x="2539" y="516889"/>
                  </a:moveTo>
                  <a:lnTo>
                    <a:pt x="0" y="516889"/>
                  </a:lnTo>
                  <a:lnTo>
                    <a:pt x="0" y="518160"/>
                  </a:lnTo>
                  <a:lnTo>
                    <a:pt x="1269" y="518160"/>
                  </a:lnTo>
                  <a:lnTo>
                    <a:pt x="1269" y="519430"/>
                  </a:lnTo>
                  <a:lnTo>
                    <a:pt x="2539" y="519430"/>
                  </a:lnTo>
                  <a:lnTo>
                    <a:pt x="2539" y="516889"/>
                  </a:lnTo>
                  <a:close/>
                </a:path>
                <a:path w="2539" h="519429">
                  <a:moveTo>
                    <a:pt x="2539" y="510539"/>
                  </a:moveTo>
                  <a:lnTo>
                    <a:pt x="0" y="510539"/>
                  </a:lnTo>
                  <a:lnTo>
                    <a:pt x="0" y="515620"/>
                  </a:lnTo>
                  <a:lnTo>
                    <a:pt x="2539" y="515620"/>
                  </a:lnTo>
                  <a:lnTo>
                    <a:pt x="2539" y="510539"/>
                  </a:lnTo>
                  <a:close/>
                </a:path>
                <a:path w="2539" h="519429">
                  <a:moveTo>
                    <a:pt x="2539" y="504189"/>
                  </a:moveTo>
                  <a:lnTo>
                    <a:pt x="0" y="504189"/>
                  </a:lnTo>
                  <a:lnTo>
                    <a:pt x="0" y="509270"/>
                  </a:lnTo>
                  <a:lnTo>
                    <a:pt x="2539" y="509270"/>
                  </a:lnTo>
                  <a:lnTo>
                    <a:pt x="2539" y="504189"/>
                  </a:lnTo>
                  <a:close/>
                </a:path>
                <a:path w="2539" h="519429">
                  <a:moveTo>
                    <a:pt x="2539" y="497839"/>
                  </a:moveTo>
                  <a:lnTo>
                    <a:pt x="0" y="497839"/>
                  </a:lnTo>
                  <a:lnTo>
                    <a:pt x="0" y="502920"/>
                  </a:lnTo>
                  <a:lnTo>
                    <a:pt x="2539" y="502920"/>
                  </a:lnTo>
                  <a:lnTo>
                    <a:pt x="2539" y="497839"/>
                  </a:lnTo>
                  <a:close/>
                </a:path>
                <a:path w="2539" h="519429">
                  <a:moveTo>
                    <a:pt x="2539" y="491489"/>
                  </a:moveTo>
                  <a:lnTo>
                    <a:pt x="0" y="491489"/>
                  </a:lnTo>
                  <a:lnTo>
                    <a:pt x="0" y="496570"/>
                  </a:lnTo>
                  <a:lnTo>
                    <a:pt x="2539" y="496570"/>
                  </a:lnTo>
                  <a:lnTo>
                    <a:pt x="2539" y="491489"/>
                  </a:lnTo>
                  <a:close/>
                </a:path>
                <a:path w="2539" h="519429">
                  <a:moveTo>
                    <a:pt x="2539" y="485139"/>
                  </a:moveTo>
                  <a:lnTo>
                    <a:pt x="0" y="485139"/>
                  </a:lnTo>
                  <a:lnTo>
                    <a:pt x="0" y="490220"/>
                  </a:lnTo>
                  <a:lnTo>
                    <a:pt x="2539" y="490220"/>
                  </a:lnTo>
                  <a:lnTo>
                    <a:pt x="2539" y="485139"/>
                  </a:lnTo>
                  <a:close/>
                </a:path>
                <a:path w="2539" h="519429">
                  <a:moveTo>
                    <a:pt x="2539" y="478789"/>
                  </a:moveTo>
                  <a:lnTo>
                    <a:pt x="0" y="478789"/>
                  </a:lnTo>
                  <a:lnTo>
                    <a:pt x="0" y="483870"/>
                  </a:lnTo>
                  <a:lnTo>
                    <a:pt x="2539" y="483870"/>
                  </a:lnTo>
                  <a:lnTo>
                    <a:pt x="2539" y="478789"/>
                  </a:lnTo>
                  <a:close/>
                </a:path>
                <a:path w="2539" h="519429">
                  <a:moveTo>
                    <a:pt x="2539" y="472439"/>
                  </a:moveTo>
                  <a:lnTo>
                    <a:pt x="0" y="472439"/>
                  </a:lnTo>
                  <a:lnTo>
                    <a:pt x="0" y="477520"/>
                  </a:lnTo>
                  <a:lnTo>
                    <a:pt x="2539" y="477520"/>
                  </a:lnTo>
                  <a:lnTo>
                    <a:pt x="2539" y="472439"/>
                  </a:lnTo>
                  <a:close/>
                </a:path>
                <a:path w="2539" h="519429">
                  <a:moveTo>
                    <a:pt x="2539" y="466089"/>
                  </a:moveTo>
                  <a:lnTo>
                    <a:pt x="0" y="466089"/>
                  </a:lnTo>
                  <a:lnTo>
                    <a:pt x="0" y="471170"/>
                  </a:lnTo>
                  <a:lnTo>
                    <a:pt x="2539" y="471170"/>
                  </a:lnTo>
                  <a:lnTo>
                    <a:pt x="2539" y="466089"/>
                  </a:lnTo>
                  <a:close/>
                </a:path>
                <a:path w="2539" h="519429">
                  <a:moveTo>
                    <a:pt x="2539" y="459739"/>
                  </a:moveTo>
                  <a:lnTo>
                    <a:pt x="0" y="459739"/>
                  </a:lnTo>
                  <a:lnTo>
                    <a:pt x="0" y="464820"/>
                  </a:lnTo>
                  <a:lnTo>
                    <a:pt x="2539" y="464820"/>
                  </a:lnTo>
                  <a:lnTo>
                    <a:pt x="2539" y="459739"/>
                  </a:lnTo>
                  <a:close/>
                </a:path>
                <a:path w="2539" h="519429">
                  <a:moveTo>
                    <a:pt x="2539" y="453389"/>
                  </a:moveTo>
                  <a:lnTo>
                    <a:pt x="0" y="453389"/>
                  </a:lnTo>
                  <a:lnTo>
                    <a:pt x="0" y="458470"/>
                  </a:lnTo>
                  <a:lnTo>
                    <a:pt x="2539" y="458470"/>
                  </a:lnTo>
                  <a:lnTo>
                    <a:pt x="2539" y="453389"/>
                  </a:lnTo>
                  <a:close/>
                </a:path>
                <a:path w="2539" h="519429">
                  <a:moveTo>
                    <a:pt x="2539" y="447039"/>
                  </a:moveTo>
                  <a:lnTo>
                    <a:pt x="0" y="447039"/>
                  </a:lnTo>
                  <a:lnTo>
                    <a:pt x="0" y="452120"/>
                  </a:lnTo>
                  <a:lnTo>
                    <a:pt x="2539" y="452120"/>
                  </a:lnTo>
                  <a:lnTo>
                    <a:pt x="2539" y="447039"/>
                  </a:lnTo>
                  <a:close/>
                </a:path>
                <a:path w="2539" h="519429">
                  <a:moveTo>
                    <a:pt x="2539" y="59689"/>
                  </a:moveTo>
                  <a:lnTo>
                    <a:pt x="0" y="59689"/>
                  </a:lnTo>
                  <a:lnTo>
                    <a:pt x="0" y="445770"/>
                  </a:lnTo>
                  <a:lnTo>
                    <a:pt x="2539" y="445770"/>
                  </a:lnTo>
                  <a:lnTo>
                    <a:pt x="2539" y="59689"/>
                  </a:lnTo>
                  <a:close/>
                </a:path>
                <a:path w="2539" h="519429">
                  <a:moveTo>
                    <a:pt x="2539" y="53339"/>
                  </a:moveTo>
                  <a:lnTo>
                    <a:pt x="0" y="53339"/>
                  </a:lnTo>
                  <a:lnTo>
                    <a:pt x="0" y="58420"/>
                  </a:lnTo>
                  <a:lnTo>
                    <a:pt x="2539" y="58420"/>
                  </a:lnTo>
                  <a:lnTo>
                    <a:pt x="2539" y="53339"/>
                  </a:lnTo>
                  <a:close/>
                </a:path>
                <a:path w="2539" h="519429">
                  <a:moveTo>
                    <a:pt x="2539" y="46989"/>
                  </a:moveTo>
                  <a:lnTo>
                    <a:pt x="0" y="46989"/>
                  </a:lnTo>
                  <a:lnTo>
                    <a:pt x="0" y="52070"/>
                  </a:lnTo>
                  <a:lnTo>
                    <a:pt x="2539" y="52070"/>
                  </a:lnTo>
                  <a:lnTo>
                    <a:pt x="2539" y="46989"/>
                  </a:lnTo>
                  <a:close/>
                </a:path>
                <a:path w="2539" h="519429">
                  <a:moveTo>
                    <a:pt x="2539" y="40639"/>
                  </a:moveTo>
                  <a:lnTo>
                    <a:pt x="0" y="40639"/>
                  </a:lnTo>
                  <a:lnTo>
                    <a:pt x="0" y="45720"/>
                  </a:lnTo>
                  <a:lnTo>
                    <a:pt x="2539" y="45720"/>
                  </a:lnTo>
                  <a:lnTo>
                    <a:pt x="2539" y="40639"/>
                  </a:lnTo>
                  <a:close/>
                </a:path>
                <a:path w="2539" h="519429">
                  <a:moveTo>
                    <a:pt x="2539" y="34289"/>
                  </a:moveTo>
                  <a:lnTo>
                    <a:pt x="0" y="34289"/>
                  </a:lnTo>
                  <a:lnTo>
                    <a:pt x="0" y="39370"/>
                  </a:lnTo>
                  <a:lnTo>
                    <a:pt x="2539" y="39370"/>
                  </a:lnTo>
                  <a:lnTo>
                    <a:pt x="2539" y="34289"/>
                  </a:lnTo>
                  <a:close/>
                </a:path>
                <a:path w="2539" h="519429">
                  <a:moveTo>
                    <a:pt x="2539" y="27939"/>
                  </a:moveTo>
                  <a:lnTo>
                    <a:pt x="0" y="27939"/>
                  </a:lnTo>
                  <a:lnTo>
                    <a:pt x="0" y="33020"/>
                  </a:lnTo>
                  <a:lnTo>
                    <a:pt x="2539" y="33020"/>
                  </a:lnTo>
                  <a:lnTo>
                    <a:pt x="2539" y="27939"/>
                  </a:lnTo>
                  <a:close/>
                </a:path>
                <a:path w="2539" h="519429">
                  <a:moveTo>
                    <a:pt x="2539" y="21589"/>
                  </a:moveTo>
                  <a:lnTo>
                    <a:pt x="0" y="21589"/>
                  </a:lnTo>
                  <a:lnTo>
                    <a:pt x="0" y="26670"/>
                  </a:lnTo>
                  <a:lnTo>
                    <a:pt x="2539" y="26670"/>
                  </a:lnTo>
                  <a:lnTo>
                    <a:pt x="2539" y="21589"/>
                  </a:lnTo>
                  <a:close/>
                </a:path>
                <a:path w="2539" h="519429">
                  <a:moveTo>
                    <a:pt x="2539" y="15239"/>
                  </a:moveTo>
                  <a:lnTo>
                    <a:pt x="0" y="15239"/>
                  </a:lnTo>
                  <a:lnTo>
                    <a:pt x="0" y="20320"/>
                  </a:lnTo>
                  <a:lnTo>
                    <a:pt x="2539" y="20320"/>
                  </a:lnTo>
                  <a:lnTo>
                    <a:pt x="2539" y="15239"/>
                  </a:lnTo>
                  <a:close/>
                </a:path>
                <a:path w="2539" h="519429">
                  <a:moveTo>
                    <a:pt x="2539" y="8889"/>
                  </a:moveTo>
                  <a:lnTo>
                    <a:pt x="0" y="8889"/>
                  </a:lnTo>
                  <a:lnTo>
                    <a:pt x="0" y="13970"/>
                  </a:lnTo>
                  <a:lnTo>
                    <a:pt x="2539" y="13970"/>
                  </a:lnTo>
                  <a:lnTo>
                    <a:pt x="2539" y="8889"/>
                  </a:lnTo>
                  <a:close/>
                </a:path>
                <a:path w="2539" h="519429">
                  <a:moveTo>
                    <a:pt x="2539" y="2539"/>
                  </a:moveTo>
                  <a:lnTo>
                    <a:pt x="0" y="2539"/>
                  </a:lnTo>
                  <a:lnTo>
                    <a:pt x="0" y="7620"/>
                  </a:lnTo>
                  <a:lnTo>
                    <a:pt x="2539" y="7620"/>
                  </a:lnTo>
                  <a:lnTo>
                    <a:pt x="2539" y="2539"/>
                  </a:lnTo>
                  <a:close/>
                </a:path>
                <a:path w="2539" h="519429">
                  <a:moveTo>
                    <a:pt x="2539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39" y="1270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D3C6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5" name="object 3355"/>
            <p:cNvSpPr/>
            <p:nvPr/>
          </p:nvSpPr>
          <p:spPr>
            <a:xfrm>
              <a:off x="5778500" y="2941319"/>
              <a:ext cx="3810" cy="519430"/>
            </a:xfrm>
            <a:custGeom>
              <a:avLst/>
              <a:gdLst/>
              <a:ahLst/>
              <a:cxnLst/>
              <a:rect l="l" t="t" r="r" b="b"/>
              <a:pathLst>
                <a:path w="3810" h="519429">
                  <a:moveTo>
                    <a:pt x="3810" y="515619"/>
                  </a:moveTo>
                  <a:lnTo>
                    <a:pt x="0" y="515619"/>
                  </a:lnTo>
                  <a:lnTo>
                    <a:pt x="0" y="518160"/>
                  </a:lnTo>
                  <a:lnTo>
                    <a:pt x="1270" y="518160"/>
                  </a:lnTo>
                  <a:lnTo>
                    <a:pt x="1270" y="519429"/>
                  </a:lnTo>
                  <a:lnTo>
                    <a:pt x="3810" y="519429"/>
                  </a:lnTo>
                  <a:lnTo>
                    <a:pt x="3810" y="515619"/>
                  </a:lnTo>
                  <a:close/>
                </a:path>
                <a:path w="3810" h="519429">
                  <a:moveTo>
                    <a:pt x="3810" y="509269"/>
                  </a:moveTo>
                  <a:lnTo>
                    <a:pt x="0" y="509269"/>
                  </a:lnTo>
                  <a:lnTo>
                    <a:pt x="0" y="514350"/>
                  </a:lnTo>
                  <a:lnTo>
                    <a:pt x="3810" y="514350"/>
                  </a:lnTo>
                  <a:lnTo>
                    <a:pt x="3810" y="509269"/>
                  </a:lnTo>
                  <a:close/>
                </a:path>
                <a:path w="3810" h="519429">
                  <a:moveTo>
                    <a:pt x="3810" y="502919"/>
                  </a:moveTo>
                  <a:lnTo>
                    <a:pt x="0" y="502919"/>
                  </a:lnTo>
                  <a:lnTo>
                    <a:pt x="0" y="508000"/>
                  </a:lnTo>
                  <a:lnTo>
                    <a:pt x="3810" y="508000"/>
                  </a:lnTo>
                  <a:lnTo>
                    <a:pt x="3810" y="502919"/>
                  </a:lnTo>
                  <a:close/>
                </a:path>
                <a:path w="3810" h="519429">
                  <a:moveTo>
                    <a:pt x="3810" y="496569"/>
                  </a:moveTo>
                  <a:lnTo>
                    <a:pt x="0" y="496569"/>
                  </a:lnTo>
                  <a:lnTo>
                    <a:pt x="0" y="501650"/>
                  </a:lnTo>
                  <a:lnTo>
                    <a:pt x="3810" y="501650"/>
                  </a:lnTo>
                  <a:lnTo>
                    <a:pt x="3810" y="496569"/>
                  </a:lnTo>
                  <a:close/>
                </a:path>
                <a:path w="3810" h="519429">
                  <a:moveTo>
                    <a:pt x="3810" y="490219"/>
                  </a:moveTo>
                  <a:lnTo>
                    <a:pt x="0" y="490219"/>
                  </a:lnTo>
                  <a:lnTo>
                    <a:pt x="0" y="495300"/>
                  </a:lnTo>
                  <a:lnTo>
                    <a:pt x="3810" y="495300"/>
                  </a:lnTo>
                  <a:lnTo>
                    <a:pt x="3810" y="490219"/>
                  </a:lnTo>
                  <a:close/>
                </a:path>
                <a:path w="3810" h="519429">
                  <a:moveTo>
                    <a:pt x="3810" y="483869"/>
                  </a:moveTo>
                  <a:lnTo>
                    <a:pt x="0" y="483869"/>
                  </a:lnTo>
                  <a:lnTo>
                    <a:pt x="0" y="488950"/>
                  </a:lnTo>
                  <a:lnTo>
                    <a:pt x="3810" y="488950"/>
                  </a:lnTo>
                  <a:lnTo>
                    <a:pt x="3810" y="483869"/>
                  </a:lnTo>
                  <a:close/>
                </a:path>
                <a:path w="3810" h="519429">
                  <a:moveTo>
                    <a:pt x="3810" y="477519"/>
                  </a:moveTo>
                  <a:lnTo>
                    <a:pt x="0" y="477519"/>
                  </a:lnTo>
                  <a:lnTo>
                    <a:pt x="0" y="482600"/>
                  </a:lnTo>
                  <a:lnTo>
                    <a:pt x="3810" y="482600"/>
                  </a:lnTo>
                  <a:lnTo>
                    <a:pt x="3810" y="477519"/>
                  </a:lnTo>
                  <a:close/>
                </a:path>
                <a:path w="3810" h="519429">
                  <a:moveTo>
                    <a:pt x="3810" y="471169"/>
                  </a:moveTo>
                  <a:lnTo>
                    <a:pt x="0" y="471169"/>
                  </a:lnTo>
                  <a:lnTo>
                    <a:pt x="0" y="476250"/>
                  </a:lnTo>
                  <a:lnTo>
                    <a:pt x="3810" y="476250"/>
                  </a:lnTo>
                  <a:lnTo>
                    <a:pt x="3810" y="471169"/>
                  </a:lnTo>
                  <a:close/>
                </a:path>
                <a:path w="3810" h="519429">
                  <a:moveTo>
                    <a:pt x="3810" y="464819"/>
                  </a:moveTo>
                  <a:lnTo>
                    <a:pt x="0" y="464819"/>
                  </a:lnTo>
                  <a:lnTo>
                    <a:pt x="0" y="469900"/>
                  </a:lnTo>
                  <a:lnTo>
                    <a:pt x="3810" y="469900"/>
                  </a:lnTo>
                  <a:lnTo>
                    <a:pt x="3810" y="464819"/>
                  </a:lnTo>
                  <a:close/>
                </a:path>
                <a:path w="3810" h="519429">
                  <a:moveTo>
                    <a:pt x="3810" y="458469"/>
                  </a:moveTo>
                  <a:lnTo>
                    <a:pt x="0" y="458469"/>
                  </a:lnTo>
                  <a:lnTo>
                    <a:pt x="0" y="463550"/>
                  </a:lnTo>
                  <a:lnTo>
                    <a:pt x="3810" y="463550"/>
                  </a:lnTo>
                  <a:lnTo>
                    <a:pt x="3810" y="458469"/>
                  </a:lnTo>
                  <a:close/>
                </a:path>
                <a:path w="3810" h="519429">
                  <a:moveTo>
                    <a:pt x="3810" y="452119"/>
                  </a:moveTo>
                  <a:lnTo>
                    <a:pt x="0" y="452119"/>
                  </a:lnTo>
                  <a:lnTo>
                    <a:pt x="0" y="457200"/>
                  </a:lnTo>
                  <a:lnTo>
                    <a:pt x="3810" y="457200"/>
                  </a:lnTo>
                  <a:lnTo>
                    <a:pt x="3810" y="452119"/>
                  </a:lnTo>
                  <a:close/>
                </a:path>
                <a:path w="3810" h="519429">
                  <a:moveTo>
                    <a:pt x="3810" y="445769"/>
                  </a:moveTo>
                  <a:lnTo>
                    <a:pt x="0" y="445769"/>
                  </a:lnTo>
                  <a:lnTo>
                    <a:pt x="0" y="450850"/>
                  </a:lnTo>
                  <a:lnTo>
                    <a:pt x="3810" y="450850"/>
                  </a:lnTo>
                  <a:lnTo>
                    <a:pt x="3810" y="445769"/>
                  </a:lnTo>
                  <a:close/>
                </a:path>
                <a:path w="3810" h="519429">
                  <a:moveTo>
                    <a:pt x="3810" y="58419"/>
                  </a:moveTo>
                  <a:lnTo>
                    <a:pt x="0" y="58419"/>
                  </a:lnTo>
                  <a:lnTo>
                    <a:pt x="0" y="444500"/>
                  </a:lnTo>
                  <a:lnTo>
                    <a:pt x="3810" y="444500"/>
                  </a:lnTo>
                  <a:lnTo>
                    <a:pt x="3810" y="58419"/>
                  </a:lnTo>
                  <a:close/>
                </a:path>
                <a:path w="3810" h="519429">
                  <a:moveTo>
                    <a:pt x="3810" y="52069"/>
                  </a:moveTo>
                  <a:lnTo>
                    <a:pt x="0" y="52069"/>
                  </a:lnTo>
                  <a:lnTo>
                    <a:pt x="0" y="57150"/>
                  </a:lnTo>
                  <a:lnTo>
                    <a:pt x="3810" y="57150"/>
                  </a:lnTo>
                  <a:lnTo>
                    <a:pt x="3810" y="52069"/>
                  </a:lnTo>
                  <a:close/>
                </a:path>
                <a:path w="3810" h="519429">
                  <a:moveTo>
                    <a:pt x="3810" y="45719"/>
                  </a:moveTo>
                  <a:lnTo>
                    <a:pt x="0" y="45719"/>
                  </a:lnTo>
                  <a:lnTo>
                    <a:pt x="0" y="50800"/>
                  </a:lnTo>
                  <a:lnTo>
                    <a:pt x="3810" y="50800"/>
                  </a:lnTo>
                  <a:lnTo>
                    <a:pt x="3810" y="45719"/>
                  </a:lnTo>
                  <a:close/>
                </a:path>
                <a:path w="3810" h="519429">
                  <a:moveTo>
                    <a:pt x="3810" y="39369"/>
                  </a:moveTo>
                  <a:lnTo>
                    <a:pt x="0" y="39369"/>
                  </a:lnTo>
                  <a:lnTo>
                    <a:pt x="0" y="44450"/>
                  </a:lnTo>
                  <a:lnTo>
                    <a:pt x="3810" y="44450"/>
                  </a:lnTo>
                  <a:lnTo>
                    <a:pt x="3810" y="39369"/>
                  </a:lnTo>
                  <a:close/>
                </a:path>
                <a:path w="3810" h="519429">
                  <a:moveTo>
                    <a:pt x="3810" y="33019"/>
                  </a:moveTo>
                  <a:lnTo>
                    <a:pt x="0" y="33019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3019"/>
                  </a:lnTo>
                  <a:close/>
                </a:path>
                <a:path w="3810" h="519429">
                  <a:moveTo>
                    <a:pt x="3810" y="26669"/>
                  </a:moveTo>
                  <a:lnTo>
                    <a:pt x="0" y="26669"/>
                  </a:lnTo>
                  <a:lnTo>
                    <a:pt x="0" y="31750"/>
                  </a:lnTo>
                  <a:lnTo>
                    <a:pt x="3810" y="31750"/>
                  </a:lnTo>
                  <a:lnTo>
                    <a:pt x="3810" y="26669"/>
                  </a:lnTo>
                  <a:close/>
                </a:path>
                <a:path w="3810" h="519429">
                  <a:moveTo>
                    <a:pt x="3810" y="20319"/>
                  </a:moveTo>
                  <a:lnTo>
                    <a:pt x="0" y="20319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0319"/>
                  </a:lnTo>
                  <a:close/>
                </a:path>
                <a:path w="3810" h="519429">
                  <a:moveTo>
                    <a:pt x="3810" y="13969"/>
                  </a:moveTo>
                  <a:lnTo>
                    <a:pt x="0" y="13969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3969"/>
                  </a:lnTo>
                  <a:close/>
                </a:path>
                <a:path w="3810" h="519429">
                  <a:moveTo>
                    <a:pt x="3810" y="7619"/>
                  </a:moveTo>
                  <a:lnTo>
                    <a:pt x="0" y="7619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7619"/>
                  </a:lnTo>
                  <a:close/>
                </a:path>
                <a:path w="3810" h="519429">
                  <a:moveTo>
                    <a:pt x="1270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D2C5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6" name="object 3356"/>
            <p:cNvSpPr/>
            <p:nvPr/>
          </p:nvSpPr>
          <p:spPr>
            <a:xfrm>
              <a:off x="5782309" y="2943860"/>
              <a:ext cx="3810" cy="519430"/>
            </a:xfrm>
            <a:custGeom>
              <a:avLst/>
              <a:gdLst/>
              <a:ahLst/>
              <a:cxnLst/>
              <a:rect l="l" t="t" r="r" b="b"/>
              <a:pathLst>
                <a:path w="3810" h="519429">
                  <a:moveTo>
                    <a:pt x="3810" y="513079"/>
                  </a:moveTo>
                  <a:lnTo>
                    <a:pt x="0" y="513079"/>
                  </a:lnTo>
                  <a:lnTo>
                    <a:pt x="0" y="519429"/>
                  </a:lnTo>
                  <a:lnTo>
                    <a:pt x="2539" y="519429"/>
                  </a:lnTo>
                  <a:lnTo>
                    <a:pt x="2539" y="518160"/>
                  </a:lnTo>
                  <a:lnTo>
                    <a:pt x="3810" y="518160"/>
                  </a:lnTo>
                  <a:lnTo>
                    <a:pt x="3810" y="513079"/>
                  </a:lnTo>
                  <a:close/>
                </a:path>
                <a:path w="3810" h="519429">
                  <a:moveTo>
                    <a:pt x="3810" y="506729"/>
                  </a:moveTo>
                  <a:lnTo>
                    <a:pt x="0" y="506729"/>
                  </a:lnTo>
                  <a:lnTo>
                    <a:pt x="0" y="511810"/>
                  </a:lnTo>
                  <a:lnTo>
                    <a:pt x="3810" y="511810"/>
                  </a:lnTo>
                  <a:lnTo>
                    <a:pt x="3810" y="506729"/>
                  </a:lnTo>
                  <a:close/>
                </a:path>
                <a:path w="3810" h="519429">
                  <a:moveTo>
                    <a:pt x="3810" y="500379"/>
                  </a:moveTo>
                  <a:lnTo>
                    <a:pt x="0" y="500379"/>
                  </a:lnTo>
                  <a:lnTo>
                    <a:pt x="0" y="505460"/>
                  </a:lnTo>
                  <a:lnTo>
                    <a:pt x="3810" y="505460"/>
                  </a:lnTo>
                  <a:lnTo>
                    <a:pt x="3810" y="500379"/>
                  </a:lnTo>
                  <a:close/>
                </a:path>
                <a:path w="3810" h="519429">
                  <a:moveTo>
                    <a:pt x="3810" y="494029"/>
                  </a:moveTo>
                  <a:lnTo>
                    <a:pt x="0" y="494029"/>
                  </a:lnTo>
                  <a:lnTo>
                    <a:pt x="0" y="499110"/>
                  </a:lnTo>
                  <a:lnTo>
                    <a:pt x="3810" y="499110"/>
                  </a:lnTo>
                  <a:lnTo>
                    <a:pt x="3810" y="494029"/>
                  </a:lnTo>
                  <a:close/>
                </a:path>
                <a:path w="3810" h="519429">
                  <a:moveTo>
                    <a:pt x="3810" y="487679"/>
                  </a:moveTo>
                  <a:lnTo>
                    <a:pt x="0" y="487679"/>
                  </a:lnTo>
                  <a:lnTo>
                    <a:pt x="0" y="492760"/>
                  </a:lnTo>
                  <a:lnTo>
                    <a:pt x="3810" y="492760"/>
                  </a:lnTo>
                  <a:lnTo>
                    <a:pt x="3810" y="487679"/>
                  </a:lnTo>
                  <a:close/>
                </a:path>
                <a:path w="3810" h="519429">
                  <a:moveTo>
                    <a:pt x="3810" y="481329"/>
                  </a:moveTo>
                  <a:lnTo>
                    <a:pt x="0" y="481329"/>
                  </a:lnTo>
                  <a:lnTo>
                    <a:pt x="0" y="486410"/>
                  </a:lnTo>
                  <a:lnTo>
                    <a:pt x="3810" y="486410"/>
                  </a:lnTo>
                  <a:lnTo>
                    <a:pt x="3810" y="481329"/>
                  </a:lnTo>
                  <a:close/>
                </a:path>
                <a:path w="3810" h="519429">
                  <a:moveTo>
                    <a:pt x="3810" y="474979"/>
                  </a:moveTo>
                  <a:lnTo>
                    <a:pt x="0" y="474979"/>
                  </a:lnTo>
                  <a:lnTo>
                    <a:pt x="0" y="480060"/>
                  </a:lnTo>
                  <a:lnTo>
                    <a:pt x="3810" y="480060"/>
                  </a:lnTo>
                  <a:lnTo>
                    <a:pt x="3810" y="474979"/>
                  </a:lnTo>
                  <a:close/>
                </a:path>
                <a:path w="3810" h="519429">
                  <a:moveTo>
                    <a:pt x="3810" y="468629"/>
                  </a:moveTo>
                  <a:lnTo>
                    <a:pt x="0" y="468629"/>
                  </a:lnTo>
                  <a:lnTo>
                    <a:pt x="0" y="473710"/>
                  </a:lnTo>
                  <a:lnTo>
                    <a:pt x="3810" y="473710"/>
                  </a:lnTo>
                  <a:lnTo>
                    <a:pt x="3810" y="468629"/>
                  </a:lnTo>
                  <a:close/>
                </a:path>
                <a:path w="3810" h="519429">
                  <a:moveTo>
                    <a:pt x="3810" y="462279"/>
                  </a:moveTo>
                  <a:lnTo>
                    <a:pt x="0" y="462279"/>
                  </a:lnTo>
                  <a:lnTo>
                    <a:pt x="0" y="467360"/>
                  </a:lnTo>
                  <a:lnTo>
                    <a:pt x="3810" y="467360"/>
                  </a:lnTo>
                  <a:lnTo>
                    <a:pt x="3810" y="462279"/>
                  </a:lnTo>
                  <a:close/>
                </a:path>
                <a:path w="3810" h="519429">
                  <a:moveTo>
                    <a:pt x="3810" y="455929"/>
                  </a:moveTo>
                  <a:lnTo>
                    <a:pt x="0" y="455929"/>
                  </a:lnTo>
                  <a:lnTo>
                    <a:pt x="0" y="461010"/>
                  </a:lnTo>
                  <a:lnTo>
                    <a:pt x="3810" y="461010"/>
                  </a:lnTo>
                  <a:lnTo>
                    <a:pt x="3810" y="455929"/>
                  </a:lnTo>
                  <a:close/>
                </a:path>
                <a:path w="3810" h="519429">
                  <a:moveTo>
                    <a:pt x="3810" y="449579"/>
                  </a:moveTo>
                  <a:lnTo>
                    <a:pt x="0" y="449579"/>
                  </a:lnTo>
                  <a:lnTo>
                    <a:pt x="0" y="454660"/>
                  </a:lnTo>
                  <a:lnTo>
                    <a:pt x="3810" y="454660"/>
                  </a:lnTo>
                  <a:lnTo>
                    <a:pt x="3810" y="449579"/>
                  </a:lnTo>
                  <a:close/>
                </a:path>
                <a:path w="3810" h="519429">
                  <a:moveTo>
                    <a:pt x="3810" y="443229"/>
                  </a:moveTo>
                  <a:lnTo>
                    <a:pt x="0" y="443229"/>
                  </a:lnTo>
                  <a:lnTo>
                    <a:pt x="0" y="448310"/>
                  </a:lnTo>
                  <a:lnTo>
                    <a:pt x="3810" y="448310"/>
                  </a:lnTo>
                  <a:lnTo>
                    <a:pt x="3810" y="443229"/>
                  </a:lnTo>
                  <a:close/>
                </a:path>
                <a:path w="3810" h="519429">
                  <a:moveTo>
                    <a:pt x="3810" y="55879"/>
                  </a:moveTo>
                  <a:lnTo>
                    <a:pt x="0" y="55879"/>
                  </a:lnTo>
                  <a:lnTo>
                    <a:pt x="0" y="441960"/>
                  </a:lnTo>
                  <a:lnTo>
                    <a:pt x="3810" y="441960"/>
                  </a:lnTo>
                  <a:lnTo>
                    <a:pt x="3810" y="55879"/>
                  </a:lnTo>
                  <a:close/>
                </a:path>
                <a:path w="3810" h="519429">
                  <a:moveTo>
                    <a:pt x="3810" y="49529"/>
                  </a:moveTo>
                  <a:lnTo>
                    <a:pt x="0" y="49529"/>
                  </a:lnTo>
                  <a:lnTo>
                    <a:pt x="0" y="54610"/>
                  </a:lnTo>
                  <a:lnTo>
                    <a:pt x="3810" y="54610"/>
                  </a:lnTo>
                  <a:lnTo>
                    <a:pt x="3810" y="49529"/>
                  </a:lnTo>
                  <a:close/>
                </a:path>
                <a:path w="3810" h="519429">
                  <a:moveTo>
                    <a:pt x="3810" y="43179"/>
                  </a:moveTo>
                  <a:lnTo>
                    <a:pt x="0" y="43179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3179"/>
                  </a:lnTo>
                  <a:close/>
                </a:path>
                <a:path w="3810" h="519429">
                  <a:moveTo>
                    <a:pt x="3810" y="36829"/>
                  </a:moveTo>
                  <a:lnTo>
                    <a:pt x="0" y="36829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6829"/>
                  </a:lnTo>
                  <a:close/>
                </a:path>
                <a:path w="3810" h="519429">
                  <a:moveTo>
                    <a:pt x="3810" y="30479"/>
                  </a:moveTo>
                  <a:lnTo>
                    <a:pt x="0" y="30479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30479"/>
                  </a:lnTo>
                  <a:close/>
                </a:path>
                <a:path w="3810" h="519429">
                  <a:moveTo>
                    <a:pt x="3810" y="24129"/>
                  </a:moveTo>
                  <a:lnTo>
                    <a:pt x="0" y="24129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4129"/>
                  </a:lnTo>
                  <a:close/>
                </a:path>
                <a:path w="3810" h="519429">
                  <a:moveTo>
                    <a:pt x="3810" y="17779"/>
                  </a:moveTo>
                  <a:lnTo>
                    <a:pt x="0" y="17779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7779"/>
                  </a:lnTo>
                  <a:close/>
                </a:path>
                <a:path w="3810" h="519429">
                  <a:moveTo>
                    <a:pt x="3810" y="11429"/>
                  </a:moveTo>
                  <a:lnTo>
                    <a:pt x="0" y="11429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1429"/>
                  </a:lnTo>
                  <a:close/>
                </a:path>
                <a:path w="3810" h="519429">
                  <a:moveTo>
                    <a:pt x="3810" y="5079"/>
                  </a:moveTo>
                  <a:lnTo>
                    <a:pt x="0" y="5079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5079"/>
                  </a:lnTo>
                  <a:close/>
                </a:path>
                <a:path w="3810" h="519429">
                  <a:moveTo>
                    <a:pt x="253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70"/>
                  </a:lnTo>
                  <a:lnTo>
                    <a:pt x="2539" y="1270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D1C4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7" name="object 3357"/>
            <p:cNvSpPr/>
            <p:nvPr/>
          </p:nvSpPr>
          <p:spPr>
            <a:xfrm>
              <a:off x="5786119" y="2946400"/>
              <a:ext cx="3810" cy="518159"/>
            </a:xfrm>
            <a:custGeom>
              <a:avLst/>
              <a:gdLst/>
              <a:ahLst/>
              <a:cxnLst/>
              <a:rect l="l" t="t" r="r" b="b"/>
              <a:pathLst>
                <a:path w="3810" h="518160">
                  <a:moveTo>
                    <a:pt x="3809" y="516889"/>
                  </a:moveTo>
                  <a:lnTo>
                    <a:pt x="2539" y="516889"/>
                  </a:lnTo>
                  <a:lnTo>
                    <a:pt x="2539" y="518160"/>
                  </a:lnTo>
                  <a:lnTo>
                    <a:pt x="3809" y="518160"/>
                  </a:lnTo>
                  <a:lnTo>
                    <a:pt x="3809" y="516889"/>
                  </a:lnTo>
                  <a:close/>
                </a:path>
                <a:path w="3810" h="518160">
                  <a:moveTo>
                    <a:pt x="3809" y="510539"/>
                  </a:moveTo>
                  <a:lnTo>
                    <a:pt x="0" y="510539"/>
                  </a:lnTo>
                  <a:lnTo>
                    <a:pt x="0" y="515620"/>
                  </a:lnTo>
                  <a:lnTo>
                    <a:pt x="3809" y="515620"/>
                  </a:lnTo>
                  <a:lnTo>
                    <a:pt x="3809" y="510539"/>
                  </a:lnTo>
                  <a:close/>
                </a:path>
                <a:path w="3810" h="518160">
                  <a:moveTo>
                    <a:pt x="3809" y="504189"/>
                  </a:moveTo>
                  <a:lnTo>
                    <a:pt x="0" y="504189"/>
                  </a:lnTo>
                  <a:lnTo>
                    <a:pt x="0" y="509270"/>
                  </a:lnTo>
                  <a:lnTo>
                    <a:pt x="3809" y="509270"/>
                  </a:lnTo>
                  <a:lnTo>
                    <a:pt x="3809" y="504189"/>
                  </a:lnTo>
                  <a:close/>
                </a:path>
                <a:path w="3810" h="518160">
                  <a:moveTo>
                    <a:pt x="3809" y="497839"/>
                  </a:moveTo>
                  <a:lnTo>
                    <a:pt x="0" y="497839"/>
                  </a:lnTo>
                  <a:lnTo>
                    <a:pt x="0" y="502920"/>
                  </a:lnTo>
                  <a:lnTo>
                    <a:pt x="3809" y="502920"/>
                  </a:lnTo>
                  <a:lnTo>
                    <a:pt x="3809" y="497839"/>
                  </a:lnTo>
                  <a:close/>
                </a:path>
                <a:path w="3810" h="518160">
                  <a:moveTo>
                    <a:pt x="3809" y="491489"/>
                  </a:moveTo>
                  <a:lnTo>
                    <a:pt x="0" y="491489"/>
                  </a:lnTo>
                  <a:lnTo>
                    <a:pt x="0" y="496570"/>
                  </a:lnTo>
                  <a:lnTo>
                    <a:pt x="3809" y="496570"/>
                  </a:lnTo>
                  <a:lnTo>
                    <a:pt x="3809" y="491489"/>
                  </a:lnTo>
                  <a:close/>
                </a:path>
                <a:path w="3810" h="518160">
                  <a:moveTo>
                    <a:pt x="3809" y="485139"/>
                  </a:moveTo>
                  <a:lnTo>
                    <a:pt x="0" y="485139"/>
                  </a:lnTo>
                  <a:lnTo>
                    <a:pt x="0" y="490220"/>
                  </a:lnTo>
                  <a:lnTo>
                    <a:pt x="3809" y="490220"/>
                  </a:lnTo>
                  <a:lnTo>
                    <a:pt x="3809" y="485139"/>
                  </a:lnTo>
                  <a:close/>
                </a:path>
                <a:path w="3810" h="518160">
                  <a:moveTo>
                    <a:pt x="3809" y="478789"/>
                  </a:moveTo>
                  <a:lnTo>
                    <a:pt x="0" y="478789"/>
                  </a:lnTo>
                  <a:lnTo>
                    <a:pt x="0" y="483870"/>
                  </a:lnTo>
                  <a:lnTo>
                    <a:pt x="3809" y="483870"/>
                  </a:lnTo>
                  <a:lnTo>
                    <a:pt x="3809" y="478789"/>
                  </a:lnTo>
                  <a:close/>
                </a:path>
                <a:path w="3810" h="518160">
                  <a:moveTo>
                    <a:pt x="3809" y="472439"/>
                  </a:moveTo>
                  <a:lnTo>
                    <a:pt x="0" y="472439"/>
                  </a:lnTo>
                  <a:lnTo>
                    <a:pt x="0" y="477520"/>
                  </a:lnTo>
                  <a:lnTo>
                    <a:pt x="3809" y="477520"/>
                  </a:lnTo>
                  <a:lnTo>
                    <a:pt x="3809" y="472439"/>
                  </a:lnTo>
                  <a:close/>
                </a:path>
                <a:path w="3810" h="518160">
                  <a:moveTo>
                    <a:pt x="3809" y="466089"/>
                  </a:moveTo>
                  <a:lnTo>
                    <a:pt x="0" y="466089"/>
                  </a:lnTo>
                  <a:lnTo>
                    <a:pt x="0" y="471170"/>
                  </a:lnTo>
                  <a:lnTo>
                    <a:pt x="3809" y="471170"/>
                  </a:lnTo>
                  <a:lnTo>
                    <a:pt x="3809" y="466089"/>
                  </a:lnTo>
                  <a:close/>
                </a:path>
                <a:path w="3810" h="518160">
                  <a:moveTo>
                    <a:pt x="3809" y="459739"/>
                  </a:moveTo>
                  <a:lnTo>
                    <a:pt x="0" y="459739"/>
                  </a:lnTo>
                  <a:lnTo>
                    <a:pt x="0" y="464820"/>
                  </a:lnTo>
                  <a:lnTo>
                    <a:pt x="3809" y="464820"/>
                  </a:lnTo>
                  <a:lnTo>
                    <a:pt x="3809" y="459739"/>
                  </a:lnTo>
                  <a:close/>
                </a:path>
                <a:path w="3810" h="518160">
                  <a:moveTo>
                    <a:pt x="3809" y="453389"/>
                  </a:moveTo>
                  <a:lnTo>
                    <a:pt x="0" y="453389"/>
                  </a:lnTo>
                  <a:lnTo>
                    <a:pt x="0" y="458470"/>
                  </a:lnTo>
                  <a:lnTo>
                    <a:pt x="3809" y="458470"/>
                  </a:lnTo>
                  <a:lnTo>
                    <a:pt x="3809" y="453389"/>
                  </a:lnTo>
                  <a:close/>
                </a:path>
                <a:path w="3810" h="518160">
                  <a:moveTo>
                    <a:pt x="3809" y="447039"/>
                  </a:moveTo>
                  <a:lnTo>
                    <a:pt x="0" y="447039"/>
                  </a:lnTo>
                  <a:lnTo>
                    <a:pt x="0" y="452120"/>
                  </a:lnTo>
                  <a:lnTo>
                    <a:pt x="3809" y="452120"/>
                  </a:lnTo>
                  <a:lnTo>
                    <a:pt x="3809" y="447039"/>
                  </a:lnTo>
                  <a:close/>
                </a:path>
                <a:path w="3810" h="518160">
                  <a:moveTo>
                    <a:pt x="3809" y="440689"/>
                  </a:moveTo>
                  <a:lnTo>
                    <a:pt x="0" y="440689"/>
                  </a:lnTo>
                  <a:lnTo>
                    <a:pt x="0" y="445770"/>
                  </a:lnTo>
                  <a:lnTo>
                    <a:pt x="3809" y="445770"/>
                  </a:lnTo>
                  <a:lnTo>
                    <a:pt x="3809" y="440689"/>
                  </a:lnTo>
                  <a:close/>
                </a:path>
                <a:path w="3810" h="518160">
                  <a:moveTo>
                    <a:pt x="3809" y="53339"/>
                  </a:moveTo>
                  <a:lnTo>
                    <a:pt x="0" y="53339"/>
                  </a:lnTo>
                  <a:lnTo>
                    <a:pt x="0" y="439420"/>
                  </a:lnTo>
                  <a:lnTo>
                    <a:pt x="3809" y="439420"/>
                  </a:lnTo>
                  <a:lnTo>
                    <a:pt x="3809" y="53339"/>
                  </a:lnTo>
                  <a:close/>
                </a:path>
                <a:path w="3810" h="518160">
                  <a:moveTo>
                    <a:pt x="3809" y="46989"/>
                  </a:moveTo>
                  <a:lnTo>
                    <a:pt x="0" y="46989"/>
                  </a:lnTo>
                  <a:lnTo>
                    <a:pt x="0" y="52070"/>
                  </a:lnTo>
                  <a:lnTo>
                    <a:pt x="3809" y="52070"/>
                  </a:lnTo>
                  <a:lnTo>
                    <a:pt x="3809" y="46989"/>
                  </a:lnTo>
                  <a:close/>
                </a:path>
                <a:path w="3810" h="518160">
                  <a:moveTo>
                    <a:pt x="3809" y="40639"/>
                  </a:moveTo>
                  <a:lnTo>
                    <a:pt x="0" y="40639"/>
                  </a:lnTo>
                  <a:lnTo>
                    <a:pt x="0" y="45720"/>
                  </a:lnTo>
                  <a:lnTo>
                    <a:pt x="3809" y="45720"/>
                  </a:lnTo>
                  <a:lnTo>
                    <a:pt x="3809" y="40639"/>
                  </a:lnTo>
                  <a:close/>
                </a:path>
                <a:path w="3810" h="518160">
                  <a:moveTo>
                    <a:pt x="3809" y="34289"/>
                  </a:moveTo>
                  <a:lnTo>
                    <a:pt x="0" y="34289"/>
                  </a:lnTo>
                  <a:lnTo>
                    <a:pt x="0" y="39370"/>
                  </a:lnTo>
                  <a:lnTo>
                    <a:pt x="3809" y="39370"/>
                  </a:lnTo>
                  <a:lnTo>
                    <a:pt x="3809" y="34289"/>
                  </a:lnTo>
                  <a:close/>
                </a:path>
                <a:path w="3810" h="518160">
                  <a:moveTo>
                    <a:pt x="3809" y="27939"/>
                  </a:moveTo>
                  <a:lnTo>
                    <a:pt x="0" y="27939"/>
                  </a:lnTo>
                  <a:lnTo>
                    <a:pt x="0" y="33020"/>
                  </a:lnTo>
                  <a:lnTo>
                    <a:pt x="3809" y="33020"/>
                  </a:lnTo>
                  <a:lnTo>
                    <a:pt x="3809" y="27939"/>
                  </a:lnTo>
                  <a:close/>
                </a:path>
                <a:path w="3810" h="518160">
                  <a:moveTo>
                    <a:pt x="3809" y="21589"/>
                  </a:moveTo>
                  <a:lnTo>
                    <a:pt x="0" y="21589"/>
                  </a:lnTo>
                  <a:lnTo>
                    <a:pt x="0" y="26670"/>
                  </a:lnTo>
                  <a:lnTo>
                    <a:pt x="3809" y="26670"/>
                  </a:lnTo>
                  <a:lnTo>
                    <a:pt x="3809" y="21589"/>
                  </a:lnTo>
                  <a:close/>
                </a:path>
                <a:path w="3810" h="518160">
                  <a:moveTo>
                    <a:pt x="3809" y="15239"/>
                  </a:moveTo>
                  <a:lnTo>
                    <a:pt x="0" y="15239"/>
                  </a:lnTo>
                  <a:lnTo>
                    <a:pt x="0" y="20320"/>
                  </a:lnTo>
                  <a:lnTo>
                    <a:pt x="3809" y="20320"/>
                  </a:lnTo>
                  <a:lnTo>
                    <a:pt x="3809" y="15239"/>
                  </a:lnTo>
                  <a:close/>
                </a:path>
                <a:path w="3810" h="518160">
                  <a:moveTo>
                    <a:pt x="3809" y="8889"/>
                  </a:moveTo>
                  <a:lnTo>
                    <a:pt x="0" y="8889"/>
                  </a:lnTo>
                  <a:lnTo>
                    <a:pt x="0" y="13970"/>
                  </a:lnTo>
                  <a:lnTo>
                    <a:pt x="3809" y="13970"/>
                  </a:lnTo>
                  <a:lnTo>
                    <a:pt x="3809" y="8889"/>
                  </a:lnTo>
                  <a:close/>
                </a:path>
                <a:path w="3810" h="518160">
                  <a:moveTo>
                    <a:pt x="3809" y="1270"/>
                  </a:moveTo>
                  <a:lnTo>
                    <a:pt x="2539" y="1270"/>
                  </a:lnTo>
                  <a:lnTo>
                    <a:pt x="2539" y="2539"/>
                  </a:lnTo>
                  <a:lnTo>
                    <a:pt x="0" y="2539"/>
                  </a:lnTo>
                  <a:lnTo>
                    <a:pt x="0" y="7620"/>
                  </a:lnTo>
                  <a:lnTo>
                    <a:pt x="3809" y="7620"/>
                  </a:lnTo>
                  <a:lnTo>
                    <a:pt x="3809" y="1270"/>
                  </a:lnTo>
                  <a:close/>
                </a:path>
                <a:path w="3810" h="518160">
                  <a:moveTo>
                    <a:pt x="2539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39" y="1270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D1C3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8" name="object 3358"/>
            <p:cNvSpPr/>
            <p:nvPr/>
          </p:nvSpPr>
          <p:spPr>
            <a:xfrm>
              <a:off x="5789930" y="2947669"/>
              <a:ext cx="3810" cy="518159"/>
            </a:xfrm>
            <a:custGeom>
              <a:avLst/>
              <a:gdLst/>
              <a:ahLst/>
              <a:cxnLst/>
              <a:rect l="l" t="t" r="r" b="b"/>
              <a:pathLst>
                <a:path w="3810" h="518160">
                  <a:moveTo>
                    <a:pt x="3810" y="515619"/>
                  </a:moveTo>
                  <a:lnTo>
                    <a:pt x="0" y="515619"/>
                  </a:lnTo>
                  <a:lnTo>
                    <a:pt x="0" y="516889"/>
                  </a:lnTo>
                  <a:lnTo>
                    <a:pt x="2540" y="516889"/>
                  </a:lnTo>
                  <a:lnTo>
                    <a:pt x="2540" y="518160"/>
                  </a:lnTo>
                  <a:lnTo>
                    <a:pt x="3810" y="518160"/>
                  </a:lnTo>
                  <a:lnTo>
                    <a:pt x="3810" y="515619"/>
                  </a:lnTo>
                  <a:close/>
                </a:path>
                <a:path w="3810" h="518160">
                  <a:moveTo>
                    <a:pt x="3810" y="509269"/>
                  </a:moveTo>
                  <a:lnTo>
                    <a:pt x="0" y="509269"/>
                  </a:lnTo>
                  <a:lnTo>
                    <a:pt x="0" y="514350"/>
                  </a:lnTo>
                  <a:lnTo>
                    <a:pt x="3810" y="514350"/>
                  </a:lnTo>
                  <a:lnTo>
                    <a:pt x="3810" y="509269"/>
                  </a:lnTo>
                  <a:close/>
                </a:path>
                <a:path w="3810" h="518160">
                  <a:moveTo>
                    <a:pt x="3810" y="502919"/>
                  </a:moveTo>
                  <a:lnTo>
                    <a:pt x="0" y="502919"/>
                  </a:lnTo>
                  <a:lnTo>
                    <a:pt x="0" y="508000"/>
                  </a:lnTo>
                  <a:lnTo>
                    <a:pt x="3810" y="508000"/>
                  </a:lnTo>
                  <a:lnTo>
                    <a:pt x="3810" y="502919"/>
                  </a:lnTo>
                  <a:close/>
                </a:path>
                <a:path w="3810" h="518160">
                  <a:moveTo>
                    <a:pt x="3810" y="496569"/>
                  </a:moveTo>
                  <a:lnTo>
                    <a:pt x="0" y="496569"/>
                  </a:lnTo>
                  <a:lnTo>
                    <a:pt x="0" y="501650"/>
                  </a:lnTo>
                  <a:lnTo>
                    <a:pt x="3810" y="501650"/>
                  </a:lnTo>
                  <a:lnTo>
                    <a:pt x="3810" y="496569"/>
                  </a:lnTo>
                  <a:close/>
                </a:path>
                <a:path w="3810" h="518160">
                  <a:moveTo>
                    <a:pt x="3810" y="490219"/>
                  </a:moveTo>
                  <a:lnTo>
                    <a:pt x="0" y="490219"/>
                  </a:lnTo>
                  <a:lnTo>
                    <a:pt x="0" y="495300"/>
                  </a:lnTo>
                  <a:lnTo>
                    <a:pt x="3810" y="495300"/>
                  </a:lnTo>
                  <a:lnTo>
                    <a:pt x="3810" y="490219"/>
                  </a:lnTo>
                  <a:close/>
                </a:path>
                <a:path w="3810" h="518160">
                  <a:moveTo>
                    <a:pt x="3810" y="483869"/>
                  </a:moveTo>
                  <a:lnTo>
                    <a:pt x="0" y="483869"/>
                  </a:lnTo>
                  <a:lnTo>
                    <a:pt x="0" y="488950"/>
                  </a:lnTo>
                  <a:lnTo>
                    <a:pt x="3810" y="488950"/>
                  </a:lnTo>
                  <a:lnTo>
                    <a:pt x="3810" y="483869"/>
                  </a:lnTo>
                  <a:close/>
                </a:path>
                <a:path w="3810" h="518160">
                  <a:moveTo>
                    <a:pt x="3810" y="477519"/>
                  </a:moveTo>
                  <a:lnTo>
                    <a:pt x="0" y="477519"/>
                  </a:lnTo>
                  <a:lnTo>
                    <a:pt x="0" y="482600"/>
                  </a:lnTo>
                  <a:lnTo>
                    <a:pt x="3810" y="482600"/>
                  </a:lnTo>
                  <a:lnTo>
                    <a:pt x="3810" y="477519"/>
                  </a:lnTo>
                  <a:close/>
                </a:path>
                <a:path w="3810" h="518160">
                  <a:moveTo>
                    <a:pt x="3810" y="471169"/>
                  </a:moveTo>
                  <a:lnTo>
                    <a:pt x="0" y="471169"/>
                  </a:lnTo>
                  <a:lnTo>
                    <a:pt x="0" y="476250"/>
                  </a:lnTo>
                  <a:lnTo>
                    <a:pt x="3810" y="476250"/>
                  </a:lnTo>
                  <a:lnTo>
                    <a:pt x="3810" y="471169"/>
                  </a:lnTo>
                  <a:close/>
                </a:path>
                <a:path w="3810" h="518160">
                  <a:moveTo>
                    <a:pt x="3810" y="464819"/>
                  </a:moveTo>
                  <a:lnTo>
                    <a:pt x="0" y="464819"/>
                  </a:lnTo>
                  <a:lnTo>
                    <a:pt x="0" y="469900"/>
                  </a:lnTo>
                  <a:lnTo>
                    <a:pt x="3810" y="469900"/>
                  </a:lnTo>
                  <a:lnTo>
                    <a:pt x="3810" y="464819"/>
                  </a:lnTo>
                  <a:close/>
                </a:path>
                <a:path w="3810" h="518160">
                  <a:moveTo>
                    <a:pt x="3810" y="458469"/>
                  </a:moveTo>
                  <a:lnTo>
                    <a:pt x="0" y="458469"/>
                  </a:lnTo>
                  <a:lnTo>
                    <a:pt x="0" y="463550"/>
                  </a:lnTo>
                  <a:lnTo>
                    <a:pt x="3810" y="463550"/>
                  </a:lnTo>
                  <a:lnTo>
                    <a:pt x="3810" y="458469"/>
                  </a:lnTo>
                  <a:close/>
                </a:path>
                <a:path w="3810" h="518160">
                  <a:moveTo>
                    <a:pt x="3810" y="452119"/>
                  </a:moveTo>
                  <a:lnTo>
                    <a:pt x="0" y="452119"/>
                  </a:lnTo>
                  <a:lnTo>
                    <a:pt x="0" y="457200"/>
                  </a:lnTo>
                  <a:lnTo>
                    <a:pt x="3810" y="457200"/>
                  </a:lnTo>
                  <a:lnTo>
                    <a:pt x="3810" y="452119"/>
                  </a:lnTo>
                  <a:close/>
                </a:path>
                <a:path w="3810" h="518160">
                  <a:moveTo>
                    <a:pt x="3810" y="445769"/>
                  </a:moveTo>
                  <a:lnTo>
                    <a:pt x="0" y="445769"/>
                  </a:lnTo>
                  <a:lnTo>
                    <a:pt x="0" y="450850"/>
                  </a:lnTo>
                  <a:lnTo>
                    <a:pt x="3810" y="450850"/>
                  </a:lnTo>
                  <a:lnTo>
                    <a:pt x="3810" y="445769"/>
                  </a:lnTo>
                  <a:close/>
                </a:path>
                <a:path w="3810" h="518160">
                  <a:moveTo>
                    <a:pt x="3810" y="439419"/>
                  </a:moveTo>
                  <a:lnTo>
                    <a:pt x="0" y="439419"/>
                  </a:lnTo>
                  <a:lnTo>
                    <a:pt x="0" y="444500"/>
                  </a:lnTo>
                  <a:lnTo>
                    <a:pt x="3810" y="444500"/>
                  </a:lnTo>
                  <a:lnTo>
                    <a:pt x="3810" y="439419"/>
                  </a:lnTo>
                  <a:close/>
                </a:path>
                <a:path w="3810" h="518160">
                  <a:moveTo>
                    <a:pt x="3810" y="52069"/>
                  </a:moveTo>
                  <a:lnTo>
                    <a:pt x="0" y="52069"/>
                  </a:lnTo>
                  <a:lnTo>
                    <a:pt x="0" y="438150"/>
                  </a:lnTo>
                  <a:lnTo>
                    <a:pt x="3810" y="438150"/>
                  </a:lnTo>
                  <a:lnTo>
                    <a:pt x="3810" y="52069"/>
                  </a:lnTo>
                  <a:close/>
                </a:path>
                <a:path w="3810" h="518160">
                  <a:moveTo>
                    <a:pt x="3810" y="45719"/>
                  </a:moveTo>
                  <a:lnTo>
                    <a:pt x="0" y="45719"/>
                  </a:lnTo>
                  <a:lnTo>
                    <a:pt x="0" y="50800"/>
                  </a:lnTo>
                  <a:lnTo>
                    <a:pt x="3810" y="50800"/>
                  </a:lnTo>
                  <a:lnTo>
                    <a:pt x="3810" y="45719"/>
                  </a:lnTo>
                  <a:close/>
                </a:path>
                <a:path w="3810" h="518160">
                  <a:moveTo>
                    <a:pt x="3810" y="39369"/>
                  </a:moveTo>
                  <a:lnTo>
                    <a:pt x="0" y="39369"/>
                  </a:lnTo>
                  <a:lnTo>
                    <a:pt x="0" y="44450"/>
                  </a:lnTo>
                  <a:lnTo>
                    <a:pt x="3810" y="44450"/>
                  </a:lnTo>
                  <a:lnTo>
                    <a:pt x="3810" y="39369"/>
                  </a:lnTo>
                  <a:close/>
                </a:path>
                <a:path w="3810" h="518160">
                  <a:moveTo>
                    <a:pt x="3810" y="33019"/>
                  </a:moveTo>
                  <a:lnTo>
                    <a:pt x="0" y="33019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3019"/>
                  </a:lnTo>
                  <a:close/>
                </a:path>
                <a:path w="3810" h="518160">
                  <a:moveTo>
                    <a:pt x="3810" y="26669"/>
                  </a:moveTo>
                  <a:lnTo>
                    <a:pt x="0" y="26669"/>
                  </a:lnTo>
                  <a:lnTo>
                    <a:pt x="0" y="31750"/>
                  </a:lnTo>
                  <a:lnTo>
                    <a:pt x="3810" y="31750"/>
                  </a:lnTo>
                  <a:lnTo>
                    <a:pt x="3810" y="26669"/>
                  </a:lnTo>
                  <a:close/>
                </a:path>
                <a:path w="3810" h="518160">
                  <a:moveTo>
                    <a:pt x="3810" y="20319"/>
                  </a:moveTo>
                  <a:lnTo>
                    <a:pt x="0" y="20319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0319"/>
                  </a:lnTo>
                  <a:close/>
                </a:path>
                <a:path w="3810" h="518160">
                  <a:moveTo>
                    <a:pt x="3810" y="13969"/>
                  </a:moveTo>
                  <a:lnTo>
                    <a:pt x="0" y="13969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3969"/>
                  </a:lnTo>
                  <a:close/>
                </a:path>
                <a:path w="3810" h="518160">
                  <a:moveTo>
                    <a:pt x="3810" y="7619"/>
                  </a:moveTo>
                  <a:lnTo>
                    <a:pt x="0" y="7619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7619"/>
                  </a:lnTo>
                  <a:close/>
                </a:path>
                <a:path w="3810" h="518160">
                  <a:moveTo>
                    <a:pt x="1270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2539"/>
                  </a:lnTo>
                  <a:lnTo>
                    <a:pt x="2540" y="2539"/>
                  </a:lnTo>
                  <a:lnTo>
                    <a:pt x="254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D0C2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9" name="object 3359"/>
            <p:cNvSpPr/>
            <p:nvPr/>
          </p:nvSpPr>
          <p:spPr>
            <a:xfrm>
              <a:off x="5793740" y="2950210"/>
              <a:ext cx="3810" cy="516890"/>
            </a:xfrm>
            <a:custGeom>
              <a:avLst/>
              <a:gdLst/>
              <a:ahLst/>
              <a:cxnLst/>
              <a:rect l="l" t="t" r="r" b="b"/>
              <a:pathLst>
                <a:path w="3810" h="516889">
                  <a:moveTo>
                    <a:pt x="3810" y="513079"/>
                  </a:moveTo>
                  <a:lnTo>
                    <a:pt x="0" y="513079"/>
                  </a:lnTo>
                  <a:lnTo>
                    <a:pt x="0" y="515620"/>
                  </a:lnTo>
                  <a:lnTo>
                    <a:pt x="1270" y="515620"/>
                  </a:lnTo>
                  <a:lnTo>
                    <a:pt x="1270" y="516889"/>
                  </a:lnTo>
                  <a:lnTo>
                    <a:pt x="3810" y="516889"/>
                  </a:lnTo>
                  <a:lnTo>
                    <a:pt x="3810" y="513079"/>
                  </a:lnTo>
                  <a:close/>
                </a:path>
                <a:path w="3810" h="516889">
                  <a:moveTo>
                    <a:pt x="3810" y="506729"/>
                  </a:moveTo>
                  <a:lnTo>
                    <a:pt x="0" y="506729"/>
                  </a:lnTo>
                  <a:lnTo>
                    <a:pt x="0" y="511810"/>
                  </a:lnTo>
                  <a:lnTo>
                    <a:pt x="3810" y="511810"/>
                  </a:lnTo>
                  <a:lnTo>
                    <a:pt x="3810" y="506729"/>
                  </a:lnTo>
                  <a:close/>
                </a:path>
                <a:path w="3810" h="516889">
                  <a:moveTo>
                    <a:pt x="3810" y="500379"/>
                  </a:moveTo>
                  <a:lnTo>
                    <a:pt x="0" y="500379"/>
                  </a:lnTo>
                  <a:lnTo>
                    <a:pt x="0" y="505460"/>
                  </a:lnTo>
                  <a:lnTo>
                    <a:pt x="3810" y="505460"/>
                  </a:lnTo>
                  <a:lnTo>
                    <a:pt x="3810" y="500379"/>
                  </a:lnTo>
                  <a:close/>
                </a:path>
                <a:path w="3810" h="516889">
                  <a:moveTo>
                    <a:pt x="3810" y="494029"/>
                  </a:moveTo>
                  <a:lnTo>
                    <a:pt x="0" y="494029"/>
                  </a:lnTo>
                  <a:lnTo>
                    <a:pt x="0" y="499110"/>
                  </a:lnTo>
                  <a:lnTo>
                    <a:pt x="3810" y="499110"/>
                  </a:lnTo>
                  <a:lnTo>
                    <a:pt x="3810" y="494029"/>
                  </a:lnTo>
                  <a:close/>
                </a:path>
                <a:path w="3810" h="516889">
                  <a:moveTo>
                    <a:pt x="3810" y="487679"/>
                  </a:moveTo>
                  <a:lnTo>
                    <a:pt x="0" y="487679"/>
                  </a:lnTo>
                  <a:lnTo>
                    <a:pt x="0" y="492760"/>
                  </a:lnTo>
                  <a:lnTo>
                    <a:pt x="3810" y="492760"/>
                  </a:lnTo>
                  <a:lnTo>
                    <a:pt x="3810" y="487679"/>
                  </a:lnTo>
                  <a:close/>
                </a:path>
                <a:path w="3810" h="516889">
                  <a:moveTo>
                    <a:pt x="3810" y="481329"/>
                  </a:moveTo>
                  <a:lnTo>
                    <a:pt x="0" y="481329"/>
                  </a:lnTo>
                  <a:lnTo>
                    <a:pt x="0" y="486410"/>
                  </a:lnTo>
                  <a:lnTo>
                    <a:pt x="3810" y="486410"/>
                  </a:lnTo>
                  <a:lnTo>
                    <a:pt x="3810" y="481329"/>
                  </a:lnTo>
                  <a:close/>
                </a:path>
                <a:path w="3810" h="516889">
                  <a:moveTo>
                    <a:pt x="3810" y="474979"/>
                  </a:moveTo>
                  <a:lnTo>
                    <a:pt x="0" y="474979"/>
                  </a:lnTo>
                  <a:lnTo>
                    <a:pt x="0" y="480060"/>
                  </a:lnTo>
                  <a:lnTo>
                    <a:pt x="3810" y="480060"/>
                  </a:lnTo>
                  <a:lnTo>
                    <a:pt x="3810" y="474979"/>
                  </a:lnTo>
                  <a:close/>
                </a:path>
                <a:path w="3810" h="516889">
                  <a:moveTo>
                    <a:pt x="3810" y="468629"/>
                  </a:moveTo>
                  <a:lnTo>
                    <a:pt x="0" y="468629"/>
                  </a:lnTo>
                  <a:lnTo>
                    <a:pt x="0" y="473710"/>
                  </a:lnTo>
                  <a:lnTo>
                    <a:pt x="3810" y="473710"/>
                  </a:lnTo>
                  <a:lnTo>
                    <a:pt x="3810" y="468629"/>
                  </a:lnTo>
                  <a:close/>
                </a:path>
                <a:path w="3810" h="516889">
                  <a:moveTo>
                    <a:pt x="3810" y="462279"/>
                  </a:moveTo>
                  <a:lnTo>
                    <a:pt x="0" y="462279"/>
                  </a:lnTo>
                  <a:lnTo>
                    <a:pt x="0" y="467360"/>
                  </a:lnTo>
                  <a:lnTo>
                    <a:pt x="3810" y="467360"/>
                  </a:lnTo>
                  <a:lnTo>
                    <a:pt x="3810" y="462279"/>
                  </a:lnTo>
                  <a:close/>
                </a:path>
                <a:path w="3810" h="516889">
                  <a:moveTo>
                    <a:pt x="3810" y="455929"/>
                  </a:moveTo>
                  <a:lnTo>
                    <a:pt x="0" y="455929"/>
                  </a:lnTo>
                  <a:lnTo>
                    <a:pt x="0" y="461010"/>
                  </a:lnTo>
                  <a:lnTo>
                    <a:pt x="3810" y="461010"/>
                  </a:lnTo>
                  <a:lnTo>
                    <a:pt x="3810" y="455929"/>
                  </a:lnTo>
                  <a:close/>
                </a:path>
                <a:path w="3810" h="516889">
                  <a:moveTo>
                    <a:pt x="3810" y="449579"/>
                  </a:moveTo>
                  <a:lnTo>
                    <a:pt x="0" y="449579"/>
                  </a:lnTo>
                  <a:lnTo>
                    <a:pt x="0" y="454660"/>
                  </a:lnTo>
                  <a:lnTo>
                    <a:pt x="3810" y="454660"/>
                  </a:lnTo>
                  <a:lnTo>
                    <a:pt x="3810" y="449579"/>
                  </a:lnTo>
                  <a:close/>
                </a:path>
                <a:path w="3810" h="516889">
                  <a:moveTo>
                    <a:pt x="3810" y="443229"/>
                  </a:moveTo>
                  <a:lnTo>
                    <a:pt x="0" y="443229"/>
                  </a:lnTo>
                  <a:lnTo>
                    <a:pt x="0" y="448310"/>
                  </a:lnTo>
                  <a:lnTo>
                    <a:pt x="3810" y="448310"/>
                  </a:lnTo>
                  <a:lnTo>
                    <a:pt x="3810" y="443229"/>
                  </a:lnTo>
                  <a:close/>
                </a:path>
                <a:path w="3810" h="516889">
                  <a:moveTo>
                    <a:pt x="3810" y="436879"/>
                  </a:moveTo>
                  <a:lnTo>
                    <a:pt x="0" y="436879"/>
                  </a:lnTo>
                  <a:lnTo>
                    <a:pt x="0" y="441960"/>
                  </a:lnTo>
                  <a:lnTo>
                    <a:pt x="3810" y="441960"/>
                  </a:lnTo>
                  <a:lnTo>
                    <a:pt x="3810" y="436879"/>
                  </a:lnTo>
                  <a:close/>
                </a:path>
                <a:path w="3810" h="516889">
                  <a:moveTo>
                    <a:pt x="3810" y="49529"/>
                  </a:moveTo>
                  <a:lnTo>
                    <a:pt x="0" y="49529"/>
                  </a:lnTo>
                  <a:lnTo>
                    <a:pt x="0" y="435610"/>
                  </a:lnTo>
                  <a:lnTo>
                    <a:pt x="3810" y="435610"/>
                  </a:lnTo>
                  <a:lnTo>
                    <a:pt x="3810" y="49529"/>
                  </a:lnTo>
                  <a:close/>
                </a:path>
                <a:path w="3810" h="516889">
                  <a:moveTo>
                    <a:pt x="3810" y="43179"/>
                  </a:moveTo>
                  <a:lnTo>
                    <a:pt x="0" y="43179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3179"/>
                  </a:lnTo>
                  <a:close/>
                </a:path>
                <a:path w="3810" h="516889">
                  <a:moveTo>
                    <a:pt x="3810" y="36829"/>
                  </a:moveTo>
                  <a:lnTo>
                    <a:pt x="0" y="36829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6829"/>
                  </a:lnTo>
                  <a:close/>
                </a:path>
                <a:path w="3810" h="516889">
                  <a:moveTo>
                    <a:pt x="3810" y="30479"/>
                  </a:moveTo>
                  <a:lnTo>
                    <a:pt x="0" y="30479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30479"/>
                  </a:lnTo>
                  <a:close/>
                </a:path>
                <a:path w="3810" h="516889">
                  <a:moveTo>
                    <a:pt x="3810" y="24129"/>
                  </a:moveTo>
                  <a:lnTo>
                    <a:pt x="0" y="24129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4129"/>
                  </a:lnTo>
                  <a:close/>
                </a:path>
                <a:path w="3810" h="516889">
                  <a:moveTo>
                    <a:pt x="3810" y="17779"/>
                  </a:moveTo>
                  <a:lnTo>
                    <a:pt x="0" y="17779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7779"/>
                  </a:lnTo>
                  <a:close/>
                </a:path>
                <a:path w="3810" h="516889">
                  <a:moveTo>
                    <a:pt x="3810" y="11429"/>
                  </a:moveTo>
                  <a:lnTo>
                    <a:pt x="0" y="11429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1429"/>
                  </a:lnTo>
                  <a:close/>
                </a:path>
                <a:path w="3810" h="516889">
                  <a:moveTo>
                    <a:pt x="3810" y="5079"/>
                  </a:moveTo>
                  <a:lnTo>
                    <a:pt x="0" y="5079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5079"/>
                  </a:lnTo>
                  <a:close/>
                </a:path>
                <a:path w="3810" h="516889">
                  <a:moveTo>
                    <a:pt x="127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CFC1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0" name="object 3360"/>
            <p:cNvSpPr/>
            <p:nvPr/>
          </p:nvSpPr>
          <p:spPr>
            <a:xfrm>
              <a:off x="5797550" y="2952750"/>
              <a:ext cx="3810" cy="516890"/>
            </a:xfrm>
            <a:custGeom>
              <a:avLst/>
              <a:gdLst/>
              <a:ahLst/>
              <a:cxnLst/>
              <a:rect l="l" t="t" r="r" b="b"/>
              <a:pathLst>
                <a:path w="3810" h="516889">
                  <a:moveTo>
                    <a:pt x="3810" y="510539"/>
                  </a:moveTo>
                  <a:lnTo>
                    <a:pt x="0" y="510539"/>
                  </a:lnTo>
                  <a:lnTo>
                    <a:pt x="0" y="516889"/>
                  </a:lnTo>
                  <a:lnTo>
                    <a:pt x="2539" y="516889"/>
                  </a:lnTo>
                  <a:lnTo>
                    <a:pt x="2539" y="515620"/>
                  </a:lnTo>
                  <a:lnTo>
                    <a:pt x="3810" y="515620"/>
                  </a:lnTo>
                  <a:lnTo>
                    <a:pt x="3810" y="510539"/>
                  </a:lnTo>
                  <a:close/>
                </a:path>
                <a:path w="3810" h="516889">
                  <a:moveTo>
                    <a:pt x="3810" y="504189"/>
                  </a:moveTo>
                  <a:lnTo>
                    <a:pt x="0" y="504189"/>
                  </a:lnTo>
                  <a:lnTo>
                    <a:pt x="0" y="509270"/>
                  </a:lnTo>
                  <a:lnTo>
                    <a:pt x="3810" y="509270"/>
                  </a:lnTo>
                  <a:lnTo>
                    <a:pt x="3810" y="504189"/>
                  </a:lnTo>
                  <a:close/>
                </a:path>
                <a:path w="3810" h="516889">
                  <a:moveTo>
                    <a:pt x="3810" y="497839"/>
                  </a:moveTo>
                  <a:lnTo>
                    <a:pt x="0" y="497839"/>
                  </a:lnTo>
                  <a:lnTo>
                    <a:pt x="0" y="502920"/>
                  </a:lnTo>
                  <a:lnTo>
                    <a:pt x="3810" y="502920"/>
                  </a:lnTo>
                  <a:lnTo>
                    <a:pt x="3810" y="497839"/>
                  </a:lnTo>
                  <a:close/>
                </a:path>
                <a:path w="3810" h="516889">
                  <a:moveTo>
                    <a:pt x="3810" y="491489"/>
                  </a:moveTo>
                  <a:lnTo>
                    <a:pt x="0" y="491489"/>
                  </a:lnTo>
                  <a:lnTo>
                    <a:pt x="0" y="496570"/>
                  </a:lnTo>
                  <a:lnTo>
                    <a:pt x="3810" y="496570"/>
                  </a:lnTo>
                  <a:lnTo>
                    <a:pt x="3810" y="491489"/>
                  </a:lnTo>
                  <a:close/>
                </a:path>
                <a:path w="3810" h="516889">
                  <a:moveTo>
                    <a:pt x="3810" y="485139"/>
                  </a:moveTo>
                  <a:lnTo>
                    <a:pt x="0" y="485139"/>
                  </a:lnTo>
                  <a:lnTo>
                    <a:pt x="0" y="490220"/>
                  </a:lnTo>
                  <a:lnTo>
                    <a:pt x="3810" y="490220"/>
                  </a:lnTo>
                  <a:lnTo>
                    <a:pt x="3810" y="485139"/>
                  </a:lnTo>
                  <a:close/>
                </a:path>
                <a:path w="3810" h="516889">
                  <a:moveTo>
                    <a:pt x="3810" y="478789"/>
                  </a:moveTo>
                  <a:lnTo>
                    <a:pt x="0" y="478789"/>
                  </a:lnTo>
                  <a:lnTo>
                    <a:pt x="0" y="483870"/>
                  </a:lnTo>
                  <a:lnTo>
                    <a:pt x="3810" y="483870"/>
                  </a:lnTo>
                  <a:lnTo>
                    <a:pt x="3810" y="478789"/>
                  </a:lnTo>
                  <a:close/>
                </a:path>
                <a:path w="3810" h="516889">
                  <a:moveTo>
                    <a:pt x="3810" y="472439"/>
                  </a:moveTo>
                  <a:lnTo>
                    <a:pt x="0" y="472439"/>
                  </a:lnTo>
                  <a:lnTo>
                    <a:pt x="0" y="477520"/>
                  </a:lnTo>
                  <a:lnTo>
                    <a:pt x="3810" y="477520"/>
                  </a:lnTo>
                  <a:lnTo>
                    <a:pt x="3810" y="472439"/>
                  </a:lnTo>
                  <a:close/>
                </a:path>
                <a:path w="3810" h="516889">
                  <a:moveTo>
                    <a:pt x="3810" y="466089"/>
                  </a:moveTo>
                  <a:lnTo>
                    <a:pt x="0" y="466089"/>
                  </a:lnTo>
                  <a:lnTo>
                    <a:pt x="0" y="471170"/>
                  </a:lnTo>
                  <a:lnTo>
                    <a:pt x="3810" y="471170"/>
                  </a:lnTo>
                  <a:lnTo>
                    <a:pt x="3810" y="466089"/>
                  </a:lnTo>
                  <a:close/>
                </a:path>
                <a:path w="3810" h="516889">
                  <a:moveTo>
                    <a:pt x="3810" y="459739"/>
                  </a:moveTo>
                  <a:lnTo>
                    <a:pt x="0" y="459739"/>
                  </a:lnTo>
                  <a:lnTo>
                    <a:pt x="0" y="464820"/>
                  </a:lnTo>
                  <a:lnTo>
                    <a:pt x="3810" y="464820"/>
                  </a:lnTo>
                  <a:lnTo>
                    <a:pt x="3810" y="459739"/>
                  </a:lnTo>
                  <a:close/>
                </a:path>
                <a:path w="3810" h="516889">
                  <a:moveTo>
                    <a:pt x="3810" y="453389"/>
                  </a:moveTo>
                  <a:lnTo>
                    <a:pt x="0" y="453389"/>
                  </a:lnTo>
                  <a:lnTo>
                    <a:pt x="0" y="458470"/>
                  </a:lnTo>
                  <a:lnTo>
                    <a:pt x="3810" y="458470"/>
                  </a:lnTo>
                  <a:lnTo>
                    <a:pt x="3810" y="453389"/>
                  </a:lnTo>
                  <a:close/>
                </a:path>
                <a:path w="3810" h="516889">
                  <a:moveTo>
                    <a:pt x="3810" y="447039"/>
                  </a:moveTo>
                  <a:lnTo>
                    <a:pt x="0" y="447039"/>
                  </a:lnTo>
                  <a:lnTo>
                    <a:pt x="0" y="452120"/>
                  </a:lnTo>
                  <a:lnTo>
                    <a:pt x="3810" y="452120"/>
                  </a:lnTo>
                  <a:lnTo>
                    <a:pt x="3810" y="447039"/>
                  </a:lnTo>
                  <a:close/>
                </a:path>
                <a:path w="3810" h="516889">
                  <a:moveTo>
                    <a:pt x="3810" y="440689"/>
                  </a:moveTo>
                  <a:lnTo>
                    <a:pt x="0" y="440689"/>
                  </a:lnTo>
                  <a:lnTo>
                    <a:pt x="0" y="445770"/>
                  </a:lnTo>
                  <a:lnTo>
                    <a:pt x="3810" y="445770"/>
                  </a:lnTo>
                  <a:lnTo>
                    <a:pt x="3810" y="440689"/>
                  </a:lnTo>
                  <a:close/>
                </a:path>
                <a:path w="3810" h="516889">
                  <a:moveTo>
                    <a:pt x="3810" y="434339"/>
                  </a:moveTo>
                  <a:lnTo>
                    <a:pt x="0" y="434339"/>
                  </a:lnTo>
                  <a:lnTo>
                    <a:pt x="0" y="439420"/>
                  </a:lnTo>
                  <a:lnTo>
                    <a:pt x="3810" y="439420"/>
                  </a:lnTo>
                  <a:lnTo>
                    <a:pt x="3810" y="434339"/>
                  </a:lnTo>
                  <a:close/>
                </a:path>
                <a:path w="3810" h="516889">
                  <a:moveTo>
                    <a:pt x="3810" y="46989"/>
                  </a:moveTo>
                  <a:lnTo>
                    <a:pt x="0" y="46989"/>
                  </a:lnTo>
                  <a:lnTo>
                    <a:pt x="0" y="433070"/>
                  </a:lnTo>
                  <a:lnTo>
                    <a:pt x="3810" y="433070"/>
                  </a:lnTo>
                  <a:lnTo>
                    <a:pt x="3810" y="46989"/>
                  </a:lnTo>
                  <a:close/>
                </a:path>
                <a:path w="3810" h="516889">
                  <a:moveTo>
                    <a:pt x="3810" y="40639"/>
                  </a:moveTo>
                  <a:lnTo>
                    <a:pt x="0" y="40639"/>
                  </a:lnTo>
                  <a:lnTo>
                    <a:pt x="0" y="45720"/>
                  </a:lnTo>
                  <a:lnTo>
                    <a:pt x="3810" y="45720"/>
                  </a:lnTo>
                  <a:lnTo>
                    <a:pt x="3810" y="40639"/>
                  </a:lnTo>
                  <a:close/>
                </a:path>
                <a:path w="3810" h="516889">
                  <a:moveTo>
                    <a:pt x="3810" y="34289"/>
                  </a:moveTo>
                  <a:lnTo>
                    <a:pt x="0" y="34289"/>
                  </a:lnTo>
                  <a:lnTo>
                    <a:pt x="0" y="39370"/>
                  </a:lnTo>
                  <a:lnTo>
                    <a:pt x="3810" y="39370"/>
                  </a:lnTo>
                  <a:lnTo>
                    <a:pt x="3810" y="34289"/>
                  </a:lnTo>
                  <a:close/>
                </a:path>
                <a:path w="3810" h="516889">
                  <a:moveTo>
                    <a:pt x="3810" y="27939"/>
                  </a:moveTo>
                  <a:lnTo>
                    <a:pt x="0" y="27939"/>
                  </a:lnTo>
                  <a:lnTo>
                    <a:pt x="0" y="33020"/>
                  </a:lnTo>
                  <a:lnTo>
                    <a:pt x="3810" y="33020"/>
                  </a:lnTo>
                  <a:lnTo>
                    <a:pt x="3810" y="27939"/>
                  </a:lnTo>
                  <a:close/>
                </a:path>
                <a:path w="3810" h="516889">
                  <a:moveTo>
                    <a:pt x="3810" y="21589"/>
                  </a:moveTo>
                  <a:lnTo>
                    <a:pt x="0" y="21589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1589"/>
                  </a:lnTo>
                  <a:close/>
                </a:path>
                <a:path w="3810" h="516889">
                  <a:moveTo>
                    <a:pt x="3810" y="15239"/>
                  </a:moveTo>
                  <a:lnTo>
                    <a:pt x="0" y="15239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5239"/>
                  </a:lnTo>
                  <a:close/>
                </a:path>
                <a:path w="3810" h="516889">
                  <a:moveTo>
                    <a:pt x="3810" y="8889"/>
                  </a:moveTo>
                  <a:lnTo>
                    <a:pt x="0" y="8889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8889"/>
                  </a:lnTo>
                  <a:close/>
                </a:path>
                <a:path w="3810" h="516889">
                  <a:moveTo>
                    <a:pt x="3810" y="1270"/>
                  </a:moveTo>
                  <a:lnTo>
                    <a:pt x="1270" y="1270"/>
                  </a:lnTo>
                  <a:lnTo>
                    <a:pt x="1270" y="2539"/>
                  </a:lnTo>
                  <a:lnTo>
                    <a:pt x="0" y="2539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70"/>
                  </a:lnTo>
                  <a:close/>
                </a:path>
                <a:path w="3810" h="516889">
                  <a:moveTo>
                    <a:pt x="12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CEC0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1" name="object 3361"/>
            <p:cNvSpPr/>
            <p:nvPr/>
          </p:nvSpPr>
          <p:spPr>
            <a:xfrm>
              <a:off x="5801359" y="2955290"/>
              <a:ext cx="3810" cy="513080"/>
            </a:xfrm>
            <a:custGeom>
              <a:avLst/>
              <a:gdLst/>
              <a:ahLst/>
              <a:cxnLst/>
              <a:rect l="l" t="t" r="r" b="b"/>
              <a:pathLst>
                <a:path w="3810" h="513079">
                  <a:moveTo>
                    <a:pt x="3810" y="508000"/>
                  </a:moveTo>
                  <a:lnTo>
                    <a:pt x="0" y="508000"/>
                  </a:lnTo>
                  <a:lnTo>
                    <a:pt x="0" y="513080"/>
                  </a:lnTo>
                  <a:lnTo>
                    <a:pt x="3810" y="513080"/>
                  </a:lnTo>
                  <a:lnTo>
                    <a:pt x="3810" y="508000"/>
                  </a:lnTo>
                  <a:close/>
                </a:path>
                <a:path w="3810" h="513079">
                  <a:moveTo>
                    <a:pt x="3810" y="501650"/>
                  </a:moveTo>
                  <a:lnTo>
                    <a:pt x="0" y="501650"/>
                  </a:lnTo>
                  <a:lnTo>
                    <a:pt x="0" y="506730"/>
                  </a:lnTo>
                  <a:lnTo>
                    <a:pt x="3810" y="506730"/>
                  </a:lnTo>
                  <a:lnTo>
                    <a:pt x="3810" y="501650"/>
                  </a:lnTo>
                  <a:close/>
                </a:path>
                <a:path w="3810" h="513079">
                  <a:moveTo>
                    <a:pt x="3810" y="495300"/>
                  </a:moveTo>
                  <a:lnTo>
                    <a:pt x="0" y="495300"/>
                  </a:lnTo>
                  <a:lnTo>
                    <a:pt x="0" y="500380"/>
                  </a:lnTo>
                  <a:lnTo>
                    <a:pt x="3810" y="500380"/>
                  </a:lnTo>
                  <a:lnTo>
                    <a:pt x="3810" y="495300"/>
                  </a:lnTo>
                  <a:close/>
                </a:path>
                <a:path w="3810" h="513079">
                  <a:moveTo>
                    <a:pt x="3810" y="488950"/>
                  </a:moveTo>
                  <a:lnTo>
                    <a:pt x="0" y="488950"/>
                  </a:lnTo>
                  <a:lnTo>
                    <a:pt x="0" y="494030"/>
                  </a:lnTo>
                  <a:lnTo>
                    <a:pt x="3810" y="494030"/>
                  </a:lnTo>
                  <a:lnTo>
                    <a:pt x="3810" y="488950"/>
                  </a:lnTo>
                  <a:close/>
                </a:path>
                <a:path w="3810" h="513079">
                  <a:moveTo>
                    <a:pt x="3810" y="482600"/>
                  </a:moveTo>
                  <a:lnTo>
                    <a:pt x="0" y="482600"/>
                  </a:lnTo>
                  <a:lnTo>
                    <a:pt x="0" y="487680"/>
                  </a:lnTo>
                  <a:lnTo>
                    <a:pt x="3810" y="487680"/>
                  </a:lnTo>
                  <a:lnTo>
                    <a:pt x="3810" y="482600"/>
                  </a:lnTo>
                  <a:close/>
                </a:path>
                <a:path w="3810" h="513079">
                  <a:moveTo>
                    <a:pt x="3810" y="476250"/>
                  </a:moveTo>
                  <a:lnTo>
                    <a:pt x="0" y="476250"/>
                  </a:lnTo>
                  <a:lnTo>
                    <a:pt x="0" y="481330"/>
                  </a:lnTo>
                  <a:lnTo>
                    <a:pt x="3810" y="481330"/>
                  </a:lnTo>
                  <a:lnTo>
                    <a:pt x="3810" y="476250"/>
                  </a:lnTo>
                  <a:close/>
                </a:path>
                <a:path w="3810" h="513079">
                  <a:moveTo>
                    <a:pt x="3810" y="469900"/>
                  </a:moveTo>
                  <a:lnTo>
                    <a:pt x="0" y="469900"/>
                  </a:lnTo>
                  <a:lnTo>
                    <a:pt x="0" y="474980"/>
                  </a:lnTo>
                  <a:lnTo>
                    <a:pt x="3810" y="474980"/>
                  </a:lnTo>
                  <a:lnTo>
                    <a:pt x="3810" y="469900"/>
                  </a:lnTo>
                  <a:close/>
                </a:path>
                <a:path w="3810" h="513079">
                  <a:moveTo>
                    <a:pt x="3810" y="463550"/>
                  </a:moveTo>
                  <a:lnTo>
                    <a:pt x="0" y="463550"/>
                  </a:lnTo>
                  <a:lnTo>
                    <a:pt x="0" y="468630"/>
                  </a:lnTo>
                  <a:lnTo>
                    <a:pt x="3810" y="468630"/>
                  </a:lnTo>
                  <a:lnTo>
                    <a:pt x="3810" y="463550"/>
                  </a:lnTo>
                  <a:close/>
                </a:path>
                <a:path w="3810" h="513079">
                  <a:moveTo>
                    <a:pt x="3810" y="457200"/>
                  </a:moveTo>
                  <a:lnTo>
                    <a:pt x="0" y="457200"/>
                  </a:lnTo>
                  <a:lnTo>
                    <a:pt x="0" y="462280"/>
                  </a:lnTo>
                  <a:lnTo>
                    <a:pt x="3810" y="462280"/>
                  </a:lnTo>
                  <a:lnTo>
                    <a:pt x="3810" y="457200"/>
                  </a:lnTo>
                  <a:close/>
                </a:path>
                <a:path w="3810" h="513079">
                  <a:moveTo>
                    <a:pt x="3810" y="450850"/>
                  </a:moveTo>
                  <a:lnTo>
                    <a:pt x="0" y="450850"/>
                  </a:lnTo>
                  <a:lnTo>
                    <a:pt x="0" y="455930"/>
                  </a:lnTo>
                  <a:lnTo>
                    <a:pt x="3810" y="455930"/>
                  </a:lnTo>
                  <a:lnTo>
                    <a:pt x="3810" y="450850"/>
                  </a:lnTo>
                  <a:close/>
                </a:path>
                <a:path w="3810" h="513079">
                  <a:moveTo>
                    <a:pt x="3810" y="444500"/>
                  </a:moveTo>
                  <a:lnTo>
                    <a:pt x="0" y="444500"/>
                  </a:lnTo>
                  <a:lnTo>
                    <a:pt x="0" y="449580"/>
                  </a:lnTo>
                  <a:lnTo>
                    <a:pt x="3810" y="449580"/>
                  </a:lnTo>
                  <a:lnTo>
                    <a:pt x="3810" y="444500"/>
                  </a:lnTo>
                  <a:close/>
                </a:path>
                <a:path w="3810" h="513079">
                  <a:moveTo>
                    <a:pt x="3810" y="438150"/>
                  </a:moveTo>
                  <a:lnTo>
                    <a:pt x="0" y="438150"/>
                  </a:lnTo>
                  <a:lnTo>
                    <a:pt x="0" y="443230"/>
                  </a:lnTo>
                  <a:lnTo>
                    <a:pt x="3810" y="443230"/>
                  </a:lnTo>
                  <a:lnTo>
                    <a:pt x="3810" y="438150"/>
                  </a:lnTo>
                  <a:close/>
                </a:path>
                <a:path w="3810" h="513079">
                  <a:moveTo>
                    <a:pt x="3810" y="431800"/>
                  </a:moveTo>
                  <a:lnTo>
                    <a:pt x="0" y="431800"/>
                  </a:lnTo>
                  <a:lnTo>
                    <a:pt x="0" y="436880"/>
                  </a:lnTo>
                  <a:lnTo>
                    <a:pt x="3810" y="436880"/>
                  </a:lnTo>
                  <a:lnTo>
                    <a:pt x="3810" y="431800"/>
                  </a:lnTo>
                  <a:close/>
                </a:path>
                <a:path w="3810" h="513079">
                  <a:moveTo>
                    <a:pt x="3810" y="44450"/>
                  </a:moveTo>
                  <a:lnTo>
                    <a:pt x="0" y="44450"/>
                  </a:lnTo>
                  <a:lnTo>
                    <a:pt x="0" y="430530"/>
                  </a:lnTo>
                  <a:lnTo>
                    <a:pt x="3810" y="430530"/>
                  </a:lnTo>
                  <a:lnTo>
                    <a:pt x="3810" y="44450"/>
                  </a:lnTo>
                  <a:close/>
                </a:path>
                <a:path w="3810" h="513079">
                  <a:moveTo>
                    <a:pt x="3810" y="38100"/>
                  </a:moveTo>
                  <a:lnTo>
                    <a:pt x="0" y="3810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38100"/>
                  </a:lnTo>
                  <a:close/>
                </a:path>
                <a:path w="3810" h="513079">
                  <a:moveTo>
                    <a:pt x="3810" y="31750"/>
                  </a:moveTo>
                  <a:lnTo>
                    <a:pt x="0" y="3175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1750"/>
                  </a:lnTo>
                  <a:close/>
                </a:path>
                <a:path w="3810" h="513079">
                  <a:moveTo>
                    <a:pt x="3810" y="25400"/>
                  </a:moveTo>
                  <a:lnTo>
                    <a:pt x="0" y="2540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25400"/>
                  </a:lnTo>
                  <a:close/>
                </a:path>
                <a:path w="3810" h="513079">
                  <a:moveTo>
                    <a:pt x="3810" y="19050"/>
                  </a:moveTo>
                  <a:lnTo>
                    <a:pt x="0" y="1905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9050"/>
                  </a:lnTo>
                  <a:close/>
                </a:path>
                <a:path w="3810" h="513079">
                  <a:moveTo>
                    <a:pt x="3810" y="12700"/>
                  </a:moveTo>
                  <a:lnTo>
                    <a:pt x="0" y="1270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2700"/>
                  </a:lnTo>
                  <a:close/>
                </a:path>
                <a:path w="3810" h="513079">
                  <a:moveTo>
                    <a:pt x="3810" y="6350"/>
                  </a:moveTo>
                  <a:lnTo>
                    <a:pt x="0" y="635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6350"/>
                  </a:lnTo>
                  <a:close/>
                </a:path>
                <a:path w="3810" h="513079">
                  <a:moveTo>
                    <a:pt x="2539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70"/>
                  </a:lnTo>
                  <a:lnTo>
                    <a:pt x="2539" y="1270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CEBF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2" name="object 3362"/>
            <p:cNvSpPr/>
            <p:nvPr/>
          </p:nvSpPr>
          <p:spPr>
            <a:xfrm>
              <a:off x="5805170" y="2957842"/>
              <a:ext cx="2540" cy="513080"/>
            </a:xfrm>
            <a:custGeom>
              <a:avLst/>
              <a:gdLst/>
              <a:ahLst/>
              <a:cxnLst/>
              <a:rect l="l" t="t" r="r" b="b"/>
              <a:pathLst>
                <a:path w="2539" h="513079">
                  <a:moveTo>
                    <a:pt x="2540" y="511797"/>
                  </a:moveTo>
                  <a:lnTo>
                    <a:pt x="0" y="511797"/>
                  </a:lnTo>
                  <a:lnTo>
                    <a:pt x="0" y="513067"/>
                  </a:lnTo>
                  <a:lnTo>
                    <a:pt x="2540" y="513067"/>
                  </a:lnTo>
                  <a:lnTo>
                    <a:pt x="2540" y="511797"/>
                  </a:lnTo>
                  <a:close/>
                </a:path>
                <a:path w="2539" h="513079">
                  <a:moveTo>
                    <a:pt x="2540" y="505447"/>
                  </a:moveTo>
                  <a:lnTo>
                    <a:pt x="0" y="505447"/>
                  </a:lnTo>
                  <a:lnTo>
                    <a:pt x="0" y="510527"/>
                  </a:lnTo>
                  <a:lnTo>
                    <a:pt x="2540" y="510527"/>
                  </a:lnTo>
                  <a:lnTo>
                    <a:pt x="2540" y="505447"/>
                  </a:lnTo>
                  <a:close/>
                </a:path>
                <a:path w="2539" h="513079">
                  <a:moveTo>
                    <a:pt x="2540" y="499097"/>
                  </a:moveTo>
                  <a:lnTo>
                    <a:pt x="0" y="499097"/>
                  </a:lnTo>
                  <a:lnTo>
                    <a:pt x="0" y="504177"/>
                  </a:lnTo>
                  <a:lnTo>
                    <a:pt x="2540" y="504177"/>
                  </a:lnTo>
                  <a:lnTo>
                    <a:pt x="2540" y="499097"/>
                  </a:lnTo>
                  <a:close/>
                </a:path>
                <a:path w="2539" h="513079">
                  <a:moveTo>
                    <a:pt x="2540" y="492747"/>
                  </a:moveTo>
                  <a:lnTo>
                    <a:pt x="0" y="492747"/>
                  </a:lnTo>
                  <a:lnTo>
                    <a:pt x="0" y="497827"/>
                  </a:lnTo>
                  <a:lnTo>
                    <a:pt x="2540" y="497827"/>
                  </a:lnTo>
                  <a:lnTo>
                    <a:pt x="2540" y="492747"/>
                  </a:lnTo>
                  <a:close/>
                </a:path>
                <a:path w="2539" h="513079">
                  <a:moveTo>
                    <a:pt x="2540" y="486397"/>
                  </a:moveTo>
                  <a:lnTo>
                    <a:pt x="0" y="486397"/>
                  </a:lnTo>
                  <a:lnTo>
                    <a:pt x="0" y="491477"/>
                  </a:lnTo>
                  <a:lnTo>
                    <a:pt x="2540" y="491477"/>
                  </a:lnTo>
                  <a:lnTo>
                    <a:pt x="2540" y="486397"/>
                  </a:lnTo>
                  <a:close/>
                </a:path>
                <a:path w="2539" h="513079">
                  <a:moveTo>
                    <a:pt x="2540" y="480047"/>
                  </a:moveTo>
                  <a:lnTo>
                    <a:pt x="0" y="480047"/>
                  </a:lnTo>
                  <a:lnTo>
                    <a:pt x="0" y="485127"/>
                  </a:lnTo>
                  <a:lnTo>
                    <a:pt x="2540" y="485127"/>
                  </a:lnTo>
                  <a:lnTo>
                    <a:pt x="2540" y="480047"/>
                  </a:lnTo>
                  <a:close/>
                </a:path>
                <a:path w="2539" h="513079">
                  <a:moveTo>
                    <a:pt x="2540" y="473697"/>
                  </a:moveTo>
                  <a:lnTo>
                    <a:pt x="0" y="473697"/>
                  </a:lnTo>
                  <a:lnTo>
                    <a:pt x="0" y="478777"/>
                  </a:lnTo>
                  <a:lnTo>
                    <a:pt x="2540" y="478777"/>
                  </a:lnTo>
                  <a:lnTo>
                    <a:pt x="2540" y="473697"/>
                  </a:lnTo>
                  <a:close/>
                </a:path>
                <a:path w="2539" h="513079">
                  <a:moveTo>
                    <a:pt x="2540" y="467347"/>
                  </a:moveTo>
                  <a:lnTo>
                    <a:pt x="0" y="467347"/>
                  </a:lnTo>
                  <a:lnTo>
                    <a:pt x="0" y="472427"/>
                  </a:lnTo>
                  <a:lnTo>
                    <a:pt x="2540" y="472427"/>
                  </a:lnTo>
                  <a:lnTo>
                    <a:pt x="2540" y="467347"/>
                  </a:lnTo>
                  <a:close/>
                </a:path>
                <a:path w="2539" h="513079">
                  <a:moveTo>
                    <a:pt x="2540" y="460997"/>
                  </a:moveTo>
                  <a:lnTo>
                    <a:pt x="0" y="460997"/>
                  </a:lnTo>
                  <a:lnTo>
                    <a:pt x="0" y="466077"/>
                  </a:lnTo>
                  <a:lnTo>
                    <a:pt x="2540" y="466077"/>
                  </a:lnTo>
                  <a:lnTo>
                    <a:pt x="2540" y="460997"/>
                  </a:lnTo>
                  <a:close/>
                </a:path>
                <a:path w="2539" h="513079">
                  <a:moveTo>
                    <a:pt x="2540" y="454647"/>
                  </a:moveTo>
                  <a:lnTo>
                    <a:pt x="0" y="454647"/>
                  </a:lnTo>
                  <a:lnTo>
                    <a:pt x="0" y="459727"/>
                  </a:lnTo>
                  <a:lnTo>
                    <a:pt x="2540" y="459727"/>
                  </a:lnTo>
                  <a:lnTo>
                    <a:pt x="2540" y="454647"/>
                  </a:lnTo>
                  <a:close/>
                </a:path>
                <a:path w="2539" h="513079">
                  <a:moveTo>
                    <a:pt x="2540" y="448297"/>
                  </a:moveTo>
                  <a:lnTo>
                    <a:pt x="0" y="448297"/>
                  </a:lnTo>
                  <a:lnTo>
                    <a:pt x="0" y="453377"/>
                  </a:lnTo>
                  <a:lnTo>
                    <a:pt x="2540" y="453377"/>
                  </a:lnTo>
                  <a:lnTo>
                    <a:pt x="2540" y="448297"/>
                  </a:lnTo>
                  <a:close/>
                </a:path>
                <a:path w="2539" h="513079">
                  <a:moveTo>
                    <a:pt x="2540" y="441947"/>
                  </a:moveTo>
                  <a:lnTo>
                    <a:pt x="0" y="441947"/>
                  </a:lnTo>
                  <a:lnTo>
                    <a:pt x="0" y="447027"/>
                  </a:lnTo>
                  <a:lnTo>
                    <a:pt x="2540" y="447027"/>
                  </a:lnTo>
                  <a:lnTo>
                    <a:pt x="2540" y="441947"/>
                  </a:lnTo>
                  <a:close/>
                </a:path>
                <a:path w="2539" h="513079">
                  <a:moveTo>
                    <a:pt x="2540" y="435597"/>
                  </a:moveTo>
                  <a:lnTo>
                    <a:pt x="0" y="435597"/>
                  </a:lnTo>
                  <a:lnTo>
                    <a:pt x="0" y="440677"/>
                  </a:lnTo>
                  <a:lnTo>
                    <a:pt x="2540" y="440677"/>
                  </a:lnTo>
                  <a:lnTo>
                    <a:pt x="2540" y="435597"/>
                  </a:lnTo>
                  <a:close/>
                </a:path>
                <a:path w="2539" h="513079">
                  <a:moveTo>
                    <a:pt x="2540" y="429247"/>
                  </a:moveTo>
                  <a:lnTo>
                    <a:pt x="0" y="429247"/>
                  </a:lnTo>
                  <a:lnTo>
                    <a:pt x="0" y="434327"/>
                  </a:lnTo>
                  <a:lnTo>
                    <a:pt x="2540" y="434327"/>
                  </a:lnTo>
                  <a:lnTo>
                    <a:pt x="2540" y="429247"/>
                  </a:lnTo>
                  <a:close/>
                </a:path>
                <a:path w="2539" h="513079">
                  <a:moveTo>
                    <a:pt x="2540" y="41897"/>
                  </a:moveTo>
                  <a:lnTo>
                    <a:pt x="0" y="41897"/>
                  </a:lnTo>
                  <a:lnTo>
                    <a:pt x="0" y="427977"/>
                  </a:lnTo>
                  <a:lnTo>
                    <a:pt x="2540" y="427977"/>
                  </a:lnTo>
                  <a:lnTo>
                    <a:pt x="2540" y="41897"/>
                  </a:lnTo>
                  <a:close/>
                </a:path>
                <a:path w="2539" h="513079">
                  <a:moveTo>
                    <a:pt x="2540" y="35547"/>
                  </a:moveTo>
                  <a:lnTo>
                    <a:pt x="0" y="35547"/>
                  </a:lnTo>
                  <a:lnTo>
                    <a:pt x="0" y="40627"/>
                  </a:lnTo>
                  <a:lnTo>
                    <a:pt x="2540" y="40627"/>
                  </a:lnTo>
                  <a:lnTo>
                    <a:pt x="2540" y="35547"/>
                  </a:lnTo>
                  <a:close/>
                </a:path>
                <a:path w="2539" h="513079">
                  <a:moveTo>
                    <a:pt x="2540" y="29197"/>
                  </a:moveTo>
                  <a:lnTo>
                    <a:pt x="0" y="29197"/>
                  </a:lnTo>
                  <a:lnTo>
                    <a:pt x="0" y="34277"/>
                  </a:lnTo>
                  <a:lnTo>
                    <a:pt x="2540" y="34277"/>
                  </a:lnTo>
                  <a:lnTo>
                    <a:pt x="2540" y="29197"/>
                  </a:lnTo>
                  <a:close/>
                </a:path>
                <a:path w="2539" h="513079">
                  <a:moveTo>
                    <a:pt x="2540" y="22847"/>
                  </a:moveTo>
                  <a:lnTo>
                    <a:pt x="0" y="22847"/>
                  </a:lnTo>
                  <a:lnTo>
                    <a:pt x="0" y="27927"/>
                  </a:lnTo>
                  <a:lnTo>
                    <a:pt x="2540" y="27927"/>
                  </a:lnTo>
                  <a:lnTo>
                    <a:pt x="2540" y="22847"/>
                  </a:lnTo>
                  <a:close/>
                </a:path>
                <a:path w="2539" h="513079">
                  <a:moveTo>
                    <a:pt x="2540" y="16497"/>
                  </a:moveTo>
                  <a:lnTo>
                    <a:pt x="0" y="16497"/>
                  </a:lnTo>
                  <a:lnTo>
                    <a:pt x="0" y="21577"/>
                  </a:lnTo>
                  <a:lnTo>
                    <a:pt x="2540" y="21577"/>
                  </a:lnTo>
                  <a:lnTo>
                    <a:pt x="2540" y="16497"/>
                  </a:lnTo>
                  <a:close/>
                </a:path>
                <a:path w="2539" h="513079">
                  <a:moveTo>
                    <a:pt x="2540" y="10147"/>
                  </a:moveTo>
                  <a:lnTo>
                    <a:pt x="0" y="10147"/>
                  </a:lnTo>
                  <a:lnTo>
                    <a:pt x="0" y="15227"/>
                  </a:lnTo>
                  <a:lnTo>
                    <a:pt x="2540" y="15227"/>
                  </a:lnTo>
                  <a:lnTo>
                    <a:pt x="2540" y="10147"/>
                  </a:lnTo>
                  <a:close/>
                </a:path>
                <a:path w="2539" h="513079">
                  <a:moveTo>
                    <a:pt x="2540" y="3797"/>
                  </a:moveTo>
                  <a:lnTo>
                    <a:pt x="0" y="3797"/>
                  </a:lnTo>
                  <a:lnTo>
                    <a:pt x="0" y="8877"/>
                  </a:lnTo>
                  <a:lnTo>
                    <a:pt x="2540" y="8877"/>
                  </a:lnTo>
                  <a:lnTo>
                    <a:pt x="2540" y="3797"/>
                  </a:lnTo>
                  <a:close/>
                </a:path>
                <a:path w="2539" h="513079">
                  <a:moveTo>
                    <a:pt x="254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2540" y="252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CDBE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3" name="object 3363"/>
            <p:cNvSpPr/>
            <p:nvPr/>
          </p:nvSpPr>
          <p:spPr>
            <a:xfrm>
              <a:off x="5807709" y="2959100"/>
              <a:ext cx="3810" cy="513080"/>
            </a:xfrm>
            <a:custGeom>
              <a:avLst/>
              <a:gdLst/>
              <a:ahLst/>
              <a:cxnLst/>
              <a:rect l="l" t="t" r="r" b="b"/>
              <a:pathLst>
                <a:path w="3810" h="513079">
                  <a:moveTo>
                    <a:pt x="3810" y="510539"/>
                  </a:moveTo>
                  <a:lnTo>
                    <a:pt x="0" y="510539"/>
                  </a:lnTo>
                  <a:lnTo>
                    <a:pt x="0" y="511810"/>
                  </a:lnTo>
                  <a:lnTo>
                    <a:pt x="1269" y="511810"/>
                  </a:lnTo>
                  <a:lnTo>
                    <a:pt x="1269" y="513080"/>
                  </a:lnTo>
                  <a:lnTo>
                    <a:pt x="3810" y="513080"/>
                  </a:lnTo>
                  <a:lnTo>
                    <a:pt x="3810" y="510539"/>
                  </a:lnTo>
                  <a:close/>
                </a:path>
                <a:path w="3810" h="513079">
                  <a:moveTo>
                    <a:pt x="3810" y="504189"/>
                  </a:moveTo>
                  <a:lnTo>
                    <a:pt x="0" y="504189"/>
                  </a:lnTo>
                  <a:lnTo>
                    <a:pt x="0" y="509270"/>
                  </a:lnTo>
                  <a:lnTo>
                    <a:pt x="3810" y="509270"/>
                  </a:lnTo>
                  <a:lnTo>
                    <a:pt x="3810" y="504189"/>
                  </a:lnTo>
                  <a:close/>
                </a:path>
                <a:path w="3810" h="513079">
                  <a:moveTo>
                    <a:pt x="3810" y="497839"/>
                  </a:moveTo>
                  <a:lnTo>
                    <a:pt x="0" y="497839"/>
                  </a:lnTo>
                  <a:lnTo>
                    <a:pt x="0" y="502920"/>
                  </a:lnTo>
                  <a:lnTo>
                    <a:pt x="3810" y="502920"/>
                  </a:lnTo>
                  <a:lnTo>
                    <a:pt x="3810" y="497839"/>
                  </a:lnTo>
                  <a:close/>
                </a:path>
                <a:path w="3810" h="513079">
                  <a:moveTo>
                    <a:pt x="3810" y="491489"/>
                  </a:moveTo>
                  <a:lnTo>
                    <a:pt x="0" y="491489"/>
                  </a:lnTo>
                  <a:lnTo>
                    <a:pt x="0" y="496570"/>
                  </a:lnTo>
                  <a:lnTo>
                    <a:pt x="3810" y="496570"/>
                  </a:lnTo>
                  <a:lnTo>
                    <a:pt x="3810" y="491489"/>
                  </a:lnTo>
                  <a:close/>
                </a:path>
                <a:path w="3810" h="513079">
                  <a:moveTo>
                    <a:pt x="3810" y="485139"/>
                  </a:moveTo>
                  <a:lnTo>
                    <a:pt x="0" y="485139"/>
                  </a:lnTo>
                  <a:lnTo>
                    <a:pt x="0" y="490220"/>
                  </a:lnTo>
                  <a:lnTo>
                    <a:pt x="3810" y="490220"/>
                  </a:lnTo>
                  <a:lnTo>
                    <a:pt x="3810" y="485139"/>
                  </a:lnTo>
                  <a:close/>
                </a:path>
                <a:path w="3810" h="513079">
                  <a:moveTo>
                    <a:pt x="3810" y="478789"/>
                  </a:moveTo>
                  <a:lnTo>
                    <a:pt x="0" y="478789"/>
                  </a:lnTo>
                  <a:lnTo>
                    <a:pt x="0" y="483870"/>
                  </a:lnTo>
                  <a:lnTo>
                    <a:pt x="3810" y="483870"/>
                  </a:lnTo>
                  <a:lnTo>
                    <a:pt x="3810" y="478789"/>
                  </a:lnTo>
                  <a:close/>
                </a:path>
                <a:path w="3810" h="513079">
                  <a:moveTo>
                    <a:pt x="3810" y="472439"/>
                  </a:moveTo>
                  <a:lnTo>
                    <a:pt x="0" y="472439"/>
                  </a:lnTo>
                  <a:lnTo>
                    <a:pt x="0" y="477520"/>
                  </a:lnTo>
                  <a:lnTo>
                    <a:pt x="3810" y="477520"/>
                  </a:lnTo>
                  <a:lnTo>
                    <a:pt x="3810" y="472439"/>
                  </a:lnTo>
                  <a:close/>
                </a:path>
                <a:path w="3810" h="513079">
                  <a:moveTo>
                    <a:pt x="3810" y="466089"/>
                  </a:moveTo>
                  <a:lnTo>
                    <a:pt x="0" y="466089"/>
                  </a:lnTo>
                  <a:lnTo>
                    <a:pt x="0" y="471170"/>
                  </a:lnTo>
                  <a:lnTo>
                    <a:pt x="3810" y="471170"/>
                  </a:lnTo>
                  <a:lnTo>
                    <a:pt x="3810" y="466089"/>
                  </a:lnTo>
                  <a:close/>
                </a:path>
                <a:path w="3810" h="513079">
                  <a:moveTo>
                    <a:pt x="3810" y="459739"/>
                  </a:moveTo>
                  <a:lnTo>
                    <a:pt x="0" y="459739"/>
                  </a:lnTo>
                  <a:lnTo>
                    <a:pt x="0" y="464820"/>
                  </a:lnTo>
                  <a:lnTo>
                    <a:pt x="3810" y="464820"/>
                  </a:lnTo>
                  <a:lnTo>
                    <a:pt x="3810" y="459739"/>
                  </a:lnTo>
                  <a:close/>
                </a:path>
                <a:path w="3810" h="513079">
                  <a:moveTo>
                    <a:pt x="3810" y="453389"/>
                  </a:moveTo>
                  <a:lnTo>
                    <a:pt x="0" y="453389"/>
                  </a:lnTo>
                  <a:lnTo>
                    <a:pt x="0" y="458470"/>
                  </a:lnTo>
                  <a:lnTo>
                    <a:pt x="3810" y="458470"/>
                  </a:lnTo>
                  <a:lnTo>
                    <a:pt x="3810" y="453389"/>
                  </a:lnTo>
                  <a:close/>
                </a:path>
                <a:path w="3810" h="513079">
                  <a:moveTo>
                    <a:pt x="3810" y="447039"/>
                  </a:moveTo>
                  <a:lnTo>
                    <a:pt x="0" y="447039"/>
                  </a:lnTo>
                  <a:lnTo>
                    <a:pt x="0" y="452120"/>
                  </a:lnTo>
                  <a:lnTo>
                    <a:pt x="3810" y="452120"/>
                  </a:lnTo>
                  <a:lnTo>
                    <a:pt x="3810" y="447039"/>
                  </a:lnTo>
                  <a:close/>
                </a:path>
                <a:path w="3810" h="513079">
                  <a:moveTo>
                    <a:pt x="3810" y="440689"/>
                  </a:moveTo>
                  <a:lnTo>
                    <a:pt x="0" y="440689"/>
                  </a:lnTo>
                  <a:lnTo>
                    <a:pt x="0" y="445770"/>
                  </a:lnTo>
                  <a:lnTo>
                    <a:pt x="3810" y="445770"/>
                  </a:lnTo>
                  <a:lnTo>
                    <a:pt x="3810" y="440689"/>
                  </a:lnTo>
                  <a:close/>
                </a:path>
                <a:path w="3810" h="513079">
                  <a:moveTo>
                    <a:pt x="3810" y="434339"/>
                  </a:moveTo>
                  <a:lnTo>
                    <a:pt x="0" y="434339"/>
                  </a:lnTo>
                  <a:lnTo>
                    <a:pt x="0" y="439420"/>
                  </a:lnTo>
                  <a:lnTo>
                    <a:pt x="3810" y="439420"/>
                  </a:lnTo>
                  <a:lnTo>
                    <a:pt x="3810" y="434339"/>
                  </a:lnTo>
                  <a:close/>
                </a:path>
                <a:path w="3810" h="513079">
                  <a:moveTo>
                    <a:pt x="3810" y="427989"/>
                  </a:moveTo>
                  <a:lnTo>
                    <a:pt x="0" y="427989"/>
                  </a:lnTo>
                  <a:lnTo>
                    <a:pt x="0" y="433070"/>
                  </a:lnTo>
                  <a:lnTo>
                    <a:pt x="3810" y="433070"/>
                  </a:lnTo>
                  <a:lnTo>
                    <a:pt x="3810" y="427989"/>
                  </a:lnTo>
                  <a:close/>
                </a:path>
                <a:path w="3810" h="513079">
                  <a:moveTo>
                    <a:pt x="3810" y="40639"/>
                  </a:moveTo>
                  <a:lnTo>
                    <a:pt x="0" y="40639"/>
                  </a:lnTo>
                  <a:lnTo>
                    <a:pt x="0" y="426720"/>
                  </a:lnTo>
                  <a:lnTo>
                    <a:pt x="3810" y="426720"/>
                  </a:lnTo>
                  <a:lnTo>
                    <a:pt x="3810" y="40639"/>
                  </a:lnTo>
                  <a:close/>
                </a:path>
                <a:path w="3810" h="513079">
                  <a:moveTo>
                    <a:pt x="3810" y="34289"/>
                  </a:moveTo>
                  <a:lnTo>
                    <a:pt x="0" y="34289"/>
                  </a:lnTo>
                  <a:lnTo>
                    <a:pt x="0" y="39370"/>
                  </a:lnTo>
                  <a:lnTo>
                    <a:pt x="3810" y="39370"/>
                  </a:lnTo>
                  <a:lnTo>
                    <a:pt x="3810" y="34289"/>
                  </a:lnTo>
                  <a:close/>
                </a:path>
                <a:path w="3810" h="513079">
                  <a:moveTo>
                    <a:pt x="3810" y="27939"/>
                  </a:moveTo>
                  <a:lnTo>
                    <a:pt x="0" y="27939"/>
                  </a:lnTo>
                  <a:lnTo>
                    <a:pt x="0" y="33020"/>
                  </a:lnTo>
                  <a:lnTo>
                    <a:pt x="3810" y="33020"/>
                  </a:lnTo>
                  <a:lnTo>
                    <a:pt x="3810" y="27939"/>
                  </a:lnTo>
                  <a:close/>
                </a:path>
                <a:path w="3810" h="513079">
                  <a:moveTo>
                    <a:pt x="3810" y="21589"/>
                  </a:moveTo>
                  <a:lnTo>
                    <a:pt x="0" y="21589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1589"/>
                  </a:lnTo>
                  <a:close/>
                </a:path>
                <a:path w="3810" h="513079">
                  <a:moveTo>
                    <a:pt x="3810" y="15239"/>
                  </a:moveTo>
                  <a:lnTo>
                    <a:pt x="0" y="15239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5239"/>
                  </a:lnTo>
                  <a:close/>
                </a:path>
                <a:path w="3810" h="513079">
                  <a:moveTo>
                    <a:pt x="3810" y="8889"/>
                  </a:moveTo>
                  <a:lnTo>
                    <a:pt x="0" y="8889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8889"/>
                  </a:lnTo>
                  <a:close/>
                </a:path>
                <a:path w="3810" h="513079">
                  <a:moveTo>
                    <a:pt x="3810" y="1270"/>
                  </a:moveTo>
                  <a:lnTo>
                    <a:pt x="2539" y="1270"/>
                  </a:lnTo>
                  <a:lnTo>
                    <a:pt x="2539" y="2539"/>
                  </a:lnTo>
                  <a:lnTo>
                    <a:pt x="0" y="2539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70"/>
                  </a:lnTo>
                  <a:close/>
                </a:path>
                <a:path w="3810" h="513079">
                  <a:moveTo>
                    <a:pt x="2539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39" y="1270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CCBD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4" name="object 3364"/>
            <p:cNvSpPr/>
            <p:nvPr/>
          </p:nvSpPr>
          <p:spPr>
            <a:xfrm>
              <a:off x="5811519" y="2961640"/>
              <a:ext cx="3810" cy="511809"/>
            </a:xfrm>
            <a:custGeom>
              <a:avLst/>
              <a:gdLst/>
              <a:ahLst/>
              <a:cxnLst/>
              <a:rect l="l" t="t" r="r" b="b"/>
              <a:pathLst>
                <a:path w="3810" h="511810">
                  <a:moveTo>
                    <a:pt x="3809" y="508000"/>
                  </a:moveTo>
                  <a:lnTo>
                    <a:pt x="0" y="508000"/>
                  </a:lnTo>
                  <a:lnTo>
                    <a:pt x="0" y="510540"/>
                  </a:lnTo>
                  <a:lnTo>
                    <a:pt x="1269" y="510540"/>
                  </a:lnTo>
                  <a:lnTo>
                    <a:pt x="1269" y="511810"/>
                  </a:lnTo>
                  <a:lnTo>
                    <a:pt x="3809" y="511810"/>
                  </a:lnTo>
                  <a:lnTo>
                    <a:pt x="3809" y="508000"/>
                  </a:lnTo>
                  <a:close/>
                </a:path>
                <a:path w="3810" h="511810">
                  <a:moveTo>
                    <a:pt x="3809" y="501650"/>
                  </a:moveTo>
                  <a:lnTo>
                    <a:pt x="0" y="501650"/>
                  </a:lnTo>
                  <a:lnTo>
                    <a:pt x="0" y="506730"/>
                  </a:lnTo>
                  <a:lnTo>
                    <a:pt x="3809" y="506730"/>
                  </a:lnTo>
                  <a:lnTo>
                    <a:pt x="3809" y="501650"/>
                  </a:lnTo>
                  <a:close/>
                </a:path>
                <a:path w="3810" h="511810">
                  <a:moveTo>
                    <a:pt x="3809" y="495300"/>
                  </a:moveTo>
                  <a:lnTo>
                    <a:pt x="0" y="495300"/>
                  </a:lnTo>
                  <a:lnTo>
                    <a:pt x="0" y="500380"/>
                  </a:lnTo>
                  <a:lnTo>
                    <a:pt x="3809" y="500380"/>
                  </a:lnTo>
                  <a:lnTo>
                    <a:pt x="3809" y="495300"/>
                  </a:lnTo>
                  <a:close/>
                </a:path>
                <a:path w="3810" h="511810">
                  <a:moveTo>
                    <a:pt x="3809" y="488950"/>
                  </a:moveTo>
                  <a:lnTo>
                    <a:pt x="0" y="488950"/>
                  </a:lnTo>
                  <a:lnTo>
                    <a:pt x="0" y="494030"/>
                  </a:lnTo>
                  <a:lnTo>
                    <a:pt x="3809" y="494030"/>
                  </a:lnTo>
                  <a:lnTo>
                    <a:pt x="3809" y="488950"/>
                  </a:lnTo>
                  <a:close/>
                </a:path>
                <a:path w="3810" h="511810">
                  <a:moveTo>
                    <a:pt x="3809" y="482600"/>
                  </a:moveTo>
                  <a:lnTo>
                    <a:pt x="0" y="482600"/>
                  </a:lnTo>
                  <a:lnTo>
                    <a:pt x="0" y="487680"/>
                  </a:lnTo>
                  <a:lnTo>
                    <a:pt x="3809" y="487680"/>
                  </a:lnTo>
                  <a:lnTo>
                    <a:pt x="3809" y="482600"/>
                  </a:lnTo>
                  <a:close/>
                </a:path>
                <a:path w="3810" h="511810">
                  <a:moveTo>
                    <a:pt x="3809" y="476250"/>
                  </a:moveTo>
                  <a:lnTo>
                    <a:pt x="0" y="476250"/>
                  </a:lnTo>
                  <a:lnTo>
                    <a:pt x="0" y="481330"/>
                  </a:lnTo>
                  <a:lnTo>
                    <a:pt x="3809" y="481330"/>
                  </a:lnTo>
                  <a:lnTo>
                    <a:pt x="3809" y="476250"/>
                  </a:lnTo>
                  <a:close/>
                </a:path>
                <a:path w="3810" h="511810">
                  <a:moveTo>
                    <a:pt x="3809" y="469900"/>
                  </a:moveTo>
                  <a:lnTo>
                    <a:pt x="0" y="469900"/>
                  </a:lnTo>
                  <a:lnTo>
                    <a:pt x="0" y="474980"/>
                  </a:lnTo>
                  <a:lnTo>
                    <a:pt x="3809" y="474980"/>
                  </a:lnTo>
                  <a:lnTo>
                    <a:pt x="3809" y="469900"/>
                  </a:lnTo>
                  <a:close/>
                </a:path>
                <a:path w="3810" h="511810">
                  <a:moveTo>
                    <a:pt x="3809" y="463550"/>
                  </a:moveTo>
                  <a:lnTo>
                    <a:pt x="0" y="463550"/>
                  </a:lnTo>
                  <a:lnTo>
                    <a:pt x="0" y="468630"/>
                  </a:lnTo>
                  <a:lnTo>
                    <a:pt x="3809" y="468630"/>
                  </a:lnTo>
                  <a:lnTo>
                    <a:pt x="3809" y="463550"/>
                  </a:lnTo>
                  <a:close/>
                </a:path>
                <a:path w="3810" h="511810">
                  <a:moveTo>
                    <a:pt x="3809" y="457200"/>
                  </a:moveTo>
                  <a:lnTo>
                    <a:pt x="0" y="457200"/>
                  </a:lnTo>
                  <a:lnTo>
                    <a:pt x="0" y="462280"/>
                  </a:lnTo>
                  <a:lnTo>
                    <a:pt x="3809" y="462280"/>
                  </a:lnTo>
                  <a:lnTo>
                    <a:pt x="3809" y="457200"/>
                  </a:lnTo>
                  <a:close/>
                </a:path>
                <a:path w="3810" h="511810">
                  <a:moveTo>
                    <a:pt x="3809" y="450850"/>
                  </a:moveTo>
                  <a:lnTo>
                    <a:pt x="0" y="450850"/>
                  </a:lnTo>
                  <a:lnTo>
                    <a:pt x="0" y="455930"/>
                  </a:lnTo>
                  <a:lnTo>
                    <a:pt x="3809" y="455930"/>
                  </a:lnTo>
                  <a:lnTo>
                    <a:pt x="3809" y="450850"/>
                  </a:lnTo>
                  <a:close/>
                </a:path>
                <a:path w="3810" h="511810">
                  <a:moveTo>
                    <a:pt x="3809" y="444500"/>
                  </a:moveTo>
                  <a:lnTo>
                    <a:pt x="0" y="444500"/>
                  </a:lnTo>
                  <a:lnTo>
                    <a:pt x="0" y="449580"/>
                  </a:lnTo>
                  <a:lnTo>
                    <a:pt x="3809" y="449580"/>
                  </a:lnTo>
                  <a:lnTo>
                    <a:pt x="3809" y="444500"/>
                  </a:lnTo>
                  <a:close/>
                </a:path>
                <a:path w="3810" h="511810">
                  <a:moveTo>
                    <a:pt x="3809" y="438150"/>
                  </a:moveTo>
                  <a:lnTo>
                    <a:pt x="0" y="438150"/>
                  </a:lnTo>
                  <a:lnTo>
                    <a:pt x="0" y="443230"/>
                  </a:lnTo>
                  <a:lnTo>
                    <a:pt x="3809" y="443230"/>
                  </a:lnTo>
                  <a:lnTo>
                    <a:pt x="3809" y="438150"/>
                  </a:lnTo>
                  <a:close/>
                </a:path>
                <a:path w="3810" h="511810">
                  <a:moveTo>
                    <a:pt x="3809" y="431800"/>
                  </a:moveTo>
                  <a:lnTo>
                    <a:pt x="0" y="431800"/>
                  </a:lnTo>
                  <a:lnTo>
                    <a:pt x="0" y="436880"/>
                  </a:lnTo>
                  <a:lnTo>
                    <a:pt x="3809" y="436880"/>
                  </a:lnTo>
                  <a:lnTo>
                    <a:pt x="3809" y="431800"/>
                  </a:lnTo>
                  <a:close/>
                </a:path>
                <a:path w="3810" h="511810">
                  <a:moveTo>
                    <a:pt x="3809" y="425450"/>
                  </a:moveTo>
                  <a:lnTo>
                    <a:pt x="0" y="425450"/>
                  </a:lnTo>
                  <a:lnTo>
                    <a:pt x="0" y="430530"/>
                  </a:lnTo>
                  <a:lnTo>
                    <a:pt x="3809" y="430530"/>
                  </a:lnTo>
                  <a:lnTo>
                    <a:pt x="3809" y="425450"/>
                  </a:lnTo>
                  <a:close/>
                </a:path>
                <a:path w="3810" h="511810">
                  <a:moveTo>
                    <a:pt x="3809" y="38100"/>
                  </a:moveTo>
                  <a:lnTo>
                    <a:pt x="0" y="38100"/>
                  </a:lnTo>
                  <a:lnTo>
                    <a:pt x="0" y="424180"/>
                  </a:lnTo>
                  <a:lnTo>
                    <a:pt x="3809" y="424180"/>
                  </a:lnTo>
                  <a:lnTo>
                    <a:pt x="3809" y="38100"/>
                  </a:lnTo>
                  <a:close/>
                </a:path>
                <a:path w="3810" h="511810">
                  <a:moveTo>
                    <a:pt x="3809" y="31750"/>
                  </a:moveTo>
                  <a:lnTo>
                    <a:pt x="0" y="3175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1750"/>
                  </a:lnTo>
                  <a:close/>
                </a:path>
                <a:path w="3810" h="511810">
                  <a:moveTo>
                    <a:pt x="3809" y="25400"/>
                  </a:moveTo>
                  <a:lnTo>
                    <a:pt x="0" y="25400"/>
                  </a:lnTo>
                  <a:lnTo>
                    <a:pt x="0" y="30480"/>
                  </a:lnTo>
                  <a:lnTo>
                    <a:pt x="3809" y="30480"/>
                  </a:lnTo>
                  <a:lnTo>
                    <a:pt x="3809" y="25400"/>
                  </a:lnTo>
                  <a:close/>
                </a:path>
                <a:path w="3810" h="511810">
                  <a:moveTo>
                    <a:pt x="3809" y="19050"/>
                  </a:moveTo>
                  <a:lnTo>
                    <a:pt x="0" y="19050"/>
                  </a:lnTo>
                  <a:lnTo>
                    <a:pt x="0" y="24130"/>
                  </a:lnTo>
                  <a:lnTo>
                    <a:pt x="3809" y="24130"/>
                  </a:lnTo>
                  <a:lnTo>
                    <a:pt x="3809" y="19050"/>
                  </a:lnTo>
                  <a:close/>
                </a:path>
                <a:path w="3810" h="511810">
                  <a:moveTo>
                    <a:pt x="3809" y="12700"/>
                  </a:moveTo>
                  <a:lnTo>
                    <a:pt x="0" y="1270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2700"/>
                  </a:lnTo>
                  <a:close/>
                </a:path>
                <a:path w="3810" h="511810">
                  <a:moveTo>
                    <a:pt x="3809" y="6350"/>
                  </a:moveTo>
                  <a:lnTo>
                    <a:pt x="0" y="635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6350"/>
                  </a:lnTo>
                  <a:close/>
                </a:path>
                <a:path w="3810" h="511810">
                  <a:moveTo>
                    <a:pt x="2539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1270"/>
                  </a:lnTo>
                  <a:lnTo>
                    <a:pt x="2539" y="1270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CCBC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5" name="object 3365"/>
            <p:cNvSpPr/>
            <p:nvPr/>
          </p:nvSpPr>
          <p:spPr>
            <a:xfrm>
              <a:off x="5815330" y="2962910"/>
              <a:ext cx="3810" cy="513080"/>
            </a:xfrm>
            <a:custGeom>
              <a:avLst/>
              <a:gdLst/>
              <a:ahLst/>
              <a:cxnLst/>
              <a:rect l="l" t="t" r="r" b="b"/>
              <a:pathLst>
                <a:path w="3810" h="513079">
                  <a:moveTo>
                    <a:pt x="3810" y="506729"/>
                  </a:moveTo>
                  <a:lnTo>
                    <a:pt x="0" y="506729"/>
                  </a:lnTo>
                  <a:lnTo>
                    <a:pt x="0" y="510539"/>
                  </a:lnTo>
                  <a:lnTo>
                    <a:pt x="1270" y="510539"/>
                  </a:lnTo>
                  <a:lnTo>
                    <a:pt x="1270" y="513079"/>
                  </a:lnTo>
                  <a:lnTo>
                    <a:pt x="3810" y="513079"/>
                  </a:lnTo>
                  <a:lnTo>
                    <a:pt x="3810" y="506729"/>
                  </a:lnTo>
                  <a:close/>
                </a:path>
                <a:path w="3810" h="513079">
                  <a:moveTo>
                    <a:pt x="3810" y="500379"/>
                  </a:moveTo>
                  <a:lnTo>
                    <a:pt x="0" y="500379"/>
                  </a:lnTo>
                  <a:lnTo>
                    <a:pt x="0" y="505460"/>
                  </a:lnTo>
                  <a:lnTo>
                    <a:pt x="3810" y="505460"/>
                  </a:lnTo>
                  <a:lnTo>
                    <a:pt x="3810" y="500379"/>
                  </a:lnTo>
                  <a:close/>
                </a:path>
                <a:path w="3810" h="513079">
                  <a:moveTo>
                    <a:pt x="3810" y="494029"/>
                  </a:moveTo>
                  <a:lnTo>
                    <a:pt x="0" y="494029"/>
                  </a:lnTo>
                  <a:lnTo>
                    <a:pt x="0" y="499110"/>
                  </a:lnTo>
                  <a:lnTo>
                    <a:pt x="3810" y="499110"/>
                  </a:lnTo>
                  <a:lnTo>
                    <a:pt x="3810" y="494029"/>
                  </a:lnTo>
                  <a:close/>
                </a:path>
                <a:path w="3810" h="513079">
                  <a:moveTo>
                    <a:pt x="3810" y="487679"/>
                  </a:moveTo>
                  <a:lnTo>
                    <a:pt x="0" y="487679"/>
                  </a:lnTo>
                  <a:lnTo>
                    <a:pt x="0" y="492760"/>
                  </a:lnTo>
                  <a:lnTo>
                    <a:pt x="3810" y="492760"/>
                  </a:lnTo>
                  <a:lnTo>
                    <a:pt x="3810" y="487679"/>
                  </a:lnTo>
                  <a:close/>
                </a:path>
                <a:path w="3810" h="513079">
                  <a:moveTo>
                    <a:pt x="3810" y="481329"/>
                  </a:moveTo>
                  <a:lnTo>
                    <a:pt x="0" y="481329"/>
                  </a:lnTo>
                  <a:lnTo>
                    <a:pt x="0" y="486410"/>
                  </a:lnTo>
                  <a:lnTo>
                    <a:pt x="3810" y="486410"/>
                  </a:lnTo>
                  <a:lnTo>
                    <a:pt x="3810" y="481329"/>
                  </a:lnTo>
                  <a:close/>
                </a:path>
                <a:path w="3810" h="513079">
                  <a:moveTo>
                    <a:pt x="3810" y="474979"/>
                  </a:moveTo>
                  <a:lnTo>
                    <a:pt x="0" y="474979"/>
                  </a:lnTo>
                  <a:lnTo>
                    <a:pt x="0" y="480060"/>
                  </a:lnTo>
                  <a:lnTo>
                    <a:pt x="3810" y="480060"/>
                  </a:lnTo>
                  <a:lnTo>
                    <a:pt x="3810" y="474979"/>
                  </a:lnTo>
                  <a:close/>
                </a:path>
                <a:path w="3810" h="513079">
                  <a:moveTo>
                    <a:pt x="3810" y="468629"/>
                  </a:moveTo>
                  <a:lnTo>
                    <a:pt x="0" y="468629"/>
                  </a:lnTo>
                  <a:lnTo>
                    <a:pt x="0" y="473710"/>
                  </a:lnTo>
                  <a:lnTo>
                    <a:pt x="3810" y="473710"/>
                  </a:lnTo>
                  <a:lnTo>
                    <a:pt x="3810" y="468629"/>
                  </a:lnTo>
                  <a:close/>
                </a:path>
                <a:path w="3810" h="513079">
                  <a:moveTo>
                    <a:pt x="3810" y="462279"/>
                  </a:moveTo>
                  <a:lnTo>
                    <a:pt x="0" y="462279"/>
                  </a:lnTo>
                  <a:lnTo>
                    <a:pt x="0" y="467360"/>
                  </a:lnTo>
                  <a:lnTo>
                    <a:pt x="3810" y="467360"/>
                  </a:lnTo>
                  <a:lnTo>
                    <a:pt x="3810" y="462279"/>
                  </a:lnTo>
                  <a:close/>
                </a:path>
                <a:path w="3810" h="513079">
                  <a:moveTo>
                    <a:pt x="3810" y="455929"/>
                  </a:moveTo>
                  <a:lnTo>
                    <a:pt x="0" y="455929"/>
                  </a:lnTo>
                  <a:lnTo>
                    <a:pt x="0" y="461010"/>
                  </a:lnTo>
                  <a:lnTo>
                    <a:pt x="3810" y="461010"/>
                  </a:lnTo>
                  <a:lnTo>
                    <a:pt x="3810" y="455929"/>
                  </a:lnTo>
                  <a:close/>
                </a:path>
                <a:path w="3810" h="513079">
                  <a:moveTo>
                    <a:pt x="3810" y="449579"/>
                  </a:moveTo>
                  <a:lnTo>
                    <a:pt x="0" y="449579"/>
                  </a:lnTo>
                  <a:lnTo>
                    <a:pt x="0" y="454660"/>
                  </a:lnTo>
                  <a:lnTo>
                    <a:pt x="3810" y="454660"/>
                  </a:lnTo>
                  <a:lnTo>
                    <a:pt x="3810" y="449579"/>
                  </a:lnTo>
                  <a:close/>
                </a:path>
                <a:path w="3810" h="513079">
                  <a:moveTo>
                    <a:pt x="3810" y="443229"/>
                  </a:moveTo>
                  <a:lnTo>
                    <a:pt x="0" y="443229"/>
                  </a:lnTo>
                  <a:lnTo>
                    <a:pt x="0" y="448310"/>
                  </a:lnTo>
                  <a:lnTo>
                    <a:pt x="3810" y="448310"/>
                  </a:lnTo>
                  <a:lnTo>
                    <a:pt x="3810" y="443229"/>
                  </a:lnTo>
                  <a:close/>
                </a:path>
                <a:path w="3810" h="513079">
                  <a:moveTo>
                    <a:pt x="3810" y="436879"/>
                  </a:moveTo>
                  <a:lnTo>
                    <a:pt x="0" y="436879"/>
                  </a:lnTo>
                  <a:lnTo>
                    <a:pt x="0" y="441960"/>
                  </a:lnTo>
                  <a:lnTo>
                    <a:pt x="3810" y="441960"/>
                  </a:lnTo>
                  <a:lnTo>
                    <a:pt x="3810" y="436879"/>
                  </a:lnTo>
                  <a:close/>
                </a:path>
                <a:path w="3810" h="513079">
                  <a:moveTo>
                    <a:pt x="3810" y="430529"/>
                  </a:moveTo>
                  <a:lnTo>
                    <a:pt x="0" y="430529"/>
                  </a:lnTo>
                  <a:lnTo>
                    <a:pt x="0" y="435610"/>
                  </a:lnTo>
                  <a:lnTo>
                    <a:pt x="3810" y="435610"/>
                  </a:lnTo>
                  <a:lnTo>
                    <a:pt x="3810" y="430529"/>
                  </a:lnTo>
                  <a:close/>
                </a:path>
                <a:path w="3810" h="513079">
                  <a:moveTo>
                    <a:pt x="3810" y="424179"/>
                  </a:moveTo>
                  <a:lnTo>
                    <a:pt x="0" y="424179"/>
                  </a:lnTo>
                  <a:lnTo>
                    <a:pt x="0" y="429260"/>
                  </a:lnTo>
                  <a:lnTo>
                    <a:pt x="3810" y="429260"/>
                  </a:lnTo>
                  <a:lnTo>
                    <a:pt x="3810" y="424179"/>
                  </a:lnTo>
                  <a:close/>
                </a:path>
                <a:path w="3810" h="513079">
                  <a:moveTo>
                    <a:pt x="3810" y="36829"/>
                  </a:moveTo>
                  <a:lnTo>
                    <a:pt x="0" y="36829"/>
                  </a:lnTo>
                  <a:lnTo>
                    <a:pt x="0" y="422910"/>
                  </a:lnTo>
                  <a:lnTo>
                    <a:pt x="3810" y="422910"/>
                  </a:lnTo>
                  <a:lnTo>
                    <a:pt x="3810" y="36829"/>
                  </a:lnTo>
                  <a:close/>
                </a:path>
                <a:path w="3810" h="513079">
                  <a:moveTo>
                    <a:pt x="3810" y="30479"/>
                  </a:moveTo>
                  <a:lnTo>
                    <a:pt x="0" y="30479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30479"/>
                  </a:lnTo>
                  <a:close/>
                </a:path>
                <a:path w="3810" h="513079">
                  <a:moveTo>
                    <a:pt x="3810" y="24129"/>
                  </a:moveTo>
                  <a:lnTo>
                    <a:pt x="0" y="24129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4129"/>
                  </a:lnTo>
                  <a:close/>
                </a:path>
                <a:path w="3810" h="513079">
                  <a:moveTo>
                    <a:pt x="3810" y="17779"/>
                  </a:moveTo>
                  <a:lnTo>
                    <a:pt x="0" y="17779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7779"/>
                  </a:lnTo>
                  <a:close/>
                </a:path>
                <a:path w="3810" h="513079">
                  <a:moveTo>
                    <a:pt x="3810" y="11429"/>
                  </a:moveTo>
                  <a:lnTo>
                    <a:pt x="0" y="11429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1429"/>
                  </a:lnTo>
                  <a:close/>
                </a:path>
                <a:path w="3810" h="513079">
                  <a:moveTo>
                    <a:pt x="3810" y="5079"/>
                  </a:moveTo>
                  <a:lnTo>
                    <a:pt x="0" y="5079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5079"/>
                  </a:lnTo>
                  <a:close/>
                </a:path>
                <a:path w="3810" h="513079">
                  <a:moveTo>
                    <a:pt x="127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2539"/>
                  </a:lnTo>
                  <a:lnTo>
                    <a:pt x="2540" y="2539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CCBB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6" name="object 3366"/>
            <p:cNvSpPr/>
            <p:nvPr/>
          </p:nvSpPr>
          <p:spPr>
            <a:xfrm>
              <a:off x="5819140" y="2965450"/>
              <a:ext cx="3810" cy="509270"/>
            </a:xfrm>
            <a:custGeom>
              <a:avLst/>
              <a:gdLst/>
              <a:ahLst/>
              <a:cxnLst/>
              <a:rect l="l" t="t" r="r" b="b"/>
              <a:pathLst>
                <a:path w="3810" h="509270">
                  <a:moveTo>
                    <a:pt x="3810" y="504189"/>
                  </a:moveTo>
                  <a:lnTo>
                    <a:pt x="0" y="504189"/>
                  </a:lnTo>
                  <a:lnTo>
                    <a:pt x="0" y="509270"/>
                  </a:lnTo>
                  <a:lnTo>
                    <a:pt x="3810" y="509270"/>
                  </a:lnTo>
                  <a:lnTo>
                    <a:pt x="3810" y="504189"/>
                  </a:lnTo>
                  <a:close/>
                </a:path>
                <a:path w="3810" h="509270">
                  <a:moveTo>
                    <a:pt x="3810" y="497839"/>
                  </a:moveTo>
                  <a:lnTo>
                    <a:pt x="0" y="497839"/>
                  </a:lnTo>
                  <a:lnTo>
                    <a:pt x="0" y="502920"/>
                  </a:lnTo>
                  <a:lnTo>
                    <a:pt x="3810" y="502920"/>
                  </a:lnTo>
                  <a:lnTo>
                    <a:pt x="3810" y="497839"/>
                  </a:lnTo>
                  <a:close/>
                </a:path>
                <a:path w="3810" h="509270">
                  <a:moveTo>
                    <a:pt x="3810" y="491489"/>
                  </a:moveTo>
                  <a:lnTo>
                    <a:pt x="0" y="491489"/>
                  </a:lnTo>
                  <a:lnTo>
                    <a:pt x="0" y="496570"/>
                  </a:lnTo>
                  <a:lnTo>
                    <a:pt x="3810" y="496570"/>
                  </a:lnTo>
                  <a:lnTo>
                    <a:pt x="3810" y="491489"/>
                  </a:lnTo>
                  <a:close/>
                </a:path>
                <a:path w="3810" h="509270">
                  <a:moveTo>
                    <a:pt x="3810" y="485139"/>
                  </a:moveTo>
                  <a:lnTo>
                    <a:pt x="0" y="485139"/>
                  </a:lnTo>
                  <a:lnTo>
                    <a:pt x="0" y="490220"/>
                  </a:lnTo>
                  <a:lnTo>
                    <a:pt x="3810" y="490220"/>
                  </a:lnTo>
                  <a:lnTo>
                    <a:pt x="3810" y="485139"/>
                  </a:lnTo>
                  <a:close/>
                </a:path>
                <a:path w="3810" h="509270">
                  <a:moveTo>
                    <a:pt x="3810" y="478789"/>
                  </a:moveTo>
                  <a:lnTo>
                    <a:pt x="0" y="478789"/>
                  </a:lnTo>
                  <a:lnTo>
                    <a:pt x="0" y="483870"/>
                  </a:lnTo>
                  <a:lnTo>
                    <a:pt x="3810" y="483870"/>
                  </a:lnTo>
                  <a:lnTo>
                    <a:pt x="3810" y="478789"/>
                  </a:lnTo>
                  <a:close/>
                </a:path>
                <a:path w="3810" h="509270">
                  <a:moveTo>
                    <a:pt x="3810" y="472439"/>
                  </a:moveTo>
                  <a:lnTo>
                    <a:pt x="0" y="472439"/>
                  </a:lnTo>
                  <a:lnTo>
                    <a:pt x="0" y="477520"/>
                  </a:lnTo>
                  <a:lnTo>
                    <a:pt x="3810" y="477520"/>
                  </a:lnTo>
                  <a:lnTo>
                    <a:pt x="3810" y="472439"/>
                  </a:lnTo>
                  <a:close/>
                </a:path>
                <a:path w="3810" h="509270">
                  <a:moveTo>
                    <a:pt x="3810" y="466089"/>
                  </a:moveTo>
                  <a:lnTo>
                    <a:pt x="0" y="466089"/>
                  </a:lnTo>
                  <a:lnTo>
                    <a:pt x="0" y="471170"/>
                  </a:lnTo>
                  <a:lnTo>
                    <a:pt x="3810" y="471170"/>
                  </a:lnTo>
                  <a:lnTo>
                    <a:pt x="3810" y="466089"/>
                  </a:lnTo>
                  <a:close/>
                </a:path>
                <a:path w="3810" h="509270">
                  <a:moveTo>
                    <a:pt x="3810" y="459739"/>
                  </a:moveTo>
                  <a:lnTo>
                    <a:pt x="0" y="459739"/>
                  </a:lnTo>
                  <a:lnTo>
                    <a:pt x="0" y="464820"/>
                  </a:lnTo>
                  <a:lnTo>
                    <a:pt x="3810" y="464820"/>
                  </a:lnTo>
                  <a:lnTo>
                    <a:pt x="3810" y="459739"/>
                  </a:lnTo>
                  <a:close/>
                </a:path>
                <a:path w="3810" h="509270">
                  <a:moveTo>
                    <a:pt x="3810" y="453389"/>
                  </a:moveTo>
                  <a:lnTo>
                    <a:pt x="0" y="453389"/>
                  </a:lnTo>
                  <a:lnTo>
                    <a:pt x="0" y="458470"/>
                  </a:lnTo>
                  <a:lnTo>
                    <a:pt x="3810" y="458470"/>
                  </a:lnTo>
                  <a:lnTo>
                    <a:pt x="3810" y="453389"/>
                  </a:lnTo>
                  <a:close/>
                </a:path>
                <a:path w="3810" h="509270">
                  <a:moveTo>
                    <a:pt x="3810" y="447039"/>
                  </a:moveTo>
                  <a:lnTo>
                    <a:pt x="0" y="447039"/>
                  </a:lnTo>
                  <a:lnTo>
                    <a:pt x="0" y="452120"/>
                  </a:lnTo>
                  <a:lnTo>
                    <a:pt x="3810" y="452120"/>
                  </a:lnTo>
                  <a:lnTo>
                    <a:pt x="3810" y="447039"/>
                  </a:lnTo>
                  <a:close/>
                </a:path>
                <a:path w="3810" h="509270">
                  <a:moveTo>
                    <a:pt x="3810" y="440689"/>
                  </a:moveTo>
                  <a:lnTo>
                    <a:pt x="0" y="440689"/>
                  </a:lnTo>
                  <a:lnTo>
                    <a:pt x="0" y="445770"/>
                  </a:lnTo>
                  <a:lnTo>
                    <a:pt x="3810" y="445770"/>
                  </a:lnTo>
                  <a:lnTo>
                    <a:pt x="3810" y="440689"/>
                  </a:lnTo>
                  <a:close/>
                </a:path>
                <a:path w="3810" h="509270">
                  <a:moveTo>
                    <a:pt x="3810" y="434339"/>
                  </a:moveTo>
                  <a:lnTo>
                    <a:pt x="0" y="434339"/>
                  </a:lnTo>
                  <a:lnTo>
                    <a:pt x="0" y="439420"/>
                  </a:lnTo>
                  <a:lnTo>
                    <a:pt x="3810" y="439420"/>
                  </a:lnTo>
                  <a:lnTo>
                    <a:pt x="3810" y="434339"/>
                  </a:lnTo>
                  <a:close/>
                </a:path>
                <a:path w="3810" h="509270">
                  <a:moveTo>
                    <a:pt x="3810" y="427989"/>
                  </a:moveTo>
                  <a:lnTo>
                    <a:pt x="0" y="427989"/>
                  </a:lnTo>
                  <a:lnTo>
                    <a:pt x="0" y="433070"/>
                  </a:lnTo>
                  <a:lnTo>
                    <a:pt x="3810" y="433070"/>
                  </a:lnTo>
                  <a:lnTo>
                    <a:pt x="3810" y="427989"/>
                  </a:lnTo>
                  <a:close/>
                </a:path>
                <a:path w="3810" h="509270">
                  <a:moveTo>
                    <a:pt x="3810" y="421639"/>
                  </a:moveTo>
                  <a:lnTo>
                    <a:pt x="0" y="421639"/>
                  </a:lnTo>
                  <a:lnTo>
                    <a:pt x="0" y="426720"/>
                  </a:lnTo>
                  <a:lnTo>
                    <a:pt x="3810" y="426720"/>
                  </a:lnTo>
                  <a:lnTo>
                    <a:pt x="3810" y="421639"/>
                  </a:lnTo>
                  <a:close/>
                </a:path>
                <a:path w="3810" h="509270">
                  <a:moveTo>
                    <a:pt x="3810" y="34289"/>
                  </a:moveTo>
                  <a:lnTo>
                    <a:pt x="0" y="34289"/>
                  </a:lnTo>
                  <a:lnTo>
                    <a:pt x="0" y="420370"/>
                  </a:lnTo>
                  <a:lnTo>
                    <a:pt x="3810" y="420370"/>
                  </a:lnTo>
                  <a:lnTo>
                    <a:pt x="3810" y="34289"/>
                  </a:lnTo>
                  <a:close/>
                </a:path>
                <a:path w="3810" h="509270">
                  <a:moveTo>
                    <a:pt x="3810" y="27939"/>
                  </a:moveTo>
                  <a:lnTo>
                    <a:pt x="0" y="27939"/>
                  </a:lnTo>
                  <a:lnTo>
                    <a:pt x="0" y="33020"/>
                  </a:lnTo>
                  <a:lnTo>
                    <a:pt x="3810" y="33020"/>
                  </a:lnTo>
                  <a:lnTo>
                    <a:pt x="3810" y="27939"/>
                  </a:lnTo>
                  <a:close/>
                </a:path>
                <a:path w="3810" h="509270">
                  <a:moveTo>
                    <a:pt x="3810" y="21589"/>
                  </a:moveTo>
                  <a:lnTo>
                    <a:pt x="0" y="21589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1589"/>
                  </a:lnTo>
                  <a:close/>
                </a:path>
                <a:path w="3810" h="509270">
                  <a:moveTo>
                    <a:pt x="3810" y="15239"/>
                  </a:moveTo>
                  <a:lnTo>
                    <a:pt x="0" y="15239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5239"/>
                  </a:lnTo>
                  <a:close/>
                </a:path>
                <a:path w="3810" h="509270">
                  <a:moveTo>
                    <a:pt x="3810" y="8889"/>
                  </a:moveTo>
                  <a:lnTo>
                    <a:pt x="0" y="8889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8889"/>
                  </a:lnTo>
                  <a:close/>
                </a:path>
                <a:path w="3810" h="509270">
                  <a:moveTo>
                    <a:pt x="3810" y="1270"/>
                  </a:moveTo>
                  <a:lnTo>
                    <a:pt x="1270" y="1270"/>
                  </a:lnTo>
                  <a:lnTo>
                    <a:pt x="1270" y="2539"/>
                  </a:lnTo>
                  <a:lnTo>
                    <a:pt x="0" y="2539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70"/>
                  </a:lnTo>
                  <a:close/>
                </a:path>
                <a:path w="3810" h="509270">
                  <a:moveTo>
                    <a:pt x="12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CABA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7" name="object 3367"/>
            <p:cNvSpPr/>
            <p:nvPr/>
          </p:nvSpPr>
          <p:spPr>
            <a:xfrm>
              <a:off x="5822950" y="2967990"/>
              <a:ext cx="3810" cy="509270"/>
            </a:xfrm>
            <a:custGeom>
              <a:avLst/>
              <a:gdLst/>
              <a:ahLst/>
              <a:cxnLst/>
              <a:rect l="l" t="t" r="r" b="b"/>
              <a:pathLst>
                <a:path w="3810" h="509270">
                  <a:moveTo>
                    <a:pt x="3810" y="508000"/>
                  </a:moveTo>
                  <a:lnTo>
                    <a:pt x="2539" y="508000"/>
                  </a:lnTo>
                  <a:lnTo>
                    <a:pt x="2539" y="509270"/>
                  </a:lnTo>
                  <a:lnTo>
                    <a:pt x="3810" y="509270"/>
                  </a:lnTo>
                  <a:lnTo>
                    <a:pt x="3810" y="508000"/>
                  </a:lnTo>
                  <a:close/>
                </a:path>
                <a:path w="3810" h="509270">
                  <a:moveTo>
                    <a:pt x="3810" y="501650"/>
                  </a:moveTo>
                  <a:lnTo>
                    <a:pt x="0" y="501650"/>
                  </a:lnTo>
                  <a:lnTo>
                    <a:pt x="0" y="506730"/>
                  </a:lnTo>
                  <a:lnTo>
                    <a:pt x="3810" y="506730"/>
                  </a:lnTo>
                  <a:lnTo>
                    <a:pt x="3810" y="501650"/>
                  </a:lnTo>
                  <a:close/>
                </a:path>
                <a:path w="3810" h="509270">
                  <a:moveTo>
                    <a:pt x="3810" y="495300"/>
                  </a:moveTo>
                  <a:lnTo>
                    <a:pt x="0" y="495300"/>
                  </a:lnTo>
                  <a:lnTo>
                    <a:pt x="0" y="500380"/>
                  </a:lnTo>
                  <a:lnTo>
                    <a:pt x="3810" y="500380"/>
                  </a:lnTo>
                  <a:lnTo>
                    <a:pt x="3810" y="495300"/>
                  </a:lnTo>
                  <a:close/>
                </a:path>
                <a:path w="3810" h="509270">
                  <a:moveTo>
                    <a:pt x="3810" y="488950"/>
                  </a:moveTo>
                  <a:lnTo>
                    <a:pt x="0" y="488950"/>
                  </a:lnTo>
                  <a:lnTo>
                    <a:pt x="0" y="494030"/>
                  </a:lnTo>
                  <a:lnTo>
                    <a:pt x="3810" y="494030"/>
                  </a:lnTo>
                  <a:lnTo>
                    <a:pt x="3810" y="488950"/>
                  </a:lnTo>
                  <a:close/>
                </a:path>
                <a:path w="3810" h="509270">
                  <a:moveTo>
                    <a:pt x="3810" y="482600"/>
                  </a:moveTo>
                  <a:lnTo>
                    <a:pt x="0" y="482600"/>
                  </a:lnTo>
                  <a:lnTo>
                    <a:pt x="0" y="487680"/>
                  </a:lnTo>
                  <a:lnTo>
                    <a:pt x="3810" y="487680"/>
                  </a:lnTo>
                  <a:lnTo>
                    <a:pt x="3810" y="482600"/>
                  </a:lnTo>
                  <a:close/>
                </a:path>
                <a:path w="3810" h="509270">
                  <a:moveTo>
                    <a:pt x="3810" y="476250"/>
                  </a:moveTo>
                  <a:lnTo>
                    <a:pt x="0" y="476250"/>
                  </a:lnTo>
                  <a:lnTo>
                    <a:pt x="0" y="481330"/>
                  </a:lnTo>
                  <a:lnTo>
                    <a:pt x="3810" y="481330"/>
                  </a:lnTo>
                  <a:lnTo>
                    <a:pt x="3810" y="476250"/>
                  </a:lnTo>
                  <a:close/>
                </a:path>
                <a:path w="3810" h="509270">
                  <a:moveTo>
                    <a:pt x="3810" y="469900"/>
                  </a:moveTo>
                  <a:lnTo>
                    <a:pt x="0" y="469900"/>
                  </a:lnTo>
                  <a:lnTo>
                    <a:pt x="0" y="474980"/>
                  </a:lnTo>
                  <a:lnTo>
                    <a:pt x="3810" y="474980"/>
                  </a:lnTo>
                  <a:lnTo>
                    <a:pt x="3810" y="469900"/>
                  </a:lnTo>
                  <a:close/>
                </a:path>
                <a:path w="3810" h="509270">
                  <a:moveTo>
                    <a:pt x="3810" y="463550"/>
                  </a:moveTo>
                  <a:lnTo>
                    <a:pt x="0" y="463550"/>
                  </a:lnTo>
                  <a:lnTo>
                    <a:pt x="0" y="468630"/>
                  </a:lnTo>
                  <a:lnTo>
                    <a:pt x="3810" y="468630"/>
                  </a:lnTo>
                  <a:lnTo>
                    <a:pt x="3810" y="463550"/>
                  </a:lnTo>
                  <a:close/>
                </a:path>
                <a:path w="3810" h="509270">
                  <a:moveTo>
                    <a:pt x="3810" y="457200"/>
                  </a:moveTo>
                  <a:lnTo>
                    <a:pt x="0" y="457200"/>
                  </a:lnTo>
                  <a:lnTo>
                    <a:pt x="0" y="462280"/>
                  </a:lnTo>
                  <a:lnTo>
                    <a:pt x="3810" y="462280"/>
                  </a:lnTo>
                  <a:lnTo>
                    <a:pt x="3810" y="457200"/>
                  </a:lnTo>
                  <a:close/>
                </a:path>
                <a:path w="3810" h="509270">
                  <a:moveTo>
                    <a:pt x="3810" y="450850"/>
                  </a:moveTo>
                  <a:lnTo>
                    <a:pt x="0" y="450850"/>
                  </a:lnTo>
                  <a:lnTo>
                    <a:pt x="0" y="455930"/>
                  </a:lnTo>
                  <a:lnTo>
                    <a:pt x="3810" y="455930"/>
                  </a:lnTo>
                  <a:lnTo>
                    <a:pt x="3810" y="450850"/>
                  </a:lnTo>
                  <a:close/>
                </a:path>
                <a:path w="3810" h="509270">
                  <a:moveTo>
                    <a:pt x="3810" y="444500"/>
                  </a:moveTo>
                  <a:lnTo>
                    <a:pt x="0" y="444500"/>
                  </a:lnTo>
                  <a:lnTo>
                    <a:pt x="0" y="449580"/>
                  </a:lnTo>
                  <a:lnTo>
                    <a:pt x="3810" y="449580"/>
                  </a:lnTo>
                  <a:lnTo>
                    <a:pt x="3810" y="444500"/>
                  </a:lnTo>
                  <a:close/>
                </a:path>
                <a:path w="3810" h="509270">
                  <a:moveTo>
                    <a:pt x="3810" y="438150"/>
                  </a:moveTo>
                  <a:lnTo>
                    <a:pt x="0" y="438150"/>
                  </a:lnTo>
                  <a:lnTo>
                    <a:pt x="0" y="443230"/>
                  </a:lnTo>
                  <a:lnTo>
                    <a:pt x="3810" y="443230"/>
                  </a:lnTo>
                  <a:lnTo>
                    <a:pt x="3810" y="438150"/>
                  </a:lnTo>
                  <a:close/>
                </a:path>
                <a:path w="3810" h="509270">
                  <a:moveTo>
                    <a:pt x="3810" y="431800"/>
                  </a:moveTo>
                  <a:lnTo>
                    <a:pt x="0" y="431800"/>
                  </a:lnTo>
                  <a:lnTo>
                    <a:pt x="0" y="436880"/>
                  </a:lnTo>
                  <a:lnTo>
                    <a:pt x="3810" y="436880"/>
                  </a:lnTo>
                  <a:lnTo>
                    <a:pt x="3810" y="431800"/>
                  </a:lnTo>
                  <a:close/>
                </a:path>
                <a:path w="3810" h="509270">
                  <a:moveTo>
                    <a:pt x="3810" y="425450"/>
                  </a:moveTo>
                  <a:lnTo>
                    <a:pt x="0" y="425450"/>
                  </a:lnTo>
                  <a:lnTo>
                    <a:pt x="0" y="430530"/>
                  </a:lnTo>
                  <a:lnTo>
                    <a:pt x="3810" y="430530"/>
                  </a:lnTo>
                  <a:lnTo>
                    <a:pt x="3810" y="425450"/>
                  </a:lnTo>
                  <a:close/>
                </a:path>
                <a:path w="3810" h="509270">
                  <a:moveTo>
                    <a:pt x="3810" y="419100"/>
                  </a:moveTo>
                  <a:lnTo>
                    <a:pt x="0" y="419100"/>
                  </a:lnTo>
                  <a:lnTo>
                    <a:pt x="0" y="424180"/>
                  </a:lnTo>
                  <a:lnTo>
                    <a:pt x="3810" y="424180"/>
                  </a:lnTo>
                  <a:lnTo>
                    <a:pt x="3810" y="419100"/>
                  </a:lnTo>
                  <a:close/>
                </a:path>
                <a:path w="3810" h="509270">
                  <a:moveTo>
                    <a:pt x="3810" y="31750"/>
                  </a:moveTo>
                  <a:lnTo>
                    <a:pt x="0" y="31750"/>
                  </a:lnTo>
                  <a:lnTo>
                    <a:pt x="0" y="417830"/>
                  </a:lnTo>
                  <a:lnTo>
                    <a:pt x="3810" y="417830"/>
                  </a:lnTo>
                  <a:lnTo>
                    <a:pt x="3810" y="31750"/>
                  </a:lnTo>
                  <a:close/>
                </a:path>
                <a:path w="3810" h="509270">
                  <a:moveTo>
                    <a:pt x="3810" y="25400"/>
                  </a:moveTo>
                  <a:lnTo>
                    <a:pt x="0" y="2540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25400"/>
                  </a:lnTo>
                  <a:close/>
                </a:path>
                <a:path w="3810" h="509270">
                  <a:moveTo>
                    <a:pt x="3810" y="19050"/>
                  </a:moveTo>
                  <a:lnTo>
                    <a:pt x="0" y="1905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9050"/>
                  </a:lnTo>
                  <a:close/>
                </a:path>
                <a:path w="3810" h="509270">
                  <a:moveTo>
                    <a:pt x="3810" y="12700"/>
                  </a:moveTo>
                  <a:lnTo>
                    <a:pt x="0" y="1270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2700"/>
                  </a:lnTo>
                  <a:close/>
                </a:path>
                <a:path w="3810" h="509270">
                  <a:moveTo>
                    <a:pt x="3810" y="6350"/>
                  </a:moveTo>
                  <a:lnTo>
                    <a:pt x="0" y="635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6350"/>
                  </a:lnTo>
                  <a:close/>
                </a:path>
                <a:path w="3810" h="509270">
                  <a:moveTo>
                    <a:pt x="127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C9B9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8" name="object 3368"/>
            <p:cNvSpPr/>
            <p:nvPr/>
          </p:nvSpPr>
          <p:spPr>
            <a:xfrm>
              <a:off x="5826759" y="2970530"/>
              <a:ext cx="3810" cy="506730"/>
            </a:xfrm>
            <a:custGeom>
              <a:avLst/>
              <a:gdLst/>
              <a:ahLst/>
              <a:cxnLst/>
              <a:rect l="l" t="t" r="r" b="b"/>
              <a:pathLst>
                <a:path w="3810" h="506729">
                  <a:moveTo>
                    <a:pt x="3810" y="505459"/>
                  </a:moveTo>
                  <a:lnTo>
                    <a:pt x="0" y="505459"/>
                  </a:lnTo>
                  <a:lnTo>
                    <a:pt x="0" y="506729"/>
                  </a:lnTo>
                  <a:lnTo>
                    <a:pt x="3810" y="506729"/>
                  </a:lnTo>
                  <a:lnTo>
                    <a:pt x="3810" y="505459"/>
                  </a:lnTo>
                  <a:close/>
                </a:path>
                <a:path w="3810" h="506729">
                  <a:moveTo>
                    <a:pt x="3810" y="499109"/>
                  </a:moveTo>
                  <a:lnTo>
                    <a:pt x="0" y="499109"/>
                  </a:lnTo>
                  <a:lnTo>
                    <a:pt x="0" y="504189"/>
                  </a:lnTo>
                  <a:lnTo>
                    <a:pt x="3810" y="504189"/>
                  </a:lnTo>
                  <a:lnTo>
                    <a:pt x="3810" y="499109"/>
                  </a:lnTo>
                  <a:close/>
                </a:path>
                <a:path w="3810" h="506729">
                  <a:moveTo>
                    <a:pt x="3810" y="492759"/>
                  </a:moveTo>
                  <a:lnTo>
                    <a:pt x="0" y="492759"/>
                  </a:lnTo>
                  <a:lnTo>
                    <a:pt x="0" y="497839"/>
                  </a:lnTo>
                  <a:lnTo>
                    <a:pt x="3810" y="497839"/>
                  </a:lnTo>
                  <a:lnTo>
                    <a:pt x="3810" y="492759"/>
                  </a:lnTo>
                  <a:close/>
                </a:path>
                <a:path w="3810" h="506729">
                  <a:moveTo>
                    <a:pt x="3810" y="486409"/>
                  </a:moveTo>
                  <a:lnTo>
                    <a:pt x="0" y="486409"/>
                  </a:lnTo>
                  <a:lnTo>
                    <a:pt x="0" y="491489"/>
                  </a:lnTo>
                  <a:lnTo>
                    <a:pt x="3810" y="491489"/>
                  </a:lnTo>
                  <a:lnTo>
                    <a:pt x="3810" y="486409"/>
                  </a:lnTo>
                  <a:close/>
                </a:path>
                <a:path w="3810" h="506729">
                  <a:moveTo>
                    <a:pt x="3810" y="480059"/>
                  </a:moveTo>
                  <a:lnTo>
                    <a:pt x="0" y="480059"/>
                  </a:lnTo>
                  <a:lnTo>
                    <a:pt x="0" y="485139"/>
                  </a:lnTo>
                  <a:lnTo>
                    <a:pt x="3810" y="485139"/>
                  </a:lnTo>
                  <a:lnTo>
                    <a:pt x="3810" y="480059"/>
                  </a:lnTo>
                  <a:close/>
                </a:path>
                <a:path w="3810" h="506729">
                  <a:moveTo>
                    <a:pt x="3810" y="473709"/>
                  </a:moveTo>
                  <a:lnTo>
                    <a:pt x="0" y="473709"/>
                  </a:lnTo>
                  <a:lnTo>
                    <a:pt x="0" y="478789"/>
                  </a:lnTo>
                  <a:lnTo>
                    <a:pt x="3810" y="478789"/>
                  </a:lnTo>
                  <a:lnTo>
                    <a:pt x="3810" y="473709"/>
                  </a:lnTo>
                  <a:close/>
                </a:path>
                <a:path w="3810" h="506729">
                  <a:moveTo>
                    <a:pt x="3810" y="467359"/>
                  </a:moveTo>
                  <a:lnTo>
                    <a:pt x="0" y="467359"/>
                  </a:lnTo>
                  <a:lnTo>
                    <a:pt x="0" y="472439"/>
                  </a:lnTo>
                  <a:lnTo>
                    <a:pt x="3810" y="472439"/>
                  </a:lnTo>
                  <a:lnTo>
                    <a:pt x="3810" y="467359"/>
                  </a:lnTo>
                  <a:close/>
                </a:path>
                <a:path w="3810" h="506729">
                  <a:moveTo>
                    <a:pt x="3810" y="461009"/>
                  </a:moveTo>
                  <a:lnTo>
                    <a:pt x="0" y="461009"/>
                  </a:lnTo>
                  <a:lnTo>
                    <a:pt x="0" y="466089"/>
                  </a:lnTo>
                  <a:lnTo>
                    <a:pt x="3810" y="466089"/>
                  </a:lnTo>
                  <a:lnTo>
                    <a:pt x="3810" y="461009"/>
                  </a:lnTo>
                  <a:close/>
                </a:path>
                <a:path w="3810" h="506729">
                  <a:moveTo>
                    <a:pt x="3810" y="454659"/>
                  </a:moveTo>
                  <a:lnTo>
                    <a:pt x="0" y="454659"/>
                  </a:lnTo>
                  <a:lnTo>
                    <a:pt x="0" y="459739"/>
                  </a:lnTo>
                  <a:lnTo>
                    <a:pt x="3810" y="459739"/>
                  </a:lnTo>
                  <a:lnTo>
                    <a:pt x="3810" y="454659"/>
                  </a:lnTo>
                  <a:close/>
                </a:path>
                <a:path w="3810" h="506729">
                  <a:moveTo>
                    <a:pt x="3810" y="448309"/>
                  </a:moveTo>
                  <a:lnTo>
                    <a:pt x="0" y="448309"/>
                  </a:lnTo>
                  <a:lnTo>
                    <a:pt x="0" y="453389"/>
                  </a:lnTo>
                  <a:lnTo>
                    <a:pt x="3810" y="453389"/>
                  </a:lnTo>
                  <a:lnTo>
                    <a:pt x="3810" y="448309"/>
                  </a:lnTo>
                  <a:close/>
                </a:path>
                <a:path w="3810" h="506729">
                  <a:moveTo>
                    <a:pt x="3810" y="441959"/>
                  </a:moveTo>
                  <a:lnTo>
                    <a:pt x="0" y="441959"/>
                  </a:lnTo>
                  <a:lnTo>
                    <a:pt x="0" y="447039"/>
                  </a:lnTo>
                  <a:lnTo>
                    <a:pt x="3810" y="447039"/>
                  </a:lnTo>
                  <a:lnTo>
                    <a:pt x="3810" y="441959"/>
                  </a:lnTo>
                  <a:close/>
                </a:path>
                <a:path w="3810" h="506729">
                  <a:moveTo>
                    <a:pt x="3810" y="435609"/>
                  </a:moveTo>
                  <a:lnTo>
                    <a:pt x="0" y="435609"/>
                  </a:lnTo>
                  <a:lnTo>
                    <a:pt x="0" y="440689"/>
                  </a:lnTo>
                  <a:lnTo>
                    <a:pt x="3810" y="440689"/>
                  </a:lnTo>
                  <a:lnTo>
                    <a:pt x="3810" y="435609"/>
                  </a:lnTo>
                  <a:close/>
                </a:path>
                <a:path w="3810" h="506729">
                  <a:moveTo>
                    <a:pt x="3810" y="429259"/>
                  </a:moveTo>
                  <a:lnTo>
                    <a:pt x="0" y="429259"/>
                  </a:lnTo>
                  <a:lnTo>
                    <a:pt x="0" y="434339"/>
                  </a:lnTo>
                  <a:lnTo>
                    <a:pt x="3810" y="434339"/>
                  </a:lnTo>
                  <a:lnTo>
                    <a:pt x="3810" y="429259"/>
                  </a:lnTo>
                  <a:close/>
                </a:path>
                <a:path w="3810" h="506729">
                  <a:moveTo>
                    <a:pt x="3810" y="422909"/>
                  </a:moveTo>
                  <a:lnTo>
                    <a:pt x="0" y="422909"/>
                  </a:lnTo>
                  <a:lnTo>
                    <a:pt x="0" y="427989"/>
                  </a:lnTo>
                  <a:lnTo>
                    <a:pt x="3810" y="427989"/>
                  </a:lnTo>
                  <a:lnTo>
                    <a:pt x="3810" y="422909"/>
                  </a:lnTo>
                  <a:close/>
                </a:path>
                <a:path w="3810" h="506729">
                  <a:moveTo>
                    <a:pt x="3810" y="416559"/>
                  </a:moveTo>
                  <a:lnTo>
                    <a:pt x="0" y="416559"/>
                  </a:lnTo>
                  <a:lnTo>
                    <a:pt x="0" y="421639"/>
                  </a:lnTo>
                  <a:lnTo>
                    <a:pt x="3810" y="421639"/>
                  </a:lnTo>
                  <a:lnTo>
                    <a:pt x="3810" y="416559"/>
                  </a:lnTo>
                  <a:close/>
                </a:path>
                <a:path w="3810" h="506729">
                  <a:moveTo>
                    <a:pt x="3810" y="29209"/>
                  </a:moveTo>
                  <a:lnTo>
                    <a:pt x="0" y="29209"/>
                  </a:lnTo>
                  <a:lnTo>
                    <a:pt x="0" y="415289"/>
                  </a:lnTo>
                  <a:lnTo>
                    <a:pt x="3810" y="415289"/>
                  </a:lnTo>
                  <a:lnTo>
                    <a:pt x="3810" y="29209"/>
                  </a:lnTo>
                  <a:close/>
                </a:path>
                <a:path w="3810" h="506729">
                  <a:moveTo>
                    <a:pt x="3810" y="22859"/>
                  </a:moveTo>
                  <a:lnTo>
                    <a:pt x="0" y="22859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2859"/>
                  </a:lnTo>
                  <a:close/>
                </a:path>
                <a:path w="3810" h="506729">
                  <a:moveTo>
                    <a:pt x="3810" y="16509"/>
                  </a:moveTo>
                  <a:lnTo>
                    <a:pt x="0" y="16509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6509"/>
                  </a:lnTo>
                  <a:close/>
                </a:path>
                <a:path w="3810" h="506729">
                  <a:moveTo>
                    <a:pt x="3810" y="10159"/>
                  </a:moveTo>
                  <a:lnTo>
                    <a:pt x="0" y="1015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0159"/>
                  </a:lnTo>
                  <a:close/>
                </a:path>
                <a:path w="3810" h="506729">
                  <a:moveTo>
                    <a:pt x="3810" y="3809"/>
                  </a:moveTo>
                  <a:lnTo>
                    <a:pt x="0" y="380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3809"/>
                  </a:lnTo>
                  <a:close/>
                </a:path>
                <a:path w="3810" h="506729">
                  <a:moveTo>
                    <a:pt x="253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C8B8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9" name="object 3369"/>
            <p:cNvSpPr/>
            <p:nvPr/>
          </p:nvSpPr>
          <p:spPr>
            <a:xfrm>
              <a:off x="5830569" y="2973069"/>
              <a:ext cx="3810" cy="505459"/>
            </a:xfrm>
            <a:custGeom>
              <a:avLst/>
              <a:gdLst/>
              <a:ahLst/>
              <a:cxnLst/>
              <a:rect l="l" t="t" r="r" b="b"/>
              <a:pathLst>
                <a:path w="3810" h="505460">
                  <a:moveTo>
                    <a:pt x="3809" y="502919"/>
                  </a:moveTo>
                  <a:lnTo>
                    <a:pt x="0" y="502919"/>
                  </a:lnTo>
                  <a:lnTo>
                    <a:pt x="0" y="505460"/>
                  </a:lnTo>
                  <a:lnTo>
                    <a:pt x="3809" y="505460"/>
                  </a:lnTo>
                  <a:lnTo>
                    <a:pt x="3809" y="502919"/>
                  </a:lnTo>
                  <a:close/>
                </a:path>
                <a:path w="3810" h="505460">
                  <a:moveTo>
                    <a:pt x="3809" y="496569"/>
                  </a:moveTo>
                  <a:lnTo>
                    <a:pt x="0" y="496569"/>
                  </a:lnTo>
                  <a:lnTo>
                    <a:pt x="0" y="501650"/>
                  </a:lnTo>
                  <a:lnTo>
                    <a:pt x="3809" y="501650"/>
                  </a:lnTo>
                  <a:lnTo>
                    <a:pt x="3809" y="496569"/>
                  </a:lnTo>
                  <a:close/>
                </a:path>
                <a:path w="3810" h="505460">
                  <a:moveTo>
                    <a:pt x="3809" y="490219"/>
                  </a:moveTo>
                  <a:lnTo>
                    <a:pt x="0" y="490219"/>
                  </a:lnTo>
                  <a:lnTo>
                    <a:pt x="0" y="495300"/>
                  </a:lnTo>
                  <a:lnTo>
                    <a:pt x="3809" y="495300"/>
                  </a:lnTo>
                  <a:lnTo>
                    <a:pt x="3809" y="490219"/>
                  </a:lnTo>
                  <a:close/>
                </a:path>
                <a:path w="3810" h="505460">
                  <a:moveTo>
                    <a:pt x="3809" y="483869"/>
                  </a:moveTo>
                  <a:lnTo>
                    <a:pt x="0" y="483869"/>
                  </a:lnTo>
                  <a:lnTo>
                    <a:pt x="0" y="488950"/>
                  </a:lnTo>
                  <a:lnTo>
                    <a:pt x="3809" y="488950"/>
                  </a:lnTo>
                  <a:lnTo>
                    <a:pt x="3809" y="483869"/>
                  </a:lnTo>
                  <a:close/>
                </a:path>
                <a:path w="3810" h="505460">
                  <a:moveTo>
                    <a:pt x="3809" y="477519"/>
                  </a:moveTo>
                  <a:lnTo>
                    <a:pt x="0" y="477519"/>
                  </a:lnTo>
                  <a:lnTo>
                    <a:pt x="0" y="482600"/>
                  </a:lnTo>
                  <a:lnTo>
                    <a:pt x="3809" y="482600"/>
                  </a:lnTo>
                  <a:lnTo>
                    <a:pt x="3809" y="477519"/>
                  </a:lnTo>
                  <a:close/>
                </a:path>
                <a:path w="3810" h="505460">
                  <a:moveTo>
                    <a:pt x="3809" y="471169"/>
                  </a:moveTo>
                  <a:lnTo>
                    <a:pt x="0" y="471169"/>
                  </a:lnTo>
                  <a:lnTo>
                    <a:pt x="0" y="476250"/>
                  </a:lnTo>
                  <a:lnTo>
                    <a:pt x="3809" y="476250"/>
                  </a:lnTo>
                  <a:lnTo>
                    <a:pt x="3809" y="471169"/>
                  </a:lnTo>
                  <a:close/>
                </a:path>
                <a:path w="3810" h="505460">
                  <a:moveTo>
                    <a:pt x="3809" y="464819"/>
                  </a:moveTo>
                  <a:lnTo>
                    <a:pt x="0" y="464819"/>
                  </a:lnTo>
                  <a:lnTo>
                    <a:pt x="0" y="469900"/>
                  </a:lnTo>
                  <a:lnTo>
                    <a:pt x="3809" y="469900"/>
                  </a:lnTo>
                  <a:lnTo>
                    <a:pt x="3809" y="464819"/>
                  </a:lnTo>
                  <a:close/>
                </a:path>
                <a:path w="3810" h="505460">
                  <a:moveTo>
                    <a:pt x="3809" y="458469"/>
                  </a:moveTo>
                  <a:lnTo>
                    <a:pt x="0" y="458469"/>
                  </a:lnTo>
                  <a:lnTo>
                    <a:pt x="0" y="463550"/>
                  </a:lnTo>
                  <a:lnTo>
                    <a:pt x="3809" y="463550"/>
                  </a:lnTo>
                  <a:lnTo>
                    <a:pt x="3809" y="458469"/>
                  </a:lnTo>
                  <a:close/>
                </a:path>
                <a:path w="3810" h="505460">
                  <a:moveTo>
                    <a:pt x="3809" y="452119"/>
                  </a:moveTo>
                  <a:lnTo>
                    <a:pt x="0" y="452119"/>
                  </a:lnTo>
                  <a:lnTo>
                    <a:pt x="0" y="457200"/>
                  </a:lnTo>
                  <a:lnTo>
                    <a:pt x="3809" y="457200"/>
                  </a:lnTo>
                  <a:lnTo>
                    <a:pt x="3809" y="452119"/>
                  </a:lnTo>
                  <a:close/>
                </a:path>
                <a:path w="3810" h="505460">
                  <a:moveTo>
                    <a:pt x="3809" y="445769"/>
                  </a:moveTo>
                  <a:lnTo>
                    <a:pt x="0" y="445769"/>
                  </a:lnTo>
                  <a:lnTo>
                    <a:pt x="0" y="450850"/>
                  </a:lnTo>
                  <a:lnTo>
                    <a:pt x="3809" y="450850"/>
                  </a:lnTo>
                  <a:lnTo>
                    <a:pt x="3809" y="445769"/>
                  </a:lnTo>
                  <a:close/>
                </a:path>
                <a:path w="3810" h="505460">
                  <a:moveTo>
                    <a:pt x="3809" y="439419"/>
                  </a:moveTo>
                  <a:lnTo>
                    <a:pt x="0" y="439419"/>
                  </a:lnTo>
                  <a:lnTo>
                    <a:pt x="0" y="444500"/>
                  </a:lnTo>
                  <a:lnTo>
                    <a:pt x="3809" y="444500"/>
                  </a:lnTo>
                  <a:lnTo>
                    <a:pt x="3809" y="439419"/>
                  </a:lnTo>
                  <a:close/>
                </a:path>
                <a:path w="3810" h="505460">
                  <a:moveTo>
                    <a:pt x="3809" y="433069"/>
                  </a:moveTo>
                  <a:lnTo>
                    <a:pt x="0" y="433069"/>
                  </a:lnTo>
                  <a:lnTo>
                    <a:pt x="0" y="438150"/>
                  </a:lnTo>
                  <a:lnTo>
                    <a:pt x="3809" y="438150"/>
                  </a:lnTo>
                  <a:lnTo>
                    <a:pt x="3809" y="433069"/>
                  </a:lnTo>
                  <a:close/>
                </a:path>
                <a:path w="3810" h="505460">
                  <a:moveTo>
                    <a:pt x="3809" y="426719"/>
                  </a:moveTo>
                  <a:lnTo>
                    <a:pt x="0" y="426719"/>
                  </a:lnTo>
                  <a:lnTo>
                    <a:pt x="0" y="431800"/>
                  </a:lnTo>
                  <a:lnTo>
                    <a:pt x="3809" y="431800"/>
                  </a:lnTo>
                  <a:lnTo>
                    <a:pt x="3809" y="426719"/>
                  </a:lnTo>
                  <a:close/>
                </a:path>
                <a:path w="3810" h="505460">
                  <a:moveTo>
                    <a:pt x="3809" y="420369"/>
                  </a:moveTo>
                  <a:lnTo>
                    <a:pt x="0" y="420369"/>
                  </a:lnTo>
                  <a:lnTo>
                    <a:pt x="0" y="425450"/>
                  </a:lnTo>
                  <a:lnTo>
                    <a:pt x="3809" y="425450"/>
                  </a:lnTo>
                  <a:lnTo>
                    <a:pt x="3809" y="420369"/>
                  </a:lnTo>
                  <a:close/>
                </a:path>
                <a:path w="3810" h="505460">
                  <a:moveTo>
                    <a:pt x="3809" y="414019"/>
                  </a:moveTo>
                  <a:lnTo>
                    <a:pt x="0" y="414019"/>
                  </a:lnTo>
                  <a:lnTo>
                    <a:pt x="0" y="419100"/>
                  </a:lnTo>
                  <a:lnTo>
                    <a:pt x="3809" y="419100"/>
                  </a:lnTo>
                  <a:lnTo>
                    <a:pt x="3809" y="414019"/>
                  </a:lnTo>
                  <a:close/>
                </a:path>
                <a:path w="3810" h="505460">
                  <a:moveTo>
                    <a:pt x="3809" y="26669"/>
                  </a:moveTo>
                  <a:lnTo>
                    <a:pt x="0" y="26669"/>
                  </a:lnTo>
                  <a:lnTo>
                    <a:pt x="0" y="412750"/>
                  </a:lnTo>
                  <a:lnTo>
                    <a:pt x="3809" y="412750"/>
                  </a:lnTo>
                  <a:lnTo>
                    <a:pt x="3809" y="26669"/>
                  </a:lnTo>
                  <a:close/>
                </a:path>
                <a:path w="3810" h="505460">
                  <a:moveTo>
                    <a:pt x="3809" y="20319"/>
                  </a:moveTo>
                  <a:lnTo>
                    <a:pt x="0" y="20319"/>
                  </a:lnTo>
                  <a:lnTo>
                    <a:pt x="0" y="25400"/>
                  </a:lnTo>
                  <a:lnTo>
                    <a:pt x="3809" y="25400"/>
                  </a:lnTo>
                  <a:lnTo>
                    <a:pt x="3809" y="20319"/>
                  </a:lnTo>
                  <a:close/>
                </a:path>
                <a:path w="3810" h="505460">
                  <a:moveTo>
                    <a:pt x="3809" y="13969"/>
                  </a:moveTo>
                  <a:lnTo>
                    <a:pt x="0" y="13969"/>
                  </a:lnTo>
                  <a:lnTo>
                    <a:pt x="0" y="19050"/>
                  </a:lnTo>
                  <a:lnTo>
                    <a:pt x="3809" y="19050"/>
                  </a:lnTo>
                  <a:lnTo>
                    <a:pt x="3809" y="13969"/>
                  </a:lnTo>
                  <a:close/>
                </a:path>
                <a:path w="3810" h="505460">
                  <a:moveTo>
                    <a:pt x="3809" y="7619"/>
                  </a:moveTo>
                  <a:lnTo>
                    <a:pt x="0" y="7619"/>
                  </a:lnTo>
                  <a:lnTo>
                    <a:pt x="0" y="12700"/>
                  </a:lnTo>
                  <a:lnTo>
                    <a:pt x="3809" y="12700"/>
                  </a:lnTo>
                  <a:lnTo>
                    <a:pt x="3809" y="7619"/>
                  </a:lnTo>
                  <a:close/>
                </a:path>
                <a:path w="3810" h="505460">
                  <a:moveTo>
                    <a:pt x="2539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C8B7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0" name="object 3370"/>
            <p:cNvSpPr/>
            <p:nvPr/>
          </p:nvSpPr>
          <p:spPr>
            <a:xfrm>
              <a:off x="5834380" y="2974340"/>
              <a:ext cx="2540" cy="505459"/>
            </a:xfrm>
            <a:custGeom>
              <a:avLst/>
              <a:gdLst/>
              <a:ahLst/>
              <a:cxnLst/>
              <a:rect l="l" t="t" r="r" b="b"/>
              <a:pathLst>
                <a:path w="2539" h="505460">
                  <a:moveTo>
                    <a:pt x="2540" y="501650"/>
                  </a:moveTo>
                  <a:lnTo>
                    <a:pt x="0" y="501650"/>
                  </a:lnTo>
                  <a:lnTo>
                    <a:pt x="0" y="504190"/>
                  </a:lnTo>
                  <a:lnTo>
                    <a:pt x="1270" y="504190"/>
                  </a:lnTo>
                  <a:lnTo>
                    <a:pt x="1270" y="505460"/>
                  </a:lnTo>
                  <a:lnTo>
                    <a:pt x="2540" y="505460"/>
                  </a:lnTo>
                  <a:lnTo>
                    <a:pt x="2540" y="501650"/>
                  </a:lnTo>
                  <a:close/>
                </a:path>
                <a:path w="2539" h="505460">
                  <a:moveTo>
                    <a:pt x="2540" y="495300"/>
                  </a:moveTo>
                  <a:lnTo>
                    <a:pt x="0" y="495300"/>
                  </a:lnTo>
                  <a:lnTo>
                    <a:pt x="0" y="500380"/>
                  </a:lnTo>
                  <a:lnTo>
                    <a:pt x="2540" y="500380"/>
                  </a:lnTo>
                  <a:lnTo>
                    <a:pt x="2540" y="495300"/>
                  </a:lnTo>
                  <a:close/>
                </a:path>
                <a:path w="2539" h="505460">
                  <a:moveTo>
                    <a:pt x="2540" y="488950"/>
                  </a:moveTo>
                  <a:lnTo>
                    <a:pt x="0" y="488950"/>
                  </a:lnTo>
                  <a:lnTo>
                    <a:pt x="0" y="494030"/>
                  </a:lnTo>
                  <a:lnTo>
                    <a:pt x="2540" y="494030"/>
                  </a:lnTo>
                  <a:lnTo>
                    <a:pt x="2540" y="488950"/>
                  </a:lnTo>
                  <a:close/>
                </a:path>
                <a:path w="2539" h="505460">
                  <a:moveTo>
                    <a:pt x="2540" y="482600"/>
                  </a:moveTo>
                  <a:lnTo>
                    <a:pt x="0" y="482600"/>
                  </a:lnTo>
                  <a:lnTo>
                    <a:pt x="0" y="487680"/>
                  </a:lnTo>
                  <a:lnTo>
                    <a:pt x="2540" y="487680"/>
                  </a:lnTo>
                  <a:lnTo>
                    <a:pt x="2540" y="482600"/>
                  </a:lnTo>
                  <a:close/>
                </a:path>
                <a:path w="2539" h="505460">
                  <a:moveTo>
                    <a:pt x="2540" y="476250"/>
                  </a:moveTo>
                  <a:lnTo>
                    <a:pt x="0" y="476250"/>
                  </a:lnTo>
                  <a:lnTo>
                    <a:pt x="0" y="481330"/>
                  </a:lnTo>
                  <a:lnTo>
                    <a:pt x="2540" y="481330"/>
                  </a:lnTo>
                  <a:lnTo>
                    <a:pt x="2540" y="476250"/>
                  </a:lnTo>
                  <a:close/>
                </a:path>
                <a:path w="2539" h="505460">
                  <a:moveTo>
                    <a:pt x="2540" y="469900"/>
                  </a:moveTo>
                  <a:lnTo>
                    <a:pt x="0" y="469900"/>
                  </a:lnTo>
                  <a:lnTo>
                    <a:pt x="0" y="474980"/>
                  </a:lnTo>
                  <a:lnTo>
                    <a:pt x="2540" y="474980"/>
                  </a:lnTo>
                  <a:lnTo>
                    <a:pt x="2540" y="469900"/>
                  </a:lnTo>
                  <a:close/>
                </a:path>
                <a:path w="2539" h="505460">
                  <a:moveTo>
                    <a:pt x="2540" y="463550"/>
                  </a:moveTo>
                  <a:lnTo>
                    <a:pt x="0" y="463550"/>
                  </a:lnTo>
                  <a:lnTo>
                    <a:pt x="0" y="468630"/>
                  </a:lnTo>
                  <a:lnTo>
                    <a:pt x="2540" y="468630"/>
                  </a:lnTo>
                  <a:lnTo>
                    <a:pt x="2540" y="463550"/>
                  </a:lnTo>
                  <a:close/>
                </a:path>
                <a:path w="2539" h="505460">
                  <a:moveTo>
                    <a:pt x="2540" y="457200"/>
                  </a:moveTo>
                  <a:lnTo>
                    <a:pt x="0" y="457200"/>
                  </a:lnTo>
                  <a:lnTo>
                    <a:pt x="0" y="462280"/>
                  </a:lnTo>
                  <a:lnTo>
                    <a:pt x="2540" y="462280"/>
                  </a:lnTo>
                  <a:lnTo>
                    <a:pt x="2540" y="457200"/>
                  </a:lnTo>
                  <a:close/>
                </a:path>
                <a:path w="2539" h="505460">
                  <a:moveTo>
                    <a:pt x="2540" y="450850"/>
                  </a:moveTo>
                  <a:lnTo>
                    <a:pt x="0" y="450850"/>
                  </a:lnTo>
                  <a:lnTo>
                    <a:pt x="0" y="455930"/>
                  </a:lnTo>
                  <a:lnTo>
                    <a:pt x="2540" y="455930"/>
                  </a:lnTo>
                  <a:lnTo>
                    <a:pt x="2540" y="450850"/>
                  </a:lnTo>
                  <a:close/>
                </a:path>
                <a:path w="2539" h="505460">
                  <a:moveTo>
                    <a:pt x="2540" y="444500"/>
                  </a:moveTo>
                  <a:lnTo>
                    <a:pt x="0" y="444500"/>
                  </a:lnTo>
                  <a:lnTo>
                    <a:pt x="0" y="449580"/>
                  </a:lnTo>
                  <a:lnTo>
                    <a:pt x="2540" y="449580"/>
                  </a:lnTo>
                  <a:lnTo>
                    <a:pt x="2540" y="444500"/>
                  </a:lnTo>
                  <a:close/>
                </a:path>
                <a:path w="2539" h="505460">
                  <a:moveTo>
                    <a:pt x="2540" y="438150"/>
                  </a:moveTo>
                  <a:lnTo>
                    <a:pt x="0" y="438150"/>
                  </a:lnTo>
                  <a:lnTo>
                    <a:pt x="0" y="443230"/>
                  </a:lnTo>
                  <a:lnTo>
                    <a:pt x="2540" y="443230"/>
                  </a:lnTo>
                  <a:lnTo>
                    <a:pt x="2540" y="438150"/>
                  </a:lnTo>
                  <a:close/>
                </a:path>
                <a:path w="2539" h="505460">
                  <a:moveTo>
                    <a:pt x="2540" y="431800"/>
                  </a:moveTo>
                  <a:lnTo>
                    <a:pt x="0" y="431800"/>
                  </a:lnTo>
                  <a:lnTo>
                    <a:pt x="0" y="436880"/>
                  </a:lnTo>
                  <a:lnTo>
                    <a:pt x="2540" y="436880"/>
                  </a:lnTo>
                  <a:lnTo>
                    <a:pt x="2540" y="431800"/>
                  </a:lnTo>
                  <a:close/>
                </a:path>
                <a:path w="2539" h="505460">
                  <a:moveTo>
                    <a:pt x="2540" y="425450"/>
                  </a:moveTo>
                  <a:lnTo>
                    <a:pt x="0" y="425450"/>
                  </a:lnTo>
                  <a:lnTo>
                    <a:pt x="0" y="430530"/>
                  </a:lnTo>
                  <a:lnTo>
                    <a:pt x="2540" y="430530"/>
                  </a:lnTo>
                  <a:lnTo>
                    <a:pt x="2540" y="425450"/>
                  </a:lnTo>
                  <a:close/>
                </a:path>
                <a:path w="2539" h="505460">
                  <a:moveTo>
                    <a:pt x="2540" y="419100"/>
                  </a:moveTo>
                  <a:lnTo>
                    <a:pt x="0" y="419100"/>
                  </a:lnTo>
                  <a:lnTo>
                    <a:pt x="0" y="424180"/>
                  </a:lnTo>
                  <a:lnTo>
                    <a:pt x="2540" y="424180"/>
                  </a:lnTo>
                  <a:lnTo>
                    <a:pt x="2540" y="419100"/>
                  </a:lnTo>
                  <a:close/>
                </a:path>
                <a:path w="2539" h="505460">
                  <a:moveTo>
                    <a:pt x="2540" y="412750"/>
                  </a:moveTo>
                  <a:lnTo>
                    <a:pt x="0" y="412750"/>
                  </a:lnTo>
                  <a:lnTo>
                    <a:pt x="0" y="417830"/>
                  </a:lnTo>
                  <a:lnTo>
                    <a:pt x="2540" y="417830"/>
                  </a:lnTo>
                  <a:lnTo>
                    <a:pt x="2540" y="412750"/>
                  </a:lnTo>
                  <a:close/>
                </a:path>
                <a:path w="2539" h="505460">
                  <a:moveTo>
                    <a:pt x="2540" y="25400"/>
                  </a:moveTo>
                  <a:lnTo>
                    <a:pt x="0" y="25400"/>
                  </a:lnTo>
                  <a:lnTo>
                    <a:pt x="0" y="411480"/>
                  </a:lnTo>
                  <a:lnTo>
                    <a:pt x="2540" y="411480"/>
                  </a:lnTo>
                  <a:lnTo>
                    <a:pt x="2540" y="25400"/>
                  </a:lnTo>
                  <a:close/>
                </a:path>
                <a:path w="2539" h="505460">
                  <a:moveTo>
                    <a:pt x="2540" y="19050"/>
                  </a:moveTo>
                  <a:lnTo>
                    <a:pt x="0" y="19050"/>
                  </a:lnTo>
                  <a:lnTo>
                    <a:pt x="0" y="24130"/>
                  </a:lnTo>
                  <a:lnTo>
                    <a:pt x="2540" y="24130"/>
                  </a:lnTo>
                  <a:lnTo>
                    <a:pt x="2540" y="19050"/>
                  </a:lnTo>
                  <a:close/>
                </a:path>
                <a:path w="2539" h="505460">
                  <a:moveTo>
                    <a:pt x="2540" y="12700"/>
                  </a:moveTo>
                  <a:lnTo>
                    <a:pt x="0" y="12700"/>
                  </a:lnTo>
                  <a:lnTo>
                    <a:pt x="0" y="17780"/>
                  </a:lnTo>
                  <a:lnTo>
                    <a:pt x="2540" y="17780"/>
                  </a:lnTo>
                  <a:lnTo>
                    <a:pt x="2540" y="12700"/>
                  </a:lnTo>
                  <a:close/>
                </a:path>
                <a:path w="2539" h="505460">
                  <a:moveTo>
                    <a:pt x="2540" y="6350"/>
                  </a:moveTo>
                  <a:lnTo>
                    <a:pt x="0" y="6350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6350"/>
                  </a:lnTo>
                  <a:close/>
                </a:path>
                <a:path w="2539" h="505460">
                  <a:moveTo>
                    <a:pt x="127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C7B6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1" name="object 3371"/>
            <p:cNvSpPr/>
            <p:nvPr/>
          </p:nvSpPr>
          <p:spPr>
            <a:xfrm>
              <a:off x="5836919" y="2976880"/>
              <a:ext cx="3810" cy="505459"/>
            </a:xfrm>
            <a:custGeom>
              <a:avLst/>
              <a:gdLst/>
              <a:ahLst/>
              <a:cxnLst/>
              <a:rect l="l" t="t" r="r" b="b"/>
              <a:pathLst>
                <a:path w="3810" h="505460">
                  <a:moveTo>
                    <a:pt x="3809" y="499109"/>
                  </a:moveTo>
                  <a:lnTo>
                    <a:pt x="0" y="499109"/>
                  </a:lnTo>
                  <a:lnTo>
                    <a:pt x="0" y="502919"/>
                  </a:lnTo>
                  <a:lnTo>
                    <a:pt x="1269" y="502919"/>
                  </a:lnTo>
                  <a:lnTo>
                    <a:pt x="1269" y="505459"/>
                  </a:lnTo>
                  <a:lnTo>
                    <a:pt x="3809" y="505459"/>
                  </a:lnTo>
                  <a:lnTo>
                    <a:pt x="3809" y="499109"/>
                  </a:lnTo>
                  <a:close/>
                </a:path>
                <a:path w="3810" h="505460">
                  <a:moveTo>
                    <a:pt x="3809" y="492759"/>
                  </a:moveTo>
                  <a:lnTo>
                    <a:pt x="0" y="492759"/>
                  </a:lnTo>
                  <a:lnTo>
                    <a:pt x="0" y="497839"/>
                  </a:lnTo>
                  <a:lnTo>
                    <a:pt x="3809" y="497839"/>
                  </a:lnTo>
                  <a:lnTo>
                    <a:pt x="3809" y="492759"/>
                  </a:lnTo>
                  <a:close/>
                </a:path>
                <a:path w="3810" h="505460">
                  <a:moveTo>
                    <a:pt x="3809" y="486409"/>
                  </a:moveTo>
                  <a:lnTo>
                    <a:pt x="0" y="486409"/>
                  </a:lnTo>
                  <a:lnTo>
                    <a:pt x="0" y="491489"/>
                  </a:lnTo>
                  <a:lnTo>
                    <a:pt x="3809" y="491489"/>
                  </a:lnTo>
                  <a:lnTo>
                    <a:pt x="3809" y="486409"/>
                  </a:lnTo>
                  <a:close/>
                </a:path>
                <a:path w="3810" h="505460">
                  <a:moveTo>
                    <a:pt x="3809" y="480059"/>
                  </a:moveTo>
                  <a:lnTo>
                    <a:pt x="0" y="480059"/>
                  </a:lnTo>
                  <a:lnTo>
                    <a:pt x="0" y="485139"/>
                  </a:lnTo>
                  <a:lnTo>
                    <a:pt x="3809" y="485139"/>
                  </a:lnTo>
                  <a:lnTo>
                    <a:pt x="3809" y="480059"/>
                  </a:lnTo>
                  <a:close/>
                </a:path>
                <a:path w="3810" h="505460">
                  <a:moveTo>
                    <a:pt x="3809" y="473709"/>
                  </a:moveTo>
                  <a:lnTo>
                    <a:pt x="0" y="473709"/>
                  </a:lnTo>
                  <a:lnTo>
                    <a:pt x="0" y="478789"/>
                  </a:lnTo>
                  <a:lnTo>
                    <a:pt x="3809" y="478789"/>
                  </a:lnTo>
                  <a:lnTo>
                    <a:pt x="3809" y="473709"/>
                  </a:lnTo>
                  <a:close/>
                </a:path>
                <a:path w="3810" h="505460">
                  <a:moveTo>
                    <a:pt x="3809" y="467359"/>
                  </a:moveTo>
                  <a:lnTo>
                    <a:pt x="0" y="467359"/>
                  </a:lnTo>
                  <a:lnTo>
                    <a:pt x="0" y="472439"/>
                  </a:lnTo>
                  <a:lnTo>
                    <a:pt x="3809" y="472439"/>
                  </a:lnTo>
                  <a:lnTo>
                    <a:pt x="3809" y="467359"/>
                  </a:lnTo>
                  <a:close/>
                </a:path>
                <a:path w="3810" h="505460">
                  <a:moveTo>
                    <a:pt x="3809" y="461009"/>
                  </a:moveTo>
                  <a:lnTo>
                    <a:pt x="0" y="461009"/>
                  </a:lnTo>
                  <a:lnTo>
                    <a:pt x="0" y="466089"/>
                  </a:lnTo>
                  <a:lnTo>
                    <a:pt x="3809" y="466089"/>
                  </a:lnTo>
                  <a:lnTo>
                    <a:pt x="3809" y="461009"/>
                  </a:lnTo>
                  <a:close/>
                </a:path>
                <a:path w="3810" h="505460">
                  <a:moveTo>
                    <a:pt x="3809" y="454659"/>
                  </a:moveTo>
                  <a:lnTo>
                    <a:pt x="0" y="454659"/>
                  </a:lnTo>
                  <a:lnTo>
                    <a:pt x="0" y="459739"/>
                  </a:lnTo>
                  <a:lnTo>
                    <a:pt x="3809" y="459739"/>
                  </a:lnTo>
                  <a:lnTo>
                    <a:pt x="3809" y="454659"/>
                  </a:lnTo>
                  <a:close/>
                </a:path>
                <a:path w="3810" h="505460">
                  <a:moveTo>
                    <a:pt x="3809" y="448309"/>
                  </a:moveTo>
                  <a:lnTo>
                    <a:pt x="0" y="448309"/>
                  </a:lnTo>
                  <a:lnTo>
                    <a:pt x="0" y="453389"/>
                  </a:lnTo>
                  <a:lnTo>
                    <a:pt x="3809" y="453389"/>
                  </a:lnTo>
                  <a:lnTo>
                    <a:pt x="3809" y="448309"/>
                  </a:lnTo>
                  <a:close/>
                </a:path>
                <a:path w="3810" h="505460">
                  <a:moveTo>
                    <a:pt x="3809" y="441959"/>
                  </a:moveTo>
                  <a:lnTo>
                    <a:pt x="0" y="441959"/>
                  </a:lnTo>
                  <a:lnTo>
                    <a:pt x="0" y="447039"/>
                  </a:lnTo>
                  <a:lnTo>
                    <a:pt x="3809" y="447039"/>
                  </a:lnTo>
                  <a:lnTo>
                    <a:pt x="3809" y="441959"/>
                  </a:lnTo>
                  <a:close/>
                </a:path>
                <a:path w="3810" h="505460">
                  <a:moveTo>
                    <a:pt x="3809" y="435609"/>
                  </a:moveTo>
                  <a:lnTo>
                    <a:pt x="0" y="435609"/>
                  </a:lnTo>
                  <a:lnTo>
                    <a:pt x="0" y="440689"/>
                  </a:lnTo>
                  <a:lnTo>
                    <a:pt x="3809" y="440689"/>
                  </a:lnTo>
                  <a:lnTo>
                    <a:pt x="3809" y="435609"/>
                  </a:lnTo>
                  <a:close/>
                </a:path>
                <a:path w="3810" h="505460">
                  <a:moveTo>
                    <a:pt x="3809" y="429259"/>
                  </a:moveTo>
                  <a:lnTo>
                    <a:pt x="0" y="429259"/>
                  </a:lnTo>
                  <a:lnTo>
                    <a:pt x="0" y="434339"/>
                  </a:lnTo>
                  <a:lnTo>
                    <a:pt x="3809" y="434339"/>
                  </a:lnTo>
                  <a:lnTo>
                    <a:pt x="3809" y="429259"/>
                  </a:lnTo>
                  <a:close/>
                </a:path>
                <a:path w="3810" h="505460">
                  <a:moveTo>
                    <a:pt x="3809" y="422909"/>
                  </a:moveTo>
                  <a:lnTo>
                    <a:pt x="0" y="422909"/>
                  </a:lnTo>
                  <a:lnTo>
                    <a:pt x="0" y="427989"/>
                  </a:lnTo>
                  <a:lnTo>
                    <a:pt x="3809" y="427989"/>
                  </a:lnTo>
                  <a:lnTo>
                    <a:pt x="3809" y="422909"/>
                  </a:lnTo>
                  <a:close/>
                </a:path>
                <a:path w="3810" h="505460">
                  <a:moveTo>
                    <a:pt x="3809" y="416559"/>
                  </a:moveTo>
                  <a:lnTo>
                    <a:pt x="0" y="416559"/>
                  </a:lnTo>
                  <a:lnTo>
                    <a:pt x="0" y="421639"/>
                  </a:lnTo>
                  <a:lnTo>
                    <a:pt x="3809" y="421639"/>
                  </a:lnTo>
                  <a:lnTo>
                    <a:pt x="3809" y="416559"/>
                  </a:lnTo>
                  <a:close/>
                </a:path>
                <a:path w="3810" h="505460">
                  <a:moveTo>
                    <a:pt x="3809" y="410209"/>
                  </a:moveTo>
                  <a:lnTo>
                    <a:pt x="0" y="410209"/>
                  </a:lnTo>
                  <a:lnTo>
                    <a:pt x="0" y="415289"/>
                  </a:lnTo>
                  <a:lnTo>
                    <a:pt x="3809" y="415289"/>
                  </a:lnTo>
                  <a:lnTo>
                    <a:pt x="3809" y="410209"/>
                  </a:lnTo>
                  <a:close/>
                </a:path>
                <a:path w="3810" h="505460">
                  <a:moveTo>
                    <a:pt x="3809" y="22859"/>
                  </a:moveTo>
                  <a:lnTo>
                    <a:pt x="0" y="22859"/>
                  </a:lnTo>
                  <a:lnTo>
                    <a:pt x="0" y="408939"/>
                  </a:lnTo>
                  <a:lnTo>
                    <a:pt x="3809" y="408939"/>
                  </a:lnTo>
                  <a:lnTo>
                    <a:pt x="3809" y="22859"/>
                  </a:lnTo>
                  <a:close/>
                </a:path>
                <a:path w="3810" h="505460">
                  <a:moveTo>
                    <a:pt x="3809" y="16509"/>
                  </a:moveTo>
                  <a:lnTo>
                    <a:pt x="0" y="16509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6509"/>
                  </a:lnTo>
                  <a:close/>
                </a:path>
                <a:path w="3810" h="505460">
                  <a:moveTo>
                    <a:pt x="3809" y="10159"/>
                  </a:moveTo>
                  <a:lnTo>
                    <a:pt x="0" y="10159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0159"/>
                  </a:lnTo>
                  <a:close/>
                </a:path>
                <a:path w="3810" h="505460">
                  <a:moveTo>
                    <a:pt x="3809" y="3809"/>
                  </a:moveTo>
                  <a:lnTo>
                    <a:pt x="0" y="380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3809"/>
                  </a:lnTo>
                  <a:close/>
                </a:path>
                <a:path w="3810" h="505460">
                  <a:moveTo>
                    <a:pt x="253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C6B5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2" name="object 3372"/>
            <p:cNvSpPr/>
            <p:nvPr/>
          </p:nvSpPr>
          <p:spPr>
            <a:xfrm>
              <a:off x="5840730" y="2978149"/>
              <a:ext cx="3810" cy="504190"/>
            </a:xfrm>
            <a:custGeom>
              <a:avLst/>
              <a:gdLst/>
              <a:ahLst/>
              <a:cxnLst/>
              <a:rect l="l" t="t" r="r" b="b"/>
              <a:pathLst>
                <a:path w="3810" h="504189">
                  <a:moveTo>
                    <a:pt x="12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3810" h="504189">
                  <a:moveTo>
                    <a:pt x="3810" y="497840"/>
                  </a:moveTo>
                  <a:lnTo>
                    <a:pt x="0" y="497840"/>
                  </a:lnTo>
                  <a:lnTo>
                    <a:pt x="0" y="504190"/>
                  </a:lnTo>
                  <a:lnTo>
                    <a:pt x="3810" y="504190"/>
                  </a:lnTo>
                  <a:lnTo>
                    <a:pt x="3810" y="497840"/>
                  </a:lnTo>
                  <a:close/>
                </a:path>
                <a:path w="3810" h="504189">
                  <a:moveTo>
                    <a:pt x="3810" y="491490"/>
                  </a:moveTo>
                  <a:lnTo>
                    <a:pt x="0" y="491490"/>
                  </a:lnTo>
                  <a:lnTo>
                    <a:pt x="0" y="496570"/>
                  </a:lnTo>
                  <a:lnTo>
                    <a:pt x="3810" y="496570"/>
                  </a:lnTo>
                  <a:lnTo>
                    <a:pt x="3810" y="491490"/>
                  </a:lnTo>
                  <a:close/>
                </a:path>
                <a:path w="3810" h="504189">
                  <a:moveTo>
                    <a:pt x="3810" y="485140"/>
                  </a:moveTo>
                  <a:lnTo>
                    <a:pt x="0" y="485140"/>
                  </a:lnTo>
                  <a:lnTo>
                    <a:pt x="0" y="490220"/>
                  </a:lnTo>
                  <a:lnTo>
                    <a:pt x="3810" y="490220"/>
                  </a:lnTo>
                  <a:lnTo>
                    <a:pt x="3810" y="485140"/>
                  </a:lnTo>
                  <a:close/>
                </a:path>
                <a:path w="3810" h="504189">
                  <a:moveTo>
                    <a:pt x="3810" y="478790"/>
                  </a:moveTo>
                  <a:lnTo>
                    <a:pt x="0" y="478790"/>
                  </a:lnTo>
                  <a:lnTo>
                    <a:pt x="0" y="483870"/>
                  </a:lnTo>
                  <a:lnTo>
                    <a:pt x="3810" y="483870"/>
                  </a:lnTo>
                  <a:lnTo>
                    <a:pt x="3810" y="478790"/>
                  </a:lnTo>
                  <a:close/>
                </a:path>
                <a:path w="3810" h="504189">
                  <a:moveTo>
                    <a:pt x="3810" y="472440"/>
                  </a:moveTo>
                  <a:lnTo>
                    <a:pt x="0" y="472440"/>
                  </a:lnTo>
                  <a:lnTo>
                    <a:pt x="0" y="477520"/>
                  </a:lnTo>
                  <a:lnTo>
                    <a:pt x="3810" y="477520"/>
                  </a:lnTo>
                  <a:lnTo>
                    <a:pt x="3810" y="472440"/>
                  </a:lnTo>
                  <a:close/>
                </a:path>
                <a:path w="3810" h="504189">
                  <a:moveTo>
                    <a:pt x="3810" y="466090"/>
                  </a:moveTo>
                  <a:lnTo>
                    <a:pt x="0" y="466090"/>
                  </a:lnTo>
                  <a:lnTo>
                    <a:pt x="0" y="471170"/>
                  </a:lnTo>
                  <a:lnTo>
                    <a:pt x="3810" y="471170"/>
                  </a:lnTo>
                  <a:lnTo>
                    <a:pt x="3810" y="466090"/>
                  </a:lnTo>
                  <a:close/>
                </a:path>
                <a:path w="3810" h="504189">
                  <a:moveTo>
                    <a:pt x="3810" y="459740"/>
                  </a:moveTo>
                  <a:lnTo>
                    <a:pt x="0" y="459740"/>
                  </a:lnTo>
                  <a:lnTo>
                    <a:pt x="0" y="464820"/>
                  </a:lnTo>
                  <a:lnTo>
                    <a:pt x="3810" y="464820"/>
                  </a:lnTo>
                  <a:lnTo>
                    <a:pt x="3810" y="459740"/>
                  </a:lnTo>
                  <a:close/>
                </a:path>
                <a:path w="3810" h="504189">
                  <a:moveTo>
                    <a:pt x="3810" y="453390"/>
                  </a:moveTo>
                  <a:lnTo>
                    <a:pt x="0" y="453390"/>
                  </a:lnTo>
                  <a:lnTo>
                    <a:pt x="0" y="458470"/>
                  </a:lnTo>
                  <a:lnTo>
                    <a:pt x="3810" y="458470"/>
                  </a:lnTo>
                  <a:lnTo>
                    <a:pt x="3810" y="453390"/>
                  </a:lnTo>
                  <a:close/>
                </a:path>
                <a:path w="3810" h="504189">
                  <a:moveTo>
                    <a:pt x="3810" y="447040"/>
                  </a:moveTo>
                  <a:lnTo>
                    <a:pt x="0" y="447040"/>
                  </a:lnTo>
                  <a:lnTo>
                    <a:pt x="0" y="452120"/>
                  </a:lnTo>
                  <a:lnTo>
                    <a:pt x="3810" y="452120"/>
                  </a:lnTo>
                  <a:lnTo>
                    <a:pt x="3810" y="447040"/>
                  </a:lnTo>
                  <a:close/>
                </a:path>
                <a:path w="3810" h="504189">
                  <a:moveTo>
                    <a:pt x="3810" y="440690"/>
                  </a:moveTo>
                  <a:lnTo>
                    <a:pt x="0" y="440690"/>
                  </a:lnTo>
                  <a:lnTo>
                    <a:pt x="0" y="445770"/>
                  </a:lnTo>
                  <a:lnTo>
                    <a:pt x="3810" y="445770"/>
                  </a:lnTo>
                  <a:lnTo>
                    <a:pt x="3810" y="440690"/>
                  </a:lnTo>
                  <a:close/>
                </a:path>
                <a:path w="3810" h="504189">
                  <a:moveTo>
                    <a:pt x="3810" y="434340"/>
                  </a:moveTo>
                  <a:lnTo>
                    <a:pt x="0" y="434340"/>
                  </a:lnTo>
                  <a:lnTo>
                    <a:pt x="0" y="439420"/>
                  </a:lnTo>
                  <a:lnTo>
                    <a:pt x="3810" y="439420"/>
                  </a:lnTo>
                  <a:lnTo>
                    <a:pt x="3810" y="434340"/>
                  </a:lnTo>
                  <a:close/>
                </a:path>
                <a:path w="3810" h="504189">
                  <a:moveTo>
                    <a:pt x="3810" y="427990"/>
                  </a:moveTo>
                  <a:lnTo>
                    <a:pt x="0" y="427990"/>
                  </a:lnTo>
                  <a:lnTo>
                    <a:pt x="0" y="433070"/>
                  </a:lnTo>
                  <a:lnTo>
                    <a:pt x="3810" y="433070"/>
                  </a:lnTo>
                  <a:lnTo>
                    <a:pt x="3810" y="427990"/>
                  </a:lnTo>
                  <a:close/>
                </a:path>
                <a:path w="3810" h="504189">
                  <a:moveTo>
                    <a:pt x="3810" y="421640"/>
                  </a:moveTo>
                  <a:lnTo>
                    <a:pt x="0" y="421640"/>
                  </a:lnTo>
                  <a:lnTo>
                    <a:pt x="0" y="426720"/>
                  </a:lnTo>
                  <a:lnTo>
                    <a:pt x="3810" y="426720"/>
                  </a:lnTo>
                  <a:lnTo>
                    <a:pt x="3810" y="421640"/>
                  </a:lnTo>
                  <a:close/>
                </a:path>
                <a:path w="3810" h="504189">
                  <a:moveTo>
                    <a:pt x="3810" y="415290"/>
                  </a:moveTo>
                  <a:lnTo>
                    <a:pt x="0" y="415290"/>
                  </a:lnTo>
                  <a:lnTo>
                    <a:pt x="0" y="420370"/>
                  </a:lnTo>
                  <a:lnTo>
                    <a:pt x="3810" y="420370"/>
                  </a:lnTo>
                  <a:lnTo>
                    <a:pt x="3810" y="415290"/>
                  </a:lnTo>
                  <a:close/>
                </a:path>
                <a:path w="3810" h="504189">
                  <a:moveTo>
                    <a:pt x="3810" y="408940"/>
                  </a:moveTo>
                  <a:lnTo>
                    <a:pt x="0" y="408940"/>
                  </a:lnTo>
                  <a:lnTo>
                    <a:pt x="0" y="414020"/>
                  </a:lnTo>
                  <a:lnTo>
                    <a:pt x="3810" y="414020"/>
                  </a:lnTo>
                  <a:lnTo>
                    <a:pt x="3810" y="408940"/>
                  </a:lnTo>
                  <a:close/>
                </a:path>
                <a:path w="3810" h="504189">
                  <a:moveTo>
                    <a:pt x="3810" y="21590"/>
                  </a:moveTo>
                  <a:lnTo>
                    <a:pt x="0" y="21590"/>
                  </a:lnTo>
                  <a:lnTo>
                    <a:pt x="0" y="407670"/>
                  </a:lnTo>
                  <a:lnTo>
                    <a:pt x="3810" y="407670"/>
                  </a:lnTo>
                  <a:lnTo>
                    <a:pt x="3810" y="21590"/>
                  </a:lnTo>
                  <a:close/>
                </a:path>
                <a:path w="3810" h="504189">
                  <a:moveTo>
                    <a:pt x="3810" y="15240"/>
                  </a:moveTo>
                  <a:lnTo>
                    <a:pt x="0" y="15240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5240"/>
                  </a:lnTo>
                  <a:close/>
                </a:path>
                <a:path w="3810" h="504189">
                  <a:moveTo>
                    <a:pt x="3810" y="8890"/>
                  </a:moveTo>
                  <a:lnTo>
                    <a:pt x="0" y="8890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8890"/>
                  </a:lnTo>
                  <a:close/>
                </a:path>
                <a:path w="3810" h="504189">
                  <a:moveTo>
                    <a:pt x="3810" y="2540"/>
                  </a:moveTo>
                  <a:lnTo>
                    <a:pt x="2540" y="254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2540"/>
                  </a:lnTo>
                  <a:close/>
                </a:path>
              </a:pathLst>
            </a:custGeom>
            <a:solidFill>
              <a:srgbClr val="C5B4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3" name="object 3373"/>
            <p:cNvSpPr/>
            <p:nvPr/>
          </p:nvSpPr>
          <p:spPr>
            <a:xfrm>
              <a:off x="5844540" y="2980690"/>
              <a:ext cx="3810" cy="501650"/>
            </a:xfrm>
            <a:custGeom>
              <a:avLst/>
              <a:gdLst/>
              <a:ahLst/>
              <a:cxnLst/>
              <a:rect l="l" t="t" r="r" b="b"/>
              <a:pathLst>
                <a:path w="3810" h="501650">
                  <a:moveTo>
                    <a:pt x="3810" y="495300"/>
                  </a:moveTo>
                  <a:lnTo>
                    <a:pt x="0" y="495300"/>
                  </a:lnTo>
                  <a:lnTo>
                    <a:pt x="0" y="501650"/>
                  </a:lnTo>
                  <a:lnTo>
                    <a:pt x="2539" y="501650"/>
                  </a:lnTo>
                  <a:lnTo>
                    <a:pt x="2539" y="500380"/>
                  </a:lnTo>
                  <a:lnTo>
                    <a:pt x="3810" y="500380"/>
                  </a:lnTo>
                  <a:lnTo>
                    <a:pt x="3810" y="495300"/>
                  </a:lnTo>
                  <a:close/>
                </a:path>
                <a:path w="3810" h="501650">
                  <a:moveTo>
                    <a:pt x="3810" y="488950"/>
                  </a:moveTo>
                  <a:lnTo>
                    <a:pt x="0" y="488950"/>
                  </a:lnTo>
                  <a:lnTo>
                    <a:pt x="0" y="494030"/>
                  </a:lnTo>
                  <a:lnTo>
                    <a:pt x="3810" y="494030"/>
                  </a:lnTo>
                  <a:lnTo>
                    <a:pt x="3810" y="488950"/>
                  </a:lnTo>
                  <a:close/>
                </a:path>
                <a:path w="3810" h="501650">
                  <a:moveTo>
                    <a:pt x="3810" y="482600"/>
                  </a:moveTo>
                  <a:lnTo>
                    <a:pt x="0" y="482600"/>
                  </a:lnTo>
                  <a:lnTo>
                    <a:pt x="0" y="487680"/>
                  </a:lnTo>
                  <a:lnTo>
                    <a:pt x="3810" y="487680"/>
                  </a:lnTo>
                  <a:lnTo>
                    <a:pt x="3810" y="482600"/>
                  </a:lnTo>
                  <a:close/>
                </a:path>
                <a:path w="3810" h="501650">
                  <a:moveTo>
                    <a:pt x="3810" y="476250"/>
                  </a:moveTo>
                  <a:lnTo>
                    <a:pt x="0" y="476250"/>
                  </a:lnTo>
                  <a:lnTo>
                    <a:pt x="0" y="481330"/>
                  </a:lnTo>
                  <a:lnTo>
                    <a:pt x="3810" y="481330"/>
                  </a:lnTo>
                  <a:lnTo>
                    <a:pt x="3810" y="476250"/>
                  </a:lnTo>
                  <a:close/>
                </a:path>
                <a:path w="3810" h="501650">
                  <a:moveTo>
                    <a:pt x="3810" y="469900"/>
                  </a:moveTo>
                  <a:lnTo>
                    <a:pt x="0" y="469900"/>
                  </a:lnTo>
                  <a:lnTo>
                    <a:pt x="0" y="474980"/>
                  </a:lnTo>
                  <a:lnTo>
                    <a:pt x="3810" y="474980"/>
                  </a:lnTo>
                  <a:lnTo>
                    <a:pt x="3810" y="469900"/>
                  </a:lnTo>
                  <a:close/>
                </a:path>
                <a:path w="3810" h="501650">
                  <a:moveTo>
                    <a:pt x="3810" y="463550"/>
                  </a:moveTo>
                  <a:lnTo>
                    <a:pt x="0" y="463550"/>
                  </a:lnTo>
                  <a:lnTo>
                    <a:pt x="0" y="468630"/>
                  </a:lnTo>
                  <a:lnTo>
                    <a:pt x="3810" y="468630"/>
                  </a:lnTo>
                  <a:lnTo>
                    <a:pt x="3810" y="463550"/>
                  </a:lnTo>
                  <a:close/>
                </a:path>
                <a:path w="3810" h="501650">
                  <a:moveTo>
                    <a:pt x="3810" y="457200"/>
                  </a:moveTo>
                  <a:lnTo>
                    <a:pt x="0" y="457200"/>
                  </a:lnTo>
                  <a:lnTo>
                    <a:pt x="0" y="462280"/>
                  </a:lnTo>
                  <a:lnTo>
                    <a:pt x="3810" y="462280"/>
                  </a:lnTo>
                  <a:lnTo>
                    <a:pt x="3810" y="457200"/>
                  </a:lnTo>
                  <a:close/>
                </a:path>
                <a:path w="3810" h="501650">
                  <a:moveTo>
                    <a:pt x="3810" y="450850"/>
                  </a:moveTo>
                  <a:lnTo>
                    <a:pt x="0" y="450850"/>
                  </a:lnTo>
                  <a:lnTo>
                    <a:pt x="0" y="455930"/>
                  </a:lnTo>
                  <a:lnTo>
                    <a:pt x="3810" y="455930"/>
                  </a:lnTo>
                  <a:lnTo>
                    <a:pt x="3810" y="450850"/>
                  </a:lnTo>
                  <a:close/>
                </a:path>
                <a:path w="3810" h="501650">
                  <a:moveTo>
                    <a:pt x="3810" y="444500"/>
                  </a:moveTo>
                  <a:lnTo>
                    <a:pt x="0" y="444500"/>
                  </a:lnTo>
                  <a:lnTo>
                    <a:pt x="0" y="449580"/>
                  </a:lnTo>
                  <a:lnTo>
                    <a:pt x="3810" y="449580"/>
                  </a:lnTo>
                  <a:lnTo>
                    <a:pt x="3810" y="444500"/>
                  </a:lnTo>
                  <a:close/>
                </a:path>
                <a:path w="3810" h="501650">
                  <a:moveTo>
                    <a:pt x="3810" y="438150"/>
                  </a:moveTo>
                  <a:lnTo>
                    <a:pt x="0" y="438150"/>
                  </a:lnTo>
                  <a:lnTo>
                    <a:pt x="0" y="443230"/>
                  </a:lnTo>
                  <a:lnTo>
                    <a:pt x="3810" y="443230"/>
                  </a:lnTo>
                  <a:lnTo>
                    <a:pt x="3810" y="438150"/>
                  </a:lnTo>
                  <a:close/>
                </a:path>
                <a:path w="3810" h="501650">
                  <a:moveTo>
                    <a:pt x="3810" y="431800"/>
                  </a:moveTo>
                  <a:lnTo>
                    <a:pt x="0" y="431800"/>
                  </a:lnTo>
                  <a:lnTo>
                    <a:pt x="0" y="436880"/>
                  </a:lnTo>
                  <a:lnTo>
                    <a:pt x="3810" y="436880"/>
                  </a:lnTo>
                  <a:lnTo>
                    <a:pt x="3810" y="431800"/>
                  </a:lnTo>
                  <a:close/>
                </a:path>
                <a:path w="3810" h="501650">
                  <a:moveTo>
                    <a:pt x="3810" y="425450"/>
                  </a:moveTo>
                  <a:lnTo>
                    <a:pt x="0" y="425450"/>
                  </a:lnTo>
                  <a:lnTo>
                    <a:pt x="0" y="430530"/>
                  </a:lnTo>
                  <a:lnTo>
                    <a:pt x="3810" y="430530"/>
                  </a:lnTo>
                  <a:lnTo>
                    <a:pt x="3810" y="425450"/>
                  </a:lnTo>
                  <a:close/>
                </a:path>
                <a:path w="3810" h="501650">
                  <a:moveTo>
                    <a:pt x="3810" y="419100"/>
                  </a:moveTo>
                  <a:lnTo>
                    <a:pt x="0" y="419100"/>
                  </a:lnTo>
                  <a:lnTo>
                    <a:pt x="0" y="424180"/>
                  </a:lnTo>
                  <a:lnTo>
                    <a:pt x="3810" y="424180"/>
                  </a:lnTo>
                  <a:lnTo>
                    <a:pt x="3810" y="419100"/>
                  </a:lnTo>
                  <a:close/>
                </a:path>
                <a:path w="3810" h="501650">
                  <a:moveTo>
                    <a:pt x="3810" y="412750"/>
                  </a:moveTo>
                  <a:lnTo>
                    <a:pt x="0" y="412750"/>
                  </a:lnTo>
                  <a:lnTo>
                    <a:pt x="0" y="417830"/>
                  </a:lnTo>
                  <a:lnTo>
                    <a:pt x="3810" y="417830"/>
                  </a:lnTo>
                  <a:lnTo>
                    <a:pt x="3810" y="412750"/>
                  </a:lnTo>
                  <a:close/>
                </a:path>
                <a:path w="3810" h="501650">
                  <a:moveTo>
                    <a:pt x="3810" y="406400"/>
                  </a:moveTo>
                  <a:lnTo>
                    <a:pt x="0" y="406400"/>
                  </a:lnTo>
                  <a:lnTo>
                    <a:pt x="0" y="411480"/>
                  </a:lnTo>
                  <a:lnTo>
                    <a:pt x="3810" y="411480"/>
                  </a:lnTo>
                  <a:lnTo>
                    <a:pt x="3810" y="406400"/>
                  </a:lnTo>
                  <a:close/>
                </a:path>
                <a:path w="3810" h="501650">
                  <a:moveTo>
                    <a:pt x="3810" y="19050"/>
                  </a:moveTo>
                  <a:lnTo>
                    <a:pt x="0" y="19050"/>
                  </a:lnTo>
                  <a:lnTo>
                    <a:pt x="0" y="405130"/>
                  </a:lnTo>
                  <a:lnTo>
                    <a:pt x="3810" y="405130"/>
                  </a:lnTo>
                  <a:lnTo>
                    <a:pt x="3810" y="19050"/>
                  </a:lnTo>
                  <a:close/>
                </a:path>
                <a:path w="3810" h="501650">
                  <a:moveTo>
                    <a:pt x="3810" y="12700"/>
                  </a:moveTo>
                  <a:lnTo>
                    <a:pt x="0" y="1270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2700"/>
                  </a:lnTo>
                  <a:close/>
                </a:path>
                <a:path w="3810" h="501650">
                  <a:moveTo>
                    <a:pt x="3810" y="6350"/>
                  </a:moveTo>
                  <a:lnTo>
                    <a:pt x="0" y="635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6350"/>
                  </a:lnTo>
                  <a:close/>
                </a:path>
                <a:path w="3810" h="501650">
                  <a:moveTo>
                    <a:pt x="127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C5B3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4" name="object 3374"/>
            <p:cNvSpPr/>
            <p:nvPr/>
          </p:nvSpPr>
          <p:spPr>
            <a:xfrm>
              <a:off x="5848350" y="2983230"/>
              <a:ext cx="3810" cy="497840"/>
            </a:xfrm>
            <a:custGeom>
              <a:avLst/>
              <a:gdLst/>
              <a:ahLst/>
              <a:cxnLst/>
              <a:rect l="l" t="t" r="r" b="b"/>
              <a:pathLst>
                <a:path w="3810" h="497839">
                  <a:moveTo>
                    <a:pt x="3810" y="492759"/>
                  </a:moveTo>
                  <a:lnTo>
                    <a:pt x="0" y="492759"/>
                  </a:lnTo>
                  <a:lnTo>
                    <a:pt x="0" y="497839"/>
                  </a:lnTo>
                  <a:lnTo>
                    <a:pt x="3810" y="497839"/>
                  </a:lnTo>
                  <a:lnTo>
                    <a:pt x="3810" y="492759"/>
                  </a:lnTo>
                  <a:close/>
                </a:path>
                <a:path w="3810" h="497839">
                  <a:moveTo>
                    <a:pt x="3810" y="486409"/>
                  </a:moveTo>
                  <a:lnTo>
                    <a:pt x="0" y="486409"/>
                  </a:lnTo>
                  <a:lnTo>
                    <a:pt x="0" y="491489"/>
                  </a:lnTo>
                  <a:lnTo>
                    <a:pt x="3810" y="491489"/>
                  </a:lnTo>
                  <a:lnTo>
                    <a:pt x="3810" y="486409"/>
                  </a:lnTo>
                  <a:close/>
                </a:path>
                <a:path w="3810" h="497839">
                  <a:moveTo>
                    <a:pt x="3810" y="480059"/>
                  </a:moveTo>
                  <a:lnTo>
                    <a:pt x="0" y="480059"/>
                  </a:lnTo>
                  <a:lnTo>
                    <a:pt x="0" y="485139"/>
                  </a:lnTo>
                  <a:lnTo>
                    <a:pt x="3810" y="485139"/>
                  </a:lnTo>
                  <a:lnTo>
                    <a:pt x="3810" y="480059"/>
                  </a:lnTo>
                  <a:close/>
                </a:path>
                <a:path w="3810" h="497839">
                  <a:moveTo>
                    <a:pt x="3810" y="473709"/>
                  </a:moveTo>
                  <a:lnTo>
                    <a:pt x="0" y="473709"/>
                  </a:lnTo>
                  <a:lnTo>
                    <a:pt x="0" y="478789"/>
                  </a:lnTo>
                  <a:lnTo>
                    <a:pt x="3810" y="478789"/>
                  </a:lnTo>
                  <a:lnTo>
                    <a:pt x="3810" y="473709"/>
                  </a:lnTo>
                  <a:close/>
                </a:path>
                <a:path w="3810" h="497839">
                  <a:moveTo>
                    <a:pt x="3810" y="467359"/>
                  </a:moveTo>
                  <a:lnTo>
                    <a:pt x="0" y="467359"/>
                  </a:lnTo>
                  <a:lnTo>
                    <a:pt x="0" y="472439"/>
                  </a:lnTo>
                  <a:lnTo>
                    <a:pt x="3810" y="472439"/>
                  </a:lnTo>
                  <a:lnTo>
                    <a:pt x="3810" y="467359"/>
                  </a:lnTo>
                  <a:close/>
                </a:path>
                <a:path w="3810" h="497839">
                  <a:moveTo>
                    <a:pt x="3810" y="461009"/>
                  </a:moveTo>
                  <a:lnTo>
                    <a:pt x="0" y="461009"/>
                  </a:lnTo>
                  <a:lnTo>
                    <a:pt x="0" y="466089"/>
                  </a:lnTo>
                  <a:lnTo>
                    <a:pt x="3810" y="466089"/>
                  </a:lnTo>
                  <a:lnTo>
                    <a:pt x="3810" y="461009"/>
                  </a:lnTo>
                  <a:close/>
                </a:path>
                <a:path w="3810" h="497839">
                  <a:moveTo>
                    <a:pt x="3810" y="454659"/>
                  </a:moveTo>
                  <a:lnTo>
                    <a:pt x="0" y="454659"/>
                  </a:lnTo>
                  <a:lnTo>
                    <a:pt x="0" y="459739"/>
                  </a:lnTo>
                  <a:lnTo>
                    <a:pt x="3810" y="459739"/>
                  </a:lnTo>
                  <a:lnTo>
                    <a:pt x="3810" y="454659"/>
                  </a:lnTo>
                  <a:close/>
                </a:path>
                <a:path w="3810" h="497839">
                  <a:moveTo>
                    <a:pt x="3810" y="448309"/>
                  </a:moveTo>
                  <a:lnTo>
                    <a:pt x="0" y="448309"/>
                  </a:lnTo>
                  <a:lnTo>
                    <a:pt x="0" y="453389"/>
                  </a:lnTo>
                  <a:lnTo>
                    <a:pt x="3810" y="453389"/>
                  </a:lnTo>
                  <a:lnTo>
                    <a:pt x="3810" y="448309"/>
                  </a:lnTo>
                  <a:close/>
                </a:path>
                <a:path w="3810" h="497839">
                  <a:moveTo>
                    <a:pt x="3810" y="441959"/>
                  </a:moveTo>
                  <a:lnTo>
                    <a:pt x="0" y="441959"/>
                  </a:lnTo>
                  <a:lnTo>
                    <a:pt x="0" y="447039"/>
                  </a:lnTo>
                  <a:lnTo>
                    <a:pt x="3810" y="447039"/>
                  </a:lnTo>
                  <a:lnTo>
                    <a:pt x="3810" y="441959"/>
                  </a:lnTo>
                  <a:close/>
                </a:path>
                <a:path w="3810" h="497839">
                  <a:moveTo>
                    <a:pt x="3810" y="435609"/>
                  </a:moveTo>
                  <a:lnTo>
                    <a:pt x="0" y="435609"/>
                  </a:lnTo>
                  <a:lnTo>
                    <a:pt x="0" y="440689"/>
                  </a:lnTo>
                  <a:lnTo>
                    <a:pt x="3810" y="440689"/>
                  </a:lnTo>
                  <a:lnTo>
                    <a:pt x="3810" y="435609"/>
                  </a:lnTo>
                  <a:close/>
                </a:path>
                <a:path w="3810" h="497839">
                  <a:moveTo>
                    <a:pt x="3810" y="429259"/>
                  </a:moveTo>
                  <a:lnTo>
                    <a:pt x="0" y="429259"/>
                  </a:lnTo>
                  <a:lnTo>
                    <a:pt x="0" y="434339"/>
                  </a:lnTo>
                  <a:lnTo>
                    <a:pt x="3810" y="434339"/>
                  </a:lnTo>
                  <a:lnTo>
                    <a:pt x="3810" y="429259"/>
                  </a:lnTo>
                  <a:close/>
                </a:path>
                <a:path w="3810" h="497839">
                  <a:moveTo>
                    <a:pt x="3810" y="422909"/>
                  </a:moveTo>
                  <a:lnTo>
                    <a:pt x="0" y="422909"/>
                  </a:lnTo>
                  <a:lnTo>
                    <a:pt x="0" y="427989"/>
                  </a:lnTo>
                  <a:lnTo>
                    <a:pt x="3810" y="427989"/>
                  </a:lnTo>
                  <a:lnTo>
                    <a:pt x="3810" y="422909"/>
                  </a:lnTo>
                  <a:close/>
                </a:path>
                <a:path w="3810" h="497839">
                  <a:moveTo>
                    <a:pt x="3810" y="416559"/>
                  </a:moveTo>
                  <a:lnTo>
                    <a:pt x="0" y="416559"/>
                  </a:lnTo>
                  <a:lnTo>
                    <a:pt x="0" y="421639"/>
                  </a:lnTo>
                  <a:lnTo>
                    <a:pt x="3810" y="421639"/>
                  </a:lnTo>
                  <a:lnTo>
                    <a:pt x="3810" y="416559"/>
                  </a:lnTo>
                  <a:close/>
                </a:path>
                <a:path w="3810" h="497839">
                  <a:moveTo>
                    <a:pt x="3810" y="410209"/>
                  </a:moveTo>
                  <a:lnTo>
                    <a:pt x="0" y="410209"/>
                  </a:lnTo>
                  <a:lnTo>
                    <a:pt x="0" y="415289"/>
                  </a:lnTo>
                  <a:lnTo>
                    <a:pt x="3810" y="415289"/>
                  </a:lnTo>
                  <a:lnTo>
                    <a:pt x="3810" y="410209"/>
                  </a:lnTo>
                  <a:close/>
                </a:path>
                <a:path w="3810" h="497839">
                  <a:moveTo>
                    <a:pt x="3810" y="403859"/>
                  </a:moveTo>
                  <a:lnTo>
                    <a:pt x="0" y="403859"/>
                  </a:lnTo>
                  <a:lnTo>
                    <a:pt x="0" y="408939"/>
                  </a:lnTo>
                  <a:lnTo>
                    <a:pt x="3810" y="408939"/>
                  </a:lnTo>
                  <a:lnTo>
                    <a:pt x="3810" y="403859"/>
                  </a:lnTo>
                  <a:close/>
                </a:path>
                <a:path w="3810" h="497839">
                  <a:moveTo>
                    <a:pt x="3810" y="16509"/>
                  </a:moveTo>
                  <a:lnTo>
                    <a:pt x="0" y="16509"/>
                  </a:lnTo>
                  <a:lnTo>
                    <a:pt x="0" y="402589"/>
                  </a:lnTo>
                  <a:lnTo>
                    <a:pt x="3810" y="402589"/>
                  </a:lnTo>
                  <a:lnTo>
                    <a:pt x="3810" y="16509"/>
                  </a:lnTo>
                  <a:close/>
                </a:path>
                <a:path w="3810" h="497839">
                  <a:moveTo>
                    <a:pt x="3810" y="10159"/>
                  </a:moveTo>
                  <a:lnTo>
                    <a:pt x="0" y="1015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0159"/>
                  </a:lnTo>
                  <a:close/>
                </a:path>
                <a:path w="3810" h="497839">
                  <a:moveTo>
                    <a:pt x="3810" y="3809"/>
                  </a:moveTo>
                  <a:lnTo>
                    <a:pt x="0" y="380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3809"/>
                  </a:lnTo>
                  <a:close/>
                </a:path>
                <a:path w="3810" h="497839">
                  <a:moveTo>
                    <a:pt x="253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C4B2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5" name="object 3375"/>
            <p:cNvSpPr/>
            <p:nvPr/>
          </p:nvSpPr>
          <p:spPr>
            <a:xfrm>
              <a:off x="5852159" y="2985769"/>
              <a:ext cx="3810" cy="497840"/>
            </a:xfrm>
            <a:custGeom>
              <a:avLst/>
              <a:gdLst/>
              <a:ahLst/>
              <a:cxnLst/>
              <a:rect l="l" t="t" r="r" b="b"/>
              <a:pathLst>
                <a:path w="3810" h="497839">
                  <a:moveTo>
                    <a:pt x="3810" y="496569"/>
                  </a:moveTo>
                  <a:lnTo>
                    <a:pt x="1269" y="496569"/>
                  </a:lnTo>
                  <a:lnTo>
                    <a:pt x="1269" y="497839"/>
                  </a:lnTo>
                  <a:lnTo>
                    <a:pt x="3810" y="497839"/>
                  </a:lnTo>
                  <a:lnTo>
                    <a:pt x="3810" y="496569"/>
                  </a:lnTo>
                  <a:close/>
                </a:path>
                <a:path w="3810" h="497839">
                  <a:moveTo>
                    <a:pt x="3810" y="490219"/>
                  </a:moveTo>
                  <a:lnTo>
                    <a:pt x="0" y="490219"/>
                  </a:lnTo>
                  <a:lnTo>
                    <a:pt x="0" y="495300"/>
                  </a:lnTo>
                  <a:lnTo>
                    <a:pt x="3810" y="495300"/>
                  </a:lnTo>
                  <a:lnTo>
                    <a:pt x="3810" y="490219"/>
                  </a:lnTo>
                  <a:close/>
                </a:path>
                <a:path w="3810" h="497839">
                  <a:moveTo>
                    <a:pt x="3810" y="483869"/>
                  </a:moveTo>
                  <a:lnTo>
                    <a:pt x="0" y="483869"/>
                  </a:lnTo>
                  <a:lnTo>
                    <a:pt x="0" y="488950"/>
                  </a:lnTo>
                  <a:lnTo>
                    <a:pt x="3810" y="488950"/>
                  </a:lnTo>
                  <a:lnTo>
                    <a:pt x="3810" y="483869"/>
                  </a:lnTo>
                  <a:close/>
                </a:path>
                <a:path w="3810" h="497839">
                  <a:moveTo>
                    <a:pt x="3810" y="477519"/>
                  </a:moveTo>
                  <a:lnTo>
                    <a:pt x="0" y="477519"/>
                  </a:lnTo>
                  <a:lnTo>
                    <a:pt x="0" y="482600"/>
                  </a:lnTo>
                  <a:lnTo>
                    <a:pt x="3810" y="482600"/>
                  </a:lnTo>
                  <a:lnTo>
                    <a:pt x="3810" y="477519"/>
                  </a:lnTo>
                  <a:close/>
                </a:path>
                <a:path w="3810" h="497839">
                  <a:moveTo>
                    <a:pt x="3810" y="471169"/>
                  </a:moveTo>
                  <a:lnTo>
                    <a:pt x="0" y="471169"/>
                  </a:lnTo>
                  <a:lnTo>
                    <a:pt x="0" y="476250"/>
                  </a:lnTo>
                  <a:lnTo>
                    <a:pt x="3810" y="476250"/>
                  </a:lnTo>
                  <a:lnTo>
                    <a:pt x="3810" y="471169"/>
                  </a:lnTo>
                  <a:close/>
                </a:path>
                <a:path w="3810" h="497839">
                  <a:moveTo>
                    <a:pt x="3810" y="464819"/>
                  </a:moveTo>
                  <a:lnTo>
                    <a:pt x="0" y="464819"/>
                  </a:lnTo>
                  <a:lnTo>
                    <a:pt x="0" y="469900"/>
                  </a:lnTo>
                  <a:lnTo>
                    <a:pt x="3810" y="469900"/>
                  </a:lnTo>
                  <a:lnTo>
                    <a:pt x="3810" y="464819"/>
                  </a:lnTo>
                  <a:close/>
                </a:path>
                <a:path w="3810" h="497839">
                  <a:moveTo>
                    <a:pt x="3810" y="458469"/>
                  </a:moveTo>
                  <a:lnTo>
                    <a:pt x="0" y="458469"/>
                  </a:lnTo>
                  <a:lnTo>
                    <a:pt x="0" y="463550"/>
                  </a:lnTo>
                  <a:lnTo>
                    <a:pt x="3810" y="463550"/>
                  </a:lnTo>
                  <a:lnTo>
                    <a:pt x="3810" y="458469"/>
                  </a:lnTo>
                  <a:close/>
                </a:path>
                <a:path w="3810" h="497839">
                  <a:moveTo>
                    <a:pt x="3810" y="452119"/>
                  </a:moveTo>
                  <a:lnTo>
                    <a:pt x="0" y="452119"/>
                  </a:lnTo>
                  <a:lnTo>
                    <a:pt x="0" y="457200"/>
                  </a:lnTo>
                  <a:lnTo>
                    <a:pt x="3810" y="457200"/>
                  </a:lnTo>
                  <a:lnTo>
                    <a:pt x="3810" y="452119"/>
                  </a:lnTo>
                  <a:close/>
                </a:path>
                <a:path w="3810" h="497839">
                  <a:moveTo>
                    <a:pt x="3810" y="445769"/>
                  </a:moveTo>
                  <a:lnTo>
                    <a:pt x="0" y="445769"/>
                  </a:lnTo>
                  <a:lnTo>
                    <a:pt x="0" y="450850"/>
                  </a:lnTo>
                  <a:lnTo>
                    <a:pt x="3810" y="450850"/>
                  </a:lnTo>
                  <a:lnTo>
                    <a:pt x="3810" y="445769"/>
                  </a:lnTo>
                  <a:close/>
                </a:path>
                <a:path w="3810" h="497839">
                  <a:moveTo>
                    <a:pt x="3810" y="439419"/>
                  </a:moveTo>
                  <a:lnTo>
                    <a:pt x="0" y="439419"/>
                  </a:lnTo>
                  <a:lnTo>
                    <a:pt x="0" y="444500"/>
                  </a:lnTo>
                  <a:lnTo>
                    <a:pt x="3810" y="444500"/>
                  </a:lnTo>
                  <a:lnTo>
                    <a:pt x="3810" y="439419"/>
                  </a:lnTo>
                  <a:close/>
                </a:path>
                <a:path w="3810" h="497839">
                  <a:moveTo>
                    <a:pt x="3810" y="433069"/>
                  </a:moveTo>
                  <a:lnTo>
                    <a:pt x="0" y="433069"/>
                  </a:lnTo>
                  <a:lnTo>
                    <a:pt x="0" y="438150"/>
                  </a:lnTo>
                  <a:lnTo>
                    <a:pt x="3810" y="438150"/>
                  </a:lnTo>
                  <a:lnTo>
                    <a:pt x="3810" y="433069"/>
                  </a:lnTo>
                  <a:close/>
                </a:path>
                <a:path w="3810" h="497839">
                  <a:moveTo>
                    <a:pt x="3810" y="426719"/>
                  </a:moveTo>
                  <a:lnTo>
                    <a:pt x="0" y="426719"/>
                  </a:lnTo>
                  <a:lnTo>
                    <a:pt x="0" y="431800"/>
                  </a:lnTo>
                  <a:lnTo>
                    <a:pt x="3810" y="431800"/>
                  </a:lnTo>
                  <a:lnTo>
                    <a:pt x="3810" y="426719"/>
                  </a:lnTo>
                  <a:close/>
                </a:path>
                <a:path w="3810" h="497839">
                  <a:moveTo>
                    <a:pt x="3810" y="420369"/>
                  </a:moveTo>
                  <a:lnTo>
                    <a:pt x="0" y="420369"/>
                  </a:lnTo>
                  <a:lnTo>
                    <a:pt x="0" y="425450"/>
                  </a:lnTo>
                  <a:lnTo>
                    <a:pt x="3810" y="425450"/>
                  </a:lnTo>
                  <a:lnTo>
                    <a:pt x="3810" y="420369"/>
                  </a:lnTo>
                  <a:close/>
                </a:path>
                <a:path w="3810" h="497839">
                  <a:moveTo>
                    <a:pt x="3810" y="414019"/>
                  </a:moveTo>
                  <a:lnTo>
                    <a:pt x="0" y="414019"/>
                  </a:lnTo>
                  <a:lnTo>
                    <a:pt x="0" y="419100"/>
                  </a:lnTo>
                  <a:lnTo>
                    <a:pt x="3810" y="419100"/>
                  </a:lnTo>
                  <a:lnTo>
                    <a:pt x="3810" y="414019"/>
                  </a:lnTo>
                  <a:close/>
                </a:path>
                <a:path w="3810" h="497839">
                  <a:moveTo>
                    <a:pt x="3810" y="407669"/>
                  </a:moveTo>
                  <a:lnTo>
                    <a:pt x="0" y="407669"/>
                  </a:lnTo>
                  <a:lnTo>
                    <a:pt x="0" y="412750"/>
                  </a:lnTo>
                  <a:lnTo>
                    <a:pt x="3810" y="412750"/>
                  </a:lnTo>
                  <a:lnTo>
                    <a:pt x="3810" y="407669"/>
                  </a:lnTo>
                  <a:close/>
                </a:path>
                <a:path w="3810" h="497839">
                  <a:moveTo>
                    <a:pt x="3810" y="401319"/>
                  </a:moveTo>
                  <a:lnTo>
                    <a:pt x="0" y="401319"/>
                  </a:lnTo>
                  <a:lnTo>
                    <a:pt x="0" y="406400"/>
                  </a:lnTo>
                  <a:lnTo>
                    <a:pt x="3810" y="406400"/>
                  </a:lnTo>
                  <a:lnTo>
                    <a:pt x="3810" y="401319"/>
                  </a:lnTo>
                  <a:close/>
                </a:path>
                <a:path w="3810" h="497839">
                  <a:moveTo>
                    <a:pt x="3810" y="13969"/>
                  </a:moveTo>
                  <a:lnTo>
                    <a:pt x="0" y="13969"/>
                  </a:lnTo>
                  <a:lnTo>
                    <a:pt x="0" y="400050"/>
                  </a:lnTo>
                  <a:lnTo>
                    <a:pt x="3810" y="400050"/>
                  </a:lnTo>
                  <a:lnTo>
                    <a:pt x="3810" y="13969"/>
                  </a:lnTo>
                  <a:close/>
                </a:path>
                <a:path w="3810" h="497839">
                  <a:moveTo>
                    <a:pt x="3810" y="7619"/>
                  </a:moveTo>
                  <a:lnTo>
                    <a:pt x="0" y="7619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7619"/>
                  </a:lnTo>
                  <a:close/>
                </a:path>
                <a:path w="3810" h="497839">
                  <a:moveTo>
                    <a:pt x="2539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C3B1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6" name="object 3376"/>
            <p:cNvSpPr/>
            <p:nvPr/>
          </p:nvSpPr>
          <p:spPr>
            <a:xfrm>
              <a:off x="5855969" y="2987040"/>
              <a:ext cx="3810" cy="496570"/>
            </a:xfrm>
            <a:custGeom>
              <a:avLst/>
              <a:gdLst/>
              <a:ahLst/>
              <a:cxnLst/>
              <a:rect l="l" t="t" r="r" b="b"/>
              <a:pathLst>
                <a:path w="3810" h="496570">
                  <a:moveTo>
                    <a:pt x="3809" y="495300"/>
                  </a:moveTo>
                  <a:lnTo>
                    <a:pt x="0" y="495300"/>
                  </a:lnTo>
                  <a:lnTo>
                    <a:pt x="0" y="496570"/>
                  </a:lnTo>
                  <a:lnTo>
                    <a:pt x="3809" y="496570"/>
                  </a:lnTo>
                  <a:lnTo>
                    <a:pt x="3809" y="495300"/>
                  </a:lnTo>
                  <a:close/>
                </a:path>
                <a:path w="3810" h="496570">
                  <a:moveTo>
                    <a:pt x="3809" y="488950"/>
                  </a:moveTo>
                  <a:lnTo>
                    <a:pt x="0" y="488950"/>
                  </a:lnTo>
                  <a:lnTo>
                    <a:pt x="0" y="494030"/>
                  </a:lnTo>
                  <a:lnTo>
                    <a:pt x="3809" y="494030"/>
                  </a:lnTo>
                  <a:lnTo>
                    <a:pt x="3809" y="488950"/>
                  </a:lnTo>
                  <a:close/>
                </a:path>
                <a:path w="3810" h="496570">
                  <a:moveTo>
                    <a:pt x="3809" y="482600"/>
                  </a:moveTo>
                  <a:lnTo>
                    <a:pt x="0" y="482600"/>
                  </a:lnTo>
                  <a:lnTo>
                    <a:pt x="0" y="487680"/>
                  </a:lnTo>
                  <a:lnTo>
                    <a:pt x="3809" y="487680"/>
                  </a:lnTo>
                  <a:lnTo>
                    <a:pt x="3809" y="482600"/>
                  </a:lnTo>
                  <a:close/>
                </a:path>
                <a:path w="3810" h="496570">
                  <a:moveTo>
                    <a:pt x="3809" y="476250"/>
                  </a:moveTo>
                  <a:lnTo>
                    <a:pt x="0" y="476250"/>
                  </a:lnTo>
                  <a:lnTo>
                    <a:pt x="0" y="481330"/>
                  </a:lnTo>
                  <a:lnTo>
                    <a:pt x="3809" y="481330"/>
                  </a:lnTo>
                  <a:lnTo>
                    <a:pt x="3809" y="476250"/>
                  </a:lnTo>
                  <a:close/>
                </a:path>
                <a:path w="3810" h="496570">
                  <a:moveTo>
                    <a:pt x="3809" y="469900"/>
                  </a:moveTo>
                  <a:lnTo>
                    <a:pt x="0" y="469900"/>
                  </a:lnTo>
                  <a:lnTo>
                    <a:pt x="0" y="474980"/>
                  </a:lnTo>
                  <a:lnTo>
                    <a:pt x="3809" y="474980"/>
                  </a:lnTo>
                  <a:lnTo>
                    <a:pt x="3809" y="469900"/>
                  </a:lnTo>
                  <a:close/>
                </a:path>
                <a:path w="3810" h="496570">
                  <a:moveTo>
                    <a:pt x="3809" y="463550"/>
                  </a:moveTo>
                  <a:lnTo>
                    <a:pt x="0" y="463550"/>
                  </a:lnTo>
                  <a:lnTo>
                    <a:pt x="0" y="468630"/>
                  </a:lnTo>
                  <a:lnTo>
                    <a:pt x="3809" y="468630"/>
                  </a:lnTo>
                  <a:lnTo>
                    <a:pt x="3809" y="463550"/>
                  </a:lnTo>
                  <a:close/>
                </a:path>
                <a:path w="3810" h="496570">
                  <a:moveTo>
                    <a:pt x="3809" y="457200"/>
                  </a:moveTo>
                  <a:lnTo>
                    <a:pt x="0" y="457200"/>
                  </a:lnTo>
                  <a:lnTo>
                    <a:pt x="0" y="462280"/>
                  </a:lnTo>
                  <a:lnTo>
                    <a:pt x="3809" y="462280"/>
                  </a:lnTo>
                  <a:lnTo>
                    <a:pt x="3809" y="457200"/>
                  </a:lnTo>
                  <a:close/>
                </a:path>
                <a:path w="3810" h="496570">
                  <a:moveTo>
                    <a:pt x="3809" y="450850"/>
                  </a:moveTo>
                  <a:lnTo>
                    <a:pt x="0" y="450850"/>
                  </a:lnTo>
                  <a:lnTo>
                    <a:pt x="0" y="455930"/>
                  </a:lnTo>
                  <a:lnTo>
                    <a:pt x="3809" y="455930"/>
                  </a:lnTo>
                  <a:lnTo>
                    <a:pt x="3809" y="450850"/>
                  </a:lnTo>
                  <a:close/>
                </a:path>
                <a:path w="3810" h="496570">
                  <a:moveTo>
                    <a:pt x="3809" y="444500"/>
                  </a:moveTo>
                  <a:lnTo>
                    <a:pt x="0" y="444500"/>
                  </a:lnTo>
                  <a:lnTo>
                    <a:pt x="0" y="449580"/>
                  </a:lnTo>
                  <a:lnTo>
                    <a:pt x="3809" y="449580"/>
                  </a:lnTo>
                  <a:lnTo>
                    <a:pt x="3809" y="444500"/>
                  </a:lnTo>
                  <a:close/>
                </a:path>
                <a:path w="3810" h="496570">
                  <a:moveTo>
                    <a:pt x="3809" y="438150"/>
                  </a:moveTo>
                  <a:lnTo>
                    <a:pt x="0" y="438150"/>
                  </a:lnTo>
                  <a:lnTo>
                    <a:pt x="0" y="443230"/>
                  </a:lnTo>
                  <a:lnTo>
                    <a:pt x="3809" y="443230"/>
                  </a:lnTo>
                  <a:lnTo>
                    <a:pt x="3809" y="438150"/>
                  </a:lnTo>
                  <a:close/>
                </a:path>
                <a:path w="3810" h="496570">
                  <a:moveTo>
                    <a:pt x="3809" y="431800"/>
                  </a:moveTo>
                  <a:lnTo>
                    <a:pt x="0" y="431800"/>
                  </a:lnTo>
                  <a:lnTo>
                    <a:pt x="0" y="436880"/>
                  </a:lnTo>
                  <a:lnTo>
                    <a:pt x="3809" y="436880"/>
                  </a:lnTo>
                  <a:lnTo>
                    <a:pt x="3809" y="431800"/>
                  </a:lnTo>
                  <a:close/>
                </a:path>
                <a:path w="3810" h="496570">
                  <a:moveTo>
                    <a:pt x="3809" y="425450"/>
                  </a:moveTo>
                  <a:lnTo>
                    <a:pt x="0" y="425450"/>
                  </a:lnTo>
                  <a:lnTo>
                    <a:pt x="0" y="430530"/>
                  </a:lnTo>
                  <a:lnTo>
                    <a:pt x="3809" y="430530"/>
                  </a:lnTo>
                  <a:lnTo>
                    <a:pt x="3809" y="425450"/>
                  </a:lnTo>
                  <a:close/>
                </a:path>
                <a:path w="3810" h="496570">
                  <a:moveTo>
                    <a:pt x="3809" y="419100"/>
                  </a:moveTo>
                  <a:lnTo>
                    <a:pt x="0" y="419100"/>
                  </a:lnTo>
                  <a:lnTo>
                    <a:pt x="0" y="424180"/>
                  </a:lnTo>
                  <a:lnTo>
                    <a:pt x="3809" y="424180"/>
                  </a:lnTo>
                  <a:lnTo>
                    <a:pt x="3809" y="419100"/>
                  </a:lnTo>
                  <a:close/>
                </a:path>
                <a:path w="3810" h="496570">
                  <a:moveTo>
                    <a:pt x="3809" y="412750"/>
                  </a:moveTo>
                  <a:lnTo>
                    <a:pt x="0" y="412750"/>
                  </a:lnTo>
                  <a:lnTo>
                    <a:pt x="0" y="417830"/>
                  </a:lnTo>
                  <a:lnTo>
                    <a:pt x="3809" y="417830"/>
                  </a:lnTo>
                  <a:lnTo>
                    <a:pt x="3809" y="412750"/>
                  </a:lnTo>
                  <a:close/>
                </a:path>
                <a:path w="3810" h="496570">
                  <a:moveTo>
                    <a:pt x="3809" y="406400"/>
                  </a:moveTo>
                  <a:lnTo>
                    <a:pt x="0" y="406400"/>
                  </a:lnTo>
                  <a:lnTo>
                    <a:pt x="0" y="411480"/>
                  </a:lnTo>
                  <a:lnTo>
                    <a:pt x="3809" y="411480"/>
                  </a:lnTo>
                  <a:lnTo>
                    <a:pt x="3809" y="406400"/>
                  </a:lnTo>
                  <a:close/>
                </a:path>
                <a:path w="3810" h="496570">
                  <a:moveTo>
                    <a:pt x="3809" y="400050"/>
                  </a:moveTo>
                  <a:lnTo>
                    <a:pt x="0" y="400050"/>
                  </a:lnTo>
                  <a:lnTo>
                    <a:pt x="0" y="405130"/>
                  </a:lnTo>
                  <a:lnTo>
                    <a:pt x="3809" y="405130"/>
                  </a:lnTo>
                  <a:lnTo>
                    <a:pt x="3809" y="400050"/>
                  </a:lnTo>
                  <a:close/>
                </a:path>
                <a:path w="3810" h="496570">
                  <a:moveTo>
                    <a:pt x="3809" y="12700"/>
                  </a:moveTo>
                  <a:lnTo>
                    <a:pt x="0" y="12700"/>
                  </a:lnTo>
                  <a:lnTo>
                    <a:pt x="0" y="398780"/>
                  </a:lnTo>
                  <a:lnTo>
                    <a:pt x="3809" y="398780"/>
                  </a:lnTo>
                  <a:lnTo>
                    <a:pt x="3809" y="12700"/>
                  </a:lnTo>
                  <a:close/>
                </a:path>
                <a:path w="3810" h="496570">
                  <a:moveTo>
                    <a:pt x="3809" y="6350"/>
                  </a:moveTo>
                  <a:lnTo>
                    <a:pt x="0" y="635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6350"/>
                  </a:lnTo>
                  <a:close/>
                </a:path>
                <a:path w="3810" h="496570">
                  <a:moveTo>
                    <a:pt x="1269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2540"/>
                  </a:lnTo>
                  <a:lnTo>
                    <a:pt x="2539" y="2540"/>
                  </a:lnTo>
                  <a:lnTo>
                    <a:pt x="2539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C2B0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7" name="object 3377"/>
            <p:cNvSpPr/>
            <p:nvPr/>
          </p:nvSpPr>
          <p:spPr>
            <a:xfrm>
              <a:off x="5859780" y="2989580"/>
              <a:ext cx="3810" cy="495300"/>
            </a:xfrm>
            <a:custGeom>
              <a:avLst/>
              <a:gdLst/>
              <a:ahLst/>
              <a:cxnLst/>
              <a:rect l="l" t="t" r="r" b="b"/>
              <a:pathLst>
                <a:path w="3810" h="495300">
                  <a:moveTo>
                    <a:pt x="3810" y="492759"/>
                  </a:moveTo>
                  <a:lnTo>
                    <a:pt x="0" y="492759"/>
                  </a:lnTo>
                  <a:lnTo>
                    <a:pt x="0" y="494029"/>
                  </a:lnTo>
                  <a:lnTo>
                    <a:pt x="1270" y="494029"/>
                  </a:lnTo>
                  <a:lnTo>
                    <a:pt x="1270" y="495300"/>
                  </a:lnTo>
                  <a:lnTo>
                    <a:pt x="3810" y="495300"/>
                  </a:lnTo>
                  <a:lnTo>
                    <a:pt x="3810" y="492759"/>
                  </a:lnTo>
                  <a:close/>
                </a:path>
                <a:path w="3810" h="495300">
                  <a:moveTo>
                    <a:pt x="3810" y="486409"/>
                  </a:moveTo>
                  <a:lnTo>
                    <a:pt x="0" y="486409"/>
                  </a:lnTo>
                  <a:lnTo>
                    <a:pt x="0" y="491489"/>
                  </a:lnTo>
                  <a:lnTo>
                    <a:pt x="3810" y="491489"/>
                  </a:lnTo>
                  <a:lnTo>
                    <a:pt x="3810" y="486409"/>
                  </a:lnTo>
                  <a:close/>
                </a:path>
                <a:path w="3810" h="495300">
                  <a:moveTo>
                    <a:pt x="3810" y="480059"/>
                  </a:moveTo>
                  <a:lnTo>
                    <a:pt x="0" y="480059"/>
                  </a:lnTo>
                  <a:lnTo>
                    <a:pt x="0" y="485139"/>
                  </a:lnTo>
                  <a:lnTo>
                    <a:pt x="3810" y="485139"/>
                  </a:lnTo>
                  <a:lnTo>
                    <a:pt x="3810" y="480059"/>
                  </a:lnTo>
                  <a:close/>
                </a:path>
                <a:path w="3810" h="495300">
                  <a:moveTo>
                    <a:pt x="3810" y="473709"/>
                  </a:moveTo>
                  <a:lnTo>
                    <a:pt x="0" y="473709"/>
                  </a:lnTo>
                  <a:lnTo>
                    <a:pt x="0" y="478789"/>
                  </a:lnTo>
                  <a:lnTo>
                    <a:pt x="3810" y="478789"/>
                  </a:lnTo>
                  <a:lnTo>
                    <a:pt x="3810" y="473709"/>
                  </a:lnTo>
                  <a:close/>
                </a:path>
                <a:path w="3810" h="495300">
                  <a:moveTo>
                    <a:pt x="3810" y="467359"/>
                  </a:moveTo>
                  <a:lnTo>
                    <a:pt x="0" y="467359"/>
                  </a:lnTo>
                  <a:lnTo>
                    <a:pt x="0" y="472439"/>
                  </a:lnTo>
                  <a:lnTo>
                    <a:pt x="3810" y="472439"/>
                  </a:lnTo>
                  <a:lnTo>
                    <a:pt x="3810" y="467359"/>
                  </a:lnTo>
                  <a:close/>
                </a:path>
                <a:path w="3810" h="495300">
                  <a:moveTo>
                    <a:pt x="3810" y="461009"/>
                  </a:moveTo>
                  <a:lnTo>
                    <a:pt x="0" y="461009"/>
                  </a:lnTo>
                  <a:lnTo>
                    <a:pt x="0" y="466089"/>
                  </a:lnTo>
                  <a:lnTo>
                    <a:pt x="3810" y="466089"/>
                  </a:lnTo>
                  <a:lnTo>
                    <a:pt x="3810" y="461009"/>
                  </a:lnTo>
                  <a:close/>
                </a:path>
                <a:path w="3810" h="495300">
                  <a:moveTo>
                    <a:pt x="3810" y="454659"/>
                  </a:moveTo>
                  <a:lnTo>
                    <a:pt x="0" y="454659"/>
                  </a:lnTo>
                  <a:lnTo>
                    <a:pt x="0" y="459739"/>
                  </a:lnTo>
                  <a:lnTo>
                    <a:pt x="3810" y="459739"/>
                  </a:lnTo>
                  <a:lnTo>
                    <a:pt x="3810" y="454659"/>
                  </a:lnTo>
                  <a:close/>
                </a:path>
                <a:path w="3810" h="495300">
                  <a:moveTo>
                    <a:pt x="3810" y="448309"/>
                  </a:moveTo>
                  <a:lnTo>
                    <a:pt x="0" y="448309"/>
                  </a:lnTo>
                  <a:lnTo>
                    <a:pt x="0" y="453389"/>
                  </a:lnTo>
                  <a:lnTo>
                    <a:pt x="3810" y="453389"/>
                  </a:lnTo>
                  <a:lnTo>
                    <a:pt x="3810" y="448309"/>
                  </a:lnTo>
                  <a:close/>
                </a:path>
                <a:path w="3810" h="495300">
                  <a:moveTo>
                    <a:pt x="3810" y="441959"/>
                  </a:moveTo>
                  <a:lnTo>
                    <a:pt x="0" y="441959"/>
                  </a:lnTo>
                  <a:lnTo>
                    <a:pt x="0" y="447039"/>
                  </a:lnTo>
                  <a:lnTo>
                    <a:pt x="3810" y="447039"/>
                  </a:lnTo>
                  <a:lnTo>
                    <a:pt x="3810" y="441959"/>
                  </a:lnTo>
                  <a:close/>
                </a:path>
                <a:path w="3810" h="495300">
                  <a:moveTo>
                    <a:pt x="3810" y="435609"/>
                  </a:moveTo>
                  <a:lnTo>
                    <a:pt x="0" y="435609"/>
                  </a:lnTo>
                  <a:lnTo>
                    <a:pt x="0" y="440689"/>
                  </a:lnTo>
                  <a:lnTo>
                    <a:pt x="3810" y="440689"/>
                  </a:lnTo>
                  <a:lnTo>
                    <a:pt x="3810" y="435609"/>
                  </a:lnTo>
                  <a:close/>
                </a:path>
                <a:path w="3810" h="495300">
                  <a:moveTo>
                    <a:pt x="3810" y="429259"/>
                  </a:moveTo>
                  <a:lnTo>
                    <a:pt x="0" y="429259"/>
                  </a:lnTo>
                  <a:lnTo>
                    <a:pt x="0" y="434339"/>
                  </a:lnTo>
                  <a:lnTo>
                    <a:pt x="3810" y="434339"/>
                  </a:lnTo>
                  <a:lnTo>
                    <a:pt x="3810" y="429259"/>
                  </a:lnTo>
                  <a:close/>
                </a:path>
                <a:path w="3810" h="495300">
                  <a:moveTo>
                    <a:pt x="3810" y="422909"/>
                  </a:moveTo>
                  <a:lnTo>
                    <a:pt x="0" y="422909"/>
                  </a:lnTo>
                  <a:lnTo>
                    <a:pt x="0" y="427989"/>
                  </a:lnTo>
                  <a:lnTo>
                    <a:pt x="3810" y="427989"/>
                  </a:lnTo>
                  <a:lnTo>
                    <a:pt x="3810" y="422909"/>
                  </a:lnTo>
                  <a:close/>
                </a:path>
                <a:path w="3810" h="495300">
                  <a:moveTo>
                    <a:pt x="3810" y="416559"/>
                  </a:moveTo>
                  <a:lnTo>
                    <a:pt x="0" y="416559"/>
                  </a:lnTo>
                  <a:lnTo>
                    <a:pt x="0" y="421639"/>
                  </a:lnTo>
                  <a:lnTo>
                    <a:pt x="3810" y="421639"/>
                  </a:lnTo>
                  <a:lnTo>
                    <a:pt x="3810" y="416559"/>
                  </a:lnTo>
                  <a:close/>
                </a:path>
                <a:path w="3810" h="495300">
                  <a:moveTo>
                    <a:pt x="3810" y="410209"/>
                  </a:moveTo>
                  <a:lnTo>
                    <a:pt x="0" y="410209"/>
                  </a:lnTo>
                  <a:lnTo>
                    <a:pt x="0" y="415289"/>
                  </a:lnTo>
                  <a:lnTo>
                    <a:pt x="3810" y="415289"/>
                  </a:lnTo>
                  <a:lnTo>
                    <a:pt x="3810" y="410209"/>
                  </a:lnTo>
                  <a:close/>
                </a:path>
                <a:path w="3810" h="495300">
                  <a:moveTo>
                    <a:pt x="3810" y="403859"/>
                  </a:moveTo>
                  <a:lnTo>
                    <a:pt x="0" y="403859"/>
                  </a:lnTo>
                  <a:lnTo>
                    <a:pt x="0" y="408939"/>
                  </a:lnTo>
                  <a:lnTo>
                    <a:pt x="3810" y="408939"/>
                  </a:lnTo>
                  <a:lnTo>
                    <a:pt x="3810" y="403859"/>
                  </a:lnTo>
                  <a:close/>
                </a:path>
                <a:path w="3810" h="495300">
                  <a:moveTo>
                    <a:pt x="3810" y="397509"/>
                  </a:moveTo>
                  <a:lnTo>
                    <a:pt x="0" y="397509"/>
                  </a:lnTo>
                  <a:lnTo>
                    <a:pt x="0" y="402589"/>
                  </a:lnTo>
                  <a:lnTo>
                    <a:pt x="3810" y="402589"/>
                  </a:lnTo>
                  <a:lnTo>
                    <a:pt x="3810" y="397509"/>
                  </a:lnTo>
                  <a:close/>
                </a:path>
                <a:path w="3810" h="495300">
                  <a:moveTo>
                    <a:pt x="3810" y="10159"/>
                  </a:moveTo>
                  <a:lnTo>
                    <a:pt x="0" y="10159"/>
                  </a:lnTo>
                  <a:lnTo>
                    <a:pt x="0" y="396239"/>
                  </a:lnTo>
                  <a:lnTo>
                    <a:pt x="3810" y="396239"/>
                  </a:lnTo>
                  <a:lnTo>
                    <a:pt x="3810" y="10159"/>
                  </a:lnTo>
                  <a:close/>
                </a:path>
                <a:path w="3810" h="495300">
                  <a:moveTo>
                    <a:pt x="3810" y="3809"/>
                  </a:moveTo>
                  <a:lnTo>
                    <a:pt x="0" y="380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3809"/>
                  </a:lnTo>
                  <a:close/>
                </a:path>
                <a:path w="3810" h="495300">
                  <a:moveTo>
                    <a:pt x="127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C2AF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8" name="object 3378"/>
            <p:cNvSpPr/>
            <p:nvPr/>
          </p:nvSpPr>
          <p:spPr>
            <a:xfrm>
              <a:off x="5863590" y="2992119"/>
              <a:ext cx="2540" cy="492759"/>
            </a:xfrm>
            <a:custGeom>
              <a:avLst/>
              <a:gdLst/>
              <a:ahLst/>
              <a:cxnLst/>
              <a:rect l="l" t="t" r="r" b="b"/>
              <a:pathLst>
                <a:path w="2539" h="492760">
                  <a:moveTo>
                    <a:pt x="2539" y="490219"/>
                  </a:moveTo>
                  <a:lnTo>
                    <a:pt x="0" y="490219"/>
                  </a:lnTo>
                  <a:lnTo>
                    <a:pt x="0" y="492760"/>
                  </a:lnTo>
                  <a:lnTo>
                    <a:pt x="2539" y="492760"/>
                  </a:lnTo>
                  <a:lnTo>
                    <a:pt x="2539" y="490219"/>
                  </a:lnTo>
                  <a:close/>
                </a:path>
                <a:path w="2539" h="492760">
                  <a:moveTo>
                    <a:pt x="2539" y="483869"/>
                  </a:moveTo>
                  <a:lnTo>
                    <a:pt x="0" y="483869"/>
                  </a:lnTo>
                  <a:lnTo>
                    <a:pt x="0" y="488950"/>
                  </a:lnTo>
                  <a:lnTo>
                    <a:pt x="2539" y="488950"/>
                  </a:lnTo>
                  <a:lnTo>
                    <a:pt x="2539" y="483869"/>
                  </a:lnTo>
                  <a:close/>
                </a:path>
                <a:path w="2539" h="492760">
                  <a:moveTo>
                    <a:pt x="2539" y="477519"/>
                  </a:moveTo>
                  <a:lnTo>
                    <a:pt x="0" y="477519"/>
                  </a:lnTo>
                  <a:lnTo>
                    <a:pt x="0" y="482600"/>
                  </a:lnTo>
                  <a:lnTo>
                    <a:pt x="2539" y="482600"/>
                  </a:lnTo>
                  <a:lnTo>
                    <a:pt x="2539" y="477519"/>
                  </a:lnTo>
                  <a:close/>
                </a:path>
                <a:path w="2539" h="492760">
                  <a:moveTo>
                    <a:pt x="2539" y="471169"/>
                  </a:moveTo>
                  <a:lnTo>
                    <a:pt x="0" y="471169"/>
                  </a:lnTo>
                  <a:lnTo>
                    <a:pt x="0" y="476250"/>
                  </a:lnTo>
                  <a:lnTo>
                    <a:pt x="2539" y="476250"/>
                  </a:lnTo>
                  <a:lnTo>
                    <a:pt x="2539" y="471169"/>
                  </a:lnTo>
                  <a:close/>
                </a:path>
                <a:path w="2539" h="492760">
                  <a:moveTo>
                    <a:pt x="2539" y="464819"/>
                  </a:moveTo>
                  <a:lnTo>
                    <a:pt x="0" y="464819"/>
                  </a:lnTo>
                  <a:lnTo>
                    <a:pt x="0" y="469900"/>
                  </a:lnTo>
                  <a:lnTo>
                    <a:pt x="2539" y="469900"/>
                  </a:lnTo>
                  <a:lnTo>
                    <a:pt x="2539" y="464819"/>
                  </a:lnTo>
                  <a:close/>
                </a:path>
                <a:path w="2539" h="492760">
                  <a:moveTo>
                    <a:pt x="2539" y="458469"/>
                  </a:moveTo>
                  <a:lnTo>
                    <a:pt x="0" y="458469"/>
                  </a:lnTo>
                  <a:lnTo>
                    <a:pt x="0" y="463550"/>
                  </a:lnTo>
                  <a:lnTo>
                    <a:pt x="2539" y="463550"/>
                  </a:lnTo>
                  <a:lnTo>
                    <a:pt x="2539" y="458469"/>
                  </a:lnTo>
                  <a:close/>
                </a:path>
                <a:path w="2539" h="492760">
                  <a:moveTo>
                    <a:pt x="2539" y="452119"/>
                  </a:moveTo>
                  <a:lnTo>
                    <a:pt x="0" y="452119"/>
                  </a:lnTo>
                  <a:lnTo>
                    <a:pt x="0" y="457200"/>
                  </a:lnTo>
                  <a:lnTo>
                    <a:pt x="2539" y="457200"/>
                  </a:lnTo>
                  <a:lnTo>
                    <a:pt x="2539" y="452119"/>
                  </a:lnTo>
                  <a:close/>
                </a:path>
                <a:path w="2539" h="492760">
                  <a:moveTo>
                    <a:pt x="2539" y="445769"/>
                  </a:moveTo>
                  <a:lnTo>
                    <a:pt x="0" y="445769"/>
                  </a:lnTo>
                  <a:lnTo>
                    <a:pt x="0" y="450850"/>
                  </a:lnTo>
                  <a:lnTo>
                    <a:pt x="2539" y="450850"/>
                  </a:lnTo>
                  <a:lnTo>
                    <a:pt x="2539" y="445769"/>
                  </a:lnTo>
                  <a:close/>
                </a:path>
                <a:path w="2539" h="492760">
                  <a:moveTo>
                    <a:pt x="2539" y="439419"/>
                  </a:moveTo>
                  <a:lnTo>
                    <a:pt x="0" y="439419"/>
                  </a:lnTo>
                  <a:lnTo>
                    <a:pt x="0" y="444500"/>
                  </a:lnTo>
                  <a:lnTo>
                    <a:pt x="2539" y="444500"/>
                  </a:lnTo>
                  <a:lnTo>
                    <a:pt x="2539" y="439419"/>
                  </a:lnTo>
                  <a:close/>
                </a:path>
                <a:path w="2539" h="492760">
                  <a:moveTo>
                    <a:pt x="2539" y="433069"/>
                  </a:moveTo>
                  <a:lnTo>
                    <a:pt x="0" y="433069"/>
                  </a:lnTo>
                  <a:lnTo>
                    <a:pt x="0" y="438150"/>
                  </a:lnTo>
                  <a:lnTo>
                    <a:pt x="2539" y="438150"/>
                  </a:lnTo>
                  <a:lnTo>
                    <a:pt x="2539" y="433069"/>
                  </a:lnTo>
                  <a:close/>
                </a:path>
                <a:path w="2539" h="492760">
                  <a:moveTo>
                    <a:pt x="2539" y="426719"/>
                  </a:moveTo>
                  <a:lnTo>
                    <a:pt x="0" y="426719"/>
                  </a:lnTo>
                  <a:lnTo>
                    <a:pt x="0" y="431800"/>
                  </a:lnTo>
                  <a:lnTo>
                    <a:pt x="2539" y="431800"/>
                  </a:lnTo>
                  <a:lnTo>
                    <a:pt x="2539" y="426719"/>
                  </a:lnTo>
                  <a:close/>
                </a:path>
                <a:path w="2539" h="492760">
                  <a:moveTo>
                    <a:pt x="2539" y="420369"/>
                  </a:moveTo>
                  <a:lnTo>
                    <a:pt x="0" y="420369"/>
                  </a:lnTo>
                  <a:lnTo>
                    <a:pt x="0" y="425450"/>
                  </a:lnTo>
                  <a:lnTo>
                    <a:pt x="2539" y="425450"/>
                  </a:lnTo>
                  <a:lnTo>
                    <a:pt x="2539" y="420369"/>
                  </a:lnTo>
                  <a:close/>
                </a:path>
                <a:path w="2539" h="492760">
                  <a:moveTo>
                    <a:pt x="2539" y="414019"/>
                  </a:moveTo>
                  <a:lnTo>
                    <a:pt x="0" y="414019"/>
                  </a:lnTo>
                  <a:lnTo>
                    <a:pt x="0" y="419100"/>
                  </a:lnTo>
                  <a:lnTo>
                    <a:pt x="2539" y="419100"/>
                  </a:lnTo>
                  <a:lnTo>
                    <a:pt x="2539" y="414019"/>
                  </a:lnTo>
                  <a:close/>
                </a:path>
                <a:path w="2539" h="492760">
                  <a:moveTo>
                    <a:pt x="2539" y="407669"/>
                  </a:moveTo>
                  <a:lnTo>
                    <a:pt x="0" y="407669"/>
                  </a:lnTo>
                  <a:lnTo>
                    <a:pt x="0" y="412750"/>
                  </a:lnTo>
                  <a:lnTo>
                    <a:pt x="2539" y="412750"/>
                  </a:lnTo>
                  <a:lnTo>
                    <a:pt x="2539" y="407669"/>
                  </a:lnTo>
                  <a:close/>
                </a:path>
                <a:path w="2539" h="492760">
                  <a:moveTo>
                    <a:pt x="2539" y="401319"/>
                  </a:moveTo>
                  <a:lnTo>
                    <a:pt x="0" y="401319"/>
                  </a:lnTo>
                  <a:lnTo>
                    <a:pt x="0" y="406400"/>
                  </a:lnTo>
                  <a:lnTo>
                    <a:pt x="2539" y="406400"/>
                  </a:lnTo>
                  <a:lnTo>
                    <a:pt x="2539" y="401319"/>
                  </a:lnTo>
                  <a:close/>
                </a:path>
                <a:path w="2539" h="492760">
                  <a:moveTo>
                    <a:pt x="2539" y="394969"/>
                  </a:moveTo>
                  <a:lnTo>
                    <a:pt x="0" y="394969"/>
                  </a:lnTo>
                  <a:lnTo>
                    <a:pt x="0" y="400050"/>
                  </a:lnTo>
                  <a:lnTo>
                    <a:pt x="2539" y="400050"/>
                  </a:lnTo>
                  <a:lnTo>
                    <a:pt x="2539" y="394969"/>
                  </a:lnTo>
                  <a:close/>
                </a:path>
                <a:path w="2539" h="492760">
                  <a:moveTo>
                    <a:pt x="2539" y="7619"/>
                  </a:moveTo>
                  <a:lnTo>
                    <a:pt x="0" y="7619"/>
                  </a:lnTo>
                  <a:lnTo>
                    <a:pt x="0" y="393700"/>
                  </a:lnTo>
                  <a:lnTo>
                    <a:pt x="2539" y="393700"/>
                  </a:lnTo>
                  <a:lnTo>
                    <a:pt x="2539" y="7619"/>
                  </a:lnTo>
                  <a:close/>
                </a:path>
                <a:path w="2539" h="492760">
                  <a:moveTo>
                    <a:pt x="1270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2539" y="6350"/>
                  </a:lnTo>
                  <a:lnTo>
                    <a:pt x="2539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C1AE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9" name="object 3379"/>
            <p:cNvSpPr/>
            <p:nvPr/>
          </p:nvSpPr>
          <p:spPr>
            <a:xfrm>
              <a:off x="5866130" y="2993390"/>
              <a:ext cx="3810" cy="492759"/>
            </a:xfrm>
            <a:custGeom>
              <a:avLst/>
              <a:gdLst/>
              <a:ahLst/>
              <a:cxnLst/>
              <a:rect l="l" t="t" r="r" b="b"/>
              <a:pathLst>
                <a:path w="3810" h="492760">
                  <a:moveTo>
                    <a:pt x="3810" y="488950"/>
                  </a:moveTo>
                  <a:lnTo>
                    <a:pt x="0" y="488950"/>
                  </a:lnTo>
                  <a:lnTo>
                    <a:pt x="0" y="491490"/>
                  </a:lnTo>
                  <a:lnTo>
                    <a:pt x="1270" y="491490"/>
                  </a:lnTo>
                  <a:lnTo>
                    <a:pt x="1270" y="492760"/>
                  </a:lnTo>
                  <a:lnTo>
                    <a:pt x="3810" y="492760"/>
                  </a:lnTo>
                  <a:lnTo>
                    <a:pt x="3810" y="488950"/>
                  </a:lnTo>
                  <a:close/>
                </a:path>
                <a:path w="3810" h="492760">
                  <a:moveTo>
                    <a:pt x="3810" y="482600"/>
                  </a:moveTo>
                  <a:lnTo>
                    <a:pt x="0" y="482600"/>
                  </a:lnTo>
                  <a:lnTo>
                    <a:pt x="0" y="487680"/>
                  </a:lnTo>
                  <a:lnTo>
                    <a:pt x="3810" y="487680"/>
                  </a:lnTo>
                  <a:lnTo>
                    <a:pt x="3810" y="482600"/>
                  </a:lnTo>
                  <a:close/>
                </a:path>
                <a:path w="3810" h="492760">
                  <a:moveTo>
                    <a:pt x="3810" y="476250"/>
                  </a:moveTo>
                  <a:lnTo>
                    <a:pt x="0" y="476250"/>
                  </a:lnTo>
                  <a:lnTo>
                    <a:pt x="0" y="481330"/>
                  </a:lnTo>
                  <a:lnTo>
                    <a:pt x="3810" y="481330"/>
                  </a:lnTo>
                  <a:lnTo>
                    <a:pt x="3810" y="476250"/>
                  </a:lnTo>
                  <a:close/>
                </a:path>
                <a:path w="3810" h="492760">
                  <a:moveTo>
                    <a:pt x="3810" y="469900"/>
                  </a:moveTo>
                  <a:lnTo>
                    <a:pt x="0" y="469900"/>
                  </a:lnTo>
                  <a:lnTo>
                    <a:pt x="0" y="474980"/>
                  </a:lnTo>
                  <a:lnTo>
                    <a:pt x="3810" y="474980"/>
                  </a:lnTo>
                  <a:lnTo>
                    <a:pt x="3810" y="469900"/>
                  </a:lnTo>
                  <a:close/>
                </a:path>
                <a:path w="3810" h="492760">
                  <a:moveTo>
                    <a:pt x="3810" y="463550"/>
                  </a:moveTo>
                  <a:lnTo>
                    <a:pt x="0" y="463550"/>
                  </a:lnTo>
                  <a:lnTo>
                    <a:pt x="0" y="468630"/>
                  </a:lnTo>
                  <a:lnTo>
                    <a:pt x="3810" y="468630"/>
                  </a:lnTo>
                  <a:lnTo>
                    <a:pt x="3810" y="463550"/>
                  </a:lnTo>
                  <a:close/>
                </a:path>
                <a:path w="3810" h="492760">
                  <a:moveTo>
                    <a:pt x="3810" y="457200"/>
                  </a:moveTo>
                  <a:lnTo>
                    <a:pt x="0" y="457200"/>
                  </a:lnTo>
                  <a:lnTo>
                    <a:pt x="0" y="462280"/>
                  </a:lnTo>
                  <a:lnTo>
                    <a:pt x="3810" y="462280"/>
                  </a:lnTo>
                  <a:lnTo>
                    <a:pt x="3810" y="457200"/>
                  </a:lnTo>
                  <a:close/>
                </a:path>
                <a:path w="3810" h="492760">
                  <a:moveTo>
                    <a:pt x="3810" y="450850"/>
                  </a:moveTo>
                  <a:lnTo>
                    <a:pt x="0" y="450850"/>
                  </a:lnTo>
                  <a:lnTo>
                    <a:pt x="0" y="455930"/>
                  </a:lnTo>
                  <a:lnTo>
                    <a:pt x="3810" y="455930"/>
                  </a:lnTo>
                  <a:lnTo>
                    <a:pt x="3810" y="450850"/>
                  </a:lnTo>
                  <a:close/>
                </a:path>
                <a:path w="3810" h="492760">
                  <a:moveTo>
                    <a:pt x="3810" y="444500"/>
                  </a:moveTo>
                  <a:lnTo>
                    <a:pt x="0" y="444500"/>
                  </a:lnTo>
                  <a:lnTo>
                    <a:pt x="0" y="449580"/>
                  </a:lnTo>
                  <a:lnTo>
                    <a:pt x="3810" y="449580"/>
                  </a:lnTo>
                  <a:lnTo>
                    <a:pt x="3810" y="444500"/>
                  </a:lnTo>
                  <a:close/>
                </a:path>
                <a:path w="3810" h="492760">
                  <a:moveTo>
                    <a:pt x="3810" y="438150"/>
                  </a:moveTo>
                  <a:lnTo>
                    <a:pt x="0" y="438150"/>
                  </a:lnTo>
                  <a:lnTo>
                    <a:pt x="0" y="443230"/>
                  </a:lnTo>
                  <a:lnTo>
                    <a:pt x="3810" y="443230"/>
                  </a:lnTo>
                  <a:lnTo>
                    <a:pt x="3810" y="438150"/>
                  </a:lnTo>
                  <a:close/>
                </a:path>
                <a:path w="3810" h="492760">
                  <a:moveTo>
                    <a:pt x="3810" y="431800"/>
                  </a:moveTo>
                  <a:lnTo>
                    <a:pt x="0" y="431800"/>
                  </a:lnTo>
                  <a:lnTo>
                    <a:pt x="0" y="436880"/>
                  </a:lnTo>
                  <a:lnTo>
                    <a:pt x="3810" y="436880"/>
                  </a:lnTo>
                  <a:lnTo>
                    <a:pt x="3810" y="431800"/>
                  </a:lnTo>
                  <a:close/>
                </a:path>
                <a:path w="3810" h="492760">
                  <a:moveTo>
                    <a:pt x="3810" y="425450"/>
                  </a:moveTo>
                  <a:lnTo>
                    <a:pt x="0" y="425450"/>
                  </a:lnTo>
                  <a:lnTo>
                    <a:pt x="0" y="430530"/>
                  </a:lnTo>
                  <a:lnTo>
                    <a:pt x="3810" y="430530"/>
                  </a:lnTo>
                  <a:lnTo>
                    <a:pt x="3810" y="425450"/>
                  </a:lnTo>
                  <a:close/>
                </a:path>
                <a:path w="3810" h="492760">
                  <a:moveTo>
                    <a:pt x="3810" y="419100"/>
                  </a:moveTo>
                  <a:lnTo>
                    <a:pt x="0" y="419100"/>
                  </a:lnTo>
                  <a:lnTo>
                    <a:pt x="0" y="424180"/>
                  </a:lnTo>
                  <a:lnTo>
                    <a:pt x="3810" y="424180"/>
                  </a:lnTo>
                  <a:lnTo>
                    <a:pt x="3810" y="419100"/>
                  </a:lnTo>
                  <a:close/>
                </a:path>
                <a:path w="3810" h="492760">
                  <a:moveTo>
                    <a:pt x="3810" y="412750"/>
                  </a:moveTo>
                  <a:lnTo>
                    <a:pt x="0" y="412750"/>
                  </a:lnTo>
                  <a:lnTo>
                    <a:pt x="0" y="417830"/>
                  </a:lnTo>
                  <a:lnTo>
                    <a:pt x="3810" y="417830"/>
                  </a:lnTo>
                  <a:lnTo>
                    <a:pt x="3810" y="412750"/>
                  </a:lnTo>
                  <a:close/>
                </a:path>
                <a:path w="3810" h="492760">
                  <a:moveTo>
                    <a:pt x="3810" y="406400"/>
                  </a:moveTo>
                  <a:lnTo>
                    <a:pt x="0" y="406400"/>
                  </a:lnTo>
                  <a:lnTo>
                    <a:pt x="0" y="411480"/>
                  </a:lnTo>
                  <a:lnTo>
                    <a:pt x="3810" y="411480"/>
                  </a:lnTo>
                  <a:lnTo>
                    <a:pt x="3810" y="406400"/>
                  </a:lnTo>
                  <a:close/>
                </a:path>
                <a:path w="3810" h="492760">
                  <a:moveTo>
                    <a:pt x="3810" y="400050"/>
                  </a:moveTo>
                  <a:lnTo>
                    <a:pt x="0" y="400050"/>
                  </a:lnTo>
                  <a:lnTo>
                    <a:pt x="0" y="405130"/>
                  </a:lnTo>
                  <a:lnTo>
                    <a:pt x="3810" y="405130"/>
                  </a:lnTo>
                  <a:lnTo>
                    <a:pt x="3810" y="400050"/>
                  </a:lnTo>
                  <a:close/>
                </a:path>
                <a:path w="3810" h="492760">
                  <a:moveTo>
                    <a:pt x="3810" y="393700"/>
                  </a:moveTo>
                  <a:lnTo>
                    <a:pt x="0" y="393700"/>
                  </a:lnTo>
                  <a:lnTo>
                    <a:pt x="0" y="398780"/>
                  </a:lnTo>
                  <a:lnTo>
                    <a:pt x="3810" y="398780"/>
                  </a:lnTo>
                  <a:lnTo>
                    <a:pt x="3810" y="393700"/>
                  </a:lnTo>
                  <a:close/>
                </a:path>
                <a:path w="3810" h="492760">
                  <a:moveTo>
                    <a:pt x="3810" y="6350"/>
                  </a:moveTo>
                  <a:lnTo>
                    <a:pt x="0" y="6350"/>
                  </a:lnTo>
                  <a:lnTo>
                    <a:pt x="0" y="392430"/>
                  </a:lnTo>
                  <a:lnTo>
                    <a:pt x="3810" y="392430"/>
                  </a:lnTo>
                  <a:lnTo>
                    <a:pt x="3810" y="6350"/>
                  </a:lnTo>
                  <a:close/>
                </a:path>
                <a:path w="3810" h="492760">
                  <a:moveTo>
                    <a:pt x="127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C0AD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0" name="object 3380"/>
            <p:cNvSpPr/>
            <p:nvPr/>
          </p:nvSpPr>
          <p:spPr>
            <a:xfrm>
              <a:off x="5869940" y="2995930"/>
              <a:ext cx="3810" cy="490220"/>
            </a:xfrm>
            <a:custGeom>
              <a:avLst/>
              <a:gdLst/>
              <a:ahLst/>
              <a:cxnLst/>
              <a:rect l="l" t="t" r="r" b="b"/>
              <a:pathLst>
                <a:path w="3810" h="490220">
                  <a:moveTo>
                    <a:pt x="3810" y="486409"/>
                  </a:moveTo>
                  <a:lnTo>
                    <a:pt x="0" y="486409"/>
                  </a:lnTo>
                  <a:lnTo>
                    <a:pt x="0" y="490219"/>
                  </a:lnTo>
                  <a:lnTo>
                    <a:pt x="3810" y="490219"/>
                  </a:lnTo>
                  <a:lnTo>
                    <a:pt x="3810" y="486409"/>
                  </a:lnTo>
                  <a:close/>
                </a:path>
                <a:path w="3810" h="490220">
                  <a:moveTo>
                    <a:pt x="3810" y="480059"/>
                  </a:moveTo>
                  <a:lnTo>
                    <a:pt x="0" y="480059"/>
                  </a:lnTo>
                  <a:lnTo>
                    <a:pt x="0" y="485139"/>
                  </a:lnTo>
                  <a:lnTo>
                    <a:pt x="3810" y="485139"/>
                  </a:lnTo>
                  <a:lnTo>
                    <a:pt x="3810" y="480059"/>
                  </a:lnTo>
                  <a:close/>
                </a:path>
                <a:path w="3810" h="490220">
                  <a:moveTo>
                    <a:pt x="3810" y="473709"/>
                  </a:moveTo>
                  <a:lnTo>
                    <a:pt x="0" y="473709"/>
                  </a:lnTo>
                  <a:lnTo>
                    <a:pt x="0" y="478789"/>
                  </a:lnTo>
                  <a:lnTo>
                    <a:pt x="3810" y="478789"/>
                  </a:lnTo>
                  <a:lnTo>
                    <a:pt x="3810" y="473709"/>
                  </a:lnTo>
                  <a:close/>
                </a:path>
                <a:path w="3810" h="490220">
                  <a:moveTo>
                    <a:pt x="3810" y="467359"/>
                  </a:moveTo>
                  <a:lnTo>
                    <a:pt x="0" y="467359"/>
                  </a:lnTo>
                  <a:lnTo>
                    <a:pt x="0" y="472439"/>
                  </a:lnTo>
                  <a:lnTo>
                    <a:pt x="3810" y="472439"/>
                  </a:lnTo>
                  <a:lnTo>
                    <a:pt x="3810" y="467359"/>
                  </a:lnTo>
                  <a:close/>
                </a:path>
                <a:path w="3810" h="490220">
                  <a:moveTo>
                    <a:pt x="3810" y="461009"/>
                  </a:moveTo>
                  <a:lnTo>
                    <a:pt x="0" y="461009"/>
                  </a:lnTo>
                  <a:lnTo>
                    <a:pt x="0" y="466089"/>
                  </a:lnTo>
                  <a:lnTo>
                    <a:pt x="3810" y="466089"/>
                  </a:lnTo>
                  <a:lnTo>
                    <a:pt x="3810" y="461009"/>
                  </a:lnTo>
                  <a:close/>
                </a:path>
                <a:path w="3810" h="490220">
                  <a:moveTo>
                    <a:pt x="3810" y="454659"/>
                  </a:moveTo>
                  <a:lnTo>
                    <a:pt x="0" y="454659"/>
                  </a:lnTo>
                  <a:lnTo>
                    <a:pt x="0" y="459739"/>
                  </a:lnTo>
                  <a:lnTo>
                    <a:pt x="3810" y="459739"/>
                  </a:lnTo>
                  <a:lnTo>
                    <a:pt x="3810" y="454659"/>
                  </a:lnTo>
                  <a:close/>
                </a:path>
                <a:path w="3810" h="490220">
                  <a:moveTo>
                    <a:pt x="3810" y="448309"/>
                  </a:moveTo>
                  <a:lnTo>
                    <a:pt x="0" y="448309"/>
                  </a:lnTo>
                  <a:lnTo>
                    <a:pt x="0" y="453389"/>
                  </a:lnTo>
                  <a:lnTo>
                    <a:pt x="3810" y="453389"/>
                  </a:lnTo>
                  <a:lnTo>
                    <a:pt x="3810" y="448309"/>
                  </a:lnTo>
                  <a:close/>
                </a:path>
                <a:path w="3810" h="490220">
                  <a:moveTo>
                    <a:pt x="3810" y="441959"/>
                  </a:moveTo>
                  <a:lnTo>
                    <a:pt x="0" y="441959"/>
                  </a:lnTo>
                  <a:lnTo>
                    <a:pt x="0" y="447039"/>
                  </a:lnTo>
                  <a:lnTo>
                    <a:pt x="3810" y="447039"/>
                  </a:lnTo>
                  <a:lnTo>
                    <a:pt x="3810" y="441959"/>
                  </a:lnTo>
                  <a:close/>
                </a:path>
                <a:path w="3810" h="490220">
                  <a:moveTo>
                    <a:pt x="3810" y="435609"/>
                  </a:moveTo>
                  <a:lnTo>
                    <a:pt x="0" y="435609"/>
                  </a:lnTo>
                  <a:lnTo>
                    <a:pt x="0" y="440689"/>
                  </a:lnTo>
                  <a:lnTo>
                    <a:pt x="3810" y="440689"/>
                  </a:lnTo>
                  <a:lnTo>
                    <a:pt x="3810" y="435609"/>
                  </a:lnTo>
                  <a:close/>
                </a:path>
                <a:path w="3810" h="490220">
                  <a:moveTo>
                    <a:pt x="3810" y="429259"/>
                  </a:moveTo>
                  <a:lnTo>
                    <a:pt x="0" y="429259"/>
                  </a:lnTo>
                  <a:lnTo>
                    <a:pt x="0" y="434339"/>
                  </a:lnTo>
                  <a:lnTo>
                    <a:pt x="3810" y="434339"/>
                  </a:lnTo>
                  <a:lnTo>
                    <a:pt x="3810" y="429259"/>
                  </a:lnTo>
                  <a:close/>
                </a:path>
                <a:path w="3810" h="490220">
                  <a:moveTo>
                    <a:pt x="3810" y="422909"/>
                  </a:moveTo>
                  <a:lnTo>
                    <a:pt x="0" y="422909"/>
                  </a:lnTo>
                  <a:lnTo>
                    <a:pt x="0" y="427989"/>
                  </a:lnTo>
                  <a:lnTo>
                    <a:pt x="3810" y="427989"/>
                  </a:lnTo>
                  <a:lnTo>
                    <a:pt x="3810" y="422909"/>
                  </a:lnTo>
                  <a:close/>
                </a:path>
                <a:path w="3810" h="490220">
                  <a:moveTo>
                    <a:pt x="3810" y="416559"/>
                  </a:moveTo>
                  <a:lnTo>
                    <a:pt x="0" y="416559"/>
                  </a:lnTo>
                  <a:lnTo>
                    <a:pt x="0" y="421639"/>
                  </a:lnTo>
                  <a:lnTo>
                    <a:pt x="3810" y="421639"/>
                  </a:lnTo>
                  <a:lnTo>
                    <a:pt x="3810" y="416559"/>
                  </a:lnTo>
                  <a:close/>
                </a:path>
                <a:path w="3810" h="490220">
                  <a:moveTo>
                    <a:pt x="3810" y="410209"/>
                  </a:moveTo>
                  <a:lnTo>
                    <a:pt x="0" y="410209"/>
                  </a:lnTo>
                  <a:lnTo>
                    <a:pt x="0" y="415289"/>
                  </a:lnTo>
                  <a:lnTo>
                    <a:pt x="3810" y="415289"/>
                  </a:lnTo>
                  <a:lnTo>
                    <a:pt x="3810" y="410209"/>
                  </a:lnTo>
                  <a:close/>
                </a:path>
                <a:path w="3810" h="490220">
                  <a:moveTo>
                    <a:pt x="3810" y="403859"/>
                  </a:moveTo>
                  <a:lnTo>
                    <a:pt x="0" y="403859"/>
                  </a:lnTo>
                  <a:lnTo>
                    <a:pt x="0" y="408939"/>
                  </a:lnTo>
                  <a:lnTo>
                    <a:pt x="3810" y="408939"/>
                  </a:lnTo>
                  <a:lnTo>
                    <a:pt x="3810" y="403859"/>
                  </a:lnTo>
                  <a:close/>
                </a:path>
                <a:path w="3810" h="490220">
                  <a:moveTo>
                    <a:pt x="3810" y="397509"/>
                  </a:moveTo>
                  <a:lnTo>
                    <a:pt x="0" y="397509"/>
                  </a:lnTo>
                  <a:lnTo>
                    <a:pt x="0" y="402589"/>
                  </a:lnTo>
                  <a:lnTo>
                    <a:pt x="3810" y="402589"/>
                  </a:lnTo>
                  <a:lnTo>
                    <a:pt x="3810" y="397509"/>
                  </a:lnTo>
                  <a:close/>
                </a:path>
                <a:path w="3810" h="490220">
                  <a:moveTo>
                    <a:pt x="3810" y="391159"/>
                  </a:moveTo>
                  <a:lnTo>
                    <a:pt x="0" y="391159"/>
                  </a:lnTo>
                  <a:lnTo>
                    <a:pt x="0" y="396239"/>
                  </a:lnTo>
                  <a:lnTo>
                    <a:pt x="3810" y="396239"/>
                  </a:lnTo>
                  <a:lnTo>
                    <a:pt x="3810" y="391159"/>
                  </a:lnTo>
                  <a:close/>
                </a:path>
                <a:path w="3810" h="490220">
                  <a:moveTo>
                    <a:pt x="3810" y="3809"/>
                  </a:moveTo>
                  <a:lnTo>
                    <a:pt x="0" y="3809"/>
                  </a:lnTo>
                  <a:lnTo>
                    <a:pt x="0" y="389889"/>
                  </a:lnTo>
                  <a:lnTo>
                    <a:pt x="3810" y="389889"/>
                  </a:lnTo>
                  <a:lnTo>
                    <a:pt x="3810" y="3809"/>
                  </a:lnTo>
                  <a:close/>
                </a:path>
                <a:path w="3810" h="490220">
                  <a:moveTo>
                    <a:pt x="127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BFAC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1" name="object 3381"/>
            <p:cNvSpPr/>
            <p:nvPr/>
          </p:nvSpPr>
          <p:spPr>
            <a:xfrm>
              <a:off x="5873750" y="2998469"/>
              <a:ext cx="3810" cy="490220"/>
            </a:xfrm>
            <a:custGeom>
              <a:avLst/>
              <a:gdLst/>
              <a:ahLst/>
              <a:cxnLst/>
              <a:rect l="l" t="t" r="r" b="b"/>
              <a:pathLst>
                <a:path w="3810" h="490220">
                  <a:moveTo>
                    <a:pt x="3810" y="483869"/>
                  </a:moveTo>
                  <a:lnTo>
                    <a:pt x="0" y="483869"/>
                  </a:lnTo>
                  <a:lnTo>
                    <a:pt x="0" y="490219"/>
                  </a:lnTo>
                  <a:lnTo>
                    <a:pt x="3810" y="490219"/>
                  </a:lnTo>
                  <a:lnTo>
                    <a:pt x="3810" y="483869"/>
                  </a:lnTo>
                  <a:close/>
                </a:path>
                <a:path w="3810" h="490220">
                  <a:moveTo>
                    <a:pt x="3810" y="477519"/>
                  </a:moveTo>
                  <a:lnTo>
                    <a:pt x="0" y="477519"/>
                  </a:lnTo>
                  <a:lnTo>
                    <a:pt x="0" y="482600"/>
                  </a:lnTo>
                  <a:lnTo>
                    <a:pt x="3810" y="482600"/>
                  </a:lnTo>
                  <a:lnTo>
                    <a:pt x="3810" y="477519"/>
                  </a:lnTo>
                  <a:close/>
                </a:path>
                <a:path w="3810" h="490220">
                  <a:moveTo>
                    <a:pt x="3810" y="471169"/>
                  </a:moveTo>
                  <a:lnTo>
                    <a:pt x="0" y="471169"/>
                  </a:lnTo>
                  <a:lnTo>
                    <a:pt x="0" y="476250"/>
                  </a:lnTo>
                  <a:lnTo>
                    <a:pt x="3810" y="476250"/>
                  </a:lnTo>
                  <a:lnTo>
                    <a:pt x="3810" y="471169"/>
                  </a:lnTo>
                  <a:close/>
                </a:path>
                <a:path w="3810" h="490220">
                  <a:moveTo>
                    <a:pt x="3810" y="464819"/>
                  </a:moveTo>
                  <a:lnTo>
                    <a:pt x="0" y="464819"/>
                  </a:lnTo>
                  <a:lnTo>
                    <a:pt x="0" y="469900"/>
                  </a:lnTo>
                  <a:lnTo>
                    <a:pt x="3810" y="469900"/>
                  </a:lnTo>
                  <a:lnTo>
                    <a:pt x="3810" y="464819"/>
                  </a:lnTo>
                  <a:close/>
                </a:path>
                <a:path w="3810" h="490220">
                  <a:moveTo>
                    <a:pt x="3810" y="458469"/>
                  </a:moveTo>
                  <a:lnTo>
                    <a:pt x="0" y="458469"/>
                  </a:lnTo>
                  <a:lnTo>
                    <a:pt x="0" y="463550"/>
                  </a:lnTo>
                  <a:lnTo>
                    <a:pt x="3810" y="463550"/>
                  </a:lnTo>
                  <a:lnTo>
                    <a:pt x="3810" y="458469"/>
                  </a:lnTo>
                  <a:close/>
                </a:path>
                <a:path w="3810" h="490220">
                  <a:moveTo>
                    <a:pt x="3810" y="452119"/>
                  </a:moveTo>
                  <a:lnTo>
                    <a:pt x="0" y="452119"/>
                  </a:lnTo>
                  <a:lnTo>
                    <a:pt x="0" y="457200"/>
                  </a:lnTo>
                  <a:lnTo>
                    <a:pt x="3810" y="457200"/>
                  </a:lnTo>
                  <a:lnTo>
                    <a:pt x="3810" y="452119"/>
                  </a:lnTo>
                  <a:close/>
                </a:path>
                <a:path w="3810" h="490220">
                  <a:moveTo>
                    <a:pt x="3810" y="445769"/>
                  </a:moveTo>
                  <a:lnTo>
                    <a:pt x="0" y="445769"/>
                  </a:lnTo>
                  <a:lnTo>
                    <a:pt x="0" y="450850"/>
                  </a:lnTo>
                  <a:lnTo>
                    <a:pt x="3810" y="450850"/>
                  </a:lnTo>
                  <a:lnTo>
                    <a:pt x="3810" y="445769"/>
                  </a:lnTo>
                  <a:close/>
                </a:path>
                <a:path w="3810" h="490220">
                  <a:moveTo>
                    <a:pt x="3810" y="439419"/>
                  </a:moveTo>
                  <a:lnTo>
                    <a:pt x="0" y="439419"/>
                  </a:lnTo>
                  <a:lnTo>
                    <a:pt x="0" y="444500"/>
                  </a:lnTo>
                  <a:lnTo>
                    <a:pt x="3810" y="444500"/>
                  </a:lnTo>
                  <a:lnTo>
                    <a:pt x="3810" y="439419"/>
                  </a:lnTo>
                  <a:close/>
                </a:path>
                <a:path w="3810" h="490220">
                  <a:moveTo>
                    <a:pt x="3810" y="433069"/>
                  </a:moveTo>
                  <a:lnTo>
                    <a:pt x="0" y="433069"/>
                  </a:lnTo>
                  <a:lnTo>
                    <a:pt x="0" y="438150"/>
                  </a:lnTo>
                  <a:lnTo>
                    <a:pt x="3810" y="438150"/>
                  </a:lnTo>
                  <a:lnTo>
                    <a:pt x="3810" y="433069"/>
                  </a:lnTo>
                  <a:close/>
                </a:path>
                <a:path w="3810" h="490220">
                  <a:moveTo>
                    <a:pt x="3810" y="426719"/>
                  </a:moveTo>
                  <a:lnTo>
                    <a:pt x="0" y="426719"/>
                  </a:lnTo>
                  <a:lnTo>
                    <a:pt x="0" y="431800"/>
                  </a:lnTo>
                  <a:lnTo>
                    <a:pt x="3810" y="431800"/>
                  </a:lnTo>
                  <a:lnTo>
                    <a:pt x="3810" y="426719"/>
                  </a:lnTo>
                  <a:close/>
                </a:path>
                <a:path w="3810" h="490220">
                  <a:moveTo>
                    <a:pt x="3810" y="420369"/>
                  </a:moveTo>
                  <a:lnTo>
                    <a:pt x="0" y="420369"/>
                  </a:lnTo>
                  <a:lnTo>
                    <a:pt x="0" y="425450"/>
                  </a:lnTo>
                  <a:lnTo>
                    <a:pt x="3810" y="425450"/>
                  </a:lnTo>
                  <a:lnTo>
                    <a:pt x="3810" y="420369"/>
                  </a:lnTo>
                  <a:close/>
                </a:path>
                <a:path w="3810" h="490220">
                  <a:moveTo>
                    <a:pt x="3810" y="414019"/>
                  </a:moveTo>
                  <a:lnTo>
                    <a:pt x="0" y="414019"/>
                  </a:lnTo>
                  <a:lnTo>
                    <a:pt x="0" y="419100"/>
                  </a:lnTo>
                  <a:lnTo>
                    <a:pt x="3810" y="419100"/>
                  </a:lnTo>
                  <a:lnTo>
                    <a:pt x="3810" y="414019"/>
                  </a:lnTo>
                  <a:close/>
                </a:path>
                <a:path w="3810" h="490220">
                  <a:moveTo>
                    <a:pt x="3810" y="407669"/>
                  </a:moveTo>
                  <a:lnTo>
                    <a:pt x="0" y="407669"/>
                  </a:lnTo>
                  <a:lnTo>
                    <a:pt x="0" y="412750"/>
                  </a:lnTo>
                  <a:lnTo>
                    <a:pt x="3810" y="412750"/>
                  </a:lnTo>
                  <a:lnTo>
                    <a:pt x="3810" y="407669"/>
                  </a:lnTo>
                  <a:close/>
                </a:path>
                <a:path w="3810" h="490220">
                  <a:moveTo>
                    <a:pt x="3810" y="401319"/>
                  </a:moveTo>
                  <a:lnTo>
                    <a:pt x="0" y="401319"/>
                  </a:lnTo>
                  <a:lnTo>
                    <a:pt x="0" y="406400"/>
                  </a:lnTo>
                  <a:lnTo>
                    <a:pt x="3810" y="406400"/>
                  </a:lnTo>
                  <a:lnTo>
                    <a:pt x="3810" y="401319"/>
                  </a:lnTo>
                  <a:close/>
                </a:path>
                <a:path w="3810" h="490220">
                  <a:moveTo>
                    <a:pt x="3810" y="394969"/>
                  </a:moveTo>
                  <a:lnTo>
                    <a:pt x="0" y="394969"/>
                  </a:lnTo>
                  <a:lnTo>
                    <a:pt x="0" y="400050"/>
                  </a:lnTo>
                  <a:lnTo>
                    <a:pt x="3810" y="400050"/>
                  </a:lnTo>
                  <a:lnTo>
                    <a:pt x="3810" y="394969"/>
                  </a:lnTo>
                  <a:close/>
                </a:path>
                <a:path w="3810" h="490220">
                  <a:moveTo>
                    <a:pt x="3810" y="388619"/>
                  </a:moveTo>
                  <a:lnTo>
                    <a:pt x="0" y="388619"/>
                  </a:lnTo>
                  <a:lnTo>
                    <a:pt x="0" y="393700"/>
                  </a:lnTo>
                  <a:lnTo>
                    <a:pt x="3810" y="393700"/>
                  </a:lnTo>
                  <a:lnTo>
                    <a:pt x="3810" y="388619"/>
                  </a:lnTo>
                  <a:close/>
                </a:path>
                <a:path w="3810" h="490220">
                  <a:moveTo>
                    <a:pt x="2539" y="0"/>
                  </a:moveTo>
                  <a:lnTo>
                    <a:pt x="0" y="0"/>
                  </a:lnTo>
                  <a:lnTo>
                    <a:pt x="0" y="387350"/>
                  </a:lnTo>
                  <a:lnTo>
                    <a:pt x="3810" y="387350"/>
                  </a:lnTo>
                  <a:lnTo>
                    <a:pt x="3810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BFAB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2" name="object 3382"/>
            <p:cNvSpPr/>
            <p:nvPr/>
          </p:nvSpPr>
          <p:spPr>
            <a:xfrm>
              <a:off x="5877559" y="3001010"/>
              <a:ext cx="3810" cy="487680"/>
            </a:xfrm>
            <a:custGeom>
              <a:avLst/>
              <a:gdLst/>
              <a:ahLst/>
              <a:cxnLst/>
              <a:rect l="l" t="t" r="r" b="b"/>
              <a:pathLst>
                <a:path w="3810" h="487679">
                  <a:moveTo>
                    <a:pt x="3810" y="481329"/>
                  </a:moveTo>
                  <a:lnTo>
                    <a:pt x="0" y="481329"/>
                  </a:lnTo>
                  <a:lnTo>
                    <a:pt x="0" y="487679"/>
                  </a:lnTo>
                  <a:lnTo>
                    <a:pt x="2539" y="487679"/>
                  </a:lnTo>
                  <a:lnTo>
                    <a:pt x="2539" y="486410"/>
                  </a:lnTo>
                  <a:lnTo>
                    <a:pt x="3810" y="486410"/>
                  </a:lnTo>
                  <a:lnTo>
                    <a:pt x="3810" y="481329"/>
                  </a:lnTo>
                  <a:close/>
                </a:path>
                <a:path w="3810" h="487679">
                  <a:moveTo>
                    <a:pt x="3810" y="474979"/>
                  </a:moveTo>
                  <a:lnTo>
                    <a:pt x="0" y="474979"/>
                  </a:lnTo>
                  <a:lnTo>
                    <a:pt x="0" y="480060"/>
                  </a:lnTo>
                  <a:lnTo>
                    <a:pt x="3810" y="480060"/>
                  </a:lnTo>
                  <a:lnTo>
                    <a:pt x="3810" y="474979"/>
                  </a:lnTo>
                  <a:close/>
                </a:path>
                <a:path w="3810" h="487679">
                  <a:moveTo>
                    <a:pt x="3810" y="468629"/>
                  </a:moveTo>
                  <a:lnTo>
                    <a:pt x="0" y="468629"/>
                  </a:lnTo>
                  <a:lnTo>
                    <a:pt x="0" y="473710"/>
                  </a:lnTo>
                  <a:lnTo>
                    <a:pt x="3810" y="473710"/>
                  </a:lnTo>
                  <a:lnTo>
                    <a:pt x="3810" y="468629"/>
                  </a:lnTo>
                  <a:close/>
                </a:path>
                <a:path w="3810" h="487679">
                  <a:moveTo>
                    <a:pt x="3810" y="462279"/>
                  </a:moveTo>
                  <a:lnTo>
                    <a:pt x="0" y="462279"/>
                  </a:lnTo>
                  <a:lnTo>
                    <a:pt x="0" y="467360"/>
                  </a:lnTo>
                  <a:lnTo>
                    <a:pt x="3810" y="467360"/>
                  </a:lnTo>
                  <a:lnTo>
                    <a:pt x="3810" y="462279"/>
                  </a:lnTo>
                  <a:close/>
                </a:path>
                <a:path w="3810" h="487679">
                  <a:moveTo>
                    <a:pt x="3810" y="455929"/>
                  </a:moveTo>
                  <a:lnTo>
                    <a:pt x="0" y="455929"/>
                  </a:lnTo>
                  <a:lnTo>
                    <a:pt x="0" y="461010"/>
                  </a:lnTo>
                  <a:lnTo>
                    <a:pt x="3810" y="461010"/>
                  </a:lnTo>
                  <a:lnTo>
                    <a:pt x="3810" y="455929"/>
                  </a:lnTo>
                  <a:close/>
                </a:path>
                <a:path w="3810" h="487679">
                  <a:moveTo>
                    <a:pt x="3810" y="449579"/>
                  </a:moveTo>
                  <a:lnTo>
                    <a:pt x="0" y="449579"/>
                  </a:lnTo>
                  <a:lnTo>
                    <a:pt x="0" y="454660"/>
                  </a:lnTo>
                  <a:lnTo>
                    <a:pt x="3810" y="454660"/>
                  </a:lnTo>
                  <a:lnTo>
                    <a:pt x="3810" y="449579"/>
                  </a:lnTo>
                  <a:close/>
                </a:path>
                <a:path w="3810" h="487679">
                  <a:moveTo>
                    <a:pt x="3810" y="443229"/>
                  </a:moveTo>
                  <a:lnTo>
                    <a:pt x="0" y="443229"/>
                  </a:lnTo>
                  <a:lnTo>
                    <a:pt x="0" y="448310"/>
                  </a:lnTo>
                  <a:lnTo>
                    <a:pt x="3810" y="448310"/>
                  </a:lnTo>
                  <a:lnTo>
                    <a:pt x="3810" y="443229"/>
                  </a:lnTo>
                  <a:close/>
                </a:path>
                <a:path w="3810" h="487679">
                  <a:moveTo>
                    <a:pt x="3810" y="436879"/>
                  </a:moveTo>
                  <a:lnTo>
                    <a:pt x="0" y="436879"/>
                  </a:lnTo>
                  <a:lnTo>
                    <a:pt x="0" y="441960"/>
                  </a:lnTo>
                  <a:lnTo>
                    <a:pt x="3810" y="441960"/>
                  </a:lnTo>
                  <a:lnTo>
                    <a:pt x="3810" y="436879"/>
                  </a:lnTo>
                  <a:close/>
                </a:path>
                <a:path w="3810" h="487679">
                  <a:moveTo>
                    <a:pt x="3810" y="430529"/>
                  </a:moveTo>
                  <a:lnTo>
                    <a:pt x="0" y="430529"/>
                  </a:lnTo>
                  <a:lnTo>
                    <a:pt x="0" y="435610"/>
                  </a:lnTo>
                  <a:lnTo>
                    <a:pt x="3810" y="435610"/>
                  </a:lnTo>
                  <a:lnTo>
                    <a:pt x="3810" y="430529"/>
                  </a:lnTo>
                  <a:close/>
                </a:path>
                <a:path w="3810" h="487679">
                  <a:moveTo>
                    <a:pt x="3810" y="424179"/>
                  </a:moveTo>
                  <a:lnTo>
                    <a:pt x="0" y="424179"/>
                  </a:lnTo>
                  <a:lnTo>
                    <a:pt x="0" y="429260"/>
                  </a:lnTo>
                  <a:lnTo>
                    <a:pt x="3810" y="429260"/>
                  </a:lnTo>
                  <a:lnTo>
                    <a:pt x="3810" y="424179"/>
                  </a:lnTo>
                  <a:close/>
                </a:path>
                <a:path w="3810" h="487679">
                  <a:moveTo>
                    <a:pt x="3810" y="417829"/>
                  </a:moveTo>
                  <a:lnTo>
                    <a:pt x="0" y="417829"/>
                  </a:lnTo>
                  <a:lnTo>
                    <a:pt x="0" y="422910"/>
                  </a:lnTo>
                  <a:lnTo>
                    <a:pt x="3810" y="422910"/>
                  </a:lnTo>
                  <a:lnTo>
                    <a:pt x="3810" y="417829"/>
                  </a:lnTo>
                  <a:close/>
                </a:path>
                <a:path w="3810" h="487679">
                  <a:moveTo>
                    <a:pt x="3810" y="411479"/>
                  </a:moveTo>
                  <a:lnTo>
                    <a:pt x="0" y="411479"/>
                  </a:lnTo>
                  <a:lnTo>
                    <a:pt x="0" y="416560"/>
                  </a:lnTo>
                  <a:lnTo>
                    <a:pt x="3810" y="416560"/>
                  </a:lnTo>
                  <a:lnTo>
                    <a:pt x="3810" y="411479"/>
                  </a:lnTo>
                  <a:close/>
                </a:path>
                <a:path w="3810" h="487679">
                  <a:moveTo>
                    <a:pt x="3810" y="405129"/>
                  </a:moveTo>
                  <a:lnTo>
                    <a:pt x="0" y="405129"/>
                  </a:lnTo>
                  <a:lnTo>
                    <a:pt x="0" y="410210"/>
                  </a:lnTo>
                  <a:lnTo>
                    <a:pt x="3810" y="410210"/>
                  </a:lnTo>
                  <a:lnTo>
                    <a:pt x="3810" y="405129"/>
                  </a:lnTo>
                  <a:close/>
                </a:path>
                <a:path w="3810" h="487679">
                  <a:moveTo>
                    <a:pt x="3810" y="398779"/>
                  </a:moveTo>
                  <a:lnTo>
                    <a:pt x="0" y="398779"/>
                  </a:lnTo>
                  <a:lnTo>
                    <a:pt x="0" y="403860"/>
                  </a:lnTo>
                  <a:lnTo>
                    <a:pt x="3810" y="403860"/>
                  </a:lnTo>
                  <a:lnTo>
                    <a:pt x="3810" y="398779"/>
                  </a:lnTo>
                  <a:close/>
                </a:path>
                <a:path w="3810" h="487679">
                  <a:moveTo>
                    <a:pt x="3810" y="392429"/>
                  </a:moveTo>
                  <a:lnTo>
                    <a:pt x="0" y="392429"/>
                  </a:lnTo>
                  <a:lnTo>
                    <a:pt x="0" y="397510"/>
                  </a:lnTo>
                  <a:lnTo>
                    <a:pt x="3810" y="397510"/>
                  </a:lnTo>
                  <a:lnTo>
                    <a:pt x="3810" y="392429"/>
                  </a:lnTo>
                  <a:close/>
                </a:path>
                <a:path w="3810" h="487679">
                  <a:moveTo>
                    <a:pt x="3810" y="386079"/>
                  </a:moveTo>
                  <a:lnTo>
                    <a:pt x="0" y="386079"/>
                  </a:lnTo>
                  <a:lnTo>
                    <a:pt x="0" y="391160"/>
                  </a:lnTo>
                  <a:lnTo>
                    <a:pt x="3810" y="391160"/>
                  </a:lnTo>
                  <a:lnTo>
                    <a:pt x="3810" y="386079"/>
                  </a:lnTo>
                  <a:close/>
                </a:path>
                <a:path w="3810" h="487679">
                  <a:moveTo>
                    <a:pt x="2539" y="0"/>
                  </a:moveTo>
                  <a:lnTo>
                    <a:pt x="0" y="0"/>
                  </a:lnTo>
                  <a:lnTo>
                    <a:pt x="0" y="384810"/>
                  </a:lnTo>
                  <a:lnTo>
                    <a:pt x="3810" y="384810"/>
                  </a:lnTo>
                  <a:lnTo>
                    <a:pt x="3810" y="1270"/>
                  </a:lnTo>
                  <a:lnTo>
                    <a:pt x="2539" y="1270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BEAA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3" name="object 3383"/>
            <p:cNvSpPr/>
            <p:nvPr/>
          </p:nvSpPr>
          <p:spPr>
            <a:xfrm>
              <a:off x="5881369" y="3002280"/>
              <a:ext cx="3810" cy="487680"/>
            </a:xfrm>
            <a:custGeom>
              <a:avLst/>
              <a:gdLst/>
              <a:ahLst/>
              <a:cxnLst/>
              <a:rect l="l" t="t" r="r" b="b"/>
              <a:pathLst>
                <a:path w="3810" h="487679">
                  <a:moveTo>
                    <a:pt x="3810" y="486409"/>
                  </a:moveTo>
                  <a:lnTo>
                    <a:pt x="2539" y="486409"/>
                  </a:lnTo>
                  <a:lnTo>
                    <a:pt x="2539" y="487679"/>
                  </a:lnTo>
                  <a:lnTo>
                    <a:pt x="3810" y="487679"/>
                  </a:lnTo>
                  <a:lnTo>
                    <a:pt x="3810" y="486409"/>
                  </a:lnTo>
                  <a:close/>
                </a:path>
                <a:path w="3810" h="487679">
                  <a:moveTo>
                    <a:pt x="3809" y="480059"/>
                  </a:moveTo>
                  <a:lnTo>
                    <a:pt x="0" y="480059"/>
                  </a:lnTo>
                  <a:lnTo>
                    <a:pt x="0" y="485139"/>
                  </a:lnTo>
                  <a:lnTo>
                    <a:pt x="3809" y="485139"/>
                  </a:lnTo>
                  <a:lnTo>
                    <a:pt x="3809" y="480059"/>
                  </a:lnTo>
                  <a:close/>
                </a:path>
                <a:path w="3810" h="487679">
                  <a:moveTo>
                    <a:pt x="3809" y="473709"/>
                  </a:moveTo>
                  <a:lnTo>
                    <a:pt x="0" y="473709"/>
                  </a:lnTo>
                  <a:lnTo>
                    <a:pt x="0" y="478789"/>
                  </a:lnTo>
                  <a:lnTo>
                    <a:pt x="3809" y="478789"/>
                  </a:lnTo>
                  <a:lnTo>
                    <a:pt x="3809" y="473709"/>
                  </a:lnTo>
                  <a:close/>
                </a:path>
                <a:path w="3810" h="487679">
                  <a:moveTo>
                    <a:pt x="3809" y="467359"/>
                  </a:moveTo>
                  <a:lnTo>
                    <a:pt x="0" y="467359"/>
                  </a:lnTo>
                  <a:lnTo>
                    <a:pt x="0" y="472439"/>
                  </a:lnTo>
                  <a:lnTo>
                    <a:pt x="3809" y="472439"/>
                  </a:lnTo>
                  <a:lnTo>
                    <a:pt x="3809" y="467359"/>
                  </a:lnTo>
                  <a:close/>
                </a:path>
                <a:path w="3810" h="487679">
                  <a:moveTo>
                    <a:pt x="3809" y="461009"/>
                  </a:moveTo>
                  <a:lnTo>
                    <a:pt x="0" y="461009"/>
                  </a:lnTo>
                  <a:lnTo>
                    <a:pt x="0" y="466089"/>
                  </a:lnTo>
                  <a:lnTo>
                    <a:pt x="3809" y="466089"/>
                  </a:lnTo>
                  <a:lnTo>
                    <a:pt x="3809" y="461009"/>
                  </a:lnTo>
                  <a:close/>
                </a:path>
                <a:path w="3810" h="487679">
                  <a:moveTo>
                    <a:pt x="3809" y="454659"/>
                  </a:moveTo>
                  <a:lnTo>
                    <a:pt x="0" y="454659"/>
                  </a:lnTo>
                  <a:lnTo>
                    <a:pt x="0" y="459739"/>
                  </a:lnTo>
                  <a:lnTo>
                    <a:pt x="3809" y="459739"/>
                  </a:lnTo>
                  <a:lnTo>
                    <a:pt x="3809" y="454659"/>
                  </a:lnTo>
                  <a:close/>
                </a:path>
                <a:path w="3810" h="487679">
                  <a:moveTo>
                    <a:pt x="3809" y="448309"/>
                  </a:moveTo>
                  <a:lnTo>
                    <a:pt x="0" y="448309"/>
                  </a:lnTo>
                  <a:lnTo>
                    <a:pt x="0" y="453389"/>
                  </a:lnTo>
                  <a:lnTo>
                    <a:pt x="3809" y="453389"/>
                  </a:lnTo>
                  <a:lnTo>
                    <a:pt x="3809" y="448309"/>
                  </a:lnTo>
                  <a:close/>
                </a:path>
                <a:path w="3810" h="487679">
                  <a:moveTo>
                    <a:pt x="3809" y="441959"/>
                  </a:moveTo>
                  <a:lnTo>
                    <a:pt x="0" y="441959"/>
                  </a:lnTo>
                  <a:lnTo>
                    <a:pt x="0" y="447039"/>
                  </a:lnTo>
                  <a:lnTo>
                    <a:pt x="3809" y="447039"/>
                  </a:lnTo>
                  <a:lnTo>
                    <a:pt x="3809" y="441959"/>
                  </a:lnTo>
                  <a:close/>
                </a:path>
                <a:path w="3810" h="487679">
                  <a:moveTo>
                    <a:pt x="3809" y="435609"/>
                  </a:moveTo>
                  <a:lnTo>
                    <a:pt x="0" y="435609"/>
                  </a:lnTo>
                  <a:lnTo>
                    <a:pt x="0" y="440689"/>
                  </a:lnTo>
                  <a:lnTo>
                    <a:pt x="3809" y="440689"/>
                  </a:lnTo>
                  <a:lnTo>
                    <a:pt x="3809" y="435609"/>
                  </a:lnTo>
                  <a:close/>
                </a:path>
                <a:path w="3810" h="487679">
                  <a:moveTo>
                    <a:pt x="3809" y="429259"/>
                  </a:moveTo>
                  <a:lnTo>
                    <a:pt x="0" y="429259"/>
                  </a:lnTo>
                  <a:lnTo>
                    <a:pt x="0" y="434339"/>
                  </a:lnTo>
                  <a:lnTo>
                    <a:pt x="3809" y="434339"/>
                  </a:lnTo>
                  <a:lnTo>
                    <a:pt x="3809" y="429259"/>
                  </a:lnTo>
                  <a:close/>
                </a:path>
                <a:path w="3810" h="487679">
                  <a:moveTo>
                    <a:pt x="3809" y="422909"/>
                  </a:moveTo>
                  <a:lnTo>
                    <a:pt x="0" y="422909"/>
                  </a:lnTo>
                  <a:lnTo>
                    <a:pt x="0" y="427989"/>
                  </a:lnTo>
                  <a:lnTo>
                    <a:pt x="3809" y="427989"/>
                  </a:lnTo>
                  <a:lnTo>
                    <a:pt x="3809" y="422909"/>
                  </a:lnTo>
                  <a:close/>
                </a:path>
                <a:path w="3810" h="487679">
                  <a:moveTo>
                    <a:pt x="3809" y="416559"/>
                  </a:moveTo>
                  <a:lnTo>
                    <a:pt x="0" y="416559"/>
                  </a:lnTo>
                  <a:lnTo>
                    <a:pt x="0" y="421639"/>
                  </a:lnTo>
                  <a:lnTo>
                    <a:pt x="3809" y="421639"/>
                  </a:lnTo>
                  <a:lnTo>
                    <a:pt x="3809" y="416559"/>
                  </a:lnTo>
                  <a:close/>
                </a:path>
                <a:path w="3810" h="487679">
                  <a:moveTo>
                    <a:pt x="3809" y="410209"/>
                  </a:moveTo>
                  <a:lnTo>
                    <a:pt x="0" y="410209"/>
                  </a:lnTo>
                  <a:lnTo>
                    <a:pt x="0" y="415289"/>
                  </a:lnTo>
                  <a:lnTo>
                    <a:pt x="3809" y="415289"/>
                  </a:lnTo>
                  <a:lnTo>
                    <a:pt x="3809" y="410209"/>
                  </a:lnTo>
                  <a:close/>
                </a:path>
                <a:path w="3810" h="487679">
                  <a:moveTo>
                    <a:pt x="3809" y="403859"/>
                  </a:moveTo>
                  <a:lnTo>
                    <a:pt x="0" y="403859"/>
                  </a:lnTo>
                  <a:lnTo>
                    <a:pt x="0" y="408939"/>
                  </a:lnTo>
                  <a:lnTo>
                    <a:pt x="3809" y="408939"/>
                  </a:lnTo>
                  <a:lnTo>
                    <a:pt x="3809" y="403859"/>
                  </a:lnTo>
                  <a:close/>
                </a:path>
                <a:path w="3810" h="487679">
                  <a:moveTo>
                    <a:pt x="3809" y="397509"/>
                  </a:moveTo>
                  <a:lnTo>
                    <a:pt x="0" y="397509"/>
                  </a:lnTo>
                  <a:lnTo>
                    <a:pt x="0" y="402589"/>
                  </a:lnTo>
                  <a:lnTo>
                    <a:pt x="3809" y="402589"/>
                  </a:lnTo>
                  <a:lnTo>
                    <a:pt x="3809" y="397509"/>
                  </a:lnTo>
                  <a:close/>
                </a:path>
                <a:path w="3810" h="487679">
                  <a:moveTo>
                    <a:pt x="3809" y="391159"/>
                  </a:moveTo>
                  <a:lnTo>
                    <a:pt x="0" y="391159"/>
                  </a:lnTo>
                  <a:lnTo>
                    <a:pt x="0" y="396239"/>
                  </a:lnTo>
                  <a:lnTo>
                    <a:pt x="3809" y="396239"/>
                  </a:lnTo>
                  <a:lnTo>
                    <a:pt x="3809" y="391159"/>
                  </a:lnTo>
                  <a:close/>
                </a:path>
                <a:path w="3810" h="487679">
                  <a:moveTo>
                    <a:pt x="3809" y="384809"/>
                  </a:moveTo>
                  <a:lnTo>
                    <a:pt x="0" y="384809"/>
                  </a:lnTo>
                  <a:lnTo>
                    <a:pt x="0" y="389889"/>
                  </a:lnTo>
                  <a:lnTo>
                    <a:pt x="3809" y="389889"/>
                  </a:lnTo>
                  <a:lnTo>
                    <a:pt x="3809" y="384809"/>
                  </a:lnTo>
                  <a:close/>
                </a:path>
                <a:path w="3810" h="487679">
                  <a:moveTo>
                    <a:pt x="1269" y="0"/>
                  </a:moveTo>
                  <a:lnTo>
                    <a:pt x="0" y="0"/>
                  </a:lnTo>
                  <a:lnTo>
                    <a:pt x="0" y="383539"/>
                  </a:lnTo>
                  <a:lnTo>
                    <a:pt x="3809" y="383539"/>
                  </a:lnTo>
                  <a:lnTo>
                    <a:pt x="3809" y="365759"/>
                  </a:lnTo>
                  <a:lnTo>
                    <a:pt x="2539" y="365759"/>
                  </a:lnTo>
                  <a:lnTo>
                    <a:pt x="2539" y="121919"/>
                  </a:lnTo>
                  <a:lnTo>
                    <a:pt x="1269" y="121919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BDA97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4" name="object 3384"/>
            <p:cNvSpPr/>
            <p:nvPr/>
          </p:nvSpPr>
          <p:spPr>
            <a:xfrm>
              <a:off x="5664200" y="2872740"/>
              <a:ext cx="219710" cy="615950"/>
            </a:xfrm>
            <a:custGeom>
              <a:avLst/>
              <a:gdLst/>
              <a:ahLst/>
              <a:cxnLst/>
              <a:rect l="l" t="t" r="r" b="b"/>
              <a:pathLst>
                <a:path w="219710" h="615950">
                  <a:moveTo>
                    <a:pt x="217170" y="129539"/>
                  </a:moveTo>
                  <a:lnTo>
                    <a:pt x="217209" y="273585"/>
                  </a:lnTo>
                  <a:lnTo>
                    <a:pt x="217487" y="372268"/>
                  </a:lnTo>
                  <a:lnTo>
                    <a:pt x="218241" y="471189"/>
                  </a:lnTo>
                  <a:lnTo>
                    <a:pt x="219710" y="615950"/>
                  </a:lnTo>
                  <a:lnTo>
                    <a:pt x="151262" y="600334"/>
                  </a:lnTo>
                  <a:lnTo>
                    <a:pt x="99761" y="579414"/>
                  </a:lnTo>
                  <a:lnTo>
                    <a:pt x="60512" y="555508"/>
                  </a:lnTo>
                  <a:lnTo>
                    <a:pt x="28823" y="530931"/>
                  </a:lnTo>
                  <a:lnTo>
                    <a:pt x="0" y="508000"/>
                  </a:lnTo>
                  <a:lnTo>
                    <a:pt x="0" y="321468"/>
                  </a:lnTo>
                  <a:lnTo>
                    <a:pt x="0" y="158750"/>
                  </a:lnTo>
                  <a:lnTo>
                    <a:pt x="0" y="43656"/>
                  </a:lnTo>
                  <a:lnTo>
                    <a:pt x="0" y="0"/>
                  </a:lnTo>
                  <a:lnTo>
                    <a:pt x="3393" y="2024"/>
                  </a:lnTo>
                  <a:lnTo>
                    <a:pt x="27146" y="16192"/>
                  </a:lnTo>
                  <a:lnTo>
                    <a:pt x="91618" y="54649"/>
                  </a:lnTo>
                  <a:lnTo>
                    <a:pt x="217170" y="129539"/>
                  </a:lnTo>
                  <a:close/>
                </a:path>
              </a:pathLst>
            </a:custGeom>
            <a:ln w="646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85" name="object 3385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5882640" y="2868930"/>
              <a:ext cx="228379" cy="227814"/>
            </a:xfrm>
            <a:prstGeom prst="rect">
              <a:avLst/>
            </a:prstGeom>
          </p:spPr>
        </p:pic>
        <p:sp>
          <p:nvSpPr>
            <p:cNvPr id="3386" name="object 3386"/>
            <p:cNvSpPr/>
            <p:nvPr/>
          </p:nvSpPr>
          <p:spPr>
            <a:xfrm>
              <a:off x="5882640" y="2853690"/>
              <a:ext cx="255270" cy="255270"/>
            </a:xfrm>
            <a:custGeom>
              <a:avLst/>
              <a:gdLst/>
              <a:ahLst/>
              <a:cxnLst/>
              <a:rect l="l" t="t" r="r" b="b"/>
              <a:pathLst>
                <a:path w="255270" h="255269">
                  <a:moveTo>
                    <a:pt x="254000" y="1269"/>
                  </a:moveTo>
                  <a:lnTo>
                    <a:pt x="251460" y="1269"/>
                  </a:lnTo>
                  <a:lnTo>
                    <a:pt x="251460" y="2539"/>
                  </a:lnTo>
                  <a:lnTo>
                    <a:pt x="250189" y="2539"/>
                  </a:lnTo>
                  <a:lnTo>
                    <a:pt x="250189" y="3809"/>
                  </a:lnTo>
                  <a:lnTo>
                    <a:pt x="247650" y="3809"/>
                  </a:lnTo>
                  <a:lnTo>
                    <a:pt x="247650" y="5079"/>
                  </a:lnTo>
                  <a:lnTo>
                    <a:pt x="245110" y="5079"/>
                  </a:lnTo>
                  <a:lnTo>
                    <a:pt x="245110" y="6350"/>
                  </a:lnTo>
                  <a:lnTo>
                    <a:pt x="242570" y="6350"/>
                  </a:lnTo>
                  <a:lnTo>
                    <a:pt x="242570" y="7619"/>
                  </a:lnTo>
                  <a:lnTo>
                    <a:pt x="241300" y="7619"/>
                  </a:lnTo>
                  <a:lnTo>
                    <a:pt x="241300" y="8889"/>
                  </a:lnTo>
                  <a:lnTo>
                    <a:pt x="238760" y="8889"/>
                  </a:lnTo>
                  <a:lnTo>
                    <a:pt x="238760" y="10159"/>
                  </a:lnTo>
                  <a:lnTo>
                    <a:pt x="236220" y="10159"/>
                  </a:lnTo>
                  <a:lnTo>
                    <a:pt x="236220" y="11429"/>
                  </a:lnTo>
                  <a:lnTo>
                    <a:pt x="233680" y="11429"/>
                  </a:lnTo>
                  <a:lnTo>
                    <a:pt x="233680" y="12700"/>
                  </a:lnTo>
                  <a:lnTo>
                    <a:pt x="231139" y="12700"/>
                  </a:lnTo>
                  <a:lnTo>
                    <a:pt x="231139" y="13969"/>
                  </a:lnTo>
                  <a:lnTo>
                    <a:pt x="229870" y="13969"/>
                  </a:lnTo>
                  <a:lnTo>
                    <a:pt x="229870" y="15239"/>
                  </a:lnTo>
                  <a:lnTo>
                    <a:pt x="228379" y="15239"/>
                  </a:lnTo>
                  <a:lnTo>
                    <a:pt x="227330" y="16286"/>
                  </a:lnTo>
                  <a:lnTo>
                    <a:pt x="227330" y="16509"/>
                  </a:lnTo>
                  <a:lnTo>
                    <a:pt x="227106" y="16509"/>
                  </a:lnTo>
                  <a:lnTo>
                    <a:pt x="0" y="243054"/>
                  </a:lnTo>
                  <a:lnTo>
                    <a:pt x="0" y="255269"/>
                  </a:lnTo>
                  <a:lnTo>
                    <a:pt x="254000" y="1269"/>
                  </a:lnTo>
                  <a:close/>
                </a:path>
                <a:path w="255270" h="255269">
                  <a:moveTo>
                    <a:pt x="255269" y="0"/>
                  </a:moveTo>
                  <a:lnTo>
                    <a:pt x="254000" y="0"/>
                  </a:lnTo>
                  <a:lnTo>
                    <a:pt x="254000" y="1269"/>
                  </a:lnTo>
                  <a:lnTo>
                    <a:pt x="255269" y="0"/>
                  </a:lnTo>
                  <a:close/>
                </a:path>
              </a:pathLst>
            </a:custGeom>
            <a:solidFill>
              <a:srgbClr val="C8B8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7" name="object 3387"/>
            <p:cNvSpPr/>
            <p:nvPr/>
          </p:nvSpPr>
          <p:spPr>
            <a:xfrm>
              <a:off x="5882640" y="2840990"/>
              <a:ext cx="278130" cy="278130"/>
            </a:xfrm>
            <a:custGeom>
              <a:avLst/>
              <a:gdLst/>
              <a:ahLst/>
              <a:cxnLst/>
              <a:rect l="l" t="t" r="r" b="b"/>
              <a:pathLst>
                <a:path w="278129" h="278130">
                  <a:moveTo>
                    <a:pt x="276860" y="1269"/>
                  </a:moveTo>
                  <a:lnTo>
                    <a:pt x="274320" y="1269"/>
                  </a:lnTo>
                  <a:lnTo>
                    <a:pt x="274320" y="2539"/>
                  </a:lnTo>
                  <a:lnTo>
                    <a:pt x="271780" y="2539"/>
                  </a:lnTo>
                  <a:lnTo>
                    <a:pt x="271780" y="3809"/>
                  </a:lnTo>
                  <a:lnTo>
                    <a:pt x="270510" y="3809"/>
                  </a:lnTo>
                  <a:lnTo>
                    <a:pt x="270510" y="5079"/>
                  </a:lnTo>
                  <a:lnTo>
                    <a:pt x="267970" y="5079"/>
                  </a:lnTo>
                  <a:lnTo>
                    <a:pt x="267970" y="6350"/>
                  </a:lnTo>
                  <a:lnTo>
                    <a:pt x="265430" y="6350"/>
                  </a:lnTo>
                  <a:lnTo>
                    <a:pt x="265430" y="7619"/>
                  </a:lnTo>
                  <a:lnTo>
                    <a:pt x="262889" y="7619"/>
                  </a:lnTo>
                  <a:lnTo>
                    <a:pt x="262889" y="8889"/>
                  </a:lnTo>
                  <a:lnTo>
                    <a:pt x="260350" y="8889"/>
                  </a:lnTo>
                  <a:lnTo>
                    <a:pt x="260350" y="10159"/>
                  </a:lnTo>
                  <a:lnTo>
                    <a:pt x="259080" y="10159"/>
                  </a:lnTo>
                  <a:lnTo>
                    <a:pt x="259080" y="11429"/>
                  </a:lnTo>
                  <a:lnTo>
                    <a:pt x="256539" y="11429"/>
                  </a:lnTo>
                  <a:lnTo>
                    <a:pt x="256539" y="12700"/>
                  </a:lnTo>
                  <a:lnTo>
                    <a:pt x="255269" y="12700"/>
                  </a:lnTo>
                  <a:lnTo>
                    <a:pt x="0" y="267969"/>
                  </a:lnTo>
                  <a:lnTo>
                    <a:pt x="0" y="278129"/>
                  </a:lnTo>
                  <a:lnTo>
                    <a:pt x="276860" y="1269"/>
                  </a:lnTo>
                  <a:close/>
                </a:path>
                <a:path w="278129" h="278130">
                  <a:moveTo>
                    <a:pt x="278129" y="0"/>
                  </a:moveTo>
                  <a:lnTo>
                    <a:pt x="276860" y="0"/>
                  </a:lnTo>
                  <a:lnTo>
                    <a:pt x="276860" y="1269"/>
                  </a:lnTo>
                  <a:lnTo>
                    <a:pt x="278129" y="0"/>
                  </a:lnTo>
                  <a:close/>
                </a:path>
              </a:pathLst>
            </a:custGeom>
            <a:solidFill>
              <a:srgbClr val="C8B8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8" name="object 3388"/>
            <p:cNvSpPr/>
            <p:nvPr/>
          </p:nvSpPr>
          <p:spPr>
            <a:xfrm>
              <a:off x="5882640" y="2825750"/>
              <a:ext cx="304800" cy="304165"/>
            </a:xfrm>
            <a:custGeom>
              <a:avLst/>
              <a:gdLst/>
              <a:ahLst/>
              <a:cxnLst/>
              <a:rect l="l" t="t" r="r" b="b"/>
              <a:pathLst>
                <a:path w="304800" h="304164">
                  <a:moveTo>
                    <a:pt x="303454" y="1270"/>
                  </a:moveTo>
                  <a:lnTo>
                    <a:pt x="300989" y="1270"/>
                  </a:lnTo>
                  <a:lnTo>
                    <a:pt x="300989" y="2540"/>
                  </a:lnTo>
                  <a:lnTo>
                    <a:pt x="299720" y="2540"/>
                  </a:lnTo>
                  <a:lnTo>
                    <a:pt x="299720" y="3810"/>
                  </a:lnTo>
                  <a:lnTo>
                    <a:pt x="297180" y="3810"/>
                  </a:lnTo>
                  <a:lnTo>
                    <a:pt x="297180" y="5080"/>
                  </a:lnTo>
                  <a:lnTo>
                    <a:pt x="294639" y="5080"/>
                  </a:lnTo>
                  <a:lnTo>
                    <a:pt x="294639" y="6350"/>
                  </a:lnTo>
                  <a:lnTo>
                    <a:pt x="292100" y="6350"/>
                  </a:lnTo>
                  <a:lnTo>
                    <a:pt x="292100" y="7620"/>
                  </a:lnTo>
                  <a:lnTo>
                    <a:pt x="290830" y="7620"/>
                  </a:lnTo>
                  <a:lnTo>
                    <a:pt x="290830" y="8890"/>
                  </a:lnTo>
                  <a:lnTo>
                    <a:pt x="288289" y="8890"/>
                  </a:lnTo>
                  <a:lnTo>
                    <a:pt x="288289" y="10160"/>
                  </a:lnTo>
                  <a:lnTo>
                    <a:pt x="285750" y="10160"/>
                  </a:lnTo>
                  <a:lnTo>
                    <a:pt x="285750" y="11430"/>
                  </a:lnTo>
                  <a:lnTo>
                    <a:pt x="283210" y="11430"/>
                  </a:lnTo>
                  <a:lnTo>
                    <a:pt x="283210" y="12700"/>
                  </a:lnTo>
                  <a:lnTo>
                    <a:pt x="280670" y="12700"/>
                  </a:lnTo>
                  <a:lnTo>
                    <a:pt x="280670" y="13970"/>
                  </a:lnTo>
                  <a:lnTo>
                    <a:pt x="279400" y="13970"/>
                  </a:lnTo>
                  <a:lnTo>
                    <a:pt x="279400" y="15240"/>
                  </a:lnTo>
                  <a:lnTo>
                    <a:pt x="278129" y="15240"/>
                  </a:lnTo>
                  <a:lnTo>
                    <a:pt x="0" y="293370"/>
                  </a:lnTo>
                  <a:lnTo>
                    <a:pt x="0" y="303973"/>
                  </a:lnTo>
                  <a:lnTo>
                    <a:pt x="303454" y="1270"/>
                  </a:lnTo>
                  <a:close/>
                </a:path>
                <a:path w="304800" h="304164">
                  <a:moveTo>
                    <a:pt x="304727" y="0"/>
                  </a:moveTo>
                  <a:lnTo>
                    <a:pt x="303530" y="0"/>
                  </a:lnTo>
                  <a:lnTo>
                    <a:pt x="303530" y="1194"/>
                  </a:lnTo>
                  <a:lnTo>
                    <a:pt x="304727" y="0"/>
                  </a:lnTo>
                  <a:close/>
                </a:path>
              </a:pathLst>
            </a:custGeom>
            <a:solidFill>
              <a:srgbClr val="C9B9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9" name="object 3389"/>
            <p:cNvSpPr/>
            <p:nvPr/>
          </p:nvSpPr>
          <p:spPr>
            <a:xfrm>
              <a:off x="5882640" y="2811780"/>
              <a:ext cx="329565" cy="330200"/>
            </a:xfrm>
            <a:custGeom>
              <a:avLst/>
              <a:gdLst/>
              <a:ahLst/>
              <a:cxnLst/>
              <a:rect l="l" t="t" r="r" b="b"/>
              <a:pathLst>
                <a:path w="329564" h="330200">
                  <a:moveTo>
                    <a:pt x="326421" y="2539"/>
                  </a:moveTo>
                  <a:lnTo>
                    <a:pt x="323850" y="2539"/>
                  </a:lnTo>
                  <a:lnTo>
                    <a:pt x="323850" y="3810"/>
                  </a:lnTo>
                  <a:lnTo>
                    <a:pt x="321310" y="3810"/>
                  </a:lnTo>
                  <a:lnTo>
                    <a:pt x="321310" y="5079"/>
                  </a:lnTo>
                  <a:lnTo>
                    <a:pt x="320039" y="5079"/>
                  </a:lnTo>
                  <a:lnTo>
                    <a:pt x="320039" y="6350"/>
                  </a:lnTo>
                  <a:lnTo>
                    <a:pt x="317500" y="6350"/>
                  </a:lnTo>
                  <a:lnTo>
                    <a:pt x="317500" y="7619"/>
                  </a:lnTo>
                  <a:lnTo>
                    <a:pt x="314960" y="7619"/>
                  </a:lnTo>
                  <a:lnTo>
                    <a:pt x="314960" y="8889"/>
                  </a:lnTo>
                  <a:lnTo>
                    <a:pt x="312420" y="8889"/>
                  </a:lnTo>
                  <a:lnTo>
                    <a:pt x="312420" y="10160"/>
                  </a:lnTo>
                  <a:lnTo>
                    <a:pt x="311150" y="10160"/>
                  </a:lnTo>
                  <a:lnTo>
                    <a:pt x="311150" y="11429"/>
                  </a:lnTo>
                  <a:lnTo>
                    <a:pt x="308610" y="11429"/>
                  </a:lnTo>
                  <a:lnTo>
                    <a:pt x="308610" y="12700"/>
                  </a:lnTo>
                  <a:lnTo>
                    <a:pt x="306070" y="12700"/>
                  </a:lnTo>
                  <a:lnTo>
                    <a:pt x="306070" y="13969"/>
                  </a:lnTo>
                  <a:lnTo>
                    <a:pt x="304727" y="13969"/>
                  </a:lnTo>
                  <a:lnTo>
                    <a:pt x="303530" y="15164"/>
                  </a:lnTo>
                  <a:lnTo>
                    <a:pt x="0" y="317943"/>
                  </a:lnTo>
                  <a:lnTo>
                    <a:pt x="0" y="329771"/>
                  </a:lnTo>
                  <a:lnTo>
                    <a:pt x="326421" y="2539"/>
                  </a:lnTo>
                  <a:close/>
                </a:path>
                <a:path w="329564" h="330200">
                  <a:moveTo>
                    <a:pt x="327688" y="1269"/>
                  </a:moveTo>
                  <a:lnTo>
                    <a:pt x="326389" y="1269"/>
                  </a:lnTo>
                  <a:lnTo>
                    <a:pt x="326389" y="2539"/>
                  </a:lnTo>
                  <a:lnTo>
                    <a:pt x="327688" y="1269"/>
                  </a:lnTo>
                  <a:close/>
                </a:path>
                <a:path w="329564" h="330200">
                  <a:moveTo>
                    <a:pt x="328955" y="0"/>
                  </a:moveTo>
                  <a:close/>
                </a:path>
              </a:pathLst>
            </a:custGeom>
            <a:solidFill>
              <a:srgbClr val="C9BA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0" name="object 3390"/>
            <p:cNvSpPr/>
            <p:nvPr/>
          </p:nvSpPr>
          <p:spPr>
            <a:xfrm>
              <a:off x="5882640" y="2805430"/>
              <a:ext cx="341630" cy="346710"/>
            </a:xfrm>
            <a:custGeom>
              <a:avLst/>
              <a:gdLst/>
              <a:ahLst/>
              <a:cxnLst/>
              <a:rect l="l" t="t" r="r" b="b"/>
              <a:pathLst>
                <a:path w="341629" h="346710">
                  <a:moveTo>
                    <a:pt x="341630" y="0"/>
                  </a:moveTo>
                  <a:lnTo>
                    <a:pt x="340360" y="0"/>
                  </a:lnTo>
                  <a:lnTo>
                    <a:pt x="340360" y="1269"/>
                  </a:lnTo>
                  <a:lnTo>
                    <a:pt x="337820" y="1269"/>
                  </a:lnTo>
                  <a:lnTo>
                    <a:pt x="337820" y="2539"/>
                  </a:lnTo>
                  <a:lnTo>
                    <a:pt x="335280" y="2539"/>
                  </a:lnTo>
                  <a:lnTo>
                    <a:pt x="335280" y="3810"/>
                  </a:lnTo>
                  <a:lnTo>
                    <a:pt x="332739" y="3810"/>
                  </a:lnTo>
                  <a:lnTo>
                    <a:pt x="332739" y="5079"/>
                  </a:lnTo>
                  <a:lnTo>
                    <a:pt x="331470" y="5079"/>
                  </a:lnTo>
                  <a:lnTo>
                    <a:pt x="331470" y="6350"/>
                  </a:lnTo>
                  <a:lnTo>
                    <a:pt x="328955" y="6350"/>
                  </a:lnTo>
                  <a:lnTo>
                    <a:pt x="328930" y="7619"/>
                  </a:lnTo>
                  <a:lnTo>
                    <a:pt x="327688" y="7619"/>
                  </a:lnTo>
                  <a:lnTo>
                    <a:pt x="0" y="336121"/>
                  </a:lnTo>
                  <a:lnTo>
                    <a:pt x="0" y="346709"/>
                  </a:lnTo>
                  <a:lnTo>
                    <a:pt x="341630" y="5079"/>
                  </a:lnTo>
                  <a:lnTo>
                    <a:pt x="341630" y="0"/>
                  </a:lnTo>
                  <a:close/>
                </a:path>
              </a:pathLst>
            </a:custGeom>
            <a:solidFill>
              <a:srgbClr val="CABA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1" name="object 3391"/>
            <p:cNvSpPr/>
            <p:nvPr/>
          </p:nvSpPr>
          <p:spPr>
            <a:xfrm>
              <a:off x="5882640" y="2810510"/>
              <a:ext cx="341630" cy="351790"/>
            </a:xfrm>
            <a:custGeom>
              <a:avLst/>
              <a:gdLst/>
              <a:ahLst/>
              <a:cxnLst/>
              <a:rect l="l" t="t" r="r" b="b"/>
              <a:pathLst>
                <a:path w="341629" h="351789">
                  <a:moveTo>
                    <a:pt x="341630" y="0"/>
                  </a:moveTo>
                  <a:lnTo>
                    <a:pt x="0" y="341629"/>
                  </a:lnTo>
                  <a:lnTo>
                    <a:pt x="0" y="351789"/>
                  </a:lnTo>
                  <a:lnTo>
                    <a:pt x="341630" y="10159"/>
                  </a:lnTo>
                  <a:lnTo>
                    <a:pt x="341630" y="0"/>
                  </a:lnTo>
                  <a:close/>
                </a:path>
              </a:pathLst>
            </a:custGeom>
            <a:solidFill>
              <a:srgbClr val="CABB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2" name="object 3392"/>
            <p:cNvSpPr/>
            <p:nvPr/>
          </p:nvSpPr>
          <p:spPr>
            <a:xfrm>
              <a:off x="5882640" y="2820669"/>
              <a:ext cx="341630" cy="364490"/>
            </a:xfrm>
            <a:custGeom>
              <a:avLst/>
              <a:gdLst/>
              <a:ahLst/>
              <a:cxnLst/>
              <a:rect l="l" t="t" r="r" b="b"/>
              <a:pathLst>
                <a:path w="341629" h="364489">
                  <a:moveTo>
                    <a:pt x="341630" y="0"/>
                  </a:moveTo>
                  <a:lnTo>
                    <a:pt x="0" y="341630"/>
                  </a:lnTo>
                  <a:lnTo>
                    <a:pt x="0" y="353060"/>
                  </a:lnTo>
                  <a:lnTo>
                    <a:pt x="0" y="364490"/>
                  </a:lnTo>
                  <a:lnTo>
                    <a:pt x="341630" y="22860"/>
                  </a:lnTo>
                  <a:lnTo>
                    <a:pt x="341630" y="11430"/>
                  </a:lnTo>
                  <a:lnTo>
                    <a:pt x="341630" y="0"/>
                  </a:lnTo>
                  <a:close/>
                </a:path>
              </a:pathLst>
            </a:custGeom>
            <a:solidFill>
              <a:srgbClr val="CCBC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3" name="object 3393"/>
            <p:cNvSpPr/>
            <p:nvPr/>
          </p:nvSpPr>
          <p:spPr>
            <a:xfrm>
              <a:off x="5882640" y="2843530"/>
              <a:ext cx="341630" cy="351790"/>
            </a:xfrm>
            <a:custGeom>
              <a:avLst/>
              <a:gdLst/>
              <a:ahLst/>
              <a:cxnLst/>
              <a:rect l="l" t="t" r="r" b="b"/>
              <a:pathLst>
                <a:path w="341629" h="351789">
                  <a:moveTo>
                    <a:pt x="341630" y="0"/>
                  </a:moveTo>
                  <a:lnTo>
                    <a:pt x="0" y="341630"/>
                  </a:lnTo>
                  <a:lnTo>
                    <a:pt x="0" y="351790"/>
                  </a:lnTo>
                  <a:lnTo>
                    <a:pt x="341630" y="10160"/>
                  </a:lnTo>
                  <a:lnTo>
                    <a:pt x="341630" y="0"/>
                  </a:lnTo>
                  <a:close/>
                </a:path>
              </a:pathLst>
            </a:custGeom>
            <a:solidFill>
              <a:srgbClr val="CCBD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4" name="object 3394"/>
            <p:cNvSpPr/>
            <p:nvPr/>
          </p:nvSpPr>
          <p:spPr>
            <a:xfrm>
              <a:off x="5882640" y="2853690"/>
              <a:ext cx="341630" cy="351790"/>
            </a:xfrm>
            <a:custGeom>
              <a:avLst/>
              <a:gdLst/>
              <a:ahLst/>
              <a:cxnLst/>
              <a:rect l="l" t="t" r="r" b="b"/>
              <a:pathLst>
                <a:path w="341629" h="351789">
                  <a:moveTo>
                    <a:pt x="341630" y="0"/>
                  </a:moveTo>
                  <a:lnTo>
                    <a:pt x="0" y="341630"/>
                  </a:lnTo>
                  <a:lnTo>
                    <a:pt x="0" y="351790"/>
                  </a:lnTo>
                  <a:lnTo>
                    <a:pt x="341630" y="10159"/>
                  </a:lnTo>
                  <a:lnTo>
                    <a:pt x="341630" y="0"/>
                  </a:lnTo>
                  <a:close/>
                </a:path>
              </a:pathLst>
            </a:custGeom>
            <a:solidFill>
              <a:srgbClr val="CCBE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5" name="object 3395"/>
            <p:cNvSpPr/>
            <p:nvPr/>
          </p:nvSpPr>
          <p:spPr>
            <a:xfrm>
              <a:off x="5882640" y="2863850"/>
              <a:ext cx="341630" cy="354330"/>
            </a:xfrm>
            <a:custGeom>
              <a:avLst/>
              <a:gdLst/>
              <a:ahLst/>
              <a:cxnLst/>
              <a:rect l="l" t="t" r="r" b="b"/>
              <a:pathLst>
                <a:path w="341629" h="354330">
                  <a:moveTo>
                    <a:pt x="341630" y="0"/>
                  </a:moveTo>
                  <a:lnTo>
                    <a:pt x="0" y="341630"/>
                  </a:lnTo>
                  <a:lnTo>
                    <a:pt x="0" y="354330"/>
                  </a:lnTo>
                  <a:lnTo>
                    <a:pt x="341630" y="12700"/>
                  </a:lnTo>
                  <a:lnTo>
                    <a:pt x="341630" y="0"/>
                  </a:lnTo>
                  <a:close/>
                </a:path>
              </a:pathLst>
            </a:custGeom>
            <a:solidFill>
              <a:srgbClr val="CDBE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6" name="object 3396"/>
            <p:cNvSpPr/>
            <p:nvPr/>
          </p:nvSpPr>
          <p:spPr>
            <a:xfrm>
              <a:off x="5882640" y="2876550"/>
              <a:ext cx="341630" cy="351790"/>
            </a:xfrm>
            <a:custGeom>
              <a:avLst/>
              <a:gdLst/>
              <a:ahLst/>
              <a:cxnLst/>
              <a:rect l="l" t="t" r="r" b="b"/>
              <a:pathLst>
                <a:path w="341629" h="351789">
                  <a:moveTo>
                    <a:pt x="341630" y="0"/>
                  </a:moveTo>
                  <a:lnTo>
                    <a:pt x="0" y="341630"/>
                  </a:lnTo>
                  <a:lnTo>
                    <a:pt x="0" y="351790"/>
                  </a:lnTo>
                  <a:lnTo>
                    <a:pt x="341630" y="10160"/>
                  </a:lnTo>
                  <a:lnTo>
                    <a:pt x="341630" y="0"/>
                  </a:lnTo>
                  <a:close/>
                </a:path>
              </a:pathLst>
            </a:custGeom>
            <a:solidFill>
              <a:srgbClr val="CDBF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7" name="object 3397"/>
            <p:cNvSpPr/>
            <p:nvPr/>
          </p:nvSpPr>
          <p:spPr>
            <a:xfrm>
              <a:off x="5882640" y="2886710"/>
              <a:ext cx="341630" cy="351790"/>
            </a:xfrm>
            <a:custGeom>
              <a:avLst/>
              <a:gdLst/>
              <a:ahLst/>
              <a:cxnLst/>
              <a:rect l="l" t="t" r="r" b="b"/>
              <a:pathLst>
                <a:path w="341629" h="351789">
                  <a:moveTo>
                    <a:pt x="341630" y="0"/>
                  </a:moveTo>
                  <a:lnTo>
                    <a:pt x="0" y="341629"/>
                  </a:lnTo>
                  <a:lnTo>
                    <a:pt x="0" y="351789"/>
                  </a:lnTo>
                  <a:lnTo>
                    <a:pt x="341630" y="10159"/>
                  </a:lnTo>
                  <a:lnTo>
                    <a:pt x="341630" y="0"/>
                  </a:lnTo>
                  <a:close/>
                </a:path>
              </a:pathLst>
            </a:custGeom>
            <a:solidFill>
              <a:srgbClr val="CEC0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8" name="object 3398"/>
            <p:cNvSpPr/>
            <p:nvPr/>
          </p:nvSpPr>
          <p:spPr>
            <a:xfrm>
              <a:off x="5882640" y="2896869"/>
              <a:ext cx="341630" cy="353060"/>
            </a:xfrm>
            <a:custGeom>
              <a:avLst/>
              <a:gdLst/>
              <a:ahLst/>
              <a:cxnLst/>
              <a:rect l="l" t="t" r="r" b="b"/>
              <a:pathLst>
                <a:path w="341629" h="353060">
                  <a:moveTo>
                    <a:pt x="341630" y="0"/>
                  </a:moveTo>
                  <a:lnTo>
                    <a:pt x="0" y="341630"/>
                  </a:lnTo>
                  <a:lnTo>
                    <a:pt x="0" y="353060"/>
                  </a:lnTo>
                  <a:lnTo>
                    <a:pt x="341630" y="11429"/>
                  </a:lnTo>
                  <a:lnTo>
                    <a:pt x="341630" y="0"/>
                  </a:lnTo>
                  <a:close/>
                </a:path>
              </a:pathLst>
            </a:custGeom>
            <a:solidFill>
              <a:srgbClr val="CEC0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9" name="object 3399"/>
            <p:cNvSpPr/>
            <p:nvPr/>
          </p:nvSpPr>
          <p:spPr>
            <a:xfrm>
              <a:off x="5882640" y="2908300"/>
              <a:ext cx="341630" cy="353060"/>
            </a:xfrm>
            <a:custGeom>
              <a:avLst/>
              <a:gdLst/>
              <a:ahLst/>
              <a:cxnLst/>
              <a:rect l="l" t="t" r="r" b="b"/>
              <a:pathLst>
                <a:path w="341629" h="353060">
                  <a:moveTo>
                    <a:pt x="341630" y="0"/>
                  </a:moveTo>
                  <a:lnTo>
                    <a:pt x="0" y="341630"/>
                  </a:lnTo>
                  <a:lnTo>
                    <a:pt x="0" y="353060"/>
                  </a:lnTo>
                  <a:lnTo>
                    <a:pt x="341630" y="11430"/>
                  </a:lnTo>
                  <a:lnTo>
                    <a:pt x="341630" y="0"/>
                  </a:lnTo>
                  <a:close/>
                </a:path>
              </a:pathLst>
            </a:custGeom>
            <a:solidFill>
              <a:srgbClr val="CFC1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0" name="object 3400"/>
            <p:cNvSpPr/>
            <p:nvPr/>
          </p:nvSpPr>
          <p:spPr>
            <a:xfrm>
              <a:off x="5882640" y="2919730"/>
              <a:ext cx="341630" cy="351790"/>
            </a:xfrm>
            <a:custGeom>
              <a:avLst/>
              <a:gdLst/>
              <a:ahLst/>
              <a:cxnLst/>
              <a:rect l="l" t="t" r="r" b="b"/>
              <a:pathLst>
                <a:path w="341629" h="351789">
                  <a:moveTo>
                    <a:pt x="341630" y="0"/>
                  </a:moveTo>
                  <a:lnTo>
                    <a:pt x="0" y="341630"/>
                  </a:lnTo>
                  <a:lnTo>
                    <a:pt x="0" y="351790"/>
                  </a:lnTo>
                  <a:lnTo>
                    <a:pt x="341630" y="10160"/>
                  </a:lnTo>
                  <a:lnTo>
                    <a:pt x="341630" y="0"/>
                  </a:lnTo>
                  <a:close/>
                </a:path>
              </a:pathLst>
            </a:custGeom>
            <a:solidFill>
              <a:srgbClr val="CFC1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1" name="object 3401"/>
            <p:cNvSpPr/>
            <p:nvPr/>
          </p:nvSpPr>
          <p:spPr>
            <a:xfrm>
              <a:off x="5882640" y="2929890"/>
              <a:ext cx="341630" cy="351790"/>
            </a:xfrm>
            <a:custGeom>
              <a:avLst/>
              <a:gdLst/>
              <a:ahLst/>
              <a:cxnLst/>
              <a:rect l="l" t="t" r="r" b="b"/>
              <a:pathLst>
                <a:path w="341629" h="351789">
                  <a:moveTo>
                    <a:pt x="341630" y="0"/>
                  </a:moveTo>
                  <a:lnTo>
                    <a:pt x="0" y="341630"/>
                  </a:lnTo>
                  <a:lnTo>
                    <a:pt x="0" y="351790"/>
                  </a:lnTo>
                  <a:lnTo>
                    <a:pt x="341630" y="10159"/>
                  </a:lnTo>
                  <a:lnTo>
                    <a:pt x="341630" y="0"/>
                  </a:lnTo>
                  <a:close/>
                </a:path>
              </a:pathLst>
            </a:custGeom>
            <a:solidFill>
              <a:srgbClr val="D0C2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2" name="object 3402"/>
            <p:cNvSpPr/>
            <p:nvPr/>
          </p:nvSpPr>
          <p:spPr>
            <a:xfrm>
              <a:off x="5882640" y="2940050"/>
              <a:ext cx="341630" cy="354330"/>
            </a:xfrm>
            <a:custGeom>
              <a:avLst/>
              <a:gdLst/>
              <a:ahLst/>
              <a:cxnLst/>
              <a:rect l="l" t="t" r="r" b="b"/>
              <a:pathLst>
                <a:path w="341629" h="354329">
                  <a:moveTo>
                    <a:pt x="341630" y="0"/>
                  </a:moveTo>
                  <a:lnTo>
                    <a:pt x="0" y="341630"/>
                  </a:lnTo>
                  <a:lnTo>
                    <a:pt x="0" y="354330"/>
                  </a:lnTo>
                  <a:lnTo>
                    <a:pt x="341630" y="12699"/>
                  </a:lnTo>
                  <a:lnTo>
                    <a:pt x="341630" y="0"/>
                  </a:lnTo>
                  <a:close/>
                </a:path>
              </a:pathLst>
            </a:custGeom>
            <a:solidFill>
              <a:srgbClr val="D0C3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3" name="object 3403"/>
            <p:cNvSpPr/>
            <p:nvPr/>
          </p:nvSpPr>
          <p:spPr>
            <a:xfrm>
              <a:off x="5882640" y="2952750"/>
              <a:ext cx="341630" cy="351790"/>
            </a:xfrm>
            <a:custGeom>
              <a:avLst/>
              <a:gdLst/>
              <a:ahLst/>
              <a:cxnLst/>
              <a:rect l="l" t="t" r="r" b="b"/>
              <a:pathLst>
                <a:path w="341629" h="351789">
                  <a:moveTo>
                    <a:pt x="341630" y="0"/>
                  </a:moveTo>
                  <a:lnTo>
                    <a:pt x="0" y="341630"/>
                  </a:lnTo>
                  <a:lnTo>
                    <a:pt x="0" y="351789"/>
                  </a:lnTo>
                  <a:lnTo>
                    <a:pt x="341630" y="10160"/>
                  </a:lnTo>
                  <a:lnTo>
                    <a:pt x="341630" y="0"/>
                  </a:lnTo>
                  <a:close/>
                </a:path>
              </a:pathLst>
            </a:custGeom>
            <a:solidFill>
              <a:srgbClr val="D1C3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4" name="object 3404"/>
            <p:cNvSpPr/>
            <p:nvPr/>
          </p:nvSpPr>
          <p:spPr>
            <a:xfrm>
              <a:off x="5882640" y="2962910"/>
              <a:ext cx="341630" cy="351790"/>
            </a:xfrm>
            <a:custGeom>
              <a:avLst/>
              <a:gdLst/>
              <a:ahLst/>
              <a:cxnLst/>
              <a:rect l="l" t="t" r="r" b="b"/>
              <a:pathLst>
                <a:path w="341629" h="351789">
                  <a:moveTo>
                    <a:pt x="341630" y="0"/>
                  </a:moveTo>
                  <a:lnTo>
                    <a:pt x="0" y="341629"/>
                  </a:lnTo>
                  <a:lnTo>
                    <a:pt x="0" y="351789"/>
                  </a:lnTo>
                  <a:lnTo>
                    <a:pt x="341630" y="10159"/>
                  </a:lnTo>
                  <a:lnTo>
                    <a:pt x="341630" y="0"/>
                  </a:lnTo>
                  <a:close/>
                </a:path>
              </a:pathLst>
            </a:custGeom>
            <a:solidFill>
              <a:srgbClr val="D1C4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5" name="object 3405"/>
            <p:cNvSpPr/>
            <p:nvPr/>
          </p:nvSpPr>
          <p:spPr>
            <a:xfrm>
              <a:off x="5882640" y="2973069"/>
              <a:ext cx="341630" cy="353060"/>
            </a:xfrm>
            <a:custGeom>
              <a:avLst/>
              <a:gdLst/>
              <a:ahLst/>
              <a:cxnLst/>
              <a:rect l="l" t="t" r="r" b="b"/>
              <a:pathLst>
                <a:path w="341629" h="353060">
                  <a:moveTo>
                    <a:pt x="341630" y="0"/>
                  </a:moveTo>
                  <a:lnTo>
                    <a:pt x="0" y="341630"/>
                  </a:lnTo>
                  <a:lnTo>
                    <a:pt x="0" y="353060"/>
                  </a:lnTo>
                  <a:lnTo>
                    <a:pt x="341630" y="11429"/>
                  </a:lnTo>
                  <a:lnTo>
                    <a:pt x="341630" y="0"/>
                  </a:lnTo>
                  <a:close/>
                </a:path>
              </a:pathLst>
            </a:custGeom>
            <a:solidFill>
              <a:srgbClr val="D2C5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6" name="object 3406"/>
            <p:cNvSpPr/>
            <p:nvPr/>
          </p:nvSpPr>
          <p:spPr>
            <a:xfrm>
              <a:off x="5882640" y="2984500"/>
              <a:ext cx="341630" cy="353060"/>
            </a:xfrm>
            <a:custGeom>
              <a:avLst/>
              <a:gdLst/>
              <a:ahLst/>
              <a:cxnLst/>
              <a:rect l="l" t="t" r="r" b="b"/>
              <a:pathLst>
                <a:path w="341629" h="353060">
                  <a:moveTo>
                    <a:pt x="341630" y="0"/>
                  </a:moveTo>
                  <a:lnTo>
                    <a:pt x="0" y="341630"/>
                  </a:lnTo>
                  <a:lnTo>
                    <a:pt x="0" y="353060"/>
                  </a:lnTo>
                  <a:lnTo>
                    <a:pt x="341630" y="11430"/>
                  </a:lnTo>
                  <a:lnTo>
                    <a:pt x="341630" y="0"/>
                  </a:lnTo>
                  <a:close/>
                </a:path>
              </a:pathLst>
            </a:custGeom>
            <a:solidFill>
              <a:srgbClr val="D2C5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7" name="object 3407"/>
            <p:cNvSpPr/>
            <p:nvPr/>
          </p:nvSpPr>
          <p:spPr>
            <a:xfrm>
              <a:off x="5882640" y="2995930"/>
              <a:ext cx="341630" cy="351790"/>
            </a:xfrm>
            <a:custGeom>
              <a:avLst/>
              <a:gdLst/>
              <a:ahLst/>
              <a:cxnLst/>
              <a:rect l="l" t="t" r="r" b="b"/>
              <a:pathLst>
                <a:path w="341629" h="351789">
                  <a:moveTo>
                    <a:pt x="341630" y="0"/>
                  </a:moveTo>
                  <a:lnTo>
                    <a:pt x="0" y="341630"/>
                  </a:lnTo>
                  <a:lnTo>
                    <a:pt x="0" y="351790"/>
                  </a:lnTo>
                  <a:lnTo>
                    <a:pt x="341630" y="10160"/>
                  </a:lnTo>
                  <a:lnTo>
                    <a:pt x="341630" y="0"/>
                  </a:lnTo>
                  <a:close/>
                </a:path>
              </a:pathLst>
            </a:custGeom>
            <a:solidFill>
              <a:srgbClr val="D3C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8" name="object 3408"/>
            <p:cNvSpPr/>
            <p:nvPr/>
          </p:nvSpPr>
          <p:spPr>
            <a:xfrm>
              <a:off x="5882640" y="3006090"/>
              <a:ext cx="341630" cy="351790"/>
            </a:xfrm>
            <a:custGeom>
              <a:avLst/>
              <a:gdLst/>
              <a:ahLst/>
              <a:cxnLst/>
              <a:rect l="l" t="t" r="r" b="b"/>
              <a:pathLst>
                <a:path w="341629" h="351789">
                  <a:moveTo>
                    <a:pt x="341630" y="0"/>
                  </a:moveTo>
                  <a:lnTo>
                    <a:pt x="0" y="341630"/>
                  </a:lnTo>
                  <a:lnTo>
                    <a:pt x="0" y="351790"/>
                  </a:lnTo>
                  <a:lnTo>
                    <a:pt x="341630" y="10160"/>
                  </a:lnTo>
                  <a:lnTo>
                    <a:pt x="341630" y="0"/>
                  </a:lnTo>
                  <a:close/>
                </a:path>
              </a:pathLst>
            </a:custGeom>
            <a:solidFill>
              <a:srgbClr val="D3C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9" name="object 3409"/>
            <p:cNvSpPr/>
            <p:nvPr/>
          </p:nvSpPr>
          <p:spPr>
            <a:xfrm>
              <a:off x="5882640" y="3016250"/>
              <a:ext cx="341630" cy="354330"/>
            </a:xfrm>
            <a:custGeom>
              <a:avLst/>
              <a:gdLst/>
              <a:ahLst/>
              <a:cxnLst/>
              <a:rect l="l" t="t" r="r" b="b"/>
              <a:pathLst>
                <a:path w="341629" h="354329">
                  <a:moveTo>
                    <a:pt x="341630" y="0"/>
                  </a:moveTo>
                  <a:lnTo>
                    <a:pt x="0" y="341630"/>
                  </a:lnTo>
                  <a:lnTo>
                    <a:pt x="0" y="354330"/>
                  </a:lnTo>
                  <a:lnTo>
                    <a:pt x="341630" y="12700"/>
                  </a:lnTo>
                  <a:lnTo>
                    <a:pt x="341630" y="0"/>
                  </a:lnTo>
                  <a:close/>
                </a:path>
              </a:pathLst>
            </a:custGeom>
            <a:solidFill>
              <a:srgbClr val="D4C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0" name="object 3410"/>
            <p:cNvSpPr/>
            <p:nvPr/>
          </p:nvSpPr>
          <p:spPr>
            <a:xfrm>
              <a:off x="5882640" y="3028950"/>
              <a:ext cx="341630" cy="351790"/>
            </a:xfrm>
            <a:custGeom>
              <a:avLst/>
              <a:gdLst/>
              <a:ahLst/>
              <a:cxnLst/>
              <a:rect l="l" t="t" r="r" b="b"/>
              <a:pathLst>
                <a:path w="341629" h="351789">
                  <a:moveTo>
                    <a:pt x="341630" y="0"/>
                  </a:moveTo>
                  <a:lnTo>
                    <a:pt x="0" y="341630"/>
                  </a:lnTo>
                  <a:lnTo>
                    <a:pt x="0" y="351789"/>
                  </a:lnTo>
                  <a:lnTo>
                    <a:pt x="341630" y="10160"/>
                  </a:lnTo>
                  <a:lnTo>
                    <a:pt x="341630" y="0"/>
                  </a:lnTo>
                  <a:close/>
                </a:path>
              </a:pathLst>
            </a:custGeom>
            <a:solidFill>
              <a:srgbClr val="D4C8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1" name="object 3411"/>
            <p:cNvSpPr/>
            <p:nvPr/>
          </p:nvSpPr>
          <p:spPr>
            <a:xfrm>
              <a:off x="5882640" y="3039110"/>
              <a:ext cx="341630" cy="351790"/>
            </a:xfrm>
            <a:custGeom>
              <a:avLst/>
              <a:gdLst/>
              <a:ahLst/>
              <a:cxnLst/>
              <a:rect l="l" t="t" r="r" b="b"/>
              <a:pathLst>
                <a:path w="341629" h="351789">
                  <a:moveTo>
                    <a:pt x="341629" y="0"/>
                  </a:moveTo>
                  <a:lnTo>
                    <a:pt x="0" y="341629"/>
                  </a:lnTo>
                  <a:lnTo>
                    <a:pt x="0" y="351789"/>
                  </a:lnTo>
                  <a:lnTo>
                    <a:pt x="341630" y="10160"/>
                  </a:lnTo>
                  <a:lnTo>
                    <a:pt x="341629" y="0"/>
                  </a:lnTo>
                  <a:close/>
                </a:path>
              </a:pathLst>
            </a:custGeom>
            <a:solidFill>
              <a:srgbClr val="D5C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2" name="object 3412"/>
            <p:cNvSpPr/>
            <p:nvPr/>
          </p:nvSpPr>
          <p:spPr>
            <a:xfrm>
              <a:off x="5882640" y="3049269"/>
              <a:ext cx="341630" cy="353060"/>
            </a:xfrm>
            <a:custGeom>
              <a:avLst/>
              <a:gdLst/>
              <a:ahLst/>
              <a:cxnLst/>
              <a:rect l="l" t="t" r="r" b="b"/>
              <a:pathLst>
                <a:path w="341629" h="353060">
                  <a:moveTo>
                    <a:pt x="341630" y="0"/>
                  </a:moveTo>
                  <a:lnTo>
                    <a:pt x="0" y="341629"/>
                  </a:lnTo>
                  <a:lnTo>
                    <a:pt x="0" y="353059"/>
                  </a:lnTo>
                  <a:lnTo>
                    <a:pt x="341629" y="11429"/>
                  </a:lnTo>
                  <a:lnTo>
                    <a:pt x="341630" y="0"/>
                  </a:lnTo>
                  <a:close/>
                </a:path>
              </a:pathLst>
            </a:custGeom>
            <a:solidFill>
              <a:srgbClr val="D5C9A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3" name="object 3413"/>
            <p:cNvSpPr/>
            <p:nvPr/>
          </p:nvSpPr>
          <p:spPr>
            <a:xfrm>
              <a:off x="5882640" y="3060700"/>
              <a:ext cx="341630" cy="353060"/>
            </a:xfrm>
            <a:custGeom>
              <a:avLst/>
              <a:gdLst/>
              <a:ahLst/>
              <a:cxnLst/>
              <a:rect l="l" t="t" r="r" b="b"/>
              <a:pathLst>
                <a:path w="341629" h="353060">
                  <a:moveTo>
                    <a:pt x="341629" y="0"/>
                  </a:moveTo>
                  <a:lnTo>
                    <a:pt x="0" y="341629"/>
                  </a:lnTo>
                  <a:lnTo>
                    <a:pt x="0" y="353060"/>
                  </a:lnTo>
                  <a:lnTo>
                    <a:pt x="341629" y="11430"/>
                  </a:lnTo>
                  <a:lnTo>
                    <a:pt x="341629" y="0"/>
                  </a:lnTo>
                  <a:close/>
                </a:path>
              </a:pathLst>
            </a:custGeom>
            <a:solidFill>
              <a:srgbClr val="D6CA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4" name="object 3414"/>
            <p:cNvSpPr/>
            <p:nvPr/>
          </p:nvSpPr>
          <p:spPr>
            <a:xfrm>
              <a:off x="5882640" y="3072130"/>
              <a:ext cx="341630" cy="351790"/>
            </a:xfrm>
            <a:custGeom>
              <a:avLst/>
              <a:gdLst/>
              <a:ahLst/>
              <a:cxnLst/>
              <a:rect l="l" t="t" r="r" b="b"/>
              <a:pathLst>
                <a:path w="341629" h="351789">
                  <a:moveTo>
                    <a:pt x="341629" y="0"/>
                  </a:moveTo>
                  <a:lnTo>
                    <a:pt x="0" y="341629"/>
                  </a:lnTo>
                  <a:lnTo>
                    <a:pt x="0" y="351789"/>
                  </a:lnTo>
                  <a:lnTo>
                    <a:pt x="341629" y="10160"/>
                  </a:lnTo>
                  <a:lnTo>
                    <a:pt x="341629" y="0"/>
                  </a:lnTo>
                  <a:close/>
                </a:path>
              </a:pathLst>
            </a:custGeom>
            <a:solidFill>
              <a:srgbClr val="D6CA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5" name="object 3415"/>
            <p:cNvSpPr/>
            <p:nvPr/>
          </p:nvSpPr>
          <p:spPr>
            <a:xfrm>
              <a:off x="5882640" y="3082290"/>
              <a:ext cx="341630" cy="353060"/>
            </a:xfrm>
            <a:custGeom>
              <a:avLst/>
              <a:gdLst/>
              <a:ahLst/>
              <a:cxnLst/>
              <a:rect l="l" t="t" r="r" b="b"/>
              <a:pathLst>
                <a:path w="341629" h="353060">
                  <a:moveTo>
                    <a:pt x="341629" y="0"/>
                  </a:moveTo>
                  <a:lnTo>
                    <a:pt x="0" y="341629"/>
                  </a:lnTo>
                  <a:lnTo>
                    <a:pt x="0" y="352993"/>
                  </a:lnTo>
                  <a:lnTo>
                    <a:pt x="341629" y="10516"/>
                  </a:lnTo>
                  <a:lnTo>
                    <a:pt x="341629" y="0"/>
                  </a:lnTo>
                  <a:close/>
                </a:path>
              </a:pathLst>
            </a:custGeom>
            <a:solidFill>
              <a:srgbClr val="D7CC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6" name="object 3416"/>
            <p:cNvSpPr/>
            <p:nvPr/>
          </p:nvSpPr>
          <p:spPr>
            <a:xfrm>
              <a:off x="5882640" y="3092806"/>
              <a:ext cx="341630" cy="353060"/>
            </a:xfrm>
            <a:custGeom>
              <a:avLst/>
              <a:gdLst/>
              <a:ahLst/>
              <a:cxnLst/>
              <a:rect l="l" t="t" r="r" b="b"/>
              <a:pathLst>
                <a:path w="341629" h="353060">
                  <a:moveTo>
                    <a:pt x="341629" y="0"/>
                  </a:moveTo>
                  <a:lnTo>
                    <a:pt x="0" y="342477"/>
                  </a:lnTo>
                  <a:lnTo>
                    <a:pt x="0" y="352703"/>
                  </a:lnTo>
                  <a:lnTo>
                    <a:pt x="341629" y="11073"/>
                  </a:lnTo>
                  <a:lnTo>
                    <a:pt x="341629" y="0"/>
                  </a:lnTo>
                  <a:close/>
                </a:path>
              </a:pathLst>
            </a:custGeom>
            <a:solidFill>
              <a:srgbClr val="D7CC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7" name="object 3417"/>
            <p:cNvSpPr/>
            <p:nvPr/>
          </p:nvSpPr>
          <p:spPr>
            <a:xfrm>
              <a:off x="5882640" y="3103880"/>
              <a:ext cx="341630" cy="353060"/>
            </a:xfrm>
            <a:custGeom>
              <a:avLst/>
              <a:gdLst/>
              <a:ahLst/>
              <a:cxnLst/>
              <a:rect l="l" t="t" r="r" b="b"/>
              <a:pathLst>
                <a:path w="341629" h="353060">
                  <a:moveTo>
                    <a:pt x="341629" y="0"/>
                  </a:moveTo>
                  <a:lnTo>
                    <a:pt x="0" y="341629"/>
                  </a:lnTo>
                  <a:lnTo>
                    <a:pt x="0" y="353059"/>
                  </a:lnTo>
                  <a:lnTo>
                    <a:pt x="341629" y="11429"/>
                  </a:lnTo>
                  <a:lnTo>
                    <a:pt x="341629" y="0"/>
                  </a:lnTo>
                  <a:close/>
                </a:path>
              </a:pathLst>
            </a:custGeom>
            <a:solidFill>
              <a:srgbClr val="D8CC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8" name="object 3418"/>
            <p:cNvSpPr/>
            <p:nvPr/>
          </p:nvSpPr>
          <p:spPr>
            <a:xfrm>
              <a:off x="5882640" y="3115310"/>
              <a:ext cx="341630" cy="351790"/>
            </a:xfrm>
            <a:custGeom>
              <a:avLst/>
              <a:gdLst/>
              <a:ahLst/>
              <a:cxnLst/>
              <a:rect l="l" t="t" r="r" b="b"/>
              <a:pathLst>
                <a:path w="341629" h="351789">
                  <a:moveTo>
                    <a:pt x="341629" y="0"/>
                  </a:moveTo>
                  <a:lnTo>
                    <a:pt x="0" y="341629"/>
                  </a:lnTo>
                  <a:lnTo>
                    <a:pt x="0" y="351789"/>
                  </a:lnTo>
                  <a:lnTo>
                    <a:pt x="341629" y="10160"/>
                  </a:lnTo>
                  <a:lnTo>
                    <a:pt x="341629" y="0"/>
                  </a:lnTo>
                  <a:close/>
                </a:path>
              </a:pathLst>
            </a:custGeom>
            <a:solidFill>
              <a:srgbClr val="D8CD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9" name="object 3419"/>
            <p:cNvSpPr/>
            <p:nvPr/>
          </p:nvSpPr>
          <p:spPr>
            <a:xfrm>
              <a:off x="5882640" y="3125469"/>
              <a:ext cx="341630" cy="354330"/>
            </a:xfrm>
            <a:custGeom>
              <a:avLst/>
              <a:gdLst/>
              <a:ahLst/>
              <a:cxnLst/>
              <a:rect l="l" t="t" r="r" b="b"/>
              <a:pathLst>
                <a:path w="341629" h="354329">
                  <a:moveTo>
                    <a:pt x="341629" y="0"/>
                  </a:moveTo>
                  <a:lnTo>
                    <a:pt x="0" y="341629"/>
                  </a:lnTo>
                  <a:lnTo>
                    <a:pt x="0" y="354320"/>
                  </a:lnTo>
                  <a:lnTo>
                    <a:pt x="341629" y="11842"/>
                  </a:lnTo>
                  <a:lnTo>
                    <a:pt x="341629" y="0"/>
                  </a:lnTo>
                  <a:close/>
                </a:path>
              </a:pathLst>
            </a:custGeom>
            <a:solidFill>
              <a:srgbClr val="D9CE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0" name="object 3420"/>
            <p:cNvSpPr/>
            <p:nvPr/>
          </p:nvSpPr>
          <p:spPr>
            <a:xfrm>
              <a:off x="5882640" y="3137312"/>
              <a:ext cx="341630" cy="350520"/>
            </a:xfrm>
            <a:custGeom>
              <a:avLst/>
              <a:gdLst/>
              <a:ahLst/>
              <a:cxnLst/>
              <a:rect l="l" t="t" r="r" b="b"/>
              <a:pathLst>
                <a:path w="341629" h="350520">
                  <a:moveTo>
                    <a:pt x="341629" y="0"/>
                  </a:moveTo>
                  <a:lnTo>
                    <a:pt x="0" y="342477"/>
                  </a:lnTo>
                  <a:lnTo>
                    <a:pt x="0" y="350107"/>
                  </a:lnTo>
                  <a:lnTo>
                    <a:pt x="1270" y="350107"/>
                  </a:lnTo>
                  <a:lnTo>
                    <a:pt x="1270" y="348837"/>
                  </a:lnTo>
                  <a:lnTo>
                    <a:pt x="3810" y="348837"/>
                  </a:lnTo>
                  <a:lnTo>
                    <a:pt x="3810" y="347567"/>
                  </a:lnTo>
                  <a:lnTo>
                    <a:pt x="5079" y="347567"/>
                  </a:lnTo>
                  <a:lnTo>
                    <a:pt x="341629" y="11017"/>
                  </a:lnTo>
                  <a:lnTo>
                    <a:pt x="341629" y="0"/>
                  </a:lnTo>
                  <a:close/>
                </a:path>
              </a:pathLst>
            </a:custGeom>
            <a:solidFill>
              <a:srgbClr val="D9CE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1" name="object 3421"/>
            <p:cNvSpPr/>
            <p:nvPr/>
          </p:nvSpPr>
          <p:spPr>
            <a:xfrm>
              <a:off x="5887719" y="3148330"/>
              <a:ext cx="336550" cy="336550"/>
            </a:xfrm>
            <a:custGeom>
              <a:avLst/>
              <a:gdLst/>
              <a:ahLst/>
              <a:cxnLst/>
              <a:rect l="l" t="t" r="r" b="b"/>
              <a:pathLst>
                <a:path w="336550" h="336550">
                  <a:moveTo>
                    <a:pt x="1270" y="335279"/>
                  </a:moveTo>
                  <a:lnTo>
                    <a:pt x="0" y="336550"/>
                  </a:lnTo>
                  <a:lnTo>
                    <a:pt x="1270" y="336550"/>
                  </a:lnTo>
                  <a:lnTo>
                    <a:pt x="1270" y="335279"/>
                  </a:lnTo>
                  <a:close/>
                </a:path>
                <a:path w="336550" h="336550">
                  <a:moveTo>
                    <a:pt x="336550" y="0"/>
                  </a:moveTo>
                  <a:lnTo>
                    <a:pt x="1270" y="335279"/>
                  </a:lnTo>
                  <a:lnTo>
                    <a:pt x="3810" y="335279"/>
                  </a:lnTo>
                  <a:lnTo>
                    <a:pt x="3810" y="334010"/>
                  </a:lnTo>
                  <a:lnTo>
                    <a:pt x="6350" y="334010"/>
                  </a:lnTo>
                  <a:lnTo>
                    <a:pt x="6350" y="332739"/>
                  </a:lnTo>
                  <a:lnTo>
                    <a:pt x="7620" y="332739"/>
                  </a:lnTo>
                  <a:lnTo>
                    <a:pt x="7620" y="331469"/>
                  </a:lnTo>
                  <a:lnTo>
                    <a:pt x="10160" y="331469"/>
                  </a:lnTo>
                  <a:lnTo>
                    <a:pt x="10160" y="330200"/>
                  </a:lnTo>
                  <a:lnTo>
                    <a:pt x="12700" y="330200"/>
                  </a:lnTo>
                  <a:lnTo>
                    <a:pt x="12700" y="328929"/>
                  </a:lnTo>
                  <a:lnTo>
                    <a:pt x="15240" y="328929"/>
                  </a:lnTo>
                  <a:lnTo>
                    <a:pt x="15240" y="327660"/>
                  </a:lnTo>
                  <a:lnTo>
                    <a:pt x="17780" y="327660"/>
                  </a:lnTo>
                  <a:lnTo>
                    <a:pt x="17780" y="326389"/>
                  </a:lnTo>
                  <a:lnTo>
                    <a:pt x="20320" y="326389"/>
                  </a:lnTo>
                  <a:lnTo>
                    <a:pt x="20320" y="325119"/>
                  </a:lnTo>
                  <a:lnTo>
                    <a:pt x="21590" y="325119"/>
                  </a:lnTo>
                  <a:lnTo>
                    <a:pt x="21590" y="323850"/>
                  </a:lnTo>
                  <a:lnTo>
                    <a:pt x="22860" y="323850"/>
                  </a:lnTo>
                  <a:lnTo>
                    <a:pt x="336550" y="10160"/>
                  </a:lnTo>
                  <a:lnTo>
                    <a:pt x="336550" y="0"/>
                  </a:lnTo>
                  <a:close/>
                </a:path>
              </a:pathLst>
            </a:custGeom>
            <a:solidFill>
              <a:srgbClr val="DACF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2" name="object 3422"/>
            <p:cNvSpPr/>
            <p:nvPr/>
          </p:nvSpPr>
          <p:spPr>
            <a:xfrm>
              <a:off x="5910580" y="3158490"/>
              <a:ext cx="313690" cy="313690"/>
            </a:xfrm>
            <a:custGeom>
              <a:avLst/>
              <a:gdLst/>
              <a:ahLst/>
              <a:cxnLst/>
              <a:rect l="l" t="t" r="r" b="b"/>
              <a:pathLst>
                <a:path w="313689" h="313689">
                  <a:moveTo>
                    <a:pt x="1270" y="312419"/>
                  </a:moveTo>
                  <a:lnTo>
                    <a:pt x="0" y="313689"/>
                  </a:lnTo>
                  <a:lnTo>
                    <a:pt x="1270" y="313689"/>
                  </a:lnTo>
                  <a:lnTo>
                    <a:pt x="1270" y="312419"/>
                  </a:lnTo>
                  <a:close/>
                </a:path>
                <a:path w="313689" h="313689">
                  <a:moveTo>
                    <a:pt x="313689" y="0"/>
                  </a:moveTo>
                  <a:lnTo>
                    <a:pt x="1270" y="312419"/>
                  </a:lnTo>
                  <a:lnTo>
                    <a:pt x="3810" y="312419"/>
                  </a:lnTo>
                  <a:lnTo>
                    <a:pt x="3810" y="311150"/>
                  </a:lnTo>
                  <a:lnTo>
                    <a:pt x="6350" y="311150"/>
                  </a:lnTo>
                  <a:lnTo>
                    <a:pt x="6350" y="309879"/>
                  </a:lnTo>
                  <a:lnTo>
                    <a:pt x="8889" y="309879"/>
                  </a:lnTo>
                  <a:lnTo>
                    <a:pt x="8889" y="308609"/>
                  </a:lnTo>
                  <a:lnTo>
                    <a:pt x="10160" y="308609"/>
                  </a:lnTo>
                  <a:lnTo>
                    <a:pt x="10160" y="307339"/>
                  </a:lnTo>
                  <a:lnTo>
                    <a:pt x="12700" y="307339"/>
                  </a:lnTo>
                  <a:lnTo>
                    <a:pt x="12700" y="306069"/>
                  </a:lnTo>
                  <a:lnTo>
                    <a:pt x="15239" y="306069"/>
                  </a:lnTo>
                  <a:lnTo>
                    <a:pt x="15239" y="304800"/>
                  </a:lnTo>
                  <a:lnTo>
                    <a:pt x="17780" y="304800"/>
                  </a:lnTo>
                  <a:lnTo>
                    <a:pt x="17780" y="303529"/>
                  </a:lnTo>
                  <a:lnTo>
                    <a:pt x="20320" y="303529"/>
                  </a:lnTo>
                  <a:lnTo>
                    <a:pt x="20320" y="302259"/>
                  </a:lnTo>
                  <a:lnTo>
                    <a:pt x="21589" y="302259"/>
                  </a:lnTo>
                  <a:lnTo>
                    <a:pt x="21589" y="300989"/>
                  </a:lnTo>
                  <a:lnTo>
                    <a:pt x="24130" y="300989"/>
                  </a:lnTo>
                  <a:lnTo>
                    <a:pt x="24130" y="299719"/>
                  </a:lnTo>
                  <a:lnTo>
                    <a:pt x="25400" y="299719"/>
                  </a:lnTo>
                  <a:lnTo>
                    <a:pt x="313689" y="11429"/>
                  </a:lnTo>
                  <a:lnTo>
                    <a:pt x="313689" y="0"/>
                  </a:lnTo>
                  <a:close/>
                </a:path>
              </a:pathLst>
            </a:custGeom>
            <a:solidFill>
              <a:srgbClr val="DAD0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3" name="object 3423"/>
            <p:cNvSpPr/>
            <p:nvPr/>
          </p:nvSpPr>
          <p:spPr>
            <a:xfrm>
              <a:off x="5935980" y="3169919"/>
              <a:ext cx="288290" cy="288290"/>
            </a:xfrm>
            <a:custGeom>
              <a:avLst/>
              <a:gdLst/>
              <a:ahLst/>
              <a:cxnLst/>
              <a:rect l="l" t="t" r="r" b="b"/>
              <a:pathLst>
                <a:path w="288289" h="288289">
                  <a:moveTo>
                    <a:pt x="1269" y="287020"/>
                  </a:moveTo>
                  <a:lnTo>
                    <a:pt x="0" y="288289"/>
                  </a:lnTo>
                  <a:lnTo>
                    <a:pt x="1269" y="288289"/>
                  </a:lnTo>
                  <a:lnTo>
                    <a:pt x="1269" y="287020"/>
                  </a:lnTo>
                  <a:close/>
                </a:path>
                <a:path w="288289" h="288289">
                  <a:moveTo>
                    <a:pt x="288289" y="0"/>
                  </a:moveTo>
                  <a:lnTo>
                    <a:pt x="1269" y="287020"/>
                  </a:lnTo>
                  <a:lnTo>
                    <a:pt x="3809" y="287020"/>
                  </a:lnTo>
                  <a:lnTo>
                    <a:pt x="3809" y="285750"/>
                  </a:lnTo>
                  <a:lnTo>
                    <a:pt x="6349" y="285750"/>
                  </a:lnTo>
                  <a:lnTo>
                    <a:pt x="6349" y="284479"/>
                  </a:lnTo>
                  <a:lnTo>
                    <a:pt x="7619" y="284479"/>
                  </a:lnTo>
                  <a:lnTo>
                    <a:pt x="7619" y="283210"/>
                  </a:lnTo>
                  <a:lnTo>
                    <a:pt x="10159" y="283210"/>
                  </a:lnTo>
                  <a:lnTo>
                    <a:pt x="10159" y="281939"/>
                  </a:lnTo>
                  <a:lnTo>
                    <a:pt x="12699" y="281939"/>
                  </a:lnTo>
                  <a:lnTo>
                    <a:pt x="12699" y="280670"/>
                  </a:lnTo>
                  <a:lnTo>
                    <a:pt x="15239" y="280670"/>
                  </a:lnTo>
                  <a:lnTo>
                    <a:pt x="15239" y="279400"/>
                  </a:lnTo>
                  <a:lnTo>
                    <a:pt x="17779" y="279400"/>
                  </a:lnTo>
                  <a:lnTo>
                    <a:pt x="17779" y="278129"/>
                  </a:lnTo>
                  <a:lnTo>
                    <a:pt x="20319" y="278129"/>
                  </a:lnTo>
                  <a:lnTo>
                    <a:pt x="20319" y="276860"/>
                  </a:lnTo>
                  <a:lnTo>
                    <a:pt x="21589" y="276860"/>
                  </a:lnTo>
                  <a:lnTo>
                    <a:pt x="21589" y="275589"/>
                  </a:lnTo>
                  <a:lnTo>
                    <a:pt x="23982" y="275589"/>
                  </a:lnTo>
                  <a:lnTo>
                    <a:pt x="24129" y="275441"/>
                  </a:lnTo>
                  <a:lnTo>
                    <a:pt x="24129" y="274320"/>
                  </a:lnTo>
                  <a:lnTo>
                    <a:pt x="25249" y="274320"/>
                  </a:lnTo>
                  <a:lnTo>
                    <a:pt x="288289" y="10626"/>
                  </a:lnTo>
                  <a:lnTo>
                    <a:pt x="288289" y="0"/>
                  </a:lnTo>
                  <a:close/>
                </a:path>
              </a:pathLst>
            </a:custGeom>
            <a:solidFill>
              <a:srgbClr val="DBD0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4" name="object 3424"/>
            <p:cNvSpPr/>
            <p:nvPr/>
          </p:nvSpPr>
          <p:spPr>
            <a:xfrm>
              <a:off x="5959962" y="3180546"/>
              <a:ext cx="264795" cy="265430"/>
            </a:xfrm>
            <a:custGeom>
              <a:avLst/>
              <a:gdLst/>
              <a:ahLst/>
              <a:cxnLst/>
              <a:rect l="l" t="t" r="r" b="b"/>
              <a:pathLst>
                <a:path w="264795" h="265429">
                  <a:moveTo>
                    <a:pt x="147" y="264815"/>
                  </a:moveTo>
                  <a:lnTo>
                    <a:pt x="0" y="264963"/>
                  </a:lnTo>
                  <a:lnTo>
                    <a:pt x="147" y="264963"/>
                  </a:lnTo>
                  <a:lnTo>
                    <a:pt x="147" y="264815"/>
                  </a:lnTo>
                  <a:close/>
                </a:path>
                <a:path w="264795" h="265429">
                  <a:moveTo>
                    <a:pt x="264307" y="0"/>
                  </a:moveTo>
                  <a:lnTo>
                    <a:pt x="1266" y="263693"/>
                  </a:lnTo>
                  <a:lnTo>
                    <a:pt x="2687" y="263693"/>
                  </a:lnTo>
                  <a:lnTo>
                    <a:pt x="2687" y="262423"/>
                  </a:lnTo>
                  <a:lnTo>
                    <a:pt x="5227" y="262423"/>
                  </a:lnTo>
                  <a:lnTo>
                    <a:pt x="5227" y="261153"/>
                  </a:lnTo>
                  <a:lnTo>
                    <a:pt x="7767" y="261153"/>
                  </a:lnTo>
                  <a:lnTo>
                    <a:pt x="7767" y="259883"/>
                  </a:lnTo>
                  <a:lnTo>
                    <a:pt x="9037" y="259883"/>
                  </a:lnTo>
                  <a:lnTo>
                    <a:pt x="9037" y="258613"/>
                  </a:lnTo>
                  <a:lnTo>
                    <a:pt x="11577" y="258613"/>
                  </a:lnTo>
                  <a:lnTo>
                    <a:pt x="11577" y="257343"/>
                  </a:lnTo>
                  <a:lnTo>
                    <a:pt x="14117" y="257343"/>
                  </a:lnTo>
                  <a:lnTo>
                    <a:pt x="14117" y="256073"/>
                  </a:lnTo>
                  <a:lnTo>
                    <a:pt x="16657" y="256073"/>
                  </a:lnTo>
                  <a:lnTo>
                    <a:pt x="16657" y="254803"/>
                  </a:lnTo>
                  <a:lnTo>
                    <a:pt x="19197" y="254803"/>
                  </a:lnTo>
                  <a:lnTo>
                    <a:pt x="19197" y="253533"/>
                  </a:lnTo>
                  <a:lnTo>
                    <a:pt x="20467" y="253533"/>
                  </a:lnTo>
                  <a:lnTo>
                    <a:pt x="20467" y="252263"/>
                  </a:lnTo>
                  <a:lnTo>
                    <a:pt x="23007" y="252263"/>
                  </a:lnTo>
                  <a:lnTo>
                    <a:pt x="23007" y="250993"/>
                  </a:lnTo>
                  <a:lnTo>
                    <a:pt x="24277" y="250993"/>
                  </a:lnTo>
                  <a:lnTo>
                    <a:pt x="264307" y="10963"/>
                  </a:lnTo>
                  <a:lnTo>
                    <a:pt x="264307" y="0"/>
                  </a:lnTo>
                  <a:close/>
                </a:path>
              </a:pathLst>
            </a:custGeom>
            <a:solidFill>
              <a:srgbClr val="DBD1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25" name="object 3425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5984240" y="3191510"/>
              <a:ext cx="240030" cy="240030"/>
            </a:xfrm>
            <a:prstGeom prst="rect">
              <a:avLst/>
            </a:prstGeom>
          </p:spPr>
        </p:pic>
        <p:sp>
          <p:nvSpPr>
            <p:cNvPr id="3426" name="object 3426"/>
            <p:cNvSpPr/>
            <p:nvPr/>
          </p:nvSpPr>
          <p:spPr>
            <a:xfrm>
              <a:off x="5882640" y="2805430"/>
              <a:ext cx="340360" cy="680720"/>
            </a:xfrm>
            <a:custGeom>
              <a:avLst/>
              <a:gdLst/>
              <a:ahLst/>
              <a:cxnLst/>
              <a:rect l="l" t="t" r="r" b="b"/>
              <a:pathLst>
                <a:path w="340360" h="680720">
                  <a:moveTo>
                    <a:pt x="340360" y="0"/>
                  </a:moveTo>
                  <a:lnTo>
                    <a:pt x="340360" y="492760"/>
                  </a:lnTo>
                  <a:lnTo>
                    <a:pt x="0" y="680720"/>
                  </a:lnTo>
                  <a:lnTo>
                    <a:pt x="0" y="191770"/>
                  </a:lnTo>
                  <a:lnTo>
                    <a:pt x="340360" y="0"/>
                  </a:lnTo>
                  <a:close/>
                </a:path>
              </a:pathLst>
            </a:custGeom>
            <a:ln w="646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7" name="object 3427"/>
            <p:cNvSpPr/>
            <p:nvPr/>
          </p:nvSpPr>
          <p:spPr>
            <a:xfrm>
              <a:off x="5701030" y="2912109"/>
              <a:ext cx="336550" cy="90170"/>
            </a:xfrm>
            <a:custGeom>
              <a:avLst/>
              <a:gdLst/>
              <a:ahLst/>
              <a:cxnLst/>
              <a:rect l="l" t="t" r="r" b="b"/>
              <a:pathLst>
                <a:path w="336550" h="90169">
                  <a:moveTo>
                    <a:pt x="184150" y="88900"/>
                  </a:moveTo>
                  <a:lnTo>
                    <a:pt x="171450" y="88900"/>
                  </a:lnTo>
                  <a:lnTo>
                    <a:pt x="171450" y="90170"/>
                  </a:lnTo>
                  <a:lnTo>
                    <a:pt x="184150" y="90170"/>
                  </a:lnTo>
                  <a:lnTo>
                    <a:pt x="184150" y="88900"/>
                  </a:lnTo>
                  <a:close/>
                </a:path>
                <a:path w="336550" h="90169">
                  <a:moveTo>
                    <a:pt x="194310" y="82550"/>
                  </a:moveTo>
                  <a:lnTo>
                    <a:pt x="154940" y="82550"/>
                  </a:lnTo>
                  <a:lnTo>
                    <a:pt x="154940" y="83820"/>
                  </a:lnTo>
                  <a:lnTo>
                    <a:pt x="161290" y="83820"/>
                  </a:lnTo>
                  <a:lnTo>
                    <a:pt x="161290" y="86360"/>
                  </a:lnTo>
                  <a:lnTo>
                    <a:pt x="165100" y="86360"/>
                  </a:lnTo>
                  <a:lnTo>
                    <a:pt x="165100" y="87630"/>
                  </a:lnTo>
                  <a:lnTo>
                    <a:pt x="165100" y="88900"/>
                  </a:lnTo>
                  <a:lnTo>
                    <a:pt x="168910" y="88900"/>
                  </a:lnTo>
                  <a:lnTo>
                    <a:pt x="168910" y="87630"/>
                  </a:lnTo>
                  <a:lnTo>
                    <a:pt x="186677" y="87630"/>
                  </a:lnTo>
                  <a:lnTo>
                    <a:pt x="186677" y="88900"/>
                  </a:lnTo>
                  <a:lnTo>
                    <a:pt x="187960" y="88900"/>
                  </a:lnTo>
                  <a:lnTo>
                    <a:pt x="187960" y="87630"/>
                  </a:lnTo>
                  <a:lnTo>
                    <a:pt x="187960" y="86360"/>
                  </a:lnTo>
                  <a:lnTo>
                    <a:pt x="190500" y="86360"/>
                  </a:lnTo>
                  <a:lnTo>
                    <a:pt x="190500" y="83820"/>
                  </a:lnTo>
                  <a:lnTo>
                    <a:pt x="194310" y="83820"/>
                  </a:lnTo>
                  <a:lnTo>
                    <a:pt x="194310" y="82550"/>
                  </a:lnTo>
                  <a:close/>
                </a:path>
                <a:path w="336550" h="90169">
                  <a:moveTo>
                    <a:pt x="205740" y="76200"/>
                  </a:moveTo>
                  <a:lnTo>
                    <a:pt x="138430" y="76200"/>
                  </a:lnTo>
                  <a:lnTo>
                    <a:pt x="138430" y="77470"/>
                  </a:lnTo>
                  <a:lnTo>
                    <a:pt x="144780" y="77470"/>
                  </a:lnTo>
                  <a:lnTo>
                    <a:pt x="144780" y="80010"/>
                  </a:lnTo>
                  <a:lnTo>
                    <a:pt x="148590" y="80010"/>
                  </a:lnTo>
                  <a:lnTo>
                    <a:pt x="148590" y="81280"/>
                  </a:lnTo>
                  <a:lnTo>
                    <a:pt x="148590" y="82550"/>
                  </a:lnTo>
                  <a:lnTo>
                    <a:pt x="151130" y="82550"/>
                  </a:lnTo>
                  <a:lnTo>
                    <a:pt x="151130" y="81280"/>
                  </a:lnTo>
                  <a:lnTo>
                    <a:pt x="196850" y="81280"/>
                  </a:lnTo>
                  <a:lnTo>
                    <a:pt x="196850" y="82550"/>
                  </a:lnTo>
                  <a:lnTo>
                    <a:pt x="199390" y="82550"/>
                  </a:lnTo>
                  <a:lnTo>
                    <a:pt x="199390" y="81280"/>
                  </a:lnTo>
                  <a:lnTo>
                    <a:pt x="199390" y="80010"/>
                  </a:lnTo>
                  <a:lnTo>
                    <a:pt x="201930" y="80010"/>
                  </a:lnTo>
                  <a:lnTo>
                    <a:pt x="201930" y="77470"/>
                  </a:lnTo>
                  <a:lnTo>
                    <a:pt x="205740" y="77470"/>
                  </a:lnTo>
                  <a:lnTo>
                    <a:pt x="205740" y="76200"/>
                  </a:lnTo>
                  <a:close/>
                </a:path>
                <a:path w="336550" h="90169">
                  <a:moveTo>
                    <a:pt x="217170" y="69850"/>
                  </a:moveTo>
                  <a:lnTo>
                    <a:pt x="121920" y="69850"/>
                  </a:lnTo>
                  <a:lnTo>
                    <a:pt x="121920" y="71120"/>
                  </a:lnTo>
                  <a:lnTo>
                    <a:pt x="128270" y="71120"/>
                  </a:lnTo>
                  <a:lnTo>
                    <a:pt x="128270" y="73660"/>
                  </a:lnTo>
                  <a:lnTo>
                    <a:pt x="130810" y="73660"/>
                  </a:lnTo>
                  <a:lnTo>
                    <a:pt x="130810" y="74930"/>
                  </a:lnTo>
                  <a:lnTo>
                    <a:pt x="130810" y="76200"/>
                  </a:lnTo>
                  <a:lnTo>
                    <a:pt x="133350" y="76200"/>
                  </a:lnTo>
                  <a:lnTo>
                    <a:pt x="133350" y="74930"/>
                  </a:lnTo>
                  <a:lnTo>
                    <a:pt x="208267" y="74930"/>
                  </a:lnTo>
                  <a:lnTo>
                    <a:pt x="208267" y="76200"/>
                  </a:lnTo>
                  <a:lnTo>
                    <a:pt x="209550" y="76200"/>
                  </a:lnTo>
                  <a:lnTo>
                    <a:pt x="209550" y="74930"/>
                  </a:lnTo>
                  <a:lnTo>
                    <a:pt x="209550" y="73660"/>
                  </a:lnTo>
                  <a:lnTo>
                    <a:pt x="212090" y="73660"/>
                  </a:lnTo>
                  <a:lnTo>
                    <a:pt x="212090" y="71120"/>
                  </a:lnTo>
                  <a:lnTo>
                    <a:pt x="217170" y="71120"/>
                  </a:lnTo>
                  <a:lnTo>
                    <a:pt x="217170" y="69850"/>
                  </a:lnTo>
                  <a:close/>
                </a:path>
                <a:path w="336550" h="90169">
                  <a:moveTo>
                    <a:pt x="227330" y="63500"/>
                  </a:moveTo>
                  <a:lnTo>
                    <a:pt x="106680" y="63500"/>
                  </a:lnTo>
                  <a:lnTo>
                    <a:pt x="106680" y="64770"/>
                  </a:lnTo>
                  <a:lnTo>
                    <a:pt x="113030" y="64770"/>
                  </a:lnTo>
                  <a:lnTo>
                    <a:pt x="113030" y="67310"/>
                  </a:lnTo>
                  <a:lnTo>
                    <a:pt x="115570" y="67310"/>
                  </a:lnTo>
                  <a:lnTo>
                    <a:pt x="115570" y="68580"/>
                  </a:lnTo>
                  <a:lnTo>
                    <a:pt x="115570" y="69850"/>
                  </a:lnTo>
                  <a:lnTo>
                    <a:pt x="119380" y="69850"/>
                  </a:lnTo>
                  <a:lnTo>
                    <a:pt x="119380" y="68580"/>
                  </a:lnTo>
                  <a:lnTo>
                    <a:pt x="218440" y="68580"/>
                  </a:lnTo>
                  <a:lnTo>
                    <a:pt x="218440" y="69850"/>
                  </a:lnTo>
                  <a:lnTo>
                    <a:pt x="220980" y="69850"/>
                  </a:lnTo>
                  <a:lnTo>
                    <a:pt x="220980" y="68580"/>
                  </a:lnTo>
                  <a:lnTo>
                    <a:pt x="220980" y="67310"/>
                  </a:lnTo>
                  <a:lnTo>
                    <a:pt x="223520" y="67310"/>
                  </a:lnTo>
                  <a:lnTo>
                    <a:pt x="223520" y="64770"/>
                  </a:lnTo>
                  <a:lnTo>
                    <a:pt x="227330" y="64770"/>
                  </a:lnTo>
                  <a:lnTo>
                    <a:pt x="227330" y="63500"/>
                  </a:lnTo>
                  <a:close/>
                </a:path>
                <a:path w="336550" h="90169">
                  <a:moveTo>
                    <a:pt x="238760" y="57150"/>
                  </a:moveTo>
                  <a:lnTo>
                    <a:pt x="91440" y="57150"/>
                  </a:lnTo>
                  <a:lnTo>
                    <a:pt x="91440" y="58420"/>
                  </a:lnTo>
                  <a:lnTo>
                    <a:pt x="96520" y="58420"/>
                  </a:lnTo>
                  <a:lnTo>
                    <a:pt x="96520" y="60960"/>
                  </a:lnTo>
                  <a:lnTo>
                    <a:pt x="100330" y="60960"/>
                  </a:lnTo>
                  <a:lnTo>
                    <a:pt x="100330" y="62230"/>
                  </a:lnTo>
                  <a:lnTo>
                    <a:pt x="100330" y="63500"/>
                  </a:lnTo>
                  <a:lnTo>
                    <a:pt x="104140" y="63500"/>
                  </a:lnTo>
                  <a:lnTo>
                    <a:pt x="104140" y="62230"/>
                  </a:lnTo>
                  <a:lnTo>
                    <a:pt x="229870" y="62230"/>
                  </a:lnTo>
                  <a:lnTo>
                    <a:pt x="229870" y="63500"/>
                  </a:lnTo>
                  <a:lnTo>
                    <a:pt x="232410" y="63500"/>
                  </a:lnTo>
                  <a:lnTo>
                    <a:pt x="232410" y="62230"/>
                  </a:lnTo>
                  <a:lnTo>
                    <a:pt x="232410" y="60960"/>
                  </a:lnTo>
                  <a:lnTo>
                    <a:pt x="233680" y="60960"/>
                  </a:lnTo>
                  <a:lnTo>
                    <a:pt x="233680" y="58420"/>
                  </a:lnTo>
                  <a:lnTo>
                    <a:pt x="238760" y="58420"/>
                  </a:lnTo>
                  <a:lnTo>
                    <a:pt x="238760" y="57150"/>
                  </a:lnTo>
                  <a:close/>
                </a:path>
                <a:path w="336550" h="90169">
                  <a:moveTo>
                    <a:pt x="248920" y="50800"/>
                  </a:moveTo>
                  <a:lnTo>
                    <a:pt x="77470" y="50800"/>
                  </a:lnTo>
                  <a:lnTo>
                    <a:pt x="77470" y="52070"/>
                  </a:lnTo>
                  <a:lnTo>
                    <a:pt x="83820" y="52070"/>
                  </a:lnTo>
                  <a:lnTo>
                    <a:pt x="83820" y="54610"/>
                  </a:lnTo>
                  <a:lnTo>
                    <a:pt x="86360" y="54610"/>
                  </a:lnTo>
                  <a:lnTo>
                    <a:pt x="86360" y="55880"/>
                  </a:lnTo>
                  <a:lnTo>
                    <a:pt x="86360" y="57150"/>
                  </a:lnTo>
                  <a:lnTo>
                    <a:pt x="88900" y="57150"/>
                  </a:lnTo>
                  <a:lnTo>
                    <a:pt x="88900" y="55880"/>
                  </a:lnTo>
                  <a:lnTo>
                    <a:pt x="241300" y="55880"/>
                  </a:lnTo>
                  <a:lnTo>
                    <a:pt x="241300" y="57150"/>
                  </a:lnTo>
                  <a:lnTo>
                    <a:pt x="242570" y="57150"/>
                  </a:lnTo>
                  <a:lnTo>
                    <a:pt x="242570" y="55880"/>
                  </a:lnTo>
                  <a:lnTo>
                    <a:pt x="242570" y="54610"/>
                  </a:lnTo>
                  <a:lnTo>
                    <a:pt x="245110" y="54610"/>
                  </a:lnTo>
                  <a:lnTo>
                    <a:pt x="245110" y="52070"/>
                  </a:lnTo>
                  <a:lnTo>
                    <a:pt x="248920" y="52070"/>
                  </a:lnTo>
                  <a:lnTo>
                    <a:pt x="248920" y="50800"/>
                  </a:lnTo>
                  <a:close/>
                </a:path>
                <a:path w="336550" h="90169">
                  <a:moveTo>
                    <a:pt x="260350" y="44450"/>
                  </a:moveTo>
                  <a:lnTo>
                    <a:pt x="64770" y="44450"/>
                  </a:lnTo>
                  <a:lnTo>
                    <a:pt x="64770" y="45720"/>
                  </a:lnTo>
                  <a:lnTo>
                    <a:pt x="69850" y="45720"/>
                  </a:lnTo>
                  <a:lnTo>
                    <a:pt x="69850" y="48260"/>
                  </a:lnTo>
                  <a:lnTo>
                    <a:pt x="72390" y="48260"/>
                  </a:lnTo>
                  <a:lnTo>
                    <a:pt x="72390" y="49530"/>
                  </a:lnTo>
                  <a:lnTo>
                    <a:pt x="72390" y="50800"/>
                  </a:lnTo>
                  <a:lnTo>
                    <a:pt x="74930" y="50800"/>
                  </a:lnTo>
                  <a:lnTo>
                    <a:pt x="74930" y="49530"/>
                  </a:lnTo>
                  <a:lnTo>
                    <a:pt x="251460" y="49530"/>
                  </a:lnTo>
                  <a:lnTo>
                    <a:pt x="251460" y="50800"/>
                  </a:lnTo>
                  <a:lnTo>
                    <a:pt x="254000" y="50800"/>
                  </a:lnTo>
                  <a:lnTo>
                    <a:pt x="254000" y="49530"/>
                  </a:lnTo>
                  <a:lnTo>
                    <a:pt x="254000" y="48260"/>
                  </a:lnTo>
                  <a:lnTo>
                    <a:pt x="256527" y="48260"/>
                  </a:lnTo>
                  <a:lnTo>
                    <a:pt x="256527" y="45720"/>
                  </a:lnTo>
                  <a:lnTo>
                    <a:pt x="260350" y="45720"/>
                  </a:lnTo>
                  <a:lnTo>
                    <a:pt x="260350" y="44450"/>
                  </a:lnTo>
                  <a:close/>
                </a:path>
                <a:path w="336550" h="90169">
                  <a:moveTo>
                    <a:pt x="271780" y="38100"/>
                  </a:moveTo>
                  <a:lnTo>
                    <a:pt x="53340" y="38100"/>
                  </a:lnTo>
                  <a:lnTo>
                    <a:pt x="53340" y="39370"/>
                  </a:lnTo>
                  <a:lnTo>
                    <a:pt x="58420" y="39370"/>
                  </a:lnTo>
                  <a:lnTo>
                    <a:pt x="58420" y="41910"/>
                  </a:lnTo>
                  <a:lnTo>
                    <a:pt x="59690" y="41910"/>
                  </a:lnTo>
                  <a:lnTo>
                    <a:pt x="59690" y="43180"/>
                  </a:lnTo>
                  <a:lnTo>
                    <a:pt x="59690" y="44450"/>
                  </a:lnTo>
                  <a:lnTo>
                    <a:pt x="62230" y="44450"/>
                  </a:lnTo>
                  <a:lnTo>
                    <a:pt x="62230" y="43180"/>
                  </a:lnTo>
                  <a:lnTo>
                    <a:pt x="262890" y="43180"/>
                  </a:lnTo>
                  <a:lnTo>
                    <a:pt x="262890" y="44450"/>
                  </a:lnTo>
                  <a:lnTo>
                    <a:pt x="265430" y="44450"/>
                  </a:lnTo>
                  <a:lnTo>
                    <a:pt x="265430" y="43180"/>
                  </a:lnTo>
                  <a:lnTo>
                    <a:pt x="265430" y="41910"/>
                  </a:lnTo>
                  <a:lnTo>
                    <a:pt x="266700" y="41910"/>
                  </a:lnTo>
                  <a:lnTo>
                    <a:pt x="266700" y="39370"/>
                  </a:lnTo>
                  <a:lnTo>
                    <a:pt x="271780" y="39370"/>
                  </a:lnTo>
                  <a:lnTo>
                    <a:pt x="271780" y="38100"/>
                  </a:lnTo>
                  <a:close/>
                </a:path>
                <a:path w="336550" h="90169">
                  <a:moveTo>
                    <a:pt x="281940" y="31750"/>
                  </a:moveTo>
                  <a:lnTo>
                    <a:pt x="43180" y="31750"/>
                  </a:lnTo>
                  <a:lnTo>
                    <a:pt x="43180" y="33020"/>
                  </a:lnTo>
                  <a:lnTo>
                    <a:pt x="46990" y="33020"/>
                  </a:lnTo>
                  <a:lnTo>
                    <a:pt x="46990" y="35560"/>
                  </a:lnTo>
                  <a:lnTo>
                    <a:pt x="49530" y="35560"/>
                  </a:lnTo>
                  <a:lnTo>
                    <a:pt x="49530" y="36830"/>
                  </a:lnTo>
                  <a:lnTo>
                    <a:pt x="49530" y="38100"/>
                  </a:lnTo>
                  <a:lnTo>
                    <a:pt x="52070" y="38100"/>
                  </a:lnTo>
                  <a:lnTo>
                    <a:pt x="52070" y="36830"/>
                  </a:lnTo>
                  <a:lnTo>
                    <a:pt x="273050" y="36830"/>
                  </a:lnTo>
                  <a:lnTo>
                    <a:pt x="273050" y="38100"/>
                  </a:lnTo>
                  <a:lnTo>
                    <a:pt x="275590" y="38100"/>
                  </a:lnTo>
                  <a:lnTo>
                    <a:pt x="275590" y="36830"/>
                  </a:lnTo>
                  <a:lnTo>
                    <a:pt x="275590" y="35560"/>
                  </a:lnTo>
                  <a:lnTo>
                    <a:pt x="278130" y="35560"/>
                  </a:lnTo>
                  <a:lnTo>
                    <a:pt x="278130" y="33020"/>
                  </a:lnTo>
                  <a:lnTo>
                    <a:pt x="281940" y="33020"/>
                  </a:lnTo>
                  <a:lnTo>
                    <a:pt x="281940" y="31750"/>
                  </a:lnTo>
                  <a:close/>
                </a:path>
                <a:path w="336550" h="90169">
                  <a:moveTo>
                    <a:pt x="293370" y="25400"/>
                  </a:moveTo>
                  <a:lnTo>
                    <a:pt x="34290" y="25400"/>
                  </a:lnTo>
                  <a:lnTo>
                    <a:pt x="34290" y="26670"/>
                  </a:lnTo>
                  <a:lnTo>
                    <a:pt x="36830" y="26670"/>
                  </a:lnTo>
                  <a:lnTo>
                    <a:pt x="36830" y="29210"/>
                  </a:lnTo>
                  <a:lnTo>
                    <a:pt x="39370" y="29210"/>
                  </a:lnTo>
                  <a:lnTo>
                    <a:pt x="39370" y="30480"/>
                  </a:lnTo>
                  <a:lnTo>
                    <a:pt x="39370" y="31750"/>
                  </a:lnTo>
                  <a:lnTo>
                    <a:pt x="40640" y="31750"/>
                  </a:lnTo>
                  <a:lnTo>
                    <a:pt x="40640" y="30480"/>
                  </a:lnTo>
                  <a:lnTo>
                    <a:pt x="284480" y="30480"/>
                  </a:lnTo>
                  <a:lnTo>
                    <a:pt x="284480" y="31750"/>
                  </a:lnTo>
                  <a:lnTo>
                    <a:pt x="287020" y="31750"/>
                  </a:lnTo>
                  <a:lnTo>
                    <a:pt x="287020" y="30480"/>
                  </a:lnTo>
                  <a:lnTo>
                    <a:pt x="287020" y="29210"/>
                  </a:lnTo>
                  <a:lnTo>
                    <a:pt x="288290" y="29210"/>
                  </a:lnTo>
                  <a:lnTo>
                    <a:pt x="288290" y="26670"/>
                  </a:lnTo>
                  <a:lnTo>
                    <a:pt x="293370" y="26670"/>
                  </a:lnTo>
                  <a:lnTo>
                    <a:pt x="293370" y="25400"/>
                  </a:lnTo>
                  <a:close/>
                </a:path>
                <a:path w="336550" h="90169">
                  <a:moveTo>
                    <a:pt x="304800" y="19050"/>
                  </a:moveTo>
                  <a:lnTo>
                    <a:pt x="24130" y="19050"/>
                  </a:lnTo>
                  <a:lnTo>
                    <a:pt x="24130" y="20320"/>
                  </a:lnTo>
                  <a:lnTo>
                    <a:pt x="27940" y="20320"/>
                  </a:lnTo>
                  <a:lnTo>
                    <a:pt x="27940" y="22860"/>
                  </a:lnTo>
                  <a:lnTo>
                    <a:pt x="30480" y="22860"/>
                  </a:lnTo>
                  <a:lnTo>
                    <a:pt x="30480" y="24130"/>
                  </a:lnTo>
                  <a:lnTo>
                    <a:pt x="30480" y="25400"/>
                  </a:lnTo>
                  <a:lnTo>
                    <a:pt x="31750" y="25400"/>
                  </a:lnTo>
                  <a:lnTo>
                    <a:pt x="31750" y="24130"/>
                  </a:lnTo>
                  <a:lnTo>
                    <a:pt x="295910" y="24130"/>
                  </a:lnTo>
                  <a:lnTo>
                    <a:pt x="295910" y="25400"/>
                  </a:lnTo>
                  <a:lnTo>
                    <a:pt x="297180" y="25400"/>
                  </a:lnTo>
                  <a:lnTo>
                    <a:pt x="297180" y="24130"/>
                  </a:lnTo>
                  <a:lnTo>
                    <a:pt x="297180" y="22860"/>
                  </a:lnTo>
                  <a:lnTo>
                    <a:pt x="299720" y="22860"/>
                  </a:lnTo>
                  <a:lnTo>
                    <a:pt x="299720" y="20320"/>
                  </a:lnTo>
                  <a:lnTo>
                    <a:pt x="304800" y="20320"/>
                  </a:lnTo>
                  <a:lnTo>
                    <a:pt x="304800" y="19050"/>
                  </a:lnTo>
                  <a:close/>
                </a:path>
                <a:path w="336550" h="90169">
                  <a:moveTo>
                    <a:pt x="314960" y="12700"/>
                  </a:moveTo>
                  <a:lnTo>
                    <a:pt x="16510" y="12700"/>
                  </a:lnTo>
                  <a:lnTo>
                    <a:pt x="16510" y="13970"/>
                  </a:lnTo>
                  <a:lnTo>
                    <a:pt x="19050" y="13970"/>
                  </a:lnTo>
                  <a:lnTo>
                    <a:pt x="19050" y="16510"/>
                  </a:lnTo>
                  <a:lnTo>
                    <a:pt x="21590" y="16510"/>
                  </a:lnTo>
                  <a:lnTo>
                    <a:pt x="21590" y="17780"/>
                  </a:lnTo>
                  <a:lnTo>
                    <a:pt x="21590" y="19050"/>
                  </a:lnTo>
                  <a:lnTo>
                    <a:pt x="22860" y="19050"/>
                  </a:lnTo>
                  <a:lnTo>
                    <a:pt x="22860" y="17780"/>
                  </a:lnTo>
                  <a:lnTo>
                    <a:pt x="306070" y="17780"/>
                  </a:lnTo>
                  <a:lnTo>
                    <a:pt x="306070" y="19050"/>
                  </a:lnTo>
                  <a:lnTo>
                    <a:pt x="308610" y="19050"/>
                  </a:lnTo>
                  <a:lnTo>
                    <a:pt x="308610" y="17780"/>
                  </a:lnTo>
                  <a:lnTo>
                    <a:pt x="308610" y="16510"/>
                  </a:lnTo>
                  <a:lnTo>
                    <a:pt x="311150" y="16510"/>
                  </a:lnTo>
                  <a:lnTo>
                    <a:pt x="311150" y="13970"/>
                  </a:lnTo>
                  <a:lnTo>
                    <a:pt x="314960" y="13970"/>
                  </a:lnTo>
                  <a:lnTo>
                    <a:pt x="314960" y="12700"/>
                  </a:lnTo>
                  <a:close/>
                </a:path>
                <a:path w="336550" h="90169">
                  <a:moveTo>
                    <a:pt x="326390" y="6350"/>
                  </a:moveTo>
                  <a:lnTo>
                    <a:pt x="7620" y="6350"/>
                  </a:lnTo>
                  <a:lnTo>
                    <a:pt x="7620" y="7620"/>
                  </a:lnTo>
                  <a:lnTo>
                    <a:pt x="11430" y="7620"/>
                  </a:lnTo>
                  <a:lnTo>
                    <a:pt x="11430" y="10160"/>
                  </a:lnTo>
                  <a:lnTo>
                    <a:pt x="12700" y="10160"/>
                  </a:lnTo>
                  <a:lnTo>
                    <a:pt x="12700" y="11430"/>
                  </a:lnTo>
                  <a:lnTo>
                    <a:pt x="12700" y="12700"/>
                  </a:lnTo>
                  <a:lnTo>
                    <a:pt x="13970" y="12700"/>
                  </a:lnTo>
                  <a:lnTo>
                    <a:pt x="13970" y="11430"/>
                  </a:lnTo>
                  <a:lnTo>
                    <a:pt x="317500" y="11430"/>
                  </a:lnTo>
                  <a:lnTo>
                    <a:pt x="317500" y="12700"/>
                  </a:lnTo>
                  <a:lnTo>
                    <a:pt x="320027" y="12700"/>
                  </a:lnTo>
                  <a:lnTo>
                    <a:pt x="320027" y="11430"/>
                  </a:lnTo>
                  <a:lnTo>
                    <a:pt x="320027" y="10160"/>
                  </a:lnTo>
                  <a:lnTo>
                    <a:pt x="321310" y="10160"/>
                  </a:lnTo>
                  <a:lnTo>
                    <a:pt x="321310" y="7620"/>
                  </a:lnTo>
                  <a:lnTo>
                    <a:pt x="326390" y="7620"/>
                  </a:lnTo>
                  <a:lnTo>
                    <a:pt x="326390" y="6350"/>
                  </a:lnTo>
                  <a:close/>
                </a:path>
                <a:path w="336550" h="90169">
                  <a:moveTo>
                    <a:pt x="33655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3810"/>
                  </a:lnTo>
                  <a:lnTo>
                    <a:pt x="5080" y="3810"/>
                  </a:lnTo>
                  <a:lnTo>
                    <a:pt x="5080" y="5080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5080"/>
                  </a:lnTo>
                  <a:lnTo>
                    <a:pt x="327660" y="5080"/>
                  </a:lnTo>
                  <a:lnTo>
                    <a:pt x="327660" y="6350"/>
                  </a:lnTo>
                  <a:lnTo>
                    <a:pt x="330200" y="6350"/>
                  </a:lnTo>
                  <a:lnTo>
                    <a:pt x="330200" y="5080"/>
                  </a:lnTo>
                  <a:lnTo>
                    <a:pt x="330200" y="3810"/>
                  </a:lnTo>
                  <a:lnTo>
                    <a:pt x="332727" y="3810"/>
                  </a:lnTo>
                  <a:lnTo>
                    <a:pt x="332727" y="1270"/>
                  </a:lnTo>
                  <a:lnTo>
                    <a:pt x="336550" y="1270"/>
                  </a:lnTo>
                  <a:lnTo>
                    <a:pt x="336550" y="0"/>
                  </a:lnTo>
                  <a:close/>
                </a:path>
              </a:pathLst>
            </a:custGeom>
            <a:solidFill>
              <a:srgbClr val="EAE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8" name="object 3428"/>
            <p:cNvSpPr/>
            <p:nvPr/>
          </p:nvSpPr>
          <p:spPr>
            <a:xfrm>
              <a:off x="5665470" y="2820669"/>
              <a:ext cx="499109" cy="92710"/>
            </a:xfrm>
            <a:custGeom>
              <a:avLst/>
              <a:gdLst/>
              <a:ahLst/>
              <a:cxnLst/>
              <a:rect l="l" t="t" r="r" b="b"/>
              <a:pathLst>
                <a:path w="499110" h="92710">
                  <a:moveTo>
                    <a:pt x="281940" y="8890"/>
                  </a:moveTo>
                  <a:lnTo>
                    <a:pt x="90170" y="8890"/>
                  </a:lnTo>
                  <a:lnTo>
                    <a:pt x="90170" y="7620"/>
                  </a:lnTo>
                  <a:lnTo>
                    <a:pt x="87630" y="7620"/>
                  </a:lnTo>
                  <a:lnTo>
                    <a:pt x="87630" y="8890"/>
                  </a:lnTo>
                  <a:lnTo>
                    <a:pt x="85090" y="8890"/>
                  </a:lnTo>
                  <a:lnTo>
                    <a:pt x="85090" y="10160"/>
                  </a:lnTo>
                  <a:lnTo>
                    <a:pt x="80010" y="10160"/>
                  </a:lnTo>
                  <a:lnTo>
                    <a:pt x="80010" y="12700"/>
                  </a:lnTo>
                  <a:lnTo>
                    <a:pt x="78740" y="12700"/>
                  </a:lnTo>
                  <a:lnTo>
                    <a:pt x="78740" y="13970"/>
                  </a:lnTo>
                  <a:lnTo>
                    <a:pt x="281940" y="13970"/>
                  </a:lnTo>
                  <a:lnTo>
                    <a:pt x="281940" y="12700"/>
                  </a:lnTo>
                  <a:lnTo>
                    <a:pt x="281940" y="10160"/>
                  </a:lnTo>
                  <a:lnTo>
                    <a:pt x="281940" y="8890"/>
                  </a:lnTo>
                  <a:close/>
                </a:path>
                <a:path w="499110" h="92710">
                  <a:moveTo>
                    <a:pt x="281940" y="2540"/>
                  </a:moveTo>
                  <a:lnTo>
                    <a:pt x="100330" y="2540"/>
                  </a:lnTo>
                  <a:lnTo>
                    <a:pt x="100330" y="1270"/>
                  </a:lnTo>
                  <a:lnTo>
                    <a:pt x="99060" y="1270"/>
                  </a:lnTo>
                  <a:lnTo>
                    <a:pt x="99060" y="2540"/>
                  </a:lnTo>
                  <a:lnTo>
                    <a:pt x="96520" y="2540"/>
                  </a:lnTo>
                  <a:lnTo>
                    <a:pt x="96520" y="3810"/>
                  </a:lnTo>
                  <a:lnTo>
                    <a:pt x="91440" y="3810"/>
                  </a:lnTo>
                  <a:lnTo>
                    <a:pt x="91440" y="6350"/>
                  </a:lnTo>
                  <a:lnTo>
                    <a:pt x="90170" y="6350"/>
                  </a:lnTo>
                  <a:lnTo>
                    <a:pt x="90170" y="7620"/>
                  </a:lnTo>
                  <a:lnTo>
                    <a:pt x="281940" y="7620"/>
                  </a:lnTo>
                  <a:lnTo>
                    <a:pt x="281940" y="6350"/>
                  </a:lnTo>
                  <a:lnTo>
                    <a:pt x="281940" y="3810"/>
                  </a:lnTo>
                  <a:lnTo>
                    <a:pt x="281940" y="2540"/>
                  </a:lnTo>
                  <a:close/>
                </a:path>
                <a:path w="499110" h="92710">
                  <a:moveTo>
                    <a:pt x="281940" y="0"/>
                  </a:moveTo>
                  <a:lnTo>
                    <a:pt x="100330" y="0"/>
                  </a:lnTo>
                  <a:lnTo>
                    <a:pt x="100330" y="1270"/>
                  </a:lnTo>
                  <a:lnTo>
                    <a:pt x="281940" y="1270"/>
                  </a:lnTo>
                  <a:lnTo>
                    <a:pt x="281940" y="0"/>
                  </a:lnTo>
                  <a:close/>
                </a:path>
                <a:path w="499110" h="92710">
                  <a:moveTo>
                    <a:pt x="372110" y="91440"/>
                  </a:moveTo>
                  <a:lnTo>
                    <a:pt x="35560" y="91440"/>
                  </a:lnTo>
                  <a:lnTo>
                    <a:pt x="35560" y="92710"/>
                  </a:lnTo>
                  <a:lnTo>
                    <a:pt x="372110" y="92710"/>
                  </a:lnTo>
                  <a:lnTo>
                    <a:pt x="372110" y="91440"/>
                  </a:lnTo>
                  <a:close/>
                </a:path>
                <a:path w="499110" h="92710">
                  <a:moveTo>
                    <a:pt x="383527" y="85090"/>
                  </a:moveTo>
                  <a:lnTo>
                    <a:pt x="29210" y="85090"/>
                  </a:lnTo>
                  <a:lnTo>
                    <a:pt x="29210" y="86360"/>
                  </a:lnTo>
                  <a:lnTo>
                    <a:pt x="31750" y="86360"/>
                  </a:lnTo>
                  <a:lnTo>
                    <a:pt x="31750" y="88900"/>
                  </a:lnTo>
                  <a:lnTo>
                    <a:pt x="33020" y="88900"/>
                  </a:lnTo>
                  <a:lnTo>
                    <a:pt x="33020" y="90170"/>
                  </a:lnTo>
                  <a:lnTo>
                    <a:pt x="33020" y="91440"/>
                  </a:lnTo>
                  <a:lnTo>
                    <a:pt x="34290" y="91440"/>
                  </a:lnTo>
                  <a:lnTo>
                    <a:pt x="34290" y="90170"/>
                  </a:lnTo>
                  <a:lnTo>
                    <a:pt x="374650" y="90170"/>
                  </a:lnTo>
                  <a:lnTo>
                    <a:pt x="374650" y="91440"/>
                  </a:lnTo>
                  <a:lnTo>
                    <a:pt x="377190" y="91440"/>
                  </a:lnTo>
                  <a:lnTo>
                    <a:pt x="377190" y="90170"/>
                  </a:lnTo>
                  <a:lnTo>
                    <a:pt x="377190" y="88900"/>
                  </a:lnTo>
                  <a:lnTo>
                    <a:pt x="379730" y="88900"/>
                  </a:lnTo>
                  <a:lnTo>
                    <a:pt x="379730" y="86360"/>
                  </a:lnTo>
                  <a:lnTo>
                    <a:pt x="383527" y="86360"/>
                  </a:lnTo>
                  <a:lnTo>
                    <a:pt x="383527" y="85090"/>
                  </a:lnTo>
                  <a:close/>
                </a:path>
                <a:path w="499110" h="92710">
                  <a:moveTo>
                    <a:pt x="394970" y="78740"/>
                  </a:moveTo>
                  <a:lnTo>
                    <a:pt x="21590" y="78740"/>
                  </a:lnTo>
                  <a:lnTo>
                    <a:pt x="21590" y="80010"/>
                  </a:lnTo>
                  <a:lnTo>
                    <a:pt x="24130" y="80010"/>
                  </a:lnTo>
                  <a:lnTo>
                    <a:pt x="24130" y="82550"/>
                  </a:lnTo>
                  <a:lnTo>
                    <a:pt x="26670" y="82550"/>
                  </a:lnTo>
                  <a:lnTo>
                    <a:pt x="26670" y="83820"/>
                  </a:lnTo>
                  <a:lnTo>
                    <a:pt x="26670" y="85090"/>
                  </a:lnTo>
                  <a:lnTo>
                    <a:pt x="27940" y="85090"/>
                  </a:lnTo>
                  <a:lnTo>
                    <a:pt x="27940" y="83820"/>
                  </a:lnTo>
                  <a:lnTo>
                    <a:pt x="386080" y="83820"/>
                  </a:lnTo>
                  <a:lnTo>
                    <a:pt x="386080" y="85090"/>
                  </a:lnTo>
                  <a:lnTo>
                    <a:pt x="387337" y="85090"/>
                  </a:lnTo>
                  <a:lnTo>
                    <a:pt x="387337" y="83820"/>
                  </a:lnTo>
                  <a:lnTo>
                    <a:pt x="387337" y="82550"/>
                  </a:lnTo>
                  <a:lnTo>
                    <a:pt x="389890" y="82550"/>
                  </a:lnTo>
                  <a:lnTo>
                    <a:pt x="389890" y="80010"/>
                  </a:lnTo>
                  <a:lnTo>
                    <a:pt x="394970" y="80010"/>
                  </a:lnTo>
                  <a:lnTo>
                    <a:pt x="394970" y="78740"/>
                  </a:lnTo>
                  <a:close/>
                </a:path>
                <a:path w="499110" h="92710">
                  <a:moveTo>
                    <a:pt x="405130" y="72390"/>
                  </a:moveTo>
                  <a:lnTo>
                    <a:pt x="15240" y="72390"/>
                  </a:lnTo>
                  <a:lnTo>
                    <a:pt x="15240" y="73660"/>
                  </a:lnTo>
                  <a:lnTo>
                    <a:pt x="17780" y="73660"/>
                  </a:lnTo>
                  <a:lnTo>
                    <a:pt x="17780" y="76200"/>
                  </a:lnTo>
                  <a:lnTo>
                    <a:pt x="19050" y="76200"/>
                  </a:lnTo>
                  <a:lnTo>
                    <a:pt x="19050" y="77470"/>
                  </a:lnTo>
                  <a:lnTo>
                    <a:pt x="19050" y="78740"/>
                  </a:lnTo>
                  <a:lnTo>
                    <a:pt x="20320" y="78740"/>
                  </a:lnTo>
                  <a:lnTo>
                    <a:pt x="20320" y="77470"/>
                  </a:lnTo>
                  <a:lnTo>
                    <a:pt x="396240" y="77470"/>
                  </a:lnTo>
                  <a:lnTo>
                    <a:pt x="396240" y="78740"/>
                  </a:lnTo>
                  <a:lnTo>
                    <a:pt x="398780" y="78740"/>
                  </a:lnTo>
                  <a:lnTo>
                    <a:pt x="398780" y="77470"/>
                  </a:lnTo>
                  <a:lnTo>
                    <a:pt x="398780" y="76200"/>
                  </a:lnTo>
                  <a:lnTo>
                    <a:pt x="401320" y="76200"/>
                  </a:lnTo>
                  <a:lnTo>
                    <a:pt x="401320" y="73660"/>
                  </a:lnTo>
                  <a:lnTo>
                    <a:pt x="405130" y="73660"/>
                  </a:lnTo>
                  <a:lnTo>
                    <a:pt x="405130" y="72390"/>
                  </a:lnTo>
                  <a:close/>
                </a:path>
                <a:path w="499110" h="92710">
                  <a:moveTo>
                    <a:pt x="416560" y="66040"/>
                  </a:moveTo>
                  <a:lnTo>
                    <a:pt x="8890" y="66040"/>
                  </a:lnTo>
                  <a:lnTo>
                    <a:pt x="8890" y="67310"/>
                  </a:lnTo>
                  <a:lnTo>
                    <a:pt x="11430" y="67310"/>
                  </a:lnTo>
                  <a:lnTo>
                    <a:pt x="11430" y="69850"/>
                  </a:lnTo>
                  <a:lnTo>
                    <a:pt x="12700" y="69850"/>
                  </a:lnTo>
                  <a:lnTo>
                    <a:pt x="12700" y="71120"/>
                  </a:lnTo>
                  <a:lnTo>
                    <a:pt x="12700" y="72390"/>
                  </a:lnTo>
                  <a:lnTo>
                    <a:pt x="13970" y="72390"/>
                  </a:lnTo>
                  <a:lnTo>
                    <a:pt x="13970" y="71120"/>
                  </a:lnTo>
                  <a:lnTo>
                    <a:pt x="407670" y="71120"/>
                  </a:lnTo>
                  <a:lnTo>
                    <a:pt x="407670" y="72390"/>
                  </a:lnTo>
                  <a:lnTo>
                    <a:pt x="410210" y="72390"/>
                  </a:lnTo>
                  <a:lnTo>
                    <a:pt x="410210" y="71120"/>
                  </a:lnTo>
                  <a:lnTo>
                    <a:pt x="410210" y="69850"/>
                  </a:lnTo>
                  <a:lnTo>
                    <a:pt x="411480" y="69850"/>
                  </a:lnTo>
                  <a:lnTo>
                    <a:pt x="411480" y="67310"/>
                  </a:lnTo>
                  <a:lnTo>
                    <a:pt x="416560" y="67310"/>
                  </a:lnTo>
                  <a:lnTo>
                    <a:pt x="416560" y="66040"/>
                  </a:lnTo>
                  <a:close/>
                </a:path>
                <a:path w="499110" h="92710">
                  <a:moveTo>
                    <a:pt x="426720" y="59690"/>
                  </a:moveTo>
                  <a:lnTo>
                    <a:pt x="2540" y="59690"/>
                  </a:lnTo>
                  <a:lnTo>
                    <a:pt x="2540" y="60960"/>
                  </a:lnTo>
                  <a:lnTo>
                    <a:pt x="5080" y="60960"/>
                  </a:lnTo>
                  <a:lnTo>
                    <a:pt x="5080" y="63500"/>
                  </a:lnTo>
                  <a:lnTo>
                    <a:pt x="6350" y="63500"/>
                  </a:lnTo>
                  <a:lnTo>
                    <a:pt x="6350" y="64770"/>
                  </a:lnTo>
                  <a:lnTo>
                    <a:pt x="6350" y="66040"/>
                  </a:lnTo>
                  <a:lnTo>
                    <a:pt x="7620" y="66040"/>
                  </a:lnTo>
                  <a:lnTo>
                    <a:pt x="7620" y="64770"/>
                  </a:lnTo>
                  <a:lnTo>
                    <a:pt x="419087" y="64770"/>
                  </a:lnTo>
                  <a:lnTo>
                    <a:pt x="419087" y="66040"/>
                  </a:lnTo>
                  <a:lnTo>
                    <a:pt x="420370" y="66040"/>
                  </a:lnTo>
                  <a:lnTo>
                    <a:pt x="420370" y="64770"/>
                  </a:lnTo>
                  <a:lnTo>
                    <a:pt x="420370" y="63500"/>
                  </a:lnTo>
                  <a:lnTo>
                    <a:pt x="422910" y="63500"/>
                  </a:lnTo>
                  <a:lnTo>
                    <a:pt x="422910" y="60960"/>
                  </a:lnTo>
                  <a:lnTo>
                    <a:pt x="426720" y="60960"/>
                  </a:lnTo>
                  <a:lnTo>
                    <a:pt x="426720" y="59690"/>
                  </a:lnTo>
                  <a:close/>
                </a:path>
                <a:path w="499110" h="92710">
                  <a:moveTo>
                    <a:pt x="438150" y="53340"/>
                  </a:moveTo>
                  <a:lnTo>
                    <a:pt x="10160" y="53340"/>
                  </a:lnTo>
                  <a:lnTo>
                    <a:pt x="10160" y="52070"/>
                  </a:lnTo>
                  <a:lnTo>
                    <a:pt x="8890" y="52070"/>
                  </a:lnTo>
                  <a:lnTo>
                    <a:pt x="8890" y="53340"/>
                  </a:lnTo>
                  <a:lnTo>
                    <a:pt x="6350" y="53340"/>
                  </a:lnTo>
                  <a:lnTo>
                    <a:pt x="6350" y="54610"/>
                  </a:lnTo>
                  <a:lnTo>
                    <a:pt x="1270" y="54610"/>
                  </a:lnTo>
                  <a:lnTo>
                    <a:pt x="1270" y="57150"/>
                  </a:lnTo>
                  <a:lnTo>
                    <a:pt x="0" y="57150"/>
                  </a:lnTo>
                  <a:lnTo>
                    <a:pt x="0" y="58420"/>
                  </a:lnTo>
                  <a:lnTo>
                    <a:pt x="0" y="59690"/>
                  </a:lnTo>
                  <a:lnTo>
                    <a:pt x="1270" y="59690"/>
                  </a:lnTo>
                  <a:lnTo>
                    <a:pt x="1270" y="58420"/>
                  </a:lnTo>
                  <a:lnTo>
                    <a:pt x="429260" y="58420"/>
                  </a:lnTo>
                  <a:lnTo>
                    <a:pt x="429260" y="59690"/>
                  </a:lnTo>
                  <a:lnTo>
                    <a:pt x="431800" y="59690"/>
                  </a:lnTo>
                  <a:lnTo>
                    <a:pt x="431800" y="58420"/>
                  </a:lnTo>
                  <a:lnTo>
                    <a:pt x="431800" y="57150"/>
                  </a:lnTo>
                  <a:lnTo>
                    <a:pt x="434340" y="57150"/>
                  </a:lnTo>
                  <a:lnTo>
                    <a:pt x="434340" y="54610"/>
                  </a:lnTo>
                  <a:lnTo>
                    <a:pt x="438150" y="54610"/>
                  </a:lnTo>
                  <a:lnTo>
                    <a:pt x="438150" y="53340"/>
                  </a:lnTo>
                  <a:close/>
                </a:path>
                <a:path w="499110" h="92710">
                  <a:moveTo>
                    <a:pt x="449580" y="46990"/>
                  </a:moveTo>
                  <a:lnTo>
                    <a:pt x="21590" y="46990"/>
                  </a:lnTo>
                  <a:lnTo>
                    <a:pt x="21590" y="45720"/>
                  </a:lnTo>
                  <a:lnTo>
                    <a:pt x="20320" y="45720"/>
                  </a:lnTo>
                  <a:lnTo>
                    <a:pt x="20320" y="46990"/>
                  </a:lnTo>
                  <a:lnTo>
                    <a:pt x="17780" y="46990"/>
                  </a:lnTo>
                  <a:lnTo>
                    <a:pt x="17780" y="48260"/>
                  </a:lnTo>
                  <a:lnTo>
                    <a:pt x="12700" y="48260"/>
                  </a:lnTo>
                  <a:lnTo>
                    <a:pt x="12700" y="50800"/>
                  </a:lnTo>
                  <a:lnTo>
                    <a:pt x="10160" y="50800"/>
                  </a:lnTo>
                  <a:lnTo>
                    <a:pt x="10160" y="52070"/>
                  </a:lnTo>
                  <a:lnTo>
                    <a:pt x="440690" y="52070"/>
                  </a:lnTo>
                  <a:lnTo>
                    <a:pt x="440690" y="53340"/>
                  </a:lnTo>
                  <a:lnTo>
                    <a:pt x="441960" y="53340"/>
                  </a:lnTo>
                  <a:lnTo>
                    <a:pt x="441960" y="52070"/>
                  </a:lnTo>
                  <a:lnTo>
                    <a:pt x="441960" y="50800"/>
                  </a:lnTo>
                  <a:lnTo>
                    <a:pt x="444500" y="50800"/>
                  </a:lnTo>
                  <a:lnTo>
                    <a:pt x="444500" y="48260"/>
                  </a:lnTo>
                  <a:lnTo>
                    <a:pt x="449580" y="48260"/>
                  </a:lnTo>
                  <a:lnTo>
                    <a:pt x="449580" y="46990"/>
                  </a:lnTo>
                  <a:close/>
                </a:path>
                <a:path w="499110" h="92710">
                  <a:moveTo>
                    <a:pt x="459727" y="40640"/>
                  </a:moveTo>
                  <a:lnTo>
                    <a:pt x="33020" y="40640"/>
                  </a:lnTo>
                  <a:lnTo>
                    <a:pt x="33020" y="39370"/>
                  </a:lnTo>
                  <a:lnTo>
                    <a:pt x="30480" y="39370"/>
                  </a:lnTo>
                  <a:lnTo>
                    <a:pt x="30480" y="40640"/>
                  </a:lnTo>
                  <a:lnTo>
                    <a:pt x="29210" y="40640"/>
                  </a:lnTo>
                  <a:lnTo>
                    <a:pt x="29210" y="41910"/>
                  </a:lnTo>
                  <a:lnTo>
                    <a:pt x="24130" y="41910"/>
                  </a:lnTo>
                  <a:lnTo>
                    <a:pt x="24130" y="44450"/>
                  </a:lnTo>
                  <a:lnTo>
                    <a:pt x="21590" y="44450"/>
                  </a:lnTo>
                  <a:lnTo>
                    <a:pt x="21590" y="45720"/>
                  </a:lnTo>
                  <a:lnTo>
                    <a:pt x="450837" y="45720"/>
                  </a:lnTo>
                  <a:lnTo>
                    <a:pt x="450837" y="46990"/>
                  </a:lnTo>
                  <a:lnTo>
                    <a:pt x="453390" y="46990"/>
                  </a:lnTo>
                  <a:lnTo>
                    <a:pt x="453390" y="45720"/>
                  </a:lnTo>
                  <a:lnTo>
                    <a:pt x="453390" y="44450"/>
                  </a:lnTo>
                  <a:lnTo>
                    <a:pt x="455930" y="44450"/>
                  </a:lnTo>
                  <a:lnTo>
                    <a:pt x="455930" y="41910"/>
                  </a:lnTo>
                  <a:lnTo>
                    <a:pt x="459727" y="41910"/>
                  </a:lnTo>
                  <a:lnTo>
                    <a:pt x="459727" y="40640"/>
                  </a:lnTo>
                  <a:close/>
                </a:path>
                <a:path w="499110" h="92710">
                  <a:moveTo>
                    <a:pt x="471170" y="34290"/>
                  </a:moveTo>
                  <a:lnTo>
                    <a:pt x="44450" y="34290"/>
                  </a:lnTo>
                  <a:lnTo>
                    <a:pt x="44450" y="33020"/>
                  </a:lnTo>
                  <a:lnTo>
                    <a:pt x="41910" y="33020"/>
                  </a:lnTo>
                  <a:lnTo>
                    <a:pt x="41910" y="34290"/>
                  </a:lnTo>
                  <a:lnTo>
                    <a:pt x="40640" y="34290"/>
                  </a:lnTo>
                  <a:lnTo>
                    <a:pt x="40640" y="35560"/>
                  </a:lnTo>
                  <a:lnTo>
                    <a:pt x="35560" y="35560"/>
                  </a:lnTo>
                  <a:lnTo>
                    <a:pt x="35560" y="38100"/>
                  </a:lnTo>
                  <a:lnTo>
                    <a:pt x="33020" y="38100"/>
                  </a:lnTo>
                  <a:lnTo>
                    <a:pt x="33020" y="39370"/>
                  </a:lnTo>
                  <a:lnTo>
                    <a:pt x="462280" y="39370"/>
                  </a:lnTo>
                  <a:lnTo>
                    <a:pt x="462280" y="40640"/>
                  </a:lnTo>
                  <a:lnTo>
                    <a:pt x="464820" y="40640"/>
                  </a:lnTo>
                  <a:lnTo>
                    <a:pt x="464820" y="39370"/>
                  </a:lnTo>
                  <a:lnTo>
                    <a:pt x="464820" y="38100"/>
                  </a:lnTo>
                  <a:lnTo>
                    <a:pt x="466077" y="38100"/>
                  </a:lnTo>
                  <a:lnTo>
                    <a:pt x="466077" y="35560"/>
                  </a:lnTo>
                  <a:lnTo>
                    <a:pt x="471170" y="35560"/>
                  </a:lnTo>
                  <a:lnTo>
                    <a:pt x="471170" y="34290"/>
                  </a:lnTo>
                  <a:close/>
                </a:path>
                <a:path w="499110" h="92710">
                  <a:moveTo>
                    <a:pt x="481330" y="27940"/>
                  </a:moveTo>
                  <a:lnTo>
                    <a:pt x="55880" y="27940"/>
                  </a:lnTo>
                  <a:lnTo>
                    <a:pt x="55880" y="26670"/>
                  </a:lnTo>
                  <a:lnTo>
                    <a:pt x="53340" y="26670"/>
                  </a:lnTo>
                  <a:lnTo>
                    <a:pt x="53340" y="27940"/>
                  </a:lnTo>
                  <a:lnTo>
                    <a:pt x="50800" y="27940"/>
                  </a:lnTo>
                  <a:lnTo>
                    <a:pt x="50800" y="29210"/>
                  </a:lnTo>
                  <a:lnTo>
                    <a:pt x="46990" y="29210"/>
                  </a:lnTo>
                  <a:lnTo>
                    <a:pt x="46990" y="31750"/>
                  </a:lnTo>
                  <a:lnTo>
                    <a:pt x="44450" y="31750"/>
                  </a:lnTo>
                  <a:lnTo>
                    <a:pt x="44450" y="33020"/>
                  </a:lnTo>
                  <a:lnTo>
                    <a:pt x="472427" y="33020"/>
                  </a:lnTo>
                  <a:lnTo>
                    <a:pt x="472427" y="34290"/>
                  </a:lnTo>
                  <a:lnTo>
                    <a:pt x="474980" y="34290"/>
                  </a:lnTo>
                  <a:lnTo>
                    <a:pt x="474980" y="33020"/>
                  </a:lnTo>
                  <a:lnTo>
                    <a:pt x="474980" y="31750"/>
                  </a:lnTo>
                  <a:lnTo>
                    <a:pt x="477520" y="31750"/>
                  </a:lnTo>
                  <a:lnTo>
                    <a:pt x="477520" y="29210"/>
                  </a:lnTo>
                  <a:lnTo>
                    <a:pt x="481330" y="29210"/>
                  </a:lnTo>
                  <a:lnTo>
                    <a:pt x="481330" y="27940"/>
                  </a:lnTo>
                  <a:close/>
                </a:path>
                <a:path w="499110" h="92710">
                  <a:moveTo>
                    <a:pt x="492760" y="21590"/>
                  </a:moveTo>
                  <a:lnTo>
                    <a:pt x="67310" y="21590"/>
                  </a:lnTo>
                  <a:lnTo>
                    <a:pt x="67310" y="20320"/>
                  </a:lnTo>
                  <a:lnTo>
                    <a:pt x="64770" y="20320"/>
                  </a:lnTo>
                  <a:lnTo>
                    <a:pt x="64770" y="21590"/>
                  </a:lnTo>
                  <a:lnTo>
                    <a:pt x="62230" y="21590"/>
                  </a:lnTo>
                  <a:lnTo>
                    <a:pt x="62230" y="22860"/>
                  </a:lnTo>
                  <a:lnTo>
                    <a:pt x="58420" y="22860"/>
                  </a:lnTo>
                  <a:lnTo>
                    <a:pt x="58420" y="25400"/>
                  </a:lnTo>
                  <a:lnTo>
                    <a:pt x="55880" y="25400"/>
                  </a:lnTo>
                  <a:lnTo>
                    <a:pt x="55880" y="26670"/>
                  </a:lnTo>
                  <a:lnTo>
                    <a:pt x="483870" y="26670"/>
                  </a:lnTo>
                  <a:lnTo>
                    <a:pt x="483870" y="27940"/>
                  </a:lnTo>
                  <a:lnTo>
                    <a:pt x="485140" y="27940"/>
                  </a:lnTo>
                  <a:lnTo>
                    <a:pt x="485140" y="26670"/>
                  </a:lnTo>
                  <a:lnTo>
                    <a:pt x="485140" y="25400"/>
                  </a:lnTo>
                  <a:lnTo>
                    <a:pt x="487680" y="25400"/>
                  </a:lnTo>
                  <a:lnTo>
                    <a:pt x="487680" y="22860"/>
                  </a:lnTo>
                  <a:lnTo>
                    <a:pt x="492760" y="22860"/>
                  </a:lnTo>
                  <a:lnTo>
                    <a:pt x="492760" y="21590"/>
                  </a:lnTo>
                  <a:close/>
                </a:path>
                <a:path w="499110" h="92710">
                  <a:moveTo>
                    <a:pt x="499110" y="16510"/>
                  </a:moveTo>
                  <a:lnTo>
                    <a:pt x="281940" y="16510"/>
                  </a:lnTo>
                  <a:lnTo>
                    <a:pt x="281940" y="15240"/>
                  </a:lnTo>
                  <a:lnTo>
                    <a:pt x="78740" y="15240"/>
                  </a:lnTo>
                  <a:lnTo>
                    <a:pt x="78740" y="13970"/>
                  </a:lnTo>
                  <a:lnTo>
                    <a:pt x="76200" y="13970"/>
                  </a:lnTo>
                  <a:lnTo>
                    <a:pt x="76200" y="15240"/>
                  </a:lnTo>
                  <a:lnTo>
                    <a:pt x="73660" y="15240"/>
                  </a:lnTo>
                  <a:lnTo>
                    <a:pt x="73660" y="16510"/>
                  </a:lnTo>
                  <a:lnTo>
                    <a:pt x="69850" y="16510"/>
                  </a:lnTo>
                  <a:lnTo>
                    <a:pt x="69850" y="19050"/>
                  </a:lnTo>
                  <a:lnTo>
                    <a:pt x="67310" y="19050"/>
                  </a:lnTo>
                  <a:lnTo>
                    <a:pt x="67310" y="20320"/>
                  </a:lnTo>
                  <a:lnTo>
                    <a:pt x="494030" y="20320"/>
                  </a:lnTo>
                  <a:lnTo>
                    <a:pt x="494030" y="21590"/>
                  </a:lnTo>
                  <a:lnTo>
                    <a:pt x="496570" y="21590"/>
                  </a:lnTo>
                  <a:lnTo>
                    <a:pt x="496570" y="20320"/>
                  </a:lnTo>
                  <a:lnTo>
                    <a:pt x="496570" y="19050"/>
                  </a:lnTo>
                  <a:lnTo>
                    <a:pt x="499110" y="19050"/>
                  </a:lnTo>
                  <a:lnTo>
                    <a:pt x="499110" y="16510"/>
                  </a:lnTo>
                  <a:close/>
                </a:path>
              </a:pathLst>
            </a:custGeom>
            <a:solidFill>
              <a:srgbClr val="EAE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9" name="object 3429"/>
            <p:cNvSpPr/>
            <p:nvPr/>
          </p:nvSpPr>
          <p:spPr>
            <a:xfrm>
              <a:off x="5765800" y="2719069"/>
              <a:ext cx="181610" cy="102870"/>
            </a:xfrm>
            <a:custGeom>
              <a:avLst/>
              <a:gdLst/>
              <a:ahLst/>
              <a:cxnLst/>
              <a:rect l="l" t="t" r="r" b="b"/>
              <a:pathLst>
                <a:path w="181610" h="102869">
                  <a:moveTo>
                    <a:pt x="181610" y="97790"/>
                  </a:moveTo>
                  <a:lnTo>
                    <a:pt x="11430" y="97790"/>
                  </a:lnTo>
                  <a:lnTo>
                    <a:pt x="11430" y="96520"/>
                  </a:lnTo>
                  <a:lnTo>
                    <a:pt x="10160" y="96520"/>
                  </a:lnTo>
                  <a:lnTo>
                    <a:pt x="10160" y="97790"/>
                  </a:lnTo>
                  <a:lnTo>
                    <a:pt x="7620" y="97790"/>
                  </a:lnTo>
                  <a:lnTo>
                    <a:pt x="7620" y="99060"/>
                  </a:lnTo>
                  <a:lnTo>
                    <a:pt x="2540" y="99060"/>
                  </a:lnTo>
                  <a:lnTo>
                    <a:pt x="2540" y="101600"/>
                  </a:lnTo>
                  <a:lnTo>
                    <a:pt x="0" y="101600"/>
                  </a:lnTo>
                  <a:lnTo>
                    <a:pt x="0" y="102870"/>
                  </a:lnTo>
                  <a:lnTo>
                    <a:pt x="181610" y="102870"/>
                  </a:lnTo>
                  <a:lnTo>
                    <a:pt x="181610" y="101600"/>
                  </a:lnTo>
                  <a:lnTo>
                    <a:pt x="181610" y="99060"/>
                  </a:lnTo>
                  <a:lnTo>
                    <a:pt x="181610" y="97790"/>
                  </a:lnTo>
                  <a:close/>
                </a:path>
                <a:path w="181610" h="102869">
                  <a:moveTo>
                    <a:pt x="181610" y="91440"/>
                  </a:moveTo>
                  <a:lnTo>
                    <a:pt x="22860" y="91440"/>
                  </a:lnTo>
                  <a:lnTo>
                    <a:pt x="22860" y="90170"/>
                  </a:lnTo>
                  <a:lnTo>
                    <a:pt x="20320" y="90170"/>
                  </a:lnTo>
                  <a:lnTo>
                    <a:pt x="20320" y="91440"/>
                  </a:lnTo>
                  <a:lnTo>
                    <a:pt x="19050" y="91440"/>
                  </a:lnTo>
                  <a:lnTo>
                    <a:pt x="19050" y="92710"/>
                  </a:lnTo>
                  <a:lnTo>
                    <a:pt x="13970" y="92710"/>
                  </a:lnTo>
                  <a:lnTo>
                    <a:pt x="13970" y="95250"/>
                  </a:lnTo>
                  <a:lnTo>
                    <a:pt x="11430" y="95250"/>
                  </a:lnTo>
                  <a:lnTo>
                    <a:pt x="11430" y="96520"/>
                  </a:lnTo>
                  <a:lnTo>
                    <a:pt x="181610" y="96520"/>
                  </a:lnTo>
                  <a:lnTo>
                    <a:pt x="181610" y="95250"/>
                  </a:lnTo>
                  <a:lnTo>
                    <a:pt x="181610" y="92710"/>
                  </a:lnTo>
                  <a:lnTo>
                    <a:pt x="181610" y="91440"/>
                  </a:lnTo>
                  <a:close/>
                </a:path>
                <a:path w="181610" h="102869">
                  <a:moveTo>
                    <a:pt x="181610" y="85090"/>
                  </a:moveTo>
                  <a:lnTo>
                    <a:pt x="34290" y="85090"/>
                  </a:lnTo>
                  <a:lnTo>
                    <a:pt x="34290" y="83820"/>
                  </a:lnTo>
                  <a:lnTo>
                    <a:pt x="31750" y="83820"/>
                  </a:lnTo>
                  <a:lnTo>
                    <a:pt x="31750" y="85090"/>
                  </a:lnTo>
                  <a:lnTo>
                    <a:pt x="29210" y="85090"/>
                  </a:lnTo>
                  <a:lnTo>
                    <a:pt x="29210" y="86360"/>
                  </a:lnTo>
                  <a:lnTo>
                    <a:pt x="25400" y="86360"/>
                  </a:lnTo>
                  <a:lnTo>
                    <a:pt x="25400" y="88900"/>
                  </a:lnTo>
                  <a:lnTo>
                    <a:pt x="22860" y="88900"/>
                  </a:lnTo>
                  <a:lnTo>
                    <a:pt x="22860" y="90170"/>
                  </a:lnTo>
                  <a:lnTo>
                    <a:pt x="181610" y="90170"/>
                  </a:lnTo>
                  <a:lnTo>
                    <a:pt x="181610" y="88900"/>
                  </a:lnTo>
                  <a:lnTo>
                    <a:pt x="181610" y="86360"/>
                  </a:lnTo>
                  <a:lnTo>
                    <a:pt x="181610" y="85090"/>
                  </a:lnTo>
                  <a:close/>
                </a:path>
                <a:path w="181610" h="102869">
                  <a:moveTo>
                    <a:pt x="181610" y="78740"/>
                  </a:moveTo>
                  <a:lnTo>
                    <a:pt x="45720" y="78740"/>
                  </a:lnTo>
                  <a:lnTo>
                    <a:pt x="45720" y="77470"/>
                  </a:lnTo>
                  <a:lnTo>
                    <a:pt x="43180" y="77470"/>
                  </a:lnTo>
                  <a:lnTo>
                    <a:pt x="43180" y="78740"/>
                  </a:lnTo>
                  <a:lnTo>
                    <a:pt x="40640" y="78740"/>
                  </a:lnTo>
                  <a:lnTo>
                    <a:pt x="40640" y="80010"/>
                  </a:lnTo>
                  <a:lnTo>
                    <a:pt x="36830" y="80010"/>
                  </a:lnTo>
                  <a:lnTo>
                    <a:pt x="36830" y="82550"/>
                  </a:lnTo>
                  <a:lnTo>
                    <a:pt x="34290" y="82550"/>
                  </a:lnTo>
                  <a:lnTo>
                    <a:pt x="34290" y="83820"/>
                  </a:lnTo>
                  <a:lnTo>
                    <a:pt x="181610" y="83820"/>
                  </a:lnTo>
                  <a:lnTo>
                    <a:pt x="181610" y="82550"/>
                  </a:lnTo>
                  <a:lnTo>
                    <a:pt x="181610" y="80010"/>
                  </a:lnTo>
                  <a:lnTo>
                    <a:pt x="181610" y="78740"/>
                  </a:lnTo>
                  <a:close/>
                </a:path>
                <a:path w="181610" h="102869">
                  <a:moveTo>
                    <a:pt x="181610" y="72390"/>
                  </a:moveTo>
                  <a:lnTo>
                    <a:pt x="57150" y="72390"/>
                  </a:lnTo>
                  <a:lnTo>
                    <a:pt x="57150" y="71120"/>
                  </a:lnTo>
                  <a:lnTo>
                    <a:pt x="54610" y="71120"/>
                  </a:lnTo>
                  <a:lnTo>
                    <a:pt x="54610" y="72390"/>
                  </a:lnTo>
                  <a:lnTo>
                    <a:pt x="52070" y="72390"/>
                  </a:lnTo>
                  <a:lnTo>
                    <a:pt x="52070" y="73660"/>
                  </a:lnTo>
                  <a:lnTo>
                    <a:pt x="48260" y="73660"/>
                  </a:lnTo>
                  <a:lnTo>
                    <a:pt x="48260" y="76200"/>
                  </a:lnTo>
                  <a:lnTo>
                    <a:pt x="45720" y="76200"/>
                  </a:lnTo>
                  <a:lnTo>
                    <a:pt x="45720" y="77470"/>
                  </a:lnTo>
                  <a:lnTo>
                    <a:pt x="181610" y="77470"/>
                  </a:lnTo>
                  <a:lnTo>
                    <a:pt x="181610" y="76200"/>
                  </a:lnTo>
                  <a:lnTo>
                    <a:pt x="181610" y="73660"/>
                  </a:lnTo>
                  <a:lnTo>
                    <a:pt x="181610" y="72390"/>
                  </a:lnTo>
                  <a:close/>
                </a:path>
                <a:path w="181610" h="102869">
                  <a:moveTo>
                    <a:pt x="181610" y="66040"/>
                  </a:moveTo>
                  <a:lnTo>
                    <a:pt x="68580" y="66040"/>
                  </a:lnTo>
                  <a:lnTo>
                    <a:pt x="68580" y="64770"/>
                  </a:lnTo>
                  <a:lnTo>
                    <a:pt x="66040" y="64770"/>
                  </a:lnTo>
                  <a:lnTo>
                    <a:pt x="66040" y="66040"/>
                  </a:lnTo>
                  <a:lnTo>
                    <a:pt x="63500" y="66040"/>
                  </a:lnTo>
                  <a:lnTo>
                    <a:pt x="63500" y="67310"/>
                  </a:lnTo>
                  <a:lnTo>
                    <a:pt x="59690" y="67310"/>
                  </a:lnTo>
                  <a:lnTo>
                    <a:pt x="59690" y="69850"/>
                  </a:lnTo>
                  <a:lnTo>
                    <a:pt x="57150" y="69850"/>
                  </a:lnTo>
                  <a:lnTo>
                    <a:pt x="57150" y="71120"/>
                  </a:lnTo>
                  <a:lnTo>
                    <a:pt x="181610" y="71120"/>
                  </a:lnTo>
                  <a:lnTo>
                    <a:pt x="181610" y="69850"/>
                  </a:lnTo>
                  <a:lnTo>
                    <a:pt x="181610" y="67310"/>
                  </a:lnTo>
                  <a:lnTo>
                    <a:pt x="181610" y="66040"/>
                  </a:lnTo>
                  <a:close/>
                </a:path>
                <a:path w="181610" h="102869">
                  <a:moveTo>
                    <a:pt x="181610" y="59690"/>
                  </a:moveTo>
                  <a:lnTo>
                    <a:pt x="78740" y="59690"/>
                  </a:lnTo>
                  <a:lnTo>
                    <a:pt x="78740" y="58420"/>
                  </a:lnTo>
                  <a:lnTo>
                    <a:pt x="77470" y="58420"/>
                  </a:lnTo>
                  <a:lnTo>
                    <a:pt x="77470" y="59690"/>
                  </a:lnTo>
                  <a:lnTo>
                    <a:pt x="74930" y="59690"/>
                  </a:lnTo>
                  <a:lnTo>
                    <a:pt x="74930" y="60960"/>
                  </a:lnTo>
                  <a:lnTo>
                    <a:pt x="69850" y="60960"/>
                  </a:lnTo>
                  <a:lnTo>
                    <a:pt x="69850" y="63500"/>
                  </a:lnTo>
                  <a:lnTo>
                    <a:pt x="68580" y="63500"/>
                  </a:lnTo>
                  <a:lnTo>
                    <a:pt x="68580" y="64770"/>
                  </a:lnTo>
                  <a:lnTo>
                    <a:pt x="181610" y="64770"/>
                  </a:lnTo>
                  <a:lnTo>
                    <a:pt x="181610" y="63500"/>
                  </a:lnTo>
                  <a:lnTo>
                    <a:pt x="181610" y="60960"/>
                  </a:lnTo>
                  <a:lnTo>
                    <a:pt x="181610" y="59690"/>
                  </a:lnTo>
                  <a:close/>
                </a:path>
                <a:path w="181610" h="102869">
                  <a:moveTo>
                    <a:pt x="181610" y="53340"/>
                  </a:moveTo>
                  <a:lnTo>
                    <a:pt x="90170" y="53340"/>
                  </a:lnTo>
                  <a:lnTo>
                    <a:pt x="90170" y="52070"/>
                  </a:lnTo>
                  <a:lnTo>
                    <a:pt x="88900" y="52070"/>
                  </a:lnTo>
                  <a:lnTo>
                    <a:pt x="88900" y="53340"/>
                  </a:lnTo>
                  <a:lnTo>
                    <a:pt x="86360" y="53340"/>
                  </a:lnTo>
                  <a:lnTo>
                    <a:pt x="86360" y="54610"/>
                  </a:lnTo>
                  <a:lnTo>
                    <a:pt x="81280" y="54610"/>
                  </a:lnTo>
                  <a:lnTo>
                    <a:pt x="81280" y="57150"/>
                  </a:lnTo>
                  <a:lnTo>
                    <a:pt x="78740" y="57150"/>
                  </a:lnTo>
                  <a:lnTo>
                    <a:pt x="78740" y="58420"/>
                  </a:lnTo>
                  <a:lnTo>
                    <a:pt x="181610" y="58420"/>
                  </a:lnTo>
                  <a:lnTo>
                    <a:pt x="181610" y="57150"/>
                  </a:lnTo>
                  <a:lnTo>
                    <a:pt x="181610" y="54610"/>
                  </a:lnTo>
                  <a:lnTo>
                    <a:pt x="181610" y="53340"/>
                  </a:lnTo>
                  <a:close/>
                </a:path>
                <a:path w="181610" h="102869">
                  <a:moveTo>
                    <a:pt x="181610" y="46990"/>
                  </a:moveTo>
                  <a:lnTo>
                    <a:pt x="101600" y="46990"/>
                  </a:lnTo>
                  <a:lnTo>
                    <a:pt x="101600" y="45720"/>
                  </a:lnTo>
                  <a:lnTo>
                    <a:pt x="99060" y="45720"/>
                  </a:lnTo>
                  <a:lnTo>
                    <a:pt x="99060" y="46990"/>
                  </a:lnTo>
                  <a:lnTo>
                    <a:pt x="97790" y="46990"/>
                  </a:lnTo>
                  <a:lnTo>
                    <a:pt x="97790" y="48260"/>
                  </a:lnTo>
                  <a:lnTo>
                    <a:pt x="92710" y="48260"/>
                  </a:lnTo>
                  <a:lnTo>
                    <a:pt x="92710" y="50800"/>
                  </a:lnTo>
                  <a:lnTo>
                    <a:pt x="90170" y="50800"/>
                  </a:lnTo>
                  <a:lnTo>
                    <a:pt x="90170" y="52070"/>
                  </a:lnTo>
                  <a:lnTo>
                    <a:pt x="181610" y="52070"/>
                  </a:lnTo>
                  <a:lnTo>
                    <a:pt x="181610" y="50800"/>
                  </a:lnTo>
                  <a:lnTo>
                    <a:pt x="181610" y="48260"/>
                  </a:lnTo>
                  <a:lnTo>
                    <a:pt x="181610" y="46990"/>
                  </a:lnTo>
                  <a:close/>
                </a:path>
                <a:path w="181610" h="102869">
                  <a:moveTo>
                    <a:pt x="181610" y="40640"/>
                  </a:moveTo>
                  <a:lnTo>
                    <a:pt x="113030" y="40640"/>
                  </a:lnTo>
                  <a:lnTo>
                    <a:pt x="113030" y="39370"/>
                  </a:lnTo>
                  <a:lnTo>
                    <a:pt x="110490" y="39370"/>
                  </a:lnTo>
                  <a:lnTo>
                    <a:pt x="110490" y="40640"/>
                  </a:lnTo>
                  <a:lnTo>
                    <a:pt x="109220" y="40640"/>
                  </a:lnTo>
                  <a:lnTo>
                    <a:pt x="109220" y="41910"/>
                  </a:lnTo>
                  <a:lnTo>
                    <a:pt x="104140" y="41910"/>
                  </a:lnTo>
                  <a:lnTo>
                    <a:pt x="104140" y="44450"/>
                  </a:lnTo>
                  <a:lnTo>
                    <a:pt x="101600" y="44450"/>
                  </a:lnTo>
                  <a:lnTo>
                    <a:pt x="101600" y="45720"/>
                  </a:lnTo>
                  <a:lnTo>
                    <a:pt x="181610" y="45720"/>
                  </a:lnTo>
                  <a:lnTo>
                    <a:pt x="181610" y="44450"/>
                  </a:lnTo>
                  <a:lnTo>
                    <a:pt x="181610" y="41910"/>
                  </a:lnTo>
                  <a:lnTo>
                    <a:pt x="181610" y="40640"/>
                  </a:lnTo>
                  <a:close/>
                </a:path>
                <a:path w="181610" h="102869">
                  <a:moveTo>
                    <a:pt x="181610" y="34290"/>
                  </a:moveTo>
                  <a:lnTo>
                    <a:pt x="124460" y="34290"/>
                  </a:lnTo>
                  <a:lnTo>
                    <a:pt x="124460" y="33020"/>
                  </a:lnTo>
                  <a:lnTo>
                    <a:pt x="121920" y="33020"/>
                  </a:lnTo>
                  <a:lnTo>
                    <a:pt x="121920" y="34290"/>
                  </a:lnTo>
                  <a:lnTo>
                    <a:pt x="119380" y="34290"/>
                  </a:lnTo>
                  <a:lnTo>
                    <a:pt x="119380" y="35560"/>
                  </a:lnTo>
                  <a:lnTo>
                    <a:pt x="115570" y="35560"/>
                  </a:lnTo>
                  <a:lnTo>
                    <a:pt x="115570" y="38100"/>
                  </a:lnTo>
                  <a:lnTo>
                    <a:pt x="113030" y="38100"/>
                  </a:lnTo>
                  <a:lnTo>
                    <a:pt x="113030" y="39370"/>
                  </a:lnTo>
                  <a:lnTo>
                    <a:pt x="181610" y="39370"/>
                  </a:lnTo>
                  <a:lnTo>
                    <a:pt x="181610" y="38100"/>
                  </a:lnTo>
                  <a:lnTo>
                    <a:pt x="181610" y="35560"/>
                  </a:lnTo>
                  <a:lnTo>
                    <a:pt x="181610" y="34290"/>
                  </a:lnTo>
                  <a:close/>
                </a:path>
                <a:path w="181610" h="102869">
                  <a:moveTo>
                    <a:pt x="181610" y="27940"/>
                  </a:moveTo>
                  <a:lnTo>
                    <a:pt x="135890" y="27940"/>
                  </a:lnTo>
                  <a:lnTo>
                    <a:pt x="135890" y="26670"/>
                  </a:lnTo>
                  <a:lnTo>
                    <a:pt x="133350" y="26670"/>
                  </a:lnTo>
                  <a:lnTo>
                    <a:pt x="133350" y="27940"/>
                  </a:lnTo>
                  <a:lnTo>
                    <a:pt x="130810" y="27940"/>
                  </a:lnTo>
                  <a:lnTo>
                    <a:pt x="130810" y="29210"/>
                  </a:lnTo>
                  <a:lnTo>
                    <a:pt x="127000" y="29210"/>
                  </a:lnTo>
                  <a:lnTo>
                    <a:pt x="127000" y="31750"/>
                  </a:lnTo>
                  <a:lnTo>
                    <a:pt x="124460" y="31750"/>
                  </a:lnTo>
                  <a:lnTo>
                    <a:pt x="124460" y="33020"/>
                  </a:lnTo>
                  <a:lnTo>
                    <a:pt x="181610" y="33020"/>
                  </a:lnTo>
                  <a:lnTo>
                    <a:pt x="181610" y="31750"/>
                  </a:lnTo>
                  <a:lnTo>
                    <a:pt x="181610" y="29210"/>
                  </a:lnTo>
                  <a:lnTo>
                    <a:pt x="181610" y="27940"/>
                  </a:lnTo>
                  <a:close/>
                </a:path>
                <a:path w="181610" h="102869">
                  <a:moveTo>
                    <a:pt x="181610" y="21590"/>
                  </a:moveTo>
                  <a:lnTo>
                    <a:pt x="147320" y="21590"/>
                  </a:lnTo>
                  <a:lnTo>
                    <a:pt x="147320" y="20320"/>
                  </a:lnTo>
                  <a:lnTo>
                    <a:pt x="144780" y="20320"/>
                  </a:lnTo>
                  <a:lnTo>
                    <a:pt x="144780" y="21590"/>
                  </a:lnTo>
                  <a:lnTo>
                    <a:pt x="142240" y="21590"/>
                  </a:lnTo>
                  <a:lnTo>
                    <a:pt x="142240" y="22860"/>
                  </a:lnTo>
                  <a:lnTo>
                    <a:pt x="138430" y="22860"/>
                  </a:lnTo>
                  <a:lnTo>
                    <a:pt x="138430" y="25400"/>
                  </a:lnTo>
                  <a:lnTo>
                    <a:pt x="135890" y="25400"/>
                  </a:lnTo>
                  <a:lnTo>
                    <a:pt x="135890" y="26670"/>
                  </a:lnTo>
                  <a:lnTo>
                    <a:pt x="181610" y="26670"/>
                  </a:lnTo>
                  <a:lnTo>
                    <a:pt x="181610" y="25400"/>
                  </a:lnTo>
                  <a:lnTo>
                    <a:pt x="181610" y="22860"/>
                  </a:lnTo>
                  <a:lnTo>
                    <a:pt x="181610" y="21590"/>
                  </a:lnTo>
                  <a:close/>
                </a:path>
                <a:path w="181610" h="102869">
                  <a:moveTo>
                    <a:pt x="181610" y="15240"/>
                  </a:moveTo>
                  <a:lnTo>
                    <a:pt x="157480" y="15240"/>
                  </a:lnTo>
                  <a:lnTo>
                    <a:pt x="157480" y="13970"/>
                  </a:lnTo>
                  <a:lnTo>
                    <a:pt x="154940" y="13970"/>
                  </a:lnTo>
                  <a:lnTo>
                    <a:pt x="154940" y="15240"/>
                  </a:lnTo>
                  <a:lnTo>
                    <a:pt x="153670" y="15240"/>
                  </a:lnTo>
                  <a:lnTo>
                    <a:pt x="153670" y="16510"/>
                  </a:lnTo>
                  <a:lnTo>
                    <a:pt x="148590" y="16510"/>
                  </a:lnTo>
                  <a:lnTo>
                    <a:pt x="148590" y="19050"/>
                  </a:lnTo>
                  <a:lnTo>
                    <a:pt x="147320" y="19050"/>
                  </a:lnTo>
                  <a:lnTo>
                    <a:pt x="147320" y="20320"/>
                  </a:lnTo>
                  <a:lnTo>
                    <a:pt x="181610" y="20320"/>
                  </a:lnTo>
                  <a:lnTo>
                    <a:pt x="181610" y="19050"/>
                  </a:lnTo>
                  <a:lnTo>
                    <a:pt x="181610" y="16510"/>
                  </a:lnTo>
                  <a:lnTo>
                    <a:pt x="181610" y="15240"/>
                  </a:lnTo>
                  <a:close/>
                </a:path>
                <a:path w="181610" h="102869">
                  <a:moveTo>
                    <a:pt x="181610" y="8890"/>
                  </a:moveTo>
                  <a:lnTo>
                    <a:pt x="168910" y="8890"/>
                  </a:lnTo>
                  <a:lnTo>
                    <a:pt x="168910" y="7620"/>
                  </a:lnTo>
                  <a:lnTo>
                    <a:pt x="166370" y="7620"/>
                  </a:lnTo>
                  <a:lnTo>
                    <a:pt x="166370" y="8890"/>
                  </a:lnTo>
                  <a:lnTo>
                    <a:pt x="163830" y="8890"/>
                  </a:lnTo>
                  <a:lnTo>
                    <a:pt x="163830" y="10160"/>
                  </a:lnTo>
                  <a:lnTo>
                    <a:pt x="160020" y="10160"/>
                  </a:lnTo>
                  <a:lnTo>
                    <a:pt x="160020" y="12700"/>
                  </a:lnTo>
                  <a:lnTo>
                    <a:pt x="157480" y="12700"/>
                  </a:lnTo>
                  <a:lnTo>
                    <a:pt x="157480" y="13970"/>
                  </a:lnTo>
                  <a:lnTo>
                    <a:pt x="181610" y="13970"/>
                  </a:lnTo>
                  <a:lnTo>
                    <a:pt x="181610" y="12700"/>
                  </a:lnTo>
                  <a:lnTo>
                    <a:pt x="181610" y="10160"/>
                  </a:lnTo>
                  <a:lnTo>
                    <a:pt x="181610" y="8890"/>
                  </a:lnTo>
                  <a:close/>
                </a:path>
                <a:path w="181610" h="102869">
                  <a:moveTo>
                    <a:pt x="181610" y="2540"/>
                  </a:moveTo>
                  <a:lnTo>
                    <a:pt x="179070" y="2540"/>
                  </a:lnTo>
                  <a:lnTo>
                    <a:pt x="179070" y="1270"/>
                  </a:lnTo>
                  <a:lnTo>
                    <a:pt x="177800" y="1270"/>
                  </a:lnTo>
                  <a:lnTo>
                    <a:pt x="177800" y="2540"/>
                  </a:lnTo>
                  <a:lnTo>
                    <a:pt x="175260" y="2540"/>
                  </a:lnTo>
                  <a:lnTo>
                    <a:pt x="175260" y="3810"/>
                  </a:lnTo>
                  <a:lnTo>
                    <a:pt x="170180" y="3810"/>
                  </a:lnTo>
                  <a:lnTo>
                    <a:pt x="170180" y="6350"/>
                  </a:lnTo>
                  <a:lnTo>
                    <a:pt x="168910" y="6350"/>
                  </a:lnTo>
                  <a:lnTo>
                    <a:pt x="168910" y="7620"/>
                  </a:lnTo>
                  <a:lnTo>
                    <a:pt x="181610" y="7620"/>
                  </a:lnTo>
                  <a:lnTo>
                    <a:pt x="181610" y="6350"/>
                  </a:lnTo>
                  <a:lnTo>
                    <a:pt x="181610" y="3810"/>
                  </a:lnTo>
                  <a:lnTo>
                    <a:pt x="181610" y="2540"/>
                  </a:lnTo>
                  <a:close/>
                </a:path>
                <a:path w="181610" h="102869">
                  <a:moveTo>
                    <a:pt x="181610" y="0"/>
                  </a:moveTo>
                  <a:lnTo>
                    <a:pt x="179070" y="0"/>
                  </a:lnTo>
                  <a:lnTo>
                    <a:pt x="179070" y="1270"/>
                  </a:lnTo>
                  <a:lnTo>
                    <a:pt x="181610" y="1270"/>
                  </a:lnTo>
                  <a:lnTo>
                    <a:pt x="181610" y="0"/>
                  </a:lnTo>
                  <a:close/>
                </a:path>
              </a:pathLst>
            </a:custGeom>
            <a:solidFill>
              <a:srgbClr val="EAE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0" name="object 3430"/>
            <p:cNvSpPr/>
            <p:nvPr/>
          </p:nvSpPr>
          <p:spPr>
            <a:xfrm>
              <a:off x="5947410" y="2716529"/>
              <a:ext cx="224790" cy="120650"/>
            </a:xfrm>
            <a:custGeom>
              <a:avLst/>
              <a:gdLst/>
              <a:ahLst/>
              <a:cxnLst/>
              <a:rect l="l" t="t" r="r" b="b"/>
              <a:pathLst>
                <a:path w="224789" h="120650">
                  <a:moveTo>
                    <a:pt x="3810" y="113030"/>
                  </a:moveTo>
                  <a:lnTo>
                    <a:pt x="0" y="113030"/>
                  </a:lnTo>
                  <a:lnTo>
                    <a:pt x="0" y="118110"/>
                  </a:lnTo>
                  <a:lnTo>
                    <a:pt x="3810" y="118110"/>
                  </a:lnTo>
                  <a:lnTo>
                    <a:pt x="3810" y="113030"/>
                  </a:lnTo>
                  <a:close/>
                </a:path>
                <a:path w="224789" h="120650">
                  <a:moveTo>
                    <a:pt x="3810" y="106680"/>
                  </a:moveTo>
                  <a:lnTo>
                    <a:pt x="0" y="106680"/>
                  </a:lnTo>
                  <a:lnTo>
                    <a:pt x="0" y="111760"/>
                  </a:lnTo>
                  <a:lnTo>
                    <a:pt x="3810" y="111760"/>
                  </a:lnTo>
                  <a:lnTo>
                    <a:pt x="3810" y="106680"/>
                  </a:lnTo>
                  <a:close/>
                </a:path>
                <a:path w="224789" h="120650">
                  <a:moveTo>
                    <a:pt x="3810" y="100330"/>
                  </a:moveTo>
                  <a:lnTo>
                    <a:pt x="0" y="100330"/>
                  </a:lnTo>
                  <a:lnTo>
                    <a:pt x="0" y="105410"/>
                  </a:lnTo>
                  <a:lnTo>
                    <a:pt x="3810" y="105410"/>
                  </a:lnTo>
                  <a:lnTo>
                    <a:pt x="3810" y="100330"/>
                  </a:lnTo>
                  <a:close/>
                </a:path>
                <a:path w="224789" h="120650">
                  <a:moveTo>
                    <a:pt x="3810" y="93980"/>
                  </a:moveTo>
                  <a:lnTo>
                    <a:pt x="0" y="93980"/>
                  </a:lnTo>
                  <a:lnTo>
                    <a:pt x="0" y="99060"/>
                  </a:lnTo>
                  <a:lnTo>
                    <a:pt x="3810" y="99060"/>
                  </a:lnTo>
                  <a:lnTo>
                    <a:pt x="3810" y="93980"/>
                  </a:lnTo>
                  <a:close/>
                </a:path>
                <a:path w="224789" h="120650">
                  <a:moveTo>
                    <a:pt x="3810" y="87630"/>
                  </a:moveTo>
                  <a:lnTo>
                    <a:pt x="0" y="87630"/>
                  </a:lnTo>
                  <a:lnTo>
                    <a:pt x="0" y="92710"/>
                  </a:lnTo>
                  <a:lnTo>
                    <a:pt x="3810" y="92710"/>
                  </a:lnTo>
                  <a:lnTo>
                    <a:pt x="3810" y="87630"/>
                  </a:lnTo>
                  <a:close/>
                </a:path>
                <a:path w="224789" h="120650">
                  <a:moveTo>
                    <a:pt x="3810" y="81280"/>
                  </a:moveTo>
                  <a:lnTo>
                    <a:pt x="0" y="81280"/>
                  </a:lnTo>
                  <a:lnTo>
                    <a:pt x="0" y="86360"/>
                  </a:lnTo>
                  <a:lnTo>
                    <a:pt x="3810" y="86360"/>
                  </a:lnTo>
                  <a:lnTo>
                    <a:pt x="3810" y="81280"/>
                  </a:lnTo>
                  <a:close/>
                </a:path>
                <a:path w="224789" h="120650">
                  <a:moveTo>
                    <a:pt x="3810" y="74930"/>
                  </a:moveTo>
                  <a:lnTo>
                    <a:pt x="0" y="74930"/>
                  </a:lnTo>
                  <a:lnTo>
                    <a:pt x="0" y="80010"/>
                  </a:lnTo>
                  <a:lnTo>
                    <a:pt x="3810" y="80010"/>
                  </a:lnTo>
                  <a:lnTo>
                    <a:pt x="3810" y="74930"/>
                  </a:lnTo>
                  <a:close/>
                </a:path>
                <a:path w="224789" h="120650">
                  <a:moveTo>
                    <a:pt x="3810" y="68580"/>
                  </a:moveTo>
                  <a:lnTo>
                    <a:pt x="0" y="68580"/>
                  </a:lnTo>
                  <a:lnTo>
                    <a:pt x="0" y="73660"/>
                  </a:lnTo>
                  <a:lnTo>
                    <a:pt x="3810" y="73660"/>
                  </a:lnTo>
                  <a:lnTo>
                    <a:pt x="3810" y="68580"/>
                  </a:lnTo>
                  <a:close/>
                </a:path>
                <a:path w="224789" h="120650">
                  <a:moveTo>
                    <a:pt x="3810" y="62230"/>
                  </a:moveTo>
                  <a:lnTo>
                    <a:pt x="0" y="62230"/>
                  </a:lnTo>
                  <a:lnTo>
                    <a:pt x="0" y="67310"/>
                  </a:lnTo>
                  <a:lnTo>
                    <a:pt x="3810" y="67310"/>
                  </a:lnTo>
                  <a:lnTo>
                    <a:pt x="3810" y="62230"/>
                  </a:lnTo>
                  <a:close/>
                </a:path>
                <a:path w="224789" h="120650">
                  <a:moveTo>
                    <a:pt x="3810" y="55880"/>
                  </a:moveTo>
                  <a:lnTo>
                    <a:pt x="0" y="55880"/>
                  </a:lnTo>
                  <a:lnTo>
                    <a:pt x="0" y="60960"/>
                  </a:lnTo>
                  <a:lnTo>
                    <a:pt x="3810" y="60960"/>
                  </a:lnTo>
                  <a:lnTo>
                    <a:pt x="3810" y="55880"/>
                  </a:lnTo>
                  <a:close/>
                </a:path>
                <a:path w="224789" h="120650">
                  <a:moveTo>
                    <a:pt x="3810" y="49530"/>
                  </a:moveTo>
                  <a:lnTo>
                    <a:pt x="0" y="49530"/>
                  </a:lnTo>
                  <a:lnTo>
                    <a:pt x="0" y="54610"/>
                  </a:lnTo>
                  <a:lnTo>
                    <a:pt x="3810" y="54610"/>
                  </a:lnTo>
                  <a:lnTo>
                    <a:pt x="3810" y="49530"/>
                  </a:lnTo>
                  <a:close/>
                </a:path>
                <a:path w="224789" h="120650">
                  <a:moveTo>
                    <a:pt x="3810" y="43180"/>
                  </a:moveTo>
                  <a:lnTo>
                    <a:pt x="0" y="43180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3180"/>
                  </a:lnTo>
                  <a:close/>
                </a:path>
                <a:path w="224789" h="120650">
                  <a:moveTo>
                    <a:pt x="3810" y="36830"/>
                  </a:moveTo>
                  <a:lnTo>
                    <a:pt x="0" y="36830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6830"/>
                  </a:lnTo>
                  <a:close/>
                </a:path>
                <a:path w="224789" h="120650">
                  <a:moveTo>
                    <a:pt x="3810" y="30480"/>
                  </a:moveTo>
                  <a:lnTo>
                    <a:pt x="0" y="30480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30480"/>
                  </a:lnTo>
                  <a:close/>
                </a:path>
                <a:path w="224789" h="120650">
                  <a:moveTo>
                    <a:pt x="3810" y="24130"/>
                  </a:moveTo>
                  <a:lnTo>
                    <a:pt x="0" y="24130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4130"/>
                  </a:lnTo>
                  <a:close/>
                </a:path>
                <a:path w="224789" h="120650">
                  <a:moveTo>
                    <a:pt x="3810" y="17780"/>
                  </a:moveTo>
                  <a:lnTo>
                    <a:pt x="0" y="1778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7780"/>
                  </a:lnTo>
                  <a:close/>
                </a:path>
                <a:path w="224789" h="120650">
                  <a:moveTo>
                    <a:pt x="3810" y="11430"/>
                  </a:moveTo>
                  <a:lnTo>
                    <a:pt x="0" y="1143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1430"/>
                  </a:lnTo>
                  <a:close/>
                </a:path>
                <a:path w="224789" h="120650">
                  <a:moveTo>
                    <a:pt x="3810" y="5080"/>
                  </a:moveTo>
                  <a:lnTo>
                    <a:pt x="0" y="508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5080"/>
                  </a:lnTo>
                  <a:close/>
                </a:path>
                <a:path w="224789" h="120650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  <a:path w="224789" h="120650">
                  <a:moveTo>
                    <a:pt x="220980" y="119380"/>
                  </a:moveTo>
                  <a:lnTo>
                    <a:pt x="0" y="119380"/>
                  </a:lnTo>
                  <a:lnTo>
                    <a:pt x="0" y="120650"/>
                  </a:lnTo>
                  <a:lnTo>
                    <a:pt x="220980" y="120650"/>
                  </a:lnTo>
                  <a:lnTo>
                    <a:pt x="220980" y="119380"/>
                  </a:lnTo>
                  <a:close/>
                </a:path>
                <a:path w="224789" h="120650">
                  <a:moveTo>
                    <a:pt x="224790" y="118110"/>
                  </a:moveTo>
                  <a:lnTo>
                    <a:pt x="223520" y="118110"/>
                  </a:lnTo>
                  <a:lnTo>
                    <a:pt x="223520" y="119380"/>
                  </a:lnTo>
                  <a:lnTo>
                    <a:pt x="224790" y="119380"/>
                  </a:lnTo>
                  <a:lnTo>
                    <a:pt x="224790" y="118110"/>
                  </a:lnTo>
                  <a:close/>
                </a:path>
              </a:pathLst>
            </a:custGeom>
            <a:solidFill>
              <a:srgbClr val="E9E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1" name="object 3431"/>
            <p:cNvSpPr/>
            <p:nvPr/>
          </p:nvSpPr>
          <p:spPr>
            <a:xfrm>
              <a:off x="5951219" y="2712719"/>
              <a:ext cx="227329" cy="120650"/>
            </a:xfrm>
            <a:custGeom>
              <a:avLst/>
              <a:gdLst/>
              <a:ahLst/>
              <a:cxnLst/>
              <a:rect l="l" t="t" r="r" b="b"/>
              <a:pathLst>
                <a:path w="227329" h="120650">
                  <a:moveTo>
                    <a:pt x="223519" y="118110"/>
                  </a:moveTo>
                  <a:lnTo>
                    <a:pt x="0" y="118110"/>
                  </a:lnTo>
                  <a:lnTo>
                    <a:pt x="0" y="120650"/>
                  </a:lnTo>
                  <a:lnTo>
                    <a:pt x="220979" y="120650"/>
                  </a:lnTo>
                  <a:lnTo>
                    <a:pt x="220979" y="119379"/>
                  </a:lnTo>
                  <a:lnTo>
                    <a:pt x="223519" y="119379"/>
                  </a:lnTo>
                  <a:lnTo>
                    <a:pt x="223519" y="118110"/>
                  </a:lnTo>
                  <a:close/>
                </a:path>
                <a:path w="227329" h="120650">
                  <a:moveTo>
                    <a:pt x="227329" y="116839"/>
                  </a:moveTo>
                  <a:lnTo>
                    <a:pt x="226060" y="116839"/>
                  </a:lnTo>
                  <a:lnTo>
                    <a:pt x="226060" y="118110"/>
                  </a:lnTo>
                  <a:lnTo>
                    <a:pt x="227329" y="118110"/>
                  </a:lnTo>
                  <a:lnTo>
                    <a:pt x="227329" y="116839"/>
                  </a:lnTo>
                  <a:close/>
                </a:path>
                <a:path w="227329" h="120650">
                  <a:moveTo>
                    <a:pt x="3809" y="115570"/>
                  </a:moveTo>
                  <a:lnTo>
                    <a:pt x="0" y="115570"/>
                  </a:lnTo>
                  <a:lnTo>
                    <a:pt x="0" y="116839"/>
                  </a:lnTo>
                  <a:lnTo>
                    <a:pt x="3809" y="116839"/>
                  </a:lnTo>
                  <a:lnTo>
                    <a:pt x="3809" y="115570"/>
                  </a:lnTo>
                  <a:close/>
                </a:path>
                <a:path w="227329" h="120650">
                  <a:moveTo>
                    <a:pt x="3809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3809" y="114300"/>
                  </a:lnTo>
                  <a:lnTo>
                    <a:pt x="3809" y="111760"/>
                  </a:lnTo>
                  <a:close/>
                </a:path>
                <a:path w="227329" h="120650">
                  <a:moveTo>
                    <a:pt x="3809" y="109220"/>
                  </a:moveTo>
                  <a:lnTo>
                    <a:pt x="0" y="109220"/>
                  </a:lnTo>
                  <a:lnTo>
                    <a:pt x="0" y="110489"/>
                  </a:lnTo>
                  <a:lnTo>
                    <a:pt x="3809" y="110489"/>
                  </a:lnTo>
                  <a:lnTo>
                    <a:pt x="3809" y="109220"/>
                  </a:lnTo>
                  <a:close/>
                </a:path>
                <a:path w="227329" h="120650">
                  <a:moveTo>
                    <a:pt x="3809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3809" y="107950"/>
                  </a:lnTo>
                  <a:lnTo>
                    <a:pt x="3809" y="105410"/>
                  </a:lnTo>
                  <a:close/>
                </a:path>
                <a:path w="227329" h="120650">
                  <a:moveTo>
                    <a:pt x="3809" y="102870"/>
                  </a:moveTo>
                  <a:lnTo>
                    <a:pt x="0" y="102870"/>
                  </a:lnTo>
                  <a:lnTo>
                    <a:pt x="0" y="104139"/>
                  </a:lnTo>
                  <a:lnTo>
                    <a:pt x="3809" y="104139"/>
                  </a:lnTo>
                  <a:lnTo>
                    <a:pt x="3809" y="102870"/>
                  </a:lnTo>
                  <a:close/>
                </a:path>
                <a:path w="227329" h="120650">
                  <a:moveTo>
                    <a:pt x="3809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3809" y="101600"/>
                  </a:lnTo>
                  <a:lnTo>
                    <a:pt x="3809" y="99060"/>
                  </a:lnTo>
                  <a:close/>
                </a:path>
                <a:path w="227329" h="120650">
                  <a:moveTo>
                    <a:pt x="3809" y="96520"/>
                  </a:moveTo>
                  <a:lnTo>
                    <a:pt x="0" y="96520"/>
                  </a:lnTo>
                  <a:lnTo>
                    <a:pt x="0" y="97789"/>
                  </a:lnTo>
                  <a:lnTo>
                    <a:pt x="3809" y="97789"/>
                  </a:lnTo>
                  <a:lnTo>
                    <a:pt x="3809" y="96520"/>
                  </a:lnTo>
                  <a:close/>
                </a:path>
                <a:path w="227329" h="120650">
                  <a:moveTo>
                    <a:pt x="3809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3809" y="95250"/>
                  </a:lnTo>
                  <a:lnTo>
                    <a:pt x="3809" y="92710"/>
                  </a:lnTo>
                  <a:close/>
                </a:path>
                <a:path w="227329" h="120650">
                  <a:moveTo>
                    <a:pt x="3809" y="90170"/>
                  </a:moveTo>
                  <a:lnTo>
                    <a:pt x="0" y="90170"/>
                  </a:lnTo>
                  <a:lnTo>
                    <a:pt x="0" y="91439"/>
                  </a:lnTo>
                  <a:lnTo>
                    <a:pt x="3809" y="91439"/>
                  </a:lnTo>
                  <a:lnTo>
                    <a:pt x="3809" y="90170"/>
                  </a:lnTo>
                  <a:close/>
                </a:path>
                <a:path w="227329" h="120650">
                  <a:moveTo>
                    <a:pt x="3809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3809" y="88900"/>
                  </a:lnTo>
                  <a:lnTo>
                    <a:pt x="3809" y="86360"/>
                  </a:lnTo>
                  <a:close/>
                </a:path>
                <a:path w="227329" h="120650">
                  <a:moveTo>
                    <a:pt x="3809" y="83820"/>
                  </a:moveTo>
                  <a:lnTo>
                    <a:pt x="0" y="83820"/>
                  </a:lnTo>
                  <a:lnTo>
                    <a:pt x="0" y="85089"/>
                  </a:lnTo>
                  <a:lnTo>
                    <a:pt x="3809" y="85089"/>
                  </a:lnTo>
                  <a:lnTo>
                    <a:pt x="3809" y="83820"/>
                  </a:lnTo>
                  <a:close/>
                </a:path>
                <a:path w="227329" h="120650">
                  <a:moveTo>
                    <a:pt x="3809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3809" y="82550"/>
                  </a:lnTo>
                  <a:lnTo>
                    <a:pt x="3809" y="80010"/>
                  </a:lnTo>
                  <a:close/>
                </a:path>
                <a:path w="227329" h="120650">
                  <a:moveTo>
                    <a:pt x="3809" y="77470"/>
                  </a:moveTo>
                  <a:lnTo>
                    <a:pt x="0" y="77470"/>
                  </a:lnTo>
                  <a:lnTo>
                    <a:pt x="0" y="78739"/>
                  </a:lnTo>
                  <a:lnTo>
                    <a:pt x="3809" y="78739"/>
                  </a:lnTo>
                  <a:lnTo>
                    <a:pt x="3809" y="77470"/>
                  </a:lnTo>
                  <a:close/>
                </a:path>
                <a:path w="227329" h="120650">
                  <a:moveTo>
                    <a:pt x="3809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3809" y="76200"/>
                  </a:lnTo>
                  <a:lnTo>
                    <a:pt x="3809" y="73660"/>
                  </a:lnTo>
                  <a:close/>
                </a:path>
                <a:path w="227329" h="120650">
                  <a:moveTo>
                    <a:pt x="3809" y="71120"/>
                  </a:moveTo>
                  <a:lnTo>
                    <a:pt x="0" y="71120"/>
                  </a:lnTo>
                  <a:lnTo>
                    <a:pt x="0" y="72389"/>
                  </a:lnTo>
                  <a:lnTo>
                    <a:pt x="3809" y="72389"/>
                  </a:lnTo>
                  <a:lnTo>
                    <a:pt x="3809" y="71120"/>
                  </a:lnTo>
                  <a:close/>
                </a:path>
                <a:path w="227329" h="120650">
                  <a:moveTo>
                    <a:pt x="3809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3809" y="69850"/>
                  </a:lnTo>
                  <a:lnTo>
                    <a:pt x="3809" y="67310"/>
                  </a:lnTo>
                  <a:close/>
                </a:path>
                <a:path w="227329" h="120650">
                  <a:moveTo>
                    <a:pt x="3809" y="64770"/>
                  </a:moveTo>
                  <a:lnTo>
                    <a:pt x="0" y="64770"/>
                  </a:lnTo>
                  <a:lnTo>
                    <a:pt x="0" y="66039"/>
                  </a:lnTo>
                  <a:lnTo>
                    <a:pt x="3809" y="66039"/>
                  </a:lnTo>
                  <a:lnTo>
                    <a:pt x="3809" y="64770"/>
                  </a:lnTo>
                  <a:close/>
                </a:path>
                <a:path w="227329" h="120650">
                  <a:moveTo>
                    <a:pt x="3809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3809" y="63500"/>
                  </a:lnTo>
                  <a:lnTo>
                    <a:pt x="3809" y="60960"/>
                  </a:lnTo>
                  <a:close/>
                </a:path>
                <a:path w="227329" h="120650">
                  <a:moveTo>
                    <a:pt x="3809" y="58420"/>
                  </a:moveTo>
                  <a:lnTo>
                    <a:pt x="0" y="58420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8420"/>
                  </a:lnTo>
                  <a:close/>
                </a:path>
                <a:path w="227329" h="120650">
                  <a:moveTo>
                    <a:pt x="3809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3809" y="57150"/>
                  </a:lnTo>
                  <a:lnTo>
                    <a:pt x="3809" y="54610"/>
                  </a:lnTo>
                  <a:close/>
                </a:path>
                <a:path w="227329" h="120650">
                  <a:moveTo>
                    <a:pt x="3809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2070"/>
                  </a:lnTo>
                  <a:close/>
                </a:path>
                <a:path w="227329" h="120650">
                  <a:moveTo>
                    <a:pt x="3809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48260"/>
                  </a:lnTo>
                  <a:close/>
                </a:path>
                <a:path w="227329" h="120650">
                  <a:moveTo>
                    <a:pt x="3809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5720"/>
                  </a:lnTo>
                  <a:close/>
                </a:path>
                <a:path w="227329" h="120650">
                  <a:moveTo>
                    <a:pt x="3809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3809" y="44450"/>
                  </a:lnTo>
                  <a:lnTo>
                    <a:pt x="3809" y="41910"/>
                  </a:lnTo>
                  <a:close/>
                </a:path>
                <a:path w="227329" h="120650">
                  <a:moveTo>
                    <a:pt x="3809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9370"/>
                  </a:lnTo>
                  <a:close/>
                </a:path>
                <a:path w="227329" h="120650">
                  <a:moveTo>
                    <a:pt x="3809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3809" y="38100"/>
                  </a:lnTo>
                  <a:lnTo>
                    <a:pt x="3809" y="35560"/>
                  </a:lnTo>
                  <a:close/>
                </a:path>
                <a:path w="227329" h="120650">
                  <a:moveTo>
                    <a:pt x="3809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33020"/>
                  </a:lnTo>
                  <a:close/>
                </a:path>
                <a:path w="227329" h="120650">
                  <a:moveTo>
                    <a:pt x="3809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3809" y="31750"/>
                  </a:lnTo>
                  <a:lnTo>
                    <a:pt x="3809" y="29210"/>
                  </a:lnTo>
                  <a:close/>
                </a:path>
                <a:path w="227329" h="120650">
                  <a:moveTo>
                    <a:pt x="3809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6670"/>
                  </a:lnTo>
                  <a:close/>
                </a:path>
                <a:path w="227329" h="120650">
                  <a:moveTo>
                    <a:pt x="3809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3809" y="25400"/>
                  </a:lnTo>
                  <a:lnTo>
                    <a:pt x="3809" y="22860"/>
                  </a:lnTo>
                  <a:close/>
                </a:path>
                <a:path w="227329" h="120650">
                  <a:moveTo>
                    <a:pt x="3809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20320"/>
                  </a:lnTo>
                  <a:close/>
                </a:path>
                <a:path w="227329" h="120650">
                  <a:moveTo>
                    <a:pt x="3809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3809" y="19050"/>
                  </a:lnTo>
                  <a:lnTo>
                    <a:pt x="3809" y="16510"/>
                  </a:lnTo>
                  <a:close/>
                </a:path>
                <a:path w="227329" h="120650">
                  <a:moveTo>
                    <a:pt x="3809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3970"/>
                  </a:lnTo>
                  <a:close/>
                </a:path>
                <a:path w="227329" h="120650">
                  <a:moveTo>
                    <a:pt x="3809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3809" y="12700"/>
                  </a:lnTo>
                  <a:lnTo>
                    <a:pt x="3809" y="10160"/>
                  </a:lnTo>
                  <a:close/>
                </a:path>
                <a:path w="227329" h="120650">
                  <a:moveTo>
                    <a:pt x="3809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7620"/>
                  </a:lnTo>
                  <a:close/>
                </a:path>
                <a:path w="227329" h="120650">
                  <a:moveTo>
                    <a:pt x="1269" y="2539"/>
                  </a:moveTo>
                  <a:lnTo>
                    <a:pt x="0" y="2539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3810"/>
                  </a:lnTo>
                  <a:lnTo>
                    <a:pt x="1269" y="3810"/>
                  </a:lnTo>
                  <a:lnTo>
                    <a:pt x="1269" y="2539"/>
                  </a:lnTo>
                  <a:close/>
                </a:path>
                <a:path w="227329" h="120650">
                  <a:moveTo>
                    <a:pt x="3809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1269" y="1270"/>
                  </a:lnTo>
                  <a:lnTo>
                    <a:pt x="1269" y="2539"/>
                  </a:lnTo>
                  <a:lnTo>
                    <a:pt x="3809" y="2539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E8E2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2" name="object 3432"/>
            <p:cNvSpPr/>
            <p:nvPr/>
          </p:nvSpPr>
          <p:spPr>
            <a:xfrm>
              <a:off x="5955030" y="2711450"/>
              <a:ext cx="228600" cy="118110"/>
            </a:xfrm>
            <a:custGeom>
              <a:avLst/>
              <a:gdLst/>
              <a:ahLst/>
              <a:cxnLst/>
              <a:rect l="l" t="t" r="r" b="b"/>
              <a:pathLst>
                <a:path w="228600" h="118110">
                  <a:moveTo>
                    <a:pt x="3810" y="113030"/>
                  </a:moveTo>
                  <a:lnTo>
                    <a:pt x="0" y="113030"/>
                  </a:lnTo>
                  <a:lnTo>
                    <a:pt x="0" y="118110"/>
                  </a:lnTo>
                  <a:lnTo>
                    <a:pt x="223520" y="118110"/>
                  </a:lnTo>
                  <a:lnTo>
                    <a:pt x="223520" y="116839"/>
                  </a:lnTo>
                  <a:lnTo>
                    <a:pt x="228600" y="116839"/>
                  </a:lnTo>
                  <a:lnTo>
                    <a:pt x="228600" y="114300"/>
                  </a:lnTo>
                  <a:lnTo>
                    <a:pt x="3810" y="114300"/>
                  </a:lnTo>
                  <a:lnTo>
                    <a:pt x="3810" y="113030"/>
                  </a:lnTo>
                  <a:close/>
                </a:path>
                <a:path w="228600" h="118110">
                  <a:moveTo>
                    <a:pt x="3810" y="106680"/>
                  </a:moveTo>
                  <a:lnTo>
                    <a:pt x="0" y="106680"/>
                  </a:lnTo>
                  <a:lnTo>
                    <a:pt x="0" y="111760"/>
                  </a:lnTo>
                  <a:lnTo>
                    <a:pt x="3810" y="111760"/>
                  </a:lnTo>
                  <a:lnTo>
                    <a:pt x="3810" y="106680"/>
                  </a:lnTo>
                  <a:close/>
                </a:path>
                <a:path w="228600" h="118110">
                  <a:moveTo>
                    <a:pt x="3810" y="100330"/>
                  </a:moveTo>
                  <a:lnTo>
                    <a:pt x="0" y="100330"/>
                  </a:lnTo>
                  <a:lnTo>
                    <a:pt x="0" y="105410"/>
                  </a:lnTo>
                  <a:lnTo>
                    <a:pt x="3810" y="105410"/>
                  </a:lnTo>
                  <a:lnTo>
                    <a:pt x="3810" y="100330"/>
                  </a:lnTo>
                  <a:close/>
                </a:path>
                <a:path w="228600" h="118110">
                  <a:moveTo>
                    <a:pt x="3810" y="93980"/>
                  </a:moveTo>
                  <a:lnTo>
                    <a:pt x="0" y="93980"/>
                  </a:lnTo>
                  <a:lnTo>
                    <a:pt x="0" y="99060"/>
                  </a:lnTo>
                  <a:lnTo>
                    <a:pt x="3810" y="99060"/>
                  </a:lnTo>
                  <a:lnTo>
                    <a:pt x="3810" y="93980"/>
                  </a:lnTo>
                  <a:close/>
                </a:path>
                <a:path w="228600" h="118110">
                  <a:moveTo>
                    <a:pt x="3810" y="87630"/>
                  </a:moveTo>
                  <a:lnTo>
                    <a:pt x="0" y="87630"/>
                  </a:lnTo>
                  <a:lnTo>
                    <a:pt x="0" y="92710"/>
                  </a:lnTo>
                  <a:lnTo>
                    <a:pt x="3810" y="92710"/>
                  </a:lnTo>
                  <a:lnTo>
                    <a:pt x="3810" y="87630"/>
                  </a:lnTo>
                  <a:close/>
                </a:path>
                <a:path w="228600" h="118110">
                  <a:moveTo>
                    <a:pt x="3810" y="81280"/>
                  </a:moveTo>
                  <a:lnTo>
                    <a:pt x="0" y="81280"/>
                  </a:lnTo>
                  <a:lnTo>
                    <a:pt x="0" y="86360"/>
                  </a:lnTo>
                  <a:lnTo>
                    <a:pt x="3810" y="86360"/>
                  </a:lnTo>
                  <a:lnTo>
                    <a:pt x="3810" y="81280"/>
                  </a:lnTo>
                  <a:close/>
                </a:path>
                <a:path w="228600" h="118110">
                  <a:moveTo>
                    <a:pt x="3810" y="74930"/>
                  </a:moveTo>
                  <a:lnTo>
                    <a:pt x="0" y="74930"/>
                  </a:lnTo>
                  <a:lnTo>
                    <a:pt x="0" y="80010"/>
                  </a:lnTo>
                  <a:lnTo>
                    <a:pt x="3810" y="80010"/>
                  </a:lnTo>
                  <a:lnTo>
                    <a:pt x="3810" y="74930"/>
                  </a:lnTo>
                  <a:close/>
                </a:path>
                <a:path w="228600" h="118110">
                  <a:moveTo>
                    <a:pt x="3810" y="68580"/>
                  </a:moveTo>
                  <a:lnTo>
                    <a:pt x="0" y="68580"/>
                  </a:lnTo>
                  <a:lnTo>
                    <a:pt x="0" y="73660"/>
                  </a:lnTo>
                  <a:lnTo>
                    <a:pt x="3810" y="73660"/>
                  </a:lnTo>
                  <a:lnTo>
                    <a:pt x="3810" y="68580"/>
                  </a:lnTo>
                  <a:close/>
                </a:path>
                <a:path w="228600" h="118110">
                  <a:moveTo>
                    <a:pt x="3810" y="62230"/>
                  </a:moveTo>
                  <a:lnTo>
                    <a:pt x="0" y="62230"/>
                  </a:lnTo>
                  <a:lnTo>
                    <a:pt x="0" y="67310"/>
                  </a:lnTo>
                  <a:lnTo>
                    <a:pt x="3810" y="67310"/>
                  </a:lnTo>
                  <a:lnTo>
                    <a:pt x="3810" y="62230"/>
                  </a:lnTo>
                  <a:close/>
                </a:path>
                <a:path w="228600" h="118110">
                  <a:moveTo>
                    <a:pt x="3810" y="55880"/>
                  </a:moveTo>
                  <a:lnTo>
                    <a:pt x="0" y="55880"/>
                  </a:lnTo>
                  <a:lnTo>
                    <a:pt x="0" y="60960"/>
                  </a:lnTo>
                  <a:lnTo>
                    <a:pt x="3810" y="60960"/>
                  </a:lnTo>
                  <a:lnTo>
                    <a:pt x="3810" y="55880"/>
                  </a:lnTo>
                  <a:close/>
                </a:path>
                <a:path w="228600" h="118110">
                  <a:moveTo>
                    <a:pt x="3810" y="49530"/>
                  </a:moveTo>
                  <a:lnTo>
                    <a:pt x="0" y="49530"/>
                  </a:lnTo>
                  <a:lnTo>
                    <a:pt x="0" y="54610"/>
                  </a:lnTo>
                  <a:lnTo>
                    <a:pt x="3810" y="54610"/>
                  </a:lnTo>
                  <a:lnTo>
                    <a:pt x="3810" y="49530"/>
                  </a:lnTo>
                  <a:close/>
                </a:path>
                <a:path w="228600" h="118110">
                  <a:moveTo>
                    <a:pt x="3810" y="43180"/>
                  </a:moveTo>
                  <a:lnTo>
                    <a:pt x="0" y="43180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3180"/>
                  </a:lnTo>
                  <a:close/>
                </a:path>
                <a:path w="228600" h="118110">
                  <a:moveTo>
                    <a:pt x="3810" y="36830"/>
                  </a:moveTo>
                  <a:lnTo>
                    <a:pt x="0" y="36830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6830"/>
                  </a:lnTo>
                  <a:close/>
                </a:path>
                <a:path w="228600" h="118110">
                  <a:moveTo>
                    <a:pt x="3810" y="30480"/>
                  </a:moveTo>
                  <a:lnTo>
                    <a:pt x="0" y="30480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30480"/>
                  </a:lnTo>
                  <a:close/>
                </a:path>
                <a:path w="228600" h="118110">
                  <a:moveTo>
                    <a:pt x="3810" y="24130"/>
                  </a:moveTo>
                  <a:lnTo>
                    <a:pt x="0" y="24130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4130"/>
                  </a:lnTo>
                  <a:close/>
                </a:path>
                <a:path w="228600" h="118110">
                  <a:moveTo>
                    <a:pt x="3810" y="17780"/>
                  </a:moveTo>
                  <a:lnTo>
                    <a:pt x="0" y="1778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7780"/>
                  </a:lnTo>
                  <a:close/>
                </a:path>
                <a:path w="228600" h="118110">
                  <a:moveTo>
                    <a:pt x="3810" y="11430"/>
                  </a:moveTo>
                  <a:lnTo>
                    <a:pt x="0" y="1143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1430"/>
                  </a:lnTo>
                  <a:close/>
                </a:path>
                <a:path w="228600" h="118110">
                  <a:moveTo>
                    <a:pt x="3810" y="5080"/>
                  </a:moveTo>
                  <a:lnTo>
                    <a:pt x="0" y="508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5080"/>
                  </a:lnTo>
                  <a:close/>
                </a:path>
                <a:path w="228600" h="118110">
                  <a:moveTo>
                    <a:pt x="3810" y="0"/>
                  </a:moveTo>
                  <a:lnTo>
                    <a:pt x="1270" y="0"/>
                  </a:lnTo>
                  <a:lnTo>
                    <a:pt x="1270" y="2539"/>
                  </a:lnTo>
                  <a:lnTo>
                    <a:pt x="0" y="2539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E7E0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3" name="object 3433"/>
            <p:cNvSpPr/>
            <p:nvPr/>
          </p:nvSpPr>
          <p:spPr>
            <a:xfrm>
              <a:off x="5958840" y="2710179"/>
              <a:ext cx="231140" cy="115570"/>
            </a:xfrm>
            <a:custGeom>
              <a:avLst/>
              <a:gdLst/>
              <a:ahLst/>
              <a:cxnLst/>
              <a:rect l="l" t="t" r="r" b="b"/>
              <a:pathLst>
                <a:path w="231139" h="115569">
                  <a:moveTo>
                    <a:pt x="231140" y="111760"/>
                  </a:moveTo>
                  <a:lnTo>
                    <a:pt x="3810" y="111760"/>
                  </a:lnTo>
                  <a:lnTo>
                    <a:pt x="3810" y="0"/>
                  </a:lnTo>
                  <a:lnTo>
                    <a:pt x="0" y="0"/>
                  </a:lnTo>
                  <a:lnTo>
                    <a:pt x="0" y="111760"/>
                  </a:lnTo>
                  <a:lnTo>
                    <a:pt x="0" y="114300"/>
                  </a:lnTo>
                  <a:lnTo>
                    <a:pt x="0" y="115570"/>
                  </a:lnTo>
                  <a:lnTo>
                    <a:pt x="227330" y="115570"/>
                  </a:lnTo>
                  <a:lnTo>
                    <a:pt x="227330" y="114300"/>
                  </a:lnTo>
                  <a:lnTo>
                    <a:pt x="231140" y="114300"/>
                  </a:lnTo>
                  <a:lnTo>
                    <a:pt x="231140" y="111760"/>
                  </a:lnTo>
                  <a:close/>
                </a:path>
              </a:pathLst>
            </a:custGeom>
            <a:solidFill>
              <a:srgbClr val="E6DF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4" name="object 3434"/>
            <p:cNvSpPr/>
            <p:nvPr/>
          </p:nvSpPr>
          <p:spPr>
            <a:xfrm>
              <a:off x="5962650" y="2707639"/>
              <a:ext cx="233679" cy="114300"/>
            </a:xfrm>
            <a:custGeom>
              <a:avLst/>
              <a:gdLst/>
              <a:ahLst/>
              <a:cxnLst/>
              <a:rect l="l" t="t" r="r" b="b"/>
              <a:pathLst>
                <a:path w="233679" h="114300">
                  <a:moveTo>
                    <a:pt x="233680" y="110490"/>
                  </a:moveTo>
                  <a:lnTo>
                    <a:pt x="3810" y="110490"/>
                  </a:lnTo>
                  <a:lnTo>
                    <a:pt x="3810" y="0"/>
                  </a:lnTo>
                  <a:lnTo>
                    <a:pt x="0" y="0"/>
                  </a:lnTo>
                  <a:lnTo>
                    <a:pt x="0" y="110490"/>
                  </a:lnTo>
                  <a:lnTo>
                    <a:pt x="0" y="113030"/>
                  </a:lnTo>
                  <a:lnTo>
                    <a:pt x="0" y="114300"/>
                  </a:lnTo>
                  <a:lnTo>
                    <a:pt x="231140" y="114300"/>
                  </a:lnTo>
                  <a:lnTo>
                    <a:pt x="231140" y="113030"/>
                  </a:lnTo>
                  <a:lnTo>
                    <a:pt x="233680" y="113030"/>
                  </a:lnTo>
                  <a:lnTo>
                    <a:pt x="233680" y="110490"/>
                  </a:lnTo>
                  <a:close/>
                </a:path>
              </a:pathLst>
            </a:custGeom>
            <a:solidFill>
              <a:srgbClr val="E5DE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5" name="object 3435"/>
            <p:cNvSpPr/>
            <p:nvPr/>
          </p:nvSpPr>
          <p:spPr>
            <a:xfrm>
              <a:off x="5966459" y="2703830"/>
              <a:ext cx="238760" cy="114300"/>
            </a:xfrm>
            <a:custGeom>
              <a:avLst/>
              <a:gdLst/>
              <a:ahLst/>
              <a:cxnLst/>
              <a:rect l="l" t="t" r="r" b="b"/>
              <a:pathLst>
                <a:path w="238760" h="114300">
                  <a:moveTo>
                    <a:pt x="233680" y="113029"/>
                  </a:moveTo>
                  <a:lnTo>
                    <a:pt x="0" y="113029"/>
                  </a:lnTo>
                  <a:lnTo>
                    <a:pt x="0" y="114300"/>
                  </a:lnTo>
                  <a:lnTo>
                    <a:pt x="233680" y="114300"/>
                  </a:lnTo>
                  <a:lnTo>
                    <a:pt x="233680" y="113029"/>
                  </a:lnTo>
                  <a:close/>
                </a:path>
                <a:path w="238760" h="114300">
                  <a:moveTo>
                    <a:pt x="238759" y="111760"/>
                  </a:moveTo>
                  <a:lnTo>
                    <a:pt x="236220" y="111760"/>
                  </a:lnTo>
                  <a:lnTo>
                    <a:pt x="236220" y="113029"/>
                  </a:lnTo>
                  <a:lnTo>
                    <a:pt x="238759" y="113029"/>
                  </a:lnTo>
                  <a:lnTo>
                    <a:pt x="238759" y="111760"/>
                  </a:lnTo>
                  <a:close/>
                </a:path>
                <a:path w="238760" h="114300">
                  <a:moveTo>
                    <a:pt x="3810" y="106679"/>
                  </a:moveTo>
                  <a:lnTo>
                    <a:pt x="0" y="106679"/>
                  </a:lnTo>
                  <a:lnTo>
                    <a:pt x="0" y="111760"/>
                  </a:lnTo>
                  <a:lnTo>
                    <a:pt x="3810" y="111760"/>
                  </a:lnTo>
                  <a:lnTo>
                    <a:pt x="3810" y="106679"/>
                  </a:lnTo>
                  <a:close/>
                </a:path>
                <a:path w="238760" h="114300">
                  <a:moveTo>
                    <a:pt x="3810" y="100329"/>
                  </a:moveTo>
                  <a:lnTo>
                    <a:pt x="0" y="100329"/>
                  </a:lnTo>
                  <a:lnTo>
                    <a:pt x="0" y="105410"/>
                  </a:lnTo>
                  <a:lnTo>
                    <a:pt x="3810" y="105410"/>
                  </a:lnTo>
                  <a:lnTo>
                    <a:pt x="3810" y="100329"/>
                  </a:lnTo>
                  <a:close/>
                </a:path>
                <a:path w="238760" h="114300">
                  <a:moveTo>
                    <a:pt x="3810" y="93979"/>
                  </a:moveTo>
                  <a:lnTo>
                    <a:pt x="0" y="93979"/>
                  </a:lnTo>
                  <a:lnTo>
                    <a:pt x="0" y="99060"/>
                  </a:lnTo>
                  <a:lnTo>
                    <a:pt x="3810" y="99060"/>
                  </a:lnTo>
                  <a:lnTo>
                    <a:pt x="3810" y="93979"/>
                  </a:lnTo>
                  <a:close/>
                </a:path>
                <a:path w="238760" h="114300">
                  <a:moveTo>
                    <a:pt x="3810" y="87629"/>
                  </a:moveTo>
                  <a:lnTo>
                    <a:pt x="0" y="87629"/>
                  </a:lnTo>
                  <a:lnTo>
                    <a:pt x="0" y="92710"/>
                  </a:lnTo>
                  <a:lnTo>
                    <a:pt x="3810" y="92710"/>
                  </a:lnTo>
                  <a:lnTo>
                    <a:pt x="3810" y="87629"/>
                  </a:lnTo>
                  <a:close/>
                </a:path>
                <a:path w="238760" h="114300">
                  <a:moveTo>
                    <a:pt x="3810" y="81279"/>
                  </a:moveTo>
                  <a:lnTo>
                    <a:pt x="0" y="81279"/>
                  </a:lnTo>
                  <a:lnTo>
                    <a:pt x="0" y="86360"/>
                  </a:lnTo>
                  <a:lnTo>
                    <a:pt x="3810" y="86360"/>
                  </a:lnTo>
                  <a:lnTo>
                    <a:pt x="3810" y="81279"/>
                  </a:lnTo>
                  <a:close/>
                </a:path>
                <a:path w="238760" h="114300">
                  <a:moveTo>
                    <a:pt x="3810" y="74929"/>
                  </a:moveTo>
                  <a:lnTo>
                    <a:pt x="0" y="74929"/>
                  </a:lnTo>
                  <a:lnTo>
                    <a:pt x="0" y="80010"/>
                  </a:lnTo>
                  <a:lnTo>
                    <a:pt x="3810" y="80010"/>
                  </a:lnTo>
                  <a:lnTo>
                    <a:pt x="3810" y="74929"/>
                  </a:lnTo>
                  <a:close/>
                </a:path>
                <a:path w="238760" h="114300">
                  <a:moveTo>
                    <a:pt x="3810" y="68579"/>
                  </a:moveTo>
                  <a:lnTo>
                    <a:pt x="0" y="68579"/>
                  </a:lnTo>
                  <a:lnTo>
                    <a:pt x="0" y="73660"/>
                  </a:lnTo>
                  <a:lnTo>
                    <a:pt x="3810" y="73660"/>
                  </a:lnTo>
                  <a:lnTo>
                    <a:pt x="3810" y="68579"/>
                  </a:lnTo>
                  <a:close/>
                </a:path>
                <a:path w="238760" h="114300">
                  <a:moveTo>
                    <a:pt x="3810" y="62229"/>
                  </a:moveTo>
                  <a:lnTo>
                    <a:pt x="0" y="62229"/>
                  </a:lnTo>
                  <a:lnTo>
                    <a:pt x="0" y="67310"/>
                  </a:lnTo>
                  <a:lnTo>
                    <a:pt x="3810" y="67310"/>
                  </a:lnTo>
                  <a:lnTo>
                    <a:pt x="3810" y="62229"/>
                  </a:lnTo>
                  <a:close/>
                </a:path>
                <a:path w="238760" h="114300">
                  <a:moveTo>
                    <a:pt x="3810" y="55879"/>
                  </a:moveTo>
                  <a:lnTo>
                    <a:pt x="0" y="55879"/>
                  </a:lnTo>
                  <a:lnTo>
                    <a:pt x="0" y="60960"/>
                  </a:lnTo>
                  <a:lnTo>
                    <a:pt x="3810" y="60960"/>
                  </a:lnTo>
                  <a:lnTo>
                    <a:pt x="3810" y="55879"/>
                  </a:lnTo>
                  <a:close/>
                </a:path>
                <a:path w="238760" h="114300">
                  <a:moveTo>
                    <a:pt x="3810" y="49529"/>
                  </a:moveTo>
                  <a:lnTo>
                    <a:pt x="0" y="49529"/>
                  </a:lnTo>
                  <a:lnTo>
                    <a:pt x="0" y="54610"/>
                  </a:lnTo>
                  <a:lnTo>
                    <a:pt x="3810" y="54610"/>
                  </a:lnTo>
                  <a:lnTo>
                    <a:pt x="3810" y="49529"/>
                  </a:lnTo>
                  <a:close/>
                </a:path>
                <a:path w="238760" h="114300">
                  <a:moveTo>
                    <a:pt x="3810" y="43179"/>
                  </a:moveTo>
                  <a:lnTo>
                    <a:pt x="0" y="43179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3179"/>
                  </a:lnTo>
                  <a:close/>
                </a:path>
                <a:path w="238760" h="114300">
                  <a:moveTo>
                    <a:pt x="3810" y="36829"/>
                  </a:moveTo>
                  <a:lnTo>
                    <a:pt x="0" y="36829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6829"/>
                  </a:lnTo>
                  <a:close/>
                </a:path>
                <a:path w="238760" h="114300">
                  <a:moveTo>
                    <a:pt x="3810" y="30479"/>
                  </a:moveTo>
                  <a:lnTo>
                    <a:pt x="0" y="30479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30479"/>
                  </a:lnTo>
                  <a:close/>
                </a:path>
                <a:path w="238760" h="114300">
                  <a:moveTo>
                    <a:pt x="3810" y="24129"/>
                  </a:moveTo>
                  <a:lnTo>
                    <a:pt x="0" y="24129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4129"/>
                  </a:lnTo>
                  <a:close/>
                </a:path>
                <a:path w="238760" h="114300">
                  <a:moveTo>
                    <a:pt x="3810" y="17779"/>
                  </a:moveTo>
                  <a:lnTo>
                    <a:pt x="0" y="17779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7779"/>
                  </a:lnTo>
                  <a:close/>
                </a:path>
                <a:path w="238760" h="114300">
                  <a:moveTo>
                    <a:pt x="3810" y="11429"/>
                  </a:moveTo>
                  <a:lnTo>
                    <a:pt x="0" y="11429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1429"/>
                  </a:lnTo>
                  <a:close/>
                </a:path>
                <a:path w="238760" h="114300">
                  <a:moveTo>
                    <a:pt x="1269" y="3810"/>
                  </a:moveTo>
                  <a:lnTo>
                    <a:pt x="0" y="381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5079"/>
                  </a:lnTo>
                  <a:lnTo>
                    <a:pt x="1269" y="5079"/>
                  </a:lnTo>
                  <a:lnTo>
                    <a:pt x="1269" y="3810"/>
                  </a:lnTo>
                  <a:close/>
                </a:path>
                <a:path w="238760" h="114300">
                  <a:moveTo>
                    <a:pt x="3810" y="0"/>
                  </a:moveTo>
                  <a:lnTo>
                    <a:pt x="2539" y="0"/>
                  </a:lnTo>
                  <a:lnTo>
                    <a:pt x="2539" y="2539"/>
                  </a:lnTo>
                  <a:lnTo>
                    <a:pt x="1269" y="2539"/>
                  </a:lnTo>
                  <a:lnTo>
                    <a:pt x="1269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E4DC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6" name="object 3436"/>
            <p:cNvSpPr/>
            <p:nvPr/>
          </p:nvSpPr>
          <p:spPr>
            <a:xfrm>
              <a:off x="5970269" y="2702560"/>
              <a:ext cx="237490" cy="111760"/>
            </a:xfrm>
            <a:custGeom>
              <a:avLst/>
              <a:gdLst/>
              <a:ahLst/>
              <a:cxnLst/>
              <a:rect l="l" t="t" r="r" b="b"/>
              <a:pathLst>
                <a:path w="237489" h="111760">
                  <a:moveTo>
                    <a:pt x="237489" y="109220"/>
                  </a:moveTo>
                  <a:lnTo>
                    <a:pt x="0" y="109220"/>
                  </a:lnTo>
                  <a:lnTo>
                    <a:pt x="0" y="111760"/>
                  </a:lnTo>
                  <a:lnTo>
                    <a:pt x="234949" y="111760"/>
                  </a:lnTo>
                  <a:lnTo>
                    <a:pt x="234949" y="110489"/>
                  </a:lnTo>
                  <a:lnTo>
                    <a:pt x="237489" y="110489"/>
                  </a:lnTo>
                  <a:lnTo>
                    <a:pt x="237489" y="109220"/>
                  </a:lnTo>
                  <a:close/>
                </a:path>
                <a:path w="237489" h="111760">
                  <a:moveTo>
                    <a:pt x="3809" y="106680"/>
                  </a:moveTo>
                  <a:lnTo>
                    <a:pt x="0" y="106680"/>
                  </a:lnTo>
                  <a:lnTo>
                    <a:pt x="0" y="107950"/>
                  </a:lnTo>
                  <a:lnTo>
                    <a:pt x="3809" y="107950"/>
                  </a:lnTo>
                  <a:lnTo>
                    <a:pt x="3809" y="106680"/>
                  </a:lnTo>
                  <a:close/>
                </a:path>
                <a:path w="237489" h="111760">
                  <a:moveTo>
                    <a:pt x="3809" y="102870"/>
                  </a:moveTo>
                  <a:lnTo>
                    <a:pt x="0" y="102870"/>
                  </a:lnTo>
                  <a:lnTo>
                    <a:pt x="0" y="105410"/>
                  </a:lnTo>
                  <a:lnTo>
                    <a:pt x="3809" y="105410"/>
                  </a:lnTo>
                  <a:lnTo>
                    <a:pt x="3809" y="102870"/>
                  </a:lnTo>
                  <a:close/>
                </a:path>
                <a:path w="237489" h="111760">
                  <a:moveTo>
                    <a:pt x="3809" y="100330"/>
                  </a:moveTo>
                  <a:lnTo>
                    <a:pt x="0" y="100330"/>
                  </a:lnTo>
                  <a:lnTo>
                    <a:pt x="0" y="101600"/>
                  </a:lnTo>
                  <a:lnTo>
                    <a:pt x="3809" y="101600"/>
                  </a:lnTo>
                  <a:lnTo>
                    <a:pt x="3809" y="100330"/>
                  </a:lnTo>
                  <a:close/>
                </a:path>
                <a:path w="237489" h="111760">
                  <a:moveTo>
                    <a:pt x="3809" y="96520"/>
                  </a:moveTo>
                  <a:lnTo>
                    <a:pt x="0" y="96520"/>
                  </a:lnTo>
                  <a:lnTo>
                    <a:pt x="0" y="99060"/>
                  </a:lnTo>
                  <a:lnTo>
                    <a:pt x="3809" y="99060"/>
                  </a:lnTo>
                  <a:lnTo>
                    <a:pt x="3809" y="96520"/>
                  </a:lnTo>
                  <a:close/>
                </a:path>
                <a:path w="237489" h="111760">
                  <a:moveTo>
                    <a:pt x="3809" y="93980"/>
                  </a:moveTo>
                  <a:lnTo>
                    <a:pt x="0" y="93980"/>
                  </a:lnTo>
                  <a:lnTo>
                    <a:pt x="0" y="95250"/>
                  </a:lnTo>
                  <a:lnTo>
                    <a:pt x="3809" y="95250"/>
                  </a:lnTo>
                  <a:lnTo>
                    <a:pt x="3809" y="93980"/>
                  </a:lnTo>
                  <a:close/>
                </a:path>
                <a:path w="237489" h="111760">
                  <a:moveTo>
                    <a:pt x="3809" y="90170"/>
                  </a:moveTo>
                  <a:lnTo>
                    <a:pt x="0" y="90170"/>
                  </a:lnTo>
                  <a:lnTo>
                    <a:pt x="0" y="92710"/>
                  </a:lnTo>
                  <a:lnTo>
                    <a:pt x="3809" y="92710"/>
                  </a:lnTo>
                  <a:lnTo>
                    <a:pt x="3809" y="90170"/>
                  </a:lnTo>
                  <a:close/>
                </a:path>
                <a:path w="237489" h="111760">
                  <a:moveTo>
                    <a:pt x="3809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3809" y="88900"/>
                  </a:lnTo>
                  <a:lnTo>
                    <a:pt x="3809" y="87630"/>
                  </a:lnTo>
                  <a:close/>
                </a:path>
                <a:path w="237489" h="111760">
                  <a:moveTo>
                    <a:pt x="3809" y="83820"/>
                  </a:moveTo>
                  <a:lnTo>
                    <a:pt x="0" y="83820"/>
                  </a:lnTo>
                  <a:lnTo>
                    <a:pt x="0" y="86360"/>
                  </a:lnTo>
                  <a:lnTo>
                    <a:pt x="3809" y="86360"/>
                  </a:lnTo>
                  <a:lnTo>
                    <a:pt x="3809" y="83820"/>
                  </a:lnTo>
                  <a:close/>
                </a:path>
                <a:path w="237489" h="111760">
                  <a:moveTo>
                    <a:pt x="3809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3809" y="82550"/>
                  </a:lnTo>
                  <a:lnTo>
                    <a:pt x="3809" y="81280"/>
                  </a:lnTo>
                  <a:close/>
                </a:path>
                <a:path w="237489" h="111760">
                  <a:moveTo>
                    <a:pt x="3809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3809" y="80010"/>
                  </a:lnTo>
                  <a:lnTo>
                    <a:pt x="3809" y="77470"/>
                  </a:lnTo>
                  <a:close/>
                </a:path>
                <a:path w="237489" h="111760">
                  <a:moveTo>
                    <a:pt x="3809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3809" y="76200"/>
                  </a:lnTo>
                  <a:lnTo>
                    <a:pt x="3809" y="74930"/>
                  </a:lnTo>
                  <a:close/>
                </a:path>
                <a:path w="237489" h="111760">
                  <a:moveTo>
                    <a:pt x="3809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3809" y="73660"/>
                  </a:lnTo>
                  <a:lnTo>
                    <a:pt x="3809" y="71120"/>
                  </a:lnTo>
                  <a:close/>
                </a:path>
                <a:path w="237489" h="111760">
                  <a:moveTo>
                    <a:pt x="3809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3809" y="69850"/>
                  </a:lnTo>
                  <a:lnTo>
                    <a:pt x="3809" y="68580"/>
                  </a:lnTo>
                  <a:close/>
                </a:path>
                <a:path w="237489" h="111760">
                  <a:moveTo>
                    <a:pt x="3809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3809" y="67310"/>
                  </a:lnTo>
                  <a:lnTo>
                    <a:pt x="3809" y="64770"/>
                  </a:lnTo>
                  <a:close/>
                </a:path>
                <a:path w="237489" h="111760">
                  <a:moveTo>
                    <a:pt x="380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09" y="63500"/>
                  </a:lnTo>
                  <a:lnTo>
                    <a:pt x="3809" y="62230"/>
                  </a:lnTo>
                  <a:close/>
                </a:path>
                <a:path w="237489" h="111760">
                  <a:moveTo>
                    <a:pt x="3809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3809" y="60960"/>
                  </a:lnTo>
                  <a:lnTo>
                    <a:pt x="3809" y="58420"/>
                  </a:lnTo>
                  <a:close/>
                </a:path>
                <a:path w="237489" h="111760">
                  <a:moveTo>
                    <a:pt x="3809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3809" y="57150"/>
                  </a:lnTo>
                  <a:lnTo>
                    <a:pt x="3809" y="55880"/>
                  </a:lnTo>
                  <a:close/>
                </a:path>
                <a:path w="237489" h="111760">
                  <a:moveTo>
                    <a:pt x="3809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3809" y="54610"/>
                  </a:lnTo>
                  <a:lnTo>
                    <a:pt x="3809" y="52070"/>
                  </a:lnTo>
                  <a:close/>
                </a:path>
                <a:path w="237489" h="111760">
                  <a:moveTo>
                    <a:pt x="3809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49530"/>
                  </a:lnTo>
                  <a:close/>
                </a:path>
                <a:path w="237489" h="111760">
                  <a:moveTo>
                    <a:pt x="3809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3809" y="48260"/>
                  </a:lnTo>
                  <a:lnTo>
                    <a:pt x="3809" y="45720"/>
                  </a:lnTo>
                  <a:close/>
                </a:path>
                <a:path w="237489" h="111760">
                  <a:moveTo>
                    <a:pt x="3809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3809" y="44450"/>
                  </a:lnTo>
                  <a:lnTo>
                    <a:pt x="3809" y="43180"/>
                  </a:lnTo>
                  <a:close/>
                </a:path>
                <a:path w="237489" h="111760">
                  <a:moveTo>
                    <a:pt x="3809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39370"/>
                  </a:lnTo>
                  <a:close/>
                </a:path>
                <a:path w="237489" h="111760">
                  <a:moveTo>
                    <a:pt x="3809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3809" y="38100"/>
                  </a:lnTo>
                  <a:lnTo>
                    <a:pt x="3809" y="36830"/>
                  </a:lnTo>
                  <a:close/>
                </a:path>
                <a:path w="237489" h="111760">
                  <a:moveTo>
                    <a:pt x="3809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33020"/>
                  </a:lnTo>
                  <a:close/>
                </a:path>
                <a:path w="237489" h="111760">
                  <a:moveTo>
                    <a:pt x="3809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3809" y="31750"/>
                  </a:lnTo>
                  <a:lnTo>
                    <a:pt x="3809" y="30480"/>
                  </a:lnTo>
                  <a:close/>
                </a:path>
                <a:path w="237489" h="111760">
                  <a:moveTo>
                    <a:pt x="3809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3809" y="29210"/>
                  </a:lnTo>
                  <a:lnTo>
                    <a:pt x="3809" y="26670"/>
                  </a:lnTo>
                  <a:close/>
                </a:path>
                <a:path w="237489" h="111760">
                  <a:moveTo>
                    <a:pt x="3809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3809" y="25400"/>
                  </a:lnTo>
                  <a:lnTo>
                    <a:pt x="3809" y="24130"/>
                  </a:lnTo>
                  <a:close/>
                </a:path>
                <a:path w="237489" h="111760">
                  <a:moveTo>
                    <a:pt x="3809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20320"/>
                  </a:lnTo>
                  <a:close/>
                </a:path>
                <a:path w="237489" h="111760">
                  <a:moveTo>
                    <a:pt x="3809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3809" y="19050"/>
                  </a:lnTo>
                  <a:lnTo>
                    <a:pt x="3809" y="17780"/>
                  </a:lnTo>
                  <a:close/>
                </a:path>
                <a:path w="237489" h="111760">
                  <a:moveTo>
                    <a:pt x="3809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3970"/>
                  </a:lnTo>
                  <a:close/>
                </a:path>
                <a:path w="237489" h="111760">
                  <a:moveTo>
                    <a:pt x="3809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3809" y="12700"/>
                  </a:lnTo>
                  <a:lnTo>
                    <a:pt x="3809" y="11430"/>
                  </a:lnTo>
                  <a:close/>
                </a:path>
                <a:path w="237489" h="111760">
                  <a:moveTo>
                    <a:pt x="3809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7620"/>
                  </a:lnTo>
                  <a:close/>
                </a:path>
                <a:path w="237489" h="111760">
                  <a:moveTo>
                    <a:pt x="3809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5080"/>
                  </a:lnTo>
                  <a:close/>
                </a:path>
                <a:path w="237489" h="111760">
                  <a:moveTo>
                    <a:pt x="3809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E3DB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7" name="object 3437"/>
            <p:cNvSpPr/>
            <p:nvPr/>
          </p:nvSpPr>
          <p:spPr>
            <a:xfrm>
              <a:off x="5974080" y="2701290"/>
              <a:ext cx="241300" cy="110489"/>
            </a:xfrm>
            <a:custGeom>
              <a:avLst/>
              <a:gdLst/>
              <a:ahLst/>
              <a:cxnLst/>
              <a:rect l="l" t="t" r="r" b="b"/>
              <a:pathLst>
                <a:path w="241300" h="110489">
                  <a:moveTo>
                    <a:pt x="237490" y="109219"/>
                  </a:moveTo>
                  <a:lnTo>
                    <a:pt x="0" y="109219"/>
                  </a:lnTo>
                  <a:lnTo>
                    <a:pt x="0" y="110489"/>
                  </a:lnTo>
                  <a:lnTo>
                    <a:pt x="237490" y="110489"/>
                  </a:lnTo>
                  <a:lnTo>
                    <a:pt x="237490" y="109219"/>
                  </a:lnTo>
                  <a:close/>
                </a:path>
                <a:path w="241300" h="110489">
                  <a:moveTo>
                    <a:pt x="241300" y="107950"/>
                  </a:moveTo>
                  <a:lnTo>
                    <a:pt x="240030" y="107950"/>
                  </a:lnTo>
                  <a:lnTo>
                    <a:pt x="240030" y="109219"/>
                  </a:lnTo>
                  <a:lnTo>
                    <a:pt x="241300" y="109219"/>
                  </a:lnTo>
                  <a:lnTo>
                    <a:pt x="241300" y="107950"/>
                  </a:lnTo>
                  <a:close/>
                </a:path>
                <a:path w="241300" h="110489">
                  <a:moveTo>
                    <a:pt x="2540" y="102869"/>
                  </a:moveTo>
                  <a:lnTo>
                    <a:pt x="0" y="102869"/>
                  </a:lnTo>
                  <a:lnTo>
                    <a:pt x="0" y="107950"/>
                  </a:lnTo>
                  <a:lnTo>
                    <a:pt x="2540" y="107950"/>
                  </a:lnTo>
                  <a:lnTo>
                    <a:pt x="2540" y="102869"/>
                  </a:lnTo>
                  <a:close/>
                </a:path>
                <a:path w="241300" h="110489">
                  <a:moveTo>
                    <a:pt x="2540" y="96519"/>
                  </a:moveTo>
                  <a:lnTo>
                    <a:pt x="0" y="96519"/>
                  </a:lnTo>
                  <a:lnTo>
                    <a:pt x="0" y="101600"/>
                  </a:lnTo>
                  <a:lnTo>
                    <a:pt x="2540" y="101600"/>
                  </a:lnTo>
                  <a:lnTo>
                    <a:pt x="2540" y="96519"/>
                  </a:lnTo>
                  <a:close/>
                </a:path>
                <a:path w="241300" h="110489">
                  <a:moveTo>
                    <a:pt x="2540" y="90169"/>
                  </a:moveTo>
                  <a:lnTo>
                    <a:pt x="0" y="90169"/>
                  </a:lnTo>
                  <a:lnTo>
                    <a:pt x="0" y="95250"/>
                  </a:lnTo>
                  <a:lnTo>
                    <a:pt x="2540" y="95250"/>
                  </a:lnTo>
                  <a:lnTo>
                    <a:pt x="2540" y="90169"/>
                  </a:lnTo>
                  <a:close/>
                </a:path>
                <a:path w="241300" h="110489">
                  <a:moveTo>
                    <a:pt x="2540" y="83819"/>
                  </a:moveTo>
                  <a:lnTo>
                    <a:pt x="0" y="83819"/>
                  </a:lnTo>
                  <a:lnTo>
                    <a:pt x="0" y="88900"/>
                  </a:lnTo>
                  <a:lnTo>
                    <a:pt x="2540" y="88900"/>
                  </a:lnTo>
                  <a:lnTo>
                    <a:pt x="2540" y="83819"/>
                  </a:lnTo>
                  <a:close/>
                </a:path>
                <a:path w="241300" h="110489">
                  <a:moveTo>
                    <a:pt x="2540" y="77469"/>
                  </a:moveTo>
                  <a:lnTo>
                    <a:pt x="0" y="77469"/>
                  </a:lnTo>
                  <a:lnTo>
                    <a:pt x="0" y="82550"/>
                  </a:lnTo>
                  <a:lnTo>
                    <a:pt x="2540" y="82550"/>
                  </a:lnTo>
                  <a:lnTo>
                    <a:pt x="2540" y="77469"/>
                  </a:lnTo>
                  <a:close/>
                </a:path>
                <a:path w="241300" h="110489">
                  <a:moveTo>
                    <a:pt x="2540" y="71119"/>
                  </a:moveTo>
                  <a:lnTo>
                    <a:pt x="0" y="71119"/>
                  </a:lnTo>
                  <a:lnTo>
                    <a:pt x="0" y="76200"/>
                  </a:lnTo>
                  <a:lnTo>
                    <a:pt x="2540" y="76200"/>
                  </a:lnTo>
                  <a:lnTo>
                    <a:pt x="2540" y="71119"/>
                  </a:lnTo>
                  <a:close/>
                </a:path>
                <a:path w="241300" h="110489">
                  <a:moveTo>
                    <a:pt x="2540" y="64769"/>
                  </a:moveTo>
                  <a:lnTo>
                    <a:pt x="0" y="64769"/>
                  </a:lnTo>
                  <a:lnTo>
                    <a:pt x="0" y="69850"/>
                  </a:lnTo>
                  <a:lnTo>
                    <a:pt x="2540" y="69850"/>
                  </a:lnTo>
                  <a:lnTo>
                    <a:pt x="2540" y="64769"/>
                  </a:lnTo>
                  <a:close/>
                </a:path>
                <a:path w="241300" h="110489">
                  <a:moveTo>
                    <a:pt x="2540" y="58419"/>
                  </a:moveTo>
                  <a:lnTo>
                    <a:pt x="0" y="58419"/>
                  </a:lnTo>
                  <a:lnTo>
                    <a:pt x="0" y="63500"/>
                  </a:lnTo>
                  <a:lnTo>
                    <a:pt x="2540" y="63500"/>
                  </a:lnTo>
                  <a:lnTo>
                    <a:pt x="2540" y="58419"/>
                  </a:lnTo>
                  <a:close/>
                </a:path>
                <a:path w="241300" h="110489">
                  <a:moveTo>
                    <a:pt x="2540" y="52069"/>
                  </a:moveTo>
                  <a:lnTo>
                    <a:pt x="0" y="52069"/>
                  </a:lnTo>
                  <a:lnTo>
                    <a:pt x="0" y="57150"/>
                  </a:lnTo>
                  <a:lnTo>
                    <a:pt x="2540" y="57150"/>
                  </a:lnTo>
                  <a:lnTo>
                    <a:pt x="2540" y="52069"/>
                  </a:lnTo>
                  <a:close/>
                </a:path>
                <a:path w="241300" h="110489">
                  <a:moveTo>
                    <a:pt x="2540" y="45719"/>
                  </a:moveTo>
                  <a:lnTo>
                    <a:pt x="0" y="45719"/>
                  </a:lnTo>
                  <a:lnTo>
                    <a:pt x="0" y="50800"/>
                  </a:lnTo>
                  <a:lnTo>
                    <a:pt x="2540" y="50800"/>
                  </a:lnTo>
                  <a:lnTo>
                    <a:pt x="2540" y="45719"/>
                  </a:lnTo>
                  <a:close/>
                </a:path>
                <a:path w="241300" h="110489">
                  <a:moveTo>
                    <a:pt x="2540" y="39369"/>
                  </a:moveTo>
                  <a:lnTo>
                    <a:pt x="0" y="39369"/>
                  </a:lnTo>
                  <a:lnTo>
                    <a:pt x="0" y="44450"/>
                  </a:lnTo>
                  <a:lnTo>
                    <a:pt x="2540" y="44450"/>
                  </a:lnTo>
                  <a:lnTo>
                    <a:pt x="2540" y="39369"/>
                  </a:lnTo>
                  <a:close/>
                </a:path>
                <a:path w="241300" h="110489">
                  <a:moveTo>
                    <a:pt x="2540" y="33019"/>
                  </a:moveTo>
                  <a:lnTo>
                    <a:pt x="0" y="33019"/>
                  </a:lnTo>
                  <a:lnTo>
                    <a:pt x="0" y="38100"/>
                  </a:lnTo>
                  <a:lnTo>
                    <a:pt x="2540" y="38100"/>
                  </a:lnTo>
                  <a:lnTo>
                    <a:pt x="2540" y="33019"/>
                  </a:lnTo>
                  <a:close/>
                </a:path>
                <a:path w="241300" h="110489">
                  <a:moveTo>
                    <a:pt x="2540" y="26669"/>
                  </a:moveTo>
                  <a:lnTo>
                    <a:pt x="0" y="26669"/>
                  </a:lnTo>
                  <a:lnTo>
                    <a:pt x="0" y="31750"/>
                  </a:lnTo>
                  <a:lnTo>
                    <a:pt x="2540" y="31750"/>
                  </a:lnTo>
                  <a:lnTo>
                    <a:pt x="2540" y="26669"/>
                  </a:lnTo>
                  <a:close/>
                </a:path>
                <a:path w="241300" h="110489">
                  <a:moveTo>
                    <a:pt x="2540" y="20319"/>
                  </a:moveTo>
                  <a:lnTo>
                    <a:pt x="0" y="20319"/>
                  </a:lnTo>
                  <a:lnTo>
                    <a:pt x="0" y="25400"/>
                  </a:lnTo>
                  <a:lnTo>
                    <a:pt x="2540" y="25400"/>
                  </a:lnTo>
                  <a:lnTo>
                    <a:pt x="2540" y="20319"/>
                  </a:lnTo>
                  <a:close/>
                </a:path>
                <a:path w="241300" h="110489">
                  <a:moveTo>
                    <a:pt x="2540" y="13969"/>
                  </a:moveTo>
                  <a:lnTo>
                    <a:pt x="0" y="13969"/>
                  </a:lnTo>
                  <a:lnTo>
                    <a:pt x="0" y="19050"/>
                  </a:lnTo>
                  <a:lnTo>
                    <a:pt x="2540" y="19050"/>
                  </a:lnTo>
                  <a:lnTo>
                    <a:pt x="2540" y="13969"/>
                  </a:lnTo>
                  <a:close/>
                </a:path>
                <a:path w="241300" h="110489">
                  <a:moveTo>
                    <a:pt x="2540" y="7619"/>
                  </a:moveTo>
                  <a:lnTo>
                    <a:pt x="0" y="7619"/>
                  </a:lnTo>
                  <a:lnTo>
                    <a:pt x="0" y="12700"/>
                  </a:lnTo>
                  <a:lnTo>
                    <a:pt x="2540" y="12700"/>
                  </a:lnTo>
                  <a:lnTo>
                    <a:pt x="2540" y="7619"/>
                  </a:lnTo>
                  <a:close/>
                </a:path>
                <a:path w="241300" h="110489">
                  <a:moveTo>
                    <a:pt x="2540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0" y="1269"/>
                  </a:lnTo>
                  <a:lnTo>
                    <a:pt x="0" y="6350"/>
                  </a:lnTo>
                  <a:lnTo>
                    <a:pt x="2540" y="635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E2D9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8" name="object 3438"/>
            <p:cNvSpPr/>
            <p:nvPr/>
          </p:nvSpPr>
          <p:spPr>
            <a:xfrm>
              <a:off x="5976619" y="2698750"/>
              <a:ext cx="246379" cy="109220"/>
            </a:xfrm>
            <a:custGeom>
              <a:avLst/>
              <a:gdLst/>
              <a:ahLst/>
              <a:cxnLst/>
              <a:rect l="l" t="t" r="r" b="b"/>
              <a:pathLst>
                <a:path w="246379" h="109219">
                  <a:moveTo>
                    <a:pt x="242569" y="106680"/>
                  </a:moveTo>
                  <a:lnTo>
                    <a:pt x="0" y="106680"/>
                  </a:lnTo>
                  <a:lnTo>
                    <a:pt x="0" y="109220"/>
                  </a:lnTo>
                  <a:lnTo>
                    <a:pt x="238760" y="109220"/>
                  </a:lnTo>
                  <a:lnTo>
                    <a:pt x="238760" y="107950"/>
                  </a:lnTo>
                  <a:lnTo>
                    <a:pt x="242569" y="107950"/>
                  </a:lnTo>
                  <a:lnTo>
                    <a:pt x="242569" y="106680"/>
                  </a:lnTo>
                  <a:close/>
                </a:path>
                <a:path w="246379" h="109219">
                  <a:moveTo>
                    <a:pt x="246379" y="105410"/>
                  </a:moveTo>
                  <a:lnTo>
                    <a:pt x="245109" y="105410"/>
                  </a:lnTo>
                  <a:lnTo>
                    <a:pt x="245109" y="106680"/>
                  </a:lnTo>
                  <a:lnTo>
                    <a:pt x="246379" y="106680"/>
                  </a:lnTo>
                  <a:lnTo>
                    <a:pt x="246379" y="105410"/>
                  </a:lnTo>
                  <a:close/>
                </a:path>
                <a:path w="246379" h="109219">
                  <a:moveTo>
                    <a:pt x="3809" y="104140"/>
                  </a:moveTo>
                  <a:lnTo>
                    <a:pt x="0" y="104140"/>
                  </a:lnTo>
                  <a:lnTo>
                    <a:pt x="0" y="105410"/>
                  </a:lnTo>
                  <a:lnTo>
                    <a:pt x="3809" y="105410"/>
                  </a:lnTo>
                  <a:lnTo>
                    <a:pt x="3809" y="104140"/>
                  </a:lnTo>
                  <a:close/>
                </a:path>
                <a:path w="246379" h="109219">
                  <a:moveTo>
                    <a:pt x="3809" y="100330"/>
                  </a:moveTo>
                  <a:lnTo>
                    <a:pt x="0" y="100330"/>
                  </a:lnTo>
                  <a:lnTo>
                    <a:pt x="0" y="102870"/>
                  </a:lnTo>
                  <a:lnTo>
                    <a:pt x="3809" y="102870"/>
                  </a:lnTo>
                  <a:lnTo>
                    <a:pt x="3809" y="100330"/>
                  </a:lnTo>
                  <a:close/>
                </a:path>
                <a:path w="246379" h="109219">
                  <a:moveTo>
                    <a:pt x="3809" y="97790"/>
                  </a:moveTo>
                  <a:lnTo>
                    <a:pt x="0" y="97790"/>
                  </a:lnTo>
                  <a:lnTo>
                    <a:pt x="0" y="99060"/>
                  </a:lnTo>
                  <a:lnTo>
                    <a:pt x="3809" y="99060"/>
                  </a:lnTo>
                  <a:lnTo>
                    <a:pt x="3809" y="97790"/>
                  </a:lnTo>
                  <a:close/>
                </a:path>
                <a:path w="246379" h="109219">
                  <a:moveTo>
                    <a:pt x="3809" y="93980"/>
                  </a:moveTo>
                  <a:lnTo>
                    <a:pt x="0" y="93980"/>
                  </a:lnTo>
                  <a:lnTo>
                    <a:pt x="0" y="96520"/>
                  </a:lnTo>
                  <a:lnTo>
                    <a:pt x="3809" y="96520"/>
                  </a:lnTo>
                  <a:lnTo>
                    <a:pt x="3809" y="93980"/>
                  </a:lnTo>
                  <a:close/>
                </a:path>
                <a:path w="246379" h="109219">
                  <a:moveTo>
                    <a:pt x="3809" y="91440"/>
                  </a:moveTo>
                  <a:lnTo>
                    <a:pt x="0" y="91440"/>
                  </a:lnTo>
                  <a:lnTo>
                    <a:pt x="0" y="92710"/>
                  </a:lnTo>
                  <a:lnTo>
                    <a:pt x="3809" y="92710"/>
                  </a:lnTo>
                  <a:lnTo>
                    <a:pt x="3809" y="91440"/>
                  </a:lnTo>
                  <a:close/>
                </a:path>
                <a:path w="246379" h="109219">
                  <a:moveTo>
                    <a:pt x="3809" y="87630"/>
                  </a:moveTo>
                  <a:lnTo>
                    <a:pt x="0" y="87630"/>
                  </a:lnTo>
                  <a:lnTo>
                    <a:pt x="0" y="90170"/>
                  </a:lnTo>
                  <a:lnTo>
                    <a:pt x="3809" y="90170"/>
                  </a:lnTo>
                  <a:lnTo>
                    <a:pt x="3809" y="87630"/>
                  </a:lnTo>
                  <a:close/>
                </a:path>
                <a:path w="246379" h="109219">
                  <a:moveTo>
                    <a:pt x="3809" y="85090"/>
                  </a:moveTo>
                  <a:lnTo>
                    <a:pt x="0" y="85090"/>
                  </a:lnTo>
                  <a:lnTo>
                    <a:pt x="0" y="86360"/>
                  </a:lnTo>
                  <a:lnTo>
                    <a:pt x="3809" y="86360"/>
                  </a:lnTo>
                  <a:lnTo>
                    <a:pt x="3809" y="85090"/>
                  </a:lnTo>
                  <a:close/>
                </a:path>
                <a:path w="246379" h="109219">
                  <a:moveTo>
                    <a:pt x="3809" y="81280"/>
                  </a:moveTo>
                  <a:lnTo>
                    <a:pt x="0" y="81280"/>
                  </a:lnTo>
                  <a:lnTo>
                    <a:pt x="0" y="83820"/>
                  </a:lnTo>
                  <a:lnTo>
                    <a:pt x="3809" y="83820"/>
                  </a:lnTo>
                  <a:lnTo>
                    <a:pt x="3809" y="81280"/>
                  </a:lnTo>
                  <a:close/>
                </a:path>
                <a:path w="246379" h="109219">
                  <a:moveTo>
                    <a:pt x="3809" y="78740"/>
                  </a:moveTo>
                  <a:lnTo>
                    <a:pt x="0" y="78740"/>
                  </a:lnTo>
                  <a:lnTo>
                    <a:pt x="0" y="80010"/>
                  </a:lnTo>
                  <a:lnTo>
                    <a:pt x="3809" y="80010"/>
                  </a:lnTo>
                  <a:lnTo>
                    <a:pt x="3809" y="78740"/>
                  </a:lnTo>
                  <a:close/>
                </a:path>
                <a:path w="246379" h="109219">
                  <a:moveTo>
                    <a:pt x="3809" y="74930"/>
                  </a:moveTo>
                  <a:lnTo>
                    <a:pt x="0" y="74930"/>
                  </a:lnTo>
                  <a:lnTo>
                    <a:pt x="0" y="77470"/>
                  </a:lnTo>
                  <a:lnTo>
                    <a:pt x="3809" y="77470"/>
                  </a:lnTo>
                  <a:lnTo>
                    <a:pt x="3809" y="74930"/>
                  </a:lnTo>
                  <a:close/>
                </a:path>
                <a:path w="246379" h="109219">
                  <a:moveTo>
                    <a:pt x="3809" y="72390"/>
                  </a:moveTo>
                  <a:lnTo>
                    <a:pt x="0" y="72390"/>
                  </a:lnTo>
                  <a:lnTo>
                    <a:pt x="0" y="73660"/>
                  </a:lnTo>
                  <a:lnTo>
                    <a:pt x="3809" y="73660"/>
                  </a:lnTo>
                  <a:lnTo>
                    <a:pt x="3809" y="72390"/>
                  </a:lnTo>
                  <a:close/>
                </a:path>
                <a:path w="246379" h="109219">
                  <a:moveTo>
                    <a:pt x="3809" y="68580"/>
                  </a:moveTo>
                  <a:lnTo>
                    <a:pt x="0" y="68580"/>
                  </a:lnTo>
                  <a:lnTo>
                    <a:pt x="0" y="71120"/>
                  </a:lnTo>
                  <a:lnTo>
                    <a:pt x="3809" y="71120"/>
                  </a:lnTo>
                  <a:lnTo>
                    <a:pt x="3809" y="68580"/>
                  </a:lnTo>
                  <a:close/>
                </a:path>
                <a:path w="246379" h="109219">
                  <a:moveTo>
                    <a:pt x="3809" y="66040"/>
                  </a:moveTo>
                  <a:lnTo>
                    <a:pt x="0" y="66040"/>
                  </a:lnTo>
                  <a:lnTo>
                    <a:pt x="0" y="67310"/>
                  </a:lnTo>
                  <a:lnTo>
                    <a:pt x="3809" y="67310"/>
                  </a:lnTo>
                  <a:lnTo>
                    <a:pt x="3809" y="66040"/>
                  </a:lnTo>
                  <a:close/>
                </a:path>
                <a:path w="246379" h="109219">
                  <a:moveTo>
                    <a:pt x="3809" y="62230"/>
                  </a:moveTo>
                  <a:lnTo>
                    <a:pt x="0" y="62230"/>
                  </a:lnTo>
                  <a:lnTo>
                    <a:pt x="0" y="64770"/>
                  </a:lnTo>
                  <a:lnTo>
                    <a:pt x="3809" y="64770"/>
                  </a:lnTo>
                  <a:lnTo>
                    <a:pt x="3809" y="62230"/>
                  </a:lnTo>
                  <a:close/>
                </a:path>
                <a:path w="246379" h="109219">
                  <a:moveTo>
                    <a:pt x="3809" y="59690"/>
                  </a:moveTo>
                  <a:lnTo>
                    <a:pt x="0" y="59690"/>
                  </a:lnTo>
                  <a:lnTo>
                    <a:pt x="0" y="60960"/>
                  </a:lnTo>
                  <a:lnTo>
                    <a:pt x="3809" y="60960"/>
                  </a:lnTo>
                  <a:lnTo>
                    <a:pt x="3809" y="59690"/>
                  </a:lnTo>
                  <a:close/>
                </a:path>
                <a:path w="246379" h="109219">
                  <a:moveTo>
                    <a:pt x="3809" y="55880"/>
                  </a:moveTo>
                  <a:lnTo>
                    <a:pt x="0" y="55880"/>
                  </a:lnTo>
                  <a:lnTo>
                    <a:pt x="0" y="58420"/>
                  </a:lnTo>
                  <a:lnTo>
                    <a:pt x="3809" y="58420"/>
                  </a:lnTo>
                  <a:lnTo>
                    <a:pt x="3809" y="55880"/>
                  </a:lnTo>
                  <a:close/>
                </a:path>
                <a:path w="246379" h="109219">
                  <a:moveTo>
                    <a:pt x="3809" y="53340"/>
                  </a:moveTo>
                  <a:lnTo>
                    <a:pt x="0" y="53340"/>
                  </a:lnTo>
                  <a:lnTo>
                    <a:pt x="0" y="54610"/>
                  </a:lnTo>
                  <a:lnTo>
                    <a:pt x="3809" y="54610"/>
                  </a:lnTo>
                  <a:lnTo>
                    <a:pt x="3809" y="53340"/>
                  </a:lnTo>
                  <a:close/>
                </a:path>
                <a:path w="246379" h="109219">
                  <a:moveTo>
                    <a:pt x="3809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3809" y="52070"/>
                  </a:lnTo>
                  <a:lnTo>
                    <a:pt x="3809" y="49530"/>
                  </a:lnTo>
                  <a:close/>
                </a:path>
                <a:path w="246379" h="109219">
                  <a:moveTo>
                    <a:pt x="3809" y="46990"/>
                  </a:moveTo>
                  <a:lnTo>
                    <a:pt x="0" y="46990"/>
                  </a:lnTo>
                  <a:lnTo>
                    <a:pt x="0" y="48260"/>
                  </a:lnTo>
                  <a:lnTo>
                    <a:pt x="3809" y="48260"/>
                  </a:lnTo>
                  <a:lnTo>
                    <a:pt x="3809" y="46990"/>
                  </a:lnTo>
                  <a:close/>
                </a:path>
                <a:path w="246379" h="109219">
                  <a:moveTo>
                    <a:pt x="3809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3809" y="45720"/>
                  </a:lnTo>
                  <a:lnTo>
                    <a:pt x="3809" y="43180"/>
                  </a:lnTo>
                  <a:close/>
                </a:path>
                <a:path w="246379" h="109219">
                  <a:moveTo>
                    <a:pt x="3809" y="40640"/>
                  </a:moveTo>
                  <a:lnTo>
                    <a:pt x="0" y="40640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40640"/>
                  </a:lnTo>
                  <a:close/>
                </a:path>
                <a:path w="246379" h="109219">
                  <a:moveTo>
                    <a:pt x="3809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09" y="39370"/>
                  </a:lnTo>
                  <a:lnTo>
                    <a:pt x="3809" y="36830"/>
                  </a:lnTo>
                  <a:close/>
                </a:path>
                <a:path w="246379" h="109219">
                  <a:moveTo>
                    <a:pt x="3809" y="34290"/>
                  </a:moveTo>
                  <a:lnTo>
                    <a:pt x="0" y="34290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34290"/>
                  </a:lnTo>
                  <a:close/>
                </a:path>
                <a:path w="246379" h="109219">
                  <a:moveTo>
                    <a:pt x="3809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3809" y="33020"/>
                  </a:lnTo>
                  <a:lnTo>
                    <a:pt x="3809" y="30480"/>
                  </a:lnTo>
                  <a:close/>
                </a:path>
                <a:path w="246379" h="109219">
                  <a:moveTo>
                    <a:pt x="3809" y="27940"/>
                  </a:moveTo>
                  <a:lnTo>
                    <a:pt x="0" y="27940"/>
                  </a:lnTo>
                  <a:lnTo>
                    <a:pt x="0" y="29210"/>
                  </a:lnTo>
                  <a:lnTo>
                    <a:pt x="3809" y="29210"/>
                  </a:lnTo>
                  <a:lnTo>
                    <a:pt x="3809" y="27940"/>
                  </a:lnTo>
                  <a:close/>
                </a:path>
                <a:path w="246379" h="109219">
                  <a:moveTo>
                    <a:pt x="3809" y="24130"/>
                  </a:moveTo>
                  <a:lnTo>
                    <a:pt x="0" y="24130"/>
                  </a:lnTo>
                  <a:lnTo>
                    <a:pt x="0" y="26670"/>
                  </a:lnTo>
                  <a:lnTo>
                    <a:pt x="3809" y="26670"/>
                  </a:lnTo>
                  <a:lnTo>
                    <a:pt x="3809" y="24130"/>
                  </a:lnTo>
                  <a:close/>
                </a:path>
                <a:path w="246379" h="109219">
                  <a:moveTo>
                    <a:pt x="3809" y="21590"/>
                  </a:moveTo>
                  <a:lnTo>
                    <a:pt x="0" y="21590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21590"/>
                  </a:lnTo>
                  <a:close/>
                </a:path>
                <a:path w="246379" h="109219">
                  <a:moveTo>
                    <a:pt x="3809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09" y="20320"/>
                  </a:lnTo>
                  <a:lnTo>
                    <a:pt x="3809" y="17780"/>
                  </a:lnTo>
                  <a:close/>
                </a:path>
                <a:path w="246379" h="109219">
                  <a:moveTo>
                    <a:pt x="3809" y="15240"/>
                  </a:moveTo>
                  <a:lnTo>
                    <a:pt x="0" y="1524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5240"/>
                  </a:lnTo>
                  <a:close/>
                </a:path>
                <a:path w="246379" h="109219">
                  <a:moveTo>
                    <a:pt x="3809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09" y="13970"/>
                  </a:lnTo>
                  <a:lnTo>
                    <a:pt x="3809" y="11430"/>
                  </a:lnTo>
                  <a:close/>
                </a:path>
                <a:path w="246379" h="109219">
                  <a:moveTo>
                    <a:pt x="3809" y="8890"/>
                  </a:moveTo>
                  <a:lnTo>
                    <a:pt x="0" y="889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8890"/>
                  </a:lnTo>
                  <a:close/>
                </a:path>
                <a:path w="246379" h="109219">
                  <a:moveTo>
                    <a:pt x="380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09" y="7620"/>
                  </a:lnTo>
                  <a:lnTo>
                    <a:pt x="3809" y="5080"/>
                  </a:lnTo>
                  <a:close/>
                </a:path>
                <a:path w="246379" h="109219">
                  <a:moveTo>
                    <a:pt x="1269" y="1270"/>
                  </a:moveTo>
                  <a:lnTo>
                    <a:pt x="0" y="127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2540"/>
                  </a:lnTo>
                  <a:lnTo>
                    <a:pt x="1269" y="2540"/>
                  </a:lnTo>
                  <a:lnTo>
                    <a:pt x="1269" y="1270"/>
                  </a:lnTo>
                  <a:close/>
                </a:path>
                <a:path w="246379" h="109219">
                  <a:moveTo>
                    <a:pt x="3809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3809" y="127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E1D8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9" name="object 3439"/>
            <p:cNvSpPr/>
            <p:nvPr/>
          </p:nvSpPr>
          <p:spPr>
            <a:xfrm>
              <a:off x="5980430" y="2696210"/>
              <a:ext cx="242570" cy="107950"/>
            </a:xfrm>
            <a:custGeom>
              <a:avLst/>
              <a:gdLst/>
              <a:ahLst/>
              <a:cxnLst/>
              <a:rect l="l" t="t" r="r" b="b"/>
              <a:pathLst>
                <a:path w="242570" h="107950">
                  <a:moveTo>
                    <a:pt x="242570" y="106679"/>
                  </a:moveTo>
                  <a:lnTo>
                    <a:pt x="0" y="106679"/>
                  </a:lnTo>
                  <a:lnTo>
                    <a:pt x="0" y="107950"/>
                  </a:lnTo>
                  <a:lnTo>
                    <a:pt x="242570" y="107950"/>
                  </a:lnTo>
                  <a:lnTo>
                    <a:pt x="242570" y="106679"/>
                  </a:lnTo>
                  <a:close/>
                </a:path>
                <a:path w="242570" h="107950">
                  <a:moveTo>
                    <a:pt x="241300" y="105537"/>
                  </a:moveTo>
                  <a:lnTo>
                    <a:pt x="238760" y="105537"/>
                  </a:lnTo>
                  <a:lnTo>
                    <a:pt x="238760" y="106679"/>
                  </a:lnTo>
                  <a:lnTo>
                    <a:pt x="241300" y="106679"/>
                  </a:lnTo>
                  <a:lnTo>
                    <a:pt x="241300" y="105537"/>
                  </a:lnTo>
                  <a:close/>
                </a:path>
                <a:path w="242570" h="107950">
                  <a:moveTo>
                    <a:pt x="3810" y="102870"/>
                  </a:moveTo>
                  <a:lnTo>
                    <a:pt x="0" y="102870"/>
                  </a:lnTo>
                  <a:lnTo>
                    <a:pt x="0" y="105537"/>
                  </a:lnTo>
                  <a:lnTo>
                    <a:pt x="238760" y="105537"/>
                  </a:lnTo>
                  <a:lnTo>
                    <a:pt x="238760" y="104139"/>
                  </a:lnTo>
                  <a:lnTo>
                    <a:pt x="3810" y="104139"/>
                  </a:lnTo>
                  <a:lnTo>
                    <a:pt x="3810" y="102870"/>
                  </a:lnTo>
                  <a:close/>
                </a:path>
                <a:path w="242570" h="107950">
                  <a:moveTo>
                    <a:pt x="3810" y="100329"/>
                  </a:moveTo>
                  <a:lnTo>
                    <a:pt x="0" y="100329"/>
                  </a:lnTo>
                  <a:lnTo>
                    <a:pt x="0" y="101600"/>
                  </a:lnTo>
                  <a:lnTo>
                    <a:pt x="3810" y="101600"/>
                  </a:lnTo>
                  <a:lnTo>
                    <a:pt x="3810" y="100329"/>
                  </a:lnTo>
                  <a:close/>
                </a:path>
                <a:path w="242570" h="107950">
                  <a:moveTo>
                    <a:pt x="3810" y="96520"/>
                  </a:moveTo>
                  <a:lnTo>
                    <a:pt x="0" y="96520"/>
                  </a:lnTo>
                  <a:lnTo>
                    <a:pt x="0" y="99187"/>
                  </a:lnTo>
                  <a:lnTo>
                    <a:pt x="3810" y="99187"/>
                  </a:lnTo>
                  <a:lnTo>
                    <a:pt x="3810" y="96520"/>
                  </a:lnTo>
                  <a:close/>
                </a:path>
                <a:path w="242570" h="107950">
                  <a:moveTo>
                    <a:pt x="3810" y="93979"/>
                  </a:moveTo>
                  <a:lnTo>
                    <a:pt x="0" y="93979"/>
                  </a:lnTo>
                  <a:lnTo>
                    <a:pt x="0" y="95250"/>
                  </a:lnTo>
                  <a:lnTo>
                    <a:pt x="3810" y="95250"/>
                  </a:lnTo>
                  <a:lnTo>
                    <a:pt x="3810" y="93979"/>
                  </a:lnTo>
                  <a:close/>
                </a:path>
                <a:path w="242570" h="107950">
                  <a:moveTo>
                    <a:pt x="3810" y="90170"/>
                  </a:moveTo>
                  <a:lnTo>
                    <a:pt x="0" y="90170"/>
                  </a:lnTo>
                  <a:lnTo>
                    <a:pt x="0" y="92837"/>
                  </a:lnTo>
                  <a:lnTo>
                    <a:pt x="3810" y="92837"/>
                  </a:lnTo>
                  <a:lnTo>
                    <a:pt x="3810" y="90170"/>
                  </a:lnTo>
                  <a:close/>
                </a:path>
                <a:path w="242570" h="107950">
                  <a:moveTo>
                    <a:pt x="3810" y="87629"/>
                  </a:moveTo>
                  <a:lnTo>
                    <a:pt x="0" y="87629"/>
                  </a:lnTo>
                  <a:lnTo>
                    <a:pt x="0" y="88900"/>
                  </a:lnTo>
                  <a:lnTo>
                    <a:pt x="3810" y="88900"/>
                  </a:lnTo>
                  <a:lnTo>
                    <a:pt x="3810" y="87629"/>
                  </a:lnTo>
                  <a:close/>
                </a:path>
                <a:path w="242570" h="107950">
                  <a:moveTo>
                    <a:pt x="3810" y="83820"/>
                  </a:moveTo>
                  <a:lnTo>
                    <a:pt x="0" y="83820"/>
                  </a:lnTo>
                  <a:lnTo>
                    <a:pt x="0" y="86487"/>
                  </a:lnTo>
                  <a:lnTo>
                    <a:pt x="3810" y="86487"/>
                  </a:lnTo>
                  <a:lnTo>
                    <a:pt x="3810" y="83820"/>
                  </a:lnTo>
                  <a:close/>
                </a:path>
                <a:path w="242570" h="107950">
                  <a:moveTo>
                    <a:pt x="3810" y="81279"/>
                  </a:moveTo>
                  <a:lnTo>
                    <a:pt x="0" y="81279"/>
                  </a:lnTo>
                  <a:lnTo>
                    <a:pt x="0" y="82550"/>
                  </a:lnTo>
                  <a:lnTo>
                    <a:pt x="3810" y="82550"/>
                  </a:lnTo>
                  <a:lnTo>
                    <a:pt x="3810" y="81279"/>
                  </a:lnTo>
                  <a:close/>
                </a:path>
                <a:path w="242570" h="107950">
                  <a:moveTo>
                    <a:pt x="3810" y="77470"/>
                  </a:moveTo>
                  <a:lnTo>
                    <a:pt x="0" y="77470"/>
                  </a:lnTo>
                  <a:lnTo>
                    <a:pt x="0" y="80137"/>
                  </a:lnTo>
                  <a:lnTo>
                    <a:pt x="3810" y="80137"/>
                  </a:lnTo>
                  <a:lnTo>
                    <a:pt x="3810" y="77470"/>
                  </a:lnTo>
                  <a:close/>
                </a:path>
                <a:path w="242570" h="107950">
                  <a:moveTo>
                    <a:pt x="3810" y="74929"/>
                  </a:moveTo>
                  <a:lnTo>
                    <a:pt x="0" y="74929"/>
                  </a:lnTo>
                  <a:lnTo>
                    <a:pt x="0" y="76200"/>
                  </a:lnTo>
                  <a:lnTo>
                    <a:pt x="3810" y="76200"/>
                  </a:lnTo>
                  <a:lnTo>
                    <a:pt x="3810" y="74929"/>
                  </a:lnTo>
                  <a:close/>
                </a:path>
                <a:path w="242570" h="107950">
                  <a:moveTo>
                    <a:pt x="3810" y="71120"/>
                  </a:moveTo>
                  <a:lnTo>
                    <a:pt x="0" y="71120"/>
                  </a:lnTo>
                  <a:lnTo>
                    <a:pt x="0" y="73787"/>
                  </a:lnTo>
                  <a:lnTo>
                    <a:pt x="3810" y="73787"/>
                  </a:lnTo>
                  <a:lnTo>
                    <a:pt x="3810" y="71120"/>
                  </a:lnTo>
                  <a:close/>
                </a:path>
                <a:path w="242570" h="107950">
                  <a:moveTo>
                    <a:pt x="3810" y="68579"/>
                  </a:moveTo>
                  <a:lnTo>
                    <a:pt x="0" y="68579"/>
                  </a:lnTo>
                  <a:lnTo>
                    <a:pt x="0" y="69850"/>
                  </a:lnTo>
                  <a:lnTo>
                    <a:pt x="3810" y="69850"/>
                  </a:lnTo>
                  <a:lnTo>
                    <a:pt x="3810" y="68579"/>
                  </a:lnTo>
                  <a:close/>
                </a:path>
                <a:path w="242570" h="107950">
                  <a:moveTo>
                    <a:pt x="3810" y="64770"/>
                  </a:moveTo>
                  <a:lnTo>
                    <a:pt x="0" y="64770"/>
                  </a:lnTo>
                  <a:lnTo>
                    <a:pt x="0" y="67437"/>
                  </a:lnTo>
                  <a:lnTo>
                    <a:pt x="3810" y="67437"/>
                  </a:lnTo>
                  <a:lnTo>
                    <a:pt x="3810" y="64770"/>
                  </a:lnTo>
                  <a:close/>
                </a:path>
                <a:path w="242570" h="107950">
                  <a:moveTo>
                    <a:pt x="3810" y="62229"/>
                  </a:moveTo>
                  <a:lnTo>
                    <a:pt x="0" y="62229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62229"/>
                  </a:lnTo>
                  <a:close/>
                </a:path>
                <a:path w="242570" h="107950">
                  <a:moveTo>
                    <a:pt x="3810" y="58420"/>
                  </a:moveTo>
                  <a:lnTo>
                    <a:pt x="0" y="58420"/>
                  </a:lnTo>
                  <a:lnTo>
                    <a:pt x="0" y="61087"/>
                  </a:lnTo>
                  <a:lnTo>
                    <a:pt x="3810" y="61087"/>
                  </a:lnTo>
                  <a:lnTo>
                    <a:pt x="3810" y="58420"/>
                  </a:lnTo>
                  <a:close/>
                </a:path>
                <a:path w="242570" h="107950">
                  <a:moveTo>
                    <a:pt x="3810" y="55879"/>
                  </a:moveTo>
                  <a:lnTo>
                    <a:pt x="0" y="55879"/>
                  </a:lnTo>
                  <a:lnTo>
                    <a:pt x="0" y="57150"/>
                  </a:lnTo>
                  <a:lnTo>
                    <a:pt x="3810" y="57150"/>
                  </a:lnTo>
                  <a:lnTo>
                    <a:pt x="3810" y="55879"/>
                  </a:lnTo>
                  <a:close/>
                </a:path>
                <a:path w="242570" h="107950">
                  <a:moveTo>
                    <a:pt x="3810" y="52070"/>
                  </a:moveTo>
                  <a:lnTo>
                    <a:pt x="0" y="52070"/>
                  </a:lnTo>
                  <a:lnTo>
                    <a:pt x="0" y="54737"/>
                  </a:lnTo>
                  <a:lnTo>
                    <a:pt x="3810" y="54737"/>
                  </a:lnTo>
                  <a:lnTo>
                    <a:pt x="3810" y="52070"/>
                  </a:lnTo>
                  <a:close/>
                </a:path>
                <a:path w="242570" h="107950">
                  <a:moveTo>
                    <a:pt x="3810" y="49529"/>
                  </a:moveTo>
                  <a:lnTo>
                    <a:pt x="0" y="49529"/>
                  </a:lnTo>
                  <a:lnTo>
                    <a:pt x="0" y="50800"/>
                  </a:lnTo>
                  <a:lnTo>
                    <a:pt x="3810" y="50800"/>
                  </a:lnTo>
                  <a:lnTo>
                    <a:pt x="3810" y="49529"/>
                  </a:lnTo>
                  <a:close/>
                </a:path>
                <a:path w="242570" h="107950">
                  <a:moveTo>
                    <a:pt x="3810" y="45720"/>
                  </a:moveTo>
                  <a:lnTo>
                    <a:pt x="0" y="45720"/>
                  </a:lnTo>
                  <a:lnTo>
                    <a:pt x="0" y="48387"/>
                  </a:lnTo>
                  <a:lnTo>
                    <a:pt x="3810" y="48387"/>
                  </a:lnTo>
                  <a:lnTo>
                    <a:pt x="3810" y="45720"/>
                  </a:lnTo>
                  <a:close/>
                </a:path>
                <a:path w="242570" h="107950">
                  <a:moveTo>
                    <a:pt x="3810" y="43179"/>
                  </a:moveTo>
                  <a:lnTo>
                    <a:pt x="0" y="43179"/>
                  </a:lnTo>
                  <a:lnTo>
                    <a:pt x="0" y="44450"/>
                  </a:lnTo>
                  <a:lnTo>
                    <a:pt x="3810" y="44450"/>
                  </a:lnTo>
                  <a:lnTo>
                    <a:pt x="3810" y="43179"/>
                  </a:lnTo>
                  <a:close/>
                </a:path>
                <a:path w="242570" h="107950">
                  <a:moveTo>
                    <a:pt x="3810" y="39370"/>
                  </a:moveTo>
                  <a:lnTo>
                    <a:pt x="0" y="39370"/>
                  </a:lnTo>
                  <a:lnTo>
                    <a:pt x="0" y="42037"/>
                  </a:lnTo>
                  <a:lnTo>
                    <a:pt x="3810" y="42037"/>
                  </a:lnTo>
                  <a:lnTo>
                    <a:pt x="3810" y="39370"/>
                  </a:lnTo>
                  <a:close/>
                </a:path>
                <a:path w="242570" h="107950">
                  <a:moveTo>
                    <a:pt x="3810" y="36829"/>
                  </a:moveTo>
                  <a:lnTo>
                    <a:pt x="0" y="36829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6829"/>
                  </a:lnTo>
                  <a:close/>
                </a:path>
                <a:path w="242570" h="107950">
                  <a:moveTo>
                    <a:pt x="3810" y="33020"/>
                  </a:moveTo>
                  <a:lnTo>
                    <a:pt x="0" y="33020"/>
                  </a:lnTo>
                  <a:lnTo>
                    <a:pt x="0" y="35687"/>
                  </a:lnTo>
                  <a:lnTo>
                    <a:pt x="3810" y="35687"/>
                  </a:lnTo>
                  <a:lnTo>
                    <a:pt x="3810" y="33020"/>
                  </a:lnTo>
                  <a:close/>
                </a:path>
                <a:path w="242570" h="107950">
                  <a:moveTo>
                    <a:pt x="3810" y="30479"/>
                  </a:moveTo>
                  <a:lnTo>
                    <a:pt x="0" y="30479"/>
                  </a:lnTo>
                  <a:lnTo>
                    <a:pt x="0" y="31750"/>
                  </a:lnTo>
                  <a:lnTo>
                    <a:pt x="3810" y="31750"/>
                  </a:lnTo>
                  <a:lnTo>
                    <a:pt x="3810" y="30479"/>
                  </a:lnTo>
                  <a:close/>
                </a:path>
                <a:path w="242570" h="107950">
                  <a:moveTo>
                    <a:pt x="3810" y="26670"/>
                  </a:moveTo>
                  <a:lnTo>
                    <a:pt x="0" y="26670"/>
                  </a:lnTo>
                  <a:lnTo>
                    <a:pt x="0" y="29337"/>
                  </a:lnTo>
                  <a:lnTo>
                    <a:pt x="3810" y="29337"/>
                  </a:lnTo>
                  <a:lnTo>
                    <a:pt x="3810" y="26670"/>
                  </a:lnTo>
                  <a:close/>
                </a:path>
                <a:path w="242570" h="107950">
                  <a:moveTo>
                    <a:pt x="3810" y="24129"/>
                  </a:moveTo>
                  <a:lnTo>
                    <a:pt x="0" y="24129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4129"/>
                  </a:lnTo>
                  <a:close/>
                </a:path>
                <a:path w="242570" h="107950">
                  <a:moveTo>
                    <a:pt x="3810" y="20320"/>
                  </a:moveTo>
                  <a:lnTo>
                    <a:pt x="0" y="20320"/>
                  </a:lnTo>
                  <a:lnTo>
                    <a:pt x="0" y="22987"/>
                  </a:lnTo>
                  <a:lnTo>
                    <a:pt x="3810" y="22987"/>
                  </a:lnTo>
                  <a:lnTo>
                    <a:pt x="3810" y="20320"/>
                  </a:lnTo>
                  <a:close/>
                </a:path>
                <a:path w="242570" h="107950">
                  <a:moveTo>
                    <a:pt x="3810" y="17779"/>
                  </a:moveTo>
                  <a:lnTo>
                    <a:pt x="0" y="17779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7779"/>
                  </a:lnTo>
                  <a:close/>
                </a:path>
                <a:path w="242570" h="107950">
                  <a:moveTo>
                    <a:pt x="3810" y="13970"/>
                  </a:moveTo>
                  <a:lnTo>
                    <a:pt x="0" y="13970"/>
                  </a:lnTo>
                  <a:lnTo>
                    <a:pt x="0" y="16637"/>
                  </a:lnTo>
                  <a:lnTo>
                    <a:pt x="3810" y="16637"/>
                  </a:lnTo>
                  <a:lnTo>
                    <a:pt x="3810" y="13970"/>
                  </a:lnTo>
                  <a:close/>
                </a:path>
                <a:path w="242570" h="107950">
                  <a:moveTo>
                    <a:pt x="3810" y="11429"/>
                  </a:moveTo>
                  <a:lnTo>
                    <a:pt x="0" y="11429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11429"/>
                  </a:lnTo>
                  <a:close/>
                </a:path>
                <a:path w="242570" h="107950">
                  <a:moveTo>
                    <a:pt x="3810" y="7620"/>
                  </a:moveTo>
                  <a:lnTo>
                    <a:pt x="0" y="7620"/>
                  </a:lnTo>
                  <a:lnTo>
                    <a:pt x="0" y="10287"/>
                  </a:lnTo>
                  <a:lnTo>
                    <a:pt x="3810" y="10287"/>
                  </a:lnTo>
                  <a:lnTo>
                    <a:pt x="3810" y="7620"/>
                  </a:lnTo>
                  <a:close/>
                </a:path>
                <a:path w="242570" h="107950">
                  <a:moveTo>
                    <a:pt x="3810" y="5079"/>
                  </a:moveTo>
                  <a:lnTo>
                    <a:pt x="0" y="5079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5079"/>
                  </a:lnTo>
                  <a:close/>
                </a:path>
                <a:path w="242570" h="107950">
                  <a:moveTo>
                    <a:pt x="38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3937"/>
                  </a:lnTo>
                  <a:lnTo>
                    <a:pt x="3810" y="39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E0D7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0" name="object 3440"/>
            <p:cNvSpPr/>
            <p:nvPr/>
          </p:nvSpPr>
          <p:spPr>
            <a:xfrm>
              <a:off x="5984240" y="2693797"/>
              <a:ext cx="233679" cy="106680"/>
            </a:xfrm>
            <a:custGeom>
              <a:avLst/>
              <a:gdLst/>
              <a:ahLst/>
              <a:cxnLst/>
              <a:rect l="l" t="t" r="r" b="b"/>
              <a:pathLst>
                <a:path w="233679" h="106680">
                  <a:moveTo>
                    <a:pt x="233679" y="105282"/>
                  </a:moveTo>
                  <a:lnTo>
                    <a:pt x="0" y="105282"/>
                  </a:lnTo>
                  <a:lnTo>
                    <a:pt x="0" y="106552"/>
                  </a:lnTo>
                  <a:lnTo>
                    <a:pt x="233679" y="106552"/>
                  </a:lnTo>
                  <a:lnTo>
                    <a:pt x="233679" y="105282"/>
                  </a:lnTo>
                  <a:close/>
                </a:path>
                <a:path w="233679" h="106680">
                  <a:moveTo>
                    <a:pt x="231140" y="104139"/>
                  </a:moveTo>
                  <a:lnTo>
                    <a:pt x="228600" y="104139"/>
                  </a:lnTo>
                  <a:lnTo>
                    <a:pt x="228600" y="105282"/>
                  </a:lnTo>
                  <a:lnTo>
                    <a:pt x="231140" y="105282"/>
                  </a:lnTo>
                  <a:lnTo>
                    <a:pt x="231140" y="104139"/>
                  </a:lnTo>
                  <a:close/>
                </a:path>
                <a:path w="233679" h="106680">
                  <a:moveTo>
                    <a:pt x="228600" y="102742"/>
                  </a:moveTo>
                  <a:lnTo>
                    <a:pt x="0" y="102742"/>
                  </a:lnTo>
                  <a:lnTo>
                    <a:pt x="0" y="104139"/>
                  </a:lnTo>
                  <a:lnTo>
                    <a:pt x="228600" y="104139"/>
                  </a:lnTo>
                  <a:lnTo>
                    <a:pt x="228600" y="102742"/>
                  </a:lnTo>
                  <a:close/>
                </a:path>
                <a:path w="233679" h="106680">
                  <a:moveTo>
                    <a:pt x="3810" y="98932"/>
                  </a:moveTo>
                  <a:lnTo>
                    <a:pt x="0" y="98932"/>
                  </a:lnTo>
                  <a:lnTo>
                    <a:pt x="0" y="101600"/>
                  </a:lnTo>
                  <a:lnTo>
                    <a:pt x="3810" y="101600"/>
                  </a:lnTo>
                  <a:lnTo>
                    <a:pt x="3810" y="98932"/>
                  </a:lnTo>
                  <a:close/>
                </a:path>
                <a:path w="233679" h="106680">
                  <a:moveTo>
                    <a:pt x="3810" y="96392"/>
                  </a:moveTo>
                  <a:lnTo>
                    <a:pt x="0" y="96392"/>
                  </a:lnTo>
                  <a:lnTo>
                    <a:pt x="0" y="97789"/>
                  </a:lnTo>
                  <a:lnTo>
                    <a:pt x="3810" y="97789"/>
                  </a:lnTo>
                  <a:lnTo>
                    <a:pt x="3810" y="96392"/>
                  </a:lnTo>
                  <a:close/>
                </a:path>
                <a:path w="233679" h="106680">
                  <a:moveTo>
                    <a:pt x="3810" y="92582"/>
                  </a:moveTo>
                  <a:lnTo>
                    <a:pt x="0" y="92582"/>
                  </a:lnTo>
                  <a:lnTo>
                    <a:pt x="0" y="95250"/>
                  </a:lnTo>
                  <a:lnTo>
                    <a:pt x="3810" y="95250"/>
                  </a:lnTo>
                  <a:lnTo>
                    <a:pt x="3810" y="92582"/>
                  </a:lnTo>
                  <a:close/>
                </a:path>
                <a:path w="233679" h="106680">
                  <a:moveTo>
                    <a:pt x="3810" y="90042"/>
                  </a:moveTo>
                  <a:lnTo>
                    <a:pt x="0" y="90042"/>
                  </a:lnTo>
                  <a:lnTo>
                    <a:pt x="0" y="91439"/>
                  </a:lnTo>
                  <a:lnTo>
                    <a:pt x="3810" y="91439"/>
                  </a:lnTo>
                  <a:lnTo>
                    <a:pt x="3810" y="90042"/>
                  </a:lnTo>
                  <a:close/>
                </a:path>
                <a:path w="233679" h="106680">
                  <a:moveTo>
                    <a:pt x="3810" y="86232"/>
                  </a:moveTo>
                  <a:lnTo>
                    <a:pt x="0" y="86232"/>
                  </a:lnTo>
                  <a:lnTo>
                    <a:pt x="0" y="88900"/>
                  </a:lnTo>
                  <a:lnTo>
                    <a:pt x="3810" y="88900"/>
                  </a:lnTo>
                  <a:lnTo>
                    <a:pt x="3810" y="86232"/>
                  </a:lnTo>
                  <a:close/>
                </a:path>
                <a:path w="233679" h="106680">
                  <a:moveTo>
                    <a:pt x="3810" y="83692"/>
                  </a:moveTo>
                  <a:lnTo>
                    <a:pt x="0" y="83692"/>
                  </a:lnTo>
                  <a:lnTo>
                    <a:pt x="0" y="85089"/>
                  </a:lnTo>
                  <a:lnTo>
                    <a:pt x="3810" y="85089"/>
                  </a:lnTo>
                  <a:lnTo>
                    <a:pt x="3810" y="83692"/>
                  </a:lnTo>
                  <a:close/>
                </a:path>
                <a:path w="233679" h="106680">
                  <a:moveTo>
                    <a:pt x="3810" y="79882"/>
                  </a:moveTo>
                  <a:lnTo>
                    <a:pt x="0" y="79882"/>
                  </a:lnTo>
                  <a:lnTo>
                    <a:pt x="0" y="82550"/>
                  </a:lnTo>
                  <a:lnTo>
                    <a:pt x="3810" y="82550"/>
                  </a:lnTo>
                  <a:lnTo>
                    <a:pt x="3810" y="79882"/>
                  </a:lnTo>
                  <a:close/>
                </a:path>
                <a:path w="233679" h="106680">
                  <a:moveTo>
                    <a:pt x="3810" y="77342"/>
                  </a:moveTo>
                  <a:lnTo>
                    <a:pt x="0" y="77342"/>
                  </a:lnTo>
                  <a:lnTo>
                    <a:pt x="0" y="78739"/>
                  </a:lnTo>
                  <a:lnTo>
                    <a:pt x="3810" y="78739"/>
                  </a:lnTo>
                  <a:lnTo>
                    <a:pt x="3810" y="77342"/>
                  </a:lnTo>
                  <a:close/>
                </a:path>
                <a:path w="233679" h="106680">
                  <a:moveTo>
                    <a:pt x="3810" y="73532"/>
                  </a:moveTo>
                  <a:lnTo>
                    <a:pt x="0" y="73532"/>
                  </a:lnTo>
                  <a:lnTo>
                    <a:pt x="0" y="76200"/>
                  </a:lnTo>
                  <a:lnTo>
                    <a:pt x="3810" y="76200"/>
                  </a:lnTo>
                  <a:lnTo>
                    <a:pt x="3810" y="73532"/>
                  </a:lnTo>
                  <a:close/>
                </a:path>
                <a:path w="233679" h="106680">
                  <a:moveTo>
                    <a:pt x="3810" y="70992"/>
                  </a:moveTo>
                  <a:lnTo>
                    <a:pt x="0" y="70992"/>
                  </a:lnTo>
                  <a:lnTo>
                    <a:pt x="0" y="72389"/>
                  </a:lnTo>
                  <a:lnTo>
                    <a:pt x="3810" y="72389"/>
                  </a:lnTo>
                  <a:lnTo>
                    <a:pt x="3810" y="70992"/>
                  </a:lnTo>
                  <a:close/>
                </a:path>
                <a:path w="233679" h="106680">
                  <a:moveTo>
                    <a:pt x="3810" y="67182"/>
                  </a:moveTo>
                  <a:lnTo>
                    <a:pt x="0" y="67182"/>
                  </a:lnTo>
                  <a:lnTo>
                    <a:pt x="0" y="69850"/>
                  </a:lnTo>
                  <a:lnTo>
                    <a:pt x="3810" y="69850"/>
                  </a:lnTo>
                  <a:lnTo>
                    <a:pt x="3810" y="67182"/>
                  </a:lnTo>
                  <a:close/>
                </a:path>
                <a:path w="233679" h="106680">
                  <a:moveTo>
                    <a:pt x="3810" y="64642"/>
                  </a:moveTo>
                  <a:lnTo>
                    <a:pt x="0" y="64642"/>
                  </a:lnTo>
                  <a:lnTo>
                    <a:pt x="0" y="66039"/>
                  </a:lnTo>
                  <a:lnTo>
                    <a:pt x="3810" y="66039"/>
                  </a:lnTo>
                  <a:lnTo>
                    <a:pt x="3810" y="64642"/>
                  </a:lnTo>
                  <a:close/>
                </a:path>
                <a:path w="233679" h="106680">
                  <a:moveTo>
                    <a:pt x="3810" y="60832"/>
                  </a:moveTo>
                  <a:lnTo>
                    <a:pt x="0" y="60832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60832"/>
                  </a:lnTo>
                  <a:close/>
                </a:path>
                <a:path w="233679" h="106680">
                  <a:moveTo>
                    <a:pt x="3810" y="58292"/>
                  </a:moveTo>
                  <a:lnTo>
                    <a:pt x="0" y="58292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8292"/>
                  </a:lnTo>
                  <a:close/>
                </a:path>
                <a:path w="233679" h="106680">
                  <a:moveTo>
                    <a:pt x="3810" y="54482"/>
                  </a:moveTo>
                  <a:lnTo>
                    <a:pt x="0" y="54482"/>
                  </a:lnTo>
                  <a:lnTo>
                    <a:pt x="0" y="57150"/>
                  </a:lnTo>
                  <a:lnTo>
                    <a:pt x="3810" y="57150"/>
                  </a:lnTo>
                  <a:lnTo>
                    <a:pt x="3810" y="54482"/>
                  </a:lnTo>
                  <a:close/>
                </a:path>
                <a:path w="233679" h="106680">
                  <a:moveTo>
                    <a:pt x="3810" y="51942"/>
                  </a:moveTo>
                  <a:lnTo>
                    <a:pt x="0" y="51942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51942"/>
                  </a:lnTo>
                  <a:close/>
                </a:path>
                <a:path w="233679" h="106680">
                  <a:moveTo>
                    <a:pt x="3810" y="48132"/>
                  </a:moveTo>
                  <a:lnTo>
                    <a:pt x="0" y="48132"/>
                  </a:lnTo>
                  <a:lnTo>
                    <a:pt x="0" y="50800"/>
                  </a:lnTo>
                  <a:lnTo>
                    <a:pt x="3810" y="50800"/>
                  </a:lnTo>
                  <a:lnTo>
                    <a:pt x="3810" y="48132"/>
                  </a:lnTo>
                  <a:close/>
                </a:path>
                <a:path w="233679" h="106680">
                  <a:moveTo>
                    <a:pt x="3810" y="45592"/>
                  </a:moveTo>
                  <a:lnTo>
                    <a:pt x="0" y="45592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5592"/>
                  </a:lnTo>
                  <a:close/>
                </a:path>
                <a:path w="233679" h="106680">
                  <a:moveTo>
                    <a:pt x="3810" y="41782"/>
                  </a:moveTo>
                  <a:lnTo>
                    <a:pt x="0" y="41782"/>
                  </a:lnTo>
                  <a:lnTo>
                    <a:pt x="0" y="44450"/>
                  </a:lnTo>
                  <a:lnTo>
                    <a:pt x="3810" y="44450"/>
                  </a:lnTo>
                  <a:lnTo>
                    <a:pt x="3810" y="41782"/>
                  </a:lnTo>
                  <a:close/>
                </a:path>
                <a:path w="233679" h="106680">
                  <a:moveTo>
                    <a:pt x="3810" y="39242"/>
                  </a:moveTo>
                  <a:lnTo>
                    <a:pt x="0" y="39242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9242"/>
                  </a:lnTo>
                  <a:close/>
                </a:path>
                <a:path w="233679" h="106680">
                  <a:moveTo>
                    <a:pt x="3810" y="35432"/>
                  </a:moveTo>
                  <a:lnTo>
                    <a:pt x="0" y="35432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5432"/>
                  </a:lnTo>
                  <a:close/>
                </a:path>
                <a:path w="233679" h="106680">
                  <a:moveTo>
                    <a:pt x="3810" y="32892"/>
                  </a:moveTo>
                  <a:lnTo>
                    <a:pt x="0" y="32892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32892"/>
                  </a:lnTo>
                  <a:close/>
                </a:path>
                <a:path w="233679" h="106680">
                  <a:moveTo>
                    <a:pt x="3810" y="29082"/>
                  </a:moveTo>
                  <a:lnTo>
                    <a:pt x="0" y="29082"/>
                  </a:lnTo>
                  <a:lnTo>
                    <a:pt x="0" y="31750"/>
                  </a:lnTo>
                  <a:lnTo>
                    <a:pt x="3810" y="31750"/>
                  </a:lnTo>
                  <a:lnTo>
                    <a:pt x="3810" y="29082"/>
                  </a:lnTo>
                  <a:close/>
                </a:path>
                <a:path w="233679" h="106680">
                  <a:moveTo>
                    <a:pt x="3810" y="26542"/>
                  </a:moveTo>
                  <a:lnTo>
                    <a:pt x="0" y="26542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6542"/>
                  </a:lnTo>
                  <a:close/>
                </a:path>
                <a:path w="233679" h="106680">
                  <a:moveTo>
                    <a:pt x="3810" y="22732"/>
                  </a:moveTo>
                  <a:lnTo>
                    <a:pt x="0" y="2273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2732"/>
                  </a:lnTo>
                  <a:close/>
                </a:path>
                <a:path w="233679" h="106680">
                  <a:moveTo>
                    <a:pt x="3810" y="20192"/>
                  </a:moveTo>
                  <a:lnTo>
                    <a:pt x="0" y="20192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20192"/>
                  </a:lnTo>
                  <a:close/>
                </a:path>
                <a:path w="233679" h="106680">
                  <a:moveTo>
                    <a:pt x="3810" y="16382"/>
                  </a:moveTo>
                  <a:lnTo>
                    <a:pt x="0" y="16382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6382"/>
                  </a:lnTo>
                  <a:close/>
                </a:path>
                <a:path w="233679" h="106680">
                  <a:moveTo>
                    <a:pt x="3810" y="13842"/>
                  </a:moveTo>
                  <a:lnTo>
                    <a:pt x="0" y="13842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3842"/>
                  </a:lnTo>
                  <a:close/>
                </a:path>
                <a:path w="233679" h="106680">
                  <a:moveTo>
                    <a:pt x="3810" y="10032"/>
                  </a:moveTo>
                  <a:lnTo>
                    <a:pt x="0" y="10032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10032"/>
                  </a:lnTo>
                  <a:close/>
                </a:path>
                <a:path w="233679" h="106680">
                  <a:moveTo>
                    <a:pt x="3810" y="7492"/>
                  </a:moveTo>
                  <a:lnTo>
                    <a:pt x="0" y="7492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7492"/>
                  </a:lnTo>
                  <a:close/>
                </a:path>
                <a:path w="233679" h="106680">
                  <a:moveTo>
                    <a:pt x="3810" y="3682"/>
                  </a:moveTo>
                  <a:lnTo>
                    <a:pt x="0" y="3682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3682"/>
                  </a:lnTo>
                  <a:close/>
                </a:path>
                <a:path w="233679" h="106680">
                  <a:moveTo>
                    <a:pt x="3810" y="0"/>
                  </a:moveTo>
                  <a:lnTo>
                    <a:pt x="2539" y="0"/>
                  </a:lnTo>
                  <a:lnTo>
                    <a:pt x="2539" y="1142"/>
                  </a:lnTo>
                  <a:lnTo>
                    <a:pt x="0" y="1142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DFD5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1" name="object 3441"/>
            <p:cNvSpPr/>
            <p:nvPr/>
          </p:nvSpPr>
          <p:spPr>
            <a:xfrm>
              <a:off x="5988050" y="2692527"/>
              <a:ext cx="222250" cy="104139"/>
            </a:xfrm>
            <a:custGeom>
              <a:avLst/>
              <a:gdLst/>
              <a:ahLst/>
              <a:cxnLst/>
              <a:rect l="l" t="t" r="r" b="b"/>
              <a:pathLst>
                <a:path w="222250" h="104139">
                  <a:moveTo>
                    <a:pt x="222250" y="102870"/>
                  </a:moveTo>
                  <a:lnTo>
                    <a:pt x="220980" y="102870"/>
                  </a:lnTo>
                  <a:lnTo>
                    <a:pt x="220980" y="104012"/>
                  </a:lnTo>
                  <a:lnTo>
                    <a:pt x="222250" y="104012"/>
                  </a:lnTo>
                  <a:lnTo>
                    <a:pt x="222250" y="102870"/>
                  </a:lnTo>
                  <a:close/>
                </a:path>
                <a:path w="222250" h="104139">
                  <a:moveTo>
                    <a:pt x="218439" y="100202"/>
                  </a:moveTo>
                  <a:lnTo>
                    <a:pt x="0" y="100202"/>
                  </a:lnTo>
                  <a:lnTo>
                    <a:pt x="0" y="102870"/>
                  </a:lnTo>
                  <a:lnTo>
                    <a:pt x="220980" y="102870"/>
                  </a:lnTo>
                  <a:lnTo>
                    <a:pt x="220980" y="101600"/>
                  </a:lnTo>
                  <a:lnTo>
                    <a:pt x="218439" y="101600"/>
                  </a:lnTo>
                  <a:lnTo>
                    <a:pt x="218439" y="100202"/>
                  </a:lnTo>
                  <a:close/>
                </a:path>
                <a:path w="222250" h="104139">
                  <a:moveTo>
                    <a:pt x="3810" y="97662"/>
                  </a:moveTo>
                  <a:lnTo>
                    <a:pt x="0" y="97662"/>
                  </a:lnTo>
                  <a:lnTo>
                    <a:pt x="0" y="99060"/>
                  </a:lnTo>
                  <a:lnTo>
                    <a:pt x="3810" y="99060"/>
                  </a:lnTo>
                  <a:lnTo>
                    <a:pt x="3810" y="97662"/>
                  </a:lnTo>
                  <a:close/>
                </a:path>
                <a:path w="222250" h="104139">
                  <a:moveTo>
                    <a:pt x="3810" y="93852"/>
                  </a:moveTo>
                  <a:lnTo>
                    <a:pt x="0" y="93852"/>
                  </a:lnTo>
                  <a:lnTo>
                    <a:pt x="0" y="96520"/>
                  </a:lnTo>
                  <a:lnTo>
                    <a:pt x="3810" y="96520"/>
                  </a:lnTo>
                  <a:lnTo>
                    <a:pt x="3810" y="93852"/>
                  </a:lnTo>
                  <a:close/>
                </a:path>
                <a:path w="222250" h="104139">
                  <a:moveTo>
                    <a:pt x="3810" y="91312"/>
                  </a:moveTo>
                  <a:lnTo>
                    <a:pt x="0" y="91312"/>
                  </a:lnTo>
                  <a:lnTo>
                    <a:pt x="0" y="92710"/>
                  </a:lnTo>
                  <a:lnTo>
                    <a:pt x="3810" y="92710"/>
                  </a:lnTo>
                  <a:lnTo>
                    <a:pt x="3810" y="91312"/>
                  </a:lnTo>
                  <a:close/>
                </a:path>
                <a:path w="222250" h="104139">
                  <a:moveTo>
                    <a:pt x="3810" y="87502"/>
                  </a:moveTo>
                  <a:lnTo>
                    <a:pt x="0" y="87502"/>
                  </a:lnTo>
                  <a:lnTo>
                    <a:pt x="0" y="90170"/>
                  </a:lnTo>
                  <a:lnTo>
                    <a:pt x="3810" y="90170"/>
                  </a:lnTo>
                  <a:lnTo>
                    <a:pt x="3810" y="87502"/>
                  </a:lnTo>
                  <a:close/>
                </a:path>
                <a:path w="222250" h="104139">
                  <a:moveTo>
                    <a:pt x="3810" y="84962"/>
                  </a:moveTo>
                  <a:lnTo>
                    <a:pt x="0" y="84962"/>
                  </a:lnTo>
                  <a:lnTo>
                    <a:pt x="0" y="86360"/>
                  </a:lnTo>
                  <a:lnTo>
                    <a:pt x="3810" y="86360"/>
                  </a:lnTo>
                  <a:lnTo>
                    <a:pt x="3810" y="84962"/>
                  </a:lnTo>
                  <a:close/>
                </a:path>
                <a:path w="222250" h="104139">
                  <a:moveTo>
                    <a:pt x="3810" y="81152"/>
                  </a:moveTo>
                  <a:lnTo>
                    <a:pt x="0" y="81152"/>
                  </a:lnTo>
                  <a:lnTo>
                    <a:pt x="0" y="83820"/>
                  </a:lnTo>
                  <a:lnTo>
                    <a:pt x="3810" y="83820"/>
                  </a:lnTo>
                  <a:lnTo>
                    <a:pt x="3810" y="81152"/>
                  </a:lnTo>
                  <a:close/>
                </a:path>
                <a:path w="222250" h="104139">
                  <a:moveTo>
                    <a:pt x="3810" y="78612"/>
                  </a:moveTo>
                  <a:lnTo>
                    <a:pt x="0" y="78612"/>
                  </a:lnTo>
                  <a:lnTo>
                    <a:pt x="0" y="80010"/>
                  </a:lnTo>
                  <a:lnTo>
                    <a:pt x="3810" y="80010"/>
                  </a:lnTo>
                  <a:lnTo>
                    <a:pt x="3810" y="78612"/>
                  </a:lnTo>
                  <a:close/>
                </a:path>
                <a:path w="222250" h="104139">
                  <a:moveTo>
                    <a:pt x="3810" y="74802"/>
                  </a:moveTo>
                  <a:lnTo>
                    <a:pt x="0" y="74802"/>
                  </a:lnTo>
                  <a:lnTo>
                    <a:pt x="0" y="77470"/>
                  </a:lnTo>
                  <a:lnTo>
                    <a:pt x="3810" y="77470"/>
                  </a:lnTo>
                  <a:lnTo>
                    <a:pt x="3810" y="74802"/>
                  </a:lnTo>
                  <a:close/>
                </a:path>
                <a:path w="222250" h="104139">
                  <a:moveTo>
                    <a:pt x="3810" y="72262"/>
                  </a:moveTo>
                  <a:lnTo>
                    <a:pt x="0" y="72262"/>
                  </a:lnTo>
                  <a:lnTo>
                    <a:pt x="0" y="73660"/>
                  </a:lnTo>
                  <a:lnTo>
                    <a:pt x="3810" y="73660"/>
                  </a:lnTo>
                  <a:lnTo>
                    <a:pt x="3810" y="72262"/>
                  </a:lnTo>
                  <a:close/>
                </a:path>
                <a:path w="222250" h="104139">
                  <a:moveTo>
                    <a:pt x="3810" y="68452"/>
                  </a:moveTo>
                  <a:lnTo>
                    <a:pt x="0" y="68452"/>
                  </a:lnTo>
                  <a:lnTo>
                    <a:pt x="0" y="71120"/>
                  </a:lnTo>
                  <a:lnTo>
                    <a:pt x="3810" y="71120"/>
                  </a:lnTo>
                  <a:lnTo>
                    <a:pt x="3810" y="68452"/>
                  </a:lnTo>
                  <a:close/>
                </a:path>
                <a:path w="222250" h="104139">
                  <a:moveTo>
                    <a:pt x="3810" y="65912"/>
                  </a:moveTo>
                  <a:lnTo>
                    <a:pt x="0" y="65912"/>
                  </a:lnTo>
                  <a:lnTo>
                    <a:pt x="0" y="67310"/>
                  </a:lnTo>
                  <a:lnTo>
                    <a:pt x="3810" y="67310"/>
                  </a:lnTo>
                  <a:lnTo>
                    <a:pt x="3810" y="65912"/>
                  </a:lnTo>
                  <a:close/>
                </a:path>
                <a:path w="222250" h="104139">
                  <a:moveTo>
                    <a:pt x="3810" y="62102"/>
                  </a:moveTo>
                  <a:lnTo>
                    <a:pt x="0" y="62102"/>
                  </a:lnTo>
                  <a:lnTo>
                    <a:pt x="0" y="64770"/>
                  </a:lnTo>
                  <a:lnTo>
                    <a:pt x="3810" y="64770"/>
                  </a:lnTo>
                  <a:lnTo>
                    <a:pt x="3810" y="62102"/>
                  </a:lnTo>
                  <a:close/>
                </a:path>
                <a:path w="222250" h="104139">
                  <a:moveTo>
                    <a:pt x="3810" y="59562"/>
                  </a:moveTo>
                  <a:lnTo>
                    <a:pt x="0" y="59562"/>
                  </a:lnTo>
                  <a:lnTo>
                    <a:pt x="0" y="60960"/>
                  </a:lnTo>
                  <a:lnTo>
                    <a:pt x="3810" y="60960"/>
                  </a:lnTo>
                  <a:lnTo>
                    <a:pt x="3810" y="59562"/>
                  </a:lnTo>
                  <a:close/>
                </a:path>
                <a:path w="222250" h="104139">
                  <a:moveTo>
                    <a:pt x="3810" y="55752"/>
                  </a:moveTo>
                  <a:lnTo>
                    <a:pt x="0" y="55752"/>
                  </a:lnTo>
                  <a:lnTo>
                    <a:pt x="0" y="58420"/>
                  </a:lnTo>
                  <a:lnTo>
                    <a:pt x="3810" y="58420"/>
                  </a:lnTo>
                  <a:lnTo>
                    <a:pt x="3810" y="55752"/>
                  </a:lnTo>
                  <a:close/>
                </a:path>
                <a:path w="222250" h="104139">
                  <a:moveTo>
                    <a:pt x="3810" y="53212"/>
                  </a:moveTo>
                  <a:lnTo>
                    <a:pt x="0" y="53212"/>
                  </a:lnTo>
                  <a:lnTo>
                    <a:pt x="0" y="54610"/>
                  </a:lnTo>
                  <a:lnTo>
                    <a:pt x="3810" y="54610"/>
                  </a:lnTo>
                  <a:lnTo>
                    <a:pt x="3810" y="53212"/>
                  </a:lnTo>
                  <a:close/>
                </a:path>
                <a:path w="222250" h="104139">
                  <a:moveTo>
                    <a:pt x="3810" y="49402"/>
                  </a:moveTo>
                  <a:lnTo>
                    <a:pt x="0" y="49402"/>
                  </a:lnTo>
                  <a:lnTo>
                    <a:pt x="0" y="52070"/>
                  </a:lnTo>
                  <a:lnTo>
                    <a:pt x="3810" y="52070"/>
                  </a:lnTo>
                  <a:lnTo>
                    <a:pt x="3810" y="49402"/>
                  </a:lnTo>
                  <a:close/>
                </a:path>
                <a:path w="222250" h="104139">
                  <a:moveTo>
                    <a:pt x="3810" y="46862"/>
                  </a:moveTo>
                  <a:lnTo>
                    <a:pt x="0" y="46862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6862"/>
                  </a:lnTo>
                  <a:close/>
                </a:path>
                <a:path w="222250" h="104139">
                  <a:moveTo>
                    <a:pt x="3810" y="43052"/>
                  </a:moveTo>
                  <a:lnTo>
                    <a:pt x="0" y="43052"/>
                  </a:lnTo>
                  <a:lnTo>
                    <a:pt x="0" y="45720"/>
                  </a:lnTo>
                  <a:lnTo>
                    <a:pt x="3810" y="45720"/>
                  </a:lnTo>
                  <a:lnTo>
                    <a:pt x="3810" y="43052"/>
                  </a:lnTo>
                  <a:close/>
                </a:path>
                <a:path w="222250" h="104139">
                  <a:moveTo>
                    <a:pt x="3810" y="40512"/>
                  </a:moveTo>
                  <a:lnTo>
                    <a:pt x="0" y="40512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40512"/>
                  </a:lnTo>
                  <a:close/>
                </a:path>
                <a:path w="222250" h="104139">
                  <a:moveTo>
                    <a:pt x="3810" y="36702"/>
                  </a:moveTo>
                  <a:lnTo>
                    <a:pt x="0" y="36702"/>
                  </a:lnTo>
                  <a:lnTo>
                    <a:pt x="0" y="39370"/>
                  </a:lnTo>
                  <a:lnTo>
                    <a:pt x="3810" y="39370"/>
                  </a:lnTo>
                  <a:lnTo>
                    <a:pt x="3810" y="36702"/>
                  </a:lnTo>
                  <a:close/>
                </a:path>
                <a:path w="222250" h="104139">
                  <a:moveTo>
                    <a:pt x="3810" y="34162"/>
                  </a:moveTo>
                  <a:lnTo>
                    <a:pt x="0" y="34162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34162"/>
                  </a:lnTo>
                  <a:close/>
                </a:path>
                <a:path w="222250" h="104139">
                  <a:moveTo>
                    <a:pt x="3810" y="30352"/>
                  </a:moveTo>
                  <a:lnTo>
                    <a:pt x="0" y="30352"/>
                  </a:lnTo>
                  <a:lnTo>
                    <a:pt x="0" y="33020"/>
                  </a:lnTo>
                  <a:lnTo>
                    <a:pt x="3810" y="33020"/>
                  </a:lnTo>
                  <a:lnTo>
                    <a:pt x="3810" y="30352"/>
                  </a:lnTo>
                  <a:close/>
                </a:path>
                <a:path w="222250" h="104139">
                  <a:moveTo>
                    <a:pt x="3810" y="27812"/>
                  </a:moveTo>
                  <a:lnTo>
                    <a:pt x="0" y="27812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7812"/>
                  </a:lnTo>
                  <a:close/>
                </a:path>
                <a:path w="222250" h="104139">
                  <a:moveTo>
                    <a:pt x="3810" y="24002"/>
                  </a:moveTo>
                  <a:lnTo>
                    <a:pt x="0" y="24002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4002"/>
                  </a:lnTo>
                  <a:close/>
                </a:path>
                <a:path w="222250" h="104139">
                  <a:moveTo>
                    <a:pt x="3810" y="21462"/>
                  </a:moveTo>
                  <a:lnTo>
                    <a:pt x="0" y="2146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21462"/>
                  </a:lnTo>
                  <a:close/>
                </a:path>
                <a:path w="222250" h="104139">
                  <a:moveTo>
                    <a:pt x="3810" y="17652"/>
                  </a:moveTo>
                  <a:lnTo>
                    <a:pt x="0" y="1765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652"/>
                  </a:lnTo>
                  <a:close/>
                </a:path>
                <a:path w="222250" h="104139">
                  <a:moveTo>
                    <a:pt x="3810" y="15112"/>
                  </a:moveTo>
                  <a:lnTo>
                    <a:pt x="0" y="1511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5112"/>
                  </a:lnTo>
                  <a:close/>
                </a:path>
                <a:path w="222250" h="104139">
                  <a:moveTo>
                    <a:pt x="3810" y="11302"/>
                  </a:moveTo>
                  <a:lnTo>
                    <a:pt x="0" y="1130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302"/>
                  </a:lnTo>
                  <a:close/>
                </a:path>
                <a:path w="222250" h="104139">
                  <a:moveTo>
                    <a:pt x="3810" y="8762"/>
                  </a:moveTo>
                  <a:lnTo>
                    <a:pt x="0" y="876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8762"/>
                  </a:lnTo>
                  <a:close/>
                </a:path>
                <a:path w="222250" h="104139">
                  <a:moveTo>
                    <a:pt x="3810" y="4952"/>
                  </a:moveTo>
                  <a:lnTo>
                    <a:pt x="0" y="495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4952"/>
                  </a:lnTo>
                  <a:close/>
                </a:path>
                <a:path w="222250" h="104139">
                  <a:moveTo>
                    <a:pt x="1270" y="1270"/>
                  </a:moveTo>
                  <a:lnTo>
                    <a:pt x="0" y="127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2412"/>
                  </a:lnTo>
                  <a:lnTo>
                    <a:pt x="1270" y="2412"/>
                  </a:lnTo>
                  <a:lnTo>
                    <a:pt x="1270" y="1270"/>
                  </a:lnTo>
                  <a:close/>
                </a:path>
                <a:path w="222250" h="104139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DED4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2" name="object 3442"/>
            <p:cNvSpPr/>
            <p:nvPr/>
          </p:nvSpPr>
          <p:spPr>
            <a:xfrm>
              <a:off x="5991859" y="2689987"/>
              <a:ext cx="212090" cy="102870"/>
            </a:xfrm>
            <a:custGeom>
              <a:avLst/>
              <a:gdLst/>
              <a:ahLst/>
              <a:cxnLst/>
              <a:rect l="l" t="t" r="r" b="b"/>
              <a:pathLst>
                <a:path w="212089" h="102869">
                  <a:moveTo>
                    <a:pt x="212089" y="101600"/>
                  </a:moveTo>
                  <a:lnTo>
                    <a:pt x="210820" y="101600"/>
                  </a:lnTo>
                  <a:lnTo>
                    <a:pt x="210820" y="102742"/>
                  </a:lnTo>
                  <a:lnTo>
                    <a:pt x="212089" y="102742"/>
                  </a:lnTo>
                  <a:lnTo>
                    <a:pt x="212089" y="101600"/>
                  </a:lnTo>
                  <a:close/>
                </a:path>
                <a:path w="212089" h="102869">
                  <a:moveTo>
                    <a:pt x="210820" y="100329"/>
                  </a:moveTo>
                  <a:lnTo>
                    <a:pt x="0" y="100329"/>
                  </a:lnTo>
                  <a:lnTo>
                    <a:pt x="0" y="101600"/>
                  </a:lnTo>
                  <a:lnTo>
                    <a:pt x="210820" y="101600"/>
                  </a:lnTo>
                  <a:lnTo>
                    <a:pt x="210820" y="100329"/>
                  </a:lnTo>
                  <a:close/>
                </a:path>
                <a:path w="212089" h="102869">
                  <a:moveTo>
                    <a:pt x="208279" y="99059"/>
                  </a:moveTo>
                  <a:lnTo>
                    <a:pt x="205739" y="99059"/>
                  </a:lnTo>
                  <a:lnTo>
                    <a:pt x="205739" y="100329"/>
                  </a:lnTo>
                  <a:lnTo>
                    <a:pt x="208279" y="100329"/>
                  </a:lnTo>
                  <a:lnTo>
                    <a:pt x="208279" y="99059"/>
                  </a:lnTo>
                  <a:close/>
                </a:path>
                <a:path w="212089" h="102869">
                  <a:moveTo>
                    <a:pt x="3810" y="96392"/>
                  </a:moveTo>
                  <a:lnTo>
                    <a:pt x="0" y="96392"/>
                  </a:lnTo>
                  <a:lnTo>
                    <a:pt x="0" y="99059"/>
                  </a:lnTo>
                  <a:lnTo>
                    <a:pt x="3810" y="99059"/>
                  </a:lnTo>
                  <a:lnTo>
                    <a:pt x="3810" y="96392"/>
                  </a:lnTo>
                  <a:close/>
                </a:path>
                <a:path w="212089" h="102869">
                  <a:moveTo>
                    <a:pt x="3810" y="93979"/>
                  </a:moveTo>
                  <a:lnTo>
                    <a:pt x="0" y="93979"/>
                  </a:lnTo>
                  <a:lnTo>
                    <a:pt x="0" y="95250"/>
                  </a:lnTo>
                  <a:lnTo>
                    <a:pt x="3810" y="95250"/>
                  </a:lnTo>
                  <a:lnTo>
                    <a:pt x="3810" y="93979"/>
                  </a:lnTo>
                  <a:close/>
                </a:path>
                <a:path w="212089" h="102869">
                  <a:moveTo>
                    <a:pt x="3810" y="90042"/>
                  </a:moveTo>
                  <a:lnTo>
                    <a:pt x="0" y="90042"/>
                  </a:lnTo>
                  <a:lnTo>
                    <a:pt x="0" y="92709"/>
                  </a:lnTo>
                  <a:lnTo>
                    <a:pt x="3810" y="92709"/>
                  </a:lnTo>
                  <a:lnTo>
                    <a:pt x="3810" y="90042"/>
                  </a:lnTo>
                  <a:close/>
                </a:path>
                <a:path w="212089" h="102869">
                  <a:moveTo>
                    <a:pt x="3810" y="87629"/>
                  </a:moveTo>
                  <a:lnTo>
                    <a:pt x="0" y="87629"/>
                  </a:lnTo>
                  <a:lnTo>
                    <a:pt x="0" y="88900"/>
                  </a:lnTo>
                  <a:lnTo>
                    <a:pt x="3810" y="88900"/>
                  </a:lnTo>
                  <a:lnTo>
                    <a:pt x="3810" y="87629"/>
                  </a:lnTo>
                  <a:close/>
                </a:path>
                <a:path w="212089" h="102869">
                  <a:moveTo>
                    <a:pt x="3810" y="83692"/>
                  </a:moveTo>
                  <a:lnTo>
                    <a:pt x="0" y="83692"/>
                  </a:lnTo>
                  <a:lnTo>
                    <a:pt x="0" y="86359"/>
                  </a:lnTo>
                  <a:lnTo>
                    <a:pt x="3810" y="86359"/>
                  </a:lnTo>
                  <a:lnTo>
                    <a:pt x="3810" y="83692"/>
                  </a:lnTo>
                  <a:close/>
                </a:path>
                <a:path w="212089" h="102869">
                  <a:moveTo>
                    <a:pt x="3810" y="81279"/>
                  </a:moveTo>
                  <a:lnTo>
                    <a:pt x="0" y="81279"/>
                  </a:lnTo>
                  <a:lnTo>
                    <a:pt x="0" y="82550"/>
                  </a:lnTo>
                  <a:lnTo>
                    <a:pt x="3810" y="82550"/>
                  </a:lnTo>
                  <a:lnTo>
                    <a:pt x="3810" y="81279"/>
                  </a:lnTo>
                  <a:close/>
                </a:path>
                <a:path w="212089" h="102869">
                  <a:moveTo>
                    <a:pt x="3810" y="77342"/>
                  </a:moveTo>
                  <a:lnTo>
                    <a:pt x="0" y="77342"/>
                  </a:lnTo>
                  <a:lnTo>
                    <a:pt x="0" y="80009"/>
                  </a:lnTo>
                  <a:lnTo>
                    <a:pt x="3810" y="80009"/>
                  </a:lnTo>
                  <a:lnTo>
                    <a:pt x="3810" y="77342"/>
                  </a:lnTo>
                  <a:close/>
                </a:path>
                <a:path w="212089" h="102869">
                  <a:moveTo>
                    <a:pt x="3810" y="74929"/>
                  </a:moveTo>
                  <a:lnTo>
                    <a:pt x="0" y="74929"/>
                  </a:lnTo>
                  <a:lnTo>
                    <a:pt x="0" y="76200"/>
                  </a:lnTo>
                  <a:lnTo>
                    <a:pt x="3810" y="76200"/>
                  </a:lnTo>
                  <a:lnTo>
                    <a:pt x="3810" y="74929"/>
                  </a:lnTo>
                  <a:close/>
                </a:path>
                <a:path w="212089" h="102869">
                  <a:moveTo>
                    <a:pt x="3810" y="70992"/>
                  </a:moveTo>
                  <a:lnTo>
                    <a:pt x="0" y="70992"/>
                  </a:lnTo>
                  <a:lnTo>
                    <a:pt x="0" y="73659"/>
                  </a:lnTo>
                  <a:lnTo>
                    <a:pt x="3810" y="73659"/>
                  </a:lnTo>
                  <a:lnTo>
                    <a:pt x="3810" y="70992"/>
                  </a:lnTo>
                  <a:close/>
                </a:path>
                <a:path w="212089" h="102869">
                  <a:moveTo>
                    <a:pt x="3810" y="68579"/>
                  </a:moveTo>
                  <a:lnTo>
                    <a:pt x="0" y="68579"/>
                  </a:lnTo>
                  <a:lnTo>
                    <a:pt x="0" y="69850"/>
                  </a:lnTo>
                  <a:lnTo>
                    <a:pt x="3810" y="69850"/>
                  </a:lnTo>
                  <a:lnTo>
                    <a:pt x="3810" y="68579"/>
                  </a:lnTo>
                  <a:close/>
                </a:path>
                <a:path w="212089" h="102869">
                  <a:moveTo>
                    <a:pt x="3810" y="64642"/>
                  </a:moveTo>
                  <a:lnTo>
                    <a:pt x="0" y="64642"/>
                  </a:lnTo>
                  <a:lnTo>
                    <a:pt x="0" y="67309"/>
                  </a:lnTo>
                  <a:lnTo>
                    <a:pt x="3810" y="67309"/>
                  </a:lnTo>
                  <a:lnTo>
                    <a:pt x="3810" y="64642"/>
                  </a:lnTo>
                  <a:close/>
                </a:path>
                <a:path w="212089" h="102869">
                  <a:moveTo>
                    <a:pt x="3810" y="62229"/>
                  </a:moveTo>
                  <a:lnTo>
                    <a:pt x="0" y="62229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62229"/>
                  </a:lnTo>
                  <a:close/>
                </a:path>
                <a:path w="212089" h="102869">
                  <a:moveTo>
                    <a:pt x="3810" y="58292"/>
                  </a:moveTo>
                  <a:lnTo>
                    <a:pt x="0" y="58292"/>
                  </a:lnTo>
                  <a:lnTo>
                    <a:pt x="0" y="60959"/>
                  </a:lnTo>
                  <a:lnTo>
                    <a:pt x="3810" y="60959"/>
                  </a:lnTo>
                  <a:lnTo>
                    <a:pt x="3810" y="58292"/>
                  </a:lnTo>
                  <a:close/>
                </a:path>
                <a:path w="212089" h="102869">
                  <a:moveTo>
                    <a:pt x="3810" y="55879"/>
                  </a:moveTo>
                  <a:lnTo>
                    <a:pt x="0" y="55879"/>
                  </a:lnTo>
                  <a:lnTo>
                    <a:pt x="0" y="57150"/>
                  </a:lnTo>
                  <a:lnTo>
                    <a:pt x="3810" y="57150"/>
                  </a:lnTo>
                  <a:lnTo>
                    <a:pt x="3810" y="55879"/>
                  </a:lnTo>
                  <a:close/>
                </a:path>
                <a:path w="212089" h="102869">
                  <a:moveTo>
                    <a:pt x="3810" y="51942"/>
                  </a:moveTo>
                  <a:lnTo>
                    <a:pt x="0" y="51942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1942"/>
                  </a:lnTo>
                  <a:close/>
                </a:path>
                <a:path w="212089" h="102869">
                  <a:moveTo>
                    <a:pt x="3810" y="49529"/>
                  </a:moveTo>
                  <a:lnTo>
                    <a:pt x="0" y="49529"/>
                  </a:lnTo>
                  <a:lnTo>
                    <a:pt x="0" y="50800"/>
                  </a:lnTo>
                  <a:lnTo>
                    <a:pt x="3810" y="50800"/>
                  </a:lnTo>
                  <a:lnTo>
                    <a:pt x="3810" y="49529"/>
                  </a:lnTo>
                  <a:close/>
                </a:path>
                <a:path w="212089" h="102869">
                  <a:moveTo>
                    <a:pt x="3810" y="45592"/>
                  </a:moveTo>
                  <a:lnTo>
                    <a:pt x="0" y="45592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5592"/>
                  </a:lnTo>
                  <a:close/>
                </a:path>
                <a:path w="212089" h="102869">
                  <a:moveTo>
                    <a:pt x="3810" y="43179"/>
                  </a:moveTo>
                  <a:lnTo>
                    <a:pt x="0" y="43179"/>
                  </a:lnTo>
                  <a:lnTo>
                    <a:pt x="0" y="44450"/>
                  </a:lnTo>
                  <a:lnTo>
                    <a:pt x="3810" y="44450"/>
                  </a:lnTo>
                  <a:lnTo>
                    <a:pt x="3810" y="43179"/>
                  </a:lnTo>
                  <a:close/>
                </a:path>
                <a:path w="212089" h="102869">
                  <a:moveTo>
                    <a:pt x="3810" y="39242"/>
                  </a:moveTo>
                  <a:lnTo>
                    <a:pt x="0" y="39242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9242"/>
                  </a:lnTo>
                  <a:close/>
                </a:path>
                <a:path w="212089" h="102869">
                  <a:moveTo>
                    <a:pt x="3810" y="36829"/>
                  </a:moveTo>
                  <a:lnTo>
                    <a:pt x="0" y="36829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6829"/>
                  </a:lnTo>
                  <a:close/>
                </a:path>
                <a:path w="212089" h="102869">
                  <a:moveTo>
                    <a:pt x="3810" y="32892"/>
                  </a:moveTo>
                  <a:lnTo>
                    <a:pt x="0" y="32892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32892"/>
                  </a:lnTo>
                  <a:close/>
                </a:path>
                <a:path w="212089" h="102869">
                  <a:moveTo>
                    <a:pt x="3810" y="30479"/>
                  </a:moveTo>
                  <a:lnTo>
                    <a:pt x="0" y="30479"/>
                  </a:lnTo>
                  <a:lnTo>
                    <a:pt x="0" y="31750"/>
                  </a:lnTo>
                  <a:lnTo>
                    <a:pt x="3810" y="31750"/>
                  </a:lnTo>
                  <a:lnTo>
                    <a:pt x="3810" y="30479"/>
                  </a:lnTo>
                  <a:close/>
                </a:path>
                <a:path w="212089" h="102869">
                  <a:moveTo>
                    <a:pt x="3810" y="26542"/>
                  </a:moveTo>
                  <a:lnTo>
                    <a:pt x="0" y="26542"/>
                  </a:lnTo>
                  <a:lnTo>
                    <a:pt x="0" y="29209"/>
                  </a:lnTo>
                  <a:lnTo>
                    <a:pt x="3810" y="29209"/>
                  </a:lnTo>
                  <a:lnTo>
                    <a:pt x="3810" y="26542"/>
                  </a:lnTo>
                  <a:close/>
                </a:path>
                <a:path w="212089" h="102869">
                  <a:moveTo>
                    <a:pt x="3810" y="24129"/>
                  </a:moveTo>
                  <a:lnTo>
                    <a:pt x="0" y="24129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4129"/>
                  </a:lnTo>
                  <a:close/>
                </a:path>
                <a:path w="212089" h="102869">
                  <a:moveTo>
                    <a:pt x="3810" y="20192"/>
                  </a:moveTo>
                  <a:lnTo>
                    <a:pt x="0" y="20192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20192"/>
                  </a:lnTo>
                  <a:close/>
                </a:path>
                <a:path w="212089" h="102869">
                  <a:moveTo>
                    <a:pt x="3810" y="17779"/>
                  </a:moveTo>
                  <a:lnTo>
                    <a:pt x="0" y="17779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7779"/>
                  </a:lnTo>
                  <a:close/>
                </a:path>
                <a:path w="212089" h="102869">
                  <a:moveTo>
                    <a:pt x="3810" y="13842"/>
                  </a:moveTo>
                  <a:lnTo>
                    <a:pt x="0" y="13842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3842"/>
                  </a:lnTo>
                  <a:close/>
                </a:path>
                <a:path w="212089" h="102869">
                  <a:moveTo>
                    <a:pt x="3810" y="11429"/>
                  </a:moveTo>
                  <a:lnTo>
                    <a:pt x="0" y="11429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11429"/>
                  </a:lnTo>
                  <a:close/>
                </a:path>
                <a:path w="212089" h="102869">
                  <a:moveTo>
                    <a:pt x="3810" y="7492"/>
                  </a:moveTo>
                  <a:lnTo>
                    <a:pt x="0" y="7492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7492"/>
                  </a:lnTo>
                  <a:close/>
                </a:path>
                <a:path w="212089" h="102869">
                  <a:moveTo>
                    <a:pt x="3810" y="5079"/>
                  </a:moveTo>
                  <a:lnTo>
                    <a:pt x="0" y="5079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5079"/>
                  </a:lnTo>
                  <a:close/>
                </a:path>
                <a:path w="212089" h="102869">
                  <a:moveTo>
                    <a:pt x="3810" y="0"/>
                  </a:moveTo>
                  <a:lnTo>
                    <a:pt x="2539" y="0"/>
                  </a:lnTo>
                  <a:lnTo>
                    <a:pt x="2539" y="1142"/>
                  </a:lnTo>
                  <a:lnTo>
                    <a:pt x="0" y="1142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DDD2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3" name="object 3443"/>
            <p:cNvSpPr/>
            <p:nvPr/>
          </p:nvSpPr>
          <p:spPr>
            <a:xfrm>
              <a:off x="5995669" y="2688590"/>
              <a:ext cx="201930" cy="100330"/>
            </a:xfrm>
            <a:custGeom>
              <a:avLst/>
              <a:gdLst/>
              <a:ahLst/>
              <a:cxnLst/>
              <a:rect l="l" t="t" r="r" b="b"/>
              <a:pathLst>
                <a:path w="201929" h="100330">
                  <a:moveTo>
                    <a:pt x="200659" y="97789"/>
                  </a:moveTo>
                  <a:lnTo>
                    <a:pt x="0" y="97789"/>
                  </a:lnTo>
                  <a:lnTo>
                    <a:pt x="0" y="100329"/>
                  </a:lnTo>
                  <a:lnTo>
                    <a:pt x="201929" y="100329"/>
                  </a:lnTo>
                  <a:lnTo>
                    <a:pt x="201929" y="99059"/>
                  </a:lnTo>
                  <a:lnTo>
                    <a:pt x="200659" y="99059"/>
                  </a:lnTo>
                  <a:lnTo>
                    <a:pt x="200659" y="97789"/>
                  </a:lnTo>
                  <a:close/>
                </a:path>
                <a:path w="201929" h="100330">
                  <a:moveTo>
                    <a:pt x="198119" y="96519"/>
                  </a:moveTo>
                  <a:lnTo>
                    <a:pt x="195579" y="96519"/>
                  </a:lnTo>
                  <a:lnTo>
                    <a:pt x="195579" y="97789"/>
                  </a:lnTo>
                  <a:lnTo>
                    <a:pt x="198119" y="97789"/>
                  </a:lnTo>
                  <a:lnTo>
                    <a:pt x="198119" y="96519"/>
                  </a:lnTo>
                  <a:close/>
                </a:path>
                <a:path w="201929" h="100330">
                  <a:moveTo>
                    <a:pt x="3809" y="95250"/>
                  </a:moveTo>
                  <a:lnTo>
                    <a:pt x="0" y="95250"/>
                  </a:lnTo>
                  <a:lnTo>
                    <a:pt x="0" y="96519"/>
                  </a:lnTo>
                  <a:lnTo>
                    <a:pt x="3809" y="96519"/>
                  </a:lnTo>
                  <a:lnTo>
                    <a:pt x="3809" y="95250"/>
                  </a:lnTo>
                  <a:close/>
                </a:path>
                <a:path w="201929" h="100330">
                  <a:moveTo>
                    <a:pt x="3809" y="91439"/>
                  </a:moveTo>
                  <a:lnTo>
                    <a:pt x="0" y="91439"/>
                  </a:lnTo>
                  <a:lnTo>
                    <a:pt x="0" y="93979"/>
                  </a:lnTo>
                  <a:lnTo>
                    <a:pt x="3809" y="93979"/>
                  </a:lnTo>
                  <a:lnTo>
                    <a:pt x="3809" y="91439"/>
                  </a:lnTo>
                  <a:close/>
                </a:path>
                <a:path w="201929" h="100330">
                  <a:moveTo>
                    <a:pt x="3809" y="88900"/>
                  </a:moveTo>
                  <a:lnTo>
                    <a:pt x="0" y="88900"/>
                  </a:lnTo>
                  <a:lnTo>
                    <a:pt x="0" y="90169"/>
                  </a:lnTo>
                  <a:lnTo>
                    <a:pt x="3809" y="90169"/>
                  </a:lnTo>
                  <a:lnTo>
                    <a:pt x="3809" y="88900"/>
                  </a:lnTo>
                  <a:close/>
                </a:path>
                <a:path w="201929" h="100330">
                  <a:moveTo>
                    <a:pt x="3809" y="85089"/>
                  </a:moveTo>
                  <a:lnTo>
                    <a:pt x="0" y="85089"/>
                  </a:lnTo>
                  <a:lnTo>
                    <a:pt x="0" y="87629"/>
                  </a:lnTo>
                  <a:lnTo>
                    <a:pt x="3809" y="87629"/>
                  </a:lnTo>
                  <a:lnTo>
                    <a:pt x="3809" y="85089"/>
                  </a:lnTo>
                  <a:close/>
                </a:path>
                <a:path w="201929" h="100330">
                  <a:moveTo>
                    <a:pt x="3809" y="82550"/>
                  </a:moveTo>
                  <a:lnTo>
                    <a:pt x="0" y="82550"/>
                  </a:lnTo>
                  <a:lnTo>
                    <a:pt x="0" y="83819"/>
                  </a:lnTo>
                  <a:lnTo>
                    <a:pt x="3809" y="83819"/>
                  </a:lnTo>
                  <a:lnTo>
                    <a:pt x="3809" y="82550"/>
                  </a:lnTo>
                  <a:close/>
                </a:path>
                <a:path w="201929" h="100330">
                  <a:moveTo>
                    <a:pt x="3809" y="78739"/>
                  </a:moveTo>
                  <a:lnTo>
                    <a:pt x="0" y="78739"/>
                  </a:lnTo>
                  <a:lnTo>
                    <a:pt x="0" y="81279"/>
                  </a:lnTo>
                  <a:lnTo>
                    <a:pt x="3809" y="81279"/>
                  </a:lnTo>
                  <a:lnTo>
                    <a:pt x="3809" y="78739"/>
                  </a:lnTo>
                  <a:close/>
                </a:path>
                <a:path w="201929" h="100330">
                  <a:moveTo>
                    <a:pt x="3809" y="76200"/>
                  </a:moveTo>
                  <a:lnTo>
                    <a:pt x="0" y="76200"/>
                  </a:lnTo>
                  <a:lnTo>
                    <a:pt x="0" y="77469"/>
                  </a:lnTo>
                  <a:lnTo>
                    <a:pt x="3809" y="77469"/>
                  </a:lnTo>
                  <a:lnTo>
                    <a:pt x="3809" y="76200"/>
                  </a:lnTo>
                  <a:close/>
                </a:path>
                <a:path w="201929" h="100330">
                  <a:moveTo>
                    <a:pt x="3809" y="72389"/>
                  </a:moveTo>
                  <a:lnTo>
                    <a:pt x="0" y="72389"/>
                  </a:lnTo>
                  <a:lnTo>
                    <a:pt x="0" y="74929"/>
                  </a:lnTo>
                  <a:lnTo>
                    <a:pt x="3809" y="74929"/>
                  </a:lnTo>
                  <a:lnTo>
                    <a:pt x="3809" y="72389"/>
                  </a:lnTo>
                  <a:close/>
                </a:path>
                <a:path w="201929" h="100330">
                  <a:moveTo>
                    <a:pt x="3809" y="69850"/>
                  </a:moveTo>
                  <a:lnTo>
                    <a:pt x="0" y="69850"/>
                  </a:lnTo>
                  <a:lnTo>
                    <a:pt x="0" y="71119"/>
                  </a:lnTo>
                  <a:lnTo>
                    <a:pt x="3809" y="71119"/>
                  </a:lnTo>
                  <a:lnTo>
                    <a:pt x="3809" y="69850"/>
                  </a:lnTo>
                  <a:close/>
                </a:path>
                <a:path w="201929" h="100330">
                  <a:moveTo>
                    <a:pt x="3809" y="66039"/>
                  </a:moveTo>
                  <a:lnTo>
                    <a:pt x="0" y="66039"/>
                  </a:lnTo>
                  <a:lnTo>
                    <a:pt x="0" y="68579"/>
                  </a:lnTo>
                  <a:lnTo>
                    <a:pt x="3809" y="68579"/>
                  </a:lnTo>
                  <a:lnTo>
                    <a:pt x="3809" y="66039"/>
                  </a:lnTo>
                  <a:close/>
                </a:path>
                <a:path w="201929" h="100330">
                  <a:moveTo>
                    <a:pt x="3809" y="63500"/>
                  </a:moveTo>
                  <a:lnTo>
                    <a:pt x="0" y="63500"/>
                  </a:lnTo>
                  <a:lnTo>
                    <a:pt x="0" y="64769"/>
                  </a:lnTo>
                  <a:lnTo>
                    <a:pt x="3809" y="64769"/>
                  </a:lnTo>
                  <a:lnTo>
                    <a:pt x="3809" y="63500"/>
                  </a:lnTo>
                  <a:close/>
                </a:path>
                <a:path w="201929" h="100330">
                  <a:moveTo>
                    <a:pt x="3809" y="59689"/>
                  </a:moveTo>
                  <a:lnTo>
                    <a:pt x="0" y="59689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9689"/>
                  </a:lnTo>
                  <a:close/>
                </a:path>
                <a:path w="201929" h="100330">
                  <a:moveTo>
                    <a:pt x="3809" y="57150"/>
                  </a:moveTo>
                  <a:lnTo>
                    <a:pt x="0" y="57150"/>
                  </a:lnTo>
                  <a:lnTo>
                    <a:pt x="0" y="58419"/>
                  </a:lnTo>
                  <a:lnTo>
                    <a:pt x="3809" y="58419"/>
                  </a:lnTo>
                  <a:lnTo>
                    <a:pt x="3809" y="57150"/>
                  </a:lnTo>
                  <a:close/>
                </a:path>
                <a:path w="201929" h="100330">
                  <a:moveTo>
                    <a:pt x="3809" y="53339"/>
                  </a:moveTo>
                  <a:lnTo>
                    <a:pt x="0" y="53339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53339"/>
                  </a:lnTo>
                  <a:close/>
                </a:path>
                <a:path w="201929" h="100330">
                  <a:moveTo>
                    <a:pt x="3809" y="50800"/>
                  </a:moveTo>
                  <a:lnTo>
                    <a:pt x="0" y="50800"/>
                  </a:lnTo>
                  <a:lnTo>
                    <a:pt x="0" y="52069"/>
                  </a:lnTo>
                  <a:lnTo>
                    <a:pt x="3809" y="52069"/>
                  </a:lnTo>
                  <a:lnTo>
                    <a:pt x="3809" y="50800"/>
                  </a:lnTo>
                  <a:close/>
                </a:path>
                <a:path w="201929" h="100330">
                  <a:moveTo>
                    <a:pt x="3809" y="46989"/>
                  </a:moveTo>
                  <a:lnTo>
                    <a:pt x="0" y="46989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6989"/>
                  </a:lnTo>
                  <a:close/>
                </a:path>
                <a:path w="201929" h="100330">
                  <a:moveTo>
                    <a:pt x="3809" y="44450"/>
                  </a:moveTo>
                  <a:lnTo>
                    <a:pt x="0" y="44450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44450"/>
                  </a:lnTo>
                  <a:close/>
                </a:path>
                <a:path w="201929" h="100330">
                  <a:moveTo>
                    <a:pt x="3809" y="40639"/>
                  </a:moveTo>
                  <a:lnTo>
                    <a:pt x="0" y="40639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40639"/>
                  </a:lnTo>
                  <a:close/>
                </a:path>
                <a:path w="201929" h="100330">
                  <a:moveTo>
                    <a:pt x="3809" y="38100"/>
                  </a:moveTo>
                  <a:lnTo>
                    <a:pt x="0" y="38100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8100"/>
                  </a:lnTo>
                  <a:close/>
                </a:path>
                <a:path w="201929" h="100330">
                  <a:moveTo>
                    <a:pt x="3809" y="34289"/>
                  </a:moveTo>
                  <a:lnTo>
                    <a:pt x="0" y="34289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4289"/>
                  </a:lnTo>
                  <a:close/>
                </a:path>
                <a:path w="201929" h="100330">
                  <a:moveTo>
                    <a:pt x="3809" y="31750"/>
                  </a:moveTo>
                  <a:lnTo>
                    <a:pt x="0" y="31750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31750"/>
                  </a:lnTo>
                  <a:close/>
                </a:path>
                <a:path w="201929" h="100330">
                  <a:moveTo>
                    <a:pt x="3809" y="27939"/>
                  </a:moveTo>
                  <a:lnTo>
                    <a:pt x="0" y="27939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27939"/>
                  </a:lnTo>
                  <a:close/>
                </a:path>
                <a:path w="201929" h="100330">
                  <a:moveTo>
                    <a:pt x="3809" y="25400"/>
                  </a:moveTo>
                  <a:lnTo>
                    <a:pt x="0" y="25400"/>
                  </a:lnTo>
                  <a:lnTo>
                    <a:pt x="0" y="26669"/>
                  </a:lnTo>
                  <a:lnTo>
                    <a:pt x="3809" y="26669"/>
                  </a:lnTo>
                  <a:lnTo>
                    <a:pt x="3809" y="25400"/>
                  </a:lnTo>
                  <a:close/>
                </a:path>
                <a:path w="201929" h="100330">
                  <a:moveTo>
                    <a:pt x="3809" y="21589"/>
                  </a:moveTo>
                  <a:lnTo>
                    <a:pt x="0" y="21589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21589"/>
                  </a:lnTo>
                  <a:close/>
                </a:path>
                <a:path w="201929" h="100330">
                  <a:moveTo>
                    <a:pt x="3809" y="19050"/>
                  </a:moveTo>
                  <a:lnTo>
                    <a:pt x="0" y="19050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9050"/>
                  </a:lnTo>
                  <a:close/>
                </a:path>
                <a:path w="201929" h="100330">
                  <a:moveTo>
                    <a:pt x="3809" y="15239"/>
                  </a:moveTo>
                  <a:lnTo>
                    <a:pt x="0" y="15239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5239"/>
                  </a:lnTo>
                  <a:close/>
                </a:path>
                <a:path w="201929" h="100330">
                  <a:moveTo>
                    <a:pt x="3809" y="12700"/>
                  </a:moveTo>
                  <a:lnTo>
                    <a:pt x="0" y="12700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12700"/>
                  </a:lnTo>
                  <a:close/>
                </a:path>
                <a:path w="201929" h="100330">
                  <a:moveTo>
                    <a:pt x="3809" y="8889"/>
                  </a:moveTo>
                  <a:lnTo>
                    <a:pt x="0" y="8889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8889"/>
                  </a:lnTo>
                  <a:close/>
                </a:path>
                <a:path w="201929" h="100330">
                  <a:moveTo>
                    <a:pt x="3809" y="6350"/>
                  </a:moveTo>
                  <a:lnTo>
                    <a:pt x="0" y="6350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6350"/>
                  </a:lnTo>
                  <a:close/>
                </a:path>
                <a:path w="201929" h="100330">
                  <a:moveTo>
                    <a:pt x="1269" y="1269"/>
                  </a:moveTo>
                  <a:lnTo>
                    <a:pt x="0" y="1269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2539"/>
                  </a:lnTo>
                  <a:lnTo>
                    <a:pt x="1269" y="2539"/>
                  </a:lnTo>
                  <a:lnTo>
                    <a:pt x="1269" y="1269"/>
                  </a:lnTo>
                  <a:close/>
                </a:path>
                <a:path w="201929" h="100330">
                  <a:moveTo>
                    <a:pt x="3809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DCD1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4" name="object 3444"/>
            <p:cNvSpPr/>
            <p:nvPr/>
          </p:nvSpPr>
          <p:spPr>
            <a:xfrm>
              <a:off x="5999480" y="2686050"/>
              <a:ext cx="191770" cy="99060"/>
            </a:xfrm>
            <a:custGeom>
              <a:avLst/>
              <a:gdLst/>
              <a:ahLst/>
              <a:cxnLst/>
              <a:rect l="l" t="t" r="r" b="b"/>
              <a:pathLst>
                <a:path w="191770" h="99060">
                  <a:moveTo>
                    <a:pt x="191770" y="97789"/>
                  </a:moveTo>
                  <a:lnTo>
                    <a:pt x="0" y="97789"/>
                  </a:lnTo>
                  <a:lnTo>
                    <a:pt x="0" y="99060"/>
                  </a:lnTo>
                  <a:lnTo>
                    <a:pt x="191770" y="99060"/>
                  </a:lnTo>
                  <a:lnTo>
                    <a:pt x="191770" y="97789"/>
                  </a:lnTo>
                  <a:close/>
                </a:path>
                <a:path w="191770" h="99060">
                  <a:moveTo>
                    <a:pt x="189230" y="96647"/>
                  </a:moveTo>
                  <a:lnTo>
                    <a:pt x="187960" y="96647"/>
                  </a:lnTo>
                  <a:lnTo>
                    <a:pt x="187960" y="97789"/>
                  </a:lnTo>
                  <a:lnTo>
                    <a:pt x="189230" y="97789"/>
                  </a:lnTo>
                  <a:lnTo>
                    <a:pt x="189230" y="96647"/>
                  </a:lnTo>
                  <a:close/>
                </a:path>
                <a:path w="191770" h="99060">
                  <a:moveTo>
                    <a:pt x="3810" y="93980"/>
                  </a:moveTo>
                  <a:lnTo>
                    <a:pt x="0" y="93980"/>
                  </a:lnTo>
                  <a:lnTo>
                    <a:pt x="0" y="96647"/>
                  </a:lnTo>
                  <a:lnTo>
                    <a:pt x="187960" y="96647"/>
                  </a:lnTo>
                  <a:lnTo>
                    <a:pt x="187960" y="95250"/>
                  </a:lnTo>
                  <a:lnTo>
                    <a:pt x="3810" y="95250"/>
                  </a:lnTo>
                  <a:lnTo>
                    <a:pt x="3810" y="93980"/>
                  </a:lnTo>
                  <a:close/>
                </a:path>
                <a:path w="191770" h="99060">
                  <a:moveTo>
                    <a:pt x="3810" y="91439"/>
                  </a:moveTo>
                  <a:lnTo>
                    <a:pt x="0" y="91439"/>
                  </a:lnTo>
                  <a:lnTo>
                    <a:pt x="0" y="92710"/>
                  </a:lnTo>
                  <a:lnTo>
                    <a:pt x="3810" y="92710"/>
                  </a:lnTo>
                  <a:lnTo>
                    <a:pt x="3810" y="91439"/>
                  </a:lnTo>
                  <a:close/>
                </a:path>
                <a:path w="191770" h="99060">
                  <a:moveTo>
                    <a:pt x="3810" y="87630"/>
                  </a:moveTo>
                  <a:lnTo>
                    <a:pt x="0" y="87630"/>
                  </a:lnTo>
                  <a:lnTo>
                    <a:pt x="0" y="90297"/>
                  </a:lnTo>
                  <a:lnTo>
                    <a:pt x="3810" y="90297"/>
                  </a:lnTo>
                  <a:lnTo>
                    <a:pt x="3810" y="87630"/>
                  </a:lnTo>
                  <a:close/>
                </a:path>
                <a:path w="191770" h="99060">
                  <a:moveTo>
                    <a:pt x="3810" y="85089"/>
                  </a:moveTo>
                  <a:lnTo>
                    <a:pt x="0" y="85089"/>
                  </a:lnTo>
                  <a:lnTo>
                    <a:pt x="0" y="86360"/>
                  </a:lnTo>
                  <a:lnTo>
                    <a:pt x="3810" y="86360"/>
                  </a:lnTo>
                  <a:lnTo>
                    <a:pt x="3810" y="85089"/>
                  </a:lnTo>
                  <a:close/>
                </a:path>
                <a:path w="191770" h="99060">
                  <a:moveTo>
                    <a:pt x="3810" y="81280"/>
                  </a:moveTo>
                  <a:lnTo>
                    <a:pt x="0" y="81280"/>
                  </a:lnTo>
                  <a:lnTo>
                    <a:pt x="0" y="83947"/>
                  </a:lnTo>
                  <a:lnTo>
                    <a:pt x="3810" y="83947"/>
                  </a:lnTo>
                  <a:lnTo>
                    <a:pt x="3810" y="81280"/>
                  </a:lnTo>
                  <a:close/>
                </a:path>
                <a:path w="191770" h="99060">
                  <a:moveTo>
                    <a:pt x="3810" y="78739"/>
                  </a:moveTo>
                  <a:lnTo>
                    <a:pt x="0" y="78739"/>
                  </a:lnTo>
                  <a:lnTo>
                    <a:pt x="0" y="80010"/>
                  </a:lnTo>
                  <a:lnTo>
                    <a:pt x="3810" y="80010"/>
                  </a:lnTo>
                  <a:lnTo>
                    <a:pt x="3810" y="78739"/>
                  </a:lnTo>
                  <a:close/>
                </a:path>
                <a:path w="191770" h="99060">
                  <a:moveTo>
                    <a:pt x="3810" y="74930"/>
                  </a:moveTo>
                  <a:lnTo>
                    <a:pt x="0" y="74930"/>
                  </a:lnTo>
                  <a:lnTo>
                    <a:pt x="0" y="77597"/>
                  </a:lnTo>
                  <a:lnTo>
                    <a:pt x="3810" y="77597"/>
                  </a:lnTo>
                  <a:lnTo>
                    <a:pt x="3810" y="74930"/>
                  </a:lnTo>
                  <a:close/>
                </a:path>
                <a:path w="191770" h="99060">
                  <a:moveTo>
                    <a:pt x="3810" y="72389"/>
                  </a:moveTo>
                  <a:lnTo>
                    <a:pt x="0" y="72389"/>
                  </a:lnTo>
                  <a:lnTo>
                    <a:pt x="0" y="73660"/>
                  </a:lnTo>
                  <a:lnTo>
                    <a:pt x="3810" y="73660"/>
                  </a:lnTo>
                  <a:lnTo>
                    <a:pt x="3810" y="72389"/>
                  </a:lnTo>
                  <a:close/>
                </a:path>
                <a:path w="191770" h="99060">
                  <a:moveTo>
                    <a:pt x="3810" y="68580"/>
                  </a:moveTo>
                  <a:lnTo>
                    <a:pt x="0" y="68580"/>
                  </a:lnTo>
                  <a:lnTo>
                    <a:pt x="0" y="71247"/>
                  </a:lnTo>
                  <a:lnTo>
                    <a:pt x="3810" y="71247"/>
                  </a:lnTo>
                  <a:lnTo>
                    <a:pt x="3810" y="68580"/>
                  </a:lnTo>
                  <a:close/>
                </a:path>
                <a:path w="191770" h="99060">
                  <a:moveTo>
                    <a:pt x="3810" y="66039"/>
                  </a:moveTo>
                  <a:lnTo>
                    <a:pt x="0" y="66039"/>
                  </a:lnTo>
                  <a:lnTo>
                    <a:pt x="0" y="67310"/>
                  </a:lnTo>
                  <a:lnTo>
                    <a:pt x="3810" y="67310"/>
                  </a:lnTo>
                  <a:lnTo>
                    <a:pt x="3810" y="66039"/>
                  </a:lnTo>
                  <a:close/>
                </a:path>
                <a:path w="191770" h="99060">
                  <a:moveTo>
                    <a:pt x="3810" y="62230"/>
                  </a:moveTo>
                  <a:lnTo>
                    <a:pt x="0" y="62230"/>
                  </a:lnTo>
                  <a:lnTo>
                    <a:pt x="0" y="64897"/>
                  </a:lnTo>
                  <a:lnTo>
                    <a:pt x="3810" y="64897"/>
                  </a:lnTo>
                  <a:lnTo>
                    <a:pt x="3810" y="62230"/>
                  </a:lnTo>
                  <a:close/>
                </a:path>
                <a:path w="191770" h="99060">
                  <a:moveTo>
                    <a:pt x="3810" y="59689"/>
                  </a:moveTo>
                  <a:lnTo>
                    <a:pt x="0" y="59689"/>
                  </a:lnTo>
                  <a:lnTo>
                    <a:pt x="0" y="60960"/>
                  </a:lnTo>
                  <a:lnTo>
                    <a:pt x="3810" y="60960"/>
                  </a:lnTo>
                  <a:lnTo>
                    <a:pt x="3810" y="59689"/>
                  </a:lnTo>
                  <a:close/>
                </a:path>
                <a:path w="191770" h="99060">
                  <a:moveTo>
                    <a:pt x="3810" y="55880"/>
                  </a:moveTo>
                  <a:lnTo>
                    <a:pt x="0" y="55880"/>
                  </a:lnTo>
                  <a:lnTo>
                    <a:pt x="0" y="58547"/>
                  </a:lnTo>
                  <a:lnTo>
                    <a:pt x="3810" y="58547"/>
                  </a:lnTo>
                  <a:lnTo>
                    <a:pt x="3810" y="55880"/>
                  </a:lnTo>
                  <a:close/>
                </a:path>
                <a:path w="191770" h="99060">
                  <a:moveTo>
                    <a:pt x="3810" y="53339"/>
                  </a:moveTo>
                  <a:lnTo>
                    <a:pt x="0" y="53339"/>
                  </a:lnTo>
                  <a:lnTo>
                    <a:pt x="0" y="54610"/>
                  </a:lnTo>
                  <a:lnTo>
                    <a:pt x="3810" y="54610"/>
                  </a:lnTo>
                  <a:lnTo>
                    <a:pt x="3810" y="53339"/>
                  </a:lnTo>
                  <a:close/>
                </a:path>
                <a:path w="191770" h="99060">
                  <a:moveTo>
                    <a:pt x="3810" y="49530"/>
                  </a:moveTo>
                  <a:lnTo>
                    <a:pt x="0" y="49530"/>
                  </a:lnTo>
                  <a:lnTo>
                    <a:pt x="0" y="52197"/>
                  </a:lnTo>
                  <a:lnTo>
                    <a:pt x="3810" y="52197"/>
                  </a:lnTo>
                  <a:lnTo>
                    <a:pt x="3810" y="49530"/>
                  </a:lnTo>
                  <a:close/>
                </a:path>
                <a:path w="191770" h="99060">
                  <a:moveTo>
                    <a:pt x="3810" y="46989"/>
                  </a:moveTo>
                  <a:lnTo>
                    <a:pt x="0" y="46989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6989"/>
                  </a:lnTo>
                  <a:close/>
                </a:path>
                <a:path w="191770" h="99060">
                  <a:moveTo>
                    <a:pt x="3810" y="43180"/>
                  </a:moveTo>
                  <a:lnTo>
                    <a:pt x="0" y="43180"/>
                  </a:lnTo>
                  <a:lnTo>
                    <a:pt x="0" y="45847"/>
                  </a:lnTo>
                  <a:lnTo>
                    <a:pt x="3810" y="45847"/>
                  </a:lnTo>
                  <a:lnTo>
                    <a:pt x="3810" y="43180"/>
                  </a:lnTo>
                  <a:close/>
                </a:path>
                <a:path w="191770" h="99060">
                  <a:moveTo>
                    <a:pt x="3810" y="40639"/>
                  </a:moveTo>
                  <a:lnTo>
                    <a:pt x="0" y="40639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40639"/>
                  </a:lnTo>
                  <a:close/>
                </a:path>
                <a:path w="191770" h="99060">
                  <a:moveTo>
                    <a:pt x="3810" y="36830"/>
                  </a:moveTo>
                  <a:lnTo>
                    <a:pt x="0" y="36830"/>
                  </a:lnTo>
                  <a:lnTo>
                    <a:pt x="0" y="39497"/>
                  </a:lnTo>
                  <a:lnTo>
                    <a:pt x="3810" y="39497"/>
                  </a:lnTo>
                  <a:lnTo>
                    <a:pt x="3810" y="36830"/>
                  </a:lnTo>
                  <a:close/>
                </a:path>
                <a:path w="191770" h="99060">
                  <a:moveTo>
                    <a:pt x="3810" y="34289"/>
                  </a:moveTo>
                  <a:lnTo>
                    <a:pt x="0" y="34289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34289"/>
                  </a:lnTo>
                  <a:close/>
                </a:path>
                <a:path w="191770" h="99060">
                  <a:moveTo>
                    <a:pt x="3810" y="30480"/>
                  </a:moveTo>
                  <a:lnTo>
                    <a:pt x="0" y="30480"/>
                  </a:lnTo>
                  <a:lnTo>
                    <a:pt x="0" y="33147"/>
                  </a:lnTo>
                  <a:lnTo>
                    <a:pt x="3810" y="33147"/>
                  </a:lnTo>
                  <a:lnTo>
                    <a:pt x="3810" y="30480"/>
                  </a:lnTo>
                  <a:close/>
                </a:path>
                <a:path w="191770" h="99060">
                  <a:moveTo>
                    <a:pt x="3810" y="27939"/>
                  </a:moveTo>
                  <a:lnTo>
                    <a:pt x="0" y="27939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7939"/>
                  </a:lnTo>
                  <a:close/>
                </a:path>
                <a:path w="191770" h="99060">
                  <a:moveTo>
                    <a:pt x="3810" y="24130"/>
                  </a:moveTo>
                  <a:lnTo>
                    <a:pt x="0" y="24130"/>
                  </a:lnTo>
                  <a:lnTo>
                    <a:pt x="0" y="26797"/>
                  </a:lnTo>
                  <a:lnTo>
                    <a:pt x="3810" y="26797"/>
                  </a:lnTo>
                  <a:lnTo>
                    <a:pt x="3810" y="24130"/>
                  </a:lnTo>
                  <a:close/>
                </a:path>
                <a:path w="191770" h="99060">
                  <a:moveTo>
                    <a:pt x="3810" y="21589"/>
                  </a:moveTo>
                  <a:lnTo>
                    <a:pt x="0" y="21589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21589"/>
                  </a:lnTo>
                  <a:close/>
                </a:path>
                <a:path w="191770" h="99060">
                  <a:moveTo>
                    <a:pt x="3810" y="17780"/>
                  </a:moveTo>
                  <a:lnTo>
                    <a:pt x="0" y="17780"/>
                  </a:lnTo>
                  <a:lnTo>
                    <a:pt x="0" y="20447"/>
                  </a:lnTo>
                  <a:lnTo>
                    <a:pt x="3810" y="20447"/>
                  </a:lnTo>
                  <a:lnTo>
                    <a:pt x="3810" y="17780"/>
                  </a:lnTo>
                  <a:close/>
                </a:path>
                <a:path w="191770" h="99060">
                  <a:moveTo>
                    <a:pt x="3810" y="15239"/>
                  </a:moveTo>
                  <a:lnTo>
                    <a:pt x="0" y="15239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5239"/>
                  </a:lnTo>
                  <a:close/>
                </a:path>
                <a:path w="191770" h="99060">
                  <a:moveTo>
                    <a:pt x="3810" y="11430"/>
                  </a:moveTo>
                  <a:lnTo>
                    <a:pt x="0" y="11430"/>
                  </a:lnTo>
                  <a:lnTo>
                    <a:pt x="0" y="14097"/>
                  </a:lnTo>
                  <a:lnTo>
                    <a:pt x="3810" y="14097"/>
                  </a:lnTo>
                  <a:lnTo>
                    <a:pt x="3810" y="11430"/>
                  </a:lnTo>
                  <a:close/>
                </a:path>
                <a:path w="191770" h="99060">
                  <a:moveTo>
                    <a:pt x="3810" y="8889"/>
                  </a:moveTo>
                  <a:lnTo>
                    <a:pt x="0" y="8889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8889"/>
                  </a:lnTo>
                  <a:close/>
                </a:path>
                <a:path w="191770" h="99060">
                  <a:moveTo>
                    <a:pt x="3810" y="5080"/>
                  </a:moveTo>
                  <a:lnTo>
                    <a:pt x="0" y="5080"/>
                  </a:lnTo>
                  <a:lnTo>
                    <a:pt x="0" y="7747"/>
                  </a:lnTo>
                  <a:lnTo>
                    <a:pt x="3810" y="7747"/>
                  </a:lnTo>
                  <a:lnTo>
                    <a:pt x="3810" y="5080"/>
                  </a:lnTo>
                  <a:close/>
                </a:path>
                <a:path w="191770" h="99060">
                  <a:moveTo>
                    <a:pt x="2540" y="1397"/>
                  </a:moveTo>
                  <a:lnTo>
                    <a:pt x="0" y="1397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2539"/>
                  </a:lnTo>
                  <a:lnTo>
                    <a:pt x="2540" y="2539"/>
                  </a:lnTo>
                  <a:lnTo>
                    <a:pt x="2540" y="1397"/>
                  </a:lnTo>
                  <a:close/>
                </a:path>
                <a:path w="191770" h="99060">
                  <a:moveTo>
                    <a:pt x="3810" y="0"/>
                  </a:moveTo>
                  <a:lnTo>
                    <a:pt x="2540" y="0"/>
                  </a:lnTo>
                  <a:lnTo>
                    <a:pt x="2540" y="1397"/>
                  </a:lnTo>
                  <a:lnTo>
                    <a:pt x="3810" y="13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DAD0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5" name="object 3445"/>
            <p:cNvSpPr/>
            <p:nvPr/>
          </p:nvSpPr>
          <p:spPr>
            <a:xfrm>
              <a:off x="6003290" y="2684780"/>
              <a:ext cx="181610" cy="96520"/>
            </a:xfrm>
            <a:custGeom>
              <a:avLst/>
              <a:gdLst/>
              <a:ahLst/>
              <a:cxnLst/>
              <a:rect l="l" t="t" r="r" b="b"/>
              <a:pathLst>
                <a:path w="181610" h="96519">
                  <a:moveTo>
                    <a:pt x="181610" y="95250"/>
                  </a:moveTo>
                  <a:lnTo>
                    <a:pt x="0" y="95250"/>
                  </a:lnTo>
                  <a:lnTo>
                    <a:pt x="0" y="96520"/>
                  </a:lnTo>
                  <a:lnTo>
                    <a:pt x="181610" y="96520"/>
                  </a:lnTo>
                  <a:lnTo>
                    <a:pt x="181610" y="95250"/>
                  </a:lnTo>
                  <a:close/>
                </a:path>
                <a:path w="181610" h="96519">
                  <a:moveTo>
                    <a:pt x="179070" y="94107"/>
                  </a:moveTo>
                  <a:lnTo>
                    <a:pt x="177800" y="94107"/>
                  </a:lnTo>
                  <a:lnTo>
                    <a:pt x="177800" y="95250"/>
                  </a:lnTo>
                  <a:lnTo>
                    <a:pt x="179070" y="95250"/>
                  </a:lnTo>
                  <a:lnTo>
                    <a:pt x="179070" y="94107"/>
                  </a:lnTo>
                  <a:close/>
                </a:path>
                <a:path w="181610" h="96519">
                  <a:moveTo>
                    <a:pt x="177800" y="92710"/>
                  </a:moveTo>
                  <a:lnTo>
                    <a:pt x="0" y="92710"/>
                  </a:lnTo>
                  <a:lnTo>
                    <a:pt x="0" y="94107"/>
                  </a:lnTo>
                  <a:lnTo>
                    <a:pt x="177800" y="94107"/>
                  </a:lnTo>
                  <a:lnTo>
                    <a:pt x="177800" y="92710"/>
                  </a:lnTo>
                  <a:close/>
                </a:path>
                <a:path w="181610" h="96519">
                  <a:moveTo>
                    <a:pt x="3810" y="88900"/>
                  </a:moveTo>
                  <a:lnTo>
                    <a:pt x="0" y="88900"/>
                  </a:lnTo>
                  <a:lnTo>
                    <a:pt x="0" y="91567"/>
                  </a:lnTo>
                  <a:lnTo>
                    <a:pt x="3810" y="91567"/>
                  </a:lnTo>
                  <a:lnTo>
                    <a:pt x="3810" y="88900"/>
                  </a:lnTo>
                  <a:close/>
                </a:path>
                <a:path w="181610" h="96519">
                  <a:moveTo>
                    <a:pt x="3810" y="86360"/>
                  </a:moveTo>
                  <a:lnTo>
                    <a:pt x="0" y="86360"/>
                  </a:lnTo>
                  <a:lnTo>
                    <a:pt x="0" y="87757"/>
                  </a:lnTo>
                  <a:lnTo>
                    <a:pt x="3810" y="87757"/>
                  </a:lnTo>
                  <a:lnTo>
                    <a:pt x="3810" y="86360"/>
                  </a:lnTo>
                  <a:close/>
                </a:path>
                <a:path w="181610" h="96519">
                  <a:moveTo>
                    <a:pt x="3810" y="82550"/>
                  </a:moveTo>
                  <a:lnTo>
                    <a:pt x="0" y="82550"/>
                  </a:lnTo>
                  <a:lnTo>
                    <a:pt x="0" y="85217"/>
                  </a:lnTo>
                  <a:lnTo>
                    <a:pt x="3810" y="85217"/>
                  </a:lnTo>
                  <a:lnTo>
                    <a:pt x="3810" y="82550"/>
                  </a:lnTo>
                  <a:close/>
                </a:path>
                <a:path w="181610" h="96519">
                  <a:moveTo>
                    <a:pt x="3810" y="80010"/>
                  </a:moveTo>
                  <a:lnTo>
                    <a:pt x="0" y="80010"/>
                  </a:lnTo>
                  <a:lnTo>
                    <a:pt x="0" y="81407"/>
                  </a:lnTo>
                  <a:lnTo>
                    <a:pt x="3810" y="81407"/>
                  </a:lnTo>
                  <a:lnTo>
                    <a:pt x="3810" y="80010"/>
                  </a:lnTo>
                  <a:close/>
                </a:path>
                <a:path w="181610" h="96519">
                  <a:moveTo>
                    <a:pt x="3810" y="76200"/>
                  </a:moveTo>
                  <a:lnTo>
                    <a:pt x="0" y="76200"/>
                  </a:lnTo>
                  <a:lnTo>
                    <a:pt x="0" y="78867"/>
                  </a:lnTo>
                  <a:lnTo>
                    <a:pt x="3810" y="78867"/>
                  </a:lnTo>
                  <a:lnTo>
                    <a:pt x="3810" y="76200"/>
                  </a:lnTo>
                  <a:close/>
                </a:path>
                <a:path w="181610" h="96519">
                  <a:moveTo>
                    <a:pt x="3810" y="73660"/>
                  </a:moveTo>
                  <a:lnTo>
                    <a:pt x="0" y="73660"/>
                  </a:lnTo>
                  <a:lnTo>
                    <a:pt x="0" y="75057"/>
                  </a:lnTo>
                  <a:lnTo>
                    <a:pt x="3810" y="75057"/>
                  </a:lnTo>
                  <a:lnTo>
                    <a:pt x="3810" y="73660"/>
                  </a:lnTo>
                  <a:close/>
                </a:path>
                <a:path w="181610" h="96519">
                  <a:moveTo>
                    <a:pt x="3810" y="69850"/>
                  </a:moveTo>
                  <a:lnTo>
                    <a:pt x="0" y="69850"/>
                  </a:lnTo>
                  <a:lnTo>
                    <a:pt x="0" y="72517"/>
                  </a:lnTo>
                  <a:lnTo>
                    <a:pt x="3810" y="72517"/>
                  </a:lnTo>
                  <a:lnTo>
                    <a:pt x="3810" y="69850"/>
                  </a:lnTo>
                  <a:close/>
                </a:path>
                <a:path w="181610" h="96519">
                  <a:moveTo>
                    <a:pt x="3810" y="67310"/>
                  </a:moveTo>
                  <a:lnTo>
                    <a:pt x="0" y="67310"/>
                  </a:lnTo>
                  <a:lnTo>
                    <a:pt x="0" y="68707"/>
                  </a:lnTo>
                  <a:lnTo>
                    <a:pt x="3810" y="68707"/>
                  </a:lnTo>
                  <a:lnTo>
                    <a:pt x="3810" y="67310"/>
                  </a:lnTo>
                  <a:close/>
                </a:path>
                <a:path w="181610" h="96519">
                  <a:moveTo>
                    <a:pt x="3810" y="63500"/>
                  </a:moveTo>
                  <a:lnTo>
                    <a:pt x="0" y="63500"/>
                  </a:lnTo>
                  <a:lnTo>
                    <a:pt x="0" y="66167"/>
                  </a:lnTo>
                  <a:lnTo>
                    <a:pt x="3810" y="66167"/>
                  </a:lnTo>
                  <a:lnTo>
                    <a:pt x="3810" y="63500"/>
                  </a:lnTo>
                  <a:close/>
                </a:path>
                <a:path w="181610" h="96519">
                  <a:moveTo>
                    <a:pt x="3810" y="60960"/>
                  </a:moveTo>
                  <a:lnTo>
                    <a:pt x="0" y="60960"/>
                  </a:lnTo>
                  <a:lnTo>
                    <a:pt x="0" y="62357"/>
                  </a:lnTo>
                  <a:lnTo>
                    <a:pt x="3810" y="62357"/>
                  </a:lnTo>
                  <a:lnTo>
                    <a:pt x="3810" y="60960"/>
                  </a:lnTo>
                  <a:close/>
                </a:path>
                <a:path w="181610" h="96519">
                  <a:moveTo>
                    <a:pt x="3810" y="57150"/>
                  </a:moveTo>
                  <a:lnTo>
                    <a:pt x="0" y="57150"/>
                  </a:lnTo>
                  <a:lnTo>
                    <a:pt x="0" y="59817"/>
                  </a:lnTo>
                  <a:lnTo>
                    <a:pt x="3810" y="59817"/>
                  </a:lnTo>
                  <a:lnTo>
                    <a:pt x="3810" y="57150"/>
                  </a:lnTo>
                  <a:close/>
                </a:path>
                <a:path w="181610" h="96519">
                  <a:moveTo>
                    <a:pt x="3810" y="54610"/>
                  </a:moveTo>
                  <a:lnTo>
                    <a:pt x="0" y="54610"/>
                  </a:lnTo>
                  <a:lnTo>
                    <a:pt x="0" y="56007"/>
                  </a:lnTo>
                  <a:lnTo>
                    <a:pt x="3810" y="56007"/>
                  </a:lnTo>
                  <a:lnTo>
                    <a:pt x="3810" y="54610"/>
                  </a:lnTo>
                  <a:close/>
                </a:path>
                <a:path w="181610" h="96519">
                  <a:moveTo>
                    <a:pt x="3810" y="50800"/>
                  </a:moveTo>
                  <a:lnTo>
                    <a:pt x="0" y="50800"/>
                  </a:lnTo>
                  <a:lnTo>
                    <a:pt x="0" y="53467"/>
                  </a:lnTo>
                  <a:lnTo>
                    <a:pt x="3810" y="53467"/>
                  </a:lnTo>
                  <a:lnTo>
                    <a:pt x="3810" y="50800"/>
                  </a:lnTo>
                  <a:close/>
                </a:path>
                <a:path w="181610" h="96519">
                  <a:moveTo>
                    <a:pt x="3810" y="48260"/>
                  </a:moveTo>
                  <a:lnTo>
                    <a:pt x="0" y="48260"/>
                  </a:lnTo>
                  <a:lnTo>
                    <a:pt x="0" y="49657"/>
                  </a:lnTo>
                  <a:lnTo>
                    <a:pt x="3810" y="49657"/>
                  </a:lnTo>
                  <a:lnTo>
                    <a:pt x="3810" y="48260"/>
                  </a:lnTo>
                  <a:close/>
                </a:path>
                <a:path w="181610" h="96519">
                  <a:moveTo>
                    <a:pt x="3810" y="44450"/>
                  </a:moveTo>
                  <a:lnTo>
                    <a:pt x="0" y="44450"/>
                  </a:lnTo>
                  <a:lnTo>
                    <a:pt x="0" y="47117"/>
                  </a:lnTo>
                  <a:lnTo>
                    <a:pt x="3810" y="47117"/>
                  </a:lnTo>
                  <a:lnTo>
                    <a:pt x="3810" y="44450"/>
                  </a:lnTo>
                  <a:close/>
                </a:path>
                <a:path w="181610" h="96519">
                  <a:moveTo>
                    <a:pt x="3810" y="41910"/>
                  </a:moveTo>
                  <a:lnTo>
                    <a:pt x="0" y="41910"/>
                  </a:lnTo>
                  <a:lnTo>
                    <a:pt x="0" y="43307"/>
                  </a:lnTo>
                  <a:lnTo>
                    <a:pt x="3810" y="43307"/>
                  </a:lnTo>
                  <a:lnTo>
                    <a:pt x="3810" y="41910"/>
                  </a:lnTo>
                  <a:close/>
                </a:path>
                <a:path w="181610" h="96519">
                  <a:moveTo>
                    <a:pt x="3810" y="38100"/>
                  </a:moveTo>
                  <a:lnTo>
                    <a:pt x="0" y="38100"/>
                  </a:lnTo>
                  <a:lnTo>
                    <a:pt x="0" y="40767"/>
                  </a:lnTo>
                  <a:lnTo>
                    <a:pt x="3810" y="40767"/>
                  </a:lnTo>
                  <a:lnTo>
                    <a:pt x="3810" y="38100"/>
                  </a:lnTo>
                  <a:close/>
                </a:path>
                <a:path w="181610" h="96519">
                  <a:moveTo>
                    <a:pt x="3810" y="35560"/>
                  </a:moveTo>
                  <a:lnTo>
                    <a:pt x="0" y="35560"/>
                  </a:lnTo>
                  <a:lnTo>
                    <a:pt x="0" y="36957"/>
                  </a:lnTo>
                  <a:lnTo>
                    <a:pt x="3810" y="36957"/>
                  </a:lnTo>
                  <a:lnTo>
                    <a:pt x="3810" y="35560"/>
                  </a:lnTo>
                  <a:close/>
                </a:path>
                <a:path w="181610" h="96519">
                  <a:moveTo>
                    <a:pt x="3810" y="31750"/>
                  </a:moveTo>
                  <a:lnTo>
                    <a:pt x="0" y="31750"/>
                  </a:lnTo>
                  <a:lnTo>
                    <a:pt x="0" y="34417"/>
                  </a:lnTo>
                  <a:lnTo>
                    <a:pt x="3810" y="34417"/>
                  </a:lnTo>
                  <a:lnTo>
                    <a:pt x="3810" y="31750"/>
                  </a:lnTo>
                  <a:close/>
                </a:path>
                <a:path w="181610" h="96519">
                  <a:moveTo>
                    <a:pt x="3810" y="29210"/>
                  </a:moveTo>
                  <a:lnTo>
                    <a:pt x="0" y="29210"/>
                  </a:lnTo>
                  <a:lnTo>
                    <a:pt x="0" y="30607"/>
                  </a:lnTo>
                  <a:lnTo>
                    <a:pt x="3810" y="30607"/>
                  </a:lnTo>
                  <a:lnTo>
                    <a:pt x="3810" y="29210"/>
                  </a:lnTo>
                  <a:close/>
                </a:path>
                <a:path w="181610" h="96519">
                  <a:moveTo>
                    <a:pt x="3810" y="25400"/>
                  </a:moveTo>
                  <a:lnTo>
                    <a:pt x="0" y="25400"/>
                  </a:lnTo>
                  <a:lnTo>
                    <a:pt x="0" y="28067"/>
                  </a:lnTo>
                  <a:lnTo>
                    <a:pt x="3810" y="28067"/>
                  </a:lnTo>
                  <a:lnTo>
                    <a:pt x="3810" y="25400"/>
                  </a:lnTo>
                  <a:close/>
                </a:path>
                <a:path w="181610" h="96519">
                  <a:moveTo>
                    <a:pt x="3810" y="22860"/>
                  </a:moveTo>
                  <a:lnTo>
                    <a:pt x="0" y="22860"/>
                  </a:lnTo>
                  <a:lnTo>
                    <a:pt x="0" y="24257"/>
                  </a:lnTo>
                  <a:lnTo>
                    <a:pt x="3810" y="24257"/>
                  </a:lnTo>
                  <a:lnTo>
                    <a:pt x="3810" y="22860"/>
                  </a:lnTo>
                  <a:close/>
                </a:path>
                <a:path w="181610" h="96519">
                  <a:moveTo>
                    <a:pt x="3810" y="19050"/>
                  </a:moveTo>
                  <a:lnTo>
                    <a:pt x="0" y="19050"/>
                  </a:lnTo>
                  <a:lnTo>
                    <a:pt x="0" y="21717"/>
                  </a:lnTo>
                  <a:lnTo>
                    <a:pt x="3810" y="21717"/>
                  </a:lnTo>
                  <a:lnTo>
                    <a:pt x="3810" y="19050"/>
                  </a:lnTo>
                  <a:close/>
                </a:path>
                <a:path w="181610" h="96519">
                  <a:moveTo>
                    <a:pt x="3810" y="16510"/>
                  </a:moveTo>
                  <a:lnTo>
                    <a:pt x="0" y="16510"/>
                  </a:lnTo>
                  <a:lnTo>
                    <a:pt x="0" y="17907"/>
                  </a:lnTo>
                  <a:lnTo>
                    <a:pt x="3810" y="17907"/>
                  </a:lnTo>
                  <a:lnTo>
                    <a:pt x="3810" y="16510"/>
                  </a:lnTo>
                  <a:close/>
                </a:path>
                <a:path w="181610" h="96519">
                  <a:moveTo>
                    <a:pt x="3810" y="12700"/>
                  </a:moveTo>
                  <a:lnTo>
                    <a:pt x="0" y="12700"/>
                  </a:lnTo>
                  <a:lnTo>
                    <a:pt x="0" y="15367"/>
                  </a:lnTo>
                  <a:lnTo>
                    <a:pt x="3810" y="15367"/>
                  </a:lnTo>
                  <a:lnTo>
                    <a:pt x="3810" y="12700"/>
                  </a:lnTo>
                  <a:close/>
                </a:path>
                <a:path w="181610" h="96519">
                  <a:moveTo>
                    <a:pt x="3810" y="10160"/>
                  </a:moveTo>
                  <a:lnTo>
                    <a:pt x="0" y="10160"/>
                  </a:lnTo>
                  <a:lnTo>
                    <a:pt x="0" y="11557"/>
                  </a:lnTo>
                  <a:lnTo>
                    <a:pt x="3810" y="11557"/>
                  </a:lnTo>
                  <a:lnTo>
                    <a:pt x="3810" y="10160"/>
                  </a:lnTo>
                  <a:close/>
                </a:path>
                <a:path w="181610" h="96519">
                  <a:moveTo>
                    <a:pt x="3810" y="6350"/>
                  </a:moveTo>
                  <a:lnTo>
                    <a:pt x="0" y="6350"/>
                  </a:lnTo>
                  <a:lnTo>
                    <a:pt x="0" y="9017"/>
                  </a:lnTo>
                  <a:lnTo>
                    <a:pt x="3810" y="9017"/>
                  </a:lnTo>
                  <a:lnTo>
                    <a:pt x="3810" y="6350"/>
                  </a:lnTo>
                  <a:close/>
                </a:path>
                <a:path w="181610" h="96519">
                  <a:moveTo>
                    <a:pt x="3810" y="3810"/>
                  </a:moveTo>
                  <a:lnTo>
                    <a:pt x="0" y="3810"/>
                  </a:lnTo>
                  <a:lnTo>
                    <a:pt x="0" y="5207"/>
                  </a:lnTo>
                  <a:lnTo>
                    <a:pt x="3810" y="5207"/>
                  </a:lnTo>
                  <a:lnTo>
                    <a:pt x="3810" y="3810"/>
                  </a:lnTo>
                  <a:close/>
                </a:path>
                <a:path w="181610" h="96519">
                  <a:moveTo>
                    <a:pt x="3810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2667"/>
                  </a:lnTo>
                  <a:lnTo>
                    <a:pt x="3810" y="266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D9CE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6" name="object 3446"/>
            <p:cNvSpPr/>
            <p:nvPr/>
          </p:nvSpPr>
          <p:spPr>
            <a:xfrm>
              <a:off x="6007100" y="2682240"/>
              <a:ext cx="171450" cy="95250"/>
            </a:xfrm>
            <a:custGeom>
              <a:avLst/>
              <a:gdLst/>
              <a:ahLst/>
              <a:cxnLst/>
              <a:rect l="l" t="t" r="r" b="b"/>
              <a:pathLst>
                <a:path w="171450" h="95250">
                  <a:moveTo>
                    <a:pt x="171450" y="94107"/>
                  </a:moveTo>
                  <a:lnTo>
                    <a:pt x="168910" y="94107"/>
                  </a:lnTo>
                  <a:lnTo>
                    <a:pt x="168910" y="95250"/>
                  </a:lnTo>
                  <a:lnTo>
                    <a:pt x="171450" y="95250"/>
                  </a:lnTo>
                  <a:lnTo>
                    <a:pt x="171450" y="94107"/>
                  </a:lnTo>
                  <a:close/>
                </a:path>
                <a:path w="171450" h="95250">
                  <a:moveTo>
                    <a:pt x="2539" y="91439"/>
                  </a:moveTo>
                  <a:lnTo>
                    <a:pt x="0" y="91439"/>
                  </a:lnTo>
                  <a:lnTo>
                    <a:pt x="0" y="94107"/>
                  </a:lnTo>
                  <a:lnTo>
                    <a:pt x="168910" y="94107"/>
                  </a:lnTo>
                  <a:lnTo>
                    <a:pt x="168910" y="92837"/>
                  </a:lnTo>
                  <a:lnTo>
                    <a:pt x="2539" y="92837"/>
                  </a:lnTo>
                  <a:lnTo>
                    <a:pt x="2539" y="91439"/>
                  </a:lnTo>
                  <a:close/>
                </a:path>
                <a:path w="171450" h="95250">
                  <a:moveTo>
                    <a:pt x="2539" y="88900"/>
                  </a:moveTo>
                  <a:lnTo>
                    <a:pt x="0" y="88900"/>
                  </a:lnTo>
                  <a:lnTo>
                    <a:pt x="0" y="90297"/>
                  </a:lnTo>
                  <a:lnTo>
                    <a:pt x="2539" y="90297"/>
                  </a:lnTo>
                  <a:lnTo>
                    <a:pt x="2539" y="88900"/>
                  </a:lnTo>
                  <a:close/>
                </a:path>
                <a:path w="171450" h="95250">
                  <a:moveTo>
                    <a:pt x="2539" y="85089"/>
                  </a:moveTo>
                  <a:lnTo>
                    <a:pt x="0" y="85089"/>
                  </a:lnTo>
                  <a:lnTo>
                    <a:pt x="0" y="87757"/>
                  </a:lnTo>
                  <a:lnTo>
                    <a:pt x="2539" y="87757"/>
                  </a:lnTo>
                  <a:lnTo>
                    <a:pt x="2539" y="85089"/>
                  </a:lnTo>
                  <a:close/>
                </a:path>
                <a:path w="171450" h="95250">
                  <a:moveTo>
                    <a:pt x="2539" y="82550"/>
                  </a:moveTo>
                  <a:lnTo>
                    <a:pt x="0" y="82550"/>
                  </a:lnTo>
                  <a:lnTo>
                    <a:pt x="0" y="83947"/>
                  </a:lnTo>
                  <a:lnTo>
                    <a:pt x="2539" y="83947"/>
                  </a:lnTo>
                  <a:lnTo>
                    <a:pt x="2539" y="82550"/>
                  </a:lnTo>
                  <a:close/>
                </a:path>
                <a:path w="171450" h="95250">
                  <a:moveTo>
                    <a:pt x="2539" y="78739"/>
                  </a:moveTo>
                  <a:lnTo>
                    <a:pt x="0" y="78739"/>
                  </a:lnTo>
                  <a:lnTo>
                    <a:pt x="0" y="81407"/>
                  </a:lnTo>
                  <a:lnTo>
                    <a:pt x="2539" y="81407"/>
                  </a:lnTo>
                  <a:lnTo>
                    <a:pt x="2539" y="78739"/>
                  </a:lnTo>
                  <a:close/>
                </a:path>
                <a:path w="171450" h="95250">
                  <a:moveTo>
                    <a:pt x="2539" y="76200"/>
                  </a:moveTo>
                  <a:lnTo>
                    <a:pt x="0" y="76200"/>
                  </a:lnTo>
                  <a:lnTo>
                    <a:pt x="0" y="77597"/>
                  </a:lnTo>
                  <a:lnTo>
                    <a:pt x="2539" y="77597"/>
                  </a:lnTo>
                  <a:lnTo>
                    <a:pt x="2539" y="76200"/>
                  </a:lnTo>
                  <a:close/>
                </a:path>
                <a:path w="171450" h="95250">
                  <a:moveTo>
                    <a:pt x="2539" y="72389"/>
                  </a:moveTo>
                  <a:lnTo>
                    <a:pt x="0" y="72389"/>
                  </a:lnTo>
                  <a:lnTo>
                    <a:pt x="0" y="75057"/>
                  </a:lnTo>
                  <a:lnTo>
                    <a:pt x="2539" y="75057"/>
                  </a:lnTo>
                  <a:lnTo>
                    <a:pt x="2539" y="72389"/>
                  </a:lnTo>
                  <a:close/>
                </a:path>
                <a:path w="171450" h="95250">
                  <a:moveTo>
                    <a:pt x="2539" y="69850"/>
                  </a:moveTo>
                  <a:lnTo>
                    <a:pt x="0" y="69850"/>
                  </a:lnTo>
                  <a:lnTo>
                    <a:pt x="0" y="71247"/>
                  </a:lnTo>
                  <a:lnTo>
                    <a:pt x="2539" y="71247"/>
                  </a:lnTo>
                  <a:lnTo>
                    <a:pt x="2539" y="69850"/>
                  </a:lnTo>
                  <a:close/>
                </a:path>
                <a:path w="171450" h="95250">
                  <a:moveTo>
                    <a:pt x="2539" y="66039"/>
                  </a:moveTo>
                  <a:lnTo>
                    <a:pt x="0" y="66039"/>
                  </a:lnTo>
                  <a:lnTo>
                    <a:pt x="0" y="68707"/>
                  </a:lnTo>
                  <a:lnTo>
                    <a:pt x="2539" y="68707"/>
                  </a:lnTo>
                  <a:lnTo>
                    <a:pt x="2539" y="66039"/>
                  </a:lnTo>
                  <a:close/>
                </a:path>
                <a:path w="171450" h="95250">
                  <a:moveTo>
                    <a:pt x="2539" y="63500"/>
                  </a:moveTo>
                  <a:lnTo>
                    <a:pt x="0" y="63500"/>
                  </a:lnTo>
                  <a:lnTo>
                    <a:pt x="0" y="64897"/>
                  </a:lnTo>
                  <a:lnTo>
                    <a:pt x="2539" y="64897"/>
                  </a:lnTo>
                  <a:lnTo>
                    <a:pt x="2539" y="63500"/>
                  </a:lnTo>
                  <a:close/>
                </a:path>
                <a:path w="171450" h="95250">
                  <a:moveTo>
                    <a:pt x="2539" y="59689"/>
                  </a:moveTo>
                  <a:lnTo>
                    <a:pt x="0" y="59689"/>
                  </a:lnTo>
                  <a:lnTo>
                    <a:pt x="0" y="62357"/>
                  </a:lnTo>
                  <a:lnTo>
                    <a:pt x="2539" y="62357"/>
                  </a:lnTo>
                  <a:lnTo>
                    <a:pt x="2539" y="59689"/>
                  </a:lnTo>
                  <a:close/>
                </a:path>
                <a:path w="171450" h="95250">
                  <a:moveTo>
                    <a:pt x="2539" y="57150"/>
                  </a:moveTo>
                  <a:lnTo>
                    <a:pt x="0" y="57150"/>
                  </a:lnTo>
                  <a:lnTo>
                    <a:pt x="0" y="58547"/>
                  </a:lnTo>
                  <a:lnTo>
                    <a:pt x="2539" y="58547"/>
                  </a:lnTo>
                  <a:lnTo>
                    <a:pt x="2539" y="57150"/>
                  </a:lnTo>
                  <a:close/>
                </a:path>
                <a:path w="171450" h="95250">
                  <a:moveTo>
                    <a:pt x="2539" y="53339"/>
                  </a:moveTo>
                  <a:lnTo>
                    <a:pt x="0" y="53339"/>
                  </a:lnTo>
                  <a:lnTo>
                    <a:pt x="0" y="56007"/>
                  </a:lnTo>
                  <a:lnTo>
                    <a:pt x="2539" y="56007"/>
                  </a:lnTo>
                  <a:lnTo>
                    <a:pt x="2539" y="53339"/>
                  </a:lnTo>
                  <a:close/>
                </a:path>
                <a:path w="171450" h="95250">
                  <a:moveTo>
                    <a:pt x="2539" y="50800"/>
                  </a:moveTo>
                  <a:lnTo>
                    <a:pt x="0" y="50800"/>
                  </a:lnTo>
                  <a:lnTo>
                    <a:pt x="0" y="52197"/>
                  </a:lnTo>
                  <a:lnTo>
                    <a:pt x="2539" y="52197"/>
                  </a:lnTo>
                  <a:lnTo>
                    <a:pt x="2539" y="50800"/>
                  </a:lnTo>
                  <a:close/>
                </a:path>
                <a:path w="171450" h="95250">
                  <a:moveTo>
                    <a:pt x="2539" y="46989"/>
                  </a:moveTo>
                  <a:lnTo>
                    <a:pt x="0" y="46989"/>
                  </a:lnTo>
                  <a:lnTo>
                    <a:pt x="0" y="49657"/>
                  </a:lnTo>
                  <a:lnTo>
                    <a:pt x="2539" y="49657"/>
                  </a:lnTo>
                  <a:lnTo>
                    <a:pt x="2539" y="46989"/>
                  </a:lnTo>
                  <a:close/>
                </a:path>
                <a:path w="171450" h="95250">
                  <a:moveTo>
                    <a:pt x="2539" y="44450"/>
                  </a:moveTo>
                  <a:lnTo>
                    <a:pt x="0" y="44450"/>
                  </a:lnTo>
                  <a:lnTo>
                    <a:pt x="0" y="45847"/>
                  </a:lnTo>
                  <a:lnTo>
                    <a:pt x="2539" y="45847"/>
                  </a:lnTo>
                  <a:lnTo>
                    <a:pt x="2539" y="44450"/>
                  </a:lnTo>
                  <a:close/>
                </a:path>
                <a:path w="171450" h="95250">
                  <a:moveTo>
                    <a:pt x="2539" y="40639"/>
                  </a:moveTo>
                  <a:lnTo>
                    <a:pt x="0" y="40639"/>
                  </a:lnTo>
                  <a:lnTo>
                    <a:pt x="0" y="43307"/>
                  </a:lnTo>
                  <a:lnTo>
                    <a:pt x="2539" y="43307"/>
                  </a:lnTo>
                  <a:lnTo>
                    <a:pt x="2539" y="40639"/>
                  </a:lnTo>
                  <a:close/>
                </a:path>
                <a:path w="171450" h="95250">
                  <a:moveTo>
                    <a:pt x="2539" y="38100"/>
                  </a:moveTo>
                  <a:lnTo>
                    <a:pt x="0" y="38100"/>
                  </a:lnTo>
                  <a:lnTo>
                    <a:pt x="0" y="39497"/>
                  </a:lnTo>
                  <a:lnTo>
                    <a:pt x="2539" y="39497"/>
                  </a:lnTo>
                  <a:lnTo>
                    <a:pt x="2539" y="38100"/>
                  </a:lnTo>
                  <a:close/>
                </a:path>
                <a:path w="171450" h="95250">
                  <a:moveTo>
                    <a:pt x="2539" y="34289"/>
                  </a:moveTo>
                  <a:lnTo>
                    <a:pt x="0" y="34289"/>
                  </a:lnTo>
                  <a:lnTo>
                    <a:pt x="0" y="36957"/>
                  </a:lnTo>
                  <a:lnTo>
                    <a:pt x="2539" y="36957"/>
                  </a:lnTo>
                  <a:lnTo>
                    <a:pt x="2539" y="34289"/>
                  </a:lnTo>
                  <a:close/>
                </a:path>
                <a:path w="171450" h="95250">
                  <a:moveTo>
                    <a:pt x="2539" y="31750"/>
                  </a:moveTo>
                  <a:lnTo>
                    <a:pt x="0" y="31750"/>
                  </a:lnTo>
                  <a:lnTo>
                    <a:pt x="0" y="33147"/>
                  </a:lnTo>
                  <a:lnTo>
                    <a:pt x="2539" y="33147"/>
                  </a:lnTo>
                  <a:lnTo>
                    <a:pt x="2539" y="31750"/>
                  </a:lnTo>
                  <a:close/>
                </a:path>
                <a:path w="171450" h="95250">
                  <a:moveTo>
                    <a:pt x="2539" y="27939"/>
                  </a:moveTo>
                  <a:lnTo>
                    <a:pt x="0" y="27939"/>
                  </a:lnTo>
                  <a:lnTo>
                    <a:pt x="0" y="30607"/>
                  </a:lnTo>
                  <a:lnTo>
                    <a:pt x="2539" y="30607"/>
                  </a:lnTo>
                  <a:lnTo>
                    <a:pt x="2539" y="27939"/>
                  </a:lnTo>
                  <a:close/>
                </a:path>
                <a:path w="171450" h="95250">
                  <a:moveTo>
                    <a:pt x="2539" y="25400"/>
                  </a:moveTo>
                  <a:lnTo>
                    <a:pt x="0" y="25400"/>
                  </a:lnTo>
                  <a:lnTo>
                    <a:pt x="0" y="26797"/>
                  </a:lnTo>
                  <a:lnTo>
                    <a:pt x="2539" y="26797"/>
                  </a:lnTo>
                  <a:lnTo>
                    <a:pt x="2539" y="25400"/>
                  </a:lnTo>
                  <a:close/>
                </a:path>
                <a:path w="171450" h="95250">
                  <a:moveTo>
                    <a:pt x="2539" y="21589"/>
                  </a:moveTo>
                  <a:lnTo>
                    <a:pt x="0" y="21589"/>
                  </a:lnTo>
                  <a:lnTo>
                    <a:pt x="0" y="24257"/>
                  </a:lnTo>
                  <a:lnTo>
                    <a:pt x="2539" y="24257"/>
                  </a:lnTo>
                  <a:lnTo>
                    <a:pt x="2539" y="21589"/>
                  </a:lnTo>
                  <a:close/>
                </a:path>
                <a:path w="171450" h="95250">
                  <a:moveTo>
                    <a:pt x="2539" y="19050"/>
                  </a:moveTo>
                  <a:lnTo>
                    <a:pt x="0" y="19050"/>
                  </a:lnTo>
                  <a:lnTo>
                    <a:pt x="0" y="20447"/>
                  </a:lnTo>
                  <a:lnTo>
                    <a:pt x="2539" y="20447"/>
                  </a:lnTo>
                  <a:lnTo>
                    <a:pt x="2539" y="19050"/>
                  </a:lnTo>
                  <a:close/>
                </a:path>
                <a:path w="171450" h="95250">
                  <a:moveTo>
                    <a:pt x="2539" y="15239"/>
                  </a:moveTo>
                  <a:lnTo>
                    <a:pt x="0" y="15239"/>
                  </a:lnTo>
                  <a:lnTo>
                    <a:pt x="0" y="17907"/>
                  </a:lnTo>
                  <a:lnTo>
                    <a:pt x="2539" y="17907"/>
                  </a:lnTo>
                  <a:lnTo>
                    <a:pt x="2539" y="15239"/>
                  </a:lnTo>
                  <a:close/>
                </a:path>
                <a:path w="171450" h="95250">
                  <a:moveTo>
                    <a:pt x="2539" y="12700"/>
                  </a:moveTo>
                  <a:lnTo>
                    <a:pt x="0" y="12700"/>
                  </a:lnTo>
                  <a:lnTo>
                    <a:pt x="0" y="14097"/>
                  </a:lnTo>
                  <a:lnTo>
                    <a:pt x="2539" y="14097"/>
                  </a:lnTo>
                  <a:lnTo>
                    <a:pt x="2539" y="12700"/>
                  </a:lnTo>
                  <a:close/>
                </a:path>
                <a:path w="171450" h="95250">
                  <a:moveTo>
                    <a:pt x="2539" y="8889"/>
                  </a:moveTo>
                  <a:lnTo>
                    <a:pt x="0" y="8889"/>
                  </a:lnTo>
                  <a:lnTo>
                    <a:pt x="0" y="11557"/>
                  </a:lnTo>
                  <a:lnTo>
                    <a:pt x="2539" y="11557"/>
                  </a:lnTo>
                  <a:lnTo>
                    <a:pt x="2539" y="8889"/>
                  </a:lnTo>
                  <a:close/>
                </a:path>
                <a:path w="171450" h="95250">
                  <a:moveTo>
                    <a:pt x="2539" y="6350"/>
                  </a:moveTo>
                  <a:lnTo>
                    <a:pt x="0" y="6350"/>
                  </a:lnTo>
                  <a:lnTo>
                    <a:pt x="0" y="7747"/>
                  </a:lnTo>
                  <a:lnTo>
                    <a:pt x="2539" y="7747"/>
                  </a:lnTo>
                  <a:lnTo>
                    <a:pt x="2539" y="6350"/>
                  </a:lnTo>
                  <a:close/>
                </a:path>
                <a:path w="171450" h="95250">
                  <a:moveTo>
                    <a:pt x="1270" y="1397"/>
                  </a:moveTo>
                  <a:lnTo>
                    <a:pt x="0" y="1397"/>
                  </a:lnTo>
                  <a:lnTo>
                    <a:pt x="0" y="5207"/>
                  </a:lnTo>
                  <a:lnTo>
                    <a:pt x="2539" y="5207"/>
                  </a:lnTo>
                  <a:lnTo>
                    <a:pt x="2539" y="2539"/>
                  </a:lnTo>
                  <a:lnTo>
                    <a:pt x="1270" y="2539"/>
                  </a:lnTo>
                  <a:lnTo>
                    <a:pt x="1270" y="1397"/>
                  </a:lnTo>
                  <a:close/>
                </a:path>
                <a:path w="171450" h="95250">
                  <a:moveTo>
                    <a:pt x="2539" y="0"/>
                  </a:moveTo>
                  <a:lnTo>
                    <a:pt x="1270" y="0"/>
                  </a:lnTo>
                  <a:lnTo>
                    <a:pt x="1270" y="1397"/>
                  </a:lnTo>
                  <a:lnTo>
                    <a:pt x="2539" y="1397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D8CD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7" name="object 3447"/>
            <p:cNvSpPr/>
            <p:nvPr/>
          </p:nvSpPr>
          <p:spPr>
            <a:xfrm>
              <a:off x="6009640" y="2681097"/>
              <a:ext cx="165100" cy="93980"/>
            </a:xfrm>
            <a:custGeom>
              <a:avLst/>
              <a:gdLst/>
              <a:ahLst/>
              <a:cxnLst/>
              <a:rect l="l" t="t" r="r" b="b"/>
              <a:pathLst>
                <a:path w="165100" h="93980">
                  <a:moveTo>
                    <a:pt x="165100" y="92582"/>
                  </a:moveTo>
                  <a:lnTo>
                    <a:pt x="0" y="92582"/>
                  </a:lnTo>
                  <a:lnTo>
                    <a:pt x="0" y="93852"/>
                  </a:lnTo>
                  <a:lnTo>
                    <a:pt x="165100" y="93852"/>
                  </a:lnTo>
                  <a:lnTo>
                    <a:pt x="165100" y="92582"/>
                  </a:lnTo>
                  <a:close/>
                </a:path>
                <a:path w="165100" h="93980">
                  <a:moveTo>
                    <a:pt x="162560" y="91439"/>
                  </a:moveTo>
                  <a:lnTo>
                    <a:pt x="160020" y="91439"/>
                  </a:lnTo>
                  <a:lnTo>
                    <a:pt x="160020" y="92582"/>
                  </a:lnTo>
                  <a:lnTo>
                    <a:pt x="162560" y="92582"/>
                  </a:lnTo>
                  <a:lnTo>
                    <a:pt x="162560" y="91439"/>
                  </a:lnTo>
                  <a:close/>
                </a:path>
                <a:path w="165100" h="93980">
                  <a:moveTo>
                    <a:pt x="160020" y="90042"/>
                  </a:moveTo>
                  <a:lnTo>
                    <a:pt x="0" y="90042"/>
                  </a:lnTo>
                  <a:lnTo>
                    <a:pt x="0" y="91439"/>
                  </a:lnTo>
                  <a:lnTo>
                    <a:pt x="160020" y="91439"/>
                  </a:lnTo>
                  <a:lnTo>
                    <a:pt x="160020" y="90042"/>
                  </a:lnTo>
                  <a:close/>
                </a:path>
                <a:path w="165100" h="93980">
                  <a:moveTo>
                    <a:pt x="3810" y="86232"/>
                  </a:moveTo>
                  <a:lnTo>
                    <a:pt x="0" y="86232"/>
                  </a:lnTo>
                  <a:lnTo>
                    <a:pt x="0" y="88900"/>
                  </a:lnTo>
                  <a:lnTo>
                    <a:pt x="3810" y="88900"/>
                  </a:lnTo>
                  <a:lnTo>
                    <a:pt x="3810" y="86232"/>
                  </a:lnTo>
                  <a:close/>
                </a:path>
                <a:path w="165100" h="93980">
                  <a:moveTo>
                    <a:pt x="3810" y="83692"/>
                  </a:moveTo>
                  <a:lnTo>
                    <a:pt x="0" y="83692"/>
                  </a:lnTo>
                  <a:lnTo>
                    <a:pt x="0" y="85089"/>
                  </a:lnTo>
                  <a:lnTo>
                    <a:pt x="3810" y="85089"/>
                  </a:lnTo>
                  <a:lnTo>
                    <a:pt x="3810" y="83692"/>
                  </a:lnTo>
                  <a:close/>
                </a:path>
                <a:path w="165100" h="93980">
                  <a:moveTo>
                    <a:pt x="3810" y="79882"/>
                  </a:moveTo>
                  <a:lnTo>
                    <a:pt x="0" y="79882"/>
                  </a:lnTo>
                  <a:lnTo>
                    <a:pt x="0" y="82550"/>
                  </a:lnTo>
                  <a:lnTo>
                    <a:pt x="3810" y="82550"/>
                  </a:lnTo>
                  <a:lnTo>
                    <a:pt x="3810" y="79882"/>
                  </a:lnTo>
                  <a:close/>
                </a:path>
                <a:path w="165100" h="93980">
                  <a:moveTo>
                    <a:pt x="3810" y="77342"/>
                  </a:moveTo>
                  <a:lnTo>
                    <a:pt x="0" y="77342"/>
                  </a:lnTo>
                  <a:lnTo>
                    <a:pt x="0" y="78739"/>
                  </a:lnTo>
                  <a:lnTo>
                    <a:pt x="3810" y="78739"/>
                  </a:lnTo>
                  <a:lnTo>
                    <a:pt x="3810" y="77342"/>
                  </a:lnTo>
                  <a:close/>
                </a:path>
                <a:path w="165100" h="93980">
                  <a:moveTo>
                    <a:pt x="3810" y="73532"/>
                  </a:moveTo>
                  <a:lnTo>
                    <a:pt x="0" y="73532"/>
                  </a:lnTo>
                  <a:lnTo>
                    <a:pt x="0" y="76200"/>
                  </a:lnTo>
                  <a:lnTo>
                    <a:pt x="3810" y="76200"/>
                  </a:lnTo>
                  <a:lnTo>
                    <a:pt x="3810" y="73532"/>
                  </a:lnTo>
                  <a:close/>
                </a:path>
                <a:path w="165100" h="93980">
                  <a:moveTo>
                    <a:pt x="3810" y="70992"/>
                  </a:moveTo>
                  <a:lnTo>
                    <a:pt x="0" y="70992"/>
                  </a:lnTo>
                  <a:lnTo>
                    <a:pt x="0" y="72389"/>
                  </a:lnTo>
                  <a:lnTo>
                    <a:pt x="3810" y="72389"/>
                  </a:lnTo>
                  <a:lnTo>
                    <a:pt x="3810" y="70992"/>
                  </a:lnTo>
                  <a:close/>
                </a:path>
                <a:path w="165100" h="93980">
                  <a:moveTo>
                    <a:pt x="3810" y="67182"/>
                  </a:moveTo>
                  <a:lnTo>
                    <a:pt x="0" y="67182"/>
                  </a:lnTo>
                  <a:lnTo>
                    <a:pt x="0" y="69850"/>
                  </a:lnTo>
                  <a:lnTo>
                    <a:pt x="3810" y="69850"/>
                  </a:lnTo>
                  <a:lnTo>
                    <a:pt x="3810" y="67182"/>
                  </a:lnTo>
                  <a:close/>
                </a:path>
                <a:path w="165100" h="93980">
                  <a:moveTo>
                    <a:pt x="3810" y="64642"/>
                  </a:moveTo>
                  <a:lnTo>
                    <a:pt x="0" y="64642"/>
                  </a:lnTo>
                  <a:lnTo>
                    <a:pt x="0" y="66039"/>
                  </a:lnTo>
                  <a:lnTo>
                    <a:pt x="3810" y="66039"/>
                  </a:lnTo>
                  <a:lnTo>
                    <a:pt x="3810" y="64642"/>
                  </a:lnTo>
                  <a:close/>
                </a:path>
                <a:path w="165100" h="93980">
                  <a:moveTo>
                    <a:pt x="3810" y="60832"/>
                  </a:moveTo>
                  <a:lnTo>
                    <a:pt x="0" y="60832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60832"/>
                  </a:lnTo>
                  <a:close/>
                </a:path>
                <a:path w="165100" h="93980">
                  <a:moveTo>
                    <a:pt x="3810" y="58292"/>
                  </a:moveTo>
                  <a:lnTo>
                    <a:pt x="0" y="58292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8292"/>
                  </a:lnTo>
                  <a:close/>
                </a:path>
                <a:path w="165100" h="93980">
                  <a:moveTo>
                    <a:pt x="3810" y="54482"/>
                  </a:moveTo>
                  <a:lnTo>
                    <a:pt x="0" y="54482"/>
                  </a:lnTo>
                  <a:lnTo>
                    <a:pt x="0" y="57150"/>
                  </a:lnTo>
                  <a:lnTo>
                    <a:pt x="3810" y="57150"/>
                  </a:lnTo>
                  <a:lnTo>
                    <a:pt x="3810" y="54482"/>
                  </a:lnTo>
                  <a:close/>
                </a:path>
                <a:path w="165100" h="93980">
                  <a:moveTo>
                    <a:pt x="3810" y="51942"/>
                  </a:moveTo>
                  <a:lnTo>
                    <a:pt x="0" y="51942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51942"/>
                  </a:lnTo>
                  <a:close/>
                </a:path>
                <a:path w="165100" h="93980">
                  <a:moveTo>
                    <a:pt x="3810" y="48132"/>
                  </a:moveTo>
                  <a:lnTo>
                    <a:pt x="0" y="48132"/>
                  </a:lnTo>
                  <a:lnTo>
                    <a:pt x="0" y="50800"/>
                  </a:lnTo>
                  <a:lnTo>
                    <a:pt x="3810" y="50800"/>
                  </a:lnTo>
                  <a:lnTo>
                    <a:pt x="3810" y="48132"/>
                  </a:lnTo>
                  <a:close/>
                </a:path>
                <a:path w="165100" h="93980">
                  <a:moveTo>
                    <a:pt x="3810" y="45592"/>
                  </a:moveTo>
                  <a:lnTo>
                    <a:pt x="0" y="45592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5592"/>
                  </a:lnTo>
                  <a:close/>
                </a:path>
                <a:path w="165100" h="93980">
                  <a:moveTo>
                    <a:pt x="3810" y="41782"/>
                  </a:moveTo>
                  <a:lnTo>
                    <a:pt x="0" y="41782"/>
                  </a:lnTo>
                  <a:lnTo>
                    <a:pt x="0" y="44450"/>
                  </a:lnTo>
                  <a:lnTo>
                    <a:pt x="3810" y="44450"/>
                  </a:lnTo>
                  <a:lnTo>
                    <a:pt x="3810" y="41782"/>
                  </a:lnTo>
                  <a:close/>
                </a:path>
                <a:path w="165100" h="93980">
                  <a:moveTo>
                    <a:pt x="3810" y="39242"/>
                  </a:moveTo>
                  <a:lnTo>
                    <a:pt x="0" y="39242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9242"/>
                  </a:lnTo>
                  <a:close/>
                </a:path>
                <a:path w="165100" h="93980">
                  <a:moveTo>
                    <a:pt x="3810" y="35432"/>
                  </a:moveTo>
                  <a:lnTo>
                    <a:pt x="0" y="35432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5432"/>
                  </a:lnTo>
                  <a:close/>
                </a:path>
                <a:path w="165100" h="93980">
                  <a:moveTo>
                    <a:pt x="3810" y="32892"/>
                  </a:moveTo>
                  <a:lnTo>
                    <a:pt x="0" y="32892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32892"/>
                  </a:lnTo>
                  <a:close/>
                </a:path>
                <a:path w="165100" h="93980">
                  <a:moveTo>
                    <a:pt x="3810" y="29082"/>
                  </a:moveTo>
                  <a:lnTo>
                    <a:pt x="0" y="29082"/>
                  </a:lnTo>
                  <a:lnTo>
                    <a:pt x="0" y="31750"/>
                  </a:lnTo>
                  <a:lnTo>
                    <a:pt x="3810" y="31750"/>
                  </a:lnTo>
                  <a:lnTo>
                    <a:pt x="3810" y="29082"/>
                  </a:lnTo>
                  <a:close/>
                </a:path>
                <a:path w="165100" h="93980">
                  <a:moveTo>
                    <a:pt x="3810" y="26542"/>
                  </a:moveTo>
                  <a:lnTo>
                    <a:pt x="0" y="26542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6542"/>
                  </a:lnTo>
                  <a:close/>
                </a:path>
                <a:path w="165100" h="93980">
                  <a:moveTo>
                    <a:pt x="3810" y="22732"/>
                  </a:moveTo>
                  <a:lnTo>
                    <a:pt x="0" y="2273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2732"/>
                  </a:lnTo>
                  <a:close/>
                </a:path>
                <a:path w="165100" h="93980">
                  <a:moveTo>
                    <a:pt x="3810" y="20192"/>
                  </a:moveTo>
                  <a:lnTo>
                    <a:pt x="0" y="20192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20192"/>
                  </a:lnTo>
                  <a:close/>
                </a:path>
                <a:path w="165100" h="93980">
                  <a:moveTo>
                    <a:pt x="3810" y="16382"/>
                  </a:moveTo>
                  <a:lnTo>
                    <a:pt x="0" y="16382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6382"/>
                  </a:lnTo>
                  <a:close/>
                </a:path>
                <a:path w="165100" h="93980">
                  <a:moveTo>
                    <a:pt x="3810" y="13842"/>
                  </a:moveTo>
                  <a:lnTo>
                    <a:pt x="0" y="13842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3842"/>
                  </a:lnTo>
                  <a:close/>
                </a:path>
                <a:path w="165100" h="93980">
                  <a:moveTo>
                    <a:pt x="3810" y="10032"/>
                  </a:moveTo>
                  <a:lnTo>
                    <a:pt x="0" y="10032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10032"/>
                  </a:lnTo>
                  <a:close/>
                </a:path>
                <a:path w="165100" h="93980">
                  <a:moveTo>
                    <a:pt x="3810" y="7492"/>
                  </a:moveTo>
                  <a:lnTo>
                    <a:pt x="0" y="7492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7492"/>
                  </a:lnTo>
                  <a:close/>
                </a:path>
                <a:path w="165100" h="93980">
                  <a:moveTo>
                    <a:pt x="3810" y="3682"/>
                  </a:moveTo>
                  <a:lnTo>
                    <a:pt x="0" y="3682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3682"/>
                  </a:lnTo>
                  <a:close/>
                </a:path>
                <a:path w="165100" h="93980">
                  <a:moveTo>
                    <a:pt x="3810" y="0"/>
                  </a:moveTo>
                  <a:lnTo>
                    <a:pt x="1270" y="0"/>
                  </a:lnTo>
                  <a:lnTo>
                    <a:pt x="1270" y="1142"/>
                  </a:lnTo>
                  <a:lnTo>
                    <a:pt x="0" y="1142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D7CC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8" name="object 3448"/>
            <p:cNvSpPr/>
            <p:nvPr/>
          </p:nvSpPr>
          <p:spPr>
            <a:xfrm>
              <a:off x="6013450" y="2679827"/>
              <a:ext cx="153670" cy="91440"/>
            </a:xfrm>
            <a:custGeom>
              <a:avLst/>
              <a:gdLst/>
              <a:ahLst/>
              <a:cxnLst/>
              <a:rect l="l" t="t" r="r" b="b"/>
              <a:pathLst>
                <a:path w="153670" h="91439">
                  <a:moveTo>
                    <a:pt x="153670" y="90170"/>
                  </a:moveTo>
                  <a:lnTo>
                    <a:pt x="152400" y="90170"/>
                  </a:lnTo>
                  <a:lnTo>
                    <a:pt x="152400" y="91312"/>
                  </a:lnTo>
                  <a:lnTo>
                    <a:pt x="153670" y="91312"/>
                  </a:lnTo>
                  <a:lnTo>
                    <a:pt x="153670" y="90170"/>
                  </a:lnTo>
                  <a:close/>
                </a:path>
                <a:path w="153670" h="91439">
                  <a:moveTo>
                    <a:pt x="149860" y="87502"/>
                  </a:moveTo>
                  <a:lnTo>
                    <a:pt x="0" y="87502"/>
                  </a:lnTo>
                  <a:lnTo>
                    <a:pt x="0" y="90170"/>
                  </a:lnTo>
                  <a:lnTo>
                    <a:pt x="152400" y="90170"/>
                  </a:lnTo>
                  <a:lnTo>
                    <a:pt x="152400" y="88900"/>
                  </a:lnTo>
                  <a:lnTo>
                    <a:pt x="149860" y="88900"/>
                  </a:lnTo>
                  <a:lnTo>
                    <a:pt x="149860" y="87502"/>
                  </a:lnTo>
                  <a:close/>
                </a:path>
                <a:path w="153670" h="91439">
                  <a:moveTo>
                    <a:pt x="3810" y="84962"/>
                  </a:moveTo>
                  <a:lnTo>
                    <a:pt x="0" y="84962"/>
                  </a:lnTo>
                  <a:lnTo>
                    <a:pt x="0" y="86360"/>
                  </a:lnTo>
                  <a:lnTo>
                    <a:pt x="3810" y="86360"/>
                  </a:lnTo>
                  <a:lnTo>
                    <a:pt x="3810" y="84962"/>
                  </a:lnTo>
                  <a:close/>
                </a:path>
                <a:path w="153670" h="91439">
                  <a:moveTo>
                    <a:pt x="3810" y="81152"/>
                  </a:moveTo>
                  <a:lnTo>
                    <a:pt x="0" y="81152"/>
                  </a:lnTo>
                  <a:lnTo>
                    <a:pt x="0" y="83820"/>
                  </a:lnTo>
                  <a:lnTo>
                    <a:pt x="3810" y="83820"/>
                  </a:lnTo>
                  <a:lnTo>
                    <a:pt x="3810" y="81152"/>
                  </a:lnTo>
                  <a:close/>
                </a:path>
                <a:path w="153670" h="91439">
                  <a:moveTo>
                    <a:pt x="3810" y="78612"/>
                  </a:moveTo>
                  <a:lnTo>
                    <a:pt x="0" y="78612"/>
                  </a:lnTo>
                  <a:lnTo>
                    <a:pt x="0" y="80010"/>
                  </a:lnTo>
                  <a:lnTo>
                    <a:pt x="3810" y="80010"/>
                  </a:lnTo>
                  <a:lnTo>
                    <a:pt x="3810" y="78612"/>
                  </a:lnTo>
                  <a:close/>
                </a:path>
                <a:path w="153670" h="91439">
                  <a:moveTo>
                    <a:pt x="3810" y="74802"/>
                  </a:moveTo>
                  <a:lnTo>
                    <a:pt x="0" y="74802"/>
                  </a:lnTo>
                  <a:lnTo>
                    <a:pt x="0" y="77470"/>
                  </a:lnTo>
                  <a:lnTo>
                    <a:pt x="3810" y="77470"/>
                  </a:lnTo>
                  <a:lnTo>
                    <a:pt x="3810" y="74802"/>
                  </a:lnTo>
                  <a:close/>
                </a:path>
                <a:path w="153670" h="91439">
                  <a:moveTo>
                    <a:pt x="3810" y="72262"/>
                  </a:moveTo>
                  <a:lnTo>
                    <a:pt x="0" y="72262"/>
                  </a:lnTo>
                  <a:lnTo>
                    <a:pt x="0" y="73660"/>
                  </a:lnTo>
                  <a:lnTo>
                    <a:pt x="3810" y="73660"/>
                  </a:lnTo>
                  <a:lnTo>
                    <a:pt x="3810" y="72262"/>
                  </a:lnTo>
                  <a:close/>
                </a:path>
                <a:path w="153670" h="91439">
                  <a:moveTo>
                    <a:pt x="3810" y="68452"/>
                  </a:moveTo>
                  <a:lnTo>
                    <a:pt x="0" y="68452"/>
                  </a:lnTo>
                  <a:lnTo>
                    <a:pt x="0" y="71120"/>
                  </a:lnTo>
                  <a:lnTo>
                    <a:pt x="3810" y="71120"/>
                  </a:lnTo>
                  <a:lnTo>
                    <a:pt x="3810" y="68452"/>
                  </a:lnTo>
                  <a:close/>
                </a:path>
                <a:path w="153670" h="91439">
                  <a:moveTo>
                    <a:pt x="3810" y="65912"/>
                  </a:moveTo>
                  <a:lnTo>
                    <a:pt x="0" y="65912"/>
                  </a:lnTo>
                  <a:lnTo>
                    <a:pt x="0" y="67310"/>
                  </a:lnTo>
                  <a:lnTo>
                    <a:pt x="3810" y="67310"/>
                  </a:lnTo>
                  <a:lnTo>
                    <a:pt x="3810" y="65912"/>
                  </a:lnTo>
                  <a:close/>
                </a:path>
                <a:path w="153670" h="91439">
                  <a:moveTo>
                    <a:pt x="3810" y="62102"/>
                  </a:moveTo>
                  <a:lnTo>
                    <a:pt x="0" y="62102"/>
                  </a:lnTo>
                  <a:lnTo>
                    <a:pt x="0" y="64770"/>
                  </a:lnTo>
                  <a:lnTo>
                    <a:pt x="3810" y="64770"/>
                  </a:lnTo>
                  <a:lnTo>
                    <a:pt x="3810" y="62102"/>
                  </a:lnTo>
                  <a:close/>
                </a:path>
                <a:path w="153670" h="91439">
                  <a:moveTo>
                    <a:pt x="3810" y="59562"/>
                  </a:moveTo>
                  <a:lnTo>
                    <a:pt x="0" y="59562"/>
                  </a:lnTo>
                  <a:lnTo>
                    <a:pt x="0" y="60960"/>
                  </a:lnTo>
                  <a:lnTo>
                    <a:pt x="3810" y="60960"/>
                  </a:lnTo>
                  <a:lnTo>
                    <a:pt x="3810" y="59562"/>
                  </a:lnTo>
                  <a:close/>
                </a:path>
                <a:path w="153670" h="91439">
                  <a:moveTo>
                    <a:pt x="3810" y="55752"/>
                  </a:moveTo>
                  <a:lnTo>
                    <a:pt x="0" y="55752"/>
                  </a:lnTo>
                  <a:lnTo>
                    <a:pt x="0" y="58420"/>
                  </a:lnTo>
                  <a:lnTo>
                    <a:pt x="3810" y="58420"/>
                  </a:lnTo>
                  <a:lnTo>
                    <a:pt x="3810" y="55752"/>
                  </a:lnTo>
                  <a:close/>
                </a:path>
                <a:path w="153670" h="91439">
                  <a:moveTo>
                    <a:pt x="3810" y="53212"/>
                  </a:moveTo>
                  <a:lnTo>
                    <a:pt x="0" y="53212"/>
                  </a:lnTo>
                  <a:lnTo>
                    <a:pt x="0" y="54610"/>
                  </a:lnTo>
                  <a:lnTo>
                    <a:pt x="3810" y="54610"/>
                  </a:lnTo>
                  <a:lnTo>
                    <a:pt x="3810" y="53212"/>
                  </a:lnTo>
                  <a:close/>
                </a:path>
                <a:path w="153670" h="91439">
                  <a:moveTo>
                    <a:pt x="3810" y="49402"/>
                  </a:moveTo>
                  <a:lnTo>
                    <a:pt x="0" y="49402"/>
                  </a:lnTo>
                  <a:lnTo>
                    <a:pt x="0" y="52070"/>
                  </a:lnTo>
                  <a:lnTo>
                    <a:pt x="3810" y="52070"/>
                  </a:lnTo>
                  <a:lnTo>
                    <a:pt x="3810" y="49402"/>
                  </a:lnTo>
                  <a:close/>
                </a:path>
                <a:path w="153670" h="91439">
                  <a:moveTo>
                    <a:pt x="3810" y="46862"/>
                  </a:moveTo>
                  <a:lnTo>
                    <a:pt x="0" y="46862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6862"/>
                  </a:lnTo>
                  <a:close/>
                </a:path>
                <a:path w="153670" h="91439">
                  <a:moveTo>
                    <a:pt x="3810" y="43052"/>
                  </a:moveTo>
                  <a:lnTo>
                    <a:pt x="0" y="43052"/>
                  </a:lnTo>
                  <a:lnTo>
                    <a:pt x="0" y="45720"/>
                  </a:lnTo>
                  <a:lnTo>
                    <a:pt x="3810" y="45720"/>
                  </a:lnTo>
                  <a:lnTo>
                    <a:pt x="3810" y="43052"/>
                  </a:lnTo>
                  <a:close/>
                </a:path>
                <a:path w="153670" h="91439">
                  <a:moveTo>
                    <a:pt x="3810" y="40512"/>
                  </a:moveTo>
                  <a:lnTo>
                    <a:pt x="0" y="40512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40512"/>
                  </a:lnTo>
                  <a:close/>
                </a:path>
                <a:path w="153670" h="91439">
                  <a:moveTo>
                    <a:pt x="3810" y="36702"/>
                  </a:moveTo>
                  <a:lnTo>
                    <a:pt x="0" y="36702"/>
                  </a:lnTo>
                  <a:lnTo>
                    <a:pt x="0" y="39370"/>
                  </a:lnTo>
                  <a:lnTo>
                    <a:pt x="3810" y="39370"/>
                  </a:lnTo>
                  <a:lnTo>
                    <a:pt x="3810" y="36702"/>
                  </a:lnTo>
                  <a:close/>
                </a:path>
                <a:path w="153670" h="91439">
                  <a:moveTo>
                    <a:pt x="3810" y="34162"/>
                  </a:moveTo>
                  <a:lnTo>
                    <a:pt x="0" y="34162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34162"/>
                  </a:lnTo>
                  <a:close/>
                </a:path>
                <a:path w="153670" h="91439">
                  <a:moveTo>
                    <a:pt x="3810" y="30352"/>
                  </a:moveTo>
                  <a:lnTo>
                    <a:pt x="0" y="30352"/>
                  </a:lnTo>
                  <a:lnTo>
                    <a:pt x="0" y="33020"/>
                  </a:lnTo>
                  <a:lnTo>
                    <a:pt x="3810" y="33020"/>
                  </a:lnTo>
                  <a:lnTo>
                    <a:pt x="3810" y="30352"/>
                  </a:lnTo>
                  <a:close/>
                </a:path>
                <a:path w="153670" h="91439">
                  <a:moveTo>
                    <a:pt x="3810" y="27812"/>
                  </a:moveTo>
                  <a:lnTo>
                    <a:pt x="0" y="27812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7812"/>
                  </a:lnTo>
                  <a:close/>
                </a:path>
                <a:path w="153670" h="91439">
                  <a:moveTo>
                    <a:pt x="3810" y="24002"/>
                  </a:moveTo>
                  <a:lnTo>
                    <a:pt x="0" y="24002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4002"/>
                  </a:lnTo>
                  <a:close/>
                </a:path>
                <a:path w="153670" h="91439">
                  <a:moveTo>
                    <a:pt x="3810" y="21462"/>
                  </a:moveTo>
                  <a:lnTo>
                    <a:pt x="0" y="2146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21462"/>
                  </a:lnTo>
                  <a:close/>
                </a:path>
                <a:path w="153670" h="91439">
                  <a:moveTo>
                    <a:pt x="3810" y="17652"/>
                  </a:moveTo>
                  <a:lnTo>
                    <a:pt x="0" y="17652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652"/>
                  </a:lnTo>
                  <a:close/>
                </a:path>
                <a:path w="153670" h="91439">
                  <a:moveTo>
                    <a:pt x="3810" y="15112"/>
                  </a:moveTo>
                  <a:lnTo>
                    <a:pt x="0" y="1511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5112"/>
                  </a:lnTo>
                  <a:close/>
                </a:path>
                <a:path w="153670" h="91439">
                  <a:moveTo>
                    <a:pt x="3810" y="11302"/>
                  </a:moveTo>
                  <a:lnTo>
                    <a:pt x="0" y="11302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302"/>
                  </a:lnTo>
                  <a:close/>
                </a:path>
                <a:path w="153670" h="91439">
                  <a:moveTo>
                    <a:pt x="3810" y="8762"/>
                  </a:moveTo>
                  <a:lnTo>
                    <a:pt x="0" y="876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8762"/>
                  </a:lnTo>
                  <a:close/>
                </a:path>
                <a:path w="153670" h="91439">
                  <a:moveTo>
                    <a:pt x="3810" y="4952"/>
                  </a:moveTo>
                  <a:lnTo>
                    <a:pt x="0" y="4952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4952"/>
                  </a:lnTo>
                  <a:close/>
                </a:path>
                <a:path w="153670" h="91439">
                  <a:moveTo>
                    <a:pt x="3810" y="2412"/>
                  </a:moveTo>
                  <a:lnTo>
                    <a:pt x="0" y="241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2412"/>
                  </a:lnTo>
                  <a:close/>
                </a:path>
                <a:path w="153670" h="91439">
                  <a:moveTo>
                    <a:pt x="2539" y="1270"/>
                  </a:moveTo>
                  <a:lnTo>
                    <a:pt x="1270" y="1270"/>
                  </a:lnTo>
                  <a:lnTo>
                    <a:pt x="1270" y="2412"/>
                  </a:lnTo>
                  <a:lnTo>
                    <a:pt x="2539" y="2412"/>
                  </a:lnTo>
                  <a:lnTo>
                    <a:pt x="2539" y="1270"/>
                  </a:lnTo>
                  <a:close/>
                </a:path>
                <a:path w="153670" h="91439">
                  <a:moveTo>
                    <a:pt x="12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D6CA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9" name="object 3449"/>
            <p:cNvSpPr/>
            <p:nvPr/>
          </p:nvSpPr>
          <p:spPr>
            <a:xfrm>
              <a:off x="6017259" y="2682366"/>
              <a:ext cx="143510" cy="85090"/>
            </a:xfrm>
            <a:custGeom>
              <a:avLst/>
              <a:gdLst/>
              <a:ahLst/>
              <a:cxnLst/>
              <a:rect l="l" t="t" r="r" b="b"/>
              <a:pathLst>
                <a:path w="143510" h="85089">
                  <a:moveTo>
                    <a:pt x="143510" y="83820"/>
                  </a:moveTo>
                  <a:lnTo>
                    <a:pt x="142239" y="83820"/>
                  </a:lnTo>
                  <a:lnTo>
                    <a:pt x="142239" y="84962"/>
                  </a:lnTo>
                  <a:lnTo>
                    <a:pt x="143510" y="84962"/>
                  </a:lnTo>
                  <a:lnTo>
                    <a:pt x="143510" y="83820"/>
                  </a:lnTo>
                  <a:close/>
                </a:path>
                <a:path w="143510" h="85089">
                  <a:moveTo>
                    <a:pt x="142239" y="82550"/>
                  </a:moveTo>
                  <a:lnTo>
                    <a:pt x="0" y="82550"/>
                  </a:lnTo>
                  <a:lnTo>
                    <a:pt x="0" y="83820"/>
                  </a:lnTo>
                  <a:lnTo>
                    <a:pt x="142239" y="83820"/>
                  </a:lnTo>
                  <a:lnTo>
                    <a:pt x="142239" y="82550"/>
                  </a:lnTo>
                  <a:close/>
                </a:path>
                <a:path w="143510" h="85089">
                  <a:moveTo>
                    <a:pt x="139700" y="81279"/>
                  </a:moveTo>
                  <a:lnTo>
                    <a:pt x="137160" y="81279"/>
                  </a:lnTo>
                  <a:lnTo>
                    <a:pt x="137160" y="82550"/>
                  </a:lnTo>
                  <a:lnTo>
                    <a:pt x="139700" y="82550"/>
                  </a:lnTo>
                  <a:lnTo>
                    <a:pt x="139700" y="81279"/>
                  </a:lnTo>
                  <a:close/>
                </a:path>
                <a:path w="143510" h="85089">
                  <a:moveTo>
                    <a:pt x="3810" y="78612"/>
                  </a:moveTo>
                  <a:lnTo>
                    <a:pt x="0" y="78612"/>
                  </a:lnTo>
                  <a:lnTo>
                    <a:pt x="0" y="81279"/>
                  </a:lnTo>
                  <a:lnTo>
                    <a:pt x="3810" y="81279"/>
                  </a:lnTo>
                  <a:lnTo>
                    <a:pt x="3810" y="78612"/>
                  </a:lnTo>
                  <a:close/>
                </a:path>
                <a:path w="143510" h="85089">
                  <a:moveTo>
                    <a:pt x="3810" y="76200"/>
                  </a:moveTo>
                  <a:lnTo>
                    <a:pt x="0" y="76200"/>
                  </a:lnTo>
                  <a:lnTo>
                    <a:pt x="0" y="77470"/>
                  </a:lnTo>
                  <a:lnTo>
                    <a:pt x="3810" y="77470"/>
                  </a:lnTo>
                  <a:lnTo>
                    <a:pt x="3810" y="76200"/>
                  </a:lnTo>
                  <a:close/>
                </a:path>
                <a:path w="143510" h="85089">
                  <a:moveTo>
                    <a:pt x="3810" y="72262"/>
                  </a:moveTo>
                  <a:lnTo>
                    <a:pt x="0" y="72262"/>
                  </a:lnTo>
                  <a:lnTo>
                    <a:pt x="0" y="74929"/>
                  </a:lnTo>
                  <a:lnTo>
                    <a:pt x="3810" y="74929"/>
                  </a:lnTo>
                  <a:lnTo>
                    <a:pt x="3810" y="72262"/>
                  </a:lnTo>
                  <a:close/>
                </a:path>
                <a:path w="143510" h="85089">
                  <a:moveTo>
                    <a:pt x="3810" y="69850"/>
                  </a:moveTo>
                  <a:lnTo>
                    <a:pt x="0" y="69850"/>
                  </a:lnTo>
                  <a:lnTo>
                    <a:pt x="0" y="71120"/>
                  </a:lnTo>
                  <a:lnTo>
                    <a:pt x="3810" y="71120"/>
                  </a:lnTo>
                  <a:lnTo>
                    <a:pt x="3810" y="69850"/>
                  </a:lnTo>
                  <a:close/>
                </a:path>
                <a:path w="143510" h="85089">
                  <a:moveTo>
                    <a:pt x="3810" y="65912"/>
                  </a:moveTo>
                  <a:lnTo>
                    <a:pt x="0" y="65912"/>
                  </a:lnTo>
                  <a:lnTo>
                    <a:pt x="0" y="68579"/>
                  </a:lnTo>
                  <a:lnTo>
                    <a:pt x="3810" y="68579"/>
                  </a:lnTo>
                  <a:lnTo>
                    <a:pt x="3810" y="65912"/>
                  </a:lnTo>
                  <a:close/>
                </a:path>
                <a:path w="143510" h="85089">
                  <a:moveTo>
                    <a:pt x="3810" y="63500"/>
                  </a:moveTo>
                  <a:lnTo>
                    <a:pt x="0" y="63500"/>
                  </a:lnTo>
                  <a:lnTo>
                    <a:pt x="0" y="64770"/>
                  </a:lnTo>
                  <a:lnTo>
                    <a:pt x="3810" y="64770"/>
                  </a:lnTo>
                  <a:lnTo>
                    <a:pt x="3810" y="63500"/>
                  </a:lnTo>
                  <a:close/>
                </a:path>
                <a:path w="143510" h="85089">
                  <a:moveTo>
                    <a:pt x="3810" y="59562"/>
                  </a:moveTo>
                  <a:lnTo>
                    <a:pt x="0" y="59562"/>
                  </a:lnTo>
                  <a:lnTo>
                    <a:pt x="0" y="62229"/>
                  </a:lnTo>
                  <a:lnTo>
                    <a:pt x="3810" y="62229"/>
                  </a:lnTo>
                  <a:lnTo>
                    <a:pt x="3810" y="59562"/>
                  </a:lnTo>
                  <a:close/>
                </a:path>
                <a:path w="143510" h="85089">
                  <a:moveTo>
                    <a:pt x="3810" y="57150"/>
                  </a:moveTo>
                  <a:lnTo>
                    <a:pt x="0" y="57150"/>
                  </a:lnTo>
                  <a:lnTo>
                    <a:pt x="0" y="58420"/>
                  </a:lnTo>
                  <a:lnTo>
                    <a:pt x="3810" y="58420"/>
                  </a:lnTo>
                  <a:lnTo>
                    <a:pt x="3810" y="57150"/>
                  </a:lnTo>
                  <a:close/>
                </a:path>
                <a:path w="143510" h="85089">
                  <a:moveTo>
                    <a:pt x="3810" y="53212"/>
                  </a:moveTo>
                  <a:lnTo>
                    <a:pt x="0" y="53212"/>
                  </a:lnTo>
                  <a:lnTo>
                    <a:pt x="0" y="55879"/>
                  </a:lnTo>
                  <a:lnTo>
                    <a:pt x="3810" y="55879"/>
                  </a:lnTo>
                  <a:lnTo>
                    <a:pt x="3810" y="53212"/>
                  </a:lnTo>
                  <a:close/>
                </a:path>
                <a:path w="143510" h="85089">
                  <a:moveTo>
                    <a:pt x="3810" y="50800"/>
                  </a:moveTo>
                  <a:lnTo>
                    <a:pt x="0" y="50800"/>
                  </a:lnTo>
                  <a:lnTo>
                    <a:pt x="0" y="52070"/>
                  </a:lnTo>
                  <a:lnTo>
                    <a:pt x="3810" y="52070"/>
                  </a:lnTo>
                  <a:lnTo>
                    <a:pt x="3810" y="50800"/>
                  </a:lnTo>
                  <a:close/>
                </a:path>
                <a:path w="143510" h="85089">
                  <a:moveTo>
                    <a:pt x="3810" y="46862"/>
                  </a:moveTo>
                  <a:lnTo>
                    <a:pt x="0" y="46862"/>
                  </a:lnTo>
                  <a:lnTo>
                    <a:pt x="0" y="49529"/>
                  </a:lnTo>
                  <a:lnTo>
                    <a:pt x="3810" y="49529"/>
                  </a:lnTo>
                  <a:lnTo>
                    <a:pt x="3810" y="46862"/>
                  </a:lnTo>
                  <a:close/>
                </a:path>
                <a:path w="143510" h="85089">
                  <a:moveTo>
                    <a:pt x="3810" y="44450"/>
                  </a:moveTo>
                  <a:lnTo>
                    <a:pt x="0" y="44450"/>
                  </a:lnTo>
                  <a:lnTo>
                    <a:pt x="0" y="45720"/>
                  </a:lnTo>
                  <a:lnTo>
                    <a:pt x="3810" y="45720"/>
                  </a:lnTo>
                  <a:lnTo>
                    <a:pt x="3810" y="44450"/>
                  </a:lnTo>
                  <a:close/>
                </a:path>
                <a:path w="143510" h="85089">
                  <a:moveTo>
                    <a:pt x="3810" y="40512"/>
                  </a:moveTo>
                  <a:lnTo>
                    <a:pt x="0" y="40512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40512"/>
                  </a:lnTo>
                  <a:close/>
                </a:path>
                <a:path w="143510" h="85089">
                  <a:moveTo>
                    <a:pt x="3810" y="38100"/>
                  </a:moveTo>
                  <a:lnTo>
                    <a:pt x="0" y="38100"/>
                  </a:lnTo>
                  <a:lnTo>
                    <a:pt x="0" y="39370"/>
                  </a:lnTo>
                  <a:lnTo>
                    <a:pt x="3810" y="39370"/>
                  </a:lnTo>
                  <a:lnTo>
                    <a:pt x="3810" y="38100"/>
                  </a:lnTo>
                  <a:close/>
                </a:path>
                <a:path w="143510" h="85089">
                  <a:moveTo>
                    <a:pt x="3810" y="34162"/>
                  </a:moveTo>
                  <a:lnTo>
                    <a:pt x="0" y="34162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34162"/>
                  </a:lnTo>
                  <a:close/>
                </a:path>
                <a:path w="143510" h="85089">
                  <a:moveTo>
                    <a:pt x="3810" y="31750"/>
                  </a:moveTo>
                  <a:lnTo>
                    <a:pt x="0" y="31750"/>
                  </a:lnTo>
                  <a:lnTo>
                    <a:pt x="0" y="33020"/>
                  </a:lnTo>
                  <a:lnTo>
                    <a:pt x="3810" y="33020"/>
                  </a:lnTo>
                  <a:lnTo>
                    <a:pt x="3810" y="31750"/>
                  </a:lnTo>
                  <a:close/>
                </a:path>
                <a:path w="143510" h="85089">
                  <a:moveTo>
                    <a:pt x="3810" y="27812"/>
                  </a:moveTo>
                  <a:lnTo>
                    <a:pt x="0" y="27812"/>
                  </a:lnTo>
                  <a:lnTo>
                    <a:pt x="0" y="30479"/>
                  </a:lnTo>
                  <a:lnTo>
                    <a:pt x="3810" y="30479"/>
                  </a:lnTo>
                  <a:lnTo>
                    <a:pt x="3810" y="27812"/>
                  </a:lnTo>
                  <a:close/>
                </a:path>
                <a:path w="143510" h="85089">
                  <a:moveTo>
                    <a:pt x="3810" y="25400"/>
                  </a:moveTo>
                  <a:lnTo>
                    <a:pt x="0" y="25400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5400"/>
                  </a:lnTo>
                  <a:close/>
                </a:path>
                <a:path w="143510" h="85089">
                  <a:moveTo>
                    <a:pt x="3810" y="21462"/>
                  </a:moveTo>
                  <a:lnTo>
                    <a:pt x="0" y="21462"/>
                  </a:lnTo>
                  <a:lnTo>
                    <a:pt x="0" y="24129"/>
                  </a:lnTo>
                  <a:lnTo>
                    <a:pt x="3810" y="24129"/>
                  </a:lnTo>
                  <a:lnTo>
                    <a:pt x="3810" y="21462"/>
                  </a:lnTo>
                  <a:close/>
                </a:path>
                <a:path w="143510" h="85089">
                  <a:moveTo>
                    <a:pt x="3810" y="19050"/>
                  </a:moveTo>
                  <a:lnTo>
                    <a:pt x="0" y="19050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9050"/>
                  </a:lnTo>
                  <a:close/>
                </a:path>
                <a:path w="143510" h="85089">
                  <a:moveTo>
                    <a:pt x="3810" y="15112"/>
                  </a:moveTo>
                  <a:lnTo>
                    <a:pt x="0" y="15112"/>
                  </a:lnTo>
                  <a:lnTo>
                    <a:pt x="0" y="17779"/>
                  </a:lnTo>
                  <a:lnTo>
                    <a:pt x="3810" y="17779"/>
                  </a:lnTo>
                  <a:lnTo>
                    <a:pt x="3810" y="15112"/>
                  </a:lnTo>
                  <a:close/>
                </a:path>
                <a:path w="143510" h="85089">
                  <a:moveTo>
                    <a:pt x="3810" y="12700"/>
                  </a:moveTo>
                  <a:lnTo>
                    <a:pt x="0" y="12700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2700"/>
                  </a:lnTo>
                  <a:close/>
                </a:path>
                <a:path w="143510" h="85089">
                  <a:moveTo>
                    <a:pt x="3810" y="8762"/>
                  </a:moveTo>
                  <a:lnTo>
                    <a:pt x="0" y="8762"/>
                  </a:lnTo>
                  <a:lnTo>
                    <a:pt x="0" y="11429"/>
                  </a:lnTo>
                  <a:lnTo>
                    <a:pt x="3810" y="11429"/>
                  </a:lnTo>
                  <a:lnTo>
                    <a:pt x="3810" y="8762"/>
                  </a:lnTo>
                  <a:close/>
                </a:path>
                <a:path w="143510" h="85089">
                  <a:moveTo>
                    <a:pt x="3810" y="6350"/>
                  </a:moveTo>
                  <a:lnTo>
                    <a:pt x="0" y="6350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6350"/>
                  </a:lnTo>
                  <a:close/>
                </a:path>
                <a:path w="143510" h="85089">
                  <a:moveTo>
                    <a:pt x="3810" y="1270"/>
                  </a:moveTo>
                  <a:lnTo>
                    <a:pt x="1270" y="1270"/>
                  </a:lnTo>
                  <a:lnTo>
                    <a:pt x="1270" y="2412"/>
                  </a:lnTo>
                  <a:lnTo>
                    <a:pt x="0" y="2412"/>
                  </a:lnTo>
                  <a:lnTo>
                    <a:pt x="0" y="5079"/>
                  </a:lnTo>
                  <a:lnTo>
                    <a:pt x="3810" y="5079"/>
                  </a:lnTo>
                  <a:lnTo>
                    <a:pt x="3810" y="1270"/>
                  </a:lnTo>
                  <a:close/>
                </a:path>
                <a:path w="143510" h="85089">
                  <a:moveTo>
                    <a:pt x="12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D5C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0" name="object 3450"/>
            <p:cNvSpPr/>
            <p:nvPr/>
          </p:nvSpPr>
          <p:spPr>
            <a:xfrm>
              <a:off x="6021069" y="2684780"/>
              <a:ext cx="133350" cy="78740"/>
            </a:xfrm>
            <a:custGeom>
              <a:avLst/>
              <a:gdLst/>
              <a:ahLst/>
              <a:cxnLst/>
              <a:rect l="l" t="t" r="r" b="b"/>
              <a:pathLst>
                <a:path w="133350" h="78739">
                  <a:moveTo>
                    <a:pt x="132079" y="76200"/>
                  </a:moveTo>
                  <a:lnTo>
                    <a:pt x="0" y="76200"/>
                  </a:lnTo>
                  <a:lnTo>
                    <a:pt x="0" y="78739"/>
                  </a:lnTo>
                  <a:lnTo>
                    <a:pt x="133350" y="78739"/>
                  </a:lnTo>
                  <a:lnTo>
                    <a:pt x="133350" y="77469"/>
                  </a:lnTo>
                  <a:lnTo>
                    <a:pt x="132079" y="77469"/>
                  </a:lnTo>
                  <a:lnTo>
                    <a:pt x="132079" y="76200"/>
                  </a:lnTo>
                  <a:close/>
                </a:path>
                <a:path w="133350" h="78739">
                  <a:moveTo>
                    <a:pt x="129539" y="74929"/>
                  </a:moveTo>
                  <a:lnTo>
                    <a:pt x="127000" y="74929"/>
                  </a:lnTo>
                  <a:lnTo>
                    <a:pt x="127000" y="76200"/>
                  </a:lnTo>
                  <a:lnTo>
                    <a:pt x="129539" y="76200"/>
                  </a:lnTo>
                  <a:lnTo>
                    <a:pt x="129539" y="74929"/>
                  </a:lnTo>
                  <a:close/>
                </a:path>
                <a:path w="133350" h="78739">
                  <a:moveTo>
                    <a:pt x="3809" y="73660"/>
                  </a:moveTo>
                  <a:lnTo>
                    <a:pt x="0" y="73660"/>
                  </a:lnTo>
                  <a:lnTo>
                    <a:pt x="0" y="74929"/>
                  </a:lnTo>
                  <a:lnTo>
                    <a:pt x="3809" y="74929"/>
                  </a:lnTo>
                  <a:lnTo>
                    <a:pt x="3809" y="73660"/>
                  </a:lnTo>
                  <a:close/>
                </a:path>
                <a:path w="133350" h="78739">
                  <a:moveTo>
                    <a:pt x="3809" y="69850"/>
                  </a:moveTo>
                  <a:lnTo>
                    <a:pt x="0" y="69850"/>
                  </a:lnTo>
                  <a:lnTo>
                    <a:pt x="0" y="72389"/>
                  </a:lnTo>
                  <a:lnTo>
                    <a:pt x="3809" y="72389"/>
                  </a:lnTo>
                  <a:lnTo>
                    <a:pt x="3809" y="69850"/>
                  </a:lnTo>
                  <a:close/>
                </a:path>
                <a:path w="133350" h="78739">
                  <a:moveTo>
                    <a:pt x="3809" y="67310"/>
                  </a:moveTo>
                  <a:lnTo>
                    <a:pt x="0" y="67310"/>
                  </a:lnTo>
                  <a:lnTo>
                    <a:pt x="0" y="68579"/>
                  </a:lnTo>
                  <a:lnTo>
                    <a:pt x="3809" y="68579"/>
                  </a:lnTo>
                  <a:lnTo>
                    <a:pt x="3809" y="67310"/>
                  </a:lnTo>
                  <a:close/>
                </a:path>
                <a:path w="133350" h="78739">
                  <a:moveTo>
                    <a:pt x="3809" y="63500"/>
                  </a:moveTo>
                  <a:lnTo>
                    <a:pt x="0" y="63500"/>
                  </a:lnTo>
                  <a:lnTo>
                    <a:pt x="0" y="66039"/>
                  </a:lnTo>
                  <a:lnTo>
                    <a:pt x="3809" y="66039"/>
                  </a:lnTo>
                  <a:lnTo>
                    <a:pt x="3809" y="63500"/>
                  </a:lnTo>
                  <a:close/>
                </a:path>
                <a:path w="133350" h="78739">
                  <a:moveTo>
                    <a:pt x="3809" y="60960"/>
                  </a:moveTo>
                  <a:lnTo>
                    <a:pt x="0" y="60960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60960"/>
                  </a:lnTo>
                  <a:close/>
                </a:path>
                <a:path w="133350" h="78739">
                  <a:moveTo>
                    <a:pt x="3809" y="57150"/>
                  </a:moveTo>
                  <a:lnTo>
                    <a:pt x="0" y="57150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7150"/>
                  </a:lnTo>
                  <a:close/>
                </a:path>
                <a:path w="133350" h="78739">
                  <a:moveTo>
                    <a:pt x="3809" y="54610"/>
                  </a:moveTo>
                  <a:lnTo>
                    <a:pt x="0" y="54610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54610"/>
                  </a:lnTo>
                  <a:close/>
                </a:path>
                <a:path w="133350" h="78739">
                  <a:moveTo>
                    <a:pt x="3809" y="50800"/>
                  </a:moveTo>
                  <a:lnTo>
                    <a:pt x="0" y="50800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0800"/>
                  </a:lnTo>
                  <a:close/>
                </a:path>
                <a:path w="133350" h="78739">
                  <a:moveTo>
                    <a:pt x="3809" y="48260"/>
                  </a:moveTo>
                  <a:lnTo>
                    <a:pt x="0" y="48260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8260"/>
                  </a:lnTo>
                  <a:close/>
                </a:path>
                <a:path w="133350" h="78739">
                  <a:moveTo>
                    <a:pt x="3809" y="44450"/>
                  </a:moveTo>
                  <a:lnTo>
                    <a:pt x="0" y="44450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4450"/>
                  </a:lnTo>
                  <a:close/>
                </a:path>
                <a:path w="133350" h="78739">
                  <a:moveTo>
                    <a:pt x="3809" y="41910"/>
                  </a:moveTo>
                  <a:lnTo>
                    <a:pt x="0" y="41910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41910"/>
                  </a:lnTo>
                  <a:close/>
                </a:path>
                <a:path w="133350" h="78739">
                  <a:moveTo>
                    <a:pt x="3809" y="38100"/>
                  </a:moveTo>
                  <a:lnTo>
                    <a:pt x="0" y="38100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8100"/>
                  </a:lnTo>
                  <a:close/>
                </a:path>
                <a:path w="133350" h="78739">
                  <a:moveTo>
                    <a:pt x="3809" y="35560"/>
                  </a:moveTo>
                  <a:lnTo>
                    <a:pt x="0" y="35560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5560"/>
                  </a:lnTo>
                  <a:close/>
                </a:path>
                <a:path w="133350" h="78739">
                  <a:moveTo>
                    <a:pt x="3809" y="31750"/>
                  </a:moveTo>
                  <a:lnTo>
                    <a:pt x="0" y="31750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31750"/>
                  </a:lnTo>
                  <a:close/>
                </a:path>
                <a:path w="133350" h="78739">
                  <a:moveTo>
                    <a:pt x="3809" y="29210"/>
                  </a:moveTo>
                  <a:lnTo>
                    <a:pt x="0" y="29210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29210"/>
                  </a:lnTo>
                  <a:close/>
                </a:path>
                <a:path w="133350" h="78739">
                  <a:moveTo>
                    <a:pt x="3809" y="25400"/>
                  </a:moveTo>
                  <a:lnTo>
                    <a:pt x="0" y="25400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5400"/>
                  </a:lnTo>
                  <a:close/>
                </a:path>
                <a:path w="133350" h="78739">
                  <a:moveTo>
                    <a:pt x="3809" y="22860"/>
                  </a:moveTo>
                  <a:lnTo>
                    <a:pt x="0" y="22860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22860"/>
                  </a:lnTo>
                  <a:close/>
                </a:path>
                <a:path w="133350" h="78739">
                  <a:moveTo>
                    <a:pt x="3809" y="19050"/>
                  </a:moveTo>
                  <a:lnTo>
                    <a:pt x="0" y="19050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9050"/>
                  </a:lnTo>
                  <a:close/>
                </a:path>
                <a:path w="133350" h="78739">
                  <a:moveTo>
                    <a:pt x="3809" y="16510"/>
                  </a:moveTo>
                  <a:lnTo>
                    <a:pt x="0" y="1651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6510"/>
                  </a:lnTo>
                  <a:close/>
                </a:path>
                <a:path w="133350" h="78739">
                  <a:moveTo>
                    <a:pt x="3809" y="12700"/>
                  </a:moveTo>
                  <a:lnTo>
                    <a:pt x="0" y="1270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2700"/>
                  </a:lnTo>
                  <a:close/>
                </a:path>
                <a:path w="133350" h="78739">
                  <a:moveTo>
                    <a:pt x="3809" y="10160"/>
                  </a:moveTo>
                  <a:lnTo>
                    <a:pt x="0" y="1016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10160"/>
                  </a:lnTo>
                  <a:close/>
                </a:path>
                <a:path w="133350" h="78739">
                  <a:moveTo>
                    <a:pt x="3809" y="6350"/>
                  </a:moveTo>
                  <a:lnTo>
                    <a:pt x="0" y="635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50"/>
                  </a:lnTo>
                  <a:close/>
                </a:path>
                <a:path w="133350" h="78739">
                  <a:moveTo>
                    <a:pt x="3809" y="3810"/>
                  </a:moveTo>
                  <a:lnTo>
                    <a:pt x="0" y="381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3810"/>
                  </a:lnTo>
                  <a:close/>
                </a:path>
                <a:path w="133350" h="78739">
                  <a:moveTo>
                    <a:pt x="126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D4C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1" name="object 3451"/>
            <p:cNvSpPr/>
            <p:nvPr/>
          </p:nvSpPr>
          <p:spPr>
            <a:xfrm>
              <a:off x="6024880" y="2687447"/>
              <a:ext cx="123189" cy="72390"/>
            </a:xfrm>
            <a:custGeom>
              <a:avLst/>
              <a:gdLst/>
              <a:ahLst/>
              <a:cxnLst/>
              <a:rect l="l" t="t" r="r" b="b"/>
              <a:pathLst>
                <a:path w="123189" h="72389">
                  <a:moveTo>
                    <a:pt x="123190" y="70992"/>
                  </a:moveTo>
                  <a:lnTo>
                    <a:pt x="0" y="70992"/>
                  </a:lnTo>
                  <a:lnTo>
                    <a:pt x="0" y="72262"/>
                  </a:lnTo>
                  <a:lnTo>
                    <a:pt x="123190" y="72262"/>
                  </a:lnTo>
                  <a:lnTo>
                    <a:pt x="123190" y="70992"/>
                  </a:lnTo>
                  <a:close/>
                </a:path>
                <a:path w="123189" h="72389">
                  <a:moveTo>
                    <a:pt x="120650" y="69850"/>
                  </a:moveTo>
                  <a:lnTo>
                    <a:pt x="119379" y="69850"/>
                  </a:lnTo>
                  <a:lnTo>
                    <a:pt x="119379" y="70992"/>
                  </a:lnTo>
                  <a:lnTo>
                    <a:pt x="120650" y="70992"/>
                  </a:lnTo>
                  <a:lnTo>
                    <a:pt x="120650" y="69850"/>
                  </a:lnTo>
                  <a:close/>
                </a:path>
                <a:path w="123189" h="72389">
                  <a:moveTo>
                    <a:pt x="3810" y="67183"/>
                  </a:moveTo>
                  <a:lnTo>
                    <a:pt x="0" y="67183"/>
                  </a:lnTo>
                  <a:lnTo>
                    <a:pt x="0" y="69850"/>
                  </a:lnTo>
                  <a:lnTo>
                    <a:pt x="119379" y="69850"/>
                  </a:lnTo>
                  <a:lnTo>
                    <a:pt x="119379" y="68452"/>
                  </a:lnTo>
                  <a:lnTo>
                    <a:pt x="3810" y="68452"/>
                  </a:lnTo>
                  <a:lnTo>
                    <a:pt x="3810" y="67183"/>
                  </a:lnTo>
                  <a:close/>
                </a:path>
                <a:path w="123189" h="72389">
                  <a:moveTo>
                    <a:pt x="3810" y="64642"/>
                  </a:moveTo>
                  <a:lnTo>
                    <a:pt x="0" y="64642"/>
                  </a:lnTo>
                  <a:lnTo>
                    <a:pt x="0" y="65912"/>
                  </a:lnTo>
                  <a:lnTo>
                    <a:pt x="3810" y="65912"/>
                  </a:lnTo>
                  <a:lnTo>
                    <a:pt x="3810" y="64642"/>
                  </a:lnTo>
                  <a:close/>
                </a:path>
                <a:path w="123189" h="72389">
                  <a:moveTo>
                    <a:pt x="3810" y="60833"/>
                  </a:moveTo>
                  <a:lnTo>
                    <a:pt x="0" y="60833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60833"/>
                  </a:lnTo>
                  <a:close/>
                </a:path>
                <a:path w="123189" h="72389">
                  <a:moveTo>
                    <a:pt x="3810" y="58292"/>
                  </a:moveTo>
                  <a:lnTo>
                    <a:pt x="0" y="58292"/>
                  </a:lnTo>
                  <a:lnTo>
                    <a:pt x="0" y="59562"/>
                  </a:lnTo>
                  <a:lnTo>
                    <a:pt x="3810" y="59562"/>
                  </a:lnTo>
                  <a:lnTo>
                    <a:pt x="3810" y="58292"/>
                  </a:lnTo>
                  <a:close/>
                </a:path>
                <a:path w="123189" h="72389">
                  <a:moveTo>
                    <a:pt x="3810" y="54483"/>
                  </a:moveTo>
                  <a:lnTo>
                    <a:pt x="0" y="54483"/>
                  </a:lnTo>
                  <a:lnTo>
                    <a:pt x="0" y="57150"/>
                  </a:lnTo>
                  <a:lnTo>
                    <a:pt x="3810" y="57150"/>
                  </a:lnTo>
                  <a:lnTo>
                    <a:pt x="3810" y="54483"/>
                  </a:lnTo>
                  <a:close/>
                </a:path>
                <a:path w="123189" h="72389">
                  <a:moveTo>
                    <a:pt x="3810" y="51942"/>
                  </a:moveTo>
                  <a:lnTo>
                    <a:pt x="0" y="51942"/>
                  </a:lnTo>
                  <a:lnTo>
                    <a:pt x="0" y="53212"/>
                  </a:lnTo>
                  <a:lnTo>
                    <a:pt x="3810" y="53212"/>
                  </a:lnTo>
                  <a:lnTo>
                    <a:pt x="3810" y="51942"/>
                  </a:lnTo>
                  <a:close/>
                </a:path>
                <a:path w="123189" h="72389">
                  <a:moveTo>
                    <a:pt x="3810" y="48133"/>
                  </a:moveTo>
                  <a:lnTo>
                    <a:pt x="0" y="48133"/>
                  </a:lnTo>
                  <a:lnTo>
                    <a:pt x="0" y="50800"/>
                  </a:lnTo>
                  <a:lnTo>
                    <a:pt x="3810" y="50800"/>
                  </a:lnTo>
                  <a:lnTo>
                    <a:pt x="3810" y="48133"/>
                  </a:lnTo>
                  <a:close/>
                </a:path>
                <a:path w="123189" h="72389">
                  <a:moveTo>
                    <a:pt x="3810" y="45592"/>
                  </a:moveTo>
                  <a:lnTo>
                    <a:pt x="0" y="45592"/>
                  </a:lnTo>
                  <a:lnTo>
                    <a:pt x="0" y="46862"/>
                  </a:lnTo>
                  <a:lnTo>
                    <a:pt x="3810" y="46862"/>
                  </a:lnTo>
                  <a:lnTo>
                    <a:pt x="3810" y="45592"/>
                  </a:lnTo>
                  <a:close/>
                </a:path>
                <a:path w="123189" h="72389">
                  <a:moveTo>
                    <a:pt x="3810" y="41783"/>
                  </a:moveTo>
                  <a:lnTo>
                    <a:pt x="0" y="41783"/>
                  </a:lnTo>
                  <a:lnTo>
                    <a:pt x="0" y="44450"/>
                  </a:lnTo>
                  <a:lnTo>
                    <a:pt x="3810" y="44450"/>
                  </a:lnTo>
                  <a:lnTo>
                    <a:pt x="3810" y="41783"/>
                  </a:lnTo>
                  <a:close/>
                </a:path>
                <a:path w="123189" h="72389">
                  <a:moveTo>
                    <a:pt x="3810" y="39242"/>
                  </a:moveTo>
                  <a:lnTo>
                    <a:pt x="0" y="39242"/>
                  </a:lnTo>
                  <a:lnTo>
                    <a:pt x="0" y="40512"/>
                  </a:lnTo>
                  <a:lnTo>
                    <a:pt x="3810" y="40512"/>
                  </a:lnTo>
                  <a:lnTo>
                    <a:pt x="3810" y="39242"/>
                  </a:lnTo>
                  <a:close/>
                </a:path>
                <a:path w="123189" h="72389">
                  <a:moveTo>
                    <a:pt x="3810" y="35433"/>
                  </a:moveTo>
                  <a:lnTo>
                    <a:pt x="0" y="35433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5433"/>
                  </a:lnTo>
                  <a:close/>
                </a:path>
                <a:path w="123189" h="72389">
                  <a:moveTo>
                    <a:pt x="3810" y="32892"/>
                  </a:moveTo>
                  <a:lnTo>
                    <a:pt x="0" y="32892"/>
                  </a:lnTo>
                  <a:lnTo>
                    <a:pt x="0" y="34162"/>
                  </a:lnTo>
                  <a:lnTo>
                    <a:pt x="3810" y="34162"/>
                  </a:lnTo>
                  <a:lnTo>
                    <a:pt x="3810" y="32892"/>
                  </a:lnTo>
                  <a:close/>
                </a:path>
                <a:path w="123189" h="72389">
                  <a:moveTo>
                    <a:pt x="3810" y="29083"/>
                  </a:moveTo>
                  <a:lnTo>
                    <a:pt x="0" y="29083"/>
                  </a:lnTo>
                  <a:lnTo>
                    <a:pt x="0" y="31750"/>
                  </a:lnTo>
                  <a:lnTo>
                    <a:pt x="3810" y="31750"/>
                  </a:lnTo>
                  <a:lnTo>
                    <a:pt x="3810" y="29083"/>
                  </a:lnTo>
                  <a:close/>
                </a:path>
                <a:path w="123189" h="72389">
                  <a:moveTo>
                    <a:pt x="3810" y="26542"/>
                  </a:moveTo>
                  <a:lnTo>
                    <a:pt x="0" y="26542"/>
                  </a:lnTo>
                  <a:lnTo>
                    <a:pt x="0" y="27812"/>
                  </a:lnTo>
                  <a:lnTo>
                    <a:pt x="3810" y="27812"/>
                  </a:lnTo>
                  <a:lnTo>
                    <a:pt x="3810" y="26542"/>
                  </a:lnTo>
                  <a:close/>
                </a:path>
                <a:path w="123189" h="72389">
                  <a:moveTo>
                    <a:pt x="3810" y="22733"/>
                  </a:moveTo>
                  <a:lnTo>
                    <a:pt x="0" y="22733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2733"/>
                  </a:lnTo>
                  <a:close/>
                </a:path>
                <a:path w="123189" h="72389">
                  <a:moveTo>
                    <a:pt x="3810" y="20192"/>
                  </a:moveTo>
                  <a:lnTo>
                    <a:pt x="0" y="20192"/>
                  </a:lnTo>
                  <a:lnTo>
                    <a:pt x="0" y="21462"/>
                  </a:lnTo>
                  <a:lnTo>
                    <a:pt x="3810" y="21462"/>
                  </a:lnTo>
                  <a:lnTo>
                    <a:pt x="3810" y="20192"/>
                  </a:lnTo>
                  <a:close/>
                </a:path>
                <a:path w="123189" h="72389">
                  <a:moveTo>
                    <a:pt x="3810" y="16383"/>
                  </a:moveTo>
                  <a:lnTo>
                    <a:pt x="0" y="16383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6383"/>
                  </a:lnTo>
                  <a:close/>
                </a:path>
                <a:path w="123189" h="72389">
                  <a:moveTo>
                    <a:pt x="3810" y="13842"/>
                  </a:moveTo>
                  <a:lnTo>
                    <a:pt x="0" y="13842"/>
                  </a:lnTo>
                  <a:lnTo>
                    <a:pt x="0" y="15112"/>
                  </a:lnTo>
                  <a:lnTo>
                    <a:pt x="3810" y="15112"/>
                  </a:lnTo>
                  <a:lnTo>
                    <a:pt x="3810" y="13842"/>
                  </a:lnTo>
                  <a:close/>
                </a:path>
                <a:path w="123189" h="72389">
                  <a:moveTo>
                    <a:pt x="3810" y="10033"/>
                  </a:moveTo>
                  <a:lnTo>
                    <a:pt x="0" y="10033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10033"/>
                  </a:lnTo>
                  <a:close/>
                </a:path>
                <a:path w="123189" h="72389">
                  <a:moveTo>
                    <a:pt x="3810" y="7492"/>
                  </a:moveTo>
                  <a:lnTo>
                    <a:pt x="0" y="7492"/>
                  </a:lnTo>
                  <a:lnTo>
                    <a:pt x="0" y="8762"/>
                  </a:lnTo>
                  <a:lnTo>
                    <a:pt x="3810" y="8762"/>
                  </a:lnTo>
                  <a:lnTo>
                    <a:pt x="3810" y="7492"/>
                  </a:lnTo>
                  <a:close/>
                </a:path>
                <a:path w="123189" h="72389">
                  <a:moveTo>
                    <a:pt x="3810" y="3683"/>
                  </a:moveTo>
                  <a:lnTo>
                    <a:pt x="0" y="3683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3683"/>
                  </a:lnTo>
                  <a:close/>
                </a:path>
                <a:path w="123189" h="72389">
                  <a:moveTo>
                    <a:pt x="2539" y="0"/>
                  </a:moveTo>
                  <a:lnTo>
                    <a:pt x="0" y="0"/>
                  </a:lnTo>
                  <a:lnTo>
                    <a:pt x="0" y="2412"/>
                  </a:lnTo>
                  <a:lnTo>
                    <a:pt x="3810" y="2412"/>
                  </a:lnTo>
                  <a:lnTo>
                    <a:pt x="3810" y="1142"/>
                  </a:lnTo>
                  <a:lnTo>
                    <a:pt x="2539" y="1142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D3C6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2" name="object 3452"/>
            <p:cNvSpPr/>
            <p:nvPr/>
          </p:nvSpPr>
          <p:spPr>
            <a:xfrm>
              <a:off x="6028690" y="2688589"/>
              <a:ext cx="113030" cy="67310"/>
            </a:xfrm>
            <a:custGeom>
              <a:avLst/>
              <a:gdLst/>
              <a:ahLst/>
              <a:cxnLst/>
              <a:rect l="l" t="t" r="r" b="b"/>
              <a:pathLst>
                <a:path w="113029" h="67310">
                  <a:moveTo>
                    <a:pt x="127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270" y="1397"/>
                  </a:lnTo>
                  <a:lnTo>
                    <a:pt x="1270" y="0"/>
                  </a:lnTo>
                  <a:close/>
                </a:path>
                <a:path w="113029" h="67310">
                  <a:moveTo>
                    <a:pt x="3810" y="59690"/>
                  </a:moveTo>
                  <a:lnTo>
                    <a:pt x="0" y="59690"/>
                  </a:lnTo>
                  <a:lnTo>
                    <a:pt x="0" y="62357"/>
                  </a:lnTo>
                  <a:lnTo>
                    <a:pt x="3810" y="62357"/>
                  </a:lnTo>
                  <a:lnTo>
                    <a:pt x="3810" y="59690"/>
                  </a:lnTo>
                  <a:close/>
                </a:path>
                <a:path w="113029" h="67310">
                  <a:moveTo>
                    <a:pt x="3810" y="57150"/>
                  </a:moveTo>
                  <a:lnTo>
                    <a:pt x="0" y="57150"/>
                  </a:lnTo>
                  <a:lnTo>
                    <a:pt x="0" y="58547"/>
                  </a:lnTo>
                  <a:lnTo>
                    <a:pt x="3810" y="58547"/>
                  </a:lnTo>
                  <a:lnTo>
                    <a:pt x="3810" y="57150"/>
                  </a:lnTo>
                  <a:close/>
                </a:path>
                <a:path w="113029" h="67310">
                  <a:moveTo>
                    <a:pt x="3810" y="53340"/>
                  </a:moveTo>
                  <a:lnTo>
                    <a:pt x="0" y="53340"/>
                  </a:lnTo>
                  <a:lnTo>
                    <a:pt x="0" y="56007"/>
                  </a:lnTo>
                  <a:lnTo>
                    <a:pt x="3810" y="56007"/>
                  </a:lnTo>
                  <a:lnTo>
                    <a:pt x="3810" y="53340"/>
                  </a:lnTo>
                  <a:close/>
                </a:path>
                <a:path w="113029" h="67310">
                  <a:moveTo>
                    <a:pt x="3810" y="50800"/>
                  </a:moveTo>
                  <a:lnTo>
                    <a:pt x="0" y="50800"/>
                  </a:lnTo>
                  <a:lnTo>
                    <a:pt x="0" y="52197"/>
                  </a:lnTo>
                  <a:lnTo>
                    <a:pt x="3810" y="52197"/>
                  </a:lnTo>
                  <a:lnTo>
                    <a:pt x="3810" y="50800"/>
                  </a:lnTo>
                  <a:close/>
                </a:path>
                <a:path w="113029" h="67310">
                  <a:moveTo>
                    <a:pt x="3810" y="46990"/>
                  </a:moveTo>
                  <a:lnTo>
                    <a:pt x="0" y="46990"/>
                  </a:lnTo>
                  <a:lnTo>
                    <a:pt x="0" y="49657"/>
                  </a:lnTo>
                  <a:lnTo>
                    <a:pt x="3810" y="49657"/>
                  </a:lnTo>
                  <a:lnTo>
                    <a:pt x="3810" y="46990"/>
                  </a:lnTo>
                  <a:close/>
                </a:path>
                <a:path w="113029" h="67310">
                  <a:moveTo>
                    <a:pt x="3810" y="44450"/>
                  </a:moveTo>
                  <a:lnTo>
                    <a:pt x="0" y="44450"/>
                  </a:lnTo>
                  <a:lnTo>
                    <a:pt x="0" y="45847"/>
                  </a:lnTo>
                  <a:lnTo>
                    <a:pt x="3810" y="45847"/>
                  </a:lnTo>
                  <a:lnTo>
                    <a:pt x="3810" y="44450"/>
                  </a:lnTo>
                  <a:close/>
                </a:path>
                <a:path w="113029" h="67310">
                  <a:moveTo>
                    <a:pt x="3810" y="40640"/>
                  </a:moveTo>
                  <a:lnTo>
                    <a:pt x="0" y="40640"/>
                  </a:lnTo>
                  <a:lnTo>
                    <a:pt x="0" y="43307"/>
                  </a:lnTo>
                  <a:lnTo>
                    <a:pt x="3810" y="43307"/>
                  </a:lnTo>
                  <a:lnTo>
                    <a:pt x="3810" y="40640"/>
                  </a:lnTo>
                  <a:close/>
                </a:path>
                <a:path w="113029" h="67310">
                  <a:moveTo>
                    <a:pt x="3810" y="38100"/>
                  </a:moveTo>
                  <a:lnTo>
                    <a:pt x="0" y="38100"/>
                  </a:lnTo>
                  <a:lnTo>
                    <a:pt x="0" y="39497"/>
                  </a:lnTo>
                  <a:lnTo>
                    <a:pt x="3810" y="39497"/>
                  </a:lnTo>
                  <a:lnTo>
                    <a:pt x="3810" y="38100"/>
                  </a:lnTo>
                  <a:close/>
                </a:path>
                <a:path w="113029" h="67310">
                  <a:moveTo>
                    <a:pt x="3810" y="34290"/>
                  </a:moveTo>
                  <a:lnTo>
                    <a:pt x="0" y="34290"/>
                  </a:lnTo>
                  <a:lnTo>
                    <a:pt x="0" y="36957"/>
                  </a:lnTo>
                  <a:lnTo>
                    <a:pt x="3810" y="36957"/>
                  </a:lnTo>
                  <a:lnTo>
                    <a:pt x="3810" y="34290"/>
                  </a:lnTo>
                  <a:close/>
                </a:path>
                <a:path w="113029" h="67310">
                  <a:moveTo>
                    <a:pt x="3810" y="31750"/>
                  </a:moveTo>
                  <a:lnTo>
                    <a:pt x="0" y="31750"/>
                  </a:lnTo>
                  <a:lnTo>
                    <a:pt x="0" y="33147"/>
                  </a:lnTo>
                  <a:lnTo>
                    <a:pt x="3810" y="33147"/>
                  </a:lnTo>
                  <a:lnTo>
                    <a:pt x="3810" y="31750"/>
                  </a:lnTo>
                  <a:close/>
                </a:path>
                <a:path w="113029" h="67310">
                  <a:moveTo>
                    <a:pt x="3810" y="27940"/>
                  </a:moveTo>
                  <a:lnTo>
                    <a:pt x="0" y="27940"/>
                  </a:lnTo>
                  <a:lnTo>
                    <a:pt x="0" y="30607"/>
                  </a:lnTo>
                  <a:lnTo>
                    <a:pt x="3810" y="30607"/>
                  </a:lnTo>
                  <a:lnTo>
                    <a:pt x="3810" y="27940"/>
                  </a:lnTo>
                  <a:close/>
                </a:path>
                <a:path w="113029" h="67310">
                  <a:moveTo>
                    <a:pt x="3810" y="25400"/>
                  </a:moveTo>
                  <a:lnTo>
                    <a:pt x="0" y="25400"/>
                  </a:lnTo>
                  <a:lnTo>
                    <a:pt x="0" y="26797"/>
                  </a:lnTo>
                  <a:lnTo>
                    <a:pt x="3810" y="26797"/>
                  </a:lnTo>
                  <a:lnTo>
                    <a:pt x="3810" y="25400"/>
                  </a:lnTo>
                  <a:close/>
                </a:path>
                <a:path w="113029" h="67310">
                  <a:moveTo>
                    <a:pt x="3810" y="21590"/>
                  </a:moveTo>
                  <a:lnTo>
                    <a:pt x="0" y="21590"/>
                  </a:lnTo>
                  <a:lnTo>
                    <a:pt x="0" y="24257"/>
                  </a:lnTo>
                  <a:lnTo>
                    <a:pt x="3810" y="24257"/>
                  </a:lnTo>
                  <a:lnTo>
                    <a:pt x="3810" y="21590"/>
                  </a:lnTo>
                  <a:close/>
                </a:path>
                <a:path w="113029" h="67310">
                  <a:moveTo>
                    <a:pt x="3810" y="19050"/>
                  </a:moveTo>
                  <a:lnTo>
                    <a:pt x="0" y="19050"/>
                  </a:lnTo>
                  <a:lnTo>
                    <a:pt x="0" y="20447"/>
                  </a:lnTo>
                  <a:lnTo>
                    <a:pt x="3810" y="20447"/>
                  </a:lnTo>
                  <a:lnTo>
                    <a:pt x="3810" y="19050"/>
                  </a:lnTo>
                  <a:close/>
                </a:path>
                <a:path w="113029" h="67310">
                  <a:moveTo>
                    <a:pt x="3810" y="15240"/>
                  </a:moveTo>
                  <a:lnTo>
                    <a:pt x="0" y="15240"/>
                  </a:lnTo>
                  <a:lnTo>
                    <a:pt x="0" y="17907"/>
                  </a:lnTo>
                  <a:lnTo>
                    <a:pt x="3810" y="17907"/>
                  </a:lnTo>
                  <a:lnTo>
                    <a:pt x="3810" y="15240"/>
                  </a:lnTo>
                  <a:close/>
                </a:path>
                <a:path w="113029" h="67310">
                  <a:moveTo>
                    <a:pt x="3810" y="12700"/>
                  </a:moveTo>
                  <a:lnTo>
                    <a:pt x="0" y="12700"/>
                  </a:lnTo>
                  <a:lnTo>
                    <a:pt x="0" y="14097"/>
                  </a:lnTo>
                  <a:lnTo>
                    <a:pt x="3810" y="14097"/>
                  </a:lnTo>
                  <a:lnTo>
                    <a:pt x="3810" y="12700"/>
                  </a:lnTo>
                  <a:close/>
                </a:path>
                <a:path w="113029" h="67310">
                  <a:moveTo>
                    <a:pt x="3810" y="8890"/>
                  </a:moveTo>
                  <a:lnTo>
                    <a:pt x="0" y="8890"/>
                  </a:lnTo>
                  <a:lnTo>
                    <a:pt x="0" y="11557"/>
                  </a:lnTo>
                  <a:lnTo>
                    <a:pt x="3810" y="11557"/>
                  </a:lnTo>
                  <a:lnTo>
                    <a:pt x="3810" y="8890"/>
                  </a:lnTo>
                  <a:close/>
                </a:path>
                <a:path w="113029" h="67310">
                  <a:moveTo>
                    <a:pt x="3810" y="6350"/>
                  </a:moveTo>
                  <a:lnTo>
                    <a:pt x="0" y="6350"/>
                  </a:lnTo>
                  <a:lnTo>
                    <a:pt x="0" y="7747"/>
                  </a:lnTo>
                  <a:lnTo>
                    <a:pt x="3810" y="7747"/>
                  </a:lnTo>
                  <a:lnTo>
                    <a:pt x="3810" y="6350"/>
                  </a:lnTo>
                  <a:close/>
                </a:path>
                <a:path w="113029" h="67310">
                  <a:moveTo>
                    <a:pt x="3810" y="2540"/>
                  </a:moveTo>
                  <a:lnTo>
                    <a:pt x="2540" y="2540"/>
                  </a:lnTo>
                  <a:lnTo>
                    <a:pt x="2540" y="1397"/>
                  </a:lnTo>
                  <a:lnTo>
                    <a:pt x="1270" y="1397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5207"/>
                  </a:lnTo>
                  <a:lnTo>
                    <a:pt x="3810" y="5207"/>
                  </a:lnTo>
                  <a:lnTo>
                    <a:pt x="3810" y="2540"/>
                  </a:lnTo>
                  <a:close/>
                </a:path>
                <a:path w="113029" h="67310">
                  <a:moveTo>
                    <a:pt x="109207" y="63500"/>
                  </a:moveTo>
                  <a:lnTo>
                    <a:pt x="0" y="63500"/>
                  </a:lnTo>
                  <a:lnTo>
                    <a:pt x="0" y="64897"/>
                  </a:lnTo>
                  <a:lnTo>
                    <a:pt x="109207" y="64897"/>
                  </a:lnTo>
                  <a:lnTo>
                    <a:pt x="109207" y="63500"/>
                  </a:lnTo>
                  <a:close/>
                </a:path>
                <a:path w="113029" h="67310">
                  <a:moveTo>
                    <a:pt x="113030" y="66040"/>
                  </a:moveTo>
                  <a:lnTo>
                    <a:pt x="110490" y="66040"/>
                  </a:lnTo>
                  <a:lnTo>
                    <a:pt x="110490" y="64897"/>
                  </a:lnTo>
                  <a:lnTo>
                    <a:pt x="109207" y="64897"/>
                  </a:lnTo>
                  <a:lnTo>
                    <a:pt x="109207" y="66040"/>
                  </a:lnTo>
                  <a:lnTo>
                    <a:pt x="0" y="66040"/>
                  </a:lnTo>
                  <a:lnTo>
                    <a:pt x="0" y="67310"/>
                  </a:lnTo>
                  <a:lnTo>
                    <a:pt x="113030" y="67310"/>
                  </a:lnTo>
                  <a:lnTo>
                    <a:pt x="113030" y="66040"/>
                  </a:lnTo>
                  <a:close/>
                </a:path>
              </a:pathLst>
            </a:custGeom>
            <a:solidFill>
              <a:srgbClr val="D2C5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3" name="object 3453"/>
            <p:cNvSpPr/>
            <p:nvPr/>
          </p:nvSpPr>
          <p:spPr>
            <a:xfrm>
              <a:off x="6032500" y="2691130"/>
              <a:ext cx="102870" cy="60960"/>
            </a:xfrm>
            <a:custGeom>
              <a:avLst/>
              <a:gdLst/>
              <a:ahLst/>
              <a:cxnLst/>
              <a:rect l="l" t="t" r="r" b="b"/>
              <a:pathLst>
                <a:path w="102870" h="60960">
                  <a:moveTo>
                    <a:pt x="102870" y="59817"/>
                  </a:moveTo>
                  <a:lnTo>
                    <a:pt x="100330" y="59817"/>
                  </a:lnTo>
                  <a:lnTo>
                    <a:pt x="100330" y="60960"/>
                  </a:lnTo>
                  <a:lnTo>
                    <a:pt x="102870" y="60960"/>
                  </a:lnTo>
                  <a:lnTo>
                    <a:pt x="102870" y="59817"/>
                  </a:lnTo>
                  <a:close/>
                </a:path>
                <a:path w="102870" h="60960">
                  <a:moveTo>
                    <a:pt x="99060" y="57150"/>
                  </a:moveTo>
                  <a:lnTo>
                    <a:pt x="0" y="57150"/>
                  </a:lnTo>
                  <a:lnTo>
                    <a:pt x="0" y="59817"/>
                  </a:lnTo>
                  <a:lnTo>
                    <a:pt x="100330" y="59817"/>
                  </a:lnTo>
                  <a:lnTo>
                    <a:pt x="100330" y="58547"/>
                  </a:lnTo>
                  <a:lnTo>
                    <a:pt x="99060" y="58547"/>
                  </a:lnTo>
                  <a:lnTo>
                    <a:pt x="99060" y="57150"/>
                  </a:lnTo>
                  <a:close/>
                </a:path>
                <a:path w="102870" h="60960">
                  <a:moveTo>
                    <a:pt x="3810" y="54610"/>
                  </a:moveTo>
                  <a:lnTo>
                    <a:pt x="0" y="54610"/>
                  </a:lnTo>
                  <a:lnTo>
                    <a:pt x="0" y="56007"/>
                  </a:lnTo>
                  <a:lnTo>
                    <a:pt x="3810" y="56007"/>
                  </a:lnTo>
                  <a:lnTo>
                    <a:pt x="3810" y="54610"/>
                  </a:lnTo>
                  <a:close/>
                </a:path>
                <a:path w="102870" h="60960">
                  <a:moveTo>
                    <a:pt x="3810" y="50800"/>
                  </a:moveTo>
                  <a:lnTo>
                    <a:pt x="0" y="50800"/>
                  </a:lnTo>
                  <a:lnTo>
                    <a:pt x="0" y="53467"/>
                  </a:lnTo>
                  <a:lnTo>
                    <a:pt x="3810" y="53467"/>
                  </a:lnTo>
                  <a:lnTo>
                    <a:pt x="3810" y="50800"/>
                  </a:lnTo>
                  <a:close/>
                </a:path>
                <a:path w="102870" h="60960">
                  <a:moveTo>
                    <a:pt x="3810" y="48260"/>
                  </a:moveTo>
                  <a:lnTo>
                    <a:pt x="0" y="48260"/>
                  </a:lnTo>
                  <a:lnTo>
                    <a:pt x="0" y="49657"/>
                  </a:lnTo>
                  <a:lnTo>
                    <a:pt x="3810" y="49657"/>
                  </a:lnTo>
                  <a:lnTo>
                    <a:pt x="3810" y="48260"/>
                  </a:lnTo>
                  <a:close/>
                </a:path>
                <a:path w="102870" h="60960">
                  <a:moveTo>
                    <a:pt x="3810" y="44450"/>
                  </a:moveTo>
                  <a:lnTo>
                    <a:pt x="0" y="44450"/>
                  </a:lnTo>
                  <a:lnTo>
                    <a:pt x="0" y="47117"/>
                  </a:lnTo>
                  <a:lnTo>
                    <a:pt x="3810" y="47117"/>
                  </a:lnTo>
                  <a:lnTo>
                    <a:pt x="3810" y="44450"/>
                  </a:lnTo>
                  <a:close/>
                </a:path>
                <a:path w="102870" h="60960">
                  <a:moveTo>
                    <a:pt x="3810" y="41910"/>
                  </a:moveTo>
                  <a:lnTo>
                    <a:pt x="0" y="41910"/>
                  </a:lnTo>
                  <a:lnTo>
                    <a:pt x="0" y="43307"/>
                  </a:lnTo>
                  <a:lnTo>
                    <a:pt x="3810" y="43307"/>
                  </a:lnTo>
                  <a:lnTo>
                    <a:pt x="3810" y="41910"/>
                  </a:lnTo>
                  <a:close/>
                </a:path>
                <a:path w="102870" h="60960">
                  <a:moveTo>
                    <a:pt x="3810" y="38100"/>
                  </a:moveTo>
                  <a:lnTo>
                    <a:pt x="0" y="38100"/>
                  </a:lnTo>
                  <a:lnTo>
                    <a:pt x="0" y="40767"/>
                  </a:lnTo>
                  <a:lnTo>
                    <a:pt x="3810" y="40767"/>
                  </a:lnTo>
                  <a:lnTo>
                    <a:pt x="3810" y="38100"/>
                  </a:lnTo>
                  <a:close/>
                </a:path>
                <a:path w="102870" h="60960">
                  <a:moveTo>
                    <a:pt x="3810" y="35560"/>
                  </a:moveTo>
                  <a:lnTo>
                    <a:pt x="0" y="35560"/>
                  </a:lnTo>
                  <a:lnTo>
                    <a:pt x="0" y="36957"/>
                  </a:lnTo>
                  <a:lnTo>
                    <a:pt x="3810" y="36957"/>
                  </a:lnTo>
                  <a:lnTo>
                    <a:pt x="3810" y="35560"/>
                  </a:lnTo>
                  <a:close/>
                </a:path>
                <a:path w="102870" h="60960">
                  <a:moveTo>
                    <a:pt x="3810" y="31750"/>
                  </a:moveTo>
                  <a:lnTo>
                    <a:pt x="0" y="31750"/>
                  </a:lnTo>
                  <a:lnTo>
                    <a:pt x="0" y="34417"/>
                  </a:lnTo>
                  <a:lnTo>
                    <a:pt x="3810" y="34417"/>
                  </a:lnTo>
                  <a:lnTo>
                    <a:pt x="3810" y="31750"/>
                  </a:lnTo>
                  <a:close/>
                </a:path>
                <a:path w="102870" h="60960">
                  <a:moveTo>
                    <a:pt x="3810" y="29210"/>
                  </a:moveTo>
                  <a:lnTo>
                    <a:pt x="0" y="29210"/>
                  </a:lnTo>
                  <a:lnTo>
                    <a:pt x="0" y="30607"/>
                  </a:lnTo>
                  <a:lnTo>
                    <a:pt x="3810" y="30607"/>
                  </a:lnTo>
                  <a:lnTo>
                    <a:pt x="3810" y="29210"/>
                  </a:lnTo>
                  <a:close/>
                </a:path>
                <a:path w="102870" h="60960">
                  <a:moveTo>
                    <a:pt x="3810" y="25400"/>
                  </a:moveTo>
                  <a:lnTo>
                    <a:pt x="0" y="25400"/>
                  </a:lnTo>
                  <a:lnTo>
                    <a:pt x="0" y="28067"/>
                  </a:lnTo>
                  <a:lnTo>
                    <a:pt x="3810" y="28067"/>
                  </a:lnTo>
                  <a:lnTo>
                    <a:pt x="3810" y="25400"/>
                  </a:lnTo>
                  <a:close/>
                </a:path>
                <a:path w="102870" h="60960">
                  <a:moveTo>
                    <a:pt x="3810" y="22860"/>
                  </a:moveTo>
                  <a:lnTo>
                    <a:pt x="0" y="22860"/>
                  </a:lnTo>
                  <a:lnTo>
                    <a:pt x="0" y="24257"/>
                  </a:lnTo>
                  <a:lnTo>
                    <a:pt x="3810" y="24257"/>
                  </a:lnTo>
                  <a:lnTo>
                    <a:pt x="3810" y="22860"/>
                  </a:lnTo>
                  <a:close/>
                </a:path>
                <a:path w="102870" h="60960">
                  <a:moveTo>
                    <a:pt x="3810" y="19050"/>
                  </a:moveTo>
                  <a:lnTo>
                    <a:pt x="0" y="19050"/>
                  </a:lnTo>
                  <a:lnTo>
                    <a:pt x="0" y="21717"/>
                  </a:lnTo>
                  <a:lnTo>
                    <a:pt x="3810" y="21717"/>
                  </a:lnTo>
                  <a:lnTo>
                    <a:pt x="3810" y="19050"/>
                  </a:lnTo>
                  <a:close/>
                </a:path>
                <a:path w="102870" h="60960">
                  <a:moveTo>
                    <a:pt x="3810" y="16510"/>
                  </a:moveTo>
                  <a:lnTo>
                    <a:pt x="0" y="16510"/>
                  </a:lnTo>
                  <a:lnTo>
                    <a:pt x="0" y="17907"/>
                  </a:lnTo>
                  <a:lnTo>
                    <a:pt x="3810" y="17907"/>
                  </a:lnTo>
                  <a:lnTo>
                    <a:pt x="3810" y="16510"/>
                  </a:lnTo>
                  <a:close/>
                </a:path>
                <a:path w="102870" h="60960">
                  <a:moveTo>
                    <a:pt x="3810" y="12700"/>
                  </a:moveTo>
                  <a:lnTo>
                    <a:pt x="0" y="12700"/>
                  </a:lnTo>
                  <a:lnTo>
                    <a:pt x="0" y="15367"/>
                  </a:lnTo>
                  <a:lnTo>
                    <a:pt x="3810" y="15367"/>
                  </a:lnTo>
                  <a:lnTo>
                    <a:pt x="3810" y="12700"/>
                  </a:lnTo>
                  <a:close/>
                </a:path>
                <a:path w="102870" h="60960">
                  <a:moveTo>
                    <a:pt x="3810" y="10160"/>
                  </a:moveTo>
                  <a:lnTo>
                    <a:pt x="0" y="10160"/>
                  </a:lnTo>
                  <a:lnTo>
                    <a:pt x="0" y="11557"/>
                  </a:lnTo>
                  <a:lnTo>
                    <a:pt x="3810" y="11557"/>
                  </a:lnTo>
                  <a:lnTo>
                    <a:pt x="3810" y="10160"/>
                  </a:lnTo>
                  <a:close/>
                </a:path>
                <a:path w="102870" h="60960">
                  <a:moveTo>
                    <a:pt x="3810" y="6350"/>
                  </a:moveTo>
                  <a:lnTo>
                    <a:pt x="0" y="6350"/>
                  </a:lnTo>
                  <a:lnTo>
                    <a:pt x="0" y="9017"/>
                  </a:lnTo>
                  <a:lnTo>
                    <a:pt x="3810" y="9017"/>
                  </a:lnTo>
                  <a:lnTo>
                    <a:pt x="3810" y="6350"/>
                  </a:lnTo>
                  <a:close/>
                </a:path>
                <a:path w="102870" h="60960">
                  <a:moveTo>
                    <a:pt x="3810" y="3810"/>
                  </a:moveTo>
                  <a:lnTo>
                    <a:pt x="0" y="3810"/>
                  </a:lnTo>
                  <a:lnTo>
                    <a:pt x="0" y="5207"/>
                  </a:lnTo>
                  <a:lnTo>
                    <a:pt x="3810" y="5207"/>
                  </a:lnTo>
                  <a:lnTo>
                    <a:pt x="3810" y="3810"/>
                  </a:lnTo>
                  <a:close/>
                </a:path>
                <a:path w="102870" h="60960">
                  <a:moveTo>
                    <a:pt x="1270" y="0"/>
                  </a:moveTo>
                  <a:lnTo>
                    <a:pt x="0" y="0"/>
                  </a:lnTo>
                  <a:lnTo>
                    <a:pt x="0" y="2667"/>
                  </a:lnTo>
                  <a:lnTo>
                    <a:pt x="3810" y="2667"/>
                  </a:lnTo>
                  <a:lnTo>
                    <a:pt x="3810" y="1397"/>
                  </a:lnTo>
                  <a:lnTo>
                    <a:pt x="1270" y="1397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D1C3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4" name="object 3454"/>
            <p:cNvSpPr/>
            <p:nvPr/>
          </p:nvSpPr>
          <p:spPr>
            <a:xfrm>
              <a:off x="6036309" y="2693797"/>
              <a:ext cx="92710" cy="54610"/>
            </a:xfrm>
            <a:custGeom>
              <a:avLst/>
              <a:gdLst/>
              <a:ahLst/>
              <a:cxnLst/>
              <a:rect l="l" t="t" r="r" b="b"/>
              <a:pathLst>
                <a:path w="92710" h="54610">
                  <a:moveTo>
                    <a:pt x="92709" y="53340"/>
                  </a:moveTo>
                  <a:lnTo>
                    <a:pt x="90170" y="53340"/>
                  </a:lnTo>
                  <a:lnTo>
                    <a:pt x="90170" y="54483"/>
                  </a:lnTo>
                  <a:lnTo>
                    <a:pt x="92709" y="54483"/>
                  </a:lnTo>
                  <a:lnTo>
                    <a:pt x="92709" y="53340"/>
                  </a:lnTo>
                  <a:close/>
                </a:path>
                <a:path w="92710" h="54610">
                  <a:moveTo>
                    <a:pt x="90170" y="52070"/>
                  </a:moveTo>
                  <a:lnTo>
                    <a:pt x="0" y="52070"/>
                  </a:lnTo>
                  <a:lnTo>
                    <a:pt x="0" y="53340"/>
                  </a:lnTo>
                  <a:lnTo>
                    <a:pt x="90170" y="53340"/>
                  </a:lnTo>
                  <a:lnTo>
                    <a:pt x="90170" y="52070"/>
                  </a:lnTo>
                  <a:close/>
                </a:path>
                <a:path w="92710" h="54610">
                  <a:moveTo>
                    <a:pt x="87629" y="50800"/>
                  </a:moveTo>
                  <a:lnTo>
                    <a:pt x="86359" y="50800"/>
                  </a:lnTo>
                  <a:lnTo>
                    <a:pt x="86359" y="52070"/>
                  </a:lnTo>
                  <a:lnTo>
                    <a:pt x="87629" y="52070"/>
                  </a:lnTo>
                  <a:lnTo>
                    <a:pt x="87629" y="50800"/>
                  </a:lnTo>
                  <a:close/>
                </a:path>
                <a:path w="92710" h="54610">
                  <a:moveTo>
                    <a:pt x="3810" y="48133"/>
                  </a:moveTo>
                  <a:lnTo>
                    <a:pt x="0" y="48133"/>
                  </a:lnTo>
                  <a:lnTo>
                    <a:pt x="0" y="50800"/>
                  </a:lnTo>
                  <a:lnTo>
                    <a:pt x="3810" y="50800"/>
                  </a:lnTo>
                  <a:lnTo>
                    <a:pt x="3810" y="48133"/>
                  </a:lnTo>
                  <a:close/>
                </a:path>
                <a:path w="92710" h="54610">
                  <a:moveTo>
                    <a:pt x="3810" y="45720"/>
                  </a:moveTo>
                  <a:lnTo>
                    <a:pt x="0" y="45720"/>
                  </a:lnTo>
                  <a:lnTo>
                    <a:pt x="0" y="46990"/>
                  </a:lnTo>
                  <a:lnTo>
                    <a:pt x="3810" y="46990"/>
                  </a:lnTo>
                  <a:lnTo>
                    <a:pt x="3810" y="45720"/>
                  </a:lnTo>
                  <a:close/>
                </a:path>
                <a:path w="92710" h="54610">
                  <a:moveTo>
                    <a:pt x="3810" y="41783"/>
                  </a:moveTo>
                  <a:lnTo>
                    <a:pt x="0" y="41783"/>
                  </a:lnTo>
                  <a:lnTo>
                    <a:pt x="0" y="44450"/>
                  </a:lnTo>
                  <a:lnTo>
                    <a:pt x="3810" y="44450"/>
                  </a:lnTo>
                  <a:lnTo>
                    <a:pt x="3810" y="41783"/>
                  </a:lnTo>
                  <a:close/>
                </a:path>
                <a:path w="92710" h="54610">
                  <a:moveTo>
                    <a:pt x="3810" y="39370"/>
                  </a:moveTo>
                  <a:lnTo>
                    <a:pt x="0" y="39370"/>
                  </a:lnTo>
                  <a:lnTo>
                    <a:pt x="0" y="40640"/>
                  </a:lnTo>
                  <a:lnTo>
                    <a:pt x="3810" y="40640"/>
                  </a:lnTo>
                  <a:lnTo>
                    <a:pt x="3810" y="39370"/>
                  </a:lnTo>
                  <a:close/>
                </a:path>
                <a:path w="92710" h="54610">
                  <a:moveTo>
                    <a:pt x="3810" y="35433"/>
                  </a:moveTo>
                  <a:lnTo>
                    <a:pt x="0" y="35433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5433"/>
                  </a:lnTo>
                  <a:close/>
                </a:path>
                <a:path w="92710" h="54610">
                  <a:moveTo>
                    <a:pt x="3810" y="33020"/>
                  </a:moveTo>
                  <a:lnTo>
                    <a:pt x="0" y="33020"/>
                  </a:lnTo>
                  <a:lnTo>
                    <a:pt x="0" y="34290"/>
                  </a:lnTo>
                  <a:lnTo>
                    <a:pt x="3810" y="34290"/>
                  </a:lnTo>
                  <a:lnTo>
                    <a:pt x="3810" y="33020"/>
                  </a:lnTo>
                  <a:close/>
                </a:path>
                <a:path w="92710" h="54610">
                  <a:moveTo>
                    <a:pt x="3810" y="29083"/>
                  </a:moveTo>
                  <a:lnTo>
                    <a:pt x="0" y="29083"/>
                  </a:lnTo>
                  <a:lnTo>
                    <a:pt x="0" y="31750"/>
                  </a:lnTo>
                  <a:lnTo>
                    <a:pt x="3810" y="31750"/>
                  </a:lnTo>
                  <a:lnTo>
                    <a:pt x="3810" y="29083"/>
                  </a:lnTo>
                  <a:close/>
                </a:path>
                <a:path w="92710" h="54610">
                  <a:moveTo>
                    <a:pt x="3810" y="26670"/>
                  </a:moveTo>
                  <a:lnTo>
                    <a:pt x="0" y="26670"/>
                  </a:lnTo>
                  <a:lnTo>
                    <a:pt x="0" y="27940"/>
                  </a:lnTo>
                  <a:lnTo>
                    <a:pt x="3810" y="27940"/>
                  </a:lnTo>
                  <a:lnTo>
                    <a:pt x="3810" y="26670"/>
                  </a:lnTo>
                  <a:close/>
                </a:path>
                <a:path w="92710" h="54610">
                  <a:moveTo>
                    <a:pt x="3810" y="22733"/>
                  </a:moveTo>
                  <a:lnTo>
                    <a:pt x="0" y="22733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2733"/>
                  </a:lnTo>
                  <a:close/>
                </a:path>
                <a:path w="92710" h="54610">
                  <a:moveTo>
                    <a:pt x="3810" y="20320"/>
                  </a:moveTo>
                  <a:lnTo>
                    <a:pt x="0" y="2032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20320"/>
                  </a:lnTo>
                  <a:close/>
                </a:path>
                <a:path w="92710" h="54610">
                  <a:moveTo>
                    <a:pt x="3810" y="16383"/>
                  </a:moveTo>
                  <a:lnTo>
                    <a:pt x="0" y="16383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6383"/>
                  </a:lnTo>
                  <a:close/>
                </a:path>
                <a:path w="92710" h="54610">
                  <a:moveTo>
                    <a:pt x="3810" y="13970"/>
                  </a:moveTo>
                  <a:lnTo>
                    <a:pt x="0" y="1397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3970"/>
                  </a:lnTo>
                  <a:close/>
                </a:path>
                <a:path w="92710" h="54610">
                  <a:moveTo>
                    <a:pt x="3810" y="10033"/>
                  </a:moveTo>
                  <a:lnTo>
                    <a:pt x="0" y="10033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10033"/>
                  </a:lnTo>
                  <a:close/>
                </a:path>
                <a:path w="92710" h="54610">
                  <a:moveTo>
                    <a:pt x="3810" y="7620"/>
                  </a:moveTo>
                  <a:lnTo>
                    <a:pt x="0" y="762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7620"/>
                  </a:lnTo>
                  <a:close/>
                </a:path>
                <a:path w="92710" h="54610">
                  <a:moveTo>
                    <a:pt x="3810" y="3683"/>
                  </a:moveTo>
                  <a:lnTo>
                    <a:pt x="0" y="3683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3683"/>
                  </a:lnTo>
                  <a:close/>
                </a:path>
                <a:path w="92710" h="54610">
                  <a:moveTo>
                    <a:pt x="126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09" y="2540"/>
                  </a:lnTo>
                  <a:lnTo>
                    <a:pt x="3809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D0C2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5" name="object 3455"/>
            <p:cNvSpPr/>
            <p:nvPr/>
          </p:nvSpPr>
          <p:spPr>
            <a:xfrm>
              <a:off x="6040119" y="2696210"/>
              <a:ext cx="82550" cy="48260"/>
            </a:xfrm>
            <a:custGeom>
              <a:avLst/>
              <a:gdLst/>
              <a:ahLst/>
              <a:cxnLst/>
              <a:rect l="l" t="t" r="r" b="b"/>
              <a:pathLst>
                <a:path w="82550" h="48260">
                  <a:moveTo>
                    <a:pt x="80010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82550" y="48260"/>
                  </a:lnTo>
                  <a:lnTo>
                    <a:pt x="82550" y="46989"/>
                  </a:lnTo>
                  <a:lnTo>
                    <a:pt x="80010" y="46989"/>
                  </a:lnTo>
                  <a:lnTo>
                    <a:pt x="80010" y="45720"/>
                  </a:lnTo>
                  <a:close/>
                </a:path>
                <a:path w="82550" h="48260">
                  <a:moveTo>
                    <a:pt x="3810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3810" y="44450"/>
                  </a:lnTo>
                  <a:lnTo>
                    <a:pt x="3810" y="43180"/>
                  </a:lnTo>
                  <a:close/>
                </a:path>
                <a:path w="82550" h="48260">
                  <a:moveTo>
                    <a:pt x="3810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9370"/>
                  </a:lnTo>
                  <a:close/>
                </a:path>
                <a:path w="82550" h="48260">
                  <a:moveTo>
                    <a:pt x="3810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6830"/>
                  </a:lnTo>
                  <a:close/>
                </a:path>
                <a:path w="82550" h="48260">
                  <a:moveTo>
                    <a:pt x="3810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33020"/>
                  </a:lnTo>
                  <a:close/>
                </a:path>
                <a:path w="82550" h="48260">
                  <a:moveTo>
                    <a:pt x="3810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3810" y="31750"/>
                  </a:lnTo>
                  <a:lnTo>
                    <a:pt x="3810" y="30480"/>
                  </a:lnTo>
                  <a:close/>
                </a:path>
                <a:path w="82550" h="48260">
                  <a:moveTo>
                    <a:pt x="3810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6670"/>
                  </a:lnTo>
                  <a:close/>
                </a:path>
                <a:path w="82550" h="48260">
                  <a:moveTo>
                    <a:pt x="3810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4130"/>
                  </a:lnTo>
                  <a:close/>
                </a:path>
                <a:path w="82550" h="48260">
                  <a:moveTo>
                    <a:pt x="3810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20320"/>
                  </a:lnTo>
                  <a:close/>
                </a:path>
                <a:path w="82550" h="48260">
                  <a:moveTo>
                    <a:pt x="3810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7780"/>
                  </a:lnTo>
                  <a:close/>
                </a:path>
                <a:path w="82550" h="48260">
                  <a:moveTo>
                    <a:pt x="3810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70"/>
                  </a:lnTo>
                  <a:close/>
                </a:path>
                <a:path w="82550" h="48260">
                  <a:moveTo>
                    <a:pt x="3810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11430"/>
                  </a:lnTo>
                  <a:close/>
                </a:path>
                <a:path w="82550" h="48260">
                  <a:moveTo>
                    <a:pt x="3810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20"/>
                  </a:lnTo>
                  <a:close/>
                </a:path>
                <a:path w="82550" h="48260">
                  <a:moveTo>
                    <a:pt x="3810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5080"/>
                  </a:lnTo>
                  <a:close/>
                </a:path>
                <a:path w="82550" h="48260">
                  <a:moveTo>
                    <a:pt x="254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CFC0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6" name="object 3456"/>
            <p:cNvSpPr/>
            <p:nvPr/>
          </p:nvSpPr>
          <p:spPr>
            <a:xfrm>
              <a:off x="6043930" y="2698877"/>
              <a:ext cx="73660" cy="43180"/>
            </a:xfrm>
            <a:custGeom>
              <a:avLst/>
              <a:gdLst/>
              <a:ahLst/>
              <a:cxnLst/>
              <a:rect l="l" t="t" r="r" b="b"/>
              <a:pathLst>
                <a:path w="73660" h="43180">
                  <a:moveTo>
                    <a:pt x="73660" y="41910"/>
                  </a:moveTo>
                  <a:lnTo>
                    <a:pt x="72389" y="41910"/>
                  </a:lnTo>
                  <a:lnTo>
                    <a:pt x="72389" y="43052"/>
                  </a:lnTo>
                  <a:lnTo>
                    <a:pt x="73660" y="43052"/>
                  </a:lnTo>
                  <a:lnTo>
                    <a:pt x="73660" y="41910"/>
                  </a:lnTo>
                  <a:close/>
                </a:path>
                <a:path w="73660" h="43180">
                  <a:moveTo>
                    <a:pt x="72389" y="40639"/>
                  </a:moveTo>
                  <a:lnTo>
                    <a:pt x="0" y="40639"/>
                  </a:lnTo>
                  <a:lnTo>
                    <a:pt x="0" y="41910"/>
                  </a:lnTo>
                  <a:lnTo>
                    <a:pt x="72389" y="41910"/>
                  </a:lnTo>
                  <a:lnTo>
                    <a:pt x="72389" y="40639"/>
                  </a:lnTo>
                  <a:close/>
                </a:path>
                <a:path w="73660" h="43180">
                  <a:moveTo>
                    <a:pt x="69850" y="39369"/>
                  </a:moveTo>
                  <a:lnTo>
                    <a:pt x="67310" y="39369"/>
                  </a:lnTo>
                  <a:lnTo>
                    <a:pt x="67310" y="40639"/>
                  </a:lnTo>
                  <a:lnTo>
                    <a:pt x="69850" y="40639"/>
                  </a:lnTo>
                  <a:lnTo>
                    <a:pt x="69850" y="39369"/>
                  </a:lnTo>
                  <a:close/>
                </a:path>
                <a:path w="73660" h="43180">
                  <a:moveTo>
                    <a:pt x="2540" y="36702"/>
                  </a:moveTo>
                  <a:lnTo>
                    <a:pt x="0" y="36702"/>
                  </a:lnTo>
                  <a:lnTo>
                    <a:pt x="0" y="39369"/>
                  </a:lnTo>
                  <a:lnTo>
                    <a:pt x="2540" y="39369"/>
                  </a:lnTo>
                  <a:lnTo>
                    <a:pt x="2540" y="36702"/>
                  </a:lnTo>
                  <a:close/>
                </a:path>
                <a:path w="73660" h="43180">
                  <a:moveTo>
                    <a:pt x="2540" y="34289"/>
                  </a:moveTo>
                  <a:lnTo>
                    <a:pt x="0" y="34289"/>
                  </a:lnTo>
                  <a:lnTo>
                    <a:pt x="0" y="35560"/>
                  </a:lnTo>
                  <a:lnTo>
                    <a:pt x="2540" y="35560"/>
                  </a:lnTo>
                  <a:lnTo>
                    <a:pt x="2540" y="34289"/>
                  </a:lnTo>
                  <a:close/>
                </a:path>
                <a:path w="73660" h="43180">
                  <a:moveTo>
                    <a:pt x="2540" y="30352"/>
                  </a:moveTo>
                  <a:lnTo>
                    <a:pt x="0" y="30352"/>
                  </a:lnTo>
                  <a:lnTo>
                    <a:pt x="0" y="33019"/>
                  </a:lnTo>
                  <a:lnTo>
                    <a:pt x="2540" y="33019"/>
                  </a:lnTo>
                  <a:lnTo>
                    <a:pt x="2540" y="30352"/>
                  </a:lnTo>
                  <a:close/>
                </a:path>
                <a:path w="73660" h="43180">
                  <a:moveTo>
                    <a:pt x="2540" y="27939"/>
                  </a:moveTo>
                  <a:lnTo>
                    <a:pt x="0" y="27939"/>
                  </a:lnTo>
                  <a:lnTo>
                    <a:pt x="0" y="29210"/>
                  </a:lnTo>
                  <a:lnTo>
                    <a:pt x="2540" y="29210"/>
                  </a:lnTo>
                  <a:lnTo>
                    <a:pt x="2540" y="27939"/>
                  </a:lnTo>
                  <a:close/>
                </a:path>
                <a:path w="73660" h="43180">
                  <a:moveTo>
                    <a:pt x="2540" y="24002"/>
                  </a:moveTo>
                  <a:lnTo>
                    <a:pt x="0" y="24002"/>
                  </a:lnTo>
                  <a:lnTo>
                    <a:pt x="0" y="26669"/>
                  </a:lnTo>
                  <a:lnTo>
                    <a:pt x="2540" y="26669"/>
                  </a:lnTo>
                  <a:lnTo>
                    <a:pt x="2540" y="24002"/>
                  </a:lnTo>
                  <a:close/>
                </a:path>
                <a:path w="73660" h="43180">
                  <a:moveTo>
                    <a:pt x="2540" y="21589"/>
                  </a:moveTo>
                  <a:lnTo>
                    <a:pt x="0" y="21589"/>
                  </a:lnTo>
                  <a:lnTo>
                    <a:pt x="0" y="22860"/>
                  </a:lnTo>
                  <a:lnTo>
                    <a:pt x="2540" y="22860"/>
                  </a:lnTo>
                  <a:lnTo>
                    <a:pt x="2540" y="21589"/>
                  </a:lnTo>
                  <a:close/>
                </a:path>
                <a:path w="73660" h="43180">
                  <a:moveTo>
                    <a:pt x="2540" y="17652"/>
                  </a:moveTo>
                  <a:lnTo>
                    <a:pt x="0" y="17652"/>
                  </a:lnTo>
                  <a:lnTo>
                    <a:pt x="0" y="20319"/>
                  </a:lnTo>
                  <a:lnTo>
                    <a:pt x="2540" y="20319"/>
                  </a:lnTo>
                  <a:lnTo>
                    <a:pt x="2540" y="17652"/>
                  </a:lnTo>
                  <a:close/>
                </a:path>
                <a:path w="73660" h="43180">
                  <a:moveTo>
                    <a:pt x="2540" y="15239"/>
                  </a:moveTo>
                  <a:lnTo>
                    <a:pt x="0" y="15239"/>
                  </a:lnTo>
                  <a:lnTo>
                    <a:pt x="0" y="16510"/>
                  </a:lnTo>
                  <a:lnTo>
                    <a:pt x="2540" y="16510"/>
                  </a:lnTo>
                  <a:lnTo>
                    <a:pt x="2540" y="15239"/>
                  </a:lnTo>
                  <a:close/>
                </a:path>
                <a:path w="73660" h="43180">
                  <a:moveTo>
                    <a:pt x="2540" y="11302"/>
                  </a:moveTo>
                  <a:lnTo>
                    <a:pt x="0" y="11302"/>
                  </a:lnTo>
                  <a:lnTo>
                    <a:pt x="0" y="13969"/>
                  </a:lnTo>
                  <a:lnTo>
                    <a:pt x="2540" y="13969"/>
                  </a:lnTo>
                  <a:lnTo>
                    <a:pt x="2540" y="11302"/>
                  </a:lnTo>
                  <a:close/>
                </a:path>
                <a:path w="73660" h="43180">
                  <a:moveTo>
                    <a:pt x="2540" y="8889"/>
                  </a:moveTo>
                  <a:lnTo>
                    <a:pt x="0" y="8889"/>
                  </a:lnTo>
                  <a:lnTo>
                    <a:pt x="0" y="10160"/>
                  </a:lnTo>
                  <a:lnTo>
                    <a:pt x="2540" y="10160"/>
                  </a:lnTo>
                  <a:lnTo>
                    <a:pt x="2540" y="8889"/>
                  </a:lnTo>
                  <a:close/>
                </a:path>
                <a:path w="73660" h="43180">
                  <a:moveTo>
                    <a:pt x="2540" y="4952"/>
                  </a:moveTo>
                  <a:lnTo>
                    <a:pt x="0" y="4952"/>
                  </a:lnTo>
                  <a:lnTo>
                    <a:pt x="0" y="7619"/>
                  </a:lnTo>
                  <a:lnTo>
                    <a:pt x="2540" y="7619"/>
                  </a:lnTo>
                  <a:lnTo>
                    <a:pt x="2540" y="4952"/>
                  </a:lnTo>
                  <a:close/>
                </a:path>
                <a:path w="73660" h="43180">
                  <a:moveTo>
                    <a:pt x="2540" y="2539"/>
                  </a:moveTo>
                  <a:lnTo>
                    <a:pt x="0" y="2539"/>
                  </a:lnTo>
                  <a:lnTo>
                    <a:pt x="0" y="3810"/>
                  </a:lnTo>
                  <a:lnTo>
                    <a:pt x="2540" y="3810"/>
                  </a:lnTo>
                  <a:lnTo>
                    <a:pt x="2540" y="2539"/>
                  </a:lnTo>
                  <a:close/>
                </a:path>
                <a:path w="73660" h="43180">
                  <a:moveTo>
                    <a:pt x="253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CEBF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7" name="object 3457"/>
            <p:cNvSpPr/>
            <p:nvPr/>
          </p:nvSpPr>
          <p:spPr>
            <a:xfrm>
              <a:off x="6046469" y="2700019"/>
              <a:ext cx="64769" cy="38100"/>
            </a:xfrm>
            <a:custGeom>
              <a:avLst/>
              <a:gdLst/>
              <a:ahLst/>
              <a:cxnLst/>
              <a:rect l="l" t="t" r="r" b="b"/>
              <a:pathLst>
                <a:path w="64770" h="38100">
                  <a:moveTo>
                    <a:pt x="6223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64770" y="38100"/>
                  </a:lnTo>
                  <a:lnTo>
                    <a:pt x="64770" y="36829"/>
                  </a:lnTo>
                  <a:lnTo>
                    <a:pt x="62230" y="36829"/>
                  </a:lnTo>
                  <a:lnTo>
                    <a:pt x="62230" y="35560"/>
                  </a:lnTo>
                  <a:close/>
                </a:path>
                <a:path w="64770" h="38100">
                  <a:moveTo>
                    <a:pt x="60960" y="34289"/>
                  </a:moveTo>
                  <a:lnTo>
                    <a:pt x="58420" y="34289"/>
                  </a:lnTo>
                  <a:lnTo>
                    <a:pt x="58420" y="35560"/>
                  </a:lnTo>
                  <a:lnTo>
                    <a:pt x="60960" y="35560"/>
                  </a:lnTo>
                  <a:lnTo>
                    <a:pt x="60960" y="34289"/>
                  </a:lnTo>
                  <a:close/>
                </a:path>
                <a:path w="64770" h="38100">
                  <a:moveTo>
                    <a:pt x="3810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33020"/>
                  </a:lnTo>
                  <a:close/>
                </a:path>
                <a:path w="64770" h="38100">
                  <a:moveTo>
                    <a:pt x="381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3810" y="31750"/>
                  </a:lnTo>
                  <a:lnTo>
                    <a:pt x="3810" y="29210"/>
                  </a:lnTo>
                  <a:close/>
                </a:path>
                <a:path w="64770" h="38100">
                  <a:moveTo>
                    <a:pt x="3810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6670"/>
                  </a:lnTo>
                  <a:close/>
                </a:path>
                <a:path w="64770" h="38100">
                  <a:moveTo>
                    <a:pt x="381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2860"/>
                  </a:lnTo>
                  <a:close/>
                </a:path>
                <a:path w="64770" h="38100">
                  <a:moveTo>
                    <a:pt x="3810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20320"/>
                  </a:lnTo>
                  <a:close/>
                </a:path>
                <a:path w="64770" h="38100">
                  <a:moveTo>
                    <a:pt x="381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6510"/>
                  </a:lnTo>
                  <a:close/>
                </a:path>
                <a:path w="64770" h="38100">
                  <a:moveTo>
                    <a:pt x="3810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3970"/>
                  </a:lnTo>
                  <a:close/>
                </a:path>
                <a:path w="64770" h="38100">
                  <a:moveTo>
                    <a:pt x="381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10160"/>
                  </a:lnTo>
                  <a:close/>
                </a:path>
                <a:path w="64770" h="38100">
                  <a:moveTo>
                    <a:pt x="3810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7620"/>
                  </a:lnTo>
                  <a:close/>
                </a:path>
                <a:path w="64770" h="38100">
                  <a:moveTo>
                    <a:pt x="3810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3810"/>
                  </a:lnTo>
                  <a:close/>
                </a:path>
                <a:path w="64770" h="38100">
                  <a:moveTo>
                    <a:pt x="254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CDBE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8" name="object 3458"/>
            <p:cNvSpPr/>
            <p:nvPr/>
          </p:nvSpPr>
          <p:spPr>
            <a:xfrm>
              <a:off x="6050280" y="2701290"/>
              <a:ext cx="54610" cy="33020"/>
            </a:xfrm>
            <a:custGeom>
              <a:avLst/>
              <a:gdLst/>
              <a:ahLst/>
              <a:cxnLst/>
              <a:rect l="l" t="t" r="r" b="b"/>
              <a:pathLst>
                <a:path w="54610" h="33019">
                  <a:moveTo>
                    <a:pt x="54610" y="31750"/>
                  </a:moveTo>
                  <a:lnTo>
                    <a:pt x="0" y="31750"/>
                  </a:lnTo>
                  <a:lnTo>
                    <a:pt x="0" y="33020"/>
                  </a:lnTo>
                  <a:lnTo>
                    <a:pt x="54610" y="33020"/>
                  </a:lnTo>
                  <a:lnTo>
                    <a:pt x="54610" y="31750"/>
                  </a:lnTo>
                  <a:close/>
                </a:path>
                <a:path w="54610" h="33019">
                  <a:moveTo>
                    <a:pt x="52070" y="30480"/>
                  </a:moveTo>
                  <a:lnTo>
                    <a:pt x="50800" y="30480"/>
                  </a:lnTo>
                  <a:lnTo>
                    <a:pt x="50800" y="31750"/>
                  </a:lnTo>
                  <a:lnTo>
                    <a:pt x="52070" y="31750"/>
                  </a:lnTo>
                  <a:lnTo>
                    <a:pt x="52070" y="30480"/>
                  </a:lnTo>
                  <a:close/>
                </a:path>
                <a:path w="54610" h="33019">
                  <a:moveTo>
                    <a:pt x="3810" y="27939"/>
                  </a:moveTo>
                  <a:lnTo>
                    <a:pt x="0" y="27939"/>
                  </a:lnTo>
                  <a:lnTo>
                    <a:pt x="0" y="30480"/>
                  </a:lnTo>
                  <a:lnTo>
                    <a:pt x="50800" y="30480"/>
                  </a:lnTo>
                  <a:lnTo>
                    <a:pt x="50800" y="29210"/>
                  </a:lnTo>
                  <a:lnTo>
                    <a:pt x="3810" y="29210"/>
                  </a:lnTo>
                  <a:lnTo>
                    <a:pt x="3810" y="27939"/>
                  </a:lnTo>
                  <a:close/>
                </a:path>
                <a:path w="54610" h="33019">
                  <a:moveTo>
                    <a:pt x="3810" y="25400"/>
                  </a:moveTo>
                  <a:lnTo>
                    <a:pt x="0" y="25400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5400"/>
                  </a:lnTo>
                  <a:close/>
                </a:path>
                <a:path w="54610" h="33019">
                  <a:moveTo>
                    <a:pt x="3810" y="21589"/>
                  </a:moveTo>
                  <a:lnTo>
                    <a:pt x="0" y="21589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21589"/>
                  </a:lnTo>
                  <a:close/>
                </a:path>
                <a:path w="54610" h="33019">
                  <a:moveTo>
                    <a:pt x="3810" y="19050"/>
                  </a:moveTo>
                  <a:lnTo>
                    <a:pt x="0" y="19050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9050"/>
                  </a:lnTo>
                  <a:close/>
                </a:path>
                <a:path w="54610" h="33019">
                  <a:moveTo>
                    <a:pt x="3810" y="15239"/>
                  </a:moveTo>
                  <a:lnTo>
                    <a:pt x="0" y="15239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5239"/>
                  </a:lnTo>
                  <a:close/>
                </a:path>
                <a:path w="54610" h="33019">
                  <a:moveTo>
                    <a:pt x="3810" y="12700"/>
                  </a:moveTo>
                  <a:lnTo>
                    <a:pt x="0" y="12700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2700"/>
                  </a:lnTo>
                  <a:close/>
                </a:path>
                <a:path w="54610" h="33019">
                  <a:moveTo>
                    <a:pt x="3810" y="8889"/>
                  </a:moveTo>
                  <a:lnTo>
                    <a:pt x="0" y="8889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8889"/>
                  </a:lnTo>
                  <a:close/>
                </a:path>
                <a:path w="54610" h="33019">
                  <a:moveTo>
                    <a:pt x="3810" y="6350"/>
                  </a:moveTo>
                  <a:lnTo>
                    <a:pt x="0" y="6350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6350"/>
                  </a:lnTo>
                  <a:close/>
                </a:path>
                <a:path w="54610" h="33019">
                  <a:moveTo>
                    <a:pt x="3810" y="2539"/>
                  </a:moveTo>
                  <a:lnTo>
                    <a:pt x="0" y="2539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39"/>
                  </a:lnTo>
                  <a:close/>
                </a:path>
                <a:path w="54610" h="33019">
                  <a:moveTo>
                    <a:pt x="2539" y="1270"/>
                  </a:moveTo>
                  <a:lnTo>
                    <a:pt x="1270" y="1270"/>
                  </a:lnTo>
                  <a:lnTo>
                    <a:pt x="1270" y="2539"/>
                  </a:lnTo>
                  <a:lnTo>
                    <a:pt x="2539" y="2539"/>
                  </a:lnTo>
                  <a:lnTo>
                    <a:pt x="2539" y="1270"/>
                  </a:lnTo>
                  <a:close/>
                </a:path>
                <a:path w="54610" h="33019">
                  <a:moveTo>
                    <a:pt x="12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CCBC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9" name="object 3459"/>
            <p:cNvSpPr/>
            <p:nvPr/>
          </p:nvSpPr>
          <p:spPr>
            <a:xfrm>
              <a:off x="6054090" y="2703830"/>
              <a:ext cx="44450" cy="26670"/>
            </a:xfrm>
            <a:custGeom>
              <a:avLst/>
              <a:gdLst/>
              <a:ahLst/>
              <a:cxnLst/>
              <a:rect l="l" t="t" r="r" b="b"/>
              <a:pathLst>
                <a:path w="44450" h="26669">
                  <a:moveTo>
                    <a:pt x="44450" y="25400"/>
                  </a:moveTo>
                  <a:lnTo>
                    <a:pt x="0" y="25400"/>
                  </a:lnTo>
                  <a:lnTo>
                    <a:pt x="0" y="26670"/>
                  </a:lnTo>
                  <a:lnTo>
                    <a:pt x="44450" y="26670"/>
                  </a:lnTo>
                  <a:lnTo>
                    <a:pt x="44450" y="25400"/>
                  </a:lnTo>
                  <a:close/>
                </a:path>
                <a:path w="44450" h="26669">
                  <a:moveTo>
                    <a:pt x="41910" y="24130"/>
                  </a:moveTo>
                  <a:lnTo>
                    <a:pt x="40639" y="24130"/>
                  </a:lnTo>
                  <a:lnTo>
                    <a:pt x="40639" y="25400"/>
                  </a:lnTo>
                  <a:lnTo>
                    <a:pt x="41910" y="25400"/>
                  </a:lnTo>
                  <a:lnTo>
                    <a:pt x="41910" y="24130"/>
                  </a:lnTo>
                  <a:close/>
                </a:path>
                <a:path w="44450" h="26669">
                  <a:moveTo>
                    <a:pt x="40639" y="22860"/>
                  </a:moveTo>
                  <a:lnTo>
                    <a:pt x="0" y="22860"/>
                  </a:lnTo>
                  <a:lnTo>
                    <a:pt x="0" y="24130"/>
                  </a:lnTo>
                  <a:lnTo>
                    <a:pt x="40639" y="24130"/>
                  </a:lnTo>
                  <a:lnTo>
                    <a:pt x="40639" y="22860"/>
                  </a:lnTo>
                  <a:close/>
                </a:path>
                <a:path w="44450" h="26669">
                  <a:moveTo>
                    <a:pt x="3810" y="19050"/>
                  </a:moveTo>
                  <a:lnTo>
                    <a:pt x="0" y="1905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9050"/>
                  </a:lnTo>
                  <a:close/>
                </a:path>
                <a:path w="44450" h="26669">
                  <a:moveTo>
                    <a:pt x="3810" y="16510"/>
                  </a:moveTo>
                  <a:lnTo>
                    <a:pt x="0" y="1651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6510"/>
                  </a:lnTo>
                  <a:close/>
                </a:path>
                <a:path w="44450" h="26669">
                  <a:moveTo>
                    <a:pt x="3810" y="12700"/>
                  </a:moveTo>
                  <a:lnTo>
                    <a:pt x="0" y="1270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2700"/>
                  </a:lnTo>
                  <a:close/>
                </a:path>
                <a:path w="44450" h="26669">
                  <a:moveTo>
                    <a:pt x="3810" y="10160"/>
                  </a:moveTo>
                  <a:lnTo>
                    <a:pt x="0" y="1016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10160"/>
                  </a:lnTo>
                  <a:close/>
                </a:path>
                <a:path w="44450" h="26669">
                  <a:moveTo>
                    <a:pt x="3810" y="6350"/>
                  </a:moveTo>
                  <a:lnTo>
                    <a:pt x="0" y="635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6350"/>
                  </a:lnTo>
                  <a:close/>
                </a:path>
                <a:path w="44450" h="26669">
                  <a:moveTo>
                    <a:pt x="3810" y="3810"/>
                  </a:moveTo>
                  <a:lnTo>
                    <a:pt x="0" y="381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3810"/>
                  </a:lnTo>
                  <a:close/>
                </a:path>
                <a:path w="44450" h="26669">
                  <a:moveTo>
                    <a:pt x="127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CABB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0" name="object 3460"/>
            <p:cNvSpPr/>
            <p:nvPr/>
          </p:nvSpPr>
          <p:spPr>
            <a:xfrm>
              <a:off x="6057900" y="2706369"/>
              <a:ext cx="34290" cy="20320"/>
            </a:xfrm>
            <a:custGeom>
              <a:avLst/>
              <a:gdLst/>
              <a:ahLst/>
              <a:cxnLst/>
              <a:rect l="l" t="t" r="r" b="b"/>
              <a:pathLst>
                <a:path w="34289" h="20319">
                  <a:moveTo>
                    <a:pt x="34290" y="19050"/>
                  </a:moveTo>
                  <a:lnTo>
                    <a:pt x="31750" y="19050"/>
                  </a:lnTo>
                  <a:lnTo>
                    <a:pt x="31750" y="20319"/>
                  </a:lnTo>
                  <a:lnTo>
                    <a:pt x="34290" y="20319"/>
                  </a:lnTo>
                  <a:lnTo>
                    <a:pt x="34290" y="19050"/>
                  </a:lnTo>
                  <a:close/>
                </a:path>
                <a:path w="34289" h="20319">
                  <a:moveTo>
                    <a:pt x="29209" y="16509"/>
                  </a:moveTo>
                  <a:lnTo>
                    <a:pt x="0" y="16509"/>
                  </a:lnTo>
                  <a:lnTo>
                    <a:pt x="0" y="19050"/>
                  </a:lnTo>
                  <a:lnTo>
                    <a:pt x="31750" y="19050"/>
                  </a:lnTo>
                  <a:lnTo>
                    <a:pt x="31750" y="17779"/>
                  </a:lnTo>
                  <a:lnTo>
                    <a:pt x="29209" y="17779"/>
                  </a:lnTo>
                  <a:lnTo>
                    <a:pt x="29209" y="16509"/>
                  </a:lnTo>
                  <a:close/>
                </a:path>
                <a:path w="34289" h="20319">
                  <a:moveTo>
                    <a:pt x="3810" y="13969"/>
                  </a:moveTo>
                  <a:lnTo>
                    <a:pt x="0" y="1396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3969"/>
                  </a:lnTo>
                  <a:close/>
                </a:path>
                <a:path w="34289" h="20319">
                  <a:moveTo>
                    <a:pt x="3810" y="10159"/>
                  </a:moveTo>
                  <a:lnTo>
                    <a:pt x="0" y="10159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10159"/>
                  </a:lnTo>
                  <a:close/>
                </a:path>
                <a:path w="34289" h="20319">
                  <a:moveTo>
                    <a:pt x="3810" y="7619"/>
                  </a:moveTo>
                  <a:lnTo>
                    <a:pt x="0" y="761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7619"/>
                  </a:lnTo>
                  <a:close/>
                </a:path>
                <a:path w="34289" h="20319">
                  <a:moveTo>
                    <a:pt x="3810" y="3809"/>
                  </a:moveTo>
                  <a:lnTo>
                    <a:pt x="0" y="3809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3809"/>
                  </a:lnTo>
                  <a:close/>
                </a:path>
                <a:path w="34289" h="20319">
                  <a:moveTo>
                    <a:pt x="126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C9BA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1" name="object 3461"/>
            <p:cNvSpPr/>
            <p:nvPr/>
          </p:nvSpPr>
          <p:spPr>
            <a:xfrm>
              <a:off x="6061709" y="2708910"/>
              <a:ext cx="24130" cy="13970"/>
            </a:xfrm>
            <a:custGeom>
              <a:avLst/>
              <a:gdLst/>
              <a:ahLst/>
              <a:cxnLst/>
              <a:rect l="l" t="t" r="r" b="b"/>
              <a:pathLst>
                <a:path w="24129" h="13969">
                  <a:moveTo>
                    <a:pt x="24130" y="12700"/>
                  </a:moveTo>
                  <a:lnTo>
                    <a:pt x="21589" y="12700"/>
                  </a:lnTo>
                  <a:lnTo>
                    <a:pt x="21589" y="13969"/>
                  </a:lnTo>
                  <a:lnTo>
                    <a:pt x="24130" y="13969"/>
                  </a:lnTo>
                  <a:lnTo>
                    <a:pt x="24130" y="12700"/>
                  </a:lnTo>
                  <a:close/>
                </a:path>
                <a:path w="24129" h="13969">
                  <a:moveTo>
                    <a:pt x="21589" y="11429"/>
                  </a:moveTo>
                  <a:lnTo>
                    <a:pt x="0" y="11429"/>
                  </a:lnTo>
                  <a:lnTo>
                    <a:pt x="0" y="12700"/>
                  </a:lnTo>
                  <a:lnTo>
                    <a:pt x="21589" y="12700"/>
                  </a:lnTo>
                  <a:lnTo>
                    <a:pt x="21589" y="11429"/>
                  </a:lnTo>
                  <a:close/>
                </a:path>
                <a:path w="24129" h="13969">
                  <a:moveTo>
                    <a:pt x="19050" y="10160"/>
                  </a:moveTo>
                  <a:lnTo>
                    <a:pt x="17780" y="10160"/>
                  </a:lnTo>
                  <a:lnTo>
                    <a:pt x="17780" y="11429"/>
                  </a:lnTo>
                  <a:lnTo>
                    <a:pt x="19050" y="11429"/>
                  </a:lnTo>
                  <a:lnTo>
                    <a:pt x="19050" y="10160"/>
                  </a:lnTo>
                  <a:close/>
                </a:path>
                <a:path w="24129" h="13969">
                  <a:moveTo>
                    <a:pt x="3810" y="7619"/>
                  </a:moveTo>
                  <a:lnTo>
                    <a:pt x="0" y="7619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19"/>
                  </a:lnTo>
                  <a:close/>
                </a:path>
                <a:path w="24129" h="13969">
                  <a:moveTo>
                    <a:pt x="3810" y="5079"/>
                  </a:moveTo>
                  <a:lnTo>
                    <a:pt x="0" y="5079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5079"/>
                  </a:lnTo>
                  <a:close/>
                </a:path>
                <a:path w="24129" h="13969">
                  <a:moveTo>
                    <a:pt x="253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09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C8B8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2" name="object 3462"/>
            <p:cNvSpPr/>
            <p:nvPr/>
          </p:nvSpPr>
          <p:spPr>
            <a:xfrm>
              <a:off x="6065519" y="2711450"/>
              <a:ext cx="13970" cy="7620"/>
            </a:xfrm>
            <a:custGeom>
              <a:avLst/>
              <a:gdLst/>
              <a:ahLst/>
              <a:cxnLst/>
              <a:rect l="l" t="t" r="r" b="b"/>
              <a:pathLst>
                <a:path w="13970" h="7619">
                  <a:moveTo>
                    <a:pt x="11429" y="5079"/>
                  </a:moveTo>
                  <a:lnTo>
                    <a:pt x="0" y="5079"/>
                  </a:lnTo>
                  <a:lnTo>
                    <a:pt x="0" y="7620"/>
                  </a:lnTo>
                  <a:lnTo>
                    <a:pt x="13970" y="7620"/>
                  </a:lnTo>
                  <a:lnTo>
                    <a:pt x="13970" y="6350"/>
                  </a:lnTo>
                  <a:lnTo>
                    <a:pt x="11429" y="6350"/>
                  </a:lnTo>
                  <a:lnTo>
                    <a:pt x="11429" y="5079"/>
                  </a:lnTo>
                  <a:close/>
                </a:path>
                <a:path w="13970" h="7619">
                  <a:moveTo>
                    <a:pt x="8889" y="3810"/>
                  </a:moveTo>
                  <a:lnTo>
                    <a:pt x="7619" y="3810"/>
                  </a:lnTo>
                  <a:lnTo>
                    <a:pt x="7619" y="5079"/>
                  </a:lnTo>
                  <a:lnTo>
                    <a:pt x="8889" y="5079"/>
                  </a:lnTo>
                  <a:lnTo>
                    <a:pt x="8889" y="3810"/>
                  </a:lnTo>
                  <a:close/>
                </a:path>
                <a:path w="13970" h="7619">
                  <a:moveTo>
                    <a:pt x="3809" y="1270"/>
                  </a:moveTo>
                  <a:lnTo>
                    <a:pt x="2539" y="1270"/>
                  </a:lnTo>
                  <a:lnTo>
                    <a:pt x="2539" y="2539"/>
                  </a:lnTo>
                  <a:lnTo>
                    <a:pt x="0" y="2539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1270"/>
                  </a:lnTo>
                  <a:close/>
                </a:path>
                <a:path w="13970" h="7619">
                  <a:moveTo>
                    <a:pt x="2539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39" y="1270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C7B7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3" name="object 3463"/>
            <p:cNvSpPr/>
            <p:nvPr/>
          </p:nvSpPr>
          <p:spPr>
            <a:xfrm>
              <a:off x="6069330" y="2712719"/>
              <a:ext cx="3810" cy="2540"/>
            </a:xfrm>
            <a:custGeom>
              <a:avLst/>
              <a:gdLst/>
              <a:ahLst/>
              <a:cxnLst/>
              <a:rect l="l" t="t" r="r" b="b"/>
              <a:pathLst>
                <a:path w="3810" h="2539">
                  <a:moveTo>
                    <a:pt x="127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C6B5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4" name="object 3464"/>
            <p:cNvSpPr/>
            <p:nvPr/>
          </p:nvSpPr>
          <p:spPr>
            <a:xfrm>
              <a:off x="5665470" y="2679700"/>
              <a:ext cx="557530" cy="322580"/>
            </a:xfrm>
            <a:custGeom>
              <a:avLst/>
              <a:gdLst/>
              <a:ahLst/>
              <a:cxnLst/>
              <a:rect l="l" t="t" r="r" b="b"/>
              <a:pathLst>
                <a:path w="557529" h="322580">
                  <a:moveTo>
                    <a:pt x="557529" y="123189"/>
                  </a:moveTo>
                  <a:lnTo>
                    <a:pt x="454997" y="182026"/>
                  </a:lnTo>
                  <a:lnTo>
                    <a:pt x="384968" y="222408"/>
                  </a:lnTo>
                  <a:lnTo>
                    <a:pt x="315178" y="263028"/>
                  </a:lnTo>
                  <a:lnTo>
                    <a:pt x="213359" y="322579"/>
                  </a:lnTo>
                  <a:lnTo>
                    <a:pt x="146547" y="297555"/>
                  </a:lnTo>
                  <a:lnTo>
                    <a:pt x="96743" y="273568"/>
                  </a:lnTo>
                  <a:lnTo>
                    <a:pt x="59009" y="249519"/>
                  </a:lnTo>
                  <a:lnTo>
                    <a:pt x="28407" y="224312"/>
                  </a:lnTo>
                  <a:lnTo>
                    <a:pt x="0" y="196850"/>
                  </a:lnTo>
                  <a:lnTo>
                    <a:pt x="127773" y="124837"/>
                  </a:lnTo>
                  <a:lnTo>
                    <a:pt x="239236" y="61753"/>
                  </a:lnTo>
                  <a:lnTo>
                    <a:pt x="318075" y="17006"/>
                  </a:lnTo>
                  <a:lnTo>
                    <a:pt x="347979" y="0"/>
                  </a:lnTo>
                  <a:lnTo>
                    <a:pt x="351254" y="1924"/>
                  </a:lnTo>
                  <a:lnTo>
                    <a:pt x="374173" y="15398"/>
                  </a:lnTo>
                  <a:lnTo>
                    <a:pt x="436383" y="51970"/>
                  </a:lnTo>
                  <a:lnTo>
                    <a:pt x="557529" y="123189"/>
                  </a:lnTo>
                  <a:close/>
                </a:path>
              </a:pathLst>
            </a:custGeom>
            <a:ln w="646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65" name="object 3465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5693985" y="3278445"/>
              <a:ext cx="160139" cy="141089"/>
            </a:xfrm>
            <a:prstGeom prst="rect">
              <a:avLst/>
            </a:prstGeom>
          </p:spPr>
        </p:pic>
        <p:pic>
          <p:nvPicPr>
            <p:cNvPr id="3466" name="object 3466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5693985" y="2955865"/>
              <a:ext cx="160139" cy="273169"/>
            </a:xfrm>
            <a:prstGeom prst="rect">
              <a:avLst/>
            </a:prstGeom>
          </p:spPr>
        </p:pic>
        <p:sp>
          <p:nvSpPr>
            <p:cNvPr id="3467" name="object 3467"/>
            <p:cNvSpPr/>
            <p:nvPr/>
          </p:nvSpPr>
          <p:spPr>
            <a:xfrm>
              <a:off x="5668009" y="2683510"/>
              <a:ext cx="552450" cy="798830"/>
            </a:xfrm>
            <a:custGeom>
              <a:avLst/>
              <a:gdLst/>
              <a:ahLst/>
              <a:cxnLst/>
              <a:rect l="l" t="t" r="r" b="b"/>
              <a:pathLst>
                <a:path w="552450" h="798829">
                  <a:moveTo>
                    <a:pt x="344169" y="0"/>
                  </a:moveTo>
                  <a:lnTo>
                    <a:pt x="347424" y="1904"/>
                  </a:lnTo>
                  <a:lnTo>
                    <a:pt x="370204" y="15239"/>
                  </a:lnTo>
                  <a:lnTo>
                    <a:pt x="432038" y="51434"/>
                  </a:lnTo>
                  <a:lnTo>
                    <a:pt x="552450" y="121919"/>
                  </a:lnTo>
                  <a:lnTo>
                    <a:pt x="552450" y="129559"/>
                  </a:lnTo>
                  <a:lnTo>
                    <a:pt x="552450" y="183038"/>
                  </a:lnTo>
                  <a:lnTo>
                    <a:pt x="552450" y="328195"/>
                  </a:lnTo>
                  <a:lnTo>
                    <a:pt x="552450" y="610869"/>
                  </a:lnTo>
                  <a:lnTo>
                    <a:pt x="451445" y="665956"/>
                  </a:lnTo>
                  <a:lnTo>
                    <a:pt x="382587" y="703897"/>
                  </a:lnTo>
                  <a:lnTo>
                    <a:pt x="314205" y="742314"/>
                  </a:lnTo>
                  <a:lnTo>
                    <a:pt x="214629" y="798829"/>
                  </a:lnTo>
                  <a:lnTo>
                    <a:pt x="168046" y="785550"/>
                  </a:lnTo>
                  <a:lnTo>
                    <a:pt x="125729" y="772149"/>
                  </a:lnTo>
                  <a:lnTo>
                    <a:pt x="85242" y="754847"/>
                  </a:lnTo>
                  <a:lnTo>
                    <a:pt x="44145" y="729863"/>
                  </a:lnTo>
                  <a:lnTo>
                    <a:pt x="0" y="693419"/>
                  </a:lnTo>
                  <a:lnTo>
                    <a:pt x="0" y="510619"/>
                  </a:lnTo>
                  <a:lnTo>
                    <a:pt x="0" y="351155"/>
                  </a:lnTo>
                  <a:lnTo>
                    <a:pt x="0" y="238363"/>
                  </a:lnTo>
                  <a:lnTo>
                    <a:pt x="0" y="195579"/>
                  </a:lnTo>
                  <a:lnTo>
                    <a:pt x="5377" y="192524"/>
                  </a:lnTo>
                  <a:lnTo>
                    <a:pt x="43021" y="171132"/>
                  </a:lnTo>
                  <a:lnTo>
                    <a:pt x="145196" y="113069"/>
                  </a:lnTo>
                  <a:lnTo>
                    <a:pt x="344169" y="0"/>
                  </a:lnTo>
                  <a:close/>
                </a:path>
              </a:pathLst>
            </a:custGeom>
            <a:ln w="93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8" name="object 3468"/>
            <p:cNvSpPr/>
            <p:nvPr/>
          </p:nvSpPr>
          <p:spPr>
            <a:xfrm>
              <a:off x="5928359" y="2882900"/>
              <a:ext cx="250190" cy="231140"/>
            </a:xfrm>
            <a:custGeom>
              <a:avLst/>
              <a:gdLst/>
              <a:ahLst/>
              <a:cxnLst/>
              <a:rect l="l" t="t" r="r" b="b"/>
              <a:pathLst>
                <a:path w="250189" h="231139">
                  <a:moveTo>
                    <a:pt x="250189" y="0"/>
                  </a:moveTo>
                  <a:lnTo>
                    <a:pt x="0" y="138429"/>
                  </a:lnTo>
                  <a:lnTo>
                    <a:pt x="0" y="231139"/>
                  </a:lnTo>
                  <a:lnTo>
                    <a:pt x="250189" y="92710"/>
                  </a:lnTo>
                  <a:lnTo>
                    <a:pt x="250189" y="0"/>
                  </a:lnTo>
                  <a:close/>
                </a:path>
              </a:pathLst>
            </a:custGeom>
            <a:solidFill>
              <a:srgbClr val="BBA7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9" name="object 3469"/>
            <p:cNvSpPr/>
            <p:nvPr/>
          </p:nvSpPr>
          <p:spPr>
            <a:xfrm>
              <a:off x="5928359" y="2882900"/>
              <a:ext cx="250190" cy="231140"/>
            </a:xfrm>
            <a:custGeom>
              <a:avLst/>
              <a:gdLst/>
              <a:ahLst/>
              <a:cxnLst/>
              <a:rect l="l" t="t" r="r" b="b"/>
              <a:pathLst>
                <a:path w="250189" h="231139">
                  <a:moveTo>
                    <a:pt x="0" y="138429"/>
                  </a:moveTo>
                  <a:lnTo>
                    <a:pt x="0" y="231139"/>
                  </a:lnTo>
                  <a:lnTo>
                    <a:pt x="250189" y="92710"/>
                  </a:lnTo>
                  <a:lnTo>
                    <a:pt x="250189" y="0"/>
                  </a:lnTo>
                  <a:lnTo>
                    <a:pt x="0" y="138429"/>
                  </a:lnTo>
                  <a:close/>
                </a:path>
              </a:pathLst>
            </a:custGeom>
            <a:ln w="646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0" name="object 3470"/>
            <p:cNvSpPr/>
            <p:nvPr/>
          </p:nvSpPr>
          <p:spPr>
            <a:xfrm>
              <a:off x="5928359" y="2973069"/>
              <a:ext cx="250190" cy="231140"/>
            </a:xfrm>
            <a:custGeom>
              <a:avLst/>
              <a:gdLst/>
              <a:ahLst/>
              <a:cxnLst/>
              <a:rect l="l" t="t" r="r" b="b"/>
              <a:pathLst>
                <a:path w="250189" h="231139">
                  <a:moveTo>
                    <a:pt x="250189" y="0"/>
                  </a:moveTo>
                  <a:lnTo>
                    <a:pt x="0" y="138429"/>
                  </a:lnTo>
                  <a:lnTo>
                    <a:pt x="0" y="231139"/>
                  </a:lnTo>
                  <a:lnTo>
                    <a:pt x="250189" y="92709"/>
                  </a:lnTo>
                  <a:lnTo>
                    <a:pt x="250189" y="0"/>
                  </a:lnTo>
                  <a:close/>
                </a:path>
              </a:pathLst>
            </a:custGeom>
            <a:solidFill>
              <a:srgbClr val="BBA7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1" name="object 3471"/>
            <p:cNvSpPr/>
            <p:nvPr/>
          </p:nvSpPr>
          <p:spPr>
            <a:xfrm>
              <a:off x="5928359" y="2973069"/>
              <a:ext cx="250190" cy="231140"/>
            </a:xfrm>
            <a:custGeom>
              <a:avLst/>
              <a:gdLst/>
              <a:ahLst/>
              <a:cxnLst/>
              <a:rect l="l" t="t" r="r" b="b"/>
              <a:pathLst>
                <a:path w="250189" h="231139">
                  <a:moveTo>
                    <a:pt x="0" y="138429"/>
                  </a:moveTo>
                  <a:lnTo>
                    <a:pt x="0" y="231139"/>
                  </a:lnTo>
                  <a:lnTo>
                    <a:pt x="250189" y="92709"/>
                  </a:lnTo>
                  <a:lnTo>
                    <a:pt x="250189" y="0"/>
                  </a:lnTo>
                  <a:lnTo>
                    <a:pt x="0" y="138429"/>
                  </a:lnTo>
                  <a:close/>
                </a:path>
              </a:pathLst>
            </a:custGeom>
            <a:ln w="646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2" name="object 3472"/>
            <p:cNvSpPr/>
            <p:nvPr/>
          </p:nvSpPr>
          <p:spPr>
            <a:xfrm>
              <a:off x="5928359" y="3063240"/>
              <a:ext cx="250190" cy="231140"/>
            </a:xfrm>
            <a:custGeom>
              <a:avLst/>
              <a:gdLst/>
              <a:ahLst/>
              <a:cxnLst/>
              <a:rect l="l" t="t" r="r" b="b"/>
              <a:pathLst>
                <a:path w="250189" h="231139">
                  <a:moveTo>
                    <a:pt x="250189" y="0"/>
                  </a:moveTo>
                  <a:lnTo>
                    <a:pt x="0" y="138430"/>
                  </a:lnTo>
                  <a:lnTo>
                    <a:pt x="0" y="231139"/>
                  </a:lnTo>
                  <a:lnTo>
                    <a:pt x="250189" y="92710"/>
                  </a:lnTo>
                  <a:lnTo>
                    <a:pt x="250189" y="0"/>
                  </a:lnTo>
                  <a:close/>
                </a:path>
              </a:pathLst>
            </a:custGeom>
            <a:solidFill>
              <a:srgbClr val="BBA7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3" name="object 3473"/>
            <p:cNvSpPr/>
            <p:nvPr/>
          </p:nvSpPr>
          <p:spPr>
            <a:xfrm>
              <a:off x="5928359" y="3063240"/>
              <a:ext cx="250190" cy="231140"/>
            </a:xfrm>
            <a:custGeom>
              <a:avLst/>
              <a:gdLst/>
              <a:ahLst/>
              <a:cxnLst/>
              <a:rect l="l" t="t" r="r" b="b"/>
              <a:pathLst>
                <a:path w="250189" h="231139">
                  <a:moveTo>
                    <a:pt x="0" y="138430"/>
                  </a:moveTo>
                  <a:lnTo>
                    <a:pt x="0" y="231139"/>
                  </a:lnTo>
                  <a:lnTo>
                    <a:pt x="250189" y="92710"/>
                  </a:lnTo>
                  <a:lnTo>
                    <a:pt x="250189" y="0"/>
                  </a:lnTo>
                  <a:lnTo>
                    <a:pt x="0" y="138430"/>
                  </a:lnTo>
                  <a:close/>
                </a:path>
              </a:pathLst>
            </a:custGeom>
            <a:ln w="646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4" name="object 3474"/>
            <p:cNvSpPr/>
            <p:nvPr/>
          </p:nvSpPr>
          <p:spPr>
            <a:xfrm>
              <a:off x="5928359" y="3152140"/>
              <a:ext cx="250190" cy="231140"/>
            </a:xfrm>
            <a:custGeom>
              <a:avLst/>
              <a:gdLst/>
              <a:ahLst/>
              <a:cxnLst/>
              <a:rect l="l" t="t" r="r" b="b"/>
              <a:pathLst>
                <a:path w="250189" h="231139">
                  <a:moveTo>
                    <a:pt x="250189" y="0"/>
                  </a:moveTo>
                  <a:lnTo>
                    <a:pt x="0" y="138430"/>
                  </a:lnTo>
                  <a:lnTo>
                    <a:pt x="0" y="231139"/>
                  </a:lnTo>
                  <a:lnTo>
                    <a:pt x="250189" y="92710"/>
                  </a:lnTo>
                  <a:lnTo>
                    <a:pt x="250189" y="0"/>
                  </a:lnTo>
                  <a:close/>
                </a:path>
              </a:pathLst>
            </a:custGeom>
            <a:solidFill>
              <a:srgbClr val="BBA7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5" name="object 3475"/>
            <p:cNvSpPr/>
            <p:nvPr/>
          </p:nvSpPr>
          <p:spPr>
            <a:xfrm>
              <a:off x="5928359" y="3152140"/>
              <a:ext cx="250190" cy="231140"/>
            </a:xfrm>
            <a:custGeom>
              <a:avLst/>
              <a:gdLst/>
              <a:ahLst/>
              <a:cxnLst/>
              <a:rect l="l" t="t" r="r" b="b"/>
              <a:pathLst>
                <a:path w="250189" h="231139">
                  <a:moveTo>
                    <a:pt x="0" y="138430"/>
                  </a:moveTo>
                  <a:lnTo>
                    <a:pt x="0" y="231139"/>
                  </a:lnTo>
                  <a:lnTo>
                    <a:pt x="250189" y="92710"/>
                  </a:lnTo>
                  <a:lnTo>
                    <a:pt x="250189" y="0"/>
                  </a:lnTo>
                  <a:lnTo>
                    <a:pt x="0" y="138430"/>
                  </a:lnTo>
                  <a:close/>
                </a:path>
              </a:pathLst>
            </a:custGeom>
            <a:ln w="646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6" name="object 3476"/>
            <p:cNvSpPr/>
            <p:nvPr/>
          </p:nvSpPr>
          <p:spPr>
            <a:xfrm>
              <a:off x="6846569" y="2853690"/>
              <a:ext cx="2540" cy="510540"/>
            </a:xfrm>
            <a:custGeom>
              <a:avLst/>
              <a:gdLst/>
              <a:ahLst/>
              <a:cxnLst/>
              <a:rect l="l" t="t" r="r" b="b"/>
              <a:pathLst>
                <a:path w="2540" h="510539">
                  <a:moveTo>
                    <a:pt x="2539" y="127000"/>
                  </a:moveTo>
                  <a:lnTo>
                    <a:pt x="0" y="127000"/>
                  </a:lnTo>
                  <a:lnTo>
                    <a:pt x="0" y="509270"/>
                  </a:lnTo>
                  <a:lnTo>
                    <a:pt x="1270" y="509270"/>
                  </a:lnTo>
                  <a:lnTo>
                    <a:pt x="1270" y="510540"/>
                  </a:lnTo>
                  <a:lnTo>
                    <a:pt x="2539" y="510540"/>
                  </a:lnTo>
                  <a:lnTo>
                    <a:pt x="2539" y="127000"/>
                  </a:lnTo>
                  <a:close/>
                </a:path>
                <a:path w="2540" h="510539">
                  <a:moveTo>
                    <a:pt x="2539" y="120650"/>
                  </a:moveTo>
                  <a:lnTo>
                    <a:pt x="0" y="120650"/>
                  </a:lnTo>
                  <a:lnTo>
                    <a:pt x="0" y="125730"/>
                  </a:lnTo>
                  <a:lnTo>
                    <a:pt x="2539" y="125730"/>
                  </a:lnTo>
                  <a:lnTo>
                    <a:pt x="2539" y="120650"/>
                  </a:lnTo>
                  <a:close/>
                </a:path>
                <a:path w="2540" h="510539">
                  <a:moveTo>
                    <a:pt x="2539" y="114300"/>
                  </a:moveTo>
                  <a:lnTo>
                    <a:pt x="0" y="114300"/>
                  </a:lnTo>
                  <a:lnTo>
                    <a:pt x="0" y="119380"/>
                  </a:lnTo>
                  <a:lnTo>
                    <a:pt x="2539" y="119380"/>
                  </a:lnTo>
                  <a:lnTo>
                    <a:pt x="2539" y="114300"/>
                  </a:lnTo>
                  <a:close/>
                </a:path>
                <a:path w="2540" h="510539">
                  <a:moveTo>
                    <a:pt x="2539" y="107950"/>
                  </a:moveTo>
                  <a:lnTo>
                    <a:pt x="0" y="107950"/>
                  </a:lnTo>
                  <a:lnTo>
                    <a:pt x="0" y="113030"/>
                  </a:lnTo>
                  <a:lnTo>
                    <a:pt x="2539" y="113030"/>
                  </a:lnTo>
                  <a:lnTo>
                    <a:pt x="2539" y="107950"/>
                  </a:lnTo>
                  <a:close/>
                </a:path>
                <a:path w="2540" h="510539">
                  <a:moveTo>
                    <a:pt x="2539" y="101600"/>
                  </a:moveTo>
                  <a:lnTo>
                    <a:pt x="0" y="101600"/>
                  </a:lnTo>
                  <a:lnTo>
                    <a:pt x="0" y="106680"/>
                  </a:lnTo>
                  <a:lnTo>
                    <a:pt x="2539" y="106680"/>
                  </a:lnTo>
                  <a:lnTo>
                    <a:pt x="2539" y="101600"/>
                  </a:lnTo>
                  <a:close/>
                </a:path>
                <a:path w="2540" h="510539">
                  <a:moveTo>
                    <a:pt x="2539" y="95250"/>
                  </a:moveTo>
                  <a:lnTo>
                    <a:pt x="0" y="95250"/>
                  </a:lnTo>
                  <a:lnTo>
                    <a:pt x="0" y="100330"/>
                  </a:lnTo>
                  <a:lnTo>
                    <a:pt x="2539" y="100330"/>
                  </a:lnTo>
                  <a:lnTo>
                    <a:pt x="2539" y="95250"/>
                  </a:lnTo>
                  <a:close/>
                </a:path>
                <a:path w="2540" h="510539">
                  <a:moveTo>
                    <a:pt x="2539" y="88900"/>
                  </a:moveTo>
                  <a:lnTo>
                    <a:pt x="0" y="88900"/>
                  </a:lnTo>
                  <a:lnTo>
                    <a:pt x="0" y="93980"/>
                  </a:lnTo>
                  <a:lnTo>
                    <a:pt x="2539" y="93980"/>
                  </a:lnTo>
                  <a:lnTo>
                    <a:pt x="2539" y="88900"/>
                  </a:lnTo>
                  <a:close/>
                </a:path>
                <a:path w="2540" h="510539">
                  <a:moveTo>
                    <a:pt x="2539" y="82550"/>
                  </a:moveTo>
                  <a:lnTo>
                    <a:pt x="0" y="82550"/>
                  </a:lnTo>
                  <a:lnTo>
                    <a:pt x="0" y="87630"/>
                  </a:lnTo>
                  <a:lnTo>
                    <a:pt x="2539" y="87630"/>
                  </a:lnTo>
                  <a:lnTo>
                    <a:pt x="2539" y="82550"/>
                  </a:lnTo>
                  <a:close/>
                </a:path>
                <a:path w="2540" h="510539">
                  <a:moveTo>
                    <a:pt x="2539" y="76200"/>
                  </a:moveTo>
                  <a:lnTo>
                    <a:pt x="0" y="76200"/>
                  </a:lnTo>
                  <a:lnTo>
                    <a:pt x="0" y="81280"/>
                  </a:lnTo>
                  <a:lnTo>
                    <a:pt x="2539" y="81280"/>
                  </a:lnTo>
                  <a:lnTo>
                    <a:pt x="2539" y="76200"/>
                  </a:lnTo>
                  <a:close/>
                </a:path>
                <a:path w="2540" h="510539">
                  <a:moveTo>
                    <a:pt x="2539" y="69850"/>
                  </a:moveTo>
                  <a:lnTo>
                    <a:pt x="0" y="69850"/>
                  </a:lnTo>
                  <a:lnTo>
                    <a:pt x="0" y="74930"/>
                  </a:lnTo>
                  <a:lnTo>
                    <a:pt x="2539" y="74930"/>
                  </a:lnTo>
                  <a:lnTo>
                    <a:pt x="2539" y="69850"/>
                  </a:lnTo>
                  <a:close/>
                </a:path>
                <a:path w="2540" h="510539">
                  <a:moveTo>
                    <a:pt x="2539" y="63500"/>
                  </a:moveTo>
                  <a:lnTo>
                    <a:pt x="0" y="63500"/>
                  </a:lnTo>
                  <a:lnTo>
                    <a:pt x="0" y="68580"/>
                  </a:lnTo>
                  <a:lnTo>
                    <a:pt x="2539" y="68580"/>
                  </a:lnTo>
                  <a:lnTo>
                    <a:pt x="2539" y="63500"/>
                  </a:lnTo>
                  <a:close/>
                </a:path>
                <a:path w="2540" h="510539">
                  <a:moveTo>
                    <a:pt x="2539" y="57150"/>
                  </a:moveTo>
                  <a:lnTo>
                    <a:pt x="0" y="57150"/>
                  </a:lnTo>
                  <a:lnTo>
                    <a:pt x="0" y="62230"/>
                  </a:lnTo>
                  <a:lnTo>
                    <a:pt x="2539" y="62230"/>
                  </a:lnTo>
                  <a:lnTo>
                    <a:pt x="2539" y="57150"/>
                  </a:lnTo>
                  <a:close/>
                </a:path>
                <a:path w="2540" h="510539">
                  <a:moveTo>
                    <a:pt x="2539" y="50800"/>
                  </a:moveTo>
                  <a:lnTo>
                    <a:pt x="0" y="50800"/>
                  </a:lnTo>
                  <a:lnTo>
                    <a:pt x="0" y="55880"/>
                  </a:lnTo>
                  <a:lnTo>
                    <a:pt x="2539" y="55880"/>
                  </a:lnTo>
                  <a:lnTo>
                    <a:pt x="2539" y="50800"/>
                  </a:lnTo>
                  <a:close/>
                </a:path>
                <a:path w="2540" h="510539">
                  <a:moveTo>
                    <a:pt x="2539" y="44450"/>
                  </a:moveTo>
                  <a:lnTo>
                    <a:pt x="0" y="44450"/>
                  </a:lnTo>
                  <a:lnTo>
                    <a:pt x="0" y="49530"/>
                  </a:lnTo>
                  <a:lnTo>
                    <a:pt x="2539" y="49530"/>
                  </a:lnTo>
                  <a:lnTo>
                    <a:pt x="2539" y="44450"/>
                  </a:lnTo>
                  <a:close/>
                </a:path>
                <a:path w="2540" h="510539">
                  <a:moveTo>
                    <a:pt x="2539" y="38100"/>
                  </a:moveTo>
                  <a:lnTo>
                    <a:pt x="0" y="38100"/>
                  </a:lnTo>
                  <a:lnTo>
                    <a:pt x="0" y="43180"/>
                  </a:lnTo>
                  <a:lnTo>
                    <a:pt x="2539" y="43180"/>
                  </a:lnTo>
                  <a:lnTo>
                    <a:pt x="2539" y="38100"/>
                  </a:lnTo>
                  <a:close/>
                </a:path>
                <a:path w="2540" h="510539">
                  <a:moveTo>
                    <a:pt x="2539" y="31750"/>
                  </a:moveTo>
                  <a:lnTo>
                    <a:pt x="0" y="31750"/>
                  </a:lnTo>
                  <a:lnTo>
                    <a:pt x="0" y="36830"/>
                  </a:lnTo>
                  <a:lnTo>
                    <a:pt x="2539" y="36830"/>
                  </a:lnTo>
                  <a:lnTo>
                    <a:pt x="2539" y="31750"/>
                  </a:lnTo>
                  <a:close/>
                </a:path>
                <a:path w="2540" h="510539">
                  <a:moveTo>
                    <a:pt x="2539" y="25400"/>
                  </a:moveTo>
                  <a:lnTo>
                    <a:pt x="0" y="25400"/>
                  </a:lnTo>
                  <a:lnTo>
                    <a:pt x="0" y="30480"/>
                  </a:lnTo>
                  <a:lnTo>
                    <a:pt x="2539" y="30480"/>
                  </a:lnTo>
                  <a:lnTo>
                    <a:pt x="2539" y="25400"/>
                  </a:lnTo>
                  <a:close/>
                </a:path>
                <a:path w="2540" h="510539">
                  <a:moveTo>
                    <a:pt x="2539" y="19050"/>
                  </a:moveTo>
                  <a:lnTo>
                    <a:pt x="0" y="19050"/>
                  </a:lnTo>
                  <a:lnTo>
                    <a:pt x="0" y="24130"/>
                  </a:lnTo>
                  <a:lnTo>
                    <a:pt x="2539" y="24130"/>
                  </a:lnTo>
                  <a:lnTo>
                    <a:pt x="2539" y="19050"/>
                  </a:lnTo>
                  <a:close/>
                </a:path>
                <a:path w="2540" h="510539">
                  <a:moveTo>
                    <a:pt x="2539" y="12700"/>
                  </a:moveTo>
                  <a:lnTo>
                    <a:pt x="0" y="12700"/>
                  </a:lnTo>
                  <a:lnTo>
                    <a:pt x="0" y="17780"/>
                  </a:lnTo>
                  <a:lnTo>
                    <a:pt x="2539" y="17780"/>
                  </a:lnTo>
                  <a:lnTo>
                    <a:pt x="2539" y="12700"/>
                  </a:lnTo>
                  <a:close/>
                </a:path>
                <a:path w="2540" h="510539">
                  <a:moveTo>
                    <a:pt x="2539" y="6350"/>
                  </a:moveTo>
                  <a:lnTo>
                    <a:pt x="0" y="6350"/>
                  </a:lnTo>
                  <a:lnTo>
                    <a:pt x="0" y="11430"/>
                  </a:lnTo>
                  <a:lnTo>
                    <a:pt x="2539" y="11430"/>
                  </a:lnTo>
                  <a:lnTo>
                    <a:pt x="2539" y="6350"/>
                  </a:lnTo>
                  <a:close/>
                </a:path>
                <a:path w="2540" h="510539">
                  <a:moveTo>
                    <a:pt x="127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539" y="5080"/>
                  </a:lnTo>
                  <a:lnTo>
                    <a:pt x="2539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EAE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7" name="object 3477"/>
            <p:cNvSpPr/>
            <p:nvPr/>
          </p:nvSpPr>
          <p:spPr>
            <a:xfrm>
              <a:off x="6849110" y="2856230"/>
              <a:ext cx="3810" cy="511809"/>
            </a:xfrm>
            <a:custGeom>
              <a:avLst/>
              <a:gdLst/>
              <a:ahLst/>
              <a:cxnLst/>
              <a:rect l="l" t="t" r="r" b="b"/>
              <a:pathLst>
                <a:path w="3809" h="511810">
                  <a:moveTo>
                    <a:pt x="3810" y="124459"/>
                  </a:moveTo>
                  <a:lnTo>
                    <a:pt x="0" y="124459"/>
                  </a:lnTo>
                  <a:lnTo>
                    <a:pt x="0" y="508000"/>
                  </a:lnTo>
                  <a:lnTo>
                    <a:pt x="1270" y="508000"/>
                  </a:lnTo>
                  <a:lnTo>
                    <a:pt x="1270" y="509269"/>
                  </a:lnTo>
                  <a:lnTo>
                    <a:pt x="2540" y="509269"/>
                  </a:lnTo>
                  <a:lnTo>
                    <a:pt x="2540" y="511809"/>
                  </a:lnTo>
                  <a:lnTo>
                    <a:pt x="3810" y="511809"/>
                  </a:lnTo>
                  <a:lnTo>
                    <a:pt x="3810" y="124459"/>
                  </a:lnTo>
                  <a:close/>
                </a:path>
                <a:path w="3809" h="511810">
                  <a:moveTo>
                    <a:pt x="3810" y="118109"/>
                  </a:moveTo>
                  <a:lnTo>
                    <a:pt x="0" y="118109"/>
                  </a:lnTo>
                  <a:lnTo>
                    <a:pt x="0" y="123189"/>
                  </a:lnTo>
                  <a:lnTo>
                    <a:pt x="3810" y="123189"/>
                  </a:lnTo>
                  <a:lnTo>
                    <a:pt x="3810" y="118109"/>
                  </a:lnTo>
                  <a:close/>
                </a:path>
                <a:path w="3809" h="511810">
                  <a:moveTo>
                    <a:pt x="3810" y="111759"/>
                  </a:moveTo>
                  <a:lnTo>
                    <a:pt x="0" y="111759"/>
                  </a:lnTo>
                  <a:lnTo>
                    <a:pt x="0" y="116839"/>
                  </a:lnTo>
                  <a:lnTo>
                    <a:pt x="3810" y="116839"/>
                  </a:lnTo>
                  <a:lnTo>
                    <a:pt x="3810" y="111759"/>
                  </a:lnTo>
                  <a:close/>
                </a:path>
                <a:path w="3809" h="511810">
                  <a:moveTo>
                    <a:pt x="3810" y="105409"/>
                  </a:moveTo>
                  <a:lnTo>
                    <a:pt x="0" y="105409"/>
                  </a:lnTo>
                  <a:lnTo>
                    <a:pt x="0" y="110489"/>
                  </a:lnTo>
                  <a:lnTo>
                    <a:pt x="3810" y="110489"/>
                  </a:lnTo>
                  <a:lnTo>
                    <a:pt x="3810" y="105409"/>
                  </a:lnTo>
                  <a:close/>
                </a:path>
                <a:path w="3809" h="511810">
                  <a:moveTo>
                    <a:pt x="3810" y="99059"/>
                  </a:moveTo>
                  <a:lnTo>
                    <a:pt x="0" y="99059"/>
                  </a:lnTo>
                  <a:lnTo>
                    <a:pt x="0" y="104139"/>
                  </a:lnTo>
                  <a:lnTo>
                    <a:pt x="3810" y="104139"/>
                  </a:lnTo>
                  <a:lnTo>
                    <a:pt x="3810" y="99059"/>
                  </a:lnTo>
                  <a:close/>
                </a:path>
                <a:path w="3809" h="511810">
                  <a:moveTo>
                    <a:pt x="3810" y="92709"/>
                  </a:moveTo>
                  <a:lnTo>
                    <a:pt x="0" y="92709"/>
                  </a:lnTo>
                  <a:lnTo>
                    <a:pt x="0" y="97789"/>
                  </a:lnTo>
                  <a:lnTo>
                    <a:pt x="3810" y="97789"/>
                  </a:lnTo>
                  <a:lnTo>
                    <a:pt x="3810" y="92709"/>
                  </a:lnTo>
                  <a:close/>
                </a:path>
                <a:path w="3809" h="511810">
                  <a:moveTo>
                    <a:pt x="3810" y="86359"/>
                  </a:moveTo>
                  <a:lnTo>
                    <a:pt x="0" y="86359"/>
                  </a:lnTo>
                  <a:lnTo>
                    <a:pt x="0" y="91439"/>
                  </a:lnTo>
                  <a:lnTo>
                    <a:pt x="3810" y="91439"/>
                  </a:lnTo>
                  <a:lnTo>
                    <a:pt x="3810" y="86359"/>
                  </a:lnTo>
                  <a:close/>
                </a:path>
                <a:path w="3809" h="511810">
                  <a:moveTo>
                    <a:pt x="3810" y="80009"/>
                  </a:moveTo>
                  <a:lnTo>
                    <a:pt x="0" y="80009"/>
                  </a:lnTo>
                  <a:lnTo>
                    <a:pt x="0" y="85089"/>
                  </a:lnTo>
                  <a:lnTo>
                    <a:pt x="3810" y="85089"/>
                  </a:lnTo>
                  <a:lnTo>
                    <a:pt x="3810" y="80009"/>
                  </a:lnTo>
                  <a:close/>
                </a:path>
                <a:path w="3809" h="511810">
                  <a:moveTo>
                    <a:pt x="3810" y="73659"/>
                  </a:moveTo>
                  <a:lnTo>
                    <a:pt x="0" y="73659"/>
                  </a:lnTo>
                  <a:lnTo>
                    <a:pt x="0" y="78739"/>
                  </a:lnTo>
                  <a:lnTo>
                    <a:pt x="3810" y="78739"/>
                  </a:lnTo>
                  <a:lnTo>
                    <a:pt x="3810" y="73659"/>
                  </a:lnTo>
                  <a:close/>
                </a:path>
                <a:path w="3809" h="511810">
                  <a:moveTo>
                    <a:pt x="3810" y="67309"/>
                  </a:moveTo>
                  <a:lnTo>
                    <a:pt x="0" y="67309"/>
                  </a:lnTo>
                  <a:lnTo>
                    <a:pt x="0" y="72389"/>
                  </a:lnTo>
                  <a:lnTo>
                    <a:pt x="3810" y="72389"/>
                  </a:lnTo>
                  <a:lnTo>
                    <a:pt x="3810" y="67309"/>
                  </a:lnTo>
                  <a:close/>
                </a:path>
                <a:path w="3809" h="511810">
                  <a:moveTo>
                    <a:pt x="3810" y="60959"/>
                  </a:moveTo>
                  <a:lnTo>
                    <a:pt x="0" y="60959"/>
                  </a:lnTo>
                  <a:lnTo>
                    <a:pt x="0" y="66039"/>
                  </a:lnTo>
                  <a:lnTo>
                    <a:pt x="3810" y="66039"/>
                  </a:lnTo>
                  <a:lnTo>
                    <a:pt x="3810" y="60959"/>
                  </a:lnTo>
                  <a:close/>
                </a:path>
                <a:path w="3809" h="511810">
                  <a:moveTo>
                    <a:pt x="3810" y="54609"/>
                  </a:moveTo>
                  <a:lnTo>
                    <a:pt x="0" y="54609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4609"/>
                  </a:lnTo>
                  <a:close/>
                </a:path>
                <a:path w="3809" h="511810">
                  <a:moveTo>
                    <a:pt x="3810" y="48259"/>
                  </a:moveTo>
                  <a:lnTo>
                    <a:pt x="0" y="48259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48259"/>
                  </a:lnTo>
                  <a:close/>
                </a:path>
                <a:path w="3809" h="511810">
                  <a:moveTo>
                    <a:pt x="3810" y="41909"/>
                  </a:moveTo>
                  <a:lnTo>
                    <a:pt x="0" y="41909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1909"/>
                  </a:lnTo>
                  <a:close/>
                </a:path>
                <a:path w="3809" h="511810">
                  <a:moveTo>
                    <a:pt x="3810" y="35559"/>
                  </a:moveTo>
                  <a:lnTo>
                    <a:pt x="0" y="35559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5559"/>
                  </a:lnTo>
                  <a:close/>
                </a:path>
                <a:path w="3809" h="511810">
                  <a:moveTo>
                    <a:pt x="3810" y="29209"/>
                  </a:moveTo>
                  <a:lnTo>
                    <a:pt x="0" y="29209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29209"/>
                  </a:lnTo>
                  <a:close/>
                </a:path>
                <a:path w="3809" h="511810">
                  <a:moveTo>
                    <a:pt x="3810" y="22859"/>
                  </a:moveTo>
                  <a:lnTo>
                    <a:pt x="0" y="22859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2859"/>
                  </a:lnTo>
                  <a:close/>
                </a:path>
                <a:path w="3809" h="511810">
                  <a:moveTo>
                    <a:pt x="3810" y="16509"/>
                  </a:moveTo>
                  <a:lnTo>
                    <a:pt x="0" y="16509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6509"/>
                  </a:lnTo>
                  <a:close/>
                </a:path>
                <a:path w="3809" h="511810">
                  <a:moveTo>
                    <a:pt x="3810" y="10159"/>
                  </a:moveTo>
                  <a:lnTo>
                    <a:pt x="0" y="1015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0159"/>
                  </a:lnTo>
                  <a:close/>
                </a:path>
                <a:path w="3809" h="511810">
                  <a:moveTo>
                    <a:pt x="3810" y="3809"/>
                  </a:moveTo>
                  <a:lnTo>
                    <a:pt x="0" y="380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3809"/>
                  </a:lnTo>
                  <a:close/>
                </a:path>
                <a:path w="3809" h="511810">
                  <a:moveTo>
                    <a:pt x="254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EAE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8" name="object 3478"/>
            <p:cNvSpPr/>
            <p:nvPr/>
          </p:nvSpPr>
          <p:spPr>
            <a:xfrm>
              <a:off x="6852920" y="2857499"/>
              <a:ext cx="3810" cy="511809"/>
            </a:xfrm>
            <a:custGeom>
              <a:avLst/>
              <a:gdLst/>
              <a:ahLst/>
              <a:cxnLst/>
              <a:rect l="l" t="t" r="r" b="b"/>
              <a:pathLst>
                <a:path w="3809" h="511810">
                  <a:moveTo>
                    <a:pt x="12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3809" h="511810">
                  <a:moveTo>
                    <a:pt x="3810" y="510540"/>
                  </a:moveTo>
                  <a:lnTo>
                    <a:pt x="1270" y="510540"/>
                  </a:lnTo>
                  <a:lnTo>
                    <a:pt x="1270" y="511810"/>
                  </a:lnTo>
                  <a:lnTo>
                    <a:pt x="3810" y="511810"/>
                  </a:lnTo>
                  <a:lnTo>
                    <a:pt x="3810" y="510540"/>
                  </a:lnTo>
                  <a:close/>
                </a:path>
                <a:path w="3809" h="511810">
                  <a:moveTo>
                    <a:pt x="3810" y="123190"/>
                  </a:moveTo>
                  <a:lnTo>
                    <a:pt x="0" y="123190"/>
                  </a:lnTo>
                  <a:lnTo>
                    <a:pt x="0" y="509270"/>
                  </a:lnTo>
                  <a:lnTo>
                    <a:pt x="3810" y="509270"/>
                  </a:lnTo>
                  <a:lnTo>
                    <a:pt x="3810" y="123190"/>
                  </a:lnTo>
                  <a:close/>
                </a:path>
                <a:path w="3809" h="511810">
                  <a:moveTo>
                    <a:pt x="3810" y="116840"/>
                  </a:moveTo>
                  <a:lnTo>
                    <a:pt x="0" y="116840"/>
                  </a:lnTo>
                  <a:lnTo>
                    <a:pt x="0" y="121920"/>
                  </a:lnTo>
                  <a:lnTo>
                    <a:pt x="3810" y="121920"/>
                  </a:lnTo>
                  <a:lnTo>
                    <a:pt x="3810" y="116840"/>
                  </a:lnTo>
                  <a:close/>
                </a:path>
                <a:path w="3809" h="511810">
                  <a:moveTo>
                    <a:pt x="3810" y="110490"/>
                  </a:moveTo>
                  <a:lnTo>
                    <a:pt x="0" y="110490"/>
                  </a:lnTo>
                  <a:lnTo>
                    <a:pt x="0" y="115570"/>
                  </a:lnTo>
                  <a:lnTo>
                    <a:pt x="3810" y="115570"/>
                  </a:lnTo>
                  <a:lnTo>
                    <a:pt x="3810" y="110490"/>
                  </a:lnTo>
                  <a:close/>
                </a:path>
                <a:path w="3809" h="511810">
                  <a:moveTo>
                    <a:pt x="3810" y="104140"/>
                  </a:moveTo>
                  <a:lnTo>
                    <a:pt x="0" y="104140"/>
                  </a:lnTo>
                  <a:lnTo>
                    <a:pt x="0" y="109220"/>
                  </a:lnTo>
                  <a:lnTo>
                    <a:pt x="3810" y="109220"/>
                  </a:lnTo>
                  <a:lnTo>
                    <a:pt x="3810" y="104140"/>
                  </a:lnTo>
                  <a:close/>
                </a:path>
                <a:path w="3809" h="511810">
                  <a:moveTo>
                    <a:pt x="3810" y="97790"/>
                  </a:moveTo>
                  <a:lnTo>
                    <a:pt x="0" y="97790"/>
                  </a:lnTo>
                  <a:lnTo>
                    <a:pt x="0" y="102870"/>
                  </a:lnTo>
                  <a:lnTo>
                    <a:pt x="3810" y="102870"/>
                  </a:lnTo>
                  <a:lnTo>
                    <a:pt x="3810" y="97790"/>
                  </a:lnTo>
                  <a:close/>
                </a:path>
                <a:path w="3809" h="511810">
                  <a:moveTo>
                    <a:pt x="3810" y="91440"/>
                  </a:moveTo>
                  <a:lnTo>
                    <a:pt x="0" y="91440"/>
                  </a:lnTo>
                  <a:lnTo>
                    <a:pt x="0" y="96520"/>
                  </a:lnTo>
                  <a:lnTo>
                    <a:pt x="3810" y="96520"/>
                  </a:lnTo>
                  <a:lnTo>
                    <a:pt x="3810" y="91440"/>
                  </a:lnTo>
                  <a:close/>
                </a:path>
                <a:path w="3809" h="511810">
                  <a:moveTo>
                    <a:pt x="3810" y="85090"/>
                  </a:moveTo>
                  <a:lnTo>
                    <a:pt x="0" y="85090"/>
                  </a:lnTo>
                  <a:lnTo>
                    <a:pt x="0" y="90170"/>
                  </a:lnTo>
                  <a:lnTo>
                    <a:pt x="3810" y="90170"/>
                  </a:lnTo>
                  <a:lnTo>
                    <a:pt x="3810" y="85090"/>
                  </a:lnTo>
                  <a:close/>
                </a:path>
                <a:path w="3809" h="511810">
                  <a:moveTo>
                    <a:pt x="3810" y="78740"/>
                  </a:moveTo>
                  <a:lnTo>
                    <a:pt x="0" y="78740"/>
                  </a:lnTo>
                  <a:lnTo>
                    <a:pt x="0" y="83820"/>
                  </a:lnTo>
                  <a:lnTo>
                    <a:pt x="3810" y="83820"/>
                  </a:lnTo>
                  <a:lnTo>
                    <a:pt x="3810" y="78740"/>
                  </a:lnTo>
                  <a:close/>
                </a:path>
                <a:path w="3809" h="511810">
                  <a:moveTo>
                    <a:pt x="3810" y="72390"/>
                  </a:moveTo>
                  <a:lnTo>
                    <a:pt x="0" y="72390"/>
                  </a:lnTo>
                  <a:lnTo>
                    <a:pt x="0" y="77470"/>
                  </a:lnTo>
                  <a:lnTo>
                    <a:pt x="3810" y="77470"/>
                  </a:lnTo>
                  <a:lnTo>
                    <a:pt x="3810" y="72390"/>
                  </a:lnTo>
                  <a:close/>
                </a:path>
                <a:path w="3809" h="511810">
                  <a:moveTo>
                    <a:pt x="3810" y="66040"/>
                  </a:moveTo>
                  <a:lnTo>
                    <a:pt x="0" y="66040"/>
                  </a:lnTo>
                  <a:lnTo>
                    <a:pt x="0" y="71120"/>
                  </a:lnTo>
                  <a:lnTo>
                    <a:pt x="3810" y="71120"/>
                  </a:lnTo>
                  <a:lnTo>
                    <a:pt x="3810" y="66040"/>
                  </a:lnTo>
                  <a:close/>
                </a:path>
                <a:path w="3809" h="511810">
                  <a:moveTo>
                    <a:pt x="3810" y="59690"/>
                  </a:moveTo>
                  <a:lnTo>
                    <a:pt x="0" y="59690"/>
                  </a:lnTo>
                  <a:lnTo>
                    <a:pt x="0" y="64770"/>
                  </a:lnTo>
                  <a:lnTo>
                    <a:pt x="3810" y="64770"/>
                  </a:lnTo>
                  <a:lnTo>
                    <a:pt x="3810" y="59690"/>
                  </a:lnTo>
                  <a:close/>
                </a:path>
                <a:path w="3809" h="511810">
                  <a:moveTo>
                    <a:pt x="3810" y="53340"/>
                  </a:moveTo>
                  <a:lnTo>
                    <a:pt x="0" y="53340"/>
                  </a:lnTo>
                  <a:lnTo>
                    <a:pt x="0" y="58420"/>
                  </a:lnTo>
                  <a:lnTo>
                    <a:pt x="3810" y="58420"/>
                  </a:lnTo>
                  <a:lnTo>
                    <a:pt x="3810" y="53340"/>
                  </a:lnTo>
                  <a:close/>
                </a:path>
                <a:path w="3809" h="511810">
                  <a:moveTo>
                    <a:pt x="3810" y="46990"/>
                  </a:moveTo>
                  <a:lnTo>
                    <a:pt x="0" y="46990"/>
                  </a:lnTo>
                  <a:lnTo>
                    <a:pt x="0" y="52070"/>
                  </a:lnTo>
                  <a:lnTo>
                    <a:pt x="3810" y="52070"/>
                  </a:lnTo>
                  <a:lnTo>
                    <a:pt x="3810" y="46990"/>
                  </a:lnTo>
                  <a:close/>
                </a:path>
                <a:path w="3809" h="511810">
                  <a:moveTo>
                    <a:pt x="3810" y="40640"/>
                  </a:moveTo>
                  <a:lnTo>
                    <a:pt x="0" y="40640"/>
                  </a:lnTo>
                  <a:lnTo>
                    <a:pt x="0" y="45720"/>
                  </a:lnTo>
                  <a:lnTo>
                    <a:pt x="3810" y="45720"/>
                  </a:lnTo>
                  <a:lnTo>
                    <a:pt x="3810" y="40640"/>
                  </a:lnTo>
                  <a:close/>
                </a:path>
                <a:path w="3809" h="511810">
                  <a:moveTo>
                    <a:pt x="3810" y="34290"/>
                  </a:moveTo>
                  <a:lnTo>
                    <a:pt x="0" y="34290"/>
                  </a:lnTo>
                  <a:lnTo>
                    <a:pt x="0" y="39370"/>
                  </a:lnTo>
                  <a:lnTo>
                    <a:pt x="3810" y="39370"/>
                  </a:lnTo>
                  <a:lnTo>
                    <a:pt x="3810" y="34290"/>
                  </a:lnTo>
                  <a:close/>
                </a:path>
                <a:path w="3809" h="511810">
                  <a:moveTo>
                    <a:pt x="3810" y="27940"/>
                  </a:moveTo>
                  <a:lnTo>
                    <a:pt x="0" y="27940"/>
                  </a:lnTo>
                  <a:lnTo>
                    <a:pt x="0" y="33020"/>
                  </a:lnTo>
                  <a:lnTo>
                    <a:pt x="3810" y="33020"/>
                  </a:lnTo>
                  <a:lnTo>
                    <a:pt x="3810" y="27940"/>
                  </a:lnTo>
                  <a:close/>
                </a:path>
                <a:path w="3809" h="511810">
                  <a:moveTo>
                    <a:pt x="3810" y="21590"/>
                  </a:moveTo>
                  <a:lnTo>
                    <a:pt x="0" y="21590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1590"/>
                  </a:lnTo>
                  <a:close/>
                </a:path>
                <a:path w="3809" h="511810">
                  <a:moveTo>
                    <a:pt x="3810" y="15240"/>
                  </a:moveTo>
                  <a:lnTo>
                    <a:pt x="0" y="15240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5240"/>
                  </a:lnTo>
                  <a:close/>
                </a:path>
                <a:path w="3809" h="511810">
                  <a:moveTo>
                    <a:pt x="3810" y="8890"/>
                  </a:moveTo>
                  <a:lnTo>
                    <a:pt x="0" y="8890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8890"/>
                  </a:lnTo>
                  <a:close/>
                </a:path>
                <a:path w="3809" h="511810">
                  <a:moveTo>
                    <a:pt x="3810" y="2540"/>
                  </a:moveTo>
                  <a:lnTo>
                    <a:pt x="2540" y="254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2540"/>
                  </a:lnTo>
                  <a:close/>
                </a:path>
              </a:pathLst>
            </a:custGeom>
            <a:solidFill>
              <a:srgbClr val="E9E3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9" name="object 3479"/>
            <p:cNvSpPr/>
            <p:nvPr/>
          </p:nvSpPr>
          <p:spPr>
            <a:xfrm>
              <a:off x="6856730" y="2860040"/>
              <a:ext cx="2540" cy="511809"/>
            </a:xfrm>
            <a:custGeom>
              <a:avLst/>
              <a:gdLst/>
              <a:ahLst/>
              <a:cxnLst/>
              <a:rect l="l" t="t" r="r" b="b"/>
              <a:pathLst>
                <a:path w="2540" h="511810">
                  <a:moveTo>
                    <a:pt x="2540" y="508000"/>
                  </a:moveTo>
                  <a:lnTo>
                    <a:pt x="0" y="508000"/>
                  </a:lnTo>
                  <a:lnTo>
                    <a:pt x="0" y="510540"/>
                  </a:lnTo>
                  <a:lnTo>
                    <a:pt x="1270" y="510540"/>
                  </a:lnTo>
                  <a:lnTo>
                    <a:pt x="1270" y="511810"/>
                  </a:lnTo>
                  <a:lnTo>
                    <a:pt x="2540" y="511810"/>
                  </a:lnTo>
                  <a:lnTo>
                    <a:pt x="2540" y="508000"/>
                  </a:lnTo>
                  <a:close/>
                </a:path>
                <a:path w="2540" h="511810">
                  <a:moveTo>
                    <a:pt x="2540" y="120650"/>
                  </a:moveTo>
                  <a:lnTo>
                    <a:pt x="0" y="120650"/>
                  </a:lnTo>
                  <a:lnTo>
                    <a:pt x="0" y="506730"/>
                  </a:lnTo>
                  <a:lnTo>
                    <a:pt x="2540" y="506730"/>
                  </a:lnTo>
                  <a:lnTo>
                    <a:pt x="2540" y="120650"/>
                  </a:lnTo>
                  <a:close/>
                </a:path>
                <a:path w="2540" h="511810">
                  <a:moveTo>
                    <a:pt x="2540" y="114300"/>
                  </a:moveTo>
                  <a:lnTo>
                    <a:pt x="0" y="114300"/>
                  </a:lnTo>
                  <a:lnTo>
                    <a:pt x="0" y="119380"/>
                  </a:lnTo>
                  <a:lnTo>
                    <a:pt x="2540" y="119380"/>
                  </a:lnTo>
                  <a:lnTo>
                    <a:pt x="2540" y="114300"/>
                  </a:lnTo>
                  <a:close/>
                </a:path>
                <a:path w="2540" h="511810">
                  <a:moveTo>
                    <a:pt x="2540" y="107950"/>
                  </a:moveTo>
                  <a:lnTo>
                    <a:pt x="0" y="107950"/>
                  </a:lnTo>
                  <a:lnTo>
                    <a:pt x="0" y="113030"/>
                  </a:lnTo>
                  <a:lnTo>
                    <a:pt x="2540" y="113030"/>
                  </a:lnTo>
                  <a:lnTo>
                    <a:pt x="2540" y="107950"/>
                  </a:lnTo>
                  <a:close/>
                </a:path>
                <a:path w="2540" h="511810">
                  <a:moveTo>
                    <a:pt x="2540" y="101600"/>
                  </a:moveTo>
                  <a:lnTo>
                    <a:pt x="0" y="101600"/>
                  </a:lnTo>
                  <a:lnTo>
                    <a:pt x="0" y="106680"/>
                  </a:lnTo>
                  <a:lnTo>
                    <a:pt x="2540" y="106680"/>
                  </a:lnTo>
                  <a:lnTo>
                    <a:pt x="2540" y="101600"/>
                  </a:lnTo>
                  <a:close/>
                </a:path>
                <a:path w="2540" h="511810">
                  <a:moveTo>
                    <a:pt x="2540" y="95250"/>
                  </a:moveTo>
                  <a:lnTo>
                    <a:pt x="0" y="95250"/>
                  </a:lnTo>
                  <a:lnTo>
                    <a:pt x="0" y="100330"/>
                  </a:lnTo>
                  <a:lnTo>
                    <a:pt x="2540" y="100330"/>
                  </a:lnTo>
                  <a:lnTo>
                    <a:pt x="2540" y="95250"/>
                  </a:lnTo>
                  <a:close/>
                </a:path>
                <a:path w="2540" h="511810">
                  <a:moveTo>
                    <a:pt x="2540" y="88900"/>
                  </a:moveTo>
                  <a:lnTo>
                    <a:pt x="0" y="88900"/>
                  </a:lnTo>
                  <a:lnTo>
                    <a:pt x="0" y="93980"/>
                  </a:lnTo>
                  <a:lnTo>
                    <a:pt x="2540" y="93980"/>
                  </a:lnTo>
                  <a:lnTo>
                    <a:pt x="2540" y="88900"/>
                  </a:lnTo>
                  <a:close/>
                </a:path>
                <a:path w="2540" h="511810">
                  <a:moveTo>
                    <a:pt x="2540" y="82550"/>
                  </a:moveTo>
                  <a:lnTo>
                    <a:pt x="0" y="82550"/>
                  </a:lnTo>
                  <a:lnTo>
                    <a:pt x="0" y="87630"/>
                  </a:lnTo>
                  <a:lnTo>
                    <a:pt x="2540" y="87630"/>
                  </a:lnTo>
                  <a:lnTo>
                    <a:pt x="2540" y="82550"/>
                  </a:lnTo>
                  <a:close/>
                </a:path>
                <a:path w="2540" h="511810">
                  <a:moveTo>
                    <a:pt x="2540" y="76200"/>
                  </a:moveTo>
                  <a:lnTo>
                    <a:pt x="0" y="76200"/>
                  </a:lnTo>
                  <a:lnTo>
                    <a:pt x="0" y="81280"/>
                  </a:lnTo>
                  <a:lnTo>
                    <a:pt x="2540" y="81280"/>
                  </a:lnTo>
                  <a:lnTo>
                    <a:pt x="2540" y="76200"/>
                  </a:lnTo>
                  <a:close/>
                </a:path>
                <a:path w="2540" h="511810">
                  <a:moveTo>
                    <a:pt x="2540" y="69850"/>
                  </a:moveTo>
                  <a:lnTo>
                    <a:pt x="0" y="69850"/>
                  </a:lnTo>
                  <a:lnTo>
                    <a:pt x="0" y="74930"/>
                  </a:lnTo>
                  <a:lnTo>
                    <a:pt x="2540" y="74930"/>
                  </a:lnTo>
                  <a:lnTo>
                    <a:pt x="2540" y="69850"/>
                  </a:lnTo>
                  <a:close/>
                </a:path>
                <a:path w="2540" h="511810">
                  <a:moveTo>
                    <a:pt x="2540" y="63500"/>
                  </a:moveTo>
                  <a:lnTo>
                    <a:pt x="0" y="63500"/>
                  </a:lnTo>
                  <a:lnTo>
                    <a:pt x="0" y="68580"/>
                  </a:lnTo>
                  <a:lnTo>
                    <a:pt x="2540" y="68580"/>
                  </a:lnTo>
                  <a:lnTo>
                    <a:pt x="2540" y="63500"/>
                  </a:lnTo>
                  <a:close/>
                </a:path>
                <a:path w="2540" h="511810">
                  <a:moveTo>
                    <a:pt x="2540" y="57150"/>
                  </a:moveTo>
                  <a:lnTo>
                    <a:pt x="0" y="57150"/>
                  </a:lnTo>
                  <a:lnTo>
                    <a:pt x="0" y="62230"/>
                  </a:lnTo>
                  <a:lnTo>
                    <a:pt x="2540" y="62230"/>
                  </a:lnTo>
                  <a:lnTo>
                    <a:pt x="2540" y="57150"/>
                  </a:lnTo>
                  <a:close/>
                </a:path>
                <a:path w="2540" h="511810">
                  <a:moveTo>
                    <a:pt x="2540" y="50800"/>
                  </a:moveTo>
                  <a:lnTo>
                    <a:pt x="0" y="50800"/>
                  </a:lnTo>
                  <a:lnTo>
                    <a:pt x="0" y="55880"/>
                  </a:lnTo>
                  <a:lnTo>
                    <a:pt x="2540" y="55880"/>
                  </a:lnTo>
                  <a:lnTo>
                    <a:pt x="2540" y="50800"/>
                  </a:lnTo>
                  <a:close/>
                </a:path>
                <a:path w="2540" h="511810">
                  <a:moveTo>
                    <a:pt x="2540" y="44450"/>
                  </a:moveTo>
                  <a:lnTo>
                    <a:pt x="0" y="44450"/>
                  </a:lnTo>
                  <a:lnTo>
                    <a:pt x="0" y="49530"/>
                  </a:lnTo>
                  <a:lnTo>
                    <a:pt x="2540" y="49530"/>
                  </a:lnTo>
                  <a:lnTo>
                    <a:pt x="2540" y="44450"/>
                  </a:lnTo>
                  <a:close/>
                </a:path>
                <a:path w="2540" h="511810">
                  <a:moveTo>
                    <a:pt x="2540" y="38100"/>
                  </a:moveTo>
                  <a:lnTo>
                    <a:pt x="0" y="38100"/>
                  </a:lnTo>
                  <a:lnTo>
                    <a:pt x="0" y="43180"/>
                  </a:lnTo>
                  <a:lnTo>
                    <a:pt x="2540" y="43180"/>
                  </a:lnTo>
                  <a:lnTo>
                    <a:pt x="2540" y="38100"/>
                  </a:lnTo>
                  <a:close/>
                </a:path>
                <a:path w="2540" h="511810">
                  <a:moveTo>
                    <a:pt x="2540" y="31750"/>
                  </a:moveTo>
                  <a:lnTo>
                    <a:pt x="0" y="31750"/>
                  </a:lnTo>
                  <a:lnTo>
                    <a:pt x="0" y="36830"/>
                  </a:lnTo>
                  <a:lnTo>
                    <a:pt x="2540" y="36830"/>
                  </a:lnTo>
                  <a:lnTo>
                    <a:pt x="2540" y="31750"/>
                  </a:lnTo>
                  <a:close/>
                </a:path>
                <a:path w="2540" h="511810">
                  <a:moveTo>
                    <a:pt x="2540" y="25400"/>
                  </a:moveTo>
                  <a:lnTo>
                    <a:pt x="0" y="25400"/>
                  </a:lnTo>
                  <a:lnTo>
                    <a:pt x="0" y="30480"/>
                  </a:lnTo>
                  <a:lnTo>
                    <a:pt x="2540" y="30480"/>
                  </a:lnTo>
                  <a:lnTo>
                    <a:pt x="2540" y="25400"/>
                  </a:lnTo>
                  <a:close/>
                </a:path>
                <a:path w="2540" h="511810">
                  <a:moveTo>
                    <a:pt x="2540" y="19050"/>
                  </a:moveTo>
                  <a:lnTo>
                    <a:pt x="0" y="19050"/>
                  </a:lnTo>
                  <a:lnTo>
                    <a:pt x="0" y="24130"/>
                  </a:lnTo>
                  <a:lnTo>
                    <a:pt x="2540" y="24130"/>
                  </a:lnTo>
                  <a:lnTo>
                    <a:pt x="2540" y="19050"/>
                  </a:lnTo>
                  <a:close/>
                </a:path>
                <a:path w="2540" h="511810">
                  <a:moveTo>
                    <a:pt x="2540" y="12700"/>
                  </a:moveTo>
                  <a:lnTo>
                    <a:pt x="0" y="12700"/>
                  </a:lnTo>
                  <a:lnTo>
                    <a:pt x="0" y="17780"/>
                  </a:lnTo>
                  <a:lnTo>
                    <a:pt x="2540" y="17780"/>
                  </a:lnTo>
                  <a:lnTo>
                    <a:pt x="2540" y="12700"/>
                  </a:lnTo>
                  <a:close/>
                </a:path>
                <a:path w="2540" h="511810">
                  <a:moveTo>
                    <a:pt x="2540" y="6350"/>
                  </a:moveTo>
                  <a:lnTo>
                    <a:pt x="0" y="6350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6350"/>
                  </a:lnTo>
                  <a:close/>
                </a:path>
                <a:path w="2540" h="511810">
                  <a:moveTo>
                    <a:pt x="127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E8E2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0" name="object 3480"/>
            <p:cNvSpPr/>
            <p:nvPr/>
          </p:nvSpPr>
          <p:spPr>
            <a:xfrm>
              <a:off x="6859269" y="2861310"/>
              <a:ext cx="3810" cy="513080"/>
            </a:xfrm>
            <a:custGeom>
              <a:avLst/>
              <a:gdLst/>
              <a:ahLst/>
              <a:cxnLst/>
              <a:rect l="l" t="t" r="r" b="b"/>
              <a:pathLst>
                <a:path w="3809" h="513079">
                  <a:moveTo>
                    <a:pt x="3809" y="506729"/>
                  </a:moveTo>
                  <a:lnTo>
                    <a:pt x="0" y="506729"/>
                  </a:lnTo>
                  <a:lnTo>
                    <a:pt x="0" y="513079"/>
                  </a:lnTo>
                  <a:lnTo>
                    <a:pt x="1270" y="513079"/>
                  </a:lnTo>
                  <a:lnTo>
                    <a:pt x="1270" y="511810"/>
                  </a:lnTo>
                  <a:lnTo>
                    <a:pt x="3809" y="511810"/>
                  </a:lnTo>
                  <a:lnTo>
                    <a:pt x="3809" y="506729"/>
                  </a:lnTo>
                  <a:close/>
                </a:path>
                <a:path w="3809" h="513079">
                  <a:moveTo>
                    <a:pt x="3809" y="119379"/>
                  </a:moveTo>
                  <a:lnTo>
                    <a:pt x="0" y="119379"/>
                  </a:lnTo>
                  <a:lnTo>
                    <a:pt x="0" y="505460"/>
                  </a:lnTo>
                  <a:lnTo>
                    <a:pt x="3809" y="505460"/>
                  </a:lnTo>
                  <a:lnTo>
                    <a:pt x="3809" y="119379"/>
                  </a:lnTo>
                  <a:close/>
                </a:path>
                <a:path w="3809" h="513079">
                  <a:moveTo>
                    <a:pt x="3809" y="113029"/>
                  </a:moveTo>
                  <a:lnTo>
                    <a:pt x="0" y="113029"/>
                  </a:lnTo>
                  <a:lnTo>
                    <a:pt x="0" y="118110"/>
                  </a:lnTo>
                  <a:lnTo>
                    <a:pt x="3809" y="118110"/>
                  </a:lnTo>
                  <a:lnTo>
                    <a:pt x="3809" y="113029"/>
                  </a:lnTo>
                  <a:close/>
                </a:path>
                <a:path w="3809" h="513079">
                  <a:moveTo>
                    <a:pt x="3809" y="106679"/>
                  </a:moveTo>
                  <a:lnTo>
                    <a:pt x="0" y="106679"/>
                  </a:lnTo>
                  <a:lnTo>
                    <a:pt x="0" y="111760"/>
                  </a:lnTo>
                  <a:lnTo>
                    <a:pt x="3809" y="111760"/>
                  </a:lnTo>
                  <a:lnTo>
                    <a:pt x="3809" y="106679"/>
                  </a:lnTo>
                  <a:close/>
                </a:path>
                <a:path w="3809" h="513079">
                  <a:moveTo>
                    <a:pt x="3809" y="100329"/>
                  </a:moveTo>
                  <a:lnTo>
                    <a:pt x="0" y="100329"/>
                  </a:lnTo>
                  <a:lnTo>
                    <a:pt x="0" y="105410"/>
                  </a:lnTo>
                  <a:lnTo>
                    <a:pt x="3809" y="105410"/>
                  </a:lnTo>
                  <a:lnTo>
                    <a:pt x="3809" y="100329"/>
                  </a:lnTo>
                  <a:close/>
                </a:path>
                <a:path w="3809" h="513079">
                  <a:moveTo>
                    <a:pt x="3809" y="93979"/>
                  </a:moveTo>
                  <a:lnTo>
                    <a:pt x="0" y="93979"/>
                  </a:lnTo>
                  <a:lnTo>
                    <a:pt x="0" y="99060"/>
                  </a:lnTo>
                  <a:lnTo>
                    <a:pt x="3809" y="99060"/>
                  </a:lnTo>
                  <a:lnTo>
                    <a:pt x="3809" y="93979"/>
                  </a:lnTo>
                  <a:close/>
                </a:path>
                <a:path w="3809" h="513079">
                  <a:moveTo>
                    <a:pt x="3809" y="87629"/>
                  </a:moveTo>
                  <a:lnTo>
                    <a:pt x="0" y="87629"/>
                  </a:lnTo>
                  <a:lnTo>
                    <a:pt x="0" y="92710"/>
                  </a:lnTo>
                  <a:lnTo>
                    <a:pt x="3809" y="92710"/>
                  </a:lnTo>
                  <a:lnTo>
                    <a:pt x="3809" y="87629"/>
                  </a:lnTo>
                  <a:close/>
                </a:path>
                <a:path w="3809" h="513079">
                  <a:moveTo>
                    <a:pt x="3809" y="81279"/>
                  </a:moveTo>
                  <a:lnTo>
                    <a:pt x="0" y="81279"/>
                  </a:lnTo>
                  <a:lnTo>
                    <a:pt x="0" y="86360"/>
                  </a:lnTo>
                  <a:lnTo>
                    <a:pt x="3809" y="86360"/>
                  </a:lnTo>
                  <a:lnTo>
                    <a:pt x="3809" y="81279"/>
                  </a:lnTo>
                  <a:close/>
                </a:path>
                <a:path w="3809" h="513079">
                  <a:moveTo>
                    <a:pt x="3809" y="74929"/>
                  </a:moveTo>
                  <a:lnTo>
                    <a:pt x="0" y="74929"/>
                  </a:lnTo>
                  <a:lnTo>
                    <a:pt x="0" y="80010"/>
                  </a:lnTo>
                  <a:lnTo>
                    <a:pt x="3809" y="80010"/>
                  </a:lnTo>
                  <a:lnTo>
                    <a:pt x="3809" y="74929"/>
                  </a:lnTo>
                  <a:close/>
                </a:path>
                <a:path w="3809" h="513079">
                  <a:moveTo>
                    <a:pt x="3809" y="68579"/>
                  </a:moveTo>
                  <a:lnTo>
                    <a:pt x="0" y="68579"/>
                  </a:lnTo>
                  <a:lnTo>
                    <a:pt x="0" y="73660"/>
                  </a:lnTo>
                  <a:lnTo>
                    <a:pt x="3809" y="73660"/>
                  </a:lnTo>
                  <a:lnTo>
                    <a:pt x="3809" y="68579"/>
                  </a:lnTo>
                  <a:close/>
                </a:path>
                <a:path w="3809" h="513079">
                  <a:moveTo>
                    <a:pt x="3809" y="62229"/>
                  </a:moveTo>
                  <a:lnTo>
                    <a:pt x="0" y="62229"/>
                  </a:lnTo>
                  <a:lnTo>
                    <a:pt x="0" y="67310"/>
                  </a:lnTo>
                  <a:lnTo>
                    <a:pt x="3809" y="67310"/>
                  </a:lnTo>
                  <a:lnTo>
                    <a:pt x="3809" y="62229"/>
                  </a:lnTo>
                  <a:close/>
                </a:path>
                <a:path w="3809" h="513079">
                  <a:moveTo>
                    <a:pt x="3809" y="55879"/>
                  </a:moveTo>
                  <a:lnTo>
                    <a:pt x="0" y="55879"/>
                  </a:lnTo>
                  <a:lnTo>
                    <a:pt x="0" y="60960"/>
                  </a:lnTo>
                  <a:lnTo>
                    <a:pt x="3809" y="60960"/>
                  </a:lnTo>
                  <a:lnTo>
                    <a:pt x="3809" y="55879"/>
                  </a:lnTo>
                  <a:close/>
                </a:path>
                <a:path w="3809" h="513079">
                  <a:moveTo>
                    <a:pt x="3809" y="49529"/>
                  </a:moveTo>
                  <a:lnTo>
                    <a:pt x="0" y="49529"/>
                  </a:lnTo>
                  <a:lnTo>
                    <a:pt x="0" y="54610"/>
                  </a:lnTo>
                  <a:lnTo>
                    <a:pt x="3809" y="54610"/>
                  </a:lnTo>
                  <a:lnTo>
                    <a:pt x="3809" y="49529"/>
                  </a:lnTo>
                  <a:close/>
                </a:path>
                <a:path w="3809" h="513079">
                  <a:moveTo>
                    <a:pt x="3809" y="43179"/>
                  </a:moveTo>
                  <a:lnTo>
                    <a:pt x="0" y="43179"/>
                  </a:lnTo>
                  <a:lnTo>
                    <a:pt x="0" y="48260"/>
                  </a:lnTo>
                  <a:lnTo>
                    <a:pt x="3809" y="48260"/>
                  </a:lnTo>
                  <a:lnTo>
                    <a:pt x="3809" y="43179"/>
                  </a:lnTo>
                  <a:close/>
                </a:path>
                <a:path w="3809" h="513079">
                  <a:moveTo>
                    <a:pt x="3809" y="36829"/>
                  </a:moveTo>
                  <a:lnTo>
                    <a:pt x="0" y="36829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36829"/>
                  </a:lnTo>
                  <a:close/>
                </a:path>
                <a:path w="3809" h="513079">
                  <a:moveTo>
                    <a:pt x="3809" y="30479"/>
                  </a:moveTo>
                  <a:lnTo>
                    <a:pt x="0" y="30479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30479"/>
                  </a:lnTo>
                  <a:close/>
                </a:path>
                <a:path w="3809" h="513079">
                  <a:moveTo>
                    <a:pt x="3809" y="24129"/>
                  </a:moveTo>
                  <a:lnTo>
                    <a:pt x="0" y="24129"/>
                  </a:lnTo>
                  <a:lnTo>
                    <a:pt x="0" y="29210"/>
                  </a:lnTo>
                  <a:lnTo>
                    <a:pt x="3809" y="29210"/>
                  </a:lnTo>
                  <a:lnTo>
                    <a:pt x="3809" y="24129"/>
                  </a:lnTo>
                  <a:close/>
                </a:path>
                <a:path w="3809" h="513079">
                  <a:moveTo>
                    <a:pt x="3809" y="17779"/>
                  </a:moveTo>
                  <a:lnTo>
                    <a:pt x="0" y="17779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17779"/>
                  </a:lnTo>
                  <a:close/>
                </a:path>
                <a:path w="3809" h="513079">
                  <a:moveTo>
                    <a:pt x="3809" y="11429"/>
                  </a:moveTo>
                  <a:lnTo>
                    <a:pt x="0" y="11429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1429"/>
                  </a:lnTo>
                  <a:close/>
                </a:path>
                <a:path w="3809" h="513079">
                  <a:moveTo>
                    <a:pt x="3809" y="5079"/>
                  </a:moveTo>
                  <a:lnTo>
                    <a:pt x="0" y="5079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5079"/>
                  </a:lnTo>
                  <a:close/>
                </a:path>
                <a:path w="3809" h="513079">
                  <a:moveTo>
                    <a:pt x="127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2539"/>
                  </a:lnTo>
                  <a:lnTo>
                    <a:pt x="2540" y="2539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E7E1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1" name="object 3481"/>
            <p:cNvSpPr/>
            <p:nvPr/>
          </p:nvSpPr>
          <p:spPr>
            <a:xfrm>
              <a:off x="6863080" y="2863850"/>
              <a:ext cx="3810" cy="514350"/>
            </a:xfrm>
            <a:custGeom>
              <a:avLst/>
              <a:gdLst/>
              <a:ahLst/>
              <a:cxnLst/>
              <a:rect l="l" t="t" r="r" b="b"/>
              <a:pathLst>
                <a:path w="3809" h="514350">
                  <a:moveTo>
                    <a:pt x="3810" y="510539"/>
                  </a:moveTo>
                  <a:lnTo>
                    <a:pt x="0" y="510539"/>
                  </a:lnTo>
                  <a:lnTo>
                    <a:pt x="0" y="511810"/>
                  </a:lnTo>
                  <a:lnTo>
                    <a:pt x="1270" y="511810"/>
                  </a:lnTo>
                  <a:lnTo>
                    <a:pt x="1270" y="513080"/>
                  </a:lnTo>
                  <a:lnTo>
                    <a:pt x="2540" y="513080"/>
                  </a:lnTo>
                  <a:lnTo>
                    <a:pt x="2540" y="514350"/>
                  </a:lnTo>
                  <a:lnTo>
                    <a:pt x="3810" y="514350"/>
                  </a:lnTo>
                  <a:lnTo>
                    <a:pt x="3810" y="510539"/>
                  </a:lnTo>
                  <a:close/>
                </a:path>
                <a:path w="3809" h="514350">
                  <a:moveTo>
                    <a:pt x="3810" y="504189"/>
                  </a:moveTo>
                  <a:lnTo>
                    <a:pt x="0" y="504189"/>
                  </a:lnTo>
                  <a:lnTo>
                    <a:pt x="0" y="509270"/>
                  </a:lnTo>
                  <a:lnTo>
                    <a:pt x="3810" y="509270"/>
                  </a:lnTo>
                  <a:lnTo>
                    <a:pt x="3810" y="504189"/>
                  </a:lnTo>
                  <a:close/>
                </a:path>
                <a:path w="3809" h="514350">
                  <a:moveTo>
                    <a:pt x="3810" y="116839"/>
                  </a:moveTo>
                  <a:lnTo>
                    <a:pt x="0" y="116839"/>
                  </a:lnTo>
                  <a:lnTo>
                    <a:pt x="0" y="502920"/>
                  </a:lnTo>
                  <a:lnTo>
                    <a:pt x="3810" y="502920"/>
                  </a:lnTo>
                  <a:lnTo>
                    <a:pt x="3810" y="116839"/>
                  </a:lnTo>
                  <a:close/>
                </a:path>
                <a:path w="3809" h="514350">
                  <a:moveTo>
                    <a:pt x="3810" y="110489"/>
                  </a:moveTo>
                  <a:lnTo>
                    <a:pt x="0" y="110489"/>
                  </a:lnTo>
                  <a:lnTo>
                    <a:pt x="0" y="115570"/>
                  </a:lnTo>
                  <a:lnTo>
                    <a:pt x="3810" y="115570"/>
                  </a:lnTo>
                  <a:lnTo>
                    <a:pt x="3810" y="110489"/>
                  </a:lnTo>
                  <a:close/>
                </a:path>
                <a:path w="3809" h="514350">
                  <a:moveTo>
                    <a:pt x="3810" y="104139"/>
                  </a:moveTo>
                  <a:lnTo>
                    <a:pt x="0" y="104139"/>
                  </a:lnTo>
                  <a:lnTo>
                    <a:pt x="0" y="109220"/>
                  </a:lnTo>
                  <a:lnTo>
                    <a:pt x="3810" y="109220"/>
                  </a:lnTo>
                  <a:lnTo>
                    <a:pt x="3810" y="104139"/>
                  </a:lnTo>
                  <a:close/>
                </a:path>
                <a:path w="3809" h="514350">
                  <a:moveTo>
                    <a:pt x="3810" y="97789"/>
                  </a:moveTo>
                  <a:lnTo>
                    <a:pt x="0" y="97789"/>
                  </a:lnTo>
                  <a:lnTo>
                    <a:pt x="0" y="102870"/>
                  </a:lnTo>
                  <a:lnTo>
                    <a:pt x="3810" y="102870"/>
                  </a:lnTo>
                  <a:lnTo>
                    <a:pt x="3810" y="97789"/>
                  </a:lnTo>
                  <a:close/>
                </a:path>
                <a:path w="3809" h="514350">
                  <a:moveTo>
                    <a:pt x="3810" y="91439"/>
                  </a:moveTo>
                  <a:lnTo>
                    <a:pt x="0" y="91439"/>
                  </a:lnTo>
                  <a:lnTo>
                    <a:pt x="0" y="96520"/>
                  </a:lnTo>
                  <a:lnTo>
                    <a:pt x="3810" y="96520"/>
                  </a:lnTo>
                  <a:lnTo>
                    <a:pt x="3810" y="91439"/>
                  </a:lnTo>
                  <a:close/>
                </a:path>
                <a:path w="3809" h="514350">
                  <a:moveTo>
                    <a:pt x="3810" y="85089"/>
                  </a:moveTo>
                  <a:lnTo>
                    <a:pt x="0" y="85089"/>
                  </a:lnTo>
                  <a:lnTo>
                    <a:pt x="0" y="90170"/>
                  </a:lnTo>
                  <a:lnTo>
                    <a:pt x="3810" y="90170"/>
                  </a:lnTo>
                  <a:lnTo>
                    <a:pt x="3810" y="85089"/>
                  </a:lnTo>
                  <a:close/>
                </a:path>
                <a:path w="3809" h="514350">
                  <a:moveTo>
                    <a:pt x="3810" y="78739"/>
                  </a:moveTo>
                  <a:lnTo>
                    <a:pt x="0" y="78739"/>
                  </a:lnTo>
                  <a:lnTo>
                    <a:pt x="0" y="83820"/>
                  </a:lnTo>
                  <a:lnTo>
                    <a:pt x="3810" y="83820"/>
                  </a:lnTo>
                  <a:lnTo>
                    <a:pt x="3810" y="78739"/>
                  </a:lnTo>
                  <a:close/>
                </a:path>
                <a:path w="3809" h="514350">
                  <a:moveTo>
                    <a:pt x="3810" y="72389"/>
                  </a:moveTo>
                  <a:lnTo>
                    <a:pt x="0" y="72389"/>
                  </a:lnTo>
                  <a:lnTo>
                    <a:pt x="0" y="77470"/>
                  </a:lnTo>
                  <a:lnTo>
                    <a:pt x="3810" y="77470"/>
                  </a:lnTo>
                  <a:lnTo>
                    <a:pt x="3810" y="72389"/>
                  </a:lnTo>
                  <a:close/>
                </a:path>
                <a:path w="3809" h="514350">
                  <a:moveTo>
                    <a:pt x="3810" y="66039"/>
                  </a:moveTo>
                  <a:lnTo>
                    <a:pt x="0" y="66039"/>
                  </a:lnTo>
                  <a:lnTo>
                    <a:pt x="0" y="71120"/>
                  </a:lnTo>
                  <a:lnTo>
                    <a:pt x="3810" y="71120"/>
                  </a:lnTo>
                  <a:lnTo>
                    <a:pt x="3810" y="66039"/>
                  </a:lnTo>
                  <a:close/>
                </a:path>
                <a:path w="3809" h="514350">
                  <a:moveTo>
                    <a:pt x="3810" y="59689"/>
                  </a:moveTo>
                  <a:lnTo>
                    <a:pt x="0" y="59689"/>
                  </a:lnTo>
                  <a:lnTo>
                    <a:pt x="0" y="64770"/>
                  </a:lnTo>
                  <a:lnTo>
                    <a:pt x="3810" y="64770"/>
                  </a:lnTo>
                  <a:lnTo>
                    <a:pt x="3810" y="59689"/>
                  </a:lnTo>
                  <a:close/>
                </a:path>
                <a:path w="3809" h="514350">
                  <a:moveTo>
                    <a:pt x="3810" y="53339"/>
                  </a:moveTo>
                  <a:lnTo>
                    <a:pt x="0" y="53339"/>
                  </a:lnTo>
                  <a:lnTo>
                    <a:pt x="0" y="58420"/>
                  </a:lnTo>
                  <a:lnTo>
                    <a:pt x="3810" y="58420"/>
                  </a:lnTo>
                  <a:lnTo>
                    <a:pt x="3810" y="53339"/>
                  </a:lnTo>
                  <a:close/>
                </a:path>
                <a:path w="3809" h="514350">
                  <a:moveTo>
                    <a:pt x="3810" y="46989"/>
                  </a:moveTo>
                  <a:lnTo>
                    <a:pt x="0" y="46989"/>
                  </a:lnTo>
                  <a:lnTo>
                    <a:pt x="0" y="52070"/>
                  </a:lnTo>
                  <a:lnTo>
                    <a:pt x="3810" y="52070"/>
                  </a:lnTo>
                  <a:lnTo>
                    <a:pt x="3810" y="46989"/>
                  </a:lnTo>
                  <a:close/>
                </a:path>
                <a:path w="3809" h="514350">
                  <a:moveTo>
                    <a:pt x="3810" y="40639"/>
                  </a:moveTo>
                  <a:lnTo>
                    <a:pt x="0" y="40639"/>
                  </a:lnTo>
                  <a:lnTo>
                    <a:pt x="0" y="45720"/>
                  </a:lnTo>
                  <a:lnTo>
                    <a:pt x="3810" y="45720"/>
                  </a:lnTo>
                  <a:lnTo>
                    <a:pt x="3810" y="40639"/>
                  </a:lnTo>
                  <a:close/>
                </a:path>
                <a:path w="3809" h="514350">
                  <a:moveTo>
                    <a:pt x="3810" y="34289"/>
                  </a:moveTo>
                  <a:lnTo>
                    <a:pt x="0" y="34289"/>
                  </a:lnTo>
                  <a:lnTo>
                    <a:pt x="0" y="39370"/>
                  </a:lnTo>
                  <a:lnTo>
                    <a:pt x="3810" y="39370"/>
                  </a:lnTo>
                  <a:lnTo>
                    <a:pt x="3810" y="34289"/>
                  </a:lnTo>
                  <a:close/>
                </a:path>
                <a:path w="3809" h="514350">
                  <a:moveTo>
                    <a:pt x="3810" y="27939"/>
                  </a:moveTo>
                  <a:lnTo>
                    <a:pt x="0" y="27939"/>
                  </a:lnTo>
                  <a:lnTo>
                    <a:pt x="0" y="33020"/>
                  </a:lnTo>
                  <a:lnTo>
                    <a:pt x="3810" y="33020"/>
                  </a:lnTo>
                  <a:lnTo>
                    <a:pt x="3810" y="27939"/>
                  </a:lnTo>
                  <a:close/>
                </a:path>
                <a:path w="3809" h="514350">
                  <a:moveTo>
                    <a:pt x="3810" y="21589"/>
                  </a:moveTo>
                  <a:lnTo>
                    <a:pt x="0" y="21589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1589"/>
                  </a:lnTo>
                  <a:close/>
                </a:path>
                <a:path w="3809" h="514350">
                  <a:moveTo>
                    <a:pt x="3810" y="15239"/>
                  </a:moveTo>
                  <a:lnTo>
                    <a:pt x="0" y="15239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5239"/>
                  </a:lnTo>
                  <a:close/>
                </a:path>
                <a:path w="3809" h="514350">
                  <a:moveTo>
                    <a:pt x="3810" y="8889"/>
                  </a:moveTo>
                  <a:lnTo>
                    <a:pt x="0" y="8889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8889"/>
                  </a:lnTo>
                  <a:close/>
                </a:path>
                <a:path w="3809" h="514350">
                  <a:moveTo>
                    <a:pt x="3810" y="1270"/>
                  </a:moveTo>
                  <a:lnTo>
                    <a:pt x="1270" y="1270"/>
                  </a:lnTo>
                  <a:lnTo>
                    <a:pt x="1270" y="2539"/>
                  </a:lnTo>
                  <a:lnTo>
                    <a:pt x="0" y="2539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70"/>
                  </a:lnTo>
                  <a:close/>
                </a:path>
                <a:path w="3809" h="514350">
                  <a:moveTo>
                    <a:pt x="12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E7E0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2" name="object 3482"/>
            <p:cNvSpPr/>
            <p:nvPr/>
          </p:nvSpPr>
          <p:spPr>
            <a:xfrm>
              <a:off x="6866889" y="2866390"/>
              <a:ext cx="3810" cy="514350"/>
            </a:xfrm>
            <a:custGeom>
              <a:avLst/>
              <a:gdLst/>
              <a:ahLst/>
              <a:cxnLst/>
              <a:rect l="l" t="t" r="r" b="b"/>
              <a:pathLst>
                <a:path w="3809" h="514350">
                  <a:moveTo>
                    <a:pt x="3809" y="508000"/>
                  </a:moveTo>
                  <a:lnTo>
                    <a:pt x="0" y="508000"/>
                  </a:lnTo>
                  <a:lnTo>
                    <a:pt x="0" y="511810"/>
                  </a:lnTo>
                  <a:lnTo>
                    <a:pt x="1269" y="511810"/>
                  </a:lnTo>
                  <a:lnTo>
                    <a:pt x="1269" y="514350"/>
                  </a:lnTo>
                  <a:lnTo>
                    <a:pt x="2539" y="514350"/>
                  </a:lnTo>
                  <a:lnTo>
                    <a:pt x="2539" y="513080"/>
                  </a:lnTo>
                  <a:lnTo>
                    <a:pt x="3809" y="513080"/>
                  </a:lnTo>
                  <a:lnTo>
                    <a:pt x="3809" y="508000"/>
                  </a:lnTo>
                  <a:close/>
                </a:path>
                <a:path w="3809" h="514350">
                  <a:moveTo>
                    <a:pt x="3809" y="501650"/>
                  </a:moveTo>
                  <a:lnTo>
                    <a:pt x="0" y="501650"/>
                  </a:lnTo>
                  <a:lnTo>
                    <a:pt x="0" y="506730"/>
                  </a:lnTo>
                  <a:lnTo>
                    <a:pt x="3809" y="506730"/>
                  </a:lnTo>
                  <a:lnTo>
                    <a:pt x="3809" y="501650"/>
                  </a:lnTo>
                  <a:close/>
                </a:path>
                <a:path w="3809" h="514350">
                  <a:moveTo>
                    <a:pt x="3809" y="114300"/>
                  </a:moveTo>
                  <a:lnTo>
                    <a:pt x="0" y="114300"/>
                  </a:lnTo>
                  <a:lnTo>
                    <a:pt x="0" y="500380"/>
                  </a:lnTo>
                  <a:lnTo>
                    <a:pt x="3809" y="500380"/>
                  </a:lnTo>
                  <a:lnTo>
                    <a:pt x="3809" y="114300"/>
                  </a:lnTo>
                  <a:close/>
                </a:path>
                <a:path w="3809" h="514350">
                  <a:moveTo>
                    <a:pt x="3809" y="107950"/>
                  </a:moveTo>
                  <a:lnTo>
                    <a:pt x="0" y="107950"/>
                  </a:lnTo>
                  <a:lnTo>
                    <a:pt x="0" y="113030"/>
                  </a:lnTo>
                  <a:lnTo>
                    <a:pt x="3809" y="113030"/>
                  </a:lnTo>
                  <a:lnTo>
                    <a:pt x="3809" y="107950"/>
                  </a:lnTo>
                  <a:close/>
                </a:path>
                <a:path w="3809" h="514350">
                  <a:moveTo>
                    <a:pt x="3809" y="101600"/>
                  </a:moveTo>
                  <a:lnTo>
                    <a:pt x="0" y="101600"/>
                  </a:lnTo>
                  <a:lnTo>
                    <a:pt x="0" y="106680"/>
                  </a:lnTo>
                  <a:lnTo>
                    <a:pt x="3809" y="106680"/>
                  </a:lnTo>
                  <a:lnTo>
                    <a:pt x="3809" y="101600"/>
                  </a:lnTo>
                  <a:close/>
                </a:path>
                <a:path w="3809" h="514350">
                  <a:moveTo>
                    <a:pt x="3809" y="95250"/>
                  </a:moveTo>
                  <a:lnTo>
                    <a:pt x="0" y="95250"/>
                  </a:lnTo>
                  <a:lnTo>
                    <a:pt x="0" y="100330"/>
                  </a:lnTo>
                  <a:lnTo>
                    <a:pt x="3809" y="100330"/>
                  </a:lnTo>
                  <a:lnTo>
                    <a:pt x="3809" y="95250"/>
                  </a:lnTo>
                  <a:close/>
                </a:path>
                <a:path w="3809" h="514350">
                  <a:moveTo>
                    <a:pt x="3809" y="88900"/>
                  </a:moveTo>
                  <a:lnTo>
                    <a:pt x="0" y="88900"/>
                  </a:lnTo>
                  <a:lnTo>
                    <a:pt x="0" y="93980"/>
                  </a:lnTo>
                  <a:lnTo>
                    <a:pt x="3809" y="93980"/>
                  </a:lnTo>
                  <a:lnTo>
                    <a:pt x="3809" y="88900"/>
                  </a:lnTo>
                  <a:close/>
                </a:path>
                <a:path w="3809" h="514350">
                  <a:moveTo>
                    <a:pt x="3809" y="82550"/>
                  </a:moveTo>
                  <a:lnTo>
                    <a:pt x="0" y="82550"/>
                  </a:lnTo>
                  <a:lnTo>
                    <a:pt x="0" y="87630"/>
                  </a:lnTo>
                  <a:lnTo>
                    <a:pt x="3809" y="87630"/>
                  </a:lnTo>
                  <a:lnTo>
                    <a:pt x="3809" y="82550"/>
                  </a:lnTo>
                  <a:close/>
                </a:path>
                <a:path w="3809" h="514350">
                  <a:moveTo>
                    <a:pt x="3809" y="76200"/>
                  </a:moveTo>
                  <a:lnTo>
                    <a:pt x="0" y="76200"/>
                  </a:lnTo>
                  <a:lnTo>
                    <a:pt x="0" y="81280"/>
                  </a:lnTo>
                  <a:lnTo>
                    <a:pt x="3809" y="81280"/>
                  </a:lnTo>
                  <a:lnTo>
                    <a:pt x="3809" y="76200"/>
                  </a:lnTo>
                  <a:close/>
                </a:path>
                <a:path w="3809" h="514350">
                  <a:moveTo>
                    <a:pt x="3809" y="69850"/>
                  </a:moveTo>
                  <a:lnTo>
                    <a:pt x="0" y="69850"/>
                  </a:lnTo>
                  <a:lnTo>
                    <a:pt x="0" y="74930"/>
                  </a:lnTo>
                  <a:lnTo>
                    <a:pt x="3809" y="74930"/>
                  </a:lnTo>
                  <a:lnTo>
                    <a:pt x="3809" y="69850"/>
                  </a:lnTo>
                  <a:close/>
                </a:path>
                <a:path w="3809" h="514350">
                  <a:moveTo>
                    <a:pt x="3809" y="63500"/>
                  </a:moveTo>
                  <a:lnTo>
                    <a:pt x="0" y="63500"/>
                  </a:lnTo>
                  <a:lnTo>
                    <a:pt x="0" y="68580"/>
                  </a:lnTo>
                  <a:lnTo>
                    <a:pt x="3809" y="68580"/>
                  </a:lnTo>
                  <a:lnTo>
                    <a:pt x="3809" y="63500"/>
                  </a:lnTo>
                  <a:close/>
                </a:path>
                <a:path w="3809" h="514350">
                  <a:moveTo>
                    <a:pt x="3809" y="57150"/>
                  </a:moveTo>
                  <a:lnTo>
                    <a:pt x="0" y="57150"/>
                  </a:lnTo>
                  <a:lnTo>
                    <a:pt x="0" y="62230"/>
                  </a:lnTo>
                  <a:lnTo>
                    <a:pt x="3809" y="62230"/>
                  </a:lnTo>
                  <a:lnTo>
                    <a:pt x="3809" y="57150"/>
                  </a:lnTo>
                  <a:close/>
                </a:path>
                <a:path w="3809" h="514350">
                  <a:moveTo>
                    <a:pt x="3809" y="50800"/>
                  </a:moveTo>
                  <a:lnTo>
                    <a:pt x="0" y="50800"/>
                  </a:lnTo>
                  <a:lnTo>
                    <a:pt x="0" y="55880"/>
                  </a:lnTo>
                  <a:lnTo>
                    <a:pt x="3809" y="55880"/>
                  </a:lnTo>
                  <a:lnTo>
                    <a:pt x="3809" y="50800"/>
                  </a:lnTo>
                  <a:close/>
                </a:path>
                <a:path w="3809" h="514350">
                  <a:moveTo>
                    <a:pt x="3809" y="44450"/>
                  </a:moveTo>
                  <a:lnTo>
                    <a:pt x="0" y="44450"/>
                  </a:lnTo>
                  <a:lnTo>
                    <a:pt x="0" y="49530"/>
                  </a:lnTo>
                  <a:lnTo>
                    <a:pt x="3809" y="49530"/>
                  </a:lnTo>
                  <a:lnTo>
                    <a:pt x="3809" y="44450"/>
                  </a:lnTo>
                  <a:close/>
                </a:path>
                <a:path w="3809" h="514350">
                  <a:moveTo>
                    <a:pt x="3809" y="38100"/>
                  </a:moveTo>
                  <a:lnTo>
                    <a:pt x="0" y="38100"/>
                  </a:lnTo>
                  <a:lnTo>
                    <a:pt x="0" y="43180"/>
                  </a:lnTo>
                  <a:lnTo>
                    <a:pt x="3809" y="43180"/>
                  </a:lnTo>
                  <a:lnTo>
                    <a:pt x="3809" y="38100"/>
                  </a:lnTo>
                  <a:close/>
                </a:path>
                <a:path w="3809" h="514350">
                  <a:moveTo>
                    <a:pt x="3809" y="31750"/>
                  </a:moveTo>
                  <a:lnTo>
                    <a:pt x="0" y="3175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1750"/>
                  </a:lnTo>
                  <a:close/>
                </a:path>
                <a:path w="3809" h="514350">
                  <a:moveTo>
                    <a:pt x="3809" y="25400"/>
                  </a:moveTo>
                  <a:lnTo>
                    <a:pt x="0" y="25400"/>
                  </a:lnTo>
                  <a:lnTo>
                    <a:pt x="0" y="30480"/>
                  </a:lnTo>
                  <a:lnTo>
                    <a:pt x="3809" y="30480"/>
                  </a:lnTo>
                  <a:lnTo>
                    <a:pt x="3809" y="25400"/>
                  </a:lnTo>
                  <a:close/>
                </a:path>
                <a:path w="3809" h="514350">
                  <a:moveTo>
                    <a:pt x="3809" y="19050"/>
                  </a:moveTo>
                  <a:lnTo>
                    <a:pt x="0" y="19050"/>
                  </a:lnTo>
                  <a:lnTo>
                    <a:pt x="0" y="24130"/>
                  </a:lnTo>
                  <a:lnTo>
                    <a:pt x="3809" y="24130"/>
                  </a:lnTo>
                  <a:lnTo>
                    <a:pt x="3809" y="19050"/>
                  </a:lnTo>
                  <a:close/>
                </a:path>
                <a:path w="3809" h="514350">
                  <a:moveTo>
                    <a:pt x="3809" y="12700"/>
                  </a:moveTo>
                  <a:lnTo>
                    <a:pt x="0" y="1270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2700"/>
                  </a:lnTo>
                  <a:close/>
                </a:path>
                <a:path w="3809" h="514350">
                  <a:moveTo>
                    <a:pt x="3809" y="6350"/>
                  </a:moveTo>
                  <a:lnTo>
                    <a:pt x="0" y="635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6350"/>
                  </a:lnTo>
                  <a:close/>
                </a:path>
                <a:path w="3809" h="514350">
                  <a:moveTo>
                    <a:pt x="127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E6DF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3" name="object 3483"/>
            <p:cNvSpPr/>
            <p:nvPr/>
          </p:nvSpPr>
          <p:spPr>
            <a:xfrm>
              <a:off x="6870700" y="2868930"/>
              <a:ext cx="3810" cy="514350"/>
            </a:xfrm>
            <a:custGeom>
              <a:avLst/>
              <a:gdLst/>
              <a:ahLst/>
              <a:cxnLst/>
              <a:rect l="l" t="t" r="r" b="b"/>
              <a:pathLst>
                <a:path w="3809" h="514350">
                  <a:moveTo>
                    <a:pt x="3809" y="511809"/>
                  </a:moveTo>
                  <a:lnTo>
                    <a:pt x="0" y="511809"/>
                  </a:lnTo>
                  <a:lnTo>
                    <a:pt x="0" y="513079"/>
                  </a:lnTo>
                  <a:lnTo>
                    <a:pt x="1270" y="513079"/>
                  </a:lnTo>
                  <a:lnTo>
                    <a:pt x="1270" y="514350"/>
                  </a:lnTo>
                  <a:lnTo>
                    <a:pt x="3809" y="514350"/>
                  </a:lnTo>
                  <a:lnTo>
                    <a:pt x="3809" y="511809"/>
                  </a:lnTo>
                  <a:close/>
                </a:path>
                <a:path w="3809" h="514350">
                  <a:moveTo>
                    <a:pt x="3809" y="505459"/>
                  </a:moveTo>
                  <a:lnTo>
                    <a:pt x="0" y="505459"/>
                  </a:lnTo>
                  <a:lnTo>
                    <a:pt x="0" y="510539"/>
                  </a:lnTo>
                  <a:lnTo>
                    <a:pt x="3809" y="510539"/>
                  </a:lnTo>
                  <a:lnTo>
                    <a:pt x="3809" y="505459"/>
                  </a:lnTo>
                  <a:close/>
                </a:path>
                <a:path w="3809" h="514350">
                  <a:moveTo>
                    <a:pt x="3809" y="499109"/>
                  </a:moveTo>
                  <a:lnTo>
                    <a:pt x="0" y="499109"/>
                  </a:lnTo>
                  <a:lnTo>
                    <a:pt x="0" y="504189"/>
                  </a:lnTo>
                  <a:lnTo>
                    <a:pt x="3809" y="504189"/>
                  </a:lnTo>
                  <a:lnTo>
                    <a:pt x="3809" y="499109"/>
                  </a:lnTo>
                  <a:close/>
                </a:path>
                <a:path w="3809" h="514350">
                  <a:moveTo>
                    <a:pt x="3809" y="111759"/>
                  </a:moveTo>
                  <a:lnTo>
                    <a:pt x="0" y="111759"/>
                  </a:lnTo>
                  <a:lnTo>
                    <a:pt x="0" y="497839"/>
                  </a:lnTo>
                  <a:lnTo>
                    <a:pt x="3809" y="497839"/>
                  </a:lnTo>
                  <a:lnTo>
                    <a:pt x="3809" y="111759"/>
                  </a:lnTo>
                  <a:close/>
                </a:path>
                <a:path w="3809" h="514350">
                  <a:moveTo>
                    <a:pt x="3809" y="105409"/>
                  </a:moveTo>
                  <a:lnTo>
                    <a:pt x="0" y="105409"/>
                  </a:lnTo>
                  <a:lnTo>
                    <a:pt x="0" y="110489"/>
                  </a:lnTo>
                  <a:lnTo>
                    <a:pt x="3809" y="110489"/>
                  </a:lnTo>
                  <a:lnTo>
                    <a:pt x="3809" y="105409"/>
                  </a:lnTo>
                  <a:close/>
                </a:path>
                <a:path w="3809" h="514350">
                  <a:moveTo>
                    <a:pt x="3809" y="99059"/>
                  </a:moveTo>
                  <a:lnTo>
                    <a:pt x="0" y="99059"/>
                  </a:lnTo>
                  <a:lnTo>
                    <a:pt x="0" y="104139"/>
                  </a:lnTo>
                  <a:lnTo>
                    <a:pt x="3809" y="104139"/>
                  </a:lnTo>
                  <a:lnTo>
                    <a:pt x="3809" y="99059"/>
                  </a:lnTo>
                  <a:close/>
                </a:path>
                <a:path w="3809" h="514350">
                  <a:moveTo>
                    <a:pt x="3809" y="92709"/>
                  </a:moveTo>
                  <a:lnTo>
                    <a:pt x="0" y="92709"/>
                  </a:lnTo>
                  <a:lnTo>
                    <a:pt x="0" y="97789"/>
                  </a:lnTo>
                  <a:lnTo>
                    <a:pt x="3809" y="97789"/>
                  </a:lnTo>
                  <a:lnTo>
                    <a:pt x="3809" y="92709"/>
                  </a:lnTo>
                  <a:close/>
                </a:path>
                <a:path w="3809" h="514350">
                  <a:moveTo>
                    <a:pt x="3809" y="86359"/>
                  </a:moveTo>
                  <a:lnTo>
                    <a:pt x="0" y="86359"/>
                  </a:lnTo>
                  <a:lnTo>
                    <a:pt x="0" y="91439"/>
                  </a:lnTo>
                  <a:lnTo>
                    <a:pt x="3809" y="91439"/>
                  </a:lnTo>
                  <a:lnTo>
                    <a:pt x="3809" y="86359"/>
                  </a:lnTo>
                  <a:close/>
                </a:path>
                <a:path w="3809" h="514350">
                  <a:moveTo>
                    <a:pt x="3809" y="80009"/>
                  </a:moveTo>
                  <a:lnTo>
                    <a:pt x="0" y="80009"/>
                  </a:lnTo>
                  <a:lnTo>
                    <a:pt x="0" y="85089"/>
                  </a:lnTo>
                  <a:lnTo>
                    <a:pt x="3809" y="85089"/>
                  </a:lnTo>
                  <a:lnTo>
                    <a:pt x="3809" y="80009"/>
                  </a:lnTo>
                  <a:close/>
                </a:path>
                <a:path w="3809" h="514350">
                  <a:moveTo>
                    <a:pt x="3809" y="73659"/>
                  </a:moveTo>
                  <a:lnTo>
                    <a:pt x="0" y="73659"/>
                  </a:lnTo>
                  <a:lnTo>
                    <a:pt x="0" y="78739"/>
                  </a:lnTo>
                  <a:lnTo>
                    <a:pt x="3809" y="78739"/>
                  </a:lnTo>
                  <a:lnTo>
                    <a:pt x="3809" y="73659"/>
                  </a:lnTo>
                  <a:close/>
                </a:path>
                <a:path w="3809" h="514350">
                  <a:moveTo>
                    <a:pt x="3809" y="67309"/>
                  </a:moveTo>
                  <a:lnTo>
                    <a:pt x="0" y="67309"/>
                  </a:lnTo>
                  <a:lnTo>
                    <a:pt x="0" y="72389"/>
                  </a:lnTo>
                  <a:lnTo>
                    <a:pt x="3809" y="72389"/>
                  </a:lnTo>
                  <a:lnTo>
                    <a:pt x="3809" y="67309"/>
                  </a:lnTo>
                  <a:close/>
                </a:path>
                <a:path w="3809" h="514350">
                  <a:moveTo>
                    <a:pt x="3809" y="60959"/>
                  </a:moveTo>
                  <a:lnTo>
                    <a:pt x="0" y="60959"/>
                  </a:lnTo>
                  <a:lnTo>
                    <a:pt x="0" y="66039"/>
                  </a:lnTo>
                  <a:lnTo>
                    <a:pt x="3809" y="66039"/>
                  </a:lnTo>
                  <a:lnTo>
                    <a:pt x="3809" y="60959"/>
                  </a:lnTo>
                  <a:close/>
                </a:path>
                <a:path w="3809" h="514350">
                  <a:moveTo>
                    <a:pt x="3809" y="54609"/>
                  </a:moveTo>
                  <a:lnTo>
                    <a:pt x="0" y="54609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4609"/>
                  </a:lnTo>
                  <a:close/>
                </a:path>
                <a:path w="3809" h="514350">
                  <a:moveTo>
                    <a:pt x="3809" y="48259"/>
                  </a:moveTo>
                  <a:lnTo>
                    <a:pt x="0" y="48259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48259"/>
                  </a:lnTo>
                  <a:close/>
                </a:path>
                <a:path w="3809" h="514350">
                  <a:moveTo>
                    <a:pt x="3809" y="41909"/>
                  </a:moveTo>
                  <a:lnTo>
                    <a:pt x="0" y="41909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1909"/>
                  </a:lnTo>
                  <a:close/>
                </a:path>
                <a:path w="3809" h="514350">
                  <a:moveTo>
                    <a:pt x="3809" y="35559"/>
                  </a:moveTo>
                  <a:lnTo>
                    <a:pt x="0" y="35559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5559"/>
                  </a:lnTo>
                  <a:close/>
                </a:path>
                <a:path w="3809" h="514350">
                  <a:moveTo>
                    <a:pt x="3809" y="29209"/>
                  </a:moveTo>
                  <a:lnTo>
                    <a:pt x="0" y="29209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29209"/>
                  </a:lnTo>
                  <a:close/>
                </a:path>
                <a:path w="3809" h="514350">
                  <a:moveTo>
                    <a:pt x="3809" y="22859"/>
                  </a:moveTo>
                  <a:lnTo>
                    <a:pt x="0" y="22859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2859"/>
                  </a:lnTo>
                  <a:close/>
                </a:path>
                <a:path w="3809" h="514350">
                  <a:moveTo>
                    <a:pt x="3809" y="16509"/>
                  </a:moveTo>
                  <a:lnTo>
                    <a:pt x="0" y="16509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6509"/>
                  </a:lnTo>
                  <a:close/>
                </a:path>
                <a:path w="3809" h="514350">
                  <a:moveTo>
                    <a:pt x="3809" y="10159"/>
                  </a:moveTo>
                  <a:lnTo>
                    <a:pt x="0" y="10159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0159"/>
                  </a:lnTo>
                  <a:close/>
                </a:path>
                <a:path w="3809" h="514350">
                  <a:moveTo>
                    <a:pt x="3809" y="3809"/>
                  </a:moveTo>
                  <a:lnTo>
                    <a:pt x="0" y="380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3809"/>
                  </a:lnTo>
                  <a:close/>
                </a:path>
                <a:path w="3809" h="514350">
                  <a:moveTo>
                    <a:pt x="254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E5DE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4" name="object 3484"/>
            <p:cNvSpPr/>
            <p:nvPr/>
          </p:nvSpPr>
          <p:spPr>
            <a:xfrm>
              <a:off x="6874510" y="2871469"/>
              <a:ext cx="3810" cy="515620"/>
            </a:xfrm>
            <a:custGeom>
              <a:avLst/>
              <a:gdLst/>
              <a:ahLst/>
              <a:cxnLst/>
              <a:rect l="l" t="t" r="r" b="b"/>
              <a:pathLst>
                <a:path w="3809" h="515620">
                  <a:moveTo>
                    <a:pt x="3810" y="509269"/>
                  </a:moveTo>
                  <a:lnTo>
                    <a:pt x="0" y="509269"/>
                  </a:lnTo>
                  <a:lnTo>
                    <a:pt x="0" y="513079"/>
                  </a:lnTo>
                  <a:lnTo>
                    <a:pt x="1270" y="513079"/>
                  </a:lnTo>
                  <a:lnTo>
                    <a:pt x="1270" y="515619"/>
                  </a:lnTo>
                  <a:lnTo>
                    <a:pt x="2540" y="515619"/>
                  </a:lnTo>
                  <a:lnTo>
                    <a:pt x="2540" y="514350"/>
                  </a:lnTo>
                  <a:lnTo>
                    <a:pt x="3810" y="514350"/>
                  </a:lnTo>
                  <a:lnTo>
                    <a:pt x="3810" y="509269"/>
                  </a:lnTo>
                  <a:close/>
                </a:path>
                <a:path w="3809" h="515620">
                  <a:moveTo>
                    <a:pt x="3810" y="502919"/>
                  </a:moveTo>
                  <a:lnTo>
                    <a:pt x="0" y="502919"/>
                  </a:lnTo>
                  <a:lnTo>
                    <a:pt x="0" y="508000"/>
                  </a:lnTo>
                  <a:lnTo>
                    <a:pt x="3810" y="508000"/>
                  </a:lnTo>
                  <a:lnTo>
                    <a:pt x="3810" y="502919"/>
                  </a:lnTo>
                  <a:close/>
                </a:path>
                <a:path w="3809" h="515620">
                  <a:moveTo>
                    <a:pt x="3810" y="496569"/>
                  </a:moveTo>
                  <a:lnTo>
                    <a:pt x="0" y="496569"/>
                  </a:lnTo>
                  <a:lnTo>
                    <a:pt x="0" y="501650"/>
                  </a:lnTo>
                  <a:lnTo>
                    <a:pt x="3810" y="501650"/>
                  </a:lnTo>
                  <a:lnTo>
                    <a:pt x="3810" y="496569"/>
                  </a:lnTo>
                  <a:close/>
                </a:path>
                <a:path w="3809" h="515620">
                  <a:moveTo>
                    <a:pt x="3810" y="109219"/>
                  </a:moveTo>
                  <a:lnTo>
                    <a:pt x="0" y="109219"/>
                  </a:lnTo>
                  <a:lnTo>
                    <a:pt x="0" y="495300"/>
                  </a:lnTo>
                  <a:lnTo>
                    <a:pt x="3810" y="495300"/>
                  </a:lnTo>
                  <a:lnTo>
                    <a:pt x="3810" y="109219"/>
                  </a:lnTo>
                  <a:close/>
                </a:path>
                <a:path w="3809" h="515620">
                  <a:moveTo>
                    <a:pt x="3810" y="102869"/>
                  </a:moveTo>
                  <a:lnTo>
                    <a:pt x="0" y="102869"/>
                  </a:lnTo>
                  <a:lnTo>
                    <a:pt x="0" y="107950"/>
                  </a:lnTo>
                  <a:lnTo>
                    <a:pt x="3810" y="107950"/>
                  </a:lnTo>
                  <a:lnTo>
                    <a:pt x="3810" y="102869"/>
                  </a:lnTo>
                  <a:close/>
                </a:path>
                <a:path w="3809" h="515620">
                  <a:moveTo>
                    <a:pt x="3810" y="96519"/>
                  </a:moveTo>
                  <a:lnTo>
                    <a:pt x="0" y="96519"/>
                  </a:lnTo>
                  <a:lnTo>
                    <a:pt x="0" y="101600"/>
                  </a:lnTo>
                  <a:lnTo>
                    <a:pt x="3810" y="101600"/>
                  </a:lnTo>
                  <a:lnTo>
                    <a:pt x="3810" y="96519"/>
                  </a:lnTo>
                  <a:close/>
                </a:path>
                <a:path w="3809" h="515620">
                  <a:moveTo>
                    <a:pt x="3810" y="90169"/>
                  </a:moveTo>
                  <a:lnTo>
                    <a:pt x="0" y="90169"/>
                  </a:lnTo>
                  <a:lnTo>
                    <a:pt x="0" y="95250"/>
                  </a:lnTo>
                  <a:lnTo>
                    <a:pt x="3810" y="95250"/>
                  </a:lnTo>
                  <a:lnTo>
                    <a:pt x="3810" y="90169"/>
                  </a:lnTo>
                  <a:close/>
                </a:path>
                <a:path w="3809" h="515620">
                  <a:moveTo>
                    <a:pt x="3810" y="83819"/>
                  </a:moveTo>
                  <a:lnTo>
                    <a:pt x="0" y="83819"/>
                  </a:lnTo>
                  <a:lnTo>
                    <a:pt x="0" y="88900"/>
                  </a:lnTo>
                  <a:lnTo>
                    <a:pt x="3810" y="88900"/>
                  </a:lnTo>
                  <a:lnTo>
                    <a:pt x="3810" y="83819"/>
                  </a:lnTo>
                  <a:close/>
                </a:path>
                <a:path w="3809" h="515620">
                  <a:moveTo>
                    <a:pt x="3810" y="77469"/>
                  </a:moveTo>
                  <a:lnTo>
                    <a:pt x="0" y="77469"/>
                  </a:lnTo>
                  <a:lnTo>
                    <a:pt x="0" y="82550"/>
                  </a:lnTo>
                  <a:lnTo>
                    <a:pt x="3810" y="82550"/>
                  </a:lnTo>
                  <a:lnTo>
                    <a:pt x="3810" y="77469"/>
                  </a:lnTo>
                  <a:close/>
                </a:path>
                <a:path w="3809" h="515620">
                  <a:moveTo>
                    <a:pt x="3810" y="71119"/>
                  </a:moveTo>
                  <a:lnTo>
                    <a:pt x="0" y="71119"/>
                  </a:lnTo>
                  <a:lnTo>
                    <a:pt x="0" y="76200"/>
                  </a:lnTo>
                  <a:lnTo>
                    <a:pt x="3810" y="76200"/>
                  </a:lnTo>
                  <a:lnTo>
                    <a:pt x="3810" y="71119"/>
                  </a:lnTo>
                  <a:close/>
                </a:path>
                <a:path w="3809" h="515620">
                  <a:moveTo>
                    <a:pt x="3810" y="64769"/>
                  </a:moveTo>
                  <a:lnTo>
                    <a:pt x="0" y="64769"/>
                  </a:lnTo>
                  <a:lnTo>
                    <a:pt x="0" y="69850"/>
                  </a:lnTo>
                  <a:lnTo>
                    <a:pt x="3810" y="69850"/>
                  </a:lnTo>
                  <a:lnTo>
                    <a:pt x="3810" y="64769"/>
                  </a:lnTo>
                  <a:close/>
                </a:path>
                <a:path w="3809" h="515620">
                  <a:moveTo>
                    <a:pt x="3810" y="58419"/>
                  </a:moveTo>
                  <a:lnTo>
                    <a:pt x="0" y="58419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58419"/>
                  </a:lnTo>
                  <a:close/>
                </a:path>
                <a:path w="3809" h="515620">
                  <a:moveTo>
                    <a:pt x="3810" y="52069"/>
                  </a:moveTo>
                  <a:lnTo>
                    <a:pt x="0" y="52069"/>
                  </a:lnTo>
                  <a:lnTo>
                    <a:pt x="0" y="57150"/>
                  </a:lnTo>
                  <a:lnTo>
                    <a:pt x="3810" y="57150"/>
                  </a:lnTo>
                  <a:lnTo>
                    <a:pt x="3810" y="52069"/>
                  </a:lnTo>
                  <a:close/>
                </a:path>
                <a:path w="3809" h="515620">
                  <a:moveTo>
                    <a:pt x="3810" y="45719"/>
                  </a:moveTo>
                  <a:lnTo>
                    <a:pt x="0" y="45719"/>
                  </a:lnTo>
                  <a:lnTo>
                    <a:pt x="0" y="50800"/>
                  </a:lnTo>
                  <a:lnTo>
                    <a:pt x="3810" y="50800"/>
                  </a:lnTo>
                  <a:lnTo>
                    <a:pt x="3810" y="45719"/>
                  </a:lnTo>
                  <a:close/>
                </a:path>
                <a:path w="3809" h="515620">
                  <a:moveTo>
                    <a:pt x="3810" y="39369"/>
                  </a:moveTo>
                  <a:lnTo>
                    <a:pt x="0" y="39369"/>
                  </a:lnTo>
                  <a:lnTo>
                    <a:pt x="0" y="44450"/>
                  </a:lnTo>
                  <a:lnTo>
                    <a:pt x="3810" y="44450"/>
                  </a:lnTo>
                  <a:lnTo>
                    <a:pt x="3810" y="39369"/>
                  </a:lnTo>
                  <a:close/>
                </a:path>
                <a:path w="3809" h="515620">
                  <a:moveTo>
                    <a:pt x="3810" y="33019"/>
                  </a:moveTo>
                  <a:lnTo>
                    <a:pt x="0" y="33019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3019"/>
                  </a:lnTo>
                  <a:close/>
                </a:path>
                <a:path w="3809" h="515620">
                  <a:moveTo>
                    <a:pt x="3810" y="26669"/>
                  </a:moveTo>
                  <a:lnTo>
                    <a:pt x="0" y="26669"/>
                  </a:lnTo>
                  <a:lnTo>
                    <a:pt x="0" y="31750"/>
                  </a:lnTo>
                  <a:lnTo>
                    <a:pt x="3810" y="31750"/>
                  </a:lnTo>
                  <a:lnTo>
                    <a:pt x="3810" y="26669"/>
                  </a:lnTo>
                  <a:close/>
                </a:path>
                <a:path w="3809" h="515620">
                  <a:moveTo>
                    <a:pt x="3810" y="20319"/>
                  </a:moveTo>
                  <a:lnTo>
                    <a:pt x="0" y="20319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0319"/>
                  </a:lnTo>
                  <a:close/>
                </a:path>
                <a:path w="3809" h="515620">
                  <a:moveTo>
                    <a:pt x="3810" y="13969"/>
                  </a:moveTo>
                  <a:lnTo>
                    <a:pt x="0" y="13969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3969"/>
                  </a:lnTo>
                  <a:close/>
                </a:path>
                <a:path w="3809" h="515620">
                  <a:moveTo>
                    <a:pt x="3810" y="7619"/>
                  </a:moveTo>
                  <a:lnTo>
                    <a:pt x="0" y="7619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7619"/>
                  </a:lnTo>
                  <a:close/>
                </a:path>
                <a:path w="3809" h="515620">
                  <a:moveTo>
                    <a:pt x="2540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E4DD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5" name="object 3485"/>
            <p:cNvSpPr/>
            <p:nvPr/>
          </p:nvSpPr>
          <p:spPr>
            <a:xfrm>
              <a:off x="6878319" y="2872740"/>
              <a:ext cx="3810" cy="516890"/>
            </a:xfrm>
            <a:custGeom>
              <a:avLst/>
              <a:gdLst/>
              <a:ahLst/>
              <a:cxnLst/>
              <a:rect l="l" t="t" r="r" b="b"/>
              <a:pathLst>
                <a:path w="3809" h="516889">
                  <a:moveTo>
                    <a:pt x="3809" y="514350"/>
                  </a:moveTo>
                  <a:lnTo>
                    <a:pt x="0" y="514350"/>
                  </a:lnTo>
                  <a:lnTo>
                    <a:pt x="0" y="515620"/>
                  </a:lnTo>
                  <a:lnTo>
                    <a:pt x="2539" y="515620"/>
                  </a:lnTo>
                  <a:lnTo>
                    <a:pt x="2539" y="516890"/>
                  </a:lnTo>
                  <a:lnTo>
                    <a:pt x="3809" y="516890"/>
                  </a:lnTo>
                  <a:lnTo>
                    <a:pt x="3809" y="514350"/>
                  </a:lnTo>
                  <a:close/>
                </a:path>
                <a:path w="3809" h="516889">
                  <a:moveTo>
                    <a:pt x="3809" y="508000"/>
                  </a:moveTo>
                  <a:lnTo>
                    <a:pt x="0" y="508000"/>
                  </a:lnTo>
                  <a:lnTo>
                    <a:pt x="0" y="513080"/>
                  </a:lnTo>
                  <a:lnTo>
                    <a:pt x="3809" y="513080"/>
                  </a:lnTo>
                  <a:lnTo>
                    <a:pt x="3809" y="508000"/>
                  </a:lnTo>
                  <a:close/>
                </a:path>
                <a:path w="3809" h="516889">
                  <a:moveTo>
                    <a:pt x="3809" y="501650"/>
                  </a:moveTo>
                  <a:lnTo>
                    <a:pt x="0" y="501650"/>
                  </a:lnTo>
                  <a:lnTo>
                    <a:pt x="0" y="506730"/>
                  </a:lnTo>
                  <a:lnTo>
                    <a:pt x="3809" y="506730"/>
                  </a:lnTo>
                  <a:lnTo>
                    <a:pt x="3809" y="501650"/>
                  </a:lnTo>
                  <a:close/>
                </a:path>
                <a:path w="3809" h="516889">
                  <a:moveTo>
                    <a:pt x="3809" y="495300"/>
                  </a:moveTo>
                  <a:lnTo>
                    <a:pt x="0" y="495300"/>
                  </a:lnTo>
                  <a:lnTo>
                    <a:pt x="0" y="500380"/>
                  </a:lnTo>
                  <a:lnTo>
                    <a:pt x="3809" y="500380"/>
                  </a:lnTo>
                  <a:lnTo>
                    <a:pt x="3809" y="495300"/>
                  </a:lnTo>
                  <a:close/>
                </a:path>
                <a:path w="3809" h="516889">
                  <a:moveTo>
                    <a:pt x="3809" y="107950"/>
                  </a:moveTo>
                  <a:lnTo>
                    <a:pt x="0" y="107950"/>
                  </a:lnTo>
                  <a:lnTo>
                    <a:pt x="0" y="494030"/>
                  </a:lnTo>
                  <a:lnTo>
                    <a:pt x="3809" y="494030"/>
                  </a:lnTo>
                  <a:lnTo>
                    <a:pt x="3809" y="107950"/>
                  </a:lnTo>
                  <a:close/>
                </a:path>
                <a:path w="3809" h="516889">
                  <a:moveTo>
                    <a:pt x="3809" y="101600"/>
                  </a:moveTo>
                  <a:lnTo>
                    <a:pt x="0" y="101600"/>
                  </a:lnTo>
                  <a:lnTo>
                    <a:pt x="0" y="106680"/>
                  </a:lnTo>
                  <a:lnTo>
                    <a:pt x="3809" y="106680"/>
                  </a:lnTo>
                  <a:lnTo>
                    <a:pt x="3809" y="101600"/>
                  </a:lnTo>
                  <a:close/>
                </a:path>
                <a:path w="3809" h="516889">
                  <a:moveTo>
                    <a:pt x="3809" y="95250"/>
                  </a:moveTo>
                  <a:lnTo>
                    <a:pt x="0" y="95250"/>
                  </a:lnTo>
                  <a:lnTo>
                    <a:pt x="0" y="100330"/>
                  </a:lnTo>
                  <a:lnTo>
                    <a:pt x="3809" y="100330"/>
                  </a:lnTo>
                  <a:lnTo>
                    <a:pt x="3809" y="95250"/>
                  </a:lnTo>
                  <a:close/>
                </a:path>
                <a:path w="3809" h="516889">
                  <a:moveTo>
                    <a:pt x="3809" y="88900"/>
                  </a:moveTo>
                  <a:lnTo>
                    <a:pt x="0" y="88900"/>
                  </a:lnTo>
                  <a:lnTo>
                    <a:pt x="0" y="93980"/>
                  </a:lnTo>
                  <a:lnTo>
                    <a:pt x="3809" y="93980"/>
                  </a:lnTo>
                  <a:lnTo>
                    <a:pt x="3809" y="88900"/>
                  </a:lnTo>
                  <a:close/>
                </a:path>
                <a:path w="3809" h="516889">
                  <a:moveTo>
                    <a:pt x="3809" y="82550"/>
                  </a:moveTo>
                  <a:lnTo>
                    <a:pt x="0" y="82550"/>
                  </a:lnTo>
                  <a:lnTo>
                    <a:pt x="0" y="87630"/>
                  </a:lnTo>
                  <a:lnTo>
                    <a:pt x="3809" y="87630"/>
                  </a:lnTo>
                  <a:lnTo>
                    <a:pt x="3809" y="82550"/>
                  </a:lnTo>
                  <a:close/>
                </a:path>
                <a:path w="3809" h="516889">
                  <a:moveTo>
                    <a:pt x="3809" y="76200"/>
                  </a:moveTo>
                  <a:lnTo>
                    <a:pt x="0" y="76200"/>
                  </a:lnTo>
                  <a:lnTo>
                    <a:pt x="0" y="81280"/>
                  </a:lnTo>
                  <a:lnTo>
                    <a:pt x="3809" y="81280"/>
                  </a:lnTo>
                  <a:lnTo>
                    <a:pt x="3809" y="76200"/>
                  </a:lnTo>
                  <a:close/>
                </a:path>
                <a:path w="3809" h="516889">
                  <a:moveTo>
                    <a:pt x="3809" y="69850"/>
                  </a:moveTo>
                  <a:lnTo>
                    <a:pt x="0" y="69850"/>
                  </a:lnTo>
                  <a:lnTo>
                    <a:pt x="0" y="74930"/>
                  </a:lnTo>
                  <a:lnTo>
                    <a:pt x="3809" y="74930"/>
                  </a:lnTo>
                  <a:lnTo>
                    <a:pt x="3809" y="69850"/>
                  </a:lnTo>
                  <a:close/>
                </a:path>
                <a:path w="3809" h="516889">
                  <a:moveTo>
                    <a:pt x="3809" y="63500"/>
                  </a:moveTo>
                  <a:lnTo>
                    <a:pt x="0" y="63500"/>
                  </a:lnTo>
                  <a:lnTo>
                    <a:pt x="0" y="68580"/>
                  </a:lnTo>
                  <a:lnTo>
                    <a:pt x="3809" y="68580"/>
                  </a:lnTo>
                  <a:lnTo>
                    <a:pt x="3809" y="63500"/>
                  </a:lnTo>
                  <a:close/>
                </a:path>
                <a:path w="3809" h="516889">
                  <a:moveTo>
                    <a:pt x="3809" y="57150"/>
                  </a:moveTo>
                  <a:lnTo>
                    <a:pt x="0" y="57150"/>
                  </a:lnTo>
                  <a:lnTo>
                    <a:pt x="0" y="62230"/>
                  </a:lnTo>
                  <a:lnTo>
                    <a:pt x="3809" y="62230"/>
                  </a:lnTo>
                  <a:lnTo>
                    <a:pt x="3809" y="57150"/>
                  </a:lnTo>
                  <a:close/>
                </a:path>
                <a:path w="3809" h="516889">
                  <a:moveTo>
                    <a:pt x="3809" y="50800"/>
                  </a:moveTo>
                  <a:lnTo>
                    <a:pt x="0" y="50800"/>
                  </a:lnTo>
                  <a:lnTo>
                    <a:pt x="0" y="55880"/>
                  </a:lnTo>
                  <a:lnTo>
                    <a:pt x="3809" y="55880"/>
                  </a:lnTo>
                  <a:lnTo>
                    <a:pt x="3809" y="50800"/>
                  </a:lnTo>
                  <a:close/>
                </a:path>
                <a:path w="3809" h="516889">
                  <a:moveTo>
                    <a:pt x="3809" y="44450"/>
                  </a:moveTo>
                  <a:lnTo>
                    <a:pt x="0" y="44450"/>
                  </a:lnTo>
                  <a:lnTo>
                    <a:pt x="0" y="49530"/>
                  </a:lnTo>
                  <a:lnTo>
                    <a:pt x="3809" y="49530"/>
                  </a:lnTo>
                  <a:lnTo>
                    <a:pt x="3809" y="44450"/>
                  </a:lnTo>
                  <a:close/>
                </a:path>
                <a:path w="3809" h="516889">
                  <a:moveTo>
                    <a:pt x="3809" y="38100"/>
                  </a:moveTo>
                  <a:lnTo>
                    <a:pt x="0" y="38100"/>
                  </a:lnTo>
                  <a:lnTo>
                    <a:pt x="0" y="43180"/>
                  </a:lnTo>
                  <a:lnTo>
                    <a:pt x="3809" y="43180"/>
                  </a:lnTo>
                  <a:lnTo>
                    <a:pt x="3809" y="38100"/>
                  </a:lnTo>
                  <a:close/>
                </a:path>
                <a:path w="3809" h="516889">
                  <a:moveTo>
                    <a:pt x="3809" y="31750"/>
                  </a:moveTo>
                  <a:lnTo>
                    <a:pt x="0" y="3175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1750"/>
                  </a:lnTo>
                  <a:close/>
                </a:path>
                <a:path w="3809" h="516889">
                  <a:moveTo>
                    <a:pt x="3809" y="25400"/>
                  </a:moveTo>
                  <a:lnTo>
                    <a:pt x="0" y="25400"/>
                  </a:lnTo>
                  <a:lnTo>
                    <a:pt x="0" y="30480"/>
                  </a:lnTo>
                  <a:lnTo>
                    <a:pt x="3809" y="30480"/>
                  </a:lnTo>
                  <a:lnTo>
                    <a:pt x="3809" y="25400"/>
                  </a:lnTo>
                  <a:close/>
                </a:path>
                <a:path w="3809" h="516889">
                  <a:moveTo>
                    <a:pt x="3809" y="19050"/>
                  </a:moveTo>
                  <a:lnTo>
                    <a:pt x="0" y="19050"/>
                  </a:lnTo>
                  <a:lnTo>
                    <a:pt x="0" y="24130"/>
                  </a:lnTo>
                  <a:lnTo>
                    <a:pt x="3809" y="24130"/>
                  </a:lnTo>
                  <a:lnTo>
                    <a:pt x="3809" y="19050"/>
                  </a:lnTo>
                  <a:close/>
                </a:path>
                <a:path w="3809" h="516889">
                  <a:moveTo>
                    <a:pt x="3809" y="12700"/>
                  </a:moveTo>
                  <a:lnTo>
                    <a:pt x="0" y="1270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2700"/>
                  </a:lnTo>
                  <a:close/>
                </a:path>
                <a:path w="3809" h="516889">
                  <a:moveTo>
                    <a:pt x="3809" y="6350"/>
                  </a:moveTo>
                  <a:lnTo>
                    <a:pt x="0" y="635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6350"/>
                  </a:lnTo>
                  <a:close/>
                </a:path>
                <a:path w="3809" h="516889">
                  <a:moveTo>
                    <a:pt x="127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2540"/>
                  </a:lnTo>
                  <a:lnTo>
                    <a:pt x="2540" y="254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E4DC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6" name="object 3486"/>
            <p:cNvSpPr/>
            <p:nvPr/>
          </p:nvSpPr>
          <p:spPr>
            <a:xfrm>
              <a:off x="6882130" y="2875280"/>
              <a:ext cx="3810" cy="518159"/>
            </a:xfrm>
            <a:custGeom>
              <a:avLst/>
              <a:gdLst/>
              <a:ahLst/>
              <a:cxnLst/>
              <a:rect l="l" t="t" r="r" b="b"/>
              <a:pathLst>
                <a:path w="3809" h="518160">
                  <a:moveTo>
                    <a:pt x="3810" y="511809"/>
                  </a:moveTo>
                  <a:lnTo>
                    <a:pt x="0" y="511809"/>
                  </a:lnTo>
                  <a:lnTo>
                    <a:pt x="0" y="515619"/>
                  </a:lnTo>
                  <a:lnTo>
                    <a:pt x="1270" y="515619"/>
                  </a:lnTo>
                  <a:lnTo>
                    <a:pt x="1270" y="518159"/>
                  </a:lnTo>
                  <a:lnTo>
                    <a:pt x="2540" y="518159"/>
                  </a:lnTo>
                  <a:lnTo>
                    <a:pt x="2540" y="516889"/>
                  </a:lnTo>
                  <a:lnTo>
                    <a:pt x="3810" y="516889"/>
                  </a:lnTo>
                  <a:lnTo>
                    <a:pt x="3810" y="511809"/>
                  </a:lnTo>
                  <a:close/>
                </a:path>
                <a:path w="3809" h="518160">
                  <a:moveTo>
                    <a:pt x="3810" y="505459"/>
                  </a:moveTo>
                  <a:lnTo>
                    <a:pt x="0" y="505459"/>
                  </a:lnTo>
                  <a:lnTo>
                    <a:pt x="0" y="510539"/>
                  </a:lnTo>
                  <a:lnTo>
                    <a:pt x="3810" y="510539"/>
                  </a:lnTo>
                  <a:lnTo>
                    <a:pt x="3810" y="505459"/>
                  </a:lnTo>
                  <a:close/>
                </a:path>
                <a:path w="3809" h="518160">
                  <a:moveTo>
                    <a:pt x="3810" y="499109"/>
                  </a:moveTo>
                  <a:lnTo>
                    <a:pt x="0" y="499109"/>
                  </a:lnTo>
                  <a:lnTo>
                    <a:pt x="0" y="504189"/>
                  </a:lnTo>
                  <a:lnTo>
                    <a:pt x="3810" y="504189"/>
                  </a:lnTo>
                  <a:lnTo>
                    <a:pt x="3810" y="499109"/>
                  </a:lnTo>
                  <a:close/>
                </a:path>
                <a:path w="3809" h="518160">
                  <a:moveTo>
                    <a:pt x="3810" y="492759"/>
                  </a:moveTo>
                  <a:lnTo>
                    <a:pt x="0" y="492759"/>
                  </a:lnTo>
                  <a:lnTo>
                    <a:pt x="0" y="497839"/>
                  </a:lnTo>
                  <a:lnTo>
                    <a:pt x="3810" y="497839"/>
                  </a:lnTo>
                  <a:lnTo>
                    <a:pt x="3810" y="492759"/>
                  </a:lnTo>
                  <a:close/>
                </a:path>
                <a:path w="3809" h="518160">
                  <a:moveTo>
                    <a:pt x="3810" y="105409"/>
                  </a:moveTo>
                  <a:lnTo>
                    <a:pt x="0" y="105409"/>
                  </a:lnTo>
                  <a:lnTo>
                    <a:pt x="0" y="491489"/>
                  </a:lnTo>
                  <a:lnTo>
                    <a:pt x="3810" y="491489"/>
                  </a:lnTo>
                  <a:lnTo>
                    <a:pt x="3810" y="105409"/>
                  </a:lnTo>
                  <a:close/>
                </a:path>
                <a:path w="3809" h="518160">
                  <a:moveTo>
                    <a:pt x="3810" y="99059"/>
                  </a:moveTo>
                  <a:lnTo>
                    <a:pt x="0" y="99059"/>
                  </a:lnTo>
                  <a:lnTo>
                    <a:pt x="0" y="104139"/>
                  </a:lnTo>
                  <a:lnTo>
                    <a:pt x="3810" y="104139"/>
                  </a:lnTo>
                  <a:lnTo>
                    <a:pt x="3810" y="99059"/>
                  </a:lnTo>
                  <a:close/>
                </a:path>
                <a:path w="3809" h="518160">
                  <a:moveTo>
                    <a:pt x="3810" y="92709"/>
                  </a:moveTo>
                  <a:lnTo>
                    <a:pt x="0" y="92709"/>
                  </a:lnTo>
                  <a:lnTo>
                    <a:pt x="0" y="97789"/>
                  </a:lnTo>
                  <a:lnTo>
                    <a:pt x="3810" y="97789"/>
                  </a:lnTo>
                  <a:lnTo>
                    <a:pt x="3810" y="92709"/>
                  </a:lnTo>
                  <a:close/>
                </a:path>
                <a:path w="3809" h="518160">
                  <a:moveTo>
                    <a:pt x="3810" y="86359"/>
                  </a:moveTo>
                  <a:lnTo>
                    <a:pt x="0" y="86359"/>
                  </a:lnTo>
                  <a:lnTo>
                    <a:pt x="0" y="91439"/>
                  </a:lnTo>
                  <a:lnTo>
                    <a:pt x="3810" y="91439"/>
                  </a:lnTo>
                  <a:lnTo>
                    <a:pt x="3810" y="86359"/>
                  </a:lnTo>
                  <a:close/>
                </a:path>
                <a:path w="3809" h="518160">
                  <a:moveTo>
                    <a:pt x="3810" y="80009"/>
                  </a:moveTo>
                  <a:lnTo>
                    <a:pt x="0" y="80009"/>
                  </a:lnTo>
                  <a:lnTo>
                    <a:pt x="0" y="85089"/>
                  </a:lnTo>
                  <a:lnTo>
                    <a:pt x="3810" y="85089"/>
                  </a:lnTo>
                  <a:lnTo>
                    <a:pt x="3810" y="80009"/>
                  </a:lnTo>
                  <a:close/>
                </a:path>
                <a:path w="3809" h="518160">
                  <a:moveTo>
                    <a:pt x="3810" y="73659"/>
                  </a:moveTo>
                  <a:lnTo>
                    <a:pt x="0" y="73659"/>
                  </a:lnTo>
                  <a:lnTo>
                    <a:pt x="0" y="78739"/>
                  </a:lnTo>
                  <a:lnTo>
                    <a:pt x="3810" y="78739"/>
                  </a:lnTo>
                  <a:lnTo>
                    <a:pt x="3810" y="73659"/>
                  </a:lnTo>
                  <a:close/>
                </a:path>
                <a:path w="3809" h="518160">
                  <a:moveTo>
                    <a:pt x="3810" y="67309"/>
                  </a:moveTo>
                  <a:lnTo>
                    <a:pt x="0" y="67309"/>
                  </a:lnTo>
                  <a:lnTo>
                    <a:pt x="0" y="72389"/>
                  </a:lnTo>
                  <a:lnTo>
                    <a:pt x="3810" y="72389"/>
                  </a:lnTo>
                  <a:lnTo>
                    <a:pt x="3810" y="67309"/>
                  </a:lnTo>
                  <a:close/>
                </a:path>
                <a:path w="3809" h="518160">
                  <a:moveTo>
                    <a:pt x="3810" y="60959"/>
                  </a:moveTo>
                  <a:lnTo>
                    <a:pt x="0" y="60959"/>
                  </a:lnTo>
                  <a:lnTo>
                    <a:pt x="0" y="66039"/>
                  </a:lnTo>
                  <a:lnTo>
                    <a:pt x="3810" y="66039"/>
                  </a:lnTo>
                  <a:lnTo>
                    <a:pt x="3810" y="60959"/>
                  </a:lnTo>
                  <a:close/>
                </a:path>
                <a:path w="3809" h="518160">
                  <a:moveTo>
                    <a:pt x="3810" y="54609"/>
                  </a:moveTo>
                  <a:lnTo>
                    <a:pt x="0" y="54609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4609"/>
                  </a:lnTo>
                  <a:close/>
                </a:path>
                <a:path w="3809" h="518160">
                  <a:moveTo>
                    <a:pt x="3810" y="48259"/>
                  </a:moveTo>
                  <a:lnTo>
                    <a:pt x="0" y="48259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48259"/>
                  </a:lnTo>
                  <a:close/>
                </a:path>
                <a:path w="3809" h="518160">
                  <a:moveTo>
                    <a:pt x="3810" y="41909"/>
                  </a:moveTo>
                  <a:lnTo>
                    <a:pt x="0" y="41909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1909"/>
                  </a:lnTo>
                  <a:close/>
                </a:path>
                <a:path w="3809" h="518160">
                  <a:moveTo>
                    <a:pt x="3810" y="35559"/>
                  </a:moveTo>
                  <a:lnTo>
                    <a:pt x="0" y="35559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5559"/>
                  </a:lnTo>
                  <a:close/>
                </a:path>
                <a:path w="3809" h="518160">
                  <a:moveTo>
                    <a:pt x="3810" y="29209"/>
                  </a:moveTo>
                  <a:lnTo>
                    <a:pt x="0" y="29209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29209"/>
                  </a:lnTo>
                  <a:close/>
                </a:path>
                <a:path w="3809" h="518160">
                  <a:moveTo>
                    <a:pt x="3810" y="22859"/>
                  </a:moveTo>
                  <a:lnTo>
                    <a:pt x="0" y="22859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2859"/>
                  </a:lnTo>
                  <a:close/>
                </a:path>
                <a:path w="3809" h="518160">
                  <a:moveTo>
                    <a:pt x="3810" y="16509"/>
                  </a:moveTo>
                  <a:lnTo>
                    <a:pt x="0" y="16509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6509"/>
                  </a:lnTo>
                  <a:close/>
                </a:path>
                <a:path w="3809" h="518160">
                  <a:moveTo>
                    <a:pt x="3810" y="10159"/>
                  </a:moveTo>
                  <a:lnTo>
                    <a:pt x="0" y="1015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0159"/>
                  </a:lnTo>
                  <a:close/>
                </a:path>
                <a:path w="3809" h="518160">
                  <a:moveTo>
                    <a:pt x="3810" y="3809"/>
                  </a:moveTo>
                  <a:lnTo>
                    <a:pt x="0" y="380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3809"/>
                  </a:lnTo>
                  <a:close/>
                </a:path>
                <a:path w="3809" h="518160">
                  <a:moveTo>
                    <a:pt x="127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E3DB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7" name="object 3487"/>
            <p:cNvSpPr/>
            <p:nvPr/>
          </p:nvSpPr>
          <p:spPr>
            <a:xfrm>
              <a:off x="6885940" y="2877819"/>
              <a:ext cx="2540" cy="516890"/>
            </a:xfrm>
            <a:custGeom>
              <a:avLst/>
              <a:gdLst/>
              <a:ahLst/>
              <a:cxnLst/>
              <a:rect l="l" t="t" r="r" b="b"/>
              <a:pathLst>
                <a:path w="2540" h="516889">
                  <a:moveTo>
                    <a:pt x="2540" y="515620"/>
                  </a:moveTo>
                  <a:lnTo>
                    <a:pt x="1270" y="515620"/>
                  </a:lnTo>
                  <a:lnTo>
                    <a:pt x="1270" y="516890"/>
                  </a:lnTo>
                  <a:lnTo>
                    <a:pt x="2540" y="516890"/>
                  </a:lnTo>
                  <a:lnTo>
                    <a:pt x="2540" y="515620"/>
                  </a:lnTo>
                  <a:close/>
                </a:path>
                <a:path w="2540" h="516889">
                  <a:moveTo>
                    <a:pt x="2540" y="509270"/>
                  </a:moveTo>
                  <a:lnTo>
                    <a:pt x="0" y="509270"/>
                  </a:lnTo>
                  <a:lnTo>
                    <a:pt x="0" y="514350"/>
                  </a:lnTo>
                  <a:lnTo>
                    <a:pt x="2540" y="514350"/>
                  </a:lnTo>
                  <a:lnTo>
                    <a:pt x="2540" y="509270"/>
                  </a:lnTo>
                  <a:close/>
                </a:path>
                <a:path w="2540" h="516889">
                  <a:moveTo>
                    <a:pt x="2540" y="502920"/>
                  </a:moveTo>
                  <a:lnTo>
                    <a:pt x="0" y="502920"/>
                  </a:lnTo>
                  <a:lnTo>
                    <a:pt x="0" y="508000"/>
                  </a:lnTo>
                  <a:lnTo>
                    <a:pt x="2540" y="508000"/>
                  </a:lnTo>
                  <a:lnTo>
                    <a:pt x="2540" y="502920"/>
                  </a:lnTo>
                  <a:close/>
                </a:path>
                <a:path w="2540" h="516889">
                  <a:moveTo>
                    <a:pt x="2540" y="496570"/>
                  </a:moveTo>
                  <a:lnTo>
                    <a:pt x="0" y="496570"/>
                  </a:lnTo>
                  <a:lnTo>
                    <a:pt x="0" y="501650"/>
                  </a:lnTo>
                  <a:lnTo>
                    <a:pt x="2540" y="501650"/>
                  </a:lnTo>
                  <a:lnTo>
                    <a:pt x="2540" y="496570"/>
                  </a:lnTo>
                  <a:close/>
                </a:path>
                <a:path w="2540" h="516889">
                  <a:moveTo>
                    <a:pt x="2540" y="490220"/>
                  </a:moveTo>
                  <a:lnTo>
                    <a:pt x="0" y="490220"/>
                  </a:lnTo>
                  <a:lnTo>
                    <a:pt x="0" y="495300"/>
                  </a:lnTo>
                  <a:lnTo>
                    <a:pt x="2540" y="495300"/>
                  </a:lnTo>
                  <a:lnTo>
                    <a:pt x="2540" y="490220"/>
                  </a:lnTo>
                  <a:close/>
                </a:path>
                <a:path w="2540" h="516889">
                  <a:moveTo>
                    <a:pt x="2540" y="102870"/>
                  </a:moveTo>
                  <a:lnTo>
                    <a:pt x="0" y="102870"/>
                  </a:lnTo>
                  <a:lnTo>
                    <a:pt x="0" y="488950"/>
                  </a:lnTo>
                  <a:lnTo>
                    <a:pt x="2540" y="488950"/>
                  </a:lnTo>
                  <a:lnTo>
                    <a:pt x="2540" y="102870"/>
                  </a:lnTo>
                  <a:close/>
                </a:path>
                <a:path w="2540" h="516889">
                  <a:moveTo>
                    <a:pt x="2540" y="96520"/>
                  </a:moveTo>
                  <a:lnTo>
                    <a:pt x="0" y="96520"/>
                  </a:lnTo>
                  <a:lnTo>
                    <a:pt x="0" y="101600"/>
                  </a:lnTo>
                  <a:lnTo>
                    <a:pt x="2540" y="101600"/>
                  </a:lnTo>
                  <a:lnTo>
                    <a:pt x="2540" y="96520"/>
                  </a:lnTo>
                  <a:close/>
                </a:path>
                <a:path w="2540" h="516889">
                  <a:moveTo>
                    <a:pt x="2540" y="90170"/>
                  </a:moveTo>
                  <a:lnTo>
                    <a:pt x="0" y="90170"/>
                  </a:lnTo>
                  <a:lnTo>
                    <a:pt x="0" y="95250"/>
                  </a:lnTo>
                  <a:lnTo>
                    <a:pt x="2540" y="95250"/>
                  </a:lnTo>
                  <a:lnTo>
                    <a:pt x="2540" y="90170"/>
                  </a:lnTo>
                  <a:close/>
                </a:path>
                <a:path w="2540" h="516889">
                  <a:moveTo>
                    <a:pt x="2540" y="83820"/>
                  </a:moveTo>
                  <a:lnTo>
                    <a:pt x="0" y="83820"/>
                  </a:lnTo>
                  <a:lnTo>
                    <a:pt x="0" y="88900"/>
                  </a:lnTo>
                  <a:lnTo>
                    <a:pt x="2540" y="88900"/>
                  </a:lnTo>
                  <a:lnTo>
                    <a:pt x="2540" y="83820"/>
                  </a:lnTo>
                  <a:close/>
                </a:path>
                <a:path w="2540" h="516889">
                  <a:moveTo>
                    <a:pt x="2540" y="77470"/>
                  </a:moveTo>
                  <a:lnTo>
                    <a:pt x="0" y="77470"/>
                  </a:lnTo>
                  <a:lnTo>
                    <a:pt x="0" y="82550"/>
                  </a:lnTo>
                  <a:lnTo>
                    <a:pt x="2540" y="82550"/>
                  </a:lnTo>
                  <a:lnTo>
                    <a:pt x="2540" y="77470"/>
                  </a:lnTo>
                  <a:close/>
                </a:path>
                <a:path w="2540" h="516889">
                  <a:moveTo>
                    <a:pt x="2540" y="71120"/>
                  </a:moveTo>
                  <a:lnTo>
                    <a:pt x="0" y="71120"/>
                  </a:lnTo>
                  <a:lnTo>
                    <a:pt x="0" y="76200"/>
                  </a:lnTo>
                  <a:lnTo>
                    <a:pt x="2540" y="76200"/>
                  </a:lnTo>
                  <a:lnTo>
                    <a:pt x="2540" y="71120"/>
                  </a:lnTo>
                  <a:close/>
                </a:path>
                <a:path w="2540" h="516889">
                  <a:moveTo>
                    <a:pt x="2540" y="64770"/>
                  </a:moveTo>
                  <a:lnTo>
                    <a:pt x="0" y="64770"/>
                  </a:lnTo>
                  <a:lnTo>
                    <a:pt x="0" y="69850"/>
                  </a:lnTo>
                  <a:lnTo>
                    <a:pt x="2540" y="69850"/>
                  </a:lnTo>
                  <a:lnTo>
                    <a:pt x="2540" y="64770"/>
                  </a:lnTo>
                  <a:close/>
                </a:path>
                <a:path w="2540" h="516889">
                  <a:moveTo>
                    <a:pt x="2540" y="58420"/>
                  </a:moveTo>
                  <a:lnTo>
                    <a:pt x="0" y="58420"/>
                  </a:lnTo>
                  <a:lnTo>
                    <a:pt x="0" y="63500"/>
                  </a:lnTo>
                  <a:lnTo>
                    <a:pt x="2540" y="63500"/>
                  </a:lnTo>
                  <a:lnTo>
                    <a:pt x="2540" y="58420"/>
                  </a:lnTo>
                  <a:close/>
                </a:path>
                <a:path w="2540" h="516889">
                  <a:moveTo>
                    <a:pt x="2540" y="52070"/>
                  </a:moveTo>
                  <a:lnTo>
                    <a:pt x="0" y="52070"/>
                  </a:lnTo>
                  <a:lnTo>
                    <a:pt x="0" y="57150"/>
                  </a:lnTo>
                  <a:lnTo>
                    <a:pt x="2540" y="57150"/>
                  </a:lnTo>
                  <a:lnTo>
                    <a:pt x="2540" y="52070"/>
                  </a:lnTo>
                  <a:close/>
                </a:path>
                <a:path w="2540" h="516889">
                  <a:moveTo>
                    <a:pt x="2540" y="45720"/>
                  </a:moveTo>
                  <a:lnTo>
                    <a:pt x="0" y="45720"/>
                  </a:lnTo>
                  <a:lnTo>
                    <a:pt x="0" y="50800"/>
                  </a:lnTo>
                  <a:lnTo>
                    <a:pt x="2540" y="50800"/>
                  </a:lnTo>
                  <a:lnTo>
                    <a:pt x="2540" y="45720"/>
                  </a:lnTo>
                  <a:close/>
                </a:path>
                <a:path w="2540" h="516889">
                  <a:moveTo>
                    <a:pt x="2540" y="39370"/>
                  </a:moveTo>
                  <a:lnTo>
                    <a:pt x="0" y="39370"/>
                  </a:lnTo>
                  <a:lnTo>
                    <a:pt x="0" y="44450"/>
                  </a:lnTo>
                  <a:lnTo>
                    <a:pt x="2540" y="44450"/>
                  </a:lnTo>
                  <a:lnTo>
                    <a:pt x="2540" y="39370"/>
                  </a:lnTo>
                  <a:close/>
                </a:path>
                <a:path w="2540" h="516889">
                  <a:moveTo>
                    <a:pt x="2540" y="33020"/>
                  </a:moveTo>
                  <a:lnTo>
                    <a:pt x="0" y="33020"/>
                  </a:lnTo>
                  <a:lnTo>
                    <a:pt x="0" y="38100"/>
                  </a:lnTo>
                  <a:lnTo>
                    <a:pt x="2540" y="38100"/>
                  </a:lnTo>
                  <a:lnTo>
                    <a:pt x="2540" y="33020"/>
                  </a:lnTo>
                  <a:close/>
                </a:path>
                <a:path w="2540" h="516889">
                  <a:moveTo>
                    <a:pt x="2540" y="26670"/>
                  </a:moveTo>
                  <a:lnTo>
                    <a:pt x="0" y="26670"/>
                  </a:lnTo>
                  <a:lnTo>
                    <a:pt x="0" y="31750"/>
                  </a:lnTo>
                  <a:lnTo>
                    <a:pt x="2540" y="31750"/>
                  </a:lnTo>
                  <a:lnTo>
                    <a:pt x="2540" y="26670"/>
                  </a:lnTo>
                  <a:close/>
                </a:path>
                <a:path w="2540" h="516889">
                  <a:moveTo>
                    <a:pt x="2540" y="20320"/>
                  </a:moveTo>
                  <a:lnTo>
                    <a:pt x="0" y="20320"/>
                  </a:lnTo>
                  <a:lnTo>
                    <a:pt x="0" y="25400"/>
                  </a:lnTo>
                  <a:lnTo>
                    <a:pt x="2540" y="25400"/>
                  </a:lnTo>
                  <a:lnTo>
                    <a:pt x="2540" y="20320"/>
                  </a:lnTo>
                  <a:close/>
                </a:path>
                <a:path w="2540" h="516889">
                  <a:moveTo>
                    <a:pt x="2540" y="13970"/>
                  </a:moveTo>
                  <a:lnTo>
                    <a:pt x="0" y="13970"/>
                  </a:lnTo>
                  <a:lnTo>
                    <a:pt x="0" y="19050"/>
                  </a:lnTo>
                  <a:lnTo>
                    <a:pt x="2540" y="19050"/>
                  </a:lnTo>
                  <a:lnTo>
                    <a:pt x="2540" y="13970"/>
                  </a:lnTo>
                  <a:close/>
                </a:path>
                <a:path w="2540" h="516889">
                  <a:moveTo>
                    <a:pt x="2540" y="7620"/>
                  </a:moveTo>
                  <a:lnTo>
                    <a:pt x="0" y="7620"/>
                  </a:lnTo>
                  <a:lnTo>
                    <a:pt x="0" y="12700"/>
                  </a:lnTo>
                  <a:lnTo>
                    <a:pt x="2540" y="12700"/>
                  </a:lnTo>
                  <a:lnTo>
                    <a:pt x="2540" y="7620"/>
                  </a:lnTo>
                  <a:close/>
                </a:path>
                <a:path w="2540" h="516889">
                  <a:moveTo>
                    <a:pt x="2540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2540" y="635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E2DA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8" name="object 3488"/>
            <p:cNvSpPr/>
            <p:nvPr/>
          </p:nvSpPr>
          <p:spPr>
            <a:xfrm>
              <a:off x="6888480" y="2879090"/>
              <a:ext cx="3810" cy="520700"/>
            </a:xfrm>
            <a:custGeom>
              <a:avLst/>
              <a:gdLst/>
              <a:ahLst/>
              <a:cxnLst/>
              <a:rect l="l" t="t" r="r" b="b"/>
              <a:pathLst>
                <a:path w="3809" h="520700">
                  <a:moveTo>
                    <a:pt x="3810" y="514350"/>
                  </a:moveTo>
                  <a:lnTo>
                    <a:pt x="0" y="514350"/>
                  </a:lnTo>
                  <a:lnTo>
                    <a:pt x="0" y="516890"/>
                  </a:lnTo>
                  <a:lnTo>
                    <a:pt x="1270" y="516890"/>
                  </a:lnTo>
                  <a:lnTo>
                    <a:pt x="1270" y="518160"/>
                  </a:lnTo>
                  <a:lnTo>
                    <a:pt x="2540" y="518160"/>
                  </a:lnTo>
                  <a:lnTo>
                    <a:pt x="2540" y="520700"/>
                  </a:lnTo>
                  <a:lnTo>
                    <a:pt x="3810" y="520700"/>
                  </a:lnTo>
                  <a:lnTo>
                    <a:pt x="3810" y="514350"/>
                  </a:lnTo>
                  <a:close/>
                </a:path>
                <a:path w="3809" h="520700">
                  <a:moveTo>
                    <a:pt x="3810" y="508000"/>
                  </a:moveTo>
                  <a:lnTo>
                    <a:pt x="0" y="508000"/>
                  </a:lnTo>
                  <a:lnTo>
                    <a:pt x="0" y="513080"/>
                  </a:lnTo>
                  <a:lnTo>
                    <a:pt x="3810" y="513080"/>
                  </a:lnTo>
                  <a:lnTo>
                    <a:pt x="3810" y="508000"/>
                  </a:lnTo>
                  <a:close/>
                </a:path>
                <a:path w="3809" h="520700">
                  <a:moveTo>
                    <a:pt x="3810" y="501650"/>
                  </a:moveTo>
                  <a:lnTo>
                    <a:pt x="0" y="501650"/>
                  </a:lnTo>
                  <a:lnTo>
                    <a:pt x="0" y="506730"/>
                  </a:lnTo>
                  <a:lnTo>
                    <a:pt x="3810" y="506730"/>
                  </a:lnTo>
                  <a:lnTo>
                    <a:pt x="3810" y="501650"/>
                  </a:lnTo>
                  <a:close/>
                </a:path>
                <a:path w="3809" h="520700">
                  <a:moveTo>
                    <a:pt x="3810" y="495300"/>
                  </a:moveTo>
                  <a:lnTo>
                    <a:pt x="0" y="495300"/>
                  </a:lnTo>
                  <a:lnTo>
                    <a:pt x="0" y="500380"/>
                  </a:lnTo>
                  <a:lnTo>
                    <a:pt x="3810" y="500380"/>
                  </a:lnTo>
                  <a:lnTo>
                    <a:pt x="3810" y="495300"/>
                  </a:lnTo>
                  <a:close/>
                </a:path>
                <a:path w="3809" h="520700">
                  <a:moveTo>
                    <a:pt x="3810" y="488950"/>
                  </a:moveTo>
                  <a:lnTo>
                    <a:pt x="0" y="488950"/>
                  </a:lnTo>
                  <a:lnTo>
                    <a:pt x="0" y="494030"/>
                  </a:lnTo>
                  <a:lnTo>
                    <a:pt x="3810" y="494030"/>
                  </a:lnTo>
                  <a:lnTo>
                    <a:pt x="3810" y="488950"/>
                  </a:lnTo>
                  <a:close/>
                </a:path>
                <a:path w="3809" h="520700">
                  <a:moveTo>
                    <a:pt x="3810" y="101600"/>
                  </a:moveTo>
                  <a:lnTo>
                    <a:pt x="0" y="101600"/>
                  </a:lnTo>
                  <a:lnTo>
                    <a:pt x="0" y="487680"/>
                  </a:lnTo>
                  <a:lnTo>
                    <a:pt x="3810" y="487680"/>
                  </a:lnTo>
                  <a:lnTo>
                    <a:pt x="3810" y="101600"/>
                  </a:lnTo>
                  <a:close/>
                </a:path>
                <a:path w="3809" h="520700">
                  <a:moveTo>
                    <a:pt x="3810" y="95250"/>
                  </a:moveTo>
                  <a:lnTo>
                    <a:pt x="0" y="95250"/>
                  </a:lnTo>
                  <a:lnTo>
                    <a:pt x="0" y="100330"/>
                  </a:lnTo>
                  <a:lnTo>
                    <a:pt x="3810" y="100330"/>
                  </a:lnTo>
                  <a:lnTo>
                    <a:pt x="3810" y="95250"/>
                  </a:lnTo>
                  <a:close/>
                </a:path>
                <a:path w="3809" h="520700">
                  <a:moveTo>
                    <a:pt x="3810" y="88900"/>
                  </a:moveTo>
                  <a:lnTo>
                    <a:pt x="0" y="88900"/>
                  </a:lnTo>
                  <a:lnTo>
                    <a:pt x="0" y="93980"/>
                  </a:lnTo>
                  <a:lnTo>
                    <a:pt x="3810" y="93980"/>
                  </a:lnTo>
                  <a:lnTo>
                    <a:pt x="3810" y="88900"/>
                  </a:lnTo>
                  <a:close/>
                </a:path>
                <a:path w="3809" h="520700">
                  <a:moveTo>
                    <a:pt x="3810" y="82550"/>
                  </a:moveTo>
                  <a:lnTo>
                    <a:pt x="0" y="82550"/>
                  </a:lnTo>
                  <a:lnTo>
                    <a:pt x="0" y="87630"/>
                  </a:lnTo>
                  <a:lnTo>
                    <a:pt x="3810" y="87630"/>
                  </a:lnTo>
                  <a:lnTo>
                    <a:pt x="3810" y="82550"/>
                  </a:lnTo>
                  <a:close/>
                </a:path>
                <a:path w="3809" h="520700">
                  <a:moveTo>
                    <a:pt x="3810" y="76200"/>
                  </a:moveTo>
                  <a:lnTo>
                    <a:pt x="0" y="76200"/>
                  </a:lnTo>
                  <a:lnTo>
                    <a:pt x="0" y="81280"/>
                  </a:lnTo>
                  <a:lnTo>
                    <a:pt x="3810" y="81280"/>
                  </a:lnTo>
                  <a:lnTo>
                    <a:pt x="3810" y="76200"/>
                  </a:lnTo>
                  <a:close/>
                </a:path>
                <a:path w="3809" h="520700">
                  <a:moveTo>
                    <a:pt x="3810" y="69850"/>
                  </a:moveTo>
                  <a:lnTo>
                    <a:pt x="0" y="69850"/>
                  </a:lnTo>
                  <a:lnTo>
                    <a:pt x="0" y="74930"/>
                  </a:lnTo>
                  <a:lnTo>
                    <a:pt x="3810" y="74930"/>
                  </a:lnTo>
                  <a:lnTo>
                    <a:pt x="3810" y="69850"/>
                  </a:lnTo>
                  <a:close/>
                </a:path>
                <a:path w="3809" h="520700">
                  <a:moveTo>
                    <a:pt x="3810" y="63500"/>
                  </a:moveTo>
                  <a:lnTo>
                    <a:pt x="0" y="63500"/>
                  </a:lnTo>
                  <a:lnTo>
                    <a:pt x="0" y="68580"/>
                  </a:lnTo>
                  <a:lnTo>
                    <a:pt x="3810" y="68580"/>
                  </a:lnTo>
                  <a:lnTo>
                    <a:pt x="3810" y="63500"/>
                  </a:lnTo>
                  <a:close/>
                </a:path>
                <a:path w="3809" h="520700">
                  <a:moveTo>
                    <a:pt x="3810" y="57150"/>
                  </a:moveTo>
                  <a:lnTo>
                    <a:pt x="0" y="57150"/>
                  </a:lnTo>
                  <a:lnTo>
                    <a:pt x="0" y="62230"/>
                  </a:lnTo>
                  <a:lnTo>
                    <a:pt x="3810" y="62230"/>
                  </a:lnTo>
                  <a:lnTo>
                    <a:pt x="3810" y="57150"/>
                  </a:lnTo>
                  <a:close/>
                </a:path>
                <a:path w="3809" h="520700">
                  <a:moveTo>
                    <a:pt x="3810" y="50800"/>
                  </a:moveTo>
                  <a:lnTo>
                    <a:pt x="0" y="50800"/>
                  </a:lnTo>
                  <a:lnTo>
                    <a:pt x="0" y="55880"/>
                  </a:lnTo>
                  <a:lnTo>
                    <a:pt x="3810" y="55880"/>
                  </a:lnTo>
                  <a:lnTo>
                    <a:pt x="3810" y="50800"/>
                  </a:lnTo>
                  <a:close/>
                </a:path>
                <a:path w="3809" h="520700">
                  <a:moveTo>
                    <a:pt x="3810" y="44450"/>
                  </a:moveTo>
                  <a:lnTo>
                    <a:pt x="0" y="4445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4450"/>
                  </a:lnTo>
                  <a:close/>
                </a:path>
                <a:path w="3809" h="520700">
                  <a:moveTo>
                    <a:pt x="3810" y="38100"/>
                  </a:moveTo>
                  <a:lnTo>
                    <a:pt x="0" y="3810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38100"/>
                  </a:lnTo>
                  <a:close/>
                </a:path>
                <a:path w="3809" h="520700">
                  <a:moveTo>
                    <a:pt x="3810" y="31750"/>
                  </a:moveTo>
                  <a:lnTo>
                    <a:pt x="0" y="3175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1750"/>
                  </a:lnTo>
                  <a:close/>
                </a:path>
                <a:path w="3809" h="520700">
                  <a:moveTo>
                    <a:pt x="3810" y="25400"/>
                  </a:moveTo>
                  <a:lnTo>
                    <a:pt x="0" y="2540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25400"/>
                  </a:lnTo>
                  <a:close/>
                </a:path>
                <a:path w="3809" h="520700">
                  <a:moveTo>
                    <a:pt x="3810" y="19050"/>
                  </a:moveTo>
                  <a:lnTo>
                    <a:pt x="0" y="1905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9050"/>
                  </a:lnTo>
                  <a:close/>
                </a:path>
                <a:path w="3809" h="520700">
                  <a:moveTo>
                    <a:pt x="3810" y="12700"/>
                  </a:moveTo>
                  <a:lnTo>
                    <a:pt x="0" y="1270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2700"/>
                  </a:lnTo>
                  <a:close/>
                </a:path>
                <a:path w="3809" h="520700">
                  <a:moveTo>
                    <a:pt x="3810" y="6350"/>
                  </a:moveTo>
                  <a:lnTo>
                    <a:pt x="0" y="635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6350"/>
                  </a:lnTo>
                  <a:close/>
                </a:path>
                <a:path w="3809" h="520700">
                  <a:moveTo>
                    <a:pt x="127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E1D9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9" name="object 3489"/>
            <p:cNvSpPr/>
            <p:nvPr/>
          </p:nvSpPr>
          <p:spPr>
            <a:xfrm>
              <a:off x="6892289" y="2881630"/>
              <a:ext cx="3810" cy="519430"/>
            </a:xfrm>
            <a:custGeom>
              <a:avLst/>
              <a:gdLst/>
              <a:ahLst/>
              <a:cxnLst/>
              <a:rect l="l" t="t" r="r" b="b"/>
              <a:pathLst>
                <a:path w="3809" h="519429">
                  <a:moveTo>
                    <a:pt x="3809" y="518159"/>
                  </a:moveTo>
                  <a:lnTo>
                    <a:pt x="2539" y="518159"/>
                  </a:lnTo>
                  <a:lnTo>
                    <a:pt x="2539" y="519429"/>
                  </a:lnTo>
                  <a:lnTo>
                    <a:pt x="3809" y="519429"/>
                  </a:lnTo>
                  <a:lnTo>
                    <a:pt x="3809" y="518159"/>
                  </a:lnTo>
                  <a:close/>
                </a:path>
                <a:path w="3809" h="519429">
                  <a:moveTo>
                    <a:pt x="3809" y="511809"/>
                  </a:moveTo>
                  <a:lnTo>
                    <a:pt x="0" y="511809"/>
                  </a:lnTo>
                  <a:lnTo>
                    <a:pt x="0" y="518159"/>
                  </a:lnTo>
                  <a:lnTo>
                    <a:pt x="1269" y="518159"/>
                  </a:lnTo>
                  <a:lnTo>
                    <a:pt x="1269" y="516889"/>
                  </a:lnTo>
                  <a:lnTo>
                    <a:pt x="3809" y="516889"/>
                  </a:lnTo>
                  <a:lnTo>
                    <a:pt x="3809" y="511809"/>
                  </a:lnTo>
                  <a:close/>
                </a:path>
                <a:path w="3809" h="519429">
                  <a:moveTo>
                    <a:pt x="3809" y="505459"/>
                  </a:moveTo>
                  <a:lnTo>
                    <a:pt x="0" y="505459"/>
                  </a:lnTo>
                  <a:lnTo>
                    <a:pt x="0" y="510539"/>
                  </a:lnTo>
                  <a:lnTo>
                    <a:pt x="3809" y="510539"/>
                  </a:lnTo>
                  <a:lnTo>
                    <a:pt x="3809" y="505459"/>
                  </a:lnTo>
                  <a:close/>
                </a:path>
                <a:path w="3809" h="519429">
                  <a:moveTo>
                    <a:pt x="3809" y="499109"/>
                  </a:moveTo>
                  <a:lnTo>
                    <a:pt x="0" y="499109"/>
                  </a:lnTo>
                  <a:lnTo>
                    <a:pt x="0" y="504189"/>
                  </a:lnTo>
                  <a:lnTo>
                    <a:pt x="3809" y="504189"/>
                  </a:lnTo>
                  <a:lnTo>
                    <a:pt x="3809" y="499109"/>
                  </a:lnTo>
                  <a:close/>
                </a:path>
                <a:path w="3809" h="519429">
                  <a:moveTo>
                    <a:pt x="3809" y="492759"/>
                  </a:moveTo>
                  <a:lnTo>
                    <a:pt x="0" y="492759"/>
                  </a:lnTo>
                  <a:lnTo>
                    <a:pt x="0" y="497839"/>
                  </a:lnTo>
                  <a:lnTo>
                    <a:pt x="3809" y="497839"/>
                  </a:lnTo>
                  <a:lnTo>
                    <a:pt x="3809" y="492759"/>
                  </a:lnTo>
                  <a:close/>
                </a:path>
                <a:path w="3809" h="519429">
                  <a:moveTo>
                    <a:pt x="3809" y="486409"/>
                  </a:moveTo>
                  <a:lnTo>
                    <a:pt x="0" y="486409"/>
                  </a:lnTo>
                  <a:lnTo>
                    <a:pt x="0" y="491489"/>
                  </a:lnTo>
                  <a:lnTo>
                    <a:pt x="3809" y="491489"/>
                  </a:lnTo>
                  <a:lnTo>
                    <a:pt x="3809" y="486409"/>
                  </a:lnTo>
                  <a:close/>
                </a:path>
                <a:path w="3809" h="519429">
                  <a:moveTo>
                    <a:pt x="3809" y="99059"/>
                  </a:moveTo>
                  <a:lnTo>
                    <a:pt x="0" y="99059"/>
                  </a:lnTo>
                  <a:lnTo>
                    <a:pt x="0" y="485139"/>
                  </a:lnTo>
                  <a:lnTo>
                    <a:pt x="3809" y="485139"/>
                  </a:lnTo>
                  <a:lnTo>
                    <a:pt x="3809" y="99059"/>
                  </a:lnTo>
                  <a:close/>
                </a:path>
                <a:path w="3809" h="519429">
                  <a:moveTo>
                    <a:pt x="3809" y="92709"/>
                  </a:moveTo>
                  <a:lnTo>
                    <a:pt x="0" y="92709"/>
                  </a:lnTo>
                  <a:lnTo>
                    <a:pt x="0" y="97789"/>
                  </a:lnTo>
                  <a:lnTo>
                    <a:pt x="3809" y="97789"/>
                  </a:lnTo>
                  <a:lnTo>
                    <a:pt x="3809" y="92709"/>
                  </a:lnTo>
                  <a:close/>
                </a:path>
                <a:path w="3809" h="519429">
                  <a:moveTo>
                    <a:pt x="3809" y="86359"/>
                  </a:moveTo>
                  <a:lnTo>
                    <a:pt x="0" y="86359"/>
                  </a:lnTo>
                  <a:lnTo>
                    <a:pt x="0" y="91439"/>
                  </a:lnTo>
                  <a:lnTo>
                    <a:pt x="3809" y="91439"/>
                  </a:lnTo>
                  <a:lnTo>
                    <a:pt x="3809" y="86359"/>
                  </a:lnTo>
                  <a:close/>
                </a:path>
                <a:path w="3809" h="519429">
                  <a:moveTo>
                    <a:pt x="3809" y="80009"/>
                  </a:moveTo>
                  <a:lnTo>
                    <a:pt x="0" y="80009"/>
                  </a:lnTo>
                  <a:lnTo>
                    <a:pt x="0" y="85089"/>
                  </a:lnTo>
                  <a:lnTo>
                    <a:pt x="3809" y="85089"/>
                  </a:lnTo>
                  <a:lnTo>
                    <a:pt x="3809" y="80009"/>
                  </a:lnTo>
                  <a:close/>
                </a:path>
                <a:path w="3809" h="519429">
                  <a:moveTo>
                    <a:pt x="3809" y="73659"/>
                  </a:moveTo>
                  <a:lnTo>
                    <a:pt x="0" y="73659"/>
                  </a:lnTo>
                  <a:lnTo>
                    <a:pt x="0" y="78739"/>
                  </a:lnTo>
                  <a:lnTo>
                    <a:pt x="3809" y="78739"/>
                  </a:lnTo>
                  <a:lnTo>
                    <a:pt x="3809" y="73659"/>
                  </a:lnTo>
                  <a:close/>
                </a:path>
                <a:path w="3809" h="519429">
                  <a:moveTo>
                    <a:pt x="3809" y="67309"/>
                  </a:moveTo>
                  <a:lnTo>
                    <a:pt x="0" y="67309"/>
                  </a:lnTo>
                  <a:lnTo>
                    <a:pt x="0" y="72389"/>
                  </a:lnTo>
                  <a:lnTo>
                    <a:pt x="3809" y="72389"/>
                  </a:lnTo>
                  <a:lnTo>
                    <a:pt x="3809" y="67309"/>
                  </a:lnTo>
                  <a:close/>
                </a:path>
                <a:path w="3809" h="519429">
                  <a:moveTo>
                    <a:pt x="3809" y="60959"/>
                  </a:moveTo>
                  <a:lnTo>
                    <a:pt x="0" y="60959"/>
                  </a:lnTo>
                  <a:lnTo>
                    <a:pt x="0" y="66039"/>
                  </a:lnTo>
                  <a:lnTo>
                    <a:pt x="3809" y="66039"/>
                  </a:lnTo>
                  <a:lnTo>
                    <a:pt x="3809" y="60959"/>
                  </a:lnTo>
                  <a:close/>
                </a:path>
                <a:path w="3809" h="519429">
                  <a:moveTo>
                    <a:pt x="3809" y="54609"/>
                  </a:moveTo>
                  <a:lnTo>
                    <a:pt x="0" y="54609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4609"/>
                  </a:lnTo>
                  <a:close/>
                </a:path>
                <a:path w="3809" h="519429">
                  <a:moveTo>
                    <a:pt x="3809" y="48259"/>
                  </a:moveTo>
                  <a:lnTo>
                    <a:pt x="0" y="48259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48259"/>
                  </a:lnTo>
                  <a:close/>
                </a:path>
                <a:path w="3809" h="519429">
                  <a:moveTo>
                    <a:pt x="3809" y="41909"/>
                  </a:moveTo>
                  <a:lnTo>
                    <a:pt x="0" y="41909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1909"/>
                  </a:lnTo>
                  <a:close/>
                </a:path>
                <a:path w="3809" h="519429">
                  <a:moveTo>
                    <a:pt x="3809" y="35559"/>
                  </a:moveTo>
                  <a:lnTo>
                    <a:pt x="0" y="35559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5559"/>
                  </a:lnTo>
                  <a:close/>
                </a:path>
                <a:path w="3809" h="519429">
                  <a:moveTo>
                    <a:pt x="3809" y="29209"/>
                  </a:moveTo>
                  <a:lnTo>
                    <a:pt x="0" y="29209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29209"/>
                  </a:lnTo>
                  <a:close/>
                </a:path>
                <a:path w="3809" h="519429">
                  <a:moveTo>
                    <a:pt x="3809" y="22859"/>
                  </a:moveTo>
                  <a:lnTo>
                    <a:pt x="0" y="22859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2859"/>
                  </a:lnTo>
                  <a:close/>
                </a:path>
                <a:path w="3809" h="519429">
                  <a:moveTo>
                    <a:pt x="3809" y="16509"/>
                  </a:moveTo>
                  <a:lnTo>
                    <a:pt x="0" y="16509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6509"/>
                  </a:lnTo>
                  <a:close/>
                </a:path>
                <a:path w="3809" h="519429">
                  <a:moveTo>
                    <a:pt x="3809" y="10159"/>
                  </a:moveTo>
                  <a:lnTo>
                    <a:pt x="0" y="10159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0159"/>
                  </a:lnTo>
                  <a:close/>
                </a:path>
                <a:path w="3809" h="519429">
                  <a:moveTo>
                    <a:pt x="3809" y="3809"/>
                  </a:moveTo>
                  <a:lnTo>
                    <a:pt x="0" y="380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3809"/>
                  </a:lnTo>
                  <a:close/>
                </a:path>
                <a:path w="3809" h="519429">
                  <a:moveTo>
                    <a:pt x="253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E1D8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0" name="object 3490"/>
            <p:cNvSpPr/>
            <p:nvPr/>
          </p:nvSpPr>
          <p:spPr>
            <a:xfrm>
              <a:off x="6896100" y="2884169"/>
              <a:ext cx="3810" cy="519430"/>
            </a:xfrm>
            <a:custGeom>
              <a:avLst/>
              <a:gdLst/>
              <a:ahLst/>
              <a:cxnLst/>
              <a:rect l="l" t="t" r="r" b="b"/>
              <a:pathLst>
                <a:path w="3809" h="519429">
                  <a:moveTo>
                    <a:pt x="3809" y="515619"/>
                  </a:moveTo>
                  <a:lnTo>
                    <a:pt x="0" y="515619"/>
                  </a:lnTo>
                  <a:lnTo>
                    <a:pt x="0" y="518160"/>
                  </a:lnTo>
                  <a:lnTo>
                    <a:pt x="1270" y="518160"/>
                  </a:lnTo>
                  <a:lnTo>
                    <a:pt x="1270" y="519429"/>
                  </a:lnTo>
                  <a:lnTo>
                    <a:pt x="3809" y="519429"/>
                  </a:lnTo>
                  <a:lnTo>
                    <a:pt x="3809" y="515619"/>
                  </a:lnTo>
                  <a:close/>
                </a:path>
                <a:path w="3809" h="519429">
                  <a:moveTo>
                    <a:pt x="3809" y="509269"/>
                  </a:moveTo>
                  <a:lnTo>
                    <a:pt x="0" y="509269"/>
                  </a:lnTo>
                  <a:lnTo>
                    <a:pt x="0" y="514350"/>
                  </a:lnTo>
                  <a:lnTo>
                    <a:pt x="3809" y="514350"/>
                  </a:lnTo>
                  <a:lnTo>
                    <a:pt x="3809" y="509269"/>
                  </a:lnTo>
                  <a:close/>
                </a:path>
                <a:path w="3809" h="519429">
                  <a:moveTo>
                    <a:pt x="3809" y="502919"/>
                  </a:moveTo>
                  <a:lnTo>
                    <a:pt x="0" y="502919"/>
                  </a:lnTo>
                  <a:lnTo>
                    <a:pt x="0" y="508000"/>
                  </a:lnTo>
                  <a:lnTo>
                    <a:pt x="3809" y="508000"/>
                  </a:lnTo>
                  <a:lnTo>
                    <a:pt x="3809" y="502919"/>
                  </a:lnTo>
                  <a:close/>
                </a:path>
                <a:path w="3809" h="519429">
                  <a:moveTo>
                    <a:pt x="3809" y="496569"/>
                  </a:moveTo>
                  <a:lnTo>
                    <a:pt x="0" y="496569"/>
                  </a:lnTo>
                  <a:lnTo>
                    <a:pt x="0" y="501650"/>
                  </a:lnTo>
                  <a:lnTo>
                    <a:pt x="3809" y="501650"/>
                  </a:lnTo>
                  <a:lnTo>
                    <a:pt x="3809" y="496569"/>
                  </a:lnTo>
                  <a:close/>
                </a:path>
                <a:path w="3809" h="519429">
                  <a:moveTo>
                    <a:pt x="3809" y="490219"/>
                  </a:moveTo>
                  <a:lnTo>
                    <a:pt x="0" y="490219"/>
                  </a:lnTo>
                  <a:lnTo>
                    <a:pt x="0" y="495300"/>
                  </a:lnTo>
                  <a:lnTo>
                    <a:pt x="3809" y="495300"/>
                  </a:lnTo>
                  <a:lnTo>
                    <a:pt x="3809" y="490219"/>
                  </a:lnTo>
                  <a:close/>
                </a:path>
                <a:path w="3809" h="519429">
                  <a:moveTo>
                    <a:pt x="3809" y="483869"/>
                  </a:moveTo>
                  <a:lnTo>
                    <a:pt x="0" y="483869"/>
                  </a:lnTo>
                  <a:lnTo>
                    <a:pt x="0" y="488950"/>
                  </a:lnTo>
                  <a:lnTo>
                    <a:pt x="3809" y="488950"/>
                  </a:lnTo>
                  <a:lnTo>
                    <a:pt x="3809" y="483869"/>
                  </a:lnTo>
                  <a:close/>
                </a:path>
                <a:path w="3809" h="519429">
                  <a:moveTo>
                    <a:pt x="3809" y="96519"/>
                  </a:moveTo>
                  <a:lnTo>
                    <a:pt x="0" y="96519"/>
                  </a:lnTo>
                  <a:lnTo>
                    <a:pt x="0" y="482600"/>
                  </a:lnTo>
                  <a:lnTo>
                    <a:pt x="3809" y="482600"/>
                  </a:lnTo>
                  <a:lnTo>
                    <a:pt x="3809" y="96519"/>
                  </a:lnTo>
                  <a:close/>
                </a:path>
                <a:path w="3809" h="519429">
                  <a:moveTo>
                    <a:pt x="3809" y="90169"/>
                  </a:moveTo>
                  <a:lnTo>
                    <a:pt x="0" y="90169"/>
                  </a:lnTo>
                  <a:lnTo>
                    <a:pt x="0" y="95250"/>
                  </a:lnTo>
                  <a:lnTo>
                    <a:pt x="3809" y="95250"/>
                  </a:lnTo>
                  <a:lnTo>
                    <a:pt x="3809" y="90169"/>
                  </a:lnTo>
                  <a:close/>
                </a:path>
                <a:path w="3809" h="519429">
                  <a:moveTo>
                    <a:pt x="3809" y="83819"/>
                  </a:moveTo>
                  <a:lnTo>
                    <a:pt x="0" y="83819"/>
                  </a:lnTo>
                  <a:lnTo>
                    <a:pt x="0" y="88900"/>
                  </a:lnTo>
                  <a:lnTo>
                    <a:pt x="3809" y="88900"/>
                  </a:lnTo>
                  <a:lnTo>
                    <a:pt x="3809" y="83819"/>
                  </a:lnTo>
                  <a:close/>
                </a:path>
                <a:path w="3809" h="519429">
                  <a:moveTo>
                    <a:pt x="3809" y="77469"/>
                  </a:moveTo>
                  <a:lnTo>
                    <a:pt x="0" y="77469"/>
                  </a:lnTo>
                  <a:lnTo>
                    <a:pt x="0" y="82550"/>
                  </a:lnTo>
                  <a:lnTo>
                    <a:pt x="3809" y="82550"/>
                  </a:lnTo>
                  <a:lnTo>
                    <a:pt x="3809" y="77469"/>
                  </a:lnTo>
                  <a:close/>
                </a:path>
                <a:path w="3809" h="519429">
                  <a:moveTo>
                    <a:pt x="3809" y="71119"/>
                  </a:moveTo>
                  <a:lnTo>
                    <a:pt x="0" y="71119"/>
                  </a:lnTo>
                  <a:lnTo>
                    <a:pt x="0" y="76200"/>
                  </a:lnTo>
                  <a:lnTo>
                    <a:pt x="3809" y="76200"/>
                  </a:lnTo>
                  <a:lnTo>
                    <a:pt x="3809" y="71119"/>
                  </a:lnTo>
                  <a:close/>
                </a:path>
                <a:path w="3809" h="519429">
                  <a:moveTo>
                    <a:pt x="3809" y="64769"/>
                  </a:moveTo>
                  <a:lnTo>
                    <a:pt x="0" y="64769"/>
                  </a:lnTo>
                  <a:lnTo>
                    <a:pt x="0" y="69850"/>
                  </a:lnTo>
                  <a:lnTo>
                    <a:pt x="3809" y="69850"/>
                  </a:lnTo>
                  <a:lnTo>
                    <a:pt x="3809" y="64769"/>
                  </a:lnTo>
                  <a:close/>
                </a:path>
                <a:path w="3809" h="519429">
                  <a:moveTo>
                    <a:pt x="3809" y="58419"/>
                  </a:moveTo>
                  <a:lnTo>
                    <a:pt x="0" y="58419"/>
                  </a:lnTo>
                  <a:lnTo>
                    <a:pt x="0" y="63500"/>
                  </a:lnTo>
                  <a:lnTo>
                    <a:pt x="3809" y="63500"/>
                  </a:lnTo>
                  <a:lnTo>
                    <a:pt x="3809" y="58419"/>
                  </a:lnTo>
                  <a:close/>
                </a:path>
                <a:path w="3809" h="519429">
                  <a:moveTo>
                    <a:pt x="3809" y="52069"/>
                  </a:moveTo>
                  <a:lnTo>
                    <a:pt x="0" y="52069"/>
                  </a:lnTo>
                  <a:lnTo>
                    <a:pt x="0" y="57150"/>
                  </a:lnTo>
                  <a:lnTo>
                    <a:pt x="3809" y="57150"/>
                  </a:lnTo>
                  <a:lnTo>
                    <a:pt x="3809" y="52069"/>
                  </a:lnTo>
                  <a:close/>
                </a:path>
                <a:path w="3809" h="519429">
                  <a:moveTo>
                    <a:pt x="3809" y="45719"/>
                  </a:moveTo>
                  <a:lnTo>
                    <a:pt x="0" y="45719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45719"/>
                  </a:lnTo>
                  <a:close/>
                </a:path>
                <a:path w="3809" h="519429">
                  <a:moveTo>
                    <a:pt x="3809" y="39369"/>
                  </a:moveTo>
                  <a:lnTo>
                    <a:pt x="0" y="39369"/>
                  </a:lnTo>
                  <a:lnTo>
                    <a:pt x="0" y="44450"/>
                  </a:lnTo>
                  <a:lnTo>
                    <a:pt x="3809" y="44450"/>
                  </a:lnTo>
                  <a:lnTo>
                    <a:pt x="3809" y="39369"/>
                  </a:lnTo>
                  <a:close/>
                </a:path>
                <a:path w="3809" h="519429">
                  <a:moveTo>
                    <a:pt x="3809" y="33019"/>
                  </a:moveTo>
                  <a:lnTo>
                    <a:pt x="0" y="33019"/>
                  </a:lnTo>
                  <a:lnTo>
                    <a:pt x="0" y="38100"/>
                  </a:lnTo>
                  <a:lnTo>
                    <a:pt x="3809" y="38100"/>
                  </a:lnTo>
                  <a:lnTo>
                    <a:pt x="3809" y="33019"/>
                  </a:lnTo>
                  <a:close/>
                </a:path>
                <a:path w="3809" h="519429">
                  <a:moveTo>
                    <a:pt x="3809" y="26669"/>
                  </a:moveTo>
                  <a:lnTo>
                    <a:pt x="0" y="26669"/>
                  </a:lnTo>
                  <a:lnTo>
                    <a:pt x="0" y="31750"/>
                  </a:lnTo>
                  <a:lnTo>
                    <a:pt x="3809" y="31750"/>
                  </a:lnTo>
                  <a:lnTo>
                    <a:pt x="3809" y="26669"/>
                  </a:lnTo>
                  <a:close/>
                </a:path>
                <a:path w="3809" h="519429">
                  <a:moveTo>
                    <a:pt x="3809" y="20319"/>
                  </a:moveTo>
                  <a:lnTo>
                    <a:pt x="0" y="20319"/>
                  </a:lnTo>
                  <a:lnTo>
                    <a:pt x="0" y="25400"/>
                  </a:lnTo>
                  <a:lnTo>
                    <a:pt x="3809" y="25400"/>
                  </a:lnTo>
                  <a:lnTo>
                    <a:pt x="3809" y="20319"/>
                  </a:lnTo>
                  <a:close/>
                </a:path>
                <a:path w="3809" h="519429">
                  <a:moveTo>
                    <a:pt x="3809" y="13969"/>
                  </a:moveTo>
                  <a:lnTo>
                    <a:pt x="0" y="13969"/>
                  </a:lnTo>
                  <a:lnTo>
                    <a:pt x="0" y="19050"/>
                  </a:lnTo>
                  <a:lnTo>
                    <a:pt x="3809" y="19050"/>
                  </a:lnTo>
                  <a:lnTo>
                    <a:pt x="3809" y="13969"/>
                  </a:lnTo>
                  <a:close/>
                </a:path>
                <a:path w="3809" h="519429">
                  <a:moveTo>
                    <a:pt x="3809" y="7619"/>
                  </a:moveTo>
                  <a:lnTo>
                    <a:pt x="0" y="7619"/>
                  </a:lnTo>
                  <a:lnTo>
                    <a:pt x="0" y="12700"/>
                  </a:lnTo>
                  <a:lnTo>
                    <a:pt x="3809" y="12700"/>
                  </a:lnTo>
                  <a:lnTo>
                    <a:pt x="3809" y="7619"/>
                  </a:lnTo>
                  <a:close/>
                </a:path>
                <a:path w="3809" h="519429">
                  <a:moveTo>
                    <a:pt x="2540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E0D7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1" name="object 3491"/>
            <p:cNvSpPr/>
            <p:nvPr/>
          </p:nvSpPr>
          <p:spPr>
            <a:xfrm>
              <a:off x="6899910" y="2885440"/>
              <a:ext cx="3810" cy="521970"/>
            </a:xfrm>
            <a:custGeom>
              <a:avLst/>
              <a:gdLst/>
              <a:ahLst/>
              <a:cxnLst/>
              <a:rect l="l" t="t" r="r" b="b"/>
              <a:pathLst>
                <a:path w="3809" h="521970">
                  <a:moveTo>
                    <a:pt x="3810" y="520700"/>
                  </a:moveTo>
                  <a:lnTo>
                    <a:pt x="2540" y="520700"/>
                  </a:lnTo>
                  <a:lnTo>
                    <a:pt x="2540" y="521970"/>
                  </a:lnTo>
                  <a:lnTo>
                    <a:pt x="3810" y="521970"/>
                  </a:lnTo>
                  <a:lnTo>
                    <a:pt x="3810" y="520700"/>
                  </a:lnTo>
                  <a:close/>
                </a:path>
                <a:path w="3809" h="521970">
                  <a:moveTo>
                    <a:pt x="3810" y="514350"/>
                  </a:moveTo>
                  <a:lnTo>
                    <a:pt x="0" y="514350"/>
                  </a:lnTo>
                  <a:lnTo>
                    <a:pt x="0" y="520700"/>
                  </a:lnTo>
                  <a:lnTo>
                    <a:pt x="1270" y="520700"/>
                  </a:lnTo>
                  <a:lnTo>
                    <a:pt x="1270" y="519430"/>
                  </a:lnTo>
                  <a:lnTo>
                    <a:pt x="3810" y="519430"/>
                  </a:lnTo>
                  <a:lnTo>
                    <a:pt x="3810" y="514350"/>
                  </a:lnTo>
                  <a:close/>
                </a:path>
                <a:path w="3809" h="521970">
                  <a:moveTo>
                    <a:pt x="3810" y="508000"/>
                  </a:moveTo>
                  <a:lnTo>
                    <a:pt x="0" y="508000"/>
                  </a:lnTo>
                  <a:lnTo>
                    <a:pt x="0" y="513080"/>
                  </a:lnTo>
                  <a:lnTo>
                    <a:pt x="3810" y="513080"/>
                  </a:lnTo>
                  <a:lnTo>
                    <a:pt x="3810" y="508000"/>
                  </a:lnTo>
                  <a:close/>
                </a:path>
                <a:path w="3809" h="521970">
                  <a:moveTo>
                    <a:pt x="3810" y="501650"/>
                  </a:moveTo>
                  <a:lnTo>
                    <a:pt x="0" y="501650"/>
                  </a:lnTo>
                  <a:lnTo>
                    <a:pt x="0" y="506730"/>
                  </a:lnTo>
                  <a:lnTo>
                    <a:pt x="3810" y="506730"/>
                  </a:lnTo>
                  <a:lnTo>
                    <a:pt x="3810" y="501650"/>
                  </a:lnTo>
                  <a:close/>
                </a:path>
                <a:path w="3809" h="521970">
                  <a:moveTo>
                    <a:pt x="3810" y="495300"/>
                  </a:moveTo>
                  <a:lnTo>
                    <a:pt x="0" y="495300"/>
                  </a:lnTo>
                  <a:lnTo>
                    <a:pt x="0" y="500380"/>
                  </a:lnTo>
                  <a:lnTo>
                    <a:pt x="3810" y="500380"/>
                  </a:lnTo>
                  <a:lnTo>
                    <a:pt x="3810" y="495300"/>
                  </a:lnTo>
                  <a:close/>
                </a:path>
                <a:path w="3809" h="521970">
                  <a:moveTo>
                    <a:pt x="3810" y="488950"/>
                  </a:moveTo>
                  <a:lnTo>
                    <a:pt x="0" y="488950"/>
                  </a:lnTo>
                  <a:lnTo>
                    <a:pt x="0" y="494030"/>
                  </a:lnTo>
                  <a:lnTo>
                    <a:pt x="3810" y="494030"/>
                  </a:lnTo>
                  <a:lnTo>
                    <a:pt x="3810" y="488950"/>
                  </a:lnTo>
                  <a:close/>
                </a:path>
                <a:path w="3809" h="521970">
                  <a:moveTo>
                    <a:pt x="3810" y="482600"/>
                  </a:moveTo>
                  <a:lnTo>
                    <a:pt x="0" y="482600"/>
                  </a:lnTo>
                  <a:lnTo>
                    <a:pt x="0" y="487680"/>
                  </a:lnTo>
                  <a:lnTo>
                    <a:pt x="3810" y="487680"/>
                  </a:lnTo>
                  <a:lnTo>
                    <a:pt x="3810" y="482600"/>
                  </a:lnTo>
                  <a:close/>
                </a:path>
                <a:path w="3809" h="521970">
                  <a:moveTo>
                    <a:pt x="3810" y="95250"/>
                  </a:moveTo>
                  <a:lnTo>
                    <a:pt x="0" y="95250"/>
                  </a:lnTo>
                  <a:lnTo>
                    <a:pt x="0" y="481330"/>
                  </a:lnTo>
                  <a:lnTo>
                    <a:pt x="3810" y="481330"/>
                  </a:lnTo>
                  <a:lnTo>
                    <a:pt x="3810" y="95250"/>
                  </a:lnTo>
                  <a:close/>
                </a:path>
                <a:path w="3809" h="521970">
                  <a:moveTo>
                    <a:pt x="3810" y="88900"/>
                  </a:moveTo>
                  <a:lnTo>
                    <a:pt x="0" y="88900"/>
                  </a:lnTo>
                  <a:lnTo>
                    <a:pt x="0" y="93980"/>
                  </a:lnTo>
                  <a:lnTo>
                    <a:pt x="3810" y="93980"/>
                  </a:lnTo>
                  <a:lnTo>
                    <a:pt x="3810" y="88900"/>
                  </a:lnTo>
                  <a:close/>
                </a:path>
                <a:path w="3809" h="521970">
                  <a:moveTo>
                    <a:pt x="3810" y="82550"/>
                  </a:moveTo>
                  <a:lnTo>
                    <a:pt x="0" y="82550"/>
                  </a:lnTo>
                  <a:lnTo>
                    <a:pt x="0" y="87630"/>
                  </a:lnTo>
                  <a:lnTo>
                    <a:pt x="3810" y="87630"/>
                  </a:lnTo>
                  <a:lnTo>
                    <a:pt x="3810" y="82550"/>
                  </a:lnTo>
                  <a:close/>
                </a:path>
                <a:path w="3809" h="521970">
                  <a:moveTo>
                    <a:pt x="3810" y="76200"/>
                  </a:moveTo>
                  <a:lnTo>
                    <a:pt x="0" y="76200"/>
                  </a:lnTo>
                  <a:lnTo>
                    <a:pt x="0" y="81280"/>
                  </a:lnTo>
                  <a:lnTo>
                    <a:pt x="3810" y="81280"/>
                  </a:lnTo>
                  <a:lnTo>
                    <a:pt x="3810" y="76200"/>
                  </a:lnTo>
                  <a:close/>
                </a:path>
                <a:path w="3809" h="521970">
                  <a:moveTo>
                    <a:pt x="3810" y="69850"/>
                  </a:moveTo>
                  <a:lnTo>
                    <a:pt x="0" y="69850"/>
                  </a:lnTo>
                  <a:lnTo>
                    <a:pt x="0" y="74930"/>
                  </a:lnTo>
                  <a:lnTo>
                    <a:pt x="3810" y="74930"/>
                  </a:lnTo>
                  <a:lnTo>
                    <a:pt x="3810" y="69850"/>
                  </a:lnTo>
                  <a:close/>
                </a:path>
                <a:path w="3809" h="521970">
                  <a:moveTo>
                    <a:pt x="3810" y="63500"/>
                  </a:moveTo>
                  <a:lnTo>
                    <a:pt x="0" y="63500"/>
                  </a:lnTo>
                  <a:lnTo>
                    <a:pt x="0" y="68580"/>
                  </a:lnTo>
                  <a:lnTo>
                    <a:pt x="3810" y="68580"/>
                  </a:lnTo>
                  <a:lnTo>
                    <a:pt x="3810" y="63500"/>
                  </a:lnTo>
                  <a:close/>
                </a:path>
                <a:path w="3809" h="521970">
                  <a:moveTo>
                    <a:pt x="3810" y="57150"/>
                  </a:moveTo>
                  <a:lnTo>
                    <a:pt x="0" y="57150"/>
                  </a:lnTo>
                  <a:lnTo>
                    <a:pt x="0" y="62230"/>
                  </a:lnTo>
                  <a:lnTo>
                    <a:pt x="3810" y="62230"/>
                  </a:lnTo>
                  <a:lnTo>
                    <a:pt x="3810" y="57150"/>
                  </a:lnTo>
                  <a:close/>
                </a:path>
                <a:path w="3809" h="521970">
                  <a:moveTo>
                    <a:pt x="3810" y="50800"/>
                  </a:moveTo>
                  <a:lnTo>
                    <a:pt x="0" y="50800"/>
                  </a:lnTo>
                  <a:lnTo>
                    <a:pt x="0" y="55880"/>
                  </a:lnTo>
                  <a:lnTo>
                    <a:pt x="3810" y="55880"/>
                  </a:lnTo>
                  <a:lnTo>
                    <a:pt x="3810" y="50800"/>
                  </a:lnTo>
                  <a:close/>
                </a:path>
                <a:path w="3809" h="521970">
                  <a:moveTo>
                    <a:pt x="3810" y="44450"/>
                  </a:moveTo>
                  <a:lnTo>
                    <a:pt x="0" y="44450"/>
                  </a:lnTo>
                  <a:lnTo>
                    <a:pt x="0" y="49530"/>
                  </a:lnTo>
                  <a:lnTo>
                    <a:pt x="3810" y="49530"/>
                  </a:lnTo>
                  <a:lnTo>
                    <a:pt x="3810" y="44450"/>
                  </a:lnTo>
                  <a:close/>
                </a:path>
                <a:path w="3809" h="521970">
                  <a:moveTo>
                    <a:pt x="3810" y="38100"/>
                  </a:moveTo>
                  <a:lnTo>
                    <a:pt x="0" y="3810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38100"/>
                  </a:lnTo>
                  <a:close/>
                </a:path>
                <a:path w="3809" h="521970">
                  <a:moveTo>
                    <a:pt x="3810" y="31750"/>
                  </a:moveTo>
                  <a:lnTo>
                    <a:pt x="0" y="3175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1750"/>
                  </a:lnTo>
                  <a:close/>
                </a:path>
                <a:path w="3809" h="521970">
                  <a:moveTo>
                    <a:pt x="3810" y="25400"/>
                  </a:moveTo>
                  <a:lnTo>
                    <a:pt x="0" y="2540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25400"/>
                  </a:lnTo>
                  <a:close/>
                </a:path>
                <a:path w="3809" h="521970">
                  <a:moveTo>
                    <a:pt x="3810" y="19050"/>
                  </a:moveTo>
                  <a:lnTo>
                    <a:pt x="0" y="1905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9050"/>
                  </a:lnTo>
                  <a:close/>
                </a:path>
                <a:path w="3809" h="521970">
                  <a:moveTo>
                    <a:pt x="3810" y="12700"/>
                  </a:moveTo>
                  <a:lnTo>
                    <a:pt x="0" y="1270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2700"/>
                  </a:lnTo>
                  <a:close/>
                </a:path>
                <a:path w="3809" h="521970">
                  <a:moveTo>
                    <a:pt x="3810" y="6350"/>
                  </a:moveTo>
                  <a:lnTo>
                    <a:pt x="0" y="635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6350"/>
                  </a:lnTo>
                  <a:close/>
                </a:path>
                <a:path w="3809" h="521970">
                  <a:moveTo>
                    <a:pt x="127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2540"/>
                  </a:lnTo>
                  <a:lnTo>
                    <a:pt x="2540" y="254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DFD6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2" name="object 3492"/>
            <p:cNvSpPr/>
            <p:nvPr/>
          </p:nvSpPr>
          <p:spPr>
            <a:xfrm>
              <a:off x="6903719" y="2887980"/>
              <a:ext cx="3810" cy="521970"/>
            </a:xfrm>
            <a:custGeom>
              <a:avLst/>
              <a:gdLst/>
              <a:ahLst/>
              <a:cxnLst/>
              <a:rect l="l" t="t" r="r" b="b"/>
              <a:pathLst>
                <a:path w="3809" h="521970">
                  <a:moveTo>
                    <a:pt x="3809" y="518159"/>
                  </a:moveTo>
                  <a:lnTo>
                    <a:pt x="0" y="518159"/>
                  </a:lnTo>
                  <a:lnTo>
                    <a:pt x="0" y="519429"/>
                  </a:lnTo>
                  <a:lnTo>
                    <a:pt x="1270" y="519429"/>
                  </a:lnTo>
                  <a:lnTo>
                    <a:pt x="1270" y="520700"/>
                  </a:lnTo>
                  <a:lnTo>
                    <a:pt x="2539" y="520700"/>
                  </a:lnTo>
                  <a:lnTo>
                    <a:pt x="2539" y="521969"/>
                  </a:lnTo>
                  <a:lnTo>
                    <a:pt x="3809" y="521969"/>
                  </a:lnTo>
                  <a:lnTo>
                    <a:pt x="3809" y="518159"/>
                  </a:lnTo>
                  <a:close/>
                </a:path>
                <a:path w="3809" h="521970">
                  <a:moveTo>
                    <a:pt x="3809" y="511809"/>
                  </a:moveTo>
                  <a:lnTo>
                    <a:pt x="0" y="511809"/>
                  </a:lnTo>
                  <a:lnTo>
                    <a:pt x="0" y="516889"/>
                  </a:lnTo>
                  <a:lnTo>
                    <a:pt x="3809" y="516889"/>
                  </a:lnTo>
                  <a:lnTo>
                    <a:pt x="3809" y="511809"/>
                  </a:lnTo>
                  <a:close/>
                </a:path>
                <a:path w="3809" h="521970">
                  <a:moveTo>
                    <a:pt x="3809" y="505459"/>
                  </a:moveTo>
                  <a:lnTo>
                    <a:pt x="0" y="505459"/>
                  </a:lnTo>
                  <a:lnTo>
                    <a:pt x="0" y="510539"/>
                  </a:lnTo>
                  <a:lnTo>
                    <a:pt x="3809" y="510539"/>
                  </a:lnTo>
                  <a:lnTo>
                    <a:pt x="3809" y="505459"/>
                  </a:lnTo>
                  <a:close/>
                </a:path>
                <a:path w="3809" h="521970">
                  <a:moveTo>
                    <a:pt x="3809" y="499109"/>
                  </a:moveTo>
                  <a:lnTo>
                    <a:pt x="0" y="499109"/>
                  </a:lnTo>
                  <a:lnTo>
                    <a:pt x="0" y="504189"/>
                  </a:lnTo>
                  <a:lnTo>
                    <a:pt x="3809" y="504189"/>
                  </a:lnTo>
                  <a:lnTo>
                    <a:pt x="3809" y="499109"/>
                  </a:lnTo>
                  <a:close/>
                </a:path>
                <a:path w="3809" h="521970">
                  <a:moveTo>
                    <a:pt x="3809" y="492759"/>
                  </a:moveTo>
                  <a:lnTo>
                    <a:pt x="0" y="492759"/>
                  </a:lnTo>
                  <a:lnTo>
                    <a:pt x="0" y="497839"/>
                  </a:lnTo>
                  <a:lnTo>
                    <a:pt x="3809" y="497839"/>
                  </a:lnTo>
                  <a:lnTo>
                    <a:pt x="3809" y="492759"/>
                  </a:lnTo>
                  <a:close/>
                </a:path>
                <a:path w="3809" h="521970">
                  <a:moveTo>
                    <a:pt x="3809" y="486409"/>
                  </a:moveTo>
                  <a:lnTo>
                    <a:pt x="0" y="486409"/>
                  </a:lnTo>
                  <a:lnTo>
                    <a:pt x="0" y="491489"/>
                  </a:lnTo>
                  <a:lnTo>
                    <a:pt x="3809" y="491489"/>
                  </a:lnTo>
                  <a:lnTo>
                    <a:pt x="3809" y="486409"/>
                  </a:lnTo>
                  <a:close/>
                </a:path>
                <a:path w="3809" h="521970">
                  <a:moveTo>
                    <a:pt x="3809" y="480059"/>
                  </a:moveTo>
                  <a:lnTo>
                    <a:pt x="0" y="480059"/>
                  </a:lnTo>
                  <a:lnTo>
                    <a:pt x="0" y="485139"/>
                  </a:lnTo>
                  <a:lnTo>
                    <a:pt x="3809" y="485139"/>
                  </a:lnTo>
                  <a:lnTo>
                    <a:pt x="3809" y="480059"/>
                  </a:lnTo>
                  <a:close/>
                </a:path>
                <a:path w="3809" h="521970">
                  <a:moveTo>
                    <a:pt x="3809" y="92709"/>
                  </a:moveTo>
                  <a:lnTo>
                    <a:pt x="0" y="92709"/>
                  </a:lnTo>
                  <a:lnTo>
                    <a:pt x="0" y="478789"/>
                  </a:lnTo>
                  <a:lnTo>
                    <a:pt x="3809" y="478789"/>
                  </a:lnTo>
                  <a:lnTo>
                    <a:pt x="3809" y="92709"/>
                  </a:lnTo>
                  <a:close/>
                </a:path>
                <a:path w="3809" h="521970">
                  <a:moveTo>
                    <a:pt x="3809" y="86359"/>
                  </a:moveTo>
                  <a:lnTo>
                    <a:pt x="0" y="86359"/>
                  </a:lnTo>
                  <a:lnTo>
                    <a:pt x="0" y="91439"/>
                  </a:lnTo>
                  <a:lnTo>
                    <a:pt x="3809" y="91439"/>
                  </a:lnTo>
                  <a:lnTo>
                    <a:pt x="3809" y="86359"/>
                  </a:lnTo>
                  <a:close/>
                </a:path>
                <a:path w="3809" h="521970">
                  <a:moveTo>
                    <a:pt x="3809" y="80009"/>
                  </a:moveTo>
                  <a:lnTo>
                    <a:pt x="0" y="80009"/>
                  </a:lnTo>
                  <a:lnTo>
                    <a:pt x="0" y="85089"/>
                  </a:lnTo>
                  <a:lnTo>
                    <a:pt x="3809" y="85089"/>
                  </a:lnTo>
                  <a:lnTo>
                    <a:pt x="3809" y="80009"/>
                  </a:lnTo>
                  <a:close/>
                </a:path>
                <a:path w="3809" h="521970">
                  <a:moveTo>
                    <a:pt x="3809" y="73659"/>
                  </a:moveTo>
                  <a:lnTo>
                    <a:pt x="0" y="73659"/>
                  </a:lnTo>
                  <a:lnTo>
                    <a:pt x="0" y="78739"/>
                  </a:lnTo>
                  <a:lnTo>
                    <a:pt x="3809" y="78739"/>
                  </a:lnTo>
                  <a:lnTo>
                    <a:pt x="3809" y="73659"/>
                  </a:lnTo>
                  <a:close/>
                </a:path>
                <a:path w="3809" h="521970">
                  <a:moveTo>
                    <a:pt x="3809" y="67309"/>
                  </a:moveTo>
                  <a:lnTo>
                    <a:pt x="0" y="67309"/>
                  </a:lnTo>
                  <a:lnTo>
                    <a:pt x="0" y="72389"/>
                  </a:lnTo>
                  <a:lnTo>
                    <a:pt x="3809" y="72389"/>
                  </a:lnTo>
                  <a:lnTo>
                    <a:pt x="3809" y="67309"/>
                  </a:lnTo>
                  <a:close/>
                </a:path>
                <a:path w="3809" h="521970">
                  <a:moveTo>
                    <a:pt x="3809" y="60959"/>
                  </a:moveTo>
                  <a:lnTo>
                    <a:pt x="0" y="60959"/>
                  </a:lnTo>
                  <a:lnTo>
                    <a:pt x="0" y="66039"/>
                  </a:lnTo>
                  <a:lnTo>
                    <a:pt x="3809" y="66039"/>
                  </a:lnTo>
                  <a:lnTo>
                    <a:pt x="3809" y="60959"/>
                  </a:lnTo>
                  <a:close/>
                </a:path>
                <a:path w="3809" h="521970">
                  <a:moveTo>
                    <a:pt x="3809" y="54609"/>
                  </a:moveTo>
                  <a:lnTo>
                    <a:pt x="0" y="54609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4609"/>
                  </a:lnTo>
                  <a:close/>
                </a:path>
                <a:path w="3809" h="521970">
                  <a:moveTo>
                    <a:pt x="3809" y="48259"/>
                  </a:moveTo>
                  <a:lnTo>
                    <a:pt x="0" y="48259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48259"/>
                  </a:lnTo>
                  <a:close/>
                </a:path>
                <a:path w="3809" h="521970">
                  <a:moveTo>
                    <a:pt x="3809" y="41909"/>
                  </a:moveTo>
                  <a:lnTo>
                    <a:pt x="0" y="41909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1909"/>
                  </a:lnTo>
                  <a:close/>
                </a:path>
                <a:path w="3809" h="521970">
                  <a:moveTo>
                    <a:pt x="3809" y="35559"/>
                  </a:moveTo>
                  <a:lnTo>
                    <a:pt x="0" y="35559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5559"/>
                  </a:lnTo>
                  <a:close/>
                </a:path>
                <a:path w="3809" h="521970">
                  <a:moveTo>
                    <a:pt x="3809" y="29209"/>
                  </a:moveTo>
                  <a:lnTo>
                    <a:pt x="0" y="29209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29209"/>
                  </a:lnTo>
                  <a:close/>
                </a:path>
                <a:path w="3809" h="521970">
                  <a:moveTo>
                    <a:pt x="3809" y="22859"/>
                  </a:moveTo>
                  <a:lnTo>
                    <a:pt x="0" y="22859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2859"/>
                  </a:lnTo>
                  <a:close/>
                </a:path>
                <a:path w="3809" h="521970">
                  <a:moveTo>
                    <a:pt x="3809" y="16509"/>
                  </a:moveTo>
                  <a:lnTo>
                    <a:pt x="0" y="16509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6509"/>
                  </a:lnTo>
                  <a:close/>
                </a:path>
                <a:path w="3809" h="521970">
                  <a:moveTo>
                    <a:pt x="3809" y="10159"/>
                  </a:moveTo>
                  <a:lnTo>
                    <a:pt x="0" y="10159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0159"/>
                  </a:lnTo>
                  <a:close/>
                </a:path>
                <a:path w="3809" h="521970">
                  <a:moveTo>
                    <a:pt x="3809" y="3809"/>
                  </a:moveTo>
                  <a:lnTo>
                    <a:pt x="0" y="380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3809"/>
                  </a:lnTo>
                  <a:close/>
                </a:path>
                <a:path w="3809" h="521970">
                  <a:moveTo>
                    <a:pt x="127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DED5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3" name="object 3493"/>
            <p:cNvSpPr/>
            <p:nvPr/>
          </p:nvSpPr>
          <p:spPr>
            <a:xfrm>
              <a:off x="6907530" y="2890519"/>
              <a:ext cx="3810" cy="521970"/>
            </a:xfrm>
            <a:custGeom>
              <a:avLst/>
              <a:gdLst/>
              <a:ahLst/>
              <a:cxnLst/>
              <a:rect l="l" t="t" r="r" b="b"/>
              <a:pathLst>
                <a:path w="3809" h="521970">
                  <a:moveTo>
                    <a:pt x="3810" y="515619"/>
                  </a:moveTo>
                  <a:lnTo>
                    <a:pt x="0" y="515619"/>
                  </a:lnTo>
                  <a:lnTo>
                    <a:pt x="0" y="519429"/>
                  </a:lnTo>
                  <a:lnTo>
                    <a:pt x="1270" y="519429"/>
                  </a:lnTo>
                  <a:lnTo>
                    <a:pt x="1270" y="521969"/>
                  </a:lnTo>
                  <a:lnTo>
                    <a:pt x="2540" y="521969"/>
                  </a:lnTo>
                  <a:lnTo>
                    <a:pt x="2540" y="520700"/>
                  </a:lnTo>
                  <a:lnTo>
                    <a:pt x="3810" y="520700"/>
                  </a:lnTo>
                  <a:lnTo>
                    <a:pt x="3810" y="515619"/>
                  </a:lnTo>
                  <a:close/>
                </a:path>
                <a:path w="3809" h="521970">
                  <a:moveTo>
                    <a:pt x="3810" y="509269"/>
                  </a:moveTo>
                  <a:lnTo>
                    <a:pt x="0" y="509269"/>
                  </a:lnTo>
                  <a:lnTo>
                    <a:pt x="0" y="514350"/>
                  </a:lnTo>
                  <a:lnTo>
                    <a:pt x="3810" y="514350"/>
                  </a:lnTo>
                  <a:lnTo>
                    <a:pt x="3810" y="509269"/>
                  </a:lnTo>
                  <a:close/>
                </a:path>
                <a:path w="3809" h="521970">
                  <a:moveTo>
                    <a:pt x="3810" y="502919"/>
                  </a:moveTo>
                  <a:lnTo>
                    <a:pt x="0" y="502919"/>
                  </a:lnTo>
                  <a:lnTo>
                    <a:pt x="0" y="508000"/>
                  </a:lnTo>
                  <a:lnTo>
                    <a:pt x="3810" y="508000"/>
                  </a:lnTo>
                  <a:lnTo>
                    <a:pt x="3810" y="502919"/>
                  </a:lnTo>
                  <a:close/>
                </a:path>
                <a:path w="3809" h="521970">
                  <a:moveTo>
                    <a:pt x="3810" y="496569"/>
                  </a:moveTo>
                  <a:lnTo>
                    <a:pt x="0" y="496569"/>
                  </a:lnTo>
                  <a:lnTo>
                    <a:pt x="0" y="501650"/>
                  </a:lnTo>
                  <a:lnTo>
                    <a:pt x="3810" y="501650"/>
                  </a:lnTo>
                  <a:lnTo>
                    <a:pt x="3810" y="496569"/>
                  </a:lnTo>
                  <a:close/>
                </a:path>
                <a:path w="3809" h="521970">
                  <a:moveTo>
                    <a:pt x="3810" y="490219"/>
                  </a:moveTo>
                  <a:lnTo>
                    <a:pt x="0" y="490219"/>
                  </a:lnTo>
                  <a:lnTo>
                    <a:pt x="0" y="495300"/>
                  </a:lnTo>
                  <a:lnTo>
                    <a:pt x="3810" y="495300"/>
                  </a:lnTo>
                  <a:lnTo>
                    <a:pt x="3810" y="490219"/>
                  </a:lnTo>
                  <a:close/>
                </a:path>
                <a:path w="3809" h="521970">
                  <a:moveTo>
                    <a:pt x="3810" y="483869"/>
                  </a:moveTo>
                  <a:lnTo>
                    <a:pt x="0" y="483869"/>
                  </a:lnTo>
                  <a:lnTo>
                    <a:pt x="0" y="488950"/>
                  </a:lnTo>
                  <a:lnTo>
                    <a:pt x="3810" y="488950"/>
                  </a:lnTo>
                  <a:lnTo>
                    <a:pt x="3810" y="483869"/>
                  </a:lnTo>
                  <a:close/>
                </a:path>
                <a:path w="3809" h="521970">
                  <a:moveTo>
                    <a:pt x="3810" y="477519"/>
                  </a:moveTo>
                  <a:lnTo>
                    <a:pt x="0" y="477519"/>
                  </a:lnTo>
                  <a:lnTo>
                    <a:pt x="0" y="482600"/>
                  </a:lnTo>
                  <a:lnTo>
                    <a:pt x="3810" y="482600"/>
                  </a:lnTo>
                  <a:lnTo>
                    <a:pt x="3810" y="477519"/>
                  </a:lnTo>
                  <a:close/>
                </a:path>
                <a:path w="3809" h="521970">
                  <a:moveTo>
                    <a:pt x="3810" y="90169"/>
                  </a:moveTo>
                  <a:lnTo>
                    <a:pt x="0" y="90169"/>
                  </a:lnTo>
                  <a:lnTo>
                    <a:pt x="0" y="476250"/>
                  </a:lnTo>
                  <a:lnTo>
                    <a:pt x="3810" y="476250"/>
                  </a:lnTo>
                  <a:lnTo>
                    <a:pt x="3810" y="90169"/>
                  </a:lnTo>
                  <a:close/>
                </a:path>
                <a:path w="3809" h="521970">
                  <a:moveTo>
                    <a:pt x="3810" y="83819"/>
                  </a:moveTo>
                  <a:lnTo>
                    <a:pt x="0" y="83819"/>
                  </a:lnTo>
                  <a:lnTo>
                    <a:pt x="0" y="88900"/>
                  </a:lnTo>
                  <a:lnTo>
                    <a:pt x="3810" y="88900"/>
                  </a:lnTo>
                  <a:lnTo>
                    <a:pt x="3810" y="83819"/>
                  </a:lnTo>
                  <a:close/>
                </a:path>
                <a:path w="3809" h="521970">
                  <a:moveTo>
                    <a:pt x="3810" y="77469"/>
                  </a:moveTo>
                  <a:lnTo>
                    <a:pt x="0" y="77469"/>
                  </a:lnTo>
                  <a:lnTo>
                    <a:pt x="0" y="82550"/>
                  </a:lnTo>
                  <a:lnTo>
                    <a:pt x="3810" y="82550"/>
                  </a:lnTo>
                  <a:lnTo>
                    <a:pt x="3810" y="77469"/>
                  </a:lnTo>
                  <a:close/>
                </a:path>
                <a:path w="3809" h="521970">
                  <a:moveTo>
                    <a:pt x="3810" y="71119"/>
                  </a:moveTo>
                  <a:lnTo>
                    <a:pt x="0" y="71119"/>
                  </a:lnTo>
                  <a:lnTo>
                    <a:pt x="0" y="76200"/>
                  </a:lnTo>
                  <a:lnTo>
                    <a:pt x="3810" y="76200"/>
                  </a:lnTo>
                  <a:lnTo>
                    <a:pt x="3810" y="71119"/>
                  </a:lnTo>
                  <a:close/>
                </a:path>
                <a:path w="3809" h="521970">
                  <a:moveTo>
                    <a:pt x="3810" y="64769"/>
                  </a:moveTo>
                  <a:lnTo>
                    <a:pt x="0" y="64769"/>
                  </a:lnTo>
                  <a:lnTo>
                    <a:pt x="0" y="69850"/>
                  </a:lnTo>
                  <a:lnTo>
                    <a:pt x="3810" y="69850"/>
                  </a:lnTo>
                  <a:lnTo>
                    <a:pt x="3810" y="64769"/>
                  </a:lnTo>
                  <a:close/>
                </a:path>
                <a:path w="3809" h="521970">
                  <a:moveTo>
                    <a:pt x="3810" y="58419"/>
                  </a:moveTo>
                  <a:lnTo>
                    <a:pt x="0" y="58419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58419"/>
                  </a:lnTo>
                  <a:close/>
                </a:path>
                <a:path w="3809" h="521970">
                  <a:moveTo>
                    <a:pt x="3810" y="52069"/>
                  </a:moveTo>
                  <a:lnTo>
                    <a:pt x="0" y="52069"/>
                  </a:lnTo>
                  <a:lnTo>
                    <a:pt x="0" y="57150"/>
                  </a:lnTo>
                  <a:lnTo>
                    <a:pt x="3810" y="57150"/>
                  </a:lnTo>
                  <a:lnTo>
                    <a:pt x="3810" y="52069"/>
                  </a:lnTo>
                  <a:close/>
                </a:path>
                <a:path w="3809" h="521970">
                  <a:moveTo>
                    <a:pt x="3810" y="45719"/>
                  </a:moveTo>
                  <a:lnTo>
                    <a:pt x="0" y="45719"/>
                  </a:lnTo>
                  <a:lnTo>
                    <a:pt x="0" y="50800"/>
                  </a:lnTo>
                  <a:lnTo>
                    <a:pt x="3810" y="50800"/>
                  </a:lnTo>
                  <a:lnTo>
                    <a:pt x="3810" y="45719"/>
                  </a:lnTo>
                  <a:close/>
                </a:path>
                <a:path w="3809" h="521970">
                  <a:moveTo>
                    <a:pt x="3810" y="39369"/>
                  </a:moveTo>
                  <a:lnTo>
                    <a:pt x="0" y="39369"/>
                  </a:lnTo>
                  <a:lnTo>
                    <a:pt x="0" y="44450"/>
                  </a:lnTo>
                  <a:lnTo>
                    <a:pt x="3810" y="44450"/>
                  </a:lnTo>
                  <a:lnTo>
                    <a:pt x="3810" y="39369"/>
                  </a:lnTo>
                  <a:close/>
                </a:path>
                <a:path w="3809" h="521970">
                  <a:moveTo>
                    <a:pt x="3810" y="33019"/>
                  </a:moveTo>
                  <a:lnTo>
                    <a:pt x="0" y="33019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3019"/>
                  </a:lnTo>
                  <a:close/>
                </a:path>
                <a:path w="3809" h="521970">
                  <a:moveTo>
                    <a:pt x="3810" y="26669"/>
                  </a:moveTo>
                  <a:lnTo>
                    <a:pt x="0" y="26669"/>
                  </a:lnTo>
                  <a:lnTo>
                    <a:pt x="0" y="31750"/>
                  </a:lnTo>
                  <a:lnTo>
                    <a:pt x="3810" y="31750"/>
                  </a:lnTo>
                  <a:lnTo>
                    <a:pt x="3810" y="26669"/>
                  </a:lnTo>
                  <a:close/>
                </a:path>
                <a:path w="3809" h="521970">
                  <a:moveTo>
                    <a:pt x="3810" y="20319"/>
                  </a:moveTo>
                  <a:lnTo>
                    <a:pt x="0" y="20319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0319"/>
                  </a:lnTo>
                  <a:close/>
                </a:path>
                <a:path w="3809" h="521970">
                  <a:moveTo>
                    <a:pt x="3810" y="13969"/>
                  </a:moveTo>
                  <a:lnTo>
                    <a:pt x="0" y="13969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3969"/>
                  </a:lnTo>
                  <a:close/>
                </a:path>
                <a:path w="3809" h="521970">
                  <a:moveTo>
                    <a:pt x="3810" y="7619"/>
                  </a:moveTo>
                  <a:lnTo>
                    <a:pt x="0" y="7619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7619"/>
                  </a:lnTo>
                  <a:close/>
                </a:path>
                <a:path w="3809" h="521970">
                  <a:moveTo>
                    <a:pt x="1270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DED4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4" name="object 3494"/>
            <p:cNvSpPr/>
            <p:nvPr/>
          </p:nvSpPr>
          <p:spPr>
            <a:xfrm>
              <a:off x="6911339" y="2893060"/>
              <a:ext cx="3810" cy="521970"/>
            </a:xfrm>
            <a:custGeom>
              <a:avLst/>
              <a:gdLst/>
              <a:ahLst/>
              <a:cxnLst/>
              <a:rect l="l" t="t" r="r" b="b"/>
              <a:pathLst>
                <a:path w="3809" h="521970">
                  <a:moveTo>
                    <a:pt x="3809" y="519429"/>
                  </a:moveTo>
                  <a:lnTo>
                    <a:pt x="1269" y="519429"/>
                  </a:lnTo>
                  <a:lnTo>
                    <a:pt x="1269" y="520700"/>
                  </a:lnTo>
                  <a:lnTo>
                    <a:pt x="2539" y="520700"/>
                  </a:lnTo>
                  <a:lnTo>
                    <a:pt x="2539" y="521970"/>
                  </a:lnTo>
                  <a:lnTo>
                    <a:pt x="3809" y="521970"/>
                  </a:lnTo>
                  <a:lnTo>
                    <a:pt x="3809" y="519429"/>
                  </a:lnTo>
                  <a:close/>
                </a:path>
                <a:path w="3809" h="521970">
                  <a:moveTo>
                    <a:pt x="3809" y="513079"/>
                  </a:moveTo>
                  <a:lnTo>
                    <a:pt x="0" y="513079"/>
                  </a:lnTo>
                  <a:lnTo>
                    <a:pt x="0" y="518160"/>
                  </a:lnTo>
                  <a:lnTo>
                    <a:pt x="3809" y="518160"/>
                  </a:lnTo>
                  <a:lnTo>
                    <a:pt x="3809" y="513079"/>
                  </a:lnTo>
                  <a:close/>
                </a:path>
                <a:path w="3809" h="521970">
                  <a:moveTo>
                    <a:pt x="3809" y="506729"/>
                  </a:moveTo>
                  <a:lnTo>
                    <a:pt x="0" y="506729"/>
                  </a:lnTo>
                  <a:lnTo>
                    <a:pt x="0" y="511810"/>
                  </a:lnTo>
                  <a:lnTo>
                    <a:pt x="3809" y="511810"/>
                  </a:lnTo>
                  <a:lnTo>
                    <a:pt x="3809" y="506729"/>
                  </a:lnTo>
                  <a:close/>
                </a:path>
                <a:path w="3809" h="521970">
                  <a:moveTo>
                    <a:pt x="3809" y="500379"/>
                  </a:moveTo>
                  <a:lnTo>
                    <a:pt x="0" y="500379"/>
                  </a:lnTo>
                  <a:lnTo>
                    <a:pt x="0" y="505460"/>
                  </a:lnTo>
                  <a:lnTo>
                    <a:pt x="3809" y="505460"/>
                  </a:lnTo>
                  <a:lnTo>
                    <a:pt x="3809" y="500379"/>
                  </a:lnTo>
                  <a:close/>
                </a:path>
                <a:path w="3809" h="521970">
                  <a:moveTo>
                    <a:pt x="3809" y="494029"/>
                  </a:moveTo>
                  <a:lnTo>
                    <a:pt x="0" y="494029"/>
                  </a:lnTo>
                  <a:lnTo>
                    <a:pt x="0" y="499110"/>
                  </a:lnTo>
                  <a:lnTo>
                    <a:pt x="3809" y="499110"/>
                  </a:lnTo>
                  <a:lnTo>
                    <a:pt x="3809" y="494029"/>
                  </a:lnTo>
                  <a:close/>
                </a:path>
                <a:path w="3809" h="521970">
                  <a:moveTo>
                    <a:pt x="3809" y="487679"/>
                  </a:moveTo>
                  <a:lnTo>
                    <a:pt x="0" y="487679"/>
                  </a:lnTo>
                  <a:lnTo>
                    <a:pt x="0" y="492760"/>
                  </a:lnTo>
                  <a:lnTo>
                    <a:pt x="3809" y="492760"/>
                  </a:lnTo>
                  <a:lnTo>
                    <a:pt x="3809" y="487679"/>
                  </a:lnTo>
                  <a:close/>
                </a:path>
                <a:path w="3809" h="521970">
                  <a:moveTo>
                    <a:pt x="3809" y="481329"/>
                  </a:moveTo>
                  <a:lnTo>
                    <a:pt x="0" y="481329"/>
                  </a:lnTo>
                  <a:lnTo>
                    <a:pt x="0" y="486410"/>
                  </a:lnTo>
                  <a:lnTo>
                    <a:pt x="3809" y="486410"/>
                  </a:lnTo>
                  <a:lnTo>
                    <a:pt x="3809" y="481329"/>
                  </a:lnTo>
                  <a:close/>
                </a:path>
                <a:path w="3809" h="521970">
                  <a:moveTo>
                    <a:pt x="3809" y="474979"/>
                  </a:moveTo>
                  <a:lnTo>
                    <a:pt x="0" y="474979"/>
                  </a:lnTo>
                  <a:lnTo>
                    <a:pt x="0" y="480060"/>
                  </a:lnTo>
                  <a:lnTo>
                    <a:pt x="3809" y="480060"/>
                  </a:lnTo>
                  <a:lnTo>
                    <a:pt x="3809" y="474979"/>
                  </a:lnTo>
                  <a:close/>
                </a:path>
                <a:path w="3809" h="521970">
                  <a:moveTo>
                    <a:pt x="3809" y="87629"/>
                  </a:moveTo>
                  <a:lnTo>
                    <a:pt x="0" y="87629"/>
                  </a:lnTo>
                  <a:lnTo>
                    <a:pt x="0" y="473710"/>
                  </a:lnTo>
                  <a:lnTo>
                    <a:pt x="3809" y="473710"/>
                  </a:lnTo>
                  <a:lnTo>
                    <a:pt x="3809" y="87629"/>
                  </a:lnTo>
                  <a:close/>
                </a:path>
                <a:path w="3809" h="521970">
                  <a:moveTo>
                    <a:pt x="3809" y="81279"/>
                  </a:moveTo>
                  <a:lnTo>
                    <a:pt x="0" y="81279"/>
                  </a:lnTo>
                  <a:lnTo>
                    <a:pt x="0" y="86360"/>
                  </a:lnTo>
                  <a:lnTo>
                    <a:pt x="3809" y="86360"/>
                  </a:lnTo>
                  <a:lnTo>
                    <a:pt x="3809" y="81279"/>
                  </a:lnTo>
                  <a:close/>
                </a:path>
                <a:path w="3809" h="521970">
                  <a:moveTo>
                    <a:pt x="3809" y="74929"/>
                  </a:moveTo>
                  <a:lnTo>
                    <a:pt x="0" y="74929"/>
                  </a:lnTo>
                  <a:lnTo>
                    <a:pt x="0" y="80010"/>
                  </a:lnTo>
                  <a:lnTo>
                    <a:pt x="3809" y="80010"/>
                  </a:lnTo>
                  <a:lnTo>
                    <a:pt x="3809" y="74929"/>
                  </a:lnTo>
                  <a:close/>
                </a:path>
                <a:path w="3809" h="521970">
                  <a:moveTo>
                    <a:pt x="3809" y="68579"/>
                  </a:moveTo>
                  <a:lnTo>
                    <a:pt x="0" y="68579"/>
                  </a:lnTo>
                  <a:lnTo>
                    <a:pt x="0" y="73660"/>
                  </a:lnTo>
                  <a:lnTo>
                    <a:pt x="3809" y="73660"/>
                  </a:lnTo>
                  <a:lnTo>
                    <a:pt x="3809" y="68579"/>
                  </a:lnTo>
                  <a:close/>
                </a:path>
                <a:path w="3809" h="521970">
                  <a:moveTo>
                    <a:pt x="3809" y="62229"/>
                  </a:moveTo>
                  <a:lnTo>
                    <a:pt x="0" y="62229"/>
                  </a:lnTo>
                  <a:lnTo>
                    <a:pt x="0" y="67310"/>
                  </a:lnTo>
                  <a:lnTo>
                    <a:pt x="3809" y="67310"/>
                  </a:lnTo>
                  <a:lnTo>
                    <a:pt x="3809" y="62229"/>
                  </a:lnTo>
                  <a:close/>
                </a:path>
                <a:path w="3809" h="521970">
                  <a:moveTo>
                    <a:pt x="3809" y="55879"/>
                  </a:moveTo>
                  <a:lnTo>
                    <a:pt x="0" y="55879"/>
                  </a:lnTo>
                  <a:lnTo>
                    <a:pt x="0" y="60960"/>
                  </a:lnTo>
                  <a:lnTo>
                    <a:pt x="3809" y="60960"/>
                  </a:lnTo>
                  <a:lnTo>
                    <a:pt x="3809" y="55879"/>
                  </a:lnTo>
                  <a:close/>
                </a:path>
                <a:path w="3809" h="521970">
                  <a:moveTo>
                    <a:pt x="3809" y="49529"/>
                  </a:moveTo>
                  <a:lnTo>
                    <a:pt x="0" y="49529"/>
                  </a:lnTo>
                  <a:lnTo>
                    <a:pt x="0" y="54610"/>
                  </a:lnTo>
                  <a:lnTo>
                    <a:pt x="3809" y="54610"/>
                  </a:lnTo>
                  <a:lnTo>
                    <a:pt x="3809" y="49529"/>
                  </a:lnTo>
                  <a:close/>
                </a:path>
                <a:path w="3809" h="521970">
                  <a:moveTo>
                    <a:pt x="3809" y="43179"/>
                  </a:moveTo>
                  <a:lnTo>
                    <a:pt x="0" y="43179"/>
                  </a:lnTo>
                  <a:lnTo>
                    <a:pt x="0" y="48260"/>
                  </a:lnTo>
                  <a:lnTo>
                    <a:pt x="3809" y="48260"/>
                  </a:lnTo>
                  <a:lnTo>
                    <a:pt x="3809" y="43179"/>
                  </a:lnTo>
                  <a:close/>
                </a:path>
                <a:path w="3809" h="521970">
                  <a:moveTo>
                    <a:pt x="3809" y="36829"/>
                  </a:moveTo>
                  <a:lnTo>
                    <a:pt x="0" y="36829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36829"/>
                  </a:lnTo>
                  <a:close/>
                </a:path>
                <a:path w="3809" h="521970">
                  <a:moveTo>
                    <a:pt x="3809" y="30479"/>
                  </a:moveTo>
                  <a:lnTo>
                    <a:pt x="0" y="30479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30479"/>
                  </a:lnTo>
                  <a:close/>
                </a:path>
                <a:path w="3809" h="521970">
                  <a:moveTo>
                    <a:pt x="3809" y="24129"/>
                  </a:moveTo>
                  <a:lnTo>
                    <a:pt x="0" y="24129"/>
                  </a:lnTo>
                  <a:lnTo>
                    <a:pt x="0" y="29210"/>
                  </a:lnTo>
                  <a:lnTo>
                    <a:pt x="3809" y="29210"/>
                  </a:lnTo>
                  <a:lnTo>
                    <a:pt x="3809" y="24129"/>
                  </a:lnTo>
                  <a:close/>
                </a:path>
                <a:path w="3809" h="521970">
                  <a:moveTo>
                    <a:pt x="3809" y="17779"/>
                  </a:moveTo>
                  <a:lnTo>
                    <a:pt x="0" y="17779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17779"/>
                  </a:lnTo>
                  <a:close/>
                </a:path>
                <a:path w="3809" h="521970">
                  <a:moveTo>
                    <a:pt x="3809" y="11429"/>
                  </a:moveTo>
                  <a:lnTo>
                    <a:pt x="0" y="11429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1429"/>
                  </a:lnTo>
                  <a:close/>
                </a:path>
                <a:path w="3809" h="521970">
                  <a:moveTo>
                    <a:pt x="3809" y="5079"/>
                  </a:moveTo>
                  <a:lnTo>
                    <a:pt x="0" y="5079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5079"/>
                  </a:lnTo>
                  <a:close/>
                </a:path>
                <a:path w="3809" h="521970">
                  <a:moveTo>
                    <a:pt x="253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1270"/>
                  </a:lnTo>
                  <a:lnTo>
                    <a:pt x="2539" y="1270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DDD3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5" name="object 3495"/>
            <p:cNvSpPr/>
            <p:nvPr/>
          </p:nvSpPr>
          <p:spPr>
            <a:xfrm>
              <a:off x="6915150" y="2895600"/>
              <a:ext cx="2540" cy="520700"/>
            </a:xfrm>
            <a:custGeom>
              <a:avLst/>
              <a:gdLst/>
              <a:ahLst/>
              <a:cxnLst/>
              <a:rect l="l" t="t" r="r" b="b"/>
              <a:pathLst>
                <a:path w="2540" h="520700">
                  <a:moveTo>
                    <a:pt x="2540" y="516889"/>
                  </a:moveTo>
                  <a:lnTo>
                    <a:pt x="0" y="516889"/>
                  </a:lnTo>
                  <a:lnTo>
                    <a:pt x="0" y="519430"/>
                  </a:lnTo>
                  <a:lnTo>
                    <a:pt x="1270" y="519430"/>
                  </a:lnTo>
                  <a:lnTo>
                    <a:pt x="1270" y="520700"/>
                  </a:lnTo>
                  <a:lnTo>
                    <a:pt x="2540" y="520700"/>
                  </a:lnTo>
                  <a:lnTo>
                    <a:pt x="2540" y="516889"/>
                  </a:lnTo>
                  <a:close/>
                </a:path>
                <a:path w="2540" h="520700">
                  <a:moveTo>
                    <a:pt x="2540" y="510539"/>
                  </a:moveTo>
                  <a:lnTo>
                    <a:pt x="0" y="510539"/>
                  </a:lnTo>
                  <a:lnTo>
                    <a:pt x="0" y="515620"/>
                  </a:lnTo>
                  <a:lnTo>
                    <a:pt x="2540" y="515620"/>
                  </a:lnTo>
                  <a:lnTo>
                    <a:pt x="2540" y="510539"/>
                  </a:lnTo>
                  <a:close/>
                </a:path>
                <a:path w="2540" h="520700">
                  <a:moveTo>
                    <a:pt x="2540" y="504189"/>
                  </a:moveTo>
                  <a:lnTo>
                    <a:pt x="0" y="504189"/>
                  </a:lnTo>
                  <a:lnTo>
                    <a:pt x="0" y="509270"/>
                  </a:lnTo>
                  <a:lnTo>
                    <a:pt x="2540" y="509270"/>
                  </a:lnTo>
                  <a:lnTo>
                    <a:pt x="2540" y="504189"/>
                  </a:lnTo>
                  <a:close/>
                </a:path>
                <a:path w="2540" h="520700">
                  <a:moveTo>
                    <a:pt x="2540" y="497839"/>
                  </a:moveTo>
                  <a:lnTo>
                    <a:pt x="0" y="497839"/>
                  </a:lnTo>
                  <a:lnTo>
                    <a:pt x="0" y="502920"/>
                  </a:lnTo>
                  <a:lnTo>
                    <a:pt x="2540" y="502920"/>
                  </a:lnTo>
                  <a:lnTo>
                    <a:pt x="2540" y="497839"/>
                  </a:lnTo>
                  <a:close/>
                </a:path>
                <a:path w="2540" h="520700">
                  <a:moveTo>
                    <a:pt x="2540" y="491489"/>
                  </a:moveTo>
                  <a:lnTo>
                    <a:pt x="0" y="491489"/>
                  </a:lnTo>
                  <a:lnTo>
                    <a:pt x="0" y="496570"/>
                  </a:lnTo>
                  <a:lnTo>
                    <a:pt x="2540" y="496570"/>
                  </a:lnTo>
                  <a:lnTo>
                    <a:pt x="2540" y="491489"/>
                  </a:lnTo>
                  <a:close/>
                </a:path>
                <a:path w="2540" h="520700">
                  <a:moveTo>
                    <a:pt x="2540" y="485139"/>
                  </a:moveTo>
                  <a:lnTo>
                    <a:pt x="0" y="485139"/>
                  </a:lnTo>
                  <a:lnTo>
                    <a:pt x="0" y="490220"/>
                  </a:lnTo>
                  <a:lnTo>
                    <a:pt x="2540" y="490220"/>
                  </a:lnTo>
                  <a:lnTo>
                    <a:pt x="2540" y="485139"/>
                  </a:lnTo>
                  <a:close/>
                </a:path>
                <a:path w="2540" h="520700">
                  <a:moveTo>
                    <a:pt x="2540" y="478789"/>
                  </a:moveTo>
                  <a:lnTo>
                    <a:pt x="0" y="478789"/>
                  </a:lnTo>
                  <a:lnTo>
                    <a:pt x="0" y="483870"/>
                  </a:lnTo>
                  <a:lnTo>
                    <a:pt x="2540" y="483870"/>
                  </a:lnTo>
                  <a:lnTo>
                    <a:pt x="2540" y="478789"/>
                  </a:lnTo>
                  <a:close/>
                </a:path>
                <a:path w="2540" h="520700">
                  <a:moveTo>
                    <a:pt x="2540" y="472439"/>
                  </a:moveTo>
                  <a:lnTo>
                    <a:pt x="0" y="472439"/>
                  </a:lnTo>
                  <a:lnTo>
                    <a:pt x="0" y="477520"/>
                  </a:lnTo>
                  <a:lnTo>
                    <a:pt x="2540" y="477520"/>
                  </a:lnTo>
                  <a:lnTo>
                    <a:pt x="2540" y="472439"/>
                  </a:lnTo>
                  <a:close/>
                </a:path>
                <a:path w="2540" h="520700">
                  <a:moveTo>
                    <a:pt x="2540" y="85089"/>
                  </a:moveTo>
                  <a:lnTo>
                    <a:pt x="0" y="85089"/>
                  </a:lnTo>
                  <a:lnTo>
                    <a:pt x="0" y="471170"/>
                  </a:lnTo>
                  <a:lnTo>
                    <a:pt x="2540" y="471170"/>
                  </a:lnTo>
                  <a:lnTo>
                    <a:pt x="2540" y="85089"/>
                  </a:lnTo>
                  <a:close/>
                </a:path>
                <a:path w="2540" h="520700">
                  <a:moveTo>
                    <a:pt x="2540" y="78739"/>
                  </a:moveTo>
                  <a:lnTo>
                    <a:pt x="0" y="78739"/>
                  </a:lnTo>
                  <a:lnTo>
                    <a:pt x="0" y="83820"/>
                  </a:lnTo>
                  <a:lnTo>
                    <a:pt x="2540" y="83820"/>
                  </a:lnTo>
                  <a:lnTo>
                    <a:pt x="2540" y="78739"/>
                  </a:lnTo>
                  <a:close/>
                </a:path>
                <a:path w="2540" h="520700">
                  <a:moveTo>
                    <a:pt x="2540" y="72389"/>
                  </a:moveTo>
                  <a:lnTo>
                    <a:pt x="0" y="72389"/>
                  </a:lnTo>
                  <a:lnTo>
                    <a:pt x="0" y="77470"/>
                  </a:lnTo>
                  <a:lnTo>
                    <a:pt x="2540" y="77470"/>
                  </a:lnTo>
                  <a:lnTo>
                    <a:pt x="2540" y="72389"/>
                  </a:lnTo>
                  <a:close/>
                </a:path>
                <a:path w="2540" h="520700">
                  <a:moveTo>
                    <a:pt x="2540" y="66039"/>
                  </a:moveTo>
                  <a:lnTo>
                    <a:pt x="0" y="66039"/>
                  </a:lnTo>
                  <a:lnTo>
                    <a:pt x="0" y="71120"/>
                  </a:lnTo>
                  <a:lnTo>
                    <a:pt x="2540" y="71120"/>
                  </a:lnTo>
                  <a:lnTo>
                    <a:pt x="2540" y="66039"/>
                  </a:lnTo>
                  <a:close/>
                </a:path>
                <a:path w="2540" h="520700">
                  <a:moveTo>
                    <a:pt x="2540" y="59689"/>
                  </a:moveTo>
                  <a:lnTo>
                    <a:pt x="0" y="59689"/>
                  </a:lnTo>
                  <a:lnTo>
                    <a:pt x="0" y="64770"/>
                  </a:lnTo>
                  <a:lnTo>
                    <a:pt x="2540" y="64770"/>
                  </a:lnTo>
                  <a:lnTo>
                    <a:pt x="2540" y="59689"/>
                  </a:lnTo>
                  <a:close/>
                </a:path>
                <a:path w="2540" h="520700">
                  <a:moveTo>
                    <a:pt x="2540" y="53339"/>
                  </a:moveTo>
                  <a:lnTo>
                    <a:pt x="0" y="53339"/>
                  </a:lnTo>
                  <a:lnTo>
                    <a:pt x="0" y="58420"/>
                  </a:lnTo>
                  <a:lnTo>
                    <a:pt x="2540" y="58420"/>
                  </a:lnTo>
                  <a:lnTo>
                    <a:pt x="2540" y="53339"/>
                  </a:lnTo>
                  <a:close/>
                </a:path>
                <a:path w="2540" h="520700">
                  <a:moveTo>
                    <a:pt x="2540" y="46989"/>
                  </a:moveTo>
                  <a:lnTo>
                    <a:pt x="0" y="46989"/>
                  </a:lnTo>
                  <a:lnTo>
                    <a:pt x="0" y="52070"/>
                  </a:lnTo>
                  <a:lnTo>
                    <a:pt x="2540" y="52070"/>
                  </a:lnTo>
                  <a:lnTo>
                    <a:pt x="2540" y="46989"/>
                  </a:lnTo>
                  <a:close/>
                </a:path>
                <a:path w="2540" h="520700">
                  <a:moveTo>
                    <a:pt x="2540" y="40639"/>
                  </a:moveTo>
                  <a:lnTo>
                    <a:pt x="0" y="40639"/>
                  </a:lnTo>
                  <a:lnTo>
                    <a:pt x="0" y="45720"/>
                  </a:lnTo>
                  <a:lnTo>
                    <a:pt x="2540" y="45720"/>
                  </a:lnTo>
                  <a:lnTo>
                    <a:pt x="2540" y="40639"/>
                  </a:lnTo>
                  <a:close/>
                </a:path>
                <a:path w="2540" h="520700">
                  <a:moveTo>
                    <a:pt x="2540" y="34289"/>
                  </a:moveTo>
                  <a:lnTo>
                    <a:pt x="0" y="34289"/>
                  </a:lnTo>
                  <a:lnTo>
                    <a:pt x="0" y="39370"/>
                  </a:lnTo>
                  <a:lnTo>
                    <a:pt x="2540" y="39370"/>
                  </a:lnTo>
                  <a:lnTo>
                    <a:pt x="2540" y="34289"/>
                  </a:lnTo>
                  <a:close/>
                </a:path>
                <a:path w="2540" h="520700">
                  <a:moveTo>
                    <a:pt x="2540" y="27939"/>
                  </a:moveTo>
                  <a:lnTo>
                    <a:pt x="0" y="27939"/>
                  </a:lnTo>
                  <a:lnTo>
                    <a:pt x="0" y="33020"/>
                  </a:lnTo>
                  <a:lnTo>
                    <a:pt x="2540" y="33020"/>
                  </a:lnTo>
                  <a:lnTo>
                    <a:pt x="2540" y="27939"/>
                  </a:lnTo>
                  <a:close/>
                </a:path>
                <a:path w="2540" h="520700">
                  <a:moveTo>
                    <a:pt x="2540" y="21589"/>
                  </a:moveTo>
                  <a:lnTo>
                    <a:pt x="0" y="21589"/>
                  </a:lnTo>
                  <a:lnTo>
                    <a:pt x="0" y="26670"/>
                  </a:lnTo>
                  <a:lnTo>
                    <a:pt x="2540" y="26670"/>
                  </a:lnTo>
                  <a:lnTo>
                    <a:pt x="2540" y="21589"/>
                  </a:lnTo>
                  <a:close/>
                </a:path>
                <a:path w="2540" h="520700">
                  <a:moveTo>
                    <a:pt x="2540" y="15239"/>
                  </a:moveTo>
                  <a:lnTo>
                    <a:pt x="0" y="15239"/>
                  </a:lnTo>
                  <a:lnTo>
                    <a:pt x="0" y="20320"/>
                  </a:lnTo>
                  <a:lnTo>
                    <a:pt x="2540" y="20320"/>
                  </a:lnTo>
                  <a:lnTo>
                    <a:pt x="2540" y="15239"/>
                  </a:lnTo>
                  <a:close/>
                </a:path>
                <a:path w="2540" h="520700">
                  <a:moveTo>
                    <a:pt x="2540" y="8889"/>
                  </a:moveTo>
                  <a:lnTo>
                    <a:pt x="0" y="8889"/>
                  </a:lnTo>
                  <a:lnTo>
                    <a:pt x="0" y="13970"/>
                  </a:lnTo>
                  <a:lnTo>
                    <a:pt x="2540" y="13970"/>
                  </a:lnTo>
                  <a:lnTo>
                    <a:pt x="2540" y="8889"/>
                  </a:lnTo>
                  <a:close/>
                </a:path>
                <a:path w="2540" h="520700">
                  <a:moveTo>
                    <a:pt x="2540" y="2539"/>
                  </a:moveTo>
                  <a:lnTo>
                    <a:pt x="0" y="2539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2539"/>
                  </a:lnTo>
                  <a:close/>
                </a:path>
                <a:path w="2540" h="520700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DCD2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6" name="object 3496"/>
            <p:cNvSpPr/>
            <p:nvPr/>
          </p:nvSpPr>
          <p:spPr>
            <a:xfrm>
              <a:off x="6917689" y="2896869"/>
              <a:ext cx="3810" cy="521970"/>
            </a:xfrm>
            <a:custGeom>
              <a:avLst/>
              <a:gdLst/>
              <a:ahLst/>
              <a:cxnLst/>
              <a:rect l="l" t="t" r="r" b="b"/>
              <a:pathLst>
                <a:path w="3809" h="521970">
                  <a:moveTo>
                    <a:pt x="3809" y="515619"/>
                  </a:moveTo>
                  <a:lnTo>
                    <a:pt x="0" y="515619"/>
                  </a:lnTo>
                  <a:lnTo>
                    <a:pt x="0" y="521969"/>
                  </a:lnTo>
                  <a:lnTo>
                    <a:pt x="2539" y="521969"/>
                  </a:lnTo>
                  <a:lnTo>
                    <a:pt x="2539" y="520700"/>
                  </a:lnTo>
                  <a:lnTo>
                    <a:pt x="3809" y="520700"/>
                  </a:lnTo>
                  <a:lnTo>
                    <a:pt x="3809" y="515619"/>
                  </a:lnTo>
                  <a:close/>
                </a:path>
                <a:path w="3809" h="521970">
                  <a:moveTo>
                    <a:pt x="3809" y="509269"/>
                  </a:moveTo>
                  <a:lnTo>
                    <a:pt x="0" y="509269"/>
                  </a:lnTo>
                  <a:lnTo>
                    <a:pt x="0" y="514350"/>
                  </a:lnTo>
                  <a:lnTo>
                    <a:pt x="3809" y="514350"/>
                  </a:lnTo>
                  <a:lnTo>
                    <a:pt x="3809" y="509269"/>
                  </a:lnTo>
                  <a:close/>
                </a:path>
                <a:path w="3809" h="521970">
                  <a:moveTo>
                    <a:pt x="3809" y="502919"/>
                  </a:moveTo>
                  <a:lnTo>
                    <a:pt x="0" y="502919"/>
                  </a:lnTo>
                  <a:lnTo>
                    <a:pt x="0" y="508000"/>
                  </a:lnTo>
                  <a:lnTo>
                    <a:pt x="3809" y="508000"/>
                  </a:lnTo>
                  <a:lnTo>
                    <a:pt x="3809" y="502919"/>
                  </a:lnTo>
                  <a:close/>
                </a:path>
                <a:path w="3809" h="521970">
                  <a:moveTo>
                    <a:pt x="3809" y="496569"/>
                  </a:moveTo>
                  <a:lnTo>
                    <a:pt x="0" y="496569"/>
                  </a:lnTo>
                  <a:lnTo>
                    <a:pt x="0" y="501650"/>
                  </a:lnTo>
                  <a:lnTo>
                    <a:pt x="3809" y="501650"/>
                  </a:lnTo>
                  <a:lnTo>
                    <a:pt x="3809" y="496569"/>
                  </a:lnTo>
                  <a:close/>
                </a:path>
                <a:path w="3809" h="521970">
                  <a:moveTo>
                    <a:pt x="3809" y="490219"/>
                  </a:moveTo>
                  <a:lnTo>
                    <a:pt x="0" y="490219"/>
                  </a:lnTo>
                  <a:lnTo>
                    <a:pt x="0" y="495300"/>
                  </a:lnTo>
                  <a:lnTo>
                    <a:pt x="3809" y="495300"/>
                  </a:lnTo>
                  <a:lnTo>
                    <a:pt x="3809" y="490219"/>
                  </a:lnTo>
                  <a:close/>
                </a:path>
                <a:path w="3809" h="521970">
                  <a:moveTo>
                    <a:pt x="3809" y="483869"/>
                  </a:moveTo>
                  <a:lnTo>
                    <a:pt x="0" y="483869"/>
                  </a:lnTo>
                  <a:lnTo>
                    <a:pt x="0" y="488950"/>
                  </a:lnTo>
                  <a:lnTo>
                    <a:pt x="3809" y="488950"/>
                  </a:lnTo>
                  <a:lnTo>
                    <a:pt x="3809" y="483869"/>
                  </a:lnTo>
                  <a:close/>
                </a:path>
                <a:path w="3809" h="521970">
                  <a:moveTo>
                    <a:pt x="3809" y="477519"/>
                  </a:moveTo>
                  <a:lnTo>
                    <a:pt x="0" y="477519"/>
                  </a:lnTo>
                  <a:lnTo>
                    <a:pt x="0" y="482600"/>
                  </a:lnTo>
                  <a:lnTo>
                    <a:pt x="3809" y="482600"/>
                  </a:lnTo>
                  <a:lnTo>
                    <a:pt x="3809" y="477519"/>
                  </a:lnTo>
                  <a:close/>
                </a:path>
                <a:path w="3809" h="521970">
                  <a:moveTo>
                    <a:pt x="3809" y="471169"/>
                  </a:moveTo>
                  <a:lnTo>
                    <a:pt x="0" y="471169"/>
                  </a:lnTo>
                  <a:lnTo>
                    <a:pt x="0" y="476250"/>
                  </a:lnTo>
                  <a:lnTo>
                    <a:pt x="3809" y="476250"/>
                  </a:lnTo>
                  <a:lnTo>
                    <a:pt x="3809" y="471169"/>
                  </a:lnTo>
                  <a:close/>
                </a:path>
                <a:path w="3809" h="521970">
                  <a:moveTo>
                    <a:pt x="3809" y="83819"/>
                  </a:moveTo>
                  <a:lnTo>
                    <a:pt x="0" y="83819"/>
                  </a:lnTo>
                  <a:lnTo>
                    <a:pt x="0" y="469900"/>
                  </a:lnTo>
                  <a:lnTo>
                    <a:pt x="3809" y="469900"/>
                  </a:lnTo>
                  <a:lnTo>
                    <a:pt x="3809" y="83819"/>
                  </a:lnTo>
                  <a:close/>
                </a:path>
                <a:path w="3809" h="521970">
                  <a:moveTo>
                    <a:pt x="3809" y="77469"/>
                  </a:moveTo>
                  <a:lnTo>
                    <a:pt x="0" y="77469"/>
                  </a:lnTo>
                  <a:lnTo>
                    <a:pt x="0" y="82550"/>
                  </a:lnTo>
                  <a:lnTo>
                    <a:pt x="3809" y="82550"/>
                  </a:lnTo>
                  <a:lnTo>
                    <a:pt x="3809" y="77469"/>
                  </a:lnTo>
                  <a:close/>
                </a:path>
                <a:path w="3809" h="521970">
                  <a:moveTo>
                    <a:pt x="3809" y="71119"/>
                  </a:moveTo>
                  <a:lnTo>
                    <a:pt x="0" y="71119"/>
                  </a:lnTo>
                  <a:lnTo>
                    <a:pt x="0" y="76200"/>
                  </a:lnTo>
                  <a:lnTo>
                    <a:pt x="3809" y="76200"/>
                  </a:lnTo>
                  <a:lnTo>
                    <a:pt x="3809" y="71119"/>
                  </a:lnTo>
                  <a:close/>
                </a:path>
                <a:path w="3809" h="521970">
                  <a:moveTo>
                    <a:pt x="3809" y="64769"/>
                  </a:moveTo>
                  <a:lnTo>
                    <a:pt x="0" y="64769"/>
                  </a:lnTo>
                  <a:lnTo>
                    <a:pt x="0" y="69850"/>
                  </a:lnTo>
                  <a:lnTo>
                    <a:pt x="3809" y="69850"/>
                  </a:lnTo>
                  <a:lnTo>
                    <a:pt x="3809" y="64769"/>
                  </a:lnTo>
                  <a:close/>
                </a:path>
                <a:path w="3809" h="521970">
                  <a:moveTo>
                    <a:pt x="3809" y="58419"/>
                  </a:moveTo>
                  <a:lnTo>
                    <a:pt x="0" y="58419"/>
                  </a:lnTo>
                  <a:lnTo>
                    <a:pt x="0" y="63500"/>
                  </a:lnTo>
                  <a:lnTo>
                    <a:pt x="3809" y="63500"/>
                  </a:lnTo>
                  <a:lnTo>
                    <a:pt x="3809" y="58419"/>
                  </a:lnTo>
                  <a:close/>
                </a:path>
                <a:path w="3809" h="521970">
                  <a:moveTo>
                    <a:pt x="3809" y="52069"/>
                  </a:moveTo>
                  <a:lnTo>
                    <a:pt x="0" y="52069"/>
                  </a:lnTo>
                  <a:lnTo>
                    <a:pt x="0" y="57150"/>
                  </a:lnTo>
                  <a:lnTo>
                    <a:pt x="3809" y="57150"/>
                  </a:lnTo>
                  <a:lnTo>
                    <a:pt x="3809" y="52069"/>
                  </a:lnTo>
                  <a:close/>
                </a:path>
                <a:path w="3809" h="521970">
                  <a:moveTo>
                    <a:pt x="3809" y="45719"/>
                  </a:moveTo>
                  <a:lnTo>
                    <a:pt x="0" y="45719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45719"/>
                  </a:lnTo>
                  <a:close/>
                </a:path>
                <a:path w="3809" h="521970">
                  <a:moveTo>
                    <a:pt x="3809" y="39369"/>
                  </a:moveTo>
                  <a:lnTo>
                    <a:pt x="0" y="39369"/>
                  </a:lnTo>
                  <a:lnTo>
                    <a:pt x="0" y="44450"/>
                  </a:lnTo>
                  <a:lnTo>
                    <a:pt x="3809" y="44450"/>
                  </a:lnTo>
                  <a:lnTo>
                    <a:pt x="3809" y="39369"/>
                  </a:lnTo>
                  <a:close/>
                </a:path>
                <a:path w="3809" h="521970">
                  <a:moveTo>
                    <a:pt x="3809" y="33019"/>
                  </a:moveTo>
                  <a:lnTo>
                    <a:pt x="0" y="33019"/>
                  </a:lnTo>
                  <a:lnTo>
                    <a:pt x="0" y="38100"/>
                  </a:lnTo>
                  <a:lnTo>
                    <a:pt x="3809" y="38100"/>
                  </a:lnTo>
                  <a:lnTo>
                    <a:pt x="3809" y="33019"/>
                  </a:lnTo>
                  <a:close/>
                </a:path>
                <a:path w="3809" h="521970">
                  <a:moveTo>
                    <a:pt x="3809" y="26669"/>
                  </a:moveTo>
                  <a:lnTo>
                    <a:pt x="0" y="26669"/>
                  </a:lnTo>
                  <a:lnTo>
                    <a:pt x="0" y="31750"/>
                  </a:lnTo>
                  <a:lnTo>
                    <a:pt x="3809" y="31750"/>
                  </a:lnTo>
                  <a:lnTo>
                    <a:pt x="3809" y="26669"/>
                  </a:lnTo>
                  <a:close/>
                </a:path>
                <a:path w="3809" h="521970">
                  <a:moveTo>
                    <a:pt x="3809" y="20319"/>
                  </a:moveTo>
                  <a:lnTo>
                    <a:pt x="0" y="20319"/>
                  </a:lnTo>
                  <a:lnTo>
                    <a:pt x="0" y="25400"/>
                  </a:lnTo>
                  <a:lnTo>
                    <a:pt x="3809" y="25400"/>
                  </a:lnTo>
                  <a:lnTo>
                    <a:pt x="3809" y="20319"/>
                  </a:lnTo>
                  <a:close/>
                </a:path>
                <a:path w="3809" h="521970">
                  <a:moveTo>
                    <a:pt x="3809" y="13969"/>
                  </a:moveTo>
                  <a:lnTo>
                    <a:pt x="0" y="13969"/>
                  </a:lnTo>
                  <a:lnTo>
                    <a:pt x="0" y="19050"/>
                  </a:lnTo>
                  <a:lnTo>
                    <a:pt x="3809" y="19050"/>
                  </a:lnTo>
                  <a:lnTo>
                    <a:pt x="3809" y="13969"/>
                  </a:lnTo>
                  <a:close/>
                </a:path>
                <a:path w="3809" h="521970">
                  <a:moveTo>
                    <a:pt x="3809" y="7619"/>
                  </a:moveTo>
                  <a:lnTo>
                    <a:pt x="0" y="7619"/>
                  </a:lnTo>
                  <a:lnTo>
                    <a:pt x="0" y="12700"/>
                  </a:lnTo>
                  <a:lnTo>
                    <a:pt x="3809" y="12700"/>
                  </a:lnTo>
                  <a:lnTo>
                    <a:pt x="3809" y="7619"/>
                  </a:lnTo>
                  <a:close/>
                </a:path>
                <a:path w="3809" h="521970">
                  <a:moveTo>
                    <a:pt x="2539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DBD1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7" name="object 3497"/>
            <p:cNvSpPr/>
            <p:nvPr/>
          </p:nvSpPr>
          <p:spPr>
            <a:xfrm>
              <a:off x="6921500" y="2899410"/>
              <a:ext cx="3810" cy="521970"/>
            </a:xfrm>
            <a:custGeom>
              <a:avLst/>
              <a:gdLst/>
              <a:ahLst/>
              <a:cxnLst/>
              <a:rect l="l" t="t" r="r" b="b"/>
              <a:pathLst>
                <a:path w="3809" h="521970">
                  <a:moveTo>
                    <a:pt x="3809" y="519429"/>
                  </a:moveTo>
                  <a:lnTo>
                    <a:pt x="0" y="519429"/>
                  </a:lnTo>
                  <a:lnTo>
                    <a:pt x="0" y="520700"/>
                  </a:lnTo>
                  <a:lnTo>
                    <a:pt x="2540" y="520700"/>
                  </a:lnTo>
                  <a:lnTo>
                    <a:pt x="2540" y="521970"/>
                  </a:lnTo>
                  <a:lnTo>
                    <a:pt x="3809" y="521970"/>
                  </a:lnTo>
                  <a:lnTo>
                    <a:pt x="3809" y="519429"/>
                  </a:lnTo>
                  <a:close/>
                </a:path>
                <a:path w="3809" h="521970">
                  <a:moveTo>
                    <a:pt x="3809" y="513079"/>
                  </a:moveTo>
                  <a:lnTo>
                    <a:pt x="0" y="513079"/>
                  </a:lnTo>
                  <a:lnTo>
                    <a:pt x="0" y="518160"/>
                  </a:lnTo>
                  <a:lnTo>
                    <a:pt x="3809" y="518160"/>
                  </a:lnTo>
                  <a:lnTo>
                    <a:pt x="3809" y="513079"/>
                  </a:lnTo>
                  <a:close/>
                </a:path>
                <a:path w="3809" h="521970">
                  <a:moveTo>
                    <a:pt x="3809" y="506729"/>
                  </a:moveTo>
                  <a:lnTo>
                    <a:pt x="0" y="506729"/>
                  </a:lnTo>
                  <a:lnTo>
                    <a:pt x="0" y="511810"/>
                  </a:lnTo>
                  <a:lnTo>
                    <a:pt x="3809" y="511810"/>
                  </a:lnTo>
                  <a:lnTo>
                    <a:pt x="3809" y="506729"/>
                  </a:lnTo>
                  <a:close/>
                </a:path>
                <a:path w="3809" h="521970">
                  <a:moveTo>
                    <a:pt x="3809" y="500379"/>
                  </a:moveTo>
                  <a:lnTo>
                    <a:pt x="0" y="500379"/>
                  </a:lnTo>
                  <a:lnTo>
                    <a:pt x="0" y="505460"/>
                  </a:lnTo>
                  <a:lnTo>
                    <a:pt x="3809" y="505460"/>
                  </a:lnTo>
                  <a:lnTo>
                    <a:pt x="3809" y="500379"/>
                  </a:lnTo>
                  <a:close/>
                </a:path>
                <a:path w="3809" h="521970">
                  <a:moveTo>
                    <a:pt x="3809" y="494029"/>
                  </a:moveTo>
                  <a:lnTo>
                    <a:pt x="0" y="494029"/>
                  </a:lnTo>
                  <a:lnTo>
                    <a:pt x="0" y="499110"/>
                  </a:lnTo>
                  <a:lnTo>
                    <a:pt x="3809" y="499110"/>
                  </a:lnTo>
                  <a:lnTo>
                    <a:pt x="3809" y="494029"/>
                  </a:lnTo>
                  <a:close/>
                </a:path>
                <a:path w="3809" h="521970">
                  <a:moveTo>
                    <a:pt x="3809" y="487679"/>
                  </a:moveTo>
                  <a:lnTo>
                    <a:pt x="0" y="487679"/>
                  </a:lnTo>
                  <a:lnTo>
                    <a:pt x="0" y="492760"/>
                  </a:lnTo>
                  <a:lnTo>
                    <a:pt x="3809" y="492760"/>
                  </a:lnTo>
                  <a:lnTo>
                    <a:pt x="3809" y="487679"/>
                  </a:lnTo>
                  <a:close/>
                </a:path>
                <a:path w="3809" h="521970">
                  <a:moveTo>
                    <a:pt x="3809" y="481329"/>
                  </a:moveTo>
                  <a:lnTo>
                    <a:pt x="0" y="481329"/>
                  </a:lnTo>
                  <a:lnTo>
                    <a:pt x="0" y="486410"/>
                  </a:lnTo>
                  <a:lnTo>
                    <a:pt x="3809" y="486410"/>
                  </a:lnTo>
                  <a:lnTo>
                    <a:pt x="3809" y="481329"/>
                  </a:lnTo>
                  <a:close/>
                </a:path>
                <a:path w="3809" h="521970">
                  <a:moveTo>
                    <a:pt x="3809" y="474979"/>
                  </a:moveTo>
                  <a:lnTo>
                    <a:pt x="0" y="474979"/>
                  </a:lnTo>
                  <a:lnTo>
                    <a:pt x="0" y="480060"/>
                  </a:lnTo>
                  <a:lnTo>
                    <a:pt x="3809" y="480060"/>
                  </a:lnTo>
                  <a:lnTo>
                    <a:pt x="3809" y="474979"/>
                  </a:lnTo>
                  <a:close/>
                </a:path>
                <a:path w="3809" h="521970">
                  <a:moveTo>
                    <a:pt x="3809" y="468629"/>
                  </a:moveTo>
                  <a:lnTo>
                    <a:pt x="0" y="468629"/>
                  </a:lnTo>
                  <a:lnTo>
                    <a:pt x="0" y="473710"/>
                  </a:lnTo>
                  <a:lnTo>
                    <a:pt x="3809" y="473710"/>
                  </a:lnTo>
                  <a:lnTo>
                    <a:pt x="3809" y="468629"/>
                  </a:lnTo>
                  <a:close/>
                </a:path>
                <a:path w="3809" h="521970">
                  <a:moveTo>
                    <a:pt x="3809" y="81279"/>
                  </a:moveTo>
                  <a:lnTo>
                    <a:pt x="0" y="81279"/>
                  </a:lnTo>
                  <a:lnTo>
                    <a:pt x="0" y="467360"/>
                  </a:lnTo>
                  <a:lnTo>
                    <a:pt x="3809" y="467360"/>
                  </a:lnTo>
                  <a:lnTo>
                    <a:pt x="3809" y="81279"/>
                  </a:lnTo>
                  <a:close/>
                </a:path>
                <a:path w="3809" h="521970">
                  <a:moveTo>
                    <a:pt x="3809" y="74929"/>
                  </a:moveTo>
                  <a:lnTo>
                    <a:pt x="0" y="74929"/>
                  </a:lnTo>
                  <a:lnTo>
                    <a:pt x="0" y="80010"/>
                  </a:lnTo>
                  <a:lnTo>
                    <a:pt x="3809" y="80010"/>
                  </a:lnTo>
                  <a:lnTo>
                    <a:pt x="3809" y="74929"/>
                  </a:lnTo>
                  <a:close/>
                </a:path>
                <a:path w="3809" h="521970">
                  <a:moveTo>
                    <a:pt x="3809" y="68579"/>
                  </a:moveTo>
                  <a:lnTo>
                    <a:pt x="0" y="68579"/>
                  </a:lnTo>
                  <a:lnTo>
                    <a:pt x="0" y="73660"/>
                  </a:lnTo>
                  <a:lnTo>
                    <a:pt x="3809" y="73660"/>
                  </a:lnTo>
                  <a:lnTo>
                    <a:pt x="3809" y="68579"/>
                  </a:lnTo>
                  <a:close/>
                </a:path>
                <a:path w="3809" h="521970">
                  <a:moveTo>
                    <a:pt x="3809" y="62229"/>
                  </a:moveTo>
                  <a:lnTo>
                    <a:pt x="0" y="62229"/>
                  </a:lnTo>
                  <a:lnTo>
                    <a:pt x="0" y="67310"/>
                  </a:lnTo>
                  <a:lnTo>
                    <a:pt x="3809" y="67310"/>
                  </a:lnTo>
                  <a:lnTo>
                    <a:pt x="3809" y="62229"/>
                  </a:lnTo>
                  <a:close/>
                </a:path>
                <a:path w="3809" h="521970">
                  <a:moveTo>
                    <a:pt x="3809" y="55879"/>
                  </a:moveTo>
                  <a:lnTo>
                    <a:pt x="0" y="55879"/>
                  </a:lnTo>
                  <a:lnTo>
                    <a:pt x="0" y="60960"/>
                  </a:lnTo>
                  <a:lnTo>
                    <a:pt x="3809" y="60960"/>
                  </a:lnTo>
                  <a:lnTo>
                    <a:pt x="3809" y="55879"/>
                  </a:lnTo>
                  <a:close/>
                </a:path>
                <a:path w="3809" h="521970">
                  <a:moveTo>
                    <a:pt x="3809" y="49529"/>
                  </a:moveTo>
                  <a:lnTo>
                    <a:pt x="0" y="49529"/>
                  </a:lnTo>
                  <a:lnTo>
                    <a:pt x="0" y="54610"/>
                  </a:lnTo>
                  <a:lnTo>
                    <a:pt x="3809" y="54610"/>
                  </a:lnTo>
                  <a:lnTo>
                    <a:pt x="3809" y="49529"/>
                  </a:lnTo>
                  <a:close/>
                </a:path>
                <a:path w="3809" h="521970">
                  <a:moveTo>
                    <a:pt x="3809" y="43179"/>
                  </a:moveTo>
                  <a:lnTo>
                    <a:pt x="0" y="43179"/>
                  </a:lnTo>
                  <a:lnTo>
                    <a:pt x="0" y="48260"/>
                  </a:lnTo>
                  <a:lnTo>
                    <a:pt x="3809" y="48260"/>
                  </a:lnTo>
                  <a:lnTo>
                    <a:pt x="3809" y="43179"/>
                  </a:lnTo>
                  <a:close/>
                </a:path>
                <a:path w="3809" h="521970">
                  <a:moveTo>
                    <a:pt x="3809" y="36829"/>
                  </a:moveTo>
                  <a:lnTo>
                    <a:pt x="0" y="36829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36829"/>
                  </a:lnTo>
                  <a:close/>
                </a:path>
                <a:path w="3809" h="521970">
                  <a:moveTo>
                    <a:pt x="3809" y="30479"/>
                  </a:moveTo>
                  <a:lnTo>
                    <a:pt x="0" y="30479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30479"/>
                  </a:lnTo>
                  <a:close/>
                </a:path>
                <a:path w="3809" h="521970">
                  <a:moveTo>
                    <a:pt x="3809" y="24129"/>
                  </a:moveTo>
                  <a:lnTo>
                    <a:pt x="0" y="24129"/>
                  </a:lnTo>
                  <a:lnTo>
                    <a:pt x="0" y="29210"/>
                  </a:lnTo>
                  <a:lnTo>
                    <a:pt x="3809" y="29210"/>
                  </a:lnTo>
                  <a:lnTo>
                    <a:pt x="3809" y="24129"/>
                  </a:lnTo>
                  <a:close/>
                </a:path>
                <a:path w="3809" h="521970">
                  <a:moveTo>
                    <a:pt x="3809" y="17779"/>
                  </a:moveTo>
                  <a:lnTo>
                    <a:pt x="0" y="17779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17779"/>
                  </a:lnTo>
                  <a:close/>
                </a:path>
                <a:path w="3809" h="521970">
                  <a:moveTo>
                    <a:pt x="3809" y="11429"/>
                  </a:moveTo>
                  <a:lnTo>
                    <a:pt x="0" y="11429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1429"/>
                  </a:lnTo>
                  <a:close/>
                </a:path>
                <a:path w="3809" h="521970">
                  <a:moveTo>
                    <a:pt x="3809" y="5079"/>
                  </a:moveTo>
                  <a:lnTo>
                    <a:pt x="0" y="5079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5079"/>
                  </a:lnTo>
                  <a:close/>
                </a:path>
                <a:path w="3809" h="521970">
                  <a:moveTo>
                    <a:pt x="254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DBD0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8" name="object 3498"/>
            <p:cNvSpPr/>
            <p:nvPr/>
          </p:nvSpPr>
          <p:spPr>
            <a:xfrm>
              <a:off x="6925310" y="2900680"/>
              <a:ext cx="3810" cy="524510"/>
            </a:xfrm>
            <a:custGeom>
              <a:avLst/>
              <a:gdLst/>
              <a:ahLst/>
              <a:cxnLst/>
              <a:rect l="l" t="t" r="r" b="b"/>
              <a:pathLst>
                <a:path w="3809" h="524510">
                  <a:moveTo>
                    <a:pt x="3810" y="518159"/>
                  </a:moveTo>
                  <a:lnTo>
                    <a:pt x="0" y="518159"/>
                  </a:lnTo>
                  <a:lnTo>
                    <a:pt x="0" y="521969"/>
                  </a:lnTo>
                  <a:lnTo>
                    <a:pt x="2540" y="521969"/>
                  </a:lnTo>
                  <a:lnTo>
                    <a:pt x="2540" y="524509"/>
                  </a:lnTo>
                  <a:lnTo>
                    <a:pt x="3810" y="524509"/>
                  </a:lnTo>
                  <a:lnTo>
                    <a:pt x="3810" y="518159"/>
                  </a:lnTo>
                  <a:close/>
                </a:path>
                <a:path w="3809" h="524510">
                  <a:moveTo>
                    <a:pt x="3810" y="511809"/>
                  </a:moveTo>
                  <a:lnTo>
                    <a:pt x="0" y="511809"/>
                  </a:lnTo>
                  <a:lnTo>
                    <a:pt x="0" y="516889"/>
                  </a:lnTo>
                  <a:lnTo>
                    <a:pt x="3810" y="516889"/>
                  </a:lnTo>
                  <a:lnTo>
                    <a:pt x="3810" y="511809"/>
                  </a:lnTo>
                  <a:close/>
                </a:path>
                <a:path w="3809" h="524510">
                  <a:moveTo>
                    <a:pt x="3810" y="505459"/>
                  </a:moveTo>
                  <a:lnTo>
                    <a:pt x="0" y="505459"/>
                  </a:lnTo>
                  <a:lnTo>
                    <a:pt x="0" y="510539"/>
                  </a:lnTo>
                  <a:lnTo>
                    <a:pt x="3810" y="510539"/>
                  </a:lnTo>
                  <a:lnTo>
                    <a:pt x="3810" y="505459"/>
                  </a:lnTo>
                  <a:close/>
                </a:path>
                <a:path w="3809" h="524510">
                  <a:moveTo>
                    <a:pt x="3810" y="499109"/>
                  </a:moveTo>
                  <a:lnTo>
                    <a:pt x="0" y="499109"/>
                  </a:lnTo>
                  <a:lnTo>
                    <a:pt x="0" y="504189"/>
                  </a:lnTo>
                  <a:lnTo>
                    <a:pt x="3810" y="504189"/>
                  </a:lnTo>
                  <a:lnTo>
                    <a:pt x="3810" y="499109"/>
                  </a:lnTo>
                  <a:close/>
                </a:path>
                <a:path w="3809" h="524510">
                  <a:moveTo>
                    <a:pt x="3810" y="492759"/>
                  </a:moveTo>
                  <a:lnTo>
                    <a:pt x="0" y="492759"/>
                  </a:lnTo>
                  <a:lnTo>
                    <a:pt x="0" y="497839"/>
                  </a:lnTo>
                  <a:lnTo>
                    <a:pt x="3810" y="497839"/>
                  </a:lnTo>
                  <a:lnTo>
                    <a:pt x="3810" y="492759"/>
                  </a:lnTo>
                  <a:close/>
                </a:path>
                <a:path w="3809" h="524510">
                  <a:moveTo>
                    <a:pt x="3810" y="486409"/>
                  </a:moveTo>
                  <a:lnTo>
                    <a:pt x="0" y="486409"/>
                  </a:lnTo>
                  <a:lnTo>
                    <a:pt x="0" y="491489"/>
                  </a:lnTo>
                  <a:lnTo>
                    <a:pt x="3810" y="491489"/>
                  </a:lnTo>
                  <a:lnTo>
                    <a:pt x="3810" y="486409"/>
                  </a:lnTo>
                  <a:close/>
                </a:path>
                <a:path w="3809" h="524510">
                  <a:moveTo>
                    <a:pt x="3810" y="480059"/>
                  </a:moveTo>
                  <a:lnTo>
                    <a:pt x="0" y="480059"/>
                  </a:lnTo>
                  <a:lnTo>
                    <a:pt x="0" y="485139"/>
                  </a:lnTo>
                  <a:lnTo>
                    <a:pt x="3810" y="485139"/>
                  </a:lnTo>
                  <a:lnTo>
                    <a:pt x="3810" y="480059"/>
                  </a:lnTo>
                  <a:close/>
                </a:path>
                <a:path w="3809" h="524510">
                  <a:moveTo>
                    <a:pt x="3810" y="473709"/>
                  </a:moveTo>
                  <a:lnTo>
                    <a:pt x="0" y="473709"/>
                  </a:lnTo>
                  <a:lnTo>
                    <a:pt x="0" y="478789"/>
                  </a:lnTo>
                  <a:lnTo>
                    <a:pt x="3810" y="478789"/>
                  </a:lnTo>
                  <a:lnTo>
                    <a:pt x="3810" y="473709"/>
                  </a:lnTo>
                  <a:close/>
                </a:path>
                <a:path w="3809" h="524510">
                  <a:moveTo>
                    <a:pt x="3810" y="467359"/>
                  </a:moveTo>
                  <a:lnTo>
                    <a:pt x="0" y="467359"/>
                  </a:lnTo>
                  <a:lnTo>
                    <a:pt x="0" y="472439"/>
                  </a:lnTo>
                  <a:lnTo>
                    <a:pt x="3810" y="472439"/>
                  </a:lnTo>
                  <a:lnTo>
                    <a:pt x="3810" y="467359"/>
                  </a:lnTo>
                  <a:close/>
                </a:path>
                <a:path w="3809" h="524510">
                  <a:moveTo>
                    <a:pt x="3810" y="80009"/>
                  </a:moveTo>
                  <a:lnTo>
                    <a:pt x="0" y="80009"/>
                  </a:lnTo>
                  <a:lnTo>
                    <a:pt x="0" y="466089"/>
                  </a:lnTo>
                  <a:lnTo>
                    <a:pt x="3810" y="466089"/>
                  </a:lnTo>
                  <a:lnTo>
                    <a:pt x="3810" y="80009"/>
                  </a:lnTo>
                  <a:close/>
                </a:path>
                <a:path w="3809" h="524510">
                  <a:moveTo>
                    <a:pt x="3810" y="73659"/>
                  </a:moveTo>
                  <a:lnTo>
                    <a:pt x="0" y="73659"/>
                  </a:lnTo>
                  <a:lnTo>
                    <a:pt x="0" y="78739"/>
                  </a:lnTo>
                  <a:lnTo>
                    <a:pt x="3810" y="78739"/>
                  </a:lnTo>
                  <a:lnTo>
                    <a:pt x="3810" y="73659"/>
                  </a:lnTo>
                  <a:close/>
                </a:path>
                <a:path w="3809" h="524510">
                  <a:moveTo>
                    <a:pt x="3810" y="67309"/>
                  </a:moveTo>
                  <a:lnTo>
                    <a:pt x="0" y="67309"/>
                  </a:lnTo>
                  <a:lnTo>
                    <a:pt x="0" y="72389"/>
                  </a:lnTo>
                  <a:lnTo>
                    <a:pt x="3810" y="72389"/>
                  </a:lnTo>
                  <a:lnTo>
                    <a:pt x="3810" y="67309"/>
                  </a:lnTo>
                  <a:close/>
                </a:path>
                <a:path w="3809" h="524510">
                  <a:moveTo>
                    <a:pt x="3810" y="60959"/>
                  </a:moveTo>
                  <a:lnTo>
                    <a:pt x="0" y="60959"/>
                  </a:lnTo>
                  <a:lnTo>
                    <a:pt x="0" y="66039"/>
                  </a:lnTo>
                  <a:lnTo>
                    <a:pt x="3810" y="66039"/>
                  </a:lnTo>
                  <a:lnTo>
                    <a:pt x="3810" y="60959"/>
                  </a:lnTo>
                  <a:close/>
                </a:path>
                <a:path w="3809" h="524510">
                  <a:moveTo>
                    <a:pt x="3810" y="54609"/>
                  </a:moveTo>
                  <a:lnTo>
                    <a:pt x="0" y="54609"/>
                  </a:lnTo>
                  <a:lnTo>
                    <a:pt x="0" y="59689"/>
                  </a:lnTo>
                  <a:lnTo>
                    <a:pt x="3810" y="59689"/>
                  </a:lnTo>
                  <a:lnTo>
                    <a:pt x="3810" y="54609"/>
                  </a:lnTo>
                  <a:close/>
                </a:path>
                <a:path w="3809" h="524510">
                  <a:moveTo>
                    <a:pt x="3810" y="48259"/>
                  </a:moveTo>
                  <a:lnTo>
                    <a:pt x="0" y="48259"/>
                  </a:lnTo>
                  <a:lnTo>
                    <a:pt x="0" y="53339"/>
                  </a:lnTo>
                  <a:lnTo>
                    <a:pt x="3810" y="53339"/>
                  </a:lnTo>
                  <a:lnTo>
                    <a:pt x="3810" y="48259"/>
                  </a:lnTo>
                  <a:close/>
                </a:path>
                <a:path w="3809" h="524510">
                  <a:moveTo>
                    <a:pt x="3810" y="41909"/>
                  </a:moveTo>
                  <a:lnTo>
                    <a:pt x="0" y="41909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41909"/>
                  </a:lnTo>
                  <a:close/>
                </a:path>
                <a:path w="3809" h="524510">
                  <a:moveTo>
                    <a:pt x="3810" y="35559"/>
                  </a:moveTo>
                  <a:lnTo>
                    <a:pt x="0" y="35559"/>
                  </a:lnTo>
                  <a:lnTo>
                    <a:pt x="0" y="40639"/>
                  </a:lnTo>
                  <a:lnTo>
                    <a:pt x="3810" y="40639"/>
                  </a:lnTo>
                  <a:lnTo>
                    <a:pt x="3810" y="35559"/>
                  </a:lnTo>
                  <a:close/>
                </a:path>
                <a:path w="3809" h="524510">
                  <a:moveTo>
                    <a:pt x="3810" y="29209"/>
                  </a:moveTo>
                  <a:lnTo>
                    <a:pt x="0" y="29209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29209"/>
                  </a:lnTo>
                  <a:close/>
                </a:path>
                <a:path w="3809" h="524510">
                  <a:moveTo>
                    <a:pt x="3810" y="22859"/>
                  </a:moveTo>
                  <a:lnTo>
                    <a:pt x="0" y="22859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2859"/>
                  </a:lnTo>
                  <a:close/>
                </a:path>
                <a:path w="3809" h="524510">
                  <a:moveTo>
                    <a:pt x="3810" y="16509"/>
                  </a:moveTo>
                  <a:lnTo>
                    <a:pt x="0" y="16509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6509"/>
                  </a:lnTo>
                  <a:close/>
                </a:path>
                <a:path w="3809" h="524510">
                  <a:moveTo>
                    <a:pt x="3810" y="10159"/>
                  </a:moveTo>
                  <a:lnTo>
                    <a:pt x="0" y="1015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0159"/>
                  </a:lnTo>
                  <a:close/>
                </a:path>
                <a:path w="3809" h="524510">
                  <a:moveTo>
                    <a:pt x="3810" y="2539"/>
                  </a:moveTo>
                  <a:lnTo>
                    <a:pt x="2540" y="2539"/>
                  </a:lnTo>
                  <a:lnTo>
                    <a:pt x="2540" y="3809"/>
                  </a:lnTo>
                  <a:lnTo>
                    <a:pt x="0" y="380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2539"/>
                  </a:lnTo>
                  <a:close/>
                </a:path>
                <a:path w="3809" h="524510">
                  <a:moveTo>
                    <a:pt x="127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40" y="2539"/>
                  </a:lnTo>
                  <a:lnTo>
                    <a:pt x="254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DACF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9" name="object 3499"/>
            <p:cNvSpPr/>
            <p:nvPr/>
          </p:nvSpPr>
          <p:spPr>
            <a:xfrm>
              <a:off x="6929119" y="2903219"/>
              <a:ext cx="3810" cy="523240"/>
            </a:xfrm>
            <a:custGeom>
              <a:avLst/>
              <a:gdLst/>
              <a:ahLst/>
              <a:cxnLst/>
              <a:rect l="l" t="t" r="r" b="b"/>
              <a:pathLst>
                <a:path w="3809" h="523239">
                  <a:moveTo>
                    <a:pt x="3809" y="521969"/>
                  </a:moveTo>
                  <a:lnTo>
                    <a:pt x="2539" y="521969"/>
                  </a:lnTo>
                  <a:lnTo>
                    <a:pt x="2539" y="523239"/>
                  </a:lnTo>
                  <a:lnTo>
                    <a:pt x="3809" y="523239"/>
                  </a:lnTo>
                  <a:lnTo>
                    <a:pt x="3809" y="521969"/>
                  </a:lnTo>
                  <a:close/>
                </a:path>
                <a:path w="3809" h="523239">
                  <a:moveTo>
                    <a:pt x="3809" y="515619"/>
                  </a:moveTo>
                  <a:lnTo>
                    <a:pt x="0" y="515619"/>
                  </a:lnTo>
                  <a:lnTo>
                    <a:pt x="0" y="521969"/>
                  </a:lnTo>
                  <a:lnTo>
                    <a:pt x="1270" y="521969"/>
                  </a:lnTo>
                  <a:lnTo>
                    <a:pt x="1270" y="520700"/>
                  </a:lnTo>
                  <a:lnTo>
                    <a:pt x="3809" y="520700"/>
                  </a:lnTo>
                  <a:lnTo>
                    <a:pt x="3809" y="515619"/>
                  </a:lnTo>
                  <a:close/>
                </a:path>
                <a:path w="3809" h="523239">
                  <a:moveTo>
                    <a:pt x="3809" y="509269"/>
                  </a:moveTo>
                  <a:lnTo>
                    <a:pt x="0" y="509269"/>
                  </a:lnTo>
                  <a:lnTo>
                    <a:pt x="0" y="514350"/>
                  </a:lnTo>
                  <a:lnTo>
                    <a:pt x="3809" y="514350"/>
                  </a:lnTo>
                  <a:lnTo>
                    <a:pt x="3809" y="509269"/>
                  </a:lnTo>
                  <a:close/>
                </a:path>
                <a:path w="3809" h="523239">
                  <a:moveTo>
                    <a:pt x="3809" y="502919"/>
                  </a:moveTo>
                  <a:lnTo>
                    <a:pt x="0" y="502919"/>
                  </a:lnTo>
                  <a:lnTo>
                    <a:pt x="0" y="508000"/>
                  </a:lnTo>
                  <a:lnTo>
                    <a:pt x="3809" y="508000"/>
                  </a:lnTo>
                  <a:lnTo>
                    <a:pt x="3809" y="502919"/>
                  </a:lnTo>
                  <a:close/>
                </a:path>
                <a:path w="3809" h="523239">
                  <a:moveTo>
                    <a:pt x="3809" y="496569"/>
                  </a:moveTo>
                  <a:lnTo>
                    <a:pt x="0" y="496569"/>
                  </a:lnTo>
                  <a:lnTo>
                    <a:pt x="0" y="501650"/>
                  </a:lnTo>
                  <a:lnTo>
                    <a:pt x="3809" y="501650"/>
                  </a:lnTo>
                  <a:lnTo>
                    <a:pt x="3809" y="496569"/>
                  </a:lnTo>
                  <a:close/>
                </a:path>
                <a:path w="3809" h="523239">
                  <a:moveTo>
                    <a:pt x="3809" y="490219"/>
                  </a:moveTo>
                  <a:lnTo>
                    <a:pt x="0" y="490219"/>
                  </a:lnTo>
                  <a:lnTo>
                    <a:pt x="0" y="495300"/>
                  </a:lnTo>
                  <a:lnTo>
                    <a:pt x="3809" y="495300"/>
                  </a:lnTo>
                  <a:lnTo>
                    <a:pt x="3809" y="490219"/>
                  </a:lnTo>
                  <a:close/>
                </a:path>
                <a:path w="3809" h="523239">
                  <a:moveTo>
                    <a:pt x="3809" y="483869"/>
                  </a:moveTo>
                  <a:lnTo>
                    <a:pt x="0" y="483869"/>
                  </a:lnTo>
                  <a:lnTo>
                    <a:pt x="0" y="488950"/>
                  </a:lnTo>
                  <a:lnTo>
                    <a:pt x="3809" y="488950"/>
                  </a:lnTo>
                  <a:lnTo>
                    <a:pt x="3809" y="483869"/>
                  </a:lnTo>
                  <a:close/>
                </a:path>
                <a:path w="3809" h="523239">
                  <a:moveTo>
                    <a:pt x="3809" y="477519"/>
                  </a:moveTo>
                  <a:lnTo>
                    <a:pt x="0" y="477519"/>
                  </a:lnTo>
                  <a:lnTo>
                    <a:pt x="0" y="482600"/>
                  </a:lnTo>
                  <a:lnTo>
                    <a:pt x="3809" y="482600"/>
                  </a:lnTo>
                  <a:lnTo>
                    <a:pt x="3809" y="477519"/>
                  </a:lnTo>
                  <a:close/>
                </a:path>
                <a:path w="3809" h="523239">
                  <a:moveTo>
                    <a:pt x="3809" y="471169"/>
                  </a:moveTo>
                  <a:lnTo>
                    <a:pt x="0" y="471169"/>
                  </a:lnTo>
                  <a:lnTo>
                    <a:pt x="0" y="476250"/>
                  </a:lnTo>
                  <a:lnTo>
                    <a:pt x="3809" y="476250"/>
                  </a:lnTo>
                  <a:lnTo>
                    <a:pt x="3809" y="471169"/>
                  </a:lnTo>
                  <a:close/>
                </a:path>
                <a:path w="3809" h="523239">
                  <a:moveTo>
                    <a:pt x="3809" y="464819"/>
                  </a:moveTo>
                  <a:lnTo>
                    <a:pt x="0" y="464819"/>
                  </a:lnTo>
                  <a:lnTo>
                    <a:pt x="0" y="469900"/>
                  </a:lnTo>
                  <a:lnTo>
                    <a:pt x="3809" y="469900"/>
                  </a:lnTo>
                  <a:lnTo>
                    <a:pt x="3809" y="464819"/>
                  </a:lnTo>
                  <a:close/>
                </a:path>
                <a:path w="3809" h="523239">
                  <a:moveTo>
                    <a:pt x="3809" y="77469"/>
                  </a:moveTo>
                  <a:lnTo>
                    <a:pt x="0" y="77469"/>
                  </a:lnTo>
                  <a:lnTo>
                    <a:pt x="0" y="463550"/>
                  </a:lnTo>
                  <a:lnTo>
                    <a:pt x="3809" y="463550"/>
                  </a:lnTo>
                  <a:lnTo>
                    <a:pt x="3809" y="77469"/>
                  </a:lnTo>
                  <a:close/>
                </a:path>
                <a:path w="3809" h="523239">
                  <a:moveTo>
                    <a:pt x="3809" y="71119"/>
                  </a:moveTo>
                  <a:lnTo>
                    <a:pt x="0" y="71119"/>
                  </a:lnTo>
                  <a:lnTo>
                    <a:pt x="0" y="76200"/>
                  </a:lnTo>
                  <a:lnTo>
                    <a:pt x="3809" y="76200"/>
                  </a:lnTo>
                  <a:lnTo>
                    <a:pt x="3809" y="71119"/>
                  </a:lnTo>
                  <a:close/>
                </a:path>
                <a:path w="3809" h="523239">
                  <a:moveTo>
                    <a:pt x="3809" y="64769"/>
                  </a:moveTo>
                  <a:lnTo>
                    <a:pt x="0" y="64769"/>
                  </a:lnTo>
                  <a:lnTo>
                    <a:pt x="0" y="69850"/>
                  </a:lnTo>
                  <a:lnTo>
                    <a:pt x="3809" y="69850"/>
                  </a:lnTo>
                  <a:lnTo>
                    <a:pt x="3809" y="64769"/>
                  </a:lnTo>
                  <a:close/>
                </a:path>
                <a:path w="3809" h="523239">
                  <a:moveTo>
                    <a:pt x="3809" y="58419"/>
                  </a:moveTo>
                  <a:lnTo>
                    <a:pt x="0" y="58419"/>
                  </a:lnTo>
                  <a:lnTo>
                    <a:pt x="0" y="63500"/>
                  </a:lnTo>
                  <a:lnTo>
                    <a:pt x="3809" y="63500"/>
                  </a:lnTo>
                  <a:lnTo>
                    <a:pt x="3809" y="58419"/>
                  </a:lnTo>
                  <a:close/>
                </a:path>
                <a:path w="3809" h="523239">
                  <a:moveTo>
                    <a:pt x="3809" y="52069"/>
                  </a:moveTo>
                  <a:lnTo>
                    <a:pt x="0" y="52069"/>
                  </a:lnTo>
                  <a:lnTo>
                    <a:pt x="0" y="57150"/>
                  </a:lnTo>
                  <a:lnTo>
                    <a:pt x="3809" y="57150"/>
                  </a:lnTo>
                  <a:lnTo>
                    <a:pt x="3809" y="52069"/>
                  </a:lnTo>
                  <a:close/>
                </a:path>
                <a:path w="3809" h="523239">
                  <a:moveTo>
                    <a:pt x="3809" y="45719"/>
                  </a:moveTo>
                  <a:lnTo>
                    <a:pt x="0" y="45719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45719"/>
                  </a:lnTo>
                  <a:close/>
                </a:path>
                <a:path w="3809" h="523239">
                  <a:moveTo>
                    <a:pt x="3809" y="39369"/>
                  </a:moveTo>
                  <a:lnTo>
                    <a:pt x="0" y="39369"/>
                  </a:lnTo>
                  <a:lnTo>
                    <a:pt x="0" y="44450"/>
                  </a:lnTo>
                  <a:lnTo>
                    <a:pt x="3809" y="44450"/>
                  </a:lnTo>
                  <a:lnTo>
                    <a:pt x="3809" y="39369"/>
                  </a:lnTo>
                  <a:close/>
                </a:path>
                <a:path w="3809" h="523239">
                  <a:moveTo>
                    <a:pt x="3809" y="33019"/>
                  </a:moveTo>
                  <a:lnTo>
                    <a:pt x="0" y="33019"/>
                  </a:lnTo>
                  <a:lnTo>
                    <a:pt x="0" y="38100"/>
                  </a:lnTo>
                  <a:lnTo>
                    <a:pt x="3809" y="38100"/>
                  </a:lnTo>
                  <a:lnTo>
                    <a:pt x="3809" y="33019"/>
                  </a:lnTo>
                  <a:close/>
                </a:path>
                <a:path w="3809" h="523239">
                  <a:moveTo>
                    <a:pt x="3809" y="26669"/>
                  </a:moveTo>
                  <a:lnTo>
                    <a:pt x="0" y="26669"/>
                  </a:lnTo>
                  <a:lnTo>
                    <a:pt x="0" y="31750"/>
                  </a:lnTo>
                  <a:lnTo>
                    <a:pt x="3809" y="31750"/>
                  </a:lnTo>
                  <a:lnTo>
                    <a:pt x="3809" y="26669"/>
                  </a:lnTo>
                  <a:close/>
                </a:path>
                <a:path w="3809" h="523239">
                  <a:moveTo>
                    <a:pt x="3809" y="20319"/>
                  </a:moveTo>
                  <a:lnTo>
                    <a:pt x="0" y="20319"/>
                  </a:lnTo>
                  <a:lnTo>
                    <a:pt x="0" y="25400"/>
                  </a:lnTo>
                  <a:lnTo>
                    <a:pt x="3809" y="25400"/>
                  </a:lnTo>
                  <a:lnTo>
                    <a:pt x="3809" y="20319"/>
                  </a:lnTo>
                  <a:close/>
                </a:path>
                <a:path w="3809" h="523239">
                  <a:moveTo>
                    <a:pt x="3809" y="13969"/>
                  </a:moveTo>
                  <a:lnTo>
                    <a:pt x="0" y="13969"/>
                  </a:lnTo>
                  <a:lnTo>
                    <a:pt x="0" y="19050"/>
                  </a:lnTo>
                  <a:lnTo>
                    <a:pt x="3809" y="19050"/>
                  </a:lnTo>
                  <a:lnTo>
                    <a:pt x="3809" y="13969"/>
                  </a:lnTo>
                  <a:close/>
                </a:path>
                <a:path w="3809" h="523239">
                  <a:moveTo>
                    <a:pt x="3809" y="7619"/>
                  </a:moveTo>
                  <a:lnTo>
                    <a:pt x="0" y="7619"/>
                  </a:lnTo>
                  <a:lnTo>
                    <a:pt x="0" y="12700"/>
                  </a:lnTo>
                  <a:lnTo>
                    <a:pt x="3809" y="12700"/>
                  </a:lnTo>
                  <a:lnTo>
                    <a:pt x="3809" y="7619"/>
                  </a:lnTo>
                  <a:close/>
                </a:path>
                <a:path w="3809" h="523239">
                  <a:moveTo>
                    <a:pt x="1270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D9CE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0" name="object 3500"/>
            <p:cNvSpPr/>
            <p:nvPr/>
          </p:nvSpPr>
          <p:spPr>
            <a:xfrm>
              <a:off x="6932930" y="2905760"/>
              <a:ext cx="3810" cy="521970"/>
            </a:xfrm>
            <a:custGeom>
              <a:avLst/>
              <a:gdLst/>
              <a:ahLst/>
              <a:cxnLst/>
              <a:rect l="l" t="t" r="r" b="b"/>
              <a:pathLst>
                <a:path w="3809" h="521970">
                  <a:moveTo>
                    <a:pt x="3810" y="519429"/>
                  </a:moveTo>
                  <a:lnTo>
                    <a:pt x="0" y="519429"/>
                  </a:lnTo>
                  <a:lnTo>
                    <a:pt x="0" y="520700"/>
                  </a:lnTo>
                  <a:lnTo>
                    <a:pt x="1270" y="520700"/>
                  </a:lnTo>
                  <a:lnTo>
                    <a:pt x="1270" y="521970"/>
                  </a:lnTo>
                  <a:lnTo>
                    <a:pt x="3810" y="521970"/>
                  </a:lnTo>
                  <a:lnTo>
                    <a:pt x="3810" y="519429"/>
                  </a:lnTo>
                  <a:close/>
                </a:path>
                <a:path w="3809" h="521970">
                  <a:moveTo>
                    <a:pt x="3810" y="513079"/>
                  </a:moveTo>
                  <a:lnTo>
                    <a:pt x="0" y="513079"/>
                  </a:lnTo>
                  <a:lnTo>
                    <a:pt x="0" y="518160"/>
                  </a:lnTo>
                  <a:lnTo>
                    <a:pt x="3810" y="518160"/>
                  </a:lnTo>
                  <a:lnTo>
                    <a:pt x="3810" y="513079"/>
                  </a:lnTo>
                  <a:close/>
                </a:path>
                <a:path w="3809" h="521970">
                  <a:moveTo>
                    <a:pt x="3810" y="506729"/>
                  </a:moveTo>
                  <a:lnTo>
                    <a:pt x="0" y="506729"/>
                  </a:lnTo>
                  <a:lnTo>
                    <a:pt x="0" y="511810"/>
                  </a:lnTo>
                  <a:lnTo>
                    <a:pt x="3810" y="511810"/>
                  </a:lnTo>
                  <a:lnTo>
                    <a:pt x="3810" y="506729"/>
                  </a:lnTo>
                  <a:close/>
                </a:path>
                <a:path w="3809" h="521970">
                  <a:moveTo>
                    <a:pt x="3810" y="500379"/>
                  </a:moveTo>
                  <a:lnTo>
                    <a:pt x="0" y="500379"/>
                  </a:lnTo>
                  <a:lnTo>
                    <a:pt x="0" y="505460"/>
                  </a:lnTo>
                  <a:lnTo>
                    <a:pt x="3810" y="505460"/>
                  </a:lnTo>
                  <a:lnTo>
                    <a:pt x="3810" y="500379"/>
                  </a:lnTo>
                  <a:close/>
                </a:path>
                <a:path w="3809" h="521970">
                  <a:moveTo>
                    <a:pt x="3810" y="494029"/>
                  </a:moveTo>
                  <a:lnTo>
                    <a:pt x="0" y="494029"/>
                  </a:lnTo>
                  <a:lnTo>
                    <a:pt x="0" y="499110"/>
                  </a:lnTo>
                  <a:lnTo>
                    <a:pt x="3810" y="499110"/>
                  </a:lnTo>
                  <a:lnTo>
                    <a:pt x="3810" y="494029"/>
                  </a:lnTo>
                  <a:close/>
                </a:path>
                <a:path w="3809" h="521970">
                  <a:moveTo>
                    <a:pt x="3810" y="487679"/>
                  </a:moveTo>
                  <a:lnTo>
                    <a:pt x="0" y="487679"/>
                  </a:lnTo>
                  <a:lnTo>
                    <a:pt x="0" y="492760"/>
                  </a:lnTo>
                  <a:lnTo>
                    <a:pt x="3810" y="492760"/>
                  </a:lnTo>
                  <a:lnTo>
                    <a:pt x="3810" y="487679"/>
                  </a:lnTo>
                  <a:close/>
                </a:path>
                <a:path w="3809" h="521970">
                  <a:moveTo>
                    <a:pt x="3810" y="481329"/>
                  </a:moveTo>
                  <a:lnTo>
                    <a:pt x="0" y="481329"/>
                  </a:lnTo>
                  <a:lnTo>
                    <a:pt x="0" y="486410"/>
                  </a:lnTo>
                  <a:lnTo>
                    <a:pt x="3810" y="486410"/>
                  </a:lnTo>
                  <a:lnTo>
                    <a:pt x="3810" y="481329"/>
                  </a:lnTo>
                  <a:close/>
                </a:path>
                <a:path w="3809" h="521970">
                  <a:moveTo>
                    <a:pt x="3810" y="474979"/>
                  </a:moveTo>
                  <a:lnTo>
                    <a:pt x="0" y="474979"/>
                  </a:lnTo>
                  <a:lnTo>
                    <a:pt x="0" y="480060"/>
                  </a:lnTo>
                  <a:lnTo>
                    <a:pt x="3810" y="480060"/>
                  </a:lnTo>
                  <a:lnTo>
                    <a:pt x="3810" y="474979"/>
                  </a:lnTo>
                  <a:close/>
                </a:path>
                <a:path w="3809" h="521970">
                  <a:moveTo>
                    <a:pt x="3810" y="468629"/>
                  </a:moveTo>
                  <a:lnTo>
                    <a:pt x="0" y="468629"/>
                  </a:lnTo>
                  <a:lnTo>
                    <a:pt x="0" y="473710"/>
                  </a:lnTo>
                  <a:lnTo>
                    <a:pt x="3810" y="473710"/>
                  </a:lnTo>
                  <a:lnTo>
                    <a:pt x="3810" y="468629"/>
                  </a:lnTo>
                  <a:close/>
                </a:path>
                <a:path w="3809" h="521970">
                  <a:moveTo>
                    <a:pt x="3810" y="462279"/>
                  </a:moveTo>
                  <a:lnTo>
                    <a:pt x="0" y="462279"/>
                  </a:lnTo>
                  <a:lnTo>
                    <a:pt x="0" y="467360"/>
                  </a:lnTo>
                  <a:lnTo>
                    <a:pt x="3810" y="467360"/>
                  </a:lnTo>
                  <a:lnTo>
                    <a:pt x="3810" y="462279"/>
                  </a:lnTo>
                  <a:close/>
                </a:path>
                <a:path w="3809" h="521970">
                  <a:moveTo>
                    <a:pt x="3810" y="74929"/>
                  </a:moveTo>
                  <a:lnTo>
                    <a:pt x="0" y="74929"/>
                  </a:lnTo>
                  <a:lnTo>
                    <a:pt x="0" y="461010"/>
                  </a:lnTo>
                  <a:lnTo>
                    <a:pt x="3810" y="461010"/>
                  </a:lnTo>
                  <a:lnTo>
                    <a:pt x="3810" y="74929"/>
                  </a:lnTo>
                  <a:close/>
                </a:path>
                <a:path w="3809" h="521970">
                  <a:moveTo>
                    <a:pt x="3810" y="68579"/>
                  </a:moveTo>
                  <a:lnTo>
                    <a:pt x="0" y="68579"/>
                  </a:lnTo>
                  <a:lnTo>
                    <a:pt x="0" y="73660"/>
                  </a:lnTo>
                  <a:lnTo>
                    <a:pt x="3810" y="73660"/>
                  </a:lnTo>
                  <a:lnTo>
                    <a:pt x="3810" y="68579"/>
                  </a:lnTo>
                  <a:close/>
                </a:path>
                <a:path w="3809" h="521970">
                  <a:moveTo>
                    <a:pt x="3810" y="62229"/>
                  </a:moveTo>
                  <a:lnTo>
                    <a:pt x="0" y="62229"/>
                  </a:lnTo>
                  <a:lnTo>
                    <a:pt x="0" y="67310"/>
                  </a:lnTo>
                  <a:lnTo>
                    <a:pt x="3810" y="67310"/>
                  </a:lnTo>
                  <a:lnTo>
                    <a:pt x="3810" y="62229"/>
                  </a:lnTo>
                  <a:close/>
                </a:path>
                <a:path w="3809" h="521970">
                  <a:moveTo>
                    <a:pt x="3810" y="55879"/>
                  </a:moveTo>
                  <a:lnTo>
                    <a:pt x="0" y="55879"/>
                  </a:lnTo>
                  <a:lnTo>
                    <a:pt x="0" y="60960"/>
                  </a:lnTo>
                  <a:lnTo>
                    <a:pt x="3810" y="60960"/>
                  </a:lnTo>
                  <a:lnTo>
                    <a:pt x="3810" y="55879"/>
                  </a:lnTo>
                  <a:close/>
                </a:path>
                <a:path w="3809" h="521970">
                  <a:moveTo>
                    <a:pt x="3810" y="49529"/>
                  </a:moveTo>
                  <a:lnTo>
                    <a:pt x="0" y="49529"/>
                  </a:lnTo>
                  <a:lnTo>
                    <a:pt x="0" y="54610"/>
                  </a:lnTo>
                  <a:lnTo>
                    <a:pt x="3810" y="54610"/>
                  </a:lnTo>
                  <a:lnTo>
                    <a:pt x="3810" y="49529"/>
                  </a:lnTo>
                  <a:close/>
                </a:path>
                <a:path w="3809" h="521970">
                  <a:moveTo>
                    <a:pt x="3810" y="43179"/>
                  </a:moveTo>
                  <a:lnTo>
                    <a:pt x="0" y="43179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3179"/>
                  </a:lnTo>
                  <a:close/>
                </a:path>
                <a:path w="3809" h="521970">
                  <a:moveTo>
                    <a:pt x="3810" y="36829"/>
                  </a:moveTo>
                  <a:lnTo>
                    <a:pt x="0" y="36829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6829"/>
                  </a:lnTo>
                  <a:close/>
                </a:path>
                <a:path w="3809" h="521970">
                  <a:moveTo>
                    <a:pt x="3810" y="30479"/>
                  </a:moveTo>
                  <a:lnTo>
                    <a:pt x="0" y="30479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30479"/>
                  </a:lnTo>
                  <a:close/>
                </a:path>
                <a:path w="3809" h="521970">
                  <a:moveTo>
                    <a:pt x="3810" y="24129"/>
                  </a:moveTo>
                  <a:lnTo>
                    <a:pt x="0" y="24129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4129"/>
                  </a:lnTo>
                  <a:close/>
                </a:path>
                <a:path w="3809" h="521970">
                  <a:moveTo>
                    <a:pt x="3810" y="17779"/>
                  </a:moveTo>
                  <a:lnTo>
                    <a:pt x="0" y="17779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7779"/>
                  </a:lnTo>
                  <a:close/>
                </a:path>
                <a:path w="3809" h="521970">
                  <a:moveTo>
                    <a:pt x="3810" y="11429"/>
                  </a:moveTo>
                  <a:lnTo>
                    <a:pt x="0" y="11429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1429"/>
                  </a:lnTo>
                  <a:close/>
                </a:path>
                <a:path w="3809" h="521970">
                  <a:moveTo>
                    <a:pt x="3810" y="5079"/>
                  </a:moveTo>
                  <a:lnTo>
                    <a:pt x="0" y="5079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5079"/>
                  </a:lnTo>
                  <a:close/>
                </a:path>
                <a:path w="3809" h="521970">
                  <a:moveTo>
                    <a:pt x="127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D8CD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1" name="object 3501"/>
            <p:cNvSpPr/>
            <p:nvPr/>
          </p:nvSpPr>
          <p:spPr>
            <a:xfrm>
              <a:off x="6936739" y="2908300"/>
              <a:ext cx="2540" cy="523240"/>
            </a:xfrm>
            <a:custGeom>
              <a:avLst/>
              <a:gdLst/>
              <a:ahLst/>
              <a:cxnLst/>
              <a:rect l="l" t="t" r="r" b="b"/>
              <a:pathLst>
                <a:path w="2540" h="523239">
                  <a:moveTo>
                    <a:pt x="2539" y="516889"/>
                  </a:moveTo>
                  <a:lnTo>
                    <a:pt x="0" y="516889"/>
                  </a:lnTo>
                  <a:lnTo>
                    <a:pt x="0" y="520700"/>
                  </a:lnTo>
                  <a:lnTo>
                    <a:pt x="1269" y="520700"/>
                  </a:lnTo>
                  <a:lnTo>
                    <a:pt x="1269" y="523239"/>
                  </a:lnTo>
                  <a:lnTo>
                    <a:pt x="2539" y="523239"/>
                  </a:lnTo>
                  <a:lnTo>
                    <a:pt x="2539" y="516889"/>
                  </a:lnTo>
                  <a:close/>
                </a:path>
                <a:path w="2540" h="523239">
                  <a:moveTo>
                    <a:pt x="2539" y="510539"/>
                  </a:moveTo>
                  <a:lnTo>
                    <a:pt x="0" y="510539"/>
                  </a:lnTo>
                  <a:lnTo>
                    <a:pt x="0" y="515620"/>
                  </a:lnTo>
                  <a:lnTo>
                    <a:pt x="2539" y="515620"/>
                  </a:lnTo>
                  <a:lnTo>
                    <a:pt x="2539" y="510539"/>
                  </a:lnTo>
                  <a:close/>
                </a:path>
                <a:path w="2540" h="523239">
                  <a:moveTo>
                    <a:pt x="2539" y="504189"/>
                  </a:moveTo>
                  <a:lnTo>
                    <a:pt x="0" y="504189"/>
                  </a:lnTo>
                  <a:lnTo>
                    <a:pt x="0" y="509270"/>
                  </a:lnTo>
                  <a:lnTo>
                    <a:pt x="2539" y="509270"/>
                  </a:lnTo>
                  <a:lnTo>
                    <a:pt x="2539" y="504189"/>
                  </a:lnTo>
                  <a:close/>
                </a:path>
                <a:path w="2540" h="523239">
                  <a:moveTo>
                    <a:pt x="2539" y="497839"/>
                  </a:moveTo>
                  <a:lnTo>
                    <a:pt x="0" y="497839"/>
                  </a:lnTo>
                  <a:lnTo>
                    <a:pt x="0" y="502920"/>
                  </a:lnTo>
                  <a:lnTo>
                    <a:pt x="2539" y="502920"/>
                  </a:lnTo>
                  <a:lnTo>
                    <a:pt x="2539" y="497839"/>
                  </a:lnTo>
                  <a:close/>
                </a:path>
                <a:path w="2540" h="523239">
                  <a:moveTo>
                    <a:pt x="2539" y="491489"/>
                  </a:moveTo>
                  <a:lnTo>
                    <a:pt x="0" y="491489"/>
                  </a:lnTo>
                  <a:lnTo>
                    <a:pt x="0" y="496570"/>
                  </a:lnTo>
                  <a:lnTo>
                    <a:pt x="2539" y="496570"/>
                  </a:lnTo>
                  <a:lnTo>
                    <a:pt x="2539" y="491489"/>
                  </a:lnTo>
                  <a:close/>
                </a:path>
                <a:path w="2540" h="523239">
                  <a:moveTo>
                    <a:pt x="2539" y="485139"/>
                  </a:moveTo>
                  <a:lnTo>
                    <a:pt x="0" y="485139"/>
                  </a:lnTo>
                  <a:lnTo>
                    <a:pt x="0" y="490220"/>
                  </a:lnTo>
                  <a:lnTo>
                    <a:pt x="2539" y="490220"/>
                  </a:lnTo>
                  <a:lnTo>
                    <a:pt x="2539" y="485139"/>
                  </a:lnTo>
                  <a:close/>
                </a:path>
                <a:path w="2540" h="523239">
                  <a:moveTo>
                    <a:pt x="2539" y="478789"/>
                  </a:moveTo>
                  <a:lnTo>
                    <a:pt x="0" y="478789"/>
                  </a:lnTo>
                  <a:lnTo>
                    <a:pt x="0" y="483870"/>
                  </a:lnTo>
                  <a:lnTo>
                    <a:pt x="2539" y="483870"/>
                  </a:lnTo>
                  <a:lnTo>
                    <a:pt x="2539" y="478789"/>
                  </a:lnTo>
                  <a:close/>
                </a:path>
                <a:path w="2540" h="523239">
                  <a:moveTo>
                    <a:pt x="2539" y="472439"/>
                  </a:moveTo>
                  <a:lnTo>
                    <a:pt x="0" y="472439"/>
                  </a:lnTo>
                  <a:lnTo>
                    <a:pt x="0" y="477520"/>
                  </a:lnTo>
                  <a:lnTo>
                    <a:pt x="2539" y="477520"/>
                  </a:lnTo>
                  <a:lnTo>
                    <a:pt x="2539" y="472439"/>
                  </a:lnTo>
                  <a:close/>
                </a:path>
                <a:path w="2540" h="523239">
                  <a:moveTo>
                    <a:pt x="2539" y="466089"/>
                  </a:moveTo>
                  <a:lnTo>
                    <a:pt x="0" y="466089"/>
                  </a:lnTo>
                  <a:lnTo>
                    <a:pt x="0" y="471170"/>
                  </a:lnTo>
                  <a:lnTo>
                    <a:pt x="2539" y="471170"/>
                  </a:lnTo>
                  <a:lnTo>
                    <a:pt x="2539" y="466089"/>
                  </a:lnTo>
                  <a:close/>
                </a:path>
                <a:path w="2540" h="523239">
                  <a:moveTo>
                    <a:pt x="2539" y="459739"/>
                  </a:moveTo>
                  <a:lnTo>
                    <a:pt x="0" y="459739"/>
                  </a:lnTo>
                  <a:lnTo>
                    <a:pt x="0" y="464820"/>
                  </a:lnTo>
                  <a:lnTo>
                    <a:pt x="2539" y="464820"/>
                  </a:lnTo>
                  <a:lnTo>
                    <a:pt x="2539" y="459739"/>
                  </a:lnTo>
                  <a:close/>
                </a:path>
                <a:path w="2540" h="523239">
                  <a:moveTo>
                    <a:pt x="2539" y="72389"/>
                  </a:moveTo>
                  <a:lnTo>
                    <a:pt x="0" y="72389"/>
                  </a:lnTo>
                  <a:lnTo>
                    <a:pt x="0" y="458470"/>
                  </a:lnTo>
                  <a:lnTo>
                    <a:pt x="2539" y="458470"/>
                  </a:lnTo>
                  <a:lnTo>
                    <a:pt x="2539" y="72389"/>
                  </a:lnTo>
                  <a:close/>
                </a:path>
                <a:path w="2540" h="523239">
                  <a:moveTo>
                    <a:pt x="2539" y="66039"/>
                  </a:moveTo>
                  <a:lnTo>
                    <a:pt x="0" y="66039"/>
                  </a:lnTo>
                  <a:lnTo>
                    <a:pt x="0" y="71120"/>
                  </a:lnTo>
                  <a:lnTo>
                    <a:pt x="2539" y="71120"/>
                  </a:lnTo>
                  <a:lnTo>
                    <a:pt x="2539" y="66039"/>
                  </a:lnTo>
                  <a:close/>
                </a:path>
                <a:path w="2540" h="523239">
                  <a:moveTo>
                    <a:pt x="2539" y="59689"/>
                  </a:moveTo>
                  <a:lnTo>
                    <a:pt x="0" y="59689"/>
                  </a:lnTo>
                  <a:lnTo>
                    <a:pt x="0" y="64770"/>
                  </a:lnTo>
                  <a:lnTo>
                    <a:pt x="2539" y="64770"/>
                  </a:lnTo>
                  <a:lnTo>
                    <a:pt x="2539" y="59689"/>
                  </a:lnTo>
                  <a:close/>
                </a:path>
                <a:path w="2540" h="523239">
                  <a:moveTo>
                    <a:pt x="2539" y="53339"/>
                  </a:moveTo>
                  <a:lnTo>
                    <a:pt x="0" y="53339"/>
                  </a:lnTo>
                  <a:lnTo>
                    <a:pt x="0" y="58420"/>
                  </a:lnTo>
                  <a:lnTo>
                    <a:pt x="2539" y="58420"/>
                  </a:lnTo>
                  <a:lnTo>
                    <a:pt x="2539" y="53339"/>
                  </a:lnTo>
                  <a:close/>
                </a:path>
                <a:path w="2540" h="523239">
                  <a:moveTo>
                    <a:pt x="2539" y="46989"/>
                  </a:moveTo>
                  <a:lnTo>
                    <a:pt x="0" y="46989"/>
                  </a:lnTo>
                  <a:lnTo>
                    <a:pt x="0" y="52070"/>
                  </a:lnTo>
                  <a:lnTo>
                    <a:pt x="2539" y="52070"/>
                  </a:lnTo>
                  <a:lnTo>
                    <a:pt x="2539" y="46989"/>
                  </a:lnTo>
                  <a:close/>
                </a:path>
                <a:path w="2540" h="523239">
                  <a:moveTo>
                    <a:pt x="2539" y="40639"/>
                  </a:moveTo>
                  <a:lnTo>
                    <a:pt x="0" y="40639"/>
                  </a:lnTo>
                  <a:lnTo>
                    <a:pt x="0" y="45720"/>
                  </a:lnTo>
                  <a:lnTo>
                    <a:pt x="2539" y="45720"/>
                  </a:lnTo>
                  <a:lnTo>
                    <a:pt x="2539" y="40639"/>
                  </a:lnTo>
                  <a:close/>
                </a:path>
                <a:path w="2540" h="523239">
                  <a:moveTo>
                    <a:pt x="2539" y="34289"/>
                  </a:moveTo>
                  <a:lnTo>
                    <a:pt x="0" y="34289"/>
                  </a:lnTo>
                  <a:lnTo>
                    <a:pt x="0" y="39370"/>
                  </a:lnTo>
                  <a:lnTo>
                    <a:pt x="2539" y="39370"/>
                  </a:lnTo>
                  <a:lnTo>
                    <a:pt x="2539" y="34289"/>
                  </a:lnTo>
                  <a:close/>
                </a:path>
                <a:path w="2540" h="523239">
                  <a:moveTo>
                    <a:pt x="2539" y="27939"/>
                  </a:moveTo>
                  <a:lnTo>
                    <a:pt x="0" y="27939"/>
                  </a:lnTo>
                  <a:lnTo>
                    <a:pt x="0" y="33020"/>
                  </a:lnTo>
                  <a:lnTo>
                    <a:pt x="2539" y="33020"/>
                  </a:lnTo>
                  <a:lnTo>
                    <a:pt x="2539" y="27939"/>
                  </a:lnTo>
                  <a:close/>
                </a:path>
                <a:path w="2540" h="523239">
                  <a:moveTo>
                    <a:pt x="2539" y="21589"/>
                  </a:moveTo>
                  <a:lnTo>
                    <a:pt x="0" y="21589"/>
                  </a:lnTo>
                  <a:lnTo>
                    <a:pt x="0" y="26670"/>
                  </a:lnTo>
                  <a:lnTo>
                    <a:pt x="2539" y="26670"/>
                  </a:lnTo>
                  <a:lnTo>
                    <a:pt x="2539" y="21589"/>
                  </a:lnTo>
                  <a:close/>
                </a:path>
                <a:path w="2540" h="523239">
                  <a:moveTo>
                    <a:pt x="2539" y="15239"/>
                  </a:moveTo>
                  <a:lnTo>
                    <a:pt x="0" y="15239"/>
                  </a:lnTo>
                  <a:lnTo>
                    <a:pt x="0" y="20320"/>
                  </a:lnTo>
                  <a:lnTo>
                    <a:pt x="2539" y="20320"/>
                  </a:lnTo>
                  <a:lnTo>
                    <a:pt x="2539" y="15239"/>
                  </a:lnTo>
                  <a:close/>
                </a:path>
                <a:path w="2540" h="523239">
                  <a:moveTo>
                    <a:pt x="2539" y="8889"/>
                  </a:moveTo>
                  <a:lnTo>
                    <a:pt x="0" y="8889"/>
                  </a:lnTo>
                  <a:lnTo>
                    <a:pt x="0" y="13970"/>
                  </a:lnTo>
                  <a:lnTo>
                    <a:pt x="2539" y="13970"/>
                  </a:lnTo>
                  <a:lnTo>
                    <a:pt x="2539" y="8889"/>
                  </a:lnTo>
                  <a:close/>
                </a:path>
                <a:path w="2540" h="523239">
                  <a:moveTo>
                    <a:pt x="2539" y="2539"/>
                  </a:moveTo>
                  <a:lnTo>
                    <a:pt x="0" y="2539"/>
                  </a:lnTo>
                  <a:lnTo>
                    <a:pt x="0" y="7620"/>
                  </a:lnTo>
                  <a:lnTo>
                    <a:pt x="2539" y="7620"/>
                  </a:lnTo>
                  <a:lnTo>
                    <a:pt x="2539" y="2539"/>
                  </a:lnTo>
                  <a:close/>
                </a:path>
                <a:path w="2540" h="523239">
                  <a:moveTo>
                    <a:pt x="2539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39" y="1270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D8CC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2" name="object 3502"/>
            <p:cNvSpPr/>
            <p:nvPr/>
          </p:nvSpPr>
          <p:spPr>
            <a:xfrm>
              <a:off x="6939280" y="2909569"/>
              <a:ext cx="3810" cy="521970"/>
            </a:xfrm>
            <a:custGeom>
              <a:avLst/>
              <a:gdLst/>
              <a:ahLst/>
              <a:cxnLst/>
              <a:rect l="l" t="t" r="r" b="b"/>
              <a:pathLst>
                <a:path w="3809" h="521970">
                  <a:moveTo>
                    <a:pt x="3810" y="515619"/>
                  </a:moveTo>
                  <a:lnTo>
                    <a:pt x="0" y="515619"/>
                  </a:lnTo>
                  <a:lnTo>
                    <a:pt x="0" y="521969"/>
                  </a:lnTo>
                  <a:lnTo>
                    <a:pt x="1270" y="521969"/>
                  </a:lnTo>
                  <a:lnTo>
                    <a:pt x="1270" y="520700"/>
                  </a:lnTo>
                  <a:lnTo>
                    <a:pt x="3810" y="520700"/>
                  </a:lnTo>
                  <a:lnTo>
                    <a:pt x="3810" y="515619"/>
                  </a:lnTo>
                  <a:close/>
                </a:path>
                <a:path w="3809" h="521970">
                  <a:moveTo>
                    <a:pt x="3810" y="509269"/>
                  </a:moveTo>
                  <a:lnTo>
                    <a:pt x="0" y="509269"/>
                  </a:lnTo>
                  <a:lnTo>
                    <a:pt x="0" y="514350"/>
                  </a:lnTo>
                  <a:lnTo>
                    <a:pt x="3810" y="514350"/>
                  </a:lnTo>
                  <a:lnTo>
                    <a:pt x="3810" y="509269"/>
                  </a:lnTo>
                  <a:close/>
                </a:path>
                <a:path w="3809" h="521970">
                  <a:moveTo>
                    <a:pt x="3810" y="502919"/>
                  </a:moveTo>
                  <a:lnTo>
                    <a:pt x="0" y="502919"/>
                  </a:lnTo>
                  <a:lnTo>
                    <a:pt x="0" y="508000"/>
                  </a:lnTo>
                  <a:lnTo>
                    <a:pt x="3810" y="508000"/>
                  </a:lnTo>
                  <a:lnTo>
                    <a:pt x="3810" y="502919"/>
                  </a:lnTo>
                  <a:close/>
                </a:path>
                <a:path w="3809" h="521970">
                  <a:moveTo>
                    <a:pt x="3810" y="496569"/>
                  </a:moveTo>
                  <a:lnTo>
                    <a:pt x="0" y="496569"/>
                  </a:lnTo>
                  <a:lnTo>
                    <a:pt x="0" y="501650"/>
                  </a:lnTo>
                  <a:lnTo>
                    <a:pt x="3810" y="501650"/>
                  </a:lnTo>
                  <a:lnTo>
                    <a:pt x="3810" y="496569"/>
                  </a:lnTo>
                  <a:close/>
                </a:path>
                <a:path w="3809" h="521970">
                  <a:moveTo>
                    <a:pt x="3810" y="490219"/>
                  </a:moveTo>
                  <a:lnTo>
                    <a:pt x="0" y="490219"/>
                  </a:lnTo>
                  <a:lnTo>
                    <a:pt x="0" y="495300"/>
                  </a:lnTo>
                  <a:lnTo>
                    <a:pt x="3810" y="495300"/>
                  </a:lnTo>
                  <a:lnTo>
                    <a:pt x="3810" y="490219"/>
                  </a:lnTo>
                  <a:close/>
                </a:path>
                <a:path w="3809" h="521970">
                  <a:moveTo>
                    <a:pt x="3810" y="483869"/>
                  </a:moveTo>
                  <a:lnTo>
                    <a:pt x="0" y="483869"/>
                  </a:lnTo>
                  <a:lnTo>
                    <a:pt x="0" y="488950"/>
                  </a:lnTo>
                  <a:lnTo>
                    <a:pt x="3810" y="488950"/>
                  </a:lnTo>
                  <a:lnTo>
                    <a:pt x="3810" y="483869"/>
                  </a:lnTo>
                  <a:close/>
                </a:path>
                <a:path w="3809" h="521970">
                  <a:moveTo>
                    <a:pt x="3810" y="477519"/>
                  </a:moveTo>
                  <a:lnTo>
                    <a:pt x="0" y="477519"/>
                  </a:lnTo>
                  <a:lnTo>
                    <a:pt x="0" y="482600"/>
                  </a:lnTo>
                  <a:lnTo>
                    <a:pt x="3810" y="482600"/>
                  </a:lnTo>
                  <a:lnTo>
                    <a:pt x="3810" y="477519"/>
                  </a:lnTo>
                  <a:close/>
                </a:path>
                <a:path w="3809" h="521970">
                  <a:moveTo>
                    <a:pt x="3810" y="471169"/>
                  </a:moveTo>
                  <a:lnTo>
                    <a:pt x="0" y="471169"/>
                  </a:lnTo>
                  <a:lnTo>
                    <a:pt x="0" y="476250"/>
                  </a:lnTo>
                  <a:lnTo>
                    <a:pt x="3810" y="476250"/>
                  </a:lnTo>
                  <a:lnTo>
                    <a:pt x="3810" y="471169"/>
                  </a:lnTo>
                  <a:close/>
                </a:path>
                <a:path w="3809" h="521970">
                  <a:moveTo>
                    <a:pt x="3810" y="464819"/>
                  </a:moveTo>
                  <a:lnTo>
                    <a:pt x="0" y="464819"/>
                  </a:lnTo>
                  <a:lnTo>
                    <a:pt x="0" y="469900"/>
                  </a:lnTo>
                  <a:lnTo>
                    <a:pt x="3810" y="469900"/>
                  </a:lnTo>
                  <a:lnTo>
                    <a:pt x="3810" y="464819"/>
                  </a:lnTo>
                  <a:close/>
                </a:path>
                <a:path w="3809" h="521970">
                  <a:moveTo>
                    <a:pt x="3810" y="458469"/>
                  </a:moveTo>
                  <a:lnTo>
                    <a:pt x="0" y="458469"/>
                  </a:lnTo>
                  <a:lnTo>
                    <a:pt x="0" y="463550"/>
                  </a:lnTo>
                  <a:lnTo>
                    <a:pt x="3810" y="463550"/>
                  </a:lnTo>
                  <a:lnTo>
                    <a:pt x="3810" y="458469"/>
                  </a:lnTo>
                  <a:close/>
                </a:path>
                <a:path w="3809" h="521970">
                  <a:moveTo>
                    <a:pt x="3810" y="71119"/>
                  </a:moveTo>
                  <a:lnTo>
                    <a:pt x="0" y="71119"/>
                  </a:lnTo>
                  <a:lnTo>
                    <a:pt x="0" y="457200"/>
                  </a:lnTo>
                  <a:lnTo>
                    <a:pt x="3810" y="457200"/>
                  </a:lnTo>
                  <a:lnTo>
                    <a:pt x="3810" y="71119"/>
                  </a:lnTo>
                  <a:close/>
                </a:path>
                <a:path w="3809" h="521970">
                  <a:moveTo>
                    <a:pt x="3810" y="64769"/>
                  </a:moveTo>
                  <a:lnTo>
                    <a:pt x="0" y="64769"/>
                  </a:lnTo>
                  <a:lnTo>
                    <a:pt x="0" y="69850"/>
                  </a:lnTo>
                  <a:lnTo>
                    <a:pt x="3810" y="69850"/>
                  </a:lnTo>
                  <a:lnTo>
                    <a:pt x="3810" y="64769"/>
                  </a:lnTo>
                  <a:close/>
                </a:path>
                <a:path w="3809" h="521970">
                  <a:moveTo>
                    <a:pt x="3810" y="58419"/>
                  </a:moveTo>
                  <a:lnTo>
                    <a:pt x="0" y="58419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58419"/>
                  </a:lnTo>
                  <a:close/>
                </a:path>
                <a:path w="3809" h="521970">
                  <a:moveTo>
                    <a:pt x="3810" y="52069"/>
                  </a:moveTo>
                  <a:lnTo>
                    <a:pt x="0" y="52069"/>
                  </a:lnTo>
                  <a:lnTo>
                    <a:pt x="0" y="57150"/>
                  </a:lnTo>
                  <a:lnTo>
                    <a:pt x="3810" y="57150"/>
                  </a:lnTo>
                  <a:lnTo>
                    <a:pt x="3810" y="52069"/>
                  </a:lnTo>
                  <a:close/>
                </a:path>
                <a:path w="3809" h="521970">
                  <a:moveTo>
                    <a:pt x="3810" y="45719"/>
                  </a:moveTo>
                  <a:lnTo>
                    <a:pt x="0" y="45719"/>
                  </a:lnTo>
                  <a:lnTo>
                    <a:pt x="0" y="50800"/>
                  </a:lnTo>
                  <a:lnTo>
                    <a:pt x="3810" y="50800"/>
                  </a:lnTo>
                  <a:lnTo>
                    <a:pt x="3810" y="45719"/>
                  </a:lnTo>
                  <a:close/>
                </a:path>
                <a:path w="3809" h="521970">
                  <a:moveTo>
                    <a:pt x="3810" y="39369"/>
                  </a:moveTo>
                  <a:lnTo>
                    <a:pt x="0" y="39369"/>
                  </a:lnTo>
                  <a:lnTo>
                    <a:pt x="0" y="44450"/>
                  </a:lnTo>
                  <a:lnTo>
                    <a:pt x="3810" y="44450"/>
                  </a:lnTo>
                  <a:lnTo>
                    <a:pt x="3810" y="39369"/>
                  </a:lnTo>
                  <a:close/>
                </a:path>
                <a:path w="3809" h="521970">
                  <a:moveTo>
                    <a:pt x="3810" y="33019"/>
                  </a:moveTo>
                  <a:lnTo>
                    <a:pt x="0" y="33019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3019"/>
                  </a:lnTo>
                  <a:close/>
                </a:path>
                <a:path w="3809" h="521970">
                  <a:moveTo>
                    <a:pt x="3810" y="26669"/>
                  </a:moveTo>
                  <a:lnTo>
                    <a:pt x="0" y="26669"/>
                  </a:lnTo>
                  <a:lnTo>
                    <a:pt x="0" y="31750"/>
                  </a:lnTo>
                  <a:lnTo>
                    <a:pt x="3810" y="31750"/>
                  </a:lnTo>
                  <a:lnTo>
                    <a:pt x="3810" y="26669"/>
                  </a:lnTo>
                  <a:close/>
                </a:path>
                <a:path w="3809" h="521970">
                  <a:moveTo>
                    <a:pt x="3810" y="20319"/>
                  </a:moveTo>
                  <a:lnTo>
                    <a:pt x="0" y="20319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0319"/>
                  </a:lnTo>
                  <a:close/>
                </a:path>
                <a:path w="3809" h="521970">
                  <a:moveTo>
                    <a:pt x="3810" y="13969"/>
                  </a:moveTo>
                  <a:lnTo>
                    <a:pt x="0" y="13969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3969"/>
                  </a:lnTo>
                  <a:close/>
                </a:path>
                <a:path w="3809" h="521970">
                  <a:moveTo>
                    <a:pt x="3810" y="7619"/>
                  </a:moveTo>
                  <a:lnTo>
                    <a:pt x="0" y="7619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7619"/>
                  </a:lnTo>
                  <a:close/>
                </a:path>
                <a:path w="3809" h="521970">
                  <a:moveTo>
                    <a:pt x="1270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D7C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3" name="object 3503"/>
            <p:cNvSpPr/>
            <p:nvPr/>
          </p:nvSpPr>
          <p:spPr>
            <a:xfrm>
              <a:off x="6943089" y="2912110"/>
              <a:ext cx="3810" cy="521970"/>
            </a:xfrm>
            <a:custGeom>
              <a:avLst/>
              <a:gdLst/>
              <a:ahLst/>
              <a:cxnLst/>
              <a:rect l="l" t="t" r="r" b="b"/>
              <a:pathLst>
                <a:path w="3809" h="521970">
                  <a:moveTo>
                    <a:pt x="3809" y="519429"/>
                  </a:moveTo>
                  <a:lnTo>
                    <a:pt x="0" y="519429"/>
                  </a:lnTo>
                  <a:lnTo>
                    <a:pt x="0" y="520700"/>
                  </a:lnTo>
                  <a:lnTo>
                    <a:pt x="2539" y="520700"/>
                  </a:lnTo>
                  <a:lnTo>
                    <a:pt x="2539" y="521970"/>
                  </a:lnTo>
                  <a:lnTo>
                    <a:pt x="3809" y="521970"/>
                  </a:lnTo>
                  <a:lnTo>
                    <a:pt x="3809" y="519429"/>
                  </a:lnTo>
                  <a:close/>
                </a:path>
                <a:path w="3809" h="521970">
                  <a:moveTo>
                    <a:pt x="3809" y="513079"/>
                  </a:moveTo>
                  <a:lnTo>
                    <a:pt x="0" y="513079"/>
                  </a:lnTo>
                  <a:lnTo>
                    <a:pt x="0" y="518160"/>
                  </a:lnTo>
                  <a:lnTo>
                    <a:pt x="3809" y="518160"/>
                  </a:lnTo>
                  <a:lnTo>
                    <a:pt x="3809" y="513079"/>
                  </a:lnTo>
                  <a:close/>
                </a:path>
                <a:path w="3809" h="521970">
                  <a:moveTo>
                    <a:pt x="3809" y="506729"/>
                  </a:moveTo>
                  <a:lnTo>
                    <a:pt x="0" y="506729"/>
                  </a:lnTo>
                  <a:lnTo>
                    <a:pt x="0" y="511810"/>
                  </a:lnTo>
                  <a:lnTo>
                    <a:pt x="3809" y="511810"/>
                  </a:lnTo>
                  <a:lnTo>
                    <a:pt x="3809" y="506729"/>
                  </a:lnTo>
                  <a:close/>
                </a:path>
                <a:path w="3809" h="521970">
                  <a:moveTo>
                    <a:pt x="3809" y="500379"/>
                  </a:moveTo>
                  <a:lnTo>
                    <a:pt x="0" y="500379"/>
                  </a:lnTo>
                  <a:lnTo>
                    <a:pt x="0" y="505460"/>
                  </a:lnTo>
                  <a:lnTo>
                    <a:pt x="3809" y="505460"/>
                  </a:lnTo>
                  <a:lnTo>
                    <a:pt x="3809" y="500379"/>
                  </a:lnTo>
                  <a:close/>
                </a:path>
                <a:path w="3809" h="521970">
                  <a:moveTo>
                    <a:pt x="3809" y="494029"/>
                  </a:moveTo>
                  <a:lnTo>
                    <a:pt x="0" y="494029"/>
                  </a:lnTo>
                  <a:lnTo>
                    <a:pt x="0" y="499110"/>
                  </a:lnTo>
                  <a:lnTo>
                    <a:pt x="3809" y="499110"/>
                  </a:lnTo>
                  <a:lnTo>
                    <a:pt x="3809" y="494029"/>
                  </a:lnTo>
                  <a:close/>
                </a:path>
                <a:path w="3809" h="521970">
                  <a:moveTo>
                    <a:pt x="3809" y="487679"/>
                  </a:moveTo>
                  <a:lnTo>
                    <a:pt x="0" y="487679"/>
                  </a:lnTo>
                  <a:lnTo>
                    <a:pt x="0" y="492760"/>
                  </a:lnTo>
                  <a:lnTo>
                    <a:pt x="3809" y="492760"/>
                  </a:lnTo>
                  <a:lnTo>
                    <a:pt x="3809" y="487679"/>
                  </a:lnTo>
                  <a:close/>
                </a:path>
                <a:path w="3809" h="521970">
                  <a:moveTo>
                    <a:pt x="3809" y="481329"/>
                  </a:moveTo>
                  <a:lnTo>
                    <a:pt x="0" y="481329"/>
                  </a:lnTo>
                  <a:lnTo>
                    <a:pt x="0" y="486410"/>
                  </a:lnTo>
                  <a:lnTo>
                    <a:pt x="3809" y="486410"/>
                  </a:lnTo>
                  <a:lnTo>
                    <a:pt x="3809" y="481329"/>
                  </a:lnTo>
                  <a:close/>
                </a:path>
                <a:path w="3809" h="521970">
                  <a:moveTo>
                    <a:pt x="3809" y="474979"/>
                  </a:moveTo>
                  <a:lnTo>
                    <a:pt x="0" y="474979"/>
                  </a:lnTo>
                  <a:lnTo>
                    <a:pt x="0" y="480060"/>
                  </a:lnTo>
                  <a:lnTo>
                    <a:pt x="3809" y="480060"/>
                  </a:lnTo>
                  <a:lnTo>
                    <a:pt x="3809" y="474979"/>
                  </a:lnTo>
                  <a:close/>
                </a:path>
                <a:path w="3809" h="521970">
                  <a:moveTo>
                    <a:pt x="3809" y="468629"/>
                  </a:moveTo>
                  <a:lnTo>
                    <a:pt x="0" y="468629"/>
                  </a:lnTo>
                  <a:lnTo>
                    <a:pt x="0" y="473710"/>
                  </a:lnTo>
                  <a:lnTo>
                    <a:pt x="3809" y="473710"/>
                  </a:lnTo>
                  <a:lnTo>
                    <a:pt x="3809" y="468629"/>
                  </a:lnTo>
                  <a:close/>
                </a:path>
                <a:path w="3809" h="521970">
                  <a:moveTo>
                    <a:pt x="3809" y="462279"/>
                  </a:moveTo>
                  <a:lnTo>
                    <a:pt x="0" y="462279"/>
                  </a:lnTo>
                  <a:lnTo>
                    <a:pt x="0" y="467360"/>
                  </a:lnTo>
                  <a:lnTo>
                    <a:pt x="3809" y="467360"/>
                  </a:lnTo>
                  <a:lnTo>
                    <a:pt x="3809" y="462279"/>
                  </a:lnTo>
                  <a:close/>
                </a:path>
                <a:path w="3809" h="521970">
                  <a:moveTo>
                    <a:pt x="3809" y="455929"/>
                  </a:moveTo>
                  <a:lnTo>
                    <a:pt x="0" y="455929"/>
                  </a:lnTo>
                  <a:lnTo>
                    <a:pt x="0" y="461010"/>
                  </a:lnTo>
                  <a:lnTo>
                    <a:pt x="3809" y="461010"/>
                  </a:lnTo>
                  <a:lnTo>
                    <a:pt x="3809" y="455929"/>
                  </a:lnTo>
                  <a:close/>
                </a:path>
                <a:path w="3809" h="521970">
                  <a:moveTo>
                    <a:pt x="3809" y="68579"/>
                  </a:moveTo>
                  <a:lnTo>
                    <a:pt x="0" y="68579"/>
                  </a:lnTo>
                  <a:lnTo>
                    <a:pt x="0" y="454660"/>
                  </a:lnTo>
                  <a:lnTo>
                    <a:pt x="3809" y="454660"/>
                  </a:lnTo>
                  <a:lnTo>
                    <a:pt x="3809" y="68579"/>
                  </a:lnTo>
                  <a:close/>
                </a:path>
                <a:path w="3809" h="521970">
                  <a:moveTo>
                    <a:pt x="3809" y="62229"/>
                  </a:moveTo>
                  <a:lnTo>
                    <a:pt x="0" y="62229"/>
                  </a:lnTo>
                  <a:lnTo>
                    <a:pt x="0" y="67310"/>
                  </a:lnTo>
                  <a:lnTo>
                    <a:pt x="3809" y="67310"/>
                  </a:lnTo>
                  <a:lnTo>
                    <a:pt x="3809" y="62229"/>
                  </a:lnTo>
                  <a:close/>
                </a:path>
                <a:path w="3809" h="521970">
                  <a:moveTo>
                    <a:pt x="3809" y="55879"/>
                  </a:moveTo>
                  <a:lnTo>
                    <a:pt x="0" y="55879"/>
                  </a:lnTo>
                  <a:lnTo>
                    <a:pt x="0" y="60960"/>
                  </a:lnTo>
                  <a:lnTo>
                    <a:pt x="3809" y="60960"/>
                  </a:lnTo>
                  <a:lnTo>
                    <a:pt x="3809" y="55879"/>
                  </a:lnTo>
                  <a:close/>
                </a:path>
                <a:path w="3809" h="521970">
                  <a:moveTo>
                    <a:pt x="3809" y="49529"/>
                  </a:moveTo>
                  <a:lnTo>
                    <a:pt x="0" y="49529"/>
                  </a:lnTo>
                  <a:lnTo>
                    <a:pt x="0" y="54610"/>
                  </a:lnTo>
                  <a:lnTo>
                    <a:pt x="3809" y="54610"/>
                  </a:lnTo>
                  <a:lnTo>
                    <a:pt x="3809" y="49529"/>
                  </a:lnTo>
                  <a:close/>
                </a:path>
                <a:path w="3809" h="521970">
                  <a:moveTo>
                    <a:pt x="3809" y="43179"/>
                  </a:moveTo>
                  <a:lnTo>
                    <a:pt x="0" y="43179"/>
                  </a:lnTo>
                  <a:lnTo>
                    <a:pt x="0" y="48260"/>
                  </a:lnTo>
                  <a:lnTo>
                    <a:pt x="3809" y="48260"/>
                  </a:lnTo>
                  <a:lnTo>
                    <a:pt x="3809" y="43179"/>
                  </a:lnTo>
                  <a:close/>
                </a:path>
                <a:path w="3809" h="521970">
                  <a:moveTo>
                    <a:pt x="3809" y="36829"/>
                  </a:moveTo>
                  <a:lnTo>
                    <a:pt x="0" y="36829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36829"/>
                  </a:lnTo>
                  <a:close/>
                </a:path>
                <a:path w="3809" h="521970">
                  <a:moveTo>
                    <a:pt x="3809" y="30479"/>
                  </a:moveTo>
                  <a:lnTo>
                    <a:pt x="0" y="30479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30479"/>
                  </a:lnTo>
                  <a:close/>
                </a:path>
                <a:path w="3809" h="521970">
                  <a:moveTo>
                    <a:pt x="3809" y="24129"/>
                  </a:moveTo>
                  <a:lnTo>
                    <a:pt x="0" y="24129"/>
                  </a:lnTo>
                  <a:lnTo>
                    <a:pt x="0" y="29210"/>
                  </a:lnTo>
                  <a:lnTo>
                    <a:pt x="3809" y="29210"/>
                  </a:lnTo>
                  <a:lnTo>
                    <a:pt x="3809" y="24129"/>
                  </a:lnTo>
                  <a:close/>
                </a:path>
                <a:path w="3809" h="521970">
                  <a:moveTo>
                    <a:pt x="3809" y="17779"/>
                  </a:moveTo>
                  <a:lnTo>
                    <a:pt x="0" y="17779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17779"/>
                  </a:lnTo>
                  <a:close/>
                </a:path>
                <a:path w="3809" h="521970">
                  <a:moveTo>
                    <a:pt x="3809" y="11429"/>
                  </a:moveTo>
                  <a:lnTo>
                    <a:pt x="0" y="11429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1429"/>
                  </a:lnTo>
                  <a:close/>
                </a:path>
                <a:path w="3809" h="521970">
                  <a:moveTo>
                    <a:pt x="3809" y="5079"/>
                  </a:moveTo>
                  <a:lnTo>
                    <a:pt x="0" y="5079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5079"/>
                  </a:lnTo>
                  <a:close/>
                </a:path>
                <a:path w="3809" h="521970">
                  <a:moveTo>
                    <a:pt x="253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1270"/>
                  </a:lnTo>
                  <a:lnTo>
                    <a:pt x="2539" y="1270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D6CA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4" name="object 3504"/>
            <p:cNvSpPr/>
            <p:nvPr/>
          </p:nvSpPr>
          <p:spPr>
            <a:xfrm>
              <a:off x="6946900" y="2914650"/>
              <a:ext cx="3810" cy="520700"/>
            </a:xfrm>
            <a:custGeom>
              <a:avLst/>
              <a:gdLst/>
              <a:ahLst/>
              <a:cxnLst/>
              <a:rect l="l" t="t" r="r" b="b"/>
              <a:pathLst>
                <a:path w="3809" h="520700">
                  <a:moveTo>
                    <a:pt x="3809" y="516889"/>
                  </a:moveTo>
                  <a:lnTo>
                    <a:pt x="0" y="516889"/>
                  </a:lnTo>
                  <a:lnTo>
                    <a:pt x="0" y="519430"/>
                  </a:lnTo>
                  <a:lnTo>
                    <a:pt x="1270" y="519430"/>
                  </a:lnTo>
                  <a:lnTo>
                    <a:pt x="1270" y="520700"/>
                  </a:lnTo>
                  <a:lnTo>
                    <a:pt x="3809" y="520700"/>
                  </a:lnTo>
                  <a:lnTo>
                    <a:pt x="3809" y="516889"/>
                  </a:lnTo>
                  <a:close/>
                </a:path>
                <a:path w="3809" h="520700">
                  <a:moveTo>
                    <a:pt x="3809" y="510539"/>
                  </a:moveTo>
                  <a:lnTo>
                    <a:pt x="0" y="510539"/>
                  </a:lnTo>
                  <a:lnTo>
                    <a:pt x="0" y="515620"/>
                  </a:lnTo>
                  <a:lnTo>
                    <a:pt x="3809" y="515620"/>
                  </a:lnTo>
                  <a:lnTo>
                    <a:pt x="3809" y="510539"/>
                  </a:lnTo>
                  <a:close/>
                </a:path>
                <a:path w="3809" h="520700">
                  <a:moveTo>
                    <a:pt x="3809" y="504189"/>
                  </a:moveTo>
                  <a:lnTo>
                    <a:pt x="0" y="504189"/>
                  </a:lnTo>
                  <a:lnTo>
                    <a:pt x="0" y="509270"/>
                  </a:lnTo>
                  <a:lnTo>
                    <a:pt x="3809" y="509270"/>
                  </a:lnTo>
                  <a:lnTo>
                    <a:pt x="3809" y="504189"/>
                  </a:lnTo>
                  <a:close/>
                </a:path>
                <a:path w="3809" h="520700">
                  <a:moveTo>
                    <a:pt x="3809" y="497839"/>
                  </a:moveTo>
                  <a:lnTo>
                    <a:pt x="0" y="497839"/>
                  </a:lnTo>
                  <a:lnTo>
                    <a:pt x="0" y="502920"/>
                  </a:lnTo>
                  <a:lnTo>
                    <a:pt x="3809" y="502920"/>
                  </a:lnTo>
                  <a:lnTo>
                    <a:pt x="3809" y="497839"/>
                  </a:lnTo>
                  <a:close/>
                </a:path>
                <a:path w="3809" h="520700">
                  <a:moveTo>
                    <a:pt x="3809" y="491489"/>
                  </a:moveTo>
                  <a:lnTo>
                    <a:pt x="0" y="491489"/>
                  </a:lnTo>
                  <a:lnTo>
                    <a:pt x="0" y="496570"/>
                  </a:lnTo>
                  <a:lnTo>
                    <a:pt x="3809" y="496570"/>
                  </a:lnTo>
                  <a:lnTo>
                    <a:pt x="3809" y="491489"/>
                  </a:lnTo>
                  <a:close/>
                </a:path>
                <a:path w="3809" h="520700">
                  <a:moveTo>
                    <a:pt x="3809" y="485139"/>
                  </a:moveTo>
                  <a:lnTo>
                    <a:pt x="0" y="485139"/>
                  </a:lnTo>
                  <a:lnTo>
                    <a:pt x="0" y="490220"/>
                  </a:lnTo>
                  <a:lnTo>
                    <a:pt x="3809" y="490220"/>
                  </a:lnTo>
                  <a:lnTo>
                    <a:pt x="3809" y="485139"/>
                  </a:lnTo>
                  <a:close/>
                </a:path>
                <a:path w="3809" h="520700">
                  <a:moveTo>
                    <a:pt x="3809" y="478789"/>
                  </a:moveTo>
                  <a:lnTo>
                    <a:pt x="0" y="478789"/>
                  </a:lnTo>
                  <a:lnTo>
                    <a:pt x="0" y="483870"/>
                  </a:lnTo>
                  <a:lnTo>
                    <a:pt x="3809" y="483870"/>
                  </a:lnTo>
                  <a:lnTo>
                    <a:pt x="3809" y="478789"/>
                  </a:lnTo>
                  <a:close/>
                </a:path>
                <a:path w="3809" h="520700">
                  <a:moveTo>
                    <a:pt x="3809" y="472439"/>
                  </a:moveTo>
                  <a:lnTo>
                    <a:pt x="0" y="472439"/>
                  </a:lnTo>
                  <a:lnTo>
                    <a:pt x="0" y="477520"/>
                  </a:lnTo>
                  <a:lnTo>
                    <a:pt x="3809" y="477520"/>
                  </a:lnTo>
                  <a:lnTo>
                    <a:pt x="3809" y="472439"/>
                  </a:lnTo>
                  <a:close/>
                </a:path>
                <a:path w="3809" h="520700">
                  <a:moveTo>
                    <a:pt x="3809" y="466089"/>
                  </a:moveTo>
                  <a:lnTo>
                    <a:pt x="0" y="466089"/>
                  </a:lnTo>
                  <a:lnTo>
                    <a:pt x="0" y="471170"/>
                  </a:lnTo>
                  <a:lnTo>
                    <a:pt x="3809" y="471170"/>
                  </a:lnTo>
                  <a:lnTo>
                    <a:pt x="3809" y="466089"/>
                  </a:lnTo>
                  <a:close/>
                </a:path>
                <a:path w="3809" h="520700">
                  <a:moveTo>
                    <a:pt x="3809" y="459739"/>
                  </a:moveTo>
                  <a:lnTo>
                    <a:pt x="0" y="459739"/>
                  </a:lnTo>
                  <a:lnTo>
                    <a:pt x="0" y="464820"/>
                  </a:lnTo>
                  <a:lnTo>
                    <a:pt x="3809" y="464820"/>
                  </a:lnTo>
                  <a:lnTo>
                    <a:pt x="3809" y="459739"/>
                  </a:lnTo>
                  <a:close/>
                </a:path>
                <a:path w="3809" h="520700">
                  <a:moveTo>
                    <a:pt x="3809" y="453389"/>
                  </a:moveTo>
                  <a:lnTo>
                    <a:pt x="0" y="453389"/>
                  </a:lnTo>
                  <a:lnTo>
                    <a:pt x="0" y="458470"/>
                  </a:lnTo>
                  <a:lnTo>
                    <a:pt x="3809" y="458470"/>
                  </a:lnTo>
                  <a:lnTo>
                    <a:pt x="3809" y="453389"/>
                  </a:lnTo>
                  <a:close/>
                </a:path>
                <a:path w="3809" h="520700">
                  <a:moveTo>
                    <a:pt x="3809" y="66039"/>
                  </a:moveTo>
                  <a:lnTo>
                    <a:pt x="0" y="66039"/>
                  </a:lnTo>
                  <a:lnTo>
                    <a:pt x="0" y="452120"/>
                  </a:lnTo>
                  <a:lnTo>
                    <a:pt x="3809" y="452120"/>
                  </a:lnTo>
                  <a:lnTo>
                    <a:pt x="3809" y="66039"/>
                  </a:lnTo>
                  <a:close/>
                </a:path>
                <a:path w="3809" h="520700">
                  <a:moveTo>
                    <a:pt x="3809" y="59689"/>
                  </a:moveTo>
                  <a:lnTo>
                    <a:pt x="0" y="59689"/>
                  </a:lnTo>
                  <a:lnTo>
                    <a:pt x="0" y="64770"/>
                  </a:lnTo>
                  <a:lnTo>
                    <a:pt x="3809" y="64770"/>
                  </a:lnTo>
                  <a:lnTo>
                    <a:pt x="3809" y="59689"/>
                  </a:lnTo>
                  <a:close/>
                </a:path>
                <a:path w="3809" h="520700">
                  <a:moveTo>
                    <a:pt x="3809" y="53339"/>
                  </a:moveTo>
                  <a:lnTo>
                    <a:pt x="0" y="53339"/>
                  </a:lnTo>
                  <a:lnTo>
                    <a:pt x="0" y="58420"/>
                  </a:lnTo>
                  <a:lnTo>
                    <a:pt x="3809" y="58420"/>
                  </a:lnTo>
                  <a:lnTo>
                    <a:pt x="3809" y="53339"/>
                  </a:lnTo>
                  <a:close/>
                </a:path>
                <a:path w="3809" h="520700">
                  <a:moveTo>
                    <a:pt x="3809" y="46989"/>
                  </a:moveTo>
                  <a:lnTo>
                    <a:pt x="0" y="46989"/>
                  </a:lnTo>
                  <a:lnTo>
                    <a:pt x="0" y="52070"/>
                  </a:lnTo>
                  <a:lnTo>
                    <a:pt x="3809" y="52070"/>
                  </a:lnTo>
                  <a:lnTo>
                    <a:pt x="3809" y="46989"/>
                  </a:lnTo>
                  <a:close/>
                </a:path>
                <a:path w="3809" h="520700">
                  <a:moveTo>
                    <a:pt x="3809" y="40639"/>
                  </a:moveTo>
                  <a:lnTo>
                    <a:pt x="0" y="40639"/>
                  </a:lnTo>
                  <a:lnTo>
                    <a:pt x="0" y="45720"/>
                  </a:lnTo>
                  <a:lnTo>
                    <a:pt x="3809" y="45720"/>
                  </a:lnTo>
                  <a:lnTo>
                    <a:pt x="3809" y="40639"/>
                  </a:lnTo>
                  <a:close/>
                </a:path>
                <a:path w="3809" h="520700">
                  <a:moveTo>
                    <a:pt x="3809" y="34289"/>
                  </a:moveTo>
                  <a:lnTo>
                    <a:pt x="0" y="34289"/>
                  </a:lnTo>
                  <a:lnTo>
                    <a:pt x="0" y="39370"/>
                  </a:lnTo>
                  <a:lnTo>
                    <a:pt x="3809" y="39370"/>
                  </a:lnTo>
                  <a:lnTo>
                    <a:pt x="3809" y="34289"/>
                  </a:lnTo>
                  <a:close/>
                </a:path>
                <a:path w="3809" h="520700">
                  <a:moveTo>
                    <a:pt x="3809" y="27939"/>
                  </a:moveTo>
                  <a:lnTo>
                    <a:pt x="0" y="27939"/>
                  </a:lnTo>
                  <a:lnTo>
                    <a:pt x="0" y="33020"/>
                  </a:lnTo>
                  <a:lnTo>
                    <a:pt x="3809" y="33020"/>
                  </a:lnTo>
                  <a:lnTo>
                    <a:pt x="3809" y="27939"/>
                  </a:lnTo>
                  <a:close/>
                </a:path>
                <a:path w="3809" h="520700">
                  <a:moveTo>
                    <a:pt x="3809" y="21589"/>
                  </a:moveTo>
                  <a:lnTo>
                    <a:pt x="0" y="21589"/>
                  </a:lnTo>
                  <a:lnTo>
                    <a:pt x="0" y="26670"/>
                  </a:lnTo>
                  <a:lnTo>
                    <a:pt x="3809" y="26670"/>
                  </a:lnTo>
                  <a:lnTo>
                    <a:pt x="3809" y="21589"/>
                  </a:lnTo>
                  <a:close/>
                </a:path>
                <a:path w="3809" h="520700">
                  <a:moveTo>
                    <a:pt x="3809" y="15239"/>
                  </a:moveTo>
                  <a:lnTo>
                    <a:pt x="0" y="15239"/>
                  </a:lnTo>
                  <a:lnTo>
                    <a:pt x="0" y="20320"/>
                  </a:lnTo>
                  <a:lnTo>
                    <a:pt x="3809" y="20320"/>
                  </a:lnTo>
                  <a:lnTo>
                    <a:pt x="3809" y="15239"/>
                  </a:lnTo>
                  <a:close/>
                </a:path>
                <a:path w="3809" h="520700">
                  <a:moveTo>
                    <a:pt x="3809" y="8889"/>
                  </a:moveTo>
                  <a:lnTo>
                    <a:pt x="0" y="8889"/>
                  </a:lnTo>
                  <a:lnTo>
                    <a:pt x="0" y="13970"/>
                  </a:lnTo>
                  <a:lnTo>
                    <a:pt x="3809" y="13970"/>
                  </a:lnTo>
                  <a:lnTo>
                    <a:pt x="3809" y="8889"/>
                  </a:lnTo>
                  <a:close/>
                </a:path>
                <a:path w="3809" h="520700">
                  <a:moveTo>
                    <a:pt x="3809" y="1270"/>
                  </a:moveTo>
                  <a:lnTo>
                    <a:pt x="2540" y="1270"/>
                  </a:lnTo>
                  <a:lnTo>
                    <a:pt x="2540" y="2539"/>
                  </a:lnTo>
                  <a:lnTo>
                    <a:pt x="0" y="2539"/>
                  </a:lnTo>
                  <a:lnTo>
                    <a:pt x="0" y="7620"/>
                  </a:lnTo>
                  <a:lnTo>
                    <a:pt x="3809" y="7620"/>
                  </a:lnTo>
                  <a:lnTo>
                    <a:pt x="3809" y="1270"/>
                  </a:lnTo>
                  <a:close/>
                </a:path>
                <a:path w="3809" h="520700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D5C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5" name="object 3505"/>
            <p:cNvSpPr/>
            <p:nvPr/>
          </p:nvSpPr>
          <p:spPr>
            <a:xfrm>
              <a:off x="6950710" y="2915919"/>
              <a:ext cx="3810" cy="521970"/>
            </a:xfrm>
            <a:custGeom>
              <a:avLst/>
              <a:gdLst/>
              <a:ahLst/>
              <a:cxnLst/>
              <a:rect l="l" t="t" r="r" b="b"/>
              <a:pathLst>
                <a:path w="3809" h="521970">
                  <a:moveTo>
                    <a:pt x="3810" y="515619"/>
                  </a:moveTo>
                  <a:lnTo>
                    <a:pt x="0" y="515619"/>
                  </a:lnTo>
                  <a:lnTo>
                    <a:pt x="0" y="521969"/>
                  </a:lnTo>
                  <a:lnTo>
                    <a:pt x="1270" y="521969"/>
                  </a:lnTo>
                  <a:lnTo>
                    <a:pt x="1270" y="520700"/>
                  </a:lnTo>
                  <a:lnTo>
                    <a:pt x="3810" y="520700"/>
                  </a:lnTo>
                  <a:lnTo>
                    <a:pt x="3810" y="515619"/>
                  </a:lnTo>
                  <a:close/>
                </a:path>
                <a:path w="3809" h="521970">
                  <a:moveTo>
                    <a:pt x="3810" y="509269"/>
                  </a:moveTo>
                  <a:lnTo>
                    <a:pt x="0" y="509269"/>
                  </a:lnTo>
                  <a:lnTo>
                    <a:pt x="0" y="514350"/>
                  </a:lnTo>
                  <a:lnTo>
                    <a:pt x="3810" y="514350"/>
                  </a:lnTo>
                  <a:lnTo>
                    <a:pt x="3810" y="509269"/>
                  </a:lnTo>
                  <a:close/>
                </a:path>
                <a:path w="3809" h="521970">
                  <a:moveTo>
                    <a:pt x="3810" y="502919"/>
                  </a:moveTo>
                  <a:lnTo>
                    <a:pt x="0" y="502919"/>
                  </a:lnTo>
                  <a:lnTo>
                    <a:pt x="0" y="508000"/>
                  </a:lnTo>
                  <a:lnTo>
                    <a:pt x="3810" y="508000"/>
                  </a:lnTo>
                  <a:lnTo>
                    <a:pt x="3810" y="502919"/>
                  </a:lnTo>
                  <a:close/>
                </a:path>
                <a:path w="3809" h="521970">
                  <a:moveTo>
                    <a:pt x="3810" y="496569"/>
                  </a:moveTo>
                  <a:lnTo>
                    <a:pt x="0" y="496569"/>
                  </a:lnTo>
                  <a:lnTo>
                    <a:pt x="0" y="501650"/>
                  </a:lnTo>
                  <a:lnTo>
                    <a:pt x="3810" y="501650"/>
                  </a:lnTo>
                  <a:lnTo>
                    <a:pt x="3810" y="496569"/>
                  </a:lnTo>
                  <a:close/>
                </a:path>
                <a:path w="3809" h="521970">
                  <a:moveTo>
                    <a:pt x="3810" y="490219"/>
                  </a:moveTo>
                  <a:lnTo>
                    <a:pt x="0" y="490219"/>
                  </a:lnTo>
                  <a:lnTo>
                    <a:pt x="0" y="495300"/>
                  </a:lnTo>
                  <a:lnTo>
                    <a:pt x="3810" y="495300"/>
                  </a:lnTo>
                  <a:lnTo>
                    <a:pt x="3810" y="490219"/>
                  </a:lnTo>
                  <a:close/>
                </a:path>
                <a:path w="3809" h="521970">
                  <a:moveTo>
                    <a:pt x="3810" y="483869"/>
                  </a:moveTo>
                  <a:lnTo>
                    <a:pt x="0" y="483869"/>
                  </a:lnTo>
                  <a:lnTo>
                    <a:pt x="0" y="488950"/>
                  </a:lnTo>
                  <a:lnTo>
                    <a:pt x="3810" y="488950"/>
                  </a:lnTo>
                  <a:lnTo>
                    <a:pt x="3810" y="483869"/>
                  </a:lnTo>
                  <a:close/>
                </a:path>
                <a:path w="3809" h="521970">
                  <a:moveTo>
                    <a:pt x="3810" y="477519"/>
                  </a:moveTo>
                  <a:lnTo>
                    <a:pt x="0" y="477519"/>
                  </a:lnTo>
                  <a:lnTo>
                    <a:pt x="0" y="482600"/>
                  </a:lnTo>
                  <a:lnTo>
                    <a:pt x="3810" y="482600"/>
                  </a:lnTo>
                  <a:lnTo>
                    <a:pt x="3810" y="477519"/>
                  </a:lnTo>
                  <a:close/>
                </a:path>
                <a:path w="3809" h="521970">
                  <a:moveTo>
                    <a:pt x="3810" y="471169"/>
                  </a:moveTo>
                  <a:lnTo>
                    <a:pt x="0" y="471169"/>
                  </a:lnTo>
                  <a:lnTo>
                    <a:pt x="0" y="476250"/>
                  </a:lnTo>
                  <a:lnTo>
                    <a:pt x="3810" y="476250"/>
                  </a:lnTo>
                  <a:lnTo>
                    <a:pt x="3810" y="471169"/>
                  </a:lnTo>
                  <a:close/>
                </a:path>
                <a:path w="3809" h="521970">
                  <a:moveTo>
                    <a:pt x="3810" y="464819"/>
                  </a:moveTo>
                  <a:lnTo>
                    <a:pt x="0" y="464819"/>
                  </a:lnTo>
                  <a:lnTo>
                    <a:pt x="0" y="469900"/>
                  </a:lnTo>
                  <a:lnTo>
                    <a:pt x="3810" y="469900"/>
                  </a:lnTo>
                  <a:lnTo>
                    <a:pt x="3810" y="464819"/>
                  </a:lnTo>
                  <a:close/>
                </a:path>
                <a:path w="3809" h="521970">
                  <a:moveTo>
                    <a:pt x="3810" y="458469"/>
                  </a:moveTo>
                  <a:lnTo>
                    <a:pt x="0" y="458469"/>
                  </a:lnTo>
                  <a:lnTo>
                    <a:pt x="0" y="463550"/>
                  </a:lnTo>
                  <a:lnTo>
                    <a:pt x="3810" y="463550"/>
                  </a:lnTo>
                  <a:lnTo>
                    <a:pt x="3810" y="458469"/>
                  </a:lnTo>
                  <a:close/>
                </a:path>
                <a:path w="3809" h="521970">
                  <a:moveTo>
                    <a:pt x="3810" y="452119"/>
                  </a:moveTo>
                  <a:lnTo>
                    <a:pt x="0" y="452119"/>
                  </a:lnTo>
                  <a:lnTo>
                    <a:pt x="0" y="457200"/>
                  </a:lnTo>
                  <a:lnTo>
                    <a:pt x="3810" y="457200"/>
                  </a:lnTo>
                  <a:lnTo>
                    <a:pt x="3810" y="452119"/>
                  </a:lnTo>
                  <a:close/>
                </a:path>
                <a:path w="3809" h="521970">
                  <a:moveTo>
                    <a:pt x="3810" y="64769"/>
                  </a:moveTo>
                  <a:lnTo>
                    <a:pt x="0" y="64769"/>
                  </a:lnTo>
                  <a:lnTo>
                    <a:pt x="0" y="450850"/>
                  </a:lnTo>
                  <a:lnTo>
                    <a:pt x="3810" y="450850"/>
                  </a:lnTo>
                  <a:lnTo>
                    <a:pt x="3810" y="64769"/>
                  </a:lnTo>
                  <a:close/>
                </a:path>
                <a:path w="3809" h="521970">
                  <a:moveTo>
                    <a:pt x="3810" y="58419"/>
                  </a:moveTo>
                  <a:lnTo>
                    <a:pt x="0" y="58419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58419"/>
                  </a:lnTo>
                  <a:close/>
                </a:path>
                <a:path w="3809" h="521970">
                  <a:moveTo>
                    <a:pt x="3810" y="52069"/>
                  </a:moveTo>
                  <a:lnTo>
                    <a:pt x="0" y="52069"/>
                  </a:lnTo>
                  <a:lnTo>
                    <a:pt x="0" y="57150"/>
                  </a:lnTo>
                  <a:lnTo>
                    <a:pt x="3810" y="57150"/>
                  </a:lnTo>
                  <a:lnTo>
                    <a:pt x="3810" y="52069"/>
                  </a:lnTo>
                  <a:close/>
                </a:path>
                <a:path w="3809" h="521970">
                  <a:moveTo>
                    <a:pt x="3810" y="45719"/>
                  </a:moveTo>
                  <a:lnTo>
                    <a:pt x="0" y="45719"/>
                  </a:lnTo>
                  <a:lnTo>
                    <a:pt x="0" y="50800"/>
                  </a:lnTo>
                  <a:lnTo>
                    <a:pt x="3810" y="50800"/>
                  </a:lnTo>
                  <a:lnTo>
                    <a:pt x="3810" y="45719"/>
                  </a:lnTo>
                  <a:close/>
                </a:path>
                <a:path w="3809" h="521970">
                  <a:moveTo>
                    <a:pt x="3810" y="39369"/>
                  </a:moveTo>
                  <a:lnTo>
                    <a:pt x="0" y="39369"/>
                  </a:lnTo>
                  <a:lnTo>
                    <a:pt x="0" y="44450"/>
                  </a:lnTo>
                  <a:lnTo>
                    <a:pt x="3810" y="44450"/>
                  </a:lnTo>
                  <a:lnTo>
                    <a:pt x="3810" y="39369"/>
                  </a:lnTo>
                  <a:close/>
                </a:path>
                <a:path w="3809" h="521970">
                  <a:moveTo>
                    <a:pt x="3810" y="33019"/>
                  </a:moveTo>
                  <a:lnTo>
                    <a:pt x="0" y="33019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3019"/>
                  </a:lnTo>
                  <a:close/>
                </a:path>
                <a:path w="3809" h="521970">
                  <a:moveTo>
                    <a:pt x="3810" y="26669"/>
                  </a:moveTo>
                  <a:lnTo>
                    <a:pt x="0" y="26669"/>
                  </a:lnTo>
                  <a:lnTo>
                    <a:pt x="0" y="31750"/>
                  </a:lnTo>
                  <a:lnTo>
                    <a:pt x="3810" y="31750"/>
                  </a:lnTo>
                  <a:lnTo>
                    <a:pt x="3810" y="26669"/>
                  </a:lnTo>
                  <a:close/>
                </a:path>
                <a:path w="3809" h="521970">
                  <a:moveTo>
                    <a:pt x="3810" y="20319"/>
                  </a:moveTo>
                  <a:lnTo>
                    <a:pt x="0" y="20319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0319"/>
                  </a:lnTo>
                  <a:close/>
                </a:path>
                <a:path w="3809" h="521970">
                  <a:moveTo>
                    <a:pt x="3810" y="13969"/>
                  </a:moveTo>
                  <a:lnTo>
                    <a:pt x="0" y="13969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3969"/>
                  </a:lnTo>
                  <a:close/>
                </a:path>
                <a:path w="3809" h="521970">
                  <a:moveTo>
                    <a:pt x="3810" y="7619"/>
                  </a:moveTo>
                  <a:lnTo>
                    <a:pt x="0" y="7619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7619"/>
                  </a:lnTo>
                  <a:close/>
                </a:path>
                <a:path w="3809" h="521970">
                  <a:moveTo>
                    <a:pt x="1270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2539"/>
                  </a:lnTo>
                  <a:lnTo>
                    <a:pt x="2540" y="2539"/>
                  </a:lnTo>
                  <a:lnTo>
                    <a:pt x="254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D5C8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6" name="object 3506"/>
            <p:cNvSpPr/>
            <p:nvPr/>
          </p:nvSpPr>
          <p:spPr>
            <a:xfrm>
              <a:off x="6954519" y="2918460"/>
              <a:ext cx="3810" cy="520700"/>
            </a:xfrm>
            <a:custGeom>
              <a:avLst/>
              <a:gdLst/>
              <a:ahLst/>
              <a:cxnLst/>
              <a:rect l="l" t="t" r="r" b="b"/>
              <a:pathLst>
                <a:path w="3809" h="520700">
                  <a:moveTo>
                    <a:pt x="3809" y="519429"/>
                  </a:moveTo>
                  <a:lnTo>
                    <a:pt x="1270" y="519429"/>
                  </a:lnTo>
                  <a:lnTo>
                    <a:pt x="1270" y="520700"/>
                  </a:lnTo>
                  <a:lnTo>
                    <a:pt x="3809" y="520700"/>
                  </a:lnTo>
                  <a:lnTo>
                    <a:pt x="3809" y="519429"/>
                  </a:lnTo>
                  <a:close/>
                </a:path>
                <a:path w="3809" h="520700">
                  <a:moveTo>
                    <a:pt x="3809" y="513079"/>
                  </a:moveTo>
                  <a:lnTo>
                    <a:pt x="0" y="513079"/>
                  </a:lnTo>
                  <a:lnTo>
                    <a:pt x="0" y="518160"/>
                  </a:lnTo>
                  <a:lnTo>
                    <a:pt x="3809" y="518160"/>
                  </a:lnTo>
                  <a:lnTo>
                    <a:pt x="3809" y="513079"/>
                  </a:lnTo>
                  <a:close/>
                </a:path>
                <a:path w="3809" h="520700">
                  <a:moveTo>
                    <a:pt x="3809" y="506729"/>
                  </a:moveTo>
                  <a:lnTo>
                    <a:pt x="0" y="506729"/>
                  </a:lnTo>
                  <a:lnTo>
                    <a:pt x="0" y="511810"/>
                  </a:lnTo>
                  <a:lnTo>
                    <a:pt x="3809" y="511810"/>
                  </a:lnTo>
                  <a:lnTo>
                    <a:pt x="3809" y="506729"/>
                  </a:lnTo>
                  <a:close/>
                </a:path>
                <a:path w="3809" h="520700">
                  <a:moveTo>
                    <a:pt x="3809" y="500379"/>
                  </a:moveTo>
                  <a:lnTo>
                    <a:pt x="0" y="500379"/>
                  </a:lnTo>
                  <a:lnTo>
                    <a:pt x="0" y="505460"/>
                  </a:lnTo>
                  <a:lnTo>
                    <a:pt x="3809" y="505460"/>
                  </a:lnTo>
                  <a:lnTo>
                    <a:pt x="3809" y="500379"/>
                  </a:lnTo>
                  <a:close/>
                </a:path>
                <a:path w="3809" h="520700">
                  <a:moveTo>
                    <a:pt x="3809" y="494029"/>
                  </a:moveTo>
                  <a:lnTo>
                    <a:pt x="0" y="494029"/>
                  </a:lnTo>
                  <a:lnTo>
                    <a:pt x="0" y="499110"/>
                  </a:lnTo>
                  <a:lnTo>
                    <a:pt x="3809" y="499110"/>
                  </a:lnTo>
                  <a:lnTo>
                    <a:pt x="3809" y="494029"/>
                  </a:lnTo>
                  <a:close/>
                </a:path>
                <a:path w="3809" h="520700">
                  <a:moveTo>
                    <a:pt x="3809" y="487679"/>
                  </a:moveTo>
                  <a:lnTo>
                    <a:pt x="0" y="487679"/>
                  </a:lnTo>
                  <a:lnTo>
                    <a:pt x="0" y="492760"/>
                  </a:lnTo>
                  <a:lnTo>
                    <a:pt x="3809" y="492760"/>
                  </a:lnTo>
                  <a:lnTo>
                    <a:pt x="3809" y="487679"/>
                  </a:lnTo>
                  <a:close/>
                </a:path>
                <a:path w="3809" h="520700">
                  <a:moveTo>
                    <a:pt x="3809" y="481329"/>
                  </a:moveTo>
                  <a:lnTo>
                    <a:pt x="0" y="481329"/>
                  </a:lnTo>
                  <a:lnTo>
                    <a:pt x="0" y="486410"/>
                  </a:lnTo>
                  <a:lnTo>
                    <a:pt x="3809" y="486410"/>
                  </a:lnTo>
                  <a:lnTo>
                    <a:pt x="3809" y="481329"/>
                  </a:lnTo>
                  <a:close/>
                </a:path>
                <a:path w="3809" h="520700">
                  <a:moveTo>
                    <a:pt x="3809" y="474979"/>
                  </a:moveTo>
                  <a:lnTo>
                    <a:pt x="0" y="474979"/>
                  </a:lnTo>
                  <a:lnTo>
                    <a:pt x="0" y="480060"/>
                  </a:lnTo>
                  <a:lnTo>
                    <a:pt x="3809" y="480060"/>
                  </a:lnTo>
                  <a:lnTo>
                    <a:pt x="3809" y="474979"/>
                  </a:lnTo>
                  <a:close/>
                </a:path>
                <a:path w="3809" h="520700">
                  <a:moveTo>
                    <a:pt x="3809" y="468629"/>
                  </a:moveTo>
                  <a:lnTo>
                    <a:pt x="0" y="468629"/>
                  </a:lnTo>
                  <a:lnTo>
                    <a:pt x="0" y="473710"/>
                  </a:lnTo>
                  <a:lnTo>
                    <a:pt x="3809" y="473710"/>
                  </a:lnTo>
                  <a:lnTo>
                    <a:pt x="3809" y="468629"/>
                  </a:lnTo>
                  <a:close/>
                </a:path>
                <a:path w="3809" h="520700">
                  <a:moveTo>
                    <a:pt x="3809" y="462279"/>
                  </a:moveTo>
                  <a:lnTo>
                    <a:pt x="0" y="462279"/>
                  </a:lnTo>
                  <a:lnTo>
                    <a:pt x="0" y="467360"/>
                  </a:lnTo>
                  <a:lnTo>
                    <a:pt x="3809" y="467360"/>
                  </a:lnTo>
                  <a:lnTo>
                    <a:pt x="3809" y="462279"/>
                  </a:lnTo>
                  <a:close/>
                </a:path>
                <a:path w="3809" h="520700">
                  <a:moveTo>
                    <a:pt x="3809" y="455929"/>
                  </a:moveTo>
                  <a:lnTo>
                    <a:pt x="0" y="455929"/>
                  </a:lnTo>
                  <a:lnTo>
                    <a:pt x="0" y="461010"/>
                  </a:lnTo>
                  <a:lnTo>
                    <a:pt x="3809" y="461010"/>
                  </a:lnTo>
                  <a:lnTo>
                    <a:pt x="3809" y="455929"/>
                  </a:lnTo>
                  <a:close/>
                </a:path>
                <a:path w="3809" h="520700">
                  <a:moveTo>
                    <a:pt x="3809" y="449579"/>
                  </a:moveTo>
                  <a:lnTo>
                    <a:pt x="0" y="449579"/>
                  </a:lnTo>
                  <a:lnTo>
                    <a:pt x="0" y="454660"/>
                  </a:lnTo>
                  <a:lnTo>
                    <a:pt x="3809" y="454660"/>
                  </a:lnTo>
                  <a:lnTo>
                    <a:pt x="3809" y="449579"/>
                  </a:lnTo>
                  <a:close/>
                </a:path>
                <a:path w="3809" h="520700">
                  <a:moveTo>
                    <a:pt x="3809" y="62229"/>
                  </a:moveTo>
                  <a:lnTo>
                    <a:pt x="0" y="62229"/>
                  </a:lnTo>
                  <a:lnTo>
                    <a:pt x="0" y="448310"/>
                  </a:lnTo>
                  <a:lnTo>
                    <a:pt x="3809" y="448310"/>
                  </a:lnTo>
                  <a:lnTo>
                    <a:pt x="3809" y="62229"/>
                  </a:lnTo>
                  <a:close/>
                </a:path>
                <a:path w="3809" h="520700">
                  <a:moveTo>
                    <a:pt x="3809" y="55879"/>
                  </a:moveTo>
                  <a:lnTo>
                    <a:pt x="0" y="55879"/>
                  </a:lnTo>
                  <a:lnTo>
                    <a:pt x="0" y="60960"/>
                  </a:lnTo>
                  <a:lnTo>
                    <a:pt x="3809" y="60960"/>
                  </a:lnTo>
                  <a:lnTo>
                    <a:pt x="3809" y="55879"/>
                  </a:lnTo>
                  <a:close/>
                </a:path>
                <a:path w="3809" h="520700">
                  <a:moveTo>
                    <a:pt x="3809" y="49529"/>
                  </a:moveTo>
                  <a:lnTo>
                    <a:pt x="0" y="49529"/>
                  </a:lnTo>
                  <a:lnTo>
                    <a:pt x="0" y="54610"/>
                  </a:lnTo>
                  <a:lnTo>
                    <a:pt x="3809" y="54610"/>
                  </a:lnTo>
                  <a:lnTo>
                    <a:pt x="3809" y="49529"/>
                  </a:lnTo>
                  <a:close/>
                </a:path>
                <a:path w="3809" h="520700">
                  <a:moveTo>
                    <a:pt x="3809" y="43179"/>
                  </a:moveTo>
                  <a:lnTo>
                    <a:pt x="0" y="43179"/>
                  </a:lnTo>
                  <a:lnTo>
                    <a:pt x="0" y="48260"/>
                  </a:lnTo>
                  <a:lnTo>
                    <a:pt x="3809" y="48260"/>
                  </a:lnTo>
                  <a:lnTo>
                    <a:pt x="3809" y="43179"/>
                  </a:lnTo>
                  <a:close/>
                </a:path>
                <a:path w="3809" h="520700">
                  <a:moveTo>
                    <a:pt x="3809" y="36829"/>
                  </a:moveTo>
                  <a:lnTo>
                    <a:pt x="0" y="36829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36829"/>
                  </a:lnTo>
                  <a:close/>
                </a:path>
                <a:path w="3809" h="520700">
                  <a:moveTo>
                    <a:pt x="3809" y="30479"/>
                  </a:moveTo>
                  <a:lnTo>
                    <a:pt x="0" y="30479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30479"/>
                  </a:lnTo>
                  <a:close/>
                </a:path>
                <a:path w="3809" h="520700">
                  <a:moveTo>
                    <a:pt x="3809" y="24129"/>
                  </a:moveTo>
                  <a:lnTo>
                    <a:pt x="0" y="24129"/>
                  </a:lnTo>
                  <a:lnTo>
                    <a:pt x="0" y="29210"/>
                  </a:lnTo>
                  <a:lnTo>
                    <a:pt x="3809" y="29210"/>
                  </a:lnTo>
                  <a:lnTo>
                    <a:pt x="3809" y="24129"/>
                  </a:lnTo>
                  <a:close/>
                </a:path>
                <a:path w="3809" h="520700">
                  <a:moveTo>
                    <a:pt x="3809" y="17779"/>
                  </a:moveTo>
                  <a:lnTo>
                    <a:pt x="0" y="17779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17779"/>
                  </a:lnTo>
                  <a:close/>
                </a:path>
                <a:path w="3809" h="520700">
                  <a:moveTo>
                    <a:pt x="3809" y="11429"/>
                  </a:moveTo>
                  <a:lnTo>
                    <a:pt x="0" y="11429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1429"/>
                  </a:lnTo>
                  <a:close/>
                </a:path>
                <a:path w="3809" h="520700">
                  <a:moveTo>
                    <a:pt x="3809" y="5079"/>
                  </a:moveTo>
                  <a:lnTo>
                    <a:pt x="0" y="5079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5079"/>
                  </a:lnTo>
                  <a:close/>
                </a:path>
                <a:path w="3809" h="520700">
                  <a:moveTo>
                    <a:pt x="127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D4C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7" name="object 3507"/>
            <p:cNvSpPr/>
            <p:nvPr/>
          </p:nvSpPr>
          <p:spPr>
            <a:xfrm>
              <a:off x="6958329" y="2921000"/>
              <a:ext cx="3810" cy="519430"/>
            </a:xfrm>
            <a:custGeom>
              <a:avLst/>
              <a:gdLst/>
              <a:ahLst/>
              <a:cxnLst/>
              <a:rect l="l" t="t" r="r" b="b"/>
              <a:pathLst>
                <a:path w="3809" h="519429">
                  <a:moveTo>
                    <a:pt x="3810" y="516889"/>
                  </a:moveTo>
                  <a:lnTo>
                    <a:pt x="0" y="516889"/>
                  </a:lnTo>
                  <a:lnTo>
                    <a:pt x="0" y="518160"/>
                  </a:lnTo>
                  <a:lnTo>
                    <a:pt x="1270" y="518160"/>
                  </a:lnTo>
                  <a:lnTo>
                    <a:pt x="1270" y="519430"/>
                  </a:lnTo>
                  <a:lnTo>
                    <a:pt x="3810" y="519430"/>
                  </a:lnTo>
                  <a:lnTo>
                    <a:pt x="3810" y="516889"/>
                  </a:lnTo>
                  <a:close/>
                </a:path>
                <a:path w="3809" h="519429">
                  <a:moveTo>
                    <a:pt x="3810" y="510539"/>
                  </a:moveTo>
                  <a:lnTo>
                    <a:pt x="0" y="510539"/>
                  </a:lnTo>
                  <a:lnTo>
                    <a:pt x="0" y="515620"/>
                  </a:lnTo>
                  <a:lnTo>
                    <a:pt x="3810" y="515620"/>
                  </a:lnTo>
                  <a:lnTo>
                    <a:pt x="3810" y="510539"/>
                  </a:lnTo>
                  <a:close/>
                </a:path>
                <a:path w="3809" h="519429">
                  <a:moveTo>
                    <a:pt x="3810" y="504189"/>
                  </a:moveTo>
                  <a:lnTo>
                    <a:pt x="0" y="504189"/>
                  </a:lnTo>
                  <a:lnTo>
                    <a:pt x="0" y="509270"/>
                  </a:lnTo>
                  <a:lnTo>
                    <a:pt x="3810" y="509270"/>
                  </a:lnTo>
                  <a:lnTo>
                    <a:pt x="3810" y="504189"/>
                  </a:lnTo>
                  <a:close/>
                </a:path>
                <a:path w="3809" h="519429">
                  <a:moveTo>
                    <a:pt x="3810" y="497839"/>
                  </a:moveTo>
                  <a:lnTo>
                    <a:pt x="0" y="497839"/>
                  </a:lnTo>
                  <a:lnTo>
                    <a:pt x="0" y="502920"/>
                  </a:lnTo>
                  <a:lnTo>
                    <a:pt x="3810" y="502920"/>
                  </a:lnTo>
                  <a:lnTo>
                    <a:pt x="3810" y="497839"/>
                  </a:lnTo>
                  <a:close/>
                </a:path>
                <a:path w="3809" h="519429">
                  <a:moveTo>
                    <a:pt x="3810" y="491489"/>
                  </a:moveTo>
                  <a:lnTo>
                    <a:pt x="0" y="491489"/>
                  </a:lnTo>
                  <a:lnTo>
                    <a:pt x="0" y="496570"/>
                  </a:lnTo>
                  <a:lnTo>
                    <a:pt x="3810" y="496570"/>
                  </a:lnTo>
                  <a:lnTo>
                    <a:pt x="3810" y="491489"/>
                  </a:lnTo>
                  <a:close/>
                </a:path>
                <a:path w="3809" h="519429">
                  <a:moveTo>
                    <a:pt x="3810" y="485139"/>
                  </a:moveTo>
                  <a:lnTo>
                    <a:pt x="0" y="485139"/>
                  </a:lnTo>
                  <a:lnTo>
                    <a:pt x="0" y="490220"/>
                  </a:lnTo>
                  <a:lnTo>
                    <a:pt x="3810" y="490220"/>
                  </a:lnTo>
                  <a:lnTo>
                    <a:pt x="3810" y="485139"/>
                  </a:lnTo>
                  <a:close/>
                </a:path>
                <a:path w="3809" h="519429">
                  <a:moveTo>
                    <a:pt x="3810" y="478789"/>
                  </a:moveTo>
                  <a:lnTo>
                    <a:pt x="0" y="478789"/>
                  </a:lnTo>
                  <a:lnTo>
                    <a:pt x="0" y="483870"/>
                  </a:lnTo>
                  <a:lnTo>
                    <a:pt x="3810" y="483870"/>
                  </a:lnTo>
                  <a:lnTo>
                    <a:pt x="3810" y="478789"/>
                  </a:lnTo>
                  <a:close/>
                </a:path>
                <a:path w="3809" h="519429">
                  <a:moveTo>
                    <a:pt x="3810" y="472439"/>
                  </a:moveTo>
                  <a:lnTo>
                    <a:pt x="0" y="472439"/>
                  </a:lnTo>
                  <a:lnTo>
                    <a:pt x="0" y="477520"/>
                  </a:lnTo>
                  <a:lnTo>
                    <a:pt x="3810" y="477520"/>
                  </a:lnTo>
                  <a:lnTo>
                    <a:pt x="3810" y="472439"/>
                  </a:lnTo>
                  <a:close/>
                </a:path>
                <a:path w="3809" h="519429">
                  <a:moveTo>
                    <a:pt x="3810" y="466089"/>
                  </a:moveTo>
                  <a:lnTo>
                    <a:pt x="0" y="466089"/>
                  </a:lnTo>
                  <a:lnTo>
                    <a:pt x="0" y="471170"/>
                  </a:lnTo>
                  <a:lnTo>
                    <a:pt x="3810" y="471170"/>
                  </a:lnTo>
                  <a:lnTo>
                    <a:pt x="3810" y="466089"/>
                  </a:lnTo>
                  <a:close/>
                </a:path>
                <a:path w="3809" h="519429">
                  <a:moveTo>
                    <a:pt x="3810" y="459739"/>
                  </a:moveTo>
                  <a:lnTo>
                    <a:pt x="0" y="459739"/>
                  </a:lnTo>
                  <a:lnTo>
                    <a:pt x="0" y="464820"/>
                  </a:lnTo>
                  <a:lnTo>
                    <a:pt x="3810" y="464820"/>
                  </a:lnTo>
                  <a:lnTo>
                    <a:pt x="3810" y="459739"/>
                  </a:lnTo>
                  <a:close/>
                </a:path>
                <a:path w="3809" h="519429">
                  <a:moveTo>
                    <a:pt x="3810" y="453389"/>
                  </a:moveTo>
                  <a:lnTo>
                    <a:pt x="0" y="453389"/>
                  </a:lnTo>
                  <a:lnTo>
                    <a:pt x="0" y="458470"/>
                  </a:lnTo>
                  <a:lnTo>
                    <a:pt x="3810" y="458470"/>
                  </a:lnTo>
                  <a:lnTo>
                    <a:pt x="3810" y="453389"/>
                  </a:lnTo>
                  <a:close/>
                </a:path>
                <a:path w="3809" h="519429">
                  <a:moveTo>
                    <a:pt x="3810" y="447039"/>
                  </a:moveTo>
                  <a:lnTo>
                    <a:pt x="0" y="447039"/>
                  </a:lnTo>
                  <a:lnTo>
                    <a:pt x="0" y="452120"/>
                  </a:lnTo>
                  <a:lnTo>
                    <a:pt x="3810" y="452120"/>
                  </a:lnTo>
                  <a:lnTo>
                    <a:pt x="3810" y="447039"/>
                  </a:lnTo>
                  <a:close/>
                </a:path>
                <a:path w="3809" h="519429">
                  <a:moveTo>
                    <a:pt x="3810" y="59689"/>
                  </a:moveTo>
                  <a:lnTo>
                    <a:pt x="0" y="59689"/>
                  </a:lnTo>
                  <a:lnTo>
                    <a:pt x="0" y="445770"/>
                  </a:lnTo>
                  <a:lnTo>
                    <a:pt x="3810" y="445770"/>
                  </a:lnTo>
                  <a:lnTo>
                    <a:pt x="3810" y="59689"/>
                  </a:lnTo>
                  <a:close/>
                </a:path>
                <a:path w="3809" h="519429">
                  <a:moveTo>
                    <a:pt x="3810" y="53339"/>
                  </a:moveTo>
                  <a:lnTo>
                    <a:pt x="0" y="53339"/>
                  </a:lnTo>
                  <a:lnTo>
                    <a:pt x="0" y="58420"/>
                  </a:lnTo>
                  <a:lnTo>
                    <a:pt x="3810" y="58420"/>
                  </a:lnTo>
                  <a:lnTo>
                    <a:pt x="3810" y="53339"/>
                  </a:lnTo>
                  <a:close/>
                </a:path>
                <a:path w="3809" h="519429">
                  <a:moveTo>
                    <a:pt x="3810" y="46989"/>
                  </a:moveTo>
                  <a:lnTo>
                    <a:pt x="0" y="46989"/>
                  </a:lnTo>
                  <a:lnTo>
                    <a:pt x="0" y="52070"/>
                  </a:lnTo>
                  <a:lnTo>
                    <a:pt x="3810" y="52070"/>
                  </a:lnTo>
                  <a:lnTo>
                    <a:pt x="3810" y="46989"/>
                  </a:lnTo>
                  <a:close/>
                </a:path>
                <a:path w="3809" h="519429">
                  <a:moveTo>
                    <a:pt x="3810" y="40639"/>
                  </a:moveTo>
                  <a:lnTo>
                    <a:pt x="0" y="40639"/>
                  </a:lnTo>
                  <a:lnTo>
                    <a:pt x="0" y="45720"/>
                  </a:lnTo>
                  <a:lnTo>
                    <a:pt x="3810" y="45720"/>
                  </a:lnTo>
                  <a:lnTo>
                    <a:pt x="3810" y="40639"/>
                  </a:lnTo>
                  <a:close/>
                </a:path>
                <a:path w="3809" h="519429">
                  <a:moveTo>
                    <a:pt x="3810" y="34289"/>
                  </a:moveTo>
                  <a:lnTo>
                    <a:pt x="0" y="34289"/>
                  </a:lnTo>
                  <a:lnTo>
                    <a:pt x="0" y="39370"/>
                  </a:lnTo>
                  <a:lnTo>
                    <a:pt x="3810" y="39370"/>
                  </a:lnTo>
                  <a:lnTo>
                    <a:pt x="3810" y="34289"/>
                  </a:lnTo>
                  <a:close/>
                </a:path>
                <a:path w="3809" h="519429">
                  <a:moveTo>
                    <a:pt x="3810" y="27939"/>
                  </a:moveTo>
                  <a:lnTo>
                    <a:pt x="0" y="27939"/>
                  </a:lnTo>
                  <a:lnTo>
                    <a:pt x="0" y="33020"/>
                  </a:lnTo>
                  <a:lnTo>
                    <a:pt x="3810" y="33020"/>
                  </a:lnTo>
                  <a:lnTo>
                    <a:pt x="3810" y="27939"/>
                  </a:lnTo>
                  <a:close/>
                </a:path>
                <a:path w="3809" h="519429">
                  <a:moveTo>
                    <a:pt x="3810" y="21589"/>
                  </a:moveTo>
                  <a:lnTo>
                    <a:pt x="0" y="21589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1589"/>
                  </a:lnTo>
                  <a:close/>
                </a:path>
                <a:path w="3809" h="519429">
                  <a:moveTo>
                    <a:pt x="3810" y="15239"/>
                  </a:moveTo>
                  <a:lnTo>
                    <a:pt x="0" y="15239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5239"/>
                  </a:lnTo>
                  <a:close/>
                </a:path>
                <a:path w="3809" h="519429">
                  <a:moveTo>
                    <a:pt x="3810" y="8889"/>
                  </a:moveTo>
                  <a:lnTo>
                    <a:pt x="0" y="8889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8889"/>
                  </a:lnTo>
                  <a:close/>
                </a:path>
                <a:path w="3809" h="519429">
                  <a:moveTo>
                    <a:pt x="3810" y="1270"/>
                  </a:moveTo>
                  <a:lnTo>
                    <a:pt x="2540" y="1270"/>
                  </a:lnTo>
                  <a:lnTo>
                    <a:pt x="2540" y="2539"/>
                  </a:lnTo>
                  <a:lnTo>
                    <a:pt x="0" y="2539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70"/>
                  </a:lnTo>
                  <a:close/>
                </a:path>
                <a:path w="3809" h="519429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D3C6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8" name="object 3508"/>
            <p:cNvSpPr/>
            <p:nvPr/>
          </p:nvSpPr>
          <p:spPr>
            <a:xfrm>
              <a:off x="6962140" y="2923539"/>
              <a:ext cx="2540" cy="518159"/>
            </a:xfrm>
            <a:custGeom>
              <a:avLst/>
              <a:gdLst/>
              <a:ahLst/>
              <a:cxnLst/>
              <a:rect l="l" t="t" r="r" b="b"/>
              <a:pathLst>
                <a:path w="2540" h="518160">
                  <a:moveTo>
                    <a:pt x="2540" y="514350"/>
                  </a:moveTo>
                  <a:lnTo>
                    <a:pt x="0" y="514350"/>
                  </a:lnTo>
                  <a:lnTo>
                    <a:pt x="0" y="518160"/>
                  </a:lnTo>
                  <a:lnTo>
                    <a:pt x="2540" y="518160"/>
                  </a:lnTo>
                  <a:lnTo>
                    <a:pt x="2540" y="514350"/>
                  </a:lnTo>
                  <a:close/>
                </a:path>
                <a:path w="2540" h="518160">
                  <a:moveTo>
                    <a:pt x="2540" y="508000"/>
                  </a:moveTo>
                  <a:lnTo>
                    <a:pt x="0" y="508000"/>
                  </a:lnTo>
                  <a:lnTo>
                    <a:pt x="0" y="513080"/>
                  </a:lnTo>
                  <a:lnTo>
                    <a:pt x="2540" y="513080"/>
                  </a:lnTo>
                  <a:lnTo>
                    <a:pt x="2540" y="508000"/>
                  </a:lnTo>
                  <a:close/>
                </a:path>
                <a:path w="2540" h="518160">
                  <a:moveTo>
                    <a:pt x="2540" y="501650"/>
                  </a:moveTo>
                  <a:lnTo>
                    <a:pt x="0" y="501650"/>
                  </a:lnTo>
                  <a:lnTo>
                    <a:pt x="0" y="506730"/>
                  </a:lnTo>
                  <a:lnTo>
                    <a:pt x="2540" y="506730"/>
                  </a:lnTo>
                  <a:lnTo>
                    <a:pt x="2540" y="501650"/>
                  </a:lnTo>
                  <a:close/>
                </a:path>
                <a:path w="2540" h="518160">
                  <a:moveTo>
                    <a:pt x="2540" y="495300"/>
                  </a:moveTo>
                  <a:lnTo>
                    <a:pt x="0" y="495300"/>
                  </a:lnTo>
                  <a:lnTo>
                    <a:pt x="0" y="500380"/>
                  </a:lnTo>
                  <a:lnTo>
                    <a:pt x="2540" y="500380"/>
                  </a:lnTo>
                  <a:lnTo>
                    <a:pt x="2540" y="495300"/>
                  </a:lnTo>
                  <a:close/>
                </a:path>
                <a:path w="2540" h="518160">
                  <a:moveTo>
                    <a:pt x="2540" y="488950"/>
                  </a:moveTo>
                  <a:lnTo>
                    <a:pt x="0" y="488950"/>
                  </a:lnTo>
                  <a:lnTo>
                    <a:pt x="0" y="494030"/>
                  </a:lnTo>
                  <a:lnTo>
                    <a:pt x="2540" y="494030"/>
                  </a:lnTo>
                  <a:lnTo>
                    <a:pt x="2540" y="488950"/>
                  </a:lnTo>
                  <a:close/>
                </a:path>
                <a:path w="2540" h="518160">
                  <a:moveTo>
                    <a:pt x="2540" y="482600"/>
                  </a:moveTo>
                  <a:lnTo>
                    <a:pt x="0" y="482600"/>
                  </a:lnTo>
                  <a:lnTo>
                    <a:pt x="0" y="487680"/>
                  </a:lnTo>
                  <a:lnTo>
                    <a:pt x="2540" y="487680"/>
                  </a:lnTo>
                  <a:lnTo>
                    <a:pt x="2540" y="482600"/>
                  </a:lnTo>
                  <a:close/>
                </a:path>
                <a:path w="2540" h="518160">
                  <a:moveTo>
                    <a:pt x="2540" y="476250"/>
                  </a:moveTo>
                  <a:lnTo>
                    <a:pt x="0" y="476250"/>
                  </a:lnTo>
                  <a:lnTo>
                    <a:pt x="0" y="481330"/>
                  </a:lnTo>
                  <a:lnTo>
                    <a:pt x="2540" y="481330"/>
                  </a:lnTo>
                  <a:lnTo>
                    <a:pt x="2540" y="476250"/>
                  </a:lnTo>
                  <a:close/>
                </a:path>
                <a:path w="2540" h="518160">
                  <a:moveTo>
                    <a:pt x="2540" y="469900"/>
                  </a:moveTo>
                  <a:lnTo>
                    <a:pt x="0" y="469900"/>
                  </a:lnTo>
                  <a:lnTo>
                    <a:pt x="0" y="474980"/>
                  </a:lnTo>
                  <a:lnTo>
                    <a:pt x="2540" y="474980"/>
                  </a:lnTo>
                  <a:lnTo>
                    <a:pt x="2540" y="469900"/>
                  </a:lnTo>
                  <a:close/>
                </a:path>
                <a:path w="2540" h="518160">
                  <a:moveTo>
                    <a:pt x="2540" y="463550"/>
                  </a:moveTo>
                  <a:lnTo>
                    <a:pt x="0" y="463550"/>
                  </a:lnTo>
                  <a:lnTo>
                    <a:pt x="0" y="468630"/>
                  </a:lnTo>
                  <a:lnTo>
                    <a:pt x="2540" y="468630"/>
                  </a:lnTo>
                  <a:lnTo>
                    <a:pt x="2540" y="463550"/>
                  </a:lnTo>
                  <a:close/>
                </a:path>
                <a:path w="2540" h="518160">
                  <a:moveTo>
                    <a:pt x="2540" y="457200"/>
                  </a:moveTo>
                  <a:lnTo>
                    <a:pt x="0" y="457200"/>
                  </a:lnTo>
                  <a:lnTo>
                    <a:pt x="0" y="462280"/>
                  </a:lnTo>
                  <a:lnTo>
                    <a:pt x="2540" y="462280"/>
                  </a:lnTo>
                  <a:lnTo>
                    <a:pt x="2540" y="457200"/>
                  </a:lnTo>
                  <a:close/>
                </a:path>
                <a:path w="2540" h="518160">
                  <a:moveTo>
                    <a:pt x="2540" y="450850"/>
                  </a:moveTo>
                  <a:lnTo>
                    <a:pt x="0" y="450850"/>
                  </a:lnTo>
                  <a:lnTo>
                    <a:pt x="0" y="455930"/>
                  </a:lnTo>
                  <a:lnTo>
                    <a:pt x="2540" y="455930"/>
                  </a:lnTo>
                  <a:lnTo>
                    <a:pt x="2540" y="450850"/>
                  </a:lnTo>
                  <a:close/>
                </a:path>
                <a:path w="2540" h="518160">
                  <a:moveTo>
                    <a:pt x="2540" y="444500"/>
                  </a:moveTo>
                  <a:lnTo>
                    <a:pt x="0" y="444500"/>
                  </a:lnTo>
                  <a:lnTo>
                    <a:pt x="0" y="449580"/>
                  </a:lnTo>
                  <a:lnTo>
                    <a:pt x="2540" y="449580"/>
                  </a:lnTo>
                  <a:lnTo>
                    <a:pt x="2540" y="444500"/>
                  </a:lnTo>
                  <a:close/>
                </a:path>
                <a:path w="2540" h="518160">
                  <a:moveTo>
                    <a:pt x="2540" y="57150"/>
                  </a:moveTo>
                  <a:lnTo>
                    <a:pt x="0" y="57150"/>
                  </a:lnTo>
                  <a:lnTo>
                    <a:pt x="0" y="443230"/>
                  </a:lnTo>
                  <a:lnTo>
                    <a:pt x="2540" y="443230"/>
                  </a:lnTo>
                  <a:lnTo>
                    <a:pt x="2540" y="57150"/>
                  </a:lnTo>
                  <a:close/>
                </a:path>
                <a:path w="2540" h="518160">
                  <a:moveTo>
                    <a:pt x="2540" y="50800"/>
                  </a:moveTo>
                  <a:lnTo>
                    <a:pt x="0" y="50800"/>
                  </a:lnTo>
                  <a:lnTo>
                    <a:pt x="0" y="55880"/>
                  </a:lnTo>
                  <a:lnTo>
                    <a:pt x="2540" y="55880"/>
                  </a:lnTo>
                  <a:lnTo>
                    <a:pt x="2540" y="50800"/>
                  </a:lnTo>
                  <a:close/>
                </a:path>
                <a:path w="2540" h="518160">
                  <a:moveTo>
                    <a:pt x="2540" y="44450"/>
                  </a:moveTo>
                  <a:lnTo>
                    <a:pt x="0" y="44450"/>
                  </a:lnTo>
                  <a:lnTo>
                    <a:pt x="0" y="49530"/>
                  </a:lnTo>
                  <a:lnTo>
                    <a:pt x="2540" y="49530"/>
                  </a:lnTo>
                  <a:lnTo>
                    <a:pt x="2540" y="44450"/>
                  </a:lnTo>
                  <a:close/>
                </a:path>
                <a:path w="2540" h="518160">
                  <a:moveTo>
                    <a:pt x="2540" y="38100"/>
                  </a:moveTo>
                  <a:lnTo>
                    <a:pt x="0" y="38100"/>
                  </a:lnTo>
                  <a:lnTo>
                    <a:pt x="0" y="43180"/>
                  </a:lnTo>
                  <a:lnTo>
                    <a:pt x="2540" y="43180"/>
                  </a:lnTo>
                  <a:lnTo>
                    <a:pt x="2540" y="38100"/>
                  </a:lnTo>
                  <a:close/>
                </a:path>
                <a:path w="2540" h="518160">
                  <a:moveTo>
                    <a:pt x="2540" y="31750"/>
                  </a:moveTo>
                  <a:lnTo>
                    <a:pt x="0" y="31750"/>
                  </a:lnTo>
                  <a:lnTo>
                    <a:pt x="0" y="36830"/>
                  </a:lnTo>
                  <a:lnTo>
                    <a:pt x="2540" y="36830"/>
                  </a:lnTo>
                  <a:lnTo>
                    <a:pt x="2540" y="31750"/>
                  </a:lnTo>
                  <a:close/>
                </a:path>
                <a:path w="2540" h="518160">
                  <a:moveTo>
                    <a:pt x="2540" y="25400"/>
                  </a:moveTo>
                  <a:lnTo>
                    <a:pt x="0" y="25400"/>
                  </a:lnTo>
                  <a:lnTo>
                    <a:pt x="0" y="30480"/>
                  </a:lnTo>
                  <a:lnTo>
                    <a:pt x="2540" y="30480"/>
                  </a:lnTo>
                  <a:lnTo>
                    <a:pt x="2540" y="25400"/>
                  </a:lnTo>
                  <a:close/>
                </a:path>
                <a:path w="2540" h="518160">
                  <a:moveTo>
                    <a:pt x="2540" y="19050"/>
                  </a:moveTo>
                  <a:lnTo>
                    <a:pt x="0" y="19050"/>
                  </a:lnTo>
                  <a:lnTo>
                    <a:pt x="0" y="24130"/>
                  </a:lnTo>
                  <a:lnTo>
                    <a:pt x="2540" y="24130"/>
                  </a:lnTo>
                  <a:lnTo>
                    <a:pt x="2540" y="19050"/>
                  </a:lnTo>
                  <a:close/>
                </a:path>
                <a:path w="2540" h="518160">
                  <a:moveTo>
                    <a:pt x="2540" y="12700"/>
                  </a:moveTo>
                  <a:lnTo>
                    <a:pt x="0" y="12700"/>
                  </a:lnTo>
                  <a:lnTo>
                    <a:pt x="0" y="17780"/>
                  </a:lnTo>
                  <a:lnTo>
                    <a:pt x="2540" y="17780"/>
                  </a:lnTo>
                  <a:lnTo>
                    <a:pt x="2540" y="12700"/>
                  </a:lnTo>
                  <a:close/>
                </a:path>
                <a:path w="2540" h="518160">
                  <a:moveTo>
                    <a:pt x="2540" y="6350"/>
                  </a:moveTo>
                  <a:lnTo>
                    <a:pt x="0" y="6350"/>
                  </a:lnTo>
                  <a:lnTo>
                    <a:pt x="0" y="11430"/>
                  </a:lnTo>
                  <a:lnTo>
                    <a:pt x="2540" y="11430"/>
                  </a:lnTo>
                  <a:lnTo>
                    <a:pt x="2540" y="6350"/>
                  </a:lnTo>
                  <a:close/>
                </a:path>
                <a:path w="2540" h="518160">
                  <a:moveTo>
                    <a:pt x="25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540" y="508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D2C5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9" name="object 3509"/>
            <p:cNvSpPr/>
            <p:nvPr/>
          </p:nvSpPr>
          <p:spPr>
            <a:xfrm>
              <a:off x="6964679" y="2924810"/>
              <a:ext cx="3810" cy="519430"/>
            </a:xfrm>
            <a:custGeom>
              <a:avLst/>
              <a:gdLst/>
              <a:ahLst/>
              <a:cxnLst/>
              <a:rect l="l" t="t" r="r" b="b"/>
              <a:pathLst>
                <a:path w="3809" h="519429">
                  <a:moveTo>
                    <a:pt x="3810" y="513079"/>
                  </a:moveTo>
                  <a:lnTo>
                    <a:pt x="0" y="513079"/>
                  </a:lnTo>
                  <a:lnTo>
                    <a:pt x="0" y="519429"/>
                  </a:lnTo>
                  <a:lnTo>
                    <a:pt x="2540" y="519429"/>
                  </a:lnTo>
                  <a:lnTo>
                    <a:pt x="2540" y="518160"/>
                  </a:lnTo>
                  <a:lnTo>
                    <a:pt x="3810" y="518160"/>
                  </a:lnTo>
                  <a:lnTo>
                    <a:pt x="3810" y="513079"/>
                  </a:lnTo>
                  <a:close/>
                </a:path>
                <a:path w="3809" h="519429">
                  <a:moveTo>
                    <a:pt x="3810" y="506729"/>
                  </a:moveTo>
                  <a:lnTo>
                    <a:pt x="0" y="506729"/>
                  </a:lnTo>
                  <a:lnTo>
                    <a:pt x="0" y="511810"/>
                  </a:lnTo>
                  <a:lnTo>
                    <a:pt x="3810" y="511810"/>
                  </a:lnTo>
                  <a:lnTo>
                    <a:pt x="3810" y="506729"/>
                  </a:lnTo>
                  <a:close/>
                </a:path>
                <a:path w="3809" h="519429">
                  <a:moveTo>
                    <a:pt x="3810" y="500379"/>
                  </a:moveTo>
                  <a:lnTo>
                    <a:pt x="0" y="500379"/>
                  </a:lnTo>
                  <a:lnTo>
                    <a:pt x="0" y="505460"/>
                  </a:lnTo>
                  <a:lnTo>
                    <a:pt x="3810" y="505460"/>
                  </a:lnTo>
                  <a:lnTo>
                    <a:pt x="3810" y="500379"/>
                  </a:lnTo>
                  <a:close/>
                </a:path>
                <a:path w="3809" h="519429">
                  <a:moveTo>
                    <a:pt x="3810" y="494029"/>
                  </a:moveTo>
                  <a:lnTo>
                    <a:pt x="0" y="494029"/>
                  </a:lnTo>
                  <a:lnTo>
                    <a:pt x="0" y="499110"/>
                  </a:lnTo>
                  <a:lnTo>
                    <a:pt x="3810" y="499110"/>
                  </a:lnTo>
                  <a:lnTo>
                    <a:pt x="3810" y="494029"/>
                  </a:lnTo>
                  <a:close/>
                </a:path>
                <a:path w="3809" h="519429">
                  <a:moveTo>
                    <a:pt x="3810" y="487679"/>
                  </a:moveTo>
                  <a:lnTo>
                    <a:pt x="0" y="487679"/>
                  </a:lnTo>
                  <a:lnTo>
                    <a:pt x="0" y="492760"/>
                  </a:lnTo>
                  <a:lnTo>
                    <a:pt x="3810" y="492760"/>
                  </a:lnTo>
                  <a:lnTo>
                    <a:pt x="3810" y="487679"/>
                  </a:lnTo>
                  <a:close/>
                </a:path>
                <a:path w="3809" h="519429">
                  <a:moveTo>
                    <a:pt x="3810" y="481329"/>
                  </a:moveTo>
                  <a:lnTo>
                    <a:pt x="0" y="481329"/>
                  </a:lnTo>
                  <a:lnTo>
                    <a:pt x="0" y="486410"/>
                  </a:lnTo>
                  <a:lnTo>
                    <a:pt x="3810" y="486410"/>
                  </a:lnTo>
                  <a:lnTo>
                    <a:pt x="3810" y="481329"/>
                  </a:lnTo>
                  <a:close/>
                </a:path>
                <a:path w="3809" h="519429">
                  <a:moveTo>
                    <a:pt x="3810" y="474979"/>
                  </a:moveTo>
                  <a:lnTo>
                    <a:pt x="0" y="474979"/>
                  </a:lnTo>
                  <a:lnTo>
                    <a:pt x="0" y="480060"/>
                  </a:lnTo>
                  <a:lnTo>
                    <a:pt x="3810" y="480060"/>
                  </a:lnTo>
                  <a:lnTo>
                    <a:pt x="3810" y="474979"/>
                  </a:lnTo>
                  <a:close/>
                </a:path>
                <a:path w="3809" h="519429">
                  <a:moveTo>
                    <a:pt x="3810" y="468629"/>
                  </a:moveTo>
                  <a:lnTo>
                    <a:pt x="0" y="468629"/>
                  </a:lnTo>
                  <a:lnTo>
                    <a:pt x="0" y="473710"/>
                  </a:lnTo>
                  <a:lnTo>
                    <a:pt x="3810" y="473710"/>
                  </a:lnTo>
                  <a:lnTo>
                    <a:pt x="3810" y="468629"/>
                  </a:lnTo>
                  <a:close/>
                </a:path>
                <a:path w="3809" h="519429">
                  <a:moveTo>
                    <a:pt x="3810" y="462279"/>
                  </a:moveTo>
                  <a:lnTo>
                    <a:pt x="0" y="462279"/>
                  </a:lnTo>
                  <a:lnTo>
                    <a:pt x="0" y="467360"/>
                  </a:lnTo>
                  <a:lnTo>
                    <a:pt x="3810" y="467360"/>
                  </a:lnTo>
                  <a:lnTo>
                    <a:pt x="3810" y="462279"/>
                  </a:lnTo>
                  <a:close/>
                </a:path>
                <a:path w="3809" h="519429">
                  <a:moveTo>
                    <a:pt x="3810" y="455929"/>
                  </a:moveTo>
                  <a:lnTo>
                    <a:pt x="0" y="455929"/>
                  </a:lnTo>
                  <a:lnTo>
                    <a:pt x="0" y="461010"/>
                  </a:lnTo>
                  <a:lnTo>
                    <a:pt x="3810" y="461010"/>
                  </a:lnTo>
                  <a:lnTo>
                    <a:pt x="3810" y="455929"/>
                  </a:lnTo>
                  <a:close/>
                </a:path>
                <a:path w="3809" h="519429">
                  <a:moveTo>
                    <a:pt x="3810" y="449579"/>
                  </a:moveTo>
                  <a:lnTo>
                    <a:pt x="0" y="449579"/>
                  </a:lnTo>
                  <a:lnTo>
                    <a:pt x="0" y="454660"/>
                  </a:lnTo>
                  <a:lnTo>
                    <a:pt x="3810" y="454660"/>
                  </a:lnTo>
                  <a:lnTo>
                    <a:pt x="3810" y="449579"/>
                  </a:lnTo>
                  <a:close/>
                </a:path>
                <a:path w="3809" h="519429">
                  <a:moveTo>
                    <a:pt x="3810" y="443229"/>
                  </a:moveTo>
                  <a:lnTo>
                    <a:pt x="0" y="443229"/>
                  </a:lnTo>
                  <a:lnTo>
                    <a:pt x="0" y="448310"/>
                  </a:lnTo>
                  <a:lnTo>
                    <a:pt x="3810" y="448310"/>
                  </a:lnTo>
                  <a:lnTo>
                    <a:pt x="3810" y="443229"/>
                  </a:lnTo>
                  <a:close/>
                </a:path>
                <a:path w="3809" h="519429">
                  <a:moveTo>
                    <a:pt x="3810" y="55879"/>
                  </a:moveTo>
                  <a:lnTo>
                    <a:pt x="0" y="55879"/>
                  </a:lnTo>
                  <a:lnTo>
                    <a:pt x="0" y="441960"/>
                  </a:lnTo>
                  <a:lnTo>
                    <a:pt x="3810" y="441960"/>
                  </a:lnTo>
                  <a:lnTo>
                    <a:pt x="3810" y="55879"/>
                  </a:lnTo>
                  <a:close/>
                </a:path>
                <a:path w="3809" h="519429">
                  <a:moveTo>
                    <a:pt x="3810" y="49529"/>
                  </a:moveTo>
                  <a:lnTo>
                    <a:pt x="0" y="49529"/>
                  </a:lnTo>
                  <a:lnTo>
                    <a:pt x="0" y="54610"/>
                  </a:lnTo>
                  <a:lnTo>
                    <a:pt x="3810" y="54610"/>
                  </a:lnTo>
                  <a:lnTo>
                    <a:pt x="3810" y="49529"/>
                  </a:lnTo>
                  <a:close/>
                </a:path>
                <a:path w="3809" h="519429">
                  <a:moveTo>
                    <a:pt x="3810" y="43179"/>
                  </a:moveTo>
                  <a:lnTo>
                    <a:pt x="0" y="43179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3179"/>
                  </a:lnTo>
                  <a:close/>
                </a:path>
                <a:path w="3809" h="519429">
                  <a:moveTo>
                    <a:pt x="3810" y="36829"/>
                  </a:moveTo>
                  <a:lnTo>
                    <a:pt x="0" y="36829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6829"/>
                  </a:lnTo>
                  <a:close/>
                </a:path>
                <a:path w="3809" h="519429">
                  <a:moveTo>
                    <a:pt x="3810" y="30479"/>
                  </a:moveTo>
                  <a:lnTo>
                    <a:pt x="0" y="30479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30479"/>
                  </a:lnTo>
                  <a:close/>
                </a:path>
                <a:path w="3809" h="519429">
                  <a:moveTo>
                    <a:pt x="3810" y="24129"/>
                  </a:moveTo>
                  <a:lnTo>
                    <a:pt x="0" y="24129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4129"/>
                  </a:lnTo>
                  <a:close/>
                </a:path>
                <a:path w="3809" h="519429">
                  <a:moveTo>
                    <a:pt x="3810" y="17779"/>
                  </a:moveTo>
                  <a:lnTo>
                    <a:pt x="0" y="17779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7779"/>
                  </a:lnTo>
                  <a:close/>
                </a:path>
                <a:path w="3809" h="519429">
                  <a:moveTo>
                    <a:pt x="3810" y="11429"/>
                  </a:moveTo>
                  <a:lnTo>
                    <a:pt x="0" y="11429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1429"/>
                  </a:lnTo>
                  <a:close/>
                </a:path>
                <a:path w="3809" h="519429">
                  <a:moveTo>
                    <a:pt x="3810" y="5079"/>
                  </a:moveTo>
                  <a:lnTo>
                    <a:pt x="0" y="5079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5079"/>
                  </a:lnTo>
                  <a:close/>
                </a:path>
                <a:path w="3809" h="519429">
                  <a:moveTo>
                    <a:pt x="254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D1C4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0" name="object 3510"/>
            <p:cNvSpPr/>
            <p:nvPr/>
          </p:nvSpPr>
          <p:spPr>
            <a:xfrm>
              <a:off x="6968489" y="2927350"/>
              <a:ext cx="3810" cy="518159"/>
            </a:xfrm>
            <a:custGeom>
              <a:avLst/>
              <a:gdLst/>
              <a:ahLst/>
              <a:cxnLst/>
              <a:rect l="l" t="t" r="r" b="b"/>
              <a:pathLst>
                <a:path w="3809" h="518160">
                  <a:moveTo>
                    <a:pt x="3809" y="516889"/>
                  </a:moveTo>
                  <a:lnTo>
                    <a:pt x="2539" y="516889"/>
                  </a:lnTo>
                  <a:lnTo>
                    <a:pt x="2539" y="518160"/>
                  </a:lnTo>
                  <a:lnTo>
                    <a:pt x="3809" y="518160"/>
                  </a:lnTo>
                  <a:lnTo>
                    <a:pt x="3809" y="516889"/>
                  </a:lnTo>
                  <a:close/>
                </a:path>
                <a:path w="3809" h="518160">
                  <a:moveTo>
                    <a:pt x="3809" y="510539"/>
                  </a:moveTo>
                  <a:lnTo>
                    <a:pt x="0" y="510539"/>
                  </a:lnTo>
                  <a:lnTo>
                    <a:pt x="0" y="515620"/>
                  </a:lnTo>
                  <a:lnTo>
                    <a:pt x="3809" y="515620"/>
                  </a:lnTo>
                  <a:lnTo>
                    <a:pt x="3809" y="510539"/>
                  </a:lnTo>
                  <a:close/>
                </a:path>
                <a:path w="3809" h="518160">
                  <a:moveTo>
                    <a:pt x="3809" y="504189"/>
                  </a:moveTo>
                  <a:lnTo>
                    <a:pt x="0" y="504189"/>
                  </a:lnTo>
                  <a:lnTo>
                    <a:pt x="0" y="509270"/>
                  </a:lnTo>
                  <a:lnTo>
                    <a:pt x="3809" y="509270"/>
                  </a:lnTo>
                  <a:lnTo>
                    <a:pt x="3809" y="504189"/>
                  </a:lnTo>
                  <a:close/>
                </a:path>
                <a:path w="3809" h="518160">
                  <a:moveTo>
                    <a:pt x="3809" y="497839"/>
                  </a:moveTo>
                  <a:lnTo>
                    <a:pt x="0" y="497839"/>
                  </a:lnTo>
                  <a:lnTo>
                    <a:pt x="0" y="502920"/>
                  </a:lnTo>
                  <a:lnTo>
                    <a:pt x="3809" y="502920"/>
                  </a:lnTo>
                  <a:lnTo>
                    <a:pt x="3809" y="497839"/>
                  </a:lnTo>
                  <a:close/>
                </a:path>
                <a:path w="3809" h="518160">
                  <a:moveTo>
                    <a:pt x="3809" y="491489"/>
                  </a:moveTo>
                  <a:lnTo>
                    <a:pt x="0" y="491489"/>
                  </a:lnTo>
                  <a:lnTo>
                    <a:pt x="0" y="496570"/>
                  </a:lnTo>
                  <a:lnTo>
                    <a:pt x="3809" y="496570"/>
                  </a:lnTo>
                  <a:lnTo>
                    <a:pt x="3809" y="491489"/>
                  </a:lnTo>
                  <a:close/>
                </a:path>
                <a:path w="3809" h="518160">
                  <a:moveTo>
                    <a:pt x="3809" y="485139"/>
                  </a:moveTo>
                  <a:lnTo>
                    <a:pt x="0" y="485139"/>
                  </a:lnTo>
                  <a:lnTo>
                    <a:pt x="0" y="490220"/>
                  </a:lnTo>
                  <a:lnTo>
                    <a:pt x="3809" y="490220"/>
                  </a:lnTo>
                  <a:lnTo>
                    <a:pt x="3809" y="485139"/>
                  </a:lnTo>
                  <a:close/>
                </a:path>
                <a:path w="3809" h="518160">
                  <a:moveTo>
                    <a:pt x="3809" y="478789"/>
                  </a:moveTo>
                  <a:lnTo>
                    <a:pt x="0" y="478789"/>
                  </a:lnTo>
                  <a:lnTo>
                    <a:pt x="0" y="483870"/>
                  </a:lnTo>
                  <a:lnTo>
                    <a:pt x="3809" y="483870"/>
                  </a:lnTo>
                  <a:lnTo>
                    <a:pt x="3809" y="478789"/>
                  </a:lnTo>
                  <a:close/>
                </a:path>
                <a:path w="3809" h="518160">
                  <a:moveTo>
                    <a:pt x="3809" y="472439"/>
                  </a:moveTo>
                  <a:lnTo>
                    <a:pt x="0" y="472439"/>
                  </a:lnTo>
                  <a:lnTo>
                    <a:pt x="0" y="477520"/>
                  </a:lnTo>
                  <a:lnTo>
                    <a:pt x="3809" y="477520"/>
                  </a:lnTo>
                  <a:lnTo>
                    <a:pt x="3809" y="472439"/>
                  </a:lnTo>
                  <a:close/>
                </a:path>
                <a:path w="3809" h="518160">
                  <a:moveTo>
                    <a:pt x="3809" y="466089"/>
                  </a:moveTo>
                  <a:lnTo>
                    <a:pt x="0" y="466089"/>
                  </a:lnTo>
                  <a:lnTo>
                    <a:pt x="0" y="471170"/>
                  </a:lnTo>
                  <a:lnTo>
                    <a:pt x="3809" y="471170"/>
                  </a:lnTo>
                  <a:lnTo>
                    <a:pt x="3809" y="466089"/>
                  </a:lnTo>
                  <a:close/>
                </a:path>
                <a:path w="3809" h="518160">
                  <a:moveTo>
                    <a:pt x="3809" y="459739"/>
                  </a:moveTo>
                  <a:lnTo>
                    <a:pt x="0" y="459739"/>
                  </a:lnTo>
                  <a:lnTo>
                    <a:pt x="0" y="464820"/>
                  </a:lnTo>
                  <a:lnTo>
                    <a:pt x="3809" y="464820"/>
                  </a:lnTo>
                  <a:lnTo>
                    <a:pt x="3809" y="459739"/>
                  </a:lnTo>
                  <a:close/>
                </a:path>
                <a:path w="3809" h="518160">
                  <a:moveTo>
                    <a:pt x="3809" y="453389"/>
                  </a:moveTo>
                  <a:lnTo>
                    <a:pt x="0" y="453389"/>
                  </a:lnTo>
                  <a:lnTo>
                    <a:pt x="0" y="458470"/>
                  </a:lnTo>
                  <a:lnTo>
                    <a:pt x="3809" y="458470"/>
                  </a:lnTo>
                  <a:lnTo>
                    <a:pt x="3809" y="453389"/>
                  </a:lnTo>
                  <a:close/>
                </a:path>
                <a:path w="3809" h="518160">
                  <a:moveTo>
                    <a:pt x="3809" y="447039"/>
                  </a:moveTo>
                  <a:lnTo>
                    <a:pt x="0" y="447039"/>
                  </a:lnTo>
                  <a:lnTo>
                    <a:pt x="0" y="452120"/>
                  </a:lnTo>
                  <a:lnTo>
                    <a:pt x="3809" y="452120"/>
                  </a:lnTo>
                  <a:lnTo>
                    <a:pt x="3809" y="447039"/>
                  </a:lnTo>
                  <a:close/>
                </a:path>
                <a:path w="3809" h="518160">
                  <a:moveTo>
                    <a:pt x="3809" y="440689"/>
                  </a:moveTo>
                  <a:lnTo>
                    <a:pt x="0" y="440689"/>
                  </a:lnTo>
                  <a:lnTo>
                    <a:pt x="0" y="445770"/>
                  </a:lnTo>
                  <a:lnTo>
                    <a:pt x="3809" y="445770"/>
                  </a:lnTo>
                  <a:lnTo>
                    <a:pt x="3809" y="440689"/>
                  </a:lnTo>
                  <a:close/>
                </a:path>
                <a:path w="3809" h="518160">
                  <a:moveTo>
                    <a:pt x="3809" y="53339"/>
                  </a:moveTo>
                  <a:lnTo>
                    <a:pt x="0" y="53339"/>
                  </a:lnTo>
                  <a:lnTo>
                    <a:pt x="0" y="439420"/>
                  </a:lnTo>
                  <a:lnTo>
                    <a:pt x="3809" y="439420"/>
                  </a:lnTo>
                  <a:lnTo>
                    <a:pt x="3809" y="53339"/>
                  </a:lnTo>
                  <a:close/>
                </a:path>
                <a:path w="3809" h="518160">
                  <a:moveTo>
                    <a:pt x="3809" y="46989"/>
                  </a:moveTo>
                  <a:lnTo>
                    <a:pt x="0" y="46989"/>
                  </a:lnTo>
                  <a:lnTo>
                    <a:pt x="0" y="52070"/>
                  </a:lnTo>
                  <a:lnTo>
                    <a:pt x="3809" y="52070"/>
                  </a:lnTo>
                  <a:lnTo>
                    <a:pt x="3809" y="46989"/>
                  </a:lnTo>
                  <a:close/>
                </a:path>
                <a:path w="3809" h="518160">
                  <a:moveTo>
                    <a:pt x="3809" y="40639"/>
                  </a:moveTo>
                  <a:lnTo>
                    <a:pt x="0" y="40639"/>
                  </a:lnTo>
                  <a:lnTo>
                    <a:pt x="0" y="45720"/>
                  </a:lnTo>
                  <a:lnTo>
                    <a:pt x="3809" y="45720"/>
                  </a:lnTo>
                  <a:lnTo>
                    <a:pt x="3809" y="40639"/>
                  </a:lnTo>
                  <a:close/>
                </a:path>
                <a:path w="3809" h="518160">
                  <a:moveTo>
                    <a:pt x="3809" y="34289"/>
                  </a:moveTo>
                  <a:lnTo>
                    <a:pt x="0" y="34289"/>
                  </a:lnTo>
                  <a:lnTo>
                    <a:pt x="0" y="39370"/>
                  </a:lnTo>
                  <a:lnTo>
                    <a:pt x="3809" y="39370"/>
                  </a:lnTo>
                  <a:lnTo>
                    <a:pt x="3809" y="34289"/>
                  </a:lnTo>
                  <a:close/>
                </a:path>
                <a:path w="3809" h="518160">
                  <a:moveTo>
                    <a:pt x="3809" y="27939"/>
                  </a:moveTo>
                  <a:lnTo>
                    <a:pt x="0" y="27939"/>
                  </a:lnTo>
                  <a:lnTo>
                    <a:pt x="0" y="33020"/>
                  </a:lnTo>
                  <a:lnTo>
                    <a:pt x="3809" y="33020"/>
                  </a:lnTo>
                  <a:lnTo>
                    <a:pt x="3809" y="27939"/>
                  </a:lnTo>
                  <a:close/>
                </a:path>
                <a:path w="3809" h="518160">
                  <a:moveTo>
                    <a:pt x="3809" y="21589"/>
                  </a:moveTo>
                  <a:lnTo>
                    <a:pt x="0" y="21589"/>
                  </a:lnTo>
                  <a:lnTo>
                    <a:pt x="0" y="26670"/>
                  </a:lnTo>
                  <a:lnTo>
                    <a:pt x="3809" y="26670"/>
                  </a:lnTo>
                  <a:lnTo>
                    <a:pt x="3809" y="21589"/>
                  </a:lnTo>
                  <a:close/>
                </a:path>
                <a:path w="3809" h="518160">
                  <a:moveTo>
                    <a:pt x="3809" y="15239"/>
                  </a:moveTo>
                  <a:lnTo>
                    <a:pt x="0" y="15239"/>
                  </a:lnTo>
                  <a:lnTo>
                    <a:pt x="0" y="20320"/>
                  </a:lnTo>
                  <a:lnTo>
                    <a:pt x="3809" y="20320"/>
                  </a:lnTo>
                  <a:lnTo>
                    <a:pt x="3809" y="15239"/>
                  </a:lnTo>
                  <a:close/>
                </a:path>
                <a:path w="3809" h="518160">
                  <a:moveTo>
                    <a:pt x="3809" y="8889"/>
                  </a:moveTo>
                  <a:lnTo>
                    <a:pt x="0" y="8889"/>
                  </a:lnTo>
                  <a:lnTo>
                    <a:pt x="0" y="13970"/>
                  </a:lnTo>
                  <a:lnTo>
                    <a:pt x="3809" y="13970"/>
                  </a:lnTo>
                  <a:lnTo>
                    <a:pt x="3809" y="8889"/>
                  </a:lnTo>
                  <a:close/>
                </a:path>
                <a:path w="3809" h="518160">
                  <a:moveTo>
                    <a:pt x="3809" y="1270"/>
                  </a:moveTo>
                  <a:lnTo>
                    <a:pt x="2539" y="1270"/>
                  </a:lnTo>
                  <a:lnTo>
                    <a:pt x="2539" y="2539"/>
                  </a:lnTo>
                  <a:lnTo>
                    <a:pt x="0" y="2539"/>
                  </a:lnTo>
                  <a:lnTo>
                    <a:pt x="0" y="7620"/>
                  </a:lnTo>
                  <a:lnTo>
                    <a:pt x="3809" y="7620"/>
                  </a:lnTo>
                  <a:lnTo>
                    <a:pt x="3809" y="1270"/>
                  </a:lnTo>
                  <a:close/>
                </a:path>
                <a:path w="3809" h="518160">
                  <a:moveTo>
                    <a:pt x="2539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39" y="1270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D1C3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1" name="object 3511"/>
            <p:cNvSpPr/>
            <p:nvPr/>
          </p:nvSpPr>
          <p:spPr>
            <a:xfrm>
              <a:off x="6972300" y="2928619"/>
              <a:ext cx="3810" cy="518159"/>
            </a:xfrm>
            <a:custGeom>
              <a:avLst/>
              <a:gdLst/>
              <a:ahLst/>
              <a:cxnLst/>
              <a:rect l="l" t="t" r="r" b="b"/>
              <a:pathLst>
                <a:path w="3809" h="518160">
                  <a:moveTo>
                    <a:pt x="3809" y="515619"/>
                  </a:moveTo>
                  <a:lnTo>
                    <a:pt x="0" y="515619"/>
                  </a:lnTo>
                  <a:lnTo>
                    <a:pt x="0" y="516889"/>
                  </a:lnTo>
                  <a:lnTo>
                    <a:pt x="2540" y="516889"/>
                  </a:lnTo>
                  <a:lnTo>
                    <a:pt x="2540" y="518160"/>
                  </a:lnTo>
                  <a:lnTo>
                    <a:pt x="3809" y="518160"/>
                  </a:lnTo>
                  <a:lnTo>
                    <a:pt x="3809" y="515619"/>
                  </a:lnTo>
                  <a:close/>
                </a:path>
                <a:path w="3809" h="518160">
                  <a:moveTo>
                    <a:pt x="3809" y="509269"/>
                  </a:moveTo>
                  <a:lnTo>
                    <a:pt x="0" y="509269"/>
                  </a:lnTo>
                  <a:lnTo>
                    <a:pt x="0" y="514350"/>
                  </a:lnTo>
                  <a:lnTo>
                    <a:pt x="3809" y="514350"/>
                  </a:lnTo>
                  <a:lnTo>
                    <a:pt x="3809" y="509269"/>
                  </a:lnTo>
                  <a:close/>
                </a:path>
                <a:path w="3809" h="518160">
                  <a:moveTo>
                    <a:pt x="3809" y="502919"/>
                  </a:moveTo>
                  <a:lnTo>
                    <a:pt x="0" y="502919"/>
                  </a:lnTo>
                  <a:lnTo>
                    <a:pt x="0" y="508000"/>
                  </a:lnTo>
                  <a:lnTo>
                    <a:pt x="3809" y="508000"/>
                  </a:lnTo>
                  <a:lnTo>
                    <a:pt x="3809" y="502919"/>
                  </a:lnTo>
                  <a:close/>
                </a:path>
                <a:path w="3809" h="518160">
                  <a:moveTo>
                    <a:pt x="3809" y="496569"/>
                  </a:moveTo>
                  <a:lnTo>
                    <a:pt x="0" y="496569"/>
                  </a:lnTo>
                  <a:lnTo>
                    <a:pt x="0" y="501650"/>
                  </a:lnTo>
                  <a:lnTo>
                    <a:pt x="3809" y="501650"/>
                  </a:lnTo>
                  <a:lnTo>
                    <a:pt x="3809" y="496569"/>
                  </a:lnTo>
                  <a:close/>
                </a:path>
                <a:path w="3809" h="518160">
                  <a:moveTo>
                    <a:pt x="3809" y="490219"/>
                  </a:moveTo>
                  <a:lnTo>
                    <a:pt x="0" y="490219"/>
                  </a:lnTo>
                  <a:lnTo>
                    <a:pt x="0" y="495300"/>
                  </a:lnTo>
                  <a:lnTo>
                    <a:pt x="3809" y="495300"/>
                  </a:lnTo>
                  <a:lnTo>
                    <a:pt x="3809" y="490219"/>
                  </a:lnTo>
                  <a:close/>
                </a:path>
                <a:path w="3809" h="518160">
                  <a:moveTo>
                    <a:pt x="3809" y="483869"/>
                  </a:moveTo>
                  <a:lnTo>
                    <a:pt x="0" y="483869"/>
                  </a:lnTo>
                  <a:lnTo>
                    <a:pt x="0" y="488950"/>
                  </a:lnTo>
                  <a:lnTo>
                    <a:pt x="3809" y="488950"/>
                  </a:lnTo>
                  <a:lnTo>
                    <a:pt x="3809" y="483869"/>
                  </a:lnTo>
                  <a:close/>
                </a:path>
                <a:path w="3809" h="518160">
                  <a:moveTo>
                    <a:pt x="3809" y="477519"/>
                  </a:moveTo>
                  <a:lnTo>
                    <a:pt x="0" y="477519"/>
                  </a:lnTo>
                  <a:lnTo>
                    <a:pt x="0" y="482600"/>
                  </a:lnTo>
                  <a:lnTo>
                    <a:pt x="3809" y="482600"/>
                  </a:lnTo>
                  <a:lnTo>
                    <a:pt x="3809" y="477519"/>
                  </a:lnTo>
                  <a:close/>
                </a:path>
                <a:path w="3809" h="518160">
                  <a:moveTo>
                    <a:pt x="3809" y="471169"/>
                  </a:moveTo>
                  <a:lnTo>
                    <a:pt x="0" y="471169"/>
                  </a:lnTo>
                  <a:lnTo>
                    <a:pt x="0" y="476250"/>
                  </a:lnTo>
                  <a:lnTo>
                    <a:pt x="3809" y="476250"/>
                  </a:lnTo>
                  <a:lnTo>
                    <a:pt x="3809" y="471169"/>
                  </a:lnTo>
                  <a:close/>
                </a:path>
                <a:path w="3809" h="518160">
                  <a:moveTo>
                    <a:pt x="3809" y="464819"/>
                  </a:moveTo>
                  <a:lnTo>
                    <a:pt x="0" y="464819"/>
                  </a:lnTo>
                  <a:lnTo>
                    <a:pt x="0" y="469900"/>
                  </a:lnTo>
                  <a:lnTo>
                    <a:pt x="3809" y="469900"/>
                  </a:lnTo>
                  <a:lnTo>
                    <a:pt x="3809" y="464819"/>
                  </a:lnTo>
                  <a:close/>
                </a:path>
                <a:path w="3809" h="518160">
                  <a:moveTo>
                    <a:pt x="3809" y="458469"/>
                  </a:moveTo>
                  <a:lnTo>
                    <a:pt x="0" y="458469"/>
                  </a:lnTo>
                  <a:lnTo>
                    <a:pt x="0" y="463550"/>
                  </a:lnTo>
                  <a:lnTo>
                    <a:pt x="3809" y="463550"/>
                  </a:lnTo>
                  <a:lnTo>
                    <a:pt x="3809" y="458469"/>
                  </a:lnTo>
                  <a:close/>
                </a:path>
                <a:path w="3809" h="518160">
                  <a:moveTo>
                    <a:pt x="3809" y="452119"/>
                  </a:moveTo>
                  <a:lnTo>
                    <a:pt x="0" y="452119"/>
                  </a:lnTo>
                  <a:lnTo>
                    <a:pt x="0" y="457200"/>
                  </a:lnTo>
                  <a:lnTo>
                    <a:pt x="3809" y="457200"/>
                  </a:lnTo>
                  <a:lnTo>
                    <a:pt x="3809" y="452119"/>
                  </a:lnTo>
                  <a:close/>
                </a:path>
                <a:path w="3809" h="518160">
                  <a:moveTo>
                    <a:pt x="3809" y="445769"/>
                  </a:moveTo>
                  <a:lnTo>
                    <a:pt x="0" y="445769"/>
                  </a:lnTo>
                  <a:lnTo>
                    <a:pt x="0" y="450850"/>
                  </a:lnTo>
                  <a:lnTo>
                    <a:pt x="3809" y="450850"/>
                  </a:lnTo>
                  <a:lnTo>
                    <a:pt x="3809" y="445769"/>
                  </a:lnTo>
                  <a:close/>
                </a:path>
                <a:path w="3809" h="518160">
                  <a:moveTo>
                    <a:pt x="3809" y="439419"/>
                  </a:moveTo>
                  <a:lnTo>
                    <a:pt x="0" y="439419"/>
                  </a:lnTo>
                  <a:lnTo>
                    <a:pt x="0" y="444500"/>
                  </a:lnTo>
                  <a:lnTo>
                    <a:pt x="3809" y="444500"/>
                  </a:lnTo>
                  <a:lnTo>
                    <a:pt x="3809" y="439419"/>
                  </a:lnTo>
                  <a:close/>
                </a:path>
                <a:path w="3809" h="518160">
                  <a:moveTo>
                    <a:pt x="3809" y="52069"/>
                  </a:moveTo>
                  <a:lnTo>
                    <a:pt x="0" y="52069"/>
                  </a:lnTo>
                  <a:lnTo>
                    <a:pt x="0" y="438150"/>
                  </a:lnTo>
                  <a:lnTo>
                    <a:pt x="3809" y="438150"/>
                  </a:lnTo>
                  <a:lnTo>
                    <a:pt x="3809" y="52069"/>
                  </a:lnTo>
                  <a:close/>
                </a:path>
                <a:path w="3809" h="518160">
                  <a:moveTo>
                    <a:pt x="3809" y="45719"/>
                  </a:moveTo>
                  <a:lnTo>
                    <a:pt x="0" y="45719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45719"/>
                  </a:lnTo>
                  <a:close/>
                </a:path>
                <a:path w="3809" h="518160">
                  <a:moveTo>
                    <a:pt x="3809" y="39369"/>
                  </a:moveTo>
                  <a:lnTo>
                    <a:pt x="0" y="39369"/>
                  </a:lnTo>
                  <a:lnTo>
                    <a:pt x="0" y="44450"/>
                  </a:lnTo>
                  <a:lnTo>
                    <a:pt x="3809" y="44450"/>
                  </a:lnTo>
                  <a:lnTo>
                    <a:pt x="3809" y="39369"/>
                  </a:lnTo>
                  <a:close/>
                </a:path>
                <a:path w="3809" h="518160">
                  <a:moveTo>
                    <a:pt x="3809" y="33019"/>
                  </a:moveTo>
                  <a:lnTo>
                    <a:pt x="0" y="33019"/>
                  </a:lnTo>
                  <a:lnTo>
                    <a:pt x="0" y="38100"/>
                  </a:lnTo>
                  <a:lnTo>
                    <a:pt x="3809" y="38100"/>
                  </a:lnTo>
                  <a:lnTo>
                    <a:pt x="3809" y="33019"/>
                  </a:lnTo>
                  <a:close/>
                </a:path>
                <a:path w="3809" h="518160">
                  <a:moveTo>
                    <a:pt x="3809" y="26669"/>
                  </a:moveTo>
                  <a:lnTo>
                    <a:pt x="0" y="26669"/>
                  </a:lnTo>
                  <a:lnTo>
                    <a:pt x="0" y="31750"/>
                  </a:lnTo>
                  <a:lnTo>
                    <a:pt x="3809" y="31750"/>
                  </a:lnTo>
                  <a:lnTo>
                    <a:pt x="3809" y="26669"/>
                  </a:lnTo>
                  <a:close/>
                </a:path>
                <a:path w="3809" h="518160">
                  <a:moveTo>
                    <a:pt x="3809" y="20319"/>
                  </a:moveTo>
                  <a:lnTo>
                    <a:pt x="0" y="20319"/>
                  </a:lnTo>
                  <a:lnTo>
                    <a:pt x="0" y="25400"/>
                  </a:lnTo>
                  <a:lnTo>
                    <a:pt x="3809" y="25400"/>
                  </a:lnTo>
                  <a:lnTo>
                    <a:pt x="3809" y="20319"/>
                  </a:lnTo>
                  <a:close/>
                </a:path>
                <a:path w="3809" h="518160">
                  <a:moveTo>
                    <a:pt x="3809" y="13969"/>
                  </a:moveTo>
                  <a:lnTo>
                    <a:pt x="0" y="13969"/>
                  </a:lnTo>
                  <a:lnTo>
                    <a:pt x="0" y="19050"/>
                  </a:lnTo>
                  <a:lnTo>
                    <a:pt x="3809" y="19050"/>
                  </a:lnTo>
                  <a:lnTo>
                    <a:pt x="3809" y="13969"/>
                  </a:lnTo>
                  <a:close/>
                </a:path>
                <a:path w="3809" h="518160">
                  <a:moveTo>
                    <a:pt x="3809" y="7619"/>
                  </a:moveTo>
                  <a:lnTo>
                    <a:pt x="0" y="7619"/>
                  </a:lnTo>
                  <a:lnTo>
                    <a:pt x="0" y="12700"/>
                  </a:lnTo>
                  <a:lnTo>
                    <a:pt x="3809" y="12700"/>
                  </a:lnTo>
                  <a:lnTo>
                    <a:pt x="3809" y="7619"/>
                  </a:lnTo>
                  <a:close/>
                </a:path>
                <a:path w="3809" h="518160">
                  <a:moveTo>
                    <a:pt x="1270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2539"/>
                  </a:lnTo>
                  <a:lnTo>
                    <a:pt x="2540" y="2539"/>
                  </a:lnTo>
                  <a:lnTo>
                    <a:pt x="254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D0C2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2" name="object 3512"/>
            <p:cNvSpPr/>
            <p:nvPr/>
          </p:nvSpPr>
          <p:spPr>
            <a:xfrm>
              <a:off x="6976110" y="2931160"/>
              <a:ext cx="3810" cy="516890"/>
            </a:xfrm>
            <a:custGeom>
              <a:avLst/>
              <a:gdLst/>
              <a:ahLst/>
              <a:cxnLst/>
              <a:rect l="l" t="t" r="r" b="b"/>
              <a:pathLst>
                <a:path w="3809" h="516889">
                  <a:moveTo>
                    <a:pt x="3810" y="513079"/>
                  </a:moveTo>
                  <a:lnTo>
                    <a:pt x="0" y="513079"/>
                  </a:lnTo>
                  <a:lnTo>
                    <a:pt x="0" y="515620"/>
                  </a:lnTo>
                  <a:lnTo>
                    <a:pt x="2540" y="515620"/>
                  </a:lnTo>
                  <a:lnTo>
                    <a:pt x="2540" y="516889"/>
                  </a:lnTo>
                  <a:lnTo>
                    <a:pt x="3810" y="516889"/>
                  </a:lnTo>
                  <a:lnTo>
                    <a:pt x="3810" y="513079"/>
                  </a:lnTo>
                  <a:close/>
                </a:path>
                <a:path w="3809" h="516889">
                  <a:moveTo>
                    <a:pt x="3810" y="506729"/>
                  </a:moveTo>
                  <a:lnTo>
                    <a:pt x="0" y="506729"/>
                  </a:lnTo>
                  <a:lnTo>
                    <a:pt x="0" y="511810"/>
                  </a:lnTo>
                  <a:lnTo>
                    <a:pt x="3810" y="511810"/>
                  </a:lnTo>
                  <a:lnTo>
                    <a:pt x="3810" y="506729"/>
                  </a:lnTo>
                  <a:close/>
                </a:path>
                <a:path w="3809" h="516889">
                  <a:moveTo>
                    <a:pt x="3810" y="500379"/>
                  </a:moveTo>
                  <a:lnTo>
                    <a:pt x="0" y="500379"/>
                  </a:lnTo>
                  <a:lnTo>
                    <a:pt x="0" y="505460"/>
                  </a:lnTo>
                  <a:lnTo>
                    <a:pt x="3810" y="505460"/>
                  </a:lnTo>
                  <a:lnTo>
                    <a:pt x="3810" y="500379"/>
                  </a:lnTo>
                  <a:close/>
                </a:path>
                <a:path w="3809" h="516889">
                  <a:moveTo>
                    <a:pt x="3810" y="494029"/>
                  </a:moveTo>
                  <a:lnTo>
                    <a:pt x="0" y="494029"/>
                  </a:lnTo>
                  <a:lnTo>
                    <a:pt x="0" y="499110"/>
                  </a:lnTo>
                  <a:lnTo>
                    <a:pt x="3810" y="499110"/>
                  </a:lnTo>
                  <a:lnTo>
                    <a:pt x="3810" y="494029"/>
                  </a:lnTo>
                  <a:close/>
                </a:path>
                <a:path w="3809" h="516889">
                  <a:moveTo>
                    <a:pt x="3810" y="487679"/>
                  </a:moveTo>
                  <a:lnTo>
                    <a:pt x="0" y="487679"/>
                  </a:lnTo>
                  <a:lnTo>
                    <a:pt x="0" y="492760"/>
                  </a:lnTo>
                  <a:lnTo>
                    <a:pt x="3810" y="492760"/>
                  </a:lnTo>
                  <a:lnTo>
                    <a:pt x="3810" y="487679"/>
                  </a:lnTo>
                  <a:close/>
                </a:path>
                <a:path w="3809" h="516889">
                  <a:moveTo>
                    <a:pt x="3810" y="481329"/>
                  </a:moveTo>
                  <a:lnTo>
                    <a:pt x="0" y="481329"/>
                  </a:lnTo>
                  <a:lnTo>
                    <a:pt x="0" y="486410"/>
                  </a:lnTo>
                  <a:lnTo>
                    <a:pt x="3810" y="486410"/>
                  </a:lnTo>
                  <a:lnTo>
                    <a:pt x="3810" y="481329"/>
                  </a:lnTo>
                  <a:close/>
                </a:path>
                <a:path w="3809" h="516889">
                  <a:moveTo>
                    <a:pt x="3810" y="474979"/>
                  </a:moveTo>
                  <a:lnTo>
                    <a:pt x="0" y="474979"/>
                  </a:lnTo>
                  <a:lnTo>
                    <a:pt x="0" y="480060"/>
                  </a:lnTo>
                  <a:lnTo>
                    <a:pt x="3810" y="480060"/>
                  </a:lnTo>
                  <a:lnTo>
                    <a:pt x="3810" y="474979"/>
                  </a:lnTo>
                  <a:close/>
                </a:path>
                <a:path w="3809" h="516889">
                  <a:moveTo>
                    <a:pt x="3810" y="468629"/>
                  </a:moveTo>
                  <a:lnTo>
                    <a:pt x="0" y="468629"/>
                  </a:lnTo>
                  <a:lnTo>
                    <a:pt x="0" y="473710"/>
                  </a:lnTo>
                  <a:lnTo>
                    <a:pt x="3810" y="473710"/>
                  </a:lnTo>
                  <a:lnTo>
                    <a:pt x="3810" y="468629"/>
                  </a:lnTo>
                  <a:close/>
                </a:path>
                <a:path w="3809" h="516889">
                  <a:moveTo>
                    <a:pt x="3810" y="462279"/>
                  </a:moveTo>
                  <a:lnTo>
                    <a:pt x="0" y="462279"/>
                  </a:lnTo>
                  <a:lnTo>
                    <a:pt x="0" y="467360"/>
                  </a:lnTo>
                  <a:lnTo>
                    <a:pt x="3810" y="467360"/>
                  </a:lnTo>
                  <a:lnTo>
                    <a:pt x="3810" y="462279"/>
                  </a:lnTo>
                  <a:close/>
                </a:path>
                <a:path w="3809" h="516889">
                  <a:moveTo>
                    <a:pt x="3810" y="455929"/>
                  </a:moveTo>
                  <a:lnTo>
                    <a:pt x="0" y="455929"/>
                  </a:lnTo>
                  <a:lnTo>
                    <a:pt x="0" y="461010"/>
                  </a:lnTo>
                  <a:lnTo>
                    <a:pt x="3810" y="461010"/>
                  </a:lnTo>
                  <a:lnTo>
                    <a:pt x="3810" y="455929"/>
                  </a:lnTo>
                  <a:close/>
                </a:path>
                <a:path w="3809" h="516889">
                  <a:moveTo>
                    <a:pt x="3810" y="449579"/>
                  </a:moveTo>
                  <a:lnTo>
                    <a:pt x="0" y="449579"/>
                  </a:lnTo>
                  <a:lnTo>
                    <a:pt x="0" y="454660"/>
                  </a:lnTo>
                  <a:lnTo>
                    <a:pt x="3810" y="454660"/>
                  </a:lnTo>
                  <a:lnTo>
                    <a:pt x="3810" y="449579"/>
                  </a:lnTo>
                  <a:close/>
                </a:path>
                <a:path w="3809" h="516889">
                  <a:moveTo>
                    <a:pt x="3810" y="443229"/>
                  </a:moveTo>
                  <a:lnTo>
                    <a:pt x="0" y="443229"/>
                  </a:lnTo>
                  <a:lnTo>
                    <a:pt x="0" y="448310"/>
                  </a:lnTo>
                  <a:lnTo>
                    <a:pt x="3810" y="448310"/>
                  </a:lnTo>
                  <a:lnTo>
                    <a:pt x="3810" y="443229"/>
                  </a:lnTo>
                  <a:close/>
                </a:path>
                <a:path w="3809" h="516889">
                  <a:moveTo>
                    <a:pt x="3810" y="436879"/>
                  </a:moveTo>
                  <a:lnTo>
                    <a:pt x="0" y="436879"/>
                  </a:lnTo>
                  <a:lnTo>
                    <a:pt x="0" y="441960"/>
                  </a:lnTo>
                  <a:lnTo>
                    <a:pt x="3810" y="441960"/>
                  </a:lnTo>
                  <a:lnTo>
                    <a:pt x="3810" y="436879"/>
                  </a:lnTo>
                  <a:close/>
                </a:path>
                <a:path w="3809" h="516889">
                  <a:moveTo>
                    <a:pt x="3810" y="49529"/>
                  </a:moveTo>
                  <a:lnTo>
                    <a:pt x="0" y="49529"/>
                  </a:lnTo>
                  <a:lnTo>
                    <a:pt x="0" y="435610"/>
                  </a:lnTo>
                  <a:lnTo>
                    <a:pt x="3810" y="435610"/>
                  </a:lnTo>
                  <a:lnTo>
                    <a:pt x="3810" y="49529"/>
                  </a:lnTo>
                  <a:close/>
                </a:path>
                <a:path w="3809" h="516889">
                  <a:moveTo>
                    <a:pt x="3810" y="43179"/>
                  </a:moveTo>
                  <a:lnTo>
                    <a:pt x="0" y="43179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3179"/>
                  </a:lnTo>
                  <a:close/>
                </a:path>
                <a:path w="3809" h="516889">
                  <a:moveTo>
                    <a:pt x="3810" y="36829"/>
                  </a:moveTo>
                  <a:lnTo>
                    <a:pt x="0" y="36829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6829"/>
                  </a:lnTo>
                  <a:close/>
                </a:path>
                <a:path w="3809" h="516889">
                  <a:moveTo>
                    <a:pt x="3810" y="30479"/>
                  </a:moveTo>
                  <a:lnTo>
                    <a:pt x="0" y="30479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30479"/>
                  </a:lnTo>
                  <a:close/>
                </a:path>
                <a:path w="3809" h="516889">
                  <a:moveTo>
                    <a:pt x="3810" y="24129"/>
                  </a:moveTo>
                  <a:lnTo>
                    <a:pt x="0" y="24129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4129"/>
                  </a:lnTo>
                  <a:close/>
                </a:path>
                <a:path w="3809" h="516889">
                  <a:moveTo>
                    <a:pt x="3810" y="17779"/>
                  </a:moveTo>
                  <a:lnTo>
                    <a:pt x="0" y="17779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17779"/>
                  </a:lnTo>
                  <a:close/>
                </a:path>
                <a:path w="3809" h="516889">
                  <a:moveTo>
                    <a:pt x="3810" y="11429"/>
                  </a:moveTo>
                  <a:lnTo>
                    <a:pt x="0" y="11429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1429"/>
                  </a:lnTo>
                  <a:close/>
                </a:path>
                <a:path w="3809" h="516889">
                  <a:moveTo>
                    <a:pt x="3810" y="5079"/>
                  </a:moveTo>
                  <a:lnTo>
                    <a:pt x="0" y="5079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5079"/>
                  </a:lnTo>
                  <a:close/>
                </a:path>
                <a:path w="3809" h="516889">
                  <a:moveTo>
                    <a:pt x="127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CFC1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3" name="object 3513"/>
            <p:cNvSpPr/>
            <p:nvPr/>
          </p:nvSpPr>
          <p:spPr>
            <a:xfrm>
              <a:off x="6979920" y="2933700"/>
              <a:ext cx="3810" cy="516890"/>
            </a:xfrm>
            <a:custGeom>
              <a:avLst/>
              <a:gdLst/>
              <a:ahLst/>
              <a:cxnLst/>
              <a:rect l="l" t="t" r="r" b="b"/>
              <a:pathLst>
                <a:path w="3809" h="516889">
                  <a:moveTo>
                    <a:pt x="3809" y="510539"/>
                  </a:moveTo>
                  <a:lnTo>
                    <a:pt x="0" y="510539"/>
                  </a:lnTo>
                  <a:lnTo>
                    <a:pt x="0" y="514350"/>
                  </a:lnTo>
                  <a:lnTo>
                    <a:pt x="1270" y="514350"/>
                  </a:lnTo>
                  <a:lnTo>
                    <a:pt x="1270" y="516889"/>
                  </a:lnTo>
                  <a:lnTo>
                    <a:pt x="3809" y="516889"/>
                  </a:lnTo>
                  <a:lnTo>
                    <a:pt x="3809" y="510539"/>
                  </a:lnTo>
                  <a:close/>
                </a:path>
                <a:path w="3809" h="516889">
                  <a:moveTo>
                    <a:pt x="3809" y="504189"/>
                  </a:moveTo>
                  <a:lnTo>
                    <a:pt x="0" y="504189"/>
                  </a:lnTo>
                  <a:lnTo>
                    <a:pt x="0" y="509270"/>
                  </a:lnTo>
                  <a:lnTo>
                    <a:pt x="3809" y="509270"/>
                  </a:lnTo>
                  <a:lnTo>
                    <a:pt x="3809" y="504189"/>
                  </a:lnTo>
                  <a:close/>
                </a:path>
                <a:path w="3809" h="516889">
                  <a:moveTo>
                    <a:pt x="3809" y="497839"/>
                  </a:moveTo>
                  <a:lnTo>
                    <a:pt x="0" y="497839"/>
                  </a:lnTo>
                  <a:lnTo>
                    <a:pt x="0" y="502920"/>
                  </a:lnTo>
                  <a:lnTo>
                    <a:pt x="3809" y="502920"/>
                  </a:lnTo>
                  <a:lnTo>
                    <a:pt x="3809" y="497839"/>
                  </a:lnTo>
                  <a:close/>
                </a:path>
                <a:path w="3809" h="516889">
                  <a:moveTo>
                    <a:pt x="3809" y="491489"/>
                  </a:moveTo>
                  <a:lnTo>
                    <a:pt x="0" y="491489"/>
                  </a:lnTo>
                  <a:lnTo>
                    <a:pt x="0" y="496570"/>
                  </a:lnTo>
                  <a:lnTo>
                    <a:pt x="3809" y="496570"/>
                  </a:lnTo>
                  <a:lnTo>
                    <a:pt x="3809" y="491489"/>
                  </a:lnTo>
                  <a:close/>
                </a:path>
                <a:path w="3809" h="516889">
                  <a:moveTo>
                    <a:pt x="3809" y="485139"/>
                  </a:moveTo>
                  <a:lnTo>
                    <a:pt x="0" y="485139"/>
                  </a:lnTo>
                  <a:lnTo>
                    <a:pt x="0" y="490220"/>
                  </a:lnTo>
                  <a:lnTo>
                    <a:pt x="3809" y="490220"/>
                  </a:lnTo>
                  <a:lnTo>
                    <a:pt x="3809" y="485139"/>
                  </a:lnTo>
                  <a:close/>
                </a:path>
                <a:path w="3809" h="516889">
                  <a:moveTo>
                    <a:pt x="3809" y="478789"/>
                  </a:moveTo>
                  <a:lnTo>
                    <a:pt x="0" y="478789"/>
                  </a:lnTo>
                  <a:lnTo>
                    <a:pt x="0" y="483870"/>
                  </a:lnTo>
                  <a:lnTo>
                    <a:pt x="3809" y="483870"/>
                  </a:lnTo>
                  <a:lnTo>
                    <a:pt x="3809" y="478789"/>
                  </a:lnTo>
                  <a:close/>
                </a:path>
                <a:path w="3809" h="516889">
                  <a:moveTo>
                    <a:pt x="3809" y="472439"/>
                  </a:moveTo>
                  <a:lnTo>
                    <a:pt x="0" y="472439"/>
                  </a:lnTo>
                  <a:lnTo>
                    <a:pt x="0" y="477520"/>
                  </a:lnTo>
                  <a:lnTo>
                    <a:pt x="3809" y="477520"/>
                  </a:lnTo>
                  <a:lnTo>
                    <a:pt x="3809" y="472439"/>
                  </a:lnTo>
                  <a:close/>
                </a:path>
                <a:path w="3809" h="516889">
                  <a:moveTo>
                    <a:pt x="3809" y="466089"/>
                  </a:moveTo>
                  <a:lnTo>
                    <a:pt x="0" y="466089"/>
                  </a:lnTo>
                  <a:lnTo>
                    <a:pt x="0" y="471170"/>
                  </a:lnTo>
                  <a:lnTo>
                    <a:pt x="3809" y="471170"/>
                  </a:lnTo>
                  <a:lnTo>
                    <a:pt x="3809" y="466089"/>
                  </a:lnTo>
                  <a:close/>
                </a:path>
                <a:path w="3809" h="516889">
                  <a:moveTo>
                    <a:pt x="3809" y="459739"/>
                  </a:moveTo>
                  <a:lnTo>
                    <a:pt x="0" y="459739"/>
                  </a:lnTo>
                  <a:lnTo>
                    <a:pt x="0" y="464820"/>
                  </a:lnTo>
                  <a:lnTo>
                    <a:pt x="3809" y="464820"/>
                  </a:lnTo>
                  <a:lnTo>
                    <a:pt x="3809" y="459739"/>
                  </a:lnTo>
                  <a:close/>
                </a:path>
                <a:path w="3809" h="516889">
                  <a:moveTo>
                    <a:pt x="3809" y="453389"/>
                  </a:moveTo>
                  <a:lnTo>
                    <a:pt x="0" y="453389"/>
                  </a:lnTo>
                  <a:lnTo>
                    <a:pt x="0" y="458470"/>
                  </a:lnTo>
                  <a:lnTo>
                    <a:pt x="3809" y="458470"/>
                  </a:lnTo>
                  <a:lnTo>
                    <a:pt x="3809" y="453389"/>
                  </a:lnTo>
                  <a:close/>
                </a:path>
                <a:path w="3809" h="516889">
                  <a:moveTo>
                    <a:pt x="3809" y="447039"/>
                  </a:moveTo>
                  <a:lnTo>
                    <a:pt x="0" y="447039"/>
                  </a:lnTo>
                  <a:lnTo>
                    <a:pt x="0" y="452120"/>
                  </a:lnTo>
                  <a:lnTo>
                    <a:pt x="3809" y="452120"/>
                  </a:lnTo>
                  <a:lnTo>
                    <a:pt x="3809" y="447039"/>
                  </a:lnTo>
                  <a:close/>
                </a:path>
                <a:path w="3809" h="516889">
                  <a:moveTo>
                    <a:pt x="3809" y="440689"/>
                  </a:moveTo>
                  <a:lnTo>
                    <a:pt x="0" y="440689"/>
                  </a:lnTo>
                  <a:lnTo>
                    <a:pt x="0" y="445770"/>
                  </a:lnTo>
                  <a:lnTo>
                    <a:pt x="3809" y="445770"/>
                  </a:lnTo>
                  <a:lnTo>
                    <a:pt x="3809" y="440689"/>
                  </a:lnTo>
                  <a:close/>
                </a:path>
                <a:path w="3809" h="516889">
                  <a:moveTo>
                    <a:pt x="3809" y="434339"/>
                  </a:moveTo>
                  <a:lnTo>
                    <a:pt x="0" y="434339"/>
                  </a:lnTo>
                  <a:lnTo>
                    <a:pt x="0" y="439420"/>
                  </a:lnTo>
                  <a:lnTo>
                    <a:pt x="3809" y="439420"/>
                  </a:lnTo>
                  <a:lnTo>
                    <a:pt x="3809" y="434339"/>
                  </a:lnTo>
                  <a:close/>
                </a:path>
                <a:path w="3809" h="516889">
                  <a:moveTo>
                    <a:pt x="3809" y="46989"/>
                  </a:moveTo>
                  <a:lnTo>
                    <a:pt x="0" y="46989"/>
                  </a:lnTo>
                  <a:lnTo>
                    <a:pt x="0" y="433070"/>
                  </a:lnTo>
                  <a:lnTo>
                    <a:pt x="3809" y="433070"/>
                  </a:lnTo>
                  <a:lnTo>
                    <a:pt x="3809" y="46989"/>
                  </a:lnTo>
                  <a:close/>
                </a:path>
                <a:path w="3809" h="516889">
                  <a:moveTo>
                    <a:pt x="3809" y="40639"/>
                  </a:moveTo>
                  <a:lnTo>
                    <a:pt x="0" y="40639"/>
                  </a:lnTo>
                  <a:lnTo>
                    <a:pt x="0" y="45720"/>
                  </a:lnTo>
                  <a:lnTo>
                    <a:pt x="3809" y="45720"/>
                  </a:lnTo>
                  <a:lnTo>
                    <a:pt x="3809" y="40639"/>
                  </a:lnTo>
                  <a:close/>
                </a:path>
                <a:path w="3809" h="516889">
                  <a:moveTo>
                    <a:pt x="3809" y="34289"/>
                  </a:moveTo>
                  <a:lnTo>
                    <a:pt x="0" y="34289"/>
                  </a:lnTo>
                  <a:lnTo>
                    <a:pt x="0" y="39370"/>
                  </a:lnTo>
                  <a:lnTo>
                    <a:pt x="3809" y="39370"/>
                  </a:lnTo>
                  <a:lnTo>
                    <a:pt x="3809" y="34289"/>
                  </a:lnTo>
                  <a:close/>
                </a:path>
                <a:path w="3809" h="516889">
                  <a:moveTo>
                    <a:pt x="3809" y="27939"/>
                  </a:moveTo>
                  <a:lnTo>
                    <a:pt x="0" y="27939"/>
                  </a:lnTo>
                  <a:lnTo>
                    <a:pt x="0" y="33020"/>
                  </a:lnTo>
                  <a:lnTo>
                    <a:pt x="3809" y="33020"/>
                  </a:lnTo>
                  <a:lnTo>
                    <a:pt x="3809" y="27939"/>
                  </a:lnTo>
                  <a:close/>
                </a:path>
                <a:path w="3809" h="516889">
                  <a:moveTo>
                    <a:pt x="3809" y="21589"/>
                  </a:moveTo>
                  <a:lnTo>
                    <a:pt x="0" y="21589"/>
                  </a:lnTo>
                  <a:lnTo>
                    <a:pt x="0" y="26670"/>
                  </a:lnTo>
                  <a:lnTo>
                    <a:pt x="3809" y="26670"/>
                  </a:lnTo>
                  <a:lnTo>
                    <a:pt x="3809" y="21589"/>
                  </a:lnTo>
                  <a:close/>
                </a:path>
                <a:path w="3809" h="516889">
                  <a:moveTo>
                    <a:pt x="3809" y="15239"/>
                  </a:moveTo>
                  <a:lnTo>
                    <a:pt x="0" y="15239"/>
                  </a:lnTo>
                  <a:lnTo>
                    <a:pt x="0" y="20320"/>
                  </a:lnTo>
                  <a:lnTo>
                    <a:pt x="3809" y="20320"/>
                  </a:lnTo>
                  <a:lnTo>
                    <a:pt x="3809" y="15239"/>
                  </a:lnTo>
                  <a:close/>
                </a:path>
                <a:path w="3809" h="516889">
                  <a:moveTo>
                    <a:pt x="3809" y="8889"/>
                  </a:moveTo>
                  <a:lnTo>
                    <a:pt x="0" y="8889"/>
                  </a:lnTo>
                  <a:lnTo>
                    <a:pt x="0" y="13970"/>
                  </a:lnTo>
                  <a:lnTo>
                    <a:pt x="3809" y="13970"/>
                  </a:lnTo>
                  <a:lnTo>
                    <a:pt x="3809" y="8889"/>
                  </a:lnTo>
                  <a:close/>
                </a:path>
                <a:path w="3809" h="516889">
                  <a:moveTo>
                    <a:pt x="3809" y="1270"/>
                  </a:moveTo>
                  <a:lnTo>
                    <a:pt x="1270" y="1270"/>
                  </a:lnTo>
                  <a:lnTo>
                    <a:pt x="1270" y="2539"/>
                  </a:lnTo>
                  <a:lnTo>
                    <a:pt x="0" y="2539"/>
                  </a:lnTo>
                  <a:lnTo>
                    <a:pt x="0" y="7620"/>
                  </a:lnTo>
                  <a:lnTo>
                    <a:pt x="3809" y="7620"/>
                  </a:lnTo>
                  <a:lnTo>
                    <a:pt x="3809" y="1270"/>
                  </a:lnTo>
                  <a:close/>
                </a:path>
                <a:path w="3809" h="516889">
                  <a:moveTo>
                    <a:pt x="12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CEC0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4" name="object 3514"/>
            <p:cNvSpPr/>
            <p:nvPr/>
          </p:nvSpPr>
          <p:spPr>
            <a:xfrm>
              <a:off x="6983729" y="2936240"/>
              <a:ext cx="3810" cy="513080"/>
            </a:xfrm>
            <a:custGeom>
              <a:avLst/>
              <a:gdLst/>
              <a:ahLst/>
              <a:cxnLst/>
              <a:rect l="l" t="t" r="r" b="b"/>
              <a:pathLst>
                <a:path w="3809" h="513079">
                  <a:moveTo>
                    <a:pt x="3810" y="508000"/>
                  </a:moveTo>
                  <a:lnTo>
                    <a:pt x="0" y="508000"/>
                  </a:lnTo>
                  <a:lnTo>
                    <a:pt x="0" y="513080"/>
                  </a:lnTo>
                  <a:lnTo>
                    <a:pt x="3810" y="513080"/>
                  </a:lnTo>
                  <a:lnTo>
                    <a:pt x="3810" y="508000"/>
                  </a:lnTo>
                  <a:close/>
                </a:path>
                <a:path w="3809" h="513079">
                  <a:moveTo>
                    <a:pt x="3810" y="501650"/>
                  </a:moveTo>
                  <a:lnTo>
                    <a:pt x="0" y="501650"/>
                  </a:lnTo>
                  <a:lnTo>
                    <a:pt x="0" y="506730"/>
                  </a:lnTo>
                  <a:lnTo>
                    <a:pt x="3810" y="506730"/>
                  </a:lnTo>
                  <a:lnTo>
                    <a:pt x="3810" y="501650"/>
                  </a:lnTo>
                  <a:close/>
                </a:path>
                <a:path w="3809" h="513079">
                  <a:moveTo>
                    <a:pt x="3810" y="495300"/>
                  </a:moveTo>
                  <a:lnTo>
                    <a:pt x="0" y="495300"/>
                  </a:lnTo>
                  <a:lnTo>
                    <a:pt x="0" y="500380"/>
                  </a:lnTo>
                  <a:lnTo>
                    <a:pt x="3810" y="500380"/>
                  </a:lnTo>
                  <a:lnTo>
                    <a:pt x="3810" y="495300"/>
                  </a:lnTo>
                  <a:close/>
                </a:path>
                <a:path w="3809" h="513079">
                  <a:moveTo>
                    <a:pt x="3810" y="488950"/>
                  </a:moveTo>
                  <a:lnTo>
                    <a:pt x="0" y="488950"/>
                  </a:lnTo>
                  <a:lnTo>
                    <a:pt x="0" y="494030"/>
                  </a:lnTo>
                  <a:lnTo>
                    <a:pt x="3810" y="494030"/>
                  </a:lnTo>
                  <a:lnTo>
                    <a:pt x="3810" y="488950"/>
                  </a:lnTo>
                  <a:close/>
                </a:path>
                <a:path w="3809" h="513079">
                  <a:moveTo>
                    <a:pt x="3810" y="482600"/>
                  </a:moveTo>
                  <a:lnTo>
                    <a:pt x="0" y="482600"/>
                  </a:lnTo>
                  <a:lnTo>
                    <a:pt x="0" y="487680"/>
                  </a:lnTo>
                  <a:lnTo>
                    <a:pt x="3810" y="487680"/>
                  </a:lnTo>
                  <a:lnTo>
                    <a:pt x="3810" y="482600"/>
                  </a:lnTo>
                  <a:close/>
                </a:path>
                <a:path w="3809" h="513079">
                  <a:moveTo>
                    <a:pt x="3810" y="476250"/>
                  </a:moveTo>
                  <a:lnTo>
                    <a:pt x="0" y="476250"/>
                  </a:lnTo>
                  <a:lnTo>
                    <a:pt x="0" y="481330"/>
                  </a:lnTo>
                  <a:lnTo>
                    <a:pt x="3810" y="481330"/>
                  </a:lnTo>
                  <a:lnTo>
                    <a:pt x="3810" y="476250"/>
                  </a:lnTo>
                  <a:close/>
                </a:path>
                <a:path w="3809" h="513079">
                  <a:moveTo>
                    <a:pt x="3810" y="469900"/>
                  </a:moveTo>
                  <a:lnTo>
                    <a:pt x="0" y="469900"/>
                  </a:lnTo>
                  <a:lnTo>
                    <a:pt x="0" y="474980"/>
                  </a:lnTo>
                  <a:lnTo>
                    <a:pt x="3810" y="474980"/>
                  </a:lnTo>
                  <a:lnTo>
                    <a:pt x="3810" y="469900"/>
                  </a:lnTo>
                  <a:close/>
                </a:path>
                <a:path w="3809" h="513079">
                  <a:moveTo>
                    <a:pt x="3810" y="463550"/>
                  </a:moveTo>
                  <a:lnTo>
                    <a:pt x="0" y="463550"/>
                  </a:lnTo>
                  <a:lnTo>
                    <a:pt x="0" y="468630"/>
                  </a:lnTo>
                  <a:lnTo>
                    <a:pt x="3810" y="468630"/>
                  </a:lnTo>
                  <a:lnTo>
                    <a:pt x="3810" y="463550"/>
                  </a:lnTo>
                  <a:close/>
                </a:path>
                <a:path w="3809" h="513079">
                  <a:moveTo>
                    <a:pt x="3810" y="457200"/>
                  </a:moveTo>
                  <a:lnTo>
                    <a:pt x="0" y="457200"/>
                  </a:lnTo>
                  <a:lnTo>
                    <a:pt x="0" y="462280"/>
                  </a:lnTo>
                  <a:lnTo>
                    <a:pt x="3810" y="462280"/>
                  </a:lnTo>
                  <a:lnTo>
                    <a:pt x="3810" y="457200"/>
                  </a:lnTo>
                  <a:close/>
                </a:path>
                <a:path w="3809" h="513079">
                  <a:moveTo>
                    <a:pt x="3810" y="450850"/>
                  </a:moveTo>
                  <a:lnTo>
                    <a:pt x="0" y="450850"/>
                  </a:lnTo>
                  <a:lnTo>
                    <a:pt x="0" y="455930"/>
                  </a:lnTo>
                  <a:lnTo>
                    <a:pt x="3810" y="455930"/>
                  </a:lnTo>
                  <a:lnTo>
                    <a:pt x="3810" y="450850"/>
                  </a:lnTo>
                  <a:close/>
                </a:path>
                <a:path w="3809" h="513079">
                  <a:moveTo>
                    <a:pt x="3810" y="444500"/>
                  </a:moveTo>
                  <a:lnTo>
                    <a:pt x="0" y="444500"/>
                  </a:lnTo>
                  <a:lnTo>
                    <a:pt x="0" y="449580"/>
                  </a:lnTo>
                  <a:lnTo>
                    <a:pt x="3810" y="449580"/>
                  </a:lnTo>
                  <a:lnTo>
                    <a:pt x="3810" y="444500"/>
                  </a:lnTo>
                  <a:close/>
                </a:path>
                <a:path w="3809" h="513079">
                  <a:moveTo>
                    <a:pt x="3810" y="438150"/>
                  </a:moveTo>
                  <a:lnTo>
                    <a:pt x="0" y="438150"/>
                  </a:lnTo>
                  <a:lnTo>
                    <a:pt x="0" y="443230"/>
                  </a:lnTo>
                  <a:lnTo>
                    <a:pt x="3810" y="443230"/>
                  </a:lnTo>
                  <a:lnTo>
                    <a:pt x="3810" y="438150"/>
                  </a:lnTo>
                  <a:close/>
                </a:path>
                <a:path w="3809" h="513079">
                  <a:moveTo>
                    <a:pt x="3810" y="431800"/>
                  </a:moveTo>
                  <a:lnTo>
                    <a:pt x="0" y="431800"/>
                  </a:lnTo>
                  <a:lnTo>
                    <a:pt x="0" y="436880"/>
                  </a:lnTo>
                  <a:lnTo>
                    <a:pt x="3810" y="436880"/>
                  </a:lnTo>
                  <a:lnTo>
                    <a:pt x="3810" y="431800"/>
                  </a:lnTo>
                  <a:close/>
                </a:path>
                <a:path w="3809" h="513079">
                  <a:moveTo>
                    <a:pt x="3810" y="44450"/>
                  </a:moveTo>
                  <a:lnTo>
                    <a:pt x="0" y="44450"/>
                  </a:lnTo>
                  <a:lnTo>
                    <a:pt x="0" y="430530"/>
                  </a:lnTo>
                  <a:lnTo>
                    <a:pt x="3810" y="430530"/>
                  </a:lnTo>
                  <a:lnTo>
                    <a:pt x="3810" y="44450"/>
                  </a:lnTo>
                  <a:close/>
                </a:path>
                <a:path w="3809" h="513079">
                  <a:moveTo>
                    <a:pt x="3810" y="38100"/>
                  </a:moveTo>
                  <a:lnTo>
                    <a:pt x="0" y="3810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38100"/>
                  </a:lnTo>
                  <a:close/>
                </a:path>
                <a:path w="3809" h="513079">
                  <a:moveTo>
                    <a:pt x="3810" y="31750"/>
                  </a:moveTo>
                  <a:lnTo>
                    <a:pt x="0" y="31750"/>
                  </a:lnTo>
                  <a:lnTo>
                    <a:pt x="0" y="36830"/>
                  </a:lnTo>
                  <a:lnTo>
                    <a:pt x="3810" y="36830"/>
                  </a:lnTo>
                  <a:lnTo>
                    <a:pt x="3810" y="31750"/>
                  </a:lnTo>
                  <a:close/>
                </a:path>
                <a:path w="3809" h="513079">
                  <a:moveTo>
                    <a:pt x="3810" y="25400"/>
                  </a:moveTo>
                  <a:lnTo>
                    <a:pt x="0" y="25400"/>
                  </a:lnTo>
                  <a:lnTo>
                    <a:pt x="0" y="30480"/>
                  </a:lnTo>
                  <a:lnTo>
                    <a:pt x="3810" y="30480"/>
                  </a:lnTo>
                  <a:lnTo>
                    <a:pt x="3810" y="25400"/>
                  </a:lnTo>
                  <a:close/>
                </a:path>
                <a:path w="3809" h="513079">
                  <a:moveTo>
                    <a:pt x="3810" y="19050"/>
                  </a:moveTo>
                  <a:lnTo>
                    <a:pt x="0" y="19050"/>
                  </a:lnTo>
                  <a:lnTo>
                    <a:pt x="0" y="24130"/>
                  </a:lnTo>
                  <a:lnTo>
                    <a:pt x="3810" y="24130"/>
                  </a:lnTo>
                  <a:lnTo>
                    <a:pt x="3810" y="19050"/>
                  </a:lnTo>
                  <a:close/>
                </a:path>
                <a:path w="3809" h="513079">
                  <a:moveTo>
                    <a:pt x="3810" y="12700"/>
                  </a:moveTo>
                  <a:lnTo>
                    <a:pt x="0" y="1270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2700"/>
                  </a:lnTo>
                  <a:close/>
                </a:path>
                <a:path w="3809" h="513079">
                  <a:moveTo>
                    <a:pt x="3810" y="6350"/>
                  </a:moveTo>
                  <a:lnTo>
                    <a:pt x="0" y="635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6350"/>
                  </a:lnTo>
                  <a:close/>
                </a:path>
                <a:path w="3809" h="513079">
                  <a:moveTo>
                    <a:pt x="25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CEBF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5" name="object 3515"/>
            <p:cNvSpPr/>
            <p:nvPr/>
          </p:nvSpPr>
          <p:spPr>
            <a:xfrm>
              <a:off x="6987539" y="2938780"/>
              <a:ext cx="3810" cy="513080"/>
            </a:xfrm>
            <a:custGeom>
              <a:avLst/>
              <a:gdLst/>
              <a:ahLst/>
              <a:cxnLst/>
              <a:rect l="l" t="t" r="r" b="b"/>
              <a:pathLst>
                <a:path w="3809" h="513079">
                  <a:moveTo>
                    <a:pt x="3809" y="511809"/>
                  </a:moveTo>
                  <a:lnTo>
                    <a:pt x="1269" y="511809"/>
                  </a:lnTo>
                  <a:lnTo>
                    <a:pt x="1269" y="513079"/>
                  </a:lnTo>
                  <a:lnTo>
                    <a:pt x="3809" y="513079"/>
                  </a:lnTo>
                  <a:lnTo>
                    <a:pt x="3809" y="511809"/>
                  </a:lnTo>
                  <a:close/>
                </a:path>
                <a:path w="3809" h="513079">
                  <a:moveTo>
                    <a:pt x="3809" y="505459"/>
                  </a:moveTo>
                  <a:lnTo>
                    <a:pt x="0" y="505459"/>
                  </a:lnTo>
                  <a:lnTo>
                    <a:pt x="0" y="510539"/>
                  </a:lnTo>
                  <a:lnTo>
                    <a:pt x="3809" y="510539"/>
                  </a:lnTo>
                  <a:lnTo>
                    <a:pt x="3809" y="505459"/>
                  </a:lnTo>
                  <a:close/>
                </a:path>
                <a:path w="3809" h="513079">
                  <a:moveTo>
                    <a:pt x="3809" y="499109"/>
                  </a:moveTo>
                  <a:lnTo>
                    <a:pt x="0" y="499109"/>
                  </a:lnTo>
                  <a:lnTo>
                    <a:pt x="0" y="504189"/>
                  </a:lnTo>
                  <a:lnTo>
                    <a:pt x="3809" y="504189"/>
                  </a:lnTo>
                  <a:lnTo>
                    <a:pt x="3809" y="499109"/>
                  </a:lnTo>
                  <a:close/>
                </a:path>
                <a:path w="3809" h="513079">
                  <a:moveTo>
                    <a:pt x="3809" y="492759"/>
                  </a:moveTo>
                  <a:lnTo>
                    <a:pt x="0" y="492759"/>
                  </a:lnTo>
                  <a:lnTo>
                    <a:pt x="0" y="497839"/>
                  </a:lnTo>
                  <a:lnTo>
                    <a:pt x="3809" y="497839"/>
                  </a:lnTo>
                  <a:lnTo>
                    <a:pt x="3809" y="492759"/>
                  </a:lnTo>
                  <a:close/>
                </a:path>
                <a:path w="3809" h="513079">
                  <a:moveTo>
                    <a:pt x="3809" y="486409"/>
                  </a:moveTo>
                  <a:lnTo>
                    <a:pt x="0" y="486409"/>
                  </a:lnTo>
                  <a:lnTo>
                    <a:pt x="0" y="491489"/>
                  </a:lnTo>
                  <a:lnTo>
                    <a:pt x="3809" y="491489"/>
                  </a:lnTo>
                  <a:lnTo>
                    <a:pt x="3809" y="486409"/>
                  </a:lnTo>
                  <a:close/>
                </a:path>
                <a:path w="3809" h="513079">
                  <a:moveTo>
                    <a:pt x="3809" y="480059"/>
                  </a:moveTo>
                  <a:lnTo>
                    <a:pt x="0" y="480059"/>
                  </a:lnTo>
                  <a:lnTo>
                    <a:pt x="0" y="485139"/>
                  </a:lnTo>
                  <a:lnTo>
                    <a:pt x="3809" y="485139"/>
                  </a:lnTo>
                  <a:lnTo>
                    <a:pt x="3809" y="480059"/>
                  </a:lnTo>
                  <a:close/>
                </a:path>
                <a:path w="3809" h="513079">
                  <a:moveTo>
                    <a:pt x="3809" y="473709"/>
                  </a:moveTo>
                  <a:lnTo>
                    <a:pt x="0" y="473709"/>
                  </a:lnTo>
                  <a:lnTo>
                    <a:pt x="0" y="478789"/>
                  </a:lnTo>
                  <a:lnTo>
                    <a:pt x="3809" y="478789"/>
                  </a:lnTo>
                  <a:lnTo>
                    <a:pt x="3809" y="473709"/>
                  </a:lnTo>
                  <a:close/>
                </a:path>
                <a:path w="3809" h="513079">
                  <a:moveTo>
                    <a:pt x="3809" y="467359"/>
                  </a:moveTo>
                  <a:lnTo>
                    <a:pt x="0" y="467359"/>
                  </a:lnTo>
                  <a:lnTo>
                    <a:pt x="0" y="472439"/>
                  </a:lnTo>
                  <a:lnTo>
                    <a:pt x="3809" y="472439"/>
                  </a:lnTo>
                  <a:lnTo>
                    <a:pt x="3809" y="467359"/>
                  </a:lnTo>
                  <a:close/>
                </a:path>
                <a:path w="3809" h="513079">
                  <a:moveTo>
                    <a:pt x="3809" y="461009"/>
                  </a:moveTo>
                  <a:lnTo>
                    <a:pt x="0" y="461009"/>
                  </a:lnTo>
                  <a:lnTo>
                    <a:pt x="0" y="466089"/>
                  </a:lnTo>
                  <a:lnTo>
                    <a:pt x="3809" y="466089"/>
                  </a:lnTo>
                  <a:lnTo>
                    <a:pt x="3809" y="461009"/>
                  </a:lnTo>
                  <a:close/>
                </a:path>
                <a:path w="3809" h="513079">
                  <a:moveTo>
                    <a:pt x="3809" y="454659"/>
                  </a:moveTo>
                  <a:lnTo>
                    <a:pt x="0" y="454659"/>
                  </a:lnTo>
                  <a:lnTo>
                    <a:pt x="0" y="459739"/>
                  </a:lnTo>
                  <a:lnTo>
                    <a:pt x="3809" y="459739"/>
                  </a:lnTo>
                  <a:lnTo>
                    <a:pt x="3809" y="454659"/>
                  </a:lnTo>
                  <a:close/>
                </a:path>
                <a:path w="3809" h="513079">
                  <a:moveTo>
                    <a:pt x="3809" y="448309"/>
                  </a:moveTo>
                  <a:lnTo>
                    <a:pt x="0" y="448309"/>
                  </a:lnTo>
                  <a:lnTo>
                    <a:pt x="0" y="453389"/>
                  </a:lnTo>
                  <a:lnTo>
                    <a:pt x="3809" y="453389"/>
                  </a:lnTo>
                  <a:lnTo>
                    <a:pt x="3809" y="448309"/>
                  </a:lnTo>
                  <a:close/>
                </a:path>
                <a:path w="3809" h="513079">
                  <a:moveTo>
                    <a:pt x="3809" y="441959"/>
                  </a:moveTo>
                  <a:lnTo>
                    <a:pt x="0" y="441959"/>
                  </a:lnTo>
                  <a:lnTo>
                    <a:pt x="0" y="447039"/>
                  </a:lnTo>
                  <a:lnTo>
                    <a:pt x="3809" y="447039"/>
                  </a:lnTo>
                  <a:lnTo>
                    <a:pt x="3809" y="441959"/>
                  </a:lnTo>
                  <a:close/>
                </a:path>
                <a:path w="3809" h="513079">
                  <a:moveTo>
                    <a:pt x="3809" y="435609"/>
                  </a:moveTo>
                  <a:lnTo>
                    <a:pt x="0" y="435609"/>
                  </a:lnTo>
                  <a:lnTo>
                    <a:pt x="0" y="440689"/>
                  </a:lnTo>
                  <a:lnTo>
                    <a:pt x="3809" y="440689"/>
                  </a:lnTo>
                  <a:lnTo>
                    <a:pt x="3809" y="435609"/>
                  </a:lnTo>
                  <a:close/>
                </a:path>
                <a:path w="3809" h="513079">
                  <a:moveTo>
                    <a:pt x="3809" y="429259"/>
                  </a:moveTo>
                  <a:lnTo>
                    <a:pt x="0" y="429259"/>
                  </a:lnTo>
                  <a:lnTo>
                    <a:pt x="0" y="434339"/>
                  </a:lnTo>
                  <a:lnTo>
                    <a:pt x="3809" y="434339"/>
                  </a:lnTo>
                  <a:lnTo>
                    <a:pt x="3809" y="429259"/>
                  </a:lnTo>
                  <a:close/>
                </a:path>
                <a:path w="3809" h="513079">
                  <a:moveTo>
                    <a:pt x="3809" y="41909"/>
                  </a:moveTo>
                  <a:lnTo>
                    <a:pt x="0" y="41909"/>
                  </a:lnTo>
                  <a:lnTo>
                    <a:pt x="0" y="427989"/>
                  </a:lnTo>
                  <a:lnTo>
                    <a:pt x="3809" y="427989"/>
                  </a:lnTo>
                  <a:lnTo>
                    <a:pt x="3809" y="41909"/>
                  </a:lnTo>
                  <a:close/>
                </a:path>
                <a:path w="3809" h="513079">
                  <a:moveTo>
                    <a:pt x="3809" y="35559"/>
                  </a:moveTo>
                  <a:lnTo>
                    <a:pt x="0" y="35559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5559"/>
                  </a:lnTo>
                  <a:close/>
                </a:path>
                <a:path w="3809" h="513079">
                  <a:moveTo>
                    <a:pt x="3809" y="29209"/>
                  </a:moveTo>
                  <a:lnTo>
                    <a:pt x="0" y="29209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29209"/>
                  </a:lnTo>
                  <a:close/>
                </a:path>
                <a:path w="3809" h="513079">
                  <a:moveTo>
                    <a:pt x="3809" y="22859"/>
                  </a:moveTo>
                  <a:lnTo>
                    <a:pt x="0" y="22859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2859"/>
                  </a:lnTo>
                  <a:close/>
                </a:path>
                <a:path w="3809" h="513079">
                  <a:moveTo>
                    <a:pt x="3809" y="16509"/>
                  </a:moveTo>
                  <a:lnTo>
                    <a:pt x="0" y="16509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6509"/>
                  </a:lnTo>
                  <a:close/>
                </a:path>
                <a:path w="3809" h="513079">
                  <a:moveTo>
                    <a:pt x="3809" y="10159"/>
                  </a:moveTo>
                  <a:lnTo>
                    <a:pt x="0" y="10159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0159"/>
                  </a:lnTo>
                  <a:close/>
                </a:path>
                <a:path w="3809" h="513079">
                  <a:moveTo>
                    <a:pt x="3809" y="3809"/>
                  </a:moveTo>
                  <a:lnTo>
                    <a:pt x="0" y="380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3809"/>
                  </a:lnTo>
                  <a:close/>
                </a:path>
                <a:path w="3809" h="513079">
                  <a:moveTo>
                    <a:pt x="253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CDBE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6" name="object 3516"/>
            <p:cNvSpPr/>
            <p:nvPr/>
          </p:nvSpPr>
          <p:spPr>
            <a:xfrm>
              <a:off x="6991350" y="2940050"/>
              <a:ext cx="2540" cy="513080"/>
            </a:xfrm>
            <a:custGeom>
              <a:avLst/>
              <a:gdLst/>
              <a:ahLst/>
              <a:cxnLst/>
              <a:rect l="l" t="t" r="r" b="b"/>
              <a:pathLst>
                <a:path w="2540" h="513079">
                  <a:moveTo>
                    <a:pt x="2540" y="510539"/>
                  </a:moveTo>
                  <a:lnTo>
                    <a:pt x="0" y="510539"/>
                  </a:lnTo>
                  <a:lnTo>
                    <a:pt x="0" y="511810"/>
                  </a:lnTo>
                  <a:lnTo>
                    <a:pt x="1270" y="511810"/>
                  </a:lnTo>
                  <a:lnTo>
                    <a:pt x="1270" y="513080"/>
                  </a:lnTo>
                  <a:lnTo>
                    <a:pt x="2540" y="513080"/>
                  </a:lnTo>
                  <a:lnTo>
                    <a:pt x="2540" y="510539"/>
                  </a:lnTo>
                  <a:close/>
                </a:path>
                <a:path w="2540" h="513079">
                  <a:moveTo>
                    <a:pt x="2540" y="504189"/>
                  </a:moveTo>
                  <a:lnTo>
                    <a:pt x="0" y="504189"/>
                  </a:lnTo>
                  <a:lnTo>
                    <a:pt x="0" y="509270"/>
                  </a:lnTo>
                  <a:lnTo>
                    <a:pt x="2540" y="509270"/>
                  </a:lnTo>
                  <a:lnTo>
                    <a:pt x="2540" y="504189"/>
                  </a:lnTo>
                  <a:close/>
                </a:path>
                <a:path w="2540" h="513079">
                  <a:moveTo>
                    <a:pt x="2540" y="497839"/>
                  </a:moveTo>
                  <a:lnTo>
                    <a:pt x="0" y="497839"/>
                  </a:lnTo>
                  <a:lnTo>
                    <a:pt x="0" y="502920"/>
                  </a:lnTo>
                  <a:lnTo>
                    <a:pt x="2540" y="502920"/>
                  </a:lnTo>
                  <a:lnTo>
                    <a:pt x="2540" y="497839"/>
                  </a:lnTo>
                  <a:close/>
                </a:path>
                <a:path w="2540" h="513079">
                  <a:moveTo>
                    <a:pt x="2540" y="491489"/>
                  </a:moveTo>
                  <a:lnTo>
                    <a:pt x="0" y="491489"/>
                  </a:lnTo>
                  <a:lnTo>
                    <a:pt x="0" y="496570"/>
                  </a:lnTo>
                  <a:lnTo>
                    <a:pt x="2540" y="496570"/>
                  </a:lnTo>
                  <a:lnTo>
                    <a:pt x="2540" y="491489"/>
                  </a:lnTo>
                  <a:close/>
                </a:path>
                <a:path w="2540" h="513079">
                  <a:moveTo>
                    <a:pt x="2540" y="485139"/>
                  </a:moveTo>
                  <a:lnTo>
                    <a:pt x="0" y="485139"/>
                  </a:lnTo>
                  <a:lnTo>
                    <a:pt x="0" y="490220"/>
                  </a:lnTo>
                  <a:lnTo>
                    <a:pt x="2540" y="490220"/>
                  </a:lnTo>
                  <a:lnTo>
                    <a:pt x="2540" y="485139"/>
                  </a:lnTo>
                  <a:close/>
                </a:path>
                <a:path w="2540" h="513079">
                  <a:moveTo>
                    <a:pt x="2540" y="478789"/>
                  </a:moveTo>
                  <a:lnTo>
                    <a:pt x="0" y="478789"/>
                  </a:lnTo>
                  <a:lnTo>
                    <a:pt x="0" y="483870"/>
                  </a:lnTo>
                  <a:lnTo>
                    <a:pt x="2540" y="483870"/>
                  </a:lnTo>
                  <a:lnTo>
                    <a:pt x="2540" y="478789"/>
                  </a:lnTo>
                  <a:close/>
                </a:path>
                <a:path w="2540" h="513079">
                  <a:moveTo>
                    <a:pt x="2540" y="472439"/>
                  </a:moveTo>
                  <a:lnTo>
                    <a:pt x="0" y="472439"/>
                  </a:lnTo>
                  <a:lnTo>
                    <a:pt x="0" y="477520"/>
                  </a:lnTo>
                  <a:lnTo>
                    <a:pt x="2540" y="477520"/>
                  </a:lnTo>
                  <a:lnTo>
                    <a:pt x="2540" y="472439"/>
                  </a:lnTo>
                  <a:close/>
                </a:path>
                <a:path w="2540" h="513079">
                  <a:moveTo>
                    <a:pt x="2540" y="466089"/>
                  </a:moveTo>
                  <a:lnTo>
                    <a:pt x="0" y="466089"/>
                  </a:lnTo>
                  <a:lnTo>
                    <a:pt x="0" y="471170"/>
                  </a:lnTo>
                  <a:lnTo>
                    <a:pt x="2540" y="471170"/>
                  </a:lnTo>
                  <a:lnTo>
                    <a:pt x="2540" y="466089"/>
                  </a:lnTo>
                  <a:close/>
                </a:path>
                <a:path w="2540" h="513079">
                  <a:moveTo>
                    <a:pt x="2540" y="459739"/>
                  </a:moveTo>
                  <a:lnTo>
                    <a:pt x="0" y="459739"/>
                  </a:lnTo>
                  <a:lnTo>
                    <a:pt x="0" y="464820"/>
                  </a:lnTo>
                  <a:lnTo>
                    <a:pt x="2540" y="464820"/>
                  </a:lnTo>
                  <a:lnTo>
                    <a:pt x="2540" y="459739"/>
                  </a:lnTo>
                  <a:close/>
                </a:path>
                <a:path w="2540" h="513079">
                  <a:moveTo>
                    <a:pt x="2540" y="453389"/>
                  </a:moveTo>
                  <a:lnTo>
                    <a:pt x="0" y="453389"/>
                  </a:lnTo>
                  <a:lnTo>
                    <a:pt x="0" y="458470"/>
                  </a:lnTo>
                  <a:lnTo>
                    <a:pt x="2540" y="458470"/>
                  </a:lnTo>
                  <a:lnTo>
                    <a:pt x="2540" y="453389"/>
                  </a:lnTo>
                  <a:close/>
                </a:path>
                <a:path w="2540" h="513079">
                  <a:moveTo>
                    <a:pt x="2540" y="447039"/>
                  </a:moveTo>
                  <a:lnTo>
                    <a:pt x="0" y="447039"/>
                  </a:lnTo>
                  <a:lnTo>
                    <a:pt x="0" y="452120"/>
                  </a:lnTo>
                  <a:lnTo>
                    <a:pt x="2540" y="452120"/>
                  </a:lnTo>
                  <a:lnTo>
                    <a:pt x="2540" y="447039"/>
                  </a:lnTo>
                  <a:close/>
                </a:path>
                <a:path w="2540" h="513079">
                  <a:moveTo>
                    <a:pt x="2540" y="440689"/>
                  </a:moveTo>
                  <a:lnTo>
                    <a:pt x="0" y="440689"/>
                  </a:lnTo>
                  <a:lnTo>
                    <a:pt x="0" y="445770"/>
                  </a:lnTo>
                  <a:lnTo>
                    <a:pt x="2540" y="445770"/>
                  </a:lnTo>
                  <a:lnTo>
                    <a:pt x="2540" y="440689"/>
                  </a:lnTo>
                  <a:close/>
                </a:path>
                <a:path w="2540" h="513079">
                  <a:moveTo>
                    <a:pt x="2540" y="434339"/>
                  </a:moveTo>
                  <a:lnTo>
                    <a:pt x="0" y="434339"/>
                  </a:lnTo>
                  <a:lnTo>
                    <a:pt x="0" y="439420"/>
                  </a:lnTo>
                  <a:lnTo>
                    <a:pt x="2540" y="439420"/>
                  </a:lnTo>
                  <a:lnTo>
                    <a:pt x="2540" y="434339"/>
                  </a:lnTo>
                  <a:close/>
                </a:path>
                <a:path w="2540" h="513079">
                  <a:moveTo>
                    <a:pt x="2540" y="427989"/>
                  </a:moveTo>
                  <a:lnTo>
                    <a:pt x="0" y="427989"/>
                  </a:lnTo>
                  <a:lnTo>
                    <a:pt x="0" y="433070"/>
                  </a:lnTo>
                  <a:lnTo>
                    <a:pt x="2540" y="433070"/>
                  </a:lnTo>
                  <a:lnTo>
                    <a:pt x="2540" y="427989"/>
                  </a:lnTo>
                  <a:close/>
                </a:path>
                <a:path w="2540" h="513079">
                  <a:moveTo>
                    <a:pt x="2540" y="40639"/>
                  </a:moveTo>
                  <a:lnTo>
                    <a:pt x="0" y="40639"/>
                  </a:lnTo>
                  <a:lnTo>
                    <a:pt x="0" y="426720"/>
                  </a:lnTo>
                  <a:lnTo>
                    <a:pt x="2540" y="426720"/>
                  </a:lnTo>
                  <a:lnTo>
                    <a:pt x="2540" y="40639"/>
                  </a:lnTo>
                  <a:close/>
                </a:path>
                <a:path w="2540" h="513079">
                  <a:moveTo>
                    <a:pt x="2540" y="34289"/>
                  </a:moveTo>
                  <a:lnTo>
                    <a:pt x="0" y="34289"/>
                  </a:lnTo>
                  <a:lnTo>
                    <a:pt x="0" y="39370"/>
                  </a:lnTo>
                  <a:lnTo>
                    <a:pt x="2540" y="39370"/>
                  </a:lnTo>
                  <a:lnTo>
                    <a:pt x="2540" y="34289"/>
                  </a:lnTo>
                  <a:close/>
                </a:path>
                <a:path w="2540" h="513079">
                  <a:moveTo>
                    <a:pt x="2540" y="27939"/>
                  </a:moveTo>
                  <a:lnTo>
                    <a:pt x="0" y="27939"/>
                  </a:lnTo>
                  <a:lnTo>
                    <a:pt x="0" y="33020"/>
                  </a:lnTo>
                  <a:lnTo>
                    <a:pt x="2540" y="33020"/>
                  </a:lnTo>
                  <a:lnTo>
                    <a:pt x="2540" y="27939"/>
                  </a:lnTo>
                  <a:close/>
                </a:path>
                <a:path w="2540" h="513079">
                  <a:moveTo>
                    <a:pt x="2540" y="21589"/>
                  </a:moveTo>
                  <a:lnTo>
                    <a:pt x="0" y="21589"/>
                  </a:lnTo>
                  <a:lnTo>
                    <a:pt x="0" y="26670"/>
                  </a:lnTo>
                  <a:lnTo>
                    <a:pt x="2540" y="26670"/>
                  </a:lnTo>
                  <a:lnTo>
                    <a:pt x="2540" y="21589"/>
                  </a:lnTo>
                  <a:close/>
                </a:path>
                <a:path w="2540" h="513079">
                  <a:moveTo>
                    <a:pt x="2540" y="15239"/>
                  </a:moveTo>
                  <a:lnTo>
                    <a:pt x="0" y="15239"/>
                  </a:lnTo>
                  <a:lnTo>
                    <a:pt x="0" y="20320"/>
                  </a:lnTo>
                  <a:lnTo>
                    <a:pt x="2540" y="20320"/>
                  </a:lnTo>
                  <a:lnTo>
                    <a:pt x="2540" y="15239"/>
                  </a:lnTo>
                  <a:close/>
                </a:path>
                <a:path w="2540" h="513079">
                  <a:moveTo>
                    <a:pt x="2540" y="8889"/>
                  </a:moveTo>
                  <a:lnTo>
                    <a:pt x="0" y="8889"/>
                  </a:lnTo>
                  <a:lnTo>
                    <a:pt x="0" y="13970"/>
                  </a:lnTo>
                  <a:lnTo>
                    <a:pt x="2540" y="13970"/>
                  </a:lnTo>
                  <a:lnTo>
                    <a:pt x="2540" y="8889"/>
                  </a:lnTo>
                  <a:close/>
                </a:path>
                <a:path w="2540" h="513079">
                  <a:moveTo>
                    <a:pt x="2540" y="1270"/>
                  </a:moveTo>
                  <a:lnTo>
                    <a:pt x="1270" y="1270"/>
                  </a:lnTo>
                  <a:lnTo>
                    <a:pt x="1270" y="2539"/>
                  </a:lnTo>
                  <a:lnTo>
                    <a:pt x="0" y="2539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1270"/>
                  </a:lnTo>
                  <a:close/>
                </a:path>
                <a:path w="2540" h="513079">
                  <a:moveTo>
                    <a:pt x="12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CCBD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7" name="object 3517"/>
            <p:cNvSpPr/>
            <p:nvPr/>
          </p:nvSpPr>
          <p:spPr>
            <a:xfrm>
              <a:off x="6993889" y="2942590"/>
              <a:ext cx="3810" cy="511809"/>
            </a:xfrm>
            <a:custGeom>
              <a:avLst/>
              <a:gdLst/>
              <a:ahLst/>
              <a:cxnLst/>
              <a:rect l="l" t="t" r="r" b="b"/>
              <a:pathLst>
                <a:path w="3809" h="511810">
                  <a:moveTo>
                    <a:pt x="3809" y="508000"/>
                  </a:moveTo>
                  <a:lnTo>
                    <a:pt x="0" y="508000"/>
                  </a:lnTo>
                  <a:lnTo>
                    <a:pt x="0" y="510540"/>
                  </a:lnTo>
                  <a:lnTo>
                    <a:pt x="1269" y="510540"/>
                  </a:lnTo>
                  <a:lnTo>
                    <a:pt x="1269" y="511810"/>
                  </a:lnTo>
                  <a:lnTo>
                    <a:pt x="3809" y="511810"/>
                  </a:lnTo>
                  <a:lnTo>
                    <a:pt x="3809" y="508000"/>
                  </a:lnTo>
                  <a:close/>
                </a:path>
                <a:path w="3809" h="511810">
                  <a:moveTo>
                    <a:pt x="3809" y="501650"/>
                  </a:moveTo>
                  <a:lnTo>
                    <a:pt x="0" y="501650"/>
                  </a:lnTo>
                  <a:lnTo>
                    <a:pt x="0" y="506730"/>
                  </a:lnTo>
                  <a:lnTo>
                    <a:pt x="3809" y="506730"/>
                  </a:lnTo>
                  <a:lnTo>
                    <a:pt x="3809" y="501650"/>
                  </a:lnTo>
                  <a:close/>
                </a:path>
                <a:path w="3809" h="511810">
                  <a:moveTo>
                    <a:pt x="3809" y="495300"/>
                  </a:moveTo>
                  <a:lnTo>
                    <a:pt x="0" y="495300"/>
                  </a:lnTo>
                  <a:lnTo>
                    <a:pt x="0" y="500380"/>
                  </a:lnTo>
                  <a:lnTo>
                    <a:pt x="3809" y="500380"/>
                  </a:lnTo>
                  <a:lnTo>
                    <a:pt x="3809" y="495300"/>
                  </a:lnTo>
                  <a:close/>
                </a:path>
                <a:path w="3809" h="511810">
                  <a:moveTo>
                    <a:pt x="3809" y="488950"/>
                  </a:moveTo>
                  <a:lnTo>
                    <a:pt x="0" y="488950"/>
                  </a:lnTo>
                  <a:lnTo>
                    <a:pt x="0" y="494030"/>
                  </a:lnTo>
                  <a:lnTo>
                    <a:pt x="3809" y="494030"/>
                  </a:lnTo>
                  <a:lnTo>
                    <a:pt x="3809" y="488950"/>
                  </a:lnTo>
                  <a:close/>
                </a:path>
                <a:path w="3809" h="511810">
                  <a:moveTo>
                    <a:pt x="3809" y="482600"/>
                  </a:moveTo>
                  <a:lnTo>
                    <a:pt x="0" y="482600"/>
                  </a:lnTo>
                  <a:lnTo>
                    <a:pt x="0" y="487680"/>
                  </a:lnTo>
                  <a:lnTo>
                    <a:pt x="3809" y="487680"/>
                  </a:lnTo>
                  <a:lnTo>
                    <a:pt x="3809" y="482600"/>
                  </a:lnTo>
                  <a:close/>
                </a:path>
                <a:path w="3809" h="511810">
                  <a:moveTo>
                    <a:pt x="3809" y="476250"/>
                  </a:moveTo>
                  <a:lnTo>
                    <a:pt x="0" y="476250"/>
                  </a:lnTo>
                  <a:lnTo>
                    <a:pt x="0" y="481330"/>
                  </a:lnTo>
                  <a:lnTo>
                    <a:pt x="3809" y="481330"/>
                  </a:lnTo>
                  <a:lnTo>
                    <a:pt x="3809" y="476250"/>
                  </a:lnTo>
                  <a:close/>
                </a:path>
                <a:path w="3809" h="511810">
                  <a:moveTo>
                    <a:pt x="3809" y="469900"/>
                  </a:moveTo>
                  <a:lnTo>
                    <a:pt x="0" y="469900"/>
                  </a:lnTo>
                  <a:lnTo>
                    <a:pt x="0" y="474980"/>
                  </a:lnTo>
                  <a:lnTo>
                    <a:pt x="3809" y="474980"/>
                  </a:lnTo>
                  <a:lnTo>
                    <a:pt x="3809" y="469900"/>
                  </a:lnTo>
                  <a:close/>
                </a:path>
                <a:path w="3809" h="511810">
                  <a:moveTo>
                    <a:pt x="3809" y="463550"/>
                  </a:moveTo>
                  <a:lnTo>
                    <a:pt x="0" y="463550"/>
                  </a:lnTo>
                  <a:lnTo>
                    <a:pt x="0" y="468630"/>
                  </a:lnTo>
                  <a:lnTo>
                    <a:pt x="3809" y="468630"/>
                  </a:lnTo>
                  <a:lnTo>
                    <a:pt x="3809" y="463550"/>
                  </a:lnTo>
                  <a:close/>
                </a:path>
                <a:path w="3809" h="511810">
                  <a:moveTo>
                    <a:pt x="3809" y="457200"/>
                  </a:moveTo>
                  <a:lnTo>
                    <a:pt x="0" y="457200"/>
                  </a:lnTo>
                  <a:lnTo>
                    <a:pt x="0" y="462280"/>
                  </a:lnTo>
                  <a:lnTo>
                    <a:pt x="3809" y="462280"/>
                  </a:lnTo>
                  <a:lnTo>
                    <a:pt x="3809" y="457200"/>
                  </a:lnTo>
                  <a:close/>
                </a:path>
                <a:path w="3809" h="511810">
                  <a:moveTo>
                    <a:pt x="3809" y="450850"/>
                  </a:moveTo>
                  <a:lnTo>
                    <a:pt x="0" y="450850"/>
                  </a:lnTo>
                  <a:lnTo>
                    <a:pt x="0" y="455930"/>
                  </a:lnTo>
                  <a:lnTo>
                    <a:pt x="3809" y="455930"/>
                  </a:lnTo>
                  <a:lnTo>
                    <a:pt x="3809" y="450850"/>
                  </a:lnTo>
                  <a:close/>
                </a:path>
                <a:path w="3809" h="511810">
                  <a:moveTo>
                    <a:pt x="3809" y="444500"/>
                  </a:moveTo>
                  <a:lnTo>
                    <a:pt x="0" y="444500"/>
                  </a:lnTo>
                  <a:lnTo>
                    <a:pt x="0" y="449580"/>
                  </a:lnTo>
                  <a:lnTo>
                    <a:pt x="3809" y="449580"/>
                  </a:lnTo>
                  <a:lnTo>
                    <a:pt x="3809" y="444500"/>
                  </a:lnTo>
                  <a:close/>
                </a:path>
                <a:path w="3809" h="511810">
                  <a:moveTo>
                    <a:pt x="3809" y="438150"/>
                  </a:moveTo>
                  <a:lnTo>
                    <a:pt x="0" y="438150"/>
                  </a:lnTo>
                  <a:lnTo>
                    <a:pt x="0" y="443230"/>
                  </a:lnTo>
                  <a:lnTo>
                    <a:pt x="3809" y="443230"/>
                  </a:lnTo>
                  <a:lnTo>
                    <a:pt x="3809" y="438150"/>
                  </a:lnTo>
                  <a:close/>
                </a:path>
                <a:path w="3809" h="511810">
                  <a:moveTo>
                    <a:pt x="3809" y="431800"/>
                  </a:moveTo>
                  <a:lnTo>
                    <a:pt x="0" y="431800"/>
                  </a:lnTo>
                  <a:lnTo>
                    <a:pt x="0" y="436880"/>
                  </a:lnTo>
                  <a:lnTo>
                    <a:pt x="3809" y="436880"/>
                  </a:lnTo>
                  <a:lnTo>
                    <a:pt x="3809" y="431800"/>
                  </a:lnTo>
                  <a:close/>
                </a:path>
                <a:path w="3809" h="511810">
                  <a:moveTo>
                    <a:pt x="3809" y="425450"/>
                  </a:moveTo>
                  <a:lnTo>
                    <a:pt x="0" y="425450"/>
                  </a:lnTo>
                  <a:lnTo>
                    <a:pt x="0" y="430530"/>
                  </a:lnTo>
                  <a:lnTo>
                    <a:pt x="3809" y="430530"/>
                  </a:lnTo>
                  <a:lnTo>
                    <a:pt x="3809" y="425450"/>
                  </a:lnTo>
                  <a:close/>
                </a:path>
                <a:path w="3809" h="511810">
                  <a:moveTo>
                    <a:pt x="3809" y="38100"/>
                  </a:moveTo>
                  <a:lnTo>
                    <a:pt x="0" y="38100"/>
                  </a:lnTo>
                  <a:lnTo>
                    <a:pt x="0" y="424180"/>
                  </a:lnTo>
                  <a:lnTo>
                    <a:pt x="3809" y="424180"/>
                  </a:lnTo>
                  <a:lnTo>
                    <a:pt x="3809" y="38100"/>
                  </a:lnTo>
                  <a:close/>
                </a:path>
                <a:path w="3809" h="511810">
                  <a:moveTo>
                    <a:pt x="3809" y="31750"/>
                  </a:moveTo>
                  <a:lnTo>
                    <a:pt x="0" y="3175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31750"/>
                  </a:lnTo>
                  <a:close/>
                </a:path>
                <a:path w="3809" h="511810">
                  <a:moveTo>
                    <a:pt x="3809" y="25400"/>
                  </a:moveTo>
                  <a:lnTo>
                    <a:pt x="0" y="25400"/>
                  </a:lnTo>
                  <a:lnTo>
                    <a:pt x="0" y="30480"/>
                  </a:lnTo>
                  <a:lnTo>
                    <a:pt x="3809" y="30480"/>
                  </a:lnTo>
                  <a:lnTo>
                    <a:pt x="3809" y="25400"/>
                  </a:lnTo>
                  <a:close/>
                </a:path>
                <a:path w="3809" h="511810">
                  <a:moveTo>
                    <a:pt x="3809" y="19050"/>
                  </a:moveTo>
                  <a:lnTo>
                    <a:pt x="0" y="19050"/>
                  </a:lnTo>
                  <a:lnTo>
                    <a:pt x="0" y="24130"/>
                  </a:lnTo>
                  <a:lnTo>
                    <a:pt x="3809" y="24130"/>
                  </a:lnTo>
                  <a:lnTo>
                    <a:pt x="3809" y="19050"/>
                  </a:lnTo>
                  <a:close/>
                </a:path>
                <a:path w="3809" h="511810">
                  <a:moveTo>
                    <a:pt x="3809" y="12700"/>
                  </a:moveTo>
                  <a:lnTo>
                    <a:pt x="0" y="1270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2700"/>
                  </a:lnTo>
                  <a:close/>
                </a:path>
                <a:path w="3809" h="511810">
                  <a:moveTo>
                    <a:pt x="3809" y="6350"/>
                  </a:moveTo>
                  <a:lnTo>
                    <a:pt x="0" y="635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6350"/>
                  </a:lnTo>
                  <a:close/>
                </a:path>
                <a:path w="3809" h="511810">
                  <a:moveTo>
                    <a:pt x="2539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1270"/>
                  </a:lnTo>
                  <a:lnTo>
                    <a:pt x="2539" y="1270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CCBC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8" name="object 3518"/>
            <p:cNvSpPr/>
            <p:nvPr/>
          </p:nvSpPr>
          <p:spPr>
            <a:xfrm>
              <a:off x="6997700" y="2943860"/>
              <a:ext cx="3810" cy="513080"/>
            </a:xfrm>
            <a:custGeom>
              <a:avLst/>
              <a:gdLst/>
              <a:ahLst/>
              <a:cxnLst/>
              <a:rect l="l" t="t" r="r" b="b"/>
              <a:pathLst>
                <a:path w="3809" h="513079">
                  <a:moveTo>
                    <a:pt x="3809" y="506729"/>
                  </a:moveTo>
                  <a:lnTo>
                    <a:pt x="0" y="506729"/>
                  </a:lnTo>
                  <a:lnTo>
                    <a:pt x="0" y="510539"/>
                  </a:lnTo>
                  <a:lnTo>
                    <a:pt x="1270" y="510539"/>
                  </a:lnTo>
                  <a:lnTo>
                    <a:pt x="1270" y="513079"/>
                  </a:lnTo>
                  <a:lnTo>
                    <a:pt x="3809" y="513079"/>
                  </a:lnTo>
                  <a:lnTo>
                    <a:pt x="3809" y="506729"/>
                  </a:lnTo>
                  <a:close/>
                </a:path>
                <a:path w="3809" h="513079">
                  <a:moveTo>
                    <a:pt x="3809" y="500379"/>
                  </a:moveTo>
                  <a:lnTo>
                    <a:pt x="0" y="500379"/>
                  </a:lnTo>
                  <a:lnTo>
                    <a:pt x="0" y="505460"/>
                  </a:lnTo>
                  <a:lnTo>
                    <a:pt x="3809" y="505460"/>
                  </a:lnTo>
                  <a:lnTo>
                    <a:pt x="3809" y="500379"/>
                  </a:lnTo>
                  <a:close/>
                </a:path>
                <a:path w="3809" h="513079">
                  <a:moveTo>
                    <a:pt x="3809" y="494029"/>
                  </a:moveTo>
                  <a:lnTo>
                    <a:pt x="0" y="494029"/>
                  </a:lnTo>
                  <a:lnTo>
                    <a:pt x="0" y="499110"/>
                  </a:lnTo>
                  <a:lnTo>
                    <a:pt x="3809" y="499110"/>
                  </a:lnTo>
                  <a:lnTo>
                    <a:pt x="3809" y="494029"/>
                  </a:lnTo>
                  <a:close/>
                </a:path>
                <a:path w="3809" h="513079">
                  <a:moveTo>
                    <a:pt x="3809" y="487679"/>
                  </a:moveTo>
                  <a:lnTo>
                    <a:pt x="0" y="487679"/>
                  </a:lnTo>
                  <a:lnTo>
                    <a:pt x="0" y="492760"/>
                  </a:lnTo>
                  <a:lnTo>
                    <a:pt x="3809" y="492760"/>
                  </a:lnTo>
                  <a:lnTo>
                    <a:pt x="3809" y="487679"/>
                  </a:lnTo>
                  <a:close/>
                </a:path>
                <a:path w="3809" h="513079">
                  <a:moveTo>
                    <a:pt x="3809" y="481329"/>
                  </a:moveTo>
                  <a:lnTo>
                    <a:pt x="0" y="481329"/>
                  </a:lnTo>
                  <a:lnTo>
                    <a:pt x="0" y="486410"/>
                  </a:lnTo>
                  <a:lnTo>
                    <a:pt x="3809" y="486410"/>
                  </a:lnTo>
                  <a:lnTo>
                    <a:pt x="3809" y="481329"/>
                  </a:lnTo>
                  <a:close/>
                </a:path>
                <a:path w="3809" h="513079">
                  <a:moveTo>
                    <a:pt x="3809" y="474979"/>
                  </a:moveTo>
                  <a:lnTo>
                    <a:pt x="0" y="474979"/>
                  </a:lnTo>
                  <a:lnTo>
                    <a:pt x="0" y="480060"/>
                  </a:lnTo>
                  <a:lnTo>
                    <a:pt x="3809" y="480060"/>
                  </a:lnTo>
                  <a:lnTo>
                    <a:pt x="3809" y="474979"/>
                  </a:lnTo>
                  <a:close/>
                </a:path>
                <a:path w="3809" h="513079">
                  <a:moveTo>
                    <a:pt x="3809" y="468629"/>
                  </a:moveTo>
                  <a:lnTo>
                    <a:pt x="0" y="468629"/>
                  </a:lnTo>
                  <a:lnTo>
                    <a:pt x="0" y="473710"/>
                  </a:lnTo>
                  <a:lnTo>
                    <a:pt x="3809" y="473710"/>
                  </a:lnTo>
                  <a:lnTo>
                    <a:pt x="3809" y="468629"/>
                  </a:lnTo>
                  <a:close/>
                </a:path>
                <a:path w="3809" h="513079">
                  <a:moveTo>
                    <a:pt x="3809" y="462279"/>
                  </a:moveTo>
                  <a:lnTo>
                    <a:pt x="0" y="462279"/>
                  </a:lnTo>
                  <a:lnTo>
                    <a:pt x="0" y="467360"/>
                  </a:lnTo>
                  <a:lnTo>
                    <a:pt x="3809" y="467360"/>
                  </a:lnTo>
                  <a:lnTo>
                    <a:pt x="3809" y="462279"/>
                  </a:lnTo>
                  <a:close/>
                </a:path>
                <a:path w="3809" h="513079">
                  <a:moveTo>
                    <a:pt x="3809" y="455929"/>
                  </a:moveTo>
                  <a:lnTo>
                    <a:pt x="0" y="455929"/>
                  </a:lnTo>
                  <a:lnTo>
                    <a:pt x="0" y="461010"/>
                  </a:lnTo>
                  <a:lnTo>
                    <a:pt x="3809" y="461010"/>
                  </a:lnTo>
                  <a:lnTo>
                    <a:pt x="3809" y="455929"/>
                  </a:lnTo>
                  <a:close/>
                </a:path>
                <a:path w="3809" h="513079">
                  <a:moveTo>
                    <a:pt x="3809" y="449579"/>
                  </a:moveTo>
                  <a:lnTo>
                    <a:pt x="0" y="449579"/>
                  </a:lnTo>
                  <a:lnTo>
                    <a:pt x="0" y="454660"/>
                  </a:lnTo>
                  <a:lnTo>
                    <a:pt x="3809" y="454660"/>
                  </a:lnTo>
                  <a:lnTo>
                    <a:pt x="3809" y="449579"/>
                  </a:lnTo>
                  <a:close/>
                </a:path>
                <a:path w="3809" h="513079">
                  <a:moveTo>
                    <a:pt x="3809" y="443229"/>
                  </a:moveTo>
                  <a:lnTo>
                    <a:pt x="0" y="443229"/>
                  </a:lnTo>
                  <a:lnTo>
                    <a:pt x="0" y="448310"/>
                  </a:lnTo>
                  <a:lnTo>
                    <a:pt x="3809" y="448310"/>
                  </a:lnTo>
                  <a:lnTo>
                    <a:pt x="3809" y="443229"/>
                  </a:lnTo>
                  <a:close/>
                </a:path>
                <a:path w="3809" h="513079">
                  <a:moveTo>
                    <a:pt x="3809" y="436879"/>
                  </a:moveTo>
                  <a:lnTo>
                    <a:pt x="0" y="436879"/>
                  </a:lnTo>
                  <a:lnTo>
                    <a:pt x="0" y="441960"/>
                  </a:lnTo>
                  <a:lnTo>
                    <a:pt x="3809" y="441960"/>
                  </a:lnTo>
                  <a:lnTo>
                    <a:pt x="3809" y="436879"/>
                  </a:lnTo>
                  <a:close/>
                </a:path>
                <a:path w="3809" h="513079">
                  <a:moveTo>
                    <a:pt x="3809" y="430529"/>
                  </a:moveTo>
                  <a:lnTo>
                    <a:pt x="0" y="430529"/>
                  </a:lnTo>
                  <a:lnTo>
                    <a:pt x="0" y="435610"/>
                  </a:lnTo>
                  <a:lnTo>
                    <a:pt x="3809" y="435610"/>
                  </a:lnTo>
                  <a:lnTo>
                    <a:pt x="3809" y="430529"/>
                  </a:lnTo>
                  <a:close/>
                </a:path>
                <a:path w="3809" h="513079">
                  <a:moveTo>
                    <a:pt x="3809" y="424179"/>
                  </a:moveTo>
                  <a:lnTo>
                    <a:pt x="0" y="424179"/>
                  </a:lnTo>
                  <a:lnTo>
                    <a:pt x="0" y="429260"/>
                  </a:lnTo>
                  <a:lnTo>
                    <a:pt x="3809" y="429260"/>
                  </a:lnTo>
                  <a:lnTo>
                    <a:pt x="3809" y="424179"/>
                  </a:lnTo>
                  <a:close/>
                </a:path>
                <a:path w="3809" h="513079">
                  <a:moveTo>
                    <a:pt x="3809" y="36829"/>
                  </a:moveTo>
                  <a:lnTo>
                    <a:pt x="0" y="36829"/>
                  </a:lnTo>
                  <a:lnTo>
                    <a:pt x="0" y="422910"/>
                  </a:lnTo>
                  <a:lnTo>
                    <a:pt x="3809" y="422910"/>
                  </a:lnTo>
                  <a:lnTo>
                    <a:pt x="3809" y="36829"/>
                  </a:lnTo>
                  <a:close/>
                </a:path>
                <a:path w="3809" h="513079">
                  <a:moveTo>
                    <a:pt x="3809" y="30479"/>
                  </a:moveTo>
                  <a:lnTo>
                    <a:pt x="0" y="30479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30479"/>
                  </a:lnTo>
                  <a:close/>
                </a:path>
                <a:path w="3809" h="513079">
                  <a:moveTo>
                    <a:pt x="3809" y="24129"/>
                  </a:moveTo>
                  <a:lnTo>
                    <a:pt x="0" y="24129"/>
                  </a:lnTo>
                  <a:lnTo>
                    <a:pt x="0" y="29210"/>
                  </a:lnTo>
                  <a:lnTo>
                    <a:pt x="3809" y="29210"/>
                  </a:lnTo>
                  <a:lnTo>
                    <a:pt x="3809" y="24129"/>
                  </a:lnTo>
                  <a:close/>
                </a:path>
                <a:path w="3809" h="513079">
                  <a:moveTo>
                    <a:pt x="3809" y="17779"/>
                  </a:moveTo>
                  <a:lnTo>
                    <a:pt x="0" y="17779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17779"/>
                  </a:lnTo>
                  <a:close/>
                </a:path>
                <a:path w="3809" h="513079">
                  <a:moveTo>
                    <a:pt x="3809" y="11429"/>
                  </a:moveTo>
                  <a:lnTo>
                    <a:pt x="0" y="11429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1429"/>
                  </a:lnTo>
                  <a:close/>
                </a:path>
                <a:path w="3809" h="513079">
                  <a:moveTo>
                    <a:pt x="3809" y="5079"/>
                  </a:moveTo>
                  <a:lnTo>
                    <a:pt x="0" y="5079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5079"/>
                  </a:lnTo>
                  <a:close/>
                </a:path>
                <a:path w="3809" h="513079">
                  <a:moveTo>
                    <a:pt x="127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2539"/>
                  </a:lnTo>
                  <a:lnTo>
                    <a:pt x="2540" y="2539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CCBB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9" name="object 3519"/>
            <p:cNvSpPr/>
            <p:nvPr/>
          </p:nvSpPr>
          <p:spPr>
            <a:xfrm>
              <a:off x="7001510" y="2946400"/>
              <a:ext cx="3810" cy="509270"/>
            </a:xfrm>
            <a:custGeom>
              <a:avLst/>
              <a:gdLst/>
              <a:ahLst/>
              <a:cxnLst/>
              <a:rect l="l" t="t" r="r" b="b"/>
              <a:pathLst>
                <a:path w="3809" h="509270">
                  <a:moveTo>
                    <a:pt x="3810" y="504189"/>
                  </a:moveTo>
                  <a:lnTo>
                    <a:pt x="0" y="504189"/>
                  </a:lnTo>
                  <a:lnTo>
                    <a:pt x="0" y="509270"/>
                  </a:lnTo>
                  <a:lnTo>
                    <a:pt x="3810" y="509270"/>
                  </a:lnTo>
                  <a:lnTo>
                    <a:pt x="3810" y="504189"/>
                  </a:lnTo>
                  <a:close/>
                </a:path>
                <a:path w="3809" h="509270">
                  <a:moveTo>
                    <a:pt x="3810" y="497839"/>
                  </a:moveTo>
                  <a:lnTo>
                    <a:pt x="0" y="497839"/>
                  </a:lnTo>
                  <a:lnTo>
                    <a:pt x="0" y="502920"/>
                  </a:lnTo>
                  <a:lnTo>
                    <a:pt x="3810" y="502920"/>
                  </a:lnTo>
                  <a:lnTo>
                    <a:pt x="3810" y="497839"/>
                  </a:lnTo>
                  <a:close/>
                </a:path>
                <a:path w="3809" h="509270">
                  <a:moveTo>
                    <a:pt x="3810" y="491489"/>
                  </a:moveTo>
                  <a:lnTo>
                    <a:pt x="0" y="491489"/>
                  </a:lnTo>
                  <a:lnTo>
                    <a:pt x="0" y="496570"/>
                  </a:lnTo>
                  <a:lnTo>
                    <a:pt x="3810" y="496570"/>
                  </a:lnTo>
                  <a:lnTo>
                    <a:pt x="3810" y="491489"/>
                  </a:lnTo>
                  <a:close/>
                </a:path>
                <a:path w="3809" h="509270">
                  <a:moveTo>
                    <a:pt x="3810" y="485139"/>
                  </a:moveTo>
                  <a:lnTo>
                    <a:pt x="0" y="485139"/>
                  </a:lnTo>
                  <a:lnTo>
                    <a:pt x="0" y="490220"/>
                  </a:lnTo>
                  <a:lnTo>
                    <a:pt x="3810" y="490220"/>
                  </a:lnTo>
                  <a:lnTo>
                    <a:pt x="3810" y="485139"/>
                  </a:lnTo>
                  <a:close/>
                </a:path>
                <a:path w="3809" h="509270">
                  <a:moveTo>
                    <a:pt x="3810" y="478789"/>
                  </a:moveTo>
                  <a:lnTo>
                    <a:pt x="0" y="478789"/>
                  </a:lnTo>
                  <a:lnTo>
                    <a:pt x="0" y="483870"/>
                  </a:lnTo>
                  <a:lnTo>
                    <a:pt x="3810" y="483870"/>
                  </a:lnTo>
                  <a:lnTo>
                    <a:pt x="3810" y="478789"/>
                  </a:lnTo>
                  <a:close/>
                </a:path>
                <a:path w="3809" h="509270">
                  <a:moveTo>
                    <a:pt x="3810" y="472439"/>
                  </a:moveTo>
                  <a:lnTo>
                    <a:pt x="0" y="472439"/>
                  </a:lnTo>
                  <a:lnTo>
                    <a:pt x="0" y="477520"/>
                  </a:lnTo>
                  <a:lnTo>
                    <a:pt x="3810" y="477520"/>
                  </a:lnTo>
                  <a:lnTo>
                    <a:pt x="3810" y="472439"/>
                  </a:lnTo>
                  <a:close/>
                </a:path>
                <a:path w="3809" h="509270">
                  <a:moveTo>
                    <a:pt x="3810" y="466089"/>
                  </a:moveTo>
                  <a:lnTo>
                    <a:pt x="0" y="466089"/>
                  </a:lnTo>
                  <a:lnTo>
                    <a:pt x="0" y="471170"/>
                  </a:lnTo>
                  <a:lnTo>
                    <a:pt x="3810" y="471170"/>
                  </a:lnTo>
                  <a:lnTo>
                    <a:pt x="3810" y="466089"/>
                  </a:lnTo>
                  <a:close/>
                </a:path>
                <a:path w="3809" h="509270">
                  <a:moveTo>
                    <a:pt x="3810" y="459739"/>
                  </a:moveTo>
                  <a:lnTo>
                    <a:pt x="0" y="459739"/>
                  </a:lnTo>
                  <a:lnTo>
                    <a:pt x="0" y="464820"/>
                  </a:lnTo>
                  <a:lnTo>
                    <a:pt x="3810" y="464820"/>
                  </a:lnTo>
                  <a:lnTo>
                    <a:pt x="3810" y="459739"/>
                  </a:lnTo>
                  <a:close/>
                </a:path>
                <a:path w="3809" h="509270">
                  <a:moveTo>
                    <a:pt x="3810" y="453389"/>
                  </a:moveTo>
                  <a:lnTo>
                    <a:pt x="0" y="453389"/>
                  </a:lnTo>
                  <a:lnTo>
                    <a:pt x="0" y="458470"/>
                  </a:lnTo>
                  <a:lnTo>
                    <a:pt x="3810" y="458470"/>
                  </a:lnTo>
                  <a:lnTo>
                    <a:pt x="3810" y="453389"/>
                  </a:lnTo>
                  <a:close/>
                </a:path>
                <a:path w="3809" h="509270">
                  <a:moveTo>
                    <a:pt x="3810" y="447039"/>
                  </a:moveTo>
                  <a:lnTo>
                    <a:pt x="0" y="447039"/>
                  </a:lnTo>
                  <a:lnTo>
                    <a:pt x="0" y="452120"/>
                  </a:lnTo>
                  <a:lnTo>
                    <a:pt x="3810" y="452120"/>
                  </a:lnTo>
                  <a:lnTo>
                    <a:pt x="3810" y="447039"/>
                  </a:lnTo>
                  <a:close/>
                </a:path>
                <a:path w="3809" h="509270">
                  <a:moveTo>
                    <a:pt x="3810" y="440689"/>
                  </a:moveTo>
                  <a:lnTo>
                    <a:pt x="0" y="440689"/>
                  </a:lnTo>
                  <a:lnTo>
                    <a:pt x="0" y="445770"/>
                  </a:lnTo>
                  <a:lnTo>
                    <a:pt x="3810" y="445770"/>
                  </a:lnTo>
                  <a:lnTo>
                    <a:pt x="3810" y="440689"/>
                  </a:lnTo>
                  <a:close/>
                </a:path>
                <a:path w="3809" h="509270">
                  <a:moveTo>
                    <a:pt x="3810" y="434339"/>
                  </a:moveTo>
                  <a:lnTo>
                    <a:pt x="0" y="434339"/>
                  </a:lnTo>
                  <a:lnTo>
                    <a:pt x="0" y="439420"/>
                  </a:lnTo>
                  <a:lnTo>
                    <a:pt x="3810" y="439420"/>
                  </a:lnTo>
                  <a:lnTo>
                    <a:pt x="3810" y="434339"/>
                  </a:lnTo>
                  <a:close/>
                </a:path>
                <a:path w="3809" h="509270">
                  <a:moveTo>
                    <a:pt x="3810" y="427989"/>
                  </a:moveTo>
                  <a:lnTo>
                    <a:pt x="0" y="427989"/>
                  </a:lnTo>
                  <a:lnTo>
                    <a:pt x="0" y="433070"/>
                  </a:lnTo>
                  <a:lnTo>
                    <a:pt x="3810" y="433070"/>
                  </a:lnTo>
                  <a:lnTo>
                    <a:pt x="3810" y="427989"/>
                  </a:lnTo>
                  <a:close/>
                </a:path>
                <a:path w="3809" h="509270">
                  <a:moveTo>
                    <a:pt x="3810" y="421639"/>
                  </a:moveTo>
                  <a:lnTo>
                    <a:pt x="0" y="421639"/>
                  </a:lnTo>
                  <a:lnTo>
                    <a:pt x="0" y="426720"/>
                  </a:lnTo>
                  <a:lnTo>
                    <a:pt x="3810" y="426720"/>
                  </a:lnTo>
                  <a:lnTo>
                    <a:pt x="3810" y="421639"/>
                  </a:lnTo>
                  <a:close/>
                </a:path>
                <a:path w="3809" h="509270">
                  <a:moveTo>
                    <a:pt x="3810" y="34289"/>
                  </a:moveTo>
                  <a:lnTo>
                    <a:pt x="0" y="34289"/>
                  </a:lnTo>
                  <a:lnTo>
                    <a:pt x="0" y="420370"/>
                  </a:lnTo>
                  <a:lnTo>
                    <a:pt x="3810" y="420370"/>
                  </a:lnTo>
                  <a:lnTo>
                    <a:pt x="3810" y="34289"/>
                  </a:lnTo>
                  <a:close/>
                </a:path>
                <a:path w="3809" h="509270">
                  <a:moveTo>
                    <a:pt x="3810" y="27939"/>
                  </a:moveTo>
                  <a:lnTo>
                    <a:pt x="0" y="27939"/>
                  </a:lnTo>
                  <a:lnTo>
                    <a:pt x="0" y="33020"/>
                  </a:lnTo>
                  <a:lnTo>
                    <a:pt x="3810" y="33020"/>
                  </a:lnTo>
                  <a:lnTo>
                    <a:pt x="3810" y="27939"/>
                  </a:lnTo>
                  <a:close/>
                </a:path>
                <a:path w="3809" h="509270">
                  <a:moveTo>
                    <a:pt x="3810" y="21589"/>
                  </a:moveTo>
                  <a:lnTo>
                    <a:pt x="0" y="21589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1589"/>
                  </a:lnTo>
                  <a:close/>
                </a:path>
                <a:path w="3809" h="509270">
                  <a:moveTo>
                    <a:pt x="3810" y="15239"/>
                  </a:moveTo>
                  <a:lnTo>
                    <a:pt x="0" y="15239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5239"/>
                  </a:lnTo>
                  <a:close/>
                </a:path>
                <a:path w="3809" h="509270">
                  <a:moveTo>
                    <a:pt x="3810" y="8889"/>
                  </a:moveTo>
                  <a:lnTo>
                    <a:pt x="0" y="8889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8889"/>
                  </a:lnTo>
                  <a:close/>
                </a:path>
                <a:path w="3809" h="509270">
                  <a:moveTo>
                    <a:pt x="3810" y="1270"/>
                  </a:moveTo>
                  <a:lnTo>
                    <a:pt x="1270" y="1270"/>
                  </a:lnTo>
                  <a:lnTo>
                    <a:pt x="1270" y="2539"/>
                  </a:lnTo>
                  <a:lnTo>
                    <a:pt x="0" y="2539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270"/>
                  </a:lnTo>
                  <a:close/>
                </a:path>
                <a:path w="3809" h="509270">
                  <a:moveTo>
                    <a:pt x="12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CABA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0" name="object 3520"/>
            <p:cNvSpPr/>
            <p:nvPr/>
          </p:nvSpPr>
          <p:spPr>
            <a:xfrm>
              <a:off x="7005320" y="2948940"/>
              <a:ext cx="3810" cy="509270"/>
            </a:xfrm>
            <a:custGeom>
              <a:avLst/>
              <a:gdLst/>
              <a:ahLst/>
              <a:cxnLst/>
              <a:rect l="l" t="t" r="r" b="b"/>
              <a:pathLst>
                <a:path w="3809" h="509270">
                  <a:moveTo>
                    <a:pt x="3809" y="508000"/>
                  </a:moveTo>
                  <a:lnTo>
                    <a:pt x="2539" y="508000"/>
                  </a:lnTo>
                  <a:lnTo>
                    <a:pt x="2539" y="509270"/>
                  </a:lnTo>
                  <a:lnTo>
                    <a:pt x="3809" y="509270"/>
                  </a:lnTo>
                  <a:lnTo>
                    <a:pt x="3809" y="508000"/>
                  </a:lnTo>
                  <a:close/>
                </a:path>
                <a:path w="3809" h="509270">
                  <a:moveTo>
                    <a:pt x="3809" y="501650"/>
                  </a:moveTo>
                  <a:lnTo>
                    <a:pt x="0" y="501650"/>
                  </a:lnTo>
                  <a:lnTo>
                    <a:pt x="0" y="506730"/>
                  </a:lnTo>
                  <a:lnTo>
                    <a:pt x="3809" y="506730"/>
                  </a:lnTo>
                  <a:lnTo>
                    <a:pt x="3809" y="501650"/>
                  </a:lnTo>
                  <a:close/>
                </a:path>
                <a:path w="3809" h="509270">
                  <a:moveTo>
                    <a:pt x="3809" y="495300"/>
                  </a:moveTo>
                  <a:lnTo>
                    <a:pt x="0" y="495300"/>
                  </a:lnTo>
                  <a:lnTo>
                    <a:pt x="0" y="500380"/>
                  </a:lnTo>
                  <a:lnTo>
                    <a:pt x="3809" y="500380"/>
                  </a:lnTo>
                  <a:lnTo>
                    <a:pt x="3809" y="495300"/>
                  </a:lnTo>
                  <a:close/>
                </a:path>
                <a:path w="3809" h="509270">
                  <a:moveTo>
                    <a:pt x="3809" y="488950"/>
                  </a:moveTo>
                  <a:lnTo>
                    <a:pt x="0" y="488950"/>
                  </a:lnTo>
                  <a:lnTo>
                    <a:pt x="0" y="494030"/>
                  </a:lnTo>
                  <a:lnTo>
                    <a:pt x="3809" y="494030"/>
                  </a:lnTo>
                  <a:lnTo>
                    <a:pt x="3809" y="488950"/>
                  </a:lnTo>
                  <a:close/>
                </a:path>
                <a:path w="3809" h="509270">
                  <a:moveTo>
                    <a:pt x="3809" y="482600"/>
                  </a:moveTo>
                  <a:lnTo>
                    <a:pt x="0" y="482600"/>
                  </a:lnTo>
                  <a:lnTo>
                    <a:pt x="0" y="487680"/>
                  </a:lnTo>
                  <a:lnTo>
                    <a:pt x="3809" y="487680"/>
                  </a:lnTo>
                  <a:lnTo>
                    <a:pt x="3809" y="482600"/>
                  </a:lnTo>
                  <a:close/>
                </a:path>
                <a:path w="3809" h="509270">
                  <a:moveTo>
                    <a:pt x="3809" y="476250"/>
                  </a:moveTo>
                  <a:lnTo>
                    <a:pt x="0" y="476250"/>
                  </a:lnTo>
                  <a:lnTo>
                    <a:pt x="0" y="481330"/>
                  </a:lnTo>
                  <a:lnTo>
                    <a:pt x="3809" y="481330"/>
                  </a:lnTo>
                  <a:lnTo>
                    <a:pt x="3809" y="476250"/>
                  </a:lnTo>
                  <a:close/>
                </a:path>
                <a:path w="3809" h="509270">
                  <a:moveTo>
                    <a:pt x="3809" y="469900"/>
                  </a:moveTo>
                  <a:lnTo>
                    <a:pt x="0" y="469900"/>
                  </a:lnTo>
                  <a:lnTo>
                    <a:pt x="0" y="474980"/>
                  </a:lnTo>
                  <a:lnTo>
                    <a:pt x="3809" y="474980"/>
                  </a:lnTo>
                  <a:lnTo>
                    <a:pt x="3809" y="469900"/>
                  </a:lnTo>
                  <a:close/>
                </a:path>
                <a:path w="3809" h="509270">
                  <a:moveTo>
                    <a:pt x="3809" y="463550"/>
                  </a:moveTo>
                  <a:lnTo>
                    <a:pt x="0" y="463550"/>
                  </a:lnTo>
                  <a:lnTo>
                    <a:pt x="0" y="468630"/>
                  </a:lnTo>
                  <a:lnTo>
                    <a:pt x="3809" y="468630"/>
                  </a:lnTo>
                  <a:lnTo>
                    <a:pt x="3809" y="463550"/>
                  </a:lnTo>
                  <a:close/>
                </a:path>
                <a:path w="3809" h="509270">
                  <a:moveTo>
                    <a:pt x="3809" y="457200"/>
                  </a:moveTo>
                  <a:lnTo>
                    <a:pt x="0" y="457200"/>
                  </a:lnTo>
                  <a:lnTo>
                    <a:pt x="0" y="462280"/>
                  </a:lnTo>
                  <a:lnTo>
                    <a:pt x="3809" y="462280"/>
                  </a:lnTo>
                  <a:lnTo>
                    <a:pt x="3809" y="457200"/>
                  </a:lnTo>
                  <a:close/>
                </a:path>
                <a:path w="3809" h="509270">
                  <a:moveTo>
                    <a:pt x="3809" y="450850"/>
                  </a:moveTo>
                  <a:lnTo>
                    <a:pt x="0" y="450850"/>
                  </a:lnTo>
                  <a:lnTo>
                    <a:pt x="0" y="455930"/>
                  </a:lnTo>
                  <a:lnTo>
                    <a:pt x="3809" y="455930"/>
                  </a:lnTo>
                  <a:lnTo>
                    <a:pt x="3809" y="450850"/>
                  </a:lnTo>
                  <a:close/>
                </a:path>
                <a:path w="3809" h="509270">
                  <a:moveTo>
                    <a:pt x="3809" y="444500"/>
                  </a:moveTo>
                  <a:lnTo>
                    <a:pt x="0" y="444500"/>
                  </a:lnTo>
                  <a:lnTo>
                    <a:pt x="0" y="449580"/>
                  </a:lnTo>
                  <a:lnTo>
                    <a:pt x="3809" y="449580"/>
                  </a:lnTo>
                  <a:lnTo>
                    <a:pt x="3809" y="444500"/>
                  </a:lnTo>
                  <a:close/>
                </a:path>
                <a:path w="3809" h="509270">
                  <a:moveTo>
                    <a:pt x="3809" y="438150"/>
                  </a:moveTo>
                  <a:lnTo>
                    <a:pt x="0" y="438150"/>
                  </a:lnTo>
                  <a:lnTo>
                    <a:pt x="0" y="443230"/>
                  </a:lnTo>
                  <a:lnTo>
                    <a:pt x="3809" y="443230"/>
                  </a:lnTo>
                  <a:lnTo>
                    <a:pt x="3809" y="438150"/>
                  </a:lnTo>
                  <a:close/>
                </a:path>
                <a:path w="3809" h="509270">
                  <a:moveTo>
                    <a:pt x="3809" y="431800"/>
                  </a:moveTo>
                  <a:lnTo>
                    <a:pt x="0" y="431800"/>
                  </a:lnTo>
                  <a:lnTo>
                    <a:pt x="0" y="436880"/>
                  </a:lnTo>
                  <a:lnTo>
                    <a:pt x="3809" y="436880"/>
                  </a:lnTo>
                  <a:lnTo>
                    <a:pt x="3809" y="431800"/>
                  </a:lnTo>
                  <a:close/>
                </a:path>
                <a:path w="3809" h="509270">
                  <a:moveTo>
                    <a:pt x="3809" y="425450"/>
                  </a:moveTo>
                  <a:lnTo>
                    <a:pt x="0" y="425450"/>
                  </a:lnTo>
                  <a:lnTo>
                    <a:pt x="0" y="430530"/>
                  </a:lnTo>
                  <a:lnTo>
                    <a:pt x="3809" y="430530"/>
                  </a:lnTo>
                  <a:lnTo>
                    <a:pt x="3809" y="425450"/>
                  </a:lnTo>
                  <a:close/>
                </a:path>
                <a:path w="3809" h="509270">
                  <a:moveTo>
                    <a:pt x="3809" y="419100"/>
                  </a:moveTo>
                  <a:lnTo>
                    <a:pt x="0" y="419100"/>
                  </a:lnTo>
                  <a:lnTo>
                    <a:pt x="0" y="424180"/>
                  </a:lnTo>
                  <a:lnTo>
                    <a:pt x="3809" y="424180"/>
                  </a:lnTo>
                  <a:lnTo>
                    <a:pt x="3809" y="419100"/>
                  </a:lnTo>
                  <a:close/>
                </a:path>
                <a:path w="3809" h="509270">
                  <a:moveTo>
                    <a:pt x="3809" y="31750"/>
                  </a:moveTo>
                  <a:lnTo>
                    <a:pt x="0" y="31750"/>
                  </a:lnTo>
                  <a:lnTo>
                    <a:pt x="0" y="417830"/>
                  </a:lnTo>
                  <a:lnTo>
                    <a:pt x="3809" y="417830"/>
                  </a:lnTo>
                  <a:lnTo>
                    <a:pt x="3809" y="31750"/>
                  </a:lnTo>
                  <a:close/>
                </a:path>
                <a:path w="3809" h="509270">
                  <a:moveTo>
                    <a:pt x="3809" y="25400"/>
                  </a:moveTo>
                  <a:lnTo>
                    <a:pt x="0" y="25400"/>
                  </a:lnTo>
                  <a:lnTo>
                    <a:pt x="0" y="30480"/>
                  </a:lnTo>
                  <a:lnTo>
                    <a:pt x="3809" y="30480"/>
                  </a:lnTo>
                  <a:lnTo>
                    <a:pt x="3809" y="25400"/>
                  </a:lnTo>
                  <a:close/>
                </a:path>
                <a:path w="3809" h="509270">
                  <a:moveTo>
                    <a:pt x="3809" y="19050"/>
                  </a:moveTo>
                  <a:lnTo>
                    <a:pt x="0" y="19050"/>
                  </a:lnTo>
                  <a:lnTo>
                    <a:pt x="0" y="24130"/>
                  </a:lnTo>
                  <a:lnTo>
                    <a:pt x="3809" y="24130"/>
                  </a:lnTo>
                  <a:lnTo>
                    <a:pt x="3809" y="19050"/>
                  </a:lnTo>
                  <a:close/>
                </a:path>
                <a:path w="3809" h="509270">
                  <a:moveTo>
                    <a:pt x="3809" y="12700"/>
                  </a:moveTo>
                  <a:lnTo>
                    <a:pt x="0" y="1270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2700"/>
                  </a:lnTo>
                  <a:close/>
                </a:path>
                <a:path w="3809" h="509270">
                  <a:moveTo>
                    <a:pt x="3809" y="6350"/>
                  </a:moveTo>
                  <a:lnTo>
                    <a:pt x="0" y="635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6350"/>
                  </a:lnTo>
                  <a:close/>
                </a:path>
                <a:path w="3809" h="509270">
                  <a:moveTo>
                    <a:pt x="127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C9B9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1" name="object 3521"/>
            <p:cNvSpPr/>
            <p:nvPr/>
          </p:nvSpPr>
          <p:spPr>
            <a:xfrm>
              <a:off x="7009129" y="2951480"/>
              <a:ext cx="3810" cy="506730"/>
            </a:xfrm>
            <a:custGeom>
              <a:avLst/>
              <a:gdLst/>
              <a:ahLst/>
              <a:cxnLst/>
              <a:rect l="l" t="t" r="r" b="b"/>
              <a:pathLst>
                <a:path w="3809" h="506729">
                  <a:moveTo>
                    <a:pt x="3810" y="505459"/>
                  </a:moveTo>
                  <a:lnTo>
                    <a:pt x="0" y="505459"/>
                  </a:lnTo>
                  <a:lnTo>
                    <a:pt x="0" y="506729"/>
                  </a:lnTo>
                  <a:lnTo>
                    <a:pt x="3810" y="506729"/>
                  </a:lnTo>
                  <a:lnTo>
                    <a:pt x="3810" y="505459"/>
                  </a:lnTo>
                  <a:close/>
                </a:path>
                <a:path w="3809" h="506729">
                  <a:moveTo>
                    <a:pt x="3810" y="499109"/>
                  </a:moveTo>
                  <a:lnTo>
                    <a:pt x="0" y="499109"/>
                  </a:lnTo>
                  <a:lnTo>
                    <a:pt x="0" y="504189"/>
                  </a:lnTo>
                  <a:lnTo>
                    <a:pt x="3810" y="504189"/>
                  </a:lnTo>
                  <a:lnTo>
                    <a:pt x="3810" y="499109"/>
                  </a:lnTo>
                  <a:close/>
                </a:path>
                <a:path w="3809" h="506729">
                  <a:moveTo>
                    <a:pt x="3810" y="492759"/>
                  </a:moveTo>
                  <a:lnTo>
                    <a:pt x="0" y="492759"/>
                  </a:lnTo>
                  <a:lnTo>
                    <a:pt x="0" y="497839"/>
                  </a:lnTo>
                  <a:lnTo>
                    <a:pt x="3810" y="497839"/>
                  </a:lnTo>
                  <a:lnTo>
                    <a:pt x="3810" y="492759"/>
                  </a:lnTo>
                  <a:close/>
                </a:path>
                <a:path w="3809" h="506729">
                  <a:moveTo>
                    <a:pt x="3810" y="486409"/>
                  </a:moveTo>
                  <a:lnTo>
                    <a:pt x="0" y="486409"/>
                  </a:lnTo>
                  <a:lnTo>
                    <a:pt x="0" y="491489"/>
                  </a:lnTo>
                  <a:lnTo>
                    <a:pt x="3810" y="491489"/>
                  </a:lnTo>
                  <a:lnTo>
                    <a:pt x="3810" y="486409"/>
                  </a:lnTo>
                  <a:close/>
                </a:path>
                <a:path w="3809" h="506729">
                  <a:moveTo>
                    <a:pt x="3810" y="480059"/>
                  </a:moveTo>
                  <a:lnTo>
                    <a:pt x="0" y="480059"/>
                  </a:lnTo>
                  <a:lnTo>
                    <a:pt x="0" y="485139"/>
                  </a:lnTo>
                  <a:lnTo>
                    <a:pt x="3810" y="485139"/>
                  </a:lnTo>
                  <a:lnTo>
                    <a:pt x="3810" y="480059"/>
                  </a:lnTo>
                  <a:close/>
                </a:path>
                <a:path w="3809" h="506729">
                  <a:moveTo>
                    <a:pt x="3810" y="473709"/>
                  </a:moveTo>
                  <a:lnTo>
                    <a:pt x="0" y="473709"/>
                  </a:lnTo>
                  <a:lnTo>
                    <a:pt x="0" y="478789"/>
                  </a:lnTo>
                  <a:lnTo>
                    <a:pt x="3810" y="478789"/>
                  </a:lnTo>
                  <a:lnTo>
                    <a:pt x="3810" y="473709"/>
                  </a:lnTo>
                  <a:close/>
                </a:path>
                <a:path w="3809" h="506729">
                  <a:moveTo>
                    <a:pt x="3810" y="467359"/>
                  </a:moveTo>
                  <a:lnTo>
                    <a:pt x="0" y="467359"/>
                  </a:lnTo>
                  <a:lnTo>
                    <a:pt x="0" y="472439"/>
                  </a:lnTo>
                  <a:lnTo>
                    <a:pt x="3810" y="472439"/>
                  </a:lnTo>
                  <a:lnTo>
                    <a:pt x="3810" y="467359"/>
                  </a:lnTo>
                  <a:close/>
                </a:path>
                <a:path w="3809" h="506729">
                  <a:moveTo>
                    <a:pt x="3810" y="461009"/>
                  </a:moveTo>
                  <a:lnTo>
                    <a:pt x="0" y="461009"/>
                  </a:lnTo>
                  <a:lnTo>
                    <a:pt x="0" y="466089"/>
                  </a:lnTo>
                  <a:lnTo>
                    <a:pt x="3810" y="466089"/>
                  </a:lnTo>
                  <a:lnTo>
                    <a:pt x="3810" y="461009"/>
                  </a:lnTo>
                  <a:close/>
                </a:path>
                <a:path w="3809" h="506729">
                  <a:moveTo>
                    <a:pt x="3810" y="454659"/>
                  </a:moveTo>
                  <a:lnTo>
                    <a:pt x="0" y="454659"/>
                  </a:lnTo>
                  <a:lnTo>
                    <a:pt x="0" y="459739"/>
                  </a:lnTo>
                  <a:lnTo>
                    <a:pt x="3810" y="459739"/>
                  </a:lnTo>
                  <a:lnTo>
                    <a:pt x="3810" y="454659"/>
                  </a:lnTo>
                  <a:close/>
                </a:path>
                <a:path w="3809" h="506729">
                  <a:moveTo>
                    <a:pt x="3810" y="448309"/>
                  </a:moveTo>
                  <a:lnTo>
                    <a:pt x="0" y="448309"/>
                  </a:lnTo>
                  <a:lnTo>
                    <a:pt x="0" y="453389"/>
                  </a:lnTo>
                  <a:lnTo>
                    <a:pt x="3810" y="453389"/>
                  </a:lnTo>
                  <a:lnTo>
                    <a:pt x="3810" y="448309"/>
                  </a:lnTo>
                  <a:close/>
                </a:path>
                <a:path w="3809" h="506729">
                  <a:moveTo>
                    <a:pt x="3810" y="441959"/>
                  </a:moveTo>
                  <a:lnTo>
                    <a:pt x="0" y="441959"/>
                  </a:lnTo>
                  <a:lnTo>
                    <a:pt x="0" y="447039"/>
                  </a:lnTo>
                  <a:lnTo>
                    <a:pt x="3810" y="447039"/>
                  </a:lnTo>
                  <a:lnTo>
                    <a:pt x="3810" y="441959"/>
                  </a:lnTo>
                  <a:close/>
                </a:path>
                <a:path w="3809" h="506729">
                  <a:moveTo>
                    <a:pt x="3810" y="435609"/>
                  </a:moveTo>
                  <a:lnTo>
                    <a:pt x="0" y="435609"/>
                  </a:lnTo>
                  <a:lnTo>
                    <a:pt x="0" y="440689"/>
                  </a:lnTo>
                  <a:lnTo>
                    <a:pt x="3810" y="440689"/>
                  </a:lnTo>
                  <a:lnTo>
                    <a:pt x="3810" y="435609"/>
                  </a:lnTo>
                  <a:close/>
                </a:path>
                <a:path w="3809" h="506729">
                  <a:moveTo>
                    <a:pt x="3810" y="429259"/>
                  </a:moveTo>
                  <a:lnTo>
                    <a:pt x="0" y="429259"/>
                  </a:lnTo>
                  <a:lnTo>
                    <a:pt x="0" y="434339"/>
                  </a:lnTo>
                  <a:lnTo>
                    <a:pt x="3810" y="434339"/>
                  </a:lnTo>
                  <a:lnTo>
                    <a:pt x="3810" y="429259"/>
                  </a:lnTo>
                  <a:close/>
                </a:path>
                <a:path w="3809" h="506729">
                  <a:moveTo>
                    <a:pt x="3810" y="422909"/>
                  </a:moveTo>
                  <a:lnTo>
                    <a:pt x="0" y="422909"/>
                  </a:lnTo>
                  <a:lnTo>
                    <a:pt x="0" y="427989"/>
                  </a:lnTo>
                  <a:lnTo>
                    <a:pt x="3810" y="427989"/>
                  </a:lnTo>
                  <a:lnTo>
                    <a:pt x="3810" y="422909"/>
                  </a:lnTo>
                  <a:close/>
                </a:path>
                <a:path w="3809" h="506729">
                  <a:moveTo>
                    <a:pt x="3810" y="416559"/>
                  </a:moveTo>
                  <a:lnTo>
                    <a:pt x="0" y="416559"/>
                  </a:lnTo>
                  <a:lnTo>
                    <a:pt x="0" y="421639"/>
                  </a:lnTo>
                  <a:lnTo>
                    <a:pt x="3810" y="421639"/>
                  </a:lnTo>
                  <a:lnTo>
                    <a:pt x="3810" y="416559"/>
                  </a:lnTo>
                  <a:close/>
                </a:path>
                <a:path w="3809" h="506729">
                  <a:moveTo>
                    <a:pt x="3810" y="29209"/>
                  </a:moveTo>
                  <a:lnTo>
                    <a:pt x="0" y="29209"/>
                  </a:lnTo>
                  <a:lnTo>
                    <a:pt x="0" y="415289"/>
                  </a:lnTo>
                  <a:lnTo>
                    <a:pt x="3810" y="415289"/>
                  </a:lnTo>
                  <a:lnTo>
                    <a:pt x="3810" y="29209"/>
                  </a:lnTo>
                  <a:close/>
                </a:path>
                <a:path w="3809" h="506729">
                  <a:moveTo>
                    <a:pt x="3810" y="22859"/>
                  </a:moveTo>
                  <a:lnTo>
                    <a:pt x="0" y="22859"/>
                  </a:lnTo>
                  <a:lnTo>
                    <a:pt x="0" y="27939"/>
                  </a:lnTo>
                  <a:lnTo>
                    <a:pt x="3810" y="27939"/>
                  </a:lnTo>
                  <a:lnTo>
                    <a:pt x="3810" y="22859"/>
                  </a:lnTo>
                  <a:close/>
                </a:path>
                <a:path w="3809" h="506729">
                  <a:moveTo>
                    <a:pt x="3810" y="16509"/>
                  </a:moveTo>
                  <a:lnTo>
                    <a:pt x="0" y="16509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6509"/>
                  </a:lnTo>
                  <a:close/>
                </a:path>
                <a:path w="3809" h="506729">
                  <a:moveTo>
                    <a:pt x="3810" y="10159"/>
                  </a:moveTo>
                  <a:lnTo>
                    <a:pt x="0" y="10159"/>
                  </a:lnTo>
                  <a:lnTo>
                    <a:pt x="0" y="15239"/>
                  </a:lnTo>
                  <a:lnTo>
                    <a:pt x="3810" y="15239"/>
                  </a:lnTo>
                  <a:lnTo>
                    <a:pt x="3810" y="10159"/>
                  </a:lnTo>
                  <a:close/>
                </a:path>
                <a:path w="3809" h="506729">
                  <a:moveTo>
                    <a:pt x="3810" y="3809"/>
                  </a:moveTo>
                  <a:lnTo>
                    <a:pt x="0" y="3809"/>
                  </a:lnTo>
                  <a:lnTo>
                    <a:pt x="0" y="8889"/>
                  </a:lnTo>
                  <a:lnTo>
                    <a:pt x="3810" y="8889"/>
                  </a:lnTo>
                  <a:lnTo>
                    <a:pt x="3810" y="3809"/>
                  </a:lnTo>
                  <a:close/>
                </a:path>
                <a:path w="3809" h="506729">
                  <a:moveTo>
                    <a:pt x="254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C8B8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2" name="object 3522"/>
            <p:cNvSpPr/>
            <p:nvPr/>
          </p:nvSpPr>
          <p:spPr>
            <a:xfrm>
              <a:off x="7012939" y="2954019"/>
              <a:ext cx="3810" cy="505459"/>
            </a:xfrm>
            <a:custGeom>
              <a:avLst/>
              <a:gdLst/>
              <a:ahLst/>
              <a:cxnLst/>
              <a:rect l="l" t="t" r="r" b="b"/>
              <a:pathLst>
                <a:path w="3809" h="505460">
                  <a:moveTo>
                    <a:pt x="3809" y="502919"/>
                  </a:moveTo>
                  <a:lnTo>
                    <a:pt x="0" y="502919"/>
                  </a:lnTo>
                  <a:lnTo>
                    <a:pt x="0" y="505460"/>
                  </a:lnTo>
                  <a:lnTo>
                    <a:pt x="3809" y="505460"/>
                  </a:lnTo>
                  <a:lnTo>
                    <a:pt x="3809" y="502919"/>
                  </a:lnTo>
                  <a:close/>
                </a:path>
                <a:path w="3809" h="505460">
                  <a:moveTo>
                    <a:pt x="3809" y="496569"/>
                  </a:moveTo>
                  <a:lnTo>
                    <a:pt x="0" y="496569"/>
                  </a:lnTo>
                  <a:lnTo>
                    <a:pt x="0" y="501650"/>
                  </a:lnTo>
                  <a:lnTo>
                    <a:pt x="3809" y="501650"/>
                  </a:lnTo>
                  <a:lnTo>
                    <a:pt x="3809" y="496569"/>
                  </a:lnTo>
                  <a:close/>
                </a:path>
                <a:path w="3809" h="505460">
                  <a:moveTo>
                    <a:pt x="3809" y="490219"/>
                  </a:moveTo>
                  <a:lnTo>
                    <a:pt x="0" y="490219"/>
                  </a:lnTo>
                  <a:lnTo>
                    <a:pt x="0" y="495300"/>
                  </a:lnTo>
                  <a:lnTo>
                    <a:pt x="3809" y="495300"/>
                  </a:lnTo>
                  <a:lnTo>
                    <a:pt x="3809" y="490219"/>
                  </a:lnTo>
                  <a:close/>
                </a:path>
                <a:path w="3809" h="505460">
                  <a:moveTo>
                    <a:pt x="3809" y="483869"/>
                  </a:moveTo>
                  <a:lnTo>
                    <a:pt x="0" y="483869"/>
                  </a:lnTo>
                  <a:lnTo>
                    <a:pt x="0" y="488950"/>
                  </a:lnTo>
                  <a:lnTo>
                    <a:pt x="3809" y="488950"/>
                  </a:lnTo>
                  <a:lnTo>
                    <a:pt x="3809" y="483869"/>
                  </a:lnTo>
                  <a:close/>
                </a:path>
                <a:path w="3809" h="505460">
                  <a:moveTo>
                    <a:pt x="3809" y="477519"/>
                  </a:moveTo>
                  <a:lnTo>
                    <a:pt x="0" y="477519"/>
                  </a:lnTo>
                  <a:lnTo>
                    <a:pt x="0" y="482600"/>
                  </a:lnTo>
                  <a:lnTo>
                    <a:pt x="3809" y="482600"/>
                  </a:lnTo>
                  <a:lnTo>
                    <a:pt x="3809" y="477519"/>
                  </a:lnTo>
                  <a:close/>
                </a:path>
                <a:path w="3809" h="505460">
                  <a:moveTo>
                    <a:pt x="3809" y="471169"/>
                  </a:moveTo>
                  <a:lnTo>
                    <a:pt x="0" y="471169"/>
                  </a:lnTo>
                  <a:lnTo>
                    <a:pt x="0" y="476250"/>
                  </a:lnTo>
                  <a:lnTo>
                    <a:pt x="3809" y="476250"/>
                  </a:lnTo>
                  <a:lnTo>
                    <a:pt x="3809" y="471169"/>
                  </a:lnTo>
                  <a:close/>
                </a:path>
                <a:path w="3809" h="505460">
                  <a:moveTo>
                    <a:pt x="3809" y="464819"/>
                  </a:moveTo>
                  <a:lnTo>
                    <a:pt x="0" y="464819"/>
                  </a:lnTo>
                  <a:lnTo>
                    <a:pt x="0" y="469900"/>
                  </a:lnTo>
                  <a:lnTo>
                    <a:pt x="3809" y="469900"/>
                  </a:lnTo>
                  <a:lnTo>
                    <a:pt x="3809" y="464819"/>
                  </a:lnTo>
                  <a:close/>
                </a:path>
                <a:path w="3809" h="505460">
                  <a:moveTo>
                    <a:pt x="3809" y="458469"/>
                  </a:moveTo>
                  <a:lnTo>
                    <a:pt x="0" y="458469"/>
                  </a:lnTo>
                  <a:lnTo>
                    <a:pt x="0" y="463550"/>
                  </a:lnTo>
                  <a:lnTo>
                    <a:pt x="3809" y="463550"/>
                  </a:lnTo>
                  <a:lnTo>
                    <a:pt x="3809" y="458469"/>
                  </a:lnTo>
                  <a:close/>
                </a:path>
                <a:path w="3809" h="505460">
                  <a:moveTo>
                    <a:pt x="3809" y="452119"/>
                  </a:moveTo>
                  <a:lnTo>
                    <a:pt x="0" y="452119"/>
                  </a:lnTo>
                  <a:lnTo>
                    <a:pt x="0" y="457200"/>
                  </a:lnTo>
                  <a:lnTo>
                    <a:pt x="3809" y="457200"/>
                  </a:lnTo>
                  <a:lnTo>
                    <a:pt x="3809" y="452119"/>
                  </a:lnTo>
                  <a:close/>
                </a:path>
                <a:path w="3809" h="505460">
                  <a:moveTo>
                    <a:pt x="3809" y="445769"/>
                  </a:moveTo>
                  <a:lnTo>
                    <a:pt x="0" y="445769"/>
                  </a:lnTo>
                  <a:lnTo>
                    <a:pt x="0" y="450850"/>
                  </a:lnTo>
                  <a:lnTo>
                    <a:pt x="3809" y="450850"/>
                  </a:lnTo>
                  <a:lnTo>
                    <a:pt x="3809" y="445769"/>
                  </a:lnTo>
                  <a:close/>
                </a:path>
                <a:path w="3809" h="505460">
                  <a:moveTo>
                    <a:pt x="3809" y="439419"/>
                  </a:moveTo>
                  <a:lnTo>
                    <a:pt x="0" y="439419"/>
                  </a:lnTo>
                  <a:lnTo>
                    <a:pt x="0" y="444500"/>
                  </a:lnTo>
                  <a:lnTo>
                    <a:pt x="3809" y="444500"/>
                  </a:lnTo>
                  <a:lnTo>
                    <a:pt x="3809" y="439419"/>
                  </a:lnTo>
                  <a:close/>
                </a:path>
                <a:path w="3809" h="505460">
                  <a:moveTo>
                    <a:pt x="3809" y="433069"/>
                  </a:moveTo>
                  <a:lnTo>
                    <a:pt x="0" y="433069"/>
                  </a:lnTo>
                  <a:lnTo>
                    <a:pt x="0" y="438150"/>
                  </a:lnTo>
                  <a:lnTo>
                    <a:pt x="3809" y="438150"/>
                  </a:lnTo>
                  <a:lnTo>
                    <a:pt x="3809" y="433069"/>
                  </a:lnTo>
                  <a:close/>
                </a:path>
                <a:path w="3809" h="505460">
                  <a:moveTo>
                    <a:pt x="3809" y="426719"/>
                  </a:moveTo>
                  <a:lnTo>
                    <a:pt x="0" y="426719"/>
                  </a:lnTo>
                  <a:lnTo>
                    <a:pt x="0" y="431800"/>
                  </a:lnTo>
                  <a:lnTo>
                    <a:pt x="3809" y="431800"/>
                  </a:lnTo>
                  <a:lnTo>
                    <a:pt x="3809" y="426719"/>
                  </a:lnTo>
                  <a:close/>
                </a:path>
                <a:path w="3809" h="505460">
                  <a:moveTo>
                    <a:pt x="3809" y="420369"/>
                  </a:moveTo>
                  <a:lnTo>
                    <a:pt x="0" y="420369"/>
                  </a:lnTo>
                  <a:lnTo>
                    <a:pt x="0" y="425450"/>
                  </a:lnTo>
                  <a:lnTo>
                    <a:pt x="3809" y="425450"/>
                  </a:lnTo>
                  <a:lnTo>
                    <a:pt x="3809" y="420369"/>
                  </a:lnTo>
                  <a:close/>
                </a:path>
                <a:path w="3809" h="505460">
                  <a:moveTo>
                    <a:pt x="3809" y="414019"/>
                  </a:moveTo>
                  <a:lnTo>
                    <a:pt x="0" y="414019"/>
                  </a:lnTo>
                  <a:lnTo>
                    <a:pt x="0" y="419100"/>
                  </a:lnTo>
                  <a:lnTo>
                    <a:pt x="3809" y="419100"/>
                  </a:lnTo>
                  <a:lnTo>
                    <a:pt x="3809" y="414019"/>
                  </a:lnTo>
                  <a:close/>
                </a:path>
                <a:path w="3809" h="505460">
                  <a:moveTo>
                    <a:pt x="3809" y="26669"/>
                  </a:moveTo>
                  <a:lnTo>
                    <a:pt x="0" y="26669"/>
                  </a:lnTo>
                  <a:lnTo>
                    <a:pt x="0" y="412750"/>
                  </a:lnTo>
                  <a:lnTo>
                    <a:pt x="3809" y="412750"/>
                  </a:lnTo>
                  <a:lnTo>
                    <a:pt x="3809" y="26669"/>
                  </a:lnTo>
                  <a:close/>
                </a:path>
                <a:path w="3809" h="505460">
                  <a:moveTo>
                    <a:pt x="3809" y="20319"/>
                  </a:moveTo>
                  <a:lnTo>
                    <a:pt x="0" y="20319"/>
                  </a:lnTo>
                  <a:lnTo>
                    <a:pt x="0" y="25400"/>
                  </a:lnTo>
                  <a:lnTo>
                    <a:pt x="3809" y="25400"/>
                  </a:lnTo>
                  <a:lnTo>
                    <a:pt x="3809" y="20319"/>
                  </a:lnTo>
                  <a:close/>
                </a:path>
                <a:path w="3809" h="505460">
                  <a:moveTo>
                    <a:pt x="3809" y="13969"/>
                  </a:moveTo>
                  <a:lnTo>
                    <a:pt x="0" y="13969"/>
                  </a:lnTo>
                  <a:lnTo>
                    <a:pt x="0" y="19050"/>
                  </a:lnTo>
                  <a:lnTo>
                    <a:pt x="3809" y="19050"/>
                  </a:lnTo>
                  <a:lnTo>
                    <a:pt x="3809" y="13969"/>
                  </a:lnTo>
                  <a:close/>
                </a:path>
                <a:path w="3809" h="505460">
                  <a:moveTo>
                    <a:pt x="3809" y="7619"/>
                  </a:moveTo>
                  <a:lnTo>
                    <a:pt x="0" y="7619"/>
                  </a:lnTo>
                  <a:lnTo>
                    <a:pt x="0" y="12700"/>
                  </a:lnTo>
                  <a:lnTo>
                    <a:pt x="3809" y="12700"/>
                  </a:lnTo>
                  <a:lnTo>
                    <a:pt x="3809" y="7619"/>
                  </a:lnTo>
                  <a:close/>
                </a:path>
                <a:path w="3809" h="505460">
                  <a:moveTo>
                    <a:pt x="2539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C8B7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3" name="object 3523"/>
            <p:cNvSpPr/>
            <p:nvPr/>
          </p:nvSpPr>
          <p:spPr>
            <a:xfrm>
              <a:off x="7016750" y="2955290"/>
              <a:ext cx="3810" cy="505459"/>
            </a:xfrm>
            <a:custGeom>
              <a:avLst/>
              <a:gdLst/>
              <a:ahLst/>
              <a:cxnLst/>
              <a:rect l="l" t="t" r="r" b="b"/>
              <a:pathLst>
                <a:path w="3809" h="505460">
                  <a:moveTo>
                    <a:pt x="3809" y="501650"/>
                  </a:moveTo>
                  <a:lnTo>
                    <a:pt x="0" y="501650"/>
                  </a:lnTo>
                  <a:lnTo>
                    <a:pt x="0" y="504190"/>
                  </a:lnTo>
                  <a:lnTo>
                    <a:pt x="1270" y="504190"/>
                  </a:lnTo>
                  <a:lnTo>
                    <a:pt x="1270" y="505460"/>
                  </a:lnTo>
                  <a:lnTo>
                    <a:pt x="3809" y="505460"/>
                  </a:lnTo>
                  <a:lnTo>
                    <a:pt x="3809" y="501650"/>
                  </a:lnTo>
                  <a:close/>
                </a:path>
                <a:path w="3809" h="505460">
                  <a:moveTo>
                    <a:pt x="3809" y="495300"/>
                  </a:moveTo>
                  <a:lnTo>
                    <a:pt x="0" y="495300"/>
                  </a:lnTo>
                  <a:lnTo>
                    <a:pt x="0" y="500380"/>
                  </a:lnTo>
                  <a:lnTo>
                    <a:pt x="3809" y="500380"/>
                  </a:lnTo>
                  <a:lnTo>
                    <a:pt x="3809" y="495300"/>
                  </a:lnTo>
                  <a:close/>
                </a:path>
                <a:path w="3809" h="505460">
                  <a:moveTo>
                    <a:pt x="3809" y="488950"/>
                  </a:moveTo>
                  <a:lnTo>
                    <a:pt x="0" y="488950"/>
                  </a:lnTo>
                  <a:lnTo>
                    <a:pt x="0" y="494030"/>
                  </a:lnTo>
                  <a:lnTo>
                    <a:pt x="3809" y="494030"/>
                  </a:lnTo>
                  <a:lnTo>
                    <a:pt x="3809" y="488950"/>
                  </a:lnTo>
                  <a:close/>
                </a:path>
                <a:path w="3809" h="505460">
                  <a:moveTo>
                    <a:pt x="3809" y="482600"/>
                  </a:moveTo>
                  <a:lnTo>
                    <a:pt x="0" y="482600"/>
                  </a:lnTo>
                  <a:lnTo>
                    <a:pt x="0" y="487680"/>
                  </a:lnTo>
                  <a:lnTo>
                    <a:pt x="3809" y="487680"/>
                  </a:lnTo>
                  <a:lnTo>
                    <a:pt x="3809" y="482600"/>
                  </a:lnTo>
                  <a:close/>
                </a:path>
                <a:path w="3809" h="505460">
                  <a:moveTo>
                    <a:pt x="3809" y="476250"/>
                  </a:moveTo>
                  <a:lnTo>
                    <a:pt x="0" y="476250"/>
                  </a:lnTo>
                  <a:lnTo>
                    <a:pt x="0" y="481330"/>
                  </a:lnTo>
                  <a:lnTo>
                    <a:pt x="3809" y="481330"/>
                  </a:lnTo>
                  <a:lnTo>
                    <a:pt x="3809" y="476250"/>
                  </a:lnTo>
                  <a:close/>
                </a:path>
                <a:path w="3809" h="505460">
                  <a:moveTo>
                    <a:pt x="3809" y="469900"/>
                  </a:moveTo>
                  <a:lnTo>
                    <a:pt x="0" y="469900"/>
                  </a:lnTo>
                  <a:lnTo>
                    <a:pt x="0" y="474980"/>
                  </a:lnTo>
                  <a:lnTo>
                    <a:pt x="3809" y="474980"/>
                  </a:lnTo>
                  <a:lnTo>
                    <a:pt x="3809" y="469900"/>
                  </a:lnTo>
                  <a:close/>
                </a:path>
                <a:path w="3809" h="505460">
                  <a:moveTo>
                    <a:pt x="3809" y="463550"/>
                  </a:moveTo>
                  <a:lnTo>
                    <a:pt x="0" y="463550"/>
                  </a:lnTo>
                  <a:lnTo>
                    <a:pt x="0" y="468630"/>
                  </a:lnTo>
                  <a:lnTo>
                    <a:pt x="3809" y="468630"/>
                  </a:lnTo>
                  <a:lnTo>
                    <a:pt x="3809" y="463550"/>
                  </a:lnTo>
                  <a:close/>
                </a:path>
                <a:path w="3809" h="505460">
                  <a:moveTo>
                    <a:pt x="3809" y="457200"/>
                  </a:moveTo>
                  <a:lnTo>
                    <a:pt x="0" y="457200"/>
                  </a:lnTo>
                  <a:lnTo>
                    <a:pt x="0" y="462280"/>
                  </a:lnTo>
                  <a:lnTo>
                    <a:pt x="3809" y="462280"/>
                  </a:lnTo>
                  <a:lnTo>
                    <a:pt x="3809" y="457200"/>
                  </a:lnTo>
                  <a:close/>
                </a:path>
                <a:path w="3809" h="505460">
                  <a:moveTo>
                    <a:pt x="3809" y="450850"/>
                  </a:moveTo>
                  <a:lnTo>
                    <a:pt x="0" y="450850"/>
                  </a:lnTo>
                  <a:lnTo>
                    <a:pt x="0" y="455930"/>
                  </a:lnTo>
                  <a:lnTo>
                    <a:pt x="3809" y="455930"/>
                  </a:lnTo>
                  <a:lnTo>
                    <a:pt x="3809" y="450850"/>
                  </a:lnTo>
                  <a:close/>
                </a:path>
                <a:path w="3809" h="505460">
                  <a:moveTo>
                    <a:pt x="3809" y="444500"/>
                  </a:moveTo>
                  <a:lnTo>
                    <a:pt x="0" y="444500"/>
                  </a:lnTo>
                  <a:lnTo>
                    <a:pt x="0" y="449580"/>
                  </a:lnTo>
                  <a:lnTo>
                    <a:pt x="3809" y="449580"/>
                  </a:lnTo>
                  <a:lnTo>
                    <a:pt x="3809" y="444500"/>
                  </a:lnTo>
                  <a:close/>
                </a:path>
                <a:path w="3809" h="505460">
                  <a:moveTo>
                    <a:pt x="3809" y="438150"/>
                  </a:moveTo>
                  <a:lnTo>
                    <a:pt x="0" y="438150"/>
                  </a:lnTo>
                  <a:lnTo>
                    <a:pt x="0" y="443230"/>
                  </a:lnTo>
                  <a:lnTo>
                    <a:pt x="3809" y="443230"/>
                  </a:lnTo>
                  <a:lnTo>
                    <a:pt x="3809" y="438150"/>
                  </a:lnTo>
                  <a:close/>
                </a:path>
                <a:path w="3809" h="505460">
                  <a:moveTo>
                    <a:pt x="3809" y="431800"/>
                  </a:moveTo>
                  <a:lnTo>
                    <a:pt x="0" y="431800"/>
                  </a:lnTo>
                  <a:lnTo>
                    <a:pt x="0" y="436880"/>
                  </a:lnTo>
                  <a:lnTo>
                    <a:pt x="3809" y="436880"/>
                  </a:lnTo>
                  <a:lnTo>
                    <a:pt x="3809" y="431800"/>
                  </a:lnTo>
                  <a:close/>
                </a:path>
                <a:path w="3809" h="505460">
                  <a:moveTo>
                    <a:pt x="3809" y="425450"/>
                  </a:moveTo>
                  <a:lnTo>
                    <a:pt x="0" y="425450"/>
                  </a:lnTo>
                  <a:lnTo>
                    <a:pt x="0" y="430530"/>
                  </a:lnTo>
                  <a:lnTo>
                    <a:pt x="3809" y="430530"/>
                  </a:lnTo>
                  <a:lnTo>
                    <a:pt x="3809" y="425450"/>
                  </a:lnTo>
                  <a:close/>
                </a:path>
                <a:path w="3809" h="505460">
                  <a:moveTo>
                    <a:pt x="3809" y="419100"/>
                  </a:moveTo>
                  <a:lnTo>
                    <a:pt x="0" y="419100"/>
                  </a:lnTo>
                  <a:lnTo>
                    <a:pt x="0" y="424180"/>
                  </a:lnTo>
                  <a:lnTo>
                    <a:pt x="3809" y="424180"/>
                  </a:lnTo>
                  <a:lnTo>
                    <a:pt x="3809" y="419100"/>
                  </a:lnTo>
                  <a:close/>
                </a:path>
                <a:path w="3809" h="505460">
                  <a:moveTo>
                    <a:pt x="3809" y="412750"/>
                  </a:moveTo>
                  <a:lnTo>
                    <a:pt x="0" y="412750"/>
                  </a:lnTo>
                  <a:lnTo>
                    <a:pt x="0" y="417830"/>
                  </a:lnTo>
                  <a:lnTo>
                    <a:pt x="3809" y="417830"/>
                  </a:lnTo>
                  <a:lnTo>
                    <a:pt x="3809" y="412750"/>
                  </a:lnTo>
                  <a:close/>
                </a:path>
                <a:path w="3809" h="505460">
                  <a:moveTo>
                    <a:pt x="3809" y="25400"/>
                  </a:moveTo>
                  <a:lnTo>
                    <a:pt x="0" y="25400"/>
                  </a:lnTo>
                  <a:lnTo>
                    <a:pt x="0" y="411480"/>
                  </a:lnTo>
                  <a:lnTo>
                    <a:pt x="3809" y="411480"/>
                  </a:lnTo>
                  <a:lnTo>
                    <a:pt x="3809" y="25400"/>
                  </a:lnTo>
                  <a:close/>
                </a:path>
                <a:path w="3809" h="505460">
                  <a:moveTo>
                    <a:pt x="3809" y="19050"/>
                  </a:moveTo>
                  <a:lnTo>
                    <a:pt x="0" y="19050"/>
                  </a:lnTo>
                  <a:lnTo>
                    <a:pt x="0" y="24130"/>
                  </a:lnTo>
                  <a:lnTo>
                    <a:pt x="3809" y="24130"/>
                  </a:lnTo>
                  <a:lnTo>
                    <a:pt x="3809" y="19050"/>
                  </a:lnTo>
                  <a:close/>
                </a:path>
                <a:path w="3809" h="505460">
                  <a:moveTo>
                    <a:pt x="3809" y="12700"/>
                  </a:moveTo>
                  <a:lnTo>
                    <a:pt x="0" y="12700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2700"/>
                  </a:lnTo>
                  <a:close/>
                </a:path>
                <a:path w="3809" h="505460">
                  <a:moveTo>
                    <a:pt x="3809" y="6350"/>
                  </a:moveTo>
                  <a:lnTo>
                    <a:pt x="0" y="635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6350"/>
                  </a:lnTo>
                  <a:close/>
                </a:path>
                <a:path w="3809" h="505460">
                  <a:moveTo>
                    <a:pt x="127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2540"/>
                  </a:lnTo>
                  <a:lnTo>
                    <a:pt x="2540" y="254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C7B6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4" name="object 3524"/>
            <p:cNvSpPr/>
            <p:nvPr/>
          </p:nvSpPr>
          <p:spPr>
            <a:xfrm>
              <a:off x="7020560" y="2957830"/>
              <a:ext cx="2540" cy="505459"/>
            </a:xfrm>
            <a:custGeom>
              <a:avLst/>
              <a:gdLst/>
              <a:ahLst/>
              <a:cxnLst/>
              <a:rect l="l" t="t" r="r" b="b"/>
              <a:pathLst>
                <a:path w="2540" h="505460">
                  <a:moveTo>
                    <a:pt x="2540" y="499109"/>
                  </a:moveTo>
                  <a:lnTo>
                    <a:pt x="0" y="499109"/>
                  </a:lnTo>
                  <a:lnTo>
                    <a:pt x="0" y="505459"/>
                  </a:lnTo>
                  <a:lnTo>
                    <a:pt x="2540" y="505459"/>
                  </a:lnTo>
                  <a:lnTo>
                    <a:pt x="2540" y="499109"/>
                  </a:lnTo>
                  <a:close/>
                </a:path>
                <a:path w="2540" h="505460">
                  <a:moveTo>
                    <a:pt x="2540" y="492759"/>
                  </a:moveTo>
                  <a:lnTo>
                    <a:pt x="0" y="492759"/>
                  </a:lnTo>
                  <a:lnTo>
                    <a:pt x="0" y="497839"/>
                  </a:lnTo>
                  <a:lnTo>
                    <a:pt x="2540" y="497839"/>
                  </a:lnTo>
                  <a:lnTo>
                    <a:pt x="2540" y="492759"/>
                  </a:lnTo>
                  <a:close/>
                </a:path>
                <a:path w="2540" h="505460">
                  <a:moveTo>
                    <a:pt x="2540" y="486409"/>
                  </a:moveTo>
                  <a:lnTo>
                    <a:pt x="0" y="486409"/>
                  </a:lnTo>
                  <a:lnTo>
                    <a:pt x="0" y="491489"/>
                  </a:lnTo>
                  <a:lnTo>
                    <a:pt x="2540" y="491489"/>
                  </a:lnTo>
                  <a:lnTo>
                    <a:pt x="2540" y="486409"/>
                  </a:lnTo>
                  <a:close/>
                </a:path>
                <a:path w="2540" h="505460">
                  <a:moveTo>
                    <a:pt x="2540" y="480059"/>
                  </a:moveTo>
                  <a:lnTo>
                    <a:pt x="0" y="480059"/>
                  </a:lnTo>
                  <a:lnTo>
                    <a:pt x="0" y="485139"/>
                  </a:lnTo>
                  <a:lnTo>
                    <a:pt x="2540" y="485139"/>
                  </a:lnTo>
                  <a:lnTo>
                    <a:pt x="2540" y="480059"/>
                  </a:lnTo>
                  <a:close/>
                </a:path>
                <a:path w="2540" h="505460">
                  <a:moveTo>
                    <a:pt x="2540" y="473709"/>
                  </a:moveTo>
                  <a:lnTo>
                    <a:pt x="0" y="473709"/>
                  </a:lnTo>
                  <a:lnTo>
                    <a:pt x="0" y="478789"/>
                  </a:lnTo>
                  <a:lnTo>
                    <a:pt x="2540" y="478789"/>
                  </a:lnTo>
                  <a:lnTo>
                    <a:pt x="2540" y="473709"/>
                  </a:lnTo>
                  <a:close/>
                </a:path>
                <a:path w="2540" h="505460">
                  <a:moveTo>
                    <a:pt x="2540" y="467359"/>
                  </a:moveTo>
                  <a:lnTo>
                    <a:pt x="0" y="467359"/>
                  </a:lnTo>
                  <a:lnTo>
                    <a:pt x="0" y="472439"/>
                  </a:lnTo>
                  <a:lnTo>
                    <a:pt x="2540" y="472439"/>
                  </a:lnTo>
                  <a:lnTo>
                    <a:pt x="2540" y="467359"/>
                  </a:lnTo>
                  <a:close/>
                </a:path>
                <a:path w="2540" h="505460">
                  <a:moveTo>
                    <a:pt x="2540" y="461009"/>
                  </a:moveTo>
                  <a:lnTo>
                    <a:pt x="0" y="461009"/>
                  </a:lnTo>
                  <a:lnTo>
                    <a:pt x="0" y="466089"/>
                  </a:lnTo>
                  <a:lnTo>
                    <a:pt x="2540" y="466089"/>
                  </a:lnTo>
                  <a:lnTo>
                    <a:pt x="2540" y="461009"/>
                  </a:lnTo>
                  <a:close/>
                </a:path>
                <a:path w="2540" h="505460">
                  <a:moveTo>
                    <a:pt x="2540" y="454659"/>
                  </a:moveTo>
                  <a:lnTo>
                    <a:pt x="0" y="454659"/>
                  </a:lnTo>
                  <a:lnTo>
                    <a:pt x="0" y="459739"/>
                  </a:lnTo>
                  <a:lnTo>
                    <a:pt x="2540" y="459739"/>
                  </a:lnTo>
                  <a:lnTo>
                    <a:pt x="2540" y="454659"/>
                  </a:lnTo>
                  <a:close/>
                </a:path>
                <a:path w="2540" h="505460">
                  <a:moveTo>
                    <a:pt x="2540" y="448309"/>
                  </a:moveTo>
                  <a:lnTo>
                    <a:pt x="0" y="448309"/>
                  </a:lnTo>
                  <a:lnTo>
                    <a:pt x="0" y="453389"/>
                  </a:lnTo>
                  <a:lnTo>
                    <a:pt x="2540" y="453389"/>
                  </a:lnTo>
                  <a:lnTo>
                    <a:pt x="2540" y="448309"/>
                  </a:lnTo>
                  <a:close/>
                </a:path>
                <a:path w="2540" h="505460">
                  <a:moveTo>
                    <a:pt x="2540" y="441959"/>
                  </a:moveTo>
                  <a:lnTo>
                    <a:pt x="0" y="441959"/>
                  </a:lnTo>
                  <a:lnTo>
                    <a:pt x="0" y="447039"/>
                  </a:lnTo>
                  <a:lnTo>
                    <a:pt x="2540" y="447039"/>
                  </a:lnTo>
                  <a:lnTo>
                    <a:pt x="2540" y="441959"/>
                  </a:lnTo>
                  <a:close/>
                </a:path>
                <a:path w="2540" h="505460">
                  <a:moveTo>
                    <a:pt x="2540" y="435609"/>
                  </a:moveTo>
                  <a:lnTo>
                    <a:pt x="0" y="435609"/>
                  </a:lnTo>
                  <a:lnTo>
                    <a:pt x="0" y="440689"/>
                  </a:lnTo>
                  <a:lnTo>
                    <a:pt x="2540" y="440689"/>
                  </a:lnTo>
                  <a:lnTo>
                    <a:pt x="2540" y="435609"/>
                  </a:lnTo>
                  <a:close/>
                </a:path>
                <a:path w="2540" h="505460">
                  <a:moveTo>
                    <a:pt x="2540" y="429259"/>
                  </a:moveTo>
                  <a:lnTo>
                    <a:pt x="0" y="429259"/>
                  </a:lnTo>
                  <a:lnTo>
                    <a:pt x="0" y="434339"/>
                  </a:lnTo>
                  <a:lnTo>
                    <a:pt x="2540" y="434339"/>
                  </a:lnTo>
                  <a:lnTo>
                    <a:pt x="2540" y="429259"/>
                  </a:lnTo>
                  <a:close/>
                </a:path>
                <a:path w="2540" h="505460">
                  <a:moveTo>
                    <a:pt x="2540" y="422909"/>
                  </a:moveTo>
                  <a:lnTo>
                    <a:pt x="0" y="422909"/>
                  </a:lnTo>
                  <a:lnTo>
                    <a:pt x="0" y="427989"/>
                  </a:lnTo>
                  <a:lnTo>
                    <a:pt x="2540" y="427989"/>
                  </a:lnTo>
                  <a:lnTo>
                    <a:pt x="2540" y="422909"/>
                  </a:lnTo>
                  <a:close/>
                </a:path>
                <a:path w="2540" h="505460">
                  <a:moveTo>
                    <a:pt x="2540" y="416559"/>
                  </a:moveTo>
                  <a:lnTo>
                    <a:pt x="0" y="416559"/>
                  </a:lnTo>
                  <a:lnTo>
                    <a:pt x="0" y="421639"/>
                  </a:lnTo>
                  <a:lnTo>
                    <a:pt x="2540" y="421639"/>
                  </a:lnTo>
                  <a:lnTo>
                    <a:pt x="2540" y="416559"/>
                  </a:lnTo>
                  <a:close/>
                </a:path>
                <a:path w="2540" h="505460">
                  <a:moveTo>
                    <a:pt x="2540" y="410209"/>
                  </a:moveTo>
                  <a:lnTo>
                    <a:pt x="0" y="410209"/>
                  </a:lnTo>
                  <a:lnTo>
                    <a:pt x="0" y="415289"/>
                  </a:lnTo>
                  <a:lnTo>
                    <a:pt x="2540" y="415289"/>
                  </a:lnTo>
                  <a:lnTo>
                    <a:pt x="2540" y="410209"/>
                  </a:lnTo>
                  <a:close/>
                </a:path>
                <a:path w="2540" h="505460">
                  <a:moveTo>
                    <a:pt x="2540" y="22859"/>
                  </a:moveTo>
                  <a:lnTo>
                    <a:pt x="0" y="22859"/>
                  </a:lnTo>
                  <a:lnTo>
                    <a:pt x="0" y="408939"/>
                  </a:lnTo>
                  <a:lnTo>
                    <a:pt x="2540" y="408939"/>
                  </a:lnTo>
                  <a:lnTo>
                    <a:pt x="2540" y="22859"/>
                  </a:lnTo>
                  <a:close/>
                </a:path>
                <a:path w="2540" h="505460">
                  <a:moveTo>
                    <a:pt x="2540" y="16509"/>
                  </a:moveTo>
                  <a:lnTo>
                    <a:pt x="0" y="16509"/>
                  </a:lnTo>
                  <a:lnTo>
                    <a:pt x="0" y="21589"/>
                  </a:lnTo>
                  <a:lnTo>
                    <a:pt x="2540" y="21589"/>
                  </a:lnTo>
                  <a:lnTo>
                    <a:pt x="2540" y="16509"/>
                  </a:lnTo>
                  <a:close/>
                </a:path>
                <a:path w="2540" h="505460">
                  <a:moveTo>
                    <a:pt x="2540" y="10159"/>
                  </a:moveTo>
                  <a:lnTo>
                    <a:pt x="0" y="10159"/>
                  </a:lnTo>
                  <a:lnTo>
                    <a:pt x="0" y="15239"/>
                  </a:lnTo>
                  <a:lnTo>
                    <a:pt x="2540" y="15239"/>
                  </a:lnTo>
                  <a:lnTo>
                    <a:pt x="2540" y="10159"/>
                  </a:lnTo>
                  <a:close/>
                </a:path>
                <a:path w="2540" h="505460">
                  <a:moveTo>
                    <a:pt x="2540" y="3809"/>
                  </a:moveTo>
                  <a:lnTo>
                    <a:pt x="0" y="3809"/>
                  </a:lnTo>
                  <a:lnTo>
                    <a:pt x="0" y="8889"/>
                  </a:lnTo>
                  <a:lnTo>
                    <a:pt x="2540" y="8889"/>
                  </a:lnTo>
                  <a:lnTo>
                    <a:pt x="2540" y="3809"/>
                  </a:lnTo>
                  <a:close/>
                </a:path>
                <a:path w="2540" h="505460">
                  <a:moveTo>
                    <a:pt x="127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40" y="2539"/>
                  </a:lnTo>
                  <a:lnTo>
                    <a:pt x="254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C6B5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5" name="object 3525"/>
            <p:cNvSpPr/>
            <p:nvPr/>
          </p:nvSpPr>
          <p:spPr>
            <a:xfrm>
              <a:off x="7023100" y="2959099"/>
              <a:ext cx="3810" cy="504190"/>
            </a:xfrm>
            <a:custGeom>
              <a:avLst/>
              <a:gdLst/>
              <a:ahLst/>
              <a:cxnLst/>
              <a:rect l="l" t="t" r="r" b="b"/>
              <a:pathLst>
                <a:path w="3809" h="504189">
                  <a:moveTo>
                    <a:pt x="12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3809" h="504189">
                  <a:moveTo>
                    <a:pt x="3810" y="497840"/>
                  </a:moveTo>
                  <a:lnTo>
                    <a:pt x="0" y="497840"/>
                  </a:lnTo>
                  <a:lnTo>
                    <a:pt x="0" y="504190"/>
                  </a:lnTo>
                  <a:lnTo>
                    <a:pt x="3810" y="504190"/>
                  </a:lnTo>
                  <a:lnTo>
                    <a:pt x="3810" y="497840"/>
                  </a:lnTo>
                  <a:close/>
                </a:path>
                <a:path w="3809" h="504189">
                  <a:moveTo>
                    <a:pt x="3810" y="491490"/>
                  </a:moveTo>
                  <a:lnTo>
                    <a:pt x="0" y="491490"/>
                  </a:lnTo>
                  <a:lnTo>
                    <a:pt x="0" y="496570"/>
                  </a:lnTo>
                  <a:lnTo>
                    <a:pt x="3810" y="496570"/>
                  </a:lnTo>
                  <a:lnTo>
                    <a:pt x="3810" y="491490"/>
                  </a:lnTo>
                  <a:close/>
                </a:path>
                <a:path w="3809" h="504189">
                  <a:moveTo>
                    <a:pt x="3810" y="485140"/>
                  </a:moveTo>
                  <a:lnTo>
                    <a:pt x="0" y="485140"/>
                  </a:lnTo>
                  <a:lnTo>
                    <a:pt x="0" y="490220"/>
                  </a:lnTo>
                  <a:lnTo>
                    <a:pt x="3810" y="490220"/>
                  </a:lnTo>
                  <a:lnTo>
                    <a:pt x="3810" y="485140"/>
                  </a:lnTo>
                  <a:close/>
                </a:path>
                <a:path w="3809" h="504189">
                  <a:moveTo>
                    <a:pt x="3810" y="478790"/>
                  </a:moveTo>
                  <a:lnTo>
                    <a:pt x="0" y="478790"/>
                  </a:lnTo>
                  <a:lnTo>
                    <a:pt x="0" y="483870"/>
                  </a:lnTo>
                  <a:lnTo>
                    <a:pt x="3810" y="483870"/>
                  </a:lnTo>
                  <a:lnTo>
                    <a:pt x="3810" y="478790"/>
                  </a:lnTo>
                  <a:close/>
                </a:path>
                <a:path w="3809" h="504189">
                  <a:moveTo>
                    <a:pt x="3810" y="472440"/>
                  </a:moveTo>
                  <a:lnTo>
                    <a:pt x="0" y="472440"/>
                  </a:lnTo>
                  <a:lnTo>
                    <a:pt x="0" y="477520"/>
                  </a:lnTo>
                  <a:lnTo>
                    <a:pt x="3810" y="477520"/>
                  </a:lnTo>
                  <a:lnTo>
                    <a:pt x="3810" y="472440"/>
                  </a:lnTo>
                  <a:close/>
                </a:path>
                <a:path w="3809" h="504189">
                  <a:moveTo>
                    <a:pt x="3810" y="466090"/>
                  </a:moveTo>
                  <a:lnTo>
                    <a:pt x="0" y="466090"/>
                  </a:lnTo>
                  <a:lnTo>
                    <a:pt x="0" y="471170"/>
                  </a:lnTo>
                  <a:lnTo>
                    <a:pt x="3810" y="471170"/>
                  </a:lnTo>
                  <a:lnTo>
                    <a:pt x="3810" y="466090"/>
                  </a:lnTo>
                  <a:close/>
                </a:path>
                <a:path w="3809" h="504189">
                  <a:moveTo>
                    <a:pt x="3810" y="459740"/>
                  </a:moveTo>
                  <a:lnTo>
                    <a:pt x="0" y="459740"/>
                  </a:lnTo>
                  <a:lnTo>
                    <a:pt x="0" y="464820"/>
                  </a:lnTo>
                  <a:lnTo>
                    <a:pt x="3810" y="464820"/>
                  </a:lnTo>
                  <a:lnTo>
                    <a:pt x="3810" y="459740"/>
                  </a:lnTo>
                  <a:close/>
                </a:path>
                <a:path w="3809" h="504189">
                  <a:moveTo>
                    <a:pt x="3810" y="453390"/>
                  </a:moveTo>
                  <a:lnTo>
                    <a:pt x="0" y="453390"/>
                  </a:lnTo>
                  <a:lnTo>
                    <a:pt x="0" y="458470"/>
                  </a:lnTo>
                  <a:lnTo>
                    <a:pt x="3810" y="458470"/>
                  </a:lnTo>
                  <a:lnTo>
                    <a:pt x="3810" y="453390"/>
                  </a:lnTo>
                  <a:close/>
                </a:path>
                <a:path w="3809" h="504189">
                  <a:moveTo>
                    <a:pt x="3810" y="447040"/>
                  </a:moveTo>
                  <a:lnTo>
                    <a:pt x="0" y="447040"/>
                  </a:lnTo>
                  <a:lnTo>
                    <a:pt x="0" y="452120"/>
                  </a:lnTo>
                  <a:lnTo>
                    <a:pt x="3810" y="452120"/>
                  </a:lnTo>
                  <a:lnTo>
                    <a:pt x="3810" y="447040"/>
                  </a:lnTo>
                  <a:close/>
                </a:path>
                <a:path w="3809" h="504189">
                  <a:moveTo>
                    <a:pt x="3810" y="440690"/>
                  </a:moveTo>
                  <a:lnTo>
                    <a:pt x="0" y="440690"/>
                  </a:lnTo>
                  <a:lnTo>
                    <a:pt x="0" y="445770"/>
                  </a:lnTo>
                  <a:lnTo>
                    <a:pt x="3810" y="445770"/>
                  </a:lnTo>
                  <a:lnTo>
                    <a:pt x="3810" y="440690"/>
                  </a:lnTo>
                  <a:close/>
                </a:path>
                <a:path w="3809" h="504189">
                  <a:moveTo>
                    <a:pt x="3810" y="434340"/>
                  </a:moveTo>
                  <a:lnTo>
                    <a:pt x="0" y="434340"/>
                  </a:lnTo>
                  <a:lnTo>
                    <a:pt x="0" y="439420"/>
                  </a:lnTo>
                  <a:lnTo>
                    <a:pt x="3810" y="439420"/>
                  </a:lnTo>
                  <a:lnTo>
                    <a:pt x="3810" y="434340"/>
                  </a:lnTo>
                  <a:close/>
                </a:path>
                <a:path w="3809" h="504189">
                  <a:moveTo>
                    <a:pt x="3810" y="427990"/>
                  </a:moveTo>
                  <a:lnTo>
                    <a:pt x="0" y="427990"/>
                  </a:lnTo>
                  <a:lnTo>
                    <a:pt x="0" y="433070"/>
                  </a:lnTo>
                  <a:lnTo>
                    <a:pt x="3810" y="433070"/>
                  </a:lnTo>
                  <a:lnTo>
                    <a:pt x="3810" y="427990"/>
                  </a:lnTo>
                  <a:close/>
                </a:path>
                <a:path w="3809" h="504189">
                  <a:moveTo>
                    <a:pt x="3810" y="421640"/>
                  </a:moveTo>
                  <a:lnTo>
                    <a:pt x="0" y="421640"/>
                  </a:lnTo>
                  <a:lnTo>
                    <a:pt x="0" y="426720"/>
                  </a:lnTo>
                  <a:lnTo>
                    <a:pt x="3810" y="426720"/>
                  </a:lnTo>
                  <a:lnTo>
                    <a:pt x="3810" y="421640"/>
                  </a:lnTo>
                  <a:close/>
                </a:path>
                <a:path w="3809" h="504189">
                  <a:moveTo>
                    <a:pt x="3810" y="415290"/>
                  </a:moveTo>
                  <a:lnTo>
                    <a:pt x="0" y="415290"/>
                  </a:lnTo>
                  <a:lnTo>
                    <a:pt x="0" y="420370"/>
                  </a:lnTo>
                  <a:lnTo>
                    <a:pt x="3810" y="420370"/>
                  </a:lnTo>
                  <a:lnTo>
                    <a:pt x="3810" y="415290"/>
                  </a:lnTo>
                  <a:close/>
                </a:path>
                <a:path w="3809" h="504189">
                  <a:moveTo>
                    <a:pt x="3810" y="408940"/>
                  </a:moveTo>
                  <a:lnTo>
                    <a:pt x="0" y="408940"/>
                  </a:lnTo>
                  <a:lnTo>
                    <a:pt x="0" y="414020"/>
                  </a:lnTo>
                  <a:lnTo>
                    <a:pt x="3810" y="414020"/>
                  </a:lnTo>
                  <a:lnTo>
                    <a:pt x="3810" y="408940"/>
                  </a:lnTo>
                  <a:close/>
                </a:path>
                <a:path w="3809" h="504189">
                  <a:moveTo>
                    <a:pt x="3810" y="21590"/>
                  </a:moveTo>
                  <a:lnTo>
                    <a:pt x="0" y="21590"/>
                  </a:lnTo>
                  <a:lnTo>
                    <a:pt x="0" y="407670"/>
                  </a:lnTo>
                  <a:lnTo>
                    <a:pt x="3810" y="407670"/>
                  </a:lnTo>
                  <a:lnTo>
                    <a:pt x="3810" y="21590"/>
                  </a:lnTo>
                  <a:close/>
                </a:path>
                <a:path w="3809" h="504189">
                  <a:moveTo>
                    <a:pt x="3810" y="15240"/>
                  </a:moveTo>
                  <a:lnTo>
                    <a:pt x="0" y="15240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5240"/>
                  </a:lnTo>
                  <a:close/>
                </a:path>
                <a:path w="3809" h="504189">
                  <a:moveTo>
                    <a:pt x="3810" y="8890"/>
                  </a:moveTo>
                  <a:lnTo>
                    <a:pt x="0" y="8890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8890"/>
                  </a:lnTo>
                  <a:close/>
                </a:path>
                <a:path w="3809" h="504189">
                  <a:moveTo>
                    <a:pt x="3810" y="2540"/>
                  </a:moveTo>
                  <a:lnTo>
                    <a:pt x="2540" y="254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2540"/>
                  </a:lnTo>
                  <a:close/>
                </a:path>
              </a:pathLst>
            </a:custGeom>
            <a:solidFill>
              <a:srgbClr val="C5B4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6" name="object 3526"/>
            <p:cNvSpPr/>
            <p:nvPr/>
          </p:nvSpPr>
          <p:spPr>
            <a:xfrm>
              <a:off x="7026910" y="2961640"/>
              <a:ext cx="3810" cy="501650"/>
            </a:xfrm>
            <a:custGeom>
              <a:avLst/>
              <a:gdLst/>
              <a:ahLst/>
              <a:cxnLst/>
              <a:rect l="l" t="t" r="r" b="b"/>
              <a:pathLst>
                <a:path w="3809" h="501650">
                  <a:moveTo>
                    <a:pt x="3810" y="495300"/>
                  </a:moveTo>
                  <a:lnTo>
                    <a:pt x="0" y="495300"/>
                  </a:lnTo>
                  <a:lnTo>
                    <a:pt x="0" y="501650"/>
                  </a:lnTo>
                  <a:lnTo>
                    <a:pt x="2540" y="501650"/>
                  </a:lnTo>
                  <a:lnTo>
                    <a:pt x="2540" y="500380"/>
                  </a:lnTo>
                  <a:lnTo>
                    <a:pt x="3810" y="500380"/>
                  </a:lnTo>
                  <a:lnTo>
                    <a:pt x="3810" y="495300"/>
                  </a:lnTo>
                  <a:close/>
                </a:path>
                <a:path w="3809" h="501650">
                  <a:moveTo>
                    <a:pt x="3810" y="488950"/>
                  </a:moveTo>
                  <a:lnTo>
                    <a:pt x="0" y="488950"/>
                  </a:lnTo>
                  <a:lnTo>
                    <a:pt x="0" y="494030"/>
                  </a:lnTo>
                  <a:lnTo>
                    <a:pt x="3810" y="494030"/>
                  </a:lnTo>
                  <a:lnTo>
                    <a:pt x="3810" y="488950"/>
                  </a:lnTo>
                  <a:close/>
                </a:path>
                <a:path w="3809" h="501650">
                  <a:moveTo>
                    <a:pt x="3810" y="482600"/>
                  </a:moveTo>
                  <a:lnTo>
                    <a:pt x="0" y="482600"/>
                  </a:lnTo>
                  <a:lnTo>
                    <a:pt x="0" y="487680"/>
                  </a:lnTo>
                  <a:lnTo>
                    <a:pt x="3810" y="487680"/>
                  </a:lnTo>
                  <a:lnTo>
                    <a:pt x="3810" y="482600"/>
                  </a:lnTo>
                  <a:close/>
                </a:path>
                <a:path w="3809" h="501650">
                  <a:moveTo>
                    <a:pt x="3810" y="476250"/>
                  </a:moveTo>
                  <a:lnTo>
                    <a:pt x="0" y="476250"/>
                  </a:lnTo>
                  <a:lnTo>
                    <a:pt x="0" y="481330"/>
                  </a:lnTo>
                  <a:lnTo>
                    <a:pt x="3810" y="481330"/>
                  </a:lnTo>
                  <a:lnTo>
                    <a:pt x="3810" y="476250"/>
                  </a:lnTo>
                  <a:close/>
                </a:path>
                <a:path w="3809" h="501650">
                  <a:moveTo>
                    <a:pt x="3810" y="469900"/>
                  </a:moveTo>
                  <a:lnTo>
                    <a:pt x="0" y="469900"/>
                  </a:lnTo>
                  <a:lnTo>
                    <a:pt x="0" y="474980"/>
                  </a:lnTo>
                  <a:lnTo>
                    <a:pt x="3810" y="474980"/>
                  </a:lnTo>
                  <a:lnTo>
                    <a:pt x="3810" y="469900"/>
                  </a:lnTo>
                  <a:close/>
                </a:path>
                <a:path w="3809" h="501650">
                  <a:moveTo>
                    <a:pt x="3810" y="463550"/>
                  </a:moveTo>
                  <a:lnTo>
                    <a:pt x="0" y="463550"/>
                  </a:lnTo>
                  <a:lnTo>
                    <a:pt x="0" y="468630"/>
                  </a:lnTo>
                  <a:lnTo>
                    <a:pt x="3810" y="468630"/>
                  </a:lnTo>
                  <a:lnTo>
                    <a:pt x="3810" y="463550"/>
                  </a:lnTo>
                  <a:close/>
                </a:path>
                <a:path w="3809" h="501650">
                  <a:moveTo>
                    <a:pt x="3810" y="457200"/>
                  </a:moveTo>
                  <a:lnTo>
                    <a:pt x="0" y="457200"/>
                  </a:lnTo>
                  <a:lnTo>
                    <a:pt x="0" y="462280"/>
                  </a:lnTo>
                  <a:lnTo>
                    <a:pt x="3810" y="462280"/>
                  </a:lnTo>
                  <a:lnTo>
                    <a:pt x="3810" y="457200"/>
                  </a:lnTo>
                  <a:close/>
                </a:path>
                <a:path w="3809" h="501650">
                  <a:moveTo>
                    <a:pt x="3810" y="450850"/>
                  </a:moveTo>
                  <a:lnTo>
                    <a:pt x="0" y="450850"/>
                  </a:lnTo>
                  <a:lnTo>
                    <a:pt x="0" y="455930"/>
                  </a:lnTo>
                  <a:lnTo>
                    <a:pt x="3810" y="455930"/>
                  </a:lnTo>
                  <a:lnTo>
                    <a:pt x="3810" y="450850"/>
                  </a:lnTo>
                  <a:close/>
                </a:path>
                <a:path w="3809" h="501650">
                  <a:moveTo>
                    <a:pt x="3810" y="444500"/>
                  </a:moveTo>
                  <a:lnTo>
                    <a:pt x="0" y="444500"/>
                  </a:lnTo>
                  <a:lnTo>
                    <a:pt x="0" y="449580"/>
                  </a:lnTo>
                  <a:lnTo>
                    <a:pt x="3810" y="449580"/>
                  </a:lnTo>
                  <a:lnTo>
                    <a:pt x="3810" y="444500"/>
                  </a:lnTo>
                  <a:close/>
                </a:path>
                <a:path w="3809" h="501650">
                  <a:moveTo>
                    <a:pt x="3810" y="438150"/>
                  </a:moveTo>
                  <a:lnTo>
                    <a:pt x="0" y="438150"/>
                  </a:lnTo>
                  <a:lnTo>
                    <a:pt x="0" y="443230"/>
                  </a:lnTo>
                  <a:lnTo>
                    <a:pt x="3810" y="443230"/>
                  </a:lnTo>
                  <a:lnTo>
                    <a:pt x="3810" y="438150"/>
                  </a:lnTo>
                  <a:close/>
                </a:path>
                <a:path w="3809" h="501650">
                  <a:moveTo>
                    <a:pt x="3810" y="431800"/>
                  </a:moveTo>
                  <a:lnTo>
                    <a:pt x="0" y="431800"/>
                  </a:lnTo>
                  <a:lnTo>
                    <a:pt x="0" y="436880"/>
                  </a:lnTo>
                  <a:lnTo>
                    <a:pt x="3810" y="436880"/>
                  </a:lnTo>
                  <a:lnTo>
                    <a:pt x="3810" y="431800"/>
                  </a:lnTo>
                  <a:close/>
                </a:path>
                <a:path w="3809" h="501650">
                  <a:moveTo>
                    <a:pt x="3810" y="425450"/>
                  </a:moveTo>
                  <a:lnTo>
                    <a:pt x="0" y="425450"/>
                  </a:lnTo>
                  <a:lnTo>
                    <a:pt x="0" y="430530"/>
                  </a:lnTo>
                  <a:lnTo>
                    <a:pt x="3810" y="430530"/>
                  </a:lnTo>
                  <a:lnTo>
                    <a:pt x="3810" y="425450"/>
                  </a:lnTo>
                  <a:close/>
                </a:path>
                <a:path w="3809" h="501650">
                  <a:moveTo>
                    <a:pt x="3810" y="419100"/>
                  </a:moveTo>
                  <a:lnTo>
                    <a:pt x="0" y="419100"/>
                  </a:lnTo>
                  <a:lnTo>
                    <a:pt x="0" y="424180"/>
                  </a:lnTo>
                  <a:lnTo>
                    <a:pt x="3810" y="424180"/>
                  </a:lnTo>
                  <a:lnTo>
                    <a:pt x="3810" y="419100"/>
                  </a:lnTo>
                  <a:close/>
                </a:path>
                <a:path w="3809" h="501650">
                  <a:moveTo>
                    <a:pt x="3810" y="412750"/>
                  </a:moveTo>
                  <a:lnTo>
                    <a:pt x="0" y="412750"/>
                  </a:lnTo>
                  <a:lnTo>
                    <a:pt x="0" y="417830"/>
                  </a:lnTo>
                  <a:lnTo>
                    <a:pt x="3810" y="417830"/>
                  </a:lnTo>
                  <a:lnTo>
                    <a:pt x="3810" y="412750"/>
                  </a:lnTo>
                  <a:close/>
                </a:path>
                <a:path w="3809" h="501650">
                  <a:moveTo>
                    <a:pt x="3810" y="406400"/>
                  </a:moveTo>
                  <a:lnTo>
                    <a:pt x="0" y="406400"/>
                  </a:lnTo>
                  <a:lnTo>
                    <a:pt x="0" y="411480"/>
                  </a:lnTo>
                  <a:lnTo>
                    <a:pt x="3810" y="411480"/>
                  </a:lnTo>
                  <a:lnTo>
                    <a:pt x="3810" y="406400"/>
                  </a:lnTo>
                  <a:close/>
                </a:path>
                <a:path w="3809" h="501650">
                  <a:moveTo>
                    <a:pt x="3810" y="19050"/>
                  </a:moveTo>
                  <a:lnTo>
                    <a:pt x="0" y="19050"/>
                  </a:lnTo>
                  <a:lnTo>
                    <a:pt x="0" y="405130"/>
                  </a:lnTo>
                  <a:lnTo>
                    <a:pt x="3810" y="405130"/>
                  </a:lnTo>
                  <a:lnTo>
                    <a:pt x="3810" y="19050"/>
                  </a:lnTo>
                  <a:close/>
                </a:path>
                <a:path w="3809" h="501650">
                  <a:moveTo>
                    <a:pt x="3810" y="12700"/>
                  </a:moveTo>
                  <a:lnTo>
                    <a:pt x="0" y="1270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2700"/>
                  </a:lnTo>
                  <a:close/>
                </a:path>
                <a:path w="3809" h="501650">
                  <a:moveTo>
                    <a:pt x="3810" y="6350"/>
                  </a:moveTo>
                  <a:lnTo>
                    <a:pt x="0" y="635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6350"/>
                  </a:lnTo>
                  <a:close/>
                </a:path>
                <a:path w="3809" h="501650">
                  <a:moveTo>
                    <a:pt x="127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C5B3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7" name="object 3527"/>
            <p:cNvSpPr/>
            <p:nvPr/>
          </p:nvSpPr>
          <p:spPr>
            <a:xfrm>
              <a:off x="7030720" y="2964180"/>
              <a:ext cx="3810" cy="497840"/>
            </a:xfrm>
            <a:custGeom>
              <a:avLst/>
              <a:gdLst/>
              <a:ahLst/>
              <a:cxnLst/>
              <a:rect l="l" t="t" r="r" b="b"/>
              <a:pathLst>
                <a:path w="3809" h="497839">
                  <a:moveTo>
                    <a:pt x="3809" y="492759"/>
                  </a:moveTo>
                  <a:lnTo>
                    <a:pt x="0" y="492759"/>
                  </a:lnTo>
                  <a:lnTo>
                    <a:pt x="0" y="497839"/>
                  </a:lnTo>
                  <a:lnTo>
                    <a:pt x="3809" y="497839"/>
                  </a:lnTo>
                  <a:lnTo>
                    <a:pt x="3809" y="492759"/>
                  </a:lnTo>
                  <a:close/>
                </a:path>
                <a:path w="3809" h="497839">
                  <a:moveTo>
                    <a:pt x="3809" y="486409"/>
                  </a:moveTo>
                  <a:lnTo>
                    <a:pt x="0" y="486409"/>
                  </a:lnTo>
                  <a:lnTo>
                    <a:pt x="0" y="491489"/>
                  </a:lnTo>
                  <a:lnTo>
                    <a:pt x="3809" y="491489"/>
                  </a:lnTo>
                  <a:lnTo>
                    <a:pt x="3809" y="486409"/>
                  </a:lnTo>
                  <a:close/>
                </a:path>
                <a:path w="3809" h="497839">
                  <a:moveTo>
                    <a:pt x="3809" y="480059"/>
                  </a:moveTo>
                  <a:lnTo>
                    <a:pt x="0" y="480059"/>
                  </a:lnTo>
                  <a:lnTo>
                    <a:pt x="0" y="485139"/>
                  </a:lnTo>
                  <a:lnTo>
                    <a:pt x="3809" y="485139"/>
                  </a:lnTo>
                  <a:lnTo>
                    <a:pt x="3809" y="480059"/>
                  </a:lnTo>
                  <a:close/>
                </a:path>
                <a:path w="3809" h="497839">
                  <a:moveTo>
                    <a:pt x="3809" y="473709"/>
                  </a:moveTo>
                  <a:lnTo>
                    <a:pt x="0" y="473709"/>
                  </a:lnTo>
                  <a:lnTo>
                    <a:pt x="0" y="478789"/>
                  </a:lnTo>
                  <a:lnTo>
                    <a:pt x="3809" y="478789"/>
                  </a:lnTo>
                  <a:lnTo>
                    <a:pt x="3809" y="473709"/>
                  </a:lnTo>
                  <a:close/>
                </a:path>
                <a:path w="3809" h="497839">
                  <a:moveTo>
                    <a:pt x="3809" y="467359"/>
                  </a:moveTo>
                  <a:lnTo>
                    <a:pt x="0" y="467359"/>
                  </a:lnTo>
                  <a:lnTo>
                    <a:pt x="0" y="472439"/>
                  </a:lnTo>
                  <a:lnTo>
                    <a:pt x="3809" y="472439"/>
                  </a:lnTo>
                  <a:lnTo>
                    <a:pt x="3809" y="467359"/>
                  </a:lnTo>
                  <a:close/>
                </a:path>
                <a:path w="3809" h="497839">
                  <a:moveTo>
                    <a:pt x="3809" y="461009"/>
                  </a:moveTo>
                  <a:lnTo>
                    <a:pt x="0" y="461009"/>
                  </a:lnTo>
                  <a:lnTo>
                    <a:pt x="0" y="466089"/>
                  </a:lnTo>
                  <a:lnTo>
                    <a:pt x="3809" y="466089"/>
                  </a:lnTo>
                  <a:lnTo>
                    <a:pt x="3809" y="461009"/>
                  </a:lnTo>
                  <a:close/>
                </a:path>
                <a:path w="3809" h="497839">
                  <a:moveTo>
                    <a:pt x="3809" y="454659"/>
                  </a:moveTo>
                  <a:lnTo>
                    <a:pt x="0" y="454659"/>
                  </a:lnTo>
                  <a:lnTo>
                    <a:pt x="0" y="459739"/>
                  </a:lnTo>
                  <a:lnTo>
                    <a:pt x="3809" y="459739"/>
                  </a:lnTo>
                  <a:lnTo>
                    <a:pt x="3809" y="454659"/>
                  </a:lnTo>
                  <a:close/>
                </a:path>
                <a:path w="3809" h="497839">
                  <a:moveTo>
                    <a:pt x="3809" y="448309"/>
                  </a:moveTo>
                  <a:lnTo>
                    <a:pt x="0" y="448309"/>
                  </a:lnTo>
                  <a:lnTo>
                    <a:pt x="0" y="453389"/>
                  </a:lnTo>
                  <a:lnTo>
                    <a:pt x="3809" y="453389"/>
                  </a:lnTo>
                  <a:lnTo>
                    <a:pt x="3809" y="448309"/>
                  </a:lnTo>
                  <a:close/>
                </a:path>
                <a:path w="3809" h="497839">
                  <a:moveTo>
                    <a:pt x="3809" y="441959"/>
                  </a:moveTo>
                  <a:lnTo>
                    <a:pt x="0" y="441959"/>
                  </a:lnTo>
                  <a:lnTo>
                    <a:pt x="0" y="447039"/>
                  </a:lnTo>
                  <a:lnTo>
                    <a:pt x="3809" y="447039"/>
                  </a:lnTo>
                  <a:lnTo>
                    <a:pt x="3809" y="441959"/>
                  </a:lnTo>
                  <a:close/>
                </a:path>
                <a:path w="3809" h="497839">
                  <a:moveTo>
                    <a:pt x="3809" y="435609"/>
                  </a:moveTo>
                  <a:lnTo>
                    <a:pt x="0" y="435609"/>
                  </a:lnTo>
                  <a:lnTo>
                    <a:pt x="0" y="440689"/>
                  </a:lnTo>
                  <a:lnTo>
                    <a:pt x="3809" y="440689"/>
                  </a:lnTo>
                  <a:lnTo>
                    <a:pt x="3809" y="435609"/>
                  </a:lnTo>
                  <a:close/>
                </a:path>
                <a:path w="3809" h="497839">
                  <a:moveTo>
                    <a:pt x="3809" y="429259"/>
                  </a:moveTo>
                  <a:lnTo>
                    <a:pt x="0" y="429259"/>
                  </a:lnTo>
                  <a:lnTo>
                    <a:pt x="0" y="434339"/>
                  </a:lnTo>
                  <a:lnTo>
                    <a:pt x="3809" y="434339"/>
                  </a:lnTo>
                  <a:lnTo>
                    <a:pt x="3809" y="429259"/>
                  </a:lnTo>
                  <a:close/>
                </a:path>
                <a:path w="3809" h="497839">
                  <a:moveTo>
                    <a:pt x="3809" y="422909"/>
                  </a:moveTo>
                  <a:lnTo>
                    <a:pt x="0" y="422909"/>
                  </a:lnTo>
                  <a:lnTo>
                    <a:pt x="0" y="427989"/>
                  </a:lnTo>
                  <a:lnTo>
                    <a:pt x="3809" y="427989"/>
                  </a:lnTo>
                  <a:lnTo>
                    <a:pt x="3809" y="422909"/>
                  </a:lnTo>
                  <a:close/>
                </a:path>
                <a:path w="3809" h="497839">
                  <a:moveTo>
                    <a:pt x="3809" y="416559"/>
                  </a:moveTo>
                  <a:lnTo>
                    <a:pt x="0" y="416559"/>
                  </a:lnTo>
                  <a:lnTo>
                    <a:pt x="0" y="421639"/>
                  </a:lnTo>
                  <a:lnTo>
                    <a:pt x="3809" y="421639"/>
                  </a:lnTo>
                  <a:lnTo>
                    <a:pt x="3809" y="416559"/>
                  </a:lnTo>
                  <a:close/>
                </a:path>
                <a:path w="3809" h="497839">
                  <a:moveTo>
                    <a:pt x="3809" y="410209"/>
                  </a:moveTo>
                  <a:lnTo>
                    <a:pt x="0" y="410209"/>
                  </a:lnTo>
                  <a:lnTo>
                    <a:pt x="0" y="415289"/>
                  </a:lnTo>
                  <a:lnTo>
                    <a:pt x="3809" y="415289"/>
                  </a:lnTo>
                  <a:lnTo>
                    <a:pt x="3809" y="410209"/>
                  </a:lnTo>
                  <a:close/>
                </a:path>
                <a:path w="3809" h="497839">
                  <a:moveTo>
                    <a:pt x="3809" y="403859"/>
                  </a:moveTo>
                  <a:lnTo>
                    <a:pt x="0" y="403859"/>
                  </a:lnTo>
                  <a:lnTo>
                    <a:pt x="0" y="408939"/>
                  </a:lnTo>
                  <a:lnTo>
                    <a:pt x="3809" y="408939"/>
                  </a:lnTo>
                  <a:lnTo>
                    <a:pt x="3809" y="403859"/>
                  </a:lnTo>
                  <a:close/>
                </a:path>
                <a:path w="3809" h="497839">
                  <a:moveTo>
                    <a:pt x="3809" y="16509"/>
                  </a:moveTo>
                  <a:lnTo>
                    <a:pt x="0" y="16509"/>
                  </a:lnTo>
                  <a:lnTo>
                    <a:pt x="0" y="402589"/>
                  </a:lnTo>
                  <a:lnTo>
                    <a:pt x="3809" y="402589"/>
                  </a:lnTo>
                  <a:lnTo>
                    <a:pt x="3809" y="16509"/>
                  </a:lnTo>
                  <a:close/>
                </a:path>
                <a:path w="3809" h="497839">
                  <a:moveTo>
                    <a:pt x="3809" y="10159"/>
                  </a:moveTo>
                  <a:lnTo>
                    <a:pt x="0" y="10159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0159"/>
                  </a:lnTo>
                  <a:close/>
                </a:path>
                <a:path w="3809" h="497839">
                  <a:moveTo>
                    <a:pt x="3809" y="3809"/>
                  </a:moveTo>
                  <a:lnTo>
                    <a:pt x="0" y="380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3809"/>
                  </a:lnTo>
                  <a:close/>
                </a:path>
                <a:path w="3809" h="497839">
                  <a:moveTo>
                    <a:pt x="254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C4B2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8" name="object 3528"/>
            <p:cNvSpPr/>
            <p:nvPr/>
          </p:nvSpPr>
          <p:spPr>
            <a:xfrm>
              <a:off x="7034529" y="2966719"/>
              <a:ext cx="3810" cy="497840"/>
            </a:xfrm>
            <a:custGeom>
              <a:avLst/>
              <a:gdLst/>
              <a:ahLst/>
              <a:cxnLst/>
              <a:rect l="l" t="t" r="r" b="b"/>
              <a:pathLst>
                <a:path w="3809" h="497839">
                  <a:moveTo>
                    <a:pt x="3810" y="496569"/>
                  </a:moveTo>
                  <a:lnTo>
                    <a:pt x="1270" y="496569"/>
                  </a:lnTo>
                  <a:lnTo>
                    <a:pt x="1270" y="497839"/>
                  </a:lnTo>
                  <a:lnTo>
                    <a:pt x="3810" y="497839"/>
                  </a:lnTo>
                  <a:lnTo>
                    <a:pt x="3810" y="496569"/>
                  </a:lnTo>
                  <a:close/>
                </a:path>
                <a:path w="3809" h="497839">
                  <a:moveTo>
                    <a:pt x="3810" y="490219"/>
                  </a:moveTo>
                  <a:lnTo>
                    <a:pt x="0" y="490219"/>
                  </a:lnTo>
                  <a:lnTo>
                    <a:pt x="0" y="495300"/>
                  </a:lnTo>
                  <a:lnTo>
                    <a:pt x="3810" y="495300"/>
                  </a:lnTo>
                  <a:lnTo>
                    <a:pt x="3810" y="490219"/>
                  </a:lnTo>
                  <a:close/>
                </a:path>
                <a:path w="3809" h="497839">
                  <a:moveTo>
                    <a:pt x="3810" y="483869"/>
                  </a:moveTo>
                  <a:lnTo>
                    <a:pt x="0" y="483869"/>
                  </a:lnTo>
                  <a:lnTo>
                    <a:pt x="0" y="488950"/>
                  </a:lnTo>
                  <a:lnTo>
                    <a:pt x="3810" y="488950"/>
                  </a:lnTo>
                  <a:lnTo>
                    <a:pt x="3810" y="483869"/>
                  </a:lnTo>
                  <a:close/>
                </a:path>
                <a:path w="3809" h="497839">
                  <a:moveTo>
                    <a:pt x="3810" y="477519"/>
                  </a:moveTo>
                  <a:lnTo>
                    <a:pt x="0" y="477519"/>
                  </a:lnTo>
                  <a:lnTo>
                    <a:pt x="0" y="482600"/>
                  </a:lnTo>
                  <a:lnTo>
                    <a:pt x="3810" y="482600"/>
                  </a:lnTo>
                  <a:lnTo>
                    <a:pt x="3810" y="477519"/>
                  </a:lnTo>
                  <a:close/>
                </a:path>
                <a:path w="3809" h="497839">
                  <a:moveTo>
                    <a:pt x="3810" y="471169"/>
                  </a:moveTo>
                  <a:lnTo>
                    <a:pt x="0" y="471169"/>
                  </a:lnTo>
                  <a:lnTo>
                    <a:pt x="0" y="476250"/>
                  </a:lnTo>
                  <a:lnTo>
                    <a:pt x="3810" y="476250"/>
                  </a:lnTo>
                  <a:lnTo>
                    <a:pt x="3810" y="471169"/>
                  </a:lnTo>
                  <a:close/>
                </a:path>
                <a:path w="3809" h="497839">
                  <a:moveTo>
                    <a:pt x="3810" y="464819"/>
                  </a:moveTo>
                  <a:lnTo>
                    <a:pt x="0" y="464819"/>
                  </a:lnTo>
                  <a:lnTo>
                    <a:pt x="0" y="469900"/>
                  </a:lnTo>
                  <a:lnTo>
                    <a:pt x="3810" y="469900"/>
                  </a:lnTo>
                  <a:lnTo>
                    <a:pt x="3810" y="464819"/>
                  </a:lnTo>
                  <a:close/>
                </a:path>
                <a:path w="3809" h="497839">
                  <a:moveTo>
                    <a:pt x="3810" y="458469"/>
                  </a:moveTo>
                  <a:lnTo>
                    <a:pt x="0" y="458469"/>
                  </a:lnTo>
                  <a:lnTo>
                    <a:pt x="0" y="463550"/>
                  </a:lnTo>
                  <a:lnTo>
                    <a:pt x="3810" y="463550"/>
                  </a:lnTo>
                  <a:lnTo>
                    <a:pt x="3810" y="458469"/>
                  </a:lnTo>
                  <a:close/>
                </a:path>
                <a:path w="3809" h="497839">
                  <a:moveTo>
                    <a:pt x="3810" y="452119"/>
                  </a:moveTo>
                  <a:lnTo>
                    <a:pt x="0" y="452119"/>
                  </a:lnTo>
                  <a:lnTo>
                    <a:pt x="0" y="457200"/>
                  </a:lnTo>
                  <a:lnTo>
                    <a:pt x="3810" y="457200"/>
                  </a:lnTo>
                  <a:lnTo>
                    <a:pt x="3810" y="452119"/>
                  </a:lnTo>
                  <a:close/>
                </a:path>
                <a:path w="3809" h="497839">
                  <a:moveTo>
                    <a:pt x="3810" y="445769"/>
                  </a:moveTo>
                  <a:lnTo>
                    <a:pt x="0" y="445769"/>
                  </a:lnTo>
                  <a:lnTo>
                    <a:pt x="0" y="450850"/>
                  </a:lnTo>
                  <a:lnTo>
                    <a:pt x="3810" y="450850"/>
                  </a:lnTo>
                  <a:lnTo>
                    <a:pt x="3810" y="445769"/>
                  </a:lnTo>
                  <a:close/>
                </a:path>
                <a:path w="3809" h="497839">
                  <a:moveTo>
                    <a:pt x="3810" y="439419"/>
                  </a:moveTo>
                  <a:lnTo>
                    <a:pt x="0" y="439419"/>
                  </a:lnTo>
                  <a:lnTo>
                    <a:pt x="0" y="444500"/>
                  </a:lnTo>
                  <a:lnTo>
                    <a:pt x="3810" y="444500"/>
                  </a:lnTo>
                  <a:lnTo>
                    <a:pt x="3810" y="439419"/>
                  </a:lnTo>
                  <a:close/>
                </a:path>
                <a:path w="3809" h="497839">
                  <a:moveTo>
                    <a:pt x="3810" y="433069"/>
                  </a:moveTo>
                  <a:lnTo>
                    <a:pt x="0" y="433069"/>
                  </a:lnTo>
                  <a:lnTo>
                    <a:pt x="0" y="438150"/>
                  </a:lnTo>
                  <a:lnTo>
                    <a:pt x="3810" y="438150"/>
                  </a:lnTo>
                  <a:lnTo>
                    <a:pt x="3810" y="433069"/>
                  </a:lnTo>
                  <a:close/>
                </a:path>
                <a:path w="3809" h="497839">
                  <a:moveTo>
                    <a:pt x="3810" y="426719"/>
                  </a:moveTo>
                  <a:lnTo>
                    <a:pt x="0" y="426719"/>
                  </a:lnTo>
                  <a:lnTo>
                    <a:pt x="0" y="431800"/>
                  </a:lnTo>
                  <a:lnTo>
                    <a:pt x="3810" y="431800"/>
                  </a:lnTo>
                  <a:lnTo>
                    <a:pt x="3810" y="426719"/>
                  </a:lnTo>
                  <a:close/>
                </a:path>
                <a:path w="3809" h="497839">
                  <a:moveTo>
                    <a:pt x="3810" y="420369"/>
                  </a:moveTo>
                  <a:lnTo>
                    <a:pt x="0" y="420369"/>
                  </a:lnTo>
                  <a:lnTo>
                    <a:pt x="0" y="425450"/>
                  </a:lnTo>
                  <a:lnTo>
                    <a:pt x="3810" y="425450"/>
                  </a:lnTo>
                  <a:lnTo>
                    <a:pt x="3810" y="420369"/>
                  </a:lnTo>
                  <a:close/>
                </a:path>
                <a:path w="3809" h="497839">
                  <a:moveTo>
                    <a:pt x="3810" y="414019"/>
                  </a:moveTo>
                  <a:lnTo>
                    <a:pt x="0" y="414019"/>
                  </a:lnTo>
                  <a:lnTo>
                    <a:pt x="0" y="419100"/>
                  </a:lnTo>
                  <a:lnTo>
                    <a:pt x="3810" y="419100"/>
                  </a:lnTo>
                  <a:lnTo>
                    <a:pt x="3810" y="414019"/>
                  </a:lnTo>
                  <a:close/>
                </a:path>
                <a:path w="3809" h="497839">
                  <a:moveTo>
                    <a:pt x="3810" y="407669"/>
                  </a:moveTo>
                  <a:lnTo>
                    <a:pt x="0" y="407669"/>
                  </a:lnTo>
                  <a:lnTo>
                    <a:pt x="0" y="412750"/>
                  </a:lnTo>
                  <a:lnTo>
                    <a:pt x="3810" y="412750"/>
                  </a:lnTo>
                  <a:lnTo>
                    <a:pt x="3810" y="407669"/>
                  </a:lnTo>
                  <a:close/>
                </a:path>
                <a:path w="3809" h="497839">
                  <a:moveTo>
                    <a:pt x="3810" y="401319"/>
                  </a:moveTo>
                  <a:lnTo>
                    <a:pt x="0" y="401319"/>
                  </a:lnTo>
                  <a:lnTo>
                    <a:pt x="0" y="406400"/>
                  </a:lnTo>
                  <a:lnTo>
                    <a:pt x="3810" y="406400"/>
                  </a:lnTo>
                  <a:lnTo>
                    <a:pt x="3810" y="401319"/>
                  </a:lnTo>
                  <a:close/>
                </a:path>
                <a:path w="3809" h="497839">
                  <a:moveTo>
                    <a:pt x="3810" y="13969"/>
                  </a:moveTo>
                  <a:lnTo>
                    <a:pt x="0" y="13969"/>
                  </a:lnTo>
                  <a:lnTo>
                    <a:pt x="0" y="400050"/>
                  </a:lnTo>
                  <a:lnTo>
                    <a:pt x="3810" y="400050"/>
                  </a:lnTo>
                  <a:lnTo>
                    <a:pt x="3810" y="13969"/>
                  </a:lnTo>
                  <a:close/>
                </a:path>
                <a:path w="3809" h="497839">
                  <a:moveTo>
                    <a:pt x="3810" y="7619"/>
                  </a:moveTo>
                  <a:lnTo>
                    <a:pt x="0" y="7619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7619"/>
                  </a:lnTo>
                  <a:close/>
                </a:path>
                <a:path w="3809" h="497839">
                  <a:moveTo>
                    <a:pt x="2540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C3B1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9" name="object 3529"/>
            <p:cNvSpPr/>
            <p:nvPr/>
          </p:nvSpPr>
          <p:spPr>
            <a:xfrm>
              <a:off x="7038339" y="2967990"/>
              <a:ext cx="3810" cy="496570"/>
            </a:xfrm>
            <a:custGeom>
              <a:avLst/>
              <a:gdLst/>
              <a:ahLst/>
              <a:cxnLst/>
              <a:rect l="l" t="t" r="r" b="b"/>
              <a:pathLst>
                <a:path w="3809" h="496570">
                  <a:moveTo>
                    <a:pt x="3809" y="495300"/>
                  </a:moveTo>
                  <a:lnTo>
                    <a:pt x="0" y="495300"/>
                  </a:lnTo>
                  <a:lnTo>
                    <a:pt x="0" y="496570"/>
                  </a:lnTo>
                  <a:lnTo>
                    <a:pt x="3809" y="496570"/>
                  </a:lnTo>
                  <a:lnTo>
                    <a:pt x="3809" y="495300"/>
                  </a:lnTo>
                  <a:close/>
                </a:path>
                <a:path w="3809" h="496570">
                  <a:moveTo>
                    <a:pt x="3809" y="488950"/>
                  </a:moveTo>
                  <a:lnTo>
                    <a:pt x="0" y="488950"/>
                  </a:lnTo>
                  <a:lnTo>
                    <a:pt x="0" y="494030"/>
                  </a:lnTo>
                  <a:lnTo>
                    <a:pt x="3809" y="494030"/>
                  </a:lnTo>
                  <a:lnTo>
                    <a:pt x="3809" y="488950"/>
                  </a:lnTo>
                  <a:close/>
                </a:path>
                <a:path w="3809" h="496570">
                  <a:moveTo>
                    <a:pt x="3809" y="482600"/>
                  </a:moveTo>
                  <a:lnTo>
                    <a:pt x="0" y="482600"/>
                  </a:lnTo>
                  <a:lnTo>
                    <a:pt x="0" y="487680"/>
                  </a:lnTo>
                  <a:lnTo>
                    <a:pt x="3809" y="487680"/>
                  </a:lnTo>
                  <a:lnTo>
                    <a:pt x="3809" y="482600"/>
                  </a:lnTo>
                  <a:close/>
                </a:path>
                <a:path w="3809" h="496570">
                  <a:moveTo>
                    <a:pt x="3809" y="476250"/>
                  </a:moveTo>
                  <a:lnTo>
                    <a:pt x="0" y="476250"/>
                  </a:lnTo>
                  <a:lnTo>
                    <a:pt x="0" y="481330"/>
                  </a:lnTo>
                  <a:lnTo>
                    <a:pt x="3809" y="481330"/>
                  </a:lnTo>
                  <a:lnTo>
                    <a:pt x="3809" y="476250"/>
                  </a:lnTo>
                  <a:close/>
                </a:path>
                <a:path w="3809" h="496570">
                  <a:moveTo>
                    <a:pt x="3809" y="469900"/>
                  </a:moveTo>
                  <a:lnTo>
                    <a:pt x="0" y="469900"/>
                  </a:lnTo>
                  <a:lnTo>
                    <a:pt x="0" y="474980"/>
                  </a:lnTo>
                  <a:lnTo>
                    <a:pt x="3809" y="474980"/>
                  </a:lnTo>
                  <a:lnTo>
                    <a:pt x="3809" y="469900"/>
                  </a:lnTo>
                  <a:close/>
                </a:path>
                <a:path w="3809" h="496570">
                  <a:moveTo>
                    <a:pt x="3809" y="463550"/>
                  </a:moveTo>
                  <a:lnTo>
                    <a:pt x="0" y="463550"/>
                  </a:lnTo>
                  <a:lnTo>
                    <a:pt x="0" y="468630"/>
                  </a:lnTo>
                  <a:lnTo>
                    <a:pt x="3809" y="468630"/>
                  </a:lnTo>
                  <a:lnTo>
                    <a:pt x="3809" y="463550"/>
                  </a:lnTo>
                  <a:close/>
                </a:path>
                <a:path w="3809" h="496570">
                  <a:moveTo>
                    <a:pt x="3809" y="457200"/>
                  </a:moveTo>
                  <a:lnTo>
                    <a:pt x="0" y="457200"/>
                  </a:lnTo>
                  <a:lnTo>
                    <a:pt x="0" y="462280"/>
                  </a:lnTo>
                  <a:lnTo>
                    <a:pt x="3809" y="462280"/>
                  </a:lnTo>
                  <a:lnTo>
                    <a:pt x="3809" y="457200"/>
                  </a:lnTo>
                  <a:close/>
                </a:path>
                <a:path w="3809" h="496570">
                  <a:moveTo>
                    <a:pt x="3809" y="450850"/>
                  </a:moveTo>
                  <a:lnTo>
                    <a:pt x="0" y="450850"/>
                  </a:lnTo>
                  <a:lnTo>
                    <a:pt x="0" y="455930"/>
                  </a:lnTo>
                  <a:lnTo>
                    <a:pt x="3809" y="455930"/>
                  </a:lnTo>
                  <a:lnTo>
                    <a:pt x="3809" y="450850"/>
                  </a:lnTo>
                  <a:close/>
                </a:path>
                <a:path w="3809" h="496570">
                  <a:moveTo>
                    <a:pt x="3809" y="444500"/>
                  </a:moveTo>
                  <a:lnTo>
                    <a:pt x="0" y="444500"/>
                  </a:lnTo>
                  <a:lnTo>
                    <a:pt x="0" y="449580"/>
                  </a:lnTo>
                  <a:lnTo>
                    <a:pt x="3809" y="449580"/>
                  </a:lnTo>
                  <a:lnTo>
                    <a:pt x="3809" y="444500"/>
                  </a:lnTo>
                  <a:close/>
                </a:path>
                <a:path w="3809" h="496570">
                  <a:moveTo>
                    <a:pt x="3809" y="438150"/>
                  </a:moveTo>
                  <a:lnTo>
                    <a:pt x="0" y="438150"/>
                  </a:lnTo>
                  <a:lnTo>
                    <a:pt x="0" y="443230"/>
                  </a:lnTo>
                  <a:lnTo>
                    <a:pt x="3809" y="443230"/>
                  </a:lnTo>
                  <a:lnTo>
                    <a:pt x="3809" y="438150"/>
                  </a:lnTo>
                  <a:close/>
                </a:path>
                <a:path w="3809" h="496570">
                  <a:moveTo>
                    <a:pt x="3809" y="431800"/>
                  </a:moveTo>
                  <a:lnTo>
                    <a:pt x="0" y="431800"/>
                  </a:lnTo>
                  <a:lnTo>
                    <a:pt x="0" y="436880"/>
                  </a:lnTo>
                  <a:lnTo>
                    <a:pt x="3809" y="436880"/>
                  </a:lnTo>
                  <a:lnTo>
                    <a:pt x="3809" y="431800"/>
                  </a:lnTo>
                  <a:close/>
                </a:path>
                <a:path w="3809" h="496570">
                  <a:moveTo>
                    <a:pt x="3809" y="425450"/>
                  </a:moveTo>
                  <a:lnTo>
                    <a:pt x="0" y="425450"/>
                  </a:lnTo>
                  <a:lnTo>
                    <a:pt x="0" y="430530"/>
                  </a:lnTo>
                  <a:lnTo>
                    <a:pt x="3809" y="430530"/>
                  </a:lnTo>
                  <a:lnTo>
                    <a:pt x="3809" y="425450"/>
                  </a:lnTo>
                  <a:close/>
                </a:path>
                <a:path w="3809" h="496570">
                  <a:moveTo>
                    <a:pt x="3809" y="419100"/>
                  </a:moveTo>
                  <a:lnTo>
                    <a:pt x="0" y="419100"/>
                  </a:lnTo>
                  <a:lnTo>
                    <a:pt x="0" y="424180"/>
                  </a:lnTo>
                  <a:lnTo>
                    <a:pt x="3809" y="424180"/>
                  </a:lnTo>
                  <a:lnTo>
                    <a:pt x="3809" y="419100"/>
                  </a:lnTo>
                  <a:close/>
                </a:path>
                <a:path w="3809" h="496570">
                  <a:moveTo>
                    <a:pt x="3809" y="412750"/>
                  </a:moveTo>
                  <a:lnTo>
                    <a:pt x="0" y="412750"/>
                  </a:lnTo>
                  <a:lnTo>
                    <a:pt x="0" y="417830"/>
                  </a:lnTo>
                  <a:lnTo>
                    <a:pt x="3809" y="417830"/>
                  </a:lnTo>
                  <a:lnTo>
                    <a:pt x="3809" y="412750"/>
                  </a:lnTo>
                  <a:close/>
                </a:path>
                <a:path w="3809" h="496570">
                  <a:moveTo>
                    <a:pt x="3809" y="406400"/>
                  </a:moveTo>
                  <a:lnTo>
                    <a:pt x="0" y="406400"/>
                  </a:lnTo>
                  <a:lnTo>
                    <a:pt x="0" y="411480"/>
                  </a:lnTo>
                  <a:lnTo>
                    <a:pt x="3809" y="411480"/>
                  </a:lnTo>
                  <a:lnTo>
                    <a:pt x="3809" y="406400"/>
                  </a:lnTo>
                  <a:close/>
                </a:path>
                <a:path w="3809" h="496570">
                  <a:moveTo>
                    <a:pt x="3809" y="400050"/>
                  </a:moveTo>
                  <a:lnTo>
                    <a:pt x="0" y="400050"/>
                  </a:lnTo>
                  <a:lnTo>
                    <a:pt x="0" y="405130"/>
                  </a:lnTo>
                  <a:lnTo>
                    <a:pt x="3809" y="405130"/>
                  </a:lnTo>
                  <a:lnTo>
                    <a:pt x="3809" y="400050"/>
                  </a:lnTo>
                  <a:close/>
                </a:path>
                <a:path w="3809" h="496570">
                  <a:moveTo>
                    <a:pt x="3809" y="12700"/>
                  </a:moveTo>
                  <a:lnTo>
                    <a:pt x="0" y="12700"/>
                  </a:lnTo>
                  <a:lnTo>
                    <a:pt x="0" y="398780"/>
                  </a:lnTo>
                  <a:lnTo>
                    <a:pt x="3809" y="398780"/>
                  </a:lnTo>
                  <a:lnTo>
                    <a:pt x="3809" y="12700"/>
                  </a:lnTo>
                  <a:close/>
                </a:path>
                <a:path w="3809" h="496570">
                  <a:moveTo>
                    <a:pt x="3809" y="6350"/>
                  </a:moveTo>
                  <a:lnTo>
                    <a:pt x="0" y="6350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6350"/>
                  </a:lnTo>
                  <a:close/>
                </a:path>
                <a:path w="3809" h="496570">
                  <a:moveTo>
                    <a:pt x="127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2540"/>
                  </a:lnTo>
                  <a:lnTo>
                    <a:pt x="2539" y="2540"/>
                  </a:lnTo>
                  <a:lnTo>
                    <a:pt x="2539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C2B0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0" name="object 3530"/>
            <p:cNvSpPr/>
            <p:nvPr/>
          </p:nvSpPr>
          <p:spPr>
            <a:xfrm>
              <a:off x="7042150" y="2970530"/>
              <a:ext cx="3810" cy="495300"/>
            </a:xfrm>
            <a:custGeom>
              <a:avLst/>
              <a:gdLst/>
              <a:ahLst/>
              <a:cxnLst/>
              <a:rect l="l" t="t" r="r" b="b"/>
              <a:pathLst>
                <a:path w="3809" h="495300">
                  <a:moveTo>
                    <a:pt x="3809" y="492759"/>
                  </a:moveTo>
                  <a:lnTo>
                    <a:pt x="0" y="492759"/>
                  </a:lnTo>
                  <a:lnTo>
                    <a:pt x="0" y="494029"/>
                  </a:lnTo>
                  <a:lnTo>
                    <a:pt x="1270" y="494029"/>
                  </a:lnTo>
                  <a:lnTo>
                    <a:pt x="1270" y="495300"/>
                  </a:lnTo>
                  <a:lnTo>
                    <a:pt x="3809" y="495300"/>
                  </a:lnTo>
                  <a:lnTo>
                    <a:pt x="3809" y="492759"/>
                  </a:lnTo>
                  <a:close/>
                </a:path>
                <a:path w="3809" h="495300">
                  <a:moveTo>
                    <a:pt x="3809" y="486409"/>
                  </a:moveTo>
                  <a:lnTo>
                    <a:pt x="0" y="486409"/>
                  </a:lnTo>
                  <a:lnTo>
                    <a:pt x="0" y="491489"/>
                  </a:lnTo>
                  <a:lnTo>
                    <a:pt x="3809" y="491489"/>
                  </a:lnTo>
                  <a:lnTo>
                    <a:pt x="3809" y="486409"/>
                  </a:lnTo>
                  <a:close/>
                </a:path>
                <a:path w="3809" h="495300">
                  <a:moveTo>
                    <a:pt x="3809" y="480059"/>
                  </a:moveTo>
                  <a:lnTo>
                    <a:pt x="0" y="480059"/>
                  </a:lnTo>
                  <a:lnTo>
                    <a:pt x="0" y="485139"/>
                  </a:lnTo>
                  <a:lnTo>
                    <a:pt x="3809" y="485139"/>
                  </a:lnTo>
                  <a:lnTo>
                    <a:pt x="3809" y="480059"/>
                  </a:lnTo>
                  <a:close/>
                </a:path>
                <a:path w="3809" h="495300">
                  <a:moveTo>
                    <a:pt x="3809" y="473709"/>
                  </a:moveTo>
                  <a:lnTo>
                    <a:pt x="0" y="473709"/>
                  </a:lnTo>
                  <a:lnTo>
                    <a:pt x="0" y="478789"/>
                  </a:lnTo>
                  <a:lnTo>
                    <a:pt x="3809" y="478789"/>
                  </a:lnTo>
                  <a:lnTo>
                    <a:pt x="3809" y="473709"/>
                  </a:lnTo>
                  <a:close/>
                </a:path>
                <a:path w="3809" h="495300">
                  <a:moveTo>
                    <a:pt x="3809" y="467359"/>
                  </a:moveTo>
                  <a:lnTo>
                    <a:pt x="0" y="467359"/>
                  </a:lnTo>
                  <a:lnTo>
                    <a:pt x="0" y="472439"/>
                  </a:lnTo>
                  <a:lnTo>
                    <a:pt x="3809" y="472439"/>
                  </a:lnTo>
                  <a:lnTo>
                    <a:pt x="3809" y="467359"/>
                  </a:lnTo>
                  <a:close/>
                </a:path>
                <a:path w="3809" h="495300">
                  <a:moveTo>
                    <a:pt x="3809" y="461009"/>
                  </a:moveTo>
                  <a:lnTo>
                    <a:pt x="0" y="461009"/>
                  </a:lnTo>
                  <a:lnTo>
                    <a:pt x="0" y="466089"/>
                  </a:lnTo>
                  <a:lnTo>
                    <a:pt x="3809" y="466089"/>
                  </a:lnTo>
                  <a:lnTo>
                    <a:pt x="3809" y="461009"/>
                  </a:lnTo>
                  <a:close/>
                </a:path>
                <a:path w="3809" h="495300">
                  <a:moveTo>
                    <a:pt x="3809" y="454659"/>
                  </a:moveTo>
                  <a:lnTo>
                    <a:pt x="0" y="454659"/>
                  </a:lnTo>
                  <a:lnTo>
                    <a:pt x="0" y="459739"/>
                  </a:lnTo>
                  <a:lnTo>
                    <a:pt x="3809" y="459739"/>
                  </a:lnTo>
                  <a:lnTo>
                    <a:pt x="3809" y="454659"/>
                  </a:lnTo>
                  <a:close/>
                </a:path>
                <a:path w="3809" h="495300">
                  <a:moveTo>
                    <a:pt x="3809" y="448309"/>
                  </a:moveTo>
                  <a:lnTo>
                    <a:pt x="0" y="448309"/>
                  </a:lnTo>
                  <a:lnTo>
                    <a:pt x="0" y="453389"/>
                  </a:lnTo>
                  <a:lnTo>
                    <a:pt x="3809" y="453389"/>
                  </a:lnTo>
                  <a:lnTo>
                    <a:pt x="3809" y="448309"/>
                  </a:lnTo>
                  <a:close/>
                </a:path>
                <a:path w="3809" h="495300">
                  <a:moveTo>
                    <a:pt x="3809" y="441959"/>
                  </a:moveTo>
                  <a:lnTo>
                    <a:pt x="0" y="441959"/>
                  </a:lnTo>
                  <a:lnTo>
                    <a:pt x="0" y="447039"/>
                  </a:lnTo>
                  <a:lnTo>
                    <a:pt x="3809" y="447039"/>
                  </a:lnTo>
                  <a:lnTo>
                    <a:pt x="3809" y="441959"/>
                  </a:lnTo>
                  <a:close/>
                </a:path>
                <a:path w="3809" h="495300">
                  <a:moveTo>
                    <a:pt x="3809" y="435609"/>
                  </a:moveTo>
                  <a:lnTo>
                    <a:pt x="0" y="435609"/>
                  </a:lnTo>
                  <a:lnTo>
                    <a:pt x="0" y="440689"/>
                  </a:lnTo>
                  <a:lnTo>
                    <a:pt x="3809" y="440689"/>
                  </a:lnTo>
                  <a:lnTo>
                    <a:pt x="3809" y="435609"/>
                  </a:lnTo>
                  <a:close/>
                </a:path>
                <a:path w="3809" h="495300">
                  <a:moveTo>
                    <a:pt x="3809" y="429259"/>
                  </a:moveTo>
                  <a:lnTo>
                    <a:pt x="0" y="429259"/>
                  </a:lnTo>
                  <a:lnTo>
                    <a:pt x="0" y="434339"/>
                  </a:lnTo>
                  <a:lnTo>
                    <a:pt x="3809" y="434339"/>
                  </a:lnTo>
                  <a:lnTo>
                    <a:pt x="3809" y="429259"/>
                  </a:lnTo>
                  <a:close/>
                </a:path>
                <a:path w="3809" h="495300">
                  <a:moveTo>
                    <a:pt x="3809" y="422909"/>
                  </a:moveTo>
                  <a:lnTo>
                    <a:pt x="0" y="422909"/>
                  </a:lnTo>
                  <a:lnTo>
                    <a:pt x="0" y="427989"/>
                  </a:lnTo>
                  <a:lnTo>
                    <a:pt x="3809" y="427989"/>
                  </a:lnTo>
                  <a:lnTo>
                    <a:pt x="3809" y="422909"/>
                  </a:lnTo>
                  <a:close/>
                </a:path>
                <a:path w="3809" h="495300">
                  <a:moveTo>
                    <a:pt x="3809" y="416559"/>
                  </a:moveTo>
                  <a:lnTo>
                    <a:pt x="0" y="416559"/>
                  </a:lnTo>
                  <a:lnTo>
                    <a:pt x="0" y="421639"/>
                  </a:lnTo>
                  <a:lnTo>
                    <a:pt x="3809" y="421639"/>
                  </a:lnTo>
                  <a:lnTo>
                    <a:pt x="3809" y="416559"/>
                  </a:lnTo>
                  <a:close/>
                </a:path>
                <a:path w="3809" h="495300">
                  <a:moveTo>
                    <a:pt x="3809" y="410209"/>
                  </a:moveTo>
                  <a:lnTo>
                    <a:pt x="0" y="410209"/>
                  </a:lnTo>
                  <a:lnTo>
                    <a:pt x="0" y="415289"/>
                  </a:lnTo>
                  <a:lnTo>
                    <a:pt x="3809" y="415289"/>
                  </a:lnTo>
                  <a:lnTo>
                    <a:pt x="3809" y="410209"/>
                  </a:lnTo>
                  <a:close/>
                </a:path>
                <a:path w="3809" h="495300">
                  <a:moveTo>
                    <a:pt x="3809" y="403859"/>
                  </a:moveTo>
                  <a:lnTo>
                    <a:pt x="0" y="403859"/>
                  </a:lnTo>
                  <a:lnTo>
                    <a:pt x="0" y="408939"/>
                  </a:lnTo>
                  <a:lnTo>
                    <a:pt x="3809" y="408939"/>
                  </a:lnTo>
                  <a:lnTo>
                    <a:pt x="3809" y="403859"/>
                  </a:lnTo>
                  <a:close/>
                </a:path>
                <a:path w="3809" h="495300">
                  <a:moveTo>
                    <a:pt x="3809" y="397509"/>
                  </a:moveTo>
                  <a:lnTo>
                    <a:pt x="0" y="397509"/>
                  </a:lnTo>
                  <a:lnTo>
                    <a:pt x="0" y="402589"/>
                  </a:lnTo>
                  <a:lnTo>
                    <a:pt x="3809" y="402589"/>
                  </a:lnTo>
                  <a:lnTo>
                    <a:pt x="3809" y="397509"/>
                  </a:lnTo>
                  <a:close/>
                </a:path>
                <a:path w="3809" h="495300">
                  <a:moveTo>
                    <a:pt x="3809" y="10159"/>
                  </a:moveTo>
                  <a:lnTo>
                    <a:pt x="0" y="10159"/>
                  </a:lnTo>
                  <a:lnTo>
                    <a:pt x="0" y="396239"/>
                  </a:lnTo>
                  <a:lnTo>
                    <a:pt x="3809" y="396239"/>
                  </a:lnTo>
                  <a:lnTo>
                    <a:pt x="3809" y="10159"/>
                  </a:lnTo>
                  <a:close/>
                </a:path>
                <a:path w="3809" h="495300">
                  <a:moveTo>
                    <a:pt x="3809" y="3809"/>
                  </a:moveTo>
                  <a:lnTo>
                    <a:pt x="0" y="380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3809"/>
                  </a:lnTo>
                  <a:close/>
                </a:path>
                <a:path w="3809" h="495300">
                  <a:moveTo>
                    <a:pt x="127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C2AF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1" name="object 3531"/>
            <p:cNvSpPr/>
            <p:nvPr/>
          </p:nvSpPr>
          <p:spPr>
            <a:xfrm>
              <a:off x="7045960" y="2973069"/>
              <a:ext cx="3810" cy="492759"/>
            </a:xfrm>
            <a:custGeom>
              <a:avLst/>
              <a:gdLst/>
              <a:ahLst/>
              <a:cxnLst/>
              <a:rect l="l" t="t" r="r" b="b"/>
              <a:pathLst>
                <a:path w="3809" h="492760">
                  <a:moveTo>
                    <a:pt x="3810" y="490219"/>
                  </a:moveTo>
                  <a:lnTo>
                    <a:pt x="0" y="490219"/>
                  </a:lnTo>
                  <a:lnTo>
                    <a:pt x="0" y="492760"/>
                  </a:lnTo>
                  <a:lnTo>
                    <a:pt x="3810" y="492760"/>
                  </a:lnTo>
                  <a:lnTo>
                    <a:pt x="3810" y="490219"/>
                  </a:lnTo>
                  <a:close/>
                </a:path>
                <a:path w="3809" h="492760">
                  <a:moveTo>
                    <a:pt x="3810" y="483869"/>
                  </a:moveTo>
                  <a:lnTo>
                    <a:pt x="0" y="483869"/>
                  </a:lnTo>
                  <a:lnTo>
                    <a:pt x="0" y="488950"/>
                  </a:lnTo>
                  <a:lnTo>
                    <a:pt x="3810" y="488950"/>
                  </a:lnTo>
                  <a:lnTo>
                    <a:pt x="3810" y="483869"/>
                  </a:lnTo>
                  <a:close/>
                </a:path>
                <a:path w="3809" h="492760">
                  <a:moveTo>
                    <a:pt x="3810" y="477519"/>
                  </a:moveTo>
                  <a:lnTo>
                    <a:pt x="0" y="477519"/>
                  </a:lnTo>
                  <a:lnTo>
                    <a:pt x="0" y="482600"/>
                  </a:lnTo>
                  <a:lnTo>
                    <a:pt x="3810" y="482600"/>
                  </a:lnTo>
                  <a:lnTo>
                    <a:pt x="3810" y="477519"/>
                  </a:lnTo>
                  <a:close/>
                </a:path>
                <a:path w="3809" h="492760">
                  <a:moveTo>
                    <a:pt x="3810" y="471169"/>
                  </a:moveTo>
                  <a:lnTo>
                    <a:pt x="0" y="471169"/>
                  </a:lnTo>
                  <a:lnTo>
                    <a:pt x="0" y="476250"/>
                  </a:lnTo>
                  <a:lnTo>
                    <a:pt x="3810" y="476250"/>
                  </a:lnTo>
                  <a:lnTo>
                    <a:pt x="3810" y="471169"/>
                  </a:lnTo>
                  <a:close/>
                </a:path>
                <a:path w="3809" h="492760">
                  <a:moveTo>
                    <a:pt x="3810" y="464819"/>
                  </a:moveTo>
                  <a:lnTo>
                    <a:pt x="0" y="464819"/>
                  </a:lnTo>
                  <a:lnTo>
                    <a:pt x="0" y="469900"/>
                  </a:lnTo>
                  <a:lnTo>
                    <a:pt x="3810" y="469900"/>
                  </a:lnTo>
                  <a:lnTo>
                    <a:pt x="3810" y="464819"/>
                  </a:lnTo>
                  <a:close/>
                </a:path>
                <a:path w="3809" h="492760">
                  <a:moveTo>
                    <a:pt x="3810" y="458469"/>
                  </a:moveTo>
                  <a:lnTo>
                    <a:pt x="0" y="458469"/>
                  </a:lnTo>
                  <a:lnTo>
                    <a:pt x="0" y="463550"/>
                  </a:lnTo>
                  <a:lnTo>
                    <a:pt x="3810" y="463550"/>
                  </a:lnTo>
                  <a:lnTo>
                    <a:pt x="3810" y="458469"/>
                  </a:lnTo>
                  <a:close/>
                </a:path>
                <a:path w="3809" h="492760">
                  <a:moveTo>
                    <a:pt x="3810" y="452119"/>
                  </a:moveTo>
                  <a:lnTo>
                    <a:pt x="0" y="452119"/>
                  </a:lnTo>
                  <a:lnTo>
                    <a:pt x="0" y="457200"/>
                  </a:lnTo>
                  <a:lnTo>
                    <a:pt x="3810" y="457200"/>
                  </a:lnTo>
                  <a:lnTo>
                    <a:pt x="3810" y="452119"/>
                  </a:lnTo>
                  <a:close/>
                </a:path>
                <a:path w="3809" h="492760">
                  <a:moveTo>
                    <a:pt x="3810" y="445769"/>
                  </a:moveTo>
                  <a:lnTo>
                    <a:pt x="0" y="445769"/>
                  </a:lnTo>
                  <a:lnTo>
                    <a:pt x="0" y="450850"/>
                  </a:lnTo>
                  <a:lnTo>
                    <a:pt x="3810" y="450850"/>
                  </a:lnTo>
                  <a:lnTo>
                    <a:pt x="3810" y="445769"/>
                  </a:lnTo>
                  <a:close/>
                </a:path>
                <a:path w="3809" h="492760">
                  <a:moveTo>
                    <a:pt x="3810" y="439419"/>
                  </a:moveTo>
                  <a:lnTo>
                    <a:pt x="0" y="439419"/>
                  </a:lnTo>
                  <a:lnTo>
                    <a:pt x="0" y="444500"/>
                  </a:lnTo>
                  <a:lnTo>
                    <a:pt x="3810" y="444500"/>
                  </a:lnTo>
                  <a:lnTo>
                    <a:pt x="3810" y="439419"/>
                  </a:lnTo>
                  <a:close/>
                </a:path>
                <a:path w="3809" h="492760">
                  <a:moveTo>
                    <a:pt x="3810" y="433069"/>
                  </a:moveTo>
                  <a:lnTo>
                    <a:pt x="0" y="433069"/>
                  </a:lnTo>
                  <a:lnTo>
                    <a:pt x="0" y="438150"/>
                  </a:lnTo>
                  <a:lnTo>
                    <a:pt x="3810" y="438150"/>
                  </a:lnTo>
                  <a:lnTo>
                    <a:pt x="3810" y="433069"/>
                  </a:lnTo>
                  <a:close/>
                </a:path>
                <a:path w="3809" h="492760">
                  <a:moveTo>
                    <a:pt x="3810" y="426719"/>
                  </a:moveTo>
                  <a:lnTo>
                    <a:pt x="0" y="426719"/>
                  </a:lnTo>
                  <a:lnTo>
                    <a:pt x="0" y="431800"/>
                  </a:lnTo>
                  <a:lnTo>
                    <a:pt x="3810" y="431800"/>
                  </a:lnTo>
                  <a:lnTo>
                    <a:pt x="3810" y="426719"/>
                  </a:lnTo>
                  <a:close/>
                </a:path>
                <a:path w="3809" h="492760">
                  <a:moveTo>
                    <a:pt x="3810" y="420369"/>
                  </a:moveTo>
                  <a:lnTo>
                    <a:pt x="0" y="420369"/>
                  </a:lnTo>
                  <a:lnTo>
                    <a:pt x="0" y="425450"/>
                  </a:lnTo>
                  <a:lnTo>
                    <a:pt x="3810" y="425450"/>
                  </a:lnTo>
                  <a:lnTo>
                    <a:pt x="3810" y="420369"/>
                  </a:lnTo>
                  <a:close/>
                </a:path>
                <a:path w="3809" h="492760">
                  <a:moveTo>
                    <a:pt x="3810" y="414019"/>
                  </a:moveTo>
                  <a:lnTo>
                    <a:pt x="0" y="414019"/>
                  </a:lnTo>
                  <a:lnTo>
                    <a:pt x="0" y="419100"/>
                  </a:lnTo>
                  <a:lnTo>
                    <a:pt x="3810" y="419100"/>
                  </a:lnTo>
                  <a:lnTo>
                    <a:pt x="3810" y="414019"/>
                  </a:lnTo>
                  <a:close/>
                </a:path>
                <a:path w="3809" h="492760">
                  <a:moveTo>
                    <a:pt x="3810" y="407669"/>
                  </a:moveTo>
                  <a:lnTo>
                    <a:pt x="0" y="407669"/>
                  </a:lnTo>
                  <a:lnTo>
                    <a:pt x="0" y="412750"/>
                  </a:lnTo>
                  <a:lnTo>
                    <a:pt x="3810" y="412750"/>
                  </a:lnTo>
                  <a:lnTo>
                    <a:pt x="3810" y="407669"/>
                  </a:lnTo>
                  <a:close/>
                </a:path>
                <a:path w="3809" h="492760">
                  <a:moveTo>
                    <a:pt x="3810" y="401319"/>
                  </a:moveTo>
                  <a:lnTo>
                    <a:pt x="0" y="401319"/>
                  </a:lnTo>
                  <a:lnTo>
                    <a:pt x="0" y="406400"/>
                  </a:lnTo>
                  <a:lnTo>
                    <a:pt x="3810" y="406400"/>
                  </a:lnTo>
                  <a:lnTo>
                    <a:pt x="3810" y="401319"/>
                  </a:lnTo>
                  <a:close/>
                </a:path>
                <a:path w="3809" h="492760">
                  <a:moveTo>
                    <a:pt x="3810" y="394969"/>
                  </a:moveTo>
                  <a:lnTo>
                    <a:pt x="0" y="394969"/>
                  </a:lnTo>
                  <a:lnTo>
                    <a:pt x="0" y="400050"/>
                  </a:lnTo>
                  <a:lnTo>
                    <a:pt x="3810" y="400050"/>
                  </a:lnTo>
                  <a:lnTo>
                    <a:pt x="3810" y="394969"/>
                  </a:lnTo>
                  <a:close/>
                </a:path>
                <a:path w="3809" h="492760">
                  <a:moveTo>
                    <a:pt x="3810" y="7619"/>
                  </a:moveTo>
                  <a:lnTo>
                    <a:pt x="0" y="7619"/>
                  </a:lnTo>
                  <a:lnTo>
                    <a:pt x="0" y="393700"/>
                  </a:lnTo>
                  <a:lnTo>
                    <a:pt x="3810" y="393700"/>
                  </a:lnTo>
                  <a:lnTo>
                    <a:pt x="3810" y="7619"/>
                  </a:lnTo>
                  <a:close/>
                </a:path>
                <a:path w="3809" h="492760">
                  <a:moveTo>
                    <a:pt x="1270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C1AE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2" name="object 3532"/>
            <p:cNvSpPr/>
            <p:nvPr/>
          </p:nvSpPr>
          <p:spPr>
            <a:xfrm>
              <a:off x="7049770" y="2975609"/>
              <a:ext cx="2540" cy="491490"/>
            </a:xfrm>
            <a:custGeom>
              <a:avLst/>
              <a:gdLst/>
              <a:ahLst/>
              <a:cxnLst/>
              <a:rect l="l" t="t" r="r" b="b"/>
              <a:pathLst>
                <a:path w="2540" h="491489">
                  <a:moveTo>
                    <a:pt x="2540" y="487680"/>
                  </a:moveTo>
                  <a:lnTo>
                    <a:pt x="0" y="487680"/>
                  </a:lnTo>
                  <a:lnTo>
                    <a:pt x="0" y="491490"/>
                  </a:lnTo>
                  <a:lnTo>
                    <a:pt x="2540" y="491490"/>
                  </a:lnTo>
                  <a:lnTo>
                    <a:pt x="2540" y="487680"/>
                  </a:lnTo>
                  <a:close/>
                </a:path>
                <a:path w="2540" h="491489">
                  <a:moveTo>
                    <a:pt x="2540" y="481330"/>
                  </a:moveTo>
                  <a:lnTo>
                    <a:pt x="0" y="481330"/>
                  </a:lnTo>
                  <a:lnTo>
                    <a:pt x="0" y="486410"/>
                  </a:lnTo>
                  <a:lnTo>
                    <a:pt x="2540" y="486410"/>
                  </a:lnTo>
                  <a:lnTo>
                    <a:pt x="2540" y="481330"/>
                  </a:lnTo>
                  <a:close/>
                </a:path>
                <a:path w="2540" h="491489">
                  <a:moveTo>
                    <a:pt x="2540" y="474980"/>
                  </a:moveTo>
                  <a:lnTo>
                    <a:pt x="0" y="474980"/>
                  </a:lnTo>
                  <a:lnTo>
                    <a:pt x="0" y="480060"/>
                  </a:lnTo>
                  <a:lnTo>
                    <a:pt x="2540" y="480060"/>
                  </a:lnTo>
                  <a:lnTo>
                    <a:pt x="2540" y="474980"/>
                  </a:lnTo>
                  <a:close/>
                </a:path>
                <a:path w="2540" h="491489">
                  <a:moveTo>
                    <a:pt x="2540" y="468630"/>
                  </a:moveTo>
                  <a:lnTo>
                    <a:pt x="0" y="468630"/>
                  </a:lnTo>
                  <a:lnTo>
                    <a:pt x="0" y="473710"/>
                  </a:lnTo>
                  <a:lnTo>
                    <a:pt x="2540" y="473710"/>
                  </a:lnTo>
                  <a:lnTo>
                    <a:pt x="2540" y="468630"/>
                  </a:lnTo>
                  <a:close/>
                </a:path>
                <a:path w="2540" h="491489">
                  <a:moveTo>
                    <a:pt x="2540" y="462280"/>
                  </a:moveTo>
                  <a:lnTo>
                    <a:pt x="0" y="462280"/>
                  </a:lnTo>
                  <a:lnTo>
                    <a:pt x="0" y="467360"/>
                  </a:lnTo>
                  <a:lnTo>
                    <a:pt x="2540" y="467360"/>
                  </a:lnTo>
                  <a:lnTo>
                    <a:pt x="2540" y="462280"/>
                  </a:lnTo>
                  <a:close/>
                </a:path>
                <a:path w="2540" h="491489">
                  <a:moveTo>
                    <a:pt x="2540" y="455930"/>
                  </a:moveTo>
                  <a:lnTo>
                    <a:pt x="0" y="455930"/>
                  </a:lnTo>
                  <a:lnTo>
                    <a:pt x="0" y="461010"/>
                  </a:lnTo>
                  <a:lnTo>
                    <a:pt x="2540" y="461010"/>
                  </a:lnTo>
                  <a:lnTo>
                    <a:pt x="2540" y="455930"/>
                  </a:lnTo>
                  <a:close/>
                </a:path>
                <a:path w="2540" h="491489">
                  <a:moveTo>
                    <a:pt x="2540" y="449580"/>
                  </a:moveTo>
                  <a:lnTo>
                    <a:pt x="0" y="449580"/>
                  </a:lnTo>
                  <a:lnTo>
                    <a:pt x="0" y="454660"/>
                  </a:lnTo>
                  <a:lnTo>
                    <a:pt x="2540" y="454660"/>
                  </a:lnTo>
                  <a:lnTo>
                    <a:pt x="2540" y="449580"/>
                  </a:lnTo>
                  <a:close/>
                </a:path>
                <a:path w="2540" h="491489">
                  <a:moveTo>
                    <a:pt x="2540" y="443230"/>
                  </a:moveTo>
                  <a:lnTo>
                    <a:pt x="0" y="443230"/>
                  </a:lnTo>
                  <a:lnTo>
                    <a:pt x="0" y="448310"/>
                  </a:lnTo>
                  <a:lnTo>
                    <a:pt x="2540" y="448310"/>
                  </a:lnTo>
                  <a:lnTo>
                    <a:pt x="2540" y="443230"/>
                  </a:lnTo>
                  <a:close/>
                </a:path>
                <a:path w="2540" h="491489">
                  <a:moveTo>
                    <a:pt x="2540" y="436880"/>
                  </a:moveTo>
                  <a:lnTo>
                    <a:pt x="0" y="436880"/>
                  </a:lnTo>
                  <a:lnTo>
                    <a:pt x="0" y="441960"/>
                  </a:lnTo>
                  <a:lnTo>
                    <a:pt x="2540" y="441960"/>
                  </a:lnTo>
                  <a:lnTo>
                    <a:pt x="2540" y="436880"/>
                  </a:lnTo>
                  <a:close/>
                </a:path>
                <a:path w="2540" h="491489">
                  <a:moveTo>
                    <a:pt x="2540" y="430530"/>
                  </a:moveTo>
                  <a:lnTo>
                    <a:pt x="0" y="430530"/>
                  </a:lnTo>
                  <a:lnTo>
                    <a:pt x="0" y="435610"/>
                  </a:lnTo>
                  <a:lnTo>
                    <a:pt x="2540" y="435610"/>
                  </a:lnTo>
                  <a:lnTo>
                    <a:pt x="2540" y="430530"/>
                  </a:lnTo>
                  <a:close/>
                </a:path>
                <a:path w="2540" h="491489">
                  <a:moveTo>
                    <a:pt x="2540" y="424180"/>
                  </a:moveTo>
                  <a:lnTo>
                    <a:pt x="0" y="424180"/>
                  </a:lnTo>
                  <a:lnTo>
                    <a:pt x="0" y="429260"/>
                  </a:lnTo>
                  <a:lnTo>
                    <a:pt x="2540" y="429260"/>
                  </a:lnTo>
                  <a:lnTo>
                    <a:pt x="2540" y="424180"/>
                  </a:lnTo>
                  <a:close/>
                </a:path>
                <a:path w="2540" h="491489">
                  <a:moveTo>
                    <a:pt x="2540" y="417830"/>
                  </a:moveTo>
                  <a:lnTo>
                    <a:pt x="0" y="417830"/>
                  </a:lnTo>
                  <a:lnTo>
                    <a:pt x="0" y="422910"/>
                  </a:lnTo>
                  <a:lnTo>
                    <a:pt x="2540" y="422910"/>
                  </a:lnTo>
                  <a:lnTo>
                    <a:pt x="2540" y="417830"/>
                  </a:lnTo>
                  <a:close/>
                </a:path>
                <a:path w="2540" h="491489">
                  <a:moveTo>
                    <a:pt x="2540" y="411480"/>
                  </a:moveTo>
                  <a:lnTo>
                    <a:pt x="0" y="411480"/>
                  </a:lnTo>
                  <a:lnTo>
                    <a:pt x="0" y="416560"/>
                  </a:lnTo>
                  <a:lnTo>
                    <a:pt x="2540" y="416560"/>
                  </a:lnTo>
                  <a:lnTo>
                    <a:pt x="2540" y="411480"/>
                  </a:lnTo>
                  <a:close/>
                </a:path>
                <a:path w="2540" h="491489">
                  <a:moveTo>
                    <a:pt x="2540" y="405130"/>
                  </a:moveTo>
                  <a:lnTo>
                    <a:pt x="0" y="405130"/>
                  </a:lnTo>
                  <a:lnTo>
                    <a:pt x="0" y="410210"/>
                  </a:lnTo>
                  <a:lnTo>
                    <a:pt x="2540" y="410210"/>
                  </a:lnTo>
                  <a:lnTo>
                    <a:pt x="2540" y="405130"/>
                  </a:lnTo>
                  <a:close/>
                </a:path>
                <a:path w="2540" h="491489">
                  <a:moveTo>
                    <a:pt x="2540" y="398780"/>
                  </a:moveTo>
                  <a:lnTo>
                    <a:pt x="0" y="398780"/>
                  </a:lnTo>
                  <a:lnTo>
                    <a:pt x="0" y="403860"/>
                  </a:lnTo>
                  <a:lnTo>
                    <a:pt x="2540" y="403860"/>
                  </a:lnTo>
                  <a:lnTo>
                    <a:pt x="2540" y="398780"/>
                  </a:lnTo>
                  <a:close/>
                </a:path>
                <a:path w="2540" h="491489">
                  <a:moveTo>
                    <a:pt x="2540" y="392430"/>
                  </a:moveTo>
                  <a:lnTo>
                    <a:pt x="0" y="392430"/>
                  </a:lnTo>
                  <a:lnTo>
                    <a:pt x="0" y="397510"/>
                  </a:lnTo>
                  <a:lnTo>
                    <a:pt x="2540" y="397510"/>
                  </a:lnTo>
                  <a:lnTo>
                    <a:pt x="2540" y="392430"/>
                  </a:lnTo>
                  <a:close/>
                </a:path>
                <a:path w="2540" h="491489">
                  <a:moveTo>
                    <a:pt x="2540" y="5080"/>
                  </a:moveTo>
                  <a:lnTo>
                    <a:pt x="0" y="5080"/>
                  </a:lnTo>
                  <a:lnTo>
                    <a:pt x="0" y="391160"/>
                  </a:lnTo>
                  <a:lnTo>
                    <a:pt x="2540" y="391160"/>
                  </a:lnTo>
                  <a:lnTo>
                    <a:pt x="2540" y="5080"/>
                  </a:lnTo>
                  <a:close/>
                </a:path>
                <a:path w="2540" h="491489">
                  <a:moveTo>
                    <a:pt x="254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40" y="381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C0AD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3" name="object 3533"/>
            <p:cNvSpPr/>
            <p:nvPr/>
          </p:nvSpPr>
          <p:spPr>
            <a:xfrm>
              <a:off x="7052310" y="2976880"/>
              <a:ext cx="3810" cy="490220"/>
            </a:xfrm>
            <a:custGeom>
              <a:avLst/>
              <a:gdLst/>
              <a:ahLst/>
              <a:cxnLst/>
              <a:rect l="l" t="t" r="r" b="b"/>
              <a:pathLst>
                <a:path w="3809" h="490220">
                  <a:moveTo>
                    <a:pt x="3810" y="486409"/>
                  </a:moveTo>
                  <a:lnTo>
                    <a:pt x="0" y="486409"/>
                  </a:lnTo>
                  <a:lnTo>
                    <a:pt x="0" y="490219"/>
                  </a:lnTo>
                  <a:lnTo>
                    <a:pt x="3810" y="490219"/>
                  </a:lnTo>
                  <a:lnTo>
                    <a:pt x="3810" y="486409"/>
                  </a:lnTo>
                  <a:close/>
                </a:path>
                <a:path w="3809" h="490220">
                  <a:moveTo>
                    <a:pt x="3810" y="480059"/>
                  </a:moveTo>
                  <a:lnTo>
                    <a:pt x="0" y="480059"/>
                  </a:lnTo>
                  <a:lnTo>
                    <a:pt x="0" y="485139"/>
                  </a:lnTo>
                  <a:lnTo>
                    <a:pt x="3810" y="485139"/>
                  </a:lnTo>
                  <a:lnTo>
                    <a:pt x="3810" y="480059"/>
                  </a:lnTo>
                  <a:close/>
                </a:path>
                <a:path w="3809" h="490220">
                  <a:moveTo>
                    <a:pt x="3810" y="473709"/>
                  </a:moveTo>
                  <a:lnTo>
                    <a:pt x="0" y="473709"/>
                  </a:lnTo>
                  <a:lnTo>
                    <a:pt x="0" y="478789"/>
                  </a:lnTo>
                  <a:lnTo>
                    <a:pt x="3810" y="478789"/>
                  </a:lnTo>
                  <a:lnTo>
                    <a:pt x="3810" y="473709"/>
                  </a:lnTo>
                  <a:close/>
                </a:path>
                <a:path w="3809" h="490220">
                  <a:moveTo>
                    <a:pt x="3810" y="467359"/>
                  </a:moveTo>
                  <a:lnTo>
                    <a:pt x="0" y="467359"/>
                  </a:lnTo>
                  <a:lnTo>
                    <a:pt x="0" y="472439"/>
                  </a:lnTo>
                  <a:lnTo>
                    <a:pt x="3810" y="472439"/>
                  </a:lnTo>
                  <a:lnTo>
                    <a:pt x="3810" y="467359"/>
                  </a:lnTo>
                  <a:close/>
                </a:path>
                <a:path w="3809" h="490220">
                  <a:moveTo>
                    <a:pt x="3810" y="461009"/>
                  </a:moveTo>
                  <a:lnTo>
                    <a:pt x="0" y="461009"/>
                  </a:lnTo>
                  <a:lnTo>
                    <a:pt x="0" y="466089"/>
                  </a:lnTo>
                  <a:lnTo>
                    <a:pt x="3810" y="466089"/>
                  </a:lnTo>
                  <a:lnTo>
                    <a:pt x="3810" y="461009"/>
                  </a:lnTo>
                  <a:close/>
                </a:path>
                <a:path w="3809" h="490220">
                  <a:moveTo>
                    <a:pt x="3810" y="454659"/>
                  </a:moveTo>
                  <a:lnTo>
                    <a:pt x="0" y="454659"/>
                  </a:lnTo>
                  <a:lnTo>
                    <a:pt x="0" y="459739"/>
                  </a:lnTo>
                  <a:lnTo>
                    <a:pt x="3810" y="459739"/>
                  </a:lnTo>
                  <a:lnTo>
                    <a:pt x="3810" y="454659"/>
                  </a:lnTo>
                  <a:close/>
                </a:path>
                <a:path w="3809" h="490220">
                  <a:moveTo>
                    <a:pt x="3810" y="448309"/>
                  </a:moveTo>
                  <a:lnTo>
                    <a:pt x="0" y="448309"/>
                  </a:lnTo>
                  <a:lnTo>
                    <a:pt x="0" y="453389"/>
                  </a:lnTo>
                  <a:lnTo>
                    <a:pt x="3810" y="453389"/>
                  </a:lnTo>
                  <a:lnTo>
                    <a:pt x="3810" y="448309"/>
                  </a:lnTo>
                  <a:close/>
                </a:path>
                <a:path w="3809" h="490220">
                  <a:moveTo>
                    <a:pt x="3810" y="441959"/>
                  </a:moveTo>
                  <a:lnTo>
                    <a:pt x="0" y="441959"/>
                  </a:lnTo>
                  <a:lnTo>
                    <a:pt x="0" y="447039"/>
                  </a:lnTo>
                  <a:lnTo>
                    <a:pt x="3810" y="447039"/>
                  </a:lnTo>
                  <a:lnTo>
                    <a:pt x="3810" y="441959"/>
                  </a:lnTo>
                  <a:close/>
                </a:path>
                <a:path w="3809" h="490220">
                  <a:moveTo>
                    <a:pt x="3810" y="435609"/>
                  </a:moveTo>
                  <a:lnTo>
                    <a:pt x="0" y="435609"/>
                  </a:lnTo>
                  <a:lnTo>
                    <a:pt x="0" y="440689"/>
                  </a:lnTo>
                  <a:lnTo>
                    <a:pt x="3810" y="440689"/>
                  </a:lnTo>
                  <a:lnTo>
                    <a:pt x="3810" y="435609"/>
                  </a:lnTo>
                  <a:close/>
                </a:path>
                <a:path w="3809" h="490220">
                  <a:moveTo>
                    <a:pt x="3810" y="429259"/>
                  </a:moveTo>
                  <a:lnTo>
                    <a:pt x="0" y="429259"/>
                  </a:lnTo>
                  <a:lnTo>
                    <a:pt x="0" y="434339"/>
                  </a:lnTo>
                  <a:lnTo>
                    <a:pt x="3810" y="434339"/>
                  </a:lnTo>
                  <a:lnTo>
                    <a:pt x="3810" y="429259"/>
                  </a:lnTo>
                  <a:close/>
                </a:path>
                <a:path w="3809" h="490220">
                  <a:moveTo>
                    <a:pt x="3810" y="422909"/>
                  </a:moveTo>
                  <a:lnTo>
                    <a:pt x="0" y="422909"/>
                  </a:lnTo>
                  <a:lnTo>
                    <a:pt x="0" y="427989"/>
                  </a:lnTo>
                  <a:lnTo>
                    <a:pt x="3810" y="427989"/>
                  </a:lnTo>
                  <a:lnTo>
                    <a:pt x="3810" y="422909"/>
                  </a:lnTo>
                  <a:close/>
                </a:path>
                <a:path w="3809" h="490220">
                  <a:moveTo>
                    <a:pt x="3810" y="416559"/>
                  </a:moveTo>
                  <a:lnTo>
                    <a:pt x="0" y="416559"/>
                  </a:lnTo>
                  <a:lnTo>
                    <a:pt x="0" y="421639"/>
                  </a:lnTo>
                  <a:lnTo>
                    <a:pt x="3810" y="421639"/>
                  </a:lnTo>
                  <a:lnTo>
                    <a:pt x="3810" y="416559"/>
                  </a:lnTo>
                  <a:close/>
                </a:path>
                <a:path w="3809" h="490220">
                  <a:moveTo>
                    <a:pt x="3810" y="410209"/>
                  </a:moveTo>
                  <a:lnTo>
                    <a:pt x="0" y="410209"/>
                  </a:lnTo>
                  <a:lnTo>
                    <a:pt x="0" y="415289"/>
                  </a:lnTo>
                  <a:lnTo>
                    <a:pt x="3810" y="415289"/>
                  </a:lnTo>
                  <a:lnTo>
                    <a:pt x="3810" y="410209"/>
                  </a:lnTo>
                  <a:close/>
                </a:path>
                <a:path w="3809" h="490220">
                  <a:moveTo>
                    <a:pt x="3810" y="403859"/>
                  </a:moveTo>
                  <a:lnTo>
                    <a:pt x="0" y="403859"/>
                  </a:lnTo>
                  <a:lnTo>
                    <a:pt x="0" y="408939"/>
                  </a:lnTo>
                  <a:lnTo>
                    <a:pt x="3810" y="408939"/>
                  </a:lnTo>
                  <a:lnTo>
                    <a:pt x="3810" y="403859"/>
                  </a:lnTo>
                  <a:close/>
                </a:path>
                <a:path w="3809" h="490220">
                  <a:moveTo>
                    <a:pt x="3810" y="397509"/>
                  </a:moveTo>
                  <a:lnTo>
                    <a:pt x="0" y="397509"/>
                  </a:lnTo>
                  <a:lnTo>
                    <a:pt x="0" y="402589"/>
                  </a:lnTo>
                  <a:lnTo>
                    <a:pt x="3810" y="402589"/>
                  </a:lnTo>
                  <a:lnTo>
                    <a:pt x="3810" y="397509"/>
                  </a:lnTo>
                  <a:close/>
                </a:path>
                <a:path w="3809" h="490220">
                  <a:moveTo>
                    <a:pt x="3810" y="391159"/>
                  </a:moveTo>
                  <a:lnTo>
                    <a:pt x="0" y="391159"/>
                  </a:lnTo>
                  <a:lnTo>
                    <a:pt x="0" y="396239"/>
                  </a:lnTo>
                  <a:lnTo>
                    <a:pt x="3810" y="396239"/>
                  </a:lnTo>
                  <a:lnTo>
                    <a:pt x="3810" y="391159"/>
                  </a:lnTo>
                  <a:close/>
                </a:path>
                <a:path w="3809" h="490220">
                  <a:moveTo>
                    <a:pt x="3810" y="3809"/>
                  </a:moveTo>
                  <a:lnTo>
                    <a:pt x="0" y="3809"/>
                  </a:lnTo>
                  <a:lnTo>
                    <a:pt x="0" y="389889"/>
                  </a:lnTo>
                  <a:lnTo>
                    <a:pt x="3810" y="389889"/>
                  </a:lnTo>
                  <a:lnTo>
                    <a:pt x="3810" y="3809"/>
                  </a:lnTo>
                  <a:close/>
                </a:path>
                <a:path w="3809" h="490220">
                  <a:moveTo>
                    <a:pt x="127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BFAC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4" name="object 3534"/>
            <p:cNvSpPr/>
            <p:nvPr/>
          </p:nvSpPr>
          <p:spPr>
            <a:xfrm>
              <a:off x="7056120" y="2979419"/>
              <a:ext cx="3810" cy="490220"/>
            </a:xfrm>
            <a:custGeom>
              <a:avLst/>
              <a:gdLst/>
              <a:ahLst/>
              <a:cxnLst/>
              <a:rect l="l" t="t" r="r" b="b"/>
              <a:pathLst>
                <a:path w="3809" h="490220">
                  <a:moveTo>
                    <a:pt x="3809" y="483869"/>
                  </a:moveTo>
                  <a:lnTo>
                    <a:pt x="0" y="483869"/>
                  </a:lnTo>
                  <a:lnTo>
                    <a:pt x="0" y="490219"/>
                  </a:lnTo>
                  <a:lnTo>
                    <a:pt x="3809" y="490219"/>
                  </a:lnTo>
                  <a:lnTo>
                    <a:pt x="3809" y="483869"/>
                  </a:lnTo>
                  <a:close/>
                </a:path>
                <a:path w="3809" h="490220">
                  <a:moveTo>
                    <a:pt x="3809" y="477519"/>
                  </a:moveTo>
                  <a:lnTo>
                    <a:pt x="0" y="477519"/>
                  </a:lnTo>
                  <a:lnTo>
                    <a:pt x="0" y="482600"/>
                  </a:lnTo>
                  <a:lnTo>
                    <a:pt x="3809" y="482600"/>
                  </a:lnTo>
                  <a:lnTo>
                    <a:pt x="3809" y="477519"/>
                  </a:lnTo>
                  <a:close/>
                </a:path>
                <a:path w="3809" h="490220">
                  <a:moveTo>
                    <a:pt x="3809" y="471169"/>
                  </a:moveTo>
                  <a:lnTo>
                    <a:pt x="0" y="471169"/>
                  </a:lnTo>
                  <a:lnTo>
                    <a:pt x="0" y="476250"/>
                  </a:lnTo>
                  <a:lnTo>
                    <a:pt x="3809" y="476250"/>
                  </a:lnTo>
                  <a:lnTo>
                    <a:pt x="3809" y="471169"/>
                  </a:lnTo>
                  <a:close/>
                </a:path>
                <a:path w="3809" h="490220">
                  <a:moveTo>
                    <a:pt x="3809" y="464819"/>
                  </a:moveTo>
                  <a:lnTo>
                    <a:pt x="0" y="464819"/>
                  </a:lnTo>
                  <a:lnTo>
                    <a:pt x="0" y="469900"/>
                  </a:lnTo>
                  <a:lnTo>
                    <a:pt x="3809" y="469900"/>
                  </a:lnTo>
                  <a:lnTo>
                    <a:pt x="3809" y="464819"/>
                  </a:lnTo>
                  <a:close/>
                </a:path>
                <a:path w="3809" h="490220">
                  <a:moveTo>
                    <a:pt x="3809" y="458469"/>
                  </a:moveTo>
                  <a:lnTo>
                    <a:pt x="0" y="458469"/>
                  </a:lnTo>
                  <a:lnTo>
                    <a:pt x="0" y="463550"/>
                  </a:lnTo>
                  <a:lnTo>
                    <a:pt x="3809" y="463550"/>
                  </a:lnTo>
                  <a:lnTo>
                    <a:pt x="3809" y="458469"/>
                  </a:lnTo>
                  <a:close/>
                </a:path>
                <a:path w="3809" h="490220">
                  <a:moveTo>
                    <a:pt x="3809" y="452119"/>
                  </a:moveTo>
                  <a:lnTo>
                    <a:pt x="0" y="452119"/>
                  </a:lnTo>
                  <a:lnTo>
                    <a:pt x="0" y="457200"/>
                  </a:lnTo>
                  <a:lnTo>
                    <a:pt x="3809" y="457200"/>
                  </a:lnTo>
                  <a:lnTo>
                    <a:pt x="3809" y="452119"/>
                  </a:lnTo>
                  <a:close/>
                </a:path>
                <a:path w="3809" h="490220">
                  <a:moveTo>
                    <a:pt x="3809" y="445769"/>
                  </a:moveTo>
                  <a:lnTo>
                    <a:pt x="0" y="445769"/>
                  </a:lnTo>
                  <a:lnTo>
                    <a:pt x="0" y="450850"/>
                  </a:lnTo>
                  <a:lnTo>
                    <a:pt x="3809" y="450850"/>
                  </a:lnTo>
                  <a:lnTo>
                    <a:pt x="3809" y="445769"/>
                  </a:lnTo>
                  <a:close/>
                </a:path>
                <a:path w="3809" h="490220">
                  <a:moveTo>
                    <a:pt x="3809" y="439419"/>
                  </a:moveTo>
                  <a:lnTo>
                    <a:pt x="0" y="439419"/>
                  </a:lnTo>
                  <a:lnTo>
                    <a:pt x="0" y="444500"/>
                  </a:lnTo>
                  <a:lnTo>
                    <a:pt x="3809" y="444500"/>
                  </a:lnTo>
                  <a:lnTo>
                    <a:pt x="3809" y="439419"/>
                  </a:lnTo>
                  <a:close/>
                </a:path>
                <a:path w="3809" h="490220">
                  <a:moveTo>
                    <a:pt x="3809" y="433069"/>
                  </a:moveTo>
                  <a:lnTo>
                    <a:pt x="0" y="433069"/>
                  </a:lnTo>
                  <a:lnTo>
                    <a:pt x="0" y="438150"/>
                  </a:lnTo>
                  <a:lnTo>
                    <a:pt x="3809" y="438150"/>
                  </a:lnTo>
                  <a:lnTo>
                    <a:pt x="3809" y="433069"/>
                  </a:lnTo>
                  <a:close/>
                </a:path>
                <a:path w="3809" h="490220">
                  <a:moveTo>
                    <a:pt x="3809" y="426719"/>
                  </a:moveTo>
                  <a:lnTo>
                    <a:pt x="0" y="426719"/>
                  </a:lnTo>
                  <a:lnTo>
                    <a:pt x="0" y="431800"/>
                  </a:lnTo>
                  <a:lnTo>
                    <a:pt x="3809" y="431800"/>
                  </a:lnTo>
                  <a:lnTo>
                    <a:pt x="3809" y="426719"/>
                  </a:lnTo>
                  <a:close/>
                </a:path>
                <a:path w="3809" h="490220">
                  <a:moveTo>
                    <a:pt x="3809" y="420369"/>
                  </a:moveTo>
                  <a:lnTo>
                    <a:pt x="0" y="420369"/>
                  </a:lnTo>
                  <a:lnTo>
                    <a:pt x="0" y="425450"/>
                  </a:lnTo>
                  <a:lnTo>
                    <a:pt x="3809" y="425450"/>
                  </a:lnTo>
                  <a:lnTo>
                    <a:pt x="3809" y="420369"/>
                  </a:lnTo>
                  <a:close/>
                </a:path>
                <a:path w="3809" h="490220">
                  <a:moveTo>
                    <a:pt x="3809" y="414019"/>
                  </a:moveTo>
                  <a:lnTo>
                    <a:pt x="0" y="414019"/>
                  </a:lnTo>
                  <a:lnTo>
                    <a:pt x="0" y="419100"/>
                  </a:lnTo>
                  <a:lnTo>
                    <a:pt x="3809" y="419100"/>
                  </a:lnTo>
                  <a:lnTo>
                    <a:pt x="3809" y="414019"/>
                  </a:lnTo>
                  <a:close/>
                </a:path>
                <a:path w="3809" h="490220">
                  <a:moveTo>
                    <a:pt x="3809" y="407669"/>
                  </a:moveTo>
                  <a:lnTo>
                    <a:pt x="0" y="407669"/>
                  </a:lnTo>
                  <a:lnTo>
                    <a:pt x="0" y="412750"/>
                  </a:lnTo>
                  <a:lnTo>
                    <a:pt x="3809" y="412750"/>
                  </a:lnTo>
                  <a:lnTo>
                    <a:pt x="3809" y="407669"/>
                  </a:lnTo>
                  <a:close/>
                </a:path>
                <a:path w="3809" h="490220">
                  <a:moveTo>
                    <a:pt x="3809" y="401319"/>
                  </a:moveTo>
                  <a:lnTo>
                    <a:pt x="0" y="401319"/>
                  </a:lnTo>
                  <a:lnTo>
                    <a:pt x="0" y="406400"/>
                  </a:lnTo>
                  <a:lnTo>
                    <a:pt x="3809" y="406400"/>
                  </a:lnTo>
                  <a:lnTo>
                    <a:pt x="3809" y="401319"/>
                  </a:lnTo>
                  <a:close/>
                </a:path>
                <a:path w="3809" h="490220">
                  <a:moveTo>
                    <a:pt x="3809" y="394969"/>
                  </a:moveTo>
                  <a:lnTo>
                    <a:pt x="0" y="394969"/>
                  </a:lnTo>
                  <a:lnTo>
                    <a:pt x="0" y="400050"/>
                  </a:lnTo>
                  <a:lnTo>
                    <a:pt x="3809" y="400050"/>
                  </a:lnTo>
                  <a:lnTo>
                    <a:pt x="3809" y="394969"/>
                  </a:lnTo>
                  <a:close/>
                </a:path>
                <a:path w="3809" h="490220">
                  <a:moveTo>
                    <a:pt x="3809" y="388619"/>
                  </a:moveTo>
                  <a:lnTo>
                    <a:pt x="0" y="388619"/>
                  </a:lnTo>
                  <a:lnTo>
                    <a:pt x="0" y="393700"/>
                  </a:lnTo>
                  <a:lnTo>
                    <a:pt x="3809" y="393700"/>
                  </a:lnTo>
                  <a:lnTo>
                    <a:pt x="3809" y="388619"/>
                  </a:lnTo>
                  <a:close/>
                </a:path>
                <a:path w="3809" h="490220">
                  <a:moveTo>
                    <a:pt x="2540" y="0"/>
                  </a:moveTo>
                  <a:lnTo>
                    <a:pt x="0" y="0"/>
                  </a:lnTo>
                  <a:lnTo>
                    <a:pt x="0" y="387350"/>
                  </a:lnTo>
                  <a:lnTo>
                    <a:pt x="3809" y="387350"/>
                  </a:lnTo>
                  <a:lnTo>
                    <a:pt x="3809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BFAB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5" name="object 3535"/>
            <p:cNvSpPr/>
            <p:nvPr/>
          </p:nvSpPr>
          <p:spPr>
            <a:xfrm>
              <a:off x="7059929" y="2981960"/>
              <a:ext cx="3810" cy="487680"/>
            </a:xfrm>
            <a:custGeom>
              <a:avLst/>
              <a:gdLst/>
              <a:ahLst/>
              <a:cxnLst/>
              <a:rect l="l" t="t" r="r" b="b"/>
              <a:pathLst>
                <a:path w="3809" h="487679">
                  <a:moveTo>
                    <a:pt x="3810" y="481329"/>
                  </a:moveTo>
                  <a:lnTo>
                    <a:pt x="0" y="481329"/>
                  </a:lnTo>
                  <a:lnTo>
                    <a:pt x="0" y="487679"/>
                  </a:lnTo>
                  <a:lnTo>
                    <a:pt x="2540" y="487679"/>
                  </a:lnTo>
                  <a:lnTo>
                    <a:pt x="2540" y="486410"/>
                  </a:lnTo>
                  <a:lnTo>
                    <a:pt x="3810" y="486410"/>
                  </a:lnTo>
                  <a:lnTo>
                    <a:pt x="3810" y="481329"/>
                  </a:lnTo>
                  <a:close/>
                </a:path>
                <a:path w="3809" h="487679">
                  <a:moveTo>
                    <a:pt x="3810" y="474979"/>
                  </a:moveTo>
                  <a:lnTo>
                    <a:pt x="0" y="474979"/>
                  </a:lnTo>
                  <a:lnTo>
                    <a:pt x="0" y="480060"/>
                  </a:lnTo>
                  <a:lnTo>
                    <a:pt x="3810" y="480060"/>
                  </a:lnTo>
                  <a:lnTo>
                    <a:pt x="3810" y="474979"/>
                  </a:lnTo>
                  <a:close/>
                </a:path>
                <a:path w="3809" h="487679">
                  <a:moveTo>
                    <a:pt x="3810" y="468629"/>
                  </a:moveTo>
                  <a:lnTo>
                    <a:pt x="0" y="468629"/>
                  </a:lnTo>
                  <a:lnTo>
                    <a:pt x="0" y="473710"/>
                  </a:lnTo>
                  <a:lnTo>
                    <a:pt x="3810" y="473710"/>
                  </a:lnTo>
                  <a:lnTo>
                    <a:pt x="3810" y="468629"/>
                  </a:lnTo>
                  <a:close/>
                </a:path>
                <a:path w="3809" h="487679">
                  <a:moveTo>
                    <a:pt x="3810" y="462279"/>
                  </a:moveTo>
                  <a:lnTo>
                    <a:pt x="0" y="462279"/>
                  </a:lnTo>
                  <a:lnTo>
                    <a:pt x="0" y="467360"/>
                  </a:lnTo>
                  <a:lnTo>
                    <a:pt x="3810" y="467360"/>
                  </a:lnTo>
                  <a:lnTo>
                    <a:pt x="3810" y="462279"/>
                  </a:lnTo>
                  <a:close/>
                </a:path>
                <a:path w="3809" h="487679">
                  <a:moveTo>
                    <a:pt x="3810" y="455929"/>
                  </a:moveTo>
                  <a:lnTo>
                    <a:pt x="0" y="455929"/>
                  </a:lnTo>
                  <a:lnTo>
                    <a:pt x="0" y="461010"/>
                  </a:lnTo>
                  <a:lnTo>
                    <a:pt x="3810" y="461010"/>
                  </a:lnTo>
                  <a:lnTo>
                    <a:pt x="3810" y="455929"/>
                  </a:lnTo>
                  <a:close/>
                </a:path>
                <a:path w="3809" h="487679">
                  <a:moveTo>
                    <a:pt x="3810" y="449579"/>
                  </a:moveTo>
                  <a:lnTo>
                    <a:pt x="0" y="449579"/>
                  </a:lnTo>
                  <a:lnTo>
                    <a:pt x="0" y="454660"/>
                  </a:lnTo>
                  <a:lnTo>
                    <a:pt x="3810" y="454660"/>
                  </a:lnTo>
                  <a:lnTo>
                    <a:pt x="3810" y="449579"/>
                  </a:lnTo>
                  <a:close/>
                </a:path>
                <a:path w="3809" h="487679">
                  <a:moveTo>
                    <a:pt x="3810" y="443229"/>
                  </a:moveTo>
                  <a:lnTo>
                    <a:pt x="0" y="443229"/>
                  </a:lnTo>
                  <a:lnTo>
                    <a:pt x="0" y="448310"/>
                  </a:lnTo>
                  <a:lnTo>
                    <a:pt x="3810" y="448310"/>
                  </a:lnTo>
                  <a:lnTo>
                    <a:pt x="3810" y="443229"/>
                  </a:lnTo>
                  <a:close/>
                </a:path>
                <a:path w="3809" h="487679">
                  <a:moveTo>
                    <a:pt x="3810" y="436879"/>
                  </a:moveTo>
                  <a:lnTo>
                    <a:pt x="0" y="436879"/>
                  </a:lnTo>
                  <a:lnTo>
                    <a:pt x="0" y="441960"/>
                  </a:lnTo>
                  <a:lnTo>
                    <a:pt x="3810" y="441960"/>
                  </a:lnTo>
                  <a:lnTo>
                    <a:pt x="3810" y="436879"/>
                  </a:lnTo>
                  <a:close/>
                </a:path>
                <a:path w="3809" h="487679">
                  <a:moveTo>
                    <a:pt x="3810" y="430529"/>
                  </a:moveTo>
                  <a:lnTo>
                    <a:pt x="0" y="430529"/>
                  </a:lnTo>
                  <a:lnTo>
                    <a:pt x="0" y="435610"/>
                  </a:lnTo>
                  <a:lnTo>
                    <a:pt x="3810" y="435610"/>
                  </a:lnTo>
                  <a:lnTo>
                    <a:pt x="3810" y="430529"/>
                  </a:lnTo>
                  <a:close/>
                </a:path>
                <a:path w="3809" h="487679">
                  <a:moveTo>
                    <a:pt x="3810" y="424179"/>
                  </a:moveTo>
                  <a:lnTo>
                    <a:pt x="0" y="424179"/>
                  </a:lnTo>
                  <a:lnTo>
                    <a:pt x="0" y="429260"/>
                  </a:lnTo>
                  <a:lnTo>
                    <a:pt x="3810" y="429260"/>
                  </a:lnTo>
                  <a:lnTo>
                    <a:pt x="3810" y="424179"/>
                  </a:lnTo>
                  <a:close/>
                </a:path>
                <a:path w="3809" h="487679">
                  <a:moveTo>
                    <a:pt x="3810" y="417829"/>
                  </a:moveTo>
                  <a:lnTo>
                    <a:pt x="0" y="417829"/>
                  </a:lnTo>
                  <a:lnTo>
                    <a:pt x="0" y="422910"/>
                  </a:lnTo>
                  <a:lnTo>
                    <a:pt x="3810" y="422910"/>
                  </a:lnTo>
                  <a:lnTo>
                    <a:pt x="3810" y="417829"/>
                  </a:lnTo>
                  <a:close/>
                </a:path>
                <a:path w="3809" h="487679">
                  <a:moveTo>
                    <a:pt x="3810" y="411479"/>
                  </a:moveTo>
                  <a:lnTo>
                    <a:pt x="0" y="411479"/>
                  </a:lnTo>
                  <a:lnTo>
                    <a:pt x="0" y="416560"/>
                  </a:lnTo>
                  <a:lnTo>
                    <a:pt x="3810" y="416560"/>
                  </a:lnTo>
                  <a:lnTo>
                    <a:pt x="3810" y="411479"/>
                  </a:lnTo>
                  <a:close/>
                </a:path>
                <a:path w="3809" h="487679">
                  <a:moveTo>
                    <a:pt x="3810" y="405129"/>
                  </a:moveTo>
                  <a:lnTo>
                    <a:pt x="0" y="405129"/>
                  </a:lnTo>
                  <a:lnTo>
                    <a:pt x="0" y="410210"/>
                  </a:lnTo>
                  <a:lnTo>
                    <a:pt x="3810" y="410210"/>
                  </a:lnTo>
                  <a:lnTo>
                    <a:pt x="3810" y="405129"/>
                  </a:lnTo>
                  <a:close/>
                </a:path>
                <a:path w="3809" h="487679">
                  <a:moveTo>
                    <a:pt x="3810" y="398779"/>
                  </a:moveTo>
                  <a:lnTo>
                    <a:pt x="0" y="398779"/>
                  </a:lnTo>
                  <a:lnTo>
                    <a:pt x="0" y="403860"/>
                  </a:lnTo>
                  <a:lnTo>
                    <a:pt x="3810" y="403860"/>
                  </a:lnTo>
                  <a:lnTo>
                    <a:pt x="3810" y="398779"/>
                  </a:lnTo>
                  <a:close/>
                </a:path>
                <a:path w="3809" h="487679">
                  <a:moveTo>
                    <a:pt x="3810" y="392429"/>
                  </a:moveTo>
                  <a:lnTo>
                    <a:pt x="0" y="392429"/>
                  </a:lnTo>
                  <a:lnTo>
                    <a:pt x="0" y="397510"/>
                  </a:lnTo>
                  <a:lnTo>
                    <a:pt x="3810" y="397510"/>
                  </a:lnTo>
                  <a:lnTo>
                    <a:pt x="3810" y="392429"/>
                  </a:lnTo>
                  <a:close/>
                </a:path>
                <a:path w="3809" h="487679">
                  <a:moveTo>
                    <a:pt x="3810" y="386079"/>
                  </a:moveTo>
                  <a:lnTo>
                    <a:pt x="0" y="386079"/>
                  </a:lnTo>
                  <a:lnTo>
                    <a:pt x="0" y="391160"/>
                  </a:lnTo>
                  <a:lnTo>
                    <a:pt x="3810" y="391160"/>
                  </a:lnTo>
                  <a:lnTo>
                    <a:pt x="3810" y="386079"/>
                  </a:lnTo>
                  <a:close/>
                </a:path>
                <a:path w="3809" h="487679">
                  <a:moveTo>
                    <a:pt x="2540" y="0"/>
                  </a:moveTo>
                  <a:lnTo>
                    <a:pt x="0" y="0"/>
                  </a:lnTo>
                  <a:lnTo>
                    <a:pt x="0" y="384810"/>
                  </a:lnTo>
                  <a:lnTo>
                    <a:pt x="3810" y="38481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BEAA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6" name="object 3536"/>
            <p:cNvSpPr/>
            <p:nvPr/>
          </p:nvSpPr>
          <p:spPr>
            <a:xfrm>
              <a:off x="7063739" y="2983230"/>
              <a:ext cx="3810" cy="487680"/>
            </a:xfrm>
            <a:custGeom>
              <a:avLst/>
              <a:gdLst/>
              <a:ahLst/>
              <a:cxnLst/>
              <a:rect l="l" t="t" r="r" b="b"/>
              <a:pathLst>
                <a:path w="3809" h="487679">
                  <a:moveTo>
                    <a:pt x="3809" y="486409"/>
                  </a:moveTo>
                  <a:lnTo>
                    <a:pt x="2539" y="486409"/>
                  </a:lnTo>
                  <a:lnTo>
                    <a:pt x="2539" y="487679"/>
                  </a:lnTo>
                  <a:lnTo>
                    <a:pt x="3809" y="487679"/>
                  </a:lnTo>
                  <a:lnTo>
                    <a:pt x="3809" y="486409"/>
                  </a:lnTo>
                  <a:close/>
                </a:path>
                <a:path w="3809" h="487679">
                  <a:moveTo>
                    <a:pt x="3809" y="480059"/>
                  </a:moveTo>
                  <a:lnTo>
                    <a:pt x="0" y="480059"/>
                  </a:lnTo>
                  <a:lnTo>
                    <a:pt x="0" y="485139"/>
                  </a:lnTo>
                  <a:lnTo>
                    <a:pt x="3809" y="485139"/>
                  </a:lnTo>
                  <a:lnTo>
                    <a:pt x="3809" y="480059"/>
                  </a:lnTo>
                  <a:close/>
                </a:path>
                <a:path w="3809" h="487679">
                  <a:moveTo>
                    <a:pt x="3809" y="473709"/>
                  </a:moveTo>
                  <a:lnTo>
                    <a:pt x="0" y="473709"/>
                  </a:lnTo>
                  <a:lnTo>
                    <a:pt x="0" y="478789"/>
                  </a:lnTo>
                  <a:lnTo>
                    <a:pt x="3809" y="478789"/>
                  </a:lnTo>
                  <a:lnTo>
                    <a:pt x="3809" y="473709"/>
                  </a:lnTo>
                  <a:close/>
                </a:path>
                <a:path w="3809" h="487679">
                  <a:moveTo>
                    <a:pt x="3809" y="467359"/>
                  </a:moveTo>
                  <a:lnTo>
                    <a:pt x="0" y="467359"/>
                  </a:lnTo>
                  <a:lnTo>
                    <a:pt x="0" y="472439"/>
                  </a:lnTo>
                  <a:lnTo>
                    <a:pt x="3809" y="472439"/>
                  </a:lnTo>
                  <a:lnTo>
                    <a:pt x="3809" y="467359"/>
                  </a:lnTo>
                  <a:close/>
                </a:path>
                <a:path w="3809" h="487679">
                  <a:moveTo>
                    <a:pt x="3809" y="461009"/>
                  </a:moveTo>
                  <a:lnTo>
                    <a:pt x="0" y="461009"/>
                  </a:lnTo>
                  <a:lnTo>
                    <a:pt x="0" y="466089"/>
                  </a:lnTo>
                  <a:lnTo>
                    <a:pt x="3809" y="466089"/>
                  </a:lnTo>
                  <a:lnTo>
                    <a:pt x="3809" y="461009"/>
                  </a:lnTo>
                  <a:close/>
                </a:path>
                <a:path w="3809" h="487679">
                  <a:moveTo>
                    <a:pt x="3809" y="454659"/>
                  </a:moveTo>
                  <a:lnTo>
                    <a:pt x="0" y="454659"/>
                  </a:lnTo>
                  <a:lnTo>
                    <a:pt x="0" y="459739"/>
                  </a:lnTo>
                  <a:lnTo>
                    <a:pt x="3809" y="459739"/>
                  </a:lnTo>
                  <a:lnTo>
                    <a:pt x="3809" y="454659"/>
                  </a:lnTo>
                  <a:close/>
                </a:path>
                <a:path w="3809" h="487679">
                  <a:moveTo>
                    <a:pt x="3809" y="448309"/>
                  </a:moveTo>
                  <a:lnTo>
                    <a:pt x="0" y="448309"/>
                  </a:lnTo>
                  <a:lnTo>
                    <a:pt x="0" y="453389"/>
                  </a:lnTo>
                  <a:lnTo>
                    <a:pt x="3809" y="453389"/>
                  </a:lnTo>
                  <a:lnTo>
                    <a:pt x="3809" y="448309"/>
                  </a:lnTo>
                  <a:close/>
                </a:path>
                <a:path w="3809" h="487679">
                  <a:moveTo>
                    <a:pt x="3809" y="441959"/>
                  </a:moveTo>
                  <a:lnTo>
                    <a:pt x="0" y="441959"/>
                  </a:lnTo>
                  <a:lnTo>
                    <a:pt x="0" y="447039"/>
                  </a:lnTo>
                  <a:lnTo>
                    <a:pt x="3809" y="447039"/>
                  </a:lnTo>
                  <a:lnTo>
                    <a:pt x="3809" y="441959"/>
                  </a:lnTo>
                  <a:close/>
                </a:path>
                <a:path w="3809" h="487679">
                  <a:moveTo>
                    <a:pt x="3809" y="435609"/>
                  </a:moveTo>
                  <a:lnTo>
                    <a:pt x="0" y="435609"/>
                  </a:lnTo>
                  <a:lnTo>
                    <a:pt x="0" y="440689"/>
                  </a:lnTo>
                  <a:lnTo>
                    <a:pt x="3809" y="440689"/>
                  </a:lnTo>
                  <a:lnTo>
                    <a:pt x="3809" y="435609"/>
                  </a:lnTo>
                  <a:close/>
                </a:path>
                <a:path w="3809" h="487679">
                  <a:moveTo>
                    <a:pt x="3809" y="429259"/>
                  </a:moveTo>
                  <a:lnTo>
                    <a:pt x="0" y="429259"/>
                  </a:lnTo>
                  <a:lnTo>
                    <a:pt x="0" y="434339"/>
                  </a:lnTo>
                  <a:lnTo>
                    <a:pt x="3809" y="434339"/>
                  </a:lnTo>
                  <a:lnTo>
                    <a:pt x="3809" y="429259"/>
                  </a:lnTo>
                  <a:close/>
                </a:path>
                <a:path w="3809" h="487679">
                  <a:moveTo>
                    <a:pt x="3809" y="422909"/>
                  </a:moveTo>
                  <a:lnTo>
                    <a:pt x="0" y="422909"/>
                  </a:lnTo>
                  <a:lnTo>
                    <a:pt x="0" y="427989"/>
                  </a:lnTo>
                  <a:lnTo>
                    <a:pt x="3809" y="427989"/>
                  </a:lnTo>
                  <a:lnTo>
                    <a:pt x="3809" y="422909"/>
                  </a:lnTo>
                  <a:close/>
                </a:path>
                <a:path w="3809" h="487679">
                  <a:moveTo>
                    <a:pt x="3809" y="416559"/>
                  </a:moveTo>
                  <a:lnTo>
                    <a:pt x="0" y="416559"/>
                  </a:lnTo>
                  <a:lnTo>
                    <a:pt x="0" y="421639"/>
                  </a:lnTo>
                  <a:lnTo>
                    <a:pt x="3809" y="421639"/>
                  </a:lnTo>
                  <a:lnTo>
                    <a:pt x="3809" y="416559"/>
                  </a:lnTo>
                  <a:close/>
                </a:path>
                <a:path w="3809" h="487679">
                  <a:moveTo>
                    <a:pt x="3809" y="410209"/>
                  </a:moveTo>
                  <a:lnTo>
                    <a:pt x="0" y="410209"/>
                  </a:lnTo>
                  <a:lnTo>
                    <a:pt x="0" y="415289"/>
                  </a:lnTo>
                  <a:lnTo>
                    <a:pt x="3809" y="415289"/>
                  </a:lnTo>
                  <a:lnTo>
                    <a:pt x="3809" y="410209"/>
                  </a:lnTo>
                  <a:close/>
                </a:path>
                <a:path w="3809" h="487679">
                  <a:moveTo>
                    <a:pt x="3809" y="403859"/>
                  </a:moveTo>
                  <a:lnTo>
                    <a:pt x="0" y="403859"/>
                  </a:lnTo>
                  <a:lnTo>
                    <a:pt x="0" y="408939"/>
                  </a:lnTo>
                  <a:lnTo>
                    <a:pt x="3809" y="408939"/>
                  </a:lnTo>
                  <a:lnTo>
                    <a:pt x="3809" y="403859"/>
                  </a:lnTo>
                  <a:close/>
                </a:path>
                <a:path w="3809" h="487679">
                  <a:moveTo>
                    <a:pt x="3809" y="397509"/>
                  </a:moveTo>
                  <a:lnTo>
                    <a:pt x="0" y="397509"/>
                  </a:lnTo>
                  <a:lnTo>
                    <a:pt x="0" y="402589"/>
                  </a:lnTo>
                  <a:lnTo>
                    <a:pt x="3809" y="402589"/>
                  </a:lnTo>
                  <a:lnTo>
                    <a:pt x="3809" y="397509"/>
                  </a:lnTo>
                  <a:close/>
                </a:path>
                <a:path w="3809" h="487679">
                  <a:moveTo>
                    <a:pt x="3809" y="391159"/>
                  </a:moveTo>
                  <a:lnTo>
                    <a:pt x="0" y="391159"/>
                  </a:lnTo>
                  <a:lnTo>
                    <a:pt x="0" y="396239"/>
                  </a:lnTo>
                  <a:lnTo>
                    <a:pt x="3809" y="396239"/>
                  </a:lnTo>
                  <a:lnTo>
                    <a:pt x="3809" y="391159"/>
                  </a:lnTo>
                  <a:close/>
                </a:path>
                <a:path w="3809" h="487679">
                  <a:moveTo>
                    <a:pt x="3809" y="384809"/>
                  </a:moveTo>
                  <a:lnTo>
                    <a:pt x="0" y="384809"/>
                  </a:lnTo>
                  <a:lnTo>
                    <a:pt x="0" y="389889"/>
                  </a:lnTo>
                  <a:lnTo>
                    <a:pt x="3809" y="389889"/>
                  </a:lnTo>
                  <a:lnTo>
                    <a:pt x="3809" y="384809"/>
                  </a:lnTo>
                  <a:close/>
                </a:path>
                <a:path w="3809" h="487679">
                  <a:moveTo>
                    <a:pt x="1270" y="0"/>
                  </a:moveTo>
                  <a:lnTo>
                    <a:pt x="0" y="0"/>
                  </a:lnTo>
                  <a:lnTo>
                    <a:pt x="0" y="383539"/>
                  </a:lnTo>
                  <a:lnTo>
                    <a:pt x="3809" y="383539"/>
                  </a:lnTo>
                  <a:lnTo>
                    <a:pt x="3809" y="365759"/>
                  </a:lnTo>
                  <a:lnTo>
                    <a:pt x="2539" y="365759"/>
                  </a:lnTo>
                  <a:lnTo>
                    <a:pt x="2539" y="121919"/>
                  </a:lnTo>
                  <a:lnTo>
                    <a:pt x="1270" y="121919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BDA97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7" name="object 3537"/>
            <p:cNvSpPr/>
            <p:nvPr/>
          </p:nvSpPr>
          <p:spPr>
            <a:xfrm>
              <a:off x="6846569" y="2853690"/>
              <a:ext cx="219710" cy="615950"/>
            </a:xfrm>
            <a:custGeom>
              <a:avLst/>
              <a:gdLst/>
              <a:ahLst/>
              <a:cxnLst/>
              <a:rect l="l" t="t" r="r" b="b"/>
              <a:pathLst>
                <a:path w="219709" h="615950">
                  <a:moveTo>
                    <a:pt x="217170" y="129539"/>
                  </a:moveTo>
                  <a:lnTo>
                    <a:pt x="217209" y="273585"/>
                  </a:lnTo>
                  <a:lnTo>
                    <a:pt x="217487" y="372268"/>
                  </a:lnTo>
                  <a:lnTo>
                    <a:pt x="218241" y="471189"/>
                  </a:lnTo>
                  <a:lnTo>
                    <a:pt x="219709" y="615950"/>
                  </a:lnTo>
                  <a:lnTo>
                    <a:pt x="151262" y="600334"/>
                  </a:lnTo>
                  <a:lnTo>
                    <a:pt x="99761" y="579414"/>
                  </a:lnTo>
                  <a:lnTo>
                    <a:pt x="60512" y="555508"/>
                  </a:lnTo>
                  <a:lnTo>
                    <a:pt x="28823" y="530931"/>
                  </a:lnTo>
                  <a:lnTo>
                    <a:pt x="0" y="508000"/>
                  </a:lnTo>
                  <a:lnTo>
                    <a:pt x="0" y="321468"/>
                  </a:lnTo>
                  <a:lnTo>
                    <a:pt x="0" y="158750"/>
                  </a:lnTo>
                  <a:lnTo>
                    <a:pt x="0" y="43656"/>
                  </a:lnTo>
                  <a:lnTo>
                    <a:pt x="0" y="0"/>
                  </a:lnTo>
                  <a:lnTo>
                    <a:pt x="3393" y="2024"/>
                  </a:lnTo>
                  <a:lnTo>
                    <a:pt x="27146" y="16192"/>
                  </a:lnTo>
                  <a:lnTo>
                    <a:pt x="91618" y="54649"/>
                  </a:lnTo>
                  <a:lnTo>
                    <a:pt x="217170" y="129539"/>
                  </a:lnTo>
                  <a:close/>
                </a:path>
              </a:pathLst>
            </a:custGeom>
            <a:ln w="646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38" name="object 3538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7065010" y="2849880"/>
              <a:ext cx="228600" cy="228600"/>
            </a:xfrm>
            <a:prstGeom prst="rect">
              <a:avLst/>
            </a:prstGeom>
          </p:spPr>
        </p:pic>
        <p:sp>
          <p:nvSpPr>
            <p:cNvPr id="3539" name="object 3539"/>
            <p:cNvSpPr/>
            <p:nvPr/>
          </p:nvSpPr>
          <p:spPr>
            <a:xfrm>
              <a:off x="7065010" y="2834640"/>
              <a:ext cx="255270" cy="255270"/>
            </a:xfrm>
            <a:custGeom>
              <a:avLst/>
              <a:gdLst/>
              <a:ahLst/>
              <a:cxnLst/>
              <a:rect l="l" t="t" r="r" b="b"/>
              <a:pathLst>
                <a:path w="255270" h="255269">
                  <a:moveTo>
                    <a:pt x="113030" y="142239"/>
                  </a:moveTo>
                  <a:lnTo>
                    <a:pt x="101600" y="142239"/>
                  </a:lnTo>
                  <a:lnTo>
                    <a:pt x="0" y="243840"/>
                  </a:lnTo>
                  <a:lnTo>
                    <a:pt x="0" y="255270"/>
                  </a:lnTo>
                  <a:lnTo>
                    <a:pt x="113030" y="142239"/>
                  </a:lnTo>
                  <a:close/>
                </a:path>
                <a:path w="255270" h="255269">
                  <a:moveTo>
                    <a:pt x="115570" y="139700"/>
                  </a:moveTo>
                  <a:lnTo>
                    <a:pt x="104140" y="139700"/>
                  </a:lnTo>
                  <a:lnTo>
                    <a:pt x="102870" y="140970"/>
                  </a:lnTo>
                  <a:lnTo>
                    <a:pt x="114300" y="140970"/>
                  </a:lnTo>
                  <a:lnTo>
                    <a:pt x="115570" y="139700"/>
                  </a:lnTo>
                  <a:close/>
                </a:path>
                <a:path w="255270" h="255269">
                  <a:moveTo>
                    <a:pt x="119380" y="135889"/>
                  </a:moveTo>
                  <a:lnTo>
                    <a:pt x="107950" y="135889"/>
                  </a:lnTo>
                  <a:lnTo>
                    <a:pt x="105409" y="138430"/>
                  </a:lnTo>
                  <a:lnTo>
                    <a:pt x="116840" y="138430"/>
                  </a:lnTo>
                  <a:lnTo>
                    <a:pt x="119380" y="135889"/>
                  </a:lnTo>
                  <a:close/>
                </a:path>
                <a:path w="255270" h="255269">
                  <a:moveTo>
                    <a:pt x="121920" y="133350"/>
                  </a:moveTo>
                  <a:lnTo>
                    <a:pt x="110490" y="133350"/>
                  </a:lnTo>
                  <a:lnTo>
                    <a:pt x="109220" y="134620"/>
                  </a:lnTo>
                  <a:lnTo>
                    <a:pt x="120650" y="134620"/>
                  </a:lnTo>
                  <a:lnTo>
                    <a:pt x="121920" y="133350"/>
                  </a:lnTo>
                  <a:close/>
                </a:path>
                <a:path w="255270" h="255269">
                  <a:moveTo>
                    <a:pt x="125730" y="129539"/>
                  </a:moveTo>
                  <a:lnTo>
                    <a:pt x="114300" y="129539"/>
                  </a:lnTo>
                  <a:lnTo>
                    <a:pt x="111759" y="132080"/>
                  </a:lnTo>
                  <a:lnTo>
                    <a:pt x="123190" y="132080"/>
                  </a:lnTo>
                  <a:lnTo>
                    <a:pt x="125730" y="129539"/>
                  </a:lnTo>
                  <a:close/>
                </a:path>
                <a:path w="255270" h="255269">
                  <a:moveTo>
                    <a:pt x="128270" y="127000"/>
                  </a:moveTo>
                  <a:lnTo>
                    <a:pt x="116840" y="127000"/>
                  </a:lnTo>
                  <a:lnTo>
                    <a:pt x="115570" y="128270"/>
                  </a:lnTo>
                  <a:lnTo>
                    <a:pt x="127000" y="128270"/>
                  </a:lnTo>
                  <a:lnTo>
                    <a:pt x="128270" y="127000"/>
                  </a:lnTo>
                  <a:close/>
                </a:path>
                <a:path w="255270" h="255269">
                  <a:moveTo>
                    <a:pt x="132080" y="123189"/>
                  </a:moveTo>
                  <a:lnTo>
                    <a:pt x="120650" y="123189"/>
                  </a:lnTo>
                  <a:lnTo>
                    <a:pt x="118109" y="125730"/>
                  </a:lnTo>
                  <a:lnTo>
                    <a:pt x="129540" y="125730"/>
                  </a:lnTo>
                  <a:lnTo>
                    <a:pt x="132080" y="123189"/>
                  </a:lnTo>
                  <a:close/>
                </a:path>
                <a:path w="255270" h="255269">
                  <a:moveTo>
                    <a:pt x="134620" y="120650"/>
                  </a:moveTo>
                  <a:lnTo>
                    <a:pt x="123190" y="120650"/>
                  </a:lnTo>
                  <a:lnTo>
                    <a:pt x="121920" y="121920"/>
                  </a:lnTo>
                  <a:lnTo>
                    <a:pt x="133350" y="121920"/>
                  </a:lnTo>
                  <a:lnTo>
                    <a:pt x="134620" y="120650"/>
                  </a:lnTo>
                  <a:close/>
                </a:path>
                <a:path w="255270" h="255269">
                  <a:moveTo>
                    <a:pt x="138430" y="116839"/>
                  </a:moveTo>
                  <a:lnTo>
                    <a:pt x="127000" y="116839"/>
                  </a:lnTo>
                  <a:lnTo>
                    <a:pt x="124459" y="119380"/>
                  </a:lnTo>
                  <a:lnTo>
                    <a:pt x="135890" y="119380"/>
                  </a:lnTo>
                  <a:lnTo>
                    <a:pt x="138430" y="116839"/>
                  </a:lnTo>
                  <a:close/>
                </a:path>
                <a:path w="255270" h="255269">
                  <a:moveTo>
                    <a:pt x="140970" y="114300"/>
                  </a:moveTo>
                  <a:lnTo>
                    <a:pt x="129540" y="114300"/>
                  </a:lnTo>
                  <a:lnTo>
                    <a:pt x="128270" y="115570"/>
                  </a:lnTo>
                  <a:lnTo>
                    <a:pt x="139700" y="115570"/>
                  </a:lnTo>
                  <a:lnTo>
                    <a:pt x="140970" y="114300"/>
                  </a:lnTo>
                  <a:close/>
                </a:path>
                <a:path w="255270" h="255269">
                  <a:moveTo>
                    <a:pt x="144780" y="110489"/>
                  </a:moveTo>
                  <a:lnTo>
                    <a:pt x="133350" y="110489"/>
                  </a:lnTo>
                  <a:lnTo>
                    <a:pt x="130809" y="113030"/>
                  </a:lnTo>
                  <a:lnTo>
                    <a:pt x="142240" y="113030"/>
                  </a:lnTo>
                  <a:lnTo>
                    <a:pt x="144780" y="110489"/>
                  </a:lnTo>
                  <a:close/>
                </a:path>
                <a:path w="255270" h="255269">
                  <a:moveTo>
                    <a:pt x="147320" y="107950"/>
                  </a:moveTo>
                  <a:lnTo>
                    <a:pt x="135890" y="107950"/>
                  </a:lnTo>
                  <a:lnTo>
                    <a:pt x="134620" y="109220"/>
                  </a:lnTo>
                  <a:lnTo>
                    <a:pt x="146050" y="109220"/>
                  </a:lnTo>
                  <a:lnTo>
                    <a:pt x="147320" y="107950"/>
                  </a:lnTo>
                  <a:close/>
                </a:path>
                <a:path w="255270" h="255269">
                  <a:moveTo>
                    <a:pt x="151130" y="104139"/>
                  </a:moveTo>
                  <a:lnTo>
                    <a:pt x="139700" y="104139"/>
                  </a:lnTo>
                  <a:lnTo>
                    <a:pt x="137159" y="106680"/>
                  </a:lnTo>
                  <a:lnTo>
                    <a:pt x="148590" y="106680"/>
                  </a:lnTo>
                  <a:lnTo>
                    <a:pt x="151130" y="104139"/>
                  </a:lnTo>
                  <a:close/>
                </a:path>
                <a:path w="255270" h="255269">
                  <a:moveTo>
                    <a:pt x="153670" y="101600"/>
                  </a:moveTo>
                  <a:lnTo>
                    <a:pt x="142240" y="101600"/>
                  </a:lnTo>
                  <a:lnTo>
                    <a:pt x="140970" y="102870"/>
                  </a:lnTo>
                  <a:lnTo>
                    <a:pt x="152400" y="102870"/>
                  </a:lnTo>
                  <a:lnTo>
                    <a:pt x="153670" y="101600"/>
                  </a:lnTo>
                  <a:close/>
                </a:path>
                <a:path w="255270" h="255269">
                  <a:moveTo>
                    <a:pt x="157480" y="97789"/>
                  </a:moveTo>
                  <a:lnTo>
                    <a:pt x="146050" y="97789"/>
                  </a:lnTo>
                  <a:lnTo>
                    <a:pt x="143509" y="100330"/>
                  </a:lnTo>
                  <a:lnTo>
                    <a:pt x="154940" y="100330"/>
                  </a:lnTo>
                  <a:lnTo>
                    <a:pt x="157480" y="97789"/>
                  </a:lnTo>
                  <a:close/>
                </a:path>
                <a:path w="255270" h="255269">
                  <a:moveTo>
                    <a:pt x="160020" y="95250"/>
                  </a:moveTo>
                  <a:lnTo>
                    <a:pt x="148590" y="95250"/>
                  </a:lnTo>
                  <a:lnTo>
                    <a:pt x="147320" y="96520"/>
                  </a:lnTo>
                  <a:lnTo>
                    <a:pt x="158750" y="96520"/>
                  </a:lnTo>
                  <a:lnTo>
                    <a:pt x="160020" y="95250"/>
                  </a:lnTo>
                  <a:close/>
                </a:path>
                <a:path w="255270" h="255269">
                  <a:moveTo>
                    <a:pt x="163830" y="91439"/>
                  </a:moveTo>
                  <a:lnTo>
                    <a:pt x="152400" y="91439"/>
                  </a:lnTo>
                  <a:lnTo>
                    <a:pt x="149859" y="93980"/>
                  </a:lnTo>
                  <a:lnTo>
                    <a:pt x="161290" y="93980"/>
                  </a:lnTo>
                  <a:lnTo>
                    <a:pt x="163830" y="91439"/>
                  </a:lnTo>
                  <a:close/>
                </a:path>
                <a:path w="255270" h="255269">
                  <a:moveTo>
                    <a:pt x="166370" y="88900"/>
                  </a:moveTo>
                  <a:lnTo>
                    <a:pt x="154940" y="88900"/>
                  </a:lnTo>
                  <a:lnTo>
                    <a:pt x="153670" y="90170"/>
                  </a:lnTo>
                  <a:lnTo>
                    <a:pt x="165100" y="90170"/>
                  </a:lnTo>
                  <a:lnTo>
                    <a:pt x="166370" y="88900"/>
                  </a:lnTo>
                  <a:close/>
                </a:path>
                <a:path w="255270" h="255269">
                  <a:moveTo>
                    <a:pt x="170180" y="85089"/>
                  </a:moveTo>
                  <a:lnTo>
                    <a:pt x="158750" y="85089"/>
                  </a:lnTo>
                  <a:lnTo>
                    <a:pt x="156209" y="87630"/>
                  </a:lnTo>
                  <a:lnTo>
                    <a:pt x="167640" y="87630"/>
                  </a:lnTo>
                  <a:lnTo>
                    <a:pt x="170180" y="85089"/>
                  </a:lnTo>
                  <a:close/>
                </a:path>
                <a:path w="255270" h="255269">
                  <a:moveTo>
                    <a:pt x="172720" y="82550"/>
                  </a:moveTo>
                  <a:lnTo>
                    <a:pt x="161290" y="82550"/>
                  </a:lnTo>
                  <a:lnTo>
                    <a:pt x="160020" y="83820"/>
                  </a:lnTo>
                  <a:lnTo>
                    <a:pt x="171450" y="83820"/>
                  </a:lnTo>
                  <a:lnTo>
                    <a:pt x="172720" y="82550"/>
                  </a:lnTo>
                  <a:close/>
                </a:path>
                <a:path w="255270" h="255269">
                  <a:moveTo>
                    <a:pt x="176530" y="78739"/>
                  </a:moveTo>
                  <a:lnTo>
                    <a:pt x="165100" y="78739"/>
                  </a:lnTo>
                  <a:lnTo>
                    <a:pt x="162559" y="81280"/>
                  </a:lnTo>
                  <a:lnTo>
                    <a:pt x="173990" y="81280"/>
                  </a:lnTo>
                  <a:lnTo>
                    <a:pt x="176530" y="78739"/>
                  </a:lnTo>
                  <a:close/>
                </a:path>
                <a:path w="255270" h="255269">
                  <a:moveTo>
                    <a:pt x="179070" y="76200"/>
                  </a:moveTo>
                  <a:lnTo>
                    <a:pt x="167640" y="76200"/>
                  </a:lnTo>
                  <a:lnTo>
                    <a:pt x="166370" y="77470"/>
                  </a:lnTo>
                  <a:lnTo>
                    <a:pt x="177800" y="77470"/>
                  </a:lnTo>
                  <a:lnTo>
                    <a:pt x="179070" y="76200"/>
                  </a:lnTo>
                  <a:close/>
                </a:path>
                <a:path w="255270" h="255269">
                  <a:moveTo>
                    <a:pt x="182880" y="72389"/>
                  </a:moveTo>
                  <a:lnTo>
                    <a:pt x="171450" y="72389"/>
                  </a:lnTo>
                  <a:lnTo>
                    <a:pt x="168909" y="74930"/>
                  </a:lnTo>
                  <a:lnTo>
                    <a:pt x="180340" y="74930"/>
                  </a:lnTo>
                  <a:lnTo>
                    <a:pt x="182880" y="72389"/>
                  </a:lnTo>
                  <a:close/>
                </a:path>
                <a:path w="255270" h="255269">
                  <a:moveTo>
                    <a:pt x="185420" y="69850"/>
                  </a:moveTo>
                  <a:lnTo>
                    <a:pt x="173990" y="69850"/>
                  </a:lnTo>
                  <a:lnTo>
                    <a:pt x="172720" y="71120"/>
                  </a:lnTo>
                  <a:lnTo>
                    <a:pt x="184150" y="71120"/>
                  </a:lnTo>
                  <a:lnTo>
                    <a:pt x="185420" y="69850"/>
                  </a:lnTo>
                  <a:close/>
                </a:path>
                <a:path w="255270" h="255269">
                  <a:moveTo>
                    <a:pt x="189230" y="66039"/>
                  </a:moveTo>
                  <a:lnTo>
                    <a:pt x="177800" y="66039"/>
                  </a:lnTo>
                  <a:lnTo>
                    <a:pt x="175259" y="68580"/>
                  </a:lnTo>
                  <a:lnTo>
                    <a:pt x="186690" y="68580"/>
                  </a:lnTo>
                  <a:lnTo>
                    <a:pt x="189230" y="66039"/>
                  </a:lnTo>
                  <a:close/>
                </a:path>
                <a:path w="255270" h="255269">
                  <a:moveTo>
                    <a:pt x="191770" y="63500"/>
                  </a:moveTo>
                  <a:lnTo>
                    <a:pt x="180340" y="63500"/>
                  </a:lnTo>
                  <a:lnTo>
                    <a:pt x="179070" y="64770"/>
                  </a:lnTo>
                  <a:lnTo>
                    <a:pt x="190500" y="64770"/>
                  </a:lnTo>
                  <a:lnTo>
                    <a:pt x="191770" y="63500"/>
                  </a:lnTo>
                  <a:close/>
                </a:path>
                <a:path w="255270" h="255269">
                  <a:moveTo>
                    <a:pt x="195580" y="59689"/>
                  </a:moveTo>
                  <a:lnTo>
                    <a:pt x="184150" y="59689"/>
                  </a:lnTo>
                  <a:lnTo>
                    <a:pt x="181609" y="62230"/>
                  </a:lnTo>
                  <a:lnTo>
                    <a:pt x="193040" y="62230"/>
                  </a:lnTo>
                  <a:lnTo>
                    <a:pt x="195580" y="59689"/>
                  </a:lnTo>
                  <a:close/>
                </a:path>
                <a:path w="255270" h="255269">
                  <a:moveTo>
                    <a:pt x="198120" y="57150"/>
                  </a:moveTo>
                  <a:lnTo>
                    <a:pt x="186690" y="57150"/>
                  </a:lnTo>
                  <a:lnTo>
                    <a:pt x="185420" y="58420"/>
                  </a:lnTo>
                  <a:lnTo>
                    <a:pt x="196850" y="58420"/>
                  </a:lnTo>
                  <a:lnTo>
                    <a:pt x="198120" y="57150"/>
                  </a:lnTo>
                  <a:close/>
                </a:path>
                <a:path w="255270" h="255269">
                  <a:moveTo>
                    <a:pt x="201930" y="53339"/>
                  </a:moveTo>
                  <a:lnTo>
                    <a:pt x="190500" y="53339"/>
                  </a:lnTo>
                  <a:lnTo>
                    <a:pt x="187959" y="55880"/>
                  </a:lnTo>
                  <a:lnTo>
                    <a:pt x="199390" y="55880"/>
                  </a:lnTo>
                  <a:lnTo>
                    <a:pt x="201930" y="53339"/>
                  </a:lnTo>
                  <a:close/>
                </a:path>
                <a:path w="255270" h="255269">
                  <a:moveTo>
                    <a:pt x="204470" y="50800"/>
                  </a:moveTo>
                  <a:lnTo>
                    <a:pt x="193040" y="50800"/>
                  </a:lnTo>
                  <a:lnTo>
                    <a:pt x="191770" y="52070"/>
                  </a:lnTo>
                  <a:lnTo>
                    <a:pt x="203200" y="52070"/>
                  </a:lnTo>
                  <a:lnTo>
                    <a:pt x="204470" y="50800"/>
                  </a:lnTo>
                  <a:close/>
                </a:path>
                <a:path w="255270" h="255269">
                  <a:moveTo>
                    <a:pt x="208280" y="46989"/>
                  </a:moveTo>
                  <a:lnTo>
                    <a:pt x="196850" y="46989"/>
                  </a:lnTo>
                  <a:lnTo>
                    <a:pt x="194309" y="49530"/>
                  </a:lnTo>
                  <a:lnTo>
                    <a:pt x="205740" y="49530"/>
                  </a:lnTo>
                  <a:lnTo>
                    <a:pt x="208280" y="46989"/>
                  </a:lnTo>
                  <a:close/>
                </a:path>
                <a:path w="255270" h="255269">
                  <a:moveTo>
                    <a:pt x="210820" y="44450"/>
                  </a:moveTo>
                  <a:lnTo>
                    <a:pt x="199390" y="44450"/>
                  </a:lnTo>
                  <a:lnTo>
                    <a:pt x="198120" y="45720"/>
                  </a:lnTo>
                  <a:lnTo>
                    <a:pt x="209550" y="45720"/>
                  </a:lnTo>
                  <a:lnTo>
                    <a:pt x="210820" y="44450"/>
                  </a:lnTo>
                  <a:close/>
                </a:path>
                <a:path w="255270" h="255269">
                  <a:moveTo>
                    <a:pt x="214630" y="40639"/>
                  </a:moveTo>
                  <a:lnTo>
                    <a:pt x="203200" y="40639"/>
                  </a:lnTo>
                  <a:lnTo>
                    <a:pt x="200659" y="43180"/>
                  </a:lnTo>
                  <a:lnTo>
                    <a:pt x="212090" y="43180"/>
                  </a:lnTo>
                  <a:lnTo>
                    <a:pt x="214630" y="40639"/>
                  </a:lnTo>
                  <a:close/>
                </a:path>
                <a:path w="255270" h="255269">
                  <a:moveTo>
                    <a:pt x="217170" y="38100"/>
                  </a:moveTo>
                  <a:lnTo>
                    <a:pt x="205740" y="38100"/>
                  </a:lnTo>
                  <a:lnTo>
                    <a:pt x="204470" y="39370"/>
                  </a:lnTo>
                  <a:lnTo>
                    <a:pt x="215900" y="39370"/>
                  </a:lnTo>
                  <a:lnTo>
                    <a:pt x="217170" y="38100"/>
                  </a:lnTo>
                  <a:close/>
                </a:path>
                <a:path w="255270" h="255269">
                  <a:moveTo>
                    <a:pt x="220980" y="34289"/>
                  </a:moveTo>
                  <a:lnTo>
                    <a:pt x="209550" y="34289"/>
                  </a:lnTo>
                  <a:lnTo>
                    <a:pt x="207009" y="36830"/>
                  </a:lnTo>
                  <a:lnTo>
                    <a:pt x="218440" y="36830"/>
                  </a:lnTo>
                  <a:lnTo>
                    <a:pt x="220980" y="34289"/>
                  </a:lnTo>
                  <a:close/>
                </a:path>
                <a:path w="255270" h="255269">
                  <a:moveTo>
                    <a:pt x="223520" y="31750"/>
                  </a:moveTo>
                  <a:lnTo>
                    <a:pt x="212090" y="31750"/>
                  </a:lnTo>
                  <a:lnTo>
                    <a:pt x="210820" y="33020"/>
                  </a:lnTo>
                  <a:lnTo>
                    <a:pt x="222250" y="33020"/>
                  </a:lnTo>
                  <a:lnTo>
                    <a:pt x="223520" y="31750"/>
                  </a:lnTo>
                  <a:close/>
                </a:path>
                <a:path w="255270" h="255269">
                  <a:moveTo>
                    <a:pt x="227330" y="27939"/>
                  </a:moveTo>
                  <a:lnTo>
                    <a:pt x="215900" y="27939"/>
                  </a:lnTo>
                  <a:lnTo>
                    <a:pt x="213359" y="30480"/>
                  </a:lnTo>
                  <a:lnTo>
                    <a:pt x="224790" y="30480"/>
                  </a:lnTo>
                  <a:lnTo>
                    <a:pt x="227330" y="27939"/>
                  </a:lnTo>
                  <a:close/>
                </a:path>
                <a:path w="255270" h="255269">
                  <a:moveTo>
                    <a:pt x="229870" y="25400"/>
                  </a:moveTo>
                  <a:lnTo>
                    <a:pt x="218440" y="25400"/>
                  </a:lnTo>
                  <a:lnTo>
                    <a:pt x="217170" y="26670"/>
                  </a:lnTo>
                  <a:lnTo>
                    <a:pt x="228600" y="26670"/>
                  </a:lnTo>
                  <a:lnTo>
                    <a:pt x="229870" y="25400"/>
                  </a:lnTo>
                  <a:close/>
                </a:path>
                <a:path w="255270" h="255269">
                  <a:moveTo>
                    <a:pt x="233680" y="21589"/>
                  </a:moveTo>
                  <a:lnTo>
                    <a:pt x="222250" y="21589"/>
                  </a:lnTo>
                  <a:lnTo>
                    <a:pt x="219709" y="24130"/>
                  </a:lnTo>
                  <a:lnTo>
                    <a:pt x="231140" y="24130"/>
                  </a:lnTo>
                  <a:lnTo>
                    <a:pt x="233680" y="21589"/>
                  </a:lnTo>
                  <a:close/>
                </a:path>
                <a:path w="255270" h="255269">
                  <a:moveTo>
                    <a:pt x="236220" y="19050"/>
                  </a:moveTo>
                  <a:lnTo>
                    <a:pt x="224790" y="19050"/>
                  </a:lnTo>
                  <a:lnTo>
                    <a:pt x="223520" y="20320"/>
                  </a:lnTo>
                  <a:lnTo>
                    <a:pt x="234950" y="20320"/>
                  </a:lnTo>
                  <a:lnTo>
                    <a:pt x="236220" y="19050"/>
                  </a:lnTo>
                  <a:close/>
                </a:path>
                <a:path w="255270" h="255269">
                  <a:moveTo>
                    <a:pt x="240030" y="15239"/>
                  </a:moveTo>
                  <a:lnTo>
                    <a:pt x="228600" y="15239"/>
                  </a:lnTo>
                  <a:lnTo>
                    <a:pt x="226059" y="17780"/>
                  </a:lnTo>
                  <a:lnTo>
                    <a:pt x="237490" y="17780"/>
                  </a:lnTo>
                  <a:lnTo>
                    <a:pt x="240030" y="15239"/>
                  </a:lnTo>
                  <a:close/>
                </a:path>
                <a:path w="255270" h="255269">
                  <a:moveTo>
                    <a:pt x="231140" y="13970"/>
                  </a:moveTo>
                  <a:lnTo>
                    <a:pt x="229870" y="13970"/>
                  </a:lnTo>
                  <a:lnTo>
                    <a:pt x="229870" y="15239"/>
                  </a:lnTo>
                  <a:lnTo>
                    <a:pt x="231140" y="15239"/>
                  </a:lnTo>
                  <a:lnTo>
                    <a:pt x="231140" y="13970"/>
                  </a:lnTo>
                  <a:close/>
                </a:path>
                <a:path w="255270" h="255269">
                  <a:moveTo>
                    <a:pt x="242570" y="12700"/>
                  </a:moveTo>
                  <a:lnTo>
                    <a:pt x="231140" y="12700"/>
                  </a:lnTo>
                  <a:lnTo>
                    <a:pt x="231140" y="13970"/>
                  </a:lnTo>
                  <a:lnTo>
                    <a:pt x="241300" y="13970"/>
                  </a:lnTo>
                  <a:lnTo>
                    <a:pt x="242570" y="12700"/>
                  </a:lnTo>
                  <a:close/>
                </a:path>
                <a:path w="255270" h="255269">
                  <a:moveTo>
                    <a:pt x="236220" y="11430"/>
                  </a:moveTo>
                  <a:lnTo>
                    <a:pt x="233680" y="11430"/>
                  </a:lnTo>
                  <a:lnTo>
                    <a:pt x="233680" y="12700"/>
                  </a:lnTo>
                  <a:lnTo>
                    <a:pt x="236220" y="12700"/>
                  </a:lnTo>
                  <a:lnTo>
                    <a:pt x="236220" y="11430"/>
                  </a:lnTo>
                  <a:close/>
                </a:path>
                <a:path w="255270" h="255269">
                  <a:moveTo>
                    <a:pt x="246380" y="8889"/>
                  </a:moveTo>
                  <a:lnTo>
                    <a:pt x="238760" y="8889"/>
                  </a:lnTo>
                  <a:lnTo>
                    <a:pt x="238760" y="10160"/>
                  </a:lnTo>
                  <a:lnTo>
                    <a:pt x="236220" y="10160"/>
                  </a:lnTo>
                  <a:lnTo>
                    <a:pt x="236220" y="11430"/>
                  </a:lnTo>
                  <a:lnTo>
                    <a:pt x="243840" y="11430"/>
                  </a:lnTo>
                  <a:lnTo>
                    <a:pt x="246380" y="8889"/>
                  </a:lnTo>
                  <a:close/>
                </a:path>
                <a:path w="255270" h="255269">
                  <a:moveTo>
                    <a:pt x="242570" y="7620"/>
                  </a:moveTo>
                  <a:lnTo>
                    <a:pt x="241300" y="7620"/>
                  </a:lnTo>
                  <a:lnTo>
                    <a:pt x="241300" y="8889"/>
                  </a:lnTo>
                  <a:lnTo>
                    <a:pt x="242570" y="8889"/>
                  </a:lnTo>
                  <a:lnTo>
                    <a:pt x="242570" y="7620"/>
                  </a:lnTo>
                  <a:close/>
                </a:path>
                <a:path w="255270" h="255269">
                  <a:moveTo>
                    <a:pt x="248920" y="6350"/>
                  </a:moveTo>
                  <a:lnTo>
                    <a:pt x="242570" y="6350"/>
                  </a:lnTo>
                  <a:lnTo>
                    <a:pt x="242570" y="7620"/>
                  </a:lnTo>
                  <a:lnTo>
                    <a:pt x="247650" y="7620"/>
                  </a:lnTo>
                  <a:lnTo>
                    <a:pt x="248920" y="6350"/>
                  </a:lnTo>
                  <a:close/>
                </a:path>
                <a:path w="255270" h="255269">
                  <a:moveTo>
                    <a:pt x="247650" y="5080"/>
                  </a:moveTo>
                  <a:lnTo>
                    <a:pt x="245110" y="5080"/>
                  </a:lnTo>
                  <a:lnTo>
                    <a:pt x="245110" y="6350"/>
                  </a:lnTo>
                  <a:lnTo>
                    <a:pt x="247650" y="6350"/>
                  </a:lnTo>
                  <a:lnTo>
                    <a:pt x="247650" y="5080"/>
                  </a:lnTo>
                  <a:close/>
                </a:path>
                <a:path w="255270" h="255269">
                  <a:moveTo>
                    <a:pt x="254000" y="1270"/>
                  </a:moveTo>
                  <a:lnTo>
                    <a:pt x="251460" y="1270"/>
                  </a:lnTo>
                  <a:lnTo>
                    <a:pt x="251460" y="2539"/>
                  </a:lnTo>
                  <a:lnTo>
                    <a:pt x="250190" y="2539"/>
                  </a:lnTo>
                  <a:lnTo>
                    <a:pt x="250190" y="3810"/>
                  </a:lnTo>
                  <a:lnTo>
                    <a:pt x="247650" y="3810"/>
                  </a:lnTo>
                  <a:lnTo>
                    <a:pt x="247650" y="5080"/>
                  </a:lnTo>
                  <a:lnTo>
                    <a:pt x="250190" y="5080"/>
                  </a:lnTo>
                  <a:lnTo>
                    <a:pt x="254000" y="1270"/>
                  </a:lnTo>
                  <a:close/>
                </a:path>
                <a:path w="255270" h="255269">
                  <a:moveTo>
                    <a:pt x="255270" y="0"/>
                  </a:moveTo>
                  <a:lnTo>
                    <a:pt x="254000" y="0"/>
                  </a:lnTo>
                  <a:lnTo>
                    <a:pt x="254000" y="1270"/>
                  </a:lnTo>
                  <a:lnTo>
                    <a:pt x="255270" y="0"/>
                  </a:lnTo>
                  <a:close/>
                </a:path>
              </a:pathLst>
            </a:custGeom>
            <a:solidFill>
              <a:srgbClr val="C8B8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0" name="object 3540"/>
            <p:cNvSpPr/>
            <p:nvPr/>
          </p:nvSpPr>
          <p:spPr>
            <a:xfrm>
              <a:off x="7065010" y="2821940"/>
              <a:ext cx="278130" cy="278130"/>
            </a:xfrm>
            <a:custGeom>
              <a:avLst/>
              <a:gdLst/>
              <a:ahLst/>
              <a:cxnLst/>
              <a:rect l="l" t="t" r="r" b="b"/>
              <a:pathLst>
                <a:path w="278129" h="278130">
                  <a:moveTo>
                    <a:pt x="123190" y="154939"/>
                  </a:moveTo>
                  <a:lnTo>
                    <a:pt x="113030" y="154939"/>
                  </a:lnTo>
                  <a:lnTo>
                    <a:pt x="0" y="267970"/>
                  </a:lnTo>
                  <a:lnTo>
                    <a:pt x="0" y="278130"/>
                  </a:lnTo>
                  <a:lnTo>
                    <a:pt x="123190" y="154939"/>
                  </a:lnTo>
                  <a:close/>
                </a:path>
                <a:path w="278129" h="278130">
                  <a:moveTo>
                    <a:pt x="125730" y="152400"/>
                  </a:moveTo>
                  <a:lnTo>
                    <a:pt x="115570" y="152400"/>
                  </a:lnTo>
                  <a:lnTo>
                    <a:pt x="114300" y="153670"/>
                  </a:lnTo>
                  <a:lnTo>
                    <a:pt x="124460" y="153670"/>
                  </a:lnTo>
                  <a:lnTo>
                    <a:pt x="125730" y="152400"/>
                  </a:lnTo>
                  <a:close/>
                </a:path>
                <a:path w="278129" h="278130">
                  <a:moveTo>
                    <a:pt x="129540" y="148589"/>
                  </a:moveTo>
                  <a:lnTo>
                    <a:pt x="119380" y="148589"/>
                  </a:lnTo>
                  <a:lnTo>
                    <a:pt x="116840" y="151130"/>
                  </a:lnTo>
                  <a:lnTo>
                    <a:pt x="127000" y="151130"/>
                  </a:lnTo>
                  <a:lnTo>
                    <a:pt x="129540" y="148589"/>
                  </a:lnTo>
                  <a:close/>
                </a:path>
                <a:path w="278129" h="278130">
                  <a:moveTo>
                    <a:pt x="132080" y="146050"/>
                  </a:moveTo>
                  <a:lnTo>
                    <a:pt x="121920" y="146050"/>
                  </a:lnTo>
                  <a:lnTo>
                    <a:pt x="120650" y="147320"/>
                  </a:lnTo>
                  <a:lnTo>
                    <a:pt x="130810" y="147320"/>
                  </a:lnTo>
                  <a:lnTo>
                    <a:pt x="132080" y="146050"/>
                  </a:lnTo>
                  <a:close/>
                </a:path>
                <a:path w="278129" h="278130">
                  <a:moveTo>
                    <a:pt x="135890" y="142239"/>
                  </a:moveTo>
                  <a:lnTo>
                    <a:pt x="125730" y="142239"/>
                  </a:lnTo>
                  <a:lnTo>
                    <a:pt x="123190" y="144780"/>
                  </a:lnTo>
                  <a:lnTo>
                    <a:pt x="133350" y="144780"/>
                  </a:lnTo>
                  <a:lnTo>
                    <a:pt x="135890" y="142239"/>
                  </a:lnTo>
                  <a:close/>
                </a:path>
                <a:path w="278129" h="278130">
                  <a:moveTo>
                    <a:pt x="138430" y="139700"/>
                  </a:moveTo>
                  <a:lnTo>
                    <a:pt x="128270" y="139700"/>
                  </a:lnTo>
                  <a:lnTo>
                    <a:pt x="127000" y="140970"/>
                  </a:lnTo>
                  <a:lnTo>
                    <a:pt x="137160" y="140970"/>
                  </a:lnTo>
                  <a:lnTo>
                    <a:pt x="138430" y="139700"/>
                  </a:lnTo>
                  <a:close/>
                </a:path>
                <a:path w="278129" h="278130">
                  <a:moveTo>
                    <a:pt x="142240" y="135889"/>
                  </a:moveTo>
                  <a:lnTo>
                    <a:pt x="132080" y="135889"/>
                  </a:lnTo>
                  <a:lnTo>
                    <a:pt x="129540" y="138430"/>
                  </a:lnTo>
                  <a:lnTo>
                    <a:pt x="139700" y="138430"/>
                  </a:lnTo>
                  <a:lnTo>
                    <a:pt x="142240" y="135889"/>
                  </a:lnTo>
                  <a:close/>
                </a:path>
                <a:path w="278129" h="278130">
                  <a:moveTo>
                    <a:pt x="144780" y="133350"/>
                  </a:moveTo>
                  <a:lnTo>
                    <a:pt x="134620" y="133350"/>
                  </a:lnTo>
                  <a:lnTo>
                    <a:pt x="133350" y="134620"/>
                  </a:lnTo>
                  <a:lnTo>
                    <a:pt x="143510" y="134620"/>
                  </a:lnTo>
                  <a:lnTo>
                    <a:pt x="144780" y="133350"/>
                  </a:lnTo>
                  <a:close/>
                </a:path>
                <a:path w="278129" h="278130">
                  <a:moveTo>
                    <a:pt x="148590" y="129539"/>
                  </a:moveTo>
                  <a:lnTo>
                    <a:pt x="138430" y="129539"/>
                  </a:lnTo>
                  <a:lnTo>
                    <a:pt x="135890" y="132080"/>
                  </a:lnTo>
                  <a:lnTo>
                    <a:pt x="146050" y="132080"/>
                  </a:lnTo>
                  <a:lnTo>
                    <a:pt x="148590" y="129539"/>
                  </a:lnTo>
                  <a:close/>
                </a:path>
                <a:path w="278129" h="278130">
                  <a:moveTo>
                    <a:pt x="151130" y="127000"/>
                  </a:moveTo>
                  <a:lnTo>
                    <a:pt x="140970" y="127000"/>
                  </a:lnTo>
                  <a:lnTo>
                    <a:pt x="139700" y="128270"/>
                  </a:lnTo>
                  <a:lnTo>
                    <a:pt x="149860" y="128270"/>
                  </a:lnTo>
                  <a:lnTo>
                    <a:pt x="151130" y="127000"/>
                  </a:lnTo>
                  <a:close/>
                </a:path>
                <a:path w="278129" h="278130">
                  <a:moveTo>
                    <a:pt x="154940" y="123189"/>
                  </a:moveTo>
                  <a:lnTo>
                    <a:pt x="144780" y="123189"/>
                  </a:lnTo>
                  <a:lnTo>
                    <a:pt x="142240" y="125730"/>
                  </a:lnTo>
                  <a:lnTo>
                    <a:pt x="152400" y="125730"/>
                  </a:lnTo>
                  <a:lnTo>
                    <a:pt x="154940" y="123189"/>
                  </a:lnTo>
                  <a:close/>
                </a:path>
                <a:path w="278129" h="278130">
                  <a:moveTo>
                    <a:pt x="157480" y="120650"/>
                  </a:moveTo>
                  <a:lnTo>
                    <a:pt x="147320" y="120650"/>
                  </a:lnTo>
                  <a:lnTo>
                    <a:pt x="146050" y="121920"/>
                  </a:lnTo>
                  <a:lnTo>
                    <a:pt x="156210" y="121920"/>
                  </a:lnTo>
                  <a:lnTo>
                    <a:pt x="157480" y="120650"/>
                  </a:lnTo>
                  <a:close/>
                </a:path>
                <a:path w="278129" h="278130">
                  <a:moveTo>
                    <a:pt x="161290" y="116839"/>
                  </a:moveTo>
                  <a:lnTo>
                    <a:pt x="151130" y="116839"/>
                  </a:lnTo>
                  <a:lnTo>
                    <a:pt x="148590" y="119380"/>
                  </a:lnTo>
                  <a:lnTo>
                    <a:pt x="158750" y="119380"/>
                  </a:lnTo>
                  <a:lnTo>
                    <a:pt x="161290" y="116839"/>
                  </a:lnTo>
                  <a:close/>
                </a:path>
                <a:path w="278129" h="278130">
                  <a:moveTo>
                    <a:pt x="163830" y="114300"/>
                  </a:moveTo>
                  <a:lnTo>
                    <a:pt x="153670" y="114300"/>
                  </a:lnTo>
                  <a:lnTo>
                    <a:pt x="152400" y="115570"/>
                  </a:lnTo>
                  <a:lnTo>
                    <a:pt x="162560" y="115570"/>
                  </a:lnTo>
                  <a:lnTo>
                    <a:pt x="163830" y="114300"/>
                  </a:lnTo>
                  <a:close/>
                </a:path>
                <a:path w="278129" h="278130">
                  <a:moveTo>
                    <a:pt x="167640" y="110489"/>
                  </a:moveTo>
                  <a:lnTo>
                    <a:pt x="157480" y="110489"/>
                  </a:lnTo>
                  <a:lnTo>
                    <a:pt x="154940" y="113030"/>
                  </a:lnTo>
                  <a:lnTo>
                    <a:pt x="165100" y="113030"/>
                  </a:lnTo>
                  <a:lnTo>
                    <a:pt x="167640" y="110489"/>
                  </a:lnTo>
                  <a:close/>
                </a:path>
                <a:path w="278129" h="278130">
                  <a:moveTo>
                    <a:pt x="170180" y="107950"/>
                  </a:moveTo>
                  <a:lnTo>
                    <a:pt x="160020" y="107950"/>
                  </a:lnTo>
                  <a:lnTo>
                    <a:pt x="158750" y="109220"/>
                  </a:lnTo>
                  <a:lnTo>
                    <a:pt x="168910" y="109220"/>
                  </a:lnTo>
                  <a:lnTo>
                    <a:pt x="170180" y="107950"/>
                  </a:lnTo>
                  <a:close/>
                </a:path>
                <a:path w="278129" h="278130">
                  <a:moveTo>
                    <a:pt x="173990" y="104139"/>
                  </a:moveTo>
                  <a:lnTo>
                    <a:pt x="163830" y="104139"/>
                  </a:lnTo>
                  <a:lnTo>
                    <a:pt x="161290" y="106680"/>
                  </a:lnTo>
                  <a:lnTo>
                    <a:pt x="171450" y="106680"/>
                  </a:lnTo>
                  <a:lnTo>
                    <a:pt x="173990" y="104139"/>
                  </a:lnTo>
                  <a:close/>
                </a:path>
                <a:path w="278129" h="278130">
                  <a:moveTo>
                    <a:pt x="176530" y="101600"/>
                  </a:moveTo>
                  <a:lnTo>
                    <a:pt x="166370" y="101600"/>
                  </a:lnTo>
                  <a:lnTo>
                    <a:pt x="165100" y="102870"/>
                  </a:lnTo>
                  <a:lnTo>
                    <a:pt x="175260" y="102870"/>
                  </a:lnTo>
                  <a:lnTo>
                    <a:pt x="176530" y="101600"/>
                  </a:lnTo>
                  <a:close/>
                </a:path>
                <a:path w="278129" h="278130">
                  <a:moveTo>
                    <a:pt x="180340" y="97789"/>
                  </a:moveTo>
                  <a:lnTo>
                    <a:pt x="170180" y="97789"/>
                  </a:lnTo>
                  <a:lnTo>
                    <a:pt x="167640" y="100330"/>
                  </a:lnTo>
                  <a:lnTo>
                    <a:pt x="177800" y="100330"/>
                  </a:lnTo>
                  <a:lnTo>
                    <a:pt x="180340" y="97789"/>
                  </a:lnTo>
                  <a:close/>
                </a:path>
                <a:path w="278129" h="278130">
                  <a:moveTo>
                    <a:pt x="182880" y="95250"/>
                  </a:moveTo>
                  <a:lnTo>
                    <a:pt x="172720" y="95250"/>
                  </a:lnTo>
                  <a:lnTo>
                    <a:pt x="171450" y="96520"/>
                  </a:lnTo>
                  <a:lnTo>
                    <a:pt x="181610" y="96520"/>
                  </a:lnTo>
                  <a:lnTo>
                    <a:pt x="182880" y="95250"/>
                  </a:lnTo>
                  <a:close/>
                </a:path>
                <a:path w="278129" h="278130">
                  <a:moveTo>
                    <a:pt x="186690" y="91439"/>
                  </a:moveTo>
                  <a:lnTo>
                    <a:pt x="176530" y="91439"/>
                  </a:lnTo>
                  <a:lnTo>
                    <a:pt x="173990" y="93980"/>
                  </a:lnTo>
                  <a:lnTo>
                    <a:pt x="184150" y="93980"/>
                  </a:lnTo>
                  <a:lnTo>
                    <a:pt x="186690" y="91439"/>
                  </a:lnTo>
                  <a:close/>
                </a:path>
                <a:path w="278129" h="278130">
                  <a:moveTo>
                    <a:pt x="189230" y="88900"/>
                  </a:moveTo>
                  <a:lnTo>
                    <a:pt x="179070" y="88900"/>
                  </a:lnTo>
                  <a:lnTo>
                    <a:pt x="177800" y="90170"/>
                  </a:lnTo>
                  <a:lnTo>
                    <a:pt x="187960" y="90170"/>
                  </a:lnTo>
                  <a:lnTo>
                    <a:pt x="189230" y="88900"/>
                  </a:lnTo>
                  <a:close/>
                </a:path>
                <a:path w="278129" h="278130">
                  <a:moveTo>
                    <a:pt x="193040" y="85089"/>
                  </a:moveTo>
                  <a:lnTo>
                    <a:pt x="182880" y="85089"/>
                  </a:lnTo>
                  <a:lnTo>
                    <a:pt x="180340" y="87630"/>
                  </a:lnTo>
                  <a:lnTo>
                    <a:pt x="190500" y="87630"/>
                  </a:lnTo>
                  <a:lnTo>
                    <a:pt x="193040" y="85089"/>
                  </a:lnTo>
                  <a:close/>
                </a:path>
                <a:path w="278129" h="278130">
                  <a:moveTo>
                    <a:pt x="195580" y="82550"/>
                  </a:moveTo>
                  <a:lnTo>
                    <a:pt x="185420" y="82550"/>
                  </a:lnTo>
                  <a:lnTo>
                    <a:pt x="184150" y="83820"/>
                  </a:lnTo>
                  <a:lnTo>
                    <a:pt x="194310" y="83820"/>
                  </a:lnTo>
                  <a:lnTo>
                    <a:pt x="195580" y="82550"/>
                  </a:lnTo>
                  <a:close/>
                </a:path>
                <a:path w="278129" h="278130">
                  <a:moveTo>
                    <a:pt x="199390" y="78739"/>
                  </a:moveTo>
                  <a:lnTo>
                    <a:pt x="189230" y="78739"/>
                  </a:lnTo>
                  <a:lnTo>
                    <a:pt x="186690" y="81280"/>
                  </a:lnTo>
                  <a:lnTo>
                    <a:pt x="196850" y="81280"/>
                  </a:lnTo>
                  <a:lnTo>
                    <a:pt x="199390" y="78739"/>
                  </a:lnTo>
                  <a:close/>
                </a:path>
                <a:path w="278129" h="278130">
                  <a:moveTo>
                    <a:pt x="201930" y="76200"/>
                  </a:moveTo>
                  <a:lnTo>
                    <a:pt x="191770" y="76200"/>
                  </a:lnTo>
                  <a:lnTo>
                    <a:pt x="190500" y="77470"/>
                  </a:lnTo>
                  <a:lnTo>
                    <a:pt x="200660" y="77470"/>
                  </a:lnTo>
                  <a:lnTo>
                    <a:pt x="201930" y="76200"/>
                  </a:lnTo>
                  <a:close/>
                </a:path>
                <a:path w="278129" h="278130">
                  <a:moveTo>
                    <a:pt x="205740" y="72389"/>
                  </a:moveTo>
                  <a:lnTo>
                    <a:pt x="195580" y="72389"/>
                  </a:lnTo>
                  <a:lnTo>
                    <a:pt x="193040" y="74930"/>
                  </a:lnTo>
                  <a:lnTo>
                    <a:pt x="203200" y="74930"/>
                  </a:lnTo>
                  <a:lnTo>
                    <a:pt x="205740" y="72389"/>
                  </a:lnTo>
                  <a:close/>
                </a:path>
                <a:path w="278129" h="278130">
                  <a:moveTo>
                    <a:pt x="208280" y="69850"/>
                  </a:moveTo>
                  <a:lnTo>
                    <a:pt x="198120" y="69850"/>
                  </a:lnTo>
                  <a:lnTo>
                    <a:pt x="196850" y="71120"/>
                  </a:lnTo>
                  <a:lnTo>
                    <a:pt x="207010" y="71120"/>
                  </a:lnTo>
                  <a:lnTo>
                    <a:pt x="208280" y="69850"/>
                  </a:lnTo>
                  <a:close/>
                </a:path>
                <a:path w="278129" h="278130">
                  <a:moveTo>
                    <a:pt x="212090" y="66039"/>
                  </a:moveTo>
                  <a:lnTo>
                    <a:pt x="201930" y="66039"/>
                  </a:lnTo>
                  <a:lnTo>
                    <a:pt x="199390" y="68580"/>
                  </a:lnTo>
                  <a:lnTo>
                    <a:pt x="209550" y="68580"/>
                  </a:lnTo>
                  <a:lnTo>
                    <a:pt x="212090" y="66039"/>
                  </a:lnTo>
                  <a:close/>
                </a:path>
                <a:path w="278129" h="278130">
                  <a:moveTo>
                    <a:pt x="214630" y="63500"/>
                  </a:moveTo>
                  <a:lnTo>
                    <a:pt x="204470" y="63500"/>
                  </a:lnTo>
                  <a:lnTo>
                    <a:pt x="203200" y="64770"/>
                  </a:lnTo>
                  <a:lnTo>
                    <a:pt x="213360" y="64770"/>
                  </a:lnTo>
                  <a:lnTo>
                    <a:pt x="214630" y="63500"/>
                  </a:lnTo>
                  <a:close/>
                </a:path>
                <a:path w="278129" h="278130">
                  <a:moveTo>
                    <a:pt x="218440" y="59689"/>
                  </a:moveTo>
                  <a:lnTo>
                    <a:pt x="208280" y="59689"/>
                  </a:lnTo>
                  <a:lnTo>
                    <a:pt x="205740" y="62230"/>
                  </a:lnTo>
                  <a:lnTo>
                    <a:pt x="215900" y="62230"/>
                  </a:lnTo>
                  <a:lnTo>
                    <a:pt x="218440" y="59689"/>
                  </a:lnTo>
                  <a:close/>
                </a:path>
                <a:path w="278129" h="278130">
                  <a:moveTo>
                    <a:pt x="220980" y="57150"/>
                  </a:moveTo>
                  <a:lnTo>
                    <a:pt x="210820" y="57150"/>
                  </a:lnTo>
                  <a:lnTo>
                    <a:pt x="209550" y="58420"/>
                  </a:lnTo>
                  <a:lnTo>
                    <a:pt x="219710" y="58420"/>
                  </a:lnTo>
                  <a:lnTo>
                    <a:pt x="220980" y="57150"/>
                  </a:lnTo>
                  <a:close/>
                </a:path>
                <a:path w="278129" h="278130">
                  <a:moveTo>
                    <a:pt x="224790" y="53339"/>
                  </a:moveTo>
                  <a:lnTo>
                    <a:pt x="214630" y="53339"/>
                  </a:lnTo>
                  <a:lnTo>
                    <a:pt x="212090" y="55880"/>
                  </a:lnTo>
                  <a:lnTo>
                    <a:pt x="222250" y="55880"/>
                  </a:lnTo>
                  <a:lnTo>
                    <a:pt x="224790" y="53339"/>
                  </a:lnTo>
                  <a:close/>
                </a:path>
                <a:path w="278129" h="278130">
                  <a:moveTo>
                    <a:pt x="227330" y="50800"/>
                  </a:moveTo>
                  <a:lnTo>
                    <a:pt x="217170" y="50800"/>
                  </a:lnTo>
                  <a:lnTo>
                    <a:pt x="215900" y="52070"/>
                  </a:lnTo>
                  <a:lnTo>
                    <a:pt x="226060" y="52070"/>
                  </a:lnTo>
                  <a:lnTo>
                    <a:pt x="227330" y="50800"/>
                  </a:lnTo>
                  <a:close/>
                </a:path>
                <a:path w="278129" h="278130">
                  <a:moveTo>
                    <a:pt x="231140" y="46989"/>
                  </a:moveTo>
                  <a:lnTo>
                    <a:pt x="220980" y="46989"/>
                  </a:lnTo>
                  <a:lnTo>
                    <a:pt x="218440" y="49530"/>
                  </a:lnTo>
                  <a:lnTo>
                    <a:pt x="228600" y="49530"/>
                  </a:lnTo>
                  <a:lnTo>
                    <a:pt x="231140" y="46989"/>
                  </a:lnTo>
                  <a:close/>
                </a:path>
                <a:path w="278129" h="278130">
                  <a:moveTo>
                    <a:pt x="233680" y="44450"/>
                  </a:moveTo>
                  <a:lnTo>
                    <a:pt x="223520" y="44450"/>
                  </a:lnTo>
                  <a:lnTo>
                    <a:pt x="222250" y="45720"/>
                  </a:lnTo>
                  <a:lnTo>
                    <a:pt x="232410" y="45720"/>
                  </a:lnTo>
                  <a:lnTo>
                    <a:pt x="233680" y="44450"/>
                  </a:lnTo>
                  <a:close/>
                </a:path>
                <a:path w="278129" h="278130">
                  <a:moveTo>
                    <a:pt x="237490" y="40639"/>
                  </a:moveTo>
                  <a:lnTo>
                    <a:pt x="227330" y="40639"/>
                  </a:lnTo>
                  <a:lnTo>
                    <a:pt x="224790" y="43180"/>
                  </a:lnTo>
                  <a:lnTo>
                    <a:pt x="234950" y="43180"/>
                  </a:lnTo>
                  <a:lnTo>
                    <a:pt x="237490" y="40639"/>
                  </a:lnTo>
                  <a:close/>
                </a:path>
                <a:path w="278129" h="278130">
                  <a:moveTo>
                    <a:pt x="240030" y="38100"/>
                  </a:moveTo>
                  <a:lnTo>
                    <a:pt x="229870" y="38100"/>
                  </a:lnTo>
                  <a:lnTo>
                    <a:pt x="228600" y="39370"/>
                  </a:lnTo>
                  <a:lnTo>
                    <a:pt x="238760" y="39370"/>
                  </a:lnTo>
                  <a:lnTo>
                    <a:pt x="240030" y="38100"/>
                  </a:lnTo>
                  <a:close/>
                </a:path>
                <a:path w="278129" h="278130">
                  <a:moveTo>
                    <a:pt x="243840" y="34289"/>
                  </a:moveTo>
                  <a:lnTo>
                    <a:pt x="233680" y="34289"/>
                  </a:lnTo>
                  <a:lnTo>
                    <a:pt x="231140" y="36830"/>
                  </a:lnTo>
                  <a:lnTo>
                    <a:pt x="241300" y="36830"/>
                  </a:lnTo>
                  <a:lnTo>
                    <a:pt x="243840" y="34289"/>
                  </a:lnTo>
                  <a:close/>
                </a:path>
                <a:path w="278129" h="278130">
                  <a:moveTo>
                    <a:pt x="246380" y="31750"/>
                  </a:moveTo>
                  <a:lnTo>
                    <a:pt x="236220" y="31750"/>
                  </a:lnTo>
                  <a:lnTo>
                    <a:pt x="234950" y="33020"/>
                  </a:lnTo>
                  <a:lnTo>
                    <a:pt x="245110" y="33020"/>
                  </a:lnTo>
                  <a:lnTo>
                    <a:pt x="246380" y="31750"/>
                  </a:lnTo>
                  <a:close/>
                </a:path>
                <a:path w="278129" h="278130">
                  <a:moveTo>
                    <a:pt x="250190" y="27939"/>
                  </a:moveTo>
                  <a:lnTo>
                    <a:pt x="240030" y="27939"/>
                  </a:lnTo>
                  <a:lnTo>
                    <a:pt x="237490" y="30480"/>
                  </a:lnTo>
                  <a:lnTo>
                    <a:pt x="247650" y="30480"/>
                  </a:lnTo>
                  <a:lnTo>
                    <a:pt x="250190" y="27939"/>
                  </a:lnTo>
                  <a:close/>
                </a:path>
                <a:path w="278129" h="278130">
                  <a:moveTo>
                    <a:pt x="252730" y="25400"/>
                  </a:moveTo>
                  <a:lnTo>
                    <a:pt x="242570" y="25400"/>
                  </a:lnTo>
                  <a:lnTo>
                    <a:pt x="241300" y="26670"/>
                  </a:lnTo>
                  <a:lnTo>
                    <a:pt x="251460" y="26670"/>
                  </a:lnTo>
                  <a:lnTo>
                    <a:pt x="252730" y="25400"/>
                  </a:lnTo>
                  <a:close/>
                </a:path>
                <a:path w="278129" h="278130">
                  <a:moveTo>
                    <a:pt x="256540" y="21589"/>
                  </a:moveTo>
                  <a:lnTo>
                    <a:pt x="246380" y="21589"/>
                  </a:lnTo>
                  <a:lnTo>
                    <a:pt x="243840" y="24130"/>
                  </a:lnTo>
                  <a:lnTo>
                    <a:pt x="254000" y="24130"/>
                  </a:lnTo>
                  <a:lnTo>
                    <a:pt x="256540" y="21589"/>
                  </a:lnTo>
                  <a:close/>
                </a:path>
                <a:path w="278129" h="278130">
                  <a:moveTo>
                    <a:pt x="259080" y="19050"/>
                  </a:moveTo>
                  <a:lnTo>
                    <a:pt x="248920" y="19050"/>
                  </a:lnTo>
                  <a:lnTo>
                    <a:pt x="247650" y="20320"/>
                  </a:lnTo>
                  <a:lnTo>
                    <a:pt x="257810" y="20320"/>
                  </a:lnTo>
                  <a:lnTo>
                    <a:pt x="259080" y="19050"/>
                  </a:lnTo>
                  <a:close/>
                </a:path>
                <a:path w="278129" h="278130">
                  <a:moveTo>
                    <a:pt x="254000" y="13970"/>
                  </a:moveTo>
                  <a:lnTo>
                    <a:pt x="250190" y="17780"/>
                  </a:lnTo>
                  <a:lnTo>
                    <a:pt x="260350" y="17780"/>
                  </a:lnTo>
                  <a:lnTo>
                    <a:pt x="262890" y="15239"/>
                  </a:lnTo>
                  <a:lnTo>
                    <a:pt x="254000" y="15239"/>
                  </a:lnTo>
                  <a:lnTo>
                    <a:pt x="254000" y="13970"/>
                  </a:lnTo>
                  <a:close/>
                </a:path>
                <a:path w="278129" h="278130">
                  <a:moveTo>
                    <a:pt x="265430" y="12700"/>
                  </a:moveTo>
                  <a:lnTo>
                    <a:pt x="255270" y="12700"/>
                  </a:lnTo>
                  <a:lnTo>
                    <a:pt x="254000" y="13970"/>
                  </a:lnTo>
                  <a:lnTo>
                    <a:pt x="264159" y="13970"/>
                  </a:lnTo>
                  <a:lnTo>
                    <a:pt x="265430" y="12700"/>
                  </a:lnTo>
                  <a:close/>
                </a:path>
                <a:path w="278129" h="278130">
                  <a:moveTo>
                    <a:pt x="259080" y="11430"/>
                  </a:moveTo>
                  <a:lnTo>
                    <a:pt x="256540" y="11430"/>
                  </a:lnTo>
                  <a:lnTo>
                    <a:pt x="256540" y="12700"/>
                  </a:lnTo>
                  <a:lnTo>
                    <a:pt x="259080" y="12700"/>
                  </a:lnTo>
                  <a:lnTo>
                    <a:pt x="259080" y="11430"/>
                  </a:lnTo>
                  <a:close/>
                </a:path>
                <a:path w="278129" h="278130">
                  <a:moveTo>
                    <a:pt x="269240" y="8889"/>
                  </a:moveTo>
                  <a:lnTo>
                    <a:pt x="260350" y="8889"/>
                  </a:lnTo>
                  <a:lnTo>
                    <a:pt x="260350" y="10160"/>
                  </a:lnTo>
                  <a:lnTo>
                    <a:pt x="259080" y="10160"/>
                  </a:lnTo>
                  <a:lnTo>
                    <a:pt x="259080" y="11430"/>
                  </a:lnTo>
                  <a:lnTo>
                    <a:pt x="266700" y="11430"/>
                  </a:lnTo>
                  <a:lnTo>
                    <a:pt x="269240" y="8889"/>
                  </a:lnTo>
                  <a:close/>
                </a:path>
                <a:path w="278129" h="278130">
                  <a:moveTo>
                    <a:pt x="265430" y="7620"/>
                  </a:moveTo>
                  <a:lnTo>
                    <a:pt x="262890" y="7620"/>
                  </a:lnTo>
                  <a:lnTo>
                    <a:pt x="262890" y="8889"/>
                  </a:lnTo>
                  <a:lnTo>
                    <a:pt x="265430" y="8889"/>
                  </a:lnTo>
                  <a:lnTo>
                    <a:pt x="265430" y="7620"/>
                  </a:lnTo>
                  <a:close/>
                </a:path>
                <a:path w="278129" h="278130">
                  <a:moveTo>
                    <a:pt x="271780" y="6350"/>
                  </a:moveTo>
                  <a:lnTo>
                    <a:pt x="265430" y="6350"/>
                  </a:lnTo>
                  <a:lnTo>
                    <a:pt x="265430" y="7620"/>
                  </a:lnTo>
                  <a:lnTo>
                    <a:pt x="270510" y="7620"/>
                  </a:lnTo>
                  <a:lnTo>
                    <a:pt x="271780" y="6350"/>
                  </a:lnTo>
                  <a:close/>
                </a:path>
                <a:path w="278129" h="278130">
                  <a:moveTo>
                    <a:pt x="270510" y="5080"/>
                  </a:moveTo>
                  <a:lnTo>
                    <a:pt x="267970" y="5080"/>
                  </a:lnTo>
                  <a:lnTo>
                    <a:pt x="267970" y="6350"/>
                  </a:lnTo>
                  <a:lnTo>
                    <a:pt x="270510" y="6350"/>
                  </a:lnTo>
                  <a:lnTo>
                    <a:pt x="270510" y="5080"/>
                  </a:lnTo>
                  <a:close/>
                </a:path>
                <a:path w="278129" h="278130">
                  <a:moveTo>
                    <a:pt x="276860" y="1270"/>
                  </a:moveTo>
                  <a:lnTo>
                    <a:pt x="274320" y="1270"/>
                  </a:lnTo>
                  <a:lnTo>
                    <a:pt x="274320" y="2539"/>
                  </a:lnTo>
                  <a:lnTo>
                    <a:pt x="271780" y="2539"/>
                  </a:lnTo>
                  <a:lnTo>
                    <a:pt x="271780" y="3810"/>
                  </a:lnTo>
                  <a:lnTo>
                    <a:pt x="270510" y="3810"/>
                  </a:lnTo>
                  <a:lnTo>
                    <a:pt x="270510" y="5080"/>
                  </a:lnTo>
                  <a:lnTo>
                    <a:pt x="273050" y="5080"/>
                  </a:lnTo>
                  <a:lnTo>
                    <a:pt x="276860" y="1270"/>
                  </a:lnTo>
                  <a:close/>
                </a:path>
                <a:path w="278129" h="278130">
                  <a:moveTo>
                    <a:pt x="278130" y="0"/>
                  </a:moveTo>
                  <a:lnTo>
                    <a:pt x="276860" y="0"/>
                  </a:lnTo>
                  <a:lnTo>
                    <a:pt x="276860" y="1270"/>
                  </a:lnTo>
                  <a:lnTo>
                    <a:pt x="278130" y="0"/>
                  </a:lnTo>
                  <a:close/>
                </a:path>
              </a:pathLst>
            </a:custGeom>
            <a:solidFill>
              <a:srgbClr val="C8B8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1" name="object 3541"/>
            <p:cNvSpPr/>
            <p:nvPr/>
          </p:nvSpPr>
          <p:spPr>
            <a:xfrm>
              <a:off x="7065010" y="2806700"/>
              <a:ext cx="304800" cy="304800"/>
            </a:xfrm>
            <a:custGeom>
              <a:avLst/>
              <a:gdLst/>
              <a:ahLst/>
              <a:cxnLst/>
              <a:rect l="l" t="t" r="r" b="b"/>
              <a:pathLst>
                <a:path w="304800" h="304800">
                  <a:moveTo>
                    <a:pt x="134620" y="170179"/>
                  </a:moveTo>
                  <a:lnTo>
                    <a:pt x="123190" y="170179"/>
                  </a:lnTo>
                  <a:lnTo>
                    <a:pt x="0" y="293370"/>
                  </a:lnTo>
                  <a:lnTo>
                    <a:pt x="0" y="304800"/>
                  </a:lnTo>
                  <a:lnTo>
                    <a:pt x="134620" y="170179"/>
                  </a:lnTo>
                  <a:close/>
                </a:path>
                <a:path w="304800" h="304800">
                  <a:moveTo>
                    <a:pt x="137160" y="167639"/>
                  </a:moveTo>
                  <a:lnTo>
                    <a:pt x="125730" y="167639"/>
                  </a:lnTo>
                  <a:lnTo>
                    <a:pt x="124460" y="168910"/>
                  </a:lnTo>
                  <a:lnTo>
                    <a:pt x="135890" y="168910"/>
                  </a:lnTo>
                  <a:lnTo>
                    <a:pt x="137160" y="167639"/>
                  </a:lnTo>
                  <a:close/>
                </a:path>
                <a:path w="304800" h="304800">
                  <a:moveTo>
                    <a:pt x="140970" y="163829"/>
                  </a:moveTo>
                  <a:lnTo>
                    <a:pt x="129540" y="163829"/>
                  </a:lnTo>
                  <a:lnTo>
                    <a:pt x="127000" y="166370"/>
                  </a:lnTo>
                  <a:lnTo>
                    <a:pt x="138429" y="166370"/>
                  </a:lnTo>
                  <a:lnTo>
                    <a:pt x="140970" y="163829"/>
                  </a:lnTo>
                  <a:close/>
                </a:path>
                <a:path w="304800" h="304800">
                  <a:moveTo>
                    <a:pt x="143510" y="161289"/>
                  </a:moveTo>
                  <a:lnTo>
                    <a:pt x="132080" y="161289"/>
                  </a:lnTo>
                  <a:lnTo>
                    <a:pt x="130810" y="162560"/>
                  </a:lnTo>
                  <a:lnTo>
                    <a:pt x="142240" y="162560"/>
                  </a:lnTo>
                  <a:lnTo>
                    <a:pt x="143510" y="161289"/>
                  </a:lnTo>
                  <a:close/>
                </a:path>
                <a:path w="304800" h="304800">
                  <a:moveTo>
                    <a:pt x="147320" y="157479"/>
                  </a:moveTo>
                  <a:lnTo>
                    <a:pt x="135890" y="157479"/>
                  </a:lnTo>
                  <a:lnTo>
                    <a:pt x="133350" y="160020"/>
                  </a:lnTo>
                  <a:lnTo>
                    <a:pt x="144779" y="160020"/>
                  </a:lnTo>
                  <a:lnTo>
                    <a:pt x="147320" y="157479"/>
                  </a:lnTo>
                  <a:close/>
                </a:path>
                <a:path w="304800" h="304800">
                  <a:moveTo>
                    <a:pt x="149860" y="154939"/>
                  </a:moveTo>
                  <a:lnTo>
                    <a:pt x="138430" y="154939"/>
                  </a:lnTo>
                  <a:lnTo>
                    <a:pt x="137160" y="156210"/>
                  </a:lnTo>
                  <a:lnTo>
                    <a:pt x="148590" y="156210"/>
                  </a:lnTo>
                  <a:lnTo>
                    <a:pt x="149860" y="154939"/>
                  </a:lnTo>
                  <a:close/>
                </a:path>
                <a:path w="304800" h="304800">
                  <a:moveTo>
                    <a:pt x="153670" y="151129"/>
                  </a:moveTo>
                  <a:lnTo>
                    <a:pt x="142240" y="151129"/>
                  </a:lnTo>
                  <a:lnTo>
                    <a:pt x="139700" y="153670"/>
                  </a:lnTo>
                  <a:lnTo>
                    <a:pt x="151129" y="153670"/>
                  </a:lnTo>
                  <a:lnTo>
                    <a:pt x="153670" y="151129"/>
                  </a:lnTo>
                  <a:close/>
                </a:path>
                <a:path w="304800" h="304800">
                  <a:moveTo>
                    <a:pt x="156210" y="148589"/>
                  </a:moveTo>
                  <a:lnTo>
                    <a:pt x="144780" y="148589"/>
                  </a:lnTo>
                  <a:lnTo>
                    <a:pt x="143510" y="149860"/>
                  </a:lnTo>
                  <a:lnTo>
                    <a:pt x="154940" y="149860"/>
                  </a:lnTo>
                  <a:lnTo>
                    <a:pt x="156210" y="148589"/>
                  </a:lnTo>
                  <a:close/>
                </a:path>
                <a:path w="304800" h="304800">
                  <a:moveTo>
                    <a:pt x="160020" y="144779"/>
                  </a:moveTo>
                  <a:lnTo>
                    <a:pt x="148590" y="144779"/>
                  </a:lnTo>
                  <a:lnTo>
                    <a:pt x="146050" y="147320"/>
                  </a:lnTo>
                  <a:lnTo>
                    <a:pt x="157479" y="147320"/>
                  </a:lnTo>
                  <a:lnTo>
                    <a:pt x="160020" y="144779"/>
                  </a:lnTo>
                  <a:close/>
                </a:path>
                <a:path w="304800" h="304800">
                  <a:moveTo>
                    <a:pt x="162560" y="142239"/>
                  </a:moveTo>
                  <a:lnTo>
                    <a:pt x="151130" y="142239"/>
                  </a:lnTo>
                  <a:lnTo>
                    <a:pt x="149860" y="143510"/>
                  </a:lnTo>
                  <a:lnTo>
                    <a:pt x="161290" y="143510"/>
                  </a:lnTo>
                  <a:lnTo>
                    <a:pt x="162560" y="142239"/>
                  </a:lnTo>
                  <a:close/>
                </a:path>
                <a:path w="304800" h="304800">
                  <a:moveTo>
                    <a:pt x="166370" y="138429"/>
                  </a:moveTo>
                  <a:lnTo>
                    <a:pt x="154940" y="138429"/>
                  </a:lnTo>
                  <a:lnTo>
                    <a:pt x="152400" y="140970"/>
                  </a:lnTo>
                  <a:lnTo>
                    <a:pt x="163829" y="140970"/>
                  </a:lnTo>
                  <a:lnTo>
                    <a:pt x="166370" y="138429"/>
                  </a:lnTo>
                  <a:close/>
                </a:path>
                <a:path w="304800" h="304800">
                  <a:moveTo>
                    <a:pt x="168910" y="135889"/>
                  </a:moveTo>
                  <a:lnTo>
                    <a:pt x="157480" y="135889"/>
                  </a:lnTo>
                  <a:lnTo>
                    <a:pt x="156210" y="137160"/>
                  </a:lnTo>
                  <a:lnTo>
                    <a:pt x="167640" y="137160"/>
                  </a:lnTo>
                  <a:lnTo>
                    <a:pt x="168910" y="135889"/>
                  </a:lnTo>
                  <a:close/>
                </a:path>
                <a:path w="304800" h="304800">
                  <a:moveTo>
                    <a:pt x="172720" y="132079"/>
                  </a:moveTo>
                  <a:lnTo>
                    <a:pt x="161290" y="132079"/>
                  </a:lnTo>
                  <a:lnTo>
                    <a:pt x="158750" y="134620"/>
                  </a:lnTo>
                  <a:lnTo>
                    <a:pt x="170179" y="134620"/>
                  </a:lnTo>
                  <a:lnTo>
                    <a:pt x="172720" y="132079"/>
                  </a:lnTo>
                  <a:close/>
                </a:path>
                <a:path w="304800" h="304800">
                  <a:moveTo>
                    <a:pt x="175260" y="129539"/>
                  </a:moveTo>
                  <a:lnTo>
                    <a:pt x="163830" y="129539"/>
                  </a:lnTo>
                  <a:lnTo>
                    <a:pt x="162560" y="130810"/>
                  </a:lnTo>
                  <a:lnTo>
                    <a:pt x="173990" y="130810"/>
                  </a:lnTo>
                  <a:lnTo>
                    <a:pt x="175260" y="129539"/>
                  </a:lnTo>
                  <a:close/>
                </a:path>
                <a:path w="304800" h="304800">
                  <a:moveTo>
                    <a:pt x="179070" y="125729"/>
                  </a:moveTo>
                  <a:lnTo>
                    <a:pt x="167640" y="125729"/>
                  </a:lnTo>
                  <a:lnTo>
                    <a:pt x="165100" y="128270"/>
                  </a:lnTo>
                  <a:lnTo>
                    <a:pt x="176529" y="128270"/>
                  </a:lnTo>
                  <a:lnTo>
                    <a:pt x="179070" y="125729"/>
                  </a:lnTo>
                  <a:close/>
                </a:path>
                <a:path w="304800" h="304800">
                  <a:moveTo>
                    <a:pt x="181610" y="123189"/>
                  </a:moveTo>
                  <a:lnTo>
                    <a:pt x="170180" y="123189"/>
                  </a:lnTo>
                  <a:lnTo>
                    <a:pt x="168910" y="124460"/>
                  </a:lnTo>
                  <a:lnTo>
                    <a:pt x="180340" y="124460"/>
                  </a:lnTo>
                  <a:lnTo>
                    <a:pt x="181610" y="123189"/>
                  </a:lnTo>
                  <a:close/>
                </a:path>
                <a:path w="304800" h="304800">
                  <a:moveTo>
                    <a:pt x="185420" y="119379"/>
                  </a:moveTo>
                  <a:lnTo>
                    <a:pt x="173990" y="119379"/>
                  </a:lnTo>
                  <a:lnTo>
                    <a:pt x="171450" y="121920"/>
                  </a:lnTo>
                  <a:lnTo>
                    <a:pt x="182879" y="121920"/>
                  </a:lnTo>
                  <a:lnTo>
                    <a:pt x="185420" y="119379"/>
                  </a:lnTo>
                  <a:close/>
                </a:path>
                <a:path w="304800" h="304800">
                  <a:moveTo>
                    <a:pt x="187960" y="116839"/>
                  </a:moveTo>
                  <a:lnTo>
                    <a:pt x="176530" y="116839"/>
                  </a:lnTo>
                  <a:lnTo>
                    <a:pt x="175260" y="118110"/>
                  </a:lnTo>
                  <a:lnTo>
                    <a:pt x="186690" y="118110"/>
                  </a:lnTo>
                  <a:lnTo>
                    <a:pt x="187960" y="116839"/>
                  </a:lnTo>
                  <a:close/>
                </a:path>
                <a:path w="304800" h="304800">
                  <a:moveTo>
                    <a:pt x="191770" y="113029"/>
                  </a:moveTo>
                  <a:lnTo>
                    <a:pt x="180340" y="113029"/>
                  </a:lnTo>
                  <a:lnTo>
                    <a:pt x="177800" y="115570"/>
                  </a:lnTo>
                  <a:lnTo>
                    <a:pt x="189229" y="115570"/>
                  </a:lnTo>
                  <a:lnTo>
                    <a:pt x="191770" y="113029"/>
                  </a:lnTo>
                  <a:close/>
                </a:path>
                <a:path w="304800" h="304800">
                  <a:moveTo>
                    <a:pt x="194310" y="110489"/>
                  </a:moveTo>
                  <a:lnTo>
                    <a:pt x="182880" y="110489"/>
                  </a:lnTo>
                  <a:lnTo>
                    <a:pt x="181610" y="111760"/>
                  </a:lnTo>
                  <a:lnTo>
                    <a:pt x="193040" y="111760"/>
                  </a:lnTo>
                  <a:lnTo>
                    <a:pt x="194310" y="110489"/>
                  </a:lnTo>
                  <a:close/>
                </a:path>
                <a:path w="304800" h="304800">
                  <a:moveTo>
                    <a:pt x="198120" y="106679"/>
                  </a:moveTo>
                  <a:lnTo>
                    <a:pt x="186690" y="106679"/>
                  </a:lnTo>
                  <a:lnTo>
                    <a:pt x="184150" y="109220"/>
                  </a:lnTo>
                  <a:lnTo>
                    <a:pt x="195579" y="109220"/>
                  </a:lnTo>
                  <a:lnTo>
                    <a:pt x="198120" y="106679"/>
                  </a:lnTo>
                  <a:close/>
                </a:path>
                <a:path w="304800" h="304800">
                  <a:moveTo>
                    <a:pt x="200660" y="104139"/>
                  </a:moveTo>
                  <a:lnTo>
                    <a:pt x="189230" y="104139"/>
                  </a:lnTo>
                  <a:lnTo>
                    <a:pt x="187960" y="105410"/>
                  </a:lnTo>
                  <a:lnTo>
                    <a:pt x="199390" y="105410"/>
                  </a:lnTo>
                  <a:lnTo>
                    <a:pt x="200660" y="104139"/>
                  </a:lnTo>
                  <a:close/>
                </a:path>
                <a:path w="304800" h="304800">
                  <a:moveTo>
                    <a:pt x="204470" y="100329"/>
                  </a:moveTo>
                  <a:lnTo>
                    <a:pt x="193040" y="100329"/>
                  </a:lnTo>
                  <a:lnTo>
                    <a:pt x="190500" y="102870"/>
                  </a:lnTo>
                  <a:lnTo>
                    <a:pt x="201929" y="102870"/>
                  </a:lnTo>
                  <a:lnTo>
                    <a:pt x="204470" y="100329"/>
                  </a:lnTo>
                  <a:close/>
                </a:path>
                <a:path w="304800" h="304800">
                  <a:moveTo>
                    <a:pt x="207010" y="97789"/>
                  </a:moveTo>
                  <a:lnTo>
                    <a:pt x="195580" y="97789"/>
                  </a:lnTo>
                  <a:lnTo>
                    <a:pt x="194310" y="99060"/>
                  </a:lnTo>
                  <a:lnTo>
                    <a:pt x="205740" y="99060"/>
                  </a:lnTo>
                  <a:lnTo>
                    <a:pt x="207010" y="97789"/>
                  </a:lnTo>
                  <a:close/>
                </a:path>
                <a:path w="304800" h="304800">
                  <a:moveTo>
                    <a:pt x="210820" y="93979"/>
                  </a:moveTo>
                  <a:lnTo>
                    <a:pt x="199390" y="93979"/>
                  </a:lnTo>
                  <a:lnTo>
                    <a:pt x="196850" y="96520"/>
                  </a:lnTo>
                  <a:lnTo>
                    <a:pt x="208279" y="96520"/>
                  </a:lnTo>
                  <a:lnTo>
                    <a:pt x="210820" y="93979"/>
                  </a:lnTo>
                  <a:close/>
                </a:path>
                <a:path w="304800" h="304800">
                  <a:moveTo>
                    <a:pt x="213360" y="91439"/>
                  </a:moveTo>
                  <a:lnTo>
                    <a:pt x="201930" y="91439"/>
                  </a:lnTo>
                  <a:lnTo>
                    <a:pt x="200660" y="92710"/>
                  </a:lnTo>
                  <a:lnTo>
                    <a:pt x="212090" y="92710"/>
                  </a:lnTo>
                  <a:lnTo>
                    <a:pt x="213360" y="91439"/>
                  </a:lnTo>
                  <a:close/>
                </a:path>
                <a:path w="304800" h="304800">
                  <a:moveTo>
                    <a:pt x="217170" y="87629"/>
                  </a:moveTo>
                  <a:lnTo>
                    <a:pt x="205740" y="87629"/>
                  </a:lnTo>
                  <a:lnTo>
                    <a:pt x="203200" y="90170"/>
                  </a:lnTo>
                  <a:lnTo>
                    <a:pt x="214629" y="90170"/>
                  </a:lnTo>
                  <a:lnTo>
                    <a:pt x="217170" y="87629"/>
                  </a:lnTo>
                  <a:close/>
                </a:path>
                <a:path w="304800" h="304800">
                  <a:moveTo>
                    <a:pt x="219710" y="85089"/>
                  </a:moveTo>
                  <a:lnTo>
                    <a:pt x="208280" y="85089"/>
                  </a:lnTo>
                  <a:lnTo>
                    <a:pt x="207010" y="86360"/>
                  </a:lnTo>
                  <a:lnTo>
                    <a:pt x="218440" y="86360"/>
                  </a:lnTo>
                  <a:lnTo>
                    <a:pt x="219710" y="85089"/>
                  </a:lnTo>
                  <a:close/>
                </a:path>
                <a:path w="304800" h="304800">
                  <a:moveTo>
                    <a:pt x="223520" y="81279"/>
                  </a:moveTo>
                  <a:lnTo>
                    <a:pt x="212090" y="81279"/>
                  </a:lnTo>
                  <a:lnTo>
                    <a:pt x="209550" y="83820"/>
                  </a:lnTo>
                  <a:lnTo>
                    <a:pt x="220979" y="83820"/>
                  </a:lnTo>
                  <a:lnTo>
                    <a:pt x="223520" y="81279"/>
                  </a:lnTo>
                  <a:close/>
                </a:path>
                <a:path w="304800" h="304800">
                  <a:moveTo>
                    <a:pt x="226060" y="78739"/>
                  </a:moveTo>
                  <a:lnTo>
                    <a:pt x="214630" y="78739"/>
                  </a:lnTo>
                  <a:lnTo>
                    <a:pt x="213360" y="80010"/>
                  </a:lnTo>
                  <a:lnTo>
                    <a:pt x="224790" y="80010"/>
                  </a:lnTo>
                  <a:lnTo>
                    <a:pt x="226060" y="78739"/>
                  </a:lnTo>
                  <a:close/>
                </a:path>
                <a:path w="304800" h="304800">
                  <a:moveTo>
                    <a:pt x="229870" y="74929"/>
                  </a:moveTo>
                  <a:lnTo>
                    <a:pt x="218440" y="74929"/>
                  </a:lnTo>
                  <a:lnTo>
                    <a:pt x="215900" y="77470"/>
                  </a:lnTo>
                  <a:lnTo>
                    <a:pt x="227329" y="77470"/>
                  </a:lnTo>
                  <a:lnTo>
                    <a:pt x="229870" y="74929"/>
                  </a:lnTo>
                  <a:close/>
                </a:path>
                <a:path w="304800" h="304800">
                  <a:moveTo>
                    <a:pt x="232410" y="72389"/>
                  </a:moveTo>
                  <a:lnTo>
                    <a:pt x="220980" y="72389"/>
                  </a:lnTo>
                  <a:lnTo>
                    <a:pt x="219710" y="73660"/>
                  </a:lnTo>
                  <a:lnTo>
                    <a:pt x="231140" y="73660"/>
                  </a:lnTo>
                  <a:lnTo>
                    <a:pt x="232410" y="72389"/>
                  </a:lnTo>
                  <a:close/>
                </a:path>
                <a:path w="304800" h="304800">
                  <a:moveTo>
                    <a:pt x="236220" y="68579"/>
                  </a:moveTo>
                  <a:lnTo>
                    <a:pt x="224790" y="68579"/>
                  </a:lnTo>
                  <a:lnTo>
                    <a:pt x="222250" y="71120"/>
                  </a:lnTo>
                  <a:lnTo>
                    <a:pt x="233679" y="71120"/>
                  </a:lnTo>
                  <a:lnTo>
                    <a:pt x="236220" y="68579"/>
                  </a:lnTo>
                  <a:close/>
                </a:path>
                <a:path w="304800" h="304800">
                  <a:moveTo>
                    <a:pt x="238760" y="66039"/>
                  </a:moveTo>
                  <a:lnTo>
                    <a:pt x="227330" y="66039"/>
                  </a:lnTo>
                  <a:lnTo>
                    <a:pt x="226060" y="67310"/>
                  </a:lnTo>
                  <a:lnTo>
                    <a:pt x="237490" y="67310"/>
                  </a:lnTo>
                  <a:lnTo>
                    <a:pt x="238760" y="66039"/>
                  </a:lnTo>
                  <a:close/>
                </a:path>
                <a:path w="304800" h="304800">
                  <a:moveTo>
                    <a:pt x="242570" y="62229"/>
                  </a:moveTo>
                  <a:lnTo>
                    <a:pt x="231140" y="62229"/>
                  </a:lnTo>
                  <a:lnTo>
                    <a:pt x="228600" y="64770"/>
                  </a:lnTo>
                  <a:lnTo>
                    <a:pt x="240029" y="64770"/>
                  </a:lnTo>
                  <a:lnTo>
                    <a:pt x="242570" y="62229"/>
                  </a:lnTo>
                  <a:close/>
                </a:path>
                <a:path w="304800" h="304800">
                  <a:moveTo>
                    <a:pt x="245110" y="59689"/>
                  </a:moveTo>
                  <a:lnTo>
                    <a:pt x="233680" y="59689"/>
                  </a:lnTo>
                  <a:lnTo>
                    <a:pt x="232410" y="60960"/>
                  </a:lnTo>
                  <a:lnTo>
                    <a:pt x="243840" y="60960"/>
                  </a:lnTo>
                  <a:lnTo>
                    <a:pt x="245110" y="59689"/>
                  </a:lnTo>
                  <a:close/>
                </a:path>
                <a:path w="304800" h="304800">
                  <a:moveTo>
                    <a:pt x="248920" y="55879"/>
                  </a:moveTo>
                  <a:lnTo>
                    <a:pt x="237490" y="55879"/>
                  </a:lnTo>
                  <a:lnTo>
                    <a:pt x="234950" y="58420"/>
                  </a:lnTo>
                  <a:lnTo>
                    <a:pt x="246379" y="58420"/>
                  </a:lnTo>
                  <a:lnTo>
                    <a:pt x="248920" y="55879"/>
                  </a:lnTo>
                  <a:close/>
                </a:path>
                <a:path w="304800" h="304800">
                  <a:moveTo>
                    <a:pt x="251460" y="53339"/>
                  </a:moveTo>
                  <a:lnTo>
                    <a:pt x="240030" y="53339"/>
                  </a:lnTo>
                  <a:lnTo>
                    <a:pt x="238760" y="54610"/>
                  </a:lnTo>
                  <a:lnTo>
                    <a:pt x="250190" y="54610"/>
                  </a:lnTo>
                  <a:lnTo>
                    <a:pt x="251460" y="53339"/>
                  </a:lnTo>
                  <a:close/>
                </a:path>
                <a:path w="304800" h="304800">
                  <a:moveTo>
                    <a:pt x="255270" y="49529"/>
                  </a:moveTo>
                  <a:lnTo>
                    <a:pt x="243840" y="49529"/>
                  </a:lnTo>
                  <a:lnTo>
                    <a:pt x="241300" y="52070"/>
                  </a:lnTo>
                  <a:lnTo>
                    <a:pt x="252729" y="52070"/>
                  </a:lnTo>
                  <a:lnTo>
                    <a:pt x="255270" y="49529"/>
                  </a:lnTo>
                  <a:close/>
                </a:path>
                <a:path w="304800" h="304800">
                  <a:moveTo>
                    <a:pt x="257810" y="46989"/>
                  </a:moveTo>
                  <a:lnTo>
                    <a:pt x="246380" y="46989"/>
                  </a:lnTo>
                  <a:lnTo>
                    <a:pt x="245110" y="48260"/>
                  </a:lnTo>
                  <a:lnTo>
                    <a:pt x="256540" y="48260"/>
                  </a:lnTo>
                  <a:lnTo>
                    <a:pt x="257810" y="46989"/>
                  </a:lnTo>
                  <a:close/>
                </a:path>
                <a:path w="304800" h="304800">
                  <a:moveTo>
                    <a:pt x="261620" y="43179"/>
                  </a:moveTo>
                  <a:lnTo>
                    <a:pt x="250190" y="43179"/>
                  </a:lnTo>
                  <a:lnTo>
                    <a:pt x="247650" y="45720"/>
                  </a:lnTo>
                  <a:lnTo>
                    <a:pt x="259079" y="45720"/>
                  </a:lnTo>
                  <a:lnTo>
                    <a:pt x="261620" y="43179"/>
                  </a:lnTo>
                  <a:close/>
                </a:path>
                <a:path w="304800" h="304800">
                  <a:moveTo>
                    <a:pt x="264160" y="40639"/>
                  </a:moveTo>
                  <a:lnTo>
                    <a:pt x="252730" y="40639"/>
                  </a:lnTo>
                  <a:lnTo>
                    <a:pt x="251460" y="41910"/>
                  </a:lnTo>
                  <a:lnTo>
                    <a:pt x="262890" y="41910"/>
                  </a:lnTo>
                  <a:lnTo>
                    <a:pt x="264160" y="40639"/>
                  </a:lnTo>
                  <a:close/>
                </a:path>
                <a:path w="304800" h="304800">
                  <a:moveTo>
                    <a:pt x="267970" y="36829"/>
                  </a:moveTo>
                  <a:lnTo>
                    <a:pt x="256540" y="36829"/>
                  </a:lnTo>
                  <a:lnTo>
                    <a:pt x="254000" y="39370"/>
                  </a:lnTo>
                  <a:lnTo>
                    <a:pt x="265429" y="39370"/>
                  </a:lnTo>
                  <a:lnTo>
                    <a:pt x="267970" y="36829"/>
                  </a:lnTo>
                  <a:close/>
                </a:path>
                <a:path w="304800" h="304800">
                  <a:moveTo>
                    <a:pt x="270510" y="34289"/>
                  </a:moveTo>
                  <a:lnTo>
                    <a:pt x="259080" y="34289"/>
                  </a:lnTo>
                  <a:lnTo>
                    <a:pt x="257810" y="35560"/>
                  </a:lnTo>
                  <a:lnTo>
                    <a:pt x="269240" y="35560"/>
                  </a:lnTo>
                  <a:lnTo>
                    <a:pt x="270510" y="34289"/>
                  </a:lnTo>
                  <a:close/>
                </a:path>
                <a:path w="304800" h="304800">
                  <a:moveTo>
                    <a:pt x="274320" y="30479"/>
                  </a:moveTo>
                  <a:lnTo>
                    <a:pt x="262890" y="30479"/>
                  </a:lnTo>
                  <a:lnTo>
                    <a:pt x="260350" y="33020"/>
                  </a:lnTo>
                  <a:lnTo>
                    <a:pt x="271779" y="33020"/>
                  </a:lnTo>
                  <a:lnTo>
                    <a:pt x="274320" y="30479"/>
                  </a:lnTo>
                  <a:close/>
                </a:path>
                <a:path w="304800" h="304800">
                  <a:moveTo>
                    <a:pt x="276860" y="27939"/>
                  </a:moveTo>
                  <a:lnTo>
                    <a:pt x="265430" y="27939"/>
                  </a:lnTo>
                  <a:lnTo>
                    <a:pt x="264160" y="29210"/>
                  </a:lnTo>
                  <a:lnTo>
                    <a:pt x="275590" y="29210"/>
                  </a:lnTo>
                  <a:lnTo>
                    <a:pt x="276860" y="27939"/>
                  </a:lnTo>
                  <a:close/>
                </a:path>
                <a:path w="304800" h="304800">
                  <a:moveTo>
                    <a:pt x="280670" y="24129"/>
                  </a:moveTo>
                  <a:lnTo>
                    <a:pt x="269240" y="24129"/>
                  </a:lnTo>
                  <a:lnTo>
                    <a:pt x="266700" y="26670"/>
                  </a:lnTo>
                  <a:lnTo>
                    <a:pt x="278129" y="26670"/>
                  </a:lnTo>
                  <a:lnTo>
                    <a:pt x="280670" y="24129"/>
                  </a:lnTo>
                  <a:close/>
                </a:path>
                <a:path w="304800" h="304800">
                  <a:moveTo>
                    <a:pt x="283210" y="21589"/>
                  </a:moveTo>
                  <a:lnTo>
                    <a:pt x="271780" y="21589"/>
                  </a:lnTo>
                  <a:lnTo>
                    <a:pt x="270510" y="22860"/>
                  </a:lnTo>
                  <a:lnTo>
                    <a:pt x="281940" y="22860"/>
                  </a:lnTo>
                  <a:lnTo>
                    <a:pt x="283210" y="21589"/>
                  </a:lnTo>
                  <a:close/>
                </a:path>
                <a:path w="304800" h="304800">
                  <a:moveTo>
                    <a:pt x="276860" y="16510"/>
                  </a:moveTo>
                  <a:lnTo>
                    <a:pt x="273050" y="20320"/>
                  </a:lnTo>
                  <a:lnTo>
                    <a:pt x="284479" y="20320"/>
                  </a:lnTo>
                  <a:lnTo>
                    <a:pt x="287020" y="17779"/>
                  </a:lnTo>
                  <a:lnTo>
                    <a:pt x="276860" y="17779"/>
                  </a:lnTo>
                  <a:lnTo>
                    <a:pt x="276860" y="16510"/>
                  </a:lnTo>
                  <a:close/>
                </a:path>
                <a:path w="304800" h="304800">
                  <a:moveTo>
                    <a:pt x="289560" y="15239"/>
                  </a:moveTo>
                  <a:lnTo>
                    <a:pt x="278130" y="15239"/>
                  </a:lnTo>
                  <a:lnTo>
                    <a:pt x="276860" y="16510"/>
                  </a:lnTo>
                  <a:lnTo>
                    <a:pt x="288290" y="16510"/>
                  </a:lnTo>
                  <a:lnTo>
                    <a:pt x="289560" y="15239"/>
                  </a:lnTo>
                  <a:close/>
                </a:path>
                <a:path w="304800" h="304800">
                  <a:moveTo>
                    <a:pt x="280670" y="13970"/>
                  </a:moveTo>
                  <a:lnTo>
                    <a:pt x="279400" y="13970"/>
                  </a:lnTo>
                  <a:lnTo>
                    <a:pt x="279400" y="15239"/>
                  </a:lnTo>
                  <a:lnTo>
                    <a:pt x="280670" y="15239"/>
                  </a:lnTo>
                  <a:lnTo>
                    <a:pt x="280670" y="13970"/>
                  </a:lnTo>
                  <a:close/>
                </a:path>
                <a:path w="304800" h="304800">
                  <a:moveTo>
                    <a:pt x="293370" y="11429"/>
                  </a:moveTo>
                  <a:lnTo>
                    <a:pt x="283210" y="11429"/>
                  </a:lnTo>
                  <a:lnTo>
                    <a:pt x="283210" y="12700"/>
                  </a:lnTo>
                  <a:lnTo>
                    <a:pt x="280670" y="12700"/>
                  </a:lnTo>
                  <a:lnTo>
                    <a:pt x="280670" y="13970"/>
                  </a:lnTo>
                  <a:lnTo>
                    <a:pt x="290829" y="13970"/>
                  </a:lnTo>
                  <a:lnTo>
                    <a:pt x="293370" y="11429"/>
                  </a:lnTo>
                  <a:close/>
                </a:path>
                <a:path w="304800" h="304800">
                  <a:moveTo>
                    <a:pt x="288290" y="10160"/>
                  </a:moveTo>
                  <a:lnTo>
                    <a:pt x="285750" y="10160"/>
                  </a:lnTo>
                  <a:lnTo>
                    <a:pt x="285750" y="11429"/>
                  </a:lnTo>
                  <a:lnTo>
                    <a:pt x="288290" y="11429"/>
                  </a:lnTo>
                  <a:lnTo>
                    <a:pt x="288290" y="10160"/>
                  </a:lnTo>
                  <a:close/>
                </a:path>
                <a:path w="304800" h="304800">
                  <a:moveTo>
                    <a:pt x="295910" y="8889"/>
                  </a:moveTo>
                  <a:lnTo>
                    <a:pt x="288290" y="8889"/>
                  </a:lnTo>
                  <a:lnTo>
                    <a:pt x="288290" y="10160"/>
                  </a:lnTo>
                  <a:lnTo>
                    <a:pt x="294640" y="10160"/>
                  </a:lnTo>
                  <a:lnTo>
                    <a:pt x="295910" y="8889"/>
                  </a:lnTo>
                  <a:close/>
                </a:path>
                <a:path w="304800" h="304800">
                  <a:moveTo>
                    <a:pt x="292100" y="7620"/>
                  </a:moveTo>
                  <a:lnTo>
                    <a:pt x="290830" y="7620"/>
                  </a:lnTo>
                  <a:lnTo>
                    <a:pt x="290830" y="8889"/>
                  </a:lnTo>
                  <a:lnTo>
                    <a:pt x="292100" y="8889"/>
                  </a:lnTo>
                  <a:lnTo>
                    <a:pt x="292100" y="7620"/>
                  </a:lnTo>
                  <a:close/>
                </a:path>
                <a:path w="304800" h="304800">
                  <a:moveTo>
                    <a:pt x="299720" y="3810"/>
                  </a:moveTo>
                  <a:lnTo>
                    <a:pt x="297180" y="3810"/>
                  </a:lnTo>
                  <a:lnTo>
                    <a:pt x="297180" y="5079"/>
                  </a:lnTo>
                  <a:lnTo>
                    <a:pt x="294640" y="5079"/>
                  </a:lnTo>
                  <a:lnTo>
                    <a:pt x="294640" y="6350"/>
                  </a:lnTo>
                  <a:lnTo>
                    <a:pt x="292100" y="6350"/>
                  </a:lnTo>
                  <a:lnTo>
                    <a:pt x="292100" y="7620"/>
                  </a:lnTo>
                  <a:lnTo>
                    <a:pt x="297179" y="7620"/>
                  </a:lnTo>
                  <a:lnTo>
                    <a:pt x="299720" y="5079"/>
                  </a:lnTo>
                  <a:lnTo>
                    <a:pt x="299720" y="3810"/>
                  </a:lnTo>
                  <a:close/>
                </a:path>
                <a:path w="304800" h="304800">
                  <a:moveTo>
                    <a:pt x="303529" y="1270"/>
                  </a:moveTo>
                  <a:lnTo>
                    <a:pt x="300990" y="1270"/>
                  </a:lnTo>
                  <a:lnTo>
                    <a:pt x="300990" y="2539"/>
                  </a:lnTo>
                  <a:lnTo>
                    <a:pt x="299720" y="2539"/>
                  </a:lnTo>
                  <a:lnTo>
                    <a:pt x="299720" y="3810"/>
                  </a:lnTo>
                  <a:lnTo>
                    <a:pt x="300990" y="3810"/>
                  </a:lnTo>
                  <a:lnTo>
                    <a:pt x="303529" y="1270"/>
                  </a:lnTo>
                  <a:close/>
                </a:path>
                <a:path w="304800" h="304800">
                  <a:moveTo>
                    <a:pt x="304800" y="0"/>
                  </a:moveTo>
                  <a:lnTo>
                    <a:pt x="303530" y="0"/>
                  </a:lnTo>
                  <a:lnTo>
                    <a:pt x="303530" y="1269"/>
                  </a:lnTo>
                  <a:lnTo>
                    <a:pt x="304800" y="0"/>
                  </a:lnTo>
                  <a:close/>
                </a:path>
              </a:pathLst>
            </a:custGeom>
            <a:solidFill>
              <a:srgbClr val="C9B9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2" name="object 3542"/>
            <p:cNvSpPr/>
            <p:nvPr/>
          </p:nvSpPr>
          <p:spPr>
            <a:xfrm>
              <a:off x="7065010" y="2792730"/>
              <a:ext cx="329565" cy="330200"/>
            </a:xfrm>
            <a:custGeom>
              <a:avLst/>
              <a:gdLst/>
              <a:ahLst/>
              <a:cxnLst/>
              <a:rect l="l" t="t" r="r" b="b"/>
              <a:pathLst>
                <a:path w="329565" h="330200">
                  <a:moveTo>
                    <a:pt x="145260" y="184150"/>
                  </a:moveTo>
                  <a:lnTo>
                    <a:pt x="134620" y="184150"/>
                  </a:lnTo>
                  <a:lnTo>
                    <a:pt x="0" y="318770"/>
                  </a:lnTo>
                  <a:lnTo>
                    <a:pt x="0" y="329771"/>
                  </a:lnTo>
                  <a:lnTo>
                    <a:pt x="145260" y="184150"/>
                  </a:lnTo>
                  <a:close/>
                </a:path>
                <a:path w="329565" h="330200">
                  <a:moveTo>
                    <a:pt x="147794" y="181610"/>
                  </a:moveTo>
                  <a:lnTo>
                    <a:pt x="137160" y="181610"/>
                  </a:lnTo>
                  <a:lnTo>
                    <a:pt x="135890" y="182880"/>
                  </a:lnTo>
                  <a:lnTo>
                    <a:pt x="146527" y="182880"/>
                  </a:lnTo>
                  <a:lnTo>
                    <a:pt x="147794" y="181610"/>
                  </a:lnTo>
                  <a:close/>
                </a:path>
                <a:path w="329565" h="330200">
                  <a:moveTo>
                    <a:pt x="151595" y="177800"/>
                  </a:moveTo>
                  <a:lnTo>
                    <a:pt x="140970" y="177800"/>
                  </a:lnTo>
                  <a:lnTo>
                    <a:pt x="138429" y="180340"/>
                  </a:lnTo>
                  <a:lnTo>
                    <a:pt x="149061" y="180340"/>
                  </a:lnTo>
                  <a:lnTo>
                    <a:pt x="151595" y="177800"/>
                  </a:lnTo>
                  <a:close/>
                </a:path>
                <a:path w="329565" h="330200">
                  <a:moveTo>
                    <a:pt x="154128" y="175260"/>
                  </a:moveTo>
                  <a:lnTo>
                    <a:pt x="143510" y="175260"/>
                  </a:lnTo>
                  <a:lnTo>
                    <a:pt x="142240" y="176530"/>
                  </a:lnTo>
                  <a:lnTo>
                    <a:pt x="152862" y="176530"/>
                  </a:lnTo>
                  <a:lnTo>
                    <a:pt x="154128" y="175260"/>
                  </a:lnTo>
                  <a:close/>
                </a:path>
                <a:path w="329565" h="330200">
                  <a:moveTo>
                    <a:pt x="157929" y="171450"/>
                  </a:moveTo>
                  <a:lnTo>
                    <a:pt x="147320" y="171450"/>
                  </a:lnTo>
                  <a:lnTo>
                    <a:pt x="144779" y="173990"/>
                  </a:lnTo>
                  <a:lnTo>
                    <a:pt x="155395" y="173990"/>
                  </a:lnTo>
                  <a:lnTo>
                    <a:pt x="157929" y="171450"/>
                  </a:lnTo>
                  <a:close/>
                </a:path>
                <a:path w="329565" h="330200">
                  <a:moveTo>
                    <a:pt x="160463" y="168910"/>
                  </a:moveTo>
                  <a:lnTo>
                    <a:pt x="149860" y="168910"/>
                  </a:lnTo>
                  <a:lnTo>
                    <a:pt x="148590" y="170180"/>
                  </a:lnTo>
                  <a:lnTo>
                    <a:pt x="159196" y="170180"/>
                  </a:lnTo>
                  <a:lnTo>
                    <a:pt x="160463" y="168910"/>
                  </a:lnTo>
                  <a:close/>
                </a:path>
                <a:path w="329565" h="330200">
                  <a:moveTo>
                    <a:pt x="164263" y="165100"/>
                  </a:moveTo>
                  <a:lnTo>
                    <a:pt x="153670" y="165100"/>
                  </a:lnTo>
                  <a:lnTo>
                    <a:pt x="151129" y="167640"/>
                  </a:lnTo>
                  <a:lnTo>
                    <a:pt x="161730" y="167640"/>
                  </a:lnTo>
                  <a:lnTo>
                    <a:pt x="164263" y="165100"/>
                  </a:lnTo>
                  <a:close/>
                </a:path>
                <a:path w="329565" h="330200">
                  <a:moveTo>
                    <a:pt x="166797" y="162560"/>
                  </a:moveTo>
                  <a:lnTo>
                    <a:pt x="156210" y="162560"/>
                  </a:lnTo>
                  <a:lnTo>
                    <a:pt x="154940" y="163830"/>
                  </a:lnTo>
                  <a:lnTo>
                    <a:pt x="165530" y="163830"/>
                  </a:lnTo>
                  <a:lnTo>
                    <a:pt x="166797" y="162560"/>
                  </a:lnTo>
                  <a:close/>
                </a:path>
                <a:path w="329565" h="330200">
                  <a:moveTo>
                    <a:pt x="170598" y="158750"/>
                  </a:moveTo>
                  <a:lnTo>
                    <a:pt x="160020" y="158750"/>
                  </a:lnTo>
                  <a:lnTo>
                    <a:pt x="157479" y="161290"/>
                  </a:lnTo>
                  <a:lnTo>
                    <a:pt x="168064" y="161290"/>
                  </a:lnTo>
                  <a:lnTo>
                    <a:pt x="170598" y="158750"/>
                  </a:lnTo>
                  <a:close/>
                </a:path>
                <a:path w="329565" h="330200">
                  <a:moveTo>
                    <a:pt x="173131" y="156210"/>
                  </a:moveTo>
                  <a:lnTo>
                    <a:pt x="162560" y="156210"/>
                  </a:lnTo>
                  <a:lnTo>
                    <a:pt x="161290" y="157480"/>
                  </a:lnTo>
                  <a:lnTo>
                    <a:pt x="171864" y="157480"/>
                  </a:lnTo>
                  <a:lnTo>
                    <a:pt x="173131" y="156210"/>
                  </a:lnTo>
                  <a:close/>
                </a:path>
                <a:path w="329565" h="330200">
                  <a:moveTo>
                    <a:pt x="176932" y="152400"/>
                  </a:moveTo>
                  <a:lnTo>
                    <a:pt x="166370" y="152400"/>
                  </a:lnTo>
                  <a:lnTo>
                    <a:pt x="163829" y="154940"/>
                  </a:lnTo>
                  <a:lnTo>
                    <a:pt x="174398" y="154940"/>
                  </a:lnTo>
                  <a:lnTo>
                    <a:pt x="176932" y="152400"/>
                  </a:lnTo>
                  <a:close/>
                </a:path>
                <a:path w="329565" h="330200">
                  <a:moveTo>
                    <a:pt x="179466" y="149860"/>
                  </a:moveTo>
                  <a:lnTo>
                    <a:pt x="168910" y="149860"/>
                  </a:lnTo>
                  <a:lnTo>
                    <a:pt x="167640" y="151130"/>
                  </a:lnTo>
                  <a:lnTo>
                    <a:pt x="178199" y="151130"/>
                  </a:lnTo>
                  <a:lnTo>
                    <a:pt x="179466" y="149860"/>
                  </a:lnTo>
                  <a:close/>
                </a:path>
                <a:path w="329565" h="330200">
                  <a:moveTo>
                    <a:pt x="183266" y="146050"/>
                  </a:moveTo>
                  <a:lnTo>
                    <a:pt x="172720" y="146050"/>
                  </a:lnTo>
                  <a:lnTo>
                    <a:pt x="170179" y="148590"/>
                  </a:lnTo>
                  <a:lnTo>
                    <a:pt x="180732" y="148590"/>
                  </a:lnTo>
                  <a:lnTo>
                    <a:pt x="183266" y="146050"/>
                  </a:lnTo>
                  <a:close/>
                </a:path>
                <a:path w="329565" h="330200">
                  <a:moveTo>
                    <a:pt x="185800" y="143510"/>
                  </a:moveTo>
                  <a:lnTo>
                    <a:pt x="175260" y="143510"/>
                  </a:lnTo>
                  <a:lnTo>
                    <a:pt x="173990" y="144780"/>
                  </a:lnTo>
                  <a:lnTo>
                    <a:pt x="184533" y="144780"/>
                  </a:lnTo>
                  <a:lnTo>
                    <a:pt x="185800" y="143510"/>
                  </a:lnTo>
                  <a:close/>
                </a:path>
                <a:path w="329565" h="330200">
                  <a:moveTo>
                    <a:pt x="189600" y="139700"/>
                  </a:moveTo>
                  <a:lnTo>
                    <a:pt x="179070" y="139700"/>
                  </a:lnTo>
                  <a:lnTo>
                    <a:pt x="176529" y="142240"/>
                  </a:lnTo>
                  <a:lnTo>
                    <a:pt x="187067" y="142240"/>
                  </a:lnTo>
                  <a:lnTo>
                    <a:pt x="189600" y="139700"/>
                  </a:lnTo>
                  <a:close/>
                </a:path>
                <a:path w="329565" h="330200">
                  <a:moveTo>
                    <a:pt x="192134" y="137160"/>
                  </a:moveTo>
                  <a:lnTo>
                    <a:pt x="181610" y="137160"/>
                  </a:lnTo>
                  <a:lnTo>
                    <a:pt x="180340" y="138430"/>
                  </a:lnTo>
                  <a:lnTo>
                    <a:pt x="190867" y="138430"/>
                  </a:lnTo>
                  <a:lnTo>
                    <a:pt x="192134" y="137160"/>
                  </a:lnTo>
                  <a:close/>
                </a:path>
                <a:path w="329565" h="330200">
                  <a:moveTo>
                    <a:pt x="195935" y="133350"/>
                  </a:moveTo>
                  <a:lnTo>
                    <a:pt x="185420" y="133350"/>
                  </a:lnTo>
                  <a:lnTo>
                    <a:pt x="182879" y="135890"/>
                  </a:lnTo>
                  <a:lnTo>
                    <a:pt x="193401" y="135890"/>
                  </a:lnTo>
                  <a:lnTo>
                    <a:pt x="195935" y="133350"/>
                  </a:lnTo>
                  <a:close/>
                </a:path>
                <a:path w="329565" h="330200">
                  <a:moveTo>
                    <a:pt x="198468" y="130810"/>
                  </a:moveTo>
                  <a:lnTo>
                    <a:pt x="187960" y="130810"/>
                  </a:lnTo>
                  <a:lnTo>
                    <a:pt x="186690" y="132080"/>
                  </a:lnTo>
                  <a:lnTo>
                    <a:pt x="197202" y="132080"/>
                  </a:lnTo>
                  <a:lnTo>
                    <a:pt x="198468" y="130810"/>
                  </a:lnTo>
                  <a:close/>
                </a:path>
                <a:path w="329565" h="330200">
                  <a:moveTo>
                    <a:pt x="202269" y="127000"/>
                  </a:moveTo>
                  <a:lnTo>
                    <a:pt x="191770" y="127000"/>
                  </a:lnTo>
                  <a:lnTo>
                    <a:pt x="189229" y="129540"/>
                  </a:lnTo>
                  <a:lnTo>
                    <a:pt x="199735" y="129540"/>
                  </a:lnTo>
                  <a:lnTo>
                    <a:pt x="202269" y="127000"/>
                  </a:lnTo>
                  <a:close/>
                </a:path>
                <a:path w="329565" h="330200">
                  <a:moveTo>
                    <a:pt x="204803" y="124460"/>
                  </a:moveTo>
                  <a:lnTo>
                    <a:pt x="194310" y="124460"/>
                  </a:lnTo>
                  <a:lnTo>
                    <a:pt x="193040" y="125730"/>
                  </a:lnTo>
                  <a:lnTo>
                    <a:pt x="203536" y="125730"/>
                  </a:lnTo>
                  <a:lnTo>
                    <a:pt x="204803" y="124460"/>
                  </a:lnTo>
                  <a:close/>
                </a:path>
                <a:path w="329565" h="330200">
                  <a:moveTo>
                    <a:pt x="208603" y="120650"/>
                  </a:moveTo>
                  <a:lnTo>
                    <a:pt x="198120" y="120650"/>
                  </a:lnTo>
                  <a:lnTo>
                    <a:pt x="195579" y="123190"/>
                  </a:lnTo>
                  <a:lnTo>
                    <a:pt x="206070" y="123190"/>
                  </a:lnTo>
                  <a:lnTo>
                    <a:pt x="208603" y="120650"/>
                  </a:lnTo>
                  <a:close/>
                </a:path>
                <a:path w="329565" h="330200">
                  <a:moveTo>
                    <a:pt x="211137" y="118110"/>
                  </a:moveTo>
                  <a:lnTo>
                    <a:pt x="200660" y="118110"/>
                  </a:lnTo>
                  <a:lnTo>
                    <a:pt x="199390" y="119380"/>
                  </a:lnTo>
                  <a:lnTo>
                    <a:pt x="209870" y="119380"/>
                  </a:lnTo>
                  <a:lnTo>
                    <a:pt x="211137" y="118110"/>
                  </a:lnTo>
                  <a:close/>
                </a:path>
                <a:path w="329565" h="330200">
                  <a:moveTo>
                    <a:pt x="214938" y="114300"/>
                  </a:moveTo>
                  <a:lnTo>
                    <a:pt x="204470" y="114300"/>
                  </a:lnTo>
                  <a:lnTo>
                    <a:pt x="201929" y="116840"/>
                  </a:lnTo>
                  <a:lnTo>
                    <a:pt x="212404" y="116840"/>
                  </a:lnTo>
                  <a:lnTo>
                    <a:pt x="214938" y="114300"/>
                  </a:lnTo>
                  <a:close/>
                </a:path>
                <a:path w="329565" h="330200">
                  <a:moveTo>
                    <a:pt x="217471" y="111760"/>
                  </a:moveTo>
                  <a:lnTo>
                    <a:pt x="207010" y="111760"/>
                  </a:lnTo>
                  <a:lnTo>
                    <a:pt x="205740" y="113030"/>
                  </a:lnTo>
                  <a:lnTo>
                    <a:pt x="216204" y="113030"/>
                  </a:lnTo>
                  <a:lnTo>
                    <a:pt x="217471" y="111760"/>
                  </a:lnTo>
                  <a:close/>
                </a:path>
                <a:path w="329565" h="330200">
                  <a:moveTo>
                    <a:pt x="221272" y="107950"/>
                  </a:moveTo>
                  <a:lnTo>
                    <a:pt x="210820" y="107950"/>
                  </a:lnTo>
                  <a:lnTo>
                    <a:pt x="208279" y="110490"/>
                  </a:lnTo>
                  <a:lnTo>
                    <a:pt x="218738" y="110490"/>
                  </a:lnTo>
                  <a:lnTo>
                    <a:pt x="221272" y="107950"/>
                  </a:lnTo>
                  <a:close/>
                </a:path>
                <a:path w="329565" h="330200">
                  <a:moveTo>
                    <a:pt x="223806" y="105410"/>
                  </a:moveTo>
                  <a:lnTo>
                    <a:pt x="213360" y="105410"/>
                  </a:lnTo>
                  <a:lnTo>
                    <a:pt x="212090" y="106680"/>
                  </a:lnTo>
                  <a:lnTo>
                    <a:pt x="222539" y="106680"/>
                  </a:lnTo>
                  <a:lnTo>
                    <a:pt x="223806" y="105410"/>
                  </a:lnTo>
                  <a:close/>
                </a:path>
                <a:path w="329565" h="330200">
                  <a:moveTo>
                    <a:pt x="227606" y="101600"/>
                  </a:moveTo>
                  <a:lnTo>
                    <a:pt x="217170" y="101600"/>
                  </a:lnTo>
                  <a:lnTo>
                    <a:pt x="214629" y="104140"/>
                  </a:lnTo>
                  <a:lnTo>
                    <a:pt x="225072" y="104140"/>
                  </a:lnTo>
                  <a:lnTo>
                    <a:pt x="227606" y="101600"/>
                  </a:lnTo>
                  <a:close/>
                </a:path>
                <a:path w="329565" h="330200">
                  <a:moveTo>
                    <a:pt x="230140" y="99060"/>
                  </a:moveTo>
                  <a:lnTo>
                    <a:pt x="219710" y="99060"/>
                  </a:lnTo>
                  <a:lnTo>
                    <a:pt x="218440" y="100330"/>
                  </a:lnTo>
                  <a:lnTo>
                    <a:pt x="228873" y="100330"/>
                  </a:lnTo>
                  <a:lnTo>
                    <a:pt x="230140" y="99060"/>
                  </a:lnTo>
                  <a:close/>
                </a:path>
                <a:path w="329565" h="330200">
                  <a:moveTo>
                    <a:pt x="233940" y="95250"/>
                  </a:moveTo>
                  <a:lnTo>
                    <a:pt x="223520" y="95250"/>
                  </a:lnTo>
                  <a:lnTo>
                    <a:pt x="220979" y="97790"/>
                  </a:lnTo>
                  <a:lnTo>
                    <a:pt x="231407" y="97790"/>
                  </a:lnTo>
                  <a:lnTo>
                    <a:pt x="233940" y="95250"/>
                  </a:lnTo>
                  <a:close/>
                </a:path>
                <a:path w="329565" h="330200">
                  <a:moveTo>
                    <a:pt x="236474" y="92710"/>
                  </a:moveTo>
                  <a:lnTo>
                    <a:pt x="226060" y="92710"/>
                  </a:lnTo>
                  <a:lnTo>
                    <a:pt x="224790" y="93980"/>
                  </a:lnTo>
                  <a:lnTo>
                    <a:pt x="235207" y="93980"/>
                  </a:lnTo>
                  <a:lnTo>
                    <a:pt x="236474" y="92710"/>
                  </a:lnTo>
                  <a:close/>
                </a:path>
                <a:path w="329565" h="330200">
                  <a:moveTo>
                    <a:pt x="240275" y="88900"/>
                  </a:moveTo>
                  <a:lnTo>
                    <a:pt x="229870" y="88900"/>
                  </a:lnTo>
                  <a:lnTo>
                    <a:pt x="227329" y="91440"/>
                  </a:lnTo>
                  <a:lnTo>
                    <a:pt x="237741" y="91440"/>
                  </a:lnTo>
                  <a:lnTo>
                    <a:pt x="240275" y="88900"/>
                  </a:lnTo>
                  <a:close/>
                </a:path>
                <a:path w="329565" h="330200">
                  <a:moveTo>
                    <a:pt x="242808" y="86360"/>
                  </a:moveTo>
                  <a:lnTo>
                    <a:pt x="232410" y="86360"/>
                  </a:lnTo>
                  <a:lnTo>
                    <a:pt x="231140" y="87630"/>
                  </a:lnTo>
                  <a:lnTo>
                    <a:pt x="241542" y="87630"/>
                  </a:lnTo>
                  <a:lnTo>
                    <a:pt x="242808" y="86360"/>
                  </a:lnTo>
                  <a:close/>
                </a:path>
                <a:path w="329565" h="330200">
                  <a:moveTo>
                    <a:pt x="246609" y="82550"/>
                  </a:moveTo>
                  <a:lnTo>
                    <a:pt x="236220" y="82550"/>
                  </a:lnTo>
                  <a:lnTo>
                    <a:pt x="233679" y="85090"/>
                  </a:lnTo>
                  <a:lnTo>
                    <a:pt x="244075" y="85090"/>
                  </a:lnTo>
                  <a:lnTo>
                    <a:pt x="246609" y="82550"/>
                  </a:lnTo>
                  <a:close/>
                </a:path>
                <a:path w="329565" h="330200">
                  <a:moveTo>
                    <a:pt x="249143" y="80010"/>
                  </a:moveTo>
                  <a:lnTo>
                    <a:pt x="238760" y="80010"/>
                  </a:lnTo>
                  <a:lnTo>
                    <a:pt x="237490" y="81280"/>
                  </a:lnTo>
                  <a:lnTo>
                    <a:pt x="247876" y="81280"/>
                  </a:lnTo>
                  <a:lnTo>
                    <a:pt x="249143" y="80010"/>
                  </a:lnTo>
                  <a:close/>
                </a:path>
                <a:path w="329565" h="330200">
                  <a:moveTo>
                    <a:pt x="252943" y="76200"/>
                  </a:moveTo>
                  <a:lnTo>
                    <a:pt x="242570" y="76200"/>
                  </a:lnTo>
                  <a:lnTo>
                    <a:pt x="240029" y="78740"/>
                  </a:lnTo>
                  <a:lnTo>
                    <a:pt x="250410" y="78740"/>
                  </a:lnTo>
                  <a:lnTo>
                    <a:pt x="252943" y="76200"/>
                  </a:lnTo>
                  <a:close/>
                </a:path>
                <a:path w="329565" h="330200">
                  <a:moveTo>
                    <a:pt x="255477" y="73660"/>
                  </a:moveTo>
                  <a:lnTo>
                    <a:pt x="245110" y="73660"/>
                  </a:lnTo>
                  <a:lnTo>
                    <a:pt x="243840" y="74930"/>
                  </a:lnTo>
                  <a:lnTo>
                    <a:pt x="254210" y="74930"/>
                  </a:lnTo>
                  <a:lnTo>
                    <a:pt x="255477" y="73660"/>
                  </a:lnTo>
                  <a:close/>
                </a:path>
                <a:path w="329565" h="330200">
                  <a:moveTo>
                    <a:pt x="259278" y="69850"/>
                  </a:moveTo>
                  <a:lnTo>
                    <a:pt x="248920" y="69850"/>
                  </a:lnTo>
                  <a:lnTo>
                    <a:pt x="246379" y="72390"/>
                  </a:lnTo>
                  <a:lnTo>
                    <a:pt x="256744" y="72390"/>
                  </a:lnTo>
                  <a:lnTo>
                    <a:pt x="259278" y="69850"/>
                  </a:lnTo>
                  <a:close/>
                </a:path>
                <a:path w="329565" h="330200">
                  <a:moveTo>
                    <a:pt x="261811" y="67310"/>
                  </a:moveTo>
                  <a:lnTo>
                    <a:pt x="251460" y="67310"/>
                  </a:lnTo>
                  <a:lnTo>
                    <a:pt x="250190" y="68580"/>
                  </a:lnTo>
                  <a:lnTo>
                    <a:pt x="260544" y="68580"/>
                  </a:lnTo>
                  <a:lnTo>
                    <a:pt x="261811" y="67310"/>
                  </a:lnTo>
                  <a:close/>
                </a:path>
                <a:path w="329565" h="330200">
                  <a:moveTo>
                    <a:pt x="265612" y="63500"/>
                  </a:moveTo>
                  <a:lnTo>
                    <a:pt x="255270" y="63500"/>
                  </a:lnTo>
                  <a:lnTo>
                    <a:pt x="252729" y="66040"/>
                  </a:lnTo>
                  <a:lnTo>
                    <a:pt x="263078" y="66040"/>
                  </a:lnTo>
                  <a:lnTo>
                    <a:pt x="265612" y="63500"/>
                  </a:lnTo>
                  <a:close/>
                </a:path>
                <a:path w="329565" h="330200">
                  <a:moveTo>
                    <a:pt x="268146" y="60960"/>
                  </a:moveTo>
                  <a:lnTo>
                    <a:pt x="257810" y="60960"/>
                  </a:lnTo>
                  <a:lnTo>
                    <a:pt x="256540" y="62230"/>
                  </a:lnTo>
                  <a:lnTo>
                    <a:pt x="266879" y="62230"/>
                  </a:lnTo>
                  <a:lnTo>
                    <a:pt x="268146" y="60960"/>
                  </a:lnTo>
                  <a:close/>
                </a:path>
                <a:path w="329565" h="330200">
                  <a:moveTo>
                    <a:pt x="271946" y="57150"/>
                  </a:moveTo>
                  <a:lnTo>
                    <a:pt x="261620" y="57150"/>
                  </a:lnTo>
                  <a:lnTo>
                    <a:pt x="259079" y="59690"/>
                  </a:lnTo>
                  <a:lnTo>
                    <a:pt x="269412" y="59690"/>
                  </a:lnTo>
                  <a:lnTo>
                    <a:pt x="271946" y="57150"/>
                  </a:lnTo>
                  <a:close/>
                </a:path>
                <a:path w="329565" h="330200">
                  <a:moveTo>
                    <a:pt x="274480" y="54610"/>
                  </a:moveTo>
                  <a:lnTo>
                    <a:pt x="264160" y="54610"/>
                  </a:lnTo>
                  <a:lnTo>
                    <a:pt x="262890" y="55880"/>
                  </a:lnTo>
                  <a:lnTo>
                    <a:pt x="273213" y="55880"/>
                  </a:lnTo>
                  <a:lnTo>
                    <a:pt x="274480" y="54610"/>
                  </a:lnTo>
                  <a:close/>
                </a:path>
                <a:path w="329565" h="330200">
                  <a:moveTo>
                    <a:pt x="278280" y="50800"/>
                  </a:moveTo>
                  <a:lnTo>
                    <a:pt x="267970" y="50800"/>
                  </a:lnTo>
                  <a:lnTo>
                    <a:pt x="265429" y="53340"/>
                  </a:lnTo>
                  <a:lnTo>
                    <a:pt x="275747" y="53340"/>
                  </a:lnTo>
                  <a:lnTo>
                    <a:pt x="278280" y="50800"/>
                  </a:lnTo>
                  <a:close/>
                </a:path>
                <a:path w="329565" h="330200">
                  <a:moveTo>
                    <a:pt x="280814" y="48260"/>
                  </a:moveTo>
                  <a:lnTo>
                    <a:pt x="270510" y="48260"/>
                  </a:lnTo>
                  <a:lnTo>
                    <a:pt x="269240" y="49530"/>
                  </a:lnTo>
                  <a:lnTo>
                    <a:pt x="279547" y="49530"/>
                  </a:lnTo>
                  <a:lnTo>
                    <a:pt x="280814" y="48260"/>
                  </a:lnTo>
                  <a:close/>
                </a:path>
                <a:path w="329565" h="330200">
                  <a:moveTo>
                    <a:pt x="284615" y="44450"/>
                  </a:moveTo>
                  <a:lnTo>
                    <a:pt x="274320" y="44450"/>
                  </a:lnTo>
                  <a:lnTo>
                    <a:pt x="271779" y="46990"/>
                  </a:lnTo>
                  <a:lnTo>
                    <a:pt x="282081" y="46990"/>
                  </a:lnTo>
                  <a:lnTo>
                    <a:pt x="284615" y="44450"/>
                  </a:lnTo>
                  <a:close/>
                </a:path>
                <a:path w="329565" h="330200">
                  <a:moveTo>
                    <a:pt x="287148" y="41910"/>
                  </a:moveTo>
                  <a:lnTo>
                    <a:pt x="276860" y="41910"/>
                  </a:lnTo>
                  <a:lnTo>
                    <a:pt x="275590" y="43180"/>
                  </a:lnTo>
                  <a:lnTo>
                    <a:pt x="285882" y="43180"/>
                  </a:lnTo>
                  <a:lnTo>
                    <a:pt x="287148" y="41910"/>
                  </a:lnTo>
                  <a:close/>
                </a:path>
                <a:path w="329565" h="330200">
                  <a:moveTo>
                    <a:pt x="290949" y="38100"/>
                  </a:moveTo>
                  <a:lnTo>
                    <a:pt x="280670" y="38100"/>
                  </a:lnTo>
                  <a:lnTo>
                    <a:pt x="278130" y="40640"/>
                  </a:lnTo>
                  <a:lnTo>
                    <a:pt x="288415" y="40640"/>
                  </a:lnTo>
                  <a:lnTo>
                    <a:pt x="290949" y="38100"/>
                  </a:lnTo>
                  <a:close/>
                </a:path>
                <a:path w="329565" h="330200">
                  <a:moveTo>
                    <a:pt x="293483" y="35560"/>
                  </a:moveTo>
                  <a:lnTo>
                    <a:pt x="283210" y="35560"/>
                  </a:lnTo>
                  <a:lnTo>
                    <a:pt x="281940" y="36830"/>
                  </a:lnTo>
                  <a:lnTo>
                    <a:pt x="292216" y="36830"/>
                  </a:lnTo>
                  <a:lnTo>
                    <a:pt x="293483" y="35560"/>
                  </a:lnTo>
                  <a:close/>
                </a:path>
                <a:path w="329565" h="330200">
                  <a:moveTo>
                    <a:pt x="297283" y="31750"/>
                  </a:moveTo>
                  <a:lnTo>
                    <a:pt x="287020" y="31750"/>
                  </a:lnTo>
                  <a:lnTo>
                    <a:pt x="284480" y="34290"/>
                  </a:lnTo>
                  <a:lnTo>
                    <a:pt x="294750" y="34290"/>
                  </a:lnTo>
                  <a:lnTo>
                    <a:pt x="297283" y="31750"/>
                  </a:lnTo>
                  <a:close/>
                </a:path>
                <a:path w="329565" h="330200">
                  <a:moveTo>
                    <a:pt x="299817" y="29210"/>
                  </a:moveTo>
                  <a:lnTo>
                    <a:pt x="289560" y="29210"/>
                  </a:lnTo>
                  <a:lnTo>
                    <a:pt x="288290" y="30480"/>
                  </a:lnTo>
                  <a:lnTo>
                    <a:pt x="298550" y="30480"/>
                  </a:lnTo>
                  <a:lnTo>
                    <a:pt x="299817" y="29210"/>
                  </a:lnTo>
                  <a:close/>
                </a:path>
                <a:path w="329565" h="330200">
                  <a:moveTo>
                    <a:pt x="303618" y="25400"/>
                  </a:moveTo>
                  <a:lnTo>
                    <a:pt x="293370" y="25400"/>
                  </a:lnTo>
                  <a:lnTo>
                    <a:pt x="290829" y="27940"/>
                  </a:lnTo>
                  <a:lnTo>
                    <a:pt x="301084" y="27940"/>
                  </a:lnTo>
                  <a:lnTo>
                    <a:pt x="303618" y="25400"/>
                  </a:lnTo>
                  <a:close/>
                </a:path>
                <a:path w="329565" h="330200">
                  <a:moveTo>
                    <a:pt x="306151" y="22860"/>
                  </a:moveTo>
                  <a:lnTo>
                    <a:pt x="295910" y="22860"/>
                  </a:lnTo>
                  <a:lnTo>
                    <a:pt x="294640" y="24130"/>
                  </a:lnTo>
                  <a:lnTo>
                    <a:pt x="304884" y="24130"/>
                  </a:lnTo>
                  <a:lnTo>
                    <a:pt x="306151" y="22860"/>
                  </a:lnTo>
                  <a:close/>
                </a:path>
                <a:path w="329565" h="330200">
                  <a:moveTo>
                    <a:pt x="309952" y="19050"/>
                  </a:moveTo>
                  <a:lnTo>
                    <a:pt x="299720" y="19050"/>
                  </a:lnTo>
                  <a:lnTo>
                    <a:pt x="297179" y="21590"/>
                  </a:lnTo>
                  <a:lnTo>
                    <a:pt x="307418" y="21590"/>
                  </a:lnTo>
                  <a:lnTo>
                    <a:pt x="309952" y="19050"/>
                  </a:lnTo>
                  <a:close/>
                </a:path>
                <a:path w="329565" h="330200">
                  <a:moveTo>
                    <a:pt x="303529" y="15240"/>
                  </a:moveTo>
                  <a:lnTo>
                    <a:pt x="300990" y="17780"/>
                  </a:lnTo>
                  <a:lnTo>
                    <a:pt x="311219" y="17780"/>
                  </a:lnTo>
                  <a:lnTo>
                    <a:pt x="312486" y="16510"/>
                  </a:lnTo>
                  <a:lnTo>
                    <a:pt x="303530" y="16510"/>
                  </a:lnTo>
                  <a:lnTo>
                    <a:pt x="303529" y="15240"/>
                  </a:lnTo>
                  <a:close/>
                </a:path>
                <a:path w="329565" h="330200">
                  <a:moveTo>
                    <a:pt x="316286" y="12700"/>
                  </a:moveTo>
                  <a:lnTo>
                    <a:pt x="306070" y="12700"/>
                  </a:lnTo>
                  <a:lnTo>
                    <a:pt x="306070" y="13970"/>
                  </a:lnTo>
                  <a:lnTo>
                    <a:pt x="304800" y="13970"/>
                  </a:lnTo>
                  <a:lnTo>
                    <a:pt x="303530" y="15239"/>
                  </a:lnTo>
                  <a:lnTo>
                    <a:pt x="313752" y="15239"/>
                  </a:lnTo>
                  <a:lnTo>
                    <a:pt x="316286" y="12700"/>
                  </a:lnTo>
                  <a:close/>
                </a:path>
                <a:path w="329565" h="330200">
                  <a:moveTo>
                    <a:pt x="311150" y="11430"/>
                  </a:moveTo>
                  <a:lnTo>
                    <a:pt x="308610" y="11430"/>
                  </a:lnTo>
                  <a:lnTo>
                    <a:pt x="308610" y="12700"/>
                  </a:lnTo>
                  <a:lnTo>
                    <a:pt x="311150" y="12700"/>
                  </a:lnTo>
                  <a:lnTo>
                    <a:pt x="311150" y="11430"/>
                  </a:lnTo>
                  <a:close/>
                </a:path>
                <a:path w="329565" h="330200">
                  <a:moveTo>
                    <a:pt x="318820" y="10160"/>
                  </a:moveTo>
                  <a:lnTo>
                    <a:pt x="311150" y="10160"/>
                  </a:lnTo>
                  <a:lnTo>
                    <a:pt x="311150" y="11430"/>
                  </a:lnTo>
                  <a:lnTo>
                    <a:pt x="317553" y="11430"/>
                  </a:lnTo>
                  <a:lnTo>
                    <a:pt x="318820" y="10160"/>
                  </a:lnTo>
                  <a:close/>
                </a:path>
                <a:path w="329565" h="330200">
                  <a:moveTo>
                    <a:pt x="314960" y="8890"/>
                  </a:moveTo>
                  <a:lnTo>
                    <a:pt x="312420" y="8890"/>
                  </a:lnTo>
                  <a:lnTo>
                    <a:pt x="312420" y="10160"/>
                  </a:lnTo>
                  <a:lnTo>
                    <a:pt x="314960" y="10160"/>
                  </a:lnTo>
                  <a:lnTo>
                    <a:pt x="314960" y="8890"/>
                  </a:lnTo>
                  <a:close/>
                </a:path>
                <a:path w="329565" h="330200">
                  <a:moveTo>
                    <a:pt x="322620" y="6350"/>
                  </a:moveTo>
                  <a:lnTo>
                    <a:pt x="317500" y="6350"/>
                  </a:lnTo>
                  <a:lnTo>
                    <a:pt x="317500" y="7620"/>
                  </a:lnTo>
                  <a:lnTo>
                    <a:pt x="314960" y="7620"/>
                  </a:lnTo>
                  <a:lnTo>
                    <a:pt x="314960" y="8890"/>
                  </a:lnTo>
                  <a:lnTo>
                    <a:pt x="320087" y="8890"/>
                  </a:lnTo>
                  <a:lnTo>
                    <a:pt x="322620" y="6350"/>
                  </a:lnTo>
                  <a:close/>
                </a:path>
                <a:path w="329565" h="330200">
                  <a:moveTo>
                    <a:pt x="321310" y="5080"/>
                  </a:moveTo>
                  <a:lnTo>
                    <a:pt x="320040" y="5080"/>
                  </a:lnTo>
                  <a:lnTo>
                    <a:pt x="320040" y="6350"/>
                  </a:lnTo>
                  <a:lnTo>
                    <a:pt x="321310" y="6350"/>
                  </a:lnTo>
                  <a:lnTo>
                    <a:pt x="321310" y="5080"/>
                  </a:lnTo>
                  <a:close/>
                </a:path>
                <a:path w="329565" h="330200">
                  <a:moveTo>
                    <a:pt x="326390" y="2540"/>
                  </a:moveTo>
                  <a:lnTo>
                    <a:pt x="323850" y="2540"/>
                  </a:lnTo>
                  <a:lnTo>
                    <a:pt x="323850" y="3810"/>
                  </a:lnTo>
                  <a:lnTo>
                    <a:pt x="321310" y="3810"/>
                  </a:lnTo>
                  <a:lnTo>
                    <a:pt x="321310" y="5080"/>
                  </a:lnTo>
                  <a:lnTo>
                    <a:pt x="323887" y="5080"/>
                  </a:lnTo>
                  <a:lnTo>
                    <a:pt x="326390" y="2571"/>
                  </a:lnTo>
                  <a:close/>
                </a:path>
                <a:path w="329565" h="330200">
                  <a:moveTo>
                    <a:pt x="327688" y="1270"/>
                  </a:moveTo>
                  <a:lnTo>
                    <a:pt x="326390" y="1270"/>
                  </a:lnTo>
                  <a:lnTo>
                    <a:pt x="326390" y="2540"/>
                  </a:lnTo>
                  <a:lnTo>
                    <a:pt x="327688" y="1270"/>
                  </a:lnTo>
                  <a:close/>
                </a:path>
                <a:path w="329565" h="330200">
                  <a:moveTo>
                    <a:pt x="328955" y="0"/>
                  </a:moveTo>
                  <a:close/>
                </a:path>
              </a:pathLst>
            </a:custGeom>
            <a:solidFill>
              <a:srgbClr val="C9BA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3" name="object 3543"/>
            <p:cNvSpPr/>
            <p:nvPr/>
          </p:nvSpPr>
          <p:spPr>
            <a:xfrm>
              <a:off x="7065010" y="2786380"/>
              <a:ext cx="341630" cy="346710"/>
            </a:xfrm>
            <a:custGeom>
              <a:avLst/>
              <a:gdLst/>
              <a:ahLst/>
              <a:cxnLst/>
              <a:rect l="l" t="t" r="r" b="b"/>
              <a:pathLst>
                <a:path w="341629" h="346710">
                  <a:moveTo>
                    <a:pt x="156210" y="190500"/>
                  </a:moveTo>
                  <a:lnTo>
                    <a:pt x="145260" y="190500"/>
                  </a:lnTo>
                  <a:lnTo>
                    <a:pt x="0" y="336121"/>
                  </a:lnTo>
                  <a:lnTo>
                    <a:pt x="0" y="346710"/>
                  </a:lnTo>
                  <a:lnTo>
                    <a:pt x="156210" y="190500"/>
                  </a:lnTo>
                  <a:close/>
                </a:path>
                <a:path w="341629" h="346710">
                  <a:moveTo>
                    <a:pt x="158750" y="187960"/>
                  </a:moveTo>
                  <a:lnTo>
                    <a:pt x="147794" y="187960"/>
                  </a:lnTo>
                  <a:lnTo>
                    <a:pt x="146527" y="189230"/>
                  </a:lnTo>
                  <a:lnTo>
                    <a:pt x="157479" y="189230"/>
                  </a:lnTo>
                  <a:lnTo>
                    <a:pt x="158750" y="187960"/>
                  </a:lnTo>
                  <a:close/>
                </a:path>
                <a:path w="341629" h="346710">
                  <a:moveTo>
                    <a:pt x="162560" y="184150"/>
                  </a:moveTo>
                  <a:lnTo>
                    <a:pt x="151595" y="184150"/>
                  </a:lnTo>
                  <a:lnTo>
                    <a:pt x="149061" y="186690"/>
                  </a:lnTo>
                  <a:lnTo>
                    <a:pt x="160020" y="186690"/>
                  </a:lnTo>
                  <a:lnTo>
                    <a:pt x="162560" y="184150"/>
                  </a:lnTo>
                  <a:close/>
                </a:path>
                <a:path w="341629" h="346710">
                  <a:moveTo>
                    <a:pt x="165100" y="181610"/>
                  </a:moveTo>
                  <a:lnTo>
                    <a:pt x="154128" y="181610"/>
                  </a:lnTo>
                  <a:lnTo>
                    <a:pt x="152862" y="182880"/>
                  </a:lnTo>
                  <a:lnTo>
                    <a:pt x="163830" y="182880"/>
                  </a:lnTo>
                  <a:lnTo>
                    <a:pt x="165100" y="181610"/>
                  </a:lnTo>
                  <a:close/>
                </a:path>
                <a:path w="341629" h="346710">
                  <a:moveTo>
                    <a:pt x="168910" y="177800"/>
                  </a:moveTo>
                  <a:lnTo>
                    <a:pt x="157929" y="177800"/>
                  </a:lnTo>
                  <a:lnTo>
                    <a:pt x="155395" y="180340"/>
                  </a:lnTo>
                  <a:lnTo>
                    <a:pt x="166370" y="180340"/>
                  </a:lnTo>
                  <a:lnTo>
                    <a:pt x="168910" y="177800"/>
                  </a:lnTo>
                  <a:close/>
                </a:path>
                <a:path w="341629" h="346710">
                  <a:moveTo>
                    <a:pt x="171450" y="175260"/>
                  </a:moveTo>
                  <a:lnTo>
                    <a:pt x="160463" y="175260"/>
                  </a:lnTo>
                  <a:lnTo>
                    <a:pt x="159196" y="176530"/>
                  </a:lnTo>
                  <a:lnTo>
                    <a:pt x="170180" y="176530"/>
                  </a:lnTo>
                  <a:lnTo>
                    <a:pt x="171450" y="175260"/>
                  </a:lnTo>
                  <a:close/>
                </a:path>
                <a:path w="341629" h="346710">
                  <a:moveTo>
                    <a:pt x="175260" y="171450"/>
                  </a:moveTo>
                  <a:lnTo>
                    <a:pt x="164263" y="171450"/>
                  </a:lnTo>
                  <a:lnTo>
                    <a:pt x="161730" y="173990"/>
                  </a:lnTo>
                  <a:lnTo>
                    <a:pt x="172720" y="173990"/>
                  </a:lnTo>
                  <a:lnTo>
                    <a:pt x="175260" y="171450"/>
                  </a:lnTo>
                  <a:close/>
                </a:path>
                <a:path w="341629" h="346710">
                  <a:moveTo>
                    <a:pt x="177800" y="168910"/>
                  </a:moveTo>
                  <a:lnTo>
                    <a:pt x="166797" y="168910"/>
                  </a:lnTo>
                  <a:lnTo>
                    <a:pt x="165530" y="170180"/>
                  </a:lnTo>
                  <a:lnTo>
                    <a:pt x="176530" y="170180"/>
                  </a:lnTo>
                  <a:lnTo>
                    <a:pt x="177800" y="168910"/>
                  </a:lnTo>
                  <a:close/>
                </a:path>
                <a:path w="341629" h="346710">
                  <a:moveTo>
                    <a:pt x="181610" y="165100"/>
                  </a:moveTo>
                  <a:lnTo>
                    <a:pt x="170598" y="165100"/>
                  </a:lnTo>
                  <a:lnTo>
                    <a:pt x="168064" y="167640"/>
                  </a:lnTo>
                  <a:lnTo>
                    <a:pt x="179070" y="167640"/>
                  </a:lnTo>
                  <a:lnTo>
                    <a:pt x="181610" y="165100"/>
                  </a:lnTo>
                  <a:close/>
                </a:path>
                <a:path w="341629" h="346710">
                  <a:moveTo>
                    <a:pt x="184150" y="162560"/>
                  </a:moveTo>
                  <a:lnTo>
                    <a:pt x="173131" y="162560"/>
                  </a:lnTo>
                  <a:lnTo>
                    <a:pt x="171864" y="163830"/>
                  </a:lnTo>
                  <a:lnTo>
                    <a:pt x="182880" y="163830"/>
                  </a:lnTo>
                  <a:lnTo>
                    <a:pt x="184150" y="162560"/>
                  </a:lnTo>
                  <a:close/>
                </a:path>
                <a:path w="341629" h="346710">
                  <a:moveTo>
                    <a:pt x="187960" y="158750"/>
                  </a:moveTo>
                  <a:lnTo>
                    <a:pt x="176932" y="158750"/>
                  </a:lnTo>
                  <a:lnTo>
                    <a:pt x="174398" y="161290"/>
                  </a:lnTo>
                  <a:lnTo>
                    <a:pt x="185420" y="161290"/>
                  </a:lnTo>
                  <a:lnTo>
                    <a:pt x="187960" y="158750"/>
                  </a:lnTo>
                  <a:close/>
                </a:path>
                <a:path w="341629" h="346710">
                  <a:moveTo>
                    <a:pt x="190500" y="156210"/>
                  </a:moveTo>
                  <a:lnTo>
                    <a:pt x="179466" y="156210"/>
                  </a:lnTo>
                  <a:lnTo>
                    <a:pt x="178199" y="157480"/>
                  </a:lnTo>
                  <a:lnTo>
                    <a:pt x="189230" y="157480"/>
                  </a:lnTo>
                  <a:lnTo>
                    <a:pt x="190500" y="156210"/>
                  </a:lnTo>
                  <a:close/>
                </a:path>
                <a:path w="341629" h="346710">
                  <a:moveTo>
                    <a:pt x="194310" y="152400"/>
                  </a:moveTo>
                  <a:lnTo>
                    <a:pt x="183266" y="152400"/>
                  </a:lnTo>
                  <a:lnTo>
                    <a:pt x="180732" y="154940"/>
                  </a:lnTo>
                  <a:lnTo>
                    <a:pt x="191770" y="154940"/>
                  </a:lnTo>
                  <a:lnTo>
                    <a:pt x="194310" y="152400"/>
                  </a:lnTo>
                  <a:close/>
                </a:path>
                <a:path w="341629" h="346710">
                  <a:moveTo>
                    <a:pt x="196850" y="149860"/>
                  </a:moveTo>
                  <a:lnTo>
                    <a:pt x="185800" y="149860"/>
                  </a:lnTo>
                  <a:lnTo>
                    <a:pt x="184533" y="151130"/>
                  </a:lnTo>
                  <a:lnTo>
                    <a:pt x="195579" y="151130"/>
                  </a:lnTo>
                  <a:lnTo>
                    <a:pt x="196850" y="149860"/>
                  </a:lnTo>
                  <a:close/>
                </a:path>
                <a:path w="341629" h="346710">
                  <a:moveTo>
                    <a:pt x="200660" y="146050"/>
                  </a:moveTo>
                  <a:lnTo>
                    <a:pt x="189600" y="146050"/>
                  </a:lnTo>
                  <a:lnTo>
                    <a:pt x="187067" y="148590"/>
                  </a:lnTo>
                  <a:lnTo>
                    <a:pt x="198120" y="148590"/>
                  </a:lnTo>
                  <a:lnTo>
                    <a:pt x="200660" y="146050"/>
                  </a:lnTo>
                  <a:close/>
                </a:path>
                <a:path w="341629" h="346710">
                  <a:moveTo>
                    <a:pt x="203200" y="143510"/>
                  </a:moveTo>
                  <a:lnTo>
                    <a:pt x="192134" y="143510"/>
                  </a:lnTo>
                  <a:lnTo>
                    <a:pt x="190867" y="144780"/>
                  </a:lnTo>
                  <a:lnTo>
                    <a:pt x="201930" y="144780"/>
                  </a:lnTo>
                  <a:lnTo>
                    <a:pt x="203200" y="143510"/>
                  </a:lnTo>
                  <a:close/>
                </a:path>
                <a:path w="341629" h="346710">
                  <a:moveTo>
                    <a:pt x="207010" y="139700"/>
                  </a:moveTo>
                  <a:lnTo>
                    <a:pt x="195935" y="139700"/>
                  </a:lnTo>
                  <a:lnTo>
                    <a:pt x="193401" y="142240"/>
                  </a:lnTo>
                  <a:lnTo>
                    <a:pt x="204470" y="142240"/>
                  </a:lnTo>
                  <a:lnTo>
                    <a:pt x="207010" y="139700"/>
                  </a:lnTo>
                  <a:close/>
                </a:path>
                <a:path w="341629" h="346710">
                  <a:moveTo>
                    <a:pt x="209550" y="137160"/>
                  </a:moveTo>
                  <a:lnTo>
                    <a:pt x="198468" y="137160"/>
                  </a:lnTo>
                  <a:lnTo>
                    <a:pt x="197202" y="138430"/>
                  </a:lnTo>
                  <a:lnTo>
                    <a:pt x="208280" y="138430"/>
                  </a:lnTo>
                  <a:lnTo>
                    <a:pt x="209550" y="137160"/>
                  </a:lnTo>
                  <a:close/>
                </a:path>
                <a:path w="341629" h="346710">
                  <a:moveTo>
                    <a:pt x="213360" y="133350"/>
                  </a:moveTo>
                  <a:lnTo>
                    <a:pt x="202269" y="133350"/>
                  </a:lnTo>
                  <a:lnTo>
                    <a:pt x="199735" y="135890"/>
                  </a:lnTo>
                  <a:lnTo>
                    <a:pt x="210820" y="135890"/>
                  </a:lnTo>
                  <a:lnTo>
                    <a:pt x="213360" y="133350"/>
                  </a:lnTo>
                  <a:close/>
                </a:path>
                <a:path w="341629" h="346710">
                  <a:moveTo>
                    <a:pt x="215900" y="130810"/>
                  </a:moveTo>
                  <a:lnTo>
                    <a:pt x="204803" y="130810"/>
                  </a:lnTo>
                  <a:lnTo>
                    <a:pt x="203536" y="132080"/>
                  </a:lnTo>
                  <a:lnTo>
                    <a:pt x="214630" y="132080"/>
                  </a:lnTo>
                  <a:lnTo>
                    <a:pt x="215900" y="130810"/>
                  </a:lnTo>
                  <a:close/>
                </a:path>
                <a:path w="341629" h="346710">
                  <a:moveTo>
                    <a:pt x="219710" y="127000"/>
                  </a:moveTo>
                  <a:lnTo>
                    <a:pt x="208603" y="127000"/>
                  </a:lnTo>
                  <a:lnTo>
                    <a:pt x="206070" y="129540"/>
                  </a:lnTo>
                  <a:lnTo>
                    <a:pt x="217170" y="129540"/>
                  </a:lnTo>
                  <a:lnTo>
                    <a:pt x="219710" y="127000"/>
                  </a:lnTo>
                  <a:close/>
                </a:path>
                <a:path w="341629" h="346710">
                  <a:moveTo>
                    <a:pt x="222250" y="124460"/>
                  </a:moveTo>
                  <a:lnTo>
                    <a:pt x="211137" y="124460"/>
                  </a:lnTo>
                  <a:lnTo>
                    <a:pt x="209870" y="125730"/>
                  </a:lnTo>
                  <a:lnTo>
                    <a:pt x="220980" y="125730"/>
                  </a:lnTo>
                  <a:lnTo>
                    <a:pt x="222250" y="124460"/>
                  </a:lnTo>
                  <a:close/>
                </a:path>
                <a:path w="341629" h="346710">
                  <a:moveTo>
                    <a:pt x="226060" y="120650"/>
                  </a:moveTo>
                  <a:lnTo>
                    <a:pt x="214938" y="120650"/>
                  </a:lnTo>
                  <a:lnTo>
                    <a:pt x="212404" y="123190"/>
                  </a:lnTo>
                  <a:lnTo>
                    <a:pt x="223520" y="123190"/>
                  </a:lnTo>
                  <a:lnTo>
                    <a:pt x="226060" y="120650"/>
                  </a:lnTo>
                  <a:close/>
                </a:path>
                <a:path w="341629" h="346710">
                  <a:moveTo>
                    <a:pt x="228600" y="118110"/>
                  </a:moveTo>
                  <a:lnTo>
                    <a:pt x="217471" y="118110"/>
                  </a:lnTo>
                  <a:lnTo>
                    <a:pt x="216204" y="119380"/>
                  </a:lnTo>
                  <a:lnTo>
                    <a:pt x="227330" y="119380"/>
                  </a:lnTo>
                  <a:lnTo>
                    <a:pt x="228600" y="118110"/>
                  </a:lnTo>
                  <a:close/>
                </a:path>
                <a:path w="341629" h="346710">
                  <a:moveTo>
                    <a:pt x="232410" y="114300"/>
                  </a:moveTo>
                  <a:lnTo>
                    <a:pt x="221272" y="114300"/>
                  </a:lnTo>
                  <a:lnTo>
                    <a:pt x="218738" y="116840"/>
                  </a:lnTo>
                  <a:lnTo>
                    <a:pt x="229870" y="116840"/>
                  </a:lnTo>
                  <a:lnTo>
                    <a:pt x="232410" y="114300"/>
                  </a:lnTo>
                  <a:close/>
                </a:path>
                <a:path w="341629" h="346710">
                  <a:moveTo>
                    <a:pt x="234950" y="111760"/>
                  </a:moveTo>
                  <a:lnTo>
                    <a:pt x="223806" y="111760"/>
                  </a:lnTo>
                  <a:lnTo>
                    <a:pt x="222539" y="113030"/>
                  </a:lnTo>
                  <a:lnTo>
                    <a:pt x="233680" y="113030"/>
                  </a:lnTo>
                  <a:lnTo>
                    <a:pt x="234950" y="111760"/>
                  </a:lnTo>
                  <a:close/>
                </a:path>
                <a:path w="341629" h="346710">
                  <a:moveTo>
                    <a:pt x="238760" y="107950"/>
                  </a:moveTo>
                  <a:lnTo>
                    <a:pt x="227606" y="107950"/>
                  </a:lnTo>
                  <a:lnTo>
                    <a:pt x="225072" y="110490"/>
                  </a:lnTo>
                  <a:lnTo>
                    <a:pt x="236220" y="110490"/>
                  </a:lnTo>
                  <a:lnTo>
                    <a:pt x="238760" y="107950"/>
                  </a:lnTo>
                  <a:close/>
                </a:path>
                <a:path w="341629" h="346710">
                  <a:moveTo>
                    <a:pt x="241300" y="105410"/>
                  </a:moveTo>
                  <a:lnTo>
                    <a:pt x="230140" y="105410"/>
                  </a:lnTo>
                  <a:lnTo>
                    <a:pt x="228873" y="106680"/>
                  </a:lnTo>
                  <a:lnTo>
                    <a:pt x="240030" y="106680"/>
                  </a:lnTo>
                  <a:lnTo>
                    <a:pt x="241300" y="105410"/>
                  </a:lnTo>
                  <a:close/>
                </a:path>
                <a:path w="341629" h="346710">
                  <a:moveTo>
                    <a:pt x="245110" y="101600"/>
                  </a:moveTo>
                  <a:lnTo>
                    <a:pt x="233940" y="101600"/>
                  </a:lnTo>
                  <a:lnTo>
                    <a:pt x="231407" y="104140"/>
                  </a:lnTo>
                  <a:lnTo>
                    <a:pt x="242570" y="104140"/>
                  </a:lnTo>
                  <a:lnTo>
                    <a:pt x="245110" y="101600"/>
                  </a:lnTo>
                  <a:close/>
                </a:path>
                <a:path w="341629" h="346710">
                  <a:moveTo>
                    <a:pt x="247650" y="99060"/>
                  </a:moveTo>
                  <a:lnTo>
                    <a:pt x="236474" y="99060"/>
                  </a:lnTo>
                  <a:lnTo>
                    <a:pt x="235207" y="100330"/>
                  </a:lnTo>
                  <a:lnTo>
                    <a:pt x="246380" y="100330"/>
                  </a:lnTo>
                  <a:lnTo>
                    <a:pt x="247650" y="99060"/>
                  </a:lnTo>
                  <a:close/>
                </a:path>
                <a:path w="341629" h="346710">
                  <a:moveTo>
                    <a:pt x="251460" y="95250"/>
                  </a:moveTo>
                  <a:lnTo>
                    <a:pt x="240275" y="95250"/>
                  </a:lnTo>
                  <a:lnTo>
                    <a:pt x="237741" y="97790"/>
                  </a:lnTo>
                  <a:lnTo>
                    <a:pt x="248920" y="97790"/>
                  </a:lnTo>
                  <a:lnTo>
                    <a:pt x="251460" y="95250"/>
                  </a:lnTo>
                  <a:close/>
                </a:path>
                <a:path w="341629" h="346710">
                  <a:moveTo>
                    <a:pt x="254000" y="92710"/>
                  </a:moveTo>
                  <a:lnTo>
                    <a:pt x="242808" y="92710"/>
                  </a:lnTo>
                  <a:lnTo>
                    <a:pt x="241542" y="93980"/>
                  </a:lnTo>
                  <a:lnTo>
                    <a:pt x="252729" y="93980"/>
                  </a:lnTo>
                  <a:lnTo>
                    <a:pt x="254000" y="92710"/>
                  </a:lnTo>
                  <a:close/>
                </a:path>
                <a:path w="341629" h="346710">
                  <a:moveTo>
                    <a:pt x="257810" y="88900"/>
                  </a:moveTo>
                  <a:lnTo>
                    <a:pt x="246609" y="88900"/>
                  </a:lnTo>
                  <a:lnTo>
                    <a:pt x="244075" y="91440"/>
                  </a:lnTo>
                  <a:lnTo>
                    <a:pt x="255270" y="91440"/>
                  </a:lnTo>
                  <a:lnTo>
                    <a:pt x="257810" y="88900"/>
                  </a:lnTo>
                  <a:close/>
                </a:path>
                <a:path w="341629" h="346710">
                  <a:moveTo>
                    <a:pt x="260350" y="86360"/>
                  </a:moveTo>
                  <a:lnTo>
                    <a:pt x="249143" y="86360"/>
                  </a:lnTo>
                  <a:lnTo>
                    <a:pt x="247876" y="87630"/>
                  </a:lnTo>
                  <a:lnTo>
                    <a:pt x="259080" y="87630"/>
                  </a:lnTo>
                  <a:lnTo>
                    <a:pt x="260350" y="86360"/>
                  </a:lnTo>
                  <a:close/>
                </a:path>
                <a:path w="341629" h="346710">
                  <a:moveTo>
                    <a:pt x="264160" y="82550"/>
                  </a:moveTo>
                  <a:lnTo>
                    <a:pt x="252943" y="82550"/>
                  </a:lnTo>
                  <a:lnTo>
                    <a:pt x="250410" y="85090"/>
                  </a:lnTo>
                  <a:lnTo>
                    <a:pt x="261620" y="85090"/>
                  </a:lnTo>
                  <a:lnTo>
                    <a:pt x="264160" y="82550"/>
                  </a:lnTo>
                  <a:close/>
                </a:path>
                <a:path w="341629" h="346710">
                  <a:moveTo>
                    <a:pt x="266700" y="80010"/>
                  </a:moveTo>
                  <a:lnTo>
                    <a:pt x="255477" y="80010"/>
                  </a:lnTo>
                  <a:lnTo>
                    <a:pt x="254210" y="81280"/>
                  </a:lnTo>
                  <a:lnTo>
                    <a:pt x="265430" y="81280"/>
                  </a:lnTo>
                  <a:lnTo>
                    <a:pt x="266700" y="80010"/>
                  </a:lnTo>
                  <a:close/>
                </a:path>
                <a:path w="341629" h="346710">
                  <a:moveTo>
                    <a:pt x="270510" y="76200"/>
                  </a:moveTo>
                  <a:lnTo>
                    <a:pt x="259278" y="76200"/>
                  </a:lnTo>
                  <a:lnTo>
                    <a:pt x="256744" y="78740"/>
                  </a:lnTo>
                  <a:lnTo>
                    <a:pt x="267970" y="78740"/>
                  </a:lnTo>
                  <a:lnTo>
                    <a:pt x="270510" y="76200"/>
                  </a:lnTo>
                  <a:close/>
                </a:path>
                <a:path w="341629" h="346710">
                  <a:moveTo>
                    <a:pt x="273050" y="73660"/>
                  </a:moveTo>
                  <a:lnTo>
                    <a:pt x="261811" y="73660"/>
                  </a:lnTo>
                  <a:lnTo>
                    <a:pt x="260544" y="74930"/>
                  </a:lnTo>
                  <a:lnTo>
                    <a:pt x="271779" y="74930"/>
                  </a:lnTo>
                  <a:lnTo>
                    <a:pt x="273050" y="73660"/>
                  </a:lnTo>
                  <a:close/>
                </a:path>
                <a:path w="341629" h="346710">
                  <a:moveTo>
                    <a:pt x="276860" y="69850"/>
                  </a:moveTo>
                  <a:lnTo>
                    <a:pt x="265612" y="69850"/>
                  </a:lnTo>
                  <a:lnTo>
                    <a:pt x="263078" y="72390"/>
                  </a:lnTo>
                  <a:lnTo>
                    <a:pt x="274320" y="72390"/>
                  </a:lnTo>
                  <a:lnTo>
                    <a:pt x="276860" y="69850"/>
                  </a:lnTo>
                  <a:close/>
                </a:path>
                <a:path w="341629" h="346710">
                  <a:moveTo>
                    <a:pt x="279400" y="67310"/>
                  </a:moveTo>
                  <a:lnTo>
                    <a:pt x="268146" y="67310"/>
                  </a:lnTo>
                  <a:lnTo>
                    <a:pt x="266879" y="68580"/>
                  </a:lnTo>
                  <a:lnTo>
                    <a:pt x="278130" y="68580"/>
                  </a:lnTo>
                  <a:lnTo>
                    <a:pt x="279400" y="67310"/>
                  </a:lnTo>
                  <a:close/>
                </a:path>
                <a:path w="341629" h="346710">
                  <a:moveTo>
                    <a:pt x="283210" y="63500"/>
                  </a:moveTo>
                  <a:lnTo>
                    <a:pt x="271946" y="63500"/>
                  </a:lnTo>
                  <a:lnTo>
                    <a:pt x="269412" y="66040"/>
                  </a:lnTo>
                  <a:lnTo>
                    <a:pt x="280670" y="66040"/>
                  </a:lnTo>
                  <a:lnTo>
                    <a:pt x="283210" y="63500"/>
                  </a:lnTo>
                  <a:close/>
                </a:path>
                <a:path w="341629" h="346710">
                  <a:moveTo>
                    <a:pt x="285750" y="60960"/>
                  </a:moveTo>
                  <a:lnTo>
                    <a:pt x="274480" y="60960"/>
                  </a:lnTo>
                  <a:lnTo>
                    <a:pt x="273213" y="62230"/>
                  </a:lnTo>
                  <a:lnTo>
                    <a:pt x="284480" y="62230"/>
                  </a:lnTo>
                  <a:lnTo>
                    <a:pt x="285750" y="60960"/>
                  </a:lnTo>
                  <a:close/>
                </a:path>
                <a:path w="341629" h="346710">
                  <a:moveTo>
                    <a:pt x="289560" y="57150"/>
                  </a:moveTo>
                  <a:lnTo>
                    <a:pt x="278280" y="57150"/>
                  </a:lnTo>
                  <a:lnTo>
                    <a:pt x="275747" y="59690"/>
                  </a:lnTo>
                  <a:lnTo>
                    <a:pt x="287020" y="59690"/>
                  </a:lnTo>
                  <a:lnTo>
                    <a:pt x="289560" y="57150"/>
                  </a:lnTo>
                  <a:close/>
                </a:path>
                <a:path w="341629" h="346710">
                  <a:moveTo>
                    <a:pt x="292100" y="54610"/>
                  </a:moveTo>
                  <a:lnTo>
                    <a:pt x="280814" y="54610"/>
                  </a:lnTo>
                  <a:lnTo>
                    <a:pt x="279547" y="55880"/>
                  </a:lnTo>
                  <a:lnTo>
                    <a:pt x="290830" y="55880"/>
                  </a:lnTo>
                  <a:lnTo>
                    <a:pt x="292100" y="54610"/>
                  </a:lnTo>
                  <a:close/>
                </a:path>
                <a:path w="341629" h="346710">
                  <a:moveTo>
                    <a:pt x="295910" y="50800"/>
                  </a:moveTo>
                  <a:lnTo>
                    <a:pt x="284615" y="50800"/>
                  </a:lnTo>
                  <a:lnTo>
                    <a:pt x="282081" y="53340"/>
                  </a:lnTo>
                  <a:lnTo>
                    <a:pt x="293370" y="53340"/>
                  </a:lnTo>
                  <a:lnTo>
                    <a:pt x="295910" y="50800"/>
                  </a:lnTo>
                  <a:close/>
                </a:path>
                <a:path w="341629" h="346710">
                  <a:moveTo>
                    <a:pt x="298450" y="48260"/>
                  </a:moveTo>
                  <a:lnTo>
                    <a:pt x="287148" y="48260"/>
                  </a:lnTo>
                  <a:lnTo>
                    <a:pt x="285882" y="49530"/>
                  </a:lnTo>
                  <a:lnTo>
                    <a:pt x="297180" y="49530"/>
                  </a:lnTo>
                  <a:lnTo>
                    <a:pt x="298450" y="48260"/>
                  </a:lnTo>
                  <a:close/>
                </a:path>
                <a:path w="341629" h="346710">
                  <a:moveTo>
                    <a:pt x="302260" y="44450"/>
                  </a:moveTo>
                  <a:lnTo>
                    <a:pt x="290949" y="44450"/>
                  </a:lnTo>
                  <a:lnTo>
                    <a:pt x="288415" y="46990"/>
                  </a:lnTo>
                  <a:lnTo>
                    <a:pt x="299720" y="46990"/>
                  </a:lnTo>
                  <a:lnTo>
                    <a:pt x="302260" y="44450"/>
                  </a:lnTo>
                  <a:close/>
                </a:path>
                <a:path w="341629" h="346710">
                  <a:moveTo>
                    <a:pt x="304800" y="41910"/>
                  </a:moveTo>
                  <a:lnTo>
                    <a:pt x="293483" y="41910"/>
                  </a:lnTo>
                  <a:lnTo>
                    <a:pt x="292216" y="43180"/>
                  </a:lnTo>
                  <a:lnTo>
                    <a:pt x="303530" y="43180"/>
                  </a:lnTo>
                  <a:lnTo>
                    <a:pt x="304800" y="41910"/>
                  </a:lnTo>
                  <a:close/>
                </a:path>
                <a:path w="341629" h="346710">
                  <a:moveTo>
                    <a:pt x="308610" y="38100"/>
                  </a:moveTo>
                  <a:lnTo>
                    <a:pt x="297283" y="38100"/>
                  </a:lnTo>
                  <a:lnTo>
                    <a:pt x="294750" y="40640"/>
                  </a:lnTo>
                  <a:lnTo>
                    <a:pt x="306070" y="40640"/>
                  </a:lnTo>
                  <a:lnTo>
                    <a:pt x="308610" y="38100"/>
                  </a:lnTo>
                  <a:close/>
                </a:path>
                <a:path w="341629" h="346710">
                  <a:moveTo>
                    <a:pt x="311150" y="35560"/>
                  </a:moveTo>
                  <a:lnTo>
                    <a:pt x="299817" y="35560"/>
                  </a:lnTo>
                  <a:lnTo>
                    <a:pt x="298550" y="36830"/>
                  </a:lnTo>
                  <a:lnTo>
                    <a:pt x="309880" y="36830"/>
                  </a:lnTo>
                  <a:lnTo>
                    <a:pt x="311150" y="35560"/>
                  </a:lnTo>
                  <a:close/>
                </a:path>
                <a:path w="341629" h="346710">
                  <a:moveTo>
                    <a:pt x="314960" y="31750"/>
                  </a:moveTo>
                  <a:lnTo>
                    <a:pt x="303618" y="31750"/>
                  </a:lnTo>
                  <a:lnTo>
                    <a:pt x="301084" y="34290"/>
                  </a:lnTo>
                  <a:lnTo>
                    <a:pt x="312420" y="34290"/>
                  </a:lnTo>
                  <a:lnTo>
                    <a:pt x="314960" y="31750"/>
                  </a:lnTo>
                  <a:close/>
                </a:path>
                <a:path w="341629" h="346710">
                  <a:moveTo>
                    <a:pt x="317500" y="29210"/>
                  </a:moveTo>
                  <a:lnTo>
                    <a:pt x="306151" y="29210"/>
                  </a:lnTo>
                  <a:lnTo>
                    <a:pt x="304884" y="30480"/>
                  </a:lnTo>
                  <a:lnTo>
                    <a:pt x="316230" y="30480"/>
                  </a:lnTo>
                  <a:lnTo>
                    <a:pt x="317500" y="29210"/>
                  </a:lnTo>
                  <a:close/>
                </a:path>
                <a:path w="341629" h="346710">
                  <a:moveTo>
                    <a:pt x="321310" y="25400"/>
                  </a:moveTo>
                  <a:lnTo>
                    <a:pt x="309952" y="25400"/>
                  </a:lnTo>
                  <a:lnTo>
                    <a:pt x="307418" y="27940"/>
                  </a:lnTo>
                  <a:lnTo>
                    <a:pt x="318770" y="27940"/>
                  </a:lnTo>
                  <a:lnTo>
                    <a:pt x="321310" y="25400"/>
                  </a:lnTo>
                  <a:close/>
                </a:path>
                <a:path w="341629" h="346710">
                  <a:moveTo>
                    <a:pt x="323850" y="22860"/>
                  </a:moveTo>
                  <a:lnTo>
                    <a:pt x="312486" y="22860"/>
                  </a:lnTo>
                  <a:lnTo>
                    <a:pt x="311219" y="24130"/>
                  </a:lnTo>
                  <a:lnTo>
                    <a:pt x="322580" y="24130"/>
                  </a:lnTo>
                  <a:lnTo>
                    <a:pt x="323850" y="22860"/>
                  </a:lnTo>
                  <a:close/>
                </a:path>
                <a:path w="341629" h="346710">
                  <a:moveTo>
                    <a:pt x="327660" y="19050"/>
                  </a:moveTo>
                  <a:lnTo>
                    <a:pt x="316286" y="19050"/>
                  </a:lnTo>
                  <a:lnTo>
                    <a:pt x="313752" y="21590"/>
                  </a:lnTo>
                  <a:lnTo>
                    <a:pt x="325120" y="21590"/>
                  </a:lnTo>
                  <a:lnTo>
                    <a:pt x="327660" y="19050"/>
                  </a:lnTo>
                  <a:close/>
                </a:path>
                <a:path w="341629" h="346710">
                  <a:moveTo>
                    <a:pt x="330200" y="16510"/>
                  </a:moveTo>
                  <a:lnTo>
                    <a:pt x="318820" y="16510"/>
                  </a:lnTo>
                  <a:lnTo>
                    <a:pt x="317553" y="17780"/>
                  </a:lnTo>
                  <a:lnTo>
                    <a:pt x="328930" y="17780"/>
                  </a:lnTo>
                  <a:lnTo>
                    <a:pt x="330200" y="16510"/>
                  </a:lnTo>
                  <a:close/>
                </a:path>
                <a:path w="341629" h="346710">
                  <a:moveTo>
                    <a:pt x="334010" y="12700"/>
                  </a:moveTo>
                  <a:lnTo>
                    <a:pt x="322620" y="12700"/>
                  </a:lnTo>
                  <a:lnTo>
                    <a:pt x="320087" y="15240"/>
                  </a:lnTo>
                  <a:lnTo>
                    <a:pt x="331470" y="15240"/>
                  </a:lnTo>
                  <a:lnTo>
                    <a:pt x="334010" y="12700"/>
                  </a:lnTo>
                  <a:close/>
                </a:path>
                <a:path w="341629" h="346710">
                  <a:moveTo>
                    <a:pt x="326390" y="8921"/>
                  </a:moveTo>
                  <a:lnTo>
                    <a:pt x="323887" y="11430"/>
                  </a:lnTo>
                  <a:lnTo>
                    <a:pt x="335280" y="11430"/>
                  </a:lnTo>
                  <a:lnTo>
                    <a:pt x="336550" y="10160"/>
                  </a:lnTo>
                  <a:lnTo>
                    <a:pt x="326390" y="10160"/>
                  </a:lnTo>
                  <a:lnTo>
                    <a:pt x="326390" y="8921"/>
                  </a:lnTo>
                  <a:close/>
                </a:path>
                <a:path w="341629" h="346710">
                  <a:moveTo>
                    <a:pt x="340360" y="6350"/>
                  </a:moveTo>
                  <a:lnTo>
                    <a:pt x="328955" y="6350"/>
                  </a:lnTo>
                  <a:lnTo>
                    <a:pt x="328930" y="7620"/>
                  </a:lnTo>
                  <a:lnTo>
                    <a:pt x="327688" y="7620"/>
                  </a:lnTo>
                  <a:lnTo>
                    <a:pt x="326421" y="8890"/>
                  </a:lnTo>
                  <a:lnTo>
                    <a:pt x="337820" y="8890"/>
                  </a:lnTo>
                  <a:lnTo>
                    <a:pt x="340360" y="6350"/>
                  </a:lnTo>
                  <a:close/>
                </a:path>
                <a:path w="341629" h="346710">
                  <a:moveTo>
                    <a:pt x="332740" y="5080"/>
                  </a:moveTo>
                  <a:lnTo>
                    <a:pt x="331470" y="5080"/>
                  </a:lnTo>
                  <a:lnTo>
                    <a:pt x="331470" y="6350"/>
                  </a:lnTo>
                  <a:lnTo>
                    <a:pt x="332740" y="6350"/>
                  </a:lnTo>
                  <a:lnTo>
                    <a:pt x="332740" y="5080"/>
                  </a:lnTo>
                  <a:close/>
                </a:path>
                <a:path w="341629" h="346710">
                  <a:moveTo>
                    <a:pt x="341630" y="3810"/>
                  </a:moveTo>
                  <a:lnTo>
                    <a:pt x="332740" y="3810"/>
                  </a:lnTo>
                  <a:lnTo>
                    <a:pt x="332740" y="5080"/>
                  </a:lnTo>
                  <a:lnTo>
                    <a:pt x="341630" y="5080"/>
                  </a:lnTo>
                  <a:lnTo>
                    <a:pt x="341630" y="3810"/>
                  </a:lnTo>
                  <a:close/>
                </a:path>
                <a:path w="341629" h="346710">
                  <a:moveTo>
                    <a:pt x="337820" y="2540"/>
                  </a:moveTo>
                  <a:lnTo>
                    <a:pt x="335280" y="2540"/>
                  </a:lnTo>
                  <a:lnTo>
                    <a:pt x="335280" y="3810"/>
                  </a:lnTo>
                  <a:lnTo>
                    <a:pt x="337820" y="3810"/>
                  </a:lnTo>
                  <a:lnTo>
                    <a:pt x="337820" y="2540"/>
                  </a:lnTo>
                  <a:close/>
                </a:path>
                <a:path w="341629" h="346710">
                  <a:moveTo>
                    <a:pt x="341630" y="0"/>
                  </a:moveTo>
                  <a:lnTo>
                    <a:pt x="340360" y="0"/>
                  </a:lnTo>
                  <a:lnTo>
                    <a:pt x="340360" y="1270"/>
                  </a:lnTo>
                  <a:lnTo>
                    <a:pt x="337820" y="1270"/>
                  </a:lnTo>
                  <a:lnTo>
                    <a:pt x="337820" y="2540"/>
                  </a:lnTo>
                  <a:lnTo>
                    <a:pt x="341629" y="2540"/>
                  </a:lnTo>
                  <a:lnTo>
                    <a:pt x="341630" y="0"/>
                  </a:lnTo>
                  <a:close/>
                </a:path>
              </a:pathLst>
            </a:custGeom>
            <a:solidFill>
              <a:srgbClr val="CABA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4" name="object 3544"/>
            <p:cNvSpPr/>
            <p:nvPr/>
          </p:nvSpPr>
          <p:spPr>
            <a:xfrm>
              <a:off x="7065010" y="2792730"/>
              <a:ext cx="341630" cy="351155"/>
            </a:xfrm>
            <a:custGeom>
              <a:avLst/>
              <a:gdLst/>
              <a:ahLst/>
              <a:cxnLst/>
              <a:rect l="l" t="t" r="r" b="b"/>
              <a:pathLst>
                <a:path w="341629" h="351155">
                  <a:moveTo>
                    <a:pt x="167186" y="184150"/>
                  </a:moveTo>
                  <a:lnTo>
                    <a:pt x="156210" y="184150"/>
                  </a:lnTo>
                  <a:lnTo>
                    <a:pt x="0" y="340360"/>
                  </a:lnTo>
                  <a:lnTo>
                    <a:pt x="0" y="350922"/>
                  </a:lnTo>
                  <a:lnTo>
                    <a:pt x="167186" y="184150"/>
                  </a:lnTo>
                  <a:close/>
                </a:path>
                <a:path w="341629" h="351155">
                  <a:moveTo>
                    <a:pt x="169732" y="181610"/>
                  </a:moveTo>
                  <a:lnTo>
                    <a:pt x="158750" y="181610"/>
                  </a:lnTo>
                  <a:lnTo>
                    <a:pt x="157480" y="182880"/>
                  </a:lnTo>
                  <a:lnTo>
                    <a:pt x="168459" y="182880"/>
                  </a:lnTo>
                  <a:lnTo>
                    <a:pt x="169732" y="181610"/>
                  </a:lnTo>
                  <a:close/>
                </a:path>
                <a:path w="341629" h="351155">
                  <a:moveTo>
                    <a:pt x="173551" y="177800"/>
                  </a:moveTo>
                  <a:lnTo>
                    <a:pt x="162560" y="177800"/>
                  </a:lnTo>
                  <a:lnTo>
                    <a:pt x="160020" y="180340"/>
                  </a:lnTo>
                  <a:lnTo>
                    <a:pt x="171005" y="180340"/>
                  </a:lnTo>
                  <a:lnTo>
                    <a:pt x="173551" y="177800"/>
                  </a:lnTo>
                  <a:close/>
                </a:path>
                <a:path w="341629" h="351155">
                  <a:moveTo>
                    <a:pt x="176098" y="175260"/>
                  </a:moveTo>
                  <a:lnTo>
                    <a:pt x="165100" y="175260"/>
                  </a:lnTo>
                  <a:lnTo>
                    <a:pt x="163830" y="176530"/>
                  </a:lnTo>
                  <a:lnTo>
                    <a:pt x="174825" y="176530"/>
                  </a:lnTo>
                  <a:lnTo>
                    <a:pt x="176098" y="175260"/>
                  </a:lnTo>
                  <a:close/>
                </a:path>
                <a:path w="341629" h="351155">
                  <a:moveTo>
                    <a:pt x="179917" y="171450"/>
                  </a:moveTo>
                  <a:lnTo>
                    <a:pt x="168910" y="171450"/>
                  </a:lnTo>
                  <a:lnTo>
                    <a:pt x="166370" y="173990"/>
                  </a:lnTo>
                  <a:lnTo>
                    <a:pt x="177371" y="173990"/>
                  </a:lnTo>
                  <a:lnTo>
                    <a:pt x="179917" y="171450"/>
                  </a:lnTo>
                  <a:close/>
                </a:path>
                <a:path w="341629" h="351155">
                  <a:moveTo>
                    <a:pt x="182464" y="168910"/>
                  </a:moveTo>
                  <a:lnTo>
                    <a:pt x="171450" y="168910"/>
                  </a:lnTo>
                  <a:lnTo>
                    <a:pt x="170180" y="170180"/>
                  </a:lnTo>
                  <a:lnTo>
                    <a:pt x="181190" y="170180"/>
                  </a:lnTo>
                  <a:lnTo>
                    <a:pt x="182464" y="168910"/>
                  </a:lnTo>
                  <a:close/>
                </a:path>
                <a:path w="341629" h="351155">
                  <a:moveTo>
                    <a:pt x="186283" y="165100"/>
                  </a:moveTo>
                  <a:lnTo>
                    <a:pt x="175260" y="165100"/>
                  </a:lnTo>
                  <a:lnTo>
                    <a:pt x="172720" y="167640"/>
                  </a:lnTo>
                  <a:lnTo>
                    <a:pt x="183737" y="167640"/>
                  </a:lnTo>
                  <a:lnTo>
                    <a:pt x="186283" y="165100"/>
                  </a:lnTo>
                  <a:close/>
                </a:path>
                <a:path w="341629" h="351155">
                  <a:moveTo>
                    <a:pt x="188829" y="162560"/>
                  </a:moveTo>
                  <a:lnTo>
                    <a:pt x="177800" y="162560"/>
                  </a:lnTo>
                  <a:lnTo>
                    <a:pt x="176530" y="163830"/>
                  </a:lnTo>
                  <a:lnTo>
                    <a:pt x="187556" y="163830"/>
                  </a:lnTo>
                  <a:lnTo>
                    <a:pt x="188829" y="162560"/>
                  </a:lnTo>
                  <a:close/>
                </a:path>
                <a:path w="341629" h="351155">
                  <a:moveTo>
                    <a:pt x="192649" y="158750"/>
                  </a:moveTo>
                  <a:lnTo>
                    <a:pt x="181610" y="158750"/>
                  </a:lnTo>
                  <a:lnTo>
                    <a:pt x="179070" y="161290"/>
                  </a:lnTo>
                  <a:lnTo>
                    <a:pt x="190102" y="161290"/>
                  </a:lnTo>
                  <a:lnTo>
                    <a:pt x="192649" y="158750"/>
                  </a:lnTo>
                  <a:close/>
                </a:path>
                <a:path w="341629" h="351155">
                  <a:moveTo>
                    <a:pt x="195195" y="156210"/>
                  </a:moveTo>
                  <a:lnTo>
                    <a:pt x="184150" y="156210"/>
                  </a:lnTo>
                  <a:lnTo>
                    <a:pt x="182880" y="157480"/>
                  </a:lnTo>
                  <a:lnTo>
                    <a:pt x="193922" y="157480"/>
                  </a:lnTo>
                  <a:lnTo>
                    <a:pt x="195195" y="156210"/>
                  </a:lnTo>
                  <a:close/>
                </a:path>
                <a:path w="341629" h="351155">
                  <a:moveTo>
                    <a:pt x="199014" y="152400"/>
                  </a:moveTo>
                  <a:lnTo>
                    <a:pt x="187960" y="152400"/>
                  </a:lnTo>
                  <a:lnTo>
                    <a:pt x="185420" y="154940"/>
                  </a:lnTo>
                  <a:lnTo>
                    <a:pt x="196468" y="154940"/>
                  </a:lnTo>
                  <a:lnTo>
                    <a:pt x="199014" y="152400"/>
                  </a:lnTo>
                  <a:close/>
                </a:path>
                <a:path w="341629" h="351155">
                  <a:moveTo>
                    <a:pt x="201561" y="149860"/>
                  </a:moveTo>
                  <a:lnTo>
                    <a:pt x="190500" y="149860"/>
                  </a:lnTo>
                  <a:lnTo>
                    <a:pt x="189230" y="151130"/>
                  </a:lnTo>
                  <a:lnTo>
                    <a:pt x="200288" y="151130"/>
                  </a:lnTo>
                  <a:lnTo>
                    <a:pt x="201561" y="149860"/>
                  </a:lnTo>
                  <a:close/>
                </a:path>
                <a:path w="341629" h="351155">
                  <a:moveTo>
                    <a:pt x="205380" y="146050"/>
                  </a:moveTo>
                  <a:lnTo>
                    <a:pt x="194310" y="146050"/>
                  </a:lnTo>
                  <a:lnTo>
                    <a:pt x="191770" y="148590"/>
                  </a:lnTo>
                  <a:lnTo>
                    <a:pt x="202834" y="148590"/>
                  </a:lnTo>
                  <a:lnTo>
                    <a:pt x="205380" y="146050"/>
                  </a:lnTo>
                  <a:close/>
                </a:path>
                <a:path w="341629" h="351155">
                  <a:moveTo>
                    <a:pt x="207927" y="143510"/>
                  </a:moveTo>
                  <a:lnTo>
                    <a:pt x="196850" y="143510"/>
                  </a:lnTo>
                  <a:lnTo>
                    <a:pt x="195580" y="144780"/>
                  </a:lnTo>
                  <a:lnTo>
                    <a:pt x="206653" y="144780"/>
                  </a:lnTo>
                  <a:lnTo>
                    <a:pt x="207927" y="143510"/>
                  </a:lnTo>
                  <a:close/>
                </a:path>
                <a:path w="341629" h="351155">
                  <a:moveTo>
                    <a:pt x="211746" y="139700"/>
                  </a:moveTo>
                  <a:lnTo>
                    <a:pt x="200660" y="139700"/>
                  </a:lnTo>
                  <a:lnTo>
                    <a:pt x="198120" y="142240"/>
                  </a:lnTo>
                  <a:lnTo>
                    <a:pt x="209200" y="142240"/>
                  </a:lnTo>
                  <a:lnTo>
                    <a:pt x="211746" y="139700"/>
                  </a:lnTo>
                  <a:close/>
                </a:path>
                <a:path w="341629" h="351155">
                  <a:moveTo>
                    <a:pt x="214292" y="137160"/>
                  </a:moveTo>
                  <a:lnTo>
                    <a:pt x="203200" y="137160"/>
                  </a:lnTo>
                  <a:lnTo>
                    <a:pt x="201930" y="138430"/>
                  </a:lnTo>
                  <a:lnTo>
                    <a:pt x="213019" y="138430"/>
                  </a:lnTo>
                  <a:lnTo>
                    <a:pt x="214292" y="137160"/>
                  </a:lnTo>
                  <a:close/>
                </a:path>
                <a:path w="341629" h="351155">
                  <a:moveTo>
                    <a:pt x="218112" y="133350"/>
                  </a:moveTo>
                  <a:lnTo>
                    <a:pt x="207010" y="133350"/>
                  </a:lnTo>
                  <a:lnTo>
                    <a:pt x="204470" y="135890"/>
                  </a:lnTo>
                  <a:lnTo>
                    <a:pt x="215565" y="135890"/>
                  </a:lnTo>
                  <a:lnTo>
                    <a:pt x="218112" y="133350"/>
                  </a:lnTo>
                  <a:close/>
                </a:path>
                <a:path w="341629" h="351155">
                  <a:moveTo>
                    <a:pt x="220658" y="130810"/>
                  </a:moveTo>
                  <a:lnTo>
                    <a:pt x="209550" y="130810"/>
                  </a:lnTo>
                  <a:lnTo>
                    <a:pt x="208280" y="132080"/>
                  </a:lnTo>
                  <a:lnTo>
                    <a:pt x="219385" y="132080"/>
                  </a:lnTo>
                  <a:lnTo>
                    <a:pt x="220658" y="130810"/>
                  </a:lnTo>
                  <a:close/>
                </a:path>
                <a:path w="341629" h="351155">
                  <a:moveTo>
                    <a:pt x="224478" y="127000"/>
                  </a:moveTo>
                  <a:lnTo>
                    <a:pt x="213360" y="127000"/>
                  </a:lnTo>
                  <a:lnTo>
                    <a:pt x="210820" y="129540"/>
                  </a:lnTo>
                  <a:lnTo>
                    <a:pt x="221931" y="129540"/>
                  </a:lnTo>
                  <a:lnTo>
                    <a:pt x="224478" y="127000"/>
                  </a:lnTo>
                  <a:close/>
                </a:path>
                <a:path w="341629" h="351155">
                  <a:moveTo>
                    <a:pt x="227024" y="124460"/>
                  </a:moveTo>
                  <a:lnTo>
                    <a:pt x="215900" y="124460"/>
                  </a:lnTo>
                  <a:lnTo>
                    <a:pt x="214629" y="125730"/>
                  </a:lnTo>
                  <a:lnTo>
                    <a:pt x="225751" y="125730"/>
                  </a:lnTo>
                  <a:lnTo>
                    <a:pt x="227024" y="124460"/>
                  </a:lnTo>
                  <a:close/>
                </a:path>
                <a:path w="341629" h="351155">
                  <a:moveTo>
                    <a:pt x="230843" y="120650"/>
                  </a:moveTo>
                  <a:lnTo>
                    <a:pt x="219710" y="120650"/>
                  </a:lnTo>
                  <a:lnTo>
                    <a:pt x="217170" y="123190"/>
                  </a:lnTo>
                  <a:lnTo>
                    <a:pt x="228297" y="123190"/>
                  </a:lnTo>
                  <a:lnTo>
                    <a:pt x="230843" y="120650"/>
                  </a:lnTo>
                  <a:close/>
                </a:path>
                <a:path w="341629" h="351155">
                  <a:moveTo>
                    <a:pt x="233390" y="118110"/>
                  </a:moveTo>
                  <a:lnTo>
                    <a:pt x="222250" y="118110"/>
                  </a:lnTo>
                  <a:lnTo>
                    <a:pt x="220980" y="119380"/>
                  </a:lnTo>
                  <a:lnTo>
                    <a:pt x="232116" y="119380"/>
                  </a:lnTo>
                  <a:lnTo>
                    <a:pt x="233390" y="118110"/>
                  </a:lnTo>
                  <a:close/>
                </a:path>
                <a:path w="341629" h="351155">
                  <a:moveTo>
                    <a:pt x="237209" y="114300"/>
                  </a:moveTo>
                  <a:lnTo>
                    <a:pt x="226060" y="114300"/>
                  </a:lnTo>
                  <a:lnTo>
                    <a:pt x="223520" y="116840"/>
                  </a:lnTo>
                  <a:lnTo>
                    <a:pt x="234663" y="116840"/>
                  </a:lnTo>
                  <a:lnTo>
                    <a:pt x="237209" y="114300"/>
                  </a:lnTo>
                  <a:close/>
                </a:path>
                <a:path w="341629" h="351155">
                  <a:moveTo>
                    <a:pt x="239755" y="111760"/>
                  </a:moveTo>
                  <a:lnTo>
                    <a:pt x="228600" y="111760"/>
                  </a:lnTo>
                  <a:lnTo>
                    <a:pt x="227329" y="113030"/>
                  </a:lnTo>
                  <a:lnTo>
                    <a:pt x="238482" y="113030"/>
                  </a:lnTo>
                  <a:lnTo>
                    <a:pt x="239755" y="111760"/>
                  </a:lnTo>
                  <a:close/>
                </a:path>
                <a:path w="341629" h="351155">
                  <a:moveTo>
                    <a:pt x="243575" y="107950"/>
                  </a:moveTo>
                  <a:lnTo>
                    <a:pt x="232410" y="107950"/>
                  </a:lnTo>
                  <a:lnTo>
                    <a:pt x="229870" y="110490"/>
                  </a:lnTo>
                  <a:lnTo>
                    <a:pt x="241028" y="110490"/>
                  </a:lnTo>
                  <a:lnTo>
                    <a:pt x="243575" y="107950"/>
                  </a:lnTo>
                  <a:close/>
                </a:path>
                <a:path w="341629" h="351155">
                  <a:moveTo>
                    <a:pt x="246121" y="105410"/>
                  </a:moveTo>
                  <a:lnTo>
                    <a:pt x="234950" y="105410"/>
                  </a:lnTo>
                  <a:lnTo>
                    <a:pt x="233680" y="106680"/>
                  </a:lnTo>
                  <a:lnTo>
                    <a:pt x="244848" y="106680"/>
                  </a:lnTo>
                  <a:lnTo>
                    <a:pt x="246121" y="105410"/>
                  </a:lnTo>
                  <a:close/>
                </a:path>
                <a:path w="341629" h="351155">
                  <a:moveTo>
                    <a:pt x="249941" y="101600"/>
                  </a:moveTo>
                  <a:lnTo>
                    <a:pt x="238760" y="101600"/>
                  </a:lnTo>
                  <a:lnTo>
                    <a:pt x="236220" y="104140"/>
                  </a:lnTo>
                  <a:lnTo>
                    <a:pt x="247394" y="104140"/>
                  </a:lnTo>
                  <a:lnTo>
                    <a:pt x="249941" y="101600"/>
                  </a:lnTo>
                  <a:close/>
                </a:path>
                <a:path w="341629" h="351155">
                  <a:moveTo>
                    <a:pt x="252487" y="99060"/>
                  </a:moveTo>
                  <a:lnTo>
                    <a:pt x="241300" y="99060"/>
                  </a:lnTo>
                  <a:lnTo>
                    <a:pt x="240030" y="100330"/>
                  </a:lnTo>
                  <a:lnTo>
                    <a:pt x="251214" y="100330"/>
                  </a:lnTo>
                  <a:lnTo>
                    <a:pt x="252487" y="99060"/>
                  </a:lnTo>
                  <a:close/>
                </a:path>
                <a:path w="341629" h="351155">
                  <a:moveTo>
                    <a:pt x="256306" y="95250"/>
                  </a:moveTo>
                  <a:lnTo>
                    <a:pt x="245110" y="95250"/>
                  </a:lnTo>
                  <a:lnTo>
                    <a:pt x="242570" y="97790"/>
                  </a:lnTo>
                  <a:lnTo>
                    <a:pt x="253760" y="97790"/>
                  </a:lnTo>
                  <a:lnTo>
                    <a:pt x="256306" y="95250"/>
                  </a:lnTo>
                  <a:close/>
                </a:path>
                <a:path w="341629" h="351155">
                  <a:moveTo>
                    <a:pt x="258853" y="92710"/>
                  </a:moveTo>
                  <a:lnTo>
                    <a:pt x="247650" y="92710"/>
                  </a:lnTo>
                  <a:lnTo>
                    <a:pt x="246380" y="93980"/>
                  </a:lnTo>
                  <a:lnTo>
                    <a:pt x="257579" y="93980"/>
                  </a:lnTo>
                  <a:lnTo>
                    <a:pt x="258853" y="92710"/>
                  </a:lnTo>
                  <a:close/>
                </a:path>
                <a:path w="341629" h="351155">
                  <a:moveTo>
                    <a:pt x="262672" y="88900"/>
                  </a:moveTo>
                  <a:lnTo>
                    <a:pt x="251460" y="88900"/>
                  </a:lnTo>
                  <a:lnTo>
                    <a:pt x="248920" y="91440"/>
                  </a:lnTo>
                  <a:lnTo>
                    <a:pt x="260126" y="91440"/>
                  </a:lnTo>
                  <a:lnTo>
                    <a:pt x="262672" y="88900"/>
                  </a:lnTo>
                  <a:close/>
                </a:path>
                <a:path w="341629" h="351155">
                  <a:moveTo>
                    <a:pt x="265218" y="86360"/>
                  </a:moveTo>
                  <a:lnTo>
                    <a:pt x="254000" y="86360"/>
                  </a:lnTo>
                  <a:lnTo>
                    <a:pt x="252730" y="87630"/>
                  </a:lnTo>
                  <a:lnTo>
                    <a:pt x="263945" y="87630"/>
                  </a:lnTo>
                  <a:lnTo>
                    <a:pt x="265218" y="86360"/>
                  </a:lnTo>
                  <a:close/>
                </a:path>
                <a:path w="341629" h="351155">
                  <a:moveTo>
                    <a:pt x="269038" y="82550"/>
                  </a:moveTo>
                  <a:lnTo>
                    <a:pt x="257810" y="82550"/>
                  </a:lnTo>
                  <a:lnTo>
                    <a:pt x="255270" y="85090"/>
                  </a:lnTo>
                  <a:lnTo>
                    <a:pt x="266492" y="85090"/>
                  </a:lnTo>
                  <a:lnTo>
                    <a:pt x="269038" y="82550"/>
                  </a:lnTo>
                  <a:close/>
                </a:path>
                <a:path w="341629" h="351155">
                  <a:moveTo>
                    <a:pt x="271584" y="80010"/>
                  </a:moveTo>
                  <a:lnTo>
                    <a:pt x="260350" y="80010"/>
                  </a:lnTo>
                  <a:lnTo>
                    <a:pt x="259080" y="81280"/>
                  </a:lnTo>
                  <a:lnTo>
                    <a:pt x="270311" y="81280"/>
                  </a:lnTo>
                  <a:lnTo>
                    <a:pt x="271584" y="80010"/>
                  </a:lnTo>
                  <a:close/>
                </a:path>
                <a:path w="341629" h="351155">
                  <a:moveTo>
                    <a:pt x="275404" y="76200"/>
                  </a:moveTo>
                  <a:lnTo>
                    <a:pt x="264160" y="76200"/>
                  </a:lnTo>
                  <a:lnTo>
                    <a:pt x="261620" y="78740"/>
                  </a:lnTo>
                  <a:lnTo>
                    <a:pt x="272857" y="78740"/>
                  </a:lnTo>
                  <a:lnTo>
                    <a:pt x="275404" y="76200"/>
                  </a:lnTo>
                  <a:close/>
                </a:path>
                <a:path w="341629" h="351155">
                  <a:moveTo>
                    <a:pt x="277950" y="73660"/>
                  </a:moveTo>
                  <a:lnTo>
                    <a:pt x="266700" y="73660"/>
                  </a:lnTo>
                  <a:lnTo>
                    <a:pt x="265430" y="74930"/>
                  </a:lnTo>
                  <a:lnTo>
                    <a:pt x="276677" y="74930"/>
                  </a:lnTo>
                  <a:lnTo>
                    <a:pt x="277950" y="73660"/>
                  </a:lnTo>
                  <a:close/>
                </a:path>
                <a:path w="341629" h="351155">
                  <a:moveTo>
                    <a:pt x="281769" y="69850"/>
                  </a:moveTo>
                  <a:lnTo>
                    <a:pt x="270510" y="69850"/>
                  </a:lnTo>
                  <a:lnTo>
                    <a:pt x="267970" y="72390"/>
                  </a:lnTo>
                  <a:lnTo>
                    <a:pt x="279223" y="72390"/>
                  </a:lnTo>
                  <a:lnTo>
                    <a:pt x="281769" y="69850"/>
                  </a:lnTo>
                  <a:close/>
                </a:path>
                <a:path w="341629" h="351155">
                  <a:moveTo>
                    <a:pt x="284316" y="67310"/>
                  </a:moveTo>
                  <a:lnTo>
                    <a:pt x="273050" y="67310"/>
                  </a:lnTo>
                  <a:lnTo>
                    <a:pt x="271780" y="68580"/>
                  </a:lnTo>
                  <a:lnTo>
                    <a:pt x="283042" y="68580"/>
                  </a:lnTo>
                  <a:lnTo>
                    <a:pt x="284316" y="67310"/>
                  </a:lnTo>
                  <a:close/>
                </a:path>
                <a:path w="341629" h="351155">
                  <a:moveTo>
                    <a:pt x="288135" y="63500"/>
                  </a:moveTo>
                  <a:lnTo>
                    <a:pt x="276860" y="63500"/>
                  </a:lnTo>
                  <a:lnTo>
                    <a:pt x="274320" y="66040"/>
                  </a:lnTo>
                  <a:lnTo>
                    <a:pt x="285589" y="66040"/>
                  </a:lnTo>
                  <a:lnTo>
                    <a:pt x="288135" y="63500"/>
                  </a:lnTo>
                  <a:close/>
                </a:path>
                <a:path w="341629" h="351155">
                  <a:moveTo>
                    <a:pt x="290681" y="60960"/>
                  </a:moveTo>
                  <a:lnTo>
                    <a:pt x="279400" y="60960"/>
                  </a:lnTo>
                  <a:lnTo>
                    <a:pt x="278130" y="62230"/>
                  </a:lnTo>
                  <a:lnTo>
                    <a:pt x="289408" y="62230"/>
                  </a:lnTo>
                  <a:lnTo>
                    <a:pt x="290681" y="60960"/>
                  </a:lnTo>
                  <a:close/>
                </a:path>
                <a:path w="341629" h="351155">
                  <a:moveTo>
                    <a:pt x="294501" y="57150"/>
                  </a:moveTo>
                  <a:lnTo>
                    <a:pt x="283210" y="57150"/>
                  </a:lnTo>
                  <a:lnTo>
                    <a:pt x="280670" y="59690"/>
                  </a:lnTo>
                  <a:lnTo>
                    <a:pt x="291955" y="59690"/>
                  </a:lnTo>
                  <a:lnTo>
                    <a:pt x="294501" y="57150"/>
                  </a:lnTo>
                  <a:close/>
                </a:path>
                <a:path w="341629" h="351155">
                  <a:moveTo>
                    <a:pt x="297047" y="54610"/>
                  </a:moveTo>
                  <a:lnTo>
                    <a:pt x="285750" y="54610"/>
                  </a:lnTo>
                  <a:lnTo>
                    <a:pt x="284480" y="55880"/>
                  </a:lnTo>
                  <a:lnTo>
                    <a:pt x="295774" y="55880"/>
                  </a:lnTo>
                  <a:lnTo>
                    <a:pt x="297047" y="54610"/>
                  </a:lnTo>
                  <a:close/>
                </a:path>
                <a:path w="341629" h="351155">
                  <a:moveTo>
                    <a:pt x="300867" y="50800"/>
                  </a:moveTo>
                  <a:lnTo>
                    <a:pt x="289560" y="50800"/>
                  </a:lnTo>
                  <a:lnTo>
                    <a:pt x="287020" y="53340"/>
                  </a:lnTo>
                  <a:lnTo>
                    <a:pt x="298320" y="53340"/>
                  </a:lnTo>
                  <a:lnTo>
                    <a:pt x="300867" y="50800"/>
                  </a:lnTo>
                  <a:close/>
                </a:path>
                <a:path w="341629" h="351155">
                  <a:moveTo>
                    <a:pt x="303413" y="48260"/>
                  </a:moveTo>
                  <a:lnTo>
                    <a:pt x="292100" y="48260"/>
                  </a:lnTo>
                  <a:lnTo>
                    <a:pt x="290830" y="49530"/>
                  </a:lnTo>
                  <a:lnTo>
                    <a:pt x="302140" y="49530"/>
                  </a:lnTo>
                  <a:lnTo>
                    <a:pt x="303413" y="48260"/>
                  </a:lnTo>
                  <a:close/>
                </a:path>
                <a:path w="341629" h="351155">
                  <a:moveTo>
                    <a:pt x="307232" y="44450"/>
                  </a:moveTo>
                  <a:lnTo>
                    <a:pt x="295910" y="44450"/>
                  </a:lnTo>
                  <a:lnTo>
                    <a:pt x="293370" y="46990"/>
                  </a:lnTo>
                  <a:lnTo>
                    <a:pt x="304686" y="46990"/>
                  </a:lnTo>
                  <a:lnTo>
                    <a:pt x="307232" y="44450"/>
                  </a:lnTo>
                  <a:close/>
                </a:path>
                <a:path w="341629" h="351155">
                  <a:moveTo>
                    <a:pt x="309779" y="41910"/>
                  </a:moveTo>
                  <a:lnTo>
                    <a:pt x="298450" y="41910"/>
                  </a:lnTo>
                  <a:lnTo>
                    <a:pt x="297180" y="43180"/>
                  </a:lnTo>
                  <a:lnTo>
                    <a:pt x="308506" y="43180"/>
                  </a:lnTo>
                  <a:lnTo>
                    <a:pt x="309779" y="41910"/>
                  </a:lnTo>
                  <a:close/>
                </a:path>
                <a:path w="341629" h="351155">
                  <a:moveTo>
                    <a:pt x="313598" y="38100"/>
                  </a:moveTo>
                  <a:lnTo>
                    <a:pt x="302260" y="38100"/>
                  </a:lnTo>
                  <a:lnTo>
                    <a:pt x="299720" y="40640"/>
                  </a:lnTo>
                  <a:lnTo>
                    <a:pt x="311052" y="40640"/>
                  </a:lnTo>
                  <a:lnTo>
                    <a:pt x="313598" y="38100"/>
                  </a:lnTo>
                  <a:close/>
                </a:path>
                <a:path w="341629" h="351155">
                  <a:moveTo>
                    <a:pt x="316144" y="35560"/>
                  </a:moveTo>
                  <a:lnTo>
                    <a:pt x="304800" y="35560"/>
                  </a:lnTo>
                  <a:lnTo>
                    <a:pt x="303530" y="36830"/>
                  </a:lnTo>
                  <a:lnTo>
                    <a:pt x="314871" y="36830"/>
                  </a:lnTo>
                  <a:lnTo>
                    <a:pt x="316144" y="35560"/>
                  </a:lnTo>
                  <a:close/>
                </a:path>
                <a:path w="341629" h="351155">
                  <a:moveTo>
                    <a:pt x="319964" y="31750"/>
                  </a:moveTo>
                  <a:lnTo>
                    <a:pt x="308610" y="31750"/>
                  </a:lnTo>
                  <a:lnTo>
                    <a:pt x="306070" y="34290"/>
                  </a:lnTo>
                  <a:lnTo>
                    <a:pt x="317418" y="34290"/>
                  </a:lnTo>
                  <a:lnTo>
                    <a:pt x="319964" y="31750"/>
                  </a:lnTo>
                  <a:close/>
                </a:path>
                <a:path w="341629" h="351155">
                  <a:moveTo>
                    <a:pt x="322510" y="29210"/>
                  </a:moveTo>
                  <a:lnTo>
                    <a:pt x="311150" y="29210"/>
                  </a:lnTo>
                  <a:lnTo>
                    <a:pt x="309880" y="30480"/>
                  </a:lnTo>
                  <a:lnTo>
                    <a:pt x="321237" y="30480"/>
                  </a:lnTo>
                  <a:lnTo>
                    <a:pt x="322510" y="29210"/>
                  </a:lnTo>
                  <a:close/>
                </a:path>
                <a:path w="341629" h="351155">
                  <a:moveTo>
                    <a:pt x="326330" y="25400"/>
                  </a:moveTo>
                  <a:lnTo>
                    <a:pt x="314960" y="25400"/>
                  </a:lnTo>
                  <a:lnTo>
                    <a:pt x="312420" y="27940"/>
                  </a:lnTo>
                  <a:lnTo>
                    <a:pt x="323783" y="27940"/>
                  </a:lnTo>
                  <a:lnTo>
                    <a:pt x="326330" y="25400"/>
                  </a:lnTo>
                  <a:close/>
                </a:path>
                <a:path w="341629" h="351155">
                  <a:moveTo>
                    <a:pt x="328876" y="22860"/>
                  </a:moveTo>
                  <a:lnTo>
                    <a:pt x="317500" y="22860"/>
                  </a:lnTo>
                  <a:lnTo>
                    <a:pt x="316230" y="24130"/>
                  </a:lnTo>
                  <a:lnTo>
                    <a:pt x="327603" y="24130"/>
                  </a:lnTo>
                  <a:lnTo>
                    <a:pt x="328876" y="22860"/>
                  </a:lnTo>
                  <a:close/>
                </a:path>
                <a:path w="341629" h="351155">
                  <a:moveTo>
                    <a:pt x="332695" y="19050"/>
                  </a:moveTo>
                  <a:lnTo>
                    <a:pt x="321310" y="19050"/>
                  </a:lnTo>
                  <a:lnTo>
                    <a:pt x="318770" y="21590"/>
                  </a:lnTo>
                  <a:lnTo>
                    <a:pt x="330149" y="21590"/>
                  </a:lnTo>
                  <a:lnTo>
                    <a:pt x="332695" y="19050"/>
                  </a:lnTo>
                  <a:close/>
                </a:path>
                <a:path w="341629" h="351155">
                  <a:moveTo>
                    <a:pt x="335242" y="16510"/>
                  </a:moveTo>
                  <a:lnTo>
                    <a:pt x="323850" y="16510"/>
                  </a:lnTo>
                  <a:lnTo>
                    <a:pt x="322580" y="17780"/>
                  </a:lnTo>
                  <a:lnTo>
                    <a:pt x="333969" y="17780"/>
                  </a:lnTo>
                  <a:lnTo>
                    <a:pt x="335242" y="16510"/>
                  </a:lnTo>
                  <a:close/>
                </a:path>
                <a:path w="341629" h="351155">
                  <a:moveTo>
                    <a:pt x="339061" y="12700"/>
                  </a:moveTo>
                  <a:lnTo>
                    <a:pt x="327660" y="12700"/>
                  </a:lnTo>
                  <a:lnTo>
                    <a:pt x="325120" y="15240"/>
                  </a:lnTo>
                  <a:lnTo>
                    <a:pt x="336515" y="15240"/>
                  </a:lnTo>
                  <a:lnTo>
                    <a:pt x="339061" y="12700"/>
                  </a:lnTo>
                  <a:close/>
                </a:path>
                <a:path w="341629" h="351155">
                  <a:moveTo>
                    <a:pt x="341607" y="10160"/>
                  </a:moveTo>
                  <a:lnTo>
                    <a:pt x="330200" y="10160"/>
                  </a:lnTo>
                  <a:lnTo>
                    <a:pt x="328930" y="11430"/>
                  </a:lnTo>
                  <a:lnTo>
                    <a:pt x="340334" y="11430"/>
                  </a:lnTo>
                  <a:lnTo>
                    <a:pt x="341607" y="10160"/>
                  </a:lnTo>
                  <a:close/>
                </a:path>
                <a:path w="341629" h="351155">
                  <a:moveTo>
                    <a:pt x="341629" y="6350"/>
                  </a:moveTo>
                  <a:lnTo>
                    <a:pt x="334010" y="6350"/>
                  </a:lnTo>
                  <a:lnTo>
                    <a:pt x="331470" y="8890"/>
                  </a:lnTo>
                  <a:lnTo>
                    <a:pt x="341630" y="8890"/>
                  </a:lnTo>
                  <a:lnTo>
                    <a:pt x="341629" y="6350"/>
                  </a:lnTo>
                  <a:close/>
                </a:path>
                <a:path w="341629" h="351155">
                  <a:moveTo>
                    <a:pt x="341630" y="3810"/>
                  </a:moveTo>
                  <a:lnTo>
                    <a:pt x="336550" y="3810"/>
                  </a:lnTo>
                  <a:lnTo>
                    <a:pt x="335280" y="5080"/>
                  </a:lnTo>
                  <a:lnTo>
                    <a:pt x="341630" y="5080"/>
                  </a:lnTo>
                  <a:lnTo>
                    <a:pt x="341630" y="3810"/>
                  </a:lnTo>
                  <a:close/>
                </a:path>
                <a:path w="341629" h="351155">
                  <a:moveTo>
                    <a:pt x="341630" y="0"/>
                  </a:moveTo>
                  <a:lnTo>
                    <a:pt x="340360" y="0"/>
                  </a:lnTo>
                  <a:lnTo>
                    <a:pt x="337820" y="2540"/>
                  </a:lnTo>
                  <a:lnTo>
                    <a:pt x="341630" y="2540"/>
                  </a:lnTo>
                  <a:lnTo>
                    <a:pt x="341630" y="0"/>
                  </a:lnTo>
                  <a:close/>
                </a:path>
              </a:pathLst>
            </a:custGeom>
            <a:solidFill>
              <a:srgbClr val="CABB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5" name="object 3545"/>
            <p:cNvSpPr/>
            <p:nvPr/>
          </p:nvSpPr>
          <p:spPr>
            <a:xfrm>
              <a:off x="7065010" y="2802889"/>
              <a:ext cx="341630" cy="363220"/>
            </a:xfrm>
            <a:custGeom>
              <a:avLst/>
              <a:gdLst/>
              <a:ahLst/>
              <a:cxnLst/>
              <a:rect l="l" t="t" r="r" b="b"/>
              <a:pathLst>
                <a:path w="341629" h="363219">
                  <a:moveTo>
                    <a:pt x="189230" y="173990"/>
                  </a:moveTo>
                  <a:lnTo>
                    <a:pt x="177800" y="173990"/>
                  </a:lnTo>
                  <a:lnTo>
                    <a:pt x="167182" y="173990"/>
                  </a:lnTo>
                  <a:lnTo>
                    <a:pt x="0" y="340766"/>
                  </a:lnTo>
                  <a:lnTo>
                    <a:pt x="0" y="351802"/>
                  </a:lnTo>
                  <a:lnTo>
                    <a:pt x="0" y="363220"/>
                  </a:lnTo>
                  <a:lnTo>
                    <a:pt x="189230" y="173990"/>
                  </a:lnTo>
                  <a:close/>
                </a:path>
                <a:path w="341629" h="363219">
                  <a:moveTo>
                    <a:pt x="191770" y="171450"/>
                  </a:moveTo>
                  <a:lnTo>
                    <a:pt x="180340" y="171450"/>
                  </a:lnTo>
                  <a:lnTo>
                    <a:pt x="169722" y="171450"/>
                  </a:lnTo>
                  <a:lnTo>
                    <a:pt x="168452" y="172720"/>
                  </a:lnTo>
                  <a:lnTo>
                    <a:pt x="179070" y="172720"/>
                  </a:lnTo>
                  <a:lnTo>
                    <a:pt x="190500" y="172720"/>
                  </a:lnTo>
                  <a:lnTo>
                    <a:pt x="191770" y="171450"/>
                  </a:lnTo>
                  <a:close/>
                </a:path>
                <a:path w="341629" h="363219">
                  <a:moveTo>
                    <a:pt x="195580" y="167640"/>
                  </a:moveTo>
                  <a:lnTo>
                    <a:pt x="184150" y="167640"/>
                  </a:lnTo>
                  <a:lnTo>
                    <a:pt x="173545" y="167640"/>
                  </a:lnTo>
                  <a:lnTo>
                    <a:pt x="171005" y="170180"/>
                  </a:lnTo>
                  <a:lnTo>
                    <a:pt x="181597" y="170180"/>
                  </a:lnTo>
                  <a:lnTo>
                    <a:pt x="193040" y="170180"/>
                  </a:lnTo>
                  <a:lnTo>
                    <a:pt x="195580" y="167640"/>
                  </a:lnTo>
                  <a:close/>
                </a:path>
                <a:path w="341629" h="363219">
                  <a:moveTo>
                    <a:pt x="198120" y="165100"/>
                  </a:moveTo>
                  <a:lnTo>
                    <a:pt x="186690" y="165100"/>
                  </a:lnTo>
                  <a:lnTo>
                    <a:pt x="176098" y="165100"/>
                  </a:lnTo>
                  <a:lnTo>
                    <a:pt x="174815" y="166370"/>
                  </a:lnTo>
                  <a:lnTo>
                    <a:pt x="185420" y="166370"/>
                  </a:lnTo>
                  <a:lnTo>
                    <a:pt x="196850" y="166370"/>
                  </a:lnTo>
                  <a:lnTo>
                    <a:pt x="198120" y="165100"/>
                  </a:lnTo>
                  <a:close/>
                </a:path>
                <a:path w="341629" h="363219">
                  <a:moveTo>
                    <a:pt x="201930" y="161290"/>
                  </a:moveTo>
                  <a:lnTo>
                    <a:pt x="190500" y="161290"/>
                  </a:lnTo>
                  <a:lnTo>
                    <a:pt x="179908" y="161290"/>
                  </a:lnTo>
                  <a:lnTo>
                    <a:pt x="177368" y="163830"/>
                  </a:lnTo>
                  <a:lnTo>
                    <a:pt x="187947" y="163830"/>
                  </a:lnTo>
                  <a:lnTo>
                    <a:pt x="199390" y="163830"/>
                  </a:lnTo>
                  <a:lnTo>
                    <a:pt x="201930" y="161290"/>
                  </a:lnTo>
                  <a:close/>
                </a:path>
                <a:path w="341629" h="363219">
                  <a:moveTo>
                    <a:pt x="204470" y="158750"/>
                  </a:moveTo>
                  <a:lnTo>
                    <a:pt x="193040" y="158750"/>
                  </a:lnTo>
                  <a:lnTo>
                    <a:pt x="182460" y="158750"/>
                  </a:lnTo>
                  <a:lnTo>
                    <a:pt x="181178" y="160020"/>
                  </a:lnTo>
                  <a:lnTo>
                    <a:pt x="191770" y="160020"/>
                  </a:lnTo>
                  <a:lnTo>
                    <a:pt x="203200" y="160020"/>
                  </a:lnTo>
                  <a:lnTo>
                    <a:pt x="204470" y="158750"/>
                  </a:lnTo>
                  <a:close/>
                </a:path>
                <a:path w="341629" h="363219">
                  <a:moveTo>
                    <a:pt x="208280" y="154940"/>
                  </a:moveTo>
                  <a:lnTo>
                    <a:pt x="196850" y="154940"/>
                  </a:lnTo>
                  <a:lnTo>
                    <a:pt x="186270" y="154940"/>
                  </a:lnTo>
                  <a:lnTo>
                    <a:pt x="183730" y="157480"/>
                  </a:lnTo>
                  <a:lnTo>
                    <a:pt x="194297" y="157480"/>
                  </a:lnTo>
                  <a:lnTo>
                    <a:pt x="205740" y="157480"/>
                  </a:lnTo>
                  <a:lnTo>
                    <a:pt x="208280" y="154940"/>
                  </a:lnTo>
                  <a:close/>
                </a:path>
                <a:path w="341629" h="363219">
                  <a:moveTo>
                    <a:pt x="210820" y="152400"/>
                  </a:moveTo>
                  <a:lnTo>
                    <a:pt x="199390" y="152400"/>
                  </a:lnTo>
                  <a:lnTo>
                    <a:pt x="188823" y="152400"/>
                  </a:lnTo>
                  <a:lnTo>
                    <a:pt x="187553" y="153670"/>
                  </a:lnTo>
                  <a:lnTo>
                    <a:pt x="198120" y="153670"/>
                  </a:lnTo>
                  <a:lnTo>
                    <a:pt x="209550" y="153670"/>
                  </a:lnTo>
                  <a:lnTo>
                    <a:pt x="210820" y="152400"/>
                  </a:lnTo>
                  <a:close/>
                </a:path>
                <a:path w="341629" h="363219">
                  <a:moveTo>
                    <a:pt x="214630" y="148590"/>
                  </a:moveTo>
                  <a:lnTo>
                    <a:pt x="203200" y="148590"/>
                  </a:lnTo>
                  <a:lnTo>
                    <a:pt x="192646" y="148590"/>
                  </a:lnTo>
                  <a:lnTo>
                    <a:pt x="190093" y="151130"/>
                  </a:lnTo>
                  <a:lnTo>
                    <a:pt x="200647" y="151130"/>
                  </a:lnTo>
                  <a:lnTo>
                    <a:pt x="212090" y="151130"/>
                  </a:lnTo>
                  <a:lnTo>
                    <a:pt x="214630" y="148590"/>
                  </a:lnTo>
                  <a:close/>
                </a:path>
                <a:path w="341629" h="363219">
                  <a:moveTo>
                    <a:pt x="217170" y="146050"/>
                  </a:moveTo>
                  <a:lnTo>
                    <a:pt x="205740" y="146050"/>
                  </a:lnTo>
                  <a:lnTo>
                    <a:pt x="195186" y="146050"/>
                  </a:lnTo>
                  <a:lnTo>
                    <a:pt x="193916" y="147320"/>
                  </a:lnTo>
                  <a:lnTo>
                    <a:pt x="204470" y="147320"/>
                  </a:lnTo>
                  <a:lnTo>
                    <a:pt x="215900" y="147320"/>
                  </a:lnTo>
                  <a:lnTo>
                    <a:pt x="217170" y="146050"/>
                  </a:lnTo>
                  <a:close/>
                </a:path>
                <a:path w="341629" h="363219">
                  <a:moveTo>
                    <a:pt x="220980" y="142240"/>
                  </a:moveTo>
                  <a:lnTo>
                    <a:pt x="209550" y="142240"/>
                  </a:lnTo>
                  <a:lnTo>
                    <a:pt x="199009" y="142240"/>
                  </a:lnTo>
                  <a:lnTo>
                    <a:pt x="196456" y="144780"/>
                  </a:lnTo>
                  <a:lnTo>
                    <a:pt x="206997" y="144780"/>
                  </a:lnTo>
                  <a:lnTo>
                    <a:pt x="218440" y="144780"/>
                  </a:lnTo>
                  <a:lnTo>
                    <a:pt x="220980" y="142240"/>
                  </a:lnTo>
                  <a:close/>
                </a:path>
                <a:path w="341629" h="363219">
                  <a:moveTo>
                    <a:pt x="223520" y="139700"/>
                  </a:moveTo>
                  <a:lnTo>
                    <a:pt x="212090" y="139700"/>
                  </a:lnTo>
                  <a:lnTo>
                    <a:pt x="201549" y="139700"/>
                  </a:lnTo>
                  <a:lnTo>
                    <a:pt x="200279" y="140970"/>
                  </a:lnTo>
                  <a:lnTo>
                    <a:pt x="210820" y="140970"/>
                  </a:lnTo>
                  <a:lnTo>
                    <a:pt x="222250" y="140970"/>
                  </a:lnTo>
                  <a:lnTo>
                    <a:pt x="223520" y="139700"/>
                  </a:lnTo>
                  <a:close/>
                </a:path>
                <a:path w="341629" h="363219">
                  <a:moveTo>
                    <a:pt x="227330" y="135890"/>
                  </a:moveTo>
                  <a:lnTo>
                    <a:pt x="215900" y="135890"/>
                  </a:lnTo>
                  <a:lnTo>
                    <a:pt x="205371" y="135890"/>
                  </a:lnTo>
                  <a:lnTo>
                    <a:pt x="202831" y="138430"/>
                  </a:lnTo>
                  <a:lnTo>
                    <a:pt x="213347" y="138430"/>
                  </a:lnTo>
                  <a:lnTo>
                    <a:pt x="224790" y="138430"/>
                  </a:lnTo>
                  <a:lnTo>
                    <a:pt x="227330" y="135890"/>
                  </a:lnTo>
                  <a:close/>
                </a:path>
                <a:path w="341629" h="363219">
                  <a:moveTo>
                    <a:pt x="229870" y="133350"/>
                  </a:moveTo>
                  <a:lnTo>
                    <a:pt x="218440" y="133350"/>
                  </a:lnTo>
                  <a:lnTo>
                    <a:pt x="207924" y="133350"/>
                  </a:lnTo>
                  <a:lnTo>
                    <a:pt x="206641" y="134620"/>
                  </a:lnTo>
                  <a:lnTo>
                    <a:pt x="217170" y="134620"/>
                  </a:lnTo>
                  <a:lnTo>
                    <a:pt x="228600" y="134620"/>
                  </a:lnTo>
                  <a:lnTo>
                    <a:pt x="229870" y="133350"/>
                  </a:lnTo>
                  <a:close/>
                </a:path>
                <a:path w="341629" h="363219">
                  <a:moveTo>
                    <a:pt x="233680" y="129540"/>
                  </a:moveTo>
                  <a:lnTo>
                    <a:pt x="222250" y="129540"/>
                  </a:lnTo>
                  <a:lnTo>
                    <a:pt x="211734" y="129540"/>
                  </a:lnTo>
                  <a:lnTo>
                    <a:pt x="209194" y="132080"/>
                  </a:lnTo>
                  <a:lnTo>
                    <a:pt x="219697" y="132080"/>
                  </a:lnTo>
                  <a:lnTo>
                    <a:pt x="231140" y="132080"/>
                  </a:lnTo>
                  <a:lnTo>
                    <a:pt x="233680" y="129540"/>
                  </a:lnTo>
                  <a:close/>
                </a:path>
                <a:path w="341629" h="363219">
                  <a:moveTo>
                    <a:pt x="236220" y="127000"/>
                  </a:moveTo>
                  <a:lnTo>
                    <a:pt x="224790" y="127000"/>
                  </a:lnTo>
                  <a:lnTo>
                    <a:pt x="214287" y="127000"/>
                  </a:lnTo>
                  <a:lnTo>
                    <a:pt x="213017" y="128270"/>
                  </a:lnTo>
                  <a:lnTo>
                    <a:pt x="223520" y="128270"/>
                  </a:lnTo>
                  <a:lnTo>
                    <a:pt x="234950" y="128270"/>
                  </a:lnTo>
                  <a:lnTo>
                    <a:pt x="236220" y="127000"/>
                  </a:lnTo>
                  <a:close/>
                </a:path>
                <a:path w="341629" h="363219">
                  <a:moveTo>
                    <a:pt x="240030" y="123190"/>
                  </a:moveTo>
                  <a:lnTo>
                    <a:pt x="228600" y="123190"/>
                  </a:lnTo>
                  <a:lnTo>
                    <a:pt x="218109" y="123190"/>
                  </a:lnTo>
                  <a:lnTo>
                    <a:pt x="215557" y="125730"/>
                  </a:lnTo>
                  <a:lnTo>
                    <a:pt x="226047" y="125730"/>
                  </a:lnTo>
                  <a:lnTo>
                    <a:pt x="237490" y="125730"/>
                  </a:lnTo>
                  <a:lnTo>
                    <a:pt x="240030" y="123190"/>
                  </a:lnTo>
                  <a:close/>
                </a:path>
                <a:path w="341629" h="363219">
                  <a:moveTo>
                    <a:pt x="242570" y="120650"/>
                  </a:moveTo>
                  <a:lnTo>
                    <a:pt x="231140" y="120650"/>
                  </a:lnTo>
                  <a:lnTo>
                    <a:pt x="220649" y="120650"/>
                  </a:lnTo>
                  <a:lnTo>
                    <a:pt x="219379" y="121920"/>
                  </a:lnTo>
                  <a:lnTo>
                    <a:pt x="229870" y="121920"/>
                  </a:lnTo>
                  <a:lnTo>
                    <a:pt x="241300" y="121920"/>
                  </a:lnTo>
                  <a:lnTo>
                    <a:pt x="242570" y="120650"/>
                  </a:lnTo>
                  <a:close/>
                </a:path>
                <a:path w="341629" h="363219">
                  <a:moveTo>
                    <a:pt x="246380" y="116840"/>
                  </a:moveTo>
                  <a:lnTo>
                    <a:pt x="234950" y="116840"/>
                  </a:lnTo>
                  <a:lnTo>
                    <a:pt x="224472" y="116840"/>
                  </a:lnTo>
                  <a:lnTo>
                    <a:pt x="221919" y="119380"/>
                  </a:lnTo>
                  <a:lnTo>
                    <a:pt x="232397" y="119380"/>
                  </a:lnTo>
                  <a:lnTo>
                    <a:pt x="243840" y="119380"/>
                  </a:lnTo>
                  <a:lnTo>
                    <a:pt x="246380" y="116840"/>
                  </a:lnTo>
                  <a:close/>
                </a:path>
                <a:path w="341629" h="363219">
                  <a:moveTo>
                    <a:pt x="248920" y="114300"/>
                  </a:moveTo>
                  <a:lnTo>
                    <a:pt x="237490" y="114300"/>
                  </a:lnTo>
                  <a:lnTo>
                    <a:pt x="227012" y="114300"/>
                  </a:lnTo>
                  <a:lnTo>
                    <a:pt x="225742" y="115570"/>
                  </a:lnTo>
                  <a:lnTo>
                    <a:pt x="236220" y="115570"/>
                  </a:lnTo>
                  <a:lnTo>
                    <a:pt x="247650" y="115570"/>
                  </a:lnTo>
                  <a:lnTo>
                    <a:pt x="248920" y="114300"/>
                  </a:lnTo>
                  <a:close/>
                </a:path>
                <a:path w="341629" h="363219">
                  <a:moveTo>
                    <a:pt x="252730" y="110490"/>
                  </a:moveTo>
                  <a:lnTo>
                    <a:pt x="241300" y="110490"/>
                  </a:lnTo>
                  <a:lnTo>
                    <a:pt x="230835" y="110490"/>
                  </a:lnTo>
                  <a:lnTo>
                    <a:pt x="228295" y="113030"/>
                  </a:lnTo>
                  <a:lnTo>
                    <a:pt x="238747" y="113030"/>
                  </a:lnTo>
                  <a:lnTo>
                    <a:pt x="250190" y="113030"/>
                  </a:lnTo>
                  <a:lnTo>
                    <a:pt x="252730" y="110490"/>
                  </a:lnTo>
                  <a:close/>
                </a:path>
                <a:path w="341629" h="363219">
                  <a:moveTo>
                    <a:pt x="255270" y="107950"/>
                  </a:moveTo>
                  <a:lnTo>
                    <a:pt x="243840" y="107950"/>
                  </a:lnTo>
                  <a:lnTo>
                    <a:pt x="233387" y="107950"/>
                  </a:lnTo>
                  <a:lnTo>
                    <a:pt x="232105" y="109220"/>
                  </a:lnTo>
                  <a:lnTo>
                    <a:pt x="242570" y="109220"/>
                  </a:lnTo>
                  <a:lnTo>
                    <a:pt x="254000" y="109220"/>
                  </a:lnTo>
                  <a:lnTo>
                    <a:pt x="255270" y="107950"/>
                  </a:lnTo>
                  <a:close/>
                </a:path>
                <a:path w="341629" h="363219">
                  <a:moveTo>
                    <a:pt x="259080" y="104140"/>
                  </a:moveTo>
                  <a:lnTo>
                    <a:pt x="247650" y="104140"/>
                  </a:lnTo>
                  <a:lnTo>
                    <a:pt x="237197" y="104140"/>
                  </a:lnTo>
                  <a:lnTo>
                    <a:pt x="234657" y="106680"/>
                  </a:lnTo>
                  <a:lnTo>
                    <a:pt x="245097" y="106680"/>
                  </a:lnTo>
                  <a:lnTo>
                    <a:pt x="256540" y="106680"/>
                  </a:lnTo>
                  <a:lnTo>
                    <a:pt x="259080" y="104140"/>
                  </a:lnTo>
                  <a:close/>
                </a:path>
                <a:path w="341629" h="363219">
                  <a:moveTo>
                    <a:pt x="261620" y="101600"/>
                  </a:moveTo>
                  <a:lnTo>
                    <a:pt x="250190" y="101600"/>
                  </a:lnTo>
                  <a:lnTo>
                    <a:pt x="239750" y="101600"/>
                  </a:lnTo>
                  <a:lnTo>
                    <a:pt x="238480" y="102870"/>
                  </a:lnTo>
                  <a:lnTo>
                    <a:pt x="248920" y="102870"/>
                  </a:lnTo>
                  <a:lnTo>
                    <a:pt x="260350" y="102870"/>
                  </a:lnTo>
                  <a:lnTo>
                    <a:pt x="261620" y="101600"/>
                  </a:lnTo>
                  <a:close/>
                </a:path>
                <a:path w="341629" h="363219">
                  <a:moveTo>
                    <a:pt x="265430" y="97790"/>
                  </a:moveTo>
                  <a:lnTo>
                    <a:pt x="254000" y="97790"/>
                  </a:lnTo>
                  <a:lnTo>
                    <a:pt x="243573" y="97790"/>
                  </a:lnTo>
                  <a:lnTo>
                    <a:pt x="241020" y="100330"/>
                  </a:lnTo>
                  <a:lnTo>
                    <a:pt x="251447" y="100330"/>
                  </a:lnTo>
                  <a:lnTo>
                    <a:pt x="262890" y="100330"/>
                  </a:lnTo>
                  <a:lnTo>
                    <a:pt x="265430" y="97790"/>
                  </a:lnTo>
                  <a:close/>
                </a:path>
                <a:path w="341629" h="363219">
                  <a:moveTo>
                    <a:pt x="267970" y="95250"/>
                  </a:moveTo>
                  <a:lnTo>
                    <a:pt x="256540" y="95250"/>
                  </a:lnTo>
                  <a:lnTo>
                    <a:pt x="246113" y="95250"/>
                  </a:lnTo>
                  <a:lnTo>
                    <a:pt x="244843" y="96520"/>
                  </a:lnTo>
                  <a:lnTo>
                    <a:pt x="255270" y="96520"/>
                  </a:lnTo>
                  <a:lnTo>
                    <a:pt x="266700" y="96520"/>
                  </a:lnTo>
                  <a:lnTo>
                    <a:pt x="267970" y="95250"/>
                  </a:lnTo>
                  <a:close/>
                </a:path>
                <a:path w="341629" h="363219">
                  <a:moveTo>
                    <a:pt x="271780" y="91440"/>
                  </a:moveTo>
                  <a:lnTo>
                    <a:pt x="260350" y="91440"/>
                  </a:lnTo>
                  <a:lnTo>
                    <a:pt x="249936" y="91440"/>
                  </a:lnTo>
                  <a:lnTo>
                    <a:pt x="247383" y="93980"/>
                  </a:lnTo>
                  <a:lnTo>
                    <a:pt x="257797" y="93980"/>
                  </a:lnTo>
                  <a:lnTo>
                    <a:pt x="269240" y="93980"/>
                  </a:lnTo>
                  <a:lnTo>
                    <a:pt x="271780" y="91440"/>
                  </a:lnTo>
                  <a:close/>
                </a:path>
                <a:path w="341629" h="363219">
                  <a:moveTo>
                    <a:pt x="274320" y="88900"/>
                  </a:moveTo>
                  <a:lnTo>
                    <a:pt x="262890" y="88900"/>
                  </a:lnTo>
                  <a:lnTo>
                    <a:pt x="252476" y="88900"/>
                  </a:lnTo>
                  <a:lnTo>
                    <a:pt x="251206" y="90170"/>
                  </a:lnTo>
                  <a:lnTo>
                    <a:pt x="261620" y="90170"/>
                  </a:lnTo>
                  <a:lnTo>
                    <a:pt x="273050" y="90170"/>
                  </a:lnTo>
                  <a:lnTo>
                    <a:pt x="274320" y="88900"/>
                  </a:lnTo>
                  <a:close/>
                </a:path>
                <a:path w="341629" h="363219">
                  <a:moveTo>
                    <a:pt x="278130" y="85090"/>
                  </a:moveTo>
                  <a:lnTo>
                    <a:pt x="266700" y="85090"/>
                  </a:lnTo>
                  <a:lnTo>
                    <a:pt x="256298" y="85090"/>
                  </a:lnTo>
                  <a:lnTo>
                    <a:pt x="253758" y="87630"/>
                  </a:lnTo>
                  <a:lnTo>
                    <a:pt x="264147" y="87630"/>
                  </a:lnTo>
                  <a:lnTo>
                    <a:pt x="275590" y="87630"/>
                  </a:lnTo>
                  <a:lnTo>
                    <a:pt x="278130" y="85090"/>
                  </a:lnTo>
                  <a:close/>
                </a:path>
                <a:path w="341629" h="363219">
                  <a:moveTo>
                    <a:pt x="280670" y="82550"/>
                  </a:moveTo>
                  <a:lnTo>
                    <a:pt x="269240" y="82550"/>
                  </a:lnTo>
                  <a:lnTo>
                    <a:pt x="258851" y="82550"/>
                  </a:lnTo>
                  <a:lnTo>
                    <a:pt x="257568" y="83820"/>
                  </a:lnTo>
                  <a:lnTo>
                    <a:pt x="267970" y="83820"/>
                  </a:lnTo>
                  <a:lnTo>
                    <a:pt x="279400" y="83820"/>
                  </a:lnTo>
                  <a:lnTo>
                    <a:pt x="280670" y="82550"/>
                  </a:lnTo>
                  <a:close/>
                </a:path>
                <a:path w="341629" h="363219">
                  <a:moveTo>
                    <a:pt x="284480" y="78740"/>
                  </a:moveTo>
                  <a:lnTo>
                    <a:pt x="273050" y="78740"/>
                  </a:lnTo>
                  <a:lnTo>
                    <a:pt x="262661" y="78740"/>
                  </a:lnTo>
                  <a:lnTo>
                    <a:pt x="260121" y="81280"/>
                  </a:lnTo>
                  <a:lnTo>
                    <a:pt x="270497" y="81280"/>
                  </a:lnTo>
                  <a:lnTo>
                    <a:pt x="281940" y="81280"/>
                  </a:lnTo>
                  <a:lnTo>
                    <a:pt x="284480" y="78740"/>
                  </a:lnTo>
                  <a:close/>
                </a:path>
                <a:path w="341629" h="363219">
                  <a:moveTo>
                    <a:pt x="287020" y="76200"/>
                  </a:moveTo>
                  <a:lnTo>
                    <a:pt x="275590" y="76200"/>
                  </a:lnTo>
                  <a:lnTo>
                    <a:pt x="265214" y="76200"/>
                  </a:lnTo>
                  <a:lnTo>
                    <a:pt x="263944" y="77470"/>
                  </a:lnTo>
                  <a:lnTo>
                    <a:pt x="274320" y="77470"/>
                  </a:lnTo>
                  <a:lnTo>
                    <a:pt x="285750" y="77470"/>
                  </a:lnTo>
                  <a:lnTo>
                    <a:pt x="287020" y="76200"/>
                  </a:lnTo>
                  <a:close/>
                </a:path>
                <a:path w="341629" h="363219">
                  <a:moveTo>
                    <a:pt x="290830" y="72390"/>
                  </a:moveTo>
                  <a:lnTo>
                    <a:pt x="279400" y="72390"/>
                  </a:lnTo>
                  <a:lnTo>
                    <a:pt x="269036" y="72390"/>
                  </a:lnTo>
                  <a:lnTo>
                    <a:pt x="266484" y="74930"/>
                  </a:lnTo>
                  <a:lnTo>
                    <a:pt x="276847" y="74930"/>
                  </a:lnTo>
                  <a:lnTo>
                    <a:pt x="288290" y="74930"/>
                  </a:lnTo>
                  <a:lnTo>
                    <a:pt x="290830" y="72390"/>
                  </a:lnTo>
                  <a:close/>
                </a:path>
                <a:path w="341629" h="363219">
                  <a:moveTo>
                    <a:pt x="293370" y="69850"/>
                  </a:moveTo>
                  <a:lnTo>
                    <a:pt x="281940" y="69850"/>
                  </a:lnTo>
                  <a:lnTo>
                    <a:pt x="271576" y="69850"/>
                  </a:lnTo>
                  <a:lnTo>
                    <a:pt x="270306" y="71120"/>
                  </a:lnTo>
                  <a:lnTo>
                    <a:pt x="280670" y="71120"/>
                  </a:lnTo>
                  <a:lnTo>
                    <a:pt x="292100" y="71120"/>
                  </a:lnTo>
                  <a:lnTo>
                    <a:pt x="293370" y="69850"/>
                  </a:lnTo>
                  <a:close/>
                </a:path>
                <a:path w="341629" h="363219">
                  <a:moveTo>
                    <a:pt x="297180" y="66040"/>
                  </a:moveTo>
                  <a:lnTo>
                    <a:pt x="285750" y="66040"/>
                  </a:lnTo>
                  <a:lnTo>
                    <a:pt x="275399" y="66040"/>
                  </a:lnTo>
                  <a:lnTo>
                    <a:pt x="272846" y="68580"/>
                  </a:lnTo>
                  <a:lnTo>
                    <a:pt x="283197" y="68580"/>
                  </a:lnTo>
                  <a:lnTo>
                    <a:pt x="294640" y="68580"/>
                  </a:lnTo>
                  <a:lnTo>
                    <a:pt x="297180" y="66040"/>
                  </a:lnTo>
                  <a:close/>
                </a:path>
                <a:path w="341629" h="363219">
                  <a:moveTo>
                    <a:pt x="299720" y="63500"/>
                  </a:moveTo>
                  <a:lnTo>
                    <a:pt x="288290" y="63500"/>
                  </a:lnTo>
                  <a:lnTo>
                    <a:pt x="277939" y="63500"/>
                  </a:lnTo>
                  <a:lnTo>
                    <a:pt x="276669" y="64770"/>
                  </a:lnTo>
                  <a:lnTo>
                    <a:pt x="287020" y="64770"/>
                  </a:lnTo>
                  <a:lnTo>
                    <a:pt x="298450" y="64770"/>
                  </a:lnTo>
                  <a:lnTo>
                    <a:pt x="299720" y="63500"/>
                  </a:lnTo>
                  <a:close/>
                </a:path>
                <a:path w="341629" h="363219">
                  <a:moveTo>
                    <a:pt x="303530" y="59690"/>
                  </a:moveTo>
                  <a:lnTo>
                    <a:pt x="292100" y="59690"/>
                  </a:lnTo>
                  <a:lnTo>
                    <a:pt x="281762" y="59690"/>
                  </a:lnTo>
                  <a:lnTo>
                    <a:pt x="279222" y="62230"/>
                  </a:lnTo>
                  <a:lnTo>
                    <a:pt x="289547" y="62230"/>
                  </a:lnTo>
                  <a:lnTo>
                    <a:pt x="300990" y="62230"/>
                  </a:lnTo>
                  <a:lnTo>
                    <a:pt x="303530" y="59690"/>
                  </a:lnTo>
                  <a:close/>
                </a:path>
                <a:path w="341629" h="363219">
                  <a:moveTo>
                    <a:pt x="306070" y="57150"/>
                  </a:moveTo>
                  <a:lnTo>
                    <a:pt x="294640" y="57150"/>
                  </a:lnTo>
                  <a:lnTo>
                    <a:pt x="284314" y="57150"/>
                  </a:lnTo>
                  <a:lnTo>
                    <a:pt x="283032" y="58420"/>
                  </a:lnTo>
                  <a:lnTo>
                    <a:pt x="293370" y="58420"/>
                  </a:lnTo>
                  <a:lnTo>
                    <a:pt x="304800" y="58420"/>
                  </a:lnTo>
                  <a:lnTo>
                    <a:pt x="306070" y="57150"/>
                  </a:lnTo>
                  <a:close/>
                </a:path>
                <a:path w="341629" h="363219">
                  <a:moveTo>
                    <a:pt x="309880" y="53340"/>
                  </a:moveTo>
                  <a:lnTo>
                    <a:pt x="298450" y="53340"/>
                  </a:lnTo>
                  <a:lnTo>
                    <a:pt x="288124" y="53340"/>
                  </a:lnTo>
                  <a:lnTo>
                    <a:pt x="285584" y="55880"/>
                  </a:lnTo>
                  <a:lnTo>
                    <a:pt x="295897" y="55880"/>
                  </a:lnTo>
                  <a:lnTo>
                    <a:pt x="307340" y="55880"/>
                  </a:lnTo>
                  <a:lnTo>
                    <a:pt x="309880" y="53340"/>
                  </a:lnTo>
                  <a:close/>
                </a:path>
                <a:path w="341629" h="363219">
                  <a:moveTo>
                    <a:pt x="312420" y="50800"/>
                  </a:moveTo>
                  <a:lnTo>
                    <a:pt x="300990" y="50800"/>
                  </a:lnTo>
                  <a:lnTo>
                    <a:pt x="290677" y="50800"/>
                  </a:lnTo>
                  <a:lnTo>
                    <a:pt x="289407" y="52070"/>
                  </a:lnTo>
                  <a:lnTo>
                    <a:pt x="299707" y="52070"/>
                  </a:lnTo>
                  <a:lnTo>
                    <a:pt x="311150" y="52070"/>
                  </a:lnTo>
                  <a:lnTo>
                    <a:pt x="312420" y="50800"/>
                  </a:lnTo>
                  <a:close/>
                </a:path>
                <a:path w="341629" h="363219">
                  <a:moveTo>
                    <a:pt x="316230" y="46990"/>
                  </a:moveTo>
                  <a:lnTo>
                    <a:pt x="304800" y="46990"/>
                  </a:lnTo>
                  <a:lnTo>
                    <a:pt x="294500" y="46990"/>
                  </a:lnTo>
                  <a:lnTo>
                    <a:pt x="291947" y="49530"/>
                  </a:lnTo>
                  <a:lnTo>
                    <a:pt x="302247" y="49530"/>
                  </a:lnTo>
                  <a:lnTo>
                    <a:pt x="313690" y="49530"/>
                  </a:lnTo>
                  <a:lnTo>
                    <a:pt x="316230" y="46990"/>
                  </a:lnTo>
                  <a:close/>
                </a:path>
                <a:path w="341629" h="363219">
                  <a:moveTo>
                    <a:pt x="318770" y="44450"/>
                  </a:moveTo>
                  <a:lnTo>
                    <a:pt x="307340" y="44450"/>
                  </a:lnTo>
                  <a:lnTo>
                    <a:pt x="297040" y="44450"/>
                  </a:lnTo>
                  <a:lnTo>
                    <a:pt x="295770" y="45720"/>
                  </a:lnTo>
                  <a:lnTo>
                    <a:pt x="306070" y="45720"/>
                  </a:lnTo>
                  <a:lnTo>
                    <a:pt x="317500" y="45720"/>
                  </a:lnTo>
                  <a:lnTo>
                    <a:pt x="318770" y="44450"/>
                  </a:lnTo>
                  <a:close/>
                </a:path>
                <a:path w="341629" h="363219">
                  <a:moveTo>
                    <a:pt x="322580" y="40640"/>
                  </a:moveTo>
                  <a:lnTo>
                    <a:pt x="311150" y="40640"/>
                  </a:lnTo>
                  <a:lnTo>
                    <a:pt x="300863" y="40640"/>
                  </a:lnTo>
                  <a:lnTo>
                    <a:pt x="298310" y="43180"/>
                  </a:lnTo>
                  <a:lnTo>
                    <a:pt x="308597" y="43180"/>
                  </a:lnTo>
                  <a:lnTo>
                    <a:pt x="320040" y="43180"/>
                  </a:lnTo>
                  <a:lnTo>
                    <a:pt x="322580" y="40640"/>
                  </a:lnTo>
                  <a:close/>
                </a:path>
                <a:path w="341629" h="363219">
                  <a:moveTo>
                    <a:pt x="325120" y="38100"/>
                  </a:moveTo>
                  <a:lnTo>
                    <a:pt x="313690" y="38100"/>
                  </a:lnTo>
                  <a:lnTo>
                    <a:pt x="303403" y="38100"/>
                  </a:lnTo>
                  <a:lnTo>
                    <a:pt x="302133" y="39370"/>
                  </a:lnTo>
                  <a:lnTo>
                    <a:pt x="312407" y="39370"/>
                  </a:lnTo>
                  <a:lnTo>
                    <a:pt x="323850" y="39370"/>
                  </a:lnTo>
                  <a:lnTo>
                    <a:pt x="325120" y="38100"/>
                  </a:lnTo>
                  <a:close/>
                </a:path>
                <a:path w="341629" h="363219">
                  <a:moveTo>
                    <a:pt x="328930" y="34290"/>
                  </a:moveTo>
                  <a:lnTo>
                    <a:pt x="317500" y="34290"/>
                  </a:lnTo>
                  <a:lnTo>
                    <a:pt x="307225" y="34290"/>
                  </a:lnTo>
                  <a:lnTo>
                    <a:pt x="304685" y="36830"/>
                  </a:lnTo>
                  <a:lnTo>
                    <a:pt x="314947" y="36830"/>
                  </a:lnTo>
                  <a:lnTo>
                    <a:pt x="326390" y="36830"/>
                  </a:lnTo>
                  <a:lnTo>
                    <a:pt x="328930" y="34290"/>
                  </a:lnTo>
                  <a:close/>
                </a:path>
                <a:path w="341629" h="363219">
                  <a:moveTo>
                    <a:pt x="331470" y="31750"/>
                  </a:moveTo>
                  <a:lnTo>
                    <a:pt x="320040" y="31750"/>
                  </a:lnTo>
                  <a:lnTo>
                    <a:pt x="309778" y="31750"/>
                  </a:lnTo>
                  <a:lnTo>
                    <a:pt x="308495" y="33020"/>
                  </a:lnTo>
                  <a:lnTo>
                    <a:pt x="318770" y="33020"/>
                  </a:lnTo>
                  <a:lnTo>
                    <a:pt x="330200" y="33020"/>
                  </a:lnTo>
                  <a:lnTo>
                    <a:pt x="331470" y="31750"/>
                  </a:lnTo>
                  <a:close/>
                </a:path>
                <a:path w="341629" h="363219">
                  <a:moveTo>
                    <a:pt x="335280" y="27940"/>
                  </a:moveTo>
                  <a:lnTo>
                    <a:pt x="323850" y="27940"/>
                  </a:lnTo>
                  <a:lnTo>
                    <a:pt x="313588" y="27940"/>
                  </a:lnTo>
                  <a:lnTo>
                    <a:pt x="311048" y="30480"/>
                  </a:lnTo>
                  <a:lnTo>
                    <a:pt x="321297" y="30480"/>
                  </a:lnTo>
                  <a:lnTo>
                    <a:pt x="332740" y="30480"/>
                  </a:lnTo>
                  <a:lnTo>
                    <a:pt x="335280" y="27940"/>
                  </a:lnTo>
                  <a:close/>
                </a:path>
                <a:path w="341629" h="363219">
                  <a:moveTo>
                    <a:pt x="337820" y="25400"/>
                  </a:moveTo>
                  <a:lnTo>
                    <a:pt x="326390" y="25400"/>
                  </a:lnTo>
                  <a:lnTo>
                    <a:pt x="316141" y="25400"/>
                  </a:lnTo>
                  <a:lnTo>
                    <a:pt x="314871" y="26670"/>
                  </a:lnTo>
                  <a:lnTo>
                    <a:pt x="325120" y="26670"/>
                  </a:lnTo>
                  <a:lnTo>
                    <a:pt x="336550" y="26670"/>
                  </a:lnTo>
                  <a:lnTo>
                    <a:pt x="337820" y="25400"/>
                  </a:lnTo>
                  <a:close/>
                </a:path>
                <a:path w="341629" h="363219">
                  <a:moveTo>
                    <a:pt x="341617" y="6350"/>
                  </a:moveTo>
                  <a:lnTo>
                    <a:pt x="335241" y="6350"/>
                  </a:lnTo>
                  <a:lnTo>
                    <a:pt x="333959" y="7620"/>
                  </a:lnTo>
                  <a:lnTo>
                    <a:pt x="341617" y="7620"/>
                  </a:lnTo>
                  <a:lnTo>
                    <a:pt x="341617" y="6350"/>
                  </a:lnTo>
                  <a:close/>
                </a:path>
                <a:path w="341629" h="363219">
                  <a:moveTo>
                    <a:pt x="341617" y="0"/>
                  </a:moveTo>
                  <a:lnTo>
                    <a:pt x="340334" y="1270"/>
                  </a:lnTo>
                  <a:lnTo>
                    <a:pt x="341617" y="1270"/>
                  </a:lnTo>
                  <a:lnTo>
                    <a:pt x="341617" y="0"/>
                  </a:lnTo>
                  <a:close/>
                </a:path>
                <a:path w="341629" h="363219">
                  <a:moveTo>
                    <a:pt x="341630" y="21590"/>
                  </a:moveTo>
                  <a:lnTo>
                    <a:pt x="330200" y="21590"/>
                  </a:lnTo>
                  <a:lnTo>
                    <a:pt x="319963" y="21590"/>
                  </a:lnTo>
                  <a:lnTo>
                    <a:pt x="317411" y="24130"/>
                  </a:lnTo>
                  <a:lnTo>
                    <a:pt x="327647" y="24130"/>
                  </a:lnTo>
                  <a:lnTo>
                    <a:pt x="339090" y="24130"/>
                  </a:lnTo>
                  <a:lnTo>
                    <a:pt x="341630" y="21590"/>
                  </a:lnTo>
                  <a:close/>
                </a:path>
                <a:path w="341629" h="363219">
                  <a:moveTo>
                    <a:pt x="341630" y="19050"/>
                  </a:moveTo>
                  <a:lnTo>
                    <a:pt x="332740" y="19050"/>
                  </a:lnTo>
                  <a:lnTo>
                    <a:pt x="322503" y="19050"/>
                  </a:lnTo>
                  <a:lnTo>
                    <a:pt x="321233" y="20320"/>
                  </a:lnTo>
                  <a:lnTo>
                    <a:pt x="331470" y="20320"/>
                  </a:lnTo>
                  <a:lnTo>
                    <a:pt x="341630" y="20320"/>
                  </a:lnTo>
                  <a:lnTo>
                    <a:pt x="341630" y="19050"/>
                  </a:lnTo>
                  <a:close/>
                </a:path>
                <a:path w="341629" h="363219">
                  <a:moveTo>
                    <a:pt x="341630" y="15240"/>
                  </a:moveTo>
                  <a:lnTo>
                    <a:pt x="336550" y="15240"/>
                  </a:lnTo>
                  <a:lnTo>
                    <a:pt x="326326" y="15240"/>
                  </a:lnTo>
                  <a:lnTo>
                    <a:pt x="323773" y="17780"/>
                  </a:lnTo>
                  <a:lnTo>
                    <a:pt x="333997" y="17780"/>
                  </a:lnTo>
                  <a:lnTo>
                    <a:pt x="341617" y="17780"/>
                  </a:lnTo>
                  <a:lnTo>
                    <a:pt x="341630" y="15240"/>
                  </a:lnTo>
                  <a:close/>
                </a:path>
                <a:path w="341629" h="363219">
                  <a:moveTo>
                    <a:pt x="341630" y="12700"/>
                  </a:moveTo>
                  <a:lnTo>
                    <a:pt x="339090" y="12700"/>
                  </a:lnTo>
                  <a:lnTo>
                    <a:pt x="328866" y="12700"/>
                  </a:lnTo>
                  <a:lnTo>
                    <a:pt x="327596" y="13970"/>
                  </a:lnTo>
                  <a:lnTo>
                    <a:pt x="337820" y="13970"/>
                  </a:lnTo>
                  <a:lnTo>
                    <a:pt x="341630" y="13970"/>
                  </a:lnTo>
                  <a:lnTo>
                    <a:pt x="341630" y="12700"/>
                  </a:lnTo>
                  <a:close/>
                </a:path>
                <a:path w="341629" h="363219">
                  <a:moveTo>
                    <a:pt x="341630" y="8890"/>
                  </a:moveTo>
                  <a:lnTo>
                    <a:pt x="332689" y="8890"/>
                  </a:lnTo>
                  <a:lnTo>
                    <a:pt x="330149" y="11430"/>
                  </a:lnTo>
                  <a:lnTo>
                    <a:pt x="340347" y="11430"/>
                  </a:lnTo>
                  <a:lnTo>
                    <a:pt x="341617" y="11430"/>
                  </a:lnTo>
                  <a:lnTo>
                    <a:pt x="341630" y="10160"/>
                  </a:lnTo>
                  <a:lnTo>
                    <a:pt x="341630" y="8890"/>
                  </a:lnTo>
                  <a:close/>
                </a:path>
                <a:path w="341629" h="363219">
                  <a:moveTo>
                    <a:pt x="341630" y="5080"/>
                  </a:moveTo>
                  <a:lnTo>
                    <a:pt x="341617" y="2540"/>
                  </a:lnTo>
                  <a:lnTo>
                    <a:pt x="339051" y="2540"/>
                  </a:lnTo>
                  <a:lnTo>
                    <a:pt x="336511" y="5080"/>
                  </a:lnTo>
                  <a:lnTo>
                    <a:pt x="341630" y="5080"/>
                  </a:lnTo>
                  <a:close/>
                </a:path>
              </a:pathLst>
            </a:custGeom>
            <a:solidFill>
              <a:srgbClr val="CCBC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6" name="object 3546"/>
            <p:cNvSpPr/>
            <p:nvPr/>
          </p:nvSpPr>
          <p:spPr>
            <a:xfrm>
              <a:off x="7065010" y="2824480"/>
              <a:ext cx="341630" cy="351790"/>
            </a:xfrm>
            <a:custGeom>
              <a:avLst/>
              <a:gdLst/>
              <a:ahLst/>
              <a:cxnLst/>
              <a:rect l="l" t="t" r="r" b="b"/>
              <a:pathLst>
                <a:path w="341629" h="351789">
                  <a:moveTo>
                    <a:pt x="199390" y="152400"/>
                  </a:moveTo>
                  <a:lnTo>
                    <a:pt x="189230" y="152400"/>
                  </a:lnTo>
                  <a:lnTo>
                    <a:pt x="0" y="341630"/>
                  </a:lnTo>
                  <a:lnTo>
                    <a:pt x="0" y="351790"/>
                  </a:lnTo>
                  <a:lnTo>
                    <a:pt x="199390" y="152400"/>
                  </a:lnTo>
                  <a:close/>
                </a:path>
                <a:path w="341629" h="351789">
                  <a:moveTo>
                    <a:pt x="201930" y="149860"/>
                  </a:moveTo>
                  <a:lnTo>
                    <a:pt x="191770" y="149860"/>
                  </a:lnTo>
                  <a:lnTo>
                    <a:pt x="190500" y="151130"/>
                  </a:lnTo>
                  <a:lnTo>
                    <a:pt x="200660" y="151130"/>
                  </a:lnTo>
                  <a:lnTo>
                    <a:pt x="201930" y="149860"/>
                  </a:lnTo>
                  <a:close/>
                </a:path>
                <a:path w="341629" h="351789">
                  <a:moveTo>
                    <a:pt x="205740" y="146050"/>
                  </a:moveTo>
                  <a:lnTo>
                    <a:pt x="195580" y="146050"/>
                  </a:lnTo>
                  <a:lnTo>
                    <a:pt x="193040" y="148590"/>
                  </a:lnTo>
                  <a:lnTo>
                    <a:pt x="203200" y="148590"/>
                  </a:lnTo>
                  <a:lnTo>
                    <a:pt x="205740" y="146050"/>
                  </a:lnTo>
                  <a:close/>
                </a:path>
                <a:path w="341629" h="351789">
                  <a:moveTo>
                    <a:pt x="208280" y="143510"/>
                  </a:moveTo>
                  <a:lnTo>
                    <a:pt x="198120" y="143510"/>
                  </a:lnTo>
                  <a:lnTo>
                    <a:pt x="196850" y="144780"/>
                  </a:lnTo>
                  <a:lnTo>
                    <a:pt x="207010" y="144780"/>
                  </a:lnTo>
                  <a:lnTo>
                    <a:pt x="208280" y="143510"/>
                  </a:lnTo>
                  <a:close/>
                </a:path>
                <a:path w="341629" h="351789">
                  <a:moveTo>
                    <a:pt x="212090" y="139700"/>
                  </a:moveTo>
                  <a:lnTo>
                    <a:pt x="201930" y="139700"/>
                  </a:lnTo>
                  <a:lnTo>
                    <a:pt x="199390" y="142240"/>
                  </a:lnTo>
                  <a:lnTo>
                    <a:pt x="209550" y="142240"/>
                  </a:lnTo>
                  <a:lnTo>
                    <a:pt x="212090" y="139700"/>
                  </a:lnTo>
                  <a:close/>
                </a:path>
                <a:path w="341629" h="351789">
                  <a:moveTo>
                    <a:pt x="214630" y="137160"/>
                  </a:moveTo>
                  <a:lnTo>
                    <a:pt x="204470" y="137160"/>
                  </a:lnTo>
                  <a:lnTo>
                    <a:pt x="203200" y="138430"/>
                  </a:lnTo>
                  <a:lnTo>
                    <a:pt x="213360" y="138430"/>
                  </a:lnTo>
                  <a:lnTo>
                    <a:pt x="214630" y="137160"/>
                  </a:lnTo>
                  <a:close/>
                </a:path>
                <a:path w="341629" h="351789">
                  <a:moveTo>
                    <a:pt x="218440" y="133350"/>
                  </a:moveTo>
                  <a:lnTo>
                    <a:pt x="208280" y="133350"/>
                  </a:lnTo>
                  <a:lnTo>
                    <a:pt x="205740" y="135890"/>
                  </a:lnTo>
                  <a:lnTo>
                    <a:pt x="215900" y="135890"/>
                  </a:lnTo>
                  <a:lnTo>
                    <a:pt x="218440" y="133350"/>
                  </a:lnTo>
                  <a:close/>
                </a:path>
                <a:path w="341629" h="351789">
                  <a:moveTo>
                    <a:pt x="220980" y="130810"/>
                  </a:moveTo>
                  <a:lnTo>
                    <a:pt x="210820" y="130810"/>
                  </a:lnTo>
                  <a:lnTo>
                    <a:pt x="209550" y="132080"/>
                  </a:lnTo>
                  <a:lnTo>
                    <a:pt x="219710" y="132080"/>
                  </a:lnTo>
                  <a:lnTo>
                    <a:pt x="220980" y="130810"/>
                  </a:lnTo>
                  <a:close/>
                </a:path>
                <a:path w="341629" h="351789">
                  <a:moveTo>
                    <a:pt x="224790" y="127000"/>
                  </a:moveTo>
                  <a:lnTo>
                    <a:pt x="214630" y="127000"/>
                  </a:lnTo>
                  <a:lnTo>
                    <a:pt x="212090" y="129540"/>
                  </a:lnTo>
                  <a:lnTo>
                    <a:pt x="222250" y="129540"/>
                  </a:lnTo>
                  <a:lnTo>
                    <a:pt x="224790" y="127000"/>
                  </a:lnTo>
                  <a:close/>
                </a:path>
                <a:path w="341629" h="351789">
                  <a:moveTo>
                    <a:pt x="227330" y="124460"/>
                  </a:moveTo>
                  <a:lnTo>
                    <a:pt x="217170" y="124460"/>
                  </a:lnTo>
                  <a:lnTo>
                    <a:pt x="215900" y="125730"/>
                  </a:lnTo>
                  <a:lnTo>
                    <a:pt x="226060" y="125730"/>
                  </a:lnTo>
                  <a:lnTo>
                    <a:pt x="227330" y="124460"/>
                  </a:lnTo>
                  <a:close/>
                </a:path>
                <a:path w="341629" h="351789">
                  <a:moveTo>
                    <a:pt x="231140" y="120650"/>
                  </a:moveTo>
                  <a:lnTo>
                    <a:pt x="220980" y="120650"/>
                  </a:lnTo>
                  <a:lnTo>
                    <a:pt x="218440" y="123190"/>
                  </a:lnTo>
                  <a:lnTo>
                    <a:pt x="228600" y="123190"/>
                  </a:lnTo>
                  <a:lnTo>
                    <a:pt x="231140" y="120650"/>
                  </a:lnTo>
                  <a:close/>
                </a:path>
                <a:path w="341629" h="351789">
                  <a:moveTo>
                    <a:pt x="233680" y="118110"/>
                  </a:moveTo>
                  <a:lnTo>
                    <a:pt x="223520" y="118110"/>
                  </a:lnTo>
                  <a:lnTo>
                    <a:pt x="222250" y="119380"/>
                  </a:lnTo>
                  <a:lnTo>
                    <a:pt x="232410" y="119380"/>
                  </a:lnTo>
                  <a:lnTo>
                    <a:pt x="233680" y="118110"/>
                  </a:lnTo>
                  <a:close/>
                </a:path>
                <a:path w="341629" h="351789">
                  <a:moveTo>
                    <a:pt x="237490" y="114300"/>
                  </a:moveTo>
                  <a:lnTo>
                    <a:pt x="227330" y="114300"/>
                  </a:lnTo>
                  <a:lnTo>
                    <a:pt x="224790" y="116840"/>
                  </a:lnTo>
                  <a:lnTo>
                    <a:pt x="234950" y="116840"/>
                  </a:lnTo>
                  <a:lnTo>
                    <a:pt x="237490" y="114300"/>
                  </a:lnTo>
                  <a:close/>
                </a:path>
                <a:path w="341629" h="351789">
                  <a:moveTo>
                    <a:pt x="240030" y="111760"/>
                  </a:moveTo>
                  <a:lnTo>
                    <a:pt x="229870" y="111760"/>
                  </a:lnTo>
                  <a:lnTo>
                    <a:pt x="228600" y="113030"/>
                  </a:lnTo>
                  <a:lnTo>
                    <a:pt x="238760" y="113030"/>
                  </a:lnTo>
                  <a:lnTo>
                    <a:pt x="240030" y="111760"/>
                  </a:lnTo>
                  <a:close/>
                </a:path>
                <a:path w="341629" h="351789">
                  <a:moveTo>
                    <a:pt x="243840" y="107950"/>
                  </a:moveTo>
                  <a:lnTo>
                    <a:pt x="233680" y="107950"/>
                  </a:lnTo>
                  <a:lnTo>
                    <a:pt x="231140" y="110490"/>
                  </a:lnTo>
                  <a:lnTo>
                    <a:pt x="241300" y="110490"/>
                  </a:lnTo>
                  <a:lnTo>
                    <a:pt x="243840" y="107950"/>
                  </a:lnTo>
                  <a:close/>
                </a:path>
                <a:path w="341629" h="351789">
                  <a:moveTo>
                    <a:pt x="246380" y="105410"/>
                  </a:moveTo>
                  <a:lnTo>
                    <a:pt x="236220" y="105410"/>
                  </a:lnTo>
                  <a:lnTo>
                    <a:pt x="234950" y="106680"/>
                  </a:lnTo>
                  <a:lnTo>
                    <a:pt x="245110" y="106680"/>
                  </a:lnTo>
                  <a:lnTo>
                    <a:pt x="246380" y="105410"/>
                  </a:lnTo>
                  <a:close/>
                </a:path>
                <a:path w="341629" h="351789">
                  <a:moveTo>
                    <a:pt x="250190" y="101600"/>
                  </a:moveTo>
                  <a:lnTo>
                    <a:pt x="240030" y="101600"/>
                  </a:lnTo>
                  <a:lnTo>
                    <a:pt x="237490" y="104140"/>
                  </a:lnTo>
                  <a:lnTo>
                    <a:pt x="247650" y="104140"/>
                  </a:lnTo>
                  <a:lnTo>
                    <a:pt x="250190" y="101600"/>
                  </a:lnTo>
                  <a:close/>
                </a:path>
                <a:path w="341629" h="351789">
                  <a:moveTo>
                    <a:pt x="252730" y="99060"/>
                  </a:moveTo>
                  <a:lnTo>
                    <a:pt x="242570" y="99060"/>
                  </a:lnTo>
                  <a:lnTo>
                    <a:pt x="241300" y="100330"/>
                  </a:lnTo>
                  <a:lnTo>
                    <a:pt x="251460" y="100330"/>
                  </a:lnTo>
                  <a:lnTo>
                    <a:pt x="252730" y="99060"/>
                  </a:lnTo>
                  <a:close/>
                </a:path>
                <a:path w="341629" h="351789">
                  <a:moveTo>
                    <a:pt x="256540" y="95250"/>
                  </a:moveTo>
                  <a:lnTo>
                    <a:pt x="246380" y="95250"/>
                  </a:lnTo>
                  <a:lnTo>
                    <a:pt x="243840" y="97790"/>
                  </a:lnTo>
                  <a:lnTo>
                    <a:pt x="254000" y="97790"/>
                  </a:lnTo>
                  <a:lnTo>
                    <a:pt x="256540" y="95250"/>
                  </a:lnTo>
                  <a:close/>
                </a:path>
                <a:path w="341629" h="351789">
                  <a:moveTo>
                    <a:pt x="259080" y="92710"/>
                  </a:moveTo>
                  <a:lnTo>
                    <a:pt x="248920" y="92710"/>
                  </a:lnTo>
                  <a:lnTo>
                    <a:pt x="247650" y="93980"/>
                  </a:lnTo>
                  <a:lnTo>
                    <a:pt x="257810" y="93980"/>
                  </a:lnTo>
                  <a:lnTo>
                    <a:pt x="259080" y="92710"/>
                  </a:lnTo>
                  <a:close/>
                </a:path>
                <a:path w="341629" h="351789">
                  <a:moveTo>
                    <a:pt x="262890" y="88900"/>
                  </a:moveTo>
                  <a:lnTo>
                    <a:pt x="252730" y="88900"/>
                  </a:lnTo>
                  <a:lnTo>
                    <a:pt x="250190" y="91440"/>
                  </a:lnTo>
                  <a:lnTo>
                    <a:pt x="260350" y="91440"/>
                  </a:lnTo>
                  <a:lnTo>
                    <a:pt x="262890" y="88900"/>
                  </a:lnTo>
                  <a:close/>
                </a:path>
                <a:path w="341629" h="351789">
                  <a:moveTo>
                    <a:pt x="265430" y="86360"/>
                  </a:moveTo>
                  <a:lnTo>
                    <a:pt x="255270" y="86360"/>
                  </a:lnTo>
                  <a:lnTo>
                    <a:pt x="254000" y="87630"/>
                  </a:lnTo>
                  <a:lnTo>
                    <a:pt x="264160" y="87630"/>
                  </a:lnTo>
                  <a:lnTo>
                    <a:pt x="265430" y="86360"/>
                  </a:lnTo>
                  <a:close/>
                </a:path>
                <a:path w="341629" h="351789">
                  <a:moveTo>
                    <a:pt x="269240" y="82550"/>
                  </a:moveTo>
                  <a:lnTo>
                    <a:pt x="259080" y="82550"/>
                  </a:lnTo>
                  <a:lnTo>
                    <a:pt x="256540" y="85090"/>
                  </a:lnTo>
                  <a:lnTo>
                    <a:pt x="266700" y="85090"/>
                  </a:lnTo>
                  <a:lnTo>
                    <a:pt x="269240" y="82550"/>
                  </a:lnTo>
                  <a:close/>
                </a:path>
                <a:path w="341629" h="351789">
                  <a:moveTo>
                    <a:pt x="271780" y="80010"/>
                  </a:moveTo>
                  <a:lnTo>
                    <a:pt x="261620" y="80010"/>
                  </a:lnTo>
                  <a:lnTo>
                    <a:pt x="260350" y="81280"/>
                  </a:lnTo>
                  <a:lnTo>
                    <a:pt x="270510" y="81280"/>
                  </a:lnTo>
                  <a:lnTo>
                    <a:pt x="271780" y="80010"/>
                  </a:lnTo>
                  <a:close/>
                </a:path>
                <a:path w="341629" h="351789">
                  <a:moveTo>
                    <a:pt x="275590" y="76200"/>
                  </a:moveTo>
                  <a:lnTo>
                    <a:pt x="265430" y="76200"/>
                  </a:lnTo>
                  <a:lnTo>
                    <a:pt x="262890" y="78740"/>
                  </a:lnTo>
                  <a:lnTo>
                    <a:pt x="273050" y="78740"/>
                  </a:lnTo>
                  <a:lnTo>
                    <a:pt x="275590" y="76200"/>
                  </a:lnTo>
                  <a:close/>
                </a:path>
                <a:path w="341629" h="351789">
                  <a:moveTo>
                    <a:pt x="278130" y="73660"/>
                  </a:moveTo>
                  <a:lnTo>
                    <a:pt x="267970" y="73660"/>
                  </a:lnTo>
                  <a:lnTo>
                    <a:pt x="266700" y="74930"/>
                  </a:lnTo>
                  <a:lnTo>
                    <a:pt x="276860" y="74930"/>
                  </a:lnTo>
                  <a:lnTo>
                    <a:pt x="278130" y="73660"/>
                  </a:lnTo>
                  <a:close/>
                </a:path>
                <a:path w="341629" h="351789">
                  <a:moveTo>
                    <a:pt x="281940" y="69850"/>
                  </a:moveTo>
                  <a:lnTo>
                    <a:pt x="271780" y="69850"/>
                  </a:lnTo>
                  <a:lnTo>
                    <a:pt x="269240" y="72390"/>
                  </a:lnTo>
                  <a:lnTo>
                    <a:pt x="279400" y="72390"/>
                  </a:lnTo>
                  <a:lnTo>
                    <a:pt x="281940" y="69850"/>
                  </a:lnTo>
                  <a:close/>
                </a:path>
                <a:path w="341629" h="351789">
                  <a:moveTo>
                    <a:pt x="284480" y="67310"/>
                  </a:moveTo>
                  <a:lnTo>
                    <a:pt x="274320" y="67310"/>
                  </a:lnTo>
                  <a:lnTo>
                    <a:pt x="273050" y="68580"/>
                  </a:lnTo>
                  <a:lnTo>
                    <a:pt x="283210" y="68580"/>
                  </a:lnTo>
                  <a:lnTo>
                    <a:pt x="284480" y="67310"/>
                  </a:lnTo>
                  <a:close/>
                </a:path>
                <a:path w="341629" h="351789">
                  <a:moveTo>
                    <a:pt x="288290" y="63500"/>
                  </a:moveTo>
                  <a:lnTo>
                    <a:pt x="278130" y="63500"/>
                  </a:lnTo>
                  <a:lnTo>
                    <a:pt x="275590" y="66040"/>
                  </a:lnTo>
                  <a:lnTo>
                    <a:pt x="285750" y="66040"/>
                  </a:lnTo>
                  <a:lnTo>
                    <a:pt x="288290" y="63500"/>
                  </a:lnTo>
                  <a:close/>
                </a:path>
                <a:path w="341629" h="351789">
                  <a:moveTo>
                    <a:pt x="290830" y="60960"/>
                  </a:moveTo>
                  <a:lnTo>
                    <a:pt x="280670" y="60960"/>
                  </a:lnTo>
                  <a:lnTo>
                    <a:pt x="279400" y="62230"/>
                  </a:lnTo>
                  <a:lnTo>
                    <a:pt x="289560" y="62230"/>
                  </a:lnTo>
                  <a:lnTo>
                    <a:pt x="290830" y="60960"/>
                  </a:lnTo>
                  <a:close/>
                </a:path>
                <a:path w="341629" h="351789">
                  <a:moveTo>
                    <a:pt x="294640" y="57150"/>
                  </a:moveTo>
                  <a:lnTo>
                    <a:pt x="284480" y="57150"/>
                  </a:lnTo>
                  <a:lnTo>
                    <a:pt x="281940" y="59690"/>
                  </a:lnTo>
                  <a:lnTo>
                    <a:pt x="292100" y="59690"/>
                  </a:lnTo>
                  <a:lnTo>
                    <a:pt x="294640" y="57150"/>
                  </a:lnTo>
                  <a:close/>
                </a:path>
                <a:path w="341629" h="351789">
                  <a:moveTo>
                    <a:pt x="297180" y="54610"/>
                  </a:moveTo>
                  <a:lnTo>
                    <a:pt x="287020" y="54610"/>
                  </a:lnTo>
                  <a:lnTo>
                    <a:pt x="285750" y="55880"/>
                  </a:lnTo>
                  <a:lnTo>
                    <a:pt x="295910" y="55880"/>
                  </a:lnTo>
                  <a:lnTo>
                    <a:pt x="297180" y="54610"/>
                  </a:lnTo>
                  <a:close/>
                </a:path>
                <a:path w="341629" h="351789">
                  <a:moveTo>
                    <a:pt x="300990" y="50800"/>
                  </a:moveTo>
                  <a:lnTo>
                    <a:pt x="290830" y="50800"/>
                  </a:lnTo>
                  <a:lnTo>
                    <a:pt x="288290" y="53340"/>
                  </a:lnTo>
                  <a:lnTo>
                    <a:pt x="298450" y="53340"/>
                  </a:lnTo>
                  <a:lnTo>
                    <a:pt x="300990" y="50800"/>
                  </a:lnTo>
                  <a:close/>
                </a:path>
                <a:path w="341629" h="351789">
                  <a:moveTo>
                    <a:pt x="303530" y="48260"/>
                  </a:moveTo>
                  <a:lnTo>
                    <a:pt x="293370" y="48260"/>
                  </a:lnTo>
                  <a:lnTo>
                    <a:pt x="292100" y="49530"/>
                  </a:lnTo>
                  <a:lnTo>
                    <a:pt x="302260" y="49530"/>
                  </a:lnTo>
                  <a:lnTo>
                    <a:pt x="303530" y="48260"/>
                  </a:lnTo>
                  <a:close/>
                </a:path>
                <a:path w="341629" h="351789">
                  <a:moveTo>
                    <a:pt x="307340" y="44450"/>
                  </a:moveTo>
                  <a:lnTo>
                    <a:pt x="297180" y="44450"/>
                  </a:lnTo>
                  <a:lnTo>
                    <a:pt x="294640" y="46990"/>
                  </a:lnTo>
                  <a:lnTo>
                    <a:pt x="304800" y="46990"/>
                  </a:lnTo>
                  <a:lnTo>
                    <a:pt x="307340" y="44450"/>
                  </a:lnTo>
                  <a:close/>
                </a:path>
                <a:path w="341629" h="351789">
                  <a:moveTo>
                    <a:pt x="309880" y="41910"/>
                  </a:moveTo>
                  <a:lnTo>
                    <a:pt x="299720" y="41910"/>
                  </a:lnTo>
                  <a:lnTo>
                    <a:pt x="298450" y="43180"/>
                  </a:lnTo>
                  <a:lnTo>
                    <a:pt x="308610" y="43180"/>
                  </a:lnTo>
                  <a:lnTo>
                    <a:pt x="309880" y="41910"/>
                  </a:lnTo>
                  <a:close/>
                </a:path>
                <a:path w="341629" h="351789">
                  <a:moveTo>
                    <a:pt x="313690" y="38100"/>
                  </a:moveTo>
                  <a:lnTo>
                    <a:pt x="303530" y="38100"/>
                  </a:lnTo>
                  <a:lnTo>
                    <a:pt x="300990" y="40640"/>
                  </a:lnTo>
                  <a:lnTo>
                    <a:pt x="311150" y="40640"/>
                  </a:lnTo>
                  <a:lnTo>
                    <a:pt x="313690" y="38100"/>
                  </a:lnTo>
                  <a:close/>
                </a:path>
                <a:path w="341629" h="351789">
                  <a:moveTo>
                    <a:pt x="316230" y="35560"/>
                  </a:moveTo>
                  <a:lnTo>
                    <a:pt x="306070" y="35560"/>
                  </a:lnTo>
                  <a:lnTo>
                    <a:pt x="304800" y="36830"/>
                  </a:lnTo>
                  <a:lnTo>
                    <a:pt x="314960" y="36830"/>
                  </a:lnTo>
                  <a:lnTo>
                    <a:pt x="316230" y="35560"/>
                  </a:lnTo>
                  <a:close/>
                </a:path>
                <a:path w="341629" h="351789">
                  <a:moveTo>
                    <a:pt x="320040" y="31750"/>
                  </a:moveTo>
                  <a:lnTo>
                    <a:pt x="309880" y="31750"/>
                  </a:lnTo>
                  <a:lnTo>
                    <a:pt x="307340" y="34290"/>
                  </a:lnTo>
                  <a:lnTo>
                    <a:pt x="317500" y="34290"/>
                  </a:lnTo>
                  <a:lnTo>
                    <a:pt x="320040" y="31750"/>
                  </a:lnTo>
                  <a:close/>
                </a:path>
                <a:path w="341629" h="351789">
                  <a:moveTo>
                    <a:pt x="322580" y="29210"/>
                  </a:moveTo>
                  <a:lnTo>
                    <a:pt x="312420" y="29210"/>
                  </a:lnTo>
                  <a:lnTo>
                    <a:pt x="311150" y="30480"/>
                  </a:lnTo>
                  <a:lnTo>
                    <a:pt x="321310" y="30480"/>
                  </a:lnTo>
                  <a:lnTo>
                    <a:pt x="322580" y="29210"/>
                  </a:lnTo>
                  <a:close/>
                </a:path>
                <a:path w="341629" h="351789">
                  <a:moveTo>
                    <a:pt x="326390" y="25400"/>
                  </a:moveTo>
                  <a:lnTo>
                    <a:pt x="316230" y="25400"/>
                  </a:lnTo>
                  <a:lnTo>
                    <a:pt x="313690" y="27940"/>
                  </a:lnTo>
                  <a:lnTo>
                    <a:pt x="323850" y="27940"/>
                  </a:lnTo>
                  <a:lnTo>
                    <a:pt x="326390" y="25400"/>
                  </a:lnTo>
                  <a:close/>
                </a:path>
                <a:path w="341629" h="351789">
                  <a:moveTo>
                    <a:pt x="328930" y="22860"/>
                  </a:moveTo>
                  <a:lnTo>
                    <a:pt x="318770" y="22860"/>
                  </a:lnTo>
                  <a:lnTo>
                    <a:pt x="317500" y="24130"/>
                  </a:lnTo>
                  <a:lnTo>
                    <a:pt x="327660" y="24130"/>
                  </a:lnTo>
                  <a:lnTo>
                    <a:pt x="328930" y="22860"/>
                  </a:lnTo>
                  <a:close/>
                </a:path>
                <a:path w="341629" h="351789">
                  <a:moveTo>
                    <a:pt x="332740" y="19050"/>
                  </a:moveTo>
                  <a:lnTo>
                    <a:pt x="322580" y="19050"/>
                  </a:lnTo>
                  <a:lnTo>
                    <a:pt x="320040" y="21590"/>
                  </a:lnTo>
                  <a:lnTo>
                    <a:pt x="330200" y="21590"/>
                  </a:lnTo>
                  <a:lnTo>
                    <a:pt x="332740" y="19050"/>
                  </a:lnTo>
                  <a:close/>
                </a:path>
                <a:path w="341629" h="351789">
                  <a:moveTo>
                    <a:pt x="335280" y="16510"/>
                  </a:moveTo>
                  <a:lnTo>
                    <a:pt x="325120" y="16510"/>
                  </a:lnTo>
                  <a:lnTo>
                    <a:pt x="323850" y="17780"/>
                  </a:lnTo>
                  <a:lnTo>
                    <a:pt x="334010" y="17780"/>
                  </a:lnTo>
                  <a:lnTo>
                    <a:pt x="335280" y="16510"/>
                  </a:lnTo>
                  <a:close/>
                </a:path>
                <a:path w="341629" h="351789">
                  <a:moveTo>
                    <a:pt x="339090" y="12700"/>
                  </a:moveTo>
                  <a:lnTo>
                    <a:pt x="328930" y="12700"/>
                  </a:lnTo>
                  <a:lnTo>
                    <a:pt x="326390" y="15240"/>
                  </a:lnTo>
                  <a:lnTo>
                    <a:pt x="336550" y="15240"/>
                  </a:lnTo>
                  <a:lnTo>
                    <a:pt x="339090" y="12700"/>
                  </a:lnTo>
                  <a:close/>
                </a:path>
                <a:path w="341629" h="351789">
                  <a:moveTo>
                    <a:pt x="341630" y="10160"/>
                  </a:moveTo>
                  <a:lnTo>
                    <a:pt x="331470" y="10160"/>
                  </a:lnTo>
                  <a:lnTo>
                    <a:pt x="330200" y="11430"/>
                  </a:lnTo>
                  <a:lnTo>
                    <a:pt x="340360" y="11430"/>
                  </a:lnTo>
                  <a:lnTo>
                    <a:pt x="341630" y="10160"/>
                  </a:lnTo>
                  <a:close/>
                </a:path>
                <a:path w="341629" h="351789">
                  <a:moveTo>
                    <a:pt x="341629" y="6350"/>
                  </a:moveTo>
                  <a:lnTo>
                    <a:pt x="335280" y="6350"/>
                  </a:lnTo>
                  <a:lnTo>
                    <a:pt x="332740" y="8890"/>
                  </a:lnTo>
                  <a:lnTo>
                    <a:pt x="341630" y="8890"/>
                  </a:lnTo>
                  <a:lnTo>
                    <a:pt x="341629" y="6350"/>
                  </a:lnTo>
                  <a:close/>
                </a:path>
                <a:path w="341629" h="351789">
                  <a:moveTo>
                    <a:pt x="341630" y="3810"/>
                  </a:moveTo>
                  <a:lnTo>
                    <a:pt x="337820" y="3810"/>
                  </a:lnTo>
                  <a:lnTo>
                    <a:pt x="336550" y="5080"/>
                  </a:lnTo>
                  <a:lnTo>
                    <a:pt x="341630" y="5080"/>
                  </a:lnTo>
                  <a:lnTo>
                    <a:pt x="341630" y="3810"/>
                  </a:lnTo>
                  <a:close/>
                </a:path>
                <a:path w="341629" h="351789">
                  <a:moveTo>
                    <a:pt x="341630" y="0"/>
                  </a:moveTo>
                  <a:lnTo>
                    <a:pt x="339090" y="2540"/>
                  </a:lnTo>
                  <a:lnTo>
                    <a:pt x="341630" y="2540"/>
                  </a:lnTo>
                  <a:lnTo>
                    <a:pt x="341630" y="0"/>
                  </a:lnTo>
                  <a:close/>
                </a:path>
              </a:pathLst>
            </a:custGeom>
            <a:solidFill>
              <a:srgbClr val="CCBD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7" name="object 3547"/>
            <p:cNvSpPr/>
            <p:nvPr/>
          </p:nvSpPr>
          <p:spPr>
            <a:xfrm>
              <a:off x="7065010" y="2834640"/>
              <a:ext cx="341630" cy="352425"/>
            </a:xfrm>
            <a:custGeom>
              <a:avLst/>
              <a:gdLst/>
              <a:ahLst/>
              <a:cxnLst/>
              <a:rect l="l" t="t" r="r" b="b"/>
              <a:pathLst>
                <a:path w="341629" h="352425">
                  <a:moveTo>
                    <a:pt x="210419" y="142239"/>
                  </a:moveTo>
                  <a:lnTo>
                    <a:pt x="199390" y="142239"/>
                  </a:lnTo>
                  <a:lnTo>
                    <a:pt x="0" y="341630"/>
                  </a:lnTo>
                  <a:lnTo>
                    <a:pt x="0" y="352138"/>
                  </a:lnTo>
                  <a:lnTo>
                    <a:pt x="210419" y="142239"/>
                  </a:lnTo>
                  <a:close/>
                </a:path>
                <a:path w="341629" h="352425">
                  <a:moveTo>
                    <a:pt x="212966" y="139700"/>
                  </a:moveTo>
                  <a:lnTo>
                    <a:pt x="201930" y="139700"/>
                  </a:lnTo>
                  <a:lnTo>
                    <a:pt x="200660" y="140970"/>
                  </a:lnTo>
                  <a:lnTo>
                    <a:pt x="211692" y="140970"/>
                  </a:lnTo>
                  <a:lnTo>
                    <a:pt x="212966" y="139700"/>
                  </a:lnTo>
                  <a:close/>
                </a:path>
                <a:path w="341629" h="352425">
                  <a:moveTo>
                    <a:pt x="216785" y="135889"/>
                  </a:moveTo>
                  <a:lnTo>
                    <a:pt x="205740" y="135889"/>
                  </a:lnTo>
                  <a:lnTo>
                    <a:pt x="203200" y="138430"/>
                  </a:lnTo>
                  <a:lnTo>
                    <a:pt x="214239" y="138430"/>
                  </a:lnTo>
                  <a:lnTo>
                    <a:pt x="216785" y="135889"/>
                  </a:lnTo>
                  <a:close/>
                </a:path>
                <a:path w="341629" h="352425">
                  <a:moveTo>
                    <a:pt x="219331" y="133350"/>
                  </a:moveTo>
                  <a:lnTo>
                    <a:pt x="208280" y="133350"/>
                  </a:lnTo>
                  <a:lnTo>
                    <a:pt x="207010" y="134620"/>
                  </a:lnTo>
                  <a:lnTo>
                    <a:pt x="218058" y="134620"/>
                  </a:lnTo>
                  <a:lnTo>
                    <a:pt x="219331" y="133350"/>
                  </a:lnTo>
                  <a:close/>
                </a:path>
                <a:path w="341629" h="352425">
                  <a:moveTo>
                    <a:pt x="223151" y="129539"/>
                  </a:moveTo>
                  <a:lnTo>
                    <a:pt x="212090" y="129539"/>
                  </a:lnTo>
                  <a:lnTo>
                    <a:pt x="209550" y="132080"/>
                  </a:lnTo>
                  <a:lnTo>
                    <a:pt x="220604" y="132080"/>
                  </a:lnTo>
                  <a:lnTo>
                    <a:pt x="223151" y="129539"/>
                  </a:lnTo>
                  <a:close/>
                </a:path>
                <a:path w="341629" h="352425">
                  <a:moveTo>
                    <a:pt x="225697" y="127000"/>
                  </a:moveTo>
                  <a:lnTo>
                    <a:pt x="214630" y="127000"/>
                  </a:lnTo>
                  <a:lnTo>
                    <a:pt x="213360" y="128270"/>
                  </a:lnTo>
                  <a:lnTo>
                    <a:pt x="224424" y="128270"/>
                  </a:lnTo>
                  <a:lnTo>
                    <a:pt x="225697" y="127000"/>
                  </a:lnTo>
                  <a:close/>
                </a:path>
                <a:path w="341629" h="352425">
                  <a:moveTo>
                    <a:pt x="229517" y="123189"/>
                  </a:moveTo>
                  <a:lnTo>
                    <a:pt x="218440" y="123189"/>
                  </a:lnTo>
                  <a:lnTo>
                    <a:pt x="215900" y="125730"/>
                  </a:lnTo>
                  <a:lnTo>
                    <a:pt x="226970" y="125730"/>
                  </a:lnTo>
                  <a:lnTo>
                    <a:pt x="229517" y="123189"/>
                  </a:lnTo>
                  <a:close/>
                </a:path>
                <a:path w="341629" h="352425">
                  <a:moveTo>
                    <a:pt x="232063" y="120650"/>
                  </a:moveTo>
                  <a:lnTo>
                    <a:pt x="220980" y="120650"/>
                  </a:lnTo>
                  <a:lnTo>
                    <a:pt x="219710" y="121920"/>
                  </a:lnTo>
                  <a:lnTo>
                    <a:pt x="230790" y="121920"/>
                  </a:lnTo>
                  <a:lnTo>
                    <a:pt x="232063" y="120650"/>
                  </a:lnTo>
                  <a:close/>
                </a:path>
                <a:path w="341629" h="352425">
                  <a:moveTo>
                    <a:pt x="235882" y="116839"/>
                  </a:moveTo>
                  <a:lnTo>
                    <a:pt x="224790" y="116839"/>
                  </a:lnTo>
                  <a:lnTo>
                    <a:pt x="222250" y="119380"/>
                  </a:lnTo>
                  <a:lnTo>
                    <a:pt x="233336" y="119380"/>
                  </a:lnTo>
                  <a:lnTo>
                    <a:pt x="235882" y="116839"/>
                  </a:lnTo>
                  <a:close/>
                </a:path>
                <a:path w="341629" h="352425">
                  <a:moveTo>
                    <a:pt x="238429" y="114300"/>
                  </a:moveTo>
                  <a:lnTo>
                    <a:pt x="227330" y="114300"/>
                  </a:lnTo>
                  <a:lnTo>
                    <a:pt x="226060" y="115570"/>
                  </a:lnTo>
                  <a:lnTo>
                    <a:pt x="237155" y="115570"/>
                  </a:lnTo>
                  <a:lnTo>
                    <a:pt x="238429" y="114300"/>
                  </a:lnTo>
                  <a:close/>
                </a:path>
                <a:path w="341629" h="352425">
                  <a:moveTo>
                    <a:pt x="242248" y="110489"/>
                  </a:moveTo>
                  <a:lnTo>
                    <a:pt x="231140" y="110489"/>
                  </a:lnTo>
                  <a:lnTo>
                    <a:pt x="228600" y="113030"/>
                  </a:lnTo>
                  <a:lnTo>
                    <a:pt x="239702" y="113030"/>
                  </a:lnTo>
                  <a:lnTo>
                    <a:pt x="242248" y="110489"/>
                  </a:lnTo>
                  <a:close/>
                </a:path>
                <a:path w="341629" h="352425">
                  <a:moveTo>
                    <a:pt x="244794" y="107950"/>
                  </a:moveTo>
                  <a:lnTo>
                    <a:pt x="233680" y="107950"/>
                  </a:lnTo>
                  <a:lnTo>
                    <a:pt x="232410" y="109220"/>
                  </a:lnTo>
                  <a:lnTo>
                    <a:pt x="243521" y="109220"/>
                  </a:lnTo>
                  <a:lnTo>
                    <a:pt x="244794" y="107950"/>
                  </a:lnTo>
                  <a:close/>
                </a:path>
                <a:path w="341629" h="352425">
                  <a:moveTo>
                    <a:pt x="248614" y="104139"/>
                  </a:moveTo>
                  <a:lnTo>
                    <a:pt x="237490" y="104139"/>
                  </a:lnTo>
                  <a:lnTo>
                    <a:pt x="234950" y="106680"/>
                  </a:lnTo>
                  <a:lnTo>
                    <a:pt x="246068" y="106680"/>
                  </a:lnTo>
                  <a:lnTo>
                    <a:pt x="248614" y="104139"/>
                  </a:lnTo>
                  <a:close/>
                </a:path>
                <a:path w="341629" h="352425">
                  <a:moveTo>
                    <a:pt x="251160" y="101600"/>
                  </a:moveTo>
                  <a:lnTo>
                    <a:pt x="240030" y="101600"/>
                  </a:lnTo>
                  <a:lnTo>
                    <a:pt x="238760" y="102870"/>
                  </a:lnTo>
                  <a:lnTo>
                    <a:pt x="249887" y="102870"/>
                  </a:lnTo>
                  <a:lnTo>
                    <a:pt x="251160" y="101600"/>
                  </a:lnTo>
                  <a:close/>
                </a:path>
                <a:path w="341629" h="352425">
                  <a:moveTo>
                    <a:pt x="254980" y="97789"/>
                  </a:moveTo>
                  <a:lnTo>
                    <a:pt x="243840" y="97789"/>
                  </a:lnTo>
                  <a:lnTo>
                    <a:pt x="241300" y="100330"/>
                  </a:lnTo>
                  <a:lnTo>
                    <a:pt x="252433" y="100330"/>
                  </a:lnTo>
                  <a:lnTo>
                    <a:pt x="254980" y="97789"/>
                  </a:lnTo>
                  <a:close/>
                </a:path>
                <a:path w="341629" h="352425">
                  <a:moveTo>
                    <a:pt x="257526" y="95250"/>
                  </a:moveTo>
                  <a:lnTo>
                    <a:pt x="246380" y="95250"/>
                  </a:lnTo>
                  <a:lnTo>
                    <a:pt x="245110" y="96520"/>
                  </a:lnTo>
                  <a:lnTo>
                    <a:pt x="256253" y="96520"/>
                  </a:lnTo>
                  <a:lnTo>
                    <a:pt x="257526" y="95250"/>
                  </a:lnTo>
                  <a:close/>
                </a:path>
                <a:path w="341629" h="352425">
                  <a:moveTo>
                    <a:pt x="261345" y="91439"/>
                  </a:moveTo>
                  <a:lnTo>
                    <a:pt x="250190" y="91439"/>
                  </a:lnTo>
                  <a:lnTo>
                    <a:pt x="247650" y="93980"/>
                  </a:lnTo>
                  <a:lnTo>
                    <a:pt x="258799" y="93980"/>
                  </a:lnTo>
                  <a:lnTo>
                    <a:pt x="261345" y="91439"/>
                  </a:lnTo>
                  <a:close/>
                </a:path>
                <a:path w="341629" h="352425">
                  <a:moveTo>
                    <a:pt x="263892" y="88900"/>
                  </a:moveTo>
                  <a:lnTo>
                    <a:pt x="252730" y="88900"/>
                  </a:lnTo>
                  <a:lnTo>
                    <a:pt x="251460" y="90170"/>
                  </a:lnTo>
                  <a:lnTo>
                    <a:pt x="262618" y="90170"/>
                  </a:lnTo>
                  <a:lnTo>
                    <a:pt x="263892" y="88900"/>
                  </a:lnTo>
                  <a:close/>
                </a:path>
                <a:path w="341629" h="352425">
                  <a:moveTo>
                    <a:pt x="267711" y="85089"/>
                  </a:moveTo>
                  <a:lnTo>
                    <a:pt x="256540" y="85089"/>
                  </a:lnTo>
                  <a:lnTo>
                    <a:pt x="254000" y="87630"/>
                  </a:lnTo>
                  <a:lnTo>
                    <a:pt x="265165" y="87630"/>
                  </a:lnTo>
                  <a:lnTo>
                    <a:pt x="267711" y="85089"/>
                  </a:lnTo>
                  <a:close/>
                </a:path>
                <a:path w="341629" h="352425">
                  <a:moveTo>
                    <a:pt x="270257" y="82550"/>
                  </a:moveTo>
                  <a:lnTo>
                    <a:pt x="259080" y="82550"/>
                  </a:lnTo>
                  <a:lnTo>
                    <a:pt x="257810" y="83820"/>
                  </a:lnTo>
                  <a:lnTo>
                    <a:pt x="268984" y="83820"/>
                  </a:lnTo>
                  <a:lnTo>
                    <a:pt x="270257" y="82550"/>
                  </a:lnTo>
                  <a:close/>
                </a:path>
                <a:path w="341629" h="352425">
                  <a:moveTo>
                    <a:pt x="274077" y="78739"/>
                  </a:moveTo>
                  <a:lnTo>
                    <a:pt x="262890" y="78739"/>
                  </a:lnTo>
                  <a:lnTo>
                    <a:pt x="260350" y="81280"/>
                  </a:lnTo>
                  <a:lnTo>
                    <a:pt x="271531" y="81280"/>
                  </a:lnTo>
                  <a:lnTo>
                    <a:pt x="274077" y="78739"/>
                  </a:lnTo>
                  <a:close/>
                </a:path>
                <a:path w="341629" h="352425">
                  <a:moveTo>
                    <a:pt x="276623" y="76200"/>
                  </a:moveTo>
                  <a:lnTo>
                    <a:pt x="265430" y="76200"/>
                  </a:lnTo>
                  <a:lnTo>
                    <a:pt x="264160" y="77470"/>
                  </a:lnTo>
                  <a:lnTo>
                    <a:pt x="275350" y="77470"/>
                  </a:lnTo>
                  <a:lnTo>
                    <a:pt x="276623" y="76200"/>
                  </a:lnTo>
                  <a:close/>
                </a:path>
                <a:path w="341629" h="352425">
                  <a:moveTo>
                    <a:pt x="280443" y="72389"/>
                  </a:moveTo>
                  <a:lnTo>
                    <a:pt x="269240" y="72389"/>
                  </a:lnTo>
                  <a:lnTo>
                    <a:pt x="266700" y="74930"/>
                  </a:lnTo>
                  <a:lnTo>
                    <a:pt x="277896" y="74930"/>
                  </a:lnTo>
                  <a:lnTo>
                    <a:pt x="280443" y="72389"/>
                  </a:lnTo>
                  <a:close/>
                </a:path>
                <a:path w="341629" h="352425">
                  <a:moveTo>
                    <a:pt x="282989" y="69850"/>
                  </a:moveTo>
                  <a:lnTo>
                    <a:pt x="271780" y="69850"/>
                  </a:lnTo>
                  <a:lnTo>
                    <a:pt x="270510" y="71120"/>
                  </a:lnTo>
                  <a:lnTo>
                    <a:pt x="281716" y="71120"/>
                  </a:lnTo>
                  <a:lnTo>
                    <a:pt x="282989" y="69850"/>
                  </a:lnTo>
                  <a:close/>
                </a:path>
                <a:path w="341629" h="352425">
                  <a:moveTo>
                    <a:pt x="286808" y="66039"/>
                  </a:moveTo>
                  <a:lnTo>
                    <a:pt x="275590" y="66039"/>
                  </a:lnTo>
                  <a:lnTo>
                    <a:pt x="273050" y="68580"/>
                  </a:lnTo>
                  <a:lnTo>
                    <a:pt x="284262" y="68580"/>
                  </a:lnTo>
                  <a:lnTo>
                    <a:pt x="286808" y="66039"/>
                  </a:lnTo>
                  <a:close/>
                </a:path>
                <a:path w="341629" h="352425">
                  <a:moveTo>
                    <a:pt x="289355" y="63500"/>
                  </a:moveTo>
                  <a:lnTo>
                    <a:pt x="278130" y="63500"/>
                  </a:lnTo>
                  <a:lnTo>
                    <a:pt x="276860" y="64770"/>
                  </a:lnTo>
                  <a:lnTo>
                    <a:pt x="288082" y="64770"/>
                  </a:lnTo>
                  <a:lnTo>
                    <a:pt x="289355" y="63500"/>
                  </a:lnTo>
                  <a:close/>
                </a:path>
                <a:path w="341629" h="352425">
                  <a:moveTo>
                    <a:pt x="293174" y="59689"/>
                  </a:moveTo>
                  <a:lnTo>
                    <a:pt x="281940" y="59689"/>
                  </a:lnTo>
                  <a:lnTo>
                    <a:pt x="279400" y="62230"/>
                  </a:lnTo>
                  <a:lnTo>
                    <a:pt x="290628" y="62230"/>
                  </a:lnTo>
                  <a:lnTo>
                    <a:pt x="293174" y="59689"/>
                  </a:lnTo>
                  <a:close/>
                </a:path>
                <a:path w="341629" h="352425">
                  <a:moveTo>
                    <a:pt x="295720" y="57150"/>
                  </a:moveTo>
                  <a:lnTo>
                    <a:pt x="284480" y="57150"/>
                  </a:lnTo>
                  <a:lnTo>
                    <a:pt x="283210" y="58420"/>
                  </a:lnTo>
                  <a:lnTo>
                    <a:pt x="294447" y="58420"/>
                  </a:lnTo>
                  <a:lnTo>
                    <a:pt x="295720" y="57150"/>
                  </a:lnTo>
                  <a:close/>
                </a:path>
                <a:path w="341629" h="352425">
                  <a:moveTo>
                    <a:pt x="299540" y="53339"/>
                  </a:moveTo>
                  <a:lnTo>
                    <a:pt x="288290" y="53339"/>
                  </a:lnTo>
                  <a:lnTo>
                    <a:pt x="285750" y="55880"/>
                  </a:lnTo>
                  <a:lnTo>
                    <a:pt x="296994" y="55880"/>
                  </a:lnTo>
                  <a:lnTo>
                    <a:pt x="299540" y="53339"/>
                  </a:lnTo>
                  <a:close/>
                </a:path>
                <a:path w="341629" h="352425">
                  <a:moveTo>
                    <a:pt x="302086" y="50800"/>
                  </a:moveTo>
                  <a:lnTo>
                    <a:pt x="290830" y="50800"/>
                  </a:lnTo>
                  <a:lnTo>
                    <a:pt x="289560" y="52070"/>
                  </a:lnTo>
                  <a:lnTo>
                    <a:pt x="300813" y="52070"/>
                  </a:lnTo>
                  <a:lnTo>
                    <a:pt x="302086" y="50800"/>
                  </a:lnTo>
                  <a:close/>
                </a:path>
                <a:path w="341629" h="352425">
                  <a:moveTo>
                    <a:pt x="305906" y="46989"/>
                  </a:moveTo>
                  <a:lnTo>
                    <a:pt x="294640" y="46989"/>
                  </a:lnTo>
                  <a:lnTo>
                    <a:pt x="292100" y="49530"/>
                  </a:lnTo>
                  <a:lnTo>
                    <a:pt x="303359" y="49530"/>
                  </a:lnTo>
                  <a:lnTo>
                    <a:pt x="305906" y="46989"/>
                  </a:lnTo>
                  <a:close/>
                </a:path>
                <a:path w="341629" h="352425">
                  <a:moveTo>
                    <a:pt x="308452" y="44450"/>
                  </a:moveTo>
                  <a:lnTo>
                    <a:pt x="297180" y="44450"/>
                  </a:lnTo>
                  <a:lnTo>
                    <a:pt x="295910" y="45720"/>
                  </a:lnTo>
                  <a:lnTo>
                    <a:pt x="307179" y="45720"/>
                  </a:lnTo>
                  <a:lnTo>
                    <a:pt x="308452" y="44450"/>
                  </a:lnTo>
                  <a:close/>
                </a:path>
                <a:path w="341629" h="352425">
                  <a:moveTo>
                    <a:pt x="312271" y="40639"/>
                  </a:moveTo>
                  <a:lnTo>
                    <a:pt x="300990" y="40639"/>
                  </a:lnTo>
                  <a:lnTo>
                    <a:pt x="298450" y="43180"/>
                  </a:lnTo>
                  <a:lnTo>
                    <a:pt x="309725" y="43180"/>
                  </a:lnTo>
                  <a:lnTo>
                    <a:pt x="312271" y="40639"/>
                  </a:lnTo>
                  <a:close/>
                </a:path>
                <a:path w="341629" h="352425">
                  <a:moveTo>
                    <a:pt x="314818" y="38100"/>
                  </a:moveTo>
                  <a:lnTo>
                    <a:pt x="303530" y="38100"/>
                  </a:lnTo>
                  <a:lnTo>
                    <a:pt x="302260" y="39370"/>
                  </a:lnTo>
                  <a:lnTo>
                    <a:pt x="313545" y="39370"/>
                  </a:lnTo>
                  <a:lnTo>
                    <a:pt x="314818" y="38100"/>
                  </a:lnTo>
                  <a:close/>
                </a:path>
                <a:path w="341629" h="352425">
                  <a:moveTo>
                    <a:pt x="318637" y="34289"/>
                  </a:moveTo>
                  <a:lnTo>
                    <a:pt x="307340" y="34289"/>
                  </a:lnTo>
                  <a:lnTo>
                    <a:pt x="304800" y="36830"/>
                  </a:lnTo>
                  <a:lnTo>
                    <a:pt x="316091" y="36830"/>
                  </a:lnTo>
                  <a:lnTo>
                    <a:pt x="318637" y="34289"/>
                  </a:lnTo>
                  <a:close/>
                </a:path>
                <a:path w="341629" h="352425">
                  <a:moveTo>
                    <a:pt x="321183" y="31750"/>
                  </a:moveTo>
                  <a:lnTo>
                    <a:pt x="309880" y="31750"/>
                  </a:lnTo>
                  <a:lnTo>
                    <a:pt x="308610" y="33020"/>
                  </a:lnTo>
                  <a:lnTo>
                    <a:pt x="319910" y="33020"/>
                  </a:lnTo>
                  <a:lnTo>
                    <a:pt x="321183" y="31750"/>
                  </a:lnTo>
                  <a:close/>
                </a:path>
                <a:path w="341629" h="352425">
                  <a:moveTo>
                    <a:pt x="325003" y="27939"/>
                  </a:moveTo>
                  <a:lnTo>
                    <a:pt x="313690" y="27939"/>
                  </a:lnTo>
                  <a:lnTo>
                    <a:pt x="311150" y="30480"/>
                  </a:lnTo>
                  <a:lnTo>
                    <a:pt x="322457" y="30480"/>
                  </a:lnTo>
                  <a:lnTo>
                    <a:pt x="325003" y="27939"/>
                  </a:lnTo>
                  <a:close/>
                </a:path>
                <a:path w="341629" h="352425">
                  <a:moveTo>
                    <a:pt x="327549" y="25400"/>
                  </a:moveTo>
                  <a:lnTo>
                    <a:pt x="316230" y="25400"/>
                  </a:lnTo>
                  <a:lnTo>
                    <a:pt x="314960" y="26670"/>
                  </a:lnTo>
                  <a:lnTo>
                    <a:pt x="326276" y="26670"/>
                  </a:lnTo>
                  <a:lnTo>
                    <a:pt x="327549" y="25400"/>
                  </a:lnTo>
                  <a:close/>
                </a:path>
                <a:path w="341629" h="352425">
                  <a:moveTo>
                    <a:pt x="331369" y="21589"/>
                  </a:moveTo>
                  <a:lnTo>
                    <a:pt x="320040" y="21589"/>
                  </a:lnTo>
                  <a:lnTo>
                    <a:pt x="317500" y="24130"/>
                  </a:lnTo>
                  <a:lnTo>
                    <a:pt x="328822" y="24130"/>
                  </a:lnTo>
                  <a:lnTo>
                    <a:pt x="331369" y="21589"/>
                  </a:lnTo>
                  <a:close/>
                </a:path>
                <a:path w="341629" h="352425">
                  <a:moveTo>
                    <a:pt x="333915" y="19050"/>
                  </a:moveTo>
                  <a:lnTo>
                    <a:pt x="322580" y="19050"/>
                  </a:lnTo>
                  <a:lnTo>
                    <a:pt x="321310" y="20320"/>
                  </a:lnTo>
                  <a:lnTo>
                    <a:pt x="332642" y="20320"/>
                  </a:lnTo>
                  <a:lnTo>
                    <a:pt x="333915" y="19050"/>
                  </a:lnTo>
                  <a:close/>
                </a:path>
                <a:path w="341629" h="352425">
                  <a:moveTo>
                    <a:pt x="337734" y="15239"/>
                  </a:moveTo>
                  <a:lnTo>
                    <a:pt x="326390" y="15239"/>
                  </a:lnTo>
                  <a:lnTo>
                    <a:pt x="323850" y="17780"/>
                  </a:lnTo>
                  <a:lnTo>
                    <a:pt x="335188" y="17780"/>
                  </a:lnTo>
                  <a:lnTo>
                    <a:pt x="337734" y="15239"/>
                  </a:lnTo>
                  <a:close/>
                </a:path>
                <a:path w="341629" h="352425">
                  <a:moveTo>
                    <a:pt x="340281" y="12700"/>
                  </a:moveTo>
                  <a:lnTo>
                    <a:pt x="328930" y="12700"/>
                  </a:lnTo>
                  <a:lnTo>
                    <a:pt x="327660" y="13970"/>
                  </a:lnTo>
                  <a:lnTo>
                    <a:pt x="339008" y="13970"/>
                  </a:lnTo>
                  <a:lnTo>
                    <a:pt x="340281" y="12700"/>
                  </a:lnTo>
                  <a:close/>
                </a:path>
                <a:path w="341629" h="352425">
                  <a:moveTo>
                    <a:pt x="341630" y="8889"/>
                  </a:moveTo>
                  <a:lnTo>
                    <a:pt x="332740" y="8889"/>
                  </a:lnTo>
                  <a:lnTo>
                    <a:pt x="330200" y="11430"/>
                  </a:lnTo>
                  <a:lnTo>
                    <a:pt x="341554" y="11430"/>
                  </a:lnTo>
                  <a:lnTo>
                    <a:pt x="341630" y="8889"/>
                  </a:lnTo>
                  <a:close/>
                </a:path>
                <a:path w="341629" h="352425">
                  <a:moveTo>
                    <a:pt x="341629" y="6350"/>
                  </a:moveTo>
                  <a:lnTo>
                    <a:pt x="335280" y="6350"/>
                  </a:lnTo>
                  <a:lnTo>
                    <a:pt x="334010" y="7620"/>
                  </a:lnTo>
                  <a:lnTo>
                    <a:pt x="341629" y="7620"/>
                  </a:lnTo>
                  <a:lnTo>
                    <a:pt x="341629" y="6350"/>
                  </a:lnTo>
                  <a:close/>
                </a:path>
                <a:path w="341629" h="352425">
                  <a:moveTo>
                    <a:pt x="341630" y="2539"/>
                  </a:moveTo>
                  <a:lnTo>
                    <a:pt x="339090" y="2539"/>
                  </a:lnTo>
                  <a:lnTo>
                    <a:pt x="336550" y="5080"/>
                  </a:lnTo>
                  <a:lnTo>
                    <a:pt x="341629" y="5080"/>
                  </a:lnTo>
                  <a:lnTo>
                    <a:pt x="341630" y="2539"/>
                  </a:lnTo>
                  <a:close/>
                </a:path>
                <a:path w="341629" h="352425">
                  <a:moveTo>
                    <a:pt x="341630" y="0"/>
                  </a:moveTo>
                  <a:lnTo>
                    <a:pt x="340360" y="1270"/>
                  </a:lnTo>
                  <a:lnTo>
                    <a:pt x="341629" y="1270"/>
                  </a:lnTo>
                  <a:lnTo>
                    <a:pt x="341630" y="0"/>
                  </a:lnTo>
                  <a:close/>
                </a:path>
              </a:pathLst>
            </a:custGeom>
            <a:solidFill>
              <a:srgbClr val="CCBE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8" name="object 3548"/>
            <p:cNvSpPr/>
            <p:nvPr/>
          </p:nvSpPr>
          <p:spPr>
            <a:xfrm>
              <a:off x="7065010" y="2845994"/>
              <a:ext cx="341630" cy="353695"/>
            </a:xfrm>
            <a:custGeom>
              <a:avLst/>
              <a:gdLst/>
              <a:ahLst/>
              <a:cxnLst/>
              <a:rect l="l" t="t" r="r" b="b"/>
              <a:pathLst>
                <a:path w="341629" h="353694">
                  <a:moveTo>
                    <a:pt x="222250" y="130885"/>
                  </a:moveTo>
                  <a:lnTo>
                    <a:pt x="210419" y="130885"/>
                  </a:lnTo>
                  <a:lnTo>
                    <a:pt x="0" y="340784"/>
                  </a:lnTo>
                  <a:lnTo>
                    <a:pt x="0" y="353135"/>
                  </a:lnTo>
                  <a:lnTo>
                    <a:pt x="222250" y="130885"/>
                  </a:lnTo>
                  <a:close/>
                </a:path>
                <a:path w="341629" h="353694">
                  <a:moveTo>
                    <a:pt x="224790" y="128345"/>
                  </a:moveTo>
                  <a:lnTo>
                    <a:pt x="212966" y="128345"/>
                  </a:lnTo>
                  <a:lnTo>
                    <a:pt x="211692" y="129615"/>
                  </a:lnTo>
                  <a:lnTo>
                    <a:pt x="223520" y="129615"/>
                  </a:lnTo>
                  <a:lnTo>
                    <a:pt x="224790" y="128345"/>
                  </a:lnTo>
                  <a:close/>
                </a:path>
                <a:path w="341629" h="353694">
                  <a:moveTo>
                    <a:pt x="228600" y="124535"/>
                  </a:moveTo>
                  <a:lnTo>
                    <a:pt x="216785" y="124535"/>
                  </a:lnTo>
                  <a:lnTo>
                    <a:pt x="214239" y="127075"/>
                  </a:lnTo>
                  <a:lnTo>
                    <a:pt x="226060" y="127075"/>
                  </a:lnTo>
                  <a:lnTo>
                    <a:pt x="228600" y="124535"/>
                  </a:lnTo>
                  <a:close/>
                </a:path>
                <a:path w="341629" h="353694">
                  <a:moveTo>
                    <a:pt x="231140" y="121995"/>
                  </a:moveTo>
                  <a:lnTo>
                    <a:pt x="219331" y="121995"/>
                  </a:lnTo>
                  <a:lnTo>
                    <a:pt x="218058" y="123265"/>
                  </a:lnTo>
                  <a:lnTo>
                    <a:pt x="229870" y="123265"/>
                  </a:lnTo>
                  <a:lnTo>
                    <a:pt x="231140" y="121995"/>
                  </a:lnTo>
                  <a:close/>
                </a:path>
                <a:path w="341629" h="353694">
                  <a:moveTo>
                    <a:pt x="234950" y="118185"/>
                  </a:moveTo>
                  <a:lnTo>
                    <a:pt x="223151" y="118185"/>
                  </a:lnTo>
                  <a:lnTo>
                    <a:pt x="220604" y="120725"/>
                  </a:lnTo>
                  <a:lnTo>
                    <a:pt x="232410" y="120725"/>
                  </a:lnTo>
                  <a:lnTo>
                    <a:pt x="234950" y="118185"/>
                  </a:lnTo>
                  <a:close/>
                </a:path>
                <a:path w="341629" h="353694">
                  <a:moveTo>
                    <a:pt x="237490" y="115645"/>
                  </a:moveTo>
                  <a:lnTo>
                    <a:pt x="225697" y="115645"/>
                  </a:lnTo>
                  <a:lnTo>
                    <a:pt x="224424" y="116915"/>
                  </a:lnTo>
                  <a:lnTo>
                    <a:pt x="236220" y="116915"/>
                  </a:lnTo>
                  <a:lnTo>
                    <a:pt x="237490" y="115645"/>
                  </a:lnTo>
                  <a:close/>
                </a:path>
                <a:path w="341629" h="353694">
                  <a:moveTo>
                    <a:pt x="241300" y="111835"/>
                  </a:moveTo>
                  <a:lnTo>
                    <a:pt x="229517" y="111835"/>
                  </a:lnTo>
                  <a:lnTo>
                    <a:pt x="226970" y="114375"/>
                  </a:lnTo>
                  <a:lnTo>
                    <a:pt x="238760" y="114375"/>
                  </a:lnTo>
                  <a:lnTo>
                    <a:pt x="241300" y="111835"/>
                  </a:lnTo>
                  <a:close/>
                </a:path>
                <a:path w="341629" h="353694">
                  <a:moveTo>
                    <a:pt x="243840" y="109295"/>
                  </a:moveTo>
                  <a:lnTo>
                    <a:pt x="232063" y="109295"/>
                  </a:lnTo>
                  <a:lnTo>
                    <a:pt x="230790" y="110565"/>
                  </a:lnTo>
                  <a:lnTo>
                    <a:pt x="242570" y="110565"/>
                  </a:lnTo>
                  <a:lnTo>
                    <a:pt x="243840" y="109295"/>
                  </a:lnTo>
                  <a:close/>
                </a:path>
                <a:path w="341629" h="353694">
                  <a:moveTo>
                    <a:pt x="247650" y="105485"/>
                  </a:moveTo>
                  <a:lnTo>
                    <a:pt x="235882" y="105485"/>
                  </a:lnTo>
                  <a:lnTo>
                    <a:pt x="233336" y="108025"/>
                  </a:lnTo>
                  <a:lnTo>
                    <a:pt x="245110" y="108025"/>
                  </a:lnTo>
                  <a:lnTo>
                    <a:pt x="247650" y="105485"/>
                  </a:lnTo>
                  <a:close/>
                </a:path>
                <a:path w="341629" h="353694">
                  <a:moveTo>
                    <a:pt x="250190" y="102945"/>
                  </a:moveTo>
                  <a:lnTo>
                    <a:pt x="238429" y="102945"/>
                  </a:lnTo>
                  <a:lnTo>
                    <a:pt x="237155" y="104215"/>
                  </a:lnTo>
                  <a:lnTo>
                    <a:pt x="248920" y="104215"/>
                  </a:lnTo>
                  <a:lnTo>
                    <a:pt x="250190" y="102945"/>
                  </a:lnTo>
                  <a:close/>
                </a:path>
                <a:path w="341629" h="353694">
                  <a:moveTo>
                    <a:pt x="254000" y="99135"/>
                  </a:moveTo>
                  <a:lnTo>
                    <a:pt x="242248" y="99135"/>
                  </a:lnTo>
                  <a:lnTo>
                    <a:pt x="239702" y="101675"/>
                  </a:lnTo>
                  <a:lnTo>
                    <a:pt x="251460" y="101675"/>
                  </a:lnTo>
                  <a:lnTo>
                    <a:pt x="254000" y="99135"/>
                  </a:lnTo>
                  <a:close/>
                </a:path>
                <a:path w="341629" h="353694">
                  <a:moveTo>
                    <a:pt x="256540" y="96595"/>
                  </a:moveTo>
                  <a:lnTo>
                    <a:pt x="244794" y="96595"/>
                  </a:lnTo>
                  <a:lnTo>
                    <a:pt x="243521" y="97865"/>
                  </a:lnTo>
                  <a:lnTo>
                    <a:pt x="255270" y="97865"/>
                  </a:lnTo>
                  <a:lnTo>
                    <a:pt x="256540" y="96595"/>
                  </a:lnTo>
                  <a:close/>
                </a:path>
                <a:path w="341629" h="353694">
                  <a:moveTo>
                    <a:pt x="260350" y="92785"/>
                  </a:moveTo>
                  <a:lnTo>
                    <a:pt x="248614" y="92785"/>
                  </a:lnTo>
                  <a:lnTo>
                    <a:pt x="246068" y="95325"/>
                  </a:lnTo>
                  <a:lnTo>
                    <a:pt x="257810" y="95325"/>
                  </a:lnTo>
                  <a:lnTo>
                    <a:pt x="260350" y="92785"/>
                  </a:lnTo>
                  <a:close/>
                </a:path>
                <a:path w="341629" h="353694">
                  <a:moveTo>
                    <a:pt x="262890" y="90245"/>
                  </a:moveTo>
                  <a:lnTo>
                    <a:pt x="251160" y="90245"/>
                  </a:lnTo>
                  <a:lnTo>
                    <a:pt x="249887" y="91515"/>
                  </a:lnTo>
                  <a:lnTo>
                    <a:pt x="261620" y="91515"/>
                  </a:lnTo>
                  <a:lnTo>
                    <a:pt x="262890" y="90245"/>
                  </a:lnTo>
                  <a:close/>
                </a:path>
                <a:path w="341629" h="353694">
                  <a:moveTo>
                    <a:pt x="266700" y="86435"/>
                  </a:moveTo>
                  <a:lnTo>
                    <a:pt x="254980" y="86435"/>
                  </a:lnTo>
                  <a:lnTo>
                    <a:pt x="252433" y="88975"/>
                  </a:lnTo>
                  <a:lnTo>
                    <a:pt x="264160" y="88975"/>
                  </a:lnTo>
                  <a:lnTo>
                    <a:pt x="266700" y="86435"/>
                  </a:lnTo>
                  <a:close/>
                </a:path>
                <a:path w="341629" h="353694">
                  <a:moveTo>
                    <a:pt x="269240" y="83895"/>
                  </a:moveTo>
                  <a:lnTo>
                    <a:pt x="257526" y="83895"/>
                  </a:lnTo>
                  <a:lnTo>
                    <a:pt x="256253" y="85165"/>
                  </a:lnTo>
                  <a:lnTo>
                    <a:pt x="267970" y="85165"/>
                  </a:lnTo>
                  <a:lnTo>
                    <a:pt x="269240" y="83895"/>
                  </a:lnTo>
                  <a:close/>
                </a:path>
                <a:path w="341629" h="353694">
                  <a:moveTo>
                    <a:pt x="273050" y="80085"/>
                  </a:moveTo>
                  <a:lnTo>
                    <a:pt x="261345" y="80085"/>
                  </a:lnTo>
                  <a:lnTo>
                    <a:pt x="258799" y="82625"/>
                  </a:lnTo>
                  <a:lnTo>
                    <a:pt x="270510" y="82625"/>
                  </a:lnTo>
                  <a:lnTo>
                    <a:pt x="273050" y="80085"/>
                  </a:lnTo>
                  <a:close/>
                </a:path>
                <a:path w="341629" h="353694">
                  <a:moveTo>
                    <a:pt x="275590" y="77545"/>
                  </a:moveTo>
                  <a:lnTo>
                    <a:pt x="263892" y="77545"/>
                  </a:lnTo>
                  <a:lnTo>
                    <a:pt x="262618" y="78815"/>
                  </a:lnTo>
                  <a:lnTo>
                    <a:pt x="274320" y="78815"/>
                  </a:lnTo>
                  <a:lnTo>
                    <a:pt x="275590" y="77545"/>
                  </a:lnTo>
                  <a:close/>
                </a:path>
                <a:path w="341629" h="353694">
                  <a:moveTo>
                    <a:pt x="279400" y="73735"/>
                  </a:moveTo>
                  <a:lnTo>
                    <a:pt x="267711" y="73735"/>
                  </a:lnTo>
                  <a:lnTo>
                    <a:pt x="265165" y="76275"/>
                  </a:lnTo>
                  <a:lnTo>
                    <a:pt x="276860" y="76275"/>
                  </a:lnTo>
                  <a:lnTo>
                    <a:pt x="279400" y="73735"/>
                  </a:lnTo>
                  <a:close/>
                </a:path>
                <a:path w="341629" h="353694">
                  <a:moveTo>
                    <a:pt x="281940" y="71195"/>
                  </a:moveTo>
                  <a:lnTo>
                    <a:pt x="270257" y="71195"/>
                  </a:lnTo>
                  <a:lnTo>
                    <a:pt x="268984" y="72465"/>
                  </a:lnTo>
                  <a:lnTo>
                    <a:pt x="280670" y="72465"/>
                  </a:lnTo>
                  <a:lnTo>
                    <a:pt x="281940" y="71195"/>
                  </a:lnTo>
                  <a:close/>
                </a:path>
                <a:path w="341629" h="353694">
                  <a:moveTo>
                    <a:pt x="285750" y="67385"/>
                  </a:moveTo>
                  <a:lnTo>
                    <a:pt x="274077" y="67385"/>
                  </a:lnTo>
                  <a:lnTo>
                    <a:pt x="271531" y="69925"/>
                  </a:lnTo>
                  <a:lnTo>
                    <a:pt x="283210" y="69925"/>
                  </a:lnTo>
                  <a:lnTo>
                    <a:pt x="285750" y="67385"/>
                  </a:lnTo>
                  <a:close/>
                </a:path>
                <a:path w="341629" h="353694">
                  <a:moveTo>
                    <a:pt x="288290" y="64845"/>
                  </a:moveTo>
                  <a:lnTo>
                    <a:pt x="276623" y="64845"/>
                  </a:lnTo>
                  <a:lnTo>
                    <a:pt x="275350" y="66115"/>
                  </a:lnTo>
                  <a:lnTo>
                    <a:pt x="287020" y="66115"/>
                  </a:lnTo>
                  <a:lnTo>
                    <a:pt x="288290" y="64845"/>
                  </a:lnTo>
                  <a:close/>
                </a:path>
                <a:path w="341629" h="353694">
                  <a:moveTo>
                    <a:pt x="292100" y="61035"/>
                  </a:moveTo>
                  <a:lnTo>
                    <a:pt x="280443" y="61035"/>
                  </a:lnTo>
                  <a:lnTo>
                    <a:pt x="277896" y="63575"/>
                  </a:lnTo>
                  <a:lnTo>
                    <a:pt x="289560" y="63575"/>
                  </a:lnTo>
                  <a:lnTo>
                    <a:pt x="292100" y="61035"/>
                  </a:lnTo>
                  <a:close/>
                </a:path>
                <a:path w="341629" h="353694">
                  <a:moveTo>
                    <a:pt x="294640" y="58495"/>
                  </a:moveTo>
                  <a:lnTo>
                    <a:pt x="282989" y="58495"/>
                  </a:lnTo>
                  <a:lnTo>
                    <a:pt x="281716" y="59765"/>
                  </a:lnTo>
                  <a:lnTo>
                    <a:pt x="293370" y="59765"/>
                  </a:lnTo>
                  <a:lnTo>
                    <a:pt x="294640" y="58495"/>
                  </a:lnTo>
                  <a:close/>
                </a:path>
                <a:path w="341629" h="353694">
                  <a:moveTo>
                    <a:pt x="298450" y="54685"/>
                  </a:moveTo>
                  <a:lnTo>
                    <a:pt x="286808" y="54685"/>
                  </a:lnTo>
                  <a:lnTo>
                    <a:pt x="284262" y="57225"/>
                  </a:lnTo>
                  <a:lnTo>
                    <a:pt x="295910" y="57225"/>
                  </a:lnTo>
                  <a:lnTo>
                    <a:pt x="298450" y="54685"/>
                  </a:lnTo>
                  <a:close/>
                </a:path>
                <a:path w="341629" h="353694">
                  <a:moveTo>
                    <a:pt x="300990" y="52145"/>
                  </a:moveTo>
                  <a:lnTo>
                    <a:pt x="289355" y="52145"/>
                  </a:lnTo>
                  <a:lnTo>
                    <a:pt x="288082" y="53415"/>
                  </a:lnTo>
                  <a:lnTo>
                    <a:pt x="299720" y="53415"/>
                  </a:lnTo>
                  <a:lnTo>
                    <a:pt x="300990" y="52145"/>
                  </a:lnTo>
                  <a:close/>
                </a:path>
                <a:path w="341629" h="353694">
                  <a:moveTo>
                    <a:pt x="304800" y="48335"/>
                  </a:moveTo>
                  <a:lnTo>
                    <a:pt x="293174" y="48335"/>
                  </a:lnTo>
                  <a:lnTo>
                    <a:pt x="290628" y="50875"/>
                  </a:lnTo>
                  <a:lnTo>
                    <a:pt x="302260" y="50875"/>
                  </a:lnTo>
                  <a:lnTo>
                    <a:pt x="304800" y="48335"/>
                  </a:lnTo>
                  <a:close/>
                </a:path>
                <a:path w="341629" h="353694">
                  <a:moveTo>
                    <a:pt x="307340" y="45795"/>
                  </a:moveTo>
                  <a:lnTo>
                    <a:pt x="295720" y="45795"/>
                  </a:lnTo>
                  <a:lnTo>
                    <a:pt x="294447" y="47065"/>
                  </a:lnTo>
                  <a:lnTo>
                    <a:pt x="306070" y="47065"/>
                  </a:lnTo>
                  <a:lnTo>
                    <a:pt x="307340" y="45795"/>
                  </a:lnTo>
                  <a:close/>
                </a:path>
                <a:path w="341629" h="353694">
                  <a:moveTo>
                    <a:pt x="311150" y="41985"/>
                  </a:moveTo>
                  <a:lnTo>
                    <a:pt x="299540" y="41985"/>
                  </a:lnTo>
                  <a:lnTo>
                    <a:pt x="296994" y="44525"/>
                  </a:lnTo>
                  <a:lnTo>
                    <a:pt x="308610" y="44525"/>
                  </a:lnTo>
                  <a:lnTo>
                    <a:pt x="311150" y="41985"/>
                  </a:lnTo>
                  <a:close/>
                </a:path>
                <a:path w="341629" h="353694">
                  <a:moveTo>
                    <a:pt x="313690" y="39445"/>
                  </a:moveTo>
                  <a:lnTo>
                    <a:pt x="302086" y="39445"/>
                  </a:lnTo>
                  <a:lnTo>
                    <a:pt x="300813" y="40715"/>
                  </a:lnTo>
                  <a:lnTo>
                    <a:pt x="312420" y="40715"/>
                  </a:lnTo>
                  <a:lnTo>
                    <a:pt x="313690" y="39445"/>
                  </a:lnTo>
                  <a:close/>
                </a:path>
                <a:path w="341629" h="353694">
                  <a:moveTo>
                    <a:pt x="317500" y="35635"/>
                  </a:moveTo>
                  <a:lnTo>
                    <a:pt x="305906" y="35635"/>
                  </a:lnTo>
                  <a:lnTo>
                    <a:pt x="303359" y="38175"/>
                  </a:lnTo>
                  <a:lnTo>
                    <a:pt x="314960" y="38175"/>
                  </a:lnTo>
                  <a:lnTo>
                    <a:pt x="317500" y="35635"/>
                  </a:lnTo>
                  <a:close/>
                </a:path>
                <a:path w="341629" h="353694">
                  <a:moveTo>
                    <a:pt x="320040" y="33095"/>
                  </a:moveTo>
                  <a:lnTo>
                    <a:pt x="308452" y="33095"/>
                  </a:lnTo>
                  <a:lnTo>
                    <a:pt x="307179" y="34365"/>
                  </a:lnTo>
                  <a:lnTo>
                    <a:pt x="318770" y="34365"/>
                  </a:lnTo>
                  <a:lnTo>
                    <a:pt x="320040" y="33095"/>
                  </a:lnTo>
                  <a:close/>
                </a:path>
                <a:path w="341629" h="353694">
                  <a:moveTo>
                    <a:pt x="323850" y="29285"/>
                  </a:moveTo>
                  <a:lnTo>
                    <a:pt x="312271" y="29285"/>
                  </a:lnTo>
                  <a:lnTo>
                    <a:pt x="309725" y="31825"/>
                  </a:lnTo>
                  <a:lnTo>
                    <a:pt x="321310" y="31825"/>
                  </a:lnTo>
                  <a:lnTo>
                    <a:pt x="323850" y="29285"/>
                  </a:lnTo>
                  <a:close/>
                </a:path>
                <a:path w="341629" h="353694">
                  <a:moveTo>
                    <a:pt x="326390" y="26745"/>
                  </a:moveTo>
                  <a:lnTo>
                    <a:pt x="314818" y="26745"/>
                  </a:lnTo>
                  <a:lnTo>
                    <a:pt x="313545" y="28015"/>
                  </a:lnTo>
                  <a:lnTo>
                    <a:pt x="325120" y="28015"/>
                  </a:lnTo>
                  <a:lnTo>
                    <a:pt x="326390" y="26745"/>
                  </a:lnTo>
                  <a:close/>
                </a:path>
                <a:path w="341629" h="353694">
                  <a:moveTo>
                    <a:pt x="330200" y="22935"/>
                  </a:moveTo>
                  <a:lnTo>
                    <a:pt x="318637" y="22935"/>
                  </a:lnTo>
                  <a:lnTo>
                    <a:pt x="316091" y="25475"/>
                  </a:lnTo>
                  <a:lnTo>
                    <a:pt x="327660" y="25475"/>
                  </a:lnTo>
                  <a:lnTo>
                    <a:pt x="330200" y="22935"/>
                  </a:lnTo>
                  <a:close/>
                </a:path>
                <a:path w="341629" h="353694">
                  <a:moveTo>
                    <a:pt x="332740" y="20395"/>
                  </a:moveTo>
                  <a:lnTo>
                    <a:pt x="321183" y="20395"/>
                  </a:lnTo>
                  <a:lnTo>
                    <a:pt x="319910" y="21665"/>
                  </a:lnTo>
                  <a:lnTo>
                    <a:pt x="331470" y="21665"/>
                  </a:lnTo>
                  <a:lnTo>
                    <a:pt x="332740" y="20395"/>
                  </a:lnTo>
                  <a:close/>
                </a:path>
                <a:path w="341629" h="353694">
                  <a:moveTo>
                    <a:pt x="336550" y="16585"/>
                  </a:moveTo>
                  <a:lnTo>
                    <a:pt x="325003" y="16585"/>
                  </a:lnTo>
                  <a:lnTo>
                    <a:pt x="322457" y="19125"/>
                  </a:lnTo>
                  <a:lnTo>
                    <a:pt x="334010" y="19125"/>
                  </a:lnTo>
                  <a:lnTo>
                    <a:pt x="336550" y="16585"/>
                  </a:lnTo>
                  <a:close/>
                </a:path>
                <a:path w="341629" h="353694">
                  <a:moveTo>
                    <a:pt x="339090" y="14045"/>
                  </a:moveTo>
                  <a:lnTo>
                    <a:pt x="327549" y="14045"/>
                  </a:lnTo>
                  <a:lnTo>
                    <a:pt x="326276" y="15315"/>
                  </a:lnTo>
                  <a:lnTo>
                    <a:pt x="337820" y="15315"/>
                  </a:lnTo>
                  <a:lnTo>
                    <a:pt x="339090" y="14045"/>
                  </a:lnTo>
                  <a:close/>
                </a:path>
                <a:path w="341629" h="353694">
                  <a:moveTo>
                    <a:pt x="341629" y="10235"/>
                  </a:moveTo>
                  <a:lnTo>
                    <a:pt x="331369" y="10235"/>
                  </a:lnTo>
                  <a:lnTo>
                    <a:pt x="328822" y="12775"/>
                  </a:lnTo>
                  <a:lnTo>
                    <a:pt x="340360" y="12775"/>
                  </a:lnTo>
                  <a:lnTo>
                    <a:pt x="341630" y="11505"/>
                  </a:lnTo>
                  <a:lnTo>
                    <a:pt x="341629" y="10235"/>
                  </a:lnTo>
                  <a:close/>
                </a:path>
                <a:path w="341629" h="353694">
                  <a:moveTo>
                    <a:pt x="341630" y="7695"/>
                  </a:moveTo>
                  <a:lnTo>
                    <a:pt x="333915" y="7695"/>
                  </a:lnTo>
                  <a:lnTo>
                    <a:pt x="332642" y="8965"/>
                  </a:lnTo>
                  <a:lnTo>
                    <a:pt x="341630" y="8965"/>
                  </a:lnTo>
                  <a:lnTo>
                    <a:pt x="341630" y="7695"/>
                  </a:lnTo>
                  <a:close/>
                </a:path>
                <a:path w="341629" h="353694">
                  <a:moveTo>
                    <a:pt x="341630" y="3885"/>
                  </a:moveTo>
                  <a:lnTo>
                    <a:pt x="337734" y="3885"/>
                  </a:lnTo>
                  <a:lnTo>
                    <a:pt x="335188" y="6425"/>
                  </a:lnTo>
                  <a:lnTo>
                    <a:pt x="341630" y="6425"/>
                  </a:lnTo>
                  <a:lnTo>
                    <a:pt x="341630" y="3885"/>
                  </a:lnTo>
                  <a:close/>
                </a:path>
                <a:path w="341629" h="353694">
                  <a:moveTo>
                    <a:pt x="341630" y="1345"/>
                  </a:moveTo>
                  <a:lnTo>
                    <a:pt x="340281" y="1345"/>
                  </a:lnTo>
                  <a:lnTo>
                    <a:pt x="339008" y="2615"/>
                  </a:lnTo>
                  <a:lnTo>
                    <a:pt x="341630" y="2615"/>
                  </a:lnTo>
                  <a:lnTo>
                    <a:pt x="341630" y="1345"/>
                  </a:lnTo>
                  <a:close/>
                </a:path>
                <a:path w="341629" h="353694">
                  <a:moveTo>
                    <a:pt x="341629" y="0"/>
                  </a:moveTo>
                  <a:close/>
                </a:path>
              </a:pathLst>
            </a:custGeom>
            <a:solidFill>
              <a:srgbClr val="CDBE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9" name="object 3549"/>
            <p:cNvSpPr/>
            <p:nvPr/>
          </p:nvSpPr>
          <p:spPr>
            <a:xfrm>
              <a:off x="7065010" y="2857500"/>
              <a:ext cx="341630" cy="351790"/>
            </a:xfrm>
            <a:custGeom>
              <a:avLst/>
              <a:gdLst/>
              <a:ahLst/>
              <a:cxnLst/>
              <a:rect l="l" t="t" r="r" b="b"/>
              <a:pathLst>
                <a:path w="341629" h="351789">
                  <a:moveTo>
                    <a:pt x="232410" y="119379"/>
                  </a:moveTo>
                  <a:lnTo>
                    <a:pt x="222250" y="119379"/>
                  </a:lnTo>
                  <a:lnTo>
                    <a:pt x="0" y="341630"/>
                  </a:lnTo>
                  <a:lnTo>
                    <a:pt x="0" y="351790"/>
                  </a:lnTo>
                  <a:lnTo>
                    <a:pt x="232410" y="119379"/>
                  </a:lnTo>
                  <a:close/>
                </a:path>
                <a:path w="341629" h="351789">
                  <a:moveTo>
                    <a:pt x="234950" y="116839"/>
                  </a:moveTo>
                  <a:lnTo>
                    <a:pt x="224790" y="116839"/>
                  </a:lnTo>
                  <a:lnTo>
                    <a:pt x="223520" y="118110"/>
                  </a:lnTo>
                  <a:lnTo>
                    <a:pt x="233679" y="118110"/>
                  </a:lnTo>
                  <a:lnTo>
                    <a:pt x="234950" y="116839"/>
                  </a:lnTo>
                  <a:close/>
                </a:path>
                <a:path w="341629" h="351789">
                  <a:moveTo>
                    <a:pt x="238760" y="113029"/>
                  </a:moveTo>
                  <a:lnTo>
                    <a:pt x="228600" y="113029"/>
                  </a:lnTo>
                  <a:lnTo>
                    <a:pt x="226060" y="115570"/>
                  </a:lnTo>
                  <a:lnTo>
                    <a:pt x="236220" y="115570"/>
                  </a:lnTo>
                  <a:lnTo>
                    <a:pt x="238760" y="113029"/>
                  </a:lnTo>
                  <a:close/>
                </a:path>
                <a:path w="341629" h="351789">
                  <a:moveTo>
                    <a:pt x="241300" y="110489"/>
                  </a:moveTo>
                  <a:lnTo>
                    <a:pt x="231140" y="110489"/>
                  </a:lnTo>
                  <a:lnTo>
                    <a:pt x="229870" y="111760"/>
                  </a:lnTo>
                  <a:lnTo>
                    <a:pt x="240030" y="111760"/>
                  </a:lnTo>
                  <a:lnTo>
                    <a:pt x="241300" y="110489"/>
                  </a:lnTo>
                  <a:close/>
                </a:path>
                <a:path w="341629" h="351789">
                  <a:moveTo>
                    <a:pt x="245110" y="106679"/>
                  </a:moveTo>
                  <a:lnTo>
                    <a:pt x="234950" y="106679"/>
                  </a:lnTo>
                  <a:lnTo>
                    <a:pt x="232410" y="109220"/>
                  </a:lnTo>
                  <a:lnTo>
                    <a:pt x="242570" y="109220"/>
                  </a:lnTo>
                  <a:lnTo>
                    <a:pt x="245110" y="106679"/>
                  </a:lnTo>
                  <a:close/>
                </a:path>
                <a:path w="341629" h="351789">
                  <a:moveTo>
                    <a:pt x="247650" y="104139"/>
                  </a:moveTo>
                  <a:lnTo>
                    <a:pt x="237490" y="104139"/>
                  </a:lnTo>
                  <a:lnTo>
                    <a:pt x="236220" y="105410"/>
                  </a:lnTo>
                  <a:lnTo>
                    <a:pt x="246380" y="105410"/>
                  </a:lnTo>
                  <a:lnTo>
                    <a:pt x="247650" y="104139"/>
                  </a:lnTo>
                  <a:close/>
                </a:path>
                <a:path w="341629" h="351789">
                  <a:moveTo>
                    <a:pt x="251460" y="100329"/>
                  </a:moveTo>
                  <a:lnTo>
                    <a:pt x="241300" y="100329"/>
                  </a:lnTo>
                  <a:lnTo>
                    <a:pt x="238760" y="102870"/>
                  </a:lnTo>
                  <a:lnTo>
                    <a:pt x="248920" y="102870"/>
                  </a:lnTo>
                  <a:lnTo>
                    <a:pt x="251460" y="100329"/>
                  </a:lnTo>
                  <a:close/>
                </a:path>
                <a:path w="341629" h="351789">
                  <a:moveTo>
                    <a:pt x="254000" y="97789"/>
                  </a:moveTo>
                  <a:lnTo>
                    <a:pt x="243840" y="97789"/>
                  </a:lnTo>
                  <a:lnTo>
                    <a:pt x="242570" y="99060"/>
                  </a:lnTo>
                  <a:lnTo>
                    <a:pt x="252730" y="99060"/>
                  </a:lnTo>
                  <a:lnTo>
                    <a:pt x="254000" y="97789"/>
                  </a:lnTo>
                  <a:close/>
                </a:path>
                <a:path w="341629" h="351789">
                  <a:moveTo>
                    <a:pt x="257810" y="93979"/>
                  </a:moveTo>
                  <a:lnTo>
                    <a:pt x="247650" y="93979"/>
                  </a:lnTo>
                  <a:lnTo>
                    <a:pt x="245110" y="96520"/>
                  </a:lnTo>
                  <a:lnTo>
                    <a:pt x="255270" y="96520"/>
                  </a:lnTo>
                  <a:lnTo>
                    <a:pt x="257810" y="93979"/>
                  </a:lnTo>
                  <a:close/>
                </a:path>
                <a:path w="341629" h="351789">
                  <a:moveTo>
                    <a:pt x="260350" y="91439"/>
                  </a:moveTo>
                  <a:lnTo>
                    <a:pt x="250190" y="91439"/>
                  </a:lnTo>
                  <a:lnTo>
                    <a:pt x="248920" y="92710"/>
                  </a:lnTo>
                  <a:lnTo>
                    <a:pt x="259080" y="92710"/>
                  </a:lnTo>
                  <a:lnTo>
                    <a:pt x="260350" y="91439"/>
                  </a:lnTo>
                  <a:close/>
                </a:path>
                <a:path w="341629" h="351789">
                  <a:moveTo>
                    <a:pt x="264160" y="87629"/>
                  </a:moveTo>
                  <a:lnTo>
                    <a:pt x="254000" y="87629"/>
                  </a:lnTo>
                  <a:lnTo>
                    <a:pt x="251460" y="90170"/>
                  </a:lnTo>
                  <a:lnTo>
                    <a:pt x="261620" y="90170"/>
                  </a:lnTo>
                  <a:lnTo>
                    <a:pt x="264160" y="87629"/>
                  </a:lnTo>
                  <a:close/>
                </a:path>
                <a:path w="341629" h="351789">
                  <a:moveTo>
                    <a:pt x="266700" y="85089"/>
                  </a:moveTo>
                  <a:lnTo>
                    <a:pt x="256540" y="85089"/>
                  </a:lnTo>
                  <a:lnTo>
                    <a:pt x="255270" y="86360"/>
                  </a:lnTo>
                  <a:lnTo>
                    <a:pt x="265430" y="86360"/>
                  </a:lnTo>
                  <a:lnTo>
                    <a:pt x="266700" y="85089"/>
                  </a:lnTo>
                  <a:close/>
                </a:path>
                <a:path w="341629" h="351789">
                  <a:moveTo>
                    <a:pt x="270510" y="81279"/>
                  </a:moveTo>
                  <a:lnTo>
                    <a:pt x="260350" y="81279"/>
                  </a:lnTo>
                  <a:lnTo>
                    <a:pt x="257810" y="83820"/>
                  </a:lnTo>
                  <a:lnTo>
                    <a:pt x="267970" y="83820"/>
                  </a:lnTo>
                  <a:lnTo>
                    <a:pt x="270510" y="81279"/>
                  </a:lnTo>
                  <a:close/>
                </a:path>
                <a:path w="341629" h="351789">
                  <a:moveTo>
                    <a:pt x="273050" y="78739"/>
                  </a:moveTo>
                  <a:lnTo>
                    <a:pt x="262890" y="78739"/>
                  </a:lnTo>
                  <a:lnTo>
                    <a:pt x="261620" y="80010"/>
                  </a:lnTo>
                  <a:lnTo>
                    <a:pt x="271780" y="80010"/>
                  </a:lnTo>
                  <a:lnTo>
                    <a:pt x="273050" y="78739"/>
                  </a:lnTo>
                  <a:close/>
                </a:path>
                <a:path w="341629" h="351789">
                  <a:moveTo>
                    <a:pt x="276860" y="74929"/>
                  </a:moveTo>
                  <a:lnTo>
                    <a:pt x="266700" y="74929"/>
                  </a:lnTo>
                  <a:lnTo>
                    <a:pt x="264160" y="77470"/>
                  </a:lnTo>
                  <a:lnTo>
                    <a:pt x="274320" y="77470"/>
                  </a:lnTo>
                  <a:lnTo>
                    <a:pt x="276860" y="74929"/>
                  </a:lnTo>
                  <a:close/>
                </a:path>
                <a:path w="341629" h="351789">
                  <a:moveTo>
                    <a:pt x="279400" y="72389"/>
                  </a:moveTo>
                  <a:lnTo>
                    <a:pt x="269240" y="72389"/>
                  </a:lnTo>
                  <a:lnTo>
                    <a:pt x="267970" y="73660"/>
                  </a:lnTo>
                  <a:lnTo>
                    <a:pt x="278130" y="73660"/>
                  </a:lnTo>
                  <a:lnTo>
                    <a:pt x="279400" y="72389"/>
                  </a:lnTo>
                  <a:close/>
                </a:path>
                <a:path w="341629" h="351789">
                  <a:moveTo>
                    <a:pt x="283210" y="68579"/>
                  </a:moveTo>
                  <a:lnTo>
                    <a:pt x="273050" y="68579"/>
                  </a:lnTo>
                  <a:lnTo>
                    <a:pt x="270510" y="71120"/>
                  </a:lnTo>
                  <a:lnTo>
                    <a:pt x="280670" y="71120"/>
                  </a:lnTo>
                  <a:lnTo>
                    <a:pt x="283210" y="68579"/>
                  </a:lnTo>
                  <a:close/>
                </a:path>
                <a:path w="341629" h="351789">
                  <a:moveTo>
                    <a:pt x="285750" y="66039"/>
                  </a:moveTo>
                  <a:lnTo>
                    <a:pt x="275590" y="66039"/>
                  </a:lnTo>
                  <a:lnTo>
                    <a:pt x="274320" y="67310"/>
                  </a:lnTo>
                  <a:lnTo>
                    <a:pt x="284480" y="67310"/>
                  </a:lnTo>
                  <a:lnTo>
                    <a:pt x="285750" y="66039"/>
                  </a:lnTo>
                  <a:close/>
                </a:path>
                <a:path w="341629" h="351789">
                  <a:moveTo>
                    <a:pt x="289560" y="62229"/>
                  </a:moveTo>
                  <a:lnTo>
                    <a:pt x="279400" y="62229"/>
                  </a:lnTo>
                  <a:lnTo>
                    <a:pt x="276860" y="64770"/>
                  </a:lnTo>
                  <a:lnTo>
                    <a:pt x="287020" y="64770"/>
                  </a:lnTo>
                  <a:lnTo>
                    <a:pt x="289560" y="62229"/>
                  </a:lnTo>
                  <a:close/>
                </a:path>
                <a:path w="341629" h="351789">
                  <a:moveTo>
                    <a:pt x="292100" y="59689"/>
                  </a:moveTo>
                  <a:lnTo>
                    <a:pt x="281940" y="59689"/>
                  </a:lnTo>
                  <a:lnTo>
                    <a:pt x="280670" y="60960"/>
                  </a:lnTo>
                  <a:lnTo>
                    <a:pt x="290830" y="60960"/>
                  </a:lnTo>
                  <a:lnTo>
                    <a:pt x="292100" y="59689"/>
                  </a:lnTo>
                  <a:close/>
                </a:path>
                <a:path w="341629" h="351789">
                  <a:moveTo>
                    <a:pt x="295910" y="55879"/>
                  </a:moveTo>
                  <a:lnTo>
                    <a:pt x="285750" y="55879"/>
                  </a:lnTo>
                  <a:lnTo>
                    <a:pt x="283210" y="58420"/>
                  </a:lnTo>
                  <a:lnTo>
                    <a:pt x="293370" y="58420"/>
                  </a:lnTo>
                  <a:lnTo>
                    <a:pt x="295910" y="55879"/>
                  </a:lnTo>
                  <a:close/>
                </a:path>
                <a:path w="341629" h="351789">
                  <a:moveTo>
                    <a:pt x="298450" y="53339"/>
                  </a:moveTo>
                  <a:lnTo>
                    <a:pt x="288290" y="53339"/>
                  </a:lnTo>
                  <a:lnTo>
                    <a:pt x="287020" y="54610"/>
                  </a:lnTo>
                  <a:lnTo>
                    <a:pt x="297180" y="54610"/>
                  </a:lnTo>
                  <a:lnTo>
                    <a:pt x="298450" y="53339"/>
                  </a:lnTo>
                  <a:close/>
                </a:path>
                <a:path w="341629" h="351789">
                  <a:moveTo>
                    <a:pt x="302260" y="49529"/>
                  </a:moveTo>
                  <a:lnTo>
                    <a:pt x="292100" y="49529"/>
                  </a:lnTo>
                  <a:lnTo>
                    <a:pt x="289560" y="52070"/>
                  </a:lnTo>
                  <a:lnTo>
                    <a:pt x="299720" y="52070"/>
                  </a:lnTo>
                  <a:lnTo>
                    <a:pt x="302260" y="49529"/>
                  </a:lnTo>
                  <a:close/>
                </a:path>
                <a:path w="341629" h="351789">
                  <a:moveTo>
                    <a:pt x="304800" y="46989"/>
                  </a:moveTo>
                  <a:lnTo>
                    <a:pt x="294640" y="46989"/>
                  </a:lnTo>
                  <a:lnTo>
                    <a:pt x="293370" y="48260"/>
                  </a:lnTo>
                  <a:lnTo>
                    <a:pt x="303530" y="48260"/>
                  </a:lnTo>
                  <a:lnTo>
                    <a:pt x="304800" y="46989"/>
                  </a:lnTo>
                  <a:close/>
                </a:path>
                <a:path w="341629" h="351789">
                  <a:moveTo>
                    <a:pt x="308610" y="43179"/>
                  </a:moveTo>
                  <a:lnTo>
                    <a:pt x="298450" y="43179"/>
                  </a:lnTo>
                  <a:lnTo>
                    <a:pt x="295910" y="45720"/>
                  </a:lnTo>
                  <a:lnTo>
                    <a:pt x="306070" y="45720"/>
                  </a:lnTo>
                  <a:lnTo>
                    <a:pt x="308610" y="43179"/>
                  </a:lnTo>
                  <a:close/>
                </a:path>
                <a:path w="341629" h="351789">
                  <a:moveTo>
                    <a:pt x="311150" y="40639"/>
                  </a:moveTo>
                  <a:lnTo>
                    <a:pt x="300990" y="40639"/>
                  </a:lnTo>
                  <a:lnTo>
                    <a:pt x="299720" y="41910"/>
                  </a:lnTo>
                  <a:lnTo>
                    <a:pt x="309879" y="41910"/>
                  </a:lnTo>
                  <a:lnTo>
                    <a:pt x="311150" y="40639"/>
                  </a:lnTo>
                  <a:close/>
                </a:path>
                <a:path w="341629" h="351789">
                  <a:moveTo>
                    <a:pt x="314960" y="36829"/>
                  </a:moveTo>
                  <a:lnTo>
                    <a:pt x="304800" y="36829"/>
                  </a:lnTo>
                  <a:lnTo>
                    <a:pt x="302260" y="39370"/>
                  </a:lnTo>
                  <a:lnTo>
                    <a:pt x="312420" y="39370"/>
                  </a:lnTo>
                  <a:lnTo>
                    <a:pt x="314960" y="36829"/>
                  </a:lnTo>
                  <a:close/>
                </a:path>
                <a:path w="341629" h="351789">
                  <a:moveTo>
                    <a:pt x="317500" y="34289"/>
                  </a:moveTo>
                  <a:lnTo>
                    <a:pt x="307340" y="34289"/>
                  </a:lnTo>
                  <a:lnTo>
                    <a:pt x="306070" y="35560"/>
                  </a:lnTo>
                  <a:lnTo>
                    <a:pt x="316230" y="35560"/>
                  </a:lnTo>
                  <a:lnTo>
                    <a:pt x="317500" y="34289"/>
                  </a:lnTo>
                  <a:close/>
                </a:path>
                <a:path w="341629" h="351789">
                  <a:moveTo>
                    <a:pt x="321310" y="30479"/>
                  </a:moveTo>
                  <a:lnTo>
                    <a:pt x="311150" y="30479"/>
                  </a:lnTo>
                  <a:lnTo>
                    <a:pt x="308610" y="33020"/>
                  </a:lnTo>
                  <a:lnTo>
                    <a:pt x="318770" y="33020"/>
                  </a:lnTo>
                  <a:lnTo>
                    <a:pt x="321310" y="30479"/>
                  </a:lnTo>
                  <a:close/>
                </a:path>
                <a:path w="341629" h="351789">
                  <a:moveTo>
                    <a:pt x="323850" y="27939"/>
                  </a:moveTo>
                  <a:lnTo>
                    <a:pt x="313690" y="27939"/>
                  </a:lnTo>
                  <a:lnTo>
                    <a:pt x="312420" y="29210"/>
                  </a:lnTo>
                  <a:lnTo>
                    <a:pt x="322580" y="29210"/>
                  </a:lnTo>
                  <a:lnTo>
                    <a:pt x="323850" y="27939"/>
                  </a:lnTo>
                  <a:close/>
                </a:path>
                <a:path w="341629" h="351789">
                  <a:moveTo>
                    <a:pt x="327660" y="24129"/>
                  </a:moveTo>
                  <a:lnTo>
                    <a:pt x="317500" y="24129"/>
                  </a:lnTo>
                  <a:lnTo>
                    <a:pt x="314960" y="26670"/>
                  </a:lnTo>
                  <a:lnTo>
                    <a:pt x="325120" y="26670"/>
                  </a:lnTo>
                  <a:lnTo>
                    <a:pt x="327660" y="24129"/>
                  </a:lnTo>
                  <a:close/>
                </a:path>
                <a:path w="341629" h="351789">
                  <a:moveTo>
                    <a:pt x="330200" y="21589"/>
                  </a:moveTo>
                  <a:lnTo>
                    <a:pt x="320040" y="21589"/>
                  </a:lnTo>
                  <a:lnTo>
                    <a:pt x="318770" y="22860"/>
                  </a:lnTo>
                  <a:lnTo>
                    <a:pt x="328930" y="22860"/>
                  </a:lnTo>
                  <a:lnTo>
                    <a:pt x="330200" y="21589"/>
                  </a:lnTo>
                  <a:close/>
                </a:path>
                <a:path w="341629" h="351789">
                  <a:moveTo>
                    <a:pt x="334010" y="17779"/>
                  </a:moveTo>
                  <a:lnTo>
                    <a:pt x="323850" y="17779"/>
                  </a:lnTo>
                  <a:lnTo>
                    <a:pt x="321310" y="20320"/>
                  </a:lnTo>
                  <a:lnTo>
                    <a:pt x="331470" y="20320"/>
                  </a:lnTo>
                  <a:lnTo>
                    <a:pt x="334010" y="17779"/>
                  </a:lnTo>
                  <a:close/>
                </a:path>
                <a:path w="341629" h="351789">
                  <a:moveTo>
                    <a:pt x="336550" y="15239"/>
                  </a:moveTo>
                  <a:lnTo>
                    <a:pt x="326390" y="15239"/>
                  </a:lnTo>
                  <a:lnTo>
                    <a:pt x="325120" y="16510"/>
                  </a:lnTo>
                  <a:lnTo>
                    <a:pt x="335280" y="16510"/>
                  </a:lnTo>
                  <a:lnTo>
                    <a:pt x="336550" y="15239"/>
                  </a:lnTo>
                  <a:close/>
                </a:path>
                <a:path w="341629" h="351789">
                  <a:moveTo>
                    <a:pt x="340360" y="11429"/>
                  </a:moveTo>
                  <a:lnTo>
                    <a:pt x="330200" y="11429"/>
                  </a:lnTo>
                  <a:lnTo>
                    <a:pt x="327660" y="13970"/>
                  </a:lnTo>
                  <a:lnTo>
                    <a:pt x="337820" y="13970"/>
                  </a:lnTo>
                  <a:lnTo>
                    <a:pt x="340360" y="11429"/>
                  </a:lnTo>
                  <a:close/>
                </a:path>
                <a:path w="341629" h="351789">
                  <a:moveTo>
                    <a:pt x="341629" y="8889"/>
                  </a:moveTo>
                  <a:lnTo>
                    <a:pt x="332740" y="8889"/>
                  </a:lnTo>
                  <a:lnTo>
                    <a:pt x="331470" y="10160"/>
                  </a:lnTo>
                  <a:lnTo>
                    <a:pt x="341630" y="10160"/>
                  </a:lnTo>
                  <a:lnTo>
                    <a:pt x="341629" y="8889"/>
                  </a:lnTo>
                  <a:close/>
                </a:path>
                <a:path w="341629" h="351789">
                  <a:moveTo>
                    <a:pt x="341629" y="5079"/>
                  </a:moveTo>
                  <a:lnTo>
                    <a:pt x="336550" y="5079"/>
                  </a:lnTo>
                  <a:lnTo>
                    <a:pt x="334010" y="7620"/>
                  </a:lnTo>
                  <a:lnTo>
                    <a:pt x="341630" y="7620"/>
                  </a:lnTo>
                  <a:lnTo>
                    <a:pt x="341629" y="5079"/>
                  </a:lnTo>
                  <a:close/>
                </a:path>
                <a:path w="341629" h="351789">
                  <a:moveTo>
                    <a:pt x="341629" y="2539"/>
                  </a:moveTo>
                  <a:lnTo>
                    <a:pt x="339090" y="2539"/>
                  </a:lnTo>
                  <a:lnTo>
                    <a:pt x="337820" y="3810"/>
                  </a:lnTo>
                  <a:lnTo>
                    <a:pt x="341629" y="3810"/>
                  </a:lnTo>
                  <a:lnTo>
                    <a:pt x="341629" y="2539"/>
                  </a:lnTo>
                  <a:close/>
                </a:path>
                <a:path w="341629" h="351789">
                  <a:moveTo>
                    <a:pt x="341630" y="0"/>
                  </a:moveTo>
                  <a:lnTo>
                    <a:pt x="340360" y="1270"/>
                  </a:lnTo>
                  <a:lnTo>
                    <a:pt x="341630" y="1270"/>
                  </a:lnTo>
                  <a:lnTo>
                    <a:pt x="341630" y="0"/>
                  </a:lnTo>
                  <a:close/>
                </a:path>
              </a:pathLst>
            </a:custGeom>
            <a:solidFill>
              <a:srgbClr val="CDBF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0" name="object 3550"/>
            <p:cNvSpPr/>
            <p:nvPr/>
          </p:nvSpPr>
          <p:spPr>
            <a:xfrm>
              <a:off x="7065010" y="2868930"/>
              <a:ext cx="341630" cy="351155"/>
            </a:xfrm>
            <a:custGeom>
              <a:avLst/>
              <a:gdLst/>
              <a:ahLst/>
              <a:cxnLst/>
              <a:rect l="l" t="t" r="r" b="b"/>
              <a:pathLst>
                <a:path w="341629" h="351155">
                  <a:moveTo>
                    <a:pt x="243480" y="107950"/>
                  </a:moveTo>
                  <a:lnTo>
                    <a:pt x="232410" y="107950"/>
                  </a:lnTo>
                  <a:lnTo>
                    <a:pt x="0" y="340360"/>
                  </a:lnTo>
                  <a:lnTo>
                    <a:pt x="0" y="350828"/>
                  </a:lnTo>
                  <a:lnTo>
                    <a:pt x="243480" y="107950"/>
                  </a:lnTo>
                  <a:close/>
                </a:path>
                <a:path w="341629" h="351155">
                  <a:moveTo>
                    <a:pt x="246027" y="105410"/>
                  </a:moveTo>
                  <a:lnTo>
                    <a:pt x="234950" y="105410"/>
                  </a:lnTo>
                  <a:lnTo>
                    <a:pt x="233680" y="106680"/>
                  </a:lnTo>
                  <a:lnTo>
                    <a:pt x="244753" y="106680"/>
                  </a:lnTo>
                  <a:lnTo>
                    <a:pt x="246027" y="105410"/>
                  </a:lnTo>
                  <a:close/>
                </a:path>
                <a:path w="341629" h="351155">
                  <a:moveTo>
                    <a:pt x="249846" y="101600"/>
                  </a:moveTo>
                  <a:lnTo>
                    <a:pt x="238760" y="101600"/>
                  </a:lnTo>
                  <a:lnTo>
                    <a:pt x="236220" y="104140"/>
                  </a:lnTo>
                  <a:lnTo>
                    <a:pt x="247300" y="104140"/>
                  </a:lnTo>
                  <a:lnTo>
                    <a:pt x="249846" y="101600"/>
                  </a:lnTo>
                  <a:close/>
                </a:path>
                <a:path w="341629" h="351155">
                  <a:moveTo>
                    <a:pt x="252392" y="99060"/>
                  </a:moveTo>
                  <a:lnTo>
                    <a:pt x="241300" y="99060"/>
                  </a:lnTo>
                  <a:lnTo>
                    <a:pt x="240030" y="100330"/>
                  </a:lnTo>
                  <a:lnTo>
                    <a:pt x="251119" y="100330"/>
                  </a:lnTo>
                  <a:lnTo>
                    <a:pt x="252392" y="99060"/>
                  </a:lnTo>
                  <a:close/>
                </a:path>
                <a:path w="341629" h="351155">
                  <a:moveTo>
                    <a:pt x="256212" y="95250"/>
                  </a:moveTo>
                  <a:lnTo>
                    <a:pt x="245110" y="95250"/>
                  </a:lnTo>
                  <a:lnTo>
                    <a:pt x="242570" y="97790"/>
                  </a:lnTo>
                  <a:lnTo>
                    <a:pt x="253665" y="97790"/>
                  </a:lnTo>
                  <a:lnTo>
                    <a:pt x="256212" y="95250"/>
                  </a:lnTo>
                  <a:close/>
                </a:path>
                <a:path w="341629" h="351155">
                  <a:moveTo>
                    <a:pt x="258758" y="92710"/>
                  </a:moveTo>
                  <a:lnTo>
                    <a:pt x="247650" y="92710"/>
                  </a:lnTo>
                  <a:lnTo>
                    <a:pt x="246380" y="93980"/>
                  </a:lnTo>
                  <a:lnTo>
                    <a:pt x="257485" y="93980"/>
                  </a:lnTo>
                  <a:lnTo>
                    <a:pt x="258758" y="92710"/>
                  </a:lnTo>
                  <a:close/>
                </a:path>
                <a:path w="341629" h="351155">
                  <a:moveTo>
                    <a:pt x="262578" y="88900"/>
                  </a:moveTo>
                  <a:lnTo>
                    <a:pt x="251460" y="88900"/>
                  </a:lnTo>
                  <a:lnTo>
                    <a:pt x="248920" y="91440"/>
                  </a:lnTo>
                  <a:lnTo>
                    <a:pt x="260031" y="91440"/>
                  </a:lnTo>
                  <a:lnTo>
                    <a:pt x="262578" y="88900"/>
                  </a:lnTo>
                  <a:close/>
                </a:path>
                <a:path w="341629" h="351155">
                  <a:moveTo>
                    <a:pt x="265124" y="86360"/>
                  </a:moveTo>
                  <a:lnTo>
                    <a:pt x="254000" y="86360"/>
                  </a:lnTo>
                  <a:lnTo>
                    <a:pt x="252729" y="87630"/>
                  </a:lnTo>
                  <a:lnTo>
                    <a:pt x="263851" y="87630"/>
                  </a:lnTo>
                  <a:lnTo>
                    <a:pt x="265124" y="86360"/>
                  </a:lnTo>
                  <a:close/>
                </a:path>
                <a:path w="341629" h="351155">
                  <a:moveTo>
                    <a:pt x="268943" y="82550"/>
                  </a:moveTo>
                  <a:lnTo>
                    <a:pt x="257810" y="82550"/>
                  </a:lnTo>
                  <a:lnTo>
                    <a:pt x="255270" y="85090"/>
                  </a:lnTo>
                  <a:lnTo>
                    <a:pt x="266397" y="85090"/>
                  </a:lnTo>
                  <a:lnTo>
                    <a:pt x="268943" y="82550"/>
                  </a:lnTo>
                  <a:close/>
                </a:path>
                <a:path w="341629" h="351155">
                  <a:moveTo>
                    <a:pt x="271490" y="80010"/>
                  </a:moveTo>
                  <a:lnTo>
                    <a:pt x="260350" y="80010"/>
                  </a:lnTo>
                  <a:lnTo>
                    <a:pt x="259079" y="81280"/>
                  </a:lnTo>
                  <a:lnTo>
                    <a:pt x="270216" y="81280"/>
                  </a:lnTo>
                  <a:lnTo>
                    <a:pt x="271490" y="80010"/>
                  </a:lnTo>
                  <a:close/>
                </a:path>
                <a:path w="341629" h="351155">
                  <a:moveTo>
                    <a:pt x="275309" y="76200"/>
                  </a:moveTo>
                  <a:lnTo>
                    <a:pt x="264160" y="76200"/>
                  </a:lnTo>
                  <a:lnTo>
                    <a:pt x="261620" y="78740"/>
                  </a:lnTo>
                  <a:lnTo>
                    <a:pt x="272763" y="78740"/>
                  </a:lnTo>
                  <a:lnTo>
                    <a:pt x="275309" y="76200"/>
                  </a:lnTo>
                  <a:close/>
                </a:path>
                <a:path w="341629" h="351155">
                  <a:moveTo>
                    <a:pt x="277855" y="73660"/>
                  </a:moveTo>
                  <a:lnTo>
                    <a:pt x="266700" y="73660"/>
                  </a:lnTo>
                  <a:lnTo>
                    <a:pt x="265430" y="74930"/>
                  </a:lnTo>
                  <a:lnTo>
                    <a:pt x="276582" y="74930"/>
                  </a:lnTo>
                  <a:lnTo>
                    <a:pt x="277855" y="73660"/>
                  </a:lnTo>
                  <a:close/>
                </a:path>
                <a:path w="341629" h="351155">
                  <a:moveTo>
                    <a:pt x="281675" y="69850"/>
                  </a:moveTo>
                  <a:lnTo>
                    <a:pt x="270510" y="69850"/>
                  </a:lnTo>
                  <a:lnTo>
                    <a:pt x="267970" y="72390"/>
                  </a:lnTo>
                  <a:lnTo>
                    <a:pt x="279128" y="72390"/>
                  </a:lnTo>
                  <a:lnTo>
                    <a:pt x="281675" y="69850"/>
                  </a:lnTo>
                  <a:close/>
                </a:path>
                <a:path w="341629" h="351155">
                  <a:moveTo>
                    <a:pt x="284221" y="67310"/>
                  </a:moveTo>
                  <a:lnTo>
                    <a:pt x="273050" y="67310"/>
                  </a:lnTo>
                  <a:lnTo>
                    <a:pt x="271780" y="68580"/>
                  </a:lnTo>
                  <a:lnTo>
                    <a:pt x="282948" y="68580"/>
                  </a:lnTo>
                  <a:lnTo>
                    <a:pt x="284221" y="67310"/>
                  </a:lnTo>
                  <a:close/>
                </a:path>
                <a:path w="341629" h="351155">
                  <a:moveTo>
                    <a:pt x="288041" y="63500"/>
                  </a:moveTo>
                  <a:lnTo>
                    <a:pt x="276860" y="63500"/>
                  </a:lnTo>
                  <a:lnTo>
                    <a:pt x="274320" y="66040"/>
                  </a:lnTo>
                  <a:lnTo>
                    <a:pt x="285494" y="66040"/>
                  </a:lnTo>
                  <a:lnTo>
                    <a:pt x="288041" y="63500"/>
                  </a:lnTo>
                  <a:close/>
                </a:path>
                <a:path w="341629" h="351155">
                  <a:moveTo>
                    <a:pt x="290587" y="60960"/>
                  </a:moveTo>
                  <a:lnTo>
                    <a:pt x="279400" y="60960"/>
                  </a:lnTo>
                  <a:lnTo>
                    <a:pt x="278130" y="62230"/>
                  </a:lnTo>
                  <a:lnTo>
                    <a:pt x="289314" y="62230"/>
                  </a:lnTo>
                  <a:lnTo>
                    <a:pt x="290587" y="60960"/>
                  </a:lnTo>
                  <a:close/>
                </a:path>
                <a:path w="341629" h="351155">
                  <a:moveTo>
                    <a:pt x="294406" y="57150"/>
                  </a:moveTo>
                  <a:lnTo>
                    <a:pt x="283210" y="57150"/>
                  </a:lnTo>
                  <a:lnTo>
                    <a:pt x="280670" y="59690"/>
                  </a:lnTo>
                  <a:lnTo>
                    <a:pt x="291860" y="59690"/>
                  </a:lnTo>
                  <a:lnTo>
                    <a:pt x="294406" y="57150"/>
                  </a:lnTo>
                  <a:close/>
                </a:path>
                <a:path w="341629" h="351155">
                  <a:moveTo>
                    <a:pt x="296953" y="54610"/>
                  </a:moveTo>
                  <a:lnTo>
                    <a:pt x="285750" y="54610"/>
                  </a:lnTo>
                  <a:lnTo>
                    <a:pt x="284480" y="55880"/>
                  </a:lnTo>
                  <a:lnTo>
                    <a:pt x="295679" y="55880"/>
                  </a:lnTo>
                  <a:lnTo>
                    <a:pt x="296953" y="54610"/>
                  </a:lnTo>
                  <a:close/>
                </a:path>
                <a:path w="341629" h="351155">
                  <a:moveTo>
                    <a:pt x="300772" y="50800"/>
                  </a:moveTo>
                  <a:lnTo>
                    <a:pt x="289560" y="50800"/>
                  </a:lnTo>
                  <a:lnTo>
                    <a:pt x="287020" y="53340"/>
                  </a:lnTo>
                  <a:lnTo>
                    <a:pt x="298226" y="53340"/>
                  </a:lnTo>
                  <a:lnTo>
                    <a:pt x="300772" y="50800"/>
                  </a:lnTo>
                  <a:close/>
                </a:path>
                <a:path w="341629" h="351155">
                  <a:moveTo>
                    <a:pt x="303318" y="48260"/>
                  </a:moveTo>
                  <a:lnTo>
                    <a:pt x="292100" y="48260"/>
                  </a:lnTo>
                  <a:lnTo>
                    <a:pt x="290829" y="49530"/>
                  </a:lnTo>
                  <a:lnTo>
                    <a:pt x="302045" y="49530"/>
                  </a:lnTo>
                  <a:lnTo>
                    <a:pt x="303318" y="48260"/>
                  </a:lnTo>
                  <a:close/>
                </a:path>
                <a:path w="341629" h="351155">
                  <a:moveTo>
                    <a:pt x="307138" y="44450"/>
                  </a:moveTo>
                  <a:lnTo>
                    <a:pt x="295910" y="44450"/>
                  </a:lnTo>
                  <a:lnTo>
                    <a:pt x="293370" y="46990"/>
                  </a:lnTo>
                  <a:lnTo>
                    <a:pt x="304592" y="46990"/>
                  </a:lnTo>
                  <a:lnTo>
                    <a:pt x="307138" y="44450"/>
                  </a:lnTo>
                  <a:close/>
                </a:path>
                <a:path w="341629" h="351155">
                  <a:moveTo>
                    <a:pt x="309684" y="41910"/>
                  </a:moveTo>
                  <a:lnTo>
                    <a:pt x="298450" y="41910"/>
                  </a:lnTo>
                  <a:lnTo>
                    <a:pt x="297180" y="43180"/>
                  </a:lnTo>
                  <a:lnTo>
                    <a:pt x="308411" y="43180"/>
                  </a:lnTo>
                  <a:lnTo>
                    <a:pt x="309684" y="41910"/>
                  </a:lnTo>
                  <a:close/>
                </a:path>
                <a:path w="341629" h="351155">
                  <a:moveTo>
                    <a:pt x="313504" y="38100"/>
                  </a:moveTo>
                  <a:lnTo>
                    <a:pt x="302260" y="38100"/>
                  </a:lnTo>
                  <a:lnTo>
                    <a:pt x="299720" y="40640"/>
                  </a:lnTo>
                  <a:lnTo>
                    <a:pt x="310957" y="40640"/>
                  </a:lnTo>
                  <a:lnTo>
                    <a:pt x="313504" y="38100"/>
                  </a:lnTo>
                  <a:close/>
                </a:path>
                <a:path w="341629" h="351155">
                  <a:moveTo>
                    <a:pt x="316050" y="35560"/>
                  </a:moveTo>
                  <a:lnTo>
                    <a:pt x="304800" y="35560"/>
                  </a:lnTo>
                  <a:lnTo>
                    <a:pt x="303530" y="36830"/>
                  </a:lnTo>
                  <a:lnTo>
                    <a:pt x="314777" y="36830"/>
                  </a:lnTo>
                  <a:lnTo>
                    <a:pt x="316050" y="35560"/>
                  </a:lnTo>
                  <a:close/>
                </a:path>
                <a:path w="341629" h="351155">
                  <a:moveTo>
                    <a:pt x="319869" y="31750"/>
                  </a:moveTo>
                  <a:lnTo>
                    <a:pt x="308610" y="31750"/>
                  </a:lnTo>
                  <a:lnTo>
                    <a:pt x="306070" y="34290"/>
                  </a:lnTo>
                  <a:lnTo>
                    <a:pt x="317323" y="34290"/>
                  </a:lnTo>
                  <a:lnTo>
                    <a:pt x="319869" y="31750"/>
                  </a:lnTo>
                  <a:close/>
                </a:path>
                <a:path w="341629" h="351155">
                  <a:moveTo>
                    <a:pt x="322416" y="29210"/>
                  </a:moveTo>
                  <a:lnTo>
                    <a:pt x="311150" y="29210"/>
                  </a:lnTo>
                  <a:lnTo>
                    <a:pt x="309880" y="30480"/>
                  </a:lnTo>
                  <a:lnTo>
                    <a:pt x="321142" y="30480"/>
                  </a:lnTo>
                  <a:lnTo>
                    <a:pt x="322416" y="29210"/>
                  </a:lnTo>
                  <a:close/>
                </a:path>
                <a:path w="341629" h="351155">
                  <a:moveTo>
                    <a:pt x="326235" y="25400"/>
                  </a:moveTo>
                  <a:lnTo>
                    <a:pt x="314960" y="25400"/>
                  </a:lnTo>
                  <a:lnTo>
                    <a:pt x="312420" y="27940"/>
                  </a:lnTo>
                  <a:lnTo>
                    <a:pt x="323689" y="27940"/>
                  </a:lnTo>
                  <a:lnTo>
                    <a:pt x="326235" y="25400"/>
                  </a:lnTo>
                  <a:close/>
                </a:path>
                <a:path w="341629" h="351155">
                  <a:moveTo>
                    <a:pt x="328781" y="22860"/>
                  </a:moveTo>
                  <a:lnTo>
                    <a:pt x="317500" y="22860"/>
                  </a:lnTo>
                  <a:lnTo>
                    <a:pt x="316229" y="24130"/>
                  </a:lnTo>
                  <a:lnTo>
                    <a:pt x="327508" y="24130"/>
                  </a:lnTo>
                  <a:lnTo>
                    <a:pt x="328781" y="22860"/>
                  </a:lnTo>
                  <a:close/>
                </a:path>
                <a:path w="341629" h="351155">
                  <a:moveTo>
                    <a:pt x="332601" y="19050"/>
                  </a:moveTo>
                  <a:lnTo>
                    <a:pt x="321310" y="19050"/>
                  </a:lnTo>
                  <a:lnTo>
                    <a:pt x="318770" y="21590"/>
                  </a:lnTo>
                  <a:lnTo>
                    <a:pt x="330055" y="21590"/>
                  </a:lnTo>
                  <a:lnTo>
                    <a:pt x="332601" y="19050"/>
                  </a:lnTo>
                  <a:close/>
                </a:path>
                <a:path w="341629" h="351155">
                  <a:moveTo>
                    <a:pt x="335147" y="16510"/>
                  </a:moveTo>
                  <a:lnTo>
                    <a:pt x="323850" y="16510"/>
                  </a:lnTo>
                  <a:lnTo>
                    <a:pt x="322580" y="17780"/>
                  </a:lnTo>
                  <a:lnTo>
                    <a:pt x="333874" y="17780"/>
                  </a:lnTo>
                  <a:lnTo>
                    <a:pt x="335147" y="16510"/>
                  </a:lnTo>
                  <a:close/>
                </a:path>
                <a:path w="341629" h="351155">
                  <a:moveTo>
                    <a:pt x="338967" y="12700"/>
                  </a:moveTo>
                  <a:lnTo>
                    <a:pt x="327660" y="12700"/>
                  </a:lnTo>
                  <a:lnTo>
                    <a:pt x="325120" y="15240"/>
                  </a:lnTo>
                  <a:lnTo>
                    <a:pt x="336420" y="15240"/>
                  </a:lnTo>
                  <a:lnTo>
                    <a:pt x="338967" y="12700"/>
                  </a:lnTo>
                  <a:close/>
                </a:path>
                <a:path w="341629" h="351155">
                  <a:moveTo>
                    <a:pt x="341513" y="10160"/>
                  </a:moveTo>
                  <a:lnTo>
                    <a:pt x="330200" y="10160"/>
                  </a:lnTo>
                  <a:lnTo>
                    <a:pt x="328930" y="11430"/>
                  </a:lnTo>
                  <a:lnTo>
                    <a:pt x="340240" y="11430"/>
                  </a:lnTo>
                  <a:lnTo>
                    <a:pt x="341513" y="10160"/>
                  </a:lnTo>
                  <a:close/>
                </a:path>
                <a:path w="341629" h="351155">
                  <a:moveTo>
                    <a:pt x="341630" y="6350"/>
                  </a:moveTo>
                  <a:lnTo>
                    <a:pt x="334010" y="6350"/>
                  </a:lnTo>
                  <a:lnTo>
                    <a:pt x="331470" y="8890"/>
                  </a:lnTo>
                  <a:lnTo>
                    <a:pt x="341630" y="8890"/>
                  </a:lnTo>
                  <a:lnTo>
                    <a:pt x="341630" y="6350"/>
                  </a:lnTo>
                  <a:close/>
                </a:path>
                <a:path w="341629" h="351155">
                  <a:moveTo>
                    <a:pt x="341630" y="3810"/>
                  </a:moveTo>
                  <a:lnTo>
                    <a:pt x="336550" y="3810"/>
                  </a:lnTo>
                  <a:lnTo>
                    <a:pt x="335280" y="5080"/>
                  </a:lnTo>
                  <a:lnTo>
                    <a:pt x="341630" y="5080"/>
                  </a:lnTo>
                  <a:lnTo>
                    <a:pt x="341630" y="3810"/>
                  </a:lnTo>
                  <a:close/>
                </a:path>
                <a:path w="341629" h="351155">
                  <a:moveTo>
                    <a:pt x="341630" y="0"/>
                  </a:moveTo>
                  <a:lnTo>
                    <a:pt x="340360" y="0"/>
                  </a:lnTo>
                  <a:lnTo>
                    <a:pt x="337820" y="2540"/>
                  </a:lnTo>
                  <a:lnTo>
                    <a:pt x="341629" y="2540"/>
                  </a:lnTo>
                  <a:lnTo>
                    <a:pt x="341630" y="0"/>
                  </a:lnTo>
                  <a:close/>
                </a:path>
              </a:pathLst>
            </a:custGeom>
            <a:solidFill>
              <a:srgbClr val="CEC0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1" name="object 3551"/>
            <p:cNvSpPr/>
            <p:nvPr/>
          </p:nvSpPr>
          <p:spPr>
            <a:xfrm>
              <a:off x="7065010" y="2879090"/>
              <a:ext cx="341630" cy="351790"/>
            </a:xfrm>
            <a:custGeom>
              <a:avLst/>
              <a:gdLst/>
              <a:ahLst/>
              <a:cxnLst/>
              <a:rect l="l" t="t" r="r" b="b"/>
              <a:pathLst>
                <a:path w="341629" h="351789">
                  <a:moveTo>
                    <a:pt x="254000" y="97789"/>
                  </a:moveTo>
                  <a:lnTo>
                    <a:pt x="243480" y="97789"/>
                  </a:lnTo>
                  <a:lnTo>
                    <a:pt x="0" y="340668"/>
                  </a:lnTo>
                  <a:lnTo>
                    <a:pt x="0" y="351790"/>
                  </a:lnTo>
                  <a:lnTo>
                    <a:pt x="254000" y="97789"/>
                  </a:lnTo>
                  <a:close/>
                </a:path>
                <a:path w="341629" h="351789">
                  <a:moveTo>
                    <a:pt x="256540" y="95250"/>
                  </a:moveTo>
                  <a:lnTo>
                    <a:pt x="246027" y="95250"/>
                  </a:lnTo>
                  <a:lnTo>
                    <a:pt x="244753" y="96520"/>
                  </a:lnTo>
                  <a:lnTo>
                    <a:pt x="255270" y="96520"/>
                  </a:lnTo>
                  <a:lnTo>
                    <a:pt x="256540" y="95250"/>
                  </a:lnTo>
                  <a:close/>
                </a:path>
                <a:path w="341629" h="351789">
                  <a:moveTo>
                    <a:pt x="260350" y="91439"/>
                  </a:moveTo>
                  <a:lnTo>
                    <a:pt x="249846" y="91439"/>
                  </a:lnTo>
                  <a:lnTo>
                    <a:pt x="247300" y="93980"/>
                  </a:lnTo>
                  <a:lnTo>
                    <a:pt x="257809" y="93980"/>
                  </a:lnTo>
                  <a:lnTo>
                    <a:pt x="260350" y="91439"/>
                  </a:lnTo>
                  <a:close/>
                </a:path>
                <a:path w="341629" h="351789">
                  <a:moveTo>
                    <a:pt x="262890" y="88900"/>
                  </a:moveTo>
                  <a:lnTo>
                    <a:pt x="252392" y="88900"/>
                  </a:lnTo>
                  <a:lnTo>
                    <a:pt x="251119" y="90170"/>
                  </a:lnTo>
                  <a:lnTo>
                    <a:pt x="261620" y="90170"/>
                  </a:lnTo>
                  <a:lnTo>
                    <a:pt x="262890" y="88900"/>
                  </a:lnTo>
                  <a:close/>
                </a:path>
                <a:path w="341629" h="351789">
                  <a:moveTo>
                    <a:pt x="266700" y="85089"/>
                  </a:moveTo>
                  <a:lnTo>
                    <a:pt x="256212" y="85089"/>
                  </a:lnTo>
                  <a:lnTo>
                    <a:pt x="253665" y="87630"/>
                  </a:lnTo>
                  <a:lnTo>
                    <a:pt x="264159" y="87630"/>
                  </a:lnTo>
                  <a:lnTo>
                    <a:pt x="266700" y="85089"/>
                  </a:lnTo>
                  <a:close/>
                </a:path>
                <a:path w="341629" h="351789">
                  <a:moveTo>
                    <a:pt x="269240" y="82550"/>
                  </a:moveTo>
                  <a:lnTo>
                    <a:pt x="258758" y="82550"/>
                  </a:lnTo>
                  <a:lnTo>
                    <a:pt x="257485" y="83820"/>
                  </a:lnTo>
                  <a:lnTo>
                    <a:pt x="267970" y="83820"/>
                  </a:lnTo>
                  <a:lnTo>
                    <a:pt x="269240" y="82550"/>
                  </a:lnTo>
                  <a:close/>
                </a:path>
                <a:path w="341629" h="351789">
                  <a:moveTo>
                    <a:pt x="273050" y="78739"/>
                  </a:moveTo>
                  <a:lnTo>
                    <a:pt x="262578" y="78739"/>
                  </a:lnTo>
                  <a:lnTo>
                    <a:pt x="260031" y="81280"/>
                  </a:lnTo>
                  <a:lnTo>
                    <a:pt x="270509" y="81280"/>
                  </a:lnTo>
                  <a:lnTo>
                    <a:pt x="273050" y="78739"/>
                  </a:lnTo>
                  <a:close/>
                </a:path>
                <a:path w="341629" h="351789">
                  <a:moveTo>
                    <a:pt x="275590" y="76200"/>
                  </a:moveTo>
                  <a:lnTo>
                    <a:pt x="265124" y="76200"/>
                  </a:lnTo>
                  <a:lnTo>
                    <a:pt x="263851" y="77470"/>
                  </a:lnTo>
                  <a:lnTo>
                    <a:pt x="274320" y="77470"/>
                  </a:lnTo>
                  <a:lnTo>
                    <a:pt x="275590" y="76200"/>
                  </a:lnTo>
                  <a:close/>
                </a:path>
                <a:path w="341629" h="351789">
                  <a:moveTo>
                    <a:pt x="279400" y="72389"/>
                  </a:moveTo>
                  <a:lnTo>
                    <a:pt x="268943" y="72389"/>
                  </a:lnTo>
                  <a:lnTo>
                    <a:pt x="266397" y="74930"/>
                  </a:lnTo>
                  <a:lnTo>
                    <a:pt x="276859" y="74930"/>
                  </a:lnTo>
                  <a:lnTo>
                    <a:pt x="279400" y="72389"/>
                  </a:lnTo>
                  <a:close/>
                </a:path>
                <a:path w="341629" h="351789">
                  <a:moveTo>
                    <a:pt x="281940" y="69850"/>
                  </a:moveTo>
                  <a:lnTo>
                    <a:pt x="271490" y="69850"/>
                  </a:lnTo>
                  <a:lnTo>
                    <a:pt x="270216" y="71120"/>
                  </a:lnTo>
                  <a:lnTo>
                    <a:pt x="280670" y="71120"/>
                  </a:lnTo>
                  <a:lnTo>
                    <a:pt x="281940" y="69850"/>
                  </a:lnTo>
                  <a:close/>
                </a:path>
                <a:path w="341629" h="351789">
                  <a:moveTo>
                    <a:pt x="285750" y="66039"/>
                  </a:moveTo>
                  <a:lnTo>
                    <a:pt x="275309" y="66039"/>
                  </a:lnTo>
                  <a:lnTo>
                    <a:pt x="272763" y="68580"/>
                  </a:lnTo>
                  <a:lnTo>
                    <a:pt x="283209" y="68580"/>
                  </a:lnTo>
                  <a:lnTo>
                    <a:pt x="285750" y="66039"/>
                  </a:lnTo>
                  <a:close/>
                </a:path>
                <a:path w="341629" h="351789">
                  <a:moveTo>
                    <a:pt x="288290" y="63500"/>
                  </a:moveTo>
                  <a:lnTo>
                    <a:pt x="277855" y="63500"/>
                  </a:lnTo>
                  <a:lnTo>
                    <a:pt x="276582" y="64770"/>
                  </a:lnTo>
                  <a:lnTo>
                    <a:pt x="287020" y="64770"/>
                  </a:lnTo>
                  <a:lnTo>
                    <a:pt x="288290" y="63500"/>
                  </a:lnTo>
                  <a:close/>
                </a:path>
                <a:path w="341629" h="351789">
                  <a:moveTo>
                    <a:pt x="292100" y="59689"/>
                  </a:moveTo>
                  <a:lnTo>
                    <a:pt x="281675" y="59689"/>
                  </a:lnTo>
                  <a:lnTo>
                    <a:pt x="279128" y="62230"/>
                  </a:lnTo>
                  <a:lnTo>
                    <a:pt x="289559" y="62230"/>
                  </a:lnTo>
                  <a:lnTo>
                    <a:pt x="292100" y="59689"/>
                  </a:lnTo>
                  <a:close/>
                </a:path>
                <a:path w="341629" h="351789">
                  <a:moveTo>
                    <a:pt x="294640" y="57150"/>
                  </a:moveTo>
                  <a:lnTo>
                    <a:pt x="284221" y="57150"/>
                  </a:lnTo>
                  <a:lnTo>
                    <a:pt x="282948" y="58420"/>
                  </a:lnTo>
                  <a:lnTo>
                    <a:pt x="293370" y="58420"/>
                  </a:lnTo>
                  <a:lnTo>
                    <a:pt x="294640" y="57150"/>
                  </a:lnTo>
                  <a:close/>
                </a:path>
                <a:path w="341629" h="351789">
                  <a:moveTo>
                    <a:pt x="298450" y="53339"/>
                  </a:moveTo>
                  <a:lnTo>
                    <a:pt x="288041" y="53339"/>
                  </a:lnTo>
                  <a:lnTo>
                    <a:pt x="285494" y="55880"/>
                  </a:lnTo>
                  <a:lnTo>
                    <a:pt x="295909" y="55880"/>
                  </a:lnTo>
                  <a:lnTo>
                    <a:pt x="298450" y="53339"/>
                  </a:lnTo>
                  <a:close/>
                </a:path>
                <a:path w="341629" h="351789">
                  <a:moveTo>
                    <a:pt x="300990" y="50800"/>
                  </a:moveTo>
                  <a:lnTo>
                    <a:pt x="290587" y="50800"/>
                  </a:lnTo>
                  <a:lnTo>
                    <a:pt x="289314" y="52070"/>
                  </a:lnTo>
                  <a:lnTo>
                    <a:pt x="299720" y="52070"/>
                  </a:lnTo>
                  <a:lnTo>
                    <a:pt x="300990" y="50800"/>
                  </a:lnTo>
                  <a:close/>
                </a:path>
                <a:path w="341629" h="351789">
                  <a:moveTo>
                    <a:pt x="304800" y="46989"/>
                  </a:moveTo>
                  <a:lnTo>
                    <a:pt x="294406" y="46989"/>
                  </a:lnTo>
                  <a:lnTo>
                    <a:pt x="291860" y="49530"/>
                  </a:lnTo>
                  <a:lnTo>
                    <a:pt x="302259" y="49530"/>
                  </a:lnTo>
                  <a:lnTo>
                    <a:pt x="304800" y="46989"/>
                  </a:lnTo>
                  <a:close/>
                </a:path>
                <a:path w="341629" h="351789">
                  <a:moveTo>
                    <a:pt x="307340" y="44450"/>
                  </a:moveTo>
                  <a:lnTo>
                    <a:pt x="296953" y="44450"/>
                  </a:lnTo>
                  <a:lnTo>
                    <a:pt x="295679" y="45720"/>
                  </a:lnTo>
                  <a:lnTo>
                    <a:pt x="306070" y="45720"/>
                  </a:lnTo>
                  <a:lnTo>
                    <a:pt x="307340" y="44450"/>
                  </a:lnTo>
                  <a:close/>
                </a:path>
                <a:path w="341629" h="351789">
                  <a:moveTo>
                    <a:pt x="311150" y="40639"/>
                  </a:moveTo>
                  <a:lnTo>
                    <a:pt x="300772" y="40639"/>
                  </a:lnTo>
                  <a:lnTo>
                    <a:pt x="298226" y="43180"/>
                  </a:lnTo>
                  <a:lnTo>
                    <a:pt x="308609" y="43180"/>
                  </a:lnTo>
                  <a:lnTo>
                    <a:pt x="311150" y="40639"/>
                  </a:lnTo>
                  <a:close/>
                </a:path>
                <a:path w="341629" h="351789">
                  <a:moveTo>
                    <a:pt x="313690" y="38100"/>
                  </a:moveTo>
                  <a:lnTo>
                    <a:pt x="303318" y="38100"/>
                  </a:lnTo>
                  <a:lnTo>
                    <a:pt x="302045" y="39370"/>
                  </a:lnTo>
                  <a:lnTo>
                    <a:pt x="312420" y="39370"/>
                  </a:lnTo>
                  <a:lnTo>
                    <a:pt x="313690" y="38100"/>
                  </a:lnTo>
                  <a:close/>
                </a:path>
                <a:path w="341629" h="351789">
                  <a:moveTo>
                    <a:pt x="317500" y="34289"/>
                  </a:moveTo>
                  <a:lnTo>
                    <a:pt x="307138" y="34289"/>
                  </a:lnTo>
                  <a:lnTo>
                    <a:pt x="304592" y="36830"/>
                  </a:lnTo>
                  <a:lnTo>
                    <a:pt x="314959" y="36830"/>
                  </a:lnTo>
                  <a:lnTo>
                    <a:pt x="317500" y="34289"/>
                  </a:lnTo>
                  <a:close/>
                </a:path>
                <a:path w="341629" h="351789">
                  <a:moveTo>
                    <a:pt x="320040" y="31750"/>
                  </a:moveTo>
                  <a:lnTo>
                    <a:pt x="309684" y="31750"/>
                  </a:lnTo>
                  <a:lnTo>
                    <a:pt x="308411" y="33020"/>
                  </a:lnTo>
                  <a:lnTo>
                    <a:pt x="318770" y="33020"/>
                  </a:lnTo>
                  <a:lnTo>
                    <a:pt x="320040" y="31750"/>
                  </a:lnTo>
                  <a:close/>
                </a:path>
                <a:path w="341629" h="351789">
                  <a:moveTo>
                    <a:pt x="323850" y="27939"/>
                  </a:moveTo>
                  <a:lnTo>
                    <a:pt x="313504" y="27939"/>
                  </a:lnTo>
                  <a:lnTo>
                    <a:pt x="310957" y="30480"/>
                  </a:lnTo>
                  <a:lnTo>
                    <a:pt x="321309" y="30480"/>
                  </a:lnTo>
                  <a:lnTo>
                    <a:pt x="323850" y="27939"/>
                  </a:lnTo>
                  <a:close/>
                </a:path>
                <a:path w="341629" h="351789">
                  <a:moveTo>
                    <a:pt x="326390" y="25400"/>
                  </a:moveTo>
                  <a:lnTo>
                    <a:pt x="316050" y="25400"/>
                  </a:lnTo>
                  <a:lnTo>
                    <a:pt x="314777" y="26670"/>
                  </a:lnTo>
                  <a:lnTo>
                    <a:pt x="325120" y="26670"/>
                  </a:lnTo>
                  <a:lnTo>
                    <a:pt x="326390" y="25400"/>
                  </a:lnTo>
                  <a:close/>
                </a:path>
                <a:path w="341629" h="351789">
                  <a:moveTo>
                    <a:pt x="330200" y="21589"/>
                  </a:moveTo>
                  <a:lnTo>
                    <a:pt x="319869" y="21589"/>
                  </a:lnTo>
                  <a:lnTo>
                    <a:pt x="317323" y="24130"/>
                  </a:lnTo>
                  <a:lnTo>
                    <a:pt x="327659" y="24130"/>
                  </a:lnTo>
                  <a:lnTo>
                    <a:pt x="330200" y="21589"/>
                  </a:lnTo>
                  <a:close/>
                </a:path>
                <a:path w="341629" h="351789">
                  <a:moveTo>
                    <a:pt x="332740" y="19050"/>
                  </a:moveTo>
                  <a:lnTo>
                    <a:pt x="322416" y="19050"/>
                  </a:lnTo>
                  <a:lnTo>
                    <a:pt x="321142" y="20320"/>
                  </a:lnTo>
                  <a:lnTo>
                    <a:pt x="331470" y="20320"/>
                  </a:lnTo>
                  <a:lnTo>
                    <a:pt x="332740" y="19050"/>
                  </a:lnTo>
                  <a:close/>
                </a:path>
                <a:path w="341629" h="351789">
                  <a:moveTo>
                    <a:pt x="336550" y="15239"/>
                  </a:moveTo>
                  <a:lnTo>
                    <a:pt x="326235" y="15239"/>
                  </a:lnTo>
                  <a:lnTo>
                    <a:pt x="323689" y="17780"/>
                  </a:lnTo>
                  <a:lnTo>
                    <a:pt x="334009" y="17780"/>
                  </a:lnTo>
                  <a:lnTo>
                    <a:pt x="336550" y="15239"/>
                  </a:lnTo>
                  <a:close/>
                </a:path>
                <a:path w="341629" h="351789">
                  <a:moveTo>
                    <a:pt x="339090" y="12700"/>
                  </a:moveTo>
                  <a:lnTo>
                    <a:pt x="328781" y="12700"/>
                  </a:lnTo>
                  <a:lnTo>
                    <a:pt x="327508" y="13970"/>
                  </a:lnTo>
                  <a:lnTo>
                    <a:pt x="337820" y="13970"/>
                  </a:lnTo>
                  <a:lnTo>
                    <a:pt x="339090" y="12700"/>
                  </a:lnTo>
                  <a:close/>
                </a:path>
                <a:path w="341629" h="351789">
                  <a:moveTo>
                    <a:pt x="341629" y="8889"/>
                  </a:moveTo>
                  <a:lnTo>
                    <a:pt x="332601" y="8889"/>
                  </a:lnTo>
                  <a:lnTo>
                    <a:pt x="330055" y="11430"/>
                  </a:lnTo>
                  <a:lnTo>
                    <a:pt x="340359" y="11430"/>
                  </a:lnTo>
                  <a:lnTo>
                    <a:pt x="341629" y="10159"/>
                  </a:lnTo>
                  <a:lnTo>
                    <a:pt x="341629" y="8889"/>
                  </a:lnTo>
                  <a:close/>
                </a:path>
                <a:path w="341629" h="351789">
                  <a:moveTo>
                    <a:pt x="341630" y="6350"/>
                  </a:moveTo>
                  <a:lnTo>
                    <a:pt x="335147" y="6350"/>
                  </a:lnTo>
                  <a:lnTo>
                    <a:pt x="333874" y="7620"/>
                  </a:lnTo>
                  <a:lnTo>
                    <a:pt x="341630" y="7620"/>
                  </a:lnTo>
                  <a:lnTo>
                    <a:pt x="341630" y="6350"/>
                  </a:lnTo>
                  <a:close/>
                </a:path>
                <a:path w="341629" h="351789">
                  <a:moveTo>
                    <a:pt x="341630" y="2539"/>
                  </a:moveTo>
                  <a:lnTo>
                    <a:pt x="338967" y="2539"/>
                  </a:lnTo>
                  <a:lnTo>
                    <a:pt x="336420" y="5080"/>
                  </a:lnTo>
                  <a:lnTo>
                    <a:pt x="341630" y="5080"/>
                  </a:lnTo>
                  <a:lnTo>
                    <a:pt x="341630" y="2539"/>
                  </a:lnTo>
                  <a:close/>
                </a:path>
                <a:path w="341629" h="351789">
                  <a:moveTo>
                    <a:pt x="341630" y="0"/>
                  </a:moveTo>
                  <a:lnTo>
                    <a:pt x="340240" y="1270"/>
                  </a:lnTo>
                  <a:lnTo>
                    <a:pt x="341630" y="1270"/>
                  </a:lnTo>
                  <a:lnTo>
                    <a:pt x="341630" y="0"/>
                  </a:lnTo>
                  <a:close/>
                </a:path>
              </a:pathLst>
            </a:custGeom>
            <a:solidFill>
              <a:srgbClr val="CEC0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2" name="object 3552"/>
            <p:cNvSpPr/>
            <p:nvPr/>
          </p:nvSpPr>
          <p:spPr>
            <a:xfrm>
              <a:off x="7065010" y="2889250"/>
              <a:ext cx="341630" cy="353060"/>
            </a:xfrm>
            <a:custGeom>
              <a:avLst/>
              <a:gdLst/>
              <a:ahLst/>
              <a:cxnLst/>
              <a:rect l="l" t="t" r="r" b="b"/>
              <a:pathLst>
                <a:path w="341629" h="353060">
                  <a:moveTo>
                    <a:pt x="265430" y="87630"/>
                  </a:moveTo>
                  <a:lnTo>
                    <a:pt x="254000" y="87630"/>
                  </a:lnTo>
                  <a:lnTo>
                    <a:pt x="0" y="341630"/>
                  </a:lnTo>
                  <a:lnTo>
                    <a:pt x="0" y="353060"/>
                  </a:lnTo>
                  <a:lnTo>
                    <a:pt x="265430" y="87630"/>
                  </a:lnTo>
                  <a:close/>
                </a:path>
                <a:path w="341629" h="353060">
                  <a:moveTo>
                    <a:pt x="267970" y="85090"/>
                  </a:moveTo>
                  <a:lnTo>
                    <a:pt x="256540" y="85090"/>
                  </a:lnTo>
                  <a:lnTo>
                    <a:pt x="255270" y="86360"/>
                  </a:lnTo>
                  <a:lnTo>
                    <a:pt x="266700" y="86360"/>
                  </a:lnTo>
                  <a:lnTo>
                    <a:pt x="267970" y="85090"/>
                  </a:lnTo>
                  <a:close/>
                </a:path>
                <a:path w="341629" h="353060">
                  <a:moveTo>
                    <a:pt x="271780" y="81280"/>
                  </a:moveTo>
                  <a:lnTo>
                    <a:pt x="260350" y="81280"/>
                  </a:lnTo>
                  <a:lnTo>
                    <a:pt x="257809" y="83820"/>
                  </a:lnTo>
                  <a:lnTo>
                    <a:pt x="269240" y="83820"/>
                  </a:lnTo>
                  <a:lnTo>
                    <a:pt x="271780" y="81280"/>
                  </a:lnTo>
                  <a:close/>
                </a:path>
                <a:path w="341629" h="353060">
                  <a:moveTo>
                    <a:pt x="274320" y="78740"/>
                  </a:moveTo>
                  <a:lnTo>
                    <a:pt x="262890" y="78740"/>
                  </a:lnTo>
                  <a:lnTo>
                    <a:pt x="261620" y="80010"/>
                  </a:lnTo>
                  <a:lnTo>
                    <a:pt x="273050" y="80010"/>
                  </a:lnTo>
                  <a:lnTo>
                    <a:pt x="274320" y="78740"/>
                  </a:lnTo>
                  <a:close/>
                </a:path>
                <a:path w="341629" h="353060">
                  <a:moveTo>
                    <a:pt x="278130" y="74930"/>
                  </a:moveTo>
                  <a:lnTo>
                    <a:pt x="266700" y="74930"/>
                  </a:lnTo>
                  <a:lnTo>
                    <a:pt x="264159" y="77470"/>
                  </a:lnTo>
                  <a:lnTo>
                    <a:pt x="275590" y="77470"/>
                  </a:lnTo>
                  <a:lnTo>
                    <a:pt x="278130" y="74930"/>
                  </a:lnTo>
                  <a:close/>
                </a:path>
                <a:path w="341629" h="353060">
                  <a:moveTo>
                    <a:pt x="280670" y="72390"/>
                  </a:moveTo>
                  <a:lnTo>
                    <a:pt x="269240" y="72390"/>
                  </a:lnTo>
                  <a:lnTo>
                    <a:pt x="267970" y="73660"/>
                  </a:lnTo>
                  <a:lnTo>
                    <a:pt x="279400" y="73660"/>
                  </a:lnTo>
                  <a:lnTo>
                    <a:pt x="280670" y="72390"/>
                  </a:lnTo>
                  <a:close/>
                </a:path>
                <a:path w="341629" h="353060">
                  <a:moveTo>
                    <a:pt x="284480" y="68580"/>
                  </a:moveTo>
                  <a:lnTo>
                    <a:pt x="273050" y="68580"/>
                  </a:lnTo>
                  <a:lnTo>
                    <a:pt x="270509" y="71120"/>
                  </a:lnTo>
                  <a:lnTo>
                    <a:pt x="281940" y="71120"/>
                  </a:lnTo>
                  <a:lnTo>
                    <a:pt x="284480" y="68580"/>
                  </a:lnTo>
                  <a:close/>
                </a:path>
                <a:path w="341629" h="353060">
                  <a:moveTo>
                    <a:pt x="287020" y="66040"/>
                  </a:moveTo>
                  <a:lnTo>
                    <a:pt x="275590" y="66040"/>
                  </a:lnTo>
                  <a:lnTo>
                    <a:pt x="274320" y="67310"/>
                  </a:lnTo>
                  <a:lnTo>
                    <a:pt x="285750" y="67310"/>
                  </a:lnTo>
                  <a:lnTo>
                    <a:pt x="287020" y="66040"/>
                  </a:lnTo>
                  <a:close/>
                </a:path>
                <a:path w="341629" h="353060">
                  <a:moveTo>
                    <a:pt x="290830" y="62230"/>
                  </a:moveTo>
                  <a:lnTo>
                    <a:pt x="279400" y="62230"/>
                  </a:lnTo>
                  <a:lnTo>
                    <a:pt x="276859" y="64770"/>
                  </a:lnTo>
                  <a:lnTo>
                    <a:pt x="288290" y="64770"/>
                  </a:lnTo>
                  <a:lnTo>
                    <a:pt x="290830" y="62230"/>
                  </a:lnTo>
                  <a:close/>
                </a:path>
                <a:path w="341629" h="353060">
                  <a:moveTo>
                    <a:pt x="293370" y="59690"/>
                  </a:moveTo>
                  <a:lnTo>
                    <a:pt x="281940" y="59690"/>
                  </a:lnTo>
                  <a:lnTo>
                    <a:pt x="280670" y="60960"/>
                  </a:lnTo>
                  <a:lnTo>
                    <a:pt x="292100" y="60960"/>
                  </a:lnTo>
                  <a:lnTo>
                    <a:pt x="293370" y="59690"/>
                  </a:lnTo>
                  <a:close/>
                </a:path>
                <a:path w="341629" h="353060">
                  <a:moveTo>
                    <a:pt x="297180" y="55880"/>
                  </a:moveTo>
                  <a:lnTo>
                    <a:pt x="285750" y="55880"/>
                  </a:lnTo>
                  <a:lnTo>
                    <a:pt x="283209" y="58420"/>
                  </a:lnTo>
                  <a:lnTo>
                    <a:pt x="294640" y="58420"/>
                  </a:lnTo>
                  <a:lnTo>
                    <a:pt x="297180" y="55880"/>
                  </a:lnTo>
                  <a:close/>
                </a:path>
                <a:path w="341629" h="353060">
                  <a:moveTo>
                    <a:pt x="299720" y="53340"/>
                  </a:moveTo>
                  <a:lnTo>
                    <a:pt x="288290" y="53340"/>
                  </a:lnTo>
                  <a:lnTo>
                    <a:pt x="287020" y="54610"/>
                  </a:lnTo>
                  <a:lnTo>
                    <a:pt x="298450" y="54610"/>
                  </a:lnTo>
                  <a:lnTo>
                    <a:pt x="299720" y="53340"/>
                  </a:lnTo>
                  <a:close/>
                </a:path>
                <a:path w="341629" h="353060">
                  <a:moveTo>
                    <a:pt x="303530" y="49530"/>
                  </a:moveTo>
                  <a:lnTo>
                    <a:pt x="292100" y="49530"/>
                  </a:lnTo>
                  <a:lnTo>
                    <a:pt x="289559" y="52070"/>
                  </a:lnTo>
                  <a:lnTo>
                    <a:pt x="300990" y="52070"/>
                  </a:lnTo>
                  <a:lnTo>
                    <a:pt x="303530" y="49530"/>
                  </a:lnTo>
                  <a:close/>
                </a:path>
                <a:path w="341629" h="353060">
                  <a:moveTo>
                    <a:pt x="306070" y="46990"/>
                  </a:moveTo>
                  <a:lnTo>
                    <a:pt x="294640" y="46990"/>
                  </a:lnTo>
                  <a:lnTo>
                    <a:pt x="293370" y="48260"/>
                  </a:lnTo>
                  <a:lnTo>
                    <a:pt x="304800" y="48260"/>
                  </a:lnTo>
                  <a:lnTo>
                    <a:pt x="306070" y="46990"/>
                  </a:lnTo>
                  <a:close/>
                </a:path>
                <a:path w="341629" h="353060">
                  <a:moveTo>
                    <a:pt x="309880" y="43180"/>
                  </a:moveTo>
                  <a:lnTo>
                    <a:pt x="298450" y="43180"/>
                  </a:lnTo>
                  <a:lnTo>
                    <a:pt x="295909" y="45720"/>
                  </a:lnTo>
                  <a:lnTo>
                    <a:pt x="307340" y="45720"/>
                  </a:lnTo>
                  <a:lnTo>
                    <a:pt x="309880" y="43180"/>
                  </a:lnTo>
                  <a:close/>
                </a:path>
                <a:path w="341629" h="353060">
                  <a:moveTo>
                    <a:pt x="312420" y="40640"/>
                  </a:moveTo>
                  <a:lnTo>
                    <a:pt x="300990" y="40640"/>
                  </a:lnTo>
                  <a:lnTo>
                    <a:pt x="299720" y="41910"/>
                  </a:lnTo>
                  <a:lnTo>
                    <a:pt x="311150" y="41910"/>
                  </a:lnTo>
                  <a:lnTo>
                    <a:pt x="312420" y="40640"/>
                  </a:lnTo>
                  <a:close/>
                </a:path>
                <a:path w="341629" h="353060">
                  <a:moveTo>
                    <a:pt x="316230" y="36830"/>
                  </a:moveTo>
                  <a:lnTo>
                    <a:pt x="304800" y="36830"/>
                  </a:lnTo>
                  <a:lnTo>
                    <a:pt x="302259" y="39370"/>
                  </a:lnTo>
                  <a:lnTo>
                    <a:pt x="313690" y="39370"/>
                  </a:lnTo>
                  <a:lnTo>
                    <a:pt x="316230" y="36830"/>
                  </a:lnTo>
                  <a:close/>
                </a:path>
                <a:path w="341629" h="353060">
                  <a:moveTo>
                    <a:pt x="318770" y="34290"/>
                  </a:moveTo>
                  <a:lnTo>
                    <a:pt x="307340" y="34290"/>
                  </a:lnTo>
                  <a:lnTo>
                    <a:pt x="306070" y="35560"/>
                  </a:lnTo>
                  <a:lnTo>
                    <a:pt x="317500" y="35560"/>
                  </a:lnTo>
                  <a:lnTo>
                    <a:pt x="318770" y="34290"/>
                  </a:lnTo>
                  <a:close/>
                </a:path>
                <a:path w="341629" h="353060">
                  <a:moveTo>
                    <a:pt x="322580" y="30480"/>
                  </a:moveTo>
                  <a:lnTo>
                    <a:pt x="311150" y="30480"/>
                  </a:lnTo>
                  <a:lnTo>
                    <a:pt x="308609" y="33020"/>
                  </a:lnTo>
                  <a:lnTo>
                    <a:pt x="320040" y="33020"/>
                  </a:lnTo>
                  <a:lnTo>
                    <a:pt x="322580" y="30480"/>
                  </a:lnTo>
                  <a:close/>
                </a:path>
                <a:path w="341629" h="353060">
                  <a:moveTo>
                    <a:pt x="325120" y="27940"/>
                  </a:moveTo>
                  <a:lnTo>
                    <a:pt x="313690" y="27940"/>
                  </a:lnTo>
                  <a:lnTo>
                    <a:pt x="312420" y="29210"/>
                  </a:lnTo>
                  <a:lnTo>
                    <a:pt x="323850" y="29210"/>
                  </a:lnTo>
                  <a:lnTo>
                    <a:pt x="325120" y="27940"/>
                  </a:lnTo>
                  <a:close/>
                </a:path>
                <a:path w="341629" h="353060">
                  <a:moveTo>
                    <a:pt x="328930" y="24130"/>
                  </a:moveTo>
                  <a:lnTo>
                    <a:pt x="317500" y="24130"/>
                  </a:lnTo>
                  <a:lnTo>
                    <a:pt x="314959" y="26670"/>
                  </a:lnTo>
                  <a:lnTo>
                    <a:pt x="326390" y="26670"/>
                  </a:lnTo>
                  <a:lnTo>
                    <a:pt x="328930" y="24130"/>
                  </a:lnTo>
                  <a:close/>
                </a:path>
                <a:path w="341629" h="353060">
                  <a:moveTo>
                    <a:pt x="331470" y="21590"/>
                  </a:moveTo>
                  <a:lnTo>
                    <a:pt x="320040" y="21590"/>
                  </a:lnTo>
                  <a:lnTo>
                    <a:pt x="318769" y="22860"/>
                  </a:lnTo>
                  <a:lnTo>
                    <a:pt x="330200" y="22860"/>
                  </a:lnTo>
                  <a:lnTo>
                    <a:pt x="331470" y="21590"/>
                  </a:lnTo>
                  <a:close/>
                </a:path>
                <a:path w="341629" h="353060">
                  <a:moveTo>
                    <a:pt x="335280" y="17780"/>
                  </a:moveTo>
                  <a:lnTo>
                    <a:pt x="323850" y="17780"/>
                  </a:lnTo>
                  <a:lnTo>
                    <a:pt x="321309" y="20320"/>
                  </a:lnTo>
                  <a:lnTo>
                    <a:pt x="332740" y="20320"/>
                  </a:lnTo>
                  <a:lnTo>
                    <a:pt x="335280" y="17780"/>
                  </a:lnTo>
                  <a:close/>
                </a:path>
                <a:path w="341629" h="353060">
                  <a:moveTo>
                    <a:pt x="337820" y="15240"/>
                  </a:moveTo>
                  <a:lnTo>
                    <a:pt x="326390" y="15240"/>
                  </a:lnTo>
                  <a:lnTo>
                    <a:pt x="325119" y="16510"/>
                  </a:lnTo>
                  <a:lnTo>
                    <a:pt x="336550" y="16510"/>
                  </a:lnTo>
                  <a:lnTo>
                    <a:pt x="337820" y="15240"/>
                  </a:lnTo>
                  <a:close/>
                </a:path>
                <a:path w="341629" h="353060">
                  <a:moveTo>
                    <a:pt x="341630" y="11430"/>
                  </a:moveTo>
                  <a:lnTo>
                    <a:pt x="330200" y="11430"/>
                  </a:lnTo>
                  <a:lnTo>
                    <a:pt x="327659" y="13970"/>
                  </a:lnTo>
                  <a:lnTo>
                    <a:pt x="339090" y="13970"/>
                  </a:lnTo>
                  <a:lnTo>
                    <a:pt x="341630" y="11430"/>
                  </a:lnTo>
                  <a:close/>
                </a:path>
                <a:path w="341629" h="353060">
                  <a:moveTo>
                    <a:pt x="341629" y="8890"/>
                  </a:moveTo>
                  <a:lnTo>
                    <a:pt x="332740" y="8890"/>
                  </a:lnTo>
                  <a:lnTo>
                    <a:pt x="331470" y="10160"/>
                  </a:lnTo>
                  <a:lnTo>
                    <a:pt x="341629" y="10160"/>
                  </a:lnTo>
                  <a:lnTo>
                    <a:pt x="341629" y="8890"/>
                  </a:lnTo>
                  <a:close/>
                </a:path>
                <a:path w="341629" h="353060">
                  <a:moveTo>
                    <a:pt x="341630" y="5080"/>
                  </a:moveTo>
                  <a:lnTo>
                    <a:pt x="336550" y="5080"/>
                  </a:lnTo>
                  <a:lnTo>
                    <a:pt x="334009" y="7620"/>
                  </a:lnTo>
                  <a:lnTo>
                    <a:pt x="341629" y="7620"/>
                  </a:lnTo>
                  <a:lnTo>
                    <a:pt x="341630" y="5080"/>
                  </a:lnTo>
                  <a:close/>
                </a:path>
                <a:path w="341629" h="353060">
                  <a:moveTo>
                    <a:pt x="341629" y="2540"/>
                  </a:moveTo>
                  <a:lnTo>
                    <a:pt x="339090" y="2540"/>
                  </a:lnTo>
                  <a:lnTo>
                    <a:pt x="337820" y="3810"/>
                  </a:lnTo>
                  <a:lnTo>
                    <a:pt x="341629" y="3810"/>
                  </a:lnTo>
                  <a:lnTo>
                    <a:pt x="341629" y="2540"/>
                  </a:lnTo>
                  <a:close/>
                </a:path>
                <a:path w="341629" h="353060">
                  <a:moveTo>
                    <a:pt x="341630" y="0"/>
                  </a:moveTo>
                  <a:lnTo>
                    <a:pt x="340359" y="1270"/>
                  </a:lnTo>
                  <a:lnTo>
                    <a:pt x="341630" y="1270"/>
                  </a:lnTo>
                  <a:lnTo>
                    <a:pt x="341630" y="0"/>
                  </a:lnTo>
                  <a:close/>
                </a:path>
              </a:pathLst>
            </a:custGeom>
            <a:solidFill>
              <a:srgbClr val="CFC1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3" name="object 3553"/>
            <p:cNvSpPr/>
            <p:nvPr/>
          </p:nvSpPr>
          <p:spPr>
            <a:xfrm>
              <a:off x="7065010" y="2900680"/>
              <a:ext cx="341630" cy="351790"/>
            </a:xfrm>
            <a:custGeom>
              <a:avLst/>
              <a:gdLst/>
              <a:ahLst/>
              <a:cxnLst/>
              <a:rect l="l" t="t" r="r" b="b"/>
              <a:pathLst>
                <a:path w="341629" h="351789">
                  <a:moveTo>
                    <a:pt x="275590" y="76200"/>
                  </a:moveTo>
                  <a:lnTo>
                    <a:pt x="265430" y="76200"/>
                  </a:lnTo>
                  <a:lnTo>
                    <a:pt x="0" y="341630"/>
                  </a:lnTo>
                  <a:lnTo>
                    <a:pt x="0" y="351790"/>
                  </a:lnTo>
                  <a:lnTo>
                    <a:pt x="275590" y="76200"/>
                  </a:lnTo>
                  <a:close/>
                </a:path>
                <a:path w="341629" h="351789">
                  <a:moveTo>
                    <a:pt x="278130" y="73660"/>
                  </a:moveTo>
                  <a:lnTo>
                    <a:pt x="267970" y="73660"/>
                  </a:lnTo>
                  <a:lnTo>
                    <a:pt x="266700" y="74930"/>
                  </a:lnTo>
                  <a:lnTo>
                    <a:pt x="276860" y="74930"/>
                  </a:lnTo>
                  <a:lnTo>
                    <a:pt x="278130" y="73660"/>
                  </a:lnTo>
                  <a:close/>
                </a:path>
                <a:path w="341629" h="351789">
                  <a:moveTo>
                    <a:pt x="281940" y="69850"/>
                  </a:moveTo>
                  <a:lnTo>
                    <a:pt x="271780" y="69850"/>
                  </a:lnTo>
                  <a:lnTo>
                    <a:pt x="269240" y="72390"/>
                  </a:lnTo>
                  <a:lnTo>
                    <a:pt x="279400" y="72390"/>
                  </a:lnTo>
                  <a:lnTo>
                    <a:pt x="281940" y="69850"/>
                  </a:lnTo>
                  <a:close/>
                </a:path>
                <a:path w="341629" h="351789">
                  <a:moveTo>
                    <a:pt x="284480" y="67310"/>
                  </a:moveTo>
                  <a:lnTo>
                    <a:pt x="274320" y="67310"/>
                  </a:lnTo>
                  <a:lnTo>
                    <a:pt x="273050" y="68580"/>
                  </a:lnTo>
                  <a:lnTo>
                    <a:pt x="283210" y="68580"/>
                  </a:lnTo>
                  <a:lnTo>
                    <a:pt x="284480" y="67310"/>
                  </a:lnTo>
                  <a:close/>
                </a:path>
                <a:path w="341629" h="351789">
                  <a:moveTo>
                    <a:pt x="288290" y="63500"/>
                  </a:moveTo>
                  <a:lnTo>
                    <a:pt x="278130" y="63500"/>
                  </a:lnTo>
                  <a:lnTo>
                    <a:pt x="275590" y="66040"/>
                  </a:lnTo>
                  <a:lnTo>
                    <a:pt x="285750" y="66040"/>
                  </a:lnTo>
                  <a:lnTo>
                    <a:pt x="288290" y="63500"/>
                  </a:lnTo>
                  <a:close/>
                </a:path>
                <a:path w="341629" h="351789">
                  <a:moveTo>
                    <a:pt x="290830" y="60960"/>
                  </a:moveTo>
                  <a:lnTo>
                    <a:pt x="280670" y="60960"/>
                  </a:lnTo>
                  <a:lnTo>
                    <a:pt x="279400" y="62230"/>
                  </a:lnTo>
                  <a:lnTo>
                    <a:pt x="289560" y="62230"/>
                  </a:lnTo>
                  <a:lnTo>
                    <a:pt x="290830" y="60960"/>
                  </a:lnTo>
                  <a:close/>
                </a:path>
                <a:path w="341629" h="351789">
                  <a:moveTo>
                    <a:pt x="294640" y="57150"/>
                  </a:moveTo>
                  <a:lnTo>
                    <a:pt x="284480" y="57150"/>
                  </a:lnTo>
                  <a:lnTo>
                    <a:pt x="281940" y="59690"/>
                  </a:lnTo>
                  <a:lnTo>
                    <a:pt x="292100" y="59690"/>
                  </a:lnTo>
                  <a:lnTo>
                    <a:pt x="294640" y="57150"/>
                  </a:lnTo>
                  <a:close/>
                </a:path>
                <a:path w="341629" h="351789">
                  <a:moveTo>
                    <a:pt x="297180" y="54610"/>
                  </a:moveTo>
                  <a:lnTo>
                    <a:pt x="287020" y="54610"/>
                  </a:lnTo>
                  <a:lnTo>
                    <a:pt x="285750" y="55880"/>
                  </a:lnTo>
                  <a:lnTo>
                    <a:pt x="295910" y="55880"/>
                  </a:lnTo>
                  <a:lnTo>
                    <a:pt x="297180" y="54610"/>
                  </a:lnTo>
                  <a:close/>
                </a:path>
                <a:path w="341629" h="351789">
                  <a:moveTo>
                    <a:pt x="300990" y="50800"/>
                  </a:moveTo>
                  <a:lnTo>
                    <a:pt x="290830" y="50800"/>
                  </a:lnTo>
                  <a:lnTo>
                    <a:pt x="288290" y="53340"/>
                  </a:lnTo>
                  <a:lnTo>
                    <a:pt x="298450" y="53340"/>
                  </a:lnTo>
                  <a:lnTo>
                    <a:pt x="300990" y="50800"/>
                  </a:lnTo>
                  <a:close/>
                </a:path>
                <a:path w="341629" h="351789">
                  <a:moveTo>
                    <a:pt x="303530" y="48260"/>
                  </a:moveTo>
                  <a:lnTo>
                    <a:pt x="293370" y="48260"/>
                  </a:lnTo>
                  <a:lnTo>
                    <a:pt x="292100" y="49530"/>
                  </a:lnTo>
                  <a:lnTo>
                    <a:pt x="302260" y="49530"/>
                  </a:lnTo>
                  <a:lnTo>
                    <a:pt x="303530" y="48260"/>
                  </a:lnTo>
                  <a:close/>
                </a:path>
                <a:path w="341629" h="351789">
                  <a:moveTo>
                    <a:pt x="307340" y="44450"/>
                  </a:moveTo>
                  <a:lnTo>
                    <a:pt x="297180" y="44450"/>
                  </a:lnTo>
                  <a:lnTo>
                    <a:pt x="294640" y="46990"/>
                  </a:lnTo>
                  <a:lnTo>
                    <a:pt x="304800" y="46990"/>
                  </a:lnTo>
                  <a:lnTo>
                    <a:pt x="307340" y="44450"/>
                  </a:lnTo>
                  <a:close/>
                </a:path>
                <a:path w="341629" h="351789">
                  <a:moveTo>
                    <a:pt x="309880" y="41910"/>
                  </a:moveTo>
                  <a:lnTo>
                    <a:pt x="299720" y="41910"/>
                  </a:lnTo>
                  <a:lnTo>
                    <a:pt x="298450" y="43180"/>
                  </a:lnTo>
                  <a:lnTo>
                    <a:pt x="308610" y="43180"/>
                  </a:lnTo>
                  <a:lnTo>
                    <a:pt x="309880" y="41910"/>
                  </a:lnTo>
                  <a:close/>
                </a:path>
                <a:path w="341629" h="351789">
                  <a:moveTo>
                    <a:pt x="313690" y="38100"/>
                  </a:moveTo>
                  <a:lnTo>
                    <a:pt x="303530" y="38100"/>
                  </a:lnTo>
                  <a:lnTo>
                    <a:pt x="300990" y="40640"/>
                  </a:lnTo>
                  <a:lnTo>
                    <a:pt x="311150" y="40640"/>
                  </a:lnTo>
                  <a:lnTo>
                    <a:pt x="313690" y="38100"/>
                  </a:lnTo>
                  <a:close/>
                </a:path>
                <a:path w="341629" h="351789">
                  <a:moveTo>
                    <a:pt x="316230" y="35560"/>
                  </a:moveTo>
                  <a:lnTo>
                    <a:pt x="306070" y="35560"/>
                  </a:lnTo>
                  <a:lnTo>
                    <a:pt x="304800" y="36830"/>
                  </a:lnTo>
                  <a:lnTo>
                    <a:pt x="314960" y="36830"/>
                  </a:lnTo>
                  <a:lnTo>
                    <a:pt x="316230" y="35560"/>
                  </a:lnTo>
                  <a:close/>
                </a:path>
                <a:path w="341629" h="351789">
                  <a:moveTo>
                    <a:pt x="320040" y="31750"/>
                  </a:moveTo>
                  <a:lnTo>
                    <a:pt x="309880" y="31750"/>
                  </a:lnTo>
                  <a:lnTo>
                    <a:pt x="307340" y="34290"/>
                  </a:lnTo>
                  <a:lnTo>
                    <a:pt x="317500" y="34290"/>
                  </a:lnTo>
                  <a:lnTo>
                    <a:pt x="320040" y="31750"/>
                  </a:lnTo>
                  <a:close/>
                </a:path>
                <a:path w="341629" h="351789">
                  <a:moveTo>
                    <a:pt x="322580" y="29210"/>
                  </a:moveTo>
                  <a:lnTo>
                    <a:pt x="312420" y="29210"/>
                  </a:lnTo>
                  <a:lnTo>
                    <a:pt x="311150" y="30480"/>
                  </a:lnTo>
                  <a:lnTo>
                    <a:pt x="321310" y="30480"/>
                  </a:lnTo>
                  <a:lnTo>
                    <a:pt x="322580" y="29210"/>
                  </a:lnTo>
                  <a:close/>
                </a:path>
                <a:path w="341629" h="351789">
                  <a:moveTo>
                    <a:pt x="326390" y="25400"/>
                  </a:moveTo>
                  <a:lnTo>
                    <a:pt x="316230" y="25400"/>
                  </a:lnTo>
                  <a:lnTo>
                    <a:pt x="313690" y="27940"/>
                  </a:lnTo>
                  <a:lnTo>
                    <a:pt x="323850" y="27940"/>
                  </a:lnTo>
                  <a:lnTo>
                    <a:pt x="326390" y="25400"/>
                  </a:lnTo>
                  <a:close/>
                </a:path>
                <a:path w="341629" h="351789">
                  <a:moveTo>
                    <a:pt x="328930" y="22860"/>
                  </a:moveTo>
                  <a:lnTo>
                    <a:pt x="318770" y="22860"/>
                  </a:lnTo>
                  <a:lnTo>
                    <a:pt x="317500" y="24130"/>
                  </a:lnTo>
                  <a:lnTo>
                    <a:pt x="327660" y="24130"/>
                  </a:lnTo>
                  <a:lnTo>
                    <a:pt x="328930" y="22860"/>
                  </a:lnTo>
                  <a:close/>
                </a:path>
                <a:path w="341629" h="351789">
                  <a:moveTo>
                    <a:pt x="332740" y="19050"/>
                  </a:moveTo>
                  <a:lnTo>
                    <a:pt x="322580" y="19050"/>
                  </a:lnTo>
                  <a:lnTo>
                    <a:pt x="320040" y="21590"/>
                  </a:lnTo>
                  <a:lnTo>
                    <a:pt x="330200" y="21590"/>
                  </a:lnTo>
                  <a:lnTo>
                    <a:pt x="332740" y="19050"/>
                  </a:lnTo>
                  <a:close/>
                </a:path>
                <a:path w="341629" h="351789">
                  <a:moveTo>
                    <a:pt x="335280" y="16510"/>
                  </a:moveTo>
                  <a:lnTo>
                    <a:pt x="325120" y="16510"/>
                  </a:lnTo>
                  <a:lnTo>
                    <a:pt x="323850" y="17780"/>
                  </a:lnTo>
                  <a:lnTo>
                    <a:pt x="334010" y="17780"/>
                  </a:lnTo>
                  <a:lnTo>
                    <a:pt x="335280" y="16510"/>
                  </a:lnTo>
                  <a:close/>
                </a:path>
                <a:path w="341629" h="351789">
                  <a:moveTo>
                    <a:pt x="339090" y="12700"/>
                  </a:moveTo>
                  <a:lnTo>
                    <a:pt x="328930" y="12700"/>
                  </a:lnTo>
                  <a:lnTo>
                    <a:pt x="326390" y="15240"/>
                  </a:lnTo>
                  <a:lnTo>
                    <a:pt x="336550" y="15240"/>
                  </a:lnTo>
                  <a:lnTo>
                    <a:pt x="339090" y="12700"/>
                  </a:lnTo>
                  <a:close/>
                </a:path>
                <a:path w="341629" h="351789">
                  <a:moveTo>
                    <a:pt x="341630" y="10160"/>
                  </a:moveTo>
                  <a:lnTo>
                    <a:pt x="331470" y="10160"/>
                  </a:lnTo>
                  <a:lnTo>
                    <a:pt x="330200" y="11430"/>
                  </a:lnTo>
                  <a:lnTo>
                    <a:pt x="340360" y="11430"/>
                  </a:lnTo>
                  <a:lnTo>
                    <a:pt x="341630" y="10160"/>
                  </a:lnTo>
                  <a:close/>
                </a:path>
                <a:path w="341629" h="351789">
                  <a:moveTo>
                    <a:pt x="341630" y="6350"/>
                  </a:moveTo>
                  <a:lnTo>
                    <a:pt x="335280" y="6350"/>
                  </a:lnTo>
                  <a:lnTo>
                    <a:pt x="332740" y="8890"/>
                  </a:lnTo>
                  <a:lnTo>
                    <a:pt x="341630" y="8890"/>
                  </a:lnTo>
                  <a:lnTo>
                    <a:pt x="341630" y="6350"/>
                  </a:lnTo>
                  <a:close/>
                </a:path>
                <a:path w="341629" h="351789">
                  <a:moveTo>
                    <a:pt x="341630" y="3810"/>
                  </a:moveTo>
                  <a:lnTo>
                    <a:pt x="337820" y="3810"/>
                  </a:lnTo>
                  <a:lnTo>
                    <a:pt x="336550" y="5080"/>
                  </a:lnTo>
                  <a:lnTo>
                    <a:pt x="341630" y="5080"/>
                  </a:lnTo>
                  <a:lnTo>
                    <a:pt x="341630" y="3810"/>
                  </a:lnTo>
                  <a:close/>
                </a:path>
                <a:path w="341629" h="351789">
                  <a:moveTo>
                    <a:pt x="341630" y="0"/>
                  </a:moveTo>
                  <a:lnTo>
                    <a:pt x="339090" y="2540"/>
                  </a:lnTo>
                  <a:lnTo>
                    <a:pt x="341629" y="2540"/>
                  </a:lnTo>
                  <a:lnTo>
                    <a:pt x="341630" y="0"/>
                  </a:lnTo>
                  <a:close/>
                </a:path>
              </a:pathLst>
            </a:custGeom>
            <a:solidFill>
              <a:srgbClr val="CFC1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4" name="object 3554"/>
            <p:cNvSpPr/>
            <p:nvPr/>
          </p:nvSpPr>
          <p:spPr>
            <a:xfrm>
              <a:off x="7065010" y="2910840"/>
              <a:ext cx="341630" cy="352425"/>
            </a:xfrm>
            <a:custGeom>
              <a:avLst/>
              <a:gdLst/>
              <a:ahLst/>
              <a:cxnLst/>
              <a:rect l="l" t="t" r="r" b="b"/>
              <a:pathLst>
                <a:path w="341629" h="352425">
                  <a:moveTo>
                    <a:pt x="286714" y="66039"/>
                  </a:moveTo>
                  <a:lnTo>
                    <a:pt x="275590" y="66039"/>
                  </a:lnTo>
                  <a:lnTo>
                    <a:pt x="0" y="341630"/>
                  </a:lnTo>
                  <a:lnTo>
                    <a:pt x="0" y="352044"/>
                  </a:lnTo>
                  <a:lnTo>
                    <a:pt x="286714" y="66039"/>
                  </a:lnTo>
                  <a:close/>
                </a:path>
                <a:path w="341629" h="352425">
                  <a:moveTo>
                    <a:pt x="289260" y="63500"/>
                  </a:moveTo>
                  <a:lnTo>
                    <a:pt x="278130" y="63500"/>
                  </a:lnTo>
                  <a:lnTo>
                    <a:pt x="276860" y="64770"/>
                  </a:lnTo>
                  <a:lnTo>
                    <a:pt x="287987" y="64770"/>
                  </a:lnTo>
                  <a:lnTo>
                    <a:pt x="289260" y="63500"/>
                  </a:lnTo>
                  <a:close/>
                </a:path>
                <a:path w="341629" h="352425">
                  <a:moveTo>
                    <a:pt x="293080" y="59689"/>
                  </a:moveTo>
                  <a:lnTo>
                    <a:pt x="281940" y="59689"/>
                  </a:lnTo>
                  <a:lnTo>
                    <a:pt x="279400" y="62230"/>
                  </a:lnTo>
                  <a:lnTo>
                    <a:pt x="290533" y="62230"/>
                  </a:lnTo>
                  <a:lnTo>
                    <a:pt x="293080" y="59689"/>
                  </a:lnTo>
                  <a:close/>
                </a:path>
                <a:path w="341629" h="352425">
                  <a:moveTo>
                    <a:pt x="295626" y="57150"/>
                  </a:moveTo>
                  <a:lnTo>
                    <a:pt x="284480" y="57150"/>
                  </a:lnTo>
                  <a:lnTo>
                    <a:pt x="283210" y="58420"/>
                  </a:lnTo>
                  <a:lnTo>
                    <a:pt x="294353" y="58420"/>
                  </a:lnTo>
                  <a:lnTo>
                    <a:pt x="295626" y="57150"/>
                  </a:lnTo>
                  <a:close/>
                </a:path>
                <a:path w="341629" h="352425">
                  <a:moveTo>
                    <a:pt x="299445" y="53339"/>
                  </a:moveTo>
                  <a:lnTo>
                    <a:pt x="288290" y="53339"/>
                  </a:lnTo>
                  <a:lnTo>
                    <a:pt x="285750" y="55880"/>
                  </a:lnTo>
                  <a:lnTo>
                    <a:pt x="296899" y="55880"/>
                  </a:lnTo>
                  <a:lnTo>
                    <a:pt x="299445" y="53339"/>
                  </a:lnTo>
                  <a:close/>
                </a:path>
                <a:path w="341629" h="352425">
                  <a:moveTo>
                    <a:pt x="301992" y="50800"/>
                  </a:moveTo>
                  <a:lnTo>
                    <a:pt x="290830" y="50800"/>
                  </a:lnTo>
                  <a:lnTo>
                    <a:pt x="289560" y="52070"/>
                  </a:lnTo>
                  <a:lnTo>
                    <a:pt x="300718" y="52070"/>
                  </a:lnTo>
                  <a:lnTo>
                    <a:pt x="301992" y="50800"/>
                  </a:lnTo>
                  <a:close/>
                </a:path>
                <a:path w="341629" h="352425">
                  <a:moveTo>
                    <a:pt x="305811" y="46989"/>
                  </a:moveTo>
                  <a:lnTo>
                    <a:pt x="294640" y="46989"/>
                  </a:lnTo>
                  <a:lnTo>
                    <a:pt x="292100" y="49530"/>
                  </a:lnTo>
                  <a:lnTo>
                    <a:pt x="303265" y="49530"/>
                  </a:lnTo>
                  <a:lnTo>
                    <a:pt x="305811" y="46989"/>
                  </a:lnTo>
                  <a:close/>
                </a:path>
                <a:path w="341629" h="352425">
                  <a:moveTo>
                    <a:pt x="308357" y="44450"/>
                  </a:moveTo>
                  <a:lnTo>
                    <a:pt x="297180" y="44450"/>
                  </a:lnTo>
                  <a:lnTo>
                    <a:pt x="295910" y="45720"/>
                  </a:lnTo>
                  <a:lnTo>
                    <a:pt x="307084" y="45720"/>
                  </a:lnTo>
                  <a:lnTo>
                    <a:pt x="308357" y="44450"/>
                  </a:lnTo>
                  <a:close/>
                </a:path>
                <a:path w="341629" h="352425">
                  <a:moveTo>
                    <a:pt x="312177" y="40639"/>
                  </a:moveTo>
                  <a:lnTo>
                    <a:pt x="300990" y="40639"/>
                  </a:lnTo>
                  <a:lnTo>
                    <a:pt x="298450" y="43180"/>
                  </a:lnTo>
                  <a:lnTo>
                    <a:pt x="309631" y="43180"/>
                  </a:lnTo>
                  <a:lnTo>
                    <a:pt x="312177" y="40639"/>
                  </a:lnTo>
                  <a:close/>
                </a:path>
                <a:path w="341629" h="352425">
                  <a:moveTo>
                    <a:pt x="314723" y="38100"/>
                  </a:moveTo>
                  <a:lnTo>
                    <a:pt x="303530" y="38100"/>
                  </a:lnTo>
                  <a:lnTo>
                    <a:pt x="302260" y="39370"/>
                  </a:lnTo>
                  <a:lnTo>
                    <a:pt x="313450" y="39370"/>
                  </a:lnTo>
                  <a:lnTo>
                    <a:pt x="314723" y="38100"/>
                  </a:lnTo>
                  <a:close/>
                </a:path>
                <a:path w="341629" h="352425">
                  <a:moveTo>
                    <a:pt x="318543" y="34289"/>
                  </a:moveTo>
                  <a:lnTo>
                    <a:pt x="307340" y="34289"/>
                  </a:lnTo>
                  <a:lnTo>
                    <a:pt x="304800" y="36830"/>
                  </a:lnTo>
                  <a:lnTo>
                    <a:pt x="315996" y="36830"/>
                  </a:lnTo>
                  <a:lnTo>
                    <a:pt x="318543" y="34289"/>
                  </a:lnTo>
                  <a:close/>
                </a:path>
                <a:path w="341629" h="352425">
                  <a:moveTo>
                    <a:pt x="321089" y="31750"/>
                  </a:moveTo>
                  <a:lnTo>
                    <a:pt x="309880" y="31750"/>
                  </a:lnTo>
                  <a:lnTo>
                    <a:pt x="308610" y="33020"/>
                  </a:lnTo>
                  <a:lnTo>
                    <a:pt x="319816" y="33020"/>
                  </a:lnTo>
                  <a:lnTo>
                    <a:pt x="321089" y="31750"/>
                  </a:lnTo>
                  <a:close/>
                </a:path>
                <a:path w="341629" h="352425">
                  <a:moveTo>
                    <a:pt x="324908" y="27939"/>
                  </a:moveTo>
                  <a:lnTo>
                    <a:pt x="313690" y="27939"/>
                  </a:lnTo>
                  <a:lnTo>
                    <a:pt x="311150" y="30480"/>
                  </a:lnTo>
                  <a:lnTo>
                    <a:pt x="322362" y="30480"/>
                  </a:lnTo>
                  <a:lnTo>
                    <a:pt x="324908" y="27939"/>
                  </a:lnTo>
                  <a:close/>
                </a:path>
                <a:path w="341629" h="352425">
                  <a:moveTo>
                    <a:pt x="327455" y="25400"/>
                  </a:moveTo>
                  <a:lnTo>
                    <a:pt x="316230" y="25400"/>
                  </a:lnTo>
                  <a:lnTo>
                    <a:pt x="314960" y="26670"/>
                  </a:lnTo>
                  <a:lnTo>
                    <a:pt x="326182" y="26670"/>
                  </a:lnTo>
                  <a:lnTo>
                    <a:pt x="327455" y="25400"/>
                  </a:lnTo>
                  <a:close/>
                </a:path>
                <a:path w="341629" h="352425">
                  <a:moveTo>
                    <a:pt x="331274" y="21589"/>
                  </a:moveTo>
                  <a:lnTo>
                    <a:pt x="320040" y="21589"/>
                  </a:lnTo>
                  <a:lnTo>
                    <a:pt x="317500" y="24130"/>
                  </a:lnTo>
                  <a:lnTo>
                    <a:pt x="328728" y="24130"/>
                  </a:lnTo>
                  <a:lnTo>
                    <a:pt x="331274" y="21589"/>
                  </a:lnTo>
                  <a:close/>
                </a:path>
                <a:path w="341629" h="352425">
                  <a:moveTo>
                    <a:pt x="333820" y="19050"/>
                  </a:moveTo>
                  <a:lnTo>
                    <a:pt x="322580" y="19050"/>
                  </a:lnTo>
                  <a:lnTo>
                    <a:pt x="321310" y="20320"/>
                  </a:lnTo>
                  <a:lnTo>
                    <a:pt x="332547" y="20320"/>
                  </a:lnTo>
                  <a:lnTo>
                    <a:pt x="333820" y="19050"/>
                  </a:lnTo>
                  <a:close/>
                </a:path>
                <a:path w="341629" h="352425">
                  <a:moveTo>
                    <a:pt x="337640" y="15239"/>
                  </a:moveTo>
                  <a:lnTo>
                    <a:pt x="326390" y="15239"/>
                  </a:lnTo>
                  <a:lnTo>
                    <a:pt x="323850" y="17780"/>
                  </a:lnTo>
                  <a:lnTo>
                    <a:pt x="335094" y="17780"/>
                  </a:lnTo>
                  <a:lnTo>
                    <a:pt x="337640" y="15239"/>
                  </a:lnTo>
                  <a:close/>
                </a:path>
                <a:path w="341629" h="352425">
                  <a:moveTo>
                    <a:pt x="340186" y="12700"/>
                  </a:moveTo>
                  <a:lnTo>
                    <a:pt x="328930" y="12700"/>
                  </a:lnTo>
                  <a:lnTo>
                    <a:pt x="327660" y="13970"/>
                  </a:lnTo>
                  <a:lnTo>
                    <a:pt x="338913" y="13970"/>
                  </a:lnTo>
                  <a:lnTo>
                    <a:pt x="340186" y="12700"/>
                  </a:lnTo>
                  <a:close/>
                </a:path>
                <a:path w="341629" h="352425">
                  <a:moveTo>
                    <a:pt x="341629" y="8889"/>
                  </a:moveTo>
                  <a:lnTo>
                    <a:pt x="332740" y="8889"/>
                  </a:lnTo>
                  <a:lnTo>
                    <a:pt x="330200" y="11430"/>
                  </a:lnTo>
                  <a:lnTo>
                    <a:pt x="341459" y="11430"/>
                  </a:lnTo>
                  <a:lnTo>
                    <a:pt x="341630" y="11260"/>
                  </a:lnTo>
                  <a:lnTo>
                    <a:pt x="341629" y="8889"/>
                  </a:lnTo>
                  <a:close/>
                </a:path>
                <a:path w="341629" h="352425">
                  <a:moveTo>
                    <a:pt x="341629" y="6350"/>
                  </a:moveTo>
                  <a:lnTo>
                    <a:pt x="335280" y="6350"/>
                  </a:lnTo>
                  <a:lnTo>
                    <a:pt x="334010" y="7620"/>
                  </a:lnTo>
                  <a:lnTo>
                    <a:pt x="341629" y="7620"/>
                  </a:lnTo>
                  <a:lnTo>
                    <a:pt x="341629" y="6350"/>
                  </a:lnTo>
                  <a:close/>
                </a:path>
                <a:path w="341629" h="352425">
                  <a:moveTo>
                    <a:pt x="341629" y="2539"/>
                  </a:moveTo>
                  <a:lnTo>
                    <a:pt x="339090" y="2539"/>
                  </a:lnTo>
                  <a:lnTo>
                    <a:pt x="336550" y="5080"/>
                  </a:lnTo>
                  <a:lnTo>
                    <a:pt x="341630" y="5080"/>
                  </a:lnTo>
                  <a:lnTo>
                    <a:pt x="341629" y="2539"/>
                  </a:lnTo>
                  <a:close/>
                </a:path>
                <a:path w="341629" h="352425">
                  <a:moveTo>
                    <a:pt x="341630" y="0"/>
                  </a:moveTo>
                  <a:lnTo>
                    <a:pt x="340360" y="1270"/>
                  </a:lnTo>
                  <a:lnTo>
                    <a:pt x="341630" y="1270"/>
                  </a:lnTo>
                  <a:lnTo>
                    <a:pt x="341630" y="0"/>
                  </a:lnTo>
                  <a:close/>
                </a:path>
              </a:pathLst>
            </a:custGeom>
            <a:solidFill>
              <a:srgbClr val="D0C2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5" name="object 3555"/>
            <p:cNvSpPr/>
            <p:nvPr/>
          </p:nvSpPr>
          <p:spPr>
            <a:xfrm>
              <a:off x="7065010" y="2922100"/>
              <a:ext cx="341630" cy="353695"/>
            </a:xfrm>
            <a:custGeom>
              <a:avLst/>
              <a:gdLst/>
              <a:ahLst/>
              <a:cxnLst/>
              <a:rect l="l" t="t" r="r" b="b"/>
              <a:pathLst>
                <a:path w="341629" h="353695">
                  <a:moveTo>
                    <a:pt x="298450" y="54779"/>
                  </a:moveTo>
                  <a:lnTo>
                    <a:pt x="286714" y="54779"/>
                  </a:lnTo>
                  <a:lnTo>
                    <a:pt x="0" y="340784"/>
                  </a:lnTo>
                  <a:lnTo>
                    <a:pt x="0" y="353229"/>
                  </a:lnTo>
                  <a:lnTo>
                    <a:pt x="298450" y="54779"/>
                  </a:lnTo>
                  <a:close/>
                </a:path>
                <a:path w="341629" h="353695">
                  <a:moveTo>
                    <a:pt x="300990" y="52239"/>
                  </a:moveTo>
                  <a:lnTo>
                    <a:pt x="289260" y="52239"/>
                  </a:lnTo>
                  <a:lnTo>
                    <a:pt x="287987" y="53509"/>
                  </a:lnTo>
                  <a:lnTo>
                    <a:pt x="299720" y="53509"/>
                  </a:lnTo>
                  <a:lnTo>
                    <a:pt x="300990" y="52239"/>
                  </a:lnTo>
                  <a:close/>
                </a:path>
                <a:path w="341629" h="353695">
                  <a:moveTo>
                    <a:pt x="304800" y="48429"/>
                  </a:moveTo>
                  <a:lnTo>
                    <a:pt x="293080" y="48429"/>
                  </a:lnTo>
                  <a:lnTo>
                    <a:pt x="290533" y="50969"/>
                  </a:lnTo>
                  <a:lnTo>
                    <a:pt x="302260" y="50969"/>
                  </a:lnTo>
                  <a:lnTo>
                    <a:pt x="304800" y="48429"/>
                  </a:lnTo>
                  <a:close/>
                </a:path>
                <a:path w="341629" h="353695">
                  <a:moveTo>
                    <a:pt x="307340" y="45889"/>
                  </a:moveTo>
                  <a:lnTo>
                    <a:pt x="295626" y="45889"/>
                  </a:lnTo>
                  <a:lnTo>
                    <a:pt x="294353" y="47159"/>
                  </a:lnTo>
                  <a:lnTo>
                    <a:pt x="306070" y="47159"/>
                  </a:lnTo>
                  <a:lnTo>
                    <a:pt x="307340" y="45889"/>
                  </a:lnTo>
                  <a:close/>
                </a:path>
                <a:path w="341629" h="353695">
                  <a:moveTo>
                    <a:pt x="311150" y="42079"/>
                  </a:moveTo>
                  <a:lnTo>
                    <a:pt x="299445" y="42079"/>
                  </a:lnTo>
                  <a:lnTo>
                    <a:pt x="296899" y="44619"/>
                  </a:lnTo>
                  <a:lnTo>
                    <a:pt x="308610" y="44619"/>
                  </a:lnTo>
                  <a:lnTo>
                    <a:pt x="311150" y="42079"/>
                  </a:lnTo>
                  <a:close/>
                </a:path>
                <a:path w="341629" h="353695">
                  <a:moveTo>
                    <a:pt x="313690" y="39539"/>
                  </a:moveTo>
                  <a:lnTo>
                    <a:pt x="301992" y="39539"/>
                  </a:lnTo>
                  <a:lnTo>
                    <a:pt x="300718" y="40809"/>
                  </a:lnTo>
                  <a:lnTo>
                    <a:pt x="312420" y="40809"/>
                  </a:lnTo>
                  <a:lnTo>
                    <a:pt x="313690" y="39539"/>
                  </a:lnTo>
                  <a:close/>
                </a:path>
                <a:path w="341629" h="353695">
                  <a:moveTo>
                    <a:pt x="317500" y="35729"/>
                  </a:moveTo>
                  <a:lnTo>
                    <a:pt x="305811" y="35729"/>
                  </a:lnTo>
                  <a:lnTo>
                    <a:pt x="303265" y="38269"/>
                  </a:lnTo>
                  <a:lnTo>
                    <a:pt x="314960" y="38269"/>
                  </a:lnTo>
                  <a:lnTo>
                    <a:pt x="317500" y="35729"/>
                  </a:lnTo>
                  <a:close/>
                </a:path>
                <a:path w="341629" h="353695">
                  <a:moveTo>
                    <a:pt x="320040" y="33189"/>
                  </a:moveTo>
                  <a:lnTo>
                    <a:pt x="308357" y="33189"/>
                  </a:lnTo>
                  <a:lnTo>
                    <a:pt x="307084" y="34459"/>
                  </a:lnTo>
                  <a:lnTo>
                    <a:pt x="318770" y="34459"/>
                  </a:lnTo>
                  <a:lnTo>
                    <a:pt x="320040" y="33189"/>
                  </a:lnTo>
                  <a:close/>
                </a:path>
                <a:path w="341629" h="353695">
                  <a:moveTo>
                    <a:pt x="323850" y="29379"/>
                  </a:moveTo>
                  <a:lnTo>
                    <a:pt x="312177" y="29379"/>
                  </a:lnTo>
                  <a:lnTo>
                    <a:pt x="309631" y="31919"/>
                  </a:lnTo>
                  <a:lnTo>
                    <a:pt x="321310" y="31919"/>
                  </a:lnTo>
                  <a:lnTo>
                    <a:pt x="323850" y="29379"/>
                  </a:lnTo>
                  <a:close/>
                </a:path>
                <a:path w="341629" h="353695">
                  <a:moveTo>
                    <a:pt x="326390" y="26839"/>
                  </a:moveTo>
                  <a:lnTo>
                    <a:pt x="314723" y="26839"/>
                  </a:lnTo>
                  <a:lnTo>
                    <a:pt x="313450" y="28109"/>
                  </a:lnTo>
                  <a:lnTo>
                    <a:pt x="325120" y="28109"/>
                  </a:lnTo>
                  <a:lnTo>
                    <a:pt x="326390" y="26839"/>
                  </a:lnTo>
                  <a:close/>
                </a:path>
                <a:path w="341629" h="353695">
                  <a:moveTo>
                    <a:pt x="330200" y="23029"/>
                  </a:moveTo>
                  <a:lnTo>
                    <a:pt x="318543" y="23029"/>
                  </a:lnTo>
                  <a:lnTo>
                    <a:pt x="315996" y="25569"/>
                  </a:lnTo>
                  <a:lnTo>
                    <a:pt x="327660" y="25569"/>
                  </a:lnTo>
                  <a:lnTo>
                    <a:pt x="330200" y="23029"/>
                  </a:lnTo>
                  <a:close/>
                </a:path>
                <a:path w="341629" h="353695">
                  <a:moveTo>
                    <a:pt x="332740" y="20489"/>
                  </a:moveTo>
                  <a:lnTo>
                    <a:pt x="321089" y="20489"/>
                  </a:lnTo>
                  <a:lnTo>
                    <a:pt x="319816" y="21759"/>
                  </a:lnTo>
                  <a:lnTo>
                    <a:pt x="331470" y="21759"/>
                  </a:lnTo>
                  <a:lnTo>
                    <a:pt x="332740" y="20489"/>
                  </a:lnTo>
                  <a:close/>
                </a:path>
                <a:path w="341629" h="353695">
                  <a:moveTo>
                    <a:pt x="336550" y="16679"/>
                  </a:moveTo>
                  <a:lnTo>
                    <a:pt x="324908" y="16679"/>
                  </a:lnTo>
                  <a:lnTo>
                    <a:pt x="322362" y="19219"/>
                  </a:lnTo>
                  <a:lnTo>
                    <a:pt x="334010" y="19219"/>
                  </a:lnTo>
                  <a:lnTo>
                    <a:pt x="336550" y="16679"/>
                  </a:lnTo>
                  <a:close/>
                </a:path>
                <a:path w="341629" h="353695">
                  <a:moveTo>
                    <a:pt x="339090" y="14139"/>
                  </a:moveTo>
                  <a:lnTo>
                    <a:pt x="327455" y="14139"/>
                  </a:lnTo>
                  <a:lnTo>
                    <a:pt x="326182" y="15409"/>
                  </a:lnTo>
                  <a:lnTo>
                    <a:pt x="337820" y="15409"/>
                  </a:lnTo>
                  <a:lnTo>
                    <a:pt x="339090" y="14139"/>
                  </a:lnTo>
                  <a:close/>
                </a:path>
                <a:path w="341629" h="353695">
                  <a:moveTo>
                    <a:pt x="341630" y="10329"/>
                  </a:moveTo>
                  <a:lnTo>
                    <a:pt x="331274" y="10329"/>
                  </a:lnTo>
                  <a:lnTo>
                    <a:pt x="328728" y="12869"/>
                  </a:lnTo>
                  <a:lnTo>
                    <a:pt x="340360" y="12869"/>
                  </a:lnTo>
                  <a:lnTo>
                    <a:pt x="341630" y="11599"/>
                  </a:lnTo>
                  <a:lnTo>
                    <a:pt x="341630" y="10329"/>
                  </a:lnTo>
                  <a:close/>
                </a:path>
                <a:path w="341629" h="353695">
                  <a:moveTo>
                    <a:pt x="341630" y="7789"/>
                  </a:moveTo>
                  <a:lnTo>
                    <a:pt x="333820" y="7789"/>
                  </a:lnTo>
                  <a:lnTo>
                    <a:pt x="332547" y="9059"/>
                  </a:lnTo>
                  <a:lnTo>
                    <a:pt x="341630" y="9059"/>
                  </a:lnTo>
                  <a:lnTo>
                    <a:pt x="341630" y="7789"/>
                  </a:lnTo>
                  <a:close/>
                </a:path>
                <a:path w="341629" h="353695">
                  <a:moveTo>
                    <a:pt x="341630" y="3979"/>
                  </a:moveTo>
                  <a:lnTo>
                    <a:pt x="337640" y="3979"/>
                  </a:lnTo>
                  <a:lnTo>
                    <a:pt x="335094" y="6519"/>
                  </a:lnTo>
                  <a:lnTo>
                    <a:pt x="341629" y="6519"/>
                  </a:lnTo>
                  <a:lnTo>
                    <a:pt x="341630" y="3979"/>
                  </a:lnTo>
                  <a:close/>
                </a:path>
                <a:path w="341629" h="353695">
                  <a:moveTo>
                    <a:pt x="341629" y="1439"/>
                  </a:moveTo>
                  <a:lnTo>
                    <a:pt x="340186" y="1439"/>
                  </a:lnTo>
                  <a:lnTo>
                    <a:pt x="338913" y="2709"/>
                  </a:lnTo>
                  <a:lnTo>
                    <a:pt x="341629" y="2709"/>
                  </a:lnTo>
                  <a:lnTo>
                    <a:pt x="341629" y="1439"/>
                  </a:lnTo>
                  <a:close/>
                </a:path>
                <a:path w="341629" h="353695">
                  <a:moveTo>
                    <a:pt x="341630" y="0"/>
                  </a:moveTo>
                  <a:lnTo>
                    <a:pt x="341459" y="169"/>
                  </a:lnTo>
                  <a:lnTo>
                    <a:pt x="341630" y="169"/>
                  </a:lnTo>
                  <a:lnTo>
                    <a:pt x="341630" y="0"/>
                  </a:lnTo>
                  <a:close/>
                </a:path>
              </a:pathLst>
            </a:custGeom>
            <a:solidFill>
              <a:srgbClr val="D0C3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6" name="object 3556"/>
            <p:cNvSpPr/>
            <p:nvPr/>
          </p:nvSpPr>
          <p:spPr>
            <a:xfrm>
              <a:off x="7065010" y="2933700"/>
              <a:ext cx="341630" cy="350520"/>
            </a:xfrm>
            <a:custGeom>
              <a:avLst/>
              <a:gdLst/>
              <a:ahLst/>
              <a:cxnLst/>
              <a:rect l="l" t="t" r="r" b="b"/>
              <a:pathLst>
                <a:path w="341629" h="350520">
                  <a:moveTo>
                    <a:pt x="3810" y="347980"/>
                  </a:moveTo>
                  <a:lnTo>
                    <a:pt x="0" y="347980"/>
                  </a:lnTo>
                  <a:lnTo>
                    <a:pt x="0" y="350520"/>
                  </a:lnTo>
                  <a:lnTo>
                    <a:pt x="1270" y="350520"/>
                  </a:lnTo>
                  <a:lnTo>
                    <a:pt x="3810" y="347980"/>
                  </a:lnTo>
                  <a:close/>
                </a:path>
                <a:path w="341629" h="350520">
                  <a:moveTo>
                    <a:pt x="308610" y="43180"/>
                  </a:moveTo>
                  <a:lnTo>
                    <a:pt x="298450" y="43180"/>
                  </a:lnTo>
                  <a:lnTo>
                    <a:pt x="0" y="341630"/>
                  </a:lnTo>
                  <a:lnTo>
                    <a:pt x="0" y="346710"/>
                  </a:lnTo>
                  <a:lnTo>
                    <a:pt x="5080" y="346710"/>
                  </a:lnTo>
                  <a:lnTo>
                    <a:pt x="308610" y="43180"/>
                  </a:lnTo>
                  <a:close/>
                </a:path>
                <a:path w="341629" h="350520">
                  <a:moveTo>
                    <a:pt x="311150" y="40640"/>
                  </a:moveTo>
                  <a:lnTo>
                    <a:pt x="300990" y="40640"/>
                  </a:lnTo>
                  <a:lnTo>
                    <a:pt x="299720" y="41910"/>
                  </a:lnTo>
                  <a:lnTo>
                    <a:pt x="309880" y="41910"/>
                  </a:lnTo>
                  <a:lnTo>
                    <a:pt x="311150" y="40640"/>
                  </a:lnTo>
                  <a:close/>
                </a:path>
                <a:path w="341629" h="350520">
                  <a:moveTo>
                    <a:pt x="314960" y="36830"/>
                  </a:moveTo>
                  <a:lnTo>
                    <a:pt x="304800" y="36830"/>
                  </a:lnTo>
                  <a:lnTo>
                    <a:pt x="302260" y="39370"/>
                  </a:lnTo>
                  <a:lnTo>
                    <a:pt x="312420" y="39370"/>
                  </a:lnTo>
                  <a:lnTo>
                    <a:pt x="314960" y="36830"/>
                  </a:lnTo>
                  <a:close/>
                </a:path>
                <a:path w="341629" h="350520">
                  <a:moveTo>
                    <a:pt x="317500" y="34290"/>
                  </a:moveTo>
                  <a:lnTo>
                    <a:pt x="307340" y="34290"/>
                  </a:lnTo>
                  <a:lnTo>
                    <a:pt x="306070" y="35560"/>
                  </a:lnTo>
                  <a:lnTo>
                    <a:pt x="316229" y="35560"/>
                  </a:lnTo>
                  <a:lnTo>
                    <a:pt x="317500" y="34290"/>
                  </a:lnTo>
                  <a:close/>
                </a:path>
                <a:path w="341629" h="350520">
                  <a:moveTo>
                    <a:pt x="321310" y="30480"/>
                  </a:moveTo>
                  <a:lnTo>
                    <a:pt x="311150" y="30480"/>
                  </a:lnTo>
                  <a:lnTo>
                    <a:pt x="308610" y="33020"/>
                  </a:lnTo>
                  <a:lnTo>
                    <a:pt x="318770" y="33020"/>
                  </a:lnTo>
                  <a:lnTo>
                    <a:pt x="321310" y="30480"/>
                  </a:lnTo>
                  <a:close/>
                </a:path>
                <a:path w="341629" h="350520">
                  <a:moveTo>
                    <a:pt x="323850" y="27940"/>
                  </a:moveTo>
                  <a:lnTo>
                    <a:pt x="313690" y="27940"/>
                  </a:lnTo>
                  <a:lnTo>
                    <a:pt x="312420" y="29210"/>
                  </a:lnTo>
                  <a:lnTo>
                    <a:pt x="322580" y="29210"/>
                  </a:lnTo>
                  <a:lnTo>
                    <a:pt x="323850" y="27940"/>
                  </a:lnTo>
                  <a:close/>
                </a:path>
                <a:path w="341629" h="350520">
                  <a:moveTo>
                    <a:pt x="327660" y="24130"/>
                  </a:moveTo>
                  <a:lnTo>
                    <a:pt x="317500" y="24130"/>
                  </a:lnTo>
                  <a:lnTo>
                    <a:pt x="314960" y="26670"/>
                  </a:lnTo>
                  <a:lnTo>
                    <a:pt x="325120" y="26670"/>
                  </a:lnTo>
                  <a:lnTo>
                    <a:pt x="327660" y="24130"/>
                  </a:lnTo>
                  <a:close/>
                </a:path>
                <a:path w="341629" h="350520">
                  <a:moveTo>
                    <a:pt x="330200" y="21590"/>
                  </a:moveTo>
                  <a:lnTo>
                    <a:pt x="320040" y="21590"/>
                  </a:lnTo>
                  <a:lnTo>
                    <a:pt x="318770" y="22860"/>
                  </a:lnTo>
                  <a:lnTo>
                    <a:pt x="328929" y="22860"/>
                  </a:lnTo>
                  <a:lnTo>
                    <a:pt x="330200" y="21590"/>
                  </a:lnTo>
                  <a:close/>
                </a:path>
                <a:path w="341629" h="350520">
                  <a:moveTo>
                    <a:pt x="334010" y="17780"/>
                  </a:moveTo>
                  <a:lnTo>
                    <a:pt x="323850" y="17780"/>
                  </a:lnTo>
                  <a:lnTo>
                    <a:pt x="321310" y="20320"/>
                  </a:lnTo>
                  <a:lnTo>
                    <a:pt x="331470" y="20320"/>
                  </a:lnTo>
                  <a:lnTo>
                    <a:pt x="334010" y="17780"/>
                  </a:lnTo>
                  <a:close/>
                </a:path>
                <a:path w="341629" h="350520">
                  <a:moveTo>
                    <a:pt x="336550" y="15240"/>
                  </a:moveTo>
                  <a:lnTo>
                    <a:pt x="326390" y="15240"/>
                  </a:lnTo>
                  <a:lnTo>
                    <a:pt x="325120" y="16510"/>
                  </a:lnTo>
                  <a:lnTo>
                    <a:pt x="335280" y="16510"/>
                  </a:lnTo>
                  <a:lnTo>
                    <a:pt x="336550" y="15240"/>
                  </a:lnTo>
                  <a:close/>
                </a:path>
                <a:path w="341629" h="350520">
                  <a:moveTo>
                    <a:pt x="340360" y="11430"/>
                  </a:moveTo>
                  <a:lnTo>
                    <a:pt x="330200" y="11430"/>
                  </a:lnTo>
                  <a:lnTo>
                    <a:pt x="327660" y="13970"/>
                  </a:lnTo>
                  <a:lnTo>
                    <a:pt x="337820" y="13970"/>
                  </a:lnTo>
                  <a:lnTo>
                    <a:pt x="340360" y="11430"/>
                  </a:lnTo>
                  <a:close/>
                </a:path>
                <a:path w="341629" h="350520">
                  <a:moveTo>
                    <a:pt x="341630" y="8890"/>
                  </a:moveTo>
                  <a:lnTo>
                    <a:pt x="332740" y="8890"/>
                  </a:lnTo>
                  <a:lnTo>
                    <a:pt x="331470" y="10160"/>
                  </a:lnTo>
                  <a:lnTo>
                    <a:pt x="341630" y="10160"/>
                  </a:lnTo>
                  <a:lnTo>
                    <a:pt x="341630" y="8890"/>
                  </a:lnTo>
                  <a:close/>
                </a:path>
                <a:path w="341629" h="350520">
                  <a:moveTo>
                    <a:pt x="341629" y="5080"/>
                  </a:moveTo>
                  <a:lnTo>
                    <a:pt x="336550" y="5080"/>
                  </a:lnTo>
                  <a:lnTo>
                    <a:pt x="334010" y="7620"/>
                  </a:lnTo>
                  <a:lnTo>
                    <a:pt x="341630" y="7620"/>
                  </a:lnTo>
                  <a:lnTo>
                    <a:pt x="341629" y="5080"/>
                  </a:lnTo>
                  <a:close/>
                </a:path>
                <a:path w="341629" h="350520">
                  <a:moveTo>
                    <a:pt x="341630" y="2540"/>
                  </a:moveTo>
                  <a:lnTo>
                    <a:pt x="339090" y="2540"/>
                  </a:lnTo>
                  <a:lnTo>
                    <a:pt x="337820" y="3810"/>
                  </a:lnTo>
                  <a:lnTo>
                    <a:pt x="341630" y="3810"/>
                  </a:lnTo>
                  <a:lnTo>
                    <a:pt x="341630" y="2540"/>
                  </a:lnTo>
                  <a:close/>
                </a:path>
                <a:path w="341629" h="350520">
                  <a:moveTo>
                    <a:pt x="341630" y="0"/>
                  </a:moveTo>
                  <a:lnTo>
                    <a:pt x="340360" y="1270"/>
                  </a:lnTo>
                  <a:lnTo>
                    <a:pt x="341630" y="1270"/>
                  </a:lnTo>
                  <a:lnTo>
                    <a:pt x="341630" y="0"/>
                  </a:lnTo>
                  <a:close/>
                </a:path>
              </a:pathLst>
            </a:custGeom>
            <a:solidFill>
              <a:srgbClr val="D1C3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7" name="object 3557"/>
            <p:cNvSpPr/>
            <p:nvPr/>
          </p:nvSpPr>
          <p:spPr>
            <a:xfrm>
              <a:off x="7065010" y="2945130"/>
              <a:ext cx="341630" cy="350520"/>
            </a:xfrm>
            <a:custGeom>
              <a:avLst/>
              <a:gdLst/>
              <a:ahLst/>
              <a:cxnLst/>
              <a:rect l="l" t="t" r="r" b="b"/>
              <a:pathLst>
                <a:path w="341629" h="350520">
                  <a:moveTo>
                    <a:pt x="1270" y="349250"/>
                  </a:moveTo>
                  <a:lnTo>
                    <a:pt x="0" y="349250"/>
                  </a:lnTo>
                  <a:lnTo>
                    <a:pt x="0" y="350520"/>
                  </a:lnTo>
                  <a:lnTo>
                    <a:pt x="1270" y="349250"/>
                  </a:lnTo>
                  <a:close/>
                </a:path>
                <a:path w="341629" h="350520">
                  <a:moveTo>
                    <a:pt x="3810" y="346710"/>
                  </a:moveTo>
                  <a:lnTo>
                    <a:pt x="0" y="346710"/>
                  </a:lnTo>
                  <a:lnTo>
                    <a:pt x="0" y="347980"/>
                  </a:lnTo>
                  <a:lnTo>
                    <a:pt x="2540" y="347980"/>
                  </a:lnTo>
                  <a:lnTo>
                    <a:pt x="3810" y="346710"/>
                  </a:lnTo>
                  <a:close/>
                </a:path>
                <a:path w="341629" h="350520">
                  <a:moveTo>
                    <a:pt x="7620" y="342900"/>
                  </a:moveTo>
                  <a:lnTo>
                    <a:pt x="0" y="342900"/>
                  </a:lnTo>
                  <a:lnTo>
                    <a:pt x="0" y="345440"/>
                  </a:lnTo>
                  <a:lnTo>
                    <a:pt x="5079" y="345440"/>
                  </a:lnTo>
                  <a:lnTo>
                    <a:pt x="7620" y="342900"/>
                  </a:lnTo>
                  <a:close/>
                </a:path>
                <a:path w="341629" h="350520">
                  <a:moveTo>
                    <a:pt x="10159" y="340360"/>
                  </a:moveTo>
                  <a:lnTo>
                    <a:pt x="0" y="340360"/>
                  </a:lnTo>
                  <a:lnTo>
                    <a:pt x="0" y="341630"/>
                  </a:lnTo>
                  <a:lnTo>
                    <a:pt x="8890" y="341630"/>
                  </a:lnTo>
                  <a:lnTo>
                    <a:pt x="10159" y="340360"/>
                  </a:lnTo>
                  <a:close/>
                </a:path>
                <a:path w="341629" h="350520">
                  <a:moveTo>
                    <a:pt x="13970" y="336550"/>
                  </a:moveTo>
                  <a:lnTo>
                    <a:pt x="3810" y="336550"/>
                  </a:lnTo>
                  <a:lnTo>
                    <a:pt x="1270" y="339090"/>
                  </a:lnTo>
                  <a:lnTo>
                    <a:pt x="11429" y="339090"/>
                  </a:lnTo>
                  <a:lnTo>
                    <a:pt x="13970" y="336550"/>
                  </a:lnTo>
                  <a:close/>
                </a:path>
                <a:path w="341629" h="350520">
                  <a:moveTo>
                    <a:pt x="318770" y="31750"/>
                  </a:moveTo>
                  <a:lnTo>
                    <a:pt x="308610" y="31750"/>
                  </a:lnTo>
                  <a:lnTo>
                    <a:pt x="5079" y="335280"/>
                  </a:lnTo>
                  <a:lnTo>
                    <a:pt x="15240" y="335280"/>
                  </a:lnTo>
                  <a:lnTo>
                    <a:pt x="318770" y="31750"/>
                  </a:lnTo>
                  <a:close/>
                </a:path>
                <a:path w="341629" h="350520">
                  <a:moveTo>
                    <a:pt x="321310" y="29210"/>
                  </a:moveTo>
                  <a:lnTo>
                    <a:pt x="311150" y="29210"/>
                  </a:lnTo>
                  <a:lnTo>
                    <a:pt x="309880" y="30480"/>
                  </a:lnTo>
                  <a:lnTo>
                    <a:pt x="320040" y="30480"/>
                  </a:lnTo>
                  <a:lnTo>
                    <a:pt x="321310" y="29210"/>
                  </a:lnTo>
                  <a:close/>
                </a:path>
                <a:path w="341629" h="350520">
                  <a:moveTo>
                    <a:pt x="325120" y="25400"/>
                  </a:moveTo>
                  <a:lnTo>
                    <a:pt x="314960" y="25400"/>
                  </a:lnTo>
                  <a:lnTo>
                    <a:pt x="312420" y="27940"/>
                  </a:lnTo>
                  <a:lnTo>
                    <a:pt x="322579" y="27940"/>
                  </a:lnTo>
                  <a:lnTo>
                    <a:pt x="325120" y="25400"/>
                  </a:lnTo>
                  <a:close/>
                </a:path>
                <a:path w="341629" h="350520">
                  <a:moveTo>
                    <a:pt x="327660" y="22860"/>
                  </a:moveTo>
                  <a:lnTo>
                    <a:pt x="317500" y="22860"/>
                  </a:lnTo>
                  <a:lnTo>
                    <a:pt x="316230" y="24130"/>
                  </a:lnTo>
                  <a:lnTo>
                    <a:pt x="326390" y="24130"/>
                  </a:lnTo>
                  <a:lnTo>
                    <a:pt x="327660" y="22860"/>
                  </a:lnTo>
                  <a:close/>
                </a:path>
                <a:path w="341629" h="350520">
                  <a:moveTo>
                    <a:pt x="331470" y="19050"/>
                  </a:moveTo>
                  <a:lnTo>
                    <a:pt x="321310" y="19050"/>
                  </a:lnTo>
                  <a:lnTo>
                    <a:pt x="318770" y="21590"/>
                  </a:lnTo>
                  <a:lnTo>
                    <a:pt x="328929" y="21590"/>
                  </a:lnTo>
                  <a:lnTo>
                    <a:pt x="331470" y="19050"/>
                  </a:lnTo>
                  <a:close/>
                </a:path>
                <a:path w="341629" h="350520">
                  <a:moveTo>
                    <a:pt x="334010" y="16510"/>
                  </a:moveTo>
                  <a:lnTo>
                    <a:pt x="323850" y="16510"/>
                  </a:lnTo>
                  <a:lnTo>
                    <a:pt x="322580" y="17780"/>
                  </a:lnTo>
                  <a:lnTo>
                    <a:pt x="332740" y="17780"/>
                  </a:lnTo>
                  <a:lnTo>
                    <a:pt x="334010" y="16510"/>
                  </a:lnTo>
                  <a:close/>
                </a:path>
                <a:path w="341629" h="350520">
                  <a:moveTo>
                    <a:pt x="337820" y="12700"/>
                  </a:moveTo>
                  <a:lnTo>
                    <a:pt x="327660" y="12700"/>
                  </a:lnTo>
                  <a:lnTo>
                    <a:pt x="325120" y="15240"/>
                  </a:lnTo>
                  <a:lnTo>
                    <a:pt x="335279" y="15240"/>
                  </a:lnTo>
                  <a:lnTo>
                    <a:pt x="337820" y="12700"/>
                  </a:lnTo>
                  <a:close/>
                </a:path>
                <a:path w="341629" h="350520">
                  <a:moveTo>
                    <a:pt x="340360" y="10160"/>
                  </a:moveTo>
                  <a:lnTo>
                    <a:pt x="330200" y="10160"/>
                  </a:lnTo>
                  <a:lnTo>
                    <a:pt x="328930" y="11430"/>
                  </a:lnTo>
                  <a:lnTo>
                    <a:pt x="339090" y="11430"/>
                  </a:lnTo>
                  <a:lnTo>
                    <a:pt x="340360" y="10160"/>
                  </a:lnTo>
                  <a:close/>
                </a:path>
                <a:path w="341629" h="350520">
                  <a:moveTo>
                    <a:pt x="341630" y="6350"/>
                  </a:moveTo>
                  <a:lnTo>
                    <a:pt x="334010" y="6350"/>
                  </a:lnTo>
                  <a:lnTo>
                    <a:pt x="331470" y="8890"/>
                  </a:lnTo>
                  <a:lnTo>
                    <a:pt x="341629" y="8890"/>
                  </a:lnTo>
                  <a:lnTo>
                    <a:pt x="341630" y="6350"/>
                  </a:lnTo>
                  <a:close/>
                </a:path>
                <a:path w="341629" h="350520">
                  <a:moveTo>
                    <a:pt x="341629" y="3810"/>
                  </a:moveTo>
                  <a:lnTo>
                    <a:pt x="336550" y="3810"/>
                  </a:lnTo>
                  <a:lnTo>
                    <a:pt x="335280" y="5080"/>
                  </a:lnTo>
                  <a:lnTo>
                    <a:pt x="341629" y="5080"/>
                  </a:lnTo>
                  <a:lnTo>
                    <a:pt x="341629" y="3810"/>
                  </a:lnTo>
                  <a:close/>
                </a:path>
                <a:path w="341629" h="350520">
                  <a:moveTo>
                    <a:pt x="341629" y="0"/>
                  </a:moveTo>
                  <a:lnTo>
                    <a:pt x="340360" y="0"/>
                  </a:lnTo>
                  <a:lnTo>
                    <a:pt x="337820" y="2540"/>
                  </a:lnTo>
                  <a:lnTo>
                    <a:pt x="341630" y="2540"/>
                  </a:lnTo>
                  <a:lnTo>
                    <a:pt x="341629" y="0"/>
                  </a:lnTo>
                  <a:close/>
                </a:path>
              </a:pathLst>
            </a:custGeom>
            <a:solidFill>
              <a:srgbClr val="D1C4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8" name="object 3558"/>
            <p:cNvSpPr/>
            <p:nvPr/>
          </p:nvSpPr>
          <p:spPr>
            <a:xfrm>
              <a:off x="7065010" y="2955290"/>
              <a:ext cx="341630" cy="350520"/>
            </a:xfrm>
            <a:custGeom>
              <a:avLst/>
              <a:gdLst/>
              <a:ahLst/>
              <a:cxnLst/>
              <a:rect l="l" t="t" r="r" b="b"/>
              <a:pathLst>
                <a:path w="341629" h="350520">
                  <a:moveTo>
                    <a:pt x="2540" y="349250"/>
                  </a:moveTo>
                  <a:lnTo>
                    <a:pt x="0" y="349250"/>
                  </a:lnTo>
                  <a:lnTo>
                    <a:pt x="0" y="350520"/>
                  </a:lnTo>
                  <a:lnTo>
                    <a:pt x="1270" y="350520"/>
                  </a:lnTo>
                  <a:lnTo>
                    <a:pt x="2540" y="349250"/>
                  </a:lnTo>
                  <a:close/>
                </a:path>
                <a:path w="341629" h="350520">
                  <a:moveTo>
                    <a:pt x="6350" y="345439"/>
                  </a:moveTo>
                  <a:lnTo>
                    <a:pt x="0" y="345439"/>
                  </a:lnTo>
                  <a:lnTo>
                    <a:pt x="0" y="347980"/>
                  </a:lnTo>
                  <a:lnTo>
                    <a:pt x="3809" y="347980"/>
                  </a:lnTo>
                  <a:lnTo>
                    <a:pt x="6350" y="345439"/>
                  </a:lnTo>
                  <a:close/>
                </a:path>
                <a:path w="341629" h="350520">
                  <a:moveTo>
                    <a:pt x="8890" y="342900"/>
                  </a:moveTo>
                  <a:lnTo>
                    <a:pt x="0" y="342900"/>
                  </a:lnTo>
                  <a:lnTo>
                    <a:pt x="0" y="344170"/>
                  </a:lnTo>
                  <a:lnTo>
                    <a:pt x="7620" y="344170"/>
                  </a:lnTo>
                  <a:lnTo>
                    <a:pt x="8890" y="342900"/>
                  </a:lnTo>
                  <a:close/>
                </a:path>
                <a:path w="341629" h="350520">
                  <a:moveTo>
                    <a:pt x="12700" y="339089"/>
                  </a:moveTo>
                  <a:lnTo>
                    <a:pt x="1270" y="339089"/>
                  </a:lnTo>
                  <a:lnTo>
                    <a:pt x="0" y="340360"/>
                  </a:lnTo>
                  <a:lnTo>
                    <a:pt x="0" y="341630"/>
                  </a:lnTo>
                  <a:lnTo>
                    <a:pt x="10159" y="341630"/>
                  </a:lnTo>
                  <a:lnTo>
                    <a:pt x="12700" y="339089"/>
                  </a:lnTo>
                  <a:close/>
                </a:path>
                <a:path w="341629" h="350520">
                  <a:moveTo>
                    <a:pt x="15240" y="336550"/>
                  </a:moveTo>
                  <a:lnTo>
                    <a:pt x="3810" y="336550"/>
                  </a:lnTo>
                  <a:lnTo>
                    <a:pt x="2540" y="337820"/>
                  </a:lnTo>
                  <a:lnTo>
                    <a:pt x="13970" y="337820"/>
                  </a:lnTo>
                  <a:lnTo>
                    <a:pt x="15240" y="336550"/>
                  </a:lnTo>
                  <a:close/>
                </a:path>
                <a:path w="341629" h="350520">
                  <a:moveTo>
                    <a:pt x="19050" y="332739"/>
                  </a:moveTo>
                  <a:lnTo>
                    <a:pt x="7620" y="332739"/>
                  </a:lnTo>
                  <a:lnTo>
                    <a:pt x="5079" y="335280"/>
                  </a:lnTo>
                  <a:lnTo>
                    <a:pt x="16509" y="335280"/>
                  </a:lnTo>
                  <a:lnTo>
                    <a:pt x="19050" y="332739"/>
                  </a:lnTo>
                  <a:close/>
                </a:path>
                <a:path w="341629" h="350520">
                  <a:moveTo>
                    <a:pt x="21590" y="330200"/>
                  </a:moveTo>
                  <a:lnTo>
                    <a:pt x="10160" y="330200"/>
                  </a:lnTo>
                  <a:lnTo>
                    <a:pt x="8890" y="331470"/>
                  </a:lnTo>
                  <a:lnTo>
                    <a:pt x="20320" y="331470"/>
                  </a:lnTo>
                  <a:lnTo>
                    <a:pt x="21590" y="330200"/>
                  </a:lnTo>
                  <a:close/>
                </a:path>
                <a:path w="341629" h="350520">
                  <a:moveTo>
                    <a:pt x="25400" y="326389"/>
                  </a:moveTo>
                  <a:lnTo>
                    <a:pt x="13970" y="326389"/>
                  </a:lnTo>
                  <a:lnTo>
                    <a:pt x="11429" y="328930"/>
                  </a:lnTo>
                  <a:lnTo>
                    <a:pt x="22859" y="328930"/>
                  </a:lnTo>
                  <a:lnTo>
                    <a:pt x="25400" y="326389"/>
                  </a:lnTo>
                  <a:close/>
                </a:path>
                <a:path w="341629" h="350520">
                  <a:moveTo>
                    <a:pt x="330200" y="21589"/>
                  </a:moveTo>
                  <a:lnTo>
                    <a:pt x="318770" y="21589"/>
                  </a:lnTo>
                  <a:lnTo>
                    <a:pt x="15240" y="325120"/>
                  </a:lnTo>
                  <a:lnTo>
                    <a:pt x="26670" y="325120"/>
                  </a:lnTo>
                  <a:lnTo>
                    <a:pt x="330200" y="21589"/>
                  </a:lnTo>
                  <a:close/>
                </a:path>
                <a:path w="341629" h="350520">
                  <a:moveTo>
                    <a:pt x="332740" y="19050"/>
                  </a:moveTo>
                  <a:lnTo>
                    <a:pt x="321310" y="19050"/>
                  </a:lnTo>
                  <a:lnTo>
                    <a:pt x="320040" y="20320"/>
                  </a:lnTo>
                  <a:lnTo>
                    <a:pt x="331470" y="20320"/>
                  </a:lnTo>
                  <a:lnTo>
                    <a:pt x="332740" y="19050"/>
                  </a:lnTo>
                  <a:close/>
                </a:path>
                <a:path w="341629" h="350520">
                  <a:moveTo>
                    <a:pt x="336550" y="15239"/>
                  </a:moveTo>
                  <a:lnTo>
                    <a:pt x="325120" y="15239"/>
                  </a:lnTo>
                  <a:lnTo>
                    <a:pt x="322579" y="17780"/>
                  </a:lnTo>
                  <a:lnTo>
                    <a:pt x="334009" y="17780"/>
                  </a:lnTo>
                  <a:lnTo>
                    <a:pt x="336550" y="15239"/>
                  </a:lnTo>
                  <a:close/>
                </a:path>
                <a:path w="341629" h="350520">
                  <a:moveTo>
                    <a:pt x="339090" y="12700"/>
                  </a:moveTo>
                  <a:lnTo>
                    <a:pt x="327660" y="12700"/>
                  </a:lnTo>
                  <a:lnTo>
                    <a:pt x="326390" y="13970"/>
                  </a:lnTo>
                  <a:lnTo>
                    <a:pt x="337820" y="13970"/>
                  </a:lnTo>
                  <a:lnTo>
                    <a:pt x="339090" y="12700"/>
                  </a:lnTo>
                  <a:close/>
                </a:path>
                <a:path w="341629" h="350520">
                  <a:moveTo>
                    <a:pt x="341630" y="8889"/>
                  </a:moveTo>
                  <a:lnTo>
                    <a:pt x="331470" y="8889"/>
                  </a:lnTo>
                  <a:lnTo>
                    <a:pt x="328929" y="11430"/>
                  </a:lnTo>
                  <a:lnTo>
                    <a:pt x="340359" y="11430"/>
                  </a:lnTo>
                  <a:lnTo>
                    <a:pt x="341630" y="10159"/>
                  </a:lnTo>
                  <a:lnTo>
                    <a:pt x="341630" y="8889"/>
                  </a:lnTo>
                  <a:close/>
                </a:path>
                <a:path w="341629" h="350520">
                  <a:moveTo>
                    <a:pt x="341630" y="6350"/>
                  </a:moveTo>
                  <a:lnTo>
                    <a:pt x="334010" y="6350"/>
                  </a:lnTo>
                  <a:lnTo>
                    <a:pt x="332740" y="7620"/>
                  </a:lnTo>
                  <a:lnTo>
                    <a:pt x="341630" y="7620"/>
                  </a:lnTo>
                  <a:lnTo>
                    <a:pt x="341630" y="6350"/>
                  </a:lnTo>
                  <a:close/>
                </a:path>
                <a:path w="341629" h="350520">
                  <a:moveTo>
                    <a:pt x="341630" y="2539"/>
                  </a:moveTo>
                  <a:lnTo>
                    <a:pt x="337820" y="2539"/>
                  </a:lnTo>
                  <a:lnTo>
                    <a:pt x="335279" y="5080"/>
                  </a:lnTo>
                  <a:lnTo>
                    <a:pt x="341629" y="5080"/>
                  </a:lnTo>
                  <a:lnTo>
                    <a:pt x="341630" y="2539"/>
                  </a:lnTo>
                  <a:close/>
                </a:path>
                <a:path w="341629" h="350520">
                  <a:moveTo>
                    <a:pt x="341630" y="0"/>
                  </a:moveTo>
                  <a:lnTo>
                    <a:pt x="340360" y="0"/>
                  </a:lnTo>
                  <a:lnTo>
                    <a:pt x="339090" y="1270"/>
                  </a:lnTo>
                  <a:lnTo>
                    <a:pt x="341630" y="1270"/>
                  </a:lnTo>
                  <a:lnTo>
                    <a:pt x="341630" y="0"/>
                  </a:lnTo>
                  <a:close/>
                </a:path>
              </a:pathLst>
            </a:custGeom>
            <a:solidFill>
              <a:srgbClr val="D2C5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9" name="object 3559"/>
            <p:cNvSpPr/>
            <p:nvPr/>
          </p:nvSpPr>
          <p:spPr>
            <a:xfrm>
              <a:off x="7065010" y="2965450"/>
              <a:ext cx="341630" cy="353060"/>
            </a:xfrm>
            <a:custGeom>
              <a:avLst/>
              <a:gdLst/>
              <a:ahLst/>
              <a:cxnLst/>
              <a:rect l="l" t="t" r="r" b="b"/>
              <a:pathLst>
                <a:path w="341629" h="353060">
                  <a:moveTo>
                    <a:pt x="1270" y="351790"/>
                  </a:moveTo>
                  <a:lnTo>
                    <a:pt x="0" y="351790"/>
                  </a:lnTo>
                  <a:lnTo>
                    <a:pt x="0" y="353060"/>
                  </a:lnTo>
                  <a:lnTo>
                    <a:pt x="1270" y="351790"/>
                  </a:lnTo>
                  <a:close/>
                </a:path>
                <a:path w="341629" h="353060">
                  <a:moveTo>
                    <a:pt x="5080" y="347980"/>
                  </a:moveTo>
                  <a:lnTo>
                    <a:pt x="0" y="347980"/>
                  </a:lnTo>
                  <a:lnTo>
                    <a:pt x="0" y="350520"/>
                  </a:lnTo>
                  <a:lnTo>
                    <a:pt x="2540" y="350520"/>
                  </a:lnTo>
                  <a:lnTo>
                    <a:pt x="5080" y="347980"/>
                  </a:lnTo>
                  <a:close/>
                </a:path>
                <a:path w="341629" h="353060">
                  <a:moveTo>
                    <a:pt x="7620" y="345440"/>
                  </a:moveTo>
                  <a:lnTo>
                    <a:pt x="0" y="345440"/>
                  </a:lnTo>
                  <a:lnTo>
                    <a:pt x="0" y="346710"/>
                  </a:lnTo>
                  <a:lnTo>
                    <a:pt x="6350" y="346710"/>
                  </a:lnTo>
                  <a:lnTo>
                    <a:pt x="7620" y="345440"/>
                  </a:lnTo>
                  <a:close/>
                </a:path>
                <a:path w="341629" h="353060">
                  <a:moveTo>
                    <a:pt x="11429" y="341630"/>
                  </a:moveTo>
                  <a:lnTo>
                    <a:pt x="0" y="341630"/>
                  </a:lnTo>
                  <a:lnTo>
                    <a:pt x="0" y="344170"/>
                  </a:lnTo>
                  <a:lnTo>
                    <a:pt x="8890" y="344170"/>
                  </a:lnTo>
                  <a:lnTo>
                    <a:pt x="11429" y="341630"/>
                  </a:lnTo>
                  <a:close/>
                </a:path>
                <a:path w="341629" h="353060">
                  <a:moveTo>
                    <a:pt x="13970" y="339090"/>
                  </a:moveTo>
                  <a:lnTo>
                    <a:pt x="2540" y="339090"/>
                  </a:lnTo>
                  <a:lnTo>
                    <a:pt x="1270" y="340360"/>
                  </a:lnTo>
                  <a:lnTo>
                    <a:pt x="12700" y="340360"/>
                  </a:lnTo>
                  <a:lnTo>
                    <a:pt x="13970" y="339090"/>
                  </a:lnTo>
                  <a:close/>
                </a:path>
                <a:path w="341629" h="353060">
                  <a:moveTo>
                    <a:pt x="17780" y="335280"/>
                  </a:moveTo>
                  <a:lnTo>
                    <a:pt x="6350" y="335280"/>
                  </a:lnTo>
                  <a:lnTo>
                    <a:pt x="3809" y="337820"/>
                  </a:lnTo>
                  <a:lnTo>
                    <a:pt x="15240" y="337820"/>
                  </a:lnTo>
                  <a:lnTo>
                    <a:pt x="17780" y="335280"/>
                  </a:lnTo>
                  <a:close/>
                </a:path>
                <a:path w="341629" h="353060">
                  <a:moveTo>
                    <a:pt x="20320" y="332740"/>
                  </a:moveTo>
                  <a:lnTo>
                    <a:pt x="8890" y="332740"/>
                  </a:lnTo>
                  <a:lnTo>
                    <a:pt x="7620" y="334010"/>
                  </a:lnTo>
                  <a:lnTo>
                    <a:pt x="19050" y="334010"/>
                  </a:lnTo>
                  <a:lnTo>
                    <a:pt x="20320" y="332740"/>
                  </a:lnTo>
                  <a:close/>
                </a:path>
                <a:path w="341629" h="353060">
                  <a:moveTo>
                    <a:pt x="24130" y="328930"/>
                  </a:moveTo>
                  <a:lnTo>
                    <a:pt x="12700" y="328930"/>
                  </a:lnTo>
                  <a:lnTo>
                    <a:pt x="10159" y="331470"/>
                  </a:lnTo>
                  <a:lnTo>
                    <a:pt x="21590" y="331470"/>
                  </a:lnTo>
                  <a:lnTo>
                    <a:pt x="24130" y="328930"/>
                  </a:lnTo>
                  <a:close/>
                </a:path>
                <a:path w="341629" h="353060">
                  <a:moveTo>
                    <a:pt x="26670" y="326390"/>
                  </a:moveTo>
                  <a:lnTo>
                    <a:pt x="15240" y="326390"/>
                  </a:lnTo>
                  <a:lnTo>
                    <a:pt x="13970" y="327660"/>
                  </a:lnTo>
                  <a:lnTo>
                    <a:pt x="25400" y="327660"/>
                  </a:lnTo>
                  <a:lnTo>
                    <a:pt x="26670" y="326390"/>
                  </a:lnTo>
                  <a:close/>
                </a:path>
                <a:path w="341629" h="353060">
                  <a:moveTo>
                    <a:pt x="30480" y="322580"/>
                  </a:moveTo>
                  <a:lnTo>
                    <a:pt x="19050" y="322580"/>
                  </a:lnTo>
                  <a:lnTo>
                    <a:pt x="16509" y="325120"/>
                  </a:lnTo>
                  <a:lnTo>
                    <a:pt x="27940" y="325120"/>
                  </a:lnTo>
                  <a:lnTo>
                    <a:pt x="30480" y="322580"/>
                  </a:lnTo>
                  <a:close/>
                </a:path>
                <a:path w="341629" h="353060">
                  <a:moveTo>
                    <a:pt x="33020" y="320040"/>
                  </a:moveTo>
                  <a:lnTo>
                    <a:pt x="21590" y="320040"/>
                  </a:lnTo>
                  <a:lnTo>
                    <a:pt x="20320" y="321310"/>
                  </a:lnTo>
                  <a:lnTo>
                    <a:pt x="31750" y="321310"/>
                  </a:lnTo>
                  <a:lnTo>
                    <a:pt x="33020" y="320040"/>
                  </a:lnTo>
                  <a:close/>
                </a:path>
                <a:path w="341629" h="353060">
                  <a:moveTo>
                    <a:pt x="36830" y="316230"/>
                  </a:moveTo>
                  <a:lnTo>
                    <a:pt x="25400" y="316230"/>
                  </a:lnTo>
                  <a:lnTo>
                    <a:pt x="22859" y="318770"/>
                  </a:lnTo>
                  <a:lnTo>
                    <a:pt x="34290" y="318770"/>
                  </a:lnTo>
                  <a:lnTo>
                    <a:pt x="36830" y="316230"/>
                  </a:lnTo>
                  <a:close/>
                </a:path>
                <a:path w="341629" h="353060">
                  <a:moveTo>
                    <a:pt x="341630" y="11430"/>
                  </a:moveTo>
                  <a:lnTo>
                    <a:pt x="330200" y="11430"/>
                  </a:lnTo>
                  <a:lnTo>
                    <a:pt x="26670" y="314960"/>
                  </a:lnTo>
                  <a:lnTo>
                    <a:pt x="38100" y="314960"/>
                  </a:lnTo>
                  <a:lnTo>
                    <a:pt x="341630" y="11430"/>
                  </a:lnTo>
                  <a:close/>
                </a:path>
                <a:path w="341629" h="353060">
                  <a:moveTo>
                    <a:pt x="341629" y="8890"/>
                  </a:moveTo>
                  <a:lnTo>
                    <a:pt x="332740" y="8890"/>
                  </a:lnTo>
                  <a:lnTo>
                    <a:pt x="331470" y="10160"/>
                  </a:lnTo>
                  <a:lnTo>
                    <a:pt x="341629" y="10160"/>
                  </a:lnTo>
                  <a:lnTo>
                    <a:pt x="341629" y="8890"/>
                  </a:lnTo>
                  <a:close/>
                </a:path>
                <a:path w="341629" h="353060">
                  <a:moveTo>
                    <a:pt x="341629" y="5080"/>
                  </a:moveTo>
                  <a:lnTo>
                    <a:pt x="336550" y="5080"/>
                  </a:lnTo>
                  <a:lnTo>
                    <a:pt x="334009" y="7620"/>
                  </a:lnTo>
                  <a:lnTo>
                    <a:pt x="341630" y="7620"/>
                  </a:lnTo>
                  <a:lnTo>
                    <a:pt x="341629" y="5080"/>
                  </a:lnTo>
                  <a:close/>
                </a:path>
                <a:path w="341629" h="353060">
                  <a:moveTo>
                    <a:pt x="341630" y="2540"/>
                  </a:moveTo>
                  <a:lnTo>
                    <a:pt x="339090" y="2540"/>
                  </a:lnTo>
                  <a:lnTo>
                    <a:pt x="337820" y="3810"/>
                  </a:lnTo>
                  <a:lnTo>
                    <a:pt x="341630" y="3810"/>
                  </a:lnTo>
                  <a:lnTo>
                    <a:pt x="341630" y="2540"/>
                  </a:lnTo>
                  <a:close/>
                </a:path>
                <a:path w="341629" h="353060">
                  <a:moveTo>
                    <a:pt x="341630" y="0"/>
                  </a:moveTo>
                  <a:lnTo>
                    <a:pt x="340359" y="1270"/>
                  </a:lnTo>
                  <a:lnTo>
                    <a:pt x="341630" y="1270"/>
                  </a:lnTo>
                  <a:lnTo>
                    <a:pt x="341630" y="0"/>
                  </a:lnTo>
                  <a:close/>
                </a:path>
              </a:pathLst>
            </a:custGeom>
            <a:solidFill>
              <a:srgbClr val="D2C5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0" name="object 3560"/>
            <p:cNvSpPr/>
            <p:nvPr/>
          </p:nvSpPr>
          <p:spPr>
            <a:xfrm>
              <a:off x="7065010" y="2976880"/>
              <a:ext cx="341630" cy="351790"/>
            </a:xfrm>
            <a:custGeom>
              <a:avLst/>
              <a:gdLst/>
              <a:ahLst/>
              <a:cxnLst/>
              <a:rect l="l" t="t" r="r" b="b"/>
              <a:pathLst>
                <a:path w="341629" h="351789">
                  <a:moveTo>
                    <a:pt x="2540" y="349250"/>
                  </a:moveTo>
                  <a:lnTo>
                    <a:pt x="0" y="349250"/>
                  </a:lnTo>
                  <a:lnTo>
                    <a:pt x="0" y="351790"/>
                  </a:lnTo>
                  <a:lnTo>
                    <a:pt x="2540" y="349250"/>
                  </a:lnTo>
                  <a:close/>
                </a:path>
                <a:path w="341629" h="351789">
                  <a:moveTo>
                    <a:pt x="5080" y="346710"/>
                  </a:moveTo>
                  <a:lnTo>
                    <a:pt x="0" y="346710"/>
                  </a:lnTo>
                  <a:lnTo>
                    <a:pt x="0" y="347980"/>
                  </a:lnTo>
                  <a:lnTo>
                    <a:pt x="3810" y="347980"/>
                  </a:lnTo>
                  <a:lnTo>
                    <a:pt x="5080" y="346710"/>
                  </a:lnTo>
                  <a:close/>
                </a:path>
                <a:path w="341629" h="351789">
                  <a:moveTo>
                    <a:pt x="8890" y="342900"/>
                  </a:moveTo>
                  <a:lnTo>
                    <a:pt x="0" y="342900"/>
                  </a:lnTo>
                  <a:lnTo>
                    <a:pt x="0" y="345440"/>
                  </a:lnTo>
                  <a:lnTo>
                    <a:pt x="6350" y="345440"/>
                  </a:lnTo>
                  <a:lnTo>
                    <a:pt x="8890" y="342900"/>
                  </a:lnTo>
                  <a:close/>
                </a:path>
                <a:path w="341629" h="351789">
                  <a:moveTo>
                    <a:pt x="11430" y="340360"/>
                  </a:moveTo>
                  <a:lnTo>
                    <a:pt x="1270" y="340360"/>
                  </a:lnTo>
                  <a:lnTo>
                    <a:pt x="0" y="341630"/>
                  </a:lnTo>
                  <a:lnTo>
                    <a:pt x="10160" y="341630"/>
                  </a:lnTo>
                  <a:lnTo>
                    <a:pt x="11430" y="340360"/>
                  </a:lnTo>
                  <a:close/>
                </a:path>
                <a:path w="341629" h="351789">
                  <a:moveTo>
                    <a:pt x="15240" y="336550"/>
                  </a:moveTo>
                  <a:lnTo>
                    <a:pt x="5080" y="336550"/>
                  </a:lnTo>
                  <a:lnTo>
                    <a:pt x="2540" y="339090"/>
                  </a:lnTo>
                  <a:lnTo>
                    <a:pt x="12700" y="339090"/>
                  </a:lnTo>
                  <a:lnTo>
                    <a:pt x="15240" y="336550"/>
                  </a:lnTo>
                  <a:close/>
                </a:path>
                <a:path w="341629" h="351789">
                  <a:moveTo>
                    <a:pt x="17780" y="334010"/>
                  </a:moveTo>
                  <a:lnTo>
                    <a:pt x="7620" y="334010"/>
                  </a:lnTo>
                  <a:lnTo>
                    <a:pt x="6350" y="335280"/>
                  </a:lnTo>
                  <a:lnTo>
                    <a:pt x="16510" y="335280"/>
                  </a:lnTo>
                  <a:lnTo>
                    <a:pt x="17780" y="334010"/>
                  </a:lnTo>
                  <a:close/>
                </a:path>
                <a:path w="341629" h="351789">
                  <a:moveTo>
                    <a:pt x="21590" y="330200"/>
                  </a:moveTo>
                  <a:lnTo>
                    <a:pt x="11430" y="330200"/>
                  </a:lnTo>
                  <a:lnTo>
                    <a:pt x="8890" y="332740"/>
                  </a:lnTo>
                  <a:lnTo>
                    <a:pt x="19050" y="332740"/>
                  </a:lnTo>
                  <a:lnTo>
                    <a:pt x="21590" y="330200"/>
                  </a:lnTo>
                  <a:close/>
                </a:path>
                <a:path w="341629" h="351789">
                  <a:moveTo>
                    <a:pt x="24130" y="327660"/>
                  </a:moveTo>
                  <a:lnTo>
                    <a:pt x="13970" y="327660"/>
                  </a:lnTo>
                  <a:lnTo>
                    <a:pt x="12700" y="328930"/>
                  </a:lnTo>
                  <a:lnTo>
                    <a:pt x="22860" y="328930"/>
                  </a:lnTo>
                  <a:lnTo>
                    <a:pt x="24130" y="327660"/>
                  </a:lnTo>
                  <a:close/>
                </a:path>
                <a:path w="341629" h="351789">
                  <a:moveTo>
                    <a:pt x="27940" y="323850"/>
                  </a:moveTo>
                  <a:lnTo>
                    <a:pt x="17780" y="323850"/>
                  </a:lnTo>
                  <a:lnTo>
                    <a:pt x="15240" y="326390"/>
                  </a:lnTo>
                  <a:lnTo>
                    <a:pt x="25400" y="326390"/>
                  </a:lnTo>
                  <a:lnTo>
                    <a:pt x="27940" y="323850"/>
                  </a:lnTo>
                  <a:close/>
                </a:path>
                <a:path w="341629" h="351789">
                  <a:moveTo>
                    <a:pt x="30480" y="321310"/>
                  </a:moveTo>
                  <a:lnTo>
                    <a:pt x="20320" y="321310"/>
                  </a:lnTo>
                  <a:lnTo>
                    <a:pt x="19050" y="322580"/>
                  </a:lnTo>
                  <a:lnTo>
                    <a:pt x="29210" y="322580"/>
                  </a:lnTo>
                  <a:lnTo>
                    <a:pt x="30480" y="321310"/>
                  </a:lnTo>
                  <a:close/>
                </a:path>
                <a:path w="341629" h="351789">
                  <a:moveTo>
                    <a:pt x="34290" y="317500"/>
                  </a:moveTo>
                  <a:lnTo>
                    <a:pt x="24130" y="317500"/>
                  </a:lnTo>
                  <a:lnTo>
                    <a:pt x="21590" y="320040"/>
                  </a:lnTo>
                  <a:lnTo>
                    <a:pt x="31750" y="320040"/>
                  </a:lnTo>
                  <a:lnTo>
                    <a:pt x="34290" y="317500"/>
                  </a:lnTo>
                  <a:close/>
                </a:path>
                <a:path w="341629" h="351789">
                  <a:moveTo>
                    <a:pt x="36830" y="314960"/>
                  </a:moveTo>
                  <a:lnTo>
                    <a:pt x="26670" y="314960"/>
                  </a:lnTo>
                  <a:lnTo>
                    <a:pt x="25400" y="316230"/>
                  </a:lnTo>
                  <a:lnTo>
                    <a:pt x="35560" y="316230"/>
                  </a:lnTo>
                  <a:lnTo>
                    <a:pt x="36830" y="314960"/>
                  </a:lnTo>
                  <a:close/>
                </a:path>
                <a:path w="341629" h="351789">
                  <a:moveTo>
                    <a:pt x="40640" y="311150"/>
                  </a:moveTo>
                  <a:lnTo>
                    <a:pt x="30480" y="311150"/>
                  </a:lnTo>
                  <a:lnTo>
                    <a:pt x="27940" y="313690"/>
                  </a:lnTo>
                  <a:lnTo>
                    <a:pt x="38100" y="313690"/>
                  </a:lnTo>
                  <a:lnTo>
                    <a:pt x="40640" y="311150"/>
                  </a:lnTo>
                  <a:close/>
                </a:path>
                <a:path w="341629" h="351789">
                  <a:moveTo>
                    <a:pt x="43180" y="308610"/>
                  </a:moveTo>
                  <a:lnTo>
                    <a:pt x="33020" y="308610"/>
                  </a:lnTo>
                  <a:lnTo>
                    <a:pt x="31750" y="309880"/>
                  </a:lnTo>
                  <a:lnTo>
                    <a:pt x="41910" y="309880"/>
                  </a:lnTo>
                  <a:lnTo>
                    <a:pt x="43180" y="308610"/>
                  </a:lnTo>
                  <a:close/>
                </a:path>
                <a:path w="341629" h="351789">
                  <a:moveTo>
                    <a:pt x="46990" y="304800"/>
                  </a:moveTo>
                  <a:lnTo>
                    <a:pt x="36830" y="304800"/>
                  </a:lnTo>
                  <a:lnTo>
                    <a:pt x="34290" y="307340"/>
                  </a:lnTo>
                  <a:lnTo>
                    <a:pt x="44450" y="307340"/>
                  </a:lnTo>
                  <a:lnTo>
                    <a:pt x="46990" y="304800"/>
                  </a:lnTo>
                  <a:close/>
                </a:path>
                <a:path w="341629" h="351789">
                  <a:moveTo>
                    <a:pt x="341630" y="0"/>
                  </a:moveTo>
                  <a:lnTo>
                    <a:pt x="38100" y="303530"/>
                  </a:lnTo>
                  <a:lnTo>
                    <a:pt x="48260" y="303530"/>
                  </a:lnTo>
                  <a:lnTo>
                    <a:pt x="341630" y="10160"/>
                  </a:lnTo>
                  <a:lnTo>
                    <a:pt x="341630" y="0"/>
                  </a:lnTo>
                  <a:close/>
                </a:path>
              </a:pathLst>
            </a:custGeom>
            <a:solidFill>
              <a:srgbClr val="D3C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1" name="object 3561"/>
            <p:cNvSpPr/>
            <p:nvPr/>
          </p:nvSpPr>
          <p:spPr>
            <a:xfrm>
              <a:off x="7065010" y="2987040"/>
              <a:ext cx="341630" cy="353060"/>
            </a:xfrm>
            <a:custGeom>
              <a:avLst/>
              <a:gdLst/>
              <a:ahLst/>
              <a:cxnLst/>
              <a:rect l="l" t="t" r="r" b="b"/>
              <a:pathLst>
                <a:path w="341629" h="353060">
                  <a:moveTo>
                    <a:pt x="1270" y="351789"/>
                  </a:moveTo>
                  <a:lnTo>
                    <a:pt x="0" y="351789"/>
                  </a:lnTo>
                  <a:lnTo>
                    <a:pt x="0" y="353059"/>
                  </a:lnTo>
                  <a:lnTo>
                    <a:pt x="1270" y="351789"/>
                  </a:lnTo>
                  <a:close/>
                </a:path>
                <a:path w="341629" h="353060">
                  <a:moveTo>
                    <a:pt x="3810" y="349249"/>
                  </a:moveTo>
                  <a:lnTo>
                    <a:pt x="0" y="349249"/>
                  </a:lnTo>
                  <a:lnTo>
                    <a:pt x="0" y="350519"/>
                  </a:lnTo>
                  <a:lnTo>
                    <a:pt x="2540" y="350519"/>
                  </a:lnTo>
                  <a:lnTo>
                    <a:pt x="3810" y="349249"/>
                  </a:lnTo>
                  <a:close/>
                </a:path>
                <a:path w="341629" h="353060">
                  <a:moveTo>
                    <a:pt x="7620" y="345439"/>
                  </a:moveTo>
                  <a:lnTo>
                    <a:pt x="0" y="345439"/>
                  </a:lnTo>
                  <a:lnTo>
                    <a:pt x="0" y="347979"/>
                  </a:lnTo>
                  <a:lnTo>
                    <a:pt x="5079" y="347979"/>
                  </a:lnTo>
                  <a:lnTo>
                    <a:pt x="7620" y="345439"/>
                  </a:lnTo>
                  <a:close/>
                </a:path>
                <a:path w="341629" h="353060">
                  <a:moveTo>
                    <a:pt x="10160" y="342899"/>
                  </a:moveTo>
                  <a:lnTo>
                    <a:pt x="0" y="342899"/>
                  </a:lnTo>
                  <a:lnTo>
                    <a:pt x="0" y="344169"/>
                  </a:lnTo>
                  <a:lnTo>
                    <a:pt x="8890" y="344169"/>
                  </a:lnTo>
                  <a:lnTo>
                    <a:pt x="10160" y="342899"/>
                  </a:lnTo>
                  <a:close/>
                </a:path>
                <a:path w="341629" h="353060">
                  <a:moveTo>
                    <a:pt x="13970" y="339089"/>
                  </a:moveTo>
                  <a:lnTo>
                    <a:pt x="2540" y="339089"/>
                  </a:lnTo>
                  <a:lnTo>
                    <a:pt x="0" y="341629"/>
                  </a:lnTo>
                  <a:lnTo>
                    <a:pt x="11429" y="341629"/>
                  </a:lnTo>
                  <a:lnTo>
                    <a:pt x="13970" y="339089"/>
                  </a:lnTo>
                  <a:close/>
                </a:path>
                <a:path w="341629" h="353060">
                  <a:moveTo>
                    <a:pt x="16510" y="336549"/>
                  </a:moveTo>
                  <a:lnTo>
                    <a:pt x="5080" y="336549"/>
                  </a:lnTo>
                  <a:lnTo>
                    <a:pt x="3810" y="337819"/>
                  </a:lnTo>
                  <a:lnTo>
                    <a:pt x="15240" y="337819"/>
                  </a:lnTo>
                  <a:lnTo>
                    <a:pt x="16510" y="336549"/>
                  </a:lnTo>
                  <a:close/>
                </a:path>
                <a:path w="341629" h="353060">
                  <a:moveTo>
                    <a:pt x="20320" y="332739"/>
                  </a:moveTo>
                  <a:lnTo>
                    <a:pt x="8890" y="332739"/>
                  </a:lnTo>
                  <a:lnTo>
                    <a:pt x="6350" y="335279"/>
                  </a:lnTo>
                  <a:lnTo>
                    <a:pt x="17779" y="335279"/>
                  </a:lnTo>
                  <a:lnTo>
                    <a:pt x="20320" y="332739"/>
                  </a:lnTo>
                  <a:close/>
                </a:path>
                <a:path w="341629" h="353060">
                  <a:moveTo>
                    <a:pt x="22860" y="330199"/>
                  </a:moveTo>
                  <a:lnTo>
                    <a:pt x="11430" y="330199"/>
                  </a:lnTo>
                  <a:lnTo>
                    <a:pt x="10160" y="331469"/>
                  </a:lnTo>
                  <a:lnTo>
                    <a:pt x="21590" y="331469"/>
                  </a:lnTo>
                  <a:lnTo>
                    <a:pt x="22860" y="330199"/>
                  </a:lnTo>
                  <a:close/>
                </a:path>
                <a:path w="341629" h="353060">
                  <a:moveTo>
                    <a:pt x="26670" y="326389"/>
                  </a:moveTo>
                  <a:lnTo>
                    <a:pt x="15240" y="326389"/>
                  </a:lnTo>
                  <a:lnTo>
                    <a:pt x="12700" y="328929"/>
                  </a:lnTo>
                  <a:lnTo>
                    <a:pt x="24129" y="328929"/>
                  </a:lnTo>
                  <a:lnTo>
                    <a:pt x="26670" y="326389"/>
                  </a:lnTo>
                  <a:close/>
                </a:path>
                <a:path w="341629" h="353060">
                  <a:moveTo>
                    <a:pt x="29210" y="323849"/>
                  </a:moveTo>
                  <a:lnTo>
                    <a:pt x="17780" y="323849"/>
                  </a:lnTo>
                  <a:lnTo>
                    <a:pt x="16510" y="325119"/>
                  </a:lnTo>
                  <a:lnTo>
                    <a:pt x="27940" y="325119"/>
                  </a:lnTo>
                  <a:lnTo>
                    <a:pt x="29210" y="323849"/>
                  </a:lnTo>
                  <a:close/>
                </a:path>
                <a:path w="341629" h="353060">
                  <a:moveTo>
                    <a:pt x="33020" y="320039"/>
                  </a:moveTo>
                  <a:lnTo>
                    <a:pt x="21590" y="320039"/>
                  </a:lnTo>
                  <a:lnTo>
                    <a:pt x="19050" y="322579"/>
                  </a:lnTo>
                  <a:lnTo>
                    <a:pt x="30479" y="322579"/>
                  </a:lnTo>
                  <a:lnTo>
                    <a:pt x="33020" y="320039"/>
                  </a:lnTo>
                  <a:close/>
                </a:path>
                <a:path w="341629" h="353060">
                  <a:moveTo>
                    <a:pt x="35560" y="317499"/>
                  </a:moveTo>
                  <a:lnTo>
                    <a:pt x="24130" y="317499"/>
                  </a:lnTo>
                  <a:lnTo>
                    <a:pt x="22860" y="318769"/>
                  </a:lnTo>
                  <a:lnTo>
                    <a:pt x="34290" y="318769"/>
                  </a:lnTo>
                  <a:lnTo>
                    <a:pt x="35560" y="317499"/>
                  </a:lnTo>
                  <a:close/>
                </a:path>
                <a:path w="341629" h="353060">
                  <a:moveTo>
                    <a:pt x="39370" y="313689"/>
                  </a:moveTo>
                  <a:lnTo>
                    <a:pt x="27940" y="313689"/>
                  </a:lnTo>
                  <a:lnTo>
                    <a:pt x="25400" y="316229"/>
                  </a:lnTo>
                  <a:lnTo>
                    <a:pt x="36829" y="316229"/>
                  </a:lnTo>
                  <a:lnTo>
                    <a:pt x="39370" y="313689"/>
                  </a:lnTo>
                  <a:close/>
                </a:path>
                <a:path w="341629" h="353060">
                  <a:moveTo>
                    <a:pt x="41910" y="311149"/>
                  </a:moveTo>
                  <a:lnTo>
                    <a:pt x="30480" y="311149"/>
                  </a:lnTo>
                  <a:lnTo>
                    <a:pt x="29210" y="312419"/>
                  </a:lnTo>
                  <a:lnTo>
                    <a:pt x="40640" y="312419"/>
                  </a:lnTo>
                  <a:lnTo>
                    <a:pt x="41910" y="311149"/>
                  </a:lnTo>
                  <a:close/>
                </a:path>
                <a:path w="341629" h="353060">
                  <a:moveTo>
                    <a:pt x="45720" y="307339"/>
                  </a:moveTo>
                  <a:lnTo>
                    <a:pt x="34290" y="307339"/>
                  </a:lnTo>
                  <a:lnTo>
                    <a:pt x="31750" y="309879"/>
                  </a:lnTo>
                  <a:lnTo>
                    <a:pt x="43179" y="309879"/>
                  </a:lnTo>
                  <a:lnTo>
                    <a:pt x="45720" y="307339"/>
                  </a:lnTo>
                  <a:close/>
                </a:path>
                <a:path w="341629" h="353060">
                  <a:moveTo>
                    <a:pt x="48260" y="304799"/>
                  </a:moveTo>
                  <a:lnTo>
                    <a:pt x="36830" y="304799"/>
                  </a:lnTo>
                  <a:lnTo>
                    <a:pt x="35560" y="306069"/>
                  </a:lnTo>
                  <a:lnTo>
                    <a:pt x="46990" y="306069"/>
                  </a:lnTo>
                  <a:lnTo>
                    <a:pt x="48260" y="304799"/>
                  </a:lnTo>
                  <a:close/>
                </a:path>
                <a:path w="341629" h="353060">
                  <a:moveTo>
                    <a:pt x="52070" y="300989"/>
                  </a:moveTo>
                  <a:lnTo>
                    <a:pt x="40640" y="300989"/>
                  </a:lnTo>
                  <a:lnTo>
                    <a:pt x="38100" y="303529"/>
                  </a:lnTo>
                  <a:lnTo>
                    <a:pt x="49529" y="303529"/>
                  </a:lnTo>
                  <a:lnTo>
                    <a:pt x="52070" y="300989"/>
                  </a:lnTo>
                  <a:close/>
                </a:path>
                <a:path w="341629" h="353060">
                  <a:moveTo>
                    <a:pt x="54610" y="298449"/>
                  </a:moveTo>
                  <a:lnTo>
                    <a:pt x="43180" y="298449"/>
                  </a:lnTo>
                  <a:lnTo>
                    <a:pt x="41910" y="299719"/>
                  </a:lnTo>
                  <a:lnTo>
                    <a:pt x="53340" y="299719"/>
                  </a:lnTo>
                  <a:lnTo>
                    <a:pt x="54610" y="298449"/>
                  </a:lnTo>
                  <a:close/>
                </a:path>
                <a:path w="341629" h="353060">
                  <a:moveTo>
                    <a:pt x="58420" y="294639"/>
                  </a:moveTo>
                  <a:lnTo>
                    <a:pt x="46990" y="294639"/>
                  </a:lnTo>
                  <a:lnTo>
                    <a:pt x="44450" y="297179"/>
                  </a:lnTo>
                  <a:lnTo>
                    <a:pt x="55879" y="297179"/>
                  </a:lnTo>
                  <a:lnTo>
                    <a:pt x="58420" y="294639"/>
                  </a:lnTo>
                  <a:close/>
                </a:path>
                <a:path w="341629" h="353060">
                  <a:moveTo>
                    <a:pt x="341629" y="0"/>
                  </a:moveTo>
                  <a:lnTo>
                    <a:pt x="48260" y="293369"/>
                  </a:lnTo>
                  <a:lnTo>
                    <a:pt x="59690" y="293369"/>
                  </a:lnTo>
                  <a:lnTo>
                    <a:pt x="341629" y="11429"/>
                  </a:lnTo>
                  <a:lnTo>
                    <a:pt x="341629" y="0"/>
                  </a:lnTo>
                  <a:close/>
                </a:path>
              </a:pathLst>
            </a:custGeom>
            <a:solidFill>
              <a:srgbClr val="D3C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2" name="object 3562"/>
            <p:cNvSpPr/>
            <p:nvPr/>
          </p:nvSpPr>
          <p:spPr>
            <a:xfrm>
              <a:off x="7065010" y="2998469"/>
              <a:ext cx="341630" cy="351790"/>
            </a:xfrm>
            <a:custGeom>
              <a:avLst/>
              <a:gdLst/>
              <a:ahLst/>
              <a:cxnLst/>
              <a:rect l="l" t="t" r="r" b="b"/>
              <a:pathLst>
                <a:path w="341629" h="351789">
                  <a:moveTo>
                    <a:pt x="2540" y="350519"/>
                  </a:moveTo>
                  <a:lnTo>
                    <a:pt x="0" y="350519"/>
                  </a:lnTo>
                  <a:lnTo>
                    <a:pt x="0" y="351789"/>
                  </a:lnTo>
                  <a:lnTo>
                    <a:pt x="1270" y="351789"/>
                  </a:lnTo>
                  <a:lnTo>
                    <a:pt x="2540" y="350519"/>
                  </a:lnTo>
                  <a:close/>
                </a:path>
                <a:path w="341629" h="351789">
                  <a:moveTo>
                    <a:pt x="6350" y="346709"/>
                  </a:moveTo>
                  <a:lnTo>
                    <a:pt x="0" y="346709"/>
                  </a:lnTo>
                  <a:lnTo>
                    <a:pt x="0" y="349249"/>
                  </a:lnTo>
                  <a:lnTo>
                    <a:pt x="3810" y="349249"/>
                  </a:lnTo>
                  <a:lnTo>
                    <a:pt x="6350" y="346709"/>
                  </a:lnTo>
                  <a:close/>
                </a:path>
                <a:path w="341629" h="351789">
                  <a:moveTo>
                    <a:pt x="8890" y="344169"/>
                  </a:moveTo>
                  <a:lnTo>
                    <a:pt x="0" y="344169"/>
                  </a:lnTo>
                  <a:lnTo>
                    <a:pt x="0" y="345439"/>
                  </a:lnTo>
                  <a:lnTo>
                    <a:pt x="7620" y="345439"/>
                  </a:lnTo>
                  <a:lnTo>
                    <a:pt x="8890" y="344169"/>
                  </a:lnTo>
                  <a:close/>
                </a:path>
                <a:path w="341629" h="351789">
                  <a:moveTo>
                    <a:pt x="12700" y="340359"/>
                  </a:moveTo>
                  <a:lnTo>
                    <a:pt x="1270" y="340359"/>
                  </a:lnTo>
                  <a:lnTo>
                    <a:pt x="0" y="341629"/>
                  </a:lnTo>
                  <a:lnTo>
                    <a:pt x="0" y="342899"/>
                  </a:lnTo>
                  <a:lnTo>
                    <a:pt x="10160" y="342899"/>
                  </a:lnTo>
                  <a:lnTo>
                    <a:pt x="12700" y="340359"/>
                  </a:lnTo>
                  <a:close/>
                </a:path>
                <a:path w="341629" h="351789">
                  <a:moveTo>
                    <a:pt x="15240" y="337819"/>
                  </a:moveTo>
                  <a:lnTo>
                    <a:pt x="3810" y="337819"/>
                  </a:lnTo>
                  <a:lnTo>
                    <a:pt x="2540" y="339089"/>
                  </a:lnTo>
                  <a:lnTo>
                    <a:pt x="13970" y="339089"/>
                  </a:lnTo>
                  <a:lnTo>
                    <a:pt x="15240" y="337819"/>
                  </a:lnTo>
                  <a:close/>
                </a:path>
                <a:path w="341629" h="351789">
                  <a:moveTo>
                    <a:pt x="19050" y="334009"/>
                  </a:moveTo>
                  <a:lnTo>
                    <a:pt x="7620" y="334009"/>
                  </a:lnTo>
                  <a:lnTo>
                    <a:pt x="5079" y="336549"/>
                  </a:lnTo>
                  <a:lnTo>
                    <a:pt x="16510" y="336549"/>
                  </a:lnTo>
                  <a:lnTo>
                    <a:pt x="19050" y="334009"/>
                  </a:lnTo>
                  <a:close/>
                </a:path>
                <a:path w="341629" h="351789">
                  <a:moveTo>
                    <a:pt x="21590" y="331469"/>
                  </a:moveTo>
                  <a:lnTo>
                    <a:pt x="10160" y="331469"/>
                  </a:lnTo>
                  <a:lnTo>
                    <a:pt x="8890" y="332739"/>
                  </a:lnTo>
                  <a:lnTo>
                    <a:pt x="20320" y="332739"/>
                  </a:lnTo>
                  <a:lnTo>
                    <a:pt x="21590" y="331469"/>
                  </a:lnTo>
                  <a:close/>
                </a:path>
                <a:path w="341629" h="351789">
                  <a:moveTo>
                    <a:pt x="25400" y="327659"/>
                  </a:moveTo>
                  <a:lnTo>
                    <a:pt x="13970" y="327659"/>
                  </a:lnTo>
                  <a:lnTo>
                    <a:pt x="11429" y="330199"/>
                  </a:lnTo>
                  <a:lnTo>
                    <a:pt x="22860" y="330199"/>
                  </a:lnTo>
                  <a:lnTo>
                    <a:pt x="25400" y="327659"/>
                  </a:lnTo>
                  <a:close/>
                </a:path>
                <a:path w="341629" h="351789">
                  <a:moveTo>
                    <a:pt x="27940" y="325119"/>
                  </a:moveTo>
                  <a:lnTo>
                    <a:pt x="16510" y="325119"/>
                  </a:lnTo>
                  <a:lnTo>
                    <a:pt x="15240" y="326389"/>
                  </a:lnTo>
                  <a:lnTo>
                    <a:pt x="26670" y="326389"/>
                  </a:lnTo>
                  <a:lnTo>
                    <a:pt x="27940" y="325119"/>
                  </a:lnTo>
                  <a:close/>
                </a:path>
                <a:path w="341629" h="351789">
                  <a:moveTo>
                    <a:pt x="31750" y="321309"/>
                  </a:moveTo>
                  <a:lnTo>
                    <a:pt x="20320" y="321309"/>
                  </a:lnTo>
                  <a:lnTo>
                    <a:pt x="17779" y="323849"/>
                  </a:lnTo>
                  <a:lnTo>
                    <a:pt x="29210" y="323849"/>
                  </a:lnTo>
                  <a:lnTo>
                    <a:pt x="31750" y="321309"/>
                  </a:lnTo>
                  <a:close/>
                </a:path>
                <a:path w="341629" h="351789">
                  <a:moveTo>
                    <a:pt x="34290" y="318769"/>
                  </a:moveTo>
                  <a:lnTo>
                    <a:pt x="22860" y="318769"/>
                  </a:lnTo>
                  <a:lnTo>
                    <a:pt x="21590" y="320039"/>
                  </a:lnTo>
                  <a:lnTo>
                    <a:pt x="33020" y="320039"/>
                  </a:lnTo>
                  <a:lnTo>
                    <a:pt x="34290" y="318769"/>
                  </a:lnTo>
                  <a:close/>
                </a:path>
                <a:path w="341629" h="351789">
                  <a:moveTo>
                    <a:pt x="38100" y="314959"/>
                  </a:moveTo>
                  <a:lnTo>
                    <a:pt x="26670" y="314959"/>
                  </a:lnTo>
                  <a:lnTo>
                    <a:pt x="24129" y="317499"/>
                  </a:lnTo>
                  <a:lnTo>
                    <a:pt x="35560" y="317499"/>
                  </a:lnTo>
                  <a:lnTo>
                    <a:pt x="38100" y="314959"/>
                  </a:lnTo>
                  <a:close/>
                </a:path>
                <a:path w="341629" h="351789">
                  <a:moveTo>
                    <a:pt x="40640" y="312419"/>
                  </a:moveTo>
                  <a:lnTo>
                    <a:pt x="29210" y="312419"/>
                  </a:lnTo>
                  <a:lnTo>
                    <a:pt x="27940" y="313689"/>
                  </a:lnTo>
                  <a:lnTo>
                    <a:pt x="39370" y="313689"/>
                  </a:lnTo>
                  <a:lnTo>
                    <a:pt x="40640" y="312419"/>
                  </a:lnTo>
                  <a:close/>
                </a:path>
                <a:path w="341629" h="351789">
                  <a:moveTo>
                    <a:pt x="44450" y="308609"/>
                  </a:moveTo>
                  <a:lnTo>
                    <a:pt x="33020" y="308609"/>
                  </a:lnTo>
                  <a:lnTo>
                    <a:pt x="30479" y="311149"/>
                  </a:lnTo>
                  <a:lnTo>
                    <a:pt x="41910" y="311149"/>
                  </a:lnTo>
                  <a:lnTo>
                    <a:pt x="44450" y="308609"/>
                  </a:lnTo>
                  <a:close/>
                </a:path>
                <a:path w="341629" h="351789">
                  <a:moveTo>
                    <a:pt x="46990" y="306069"/>
                  </a:moveTo>
                  <a:lnTo>
                    <a:pt x="35560" y="306069"/>
                  </a:lnTo>
                  <a:lnTo>
                    <a:pt x="34290" y="307339"/>
                  </a:lnTo>
                  <a:lnTo>
                    <a:pt x="45720" y="307339"/>
                  </a:lnTo>
                  <a:lnTo>
                    <a:pt x="46990" y="306069"/>
                  </a:lnTo>
                  <a:close/>
                </a:path>
                <a:path w="341629" h="351789">
                  <a:moveTo>
                    <a:pt x="50800" y="302259"/>
                  </a:moveTo>
                  <a:lnTo>
                    <a:pt x="39370" y="302259"/>
                  </a:lnTo>
                  <a:lnTo>
                    <a:pt x="36829" y="304799"/>
                  </a:lnTo>
                  <a:lnTo>
                    <a:pt x="48260" y="304799"/>
                  </a:lnTo>
                  <a:lnTo>
                    <a:pt x="50800" y="302259"/>
                  </a:lnTo>
                  <a:close/>
                </a:path>
                <a:path w="341629" h="351789">
                  <a:moveTo>
                    <a:pt x="53340" y="299719"/>
                  </a:moveTo>
                  <a:lnTo>
                    <a:pt x="41910" y="299719"/>
                  </a:lnTo>
                  <a:lnTo>
                    <a:pt x="40640" y="300989"/>
                  </a:lnTo>
                  <a:lnTo>
                    <a:pt x="52070" y="300989"/>
                  </a:lnTo>
                  <a:lnTo>
                    <a:pt x="53340" y="299719"/>
                  </a:lnTo>
                  <a:close/>
                </a:path>
                <a:path w="341629" h="351789">
                  <a:moveTo>
                    <a:pt x="57150" y="295909"/>
                  </a:moveTo>
                  <a:lnTo>
                    <a:pt x="45720" y="295909"/>
                  </a:lnTo>
                  <a:lnTo>
                    <a:pt x="43179" y="298449"/>
                  </a:lnTo>
                  <a:lnTo>
                    <a:pt x="54610" y="298449"/>
                  </a:lnTo>
                  <a:lnTo>
                    <a:pt x="57150" y="295909"/>
                  </a:lnTo>
                  <a:close/>
                </a:path>
                <a:path w="341629" h="351789">
                  <a:moveTo>
                    <a:pt x="59690" y="293369"/>
                  </a:moveTo>
                  <a:lnTo>
                    <a:pt x="48260" y="293369"/>
                  </a:lnTo>
                  <a:lnTo>
                    <a:pt x="46990" y="294639"/>
                  </a:lnTo>
                  <a:lnTo>
                    <a:pt x="58420" y="294639"/>
                  </a:lnTo>
                  <a:lnTo>
                    <a:pt x="59690" y="293369"/>
                  </a:lnTo>
                  <a:close/>
                </a:path>
                <a:path w="341629" h="351789">
                  <a:moveTo>
                    <a:pt x="63500" y="289559"/>
                  </a:moveTo>
                  <a:lnTo>
                    <a:pt x="52070" y="289559"/>
                  </a:lnTo>
                  <a:lnTo>
                    <a:pt x="49529" y="292099"/>
                  </a:lnTo>
                  <a:lnTo>
                    <a:pt x="60960" y="292099"/>
                  </a:lnTo>
                  <a:lnTo>
                    <a:pt x="63500" y="289559"/>
                  </a:lnTo>
                  <a:close/>
                </a:path>
                <a:path w="341629" h="351789">
                  <a:moveTo>
                    <a:pt x="66040" y="287019"/>
                  </a:moveTo>
                  <a:lnTo>
                    <a:pt x="54610" y="287019"/>
                  </a:lnTo>
                  <a:lnTo>
                    <a:pt x="53340" y="288289"/>
                  </a:lnTo>
                  <a:lnTo>
                    <a:pt x="64770" y="288289"/>
                  </a:lnTo>
                  <a:lnTo>
                    <a:pt x="66040" y="287019"/>
                  </a:lnTo>
                  <a:close/>
                </a:path>
                <a:path w="341629" h="351789">
                  <a:moveTo>
                    <a:pt x="69850" y="283209"/>
                  </a:moveTo>
                  <a:lnTo>
                    <a:pt x="58420" y="283209"/>
                  </a:lnTo>
                  <a:lnTo>
                    <a:pt x="55879" y="285749"/>
                  </a:lnTo>
                  <a:lnTo>
                    <a:pt x="67310" y="285749"/>
                  </a:lnTo>
                  <a:lnTo>
                    <a:pt x="69850" y="283209"/>
                  </a:lnTo>
                  <a:close/>
                </a:path>
                <a:path w="341629" h="351789">
                  <a:moveTo>
                    <a:pt x="341629" y="0"/>
                  </a:moveTo>
                  <a:lnTo>
                    <a:pt x="59690" y="281939"/>
                  </a:lnTo>
                  <a:lnTo>
                    <a:pt x="71120" y="281939"/>
                  </a:lnTo>
                  <a:lnTo>
                    <a:pt x="341629" y="11429"/>
                  </a:lnTo>
                  <a:lnTo>
                    <a:pt x="341629" y="0"/>
                  </a:lnTo>
                  <a:close/>
                </a:path>
              </a:pathLst>
            </a:custGeom>
            <a:solidFill>
              <a:srgbClr val="D4C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3" name="object 3563"/>
            <p:cNvSpPr/>
            <p:nvPr/>
          </p:nvSpPr>
          <p:spPr>
            <a:xfrm>
              <a:off x="7065010" y="3009900"/>
              <a:ext cx="341630" cy="350520"/>
            </a:xfrm>
            <a:custGeom>
              <a:avLst/>
              <a:gdLst/>
              <a:ahLst/>
              <a:cxnLst/>
              <a:rect l="l" t="t" r="r" b="b"/>
              <a:pathLst>
                <a:path w="341629" h="350520">
                  <a:moveTo>
                    <a:pt x="3810" y="347979"/>
                  </a:moveTo>
                  <a:lnTo>
                    <a:pt x="0" y="347979"/>
                  </a:lnTo>
                  <a:lnTo>
                    <a:pt x="0" y="350519"/>
                  </a:lnTo>
                  <a:lnTo>
                    <a:pt x="1270" y="350519"/>
                  </a:lnTo>
                  <a:lnTo>
                    <a:pt x="3810" y="347979"/>
                  </a:lnTo>
                  <a:close/>
                </a:path>
                <a:path w="341629" h="350520">
                  <a:moveTo>
                    <a:pt x="6350" y="345439"/>
                  </a:moveTo>
                  <a:lnTo>
                    <a:pt x="0" y="345439"/>
                  </a:lnTo>
                  <a:lnTo>
                    <a:pt x="0" y="346709"/>
                  </a:lnTo>
                  <a:lnTo>
                    <a:pt x="5079" y="346709"/>
                  </a:lnTo>
                  <a:lnTo>
                    <a:pt x="6350" y="345439"/>
                  </a:lnTo>
                  <a:close/>
                </a:path>
                <a:path w="341629" h="350520">
                  <a:moveTo>
                    <a:pt x="10160" y="341629"/>
                  </a:moveTo>
                  <a:lnTo>
                    <a:pt x="0" y="341629"/>
                  </a:lnTo>
                  <a:lnTo>
                    <a:pt x="0" y="344169"/>
                  </a:lnTo>
                  <a:lnTo>
                    <a:pt x="7620" y="344169"/>
                  </a:lnTo>
                  <a:lnTo>
                    <a:pt x="10160" y="341629"/>
                  </a:lnTo>
                  <a:close/>
                </a:path>
                <a:path w="341629" h="350520">
                  <a:moveTo>
                    <a:pt x="12700" y="339089"/>
                  </a:moveTo>
                  <a:lnTo>
                    <a:pt x="2540" y="339089"/>
                  </a:lnTo>
                  <a:lnTo>
                    <a:pt x="1270" y="340359"/>
                  </a:lnTo>
                  <a:lnTo>
                    <a:pt x="11430" y="340359"/>
                  </a:lnTo>
                  <a:lnTo>
                    <a:pt x="12700" y="339089"/>
                  </a:lnTo>
                  <a:close/>
                </a:path>
                <a:path w="341629" h="350520">
                  <a:moveTo>
                    <a:pt x="16510" y="335279"/>
                  </a:moveTo>
                  <a:lnTo>
                    <a:pt x="6350" y="335279"/>
                  </a:lnTo>
                  <a:lnTo>
                    <a:pt x="3810" y="337819"/>
                  </a:lnTo>
                  <a:lnTo>
                    <a:pt x="13970" y="337819"/>
                  </a:lnTo>
                  <a:lnTo>
                    <a:pt x="16510" y="335279"/>
                  </a:lnTo>
                  <a:close/>
                </a:path>
                <a:path w="341629" h="350520">
                  <a:moveTo>
                    <a:pt x="19050" y="332739"/>
                  </a:moveTo>
                  <a:lnTo>
                    <a:pt x="8890" y="332739"/>
                  </a:lnTo>
                  <a:lnTo>
                    <a:pt x="7620" y="334009"/>
                  </a:lnTo>
                  <a:lnTo>
                    <a:pt x="17780" y="334009"/>
                  </a:lnTo>
                  <a:lnTo>
                    <a:pt x="19050" y="332739"/>
                  </a:lnTo>
                  <a:close/>
                </a:path>
                <a:path w="341629" h="350520">
                  <a:moveTo>
                    <a:pt x="22860" y="328929"/>
                  </a:moveTo>
                  <a:lnTo>
                    <a:pt x="12700" y="328929"/>
                  </a:lnTo>
                  <a:lnTo>
                    <a:pt x="10160" y="331469"/>
                  </a:lnTo>
                  <a:lnTo>
                    <a:pt x="20320" y="331469"/>
                  </a:lnTo>
                  <a:lnTo>
                    <a:pt x="22860" y="328929"/>
                  </a:lnTo>
                  <a:close/>
                </a:path>
                <a:path w="341629" h="350520">
                  <a:moveTo>
                    <a:pt x="25400" y="326389"/>
                  </a:moveTo>
                  <a:lnTo>
                    <a:pt x="15240" y="326389"/>
                  </a:lnTo>
                  <a:lnTo>
                    <a:pt x="13970" y="327659"/>
                  </a:lnTo>
                  <a:lnTo>
                    <a:pt x="24130" y="327659"/>
                  </a:lnTo>
                  <a:lnTo>
                    <a:pt x="25400" y="326389"/>
                  </a:lnTo>
                  <a:close/>
                </a:path>
                <a:path w="341629" h="350520">
                  <a:moveTo>
                    <a:pt x="29210" y="322579"/>
                  </a:moveTo>
                  <a:lnTo>
                    <a:pt x="19050" y="322579"/>
                  </a:lnTo>
                  <a:lnTo>
                    <a:pt x="16510" y="325119"/>
                  </a:lnTo>
                  <a:lnTo>
                    <a:pt x="26670" y="325119"/>
                  </a:lnTo>
                  <a:lnTo>
                    <a:pt x="29210" y="322579"/>
                  </a:lnTo>
                  <a:close/>
                </a:path>
                <a:path w="341629" h="350520">
                  <a:moveTo>
                    <a:pt x="31750" y="320039"/>
                  </a:moveTo>
                  <a:lnTo>
                    <a:pt x="21590" y="320039"/>
                  </a:lnTo>
                  <a:lnTo>
                    <a:pt x="20320" y="321309"/>
                  </a:lnTo>
                  <a:lnTo>
                    <a:pt x="30480" y="321309"/>
                  </a:lnTo>
                  <a:lnTo>
                    <a:pt x="31750" y="320039"/>
                  </a:lnTo>
                  <a:close/>
                </a:path>
                <a:path w="341629" h="350520">
                  <a:moveTo>
                    <a:pt x="35560" y="316229"/>
                  </a:moveTo>
                  <a:lnTo>
                    <a:pt x="25400" y="316229"/>
                  </a:lnTo>
                  <a:lnTo>
                    <a:pt x="22860" y="318769"/>
                  </a:lnTo>
                  <a:lnTo>
                    <a:pt x="33020" y="318769"/>
                  </a:lnTo>
                  <a:lnTo>
                    <a:pt x="35560" y="316229"/>
                  </a:lnTo>
                  <a:close/>
                </a:path>
                <a:path w="341629" h="350520">
                  <a:moveTo>
                    <a:pt x="38100" y="313689"/>
                  </a:moveTo>
                  <a:lnTo>
                    <a:pt x="27940" y="313689"/>
                  </a:lnTo>
                  <a:lnTo>
                    <a:pt x="26670" y="314959"/>
                  </a:lnTo>
                  <a:lnTo>
                    <a:pt x="36830" y="314959"/>
                  </a:lnTo>
                  <a:lnTo>
                    <a:pt x="38100" y="313689"/>
                  </a:lnTo>
                  <a:close/>
                </a:path>
                <a:path w="341629" h="350520">
                  <a:moveTo>
                    <a:pt x="41910" y="309879"/>
                  </a:moveTo>
                  <a:lnTo>
                    <a:pt x="31750" y="309879"/>
                  </a:lnTo>
                  <a:lnTo>
                    <a:pt x="29210" y="312419"/>
                  </a:lnTo>
                  <a:lnTo>
                    <a:pt x="39370" y="312419"/>
                  </a:lnTo>
                  <a:lnTo>
                    <a:pt x="41910" y="309879"/>
                  </a:lnTo>
                  <a:close/>
                </a:path>
                <a:path w="341629" h="350520">
                  <a:moveTo>
                    <a:pt x="44450" y="307339"/>
                  </a:moveTo>
                  <a:lnTo>
                    <a:pt x="34290" y="307339"/>
                  </a:lnTo>
                  <a:lnTo>
                    <a:pt x="33020" y="308609"/>
                  </a:lnTo>
                  <a:lnTo>
                    <a:pt x="43180" y="308609"/>
                  </a:lnTo>
                  <a:lnTo>
                    <a:pt x="44450" y="307339"/>
                  </a:lnTo>
                  <a:close/>
                </a:path>
                <a:path w="341629" h="350520">
                  <a:moveTo>
                    <a:pt x="48260" y="303529"/>
                  </a:moveTo>
                  <a:lnTo>
                    <a:pt x="38100" y="303529"/>
                  </a:lnTo>
                  <a:lnTo>
                    <a:pt x="35560" y="306069"/>
                  </a:lnTo>
                  <a:lnTo>
                    <a:pt x="45720" y="306069"/>
                  </a:lnTo>
                  <a:lnTo>
                    <a:pt x="48260" y="303529"/>
                  </a:lnTo>
                  <a:close/>
                </a:path>
                <a:path w="341629" h="350520">
                  <a:moveTo>
                    <a:pt x="50800" y="300989"/>
                  </a:moveTo>
                  <a:lnTo>
                    <a:pt x="40640" y="300989"/>
                  </a:lnTo>
                  <a:lnTo>
                    <a:pt x="39370" y="302259"/>
                  </a:lnTo>
                  <a:lnTo>
                    <a:pt x="49530" y="302259"/>
                  </a:lnTo>
                  <a:lnTo>
                    <a:pt x="50800" y="300989"/>
                  </a:lnTo>
                  <a:close/>
                </a:path>
                <a:path w="341629" h="350520">
                  <a:moveTo>
                    <a:pt x="54610" y="297179"/>
                  </a:moveTo>
                  <a:lnTo>
                    <a:pt x="44450" y="297179"/>
                  </a:lnTo>
                  <a:lnTo>
                    <a:pt x="41910" y="299719"/>
                  </a:lnTo>
                  <a:lnTo>
                    <a:pt x="52070" y="299719"/>
                  </a:lnTo>
                  <a:lnTo>
                    <a:pt x="54610" y="297179"/>
                  </a:lnTo>
                  <a:close/>
                </a:path>
                <a:path w="341629" h="350520">
                  <a:moveTo>
                    <a:pt x="57150" y="294639"/>
                  </a:moveTo>
                  <a:lnTo>
                    <a:pt x="46990" y="294639"/>
                  </a:lnTo>
                  <a:lnTo>
                    <a:pt x="45720" y="295909"/>
                  </a:lnTo>
                  <a:lnTo>
                    <a:pt x="55879" y="295909"/>
                  </a:lnTo>
                  <a:lnTo>
                    <a:pt x="57150" y="294639"/>
                  </a:lnTo>
                  <a:close/>
                </a:path>
                <a:path w="341629" h="350520">
                  <a:moveTo>
                    <a:pt x="60960" y="290829"/>
                  </a:moveTo>
                  <a:lnTo>
                    <a:pt x="50800" y="290829"/>
                  </a:lnTo>
                  <a:lnTo>
                    <a:pt x="48260" y="293369"/>
                  </a:lnTo>
                  <a:lnTo>
                    <a:pt x="58420" y="293369"/>
                  </a:lnTo>
                  <a:lnTo>
                    <a:pt x="60960" y="290829"/>
                  </a:lnTo>
                  <a:close/>
                </a:path>
                <a:path w="341629" h="350520">
                  <a:moveTo>
                    <a:pt x="63500" y="288289"/>
                  </a:moveTo>
                  <a:lnTo>
                    <a:pt x="53340" y="288289"/>
                  </a:lnTo>
                  <a:lnTo>
                    <a:pt x="52070" y="289559"/>
                  </a:lnTo>
                  <a:lnTo>
                    <a:pt x="62229" y="289559"/>
                  </a:lnTo>
                  <a:lnTo>
                    <a:pt x="63500" y="288289"/>
                  </a:lnTo>
                  <a:close/>
                </a:path>
                <a:path w="341629" h="350520">
                  <a:moveTo>
                    <a:pt x="67310" y="284479"/>
                  </a:moveTo>
                  <a:lnTo>
                    <a:pt x="57150" y="284479"/>
                  </a:lnTo>
                  <a:lnTo>
                    <a:pt x="54610" y="287019"/>
                  </a:lnTo>
                  <a:lnTo>
                    <a:pt x="64770" y="287019"/>
                  </a:lnTo>
                  <a:lnTo>
                    <a:pt x="67310" y="284479"/>
                  </a:lnTo>
                  <a:close/>
                </a:path>
                <a:path w="341629" h="350520">
                  <a:moveTo>
                    <a:pt x="69850" y="281939"/>
                  </a:moveTo>
                  <a:lnTo>
                    <a:pt x="59690" y="281939"/>
                  </a:lnTo>
                  <a:lnTo>
                    <a:pt x="58420" y="283209"/>
                  </a:lnTo>
                  <a:lnTo>
                    <a:pt x="68580" y="283209"/>
                  </a:lnTo>
                  <a:lnTo>
                    <a:pt x="69850" y="281939"/>
                  </a:lnTo>
                  <a:close/>
                </a:path>
                <a:path w="341629" h="350520">
                  <a:moveTo>
                    <a:pt x="73660" y="278129"/>
                  </a:moveTo>
                  <a:lnTo>
                    <a:pt x="63500" y="278129"/>
                  </a:lnTo>
                  <a:lnTo>
                    <a:pt x="60960" y="280669"/>
                  </a:lnTo>
                  <a:lnTo>
                    <a:pt x="71120" y="280669"/>
                  </a:lnTo>
                  <a:lnTo>
                    <a:pt x="73660" y="278129"/>
                  </a:lnTo>
                  <a:close/>
                </a:path>
                <a:path w="341629" h="350520">
                  <a:moveTo>
                    <a:pt x="76200" y="275589"/>
                  </a:moveTo>
                  <a:lnTo>
                    <a:pt x="66040" y="275589"/>
                  </a:lnTo>
                  <a:lnTo>
                    <a:pt x="64770" y="276859"/>
                  </a:lnTo>
                  <a:lnTo>
                    <a:pt x="74930" y="276859"/>
                  </a:lnTo>
                  <a:lnTo>
                    <a:pt x="76200" y="275589"/>
                  </a:lnTo>
                  <a:close/>
                </a:path>
                <a:path w="341629" h="350520">
                  <a:moveTo>
                    <a:pt x="80010" y="271779"/>
                  </a:moveTo>
                  <a:lnTo>
                    <a:pt x="69850" y="271779"/>
                  </a:lnTo>
                  <a:lnTo>
                    <a:pt x="67310" y="274319"/>
                  </a:lnTo>
                  <a:lnTo>
                    <a:pt x="77470" y="274319"/>
                  </a:lnTo>
                  <a:lnTo>
                    <a:pt x="80010" y="271779"/>
                  </a:lnTo>
                  <a:close/>
                </a:path>
                <a:path w="341629" h="350520">
                  <a:moveTo>
                    <a:pt x="341629" y="0"/>
                  </a:moveTo>
                  <a:lnTo>
                    <a:pt x="71120" y="270509"/>
                  </a:lnTo>
                  <a:lnTo>
                    <a:pt x="81280" y="270509"/>
                  </a:lnTo>
                  <a:lnTo>
                    <a:pt x="341629" y="10160"/>
                  </a:lnTo>
                  <a:lnTo>
                    <a:pt x="341629" y="0"/>
                  </a:lnTo>
                  <a:close/>
                </a:path>
              </a:pathLst>
            </a:custGeom>
            <a:solidFill>
              <a:srgbClr val="D4C8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4" name="object 3564"/>
            <p:cNvSpPr/>
            <p:nvPr/>
          </p:nvSpPr>
          <p:spPr>
            <a:xfrm>
              <a:off x="7065010" y="3020060"/>
              <a:ext cx="341630" cy="351790"/>
            </a:xfrm>
            <a:custGeom>
              <a:avLst/>
              <a:gdLst/>
              <a:ahLst/>
              <a:cxnLst/>
              <a:rect l="l" t="t" r="r" b="b"/>
              <a:pathLst>
                <a:path w="341629" h="351789">
                  <a:moveTo>
                    <a:pt x="1270" y="350519"/>
                  </a:moveTo>
                  <a:lnTo>
                    <a:pt x="0" y="350519"/>
                  </a:lnTo>
                  <a:lnTo>
                    <a:pt x="0" y="351789"/>
                  </a:lnTo>
                  <a:lnTo>
                    <a:pt x="1270" y="350519"/>
                  </a:lnTo>
                  <a:close/>
                </a:path>
                <a:path w="341629" h="351789">
                  <a:moveTo>
                    <a:pt x="3810" y="347979"/>
                  </a:moveTo>
                  <a:lnTo>
                    <a:pt x="0" y="347979"/>
                  </a:lnTo>
                  <a:lnTo>
                    <a:pt x="0" y="349249"/>
                  </a:lnTo>
                  <a:lnTo>
                    <a:pt x="2540" y="349249"/>
                  </a:lnTo>
                  <a:lnTo>
                    <a:pt x="3810" y="347979"/>
                  </a:lnTo>
                  <a:close/>
                </a:path>
                <a:path w="341629" h="351789">
                  <a:moveTo>
                    <a:pt x="7620" y="344169"/>
                  </a:moveTo>
                  <a:lnTo>
                    <a:pt x="0" y="344169"/>
                  </a:lnTo>
                  <a:lnTo>
                    <a:pt x="0" y="346709"/>
                  </a:lnTo>
                  <a:lnTo>
                    <a:pt x="5080" y="346709"/>
                  </a:lnTo>
                  <a:lnTo>
                    <a:pt x="7620" y="344169"/>
                  </a:lnTo>
                  <a:close/>
                </a:path>
                <a:path w="341629" h="351789">
                  <a:moveTo>
                    <a:pt x="10159" y="341629"/>
                  </a:moveTo>
                  <a:lnTo>
                    <a:pt x="0" y="341629"/>
                  </a:lnTo>
                  <a:lnTo>
                    <a:pt x="0" y="342899"/>
                  </a:lnTo>
                  <a:lnTo>
                    <a:pt x="8890" y="342899"/>
                  </a:lnTo>
                  <a:lnTo>
                    <a:pt x="10159" y="341629"/>
                  </a:lnTo>
                  <a:close/>
                </a:path>
                <a:path w="341629" h="351789">
                  <a:moveTo>
                    <a:pt x="13970" y="337819"/>
                  </a:moveTo>
                  <a:lnTo>
                    <a:pt x="3810" y="337819"/>
                  </a:lnTo>
                  <a:lnTo>
                    <a:pt x="1270" y="340359"/>
                  </a:lnTo>
                  <a:lnTo>
                    <a:pt x="11429" y="340359"/>
                  </a:lnTo>
                  <a:lnTo>
                    <a:pt x="13970" y="337819"/>
                  </a:lnTo>
                  <a:close/>
                </a:path>
                <a:path w="341629" h="351789">
                  <a:moveTo>
                    <a:pt x="16510" y="335279"/>
                  </a:moveTo>
                  <a:lnTo>
                    <a:pt x="6350" y="335279"/>
                  </a:lnTo>
                  <a:lnTo>
                    <a:pt x="5080" y="336549"/>
                  </a:lnTo>
                  <a:lnTo>
                    <a:pt x="15240" y="336549"/>
                  </a:lnTo>
                  <a:lnTo>
                    <a:pt x="16510" y="335279"/>
                  </a:lnTo>
                  <a:close/>
                </a:path>
                <a:path w="341629" h="351789">
                  <a:moveTo>
                    <a:pt x="20320" y="331469"/>
                  </a:moveTo>
                  <a:lnTo>
                    <a:pt x="10160" y="331469"/>
                  </a:lnTo>
                  <a:lnTo>
                    <a:pt x="7620" y="334009"/>
                  </a:lnTo>
                  <a:lnTo>
                    <a:pt x="17779" y="334009"/>
                  </a:lnTo>
                  <a:lnTo>
                    <a:pt x="20320" y="331469"/>
                  </a:lnTo>
                  <a:close/>
                </a:path>
                <a:path w="341629" h="351789">
                  <a:moveTo>
                    <a:pt x="22860" y="328929"/>
                  </a:moveTo>
                  <a:lnTo>
                    <a:pt x="12700" y="328929"/>
                  </a:lnTo>
                  <a:lnTo>
                    <a:pt x="11429" y="330199"/>
                  </a:lnTo>
                  <a:lnTo>
                    <a:pt x="21590" y="330199"/>
                  </a:lnTo>
                  <a:lnTo>
                    <a:pt x="22860" y="328929"/>
                  </a:lnTo>
                  <a:close/>
                </a:path>
                <a:path w="341629" h="351789">
                  <a:moveTo>
                    <a:pt x="26670" y="325119"/>
                  </a:moveTo>
                  <a:lnTo>
                    <a:pt x="16510" y="325119"/>
                  </a:lnTo>
                  <a:lnTo>
                    <a:pt x="13970" y="327659"/>
                  </a:lnTo>
                  <a:lnTo>
                    <a:pt x="24129" y="327659"/>
                  </a:lnTo>
                  <a:lnTo>
                    <a:pt x="26670" y="325119"/>
                  </a:lnTo>
                  <a:close/>
                </a:path>
                <a:path w="341629" h="351789">
                  <a:moveTo>
                    <a:pt x="29210" y="322579"/>
                  </a:moveTo>
                  <a:lnTo>
                    <a:pt x="19050" y="322579"/>
                  </a:lnTo>
                  <a:lnTo>
                    <a:pt x="17780" y="323849"/>
                  </a:lnTo>
                  <a:lnTo>
                    <a:pt x="27940" y="323849"/>
                  </a:lnTo>
                  <a:lnTo>
                    <a:pt x="29210" y="322579"/>
                  </a:lnTo>
                  <a:close/>
                </a:path>
                <a:path w="341629" h="351789">
                  <a:moveTo>
                    <a:pt x="33020" y="318769"/>
                  </a:moveTo>
                  <a:lnTo>
                    <a:pt x="22860" y="318769"/>
                  </a:lnTo>
                  <a:lnTo>
                    <a:pt x="20320" y="321309"/>
                  </a:lnTo>
                  <a:lnTo>
                    <a:pt x="30479" y="321309"/>
                  </a:lnTo>
                  <a:lnTo>
                    <a:pt x="33020" y="318769"/>
                  </a:lnTo>
                  <a:close/>
                </a:path>
                <a:path w="341629" h="351789">
                  <a:moveTo>
                    <a:pt x="35560" y="316229"/>
                  </a:moveTo>
                  <a:lnTo>
                    <a:pt x="25400" y="316229"/>
                  </a:lnTo>
                  <a:lnTo>
                    <a:pt x="24130" y="317499"/>
                  </a:lnTo>
                  <a:lnTo>
                    <a:pt x="34290" y="317499"/>
                  </a:lnTo>
                  <a:lnTo>
                    <a:pt x="35560" y="316229"/>
                  </a:lnTo>
                  <a:close/>
                </a:path>
                <a:path w="341629" h="351789">
                  <a:moveTo>
                    <a:pt x="39370" y="312419"/>
                  </a:moveTo>
                  <a:lnTo>
                    <a:pt x="29210" y="312419"/>
                  </a:lnTo>
                  <a:lnTo>
                    <a:pt x="26670" y="314959"/>
                  </a:lnTo>
                  <a:lnTo>
                    <a:pt x="36829" y="314959"/>
                  </a:lnTo>
                  <a:lnTo>
                    <a:pt x="39370" y="312419"/>
                  </a:lnTo>
                  <a:close/>
                </a:path>
                <a:path w="341629" h="351789">
                  <a:moveTo>
                    <a:pt x="41910" y="309879"/>
                  </a:moveTo>
                  <a:lnTo>
                    <a:pt x="31750" y="309879"/>
                  </a:lnTo>
                  <a:lnTo>
                    <a:pt x="30479" y="311149"/>
                  </a:lnTo>
                  <a:lnTo>
                    <a:pt x="40640" y="311149"/>
                  </a:lnTo>
                  <a:lnTo>
                    <a:pt x="41910" y="309879"/>
                  </a:lnTo>
                  <a:close/>
                </a:path>
                <a:path w="341629" h="351789">
                  <a:moveTo>
                    <a:pt x="45720" y="306069"/>
                  </a:moveTo>
                  <a:lnTo>
                    <a:pt x="35560" y="306069"/>
                  </a:lnTo>
                  <a:lnTo>
                    <a:pt x="33020" y="308609"/>
                  </a:lnTo>
                  <a:lnTo>
                    <a:pt x="43179" y="308609"/>
                  </a:lnTo>
                  <a:lnTo>
                    <a:pt x="45720" y="306069"/>
                  </a:lnTo>
                  <a:close/>
                </a:path>
                <a:path w="341629" h="351789">
                  <a:moveTo>
                    <a:pt x="48260" y="303529"/>
                  </a:moveTo>
                  <a:lnTo>
                    <a:pt x="38100" y="303529"/>
                  </a:lnTo>
                  <a:lnTo>
                    <a:pt x="36830" y="304799"/>
                  </a:lnTo>
                  <a:lnTo>
                    <a:pt x="46990" y="304799"/>
                  </a:lnTo>
                  <a:lnTo>
                    <a:pt x="48260" y="303529"/>
                  </a:lnTo>
                  <a:close/>
                </a:path>
                <a:path w="341629" h="351789">
                  <a:moveTo>
                    <a:pt x="52070" y="299719"/>
                  </a:moveTo>
                  <a:lnTo>
                    <a:pt x="41910" y="299719"/>
                  </a:lnTo>
                  <a:lnTo>
                    <a:pt x="39370" y="302259"/>
                  </a:lnTo>
                  <a:lnTo>
                    <a:pt x="49529" y="302259"/>
                  </a:lnTo>
                  <a:lnTo>
                    <a:pt x="52070" y="299719"/>
                  </a:lnTo>
                  <a:close/>
                </a:path>
                <a:path w="341629" h="351789">
                  <a:moveTo>
                    <a:pt x="54610" y="297179"/>
                  </a:moveTo>
                  <a:lnTo>
                    <a:pt x="44450" y="297179"/>
                  </a:lnTo>
                  <a:lnTo>
                    <a:pt x="43180" y="298449"/>
                  </a:lnTo>
                  <a:lnTo>
                    <a:pt x="53340" y="298449"/>
                  </a:lnTo>
                  <a:lnTo>
                    <a:pt x="54610" y="297179"/>
                  </a:lnTo>
                  <a:close/>
                </a:path>
                <a:path w="341629" h="351789">
                  <a:moveTo>
                    <a:pt x="58420" y="293369"/>
                  </a:moveTo>
                  <a:lnTo>
                    <a:pt x="48260" y="293369"/>
                  </a:lnTo>
                  <a:lnTo>
                    <a:pt x="45720" y="295909"/>
                  </a:lnTo>
                  <a:lnTo>
                    <a:pt x="55879" y="295909"/>
                  </a:lnTo>
                  <a:lnTo>
                    <a:pt x="58420" y="293369"/>
                  </a:lnTo>
                  <a:close/>
                </a:path>
                <a:path w="341629" h="351789">
                  <a:moveTo>
                    <a:pt x="60960" y="290829"/>
                  </a:moveTo>
                  <a:lnTo>
                    <a:pt x="50800" y="290829"/>
                  </a:lnTo>
                  <a:lnTo>
                    <a:pt x="49530" y="292099"/>
                  </a:lnTo>
                  <a:lnTo>
                    <a:pt x="59690" y="292099"/>
                  </a:lnTo>
                  <a:lnTo>
                    <a:pt x="60960" y="290829"/>
                  </a:lnTo>
                  <a:close/>
                </a:path>
                <a:path w="341629" h="351789">
                  <a:moveTo>
                    <a:pt x="64770" y="287019"/>
                  </a:moveTo>
                  <a:lnTo>
                    <a:pt x="54610" y="287019"/>
                  </a:lnTo>
                  <a:lnTo>
                    <a:pt x="52070" y="289559"/>
                  </a:lnTo>
                  <a:lnTo>
                    <a:pt x="62229" y="289559"/>
                  </a:lnTo>
                  <a:lnTo>
                    <a:pt x="64770" y="287019"/>
                  </a:lnTo>
                  <a:close/>
                </a:path>
                <a:path w="341629" h="351789">
                  <a:moveTo>
                    <a:pt x="67310" y="284479"/>
                  </a:moveTo>
                  <a:lnTo>
                    <a:pt x="57150" y="284479"/>
                  </a:lnTo>
                  <a:lnTo>
                    <a:pt x="55880" y="285749"/>
                  </a:lnTo>
                  <a:lnTo>
                    <a:pt x="66040" y="285749"/>
                  </a:lnTo>
                  <a:lnTo>
                    <a:pt x="67310" y="284479"/>
                  </a:lnTo>
                  <a:close/>
                </a:path>
                <a:path w="341629" h="351789">
                  <a:moveTo>
                    <a:pt x="71120" y="280669"/>
                  </a:moveTo>
                  <a:lnTo>
                    <a:pt x="60960" y="280669"/>
                  </a:lnTo>
                  <a:lnTo>
                    <a:pt x="58420" y="283209"/>
                  </a:lnTo>
                  <a:lnTo>
                    <a:pt x="68579" y="283209"/>
                  </a:lnTo>
                  <a:lnTo>
                    <a:pt x="71120" y="280669"/>
                  </a:lnTo>
                  <a:close/>
                </a:path>
                <a:path w="341629" h="351789">
                  <a:moveTo>
                    <a:pt x="73660" y="278129"/>
                  </a:moveTo>
                  <a:lnTo>
                    <a:pt x="63500" y="278129"/>
                  </a:lnTo>
                  <a:lnTo>
                    <a:pt x="62230" y="279399"/>
                  </a:lnTo>
                  <a:lnTo>
                    <a:pt x="72390" y="279399"/>
                  </a:lnTo>
                  <a:lnTo>
                    <a:pt x="73660" y="278129"/>
                  </a:lnTo>
                  <a:close/>
                </a:path>
                <a:path w="341629" h="351789">
                  <a:moveTo>
                    <a:pt x="77470" y="274319"/>
                  </a:moveTo>
                  <a:lnTo>
                    <a:pt x="67310" y="274319"/>
                  </a:lnTo>
                  <a:lnTo>
                    <a:pt x="64770" y="276859"/>
                  </a:lnTo>
                  <a:lnTo>
                    <a:pt x="74929" y="276859"/>
                  </a:lnTo>
                  <a:lnTo>
                    <a:pt x="77470" y="274319"/>
                  </a:lnTo>
                  <a:close/>
                </a:path>
                <a:path w="341629" h="351789">
                  <a:moveTo>
                    <a:pt x="80010" y="271779"/>
                  </a:moveTo>
                  <a:lnTo>
                    <a:pt x="69850" y="271779"/>
                  </a:lnTo>
                  <a:lnTo>
                    <a:pt x="68580" y="273049"/>
                  </a:lnTo>
                  <a:lnTo>
                    <a:pt x="78740" y="273049"/>
                  </a:lnTo>
                  <a:lnTo>
                    <a:pt x="80010" y="271779"/>
                  </a:lnTo>
                  <a:close/>
                </a:path>
                <a:path w="341629" h="351789">
                  <a:moveTo>
                    <a:pt x="83820" y="267969"/>
                  </a:moveTo>
                  <a:lnTo>
                    <a:pt x="73660" y="267969"/>
                  </a:lnTo>
                  <a:lnTo>
                    <a:pt x="71120" y="270509"/>
                  </a:lnTo>
                  <a:lnTo>
                    <a:pt x="81279" y="270509"/>
                  </a:lnTo>
                  <a:lnTo>
                    <a:pt x="83820" y="267969"/>
                  </a:lnTo>
                  <a:close/>
                </a:path>
                <a:path w="341629" h="351789">
                  <a:moveTo>
                    <a:pt x="86360" y="265429"/>
                  </a:moveTo>
                  <a:lnTo>
                    <a:pt x="76200" y="265429"/>
                  </a:lnTo>
                  <a:lnTo>
                    <a:pt x="74930" y="266699"/>
                  </a:lnTo>
                  <a:lnTo>
                    <a:pt x="85090" y="266699"/>
                  </a:lnTo>
                  <a:lnTo>
                    <a:pt x="86360" y="265429"/>
                  </a:lnTo>
                  <a:close/>
                </a:path>
                <a:path w="341629" h="351789">
                  <a:moveTo>
                    <a:pt x="90170" y="261619"/>
                  </a:moveTo>
                  <a:lnTo>
                    <a:pt x="80010" y="261619"/>
                  </a:lnTo>
                  <a:lnTo>
                    <a:pt x="77470" y="264159"/>
                  </a:lnTo>
                  <a:lnTo>
                    <a:pt x="87629" y="264159"/>
                  </a:lnTo>
                  <a:lnTo>
                    <a:pt x="90170" y="261619"/>
                  </a:lnTo>
                  <a:close/>
                </a:path>
                <a:path w="341629" h="351789">
                  <a:moveTo>
                    <a:pt x="341629" y="0"/>
                  </a:moveTo>
                  <a:lnTo>
                    <a:pt x="81280" y="260349"/>
                  </a:lnTo>
                  <a:lnTo>
                    <a:pt x="91440" y="260349"/>
                  </a:lnTo>
                  <a:lnTo>
                    <a:pt x="341629" y="10159"/>
                  </a:lnTo>
                  <a:lnTo>
                    <a:pt x="341629" y="0"/>
                  </a:lnTo>
                  <a:close/>
                </a:path>
              </a:pathLst>
            </a:custGeom>
            <a:solidFill>
              <a:srgbClr val="D5C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5" name="object 3565"/>
            <p:cNvSpPr/>
            <p:nvPr/>
          </p:nvSpPr>
          <p:spPr>
            <a:xfrm>
              <a:off x="7065010" y="3030219"/>
              <a:ext cx="341630" cy="351790"/>
            </a:xfrm>
            <a:custGeom>
              <a:avLst/>
              <a:gdLst/>
              <a:ahLst/>
              <a:cxnLst/>
              <a:rect l="l" t="t" r="r" b="b"/>
              <a:pathLst>
                <a:path w="341629" h="351789">
                  <a:moveTo>
                    <a:pt x="2540" y="350519"/>
                  </a:moveTo>
                  <a:lnTo>
                    <a:pt x="0" y="350519"/>
                  </a:lnTo>
                  <a:lnTo>
                    <a:pt x="0" y="351789"/>
                  </a:lnTo>
                  <a:lnTo>
                    <a:pt x="1270" y="351789"/>
                  </a:lnTo>
                  <a:lnTo>
                    <a:pt x="2540" y="350519"/>
                  </a:lnTo>
                  <a:close/>
                </a:path>
                <a:path w="341629" h="351789">
                  <a:moveTo>
                    <a:pt x="6350" y="346709"/>
                  </a:moveTo>
                  <a:lnTo>
                    <a:pt x="0" y="346709"/>
                  </a:lnTo>
                  <a:lnTo>
                    <a:pt x="0" y="349250"/>
                  </a:lnTo>
                  <a:lnTo>
                    <a:pt x="3809" y="349250"/>
                  </a:lnTo>
                  <a:lnTo>
                    <a:pt x="6350" y="346709"/>
                  </a:lnTo>
                  <a:close/>
                </a:path>
                <a:path w="341629" h="351789">
                  <a:moveTo>
                    <a:pt x="8890" y="344169"/>
                  </a:moveTo>
                  <a:lnTo>
                    <a:pt x="0" y="344169"/>
                  </a:lnTo>
                  <a:lnTo>
                    <a:pt x="0" y="345439"/>
                  </a:lnTo>
                  <a:lnTo>
                    <a:pt x="7620" y="345439"/>
                  </a:lnTo>
                  <a:lnTo>
                    <a:pt x="8890" y="344169"/>
                  </a:lnTo>
                  <a:close/>
                </a:path>
                <a:path w="341629" h="351789">
                  <a:moveTo>
                    <a:pt x="12700" y="340359"/>
                  </a:moveTo>
                  <a:lnTo>
                    <a:pt x="1270" y="340359"/>
                  </a:lnTo>
                  <a:lnTo>
                    <a:pt x="0" y="341630"/>
                  </a:lnTo>
                  <a:lnTo>
                    <a:pt x="0" y="342900"/>
                  </a:lnTo>
                  <a:lnTo>
                    <a:pt x="10159" y="342900"/>
                  </a:lnTo>
                  <a:lnTo>
                    <a:pt x="12700" y="340359"/>
                  </a:lnTo>
                  <a:close/>
                </a:path>
                <a:path w="341629" h="351789">
                  <a:moveTo>
                    <a:pt x="15240" y="337819"/>
                  </a:moveTo>
                  <a:lnTo>
                    <a:pt x="3810" y="337819"/>
                  </a:lnTo>
                  <a:lnTo>
                    <a:pt x="2540" y="339089"/>
                  </a:lnTo>
                  <a:lnTo>
                    <a:pt x="13970" y="339089"/>
                  </a:lnTo>
                  <a:lnTo>
                    <a:pt x="15240" y="337819"/>
                  </a:lnTo>
                  <a:close/>
                </a:path>
                <a:path w="341629" h="351789">
                  <a:moveTo>
                    <a:pt x="19050" y="334009"/>
                  </a:moveTo>
                  <a:lnTo>
                    <a:pt x="7620" y="334009"/>
                  </a:lnTo>
                  <a:lnTo>
                    <a:pt x="5079" y="336550"/>
                  </a:lnTo>
                  <a:lnTo>
                    <a:pt x="16509" y="336550"/>
                  </a:lnTo>
                  <a:lnTo>
                    <a:pt x="19050" y="334009"/>
                  </a:lnTo>
                  <a:close/>
                </a:path>
                <a:path w="341629" h="351789">
                  <a:moveTo>
                    <a:pt x="21590" y="331469"/>
                  </a:moveTo>
                  <a:lnTo>
                    <a:pt x="10160" y="331469"/>
                  </a:lnTo>
                  <a:lnTo>
                    <a:pt x="8890" y="332739"/>
                  </a:lnTo>
                  <a:lnTo>
                    <a:pt x="20320" y="332739"/>
                  </a:lnTo>
                  <a:lnTo>
                    <a:pt x="21590" y="331469"/>
                  </a:lnTo>
                  <a:close/>
                </a:path>
                <a:path w="341629" h="351789">
                  <a:moveTo>
                    <a:pt x="25400" y="327659"/>
                  </a:moveTo>
                  <a:lnTo>
                    <a:pt x="13970" y="327659"/>
                  </a:lnTo>
                  <a:lnTo>
                    <a:pt x="11429" y="330200"/>
                  </a:lnTo>
                  <a:lnTo>
                    <a:pt x="22859" y="330200"/>
                  </a:lnTo>
                  <a:lnTo>
                    <a:pt x="25400" y="327659"/>
                  </a:lnTo>
                  <a:close/>
                </a:path>
                <a:path w="341629" h="351789">
                  <a:moveTo>
                    <a:pt x="27940" y="325119"/>
                  </a:moveTo>
                  <a:lnTo>
                    <a:pt x="16510" y="325119"/>
                  </a:lnTo>
                  <a:lnTo>
                    <a:pt x="15240" y="326389"/>
                  </a:lnTo>
                  <a:lnTo>
                    <a:pt x="26670" y="326389"/>
                  </a:lnTo>
                  <a:lnTo>
                    <a:pt x="27940" y="325119"/>
                  </a:lnTo>
                  <a:close/>
                </a:path>
                <a:path w="341629" h="351789">
                  <a:moveTo>
                    <a:pt x="31750" y="321309"/>
                  </a:moveTo>
                  <a:lnTo>
                    <a:pt x="20320" y="321309"/>
                  </a:lnTo>
                  <a:lnTo>
                    <a:pt x="17779" y="323850"/>
                  </a:lnTo>
                  <a:lnTo>
                    <a:pt x="29209" y="323850"/>
                  </a:lnTo>
                  <a:lnTo>
                    <a:pt x="31750" y="321309"/>
                  </a:lnTo>
                  <a:close/>
                </a:path>
                <a:path w="341629" h="351789">
                  <a:moveTo>
                    <a:pt x="34290" y="318769"/>
                  </a:moveTo>
                  <a:lnTo>
                    <a:pt x="22860" y="318769"/>
                  </a:lnTo>
                  <a:lnTo>
                    <a:pt x="21590" y="320039"/>
                  </a:lnTo>
                  <a:lnTo>
                    <a:pt x="33020" y="320039"/>
                  </a:lnTo>
                  <a:lnTo>
                    <a:pt x="34290" y="318769"/>
                  </a:lnTo>
                  <a:close/>
                </a:path>
                <a:path w="341629" h="351789">
                  <a:moveTo>
                    <a:pt x="38100" y="314959"/>
                  </a:moveTo>
                  <a:lnTo>
                    <a:pt x="26670" y="314959"/>
                  </a:lnTo>
                  <a:lnTo>
                    <a:pt x="24129" y="317500"/>
                  </a:lnTo>
                  <a:lnTo>
                    <a:pt x="35559" y="317500"/>
                  </a:lnTo>
                  <a:lnTo>
                    <a:pt x="38100" y="314959"/>
                  </a:lnTo>
                  <a:close/>
                </a:path>
                <a:path w="341629" h="351789">
                  <a:moveTo>
                    <a:pt x="40640" y="312419"/>
                  </a:moveTo>
                  <a:lnTo>
                    <a:pt x="29210" y="312419"/>
                  </a:lnTo>
                  <a:lnTo>
                    <a:pt x="27940" y="313689"/>
                  </a:lnTo>
                  <a:lnTo>
                    <a:pt x="39370" y="313689"/>
                  </a:lnTo>
                  <a:lnTo>
                    <a:pt x="40640" y="312419"/>
                  </a:lnTo>
                  <a:close/>
                </a:path>
                <a:path w="341629" h="351789">
                  <a:moveTo>
                    <a:pt x="44450" y="308609"/>
                  </a:moveTo>
                  <a:lnTo>
                    <a:pt x="33020" y="308609"/>
                  </a:lnTo>
                  <a:lnTo>
                    <a:pt x="30479" y="311150"/>
                  </a:lnTo>
                  <a:lnTo>
                    <a:pt x="41909" y="311150"/>
                  </a:lnTo>
                  <a:lnTo>
                    <a:pt x="44450" y="308609"/>
                  </a:lnTo>
                  <a:close/>
                </a:path>
                <a:path w="341629" h="351789">
                  <a:moveTo>
                    <a:pt x="46990" y="306069"/>
                  </a:moveTo>
                  <a:lnTo>
                    <a:pt x="35560" y="306069"/>
                  </a:lnTo>
                  <a:lnTo>
                    <a:pt x="34290" y="307339"/>
                  </a:lnTo>
                  <a:lnTo>
                    <a:pt x="45720" y="307339"/>
                  </a:lnTo>
                  <a:lnTo>
                    <a:pt x="46990" y="306069"/>
                  </a:lnTo>
                  <a:close/>
                </a:path>
                <a:path w="341629" h="351789">
                  <a:moveTo>
                    <a:pt x="50800" y="302259"/>
                  </a:moveTo>
                  <a:lnTo>
                    <a:pt x="39370" y="302259"/>
                  </a:lnTo>
                  <a:lnTo>
                    <a:pt x="36829" y="304800"/>
                  </a:lnTo>
                  <a:lnTo>
                    <a:pt x="48259" y="304800"/>
                  </a:lnTo>
                  <a:lnTo>
                    <a:pt x="50800" y="302259"/>
                  </a:lnTo>
                  <a:close/>
                </a:path>
                <a:path w="341629" h="351789">
                  <a:moveTo>
                    <a:pt x="53340" y="299719"/>
                  </a:moveTo>
                  <a:lnTo>
                    <a:pt x="41910" y="299719"/>
                  </a:lnTo>
                  <a:lnTo>
                    <a:pt x="40640" y="300989"/>
                  </a:lnTo>
                  <a:lnTo>
                    <a:pt x="52070" y="300989"/>
                  </a:lnTo>
                  <a:lnTo>
                    <a:pt x="53340" y="299719"/>
                  </a:lnTo>
                  <a:close/>
                </a:path>
                <a:path w="341629" h="351789">
                  <a:moveTo>
                    <a:pt x="57150" y="295909"/>
                  </a:moveTo>
                  <a:lnTo>
                    <a:pt x="45720" y="295909"/>
                  </a:lnTo>
                  <a:lnTo>
                    <a:pt x="43179" y="298450"/>
                  </a:lnTo>
                  <a:lnTo>
                    <a:pt x="54609" y="298450"/>
                  </a:lnTo>
                  <a:lnTo>
                    <a:pt x="57150" y="295909"/>
                  </a:lnTo>
                  <a:close/>
                </a:path>
                <a:path w="341629" h="351789">
                  <a:moveTo>
                    <a:pt x="59690" y="293369"/>
                  </a:moveTo>
                  <a:lnTo>
                    <a:pt x="48260" y="293369"/>
                  </a:lnTo>
                  <a:lnTo>
                    <a:pt x="46990" y="294639"/>
                  </a:lnTo>
                  <a:lnTo>
                    <a:pt x="58420" y="294639"/>
                  </a:lnTo>
                  <a:lnTo>
                    <a:pt x="59690" y="293369"/>
                  </a:lnTo>
                  <a:close/>
                </a:path>
                <a:path w="341629" h="351789">
                  <a:moveTo>
                    <a:pt x="63500" y="289559"/>
                  </a:moveTo>
                  <a:lnTo>
                    <a:pt x="52070" y="289559"/>
                  </a:lnTo>
                  <a:lnTo>
                    <a:pt x="49529" y="292100"/>
                  </a:lnTo>
                  <a:lnTo>
                    <a:pt x="60959" y="292100"/>
                  </a:lnTo>
                  <a:lnTo>
                    <a:pt x="63500" y="289559"/>
                  </a:lnTo>
                  <a:close/>
                </a:path>
                <a:path w="341629" h="351789">
                  <a:moveTo>
                    <a:pt x="66040" y="287019"/>
                  </a:moveTo>
                  <a:lnTo>
                    <a:pt x="54610" y="287019"/>
                  </a:lnTo>
                  <a:lnTo>
                    <a:pt x="53340" y="288289"/>
                  </a:lnTo>
                  <a:lnTo>
                    <a:pt x="64770" y="288289"/>
                  </a:lnTo>
                  <a:lnTo>
                    <a:pt x="66040" y="287019"/>
                  </a:lnTo>
                  <a:close/>
                </a:path>
                <a:path w="341629" h="351789">
                  <a:moveTo>
                    <a:pt x="69850" y="283209"/>
                  </a:moveTo>
                  <a:lnTo>
                    <a:pt x="58420" y="283209"/>
                  </a:lnTo>
                  <a:lnTo>
                    <a:pt x="55879" y="285750"/>
                  </a:lnTo>
                  <a:lnTo>
                    <a:pt x="67309" y="285750"/>
                  </a:lnTo>
                  <a:lnTo>
                    <a:pt x="69850" y="283209"/>
                  </a:lnTo>
                  <a:close/>
                </a:path>
                <a:path w="341629" h="351789">
                  <a:moveTo>
                    <a:pt x="72390" y="280669"/>
                  </a:moveTo>
                  <a:lnTo>
                    <a:pt x="60960" y="280669"/>
                  </a:lnTo>
                  <a:lnTo>
                    <a:pt x="59690" y="281939"/>
                  </a:lnTo>
                  <a:lnTo>
                    <a:pt x="71120" y="281939"/>
                  </a:lnTo>
                  <a:lnTo>
                    <a:pt x="72390" y="280669"/>
                  </a:lnTo>
                  <a:close/>
                </a:path>
                <a:path w="341629" h="351789">
                  <a:moveTo>
                    <a:pt x="76200" y="276859"/>
                  </a:moveTo>
                  <a:lnTo>
                    <a:pt x="64770" y="276859"/>
                  </a:lnTo>
                  <a:lnTo>
                    <a:pt x="62229" y="279400"/>
                  </a:lnTo>
                  <a:lnTo>
                    <a:pt x="73659" y="279400"/>
                  </a:lnTo>
                  <a:lnTo>
                    <a:pt x="76200" y="276859"/>
                  </a:lnTo>
                  <a:close/>
                </a:path>
                <a:path w="341629" h="351789">
                  <a:moveTo>
                    <a:pt x="78740" y="274319"/>
                  </a:moveTo>
                  <a:lnTo>
                    <a:pt x="67310" y="274319"/>
                  </a:lnTo>
                  <a:lnTo>
                    <a:pt x="66040" y="275589"/>
                  </a:lnTo>
                  <a:lnTo>
                    <a:pt x="77470" y="275589"/>
                  </a:lnTo>
                  <a:lnTo>
                    <a:pt x="78740" y="274319"/>
                  </a:lnTo>
                  <a:close/>
                </a:path>
                <a:path w="341629" h="351789">
                  <a:moveTo>
                    <a:pt x="82550" y="270509"/>
                  </a:moveTo>
                  <a:lnTo>
                    <a:pt x="71120" y="270509"/>
                  </a:lnTo>
                  <a:lnTo>
                    <a:pt x="68579" y="273050"/>
                  </a:lnTo>
                  <a:lnTo>
                    <a:pt x="80009" y="273050"/>
                  </a:lnTo>
                  <a:lnTo>
                    <a:pt x="82550" y="270509"/>
                  </a:lnTo>
                  <a:close/>
                </a:path>
                <a:path w="341629" h="351789">
                  <a:moveTo>
                    <a:pt x="85090" y="267969"/>
                  </a:moveTo>
                  <a:lnTo>
                    <a:pt x="73660" y="267969"/>
                  </a:lnTo>
                  <a:lnTo>
                    <a:pt x="72390" y="269239"/>
                  </a:lnTo>
                  <a:lnTo>
                    <a:pt x="83820" y="269239"/>
                  </a:lnTo>
                  <a:lnTo>
                    <a:pt x="85090" y="267969"/>
                  </a:lnTo>
                  <a:close/>
                </a:path>
                <a:path w="341629" h="351789">
                  <a:moveTo>
                    <a:pt x="88900" y="264159"/>
                  </a:moveTo>
                  <a:lnTo>
                    <a:pt x="77470" y="264159"/>
                  </a:lnTo>
                  <a:lnTo>
                    <a:pt x="74929" y="266700"/>
                  </a:lnTo>
                  <a:lnTo>
                    <a:pt x="86359" y="266700"/>
                  </a:lnTo>
                  <a:lnTo>
                    <a:pt x="88900" y="264159"/>
                  </a:lnTo>
                  <a:close/>
                </a:path>
                <a:path w="341629" h="351789">
                  <a:moveTo>
                    <a:pt x="91440" y="261619"/>
                  </a:moveTo>
                  <a:lnTo>
                    <a:pt x="80010" y="261619"/>
                  </a:lnTo>
                  <a:lnTo>
                    <a:pt x="78740" y="262889"/>
                  </a:lnTo>
                  <a:lnTo>
                    <a:pt x="90170" y="262889"/>
                  </a:lnTo>
                  <a:lnTo>
                    <a:pt x="91440" y="261619"/>
                  </a:lnTo>
                  <a:close/>
                </a:path>
                <a:path w="341629" h="351789">
                  <a:moveTo>
                    <a:pt x="95250" y="257809"/>
                  </a:moveTo>
                  <a:lnTo>
                    <a:pt x="83820" y="257809"/>
                  </a:lnTo>
                  <a:lnTo>
                    <a:pt x="81279" y="260350"/>
                  </a:lnTo>
                  <a:lnTo>
                    <a:pt x="92709" y="260350"/>
                  </a:lnTo>
                  <a:lnTo>
                    <a:pt x="95250" y="257809"/>
                  </a:lnTo>
                  <a:close/>
                </a:path>
                <a:path w="341629" h="351789">
                  <a:moveTo>
                    <a:pt x="97790" y="255269"/>
                  </a:moveTo>
                  <a:lnTo>
                    <a:pt x="86360" y="255269"/>
                  </a:lnTo>
                  <a:lnTo>
                    <a:pt x="85090" y="256539"/>
                  </a:lnTo>
                  <a:lnTo>
                    <a:pt x="96520" y="256539"/>
                  </a:lnTo>
                  <a:lnTo>
                    <a:pt x="97790" y="255269"/>
                  </a:lnTo>
                  <a:close/>
                </a:path>
                <a:path w="341629" h="351789">
                  <a:moveTo>
                    <a:pt x="101600" y="251459"/>
                  </a:moveTo>
                  <a:lnTo>
                    <a:pt x="90170" y="251459"/>
                  </a:lnTo>
                  <a:lnTo>
                    <a:pt x="87629" y="254000"/>
                  </a:lnTo>
                  <a:lnTo>
                    <a:pt x="99059" y="254000"/>
                  </a:lnTo>
                  <a:lnTo>
                    <a:pt x="101600" y="251459"/>
                  </a:lnTo>
                  <a:close/>
                </a:path>
                <a:path w="341629" h="351789">
                  <a:moveTo>
                    <a:pt x="341629" y="0"/>
                  </a:moveTo>
                  <a:lnTo>
                    <a:pt x="91440" y="250189"/>
                  </a:lnTo>
                  <a:lnTo>
                    <a:pt x="102870" y="250189"/>
                  </a:lnTo>
                  <a:lnTo>
                    <a:pt x="341629" y="11429"/>
                  </a:lnTo>
                  <a:lnTo>
                    <a:pt x="341629" y="0"/>
                  </a:lnTo>
                  <a:close/>
                </a:path>
              </a:pathLst>
            </a:custGeom>
            <a:solidFill>
              <a:srgbClr val="D5C9A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6" name="object 3566"/>
            <p:cNvSpPr/>
            <p:nvPr/>
          </p:nvSpPr>
          <p:spPr>
            <a:xfrm>
              <a:off x="7065010" y="3041650"/>
              <a:ext cx="341630" cy="353060"/>
            </a:xfrm>
            <a:custGeom>
              <a:avLst/>
              <a:gdLst/>
              <a:ahLst/>
              <a:cxnLst/>
              <a:rect l="l" t="t" r="r" b="b"/>
              <a:pathLst>
                <a:path w="341629" h="353060">
                  <a:moveTo>
                    <a:pt x="1270" y="351789"/>
                  </a:moveTo>
                  <a:lnTo>
                    <a:pt x="0" y="351789"/>
                  </a:lnTo>
                  <a:lnTo>
                    <a:pt x="0" y="353060"/>
                  </a:lnTo>
                  <a:lnTo>
                    <a:pt x="1270" y="351789"/>
                  </a:lnTo>
                  <a:close/>
                </a:path>
                <a:path w="341629" h="353060">
                  <a:moveTo>
                    <a:pt x="5080" y="347979"/>
                  </a:moveTo>
                  <a:lnTo>
                    <a:pt x="0" y="347979"/>
                  </a:lnTo>
                  <a:lnTo>
                    <a:pt x="0" y="350520"/>
                  </a:lnTo>
                  <a:lnTo>
                    <a:pt x="2540" y="350520"/>
                  </a:lnTo>
                  <a:lnTo>
                    <a:pt x="5080" y="347979"/>
                  </a:lnTo>
                  <a:close/>
                </a:path>
                <a:path w="341629" h="353060">
                  <a:moveTo>
                    <a:pt x="7620" y="345439"/>
                  </a:moveTo>
                  <a:lnTo>
                    <a:pt x="0" y="345439"/>
                  </a:lnTo>
                  <a:lnTo>
                    <a:pt x="0" y="346710"/>
                  </a:lnTo>
                  <a:lnTo>
                    <a:pt x="6350" y="346710"/>
                  </a:lnTo>
                  <a:lnTo>
                    <a:pt x="7620" y="345439"/>
                  </a:lnTo>
                  <a:close/>
                </a:path>
                <a:path w="341629" h="353060">
                  <a:moveTo>
                    <a:pt x="11429" y="341630"/>
                  </a:moveTo>
                  <a:lnTo>
                    <a:pt x="0" y="341630"/>
                  </a:lnTo>
                  <a:lnTo>
                    <a:pt x="0" y="344170"/>
                  </a:lnTo>
                  <a:lnTo>
                    <a:pt x="8890" y="344170"/>
                  </a:lnTo>
                  <a:lnTo>
                    <a:pt x="11429" y="341630"/>
                  </a:lnTo>
                  <a:close/>
                </a:path>
                <a:path w="341629" h="353060">
                  <a:moveTo>
                    <a:pt x="13970" y="339089"/>
                  </a:moveTo>
                  <a:lnTo>
                    <a:pt x="2540" y="339089"/>
                  </a:lnTo>
                  <a:lnTo>
                    <a:pt x="1270" y="340360"/>
                  </a:lnTo>
                  <a:lnTo>
                    <a:pt x="12700" y="340360"/>
                  </a:lnTo>
                  <a:lnTo>
                    <a:pt x="13970" y="339089"/>
                  </a:lnTo>
                  <a:close/>
                </a:path>
                <a:path w="341629" h="353060">
                  <a:moveTo>
                    <a:pt x="17780" y="335279"/>
                  </a:moveTo>
                  <a:lnTo>
                    <a:pt x="6350" y="335279"/>
                  </a:lnTo>
                  <a:lnTo>
                    <a:pt x="3809" y="337820"/>
                  </a:lnTo>
                  <a:lnTo>
                    <a:pt x="15240" y="337820"/>
                  </a:lnTo>
                  <a:lnTo>
                    <a:pt x="17780" y="335279"/>
                  </a:lnTo>
                  <a:close/>
                </a:path>
                <a:path w="341629" h="353060">
                  <a:moveTo>
                    <a:pt x="20320" y="332739"/>
                  </a:moveTo>
                  <a:lnTo>
                    <a:pt x="8890" y="332739"/>
                  </a:lnTo>
                  <a:lnTo>
                    <a:pt x="7620" y="334010"/>
                  </a:lnTo>
                  <a:lnTo>
                    <a:pt x="19050" y="334010"/>
                  </a:lnTo>
                  <a:lnTo>
                    <a:pt x="20320" y="332739"/>
                  </a:lnTo>
                  <a:close/>
                </a:path>
                <a:path w="341629" h="353060">
                  <a:moveTo>
                    <a:pt x="24130" y="328929"/>
                  </a:moveTo>
                  <a:lnTo>
                    <a:pt x="12700" y="328929"/>
                  </a:lnTo>
                  <a:lnTo>
                    <a:pt x="10159" y="331470"/>
                  </a:lnTo>
                  <a:lnTo>
                    <a:pt x="21590" y="331470"/>
                  </a:lnTo>
                  <a:lnTo>
                    <a:pt x="24130" y="328929"/>
                  </a:lnTo>
                  <a:close/>
                </a:path>
                <a:path w="341629" h="353060">
                  <a:moveTo>
                    <a:pt x="26670" y="326389"/>
                  </a:moveTo>
                  <a:lnTo>
                    <a:pt x="15240" y="326389"/>
                  </a:lnTo>
                  <a:lnTo>
                    <a:pt x="13970" y="327660"/>
                  </a:lnTo>
                  <a:lnTo>
                    <a:pt x="25400" y="327660"/>
                  </a:lnTo>
                  <a:lnTo>
                    <a:pt x="26670" y="326389"/>
                  </a:lnTo>
                  <a:close/>
                </a:path>
                <a:path w="341629" h="353060">
                  <a:moveTo>
                    <a:pt x="30480" y="322579"/>
                  </a:moveTo>
                  <a:lnTo>
                    <a:pt x="19050" y="322579"/>
                  </a:lnTo>
                  <a:lnTo>
                    <a:pt x="16509" y="325120"/>
                  </a:lnTo>
                  <a:lnTo>
                    <a:pt x="27940" y="325120"/>
                  </a:lnTo>
                  <a:lnTo>
                    <a:pt x="30480" y="322579"/>
                  </a:lnTo>
                  <a:close/>
                </a:path>
                <a:path w="341629" h="353060">
                  <a:moveTo>
                    <a:pt x="33020" y="320039"/>
                  </a:moveTo>
                  <a:lnTo>
                    <a:pt x="21590" y="320039"/>
                  </a:lnTo>
                  <a:lnTo>
                    <a:pt x="20320" y="321310"/>
                  </a:lnTo>
                  <a:lnTo>
                    <a:pt x="31750" y="321310"/>
                  </a:lnTo>
                  <a:lnTo>
                    <a:pt x="33020" y="320039"/>
                  </a:lnTo>
                  <a:close/>
                </a:path>
                <a:path w="341629" h="353060">
                  <a:moveTo>
                    <a:pt x="36830" y="316229"/>
                  </a:moveTo>
                  <a:lnTo>
                    <a:pt x="25400" y="316229"/>
                  </a:lnTo>
                  <a:lnTo>
                    <a:pt x="22859" y="318770"/>
                  </a:lnTo>
                  <a:lnTo>
                    <a:pt x="34290" y="318770"/>
                  </a:lnTo>
                  <a:lnTo>
                    <a:pt x="36830" y="316229"/>
                  </a:lnTo>
                  <a:close/>
                </a:path>
                <a:path w="341629" h="353060">
                  <a:moveTo>
                    <a:pt x="39370" y="313689"/>
                  </a:moveTo>
                  <a:lnTo>
                    <a:pt x="27940" y="313689"/>
                  </a:lnTo>
                  <a:lnTo>
                    <a:pt x="26670" y="314960"/>
                  </a:lnTo>
                  <a:lnTo>
                    <a:pt x="38100" y="314960"/>
                  </a:lnTo>
                  <a:lnTo>
                    <a:pt x="39370" y="313689"/>
                  </a:lnTo>
                  <a:close/>
                </a:path>
                <a:path w="341629" h="353060">
                  <a:moveTo>
                    <a:pt x="43180" y="309879"/>
                  </a:moveTo>
                  <a:lnTo>
                    <a:pt x="31750" y="309879"/>
                  </a:lnTo>
                  <a:lnTo>
                    <a:pt x="29209" y="312420"/>
                  </a:lnTo>
                  <a:lnTo>
                    <a:pt x="40640" y="312420"/>
                  </a:lnTo>
                  <a:lnTo>
                    <a:pt x="43180" y="309879"/>
                  </a:lnTo>
                  <a:close/>
                </a:path>
                <a:path w="341629" h="353060">
                  <a:moveTo>
                    <a:pt x="45720" y="307339"/>
                  </a:moveTo>
                  <a:lnTo>
                    <a:pt x="34290" y="307339"/>
                  </a:lnTo>
                  <a:lnTo>
                    <a:pt x="33020" y="308610"/>
                  </a:lnTo>
                  <a:lnTo>
                    <a:pt x="44450" y="308610"/>
                  </a:lnTo>
                  <a:lnTo>
                    <a:pt x="45720" y="307339"/>
                  </a:lnTo>
                  <a:close/>
                </a:path>
                <a:path w="341629" h="353060">
                  <a:moveTo>
                    <a:pt x="49530" y="303529"/>
                  </a:moveTo>
                  <a:lnTo>
                    <a:pt x="38100" y="303529"/>
                  </a:lnTo>
                  <a:lnTo>
                    <a:pt x="35559" y="306070"/>
                  </a:lnTo>
                  <a:lnTo>
                    <a:pt x="46990" y="306070"/>
                  </a:lnTo>
                  <a:lnTo>
                    <a:pt x="49530" y="303529"/>
                  </a:lnTo>
                  <a:close/>
                </a:path>
                <a:path w="341629" h="353060">
                  <a:moveTo>
                    <a:pt x="52070" y="300989"/>
                  </a:moveTo>
                  <a:lnTo>
                    <a:pt x="40640" y="300989"/>
                  </a:lnTo>
                  <a:lnTo>
                    <a:pt x="39370" y="302260"/>
                  </a:lnTo>
                  <a:lnTo>
                    <a:pt x="50800" y="302260"/>
                  </a:lnTo>
                  <a:lnTo>
                    <a:pt x="52070" y="300989"/>
                  </a:lnTo>
                  <a:close/>
                </a:path>
                <a:path w="341629" h="353060">
                  <a:moveTo>
                    <a:pt x="55880" y="297179"/>
                  </a:moveTo>
                  <a:lnTo>
                    <a:pt x="44450" y="297179"/>
                  </a:lnTo>
                  <a:lnTo>
                    <a:pt x="41909" y="299720"/>
                  </a:lnTo>
                  <a:lnTo>
                    <a:pt x="53340" y="299720"/>
                  </a:lnTo>
                  <a:lnTo>
                    <a:pt x="55880" y="297179"/>
                  </a:lnTo>
                  <a:close/>
                </a:path>
                <a:path w="341629" h="353060">
                  <a:moveTo>
                    <a:pt x="58420" y="294639"/>
                  </a:moveTo>
                  <a:lnTo>
                    <a:pt x="46990" y="294639"/>
                  </a:lnTo>
                  <a:lnTo>
                    <a:pt x="45720" y="295910"/>
                  </a:lnTo>
                  <a:lnTo>
                    <a:pt x="57150" y="295910"/>
                  </a:lnTo>
                  <a:lnTo>
                    <a:pt x="58420" y="294639"/>
                  </a:lnTo>
                  <a:close/>
                </a:path>
                <a:path w="341629" h="353060">
                  <a:moveTo>
                    <a:pt x="62230" y="290829"/>
                  </a:moveTo>
                  <a:lnTo>
                    <a:pt x="50800" y="290829"/>
                  </a:lnTo>
                  <a:lnTo>
                    <a:pt x="48259" y="293370"/>
                  </a:lnTo>
                  <a:lnTo>
                    <a:pt x="59690" y="293370"/>
                  </a:lnTo>
                  <a:lnTo>
                    <a:pt x="62230" y="290829"/>
                  </a:lnTo>
                  <a:close/>
                </a:path>
                <a:path w="341629" h="353060">
                  <a:moveTo>
                    <a:pt x="64770" y="288289"/>
                  </a:moveTo>
                  <a:lnTo>
                    <a:pt x="53340" y="288289"/>
                  </a:lnTo>
                  <a:lnTo>
                    <a:pt x="52070" y="289560"/>
                  </a:lnTo>
                  <a:lnTo>
                    <a:pt x="63500" y="289560"/>
                  </a:lnTo>
                  <a:lnTo>
                    <a:pt x="64770" y="288289"/>
                  </a:lnTo>
                  <a:close/>
                </a:path>
                <a:path w="341629" h="353060">
                  <a:moveTo>
                    <a:pt x="68580" y="284479"/>
                  </a:moveTo>
                  <a:lnTo>
                    <a:pt x="57150" y="284479"/>
                  </a:lnTo>
                  <a:lnTo>
                    <a:pt x="54609" y="287020"/>
                  </a:lnTo>
                  <a:lnTo>
                    <a:pt x="66040" y="287020"/>
                  </a:lnTo>
                  <a:lnTo>
                    <a:pt x="68580" y="284479"/>
                  </a:lnTo>
                  <a:close/>
                </a:path>
                <a:path w="341629" h="353060">
                  <a:moveTo>
                    <a:pt x="71120" y="281939"/>
                  </a:moveTo>
                  <a:lnTo>
                    <a:pt x="59690" y="281939"/>
                  </a:lnTo>
                  <a:lnTo>
                    <a:pt x="58420" y="283210"/>
                  </a:lnTo>
                  <a:lnTo>
                    <a:pt x="69850" y="283210"/>
                  </a:lnTo>
                  <a:lnTo>
                    <a:pt x="71120" y="281939"/>
                  </a:lnTo>
                  <a:close/>
                </a:path>
                <a:path w="341629" h="353060">
                  <a:moveTo>
                    <a:pt x="74930" y="278129"/>
                  </a:moveTo>
                  <a:lnTo>
                    <a:pt x="63500" y="278129"/>
                  </a:lnTo>
                  <a:lnTo>
                    <a:pt x="60959" y="280670"/>
                  </a:lnTo>
                  <a:lnTo>
                    <a:pt x="72390" y="280670"/>
                  </a:lnTo>
                  <a:lnTo>
                    <a:pt x="74930" y="278129"/>
                  </a:lnTo>
                  <a:close/>
                </a:path>
                <a:path w="341629" h="353060">
                  <a:moveTo>
                    <a:pt x="77470" y="275589"/>
                  </a:moveTo>
                  <a:lnTo>
                    <a:pt x="66040" y="275589"/>
                  </a:lnTo>
                  <a:lnTo>
                    <a:pt x="64770" y="276860"/>
                  </a:lnTo>
                  <a:lnTo>
                    <a:pt x="76200" y="276860"/>
                  </a:lnTo>
                  <a:lnTo>
                    <a:pt x="77470" y="275589"/>
                  </a:lnTo>
                  <a:close/>
                </a:path>
                <a:path w="341629" h="353060">
                  <a:moveTo>
                    <a:pt x="81280" y="271779"/>
                  </a:moveTo>
                  <a:lnTo>
                    <a:pt x="69850" y="271779"/>
                  </a:lnTo>
                  <a:lnTo>
                    <a:pt x="67309" y="274320"/>
                  </a:lnTo>
                  <a:lnTo>
                    <a:pt x="78740" y="274320"/>
                  </a:lnTo>
                  <a:lnTo>
                    <a:pt x="81280" y="271779"/>
                  </a:lnTo>
                  <a:close/>
                </a:path>
                <a:path w="341629" h="353060">
                  <a:moveTo>
                    <a:pt x="83820" y="269239"/>
                  </a:moveTo>
                  <a:lnTo>
                    <a:pt x="72390" y="269239"/>
                  </a:lnTo>
                  <a:lnTo>
                    <a:pt x="71120" y="270510"/>
                  </a:lnTo>
                  <a:lnTo>
                    <a:pt x="82550" y="270510"/>
                  </a:lnTo>
                  <a:lnTo>
                    <a:pt x="83820" y="269239"/>
                  </a:lnTo>
                  <a:close/>
                </a:path>
                <a:path w="341629" h="353060">
                  <a:moveTo>
                    <a:pt x="87630" y="265429"/>
                  </a:moveTo>
                  <a:lnTo>
                    <a:pt x="76200" y="265429"/>
                  </a:lnTo>
                  <a:lnTo>
                    <a:pt x="73659" y="267970"/>
                  </a:lnTo>
                  <a:lnTo>
                    <a:pt x="85090" y="267970"/>
                  </a:lnTo>
                  <a:lnTo>
                    <a:pt x="87630" y="265429"/>
                  </a:lnTo>
                  <a:close/>
                </a:path>
                <a:path w="341629" h="353060">
                  <a:moveTo>
                    <a:pt x="90170" y="262889"/>
                  </a:moveTo>
                  <a:lnTo>
                    <a:pt x="78740" y="262889"/>
                  </a:lnTo>
                  <a:lnTo>
                    <a:pt x="77470" y="264160"/>
                  </a:lnTo>
                  <a:lnTo>
                    <a:pt x="88900" y="264160"/>
                  </a:lnTo>
                  <a:lnTo>
                    <a:pt x="90170" y="262889"/>
                  </a:lnTo>
                  <a:close/>
                </a:path>
                <a:path w="341629" h="353060">
                  <a:moveTo>
                    <a:pt x="93980" y="259079"/>
                  </a:moveTo>
                  <a:lnTo>
                    <a:pt x="82550" y="259079"/>
                  </a:lnTo>
                  <a:lnTo>
                    <a:pt x="80009" y="261620"/>
                  </a:lnTo>
                  <a:lnTo>
                    <a:pt x="91440" y="261620"/>
                  </a:lnTo>
                  <a:lnTo>
                    <a:pt x="93980" y="259079"/>
                  </a:lnTo>
                  <a:close/>
                </a:path>
                <a:path w="341629" h="353060">
                  <a:moveTo>
                    <a:pt x="96520" y="256539"/>
                  </a:moveTo>
                  <a:lnTo>
                    <a:pt x="85090" y="256539"/>
                  </a:lnTo>
                  <a:lnTo>
                    <a:pt x="83820" y="257810"/>
                  </a:lnTo>
                  <a:lnTo>
                    <a:pt x="95250" y="257810"/>
                  </a:lnTo>
                  <a:lnTo>
                    <a:pt x="96520" y="256539"/>
                  </a:lnTo>
                  <a:close/>
                </a:path>
                <a:path w="341629" h="353060">
                  <a:moveTo>
                    <a:pt x="100330" y="252729"/>
                  </a:moveTo>
                  <a:lnTo>
                    <a:pt x="88900" y="252729"/>
                  </a:lnTo>
                  <a:lnTo>
                    <a:pt x="86359" y="255270"/>
                  </a:lnTo>
                  <a:lnTo>
                    <a:pt x="97790" y="255270"/>
                  </a:lnTo>
                  <a:lnTo>
                    <a:pt x="100330" y="252729"/>
                  </a:lnTo>
                  <a:close/>
                </a:path>
                <a:path w="341629" h="353060">
                  <a:moveTo>
                    <a:pt x="102870" y="250189"/>
                  </a:moveTo>
                  <a:lnTo>
                    <a:pt x="91440" y="250189"/>
                  </a:lnTo>
                  <a:lnTo>
                    <a:pt x="90170" y="251460"/>
                  </a:lnTo>
                  <a:lnTo>
                    <a:pt x="101600" y="251460"/>
                  </a:lnTo>
                  <a:lnTo>
                    <a:pt x="102870" y="250189"/>
                  </a:lnTo>
                  <a:close/>
                </a:path>
                <a:path w="341629" h="353060">
                  <a:moveTo>
                    <a:pt x="106680" y="246379"/>
                  </a:moveTo>
                  <a:lnTo>
                    <a:pt x="95250" y="246379"/>
                  </a:lnTo>
                  <a:lnTo>
                    <a:pt x="92709" y="248920"/>
                  </a:lnTo>
                  <a:lnTo>
                    <a:pt x="104140" y="248920"/>
                  </a:lnTo>
                  <a:lnTo>
                    <a:pt x="106680" y="246379"/>
                  </a:lnTo>
                  <a:close/>
                </a:path>
                <a:path w="341629" h="353060">
                  <a:moveTo>
                    <a:pt x="109220" y="243839"/>
                  </a:moveTo>
                  <a:lnTo>
                    <a:pt x="97790" y="243839"/>
                  </a:lnTo>
                  <a:lnTo>
                    <a:pt x="96520" y="245110"/>
                  </a:lnTo>
                  <a:lnTo>
                    <a:pt x="107950" y="245110"/>
                  </a:lnTo>
                  <a:lnTo>
                    <a:pt x="109220" y="243839"/>
                  </a:lnTo>
                  <a:close/>
                </a:path>
                <a:path w="341629" h="353060">
                  <a:moveTo>
                    <a:pt x="113030" y="240029"/>
                  </a:moveTo>
                  <a:lnTo>
                    <a:pt x="101600" y="240029"/>
                  </a:lnTo>
                  <a:lnTo>
                    <a:pt x="99059" y="242570"/>
                  </a:lnTo>
                  <a:lnTo>
                    <a:pt x="110490" y="242570"/>
                  </a:lnTo>
                  <a:lnTo>
                    <a:pt x="113030" y="240029"/>
                  </a:lnTo>
                  <a:close/>
                </a:path>
                <a:path w="341629" h="353060">
                  <a:moveTo>
                    <a:pt x="341629" y="0"/>
                  </a:moveTo>
                  <a:lnTo>
                    <a:pt x="102870" y="238760"/>
                  </a:lnTo>
                  <a:lnTo>
                    <a:pt x="114300" y="238760"/>
                  </a:lnTo>
                  <a:lnTo>
                    <a:pt x="341629" y="11430"/>
                  </a:lnTo>
                  <a:lnTo>
                    <a:pt x="341629" y="0"/>
                  </a:lnTo>
                  <a:close/>
                </a:path>
              </a:pathLst>
            </a:custGeom>
            <a:solidFill>
              <a:srgbClr val="D6CA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7" name="object 3567"/>
            <p:cNvSpPr/>
            <p:nvPr/>
          </p:nvSpPr>
          <p:spPr>
            <a:xfrm>
              <a:off x="7065010" y="3053080"/>
              <a:ext cx="341630" cy="351790"/>
            </a:xfrm>
            <a:custGeom>
              <a:avLst/>
              <a:gdLst/>
              <a:ahLst/>
              <a:cxnLst/>
              <a:rect l="l" t="t" r="r" b="b"/>
              <a:pathLst>
                <a:path w="341629" h="351789">
                  <a:moveTo>
                    <a:pt x="2540" y="349249"/>
                  </a:moveTo>
                  <a:lnTo>
                    <a:pt x="0" y="349249"/>
                  </a:lnTo>
                  <a:lnTo>
                    <a:pt x="0" y="351789"/>
                  </a:lnTo>
                  <a:lnTo>
                    <a:pt x="2540" y="349249"/>
                  </a:lnTo>
                  <a:close/>
                </a:path>
                <a:path w="341629" h="351789">
                  <a:moveTo>
                    <a:pt x="5080" y="346709"/>
                  </a:moveTo>
                  <a:lnTo>
                    <a:pt x="0" y="346709"/>
                  </a:lnTo>
                  <a:lnTo>
                    <a:pt x="0" y="347979"/>
                  </a:lnTo>
                  <a:lnTo>
                    <a:pt x="3810" y="347979"/>
                  </a:lnTo>
                  <a:lnTo>
                    <a:pt x="5080" y="346709"/>
                  </a:lnTo>
                  <a:close/>
                </a:path>
                <a:path w="341629" h="351789">
                  <a:moveTo>
                    <a:pt x="8890" y="342899"/>
                  </a:moveTo>
                  <a:lnTo>
                    <a:pt x="0" y="342899"/>
                  </a:lnTo>
                  <a:lnTo>
                    <a:pt x="0" y="345439"/>
                  </a:lnTo>
                  <a:lnTo>
                    <a:pt x="6350" y="345439"/>
                  </a:lnTo>
                  <a:lnTo>
                    <a:pt x="8890" y="342899"/>
                  </a:lnTo>
                  <a:close/>
                </a:path>
                <a:path w="341629" h="351789">
                  <a:moveTo>
                    <a:pt x="11430" y="340359"/>
                  </a:moveTo>
                  <a:lnTo>
                    <a:pt x="1270" y="340359"/>
                  </a:lnTo>
                  <a:lnTo>
                    <a:pt x="0" y="341629"/>
                  </a:lnTo>
                  <a:lnTo>
                    <a:pt x="10160" y="341629"/>
                  </a:lnTo>
                  <a:lnTo>
                    <a:pt x="11430" y="340359"/>
                  </a:lnTo>
                  <a:close/>
                </a:path>
                <a:path w="341629" h="351789">
                  <a:moveTo>
                    <a:pt x="15240" y="336549"/>
                  </a:moveTo>
                  <a:lnTo>
                    <a:pt x="5080" y="336549"/>
                  </a:lnTo>
                  <a:lnTo>
                    <a:pt x="2540" y="339089"/>
                  </a:lnTo>
                  <a:lnTo>
                    <a:pt x="12700" y="339089"/>
                  </a:lnTo>
                  <a:lnTo>
                    <a:pt x="15240" y="336549"/>
                  </a:lnTo>
                  <a:close/>
                </a:path>
                <a:path w="341629" h="351789">
                  <a:moveTo>
                    <a:pt x="17780" y="334009"/>
                  </a:moveTo>
                  <a:lnTo>
                    <a:pt x="7620" y="334009"/>
                  </a:lnTo>
                  <a:lnTo>
                    <a:pt x="6350" y="335279"/>
                  </a:lnTo>
                  <a:lnTo>
                    <a:pt x="16510" y="335279"/>
                  </a:lnTo>
                  <a:lnTo>
                    <a:pt x="17780" y="334009"/>
                  </a:lnTo>
                  <a:close/>
                </a:path>
                <a:path w="341629" h="351789">
                  <a:moveTo>
                    <a:pt x="21590" y="330199"/>
                  </a:moveTo>
                  <a:lnTo>
                    <a:pt x="11430" y="330199"/>
                  </a:lnTo>
                  <a:lnTo>
                    <a:pt x="8890" y="332739"/>
                  </a:lnTo>
                  <a:lnTo>
                    <a:pt x="19050" y="332739"/>
                  </a:lnTo>
                  <a:lnTo>
                    <a:pt x="21590" y="330199"/>
                  </a:lnTo>
                  <a:close/>
                </a:path>
                <a:path w="341629" h="351789">
                  <a:moveTo>
                    <a:pt x="24130" y="327659"/>
                  </a:moveTo>
                  <a:lnTo>
                    <a:pt x="13970" y="327659"/>
                  </a:lnTo>
                  <a:lnTo>
                    <a:pt x="12700" y="328929"/>
                  </a:lnTo>
                  <a:lnTo>
                    <a:pt x="22860" y="328929"/>
                  </a:lnTo>
                  <a:lnTo>
                    <a:pt x="24130" y="327659"/>
                  </a:lnTo>
                  <a:close/>
                </a:path>
                <a:path w="341629" h="351789">
                  <a:moveTo>
                    <a:pt x="27940" y="323849"/>
                  </a:moveTo>
                  <a:lnTo>
                    <a:pt x="17780" y="323849"/>
                  </a:lnTo>
                  <a:lnTo>
                    <a:pt x="15240" y="326389"/>
                  </a:lnTo>
                  <a:lnTo>
                    <a:pt x="25400" y="326389"/>
                  </a:lnTo>
                  <a:lnTo>
                    <a:pt x="27940" y="323849"/>
                  </a:lnTo>
                  <a:close/>
                </a:path>
                <a:path w="341629" h="351789">
                  <a:moveTo>
                    <a:pt x="30480" y="321309"/>
                  </a:moveTo>
                  <a:lnTo>
                    <a:pt x="20320" y="321309"/>
                  </a:lnTo>
                  <a:lnTo>
                    <a:pt x="19050" y="322579"/>
                  </a:lnTo>
                  <a:lnTo>
                    <a:pt x="29210" y="322579"/>
                  </a:lnTo>
                  <a:lnTo>
                    <a:pt x="30480" y="321309"/>
                  </a:lnTo>
                  <a:close/>
                </a:path>
                <a:path w="341629" h="351789">
                  <a:moveTo>
                    <a:pt x="34290" y="317499"/>
                  </a:moveTo>
                  <a:lnTo>
                    <a:pt x="24130" y="317499"/>
                  </a:lnTo>
                  <a:lnTo>
                    <a:pt x="21590" y="320039"/>
                  </a:lnTo>
                  <a:lnTo>
                    <a:pt x="31750" y="320039"/>
                  </a:lnTo>
                  <a:lnTo>
                    <a:pt x="34290" y="317499"/>
                  </a:lnTo>
                  <a:close/>
                </a:path>
                <a:path w="341629" h="351789">
                  <a:moveTo>
                    <a:pt x="36830" y="314959"/>
                  </a:moveTo>
                  <a:lnTo>
                    <a:pt x="26670" y="314959"/>
                  </a:lnTo>
                  <a:lnTo>
                    <a:pt x="25400" y="316229"/>
                  </a:lnTo>
                  <a:lnTo>
                    <a:pt x="35560" y="316229"/>
                  </a:lnTo>
                  <a:lnTo>
                    <a:pt x="36830" y="314959"/>
                  </a:lnTo>
                  <a:close/>
                </a:path>
                <a:path w="341629" h="351789">
                  <a:moveTo>
                    <a:pt x="40640" y="311149"/>
                  </a:moveTo>
                  <a:lnTo>
                    <a:pt x="30480" y="311149"/>
                  </a:lnTo>
                  <a:lnTo>
                    <a:pt x="27940" y="313689"/>
                  </a:lnTo>
                  <a:lnTo>
                    <a:pt x="38100" y="313689"/>
                  </a:lnTo>
                  <a:lnTo>
                    <a:pt x="40640" y="311149"/>
                  </a:lnTo>
                  <a:close/>
                </a:path>
                <a:path w="341629" h="351789">
                  <a:moveTo>
                    <a:pt x="43180" y="308609"/>
                  </a:moveTo>
                  <a:lnTo>
                    <a:pt x="33020" y="308609"/>
                  </a:lnTo>
                  <a:lnTo>
                    <a:pt x="31750" y="309879"/>
                  </a:lnTo>
                  <a:lnTo>
                    <a:pt x="41910" y="309879"/>
                  </a:lnTo>
                  <a:lnTo>
                    <a:pt x="43180" y="308609"/>
                  </a:lnTo>
                  <a:close/>
                </a:path>
                <a:path w="341629" h="351789">
                  <a:moveTo>
                    <a:pt x="46990" y="304799"/>
                  </a:moveTo>
                  <a:lnTo>
                    <a:pt x="36830" y="304799"/>
                  </a:lnTo>
                  <a:lnTo>
                    <a:pt x="34290" y="307339"/>
                  </a:lnTo>
                  <a:lnTo>
                    <a:pt x="44450" y="307339"/>
                  </a:lnTo>
                  <a:lnTo>
                    <a:pt x="46990" y="304799"/>
                  </a:lnTo>
                  <a:close/>
                </a:path>
                <a:path w="341629" h="351789">
                  <a:moveTo>
                    <a:pt x="49530" y="302259"/>
                  </a:moveTo>
                  <a:lnTo>
                    <a:pt x="39370" y="302259"/>
                  </a:lnTo>
                  <a:lnTo>
                    <a:pt x="38100" y="303529"/>
                  </a:lnTo>
                  <a:lnTo>
                    <a:pt x="48260" y="303529"/>
                  </a:lnTo>
                  <a:lnTo>
                    <a:pt x="49530" y="302259"/>
                  </a:lnTo>
                  <a:close/>
                </a:path>
                <a:path w="341629" h="351789">
                  <a:moveTo>
                    <a:pt x="53340" y="298449"/>
                  </a:moveTo>
                  <a:lnTo>
                    <a:pt x="43180" y="298449"/>
                  </a:lnTo>
                  <a:lnTo>
                    <a:pt x="40640" y="300989"/>
                  </a:lnTo>
                  <a:lnTo>
                    <a:pt x="50800" y="300989"/>
                  </a:lnTo>
                  <a:lnTo>
                    <a:pt x="53340" y="298449"/>
                  </a:lnTo>
                  <a:close/>
                </a:path>
                <a:path w="341629" h="351789">
                  <a:moveTo>
                    <a:pt x="55880" y="295909"/>
                  </a:moveTo>
                  <a:lnTo>
                    <a:pt x="45720" y="295909"/>
                  </a:lnTo>
                  <a:lnTo>
                    <a:pt x="44450" y="297179"/>
                  </a:lnTo>
                  <a:lnTo>
                    <a:pt x="54610" y="297179"/>
                  </a:lnTo>
                  <a:lnTo>
                    <a:pt x="55880" y="295909"/>
                  </a:lnTo>
                  <a:close/>
                </a:path>
                <a:path w="341629" h="351789">
                  <a:moveTo>
                    <a:pt x="59690" y="292099"/>
                  </a:moveTo>
                  <a:lnTo>
                    <a:pt x="49530" y="292099"/>
                  </a:lnTo>
                  <a:lnTo>
                    <a:pt x="46990" y="294639"/>
                  </a:lnTo>
                  <a:lnTo>
                    <a:pt x="57150" y="294639"/>
                  </a:lnTo>
                  <a:lnTo>
                    <a:pt x="59690" y="292099"/>
                  </a:lnTo>
                  <a:close/>
                </a:path>
                <a:path w="341629" h="351789">
                  <a:moveTo>
                    <a:pt x="62230" y="289559"/>
                  </a:moveTo>
                  <a:lnTo>
                    <a:pt x="52070" y="289559"/>
                  </a:lnTo>
                  <a:lnTo>
                    <a:pt x="50800" y="290829"/>
                  </a:lnTo>
                  <a:lnTo>
                    <a:pt x="60960" y="290829"/>
                  </a:lnTo>
                  <a:lnTo>
                    <a:pt x="62230" y="289559"/>
                  </a:lnTo>
                  <a:close/>
                </a:path>
                <a:path w="341629" h="351789">
                  <a:moveTo>
                    <a:pt x="66040" y="285749"/>
                  </a:moveTo>
                  <a:lnTo>
                    <a:pt x="55880" y="285749"/>
                  </a:lnTo>
                  <a:lnTo>
                    <a:pt x="53340" y="288289"/>
                  </a:lnTo>
                  <a:lnTo>
                    <a:pt x="63500" y="288289"/>
                  </a:lnTo>
                  <a:lnTo>
                    <a:pt x="66040" y="285749"/>
                  </a:lnTo>
                  <a:close/>
                </a:path>
                <a:path w="341629" h="351789">
                  <a:moveTo>
                    <a:pt x="68580" y="283209"/>
                  </a:moveTo>
                  <a:lnTo>
                    <a:pt x="58420" y="283209"/>
                  </a:lnTo>
                  <a:lnTo>
                    <a:pt x="57150" y="284479"/>
                  </a:lnTo>
                  <a:lnTo>
                    <a:pt x="67310" y="284479"/>
                  </a:lnTo>
                  <a:lnTo>
                    <a:pt x="68580" y="283209"/>
                  </a:lnTo>
                  <a:close/>
                </a:path>
                <a:path w="341629" h="351789">
                  <a:moveTo>
                    <a:pt x="72390" y="279399"/>
                  </a:moveTo>
                  <a:lnTo>
                    <a:pt x="62230" y="279399"/>
                  </a:lnTo>
                  <a:lnTo>
                    <a:pt x="59690" y="281939"/>
                  </a:lnTo>
                  <a:lnTo>
                    <a:pt x="69850" y="281939"/>
                  </a:lnTo>
                  <a:lnTo>
                    <a:pt x="72390" y="279399"/>
                  </a:lnTo>
                  <a:close/>
                </a:path>
                <a:path w="341629" h="351789">
                  <a:moveTo>
                    <a:pt x="74930" y="276859"/>
                  </a:moveTo>
                  <a:lnTo>
                    <a:pt x="64770" y="276859"/>
                  </a:lnTo>
                  <a:lnTo>
                    <a:pt x="63500" y="278129"/>
                  </a:lnTo>
                  <a:lnTo>
                    <a:pt x="73660" y="278129"/>
                  </a:lnTo>
                  <a:lnTo>
                    <a:pt x="74930" y="276859"/>
                  </a:lnTo>
                  <a:close/>
                </a:path>
                <a:path w="341629" h="351789">
                  <a:moveTo>
                    <a:pt x="78740" y="273049"/>
                  </a:moveTo>
                  <a:lnTo>
                    <a:pt x="68580" y="273049"/>
                  </a:lnTo>
                  <a:lnTo>
                    <a:pt x="66040" y="275589"/>
                  </a:lnTo>
                  <a:lnTo>
                    <a:pt x="76200" y="275589"/>
                  </a:lnTo>
                  <a:lnTo>
                    <a:pt x="78740" y="273049"/>
                  </a:lnTo>
                  <a:close/>
                </a:path>
                <a:path w="341629" h="351789">
                  <a:moveTo>
                    <a:pt x="81280" y="270509"/>
                  </a:moveTo>
                  <a:lnTo>
                    <a:pt x="71120" y="270509"/>
                  </a:lnTo>
                  <a:lnTo>
                    <a:pt x="69850" y="271779"/>
                  </a:lnTo>
                  <a:lnTo>
                    <a:pt x="80010" y="271779"/>
                  </a:lnTo>
                  <a:lnTo>
                    <a:pt x="81280" y="270509"/>
                  </a:lnTo>
                  <a:close/>
                </a:path>
                <a:path w="341629" h="351789">
                  <a:moveTo>
                    <a:pt x="85090" y="266699"/>
                  </a:moveTo>
                  <a:lnTo>
                    <a:pt x="74930" y="266699"/>
                  </a:lnTo>
                  <a:lnTo>
                    <a:pt x="72390" y="269239"/>
                  </a:lnTo>
                  <a:lnTo>
                    <a:pt x="82550" y="269239"/>
                  </a:lnTo>
                  <a:lnTo>
                    <a:pt x="85090" y="266699"/>
                  </a:lnTo>
                  <a:close/>
                </a:path>
                <a:path w="341629" h="351789">
                  <a:moveTo>
                    <a:pt x="87630" y="264159"/>
                  </a:moveTo>
                  <a:lnTo>
                    <a:pt x="77470" y="264159"/>
                  </a:lnTo>
                  <a:lnTo>
                    <a:pt x="76200" y="265429"/>
                  </a:lnTo>
                  <a:lnTo>
                    <a:pt x="86360" y="265429"/>
                  </a:lnTo>
                  <a:lnTo>
                    <a:pt x="87630" y="264159"/>
                  </a:lnTo>
                  <a:close/>
                </a:path>
                <a:path w="341629" h="351789">
                  <a:moveTo>
                    <a:pt x="91440" y="260349"/>
                  </a:moveTo>
                  <a:lnTo>
                    <a:pt x="81280" y="260349"/>
                  </a:lnTo>
                  <a:lnTo>
                    <a:pt x="78740" y="262889"/>
                  </a:lnTo>
                  <a:lnTo>
                    <a:pt x="88900" y="262889"/>
                  </a:lnTo>
                  <a:lnTo>
                    <a:pt x="91440" y="260349"/>
                  </a:lnTo>
                  <a:close/>
                </a:path>
                <a:path w="341629" h="351789">
                  <a:moveTo>
                    <a:pt x="93980" y="257809"/>
                  </a:moveTo>
                  <a:lnTo>
                    <a:pt x="83820" y="257809"/>
                  </a:lnTo>
                  <a:lnTo>
                    <a:pt x="82550" y="259079"/>
                  </a:lnTo>
                  <a:lnTo>
                    <a:pt x="92710" y="259079"/>
                  </a:lnTo>
                  <a:lnTo>
                    <a:pt x="93980" y="257809"/>
                  </a:lnTo>
                  <a:close/>
                </a:path>
                <a:path w="341629" h="351789">
                  <a:moveTo>
                    <a:pt x="97790" y="253999"/>
                  </a:moveTo>
                  <a:lnTo>
                    <a:pt x="87630" y="253999"/>
                  </a:lnTo>
                  <a:lnTo>
                    <a:pt x="85090" y="256539"/>
                  </a:lnTo>
                  <a:lnTo>
                    <a:pt x="95250" y="256539"/>
                  </a:lnTo>
                  <a:lnTo>
                    <a:pt x="97790" y="253999"/>
                  </a:lnTo>
                  <a:close/>
                </a:path>
                <a:path w="341629" h="351789">
                  <a:moveTo>
                    <a:pt x="100330" y="251459"/>
                  </a:moveTo>
                  <a:lnTo>
                    <a:pt x="90170" y="251459"/>
                  </a:lnTo>
                  <a:lnTo>
                    <a:pt x="88900" y="252729"/>
                  </a:lnTo>
                  <a:lnTo>
                    <a:pt x="99060" y="252729"/>
                  </a:lnTo>
                  <a:lnTo>
                    <a:pt x="100330" y="251459"/>
                  </a:lnTo>
                  <a:close/>
                </a:path>
                <a:path w="341629" h="351789">
                  <a:moveTo>
                    <a:pt x="104140" y="247649"/>
                  </a:moveTo>
                  <a:lnTo>
                    <a:pt x="93980" y="247649"/>
                  </a:lnTo>
                  <a:lnTo>
                    <a:pt x="91440" y="250189"/>
                  </a:lnTo>
                  <a:lnTo>
                    <a:pt x="101600" y="250189"/>
                  </a:lnTo>
                  <a:lnTo>
                    <a:pt x="104140" y="247649"/>
                  </a:lnTo>
                  <a:close/>
                </a:path>
                <a:path w="341629" h="351789">
                  <a:moveTo>
                    <a:pt x="106680" y="245109"/>
                  </a:moveTo>
                  <a:lnTo>
                    <a:pt x="96520" y="245109"/>
                  </a:lnTo>
                  <a:lnTo>
                    <a:pt x="95250" y="246379"/>
                  </a:lnTo>
                  <a:lnTo>
                    <a:pt x="105410" y="246379"/>
                  </a:lnTo>
                  <a:lnTo>
                    <a:pt x="106680" y="245109"/>
                  </a:lnTo>
                  <a:close/>
                </a:path>
                <a:path w="341629" h="351789">
                  <a:moveTo>
                    <a:pt x="110490" y="241299"/>
                  </a:moveTo>
                  <a:lnTo>
                    <a:pt x="100330" y="241299"/>
                  </a:lnTo>
                  <a:lnTo>
                    <a:pt x="97790" y="243839"/>
                  </a:lnTo>
                  <a:lnTo>
                    <a:pt x="107950" y="243839"/>
                  </a:lnTo>
                  <a:lnTo>
                    <a:pt x="110490" y="241299"/>
                  </a:lnTo>
                  <a:close/>
                </a:path>
                <a:path w="341629" h="351789">
                  <a:moveTo>
                    <a:pt x="113030" y="238759"/>
                  </a:moveTo>
                  <a:lnTo>
                    <a:pt x="102870" y="238759"/>
                  </a:lnTo>
                  <a:lnTo>
                    <a:pt x="101600" y="240029"/>
                  </a:lnTo>
                  <a:lnTo>
                    <a:pt x="111760" y="240029"/>
                  </a:lnTo>
                  <a:lnTo>
                    <a:pt x="113030" y="238759"/>
                  </a:lnTo>
                  <a:close/>
                </a:path>
                <a:path w="341629" h="351789">
                  <a:moveTo>
                    <a:pt x="116840" y="234949"/>
                  </a:moveTo>
                  <a:lnTo>
                    <a:pt x="106680" y="234949"/>
                  </a:lnTo>
                  <a:lnTo>
                    <a:pt x="104140" y="237489"/>
                  </a:lnTo>
                  <a:lnTo>
                    <a:pt x="114300" y="237489"/>
                  </a:lnTo>
                  <a:lnTo>
                    <a:pt x="116840" y="234949"/>
                  </a:lnTo>
                  <a:close/>
                </a:path>
                <a:path w="341629" h="351789">
                  <a:moveTo>
                    <a:pt x="119380" y="232409"/>
                  </a:moveTo>
                  <a:lnTo>
                    <a:pt x="109220" y="232409"/>
                  </a:lnTo>
                  <a:lnTo>
                    <a:pt x="107950" y="233679"/>
                  </a:lnTo>
                  <a:lnTo>
                    <a:pt x="118110" y="233679"/>
                  </a:lnTo>
                  <a:lnTo>
                    <a:pt x="119380" y="232409"/>
                  </a:lnTo>
                  <a:close/>
                </a:path>
                <a:path w="341629" h="351789">
                  <a:moveTo>
                    <a:pt x="123190" y="228599"/>
                  </a:moveTo>
                  <a:lnTo>
                    <a:pt x="113030" y="228599"/>
                  </a:lnTo>
                  <a:lnTo>
                    <a:pt x="110490" y="231139"/>
                  </a:lnTo>
                  <a:lnTo>
                    <a:pt x="120650" y="231139"/>
                  </a:lnTo>
                  <a:lnTo>
                    <a:pt x="123190" y="228599"/>
                  </a:lnTo>
                  <a:close/>
                </a:path>
                <a:path w="341629" h="351789">
                  <a:moveTo>
                    <a:pt x="341629" y="0"/>
                  </a:moveTo>
                  <a:lnTo>
                    <a:pt x="114300" y="227329"/>
                  </a:lnTo>
                  <a:lnTo>
                    <a:pt x="124460" y="227329"/>
                  </a:lnTo>
                  <a:lnTo>
                    <a:pt x="341629" y="10160"/>
                  </a:lnTo>
                  <a:lnTo>
                    <a:pt x="341629" y="0"/>
                  </a:lnTo>
                  <a:close/>
                </a:path>
              </a:pathLst>
            </a:custGeom>
            <a:solidFill>
              <a:srgbClr val="D6CA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8" name="object 3568"/>
            <p:cNvSpPr/>
            <p:nvPr/>
          </p:nvSpPr>
          <p:spPr>
            <a:xfrm>
              <a:off x="7065010" y="3063240"/>
              <a:ext cx="341630" cy="353060"/>
            </a:xfrm>
            <a:custGeom>
              <a:avLst/>
              <a:gdLst/>
              <a:ahLst/>
              <a:cxnLst/>
              <a:rect l="l" t="t" r="r" b="b"/>
              <a:pathLst>
                <a:path w="341629" h="353060">
                  <a:moveTo>
                    <a:pt x="1270" y="351789"/>
                  </a:moveTo>
                  <a:lnTo>
                    <a:pt x="0" y="351789"/>
                  </a:lnTo>
                  <a:lnTo>
                    <a:pt x="0" y="353059"/>
                  </a:lnTo>
                  <a:lnTo>
                    <a:pt x="1270" y="351789"/>
                  </a:lnTo>
                  <a:close/>
                </a:path>
                <a:path w="341629" h="353060">
                  <a:moveTo>
                    <a:pt x="3810" y="349249"/>
                  </a:moveTo>
                  <a:lnTo>
                    <a:pt x="0" y="349249"/>
                  </a:lnTo>
                  <a:lnTo>
                    <a:pt x="0" y="350519"/>
                  </a:lnTo>
                  <a:lnTo>
                    <a:pt x="2540" y="350519"/>
                  </a:lnTo>
                  <a:lnTo>
                    <a:pt x="3810" y="349249"/>
                  </a:lnTo>
                  <a:close/>
                </a:path>
                <a:path w="341629" h="353060">
                  <a:moveTo>
                    <a:pt x="7620" y="345439"/>
                  </a:moveTo>
                  <a:lnTo>
                    <a:pt x="0" y="345439"/>
                  </a:lnTo>
                  <a:lnTo>
                    <a:pt x="0" y="347979"/>
                  </a:lnTo>
                  <a:lnTo>
                    <a:pt x="5079" y="347979"/>
                  </a:lnTo>
                  <a:lnTo>
                    <a:pt x="7620" y="345439"/>
                  </a:lnTo>
                  <a:close/>
                </a:path>
                <a:path w="341629" h="353060">
                  <a:moveTo>
                    <a:pt x="10160" y="342899"/>
                  </a:moveTo>
                  <a:lnTo>
                    <a:pt x="0" y="342899"/>
                  </a:lnTo>
                  <a:lnTo>
                    <a:pt x="0" y="344169"/>
                  </a:lnTo>
                  <a:lnTo>
                    <a:pt x="8890" y="344169"/>
                  </a:lnTo>
                  <a:lnTo>
                    <a:pt x="10160" y="342899"/>
                  </a:lnTo>
                  <a:close/>
                </a:path>
                <a:path w="341629" h="353060">
                  <a:moveTo>
                    <a:pt x="13970" y="339089"/>
                  </a:moveTo>
                  <a:lnTo>
                    <a:pt x="2540" y="339089"/>
                  </a:lnTo>
                  <a:lnTo>
                    <a:pt x="0" y="341629"/>
                  </a:lnTo>
                  <a:lnTo>
                    <a:pt x="11429" y="341629"/>
                  </a:lnTo>
                  <a:lnTo>
                    <a:pt x="13970" y="339089"/>
                  </a:lnTo>
                  <a:close/>
                </a:path>
                <a:path w="341629" h="353060">
                  <a:moveTo>
                    <a:pt x="16509" y="336549"/>
                  </a:moveTo>
                  <a:lnTo>
                    <a:pt x="5080" y="336549"/>
                  </a:lnTo>
                  <a:lnTo>
                    <a:pt x="3810" y="337819"/>
                  </a:lnTo>
                  <a:lnTo>
                    <a:pt x="15240" y="337819"/>
                  </a:lnTo>
                  <a:lnTo>
                    <a:pt x="16509" y="336549"/>
                  </a:lnTo>
                  <a:close/>
                </a:path>
                <a:path w="341629" h="353060">
                  <a:moveTo>
                    <a:pt x="20320" y="332739"/>
                  </a:moveTo>
                  <a:lnTo>
                    <a:pt x="8890" y="332739"/>
                  </a:lnTo>
                  <a:lnTo>
                    <a:pt x="6350" y="335279"/>
                  </a:lnTo>
                  <a:lnTo>
                    <a:pt x="17779" y="335279"/>
                  </a:lnTo>
                  <a:lnTo>
                    <a:pt x="20320" y="332739"/>
                  </a:lnTo>
                  <a:close/>
                </a:path>
                <a:path w="341629" h="353060">
                  <a:moveTo>
                    <a:pt x="22860" y="330199"/>
                  </a:moveTo>
                  <a:lnTo>
                    <a:pt x="11430" y="330199"/>
                  </a:lnTo>
                  <a:lnTo>
                    <a:pt x="10160" y="331469"/>
                  </a:lnTo>
                  <a:lnTo>
                    <a:pt x="21590" y="331469"/>
                  </a:lnTo>
                  <a:lnTo>
                    <a:pt x="22860" y="330199"/>
                  </a:lnTo>
                  <a:close/>
                </a:path>
                <a:path w="341629" h="353060">
                  <a:moveTo>
                    <a:pt x="26670" y="326389"/>
                  </a:moveTo>
                  <a:lnTo>
                    <a:pt x="15240" y="326389"/>
                  </a:lnTo>
                  <a:lnTo>
                    <a:pt x="12700" y="328929"/>
                  </a:lnTo>
                  <a:lnTo>
                    <a:pt x="24129" y="328929"/>
                  </a:lnTo>
                  <a:lnTo>
                    <a:pt x="26670" y="326389"/>
                  </a:lnTo>
                  <a:close/>
                </a:path>
                <a:path w="341629" h="353060">
                  <a:moveTo>
                    <a:pt x="29210" y="323849"/>
                  </a:moveTo>
                  <a:lnTo>
                    <a:pt x="17780" y="323849"/>
                  </a:lnTo>
                  <a:lnTo>
                    <a:pt x="16510" y="325119"/>
                  </a:lnTo>
                  <a:lnTo>
                    <a:pt x="27940" y="325119"/>
                  </a:lnTo>
                  <a:lnTo>
                    <a:pt x="29210" y="323849"/>
                  </a:lnTo>
                  <a:close/>
                </a:path>
                <a:path w="341629" h="353060">
                  <a:moveTo>
                    <a:pt x="33020" y="320039"/>
                  </a:moveTo>
                  <a:lnTo>
                    <a:pt x="21590" y="320039"/>
                  </a:lnTo>
                  <a:lnTo>
                    <a:pt x="19050" y="322579"/>
                  </a:lnTo>
                  <a:lnTo>
                    <a:pt x="30479" y="322579"/>
                  </a:lnTo>
                  <a:lnTo>
                    <a:pt x="33020" y="320039"/>
                  </a:lnTo>
                  <a:close/>
                </a:path>
                <a:path w="341629" h="353060">
                  <a:moveTo>
                    <a:pt x="35560" y="317499"/>
                  </a:moveTo>
                  <a:lnTo>
                    <a:pt x="24130" y="317499"/>
                  </a:lnTo>
                  <a:lnTo>
                    <a:pt x="22860" y="318769"/>
                  </a:lnTo>
                  <a:lnTo>
                    <a:pt x="34290" y="318769"/>
                  </a:lnTo>
                  <a:lnTo>
                    <a:pt x="35560" y="317499"/>
                  </a:lnTo>
                  <a:close/>
                </a:path>
                <a:path w="341629" h="353060">
                  <a:moveTo>
                    <a:pt x="39370" y="313689"/>
                  </a:moveTo>
                  <a:lnTo>
                    <a:pt x="27940" y="313689"/>
                  </a:lnTo>
                  <a:lnTo>
                    <a:pt x="25400" y="316229"/>
                  </a:lnTo>
                  <a:lnTo>
                    <a:pt x="36829" y="316229"/>
                  </a:lnTo>
                  <a:lnTo>
                    <a:pt x="39370" y="313689"/>
                  </a:lnTo>
                  <a:close/>
                </a:path>
                <a:path w="341629" h="353060">
                  <a:moveTo>
                    <a:pt x="41910" y="311149"/>
                  </a:moveTo>
                  <a:lnTo>
                    <a:pt x="30480" y="311149"/>
                  </a:lnTo>
                  <a:lnTo>
                    <a:pt x="29210" y="312419"/>
                  </a:lnTo>
                  <a:lnTo>
                    <a:pt x="40640" y="312419"/>
                  </a:lnTo>
                  <a:lnTo>
                    <a:pt x="41910" y="311149"/>
                  </a:lnTo>
                  <a:close/>
                </a:path>
                <a:path w="341629" h="353060">
                  <a:moveTo>
                    <a:pt x="45720" y="307339"/>
                  </a:moveTo>
                  <a:lnTo>
                    <a:pt x="34290" y="307339"/>
                  </a:lnTo>
                  <a:lnTo>
                    <a:pt x="31750" y="309879"/>
                  </a:lnTo>
                  <a:lnTo>
                    <a:pt x="43179" y="309879"/>
                  </a:lnTo>
                  <a:lnTo>
                    <a:pt x="45720" y="307339"/>
                  </a:lnTo>
                  <a:close/>
                </a:path>
                <a:path w="341629" h="353060">
                  <a:moveTo>
                    <a:pt x="48260" y="304799"/>
                  </a:moveTo>
                  <a:lnTo>
                    <a:pt x="36830" y="304799"/>
                  </a:lnTo>
                  <a:lnTo>
                    <a:pt x="35560" y="306069"/>
                  </a:lnTo>
                  <a:lnTo>
                    <a:pt x="46990" y="306069"/>
                  </a:lnTo>
                  <a:lnTo>
                    <a:pt x="48260" y="304799"/>
                  </a:lnTo>
                  <a:close/>
                </a:path>
                <a:path w="341629" h="353060">
                  <a:moveTo>
                    <a:pt x="52070" y="300989"/>
                  </a:moveTo>
                  <a:lnTo>
                    <a:pt x="40640" y="300989"/>
                  </a:lnTo>
                  <a:lnTo>
                    <a:pt x="38100" y="303529"/>
                  </a:lnTo>
                  <a:lnTo>
                    <a:pt x="49529" y="303529"/>
                  </a:lnTo>
                  <a:lnTo>
                    <a:pt x="52070" y="300989"/>
                  </a:lnTo>
                  <a:close/>
                </a:path>
                <a:path w="341629" h="353060">
                  <a:moveTo>
                    <a:pt x="54610" y="298449"/>
                  </a:moveTo>
                  <a:lnTo>
                    <a:pt x="43180" y="298449"/>
                  </a:lnTo>
                  <a:lnTo>
                    <a:pt x="41910" y="299719"/>
                  </a:lnTo>
                  <a:lnTo>
                    <a:pt x="53340" y="299719"/>
                  </a:lnTo>
                  <a:lnTo>
                    <a:pt x="54610" y="298449"/>
                  </a:lnTo>
                  <a:close/>
                </a:path>
                <a:path w="341629" h="353060">
                  <a:moveTo>
                    <a:pt x="58420" y="294639"/>
                  </a:moveTo>
                  <a:lnTo>
                    <a:pt x="46990" y="294639"/>
                  </a:lnTo>
                  <a:lnTo>
                    <a:pt x="44450" y="297179"/>
                  </a:lnTo>
                  <a:lnTo>
                    <a:pt x="55879" y="297179"/>
                  </a:lnTo>
                  <a:lnTo>
                    <a:pt x="58420" y="294639"/>
                  </a:lnTo>
                  <a:close/>
                </a:path>
                <a:path w="341629" h="353060">
                  <a:moveTo>
                    <a:pt x="60960" y="292099"/>
                  </a:moveTo>
                  <a:lnTo>
                    <a:pt x="49530" y="292099"/>
                  </a:lnTo>
                  <a:lnTo>
                    <a:pt x="48260" y="293369"/>
                  </a:lnTo>
                  <a:lnTo>
                    <a:pt x="59690" y="293369"/>
                  </a:lnTo>
                  <a:lnTo>
                    <a:pt x="60960" y="292099"/>
                  </a:lnTo>
                  <a:close/>
                </a:path>
                <a:path w="341629" h="353060">
                  <a:moveTo>
                    <a:pt x="64770" y="288289"/>
                  </a:moveTo>
                  <a:lnTo>
                    <a:pt x="53340" y="288289"/>
                  </a:lnTo>
                  <a:lnTo>
                    <a:pt x="50800" y="290829"/>
                  </a:lnTo>
                  <a:lnTo>
                    <a:pt x="62229" y="290829"/>
                  </a:lnTo>
                  <a:lnTo>
                    <a:pt x="64770" y="288289"/>
                  </a:lnTo>
                  <a:close/>
                </a:path>
                <a:path w="341629" h="353060">
                  <a:moveTo>
                    <a:pt x="67310" y="285749"/>
                  </a:moveTo>
                  <a:lnTo>
                    <a:pt x="55880" y="285749"/>
                  </a:lnTo>
                  <a:lnTo>
                    <a:pt x="54610" y="287019"/>
                  </a:lnTo>
                  <a:lnTo>
                    <a:pt x="66040" y="287019"/>
                  </a:lnTo>
                  <a:lnTo>
                    <a:pt x="67310" y="285749"/>
                  </a:lnTo>
                  <a:close/>
                </a:path>
                <a:path w="341629" h="353060">
                  <a:moveTo>
                    <a:pt x="71120" y="281939"/>
                  </a:moveTo>
                  <a:lnTo>
                    <a:pt x="59690" y="281939"/>
                  </a:lnTo>
                  <a:lnTo>
                    <a:pt x="57150" y="284479"/>
                  </a:lnTo>
                  <a:lnTo>
                    <a:pt x="68579" y="284479"/>
                  </a:lnTo>
                  <a:lnTo>
                    <a:pt x="71120" y="281939"/>
                  </a:lnTo>
                  <a:close/>
                </a:path>
                <a:path w="341629" h="353060">
                  <a:moveTo>
                    <a:pt x="73660" y="279399"/>
                  </a:moveTo>
                  <a:lnTo>
                    <a:pt x="62230" y="279399"/>
                  </a:lnTo>
                  <a:lnTo>
                    <a:pt x="60960" y="280669"/>
                  </a:lnTo>
                  <a:lnTo>
                    <a:pt x="72390" y="280669"/>
                  </a:lnTo>
                  <a:lnTo>
                    <a:pt x="73660" y="279399"/>
                  </a:lnTo>
                  <a:close/>
                </a:path>
                <a:path w="341629" h="353060">
                  <a:moveTo>
                    <a:pt x="77470" y="275589"/>
                  </a:moveTo>
                  <a:lnTo>
                    <a:pt x="66040" y="275589"/>
                  </a:lnTo>
                  <a:lnTo>
                    <a:pt x="63500" y="278129"/>
                  </a:lnTo>
                  <a:lnTo>
                    <a:pt x="74929" y="278129"/>
                  </a:lnTo>
                  <a:lnTo>
                    <a:pt x="77470" y="275589"/>
                  </a:lnTo>
                  <a:close/>
                </a:path>
                <a:path w="341629" h="353060">
                  <a:moveTo>
                    <a:pt x="80010" y="273049"/>
                  </a:moveTo>
                  <a:lnTo>
                    <a:pt x="68580" y="273049"/>
                  </a:lnTo>
                  <a:lnTo>
                    <a:pt x="67310" y="274319"/>
                  </a:lnTo>
                  <a:lnTo>
                    <a:pt x="78740" y="274319"/>
                  </a:lnTo>
                  <a:lnTo>
                    <a:pt x="80010" y="273049"/>
                  </a:lnTo>
                  <a:close/>
                </a:path>
                <a:path w="341629" h="353060">
                  <a:moveTo>
                    <a:pt x="83820" y="269239"/>
                  </a:moveTo>
                  <a:lnTo>
                    <a:pt x="72390" y="269239"/>
                  </a:lnTo>
                  <a:lnTo>
                    <a:pt x="69850" y="271779"/>
                  </a:lnTo>
                  <a:lnTo>
                    <a:pt x="81279" y="271779"/>
                  </a:lnTo>
                  <a:lnTo>
                    <a:pt x="83820" y="269239"/>
                  </a:lnTo>
                  <a:close/>
                </a:path>
                <a:path w="341629" h="353060">
                  <a:moveTo>
                    <a:pt x="86360" y="266699"/>
                  </a:moveTo>
                  <a:lnTo>
                    <a:pt x="74930" y="266699"/>
                  </a:lnTo>
                  <a:lnTo>
                    <a:pt x="73660" y="267969"/>
                  </a:lnTo>
                  <a:lnTo>
                    <a:pt x="85090" y="267969"/>
                  </a:lnTo>
                  <a:lnTo>
                    <a:pt x="86360" y="266699"/>
                  </a:lnTo>
                  <a:close/>
                </a:path>
                <a:path w="341629" h="353060">
                  <a:moveTo>
                    <a:pt x="90170" y="262889"/>
                  </a:moveTo>
                  <a:lnTo>
                    <a:pt x="78740" y="262889"/>
                  </a:lnTo>
                  <a:lnTo>
                    <a:pt x="76200" y="265429"/>
                  </a:lnTo>
                  <a:lnTo>
                    <a:pt x="87629" y="265429"/>
                  </a:lnTo>
                  <a:lnTo>
                    <a:pt x="90170" y="262889"/>
                  </a:lnTo>
                  <a:close/>
                </a:path>
                <a:path w="341629" h="353060">
                  <a:moveTo>
                    <a:pt x="92710" y="260349"/>
                  </a:moveTo>
                  <a:lnTo>
                    <a:pt x="81280" y="260349"/>
                  </a:lnTo>
                  <a:lnTo>
                    <a:pt x="80010" y="261619"/>
                  </a:lnTo>
                  <a:lnTo>
                    <a:pt x="91440" y="261619"/>
                  </a:lnTo>
                  <a:lnTo>
                    <a:pt x="92710" y="260349"/>
                  </a:lnTo>
                  <a:close/>
                </a:path>
                <a:path w="341629" h="353060">
                  <a:moveTo>
                    <a:pt x="96520" y="256539"/>
                  </a:moveTo>
                  <a:lnTo>
                    <a:pt x="85090" y="256539"/>
                  </a:lnTo>
                  <a:lnTo>
                    <a:pt x="82550" y="259079"/>
                  </a:lnTo>
                  <a:lnTo>
                    <a:pt x="93979" y="259079"/>
                  </a:lnTo>
                  <a:lnTo>
                    <a:pt x="96520" y="256539"/>
                  </a:lnTo>
                  <a:close/>
                </a:path>
                <a:path w="341629" h="353060">
                  <a:moveTo>
                    <a:pt x="99060" y="253999"/>
                  </a:moveTo>
                  <a:lnTo>
                    <a:pt x="87630" y="253999"/>
                  </a:lnTo>
                  <a:lnTo>
                    <a:pt x="86360" y="255269"/>
                  </a:lnTo>
                  <a:lnTo>
                    <a:pt x="97790" y="255269"/>
                  </a:lnTo>
                  <a:lnTo>
                    <a:pt x="99060" y="253999"/>
                  </a:lnTo>
                  <a:close/>
                </a:path>
                <a:path w="341629" h="353060">
                  <a:moveTo>
                    <a:pt x="102870" y="250189"/>
                  </a:moveTo>
                  <a:lnTo>
                    <a:pt x="91440" y="250189"/>
                  </a:lnTo>
                  <a:lnTo>
                    <a:pt x="88900" y="252729"/>
                  </a:lnTo>
                  <a:lnTo>
                    <a:pt x="100329" y="252729"/>
                  </a:lnTo>
                  <a:lnTo>
                    <a:pt x="102870" y="250189"/>
                  </a:lnTo>
                  <a:close/>
                </a:path>
                <a:path w="341629" h="353060">
                  <a:moveTo>
                    <a:pt x="105410" y="247649"/>
                  </a:moveTo>
                  <a:lnTo>
                    <a:pt x="93980" y="247649"/>
                  </a:lnTo>
                  <a:lnTo>
                    <a:pt x="92710" y="248919"/>
                  </a:lnTo>
                  <a:lnTo>
                    <a:pt x="104140" y="248919"/>
                  </a:lnTo>
                  <a:lnTo>
                    <a:pt x="105410" y="247649"/>
                  </a:lnTo>
                  <a:close/>
                </a:path>
                <a:path w="341629" h="353060">
                  <a:moveTo>
                    <a:pt x="109220" y="243839"/>
                  </a:moveTo>
                  <a:lnTo>
                    <a:pt x="97790" y="243839"/>
                  </a:lnTo>
                  <a:lnTo>
                    <a:pt x="95250" y="246379"/>
                  </a:lnTo>
                  <a:lnTo>
                    <a:pt x="106679" y="246379"/>
                  </a:lnTo>
                  <a:lnTo>
                    <a:pt x="109220" y="243839"/>
                  </a:lnTo>
                  <a:close/>
                </a:path>
                <a:path w="341629" h="353060">
                  <a:moveTo>
                    <a:pt x="111760" y="241299"/>
                  </a:moveTo>
                  <a:lnTo>
                    <a:pt x="100330" y="241299"/>
                  </a:lnTo>
                  <a:lnTo>
                    <a:pt x="99060" y="242569"/>
                  </a:lnTo>
                  <a:lnTo>
                    <a:pt x="110490" y="242569"/>
                  </a:lnTo>
                  <a:lnTo>
                    <a:pt x="111760" y="241299"/>
                  </a:lnTo>
                  <a:close/>
                </a:path>
                <a:path w="341629" h="353060">
                  <a:moveTo>
                    <a:pt x="115570" y="237489"/>
                  </a:moveTo>
                  <a:lnTo>
                    <a:pt x="104140" y="237489"/>
                  </a:lnTo>
                  <a:lnTo>
                    <a:pt x="101600" y="240029"/>
                  </a:lnTo>
                  <a:lnTo>
                    <a:pt x="113029" y="240029"/>
                  </a:lnTo>
                  <a:lnTo>
                    <a:pt x="115570" y="237489"/>
                  </a:lnTo>
                  <a:close/>
                </a:path>
                <a:path w="341629" h="353060">
                  <a:moveTo>
                    <a:pt x="118110" y="234949"/>
                  </a:moveTo>
                  <a:lnTo>
                    <a:pt x="106680" y="234949"/>
                  </a:lnTo>
                  <a:lnTo>
                    <a:pt x="105410" y="236219"/>
                  </a:lnTo>
                  <a:lnTo>
                    <a:pt x="116840" y="236219"/>
                  </a:lnTo>
                  <a:lnTo>
                    <a:pt x="118110" y="234949"/>
                  </a:lnTo>
                  <a:close/>
                </a:path>
                <a:path w="341629" h="353060">
                  <a:moveTo>
                    <a:pt x="121920" y="231139"/>
                  </a:moveTo>
                  <a:lnTo>
                    <a:pt x="110490" y="231139"/>
                  </a:lnTo>
                  <a:lnTo>
                    <a:pt x="107950" y="233679"/>
                  </a:lnTo>
                  <a:lnTo>
                    <a:pt x="119379" y="233679"/>
                  </a:lnTo>
                  <a:lnTo>
                    <a:pt x="121920" y="231139"/>
                  </a:lnTo>
                  <a:close/>
                </a:path>
                <a:path w="341629" h="353060">
                  <a:moveTo>
                    <a:pt x="124460" y="228599"/>
                  </a:moveTo>
                  <a:lnTo>
                    <a:pt x="113030" y="228599"/>
                  </a:lnTo>
                  <a:lnTo>
                    <a:pt x="111760" y="229869"/>
                  </a:lnTo>
                  <a:lnTo>
                    <a:pt x="123190" y="229869"/>
                  </a:lnTo>
                  <a:lnTo>
                    <a:pt x="124460" y="228599"/>
                  </a:lnTo>
                  <a:close/>
                </a:path>
                <a:path w="341629" h="353060">
                  <a:moveTo>
                    <a:pt x="128270" y="224789"/>
                  </a:moveTo>
                  <a:lnTo>
                    <a:pt x="116840" y="224789"/>
                  </a:lnTo>
                  <a:lnTo>
                    <a:pt x="114300" y="227329"/>
                  </a:lnTo>
                  <a:lnTo>
                    <a:pt x="125729" y="227329"/>
                  </a:lnTo>
                  <a:lnTo>
                    <a:pt x="128270" y="224789"/>
                  </a:lnTo>
                  <a:close/>
                </a:path>
                <a:path w="341629" h="353060">
                  <a:moveTo>
                    <a:pt x="130810" y="222249"/>
                  </a:moveTo>
                  <a:lnTo>
                    <a:pt x="119380" y="222249"/>
                  </a:lnTo>
                  <a:lnTo>
                    <a:pt x="118110" y="223519"/>
                  </a:lnTo>
                  <a:lnTo>
                    <a:pt x="129540" y="223519"/>
                  </a:lnTo>
                  <a:lnTo>
                    <a:pt x="130810" y="222249"/>
                  </a:lnTo>
                  <a:close/>
                </a:path>
                <a:path w="341629" h="353060">
                  <a:moveTo>
                    <a:pt x="134620" y="218439"/>
                  </a:moveTo>
                  <a:lnTo>
                    <a:pt x="123190" y="218439"/>
                  </a:lnTo>
                  <a:lnTo>
                    <a:pt x="120650" y="220979"/>
                  </a:lnTo>
                  <a:lnTo>
                    <a:pt x="132079" y="220979"/>
                  </a:lnTo>
                  <a:lnTo>
                    <a:pt x="134620" y="218439"/>
                  </a:lnTo>
                  <a:close/>
                </a:path>
                <a:path w="341629" h="353060">
                  <a:moveTo>
                    <a:pt x="341629" y="0"/>
                  </a:moveTo>
                  <a:lnTo>
                    <a:pt x="124460" y="217169"/>
                  </a:lnTo>
                  <a:lnTo>
                    <a:pt x="135890" y="217169"/>
                  </a:lnTo>
                  <a:lnTo>
                    <a:pt x="341629" y="11429"/>
                  </a:lnTo>
                  <a:lnTo>
                    <a:pt x="341629" y="0"/>
                  </a:lnTo>
                  <a:close/>
                </a:path>
              </a:pathLst>
            </a:custGeom>
            <a:solidFill>
              <a:srgbClr val="D7CC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9" name="object 3569"/>
            <p:cNvSpPr/>
            <p:nvPr/>
          </p:nvSpPr>
          <p:spPr>
            <a:xfrm>
              <a:off x="7065010" y="3074669"/>
              <a:ext cx="341630" cy="351790"/>
            </a:xfrm>
            <a:custGeom>
              <a:avLst/>
              <a:gdLst/>
              <a:ahLst/>
              <a:cxnLst/>
              <a:rect l="l" t="t" r="r" b="b"/>
              <a:pathLst>
                <a:path w="341629" h="351789">
                  <a:moveTo>
                    <a:pt x="1270" y="350519"/>
                  </a:moveTo>
                  <a:lnTo>
                    <a:pt x="0" y="350519"/>
                  </a:lnTo>
                  <a:lnTo>
                    <a:pt x="0" y="351789"/>
                  </a:lnTo>
                  <a:lnTo>
                    <a:pt x="1270" y="350519"/>
                  </a:lnTo>
                  <a:close/>
                </a:path>
                <a:path w="341629" h="351789">
                  <a:moveTo>
                    <a:pt x="5080" y="346709"/>
                  </a:moveTo>
                  <a:lnTo>
                    <a:pt x="0" y="346709"/>
                  </a:lnTo>
                  <a:lnTo>
                    <a:pt x="0" y="349249"/>
                  </a:lnTo>
                  <a:lnTo>
                    <a:pt x="2540" y="349249"/>
                  </a:lnTo>
                  <a:lnTo>
                    <a:pt x="5080" y="346709"/>
                  </a:lnTo>
                  <a:close/>
                </a:path>
                <a:path w="341629" h="351789">
                  <a:moveTo>
                    <a:pt x="7620" y="344169"/>
                  </a:moveTo>
                  <a:lnTo>
                    <a:pt x="0" y="344169"/>
                  </a:lnTo>
                  <a:lnTo>
                    <a:pt x="0" y="345439"/>
                  </a:lnTo>
                  <a:lnTo>
                    <a:pt x="6350" y="345439"/>
                  </a:lnTo>
                  <a:lnTo>
                    <a:pt x="7620" y="344169"/>
                  </a:lnTo>
                  <a:close/>
                </a:path>
                <a:path w="341629" h="351789">
                  <a:moveTo>
                    <a:pt x="11430" y="340359"/>
                  </a:moveTo>
                  <a:lnTo>
                    <a:pt x="1270" y="340359"/>
                  </a:lnTo>
                  <a:lnTo>
                    <a:pt x="0" y="341629"/>
                  </a:lnTo>
                  <a:lnTo>
                    <a:pt x="0" y="342899"/>
                  </a:lnTo>
                  <a:lnTo>
                    <a:pt x="8890" y="342899"/>
                  </a:lnTo>
                  <a:lnTo>
                    <a:pt x="11430" y="340359"/>
                  </a:lnTo>
                  <a:close/>
                </a:path>
                <a:path w="341629" h="351789">
                  <a:moveTo>
                    <a:pt x="13970" y="337819"/>
                  </a:moveTo>
                  <a:lnTo>
                    <a:pt x="3810" y="337819"/>
                  </a:lnTo>
                  <a:lnTo>
                    <a:pt x="2540" y="339089"/>
                  </a:lnTo>
                  <a:lnTo>
                    <a:pt x="12700" y="339089"/>
                  </a:lnTo>
                  <a:lnTo>
                    <a:pt x="13970" y="337819"/>
                  </a:lnTo>
                  <a:close/>
                </a:path>
                <a:path w="341629" h="351789">
                  <a:moveTo>
                    <a:pt x="17780" y="334009"/>
                  </a:moveTo>
                  <a:lnTo>
                    <a:pt x="7620" y="334009"/>
                  </a:lnTo>
                  <a:lnTo>
                    <a:pt x="5079" y="336549"/>
                  </a:lnTo>
                  <a:lnTo>
                    <a:pt x="15240" y="336549"/>
                  </a:lnTo>
                  <a:lnTo>
                    <a:pt x="17780" y="334009"/>
                  </a:lnTo>
                  <a:close/>
                </a:path>
                <a:path w="341629" h="351789">
                  <a:moveTo>
                    <a:pt x="20320" y="331469"/>
                  </a:moveTo>
                  <a:lnTo>
                    <a:pt x="10160" y="331469"/>
                  </a:lnTo>
                  <a:lnTo>
                    <a:pt x="8890" y="332739"/>
                  </a:lnTo>
                  <a:lnTo>
                    <a:pt x="19050" y="332739"/>
                  </a:lnTo>
                  <a:lnTo>
                    <a:pt x="20320" y="331469"/>
                  </a:lnTo>
                  <a:close/>
                </a:path>
                <a:path w="341629" h="351789">
                  <a:moveTo>
                    <a:pt x="24130" y="327659"/>
                  </a:moveTo>
                  <a:lnTo>
                    <a:pt x="13970" y="327659"/>
                  </a:lnTo>
                  <a:lnTo>
                    <a:pt x="11429" y="330199"/>
                  </a:lnTo>
                  <a:lnTo>
                    <a:pt x="21590" y="330199"/>
                  </a:lnTo>
                  <a:lnTo>
                    <a:pt x="24130" y="327659"/>
                  </a:lnTo>
                  <a:close/>
                </a:path>
                <a:path w="341629" h="351789">
                  <a:moveTo>
                    <a:pt x="26670" y="325119"/>
                  </a:moveTo>
                  <a:lnTo>
                    <a:pt x="16510" y="325119"/>
                  </a:lnTo>
                  <a:lnTo>
                    <a:pt x="15240" y="326389"/>
                  </a:lnTo>
                  <a:lnTo>
                    <a:pt x="25400" y="326389"/>
                  </a:lnTo>
                  <a:lnTo>
                    <a:pt x="26670" y="325119"/>
                  </a:lnTo>
                  <a:close/>
                </a:path>
                <a:path w="341629" h="351789">
                  <a:moveTo>
                    <a:pt x="30480" y="321309"/>
                  </a:moveTo>
                  <a:lnTo>
                    <a:pt x="20320" y="321309"/>
                  </a:lnTo>
                  <a:lnTo>
                    <a:pt x="17779" y="323849"/>
                  </a:lnTo>
                  <a:lnTo>
                    <a:pt x="27940" y="323849"/>
                  </a:lnTo>
                  <a:lnTo>
                    <a:pt x="30480" y="321309"/>
                  </a:lnTo>
                  <a:close/>
                </a:path>
                <a:path w="341629" h="351789">
                  <a:moveTo>
                    <a:pt x="33020" y="318769"/>
                  </a:moveTo>
                  <a:lnTo>
                    <a:pt x="22860" y="318769"/>
                  </a:lnTo>
                  <a:lnTo>
                    <a:pt x="21590" y="320039"/>
                  </a:lnTo>
                  <a:lnTo>
                    <a:pt x="31750" y="320039"/>
                  </a:lnTo>
                  <a:lnTo>
                    <a:pt x="33020" y="318769"/>
                  </a:lnTo>
                  <a:close/>
                </a:path>
                <a:path w="341629" h="351789">
                  <a:moveTo>
                    <a:pt x="36830" y="314959"/>
                  </a:moveTo>
                  <a:lnTo>
                    <a:pt x="26670" y="314959"/>
                  </a:lnTo>
                  <a:lnTo>
                    <a:pt x="24129" y="317499"/>
                  </a:lnTo>
                  <a:lnTo>
                    <a:pt x="34290" y="317499"/>
                  </a:lnTo>
                  <a:lnTo>
                    <a:pt x="36830" y="314959"/>
                  </a:lnTo>
                  <a:close/>
                </a:path>
                <a:path w="341629" h="351789">
                  <a:moveTo>
                    <a:pt x="39370" y="312419"/>
                  </a:moveTo>
                  <a:lnTo>
                    <a:pt x="29210" y="312419"/>
                  </a:lnTo>
                  <a:lnTo>
                    <a:pt x="27940" y="313689"/>
                  </a:lnTo>
                  <a:lnTo>
                    <a:pt x="38100" y="313689"/>
                  </a:lnTo>
                  <a:lnTo>
                    <a:pt x="39370" y="312419"/>
                  </a:lnTo>
                  <a:close/>
                </a:path>
                <a:path w="341629" h="351789">
                  <a:moveTo>
                    <a:pt x="43180" y="308609"/>
                  </a:moveTo>
                  <a:lnTo>
                    <a:pt x="33020" y="308609"/>
                  </a:lnTo>
                  <a:lnTo>
                    <a:pt x="30479" y="311149"/>
                  </a:lnTo>
                  <a:lnTo>
                    <a:pt x="40640" y="311149"/>
                  </a:lnTo>
                  <a:lnTo>
                    <a:pt x="43180" y="308609"/>
                  </a:lnTo>
                  <a:close/>
                </a:path>
                <a:path w="341629" h="351789">
                  <a:moveTo>
                    <a:pt x="45720" y="306069"/>
                  </a:moveTo>
                  <a:lnTo>
                    <a:pt x="35560" y="306069"/>
                  </a:lnTo>
                  <a:lnTo>
                    <a:pt x="34290" y="307339"/>
                  </a:lnTo>
                  <a:lnTo>
                    <a:pt x="44450" y="307339"/>
                  </a:lnTo>
                  <a:lnTo>
                    <a:pt x="45720" y="306069"/>
                  </a:lnTo>
                  <a:close/>
                </a:path>
                <a:path w="341629" h="351789">
                  <a:moveTo>
                    <a:pt x="49530" y="302259"/>
                  </a:moveTo>
                  <a:lnTo>
                    <a:pt x="39370" y="302259"/>
                  </a:lnTo>
                  <a:lnTo>
                    <a:pt x="36829" y="304799"/>
                  </a:lnTo>
                  <a:lnTo>
                    <a:pt x="46990" y="304799"/>
                  </a:lnTo>
                  <a:lnTo>
                    <a:pt x="49530" y="302259"/>
                  </a:lnTo>
                  <a:close/>
                </a:path>
                <a:path w="341629" h="351789">
                  <a:moveTo>
                    <a:pt x="52070" y="299719"/>
                  </a:moveTo>
                  <a:lnTo>
                    <a:pt x="41910" y="299719"/>
                  </a:lnTo>
                  <a:lnTo>
                    <a:pt x="40640" y="300989"/>
                  </a:lnTo>
                  <a:lnTo>
                    <a:pt x="50800" y="300989"/>
                  </a:lnTo>
                  <a:lnTo>
                    <a:pt x="52070" y="299719"/>
                  </a:lnTo>
                  <a:close/>
                </a:path>
                <a:path w="341629" h="351789">
                  <a:moveTo>
                    <a:pt x="55880" y="295909"/>
                  </a:moveTo>
                  <a:lnTo>
                    <a:pt x="45720" y="295909"/>
                  </a:lnTo>
                  <a:lnTo>
                    <a:pt x="43179" y="298449"/>
                  </a:lnTo>
                  <a:lnTo>
                    <a:pt x="53340" y="298449"/>
                  </a:lnTo>
                  <a:lnTo>
                    <a:pt x="55880" y="295909"/>
                  </a:lnTo>
                  <a:close/>
                </a:path>
                <a:path w="341629" h="351789">
                  <a:moveTo>
                    <a:pt x="58420" y="293369"/>
                  </a:moveTo>
                  <a:lnTo>
                    <a:pt x="48260" y="293369"/>
                  </a:lnTo>
                  <a:lnTo>
                    <a:pt x="46990" y="294639"/>
                  </a:lnTo>
                  <a:lnTo>
                    <a:pt x="57150" y="294639"/>
                  </a:lnTo>
                  <a:lnTo>
                    <a:pt x="58420" y="293369"/>
                  </a:lnTo>
                  <a:close/>
                </a:path>
                <a:path w="341629" h="351789">
                  <a:moveTo>
                    <a:pt x="62230" y="289559"/>
                  </a:moveTo>
                  <a:lnTo>
                    <a:pt x="52070" y="289559"/>
                  </a:lnTo>
                  <a:lnTo>
                    <a:pt x="49529" y="292099"/>
                  </a:lnTo>
                  <a:lnTo>
                    <a:pt x="59690" y="292099"/>
                  </a:lnTo>
                  <a:lnTo>
                    <a:pt x="62230" y="289559"/>
                  </a:lnTo>
                  <a:close/>
                </a:path>
                <a:path w="341629" h="351789">
                  <a:moveTo>
                    <a:pt x="64770" y="287019"/>
                  </a:moveTo>
                  <a:lnTo>
                    <a:pt x="54610" y="287019"/>
                  </a:lnTo>
                  <a:lnTo>
                    <a:pt x="53340" y="288289"/>
                  </a:lnTo>
                  <a:lnTo>
                    <a:pt x="63500" y="288289"/>
                  </a:lnTo>
                  <a:lnTo>
                    <a:pt x="64770" y="287019"/>
                  </a:lnTo>
                  <a:close/>
                </a:path>
                <a:path w="341629" h="351789">
                  <a:moveTo>
                    <a:pt x="68580" y="283209"/>
                  </a:moveTo>
                  <a:lnTo>
                    <a:pt x="58420" y="283209"/>
                  </a:lnTo>
                  <a:lnTo>
                    <a:pt x="55879" y="285749"/>
                  </a:lnTo>
                  <a:lnTo>
                    <a:pt x="66040" y="285749"/>
                  </a:lnTo>
                  <a:lnTo>
                    <a:pt x="68580" y="283209"/>
                  </a:lnTo>
                  <a:close/>
                </a:path>
                <a:path w="341629" h="351789">
                  <a:moveTo>
                    <a:pt x="71120" y="280669"/>
                  </a:moveTo>
                  <a:lnTo>
                    <a:pt x="60960" y="280669"/>
                  </a:lnTo>
                  <a:lnTo>
                    <a:pt x="59690" y="281939"/>
                  </a:lnTo>
                  <a:lnTo>
                    <a:pt x="69850" y="281939"/>
                  </a:lnTo>
                  <a:lnTo>
                    <a:pt x="71120" y="280669"/>
                  </a:lnTo>
                  <a:close/>
                </a:path>
                <a:path w="341629" h="351789">
                  <a:moveTo>
                    <a:pt x="74930" y="276859"/>
                  </a:moveTo>
                  <a:lnTo>
                    <a:pt x="64770" y="276859"/>
                  </a:lnTo>
                  <a:lnTo>
                    <a:pt x="62229" y="279399"/>
                  </a:lnTo>
                  <a:lnTo>
                    <a:pt x="72390" y="279399"/>
                  </a:lnTo>
                  <a:lnTo>
                    <a:pt x="74930" y="276859"/>
                  </a:lnTo>
                  <a:close/>
                </a:path>
                <a:path w="341629" h="351789">
                  <a:moveTo>
                    <a:pt x="77470" y="274319"/>
                  </a:moveTo>
                  <a:lnTo>
                    <a:pt x="67310" y="274319"/>
                  </a:lnTo>
                  <a:lnTo>
                    <a:pt x="66040" y="275589"/>
                  </a:lnTo>
                  <a:lnTo>
                    <a:pt x="76200" y="275589"/>
                  </a:lnTo>
                  <a:lnTo>
                    <a:pt x="77470" y="274319"/>
                  </a:lnTo>
                  <a:close/>
                </a:path>
                <a:path w="341629" h="351789">
                  <a:moveTo>
                    <a:pt x="81280" y="270509"/>
                  </a:moveTo>
                  <a:lnTo>
                    <a:pt x="71120" y="270509"/>
                  </a:lnTo>
                  <a:lnTo>
                    <a:pt x="68579" y="273049"/>
                  </a:lnTo>
                  <a:lnTo>
                    <a:pt x="78740" y="273049"/>
                  </a:lnTo>
                  <a:lnTo>
                    <a:pt x="81280" y="270509"/>
                  </a:lnTo>
                  <a:close/>
                </a:path>
                <a:path w="341629" h="351789">
                  <a:moveTo>
                    <a:pt x="83820" y="267969"/>
                  </a:moveTo>
                  <a:lnTo>
                    <a:pt x="73660" y="267969"/>
                  </a:lnTo>
                  <a:lnTo>
                    <a:pt x="72390" y="269239"/>
                  </a:lnTo>
                  <a:lnTo>
                    <a:pt x="82550" y="269239"/>
                  </a:lnTo>
                  <a:lnTo>
                    <a:pt x="83820" y="267969"/>
                  </a:lnTo>
                  <a:close/>
                </a:path>
                <a:path w="341629" h="351789">
                  <a:moveTo>
                    <a:pt x="87630" y="264159"/>
                  </a:moveTo>
                  <a:lnTo>
                    <a:pt x="77470" y="264159"/>
                  </a:lnTo>
                  <a:lnTo>
                    <a:pt x="74929" y="266699"/>
                  </a:lnTo>
                  <a:lnTo>
                    <a:pt x="85090" y="266699"/>
                  </a:lnTo>
                  <a:lnTo>
                    <a:pt x="87630" y="264159"/>
                  </a:lnTo>
                  <a:close/>
                </a:path>
                <a:path w="341629" h="351789">
                  <a:moveTo>
                    <a:pt x="90170" y="261619"/>
                  </a:moveTo>
                  <a:lnTo>
                    <a:pt x="80010" y="261619"/>
                  </a:lnTo>
                  <a:lnTo>
                    <a:pt x="78740" y="262889"/>
                  </a:lnTo>
                  <a:lnTo>
                    <a:pt x="88900" y="262889"/>
                  </a:lnTo>
                  <a:lnTo>
                    <a:pt x="90170" y="261619"/>
                  </a:lnTo>
                  <a:close/>
                </a:path>
                <a:path w="341629" h="351789">
                  <a:moveTo>
                    <a:pt x="93980" y="257809"/>
                  </a:moveTo>
                  <a:lnTo>
                    <a:pt x="83820" y="257809"/>
                  </a:lnTo>
                  <a:lnTo>
                    <a:pt x="81279" y="260349"/>
                  </a:lnTo>
                  <a:lnTo>
                    <a:pt x="91440" y="260349"/>
                  </a:lnTo>
                  <a:lnTo>
                    <a:pt x="93980" y="257809"/>
                  </a:lnTo>
                  <a:close/>
                </a:path>
                <a:path w="341629" h="351789">
                  <a:moveTo>
                    <a:pt x="96520" y="255269"/>
                  </a:moveTo>
                  <a:lnTo>
                    <a:pt x="86360" y="255269"/>
                  </a:lnTo>
                  <a:lnTo>
                    <a:pt x="85090" y="256539"/>
                  </a:lnTo>
                  <a:lnTo>
                    <a:pt x="95250" y="256539"/>
                  </a:lnTo>
                  <a:lnTo>
                    <a:pt x="96520" y="255269"/>
                  </a:lnTo>
                  <a:close/>
                </a:path>
                <a:path w="341629" h="351789">
                  <a:moveTo>
                    <a:pt x="100330" y="251459"/>
                  </a:moveTo>
                  <a:lnTo>
                    <a:pt x="90170" y="251459"/>
                  </a:lnTo>
                  <a:lnTo>
                    <a:pt x="87629" y="253999"/>
                  </a:lnTo>
                  <a:lnTo>
                    <a:pt x="97790" y="253999"/>
                  </a:lnTo>
                  <a:lnTo>
                    <a:pt x="100330" y="251459"/>
                  </a:lnTo>
                  <a:close/>
                </a:path>
                <a:path w="341629" h="351789">
                  <a:moveTo>
                    <a:pt x="102870" y="248919"/>
                  </a:moveTo>
                  <a:lnTo>
                    <a:pt x="92710" y="248919"/>
                  </a:lnTo>
                  <a:lnTo>
                    <a:pt x="91440" y="250189"/>
                  </a:lnTo>
                  <a:lnTo>
                    <a:pt x="101600" y="250189"/>
                  </a:lnTo>
                  <a:lnTo>
                    <a:pt x="102870" y="248919"/>
                  </a:lnTo>
                  <a:close/>
                </a:path>
                <a:path w="341629" h="351789">
                  <a:moveTo>
                    <a:pt x="106680" y="245109"/>
                  </a:moveTo>
                  <a:lnTo>
                    <a:pt x="96520" y="245109"/>
                  </a:lnTo>
                  <a:lnTo>
                    <a:pt x="93979" y="247649"/>
                  </a:lnTo>
                  <a:lnTo>
                    <a:pt x="104140" y="247649"/>
                  </a:lnTo>
                  <a:lnTo>
                    <a:pt x="106680" y="245109"/>
                  </a:lnTo>
                  <a:close/>
                </a:path>
                <a:path w="341629" h="351789">
                  <a:moveTo>
                    <a:pt x="109220" y="242569"/>
                  </a:moveTo>
                  <a:lnTo>
                    <a:pt x="99060" y="242569"/>
                  </a:lnTo>
                  <a:lnTo>
                    <a:pt x="97790" y="243839"/>
                  </a:lnTo>
                  <a:lnTo>
                    <a:pt x="107950" y="243839"/>
                  </a:lnTo>
                  <a:lnTo>
                    <a:pt x="109220" y="242569"/>
                  </a:lnTo>
                  <a:close/>
                </a:path>
                <a:path w="341629" h="351789">
                  <a:moveTo>
                    <a:pt x="113030" y="238759"/>
                  </a:moveTo>
                  <a:lnTo>
                    <a:pt x="102870" y="238759"/>
                  </a:lnTo>
                  <a:lnTo>
                    <a:pt x="100329" y="241299"/>
                  </a:lnTo>
                  <a:lnTo>
                    <a:pt x="110490" y="241299"/>
                  </a:lnTo>
                  <a:lnTo>
                    <a:pt x="113030" y="238759"/>
                  </a:lnTo>
                  <a:close/>
                </a:path>
                <a:path w="341629" h="351789">
                  <a:moveTo>
                    <a:pt x="115570" y="236219"/>
                  </a:moveTo>
                  <a:lnTo>
                    <a:pt x="105410" y="236219"/>
                  </a:lnTo>
                  <a:lnTo>
                    <a:pt x="104140" y="237489"/>
                  </a:lnTo>
                  <a:lnTo>
                    <a:pt x="114300" y="237489"/>
                  </a:lnTo>
                  <a:lnTo>
                    <a:pt x="115570" y="236219"/>
                  </a:lnTo>
                  <a:close/>
                </a:path>
                <a:path w="341629" h="351789">
                  <a:moveTo>
                    <a:pt x="119380" y="232409"/>
                  </a:moveTo>
                  <a:lnTo>
                    <a:pt x="109220" y="232409"/>
                  </a:lnTo>
                  <a:lnTo>
                    <a:pt x="106679" y="234949"/>
                  </a:lnTo>
                  <a:lnTo>
                    <a:pt x="116840" y="234949"/>
                  </a:lnTo>
                  <a:lnTo>
                    <a:pt x="119380" y="232409"/>
                  </a:lnTo>
                  <a:close/>
                </a:path>
                <a:path w="341629" h="351789">
                  <a:moveTo>
                    <a:pt x="121920" y="229869"/>
                  </a:moveTo>
                  <a:lnTo>
                    <a:pt x="111760" y="229869"/>
                  </a:lnTo>
                  <a:lnTo>
                    <a:pt x="110490" y="231139"/>
                  </a:lnTo>
                  <a:lnTo>
                    <a:pt x="120650" y="231139"/>
                  </a:lnTo>
                  <a:lnTo>
                    <a:pt x="121920" y="229869"/>
                  </a:lnTo>
                  <a:close/>
                </a:path>
                <a:path w="341629" h="351789">
                  <a:moveTo>
                    <a:pt x="125730" y="226059"/>
                  </a:moveTo>
                  <a:lnTo>
                    <a:pt x="115570" y="226059"/>
                  </a:lnTo>
                  <a:lnTo>
                    <a:pt x="113029" y="228599"/>
                  </a:lnTo>
                  <a:lnTo>
                    <a:pt x="123190" y="228599"/>
                  </a:lnTo>
                  <a:lnTo>
                    <a:pt x="125730" y="226059"/>
                  </a:lnTo>
                  <a:close/>
                </a:path>
                <a:path w="341629" h="351789">
                  <a:moveTo>
                    <a:pt x="128270" y="223519"/>
                  </a:moveTo>
                  <a:lnTo>
                    <a:pt x="118110" y="223519"/>
                  </a:lnTo>
                  <a:lnTo>
                    <a:pt x="116840" y="224789"/>
                  </a:lnTo>
                  <a:lnTo>
                    <a:pt x="127000" y="224789"/>
                  </a:lnTo>
                  <a:lnTo>
                    <a:pt x="128270" y="223519"/>
                  </a:lnTo>
                  <a:close/>
                </a:path>
                <a:path w="341629" h="351789">
                  <a:moveTo>
                    <a:pt x="132080" y="219709"/>
                  </a:moveTo>
                  <a:lnTo>
                    <a:pt x="121920" y="219709"/>
                  </a:lnTo>
                  <a:lnTo>
                    <a:pt x="119379" y="222249"/>
                  </a:lnTo>
                  <a:lnTo>
                    <a:pt x="129540" y="222249"/>
                  </a:lnTo>
                  <a:lnTo>
                    <a:pt x="132080" y="219709"/>
                  </a:lnTo>
                  <a:close/>
                </a:path>
                <a:path w="341629" h="351789">
                  <a:moveTo>
                    <a:pt x="134620" y="217169"/>
                  </a:moveTo>
                  <a:lnTo>
                    <a:pt x="124460" y="217169"/>
                  </a:lnTo>
                  <a:lnTo>
                    <a:pt x="123190" y="218439"/>
                  </a:lnTo>
                  <a:lnTo>
                    <a:pt x="133350" y="218439"/>
                  </a:lnTo>
                  <a:lnTo>
                    <a:pt x="134620" y="217169"/>
                  </a:lnTo>
                  <a:close/>
                </a:path>
                <a:path w="341629" h="351789">
                  <a:moveTo>
                    <a:pt x="138430" y="213359"/>
                  </a:moveTo>
                  <a:lnTo>
                    <a:pt x="128270" y="213359"/>
                  </a:lnTo>
                  <a:lnTo>
                    <a:pt x="125729" y="215899"/>
                  </a:lnTo>
                  <a:lnTo>
                    <a:pt x="135890" y="215899"/>
                  </a:lnTo>
                  <a:lnTo>
                    <a:pt x="138430" y="213359"/>
                  </a:lnTo>
                  <a:close/>
                </a:path>
                <a:path w="341629" h="351789">
                  <a:moveTo>
                    <a:pt x="140970" y="210819"/>
                  </a:moveTo>
                  <a:lnTo>
                    <a:pt x="130810" y="210819"/>
                  </a:lnTo>
                  <a:lnTo>
                    <a:pt x="129540" y="212089"/>
                  </a:lnTo>
                  <a:lnTo>
                    <a:pt x="139700" y="212089"/>
                  </a:lnTo>
                  <a:lnTo>
                    <a:pt x="140970" y="210819"/>
                  </a:lnTo>
                  <a:close/>
                </a:path>
                <a:path w="341629" h="351789">
                  <a:moveTo>
                    <a:pt x="144780" y="207009"/>
                  </a:moveTo>
                  <a:lnTo>
                    <a:pt x="134620" y="207009"/>
                  </a:lnTo>
                  <a:lnTo>
                    <a:pt x="132079" y="209549"/>
                  </a:lnTo>
                  <a:lnTo>
                    <a:pt x="142240" y="209549"/>
                  </a:lnTo>
                  <a:lnTo>
                    <a:pt x="144780" y="207009"/>
                  </a:lnTo>
                  <a:close/>
                </a:path>
                <a:path w="341629" h="351789">
                  <a:moveTo>
                    <a:pt x="341629" y="0"/>
                  </a:moveTo>
                  <a:lnTo>
                    <a:pt x="135890" y="205739"/>
                  </a:lnTo>
                  <a:lnTo>
                    <a:pt x="146050" y="205739"/>
                  </a:lnTo>
                  <a:lnTo>
                    <a:pt x="341629" y="10160"/>
                  </a:lnTo>
                  <a:lnTo>
                    <a:pt x="341629" y="0"/>
                  </a:lnTo>
                  <a:close/>
                </a:path>
              </a:pathLst>
            </a:custGeom>
            <a:solidFill>
              <a:srgbClr val="D7CC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0" name="object 3570"/>
            <p:cNvSpPr/>
            <p:nvPr/>
          </p:nvSpPr>
          <p:spPr>
            <a:xfrm>
              <a:off x="7065010" y="3084830"/>
              <a:ext cx="341630" cy="351790"/>
            </a:xfrm>
            <a:custGeom>
              <a:avLst/>
              <a:gdLst/>
              <a:ahLst/>
              <a:cxnLst/>
              <a:rect l="l" t="t" r="r" b="b"/>
              <a:pathLst>
                <a:path w="341629" h="351789">
                  <a:moveTo>
                    <a:pt x="3810" y="349249"/>
                  </a:moveTo>
                  <a:lnTo>
                    <a:pt x="0" y="349249"/>
                  </a:lnTo>
                  <a:lnTo>
                    <a:pt x="0" y="351789"/>
                  </a:lnTo>
                  <a:lnTo>
                    <a:pt x="1270" y="351789"/>
                  </a:lnTo>
                  <a:lnTo>
                    <a:pt x="3810" y="349249"/>
                  </a:lnTo>
                  <a:close/>
                </a:path>
                <a:path w="341629" h="351789">
                  <a:moveTo>
                    <a:pt x="6350" y="346709"/>
                  </a:moveTo>
                  <a:lnTo>
                    <a:pt x="0" y="346709"/>
                  </a:lnTo>
                  <a:lnTo>
                    <a:pt x="0" y="347979"/>
                  </a:lnTo>
                  <a:lnTo>
                    <a:pt x="5080" y="347979"/>
                  </a:lnTo>
                  <a:lnTo>
                    <a:pt x="6350" y="346709"/>
                  </a:lnTo>
                  <a:close/>
                </a:path>
                <a:path w="341629" h="351789">
                  <a:moveTo>
                    <a:pt x="10160" y="342899"/>
                  </a:moveTo>
                  <a:lnTo>
                    <a:pt x="0" y="342899"/>
                  </a:lnTo>
                  <a:lnTo>
                    <a:pt x="0" y="345439"/>
                  </a:lnTo>
                  <a:lnTo>
                    <a:pt x="7620" y="345439"/>
                  </a:lnTo>
                  <a:lnTo>
                    <a:pt x="10160" y="342899"/>
                  </a:lnTo>
                  <a:close/>
                </a:path>
                <a:path w="341629" h="351789">
                  <a:moveTo>
                    <a:pt x="12700" y="340359"/>
                  </a:moveTo>
                  <a:lnTo>
                    <a:pt x="1270" y="340359"/>
                  </a:lnTo>
                  <a:lnTo>
                    <a:pt x="0" y="341629"/>
                  </a:lnTo>
                  <a:lnTo>
                    <a:pt x="11429" y="341629"/>
                  </a:lnTo>
                  <a:lnTo>
                    <a:pt x="12700" y="340359"/>
                  </a:lnTo>
                  <a:close/>
                </a:path>
                <a:path w="341629" h="351789">
                  <a:moveTo>
                    <a:pt x="16510" y="336549"/>
                  </a:moveTo>
                  <a:lnTo>
                    <a:pt x="5080" y="336549"/>
                  </a:lnTo>
                  <a:lnTo>
                    <a:pt x="2540" y="339089"/>
                  </a:lnTo>
                  <a:lnTo>
                    <a:pt x="13970" y="339089"/>
                  </a:lnTo>
                  <a:lnTo>
                    <a:pt x="16510" y="336549"/>
                  </a:lnTo>
                  <a:close/>
                </a:path>
                <a:path w="341629" h="351789">
                  <a:moveTo>
                    <a:pt x="19050" y="334009"/>
                  </a:moveTo>
                  <a:lnTo>
                    <a:pt x="7620" y="334009"/>
                  </a:lnTo>
                  <a:lnTo>
                    <a:pt x="6350" y="335279"/>
                  </a:lnTo>
                  <a:lnTo>
                    <a:pt x="17780" y="335279"/>
                  </a:lnTo>
                  <a:lnTo>
                    <a:pt x="19050" y="334009"/>
                  </a:lnTo>
                  <a:close/>
                </a:path>
                <a:path w="341629" h="351789">
                  <a:moveTo>
                    <a:pt x="22860" y="330199"/>
                  </a:moveTo>
                  <a:lnTo>
                    <a:pt x="11430" y="330199"/>
                  </a:lnTo>
                  <a:lnTo>
                    <a:pt x="8890" y="332739"/>
                  </a:lnTo>
                  <a:lnTo>
                    <a:pt x="20320" y="332739"/>
                  </a:lnTo>
                  <a:lnTo>
                    <a:pt x="22860" y="330199"/>
                  </a:lnTo>
                  <a:close/>
                </a:path>
                <a:path w="341629" h="351789">
                  <a:moveTo>
                    <a:pt x="25400" y="327659"/>
                  </a:moveTo>
                  <a:lnTo>
                    <a:pt x="13970" y="327659"/>
                  </a:lnTo>
                  <a:lnTo>
                    <a:pt x="12700" y="328929"/>
                  </a:lnTo>
                  <a:lnTo>
                    <a:pt x="24130" y="328929"/>
                  </a:lnTo>
                  <a:lnTo>
                    <a:pt x="25400" y="327659"/>
                  </a:lnTo>
                  <a:close/>
                </a:path>
                <a:path w="341629" h="351789">
                  <a:moveTo>
                    <a:pt x="29210" y="323849"/>
                  </a:moveTo>
                  <a:lnTo>
                    <a:pt x="17780" y="323849"/>
                  </a:lnTo>
                  <a:lnTo>
                    <a:pt x="15240" y="326389"/>
                  </a:lnTo>
                  <a:lnTo>
                    <a:pt x="26670" y="326389"/>
                  </a:lnTo>
                  <a:lnTo>
                    <a:pt x="29210" y="323849"/>
                  </a:lnTo>
                  <a:close/>
                </a:path>
                <a:path w="341629" h="351789">
                  <a:moveTo>
                    <a:pt x="31750" y="321309"/>
                  </a:moveTo>
                  <a:lnTo>
                    <a:pt x="20320" y="321309"/>
                  </a:lnTo>
                  <a:lnTo>
                    <a:pt x="19050" y="322579"/>
                  </a:lnTo>
                  <a:lnTo>
                    <a:pt x="30480" y="322579"/>
                  </a:lnTo>
                  <a:lnTo>
                    <a:pt x="31750" y="321309"/>
                  </a:lnTo>
                  <a:close/>
                </a:path>
                <a:path w="341629" h="351789">
                  <a:moveTo>
                    <a:pt x="35560" y="317499"/>
                  </a:moveTo>
                  <a:lnTo>
                    <a:pt x="24130" y="317499"/>
                  </a:lnTo>
                  <a:lnTo>
                    <a:pt x="21590" y="320039"/>
                  </a:lnTo>
                  <a:lnTo>
                    <a:pt x="33020" y="320039"/>
                  </a:lnTo>
                  <a:lnTo>
                    <a:pt x="35560" y="317499"/>
                  </a:lnTo>
                  <a:close/>
                </a:path>
                <a:path w="341629" h="351789">
                  <a:moveTo>
                    <a:pt x="38100" y="314959"/>
                  </a:moveTo>
                  <a:lnTo>
                    <a:pt x="26670" y="314959"/>
                  </a:lnTo>
                  <a:lnTo>
                    <a:pt x="25400" y="316229"/>
                  </a:lnTo>
                  <a:lnTo>
                    <a:pt x="36830" y="316229"/>
                  </a:lnTo>
                  <a:lnTo>
                    <a:pt x="38100" y="314959"/>
                  </a:lnTo>
                  <a:close/>
                </a:path>
                <a:path w="341629" h="351789">
                  <a:moveTo>
                    <a:pt x="41910" y="311149"/>
                  </a:moveTo>
                  <a:lnTo>
                    <a:pt x="30480" y="311149"/>
                  </a:lnTo>
                  <a:lnTo>
                    <a:pt x="27940" y="313689"/>
                  </a:lnTo>
                  <a:lnTo>
                    <a:pt x="39370" y="313689"/>
                  </a:lnTo>
                  <a:lnTo>
                    <a:pt x="41910" y="311149"/>
                  </a:lnTo>
                  <a:close/>
                </a:path>
                <a:path w="341629" h="351789">
                  <a:moveTo>
                    <a:pt x="44450" y="308609"/>
                  </a:moveTo>
                  <a:lnTo>
                    <a:pt x="33020" y="308609"/>
                  </a:lnTo>
                  <a:lnTo>
                    <a:pt x="31750" y="309879"/>
                  </a:lnTo>
                  <a:lnTo>
                    <a:pt x="43179" y="309879"/>
                  </a:lnTo>
                  <a:lnTo>
                    <a:pt x="44450" y="308609"/>
                  </a:lnTo>
                  <a:close/>
                </a:path>
                <a:path w="341629" h="351789">
                  <a:moveTo>
                    <a:pt x="48260" y="304799"/>
                  </a:moveTo>
                  <a:lnTo>
                    <a:pt x="36830" y="304799"/>
                  </a:lnTo>
                  <a:lnTo>
                    <a:pt x="34290" y="307339"/>
                  </a:lnTo>
                  <a:lnTo>
                    <a:pt x="45720" y="307339"/>
                  </a:lnTo>
                  <a:lnTo>
                    <a:pt x="48260" y="304799"/>
                  </a:lnTo>
                  <a:close/>
                </a:path>
                <a:path w="341629" h="351789">
                  <a:moveTo>
                    <a:pt x="50800" y="302259"/>
                  </a:moveTo>
                  <a:lnTo>
                    <a:pt x="39370" y="302259"/>
                  </a:lnTo>
                  <a:lnTo>
                    <a:pt x="38100" y="303529"/>
                  </a:lnTo>
                  <a:lnTo>
                    <a:pt x="49530" y="303529"/>
                  </a:lnTo>
                  <a:lnTo>
                    <a:pt x="50800" y="302259"/>
                  </a:lnTo>
                  <a:close/>
                </a:path>
                <a:path w="341629" h="351789">
                  <a:moveTo>
                    <a:pt x="54610" y="298449"/>
                  </a:moveTo>
                  <a:lnTo>
                    <a:pt x="43180" y="298449"/>
                  </a:lnTo>
                  <a:lnTo>
                    <a:pt x="40640" y="300989"/>
                  </a:lnTo>
                  <a:lnTo>
                    <a:pt x="52070" y="300989"/>
                  </a:lnTo>
                  <a:lnTo>
                    <a:pt x="54610" y="298449"/>
                  </a:lnTo>
                  <a:close/>
                </a:path>
                <a:path w="341629" h="351789">
                  <a:moveTo>
                    <a:pt x="57150" y="295909"/>
                  </a:moveTo>
                  <a:lnTo>
                    <a:pt x="45720" y="295909"/>
                  </a:lnTo>
                  <a:lnTo>
                    <a:pt x="44450" y="297179"/>
                  </a:lnTo>
                  <a:lnTo>
                    <a:pt x="55880" y="297179"/>
                  </a:lnTo>
                  <a:lnTo>
                    <a:pt x="57150" y="295909"/>
                  </a:lnTo>
                  <a:close/>
                </a:path>
                <a:path w="341629" h="351789">
                  <a:moveTo>
                    <a:pt x="60960" y="292099"/>
                  </a:moveTo>
                  <a:lnTo>
                    <a:pt x="49530" y="292099"/>
                  </a:lnTo>
                  <a:lnTo>
                    <a:pt x="46990" y="294639"/>
                  </a:lnTo>
                  <a:lnTo>
                    <a:pt x="58420" y="294639"/>
                  </a:lnTo>
                  <a:lnTo>
                    <a:pt x="60960" y="292099"/>
                  </a:lnTo>
                  <a:close/>
                </a:path>
                <a:path w="341629" h="351789">
                  <a:moveTo>
                    <a:pt x="63500" y="289559"/>
                  </a:moveTo>
                  <a:lnTo>
                    <a:pt x="52070" y="289559"/>
                  </a:lnTo>
                  <a:lnTo>
                    <a:pt x="50800" y="290829"/>
                  </a:lnTo>
                  <a:lnTo>
                    <a:pt x="62230" y="290829"/>
                  </a:lnTo>
                  <a:lnTo>
                    <a:pt x="63500" y="289559"/>
                  </a:lnTo>
                  <a:close/>
                </a:path>
                <a:path w="341629" h="351789">
                  <a:moveTo>
                    <a:pt x="67310" y="285749"/>
                  </a:moveTo>
                  <a:lnTo>
                    <a:pt x="55880" y="285749"/>
                  </a:lnTo>
                  <a:lnTo>
                    <a:pt x="53340" y="288289"/>
                  </a:lnTo>
                  <a:lnTo>
                    <a:pt x="64770" y="288289"/>
                  </a:lnTo>
                  <a:lnTo>
                    <a:pt x="67310" y="285749"/>
                  </a:lnTo>
                  <a:close/>
                </a:path>
                <a:path w="341629" h="351789">
                  <a:moveTo>
                    <a:pt x="69850" y="283209"/>
                  </a:moveTo>
                  <a:lnTo>
                    <a:pt x="58420" y="283209"/>
                  </a:lnTo>
                  <a:lnTo>
                    <a:pt x="57150" y="284479"/>
                  </a:lnTo>
                  <a:lnTo>
                    <a:pt x="68580" y="284479"/>
                  </a:lnTo>
                  <a:lnTo>
                    <a:pt x="69850" y="283209"/>
                  </a:lnTo>
                  <a:close/>
                </a:path>
                <a:path w="341629" h="351789">
                  <a:moveTo>
                    <a:pt x="73660" y="279399"/>
                  </a:moveTo>
                  <a:lnTo>
                    <a:pt x="62230" y="279399"/>
                  </a:lnTo>
                  <a:lnTo>
                    <a:pt x="59690" y="281939"/>
                  </a:lnTo>
                  <a:lnTo>
                    <a:pt x="71120" y="281939"/>
                  </a:lnTo>
                  <a:lnTo>
                    <a:pt x="73660" y="279399"/>
                  </a:lnTo>
                  <a:close/>
                </a:path>
                <a:path w="341629" h="351789">
                  <a:moveTo>
                    <a:pt x="76200" y="276859"/>
                  </a:moveTo>
                  <a:lnTo>
                    <a:pt x="64770" y="276859"/>
                  </a:lnTo>
                  <a:lnTo>
                    <a:pt x="63500" y="278129"/>
                  </a:lnTo>
                  <a:lnTo>
                    <a:pt x="74930" y="278129"/>
                  </a:lnTo>
                  <a:lnTo>
                    <a:pt x="76200" y="276859"/>
                  </a:lnTo>
                  <a:close/>
                </a:path>
                <a:path w="341629" h="351789">
                  <a:moveTo>
                    <a:pt x="80010" y="273049"/>
                  </a:moveTo>
                  <a:lnTo>
                    <a:pt x="68580" y="273049"/>
                  </a:lnTo>
                  <a:lnTo>
                    <a:pt x="66040" y="275589"/>
                  </a:lnTo>
                  <a:lnTo>
                    <a:pt x="77470" y="275589"/>
                  </a:lnTo>
                  <a:lnTo>
                    <a:pt x="80010" y="273049"/>
                  </a:lnTo>
                  <a:close/>
                </a:path>
                <a:path w="341629" h="351789">
                  <a:moveTo>
                    <a:pt x="82550" y="270509"/>
                  </a:moveTo>
                  <a:lnTo>
                    <a:pt x="71120" y="270509"/>
                  </a:lnTo>
                  <a:lnTo>
                    <a:pt x="69850" y="271779"/>
                  </a:lnTo>
                  <a:lnTo>
                    <a:pt x="81279" y="271779"/>
                  </a:lnTo>
                  <a:lnTo>
                    <a:pt x="82550" y="270509"/>
                  </a:lnTo>
                  <a:close/>
                </a:path>
                <a:path w="341629" h="351789">
                  <a:moveTo>
                    <a:pt x="86360" y="266699"/>
                  </a:moveTo>
                  <a:lnTo>
                    <a:pt x="74930" y="266699"/>
                  </a:lnTo>
                  <a:lnTo>
                    <a:pt x="72390" y="269239"/>
                  </a:lnTo>
                  <a:lnTo>
                    <a:pt x="83820" y="269239"/>
                  </a:lnTo>
                  <a:lnTo>
                    <a:pt x="86360" y="266699"/>
                  </a:lnTo>
                  <a:close/>
                </a:path>
                <a:path w="341629" h="351789">
                  <a:moveTo>
                    <a:pt x="88900" y="264159"/>
                  </a:moveTo>
                  <a:lnTo>
                    <a:pt x="77470" y="264159"/>
                  </a:lnTo>
                  <a:lnTo>
                    <a:pt x="76200" y="265429"/>
                  </a:lnTo>
                  <a:lnTo>
                    <a:pt x="87630" y="265429"/>
                  </a:lnTo>
                  <a:lnTo>
                    <a:pt x="88900" y="264159"/>
                  </a:lnTo>
                  <a:close/>
                </a:path>
                <a:path w="341629" h="351789">
                  <a:moveTo>
                    <a:pt x="92710" y="260349"/>
                  </a:moveTo>
                  <a:lnTo>
                    <a:pt x="81280" y="260349"/>
                  </a:lnTo>
                  <a:lnTo>
                    <a:pt x="78740" y="262889"/>
                  </a:lnTo>
                  <a:lnTo>
                    <a:pt x="90170" y="262889"/>
                  </a:lnTo>
                  <a:lnTo>
                    <a:pt x="92710" y="260349"/>
                  </a:lnTo>
                  <a:close/>
                </a:path>
                <a:path w="341629" h="351789">
                  <a:moveTo>
                    <a:pt x="95250" y="257809"/>
                  </a:moveTo>
                  <a:lnTo>
                    <a:pt x="83820" y="257809"/>
                  </a:lnTo>
                  <a:lnTo>
                    <a:pt x="82550" y="259079"/>
                  </a:lnTo>
                  <a:lnTo>
                    <a:pt x="93979" y="259079"/>
                  </a:lnTo>
                  <a:lnTo>
                    <a:pt x="95250" y="257809"/>
                  </a:lnTo>
                  <a:close/>
                </a:path>
                <a:path w="341629" h="351789">
                  <a:moveTo>
                    <a:pt x="99060" y="253999"/>
                  </a:moveTo>
                  <a:lnTo>
                    <a:pt x="87630" y="253999"/>
                  </a:lnTo>
                  <a:lnTo>
                    <a:pt x="85090" y="256539"/>
                  </a:lnTo>
                  <a:lnTo>
                    <a:pt x="96520" y="256539"/>
                  </a:lnTo>
                  <a:lnTo>
                    <a:pt x="99060" y="253999"/>
                  </a:lnTo>
                  <a:close/>
                </a:path>
                <a:path w="341629" h="351789">
                  <a:moveTo>
                    <a:pt x="101600" y="251459"/>
                  </a:moveTo>
                  <a:lnTo>
                    <a:pt x="90170" y="251459"/>
                  </a:lnTo>
                  <a:lnTo>
                    <a:pt x="88900" y="252729"/>
                  </a:lnTo>
                  <a:lnTo>
                    <a:pt x="100329" y="252729"/>
                  </a:lnTo>
                  <a:lnTo>
                    <a:pt x="101600" y="251459"/>
                  </a:lnTo>
                  <a:close/>
                </a:path>
                <a:path w="341629" h="351789">
                  <a:moveTo>
                    <a:pt x="105410" y="247649"/>
                  </a:moveTo>
                  <a:lnTo>
                    <a:pt x="93980" y="247649"/>
                  </a:lnTo>
                  <a:lnTo>
                    <a:pt x="91440" y="250189"/>
                  </a:lnTo>
                  <a:lnTo>
                    <a:pt x="102870" y="250189"/>
                  </a:lnTo>
                  <a:lnTo>
                    <a:pt x="105410" y="247649"/>
                  </a:lnTo>
                  <a:close/>
                </a:path>
                <a:path w="341629" h="351789">
                  <a:moveTo>
                    <a:pt x="107950" y="245109"/>
                  </a:moveTo>
                  <a:lnTo>
                    <a:pt x="96520" y="245109"/>
                  </a:lnTo>
                  <a:lnTo>
                    <a:pt x="95250" y="246379"/>
                  </a:lnTo>
                  <a:lnTo>
                    <a:pt x="106680" y="246379"/>
                  </a:lnTo>
                  <a:lnTo>
                    <a:pt x="107950" y="245109"/>
                  </a:lnTo>
                  <a:close/>
                </a:path>
                <a:path w="341629" h="351789">
                  <a:moveTo>
                    <a:pt x="111760" y="241299"/>
                  </a:moveTo>
                  <a:lnTo>
                    <a:pt x="100330" y="241299"/>
                  </a:lnTo>
                  <a:lnTo>
                    <a:pt x="97790" y="243839"/>
                  </a:lnTo>
                  <a:lnTo>
                    <a:pt x="109220" y="243839"/>
                  </a:lnTo>
                  <a:lnTo>
                    <a:pt x="111760" y="241299"/>
                  </a:lnTo>
                  <a:close/>
                </a:path>
                <a:path w="341629" h="351789">
                  <a:moveTo>
                    <a:pt x="114300" y="238759"/>
                  </a:moveTo>
                  <a:lnTo>
                    <a:pt x="102870" y="238759"/>
                  </a:lnTo>
                  <a:lnTo>
                    <a:pt x="101600" y="240029"/>
                  </a:lnTo>
                  <a:lnTo>
                    <a:pt x="113029" y="240029"/>
                  </a:lnTo>
                  <a:lnTo>
                    <a:pt x="114300" y="238759"/>
                  </a:lnTo>
                  <a:close/>
                </a:path>
                <a:path w="341629" h="351789">
                  <a:moveTo>
                    <a:pt x="118110" y="234949"/>
                  </a:moveTo>
                  <a:lnTo>
                    <a:pt x="106680" y="234949"/>
                  </a:lnTo>
                  <a:lnTo>
                    <a:pt x="104140" y="237489"/>
                  </a:lnTo>
                  <a:lnTo>
                    <a:pt x="115570" y="237489"/>
                  </a:lnTo>
                  <a:lnTo>
                    <a:pt x="118110" y="234949"/>
                  </a:lnTo>
                  <a:close/>
                </a:path>
                <a:path w="341629" h="351789">
                  <a:moveTo>
                    <a:pt x="120650" y="232409"/>
                  </a:moveTo>
                  <a:lnTo>
                    <a:pt x="109220" y="232409"/>
                  </a:lnTo>
                  <a:lnTo>
                    <a:pt x="107950" y="233679"/>
                  </a:lnTo>
                  <a:lnTo>
                    <a:pt x="119379" y="233679"/>
                  </a:lnTo>
                  <a:lnTo>
                    <a:pt x="120650" y="232409"/>
                  </a:lnTo>
                  <a:close/>
                </a:path>
                <a:path w="341629" h="351789">
                  <a:moveTo>
                    <a:pt x="124460" y="228599"/>
                  </a:moveTo>
                  <a:lnTo>
                    <a:pt x="113030" y="228599"/>
                  </a:lnTo>
                  <a:lnTo>
                    <a:pt x="110490" y="231139"/>
                  </a:lnTo>
                  <a:lnTo>
                    <a:pt x="121920" y="231139"/>
                  </a:lnTo>
                  <a:lnTo>
                    <a:pt x="124460" y="228599"/>
                  </a:lnTo>
                  <a:close/>
                </a:path>
                <a:path w="341629" h="351789">
                  <a:moveTo>
                    <a:pt x="127000" y="226059"/>
                  </a:moveTo>
                  <a:lnTo>
                    <a:pt x="115570" y="226059"/>
                  </a:lnTo>
                  <a:lnTo>
                    <a:pt x="114300" y="227329"/>
                  </a:lnTo>
                  <a:lnTo>
                    <a:pt x="125730" y="227329"/>
                  </a:lnTo>
                  <a:lnTo>
                    <a:pt x="127000" y="226059"/>
                  </a:lnTo>
                  <a:close/>
                </a:path>
                <a:path w="341629" h="351789">
                  <a:moveTo>
                    <a:pt x="130810" y="222249"/>
                  </a:moveTo>
                  <a:lnTo>
                    <a:pt x="119380" y="222249"/>
                  </a:lnTo>
                  <a:lnTo>
                    <a:pt x="116840" y="224789"/>
                  </a:lnTo>
                  <a:lnTo>
                    <a:pt x="128270" y="224789"/>
                  </a:lnTo>
                  <a:lnTo>
                    <a:pt x="130810" y="222249"/>
                  </a:lnTo>
                  <a:close/>
                </a:path>
                <a:path w="341629" h="351789">
                  <a:moveTo>
                    <a:pt x="133350" y="219709"/>
                  </a:moveTo>
                  <a:lnTo>
                    <a:pt x="121920" y="219709"/>
                  </a:lnTo>
                  <a:lnTo>
                    <a:pt x="120650" y="220979"/>
                  </a:lnTo>
                  <a:lnTo>
                    <a:pt x="132080" y="220979"/>
                  </a:lnTo>
                  <a:lnTo>
                    <a:pt x="133350" y="219709"/>
                  </a:lnTo>
                  <a:close/>
                </a:path>
                <a:path w="341629" h="351789">
                  <a:moveTo>
                    <a:pt x="137160" y="215899"/>
                  </a:moveTo>
                  <a:lnTo>
                    <a:pt x="125730" y="215899"/>
                  </a:lnTo>
                  <a:lnTo>
                    <a:pt x="123190" y="218439"/>
                  </a:lnTo>
                  <a:lnTo>
                    <a:pt x="134620" y="218439"/>
                  </a:lnTo>
                  <a:lnTo>
                    <a:pt x="137160" y="215899"/>
                  </a:lnTo>
                  <a:close/>
                </a:path>
                <a:path w="341629" h="351789">
                  <a:moveTo>
                    <a:pt x="139700" y="213359"/>
                  </a:moveTo>
                  <a:lnTo>
                    <a:pt x="128270" y="213359"/>
                  </a:lnTo>
                  <a:lnTo>
                    <a:pt x="127000" y="214629"/>
                  </a:lnTo>
                  <a:lnTo>
                    <a:pt x="138430" y="214629"/>
                  </a:lnTo>
                  <a:lnTo>
                    <a:pt x="139700" y="213359"/>
                  </a:lnTo>
                  <a:close/>
                </a:path>
                <a:path w="341629" h="351789">
                  <a:moveTo>
                    <a:pt x="143510" y="209549"/>
                  </a:moveTo>
                  <a:lnTo>
                    <a:pt x="132080" y="209549"/>
                  </a:lnTo>
                  <a:lnTo>
                    <a:pt x="129540" y="212089"/>
                  </a:lnTo>
                  <a:lnTo>
                    <a:pt x="140970" y="212089"/>
                  </a:lnTo>
                  <a:lnTo>
                    <a:pt x="143510" y="209549"/>
                  </a:lnTo>
                  <a:close/>
                </a:path>
                <a:path w="341629" h="351789">
                  <a:moveTo>
                    <a:pt x="146050" y="207009"/>
                  </a:moveTo>
                  <a:lnTo>
                    <a:pt x="134620" y="207009"/>
                  </a:lnTo>
                  <a:lnTo>
                    <a:pt x="133350" y="208279"/>
                  </a:lnTo>
                  <a:lnTo>
                    <a:pt x="144780" y="208279"/>
                  </a:lnTo>
                  <a:lnTo>
                    <a:pt x="146050" y="207009"/>
                  </a:lnTo>
                  <a:close/>
                </a:path>
                <a:path w="341629" h="351789">
                  <a:moveTo>
                    <a:pt x="149860" y="203199"/>
                  </a:moveTo>
                  <a:lnTo>
                    <a:pt x="138430" y="203199"/>
                  </a:lnTo>
                  <a:lnTo>
                    <a:pt x="135890" y="205739"/>
                  </a:lnTo>
                  <a:lnTo>
                    <a:pt x="147320" y="205739"/>
                  </a:lnTo>
                  <a:lnTo>
                    <a:pt x="149860" y="203199"/>
                  </a:lnTo>
                  <a:close/>
                </a:path>
                <a:path w="341629" h="351789">
                  <a:moveTo>
                    <a:pt x="152400" y="200659"/>
                  </a:moveTo>
                  <a:lnTo>
                    <a:pt x="140970" y="200659"/>
                  </a:lnTo>
                  <a:lnTo>
                    <a:pt x="139700" y="201929"/>
                  </a:lnTo>
                  <a:lnTo>
                    <a:pt x="151130" y="201929"/>
                  </a:lnTo>
                  <a:lnTo>
                    <a:pt x="152400" y="200659"/>
                  </a:lnTo>
                  <a:close/>
                </a:path>
                <a:path w="341629" h="351789">
                  <a:moveTo>
                    <a:pt x="156210" y="196849"/>
                  </a:moveTo>
                  <a:lnTo>
                    <a:pt x="144780" y="196849"/>
                  </a:lnTo>
                  <a:lnTo>
                    <a:pt x="142240" y="199389"/>
                  </a:lnTo>
                  <a:lnTo>
                    <a:pt x="153670" y="199389"/>
                  </a:lnTo>
                  <a:lnTo>
                    <a:pt x="156210" y="196849"/>
                  </a:lnTo>
                  <a:close/>
                </a:path>
                <a:path w="341629" h="351789">
                  <a:moveTo>
                    <a:pt x="341629" y="0"/>
                  </a:moveTo>
                  <a:lnTo>
                    <a:pt x="146050" y="195579"/>
                  </a:lnTo>
                  <a:lnTo>
                    <a:pt x="157480" y="195579"/>
                  </a:lnTo>
                  <a:lnTo>
                    <a:pt x="341629" y="11429"/>
                  </a:lnTo>
                  <a:lnTo>
                    <a:pt x="341629" y="0"/>
                  </a:lnTo>
                  <a:close/>
                </a:path>
              </a:pathLst>
            </a:custGeom>
            <a:solidFill>
              <a:srgbClr val="D8CC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1" name="object 3571"/>
            <p:cNvSpPr/>
            <p:nvPr/>
          </p:nvSpPr>
          <p:spPr>
            <a:xfrm>
              <a:off x="7065010" y="3096260"/>
              <a:ext cx="341630" cy="351790"/>
            </a:xfrm>
            <a:custGeom>
              <a:avLst/>
              <a:gdLst/>
              <a:ahLst/>
              <a:cxnLst/>
              <a:rect l="l" t="t" r="r" b="b"/>
              <a:pathLst>
                <a:path w="341629" h="351789">
                  <a:moveTo>
                    <a:pt x="1270" y="350519"/>
                  </a:moveTo>
                  <a:lnTo>
                    <a:pt x="0" y="350519"/>
                  </a:lnTo>
                  <a:lnTo>
                    <a:pt x="0" y="351789"/>
                  </a:lnTo>
                  <a:lnTo>
                    <a:pt x="1270" y="350519"/>
                  </a:lnTo>
                  <a:close/>
                </a:path>
                <a:path w="341629" h="351789">
                  <a:moveTo>
                    <a:pt x="3810" y="347979"/>
                  </a:moveTo>
                  <a:lnTo>
                    <a:pt x="0" y="347979"/>
                  </a:lnTo>
                  <a:lnTo>
                    <a:pt x="0" y="349249"/>
                  </a:lnTo>
                  <a:lnTo>
                    <a:pt x="2540" y="349249"/>
                  </a:lnTo>
                  <a:lnTo>
                    <a:pt x="3810" y="347979"/>
                  </a:lnTo>
                  <a:close/>
                </a:path>
                <a:path w="341629" h="351789">
                  <a:moveTo>
                    <a:pt x="7620" y="344169"/>
                  </a:moveTo>
                  <a:lnTo>
                    <a:pt x="0" y="344169"/>
                  </a:lnTo>
                  <a:lnTo>
                    <a:pt x="0" y="346709"/>
                  </a:lnTo>
                  <a:lnTo>
                    <a:pt x="5079" y="346709"/>
                  </a:lnTo>
                  <a:lnTo>
                    <a:pt x="7620" y="344169"/>
                  </a:lnTo>
                  <a:close/>
                </a:path>
                <a:path w="341629" h="351789">
                  <a:moveTo>
                    <a:pt x="10159" y="341629"/>
                  </a:moveTo>
                  <a:lnTo>
                    <a:pt x="0" y="341629"/>
                  </a:lnTo>
                  <a:lnTo>
                    <a:pt x="0" y="342899"/>
                  </a:lnTo>
                  <a:lnTo>
                    <a:pt x="8890" y="342899"/>
                  </a:lnTo>
                  <a:lnTo>
                    <a:pt x="10159" y="341629"/>
                  </a:lnTo>
                  <a:close/>
                </a:path>
                <a:path w="341629" h="351789">
                  <a:moveTo>
                    <a:pt x="13970" y="337819"/>
                  </a:moveTo>
                  <a:lnTo>
                    <a:pt x="3810" y="337819"/>
                  </a:lnTo>
                  <a:lnTo>
                    <a:pt x="1270" y="340359"/>
                  </a:lnTo>
                  <a:lnTo>
                    <a:pt x="11430" y="340359"/>
                  </a:lnTo>
                  <a:lnTo>
                    <a:pt x="13970" y="337819"/>
                  </a:lnTo>
                  <a:close/>
                </a:path>
                <a:path w="341629" h="351789">
                  <a:moveTo>
                    <a:pt x="16510" y="335279"/>
                  </a:moveTo>
                  <a:lnTo>
                    <a:pt x="6350" y="335279"/>
                  </a:lnTo>
                  <a:lnTo>
                    <a:pt x="5079" y="336549"/>
                  </a:lnTo>
                  <a:lnTo>
                    <a:pt x="15240" y="336549"/>
                  </a:lnTo>
                  <a:lnTo>
                    <a:pt x="16510" y="335279"/>
                  </a:lnTo>
                  <a:close/>
                </a:path>
                <a:path w="341629" h="351789">
                  <a:moveTo>
                    <a:pt x="20320" y="331469"/>
                  </a:moveTo>
                  <a:lnTo>
                    <a:pt x="10160" y="331469"/>
                  </a:lnTo>
                  <a:lnTo>
                    <a:pt x="7620" y="334009"/>
                  </a:lnTo>
                  <a:lnTo>
                    <a:pt x="17779" y="334009"/>
                  </a:lnTo>
                  <a:lnTo>
                    <a:pt x="20320" y="331469"/>
                  </a:lnTo>
                  <a:close/>
                </a:path>
                <a:path w="341629" h="351789">
                  <a:moveTo>
                    <a:pt x="22860" y="328929"/>
                  </a:moveTo>
                  <a:lnTo>
                    <a:pt x="12700" y="328929"/>
                  </a:lnTo>
                  <a:lnTo>
                    <a:pt x="11430" y="330199"/>
                  </a:lnTo>
                  <a:lnTo>
                    <a:pt x="21590" y="330199"/>
                  </a:lnTo>
                  <a:lnTo>
                    <a:pt x="22860" y="328929"/>
                  </a:lnTo>
                  <a:close/>
                </a:path>
                <a:path w="341629" h="351789">
                  <a:moveTo>
                    <a:pt x="26670" y="325119"/>
                  </a:moveTo>
                  <a:lnTo>
                    <a:pt x="16510" y="325119"/>
                  </a:lnTo>
                  <a:lnTo>
                    <a:pt x="13970" y="327659"/>
                  </a:lnTo>
                  <a:lnTo>
                    <a:pt x="24129" y="327659"/>
                  </a:lnTo>
                  <a:lnTo>
                    <a:pt x="26670" y="325119"/>
                  </a:lnTo>
                  <a:close/>
                </a:path>
                <a:path w="341629" h="351789">
                  <a:moveTo>
                    <a:pt x="29210" y="322579"/>
                  </a:moveTo>
                  <a:lnTo>
                    <a:pt x="19050" y="322579"/>
                  </a:lnTo>
                  <a:lnTo>
                    <a:pt x="17780" y="323849"/>
                  </a:lnTo>
                  <a:lnTo>
                    <a:pt x="27940" y="323849"/>
                  </a:lnTo>
                  <a:lnTo>
                    <a:pt x="29210" y="322579"/>
                  </a:lnTo>
                  <a:close/>
                </a:path>
                <a:path w="341629" h="351789">
                  <a:moveTo>
                    <a:pt x="33020" y="318769"/>
                  </a:moveTo>
                  <a:lnTo>
                    <a:pt x="22860" y="318769"/>
                  </a:lnTo>
                  <a:lnTo>
                    <a:pt x="20320" y="321309"/>
                  </a:lnTo>
                  <a:lnTo>
                    <a:pt x="30480" y="321309"/>
                  </a:lnTo>
                  <a:lnTo>
                    <a:pt x="33020" y="318769"/>
                  </a:lnTo>
                  <a:close/>
                </a:path>
                <a:path w="341629" h="351789">
                  <a:moveTo>
                    <a:pt x="35560" y="316229"/>
                  </a:moveTo>
                  <a:lnTo>
                    <a:pt x="25400" y="316229"/>
                  </a:lnTo>
                  <a:lnTo>
                    <a:pt x="24129" y="317499"/>
                  </a:lnTo>
                  <a:lnTo>
                    <a:pt x="34290" y="317499"/>
                  </a:lnTo>
                  <a:lnTo>
                    <a:pt x="35560" y="316229"/>
                  </a:lnTo>
                  <a:close/>
                </a:path>
                <a:path w="341629" h="351789">
                  <a:moveTo>
                    <a:pt x="39370" y="312419"/>
                  </a:moveTo>
                  <a:lnTo>
                    <a:pt x="29210" y="312419"/>
                  </a:lnTo>
                  <a:lnTo>
                    <a:pt x="26670" y="314959"/>
                  </a:lnTo>
                  <a:lnTo>
                    <a:pt x="36829" y="314959"/>
                  </a:lnTo>
                  <a:lnTo>
                    <a:pt x="39370" y="312419"/>
                  </a:lnTo>
                  <a:close/>
                </a:path>
                <a:path w="341629" h="351789">
                  <a:moveTo>
                    <a:pt x="41910" y="309879"/>
                  </a:moveTo>
                  <a:lnTo>
                    <a:pt x="31750" y="309879"/>
                  </a:lnTo>
                  <a:lnTo>
                    <a:pt x="30480" y="311149"/>
                  </a:lnTo>
                  <a:lnTo>
                    <a:pt x="40640" y="311149"/>
                  </a:lnTo>
                  <a:lnTo>
                    <a:pt x="41910" y="309879"/>
                  </a:lnTo>
                  <a:close/>
                </a:path>
                <a:path w="341629" h="351789">
                  <a:moveTo>
                    <a:pt x="45720" y="306069"/>
                  </a:moveTo>
                  <a:lnTo>
                    <a:pt x="35560" y="306069"/>
                  </a:lnTo>
                  <a:lnTo>
                    <a:pt x="33020" y="308609"/>
                  </a:lnTo>
                  <a:lnTo>
                    <a:pt x="43179" y="308609"/>
                  </a:lnTo>
                  <a:lnTo>
                    <a:pt x="45720" y="306069"/>
                  </a:lnTo>
                  <a:close/>
                </a:path>
                <a:path w="341629" h="351789">
                  <a:moveTo>
                    <a:pt x="48260" y="303529"/>
                  </a:moveTo>
                  <a:lnTo>
                    <a:pt x="38100" y="303529"/>
                  </a:lnTo>
                  <a:lnTo>
                    <a:pt x="36830" y="304799"/>
                  </a:lnTo>
                  <a:lnTo>
                    <a:pt x="46990" y="304799"/>
                  </a:lnTo>
                  <a:lnTo>
                    <a:pt x="48260" y="303529"/>
                  </a:lnTo>
                  <a:close/>
                </a:path>
                <a:path w="341629" h="351789">
                  <a:moveTo>
                    <a:pt x="52070" y="299719"/>
                  </a:moveTo>
                  <a:lnTo>
                    <a:pt x="41910" y="299719"/>
                  </a:lnTo>
                  <a:lnTo>
                    <a:pt x="39370" y="302259"/>
                  </a:lnTo>
                  <a:lnTo>
                    <a:pt x="49529" y="302259"/>
                  </a:lnTo>
                  <a:lnTo>
                    <a:pt x="52070" y="299719"/>
                  </a:lnTo>
                  <a:close/>
                </a:path>
                <a:path w="341629" h="351789">
                  <a:moveTo>
                    <a:pt x="54610" y="297179"/>
                  </a:moveTo>
                  <a:lnTo>
                    <a:pt x="44450" y="297179"/>
                  </a:lnTo>
                  <a:lnTo>
                    <a:pt x="43180" y="298449"/>
                  </a:lnTo>
                  <a:lnTo>
                    <a:pt x="53340" y="298449"/>
                  </a:lnTo>
                  <a:lnTo>
                    <a:pt x="54610" y="297179"/>
                  </a:lnTo>
                  <a:close/>
                </a:path>
                <a:path w="341629" h="351789">
                  <a:moveTo>
                    <a:pt x="58420" y="293369"/>
                  </a:moveTo>
                  <a:lnTo>
                    <a:pt x="48260" y="293369"/>
                  </a:lnTo>
                  <a:lnTo>
                    <a:pt x="45720" y="295909"/>
                  </a:lnTo>
                  <a:lnTo>
                    <a:pt x="55879" y="295909"/>
                  </a:lnTo>
                  <a:lnTo>
                    <a:pt x="58420" y="293369"/>
                  </a:lnTo>
                  <a:close/>
                </a:path>
                <a:path w="341629" h="351789">
                  <a:moveTo>
                    <a:pt x="60960" y="290829"/>
                  </a:moveTo>
                  <a:lnTo>
                    <a:pt x="50800" y="290829"/>
                  </a:lnTo>
                  <a:lnTo>
                    <a:pt x="49530" y="292099"/>
                  </a:lnTo>
                  <a:lnTo>
                    <a:pt x="59690" y="292099"/>
                  </a:lnTo>
                  <a:lnTo>
                    <a:pt x="60960" y="290829"/>
                  </a:lnTo>
                  <a:close/>
                </a:path>
                <a:path w="341629" h="351789">
                  <a:moveTo>
                    <a:pt x="64770" y="287019"/>
                  </a:moveTo>
                  <a:lnTo>
                    <a:pt x="54610" y="287019"/>
                  </a:lnTo>
                  <a:lnTo>
                    <a:pt x="52070" y="289559"/>
                  </a:lnTo>
                  <a:lnTo>
                    <a:pt x="62229" y="289559"/>
                  </a:lnTo>
                  <a:lnTo>
                    <a:pt x="64770" y="287019"/>
                  </a:lnTo>
                  <a:close/>
                </a:path>
                <a:path w="341629" h="351789">
                  <a:moveTo>
                    <a:pt x="67310" y="284479"/>
                  </a:moveTo>
                  <a:lnTo>
                    <a:pt x="57150" y="284479"/>
                  </a:lnTo>
                  <a:lnTo>
                    <a:pt x="55880" y="285749"/>
                  </a:lnTo>
                  <a:lnTo>
                    <a:pt x="66040" y="285749"/>
                  </a:lnTo>
                  <a:lnTo>
                    <a:pt x="67310" y="284479"/>
                  </a:lnTo>
                  <a:close/>
                </a:path>
                <a:path w="341629" h="351789">
                  <a:moveTo>
                    <a:pt x="71120" y="280669"/>
                  </a:moveTo>
                  <a:lnTo>
                    <a:pt x="60960" y="280669"/>
                  </a:lnTo>
                  <a:lnTo>
                    <a:pt x="58420" y="283209"/>
                  </a:lnTo>
                  <a:lnTo>
                    <a:pt x="68579" y="283209"/>
                  </a:lnTo>
                  <a:lnTo>
                    <a:pt x="71120" y="280669"/>
                  </a:lnTo>
                  <a:close/>
                </a:path>
                <a:path w="341629" h="351789">
                  <a:moveTo>
                    <a:pt x="73660" y="278129"/>
                  </a:moveTo>
                  <a:lnTo>
                    <a:pt x="63500" y="278129"/>
                  </a:lnTo>
                  <a:lnTo>
                    <a:pt x="62230" y="279399"/>
                  </a:lnTo>
                  <a:lnTo>
                    <a:pt x="72390" y="279399"/>
                  </a:lnTo>
                  <a:lnTo>
                    <a:pt x="73660" y="278129"/>
                  </a:lnTo>
                  <a:close/>
                </a:path>
                <a:path w="341629" h="351789">
                  <a:moveTo>
                    <a:pt x="77470" y="274319"/>
                  </a:moveTo>
                  <a:lnTo>
                    <a:pt x="67310" y="274319"/>
                  </a:lnTo>
                  <a:lnTo>
                    <a:pt x="64770" y="276859"/>
                  </a:lnTo>
                  <a:lnTo>
                    <a:pt x="74929" y="276859"/>
                  </a:lnTo>
                  <a:lnTo>
                    <a:pt x="77470" y="274319"/>
                  </a:lnTo>
                  <a:close/>
                </a:path>
                <a:path w="341629" h="351789">
                  <a:moveTo>
                    <a:pt x="80010" y="271779"/>
                  </a:moveTo>
                  <a:lnTo>
                    <a:pt x="69850" y="271779"/>
                  </a:lnTo>
                  <a:lnTo>
                    <a:pt x="68579" y="273049"/>
                  </a:lnTo>
                  <a:lnTo>
                    <a:pt x="78740" y="273049"/>
                  </a:lnTo>
                  <a:lnTo>
                    <a:pt x="80010" y="271779"/>
                  </a:lnTo>
                  <a:close/>
                </a:path>
                <a:path w="341629" h="351789">
                  <a:moveTo>
                    <a:pt x="83820" y="267969"/>
                  </a:moveTo>
                  <a:lnTo>
                    <a:pt x="73660" y="267969"/>
                  </a:lnTo>
                  <a:lnTo>
                    <a:pt x="71120" y="270509"/>
                  </a:lnTo>
                  <a:lnTo>
                    <a:pt x="81279" y="270509"/>
                  </a:lnTo>
                  <a:lnTo>
                    <a:pt x="83820" y="267969"/>
                  </a:lnTo>
                  <a:close/>
                </a:path>
                <a:path w="341629" h="351789">
                  <a:moveTo>
                    <a:pt x="86360" y="265429"/>
                  </a:moveTo>
                  <a:lnTo>
                    <a:pt x="76200" y="265429"/>
                  </a:lnTo>
                  <a:lnTo>
                    <a:pt x="74929" y="266699"/>
                  </a:lnTo>
                  <a:lnTo>
                    <a:pt x="85090" y="266699"/>
                  </a:lnTo>
                  <a:lnTo>
                    <a:pt x="86360" y="265429"/>
                  </a:lnTo>
                  <a:close/>
                </a:path>
                <a:path w="341629" h="351789">
                  <a:moveTo>
                    <a:pt x="90170" y="261619"/>
                  </a:moveTo>
                  <a:lnTo>
                    <a:pt x="80010" y="261619"/>
                  </a:lnTo>
                  <a:lnTo>
                    <a:pt x="77470" y="264159"/>
                  </a:lnTo>
                  <a:lnTo>
                    <a:pt x="87629" y="264159"/>
                  </a:lnTo>
                  <a:lnTo>
                    <a:pt x="90170" y="261619"/>
                  </a:lnTo>
                  <a:close/>
                </a:path>
                <a:path w="341629" h="351789">
                  <a:moveTo>
                    <a:pt x="92710" y="259079"/>
                  </a:moveTo>
                  <a:lnTo>
                    <a:pt x="82550" y="259079"/>
                  </a:lnTo>
                  <a:lnTo>
                    <a:pt x="81280" y="260349"/>
                  </a:lnTo>
                  <a:lnTo>
                    <a:pt x="91440" y="260349"/>
                  </a:lnTo>
                  <a:lnTo>
                    <a:pt x="92710" y="259079"/>
                  </a:lnTo>
                  <a:close/>
                </a:path>
                <a:path w="341629" h="351789">
                  <a:moveTo>
                    <a:pt x="96520" y="255269"/>
                  </a:moveTo>
                  <a:lnTo>
                    <a:pt x="86360" y="255269"/>
                  </a:lnTo>
                  <a:lnTo>
                    <a:pt x="83820" y="257809"/>
                  </a:lnTo>
                  <a:lnTo>
                    <a:pt x="93979" y="257809"/>
                  </a:lnTo>
                  <a:lnTo>
                    <a:pt x="96520" y="255269"/>
                  </a:lnTo>
                  <a:close/>
                </a:path>
                <a:path w="341629" h="351789">
                  <a:moveTo>
                    <a:pt x="99060" y="252729"/>
                  </a:moveTo>
                  <a:lnTo>
                    <a:pt x="88900" y="252729"/>
                  </a:lnTo>
                  <a:lnTo>
                    <a:pt x="87630" y="253999"/>
                  </a:lnTo>
                  <a:lnTo>
                    <a:pt x="97790" y="253999"/>
                  </a:lnTo>
                  <a:lnTo>
                    <a:pt x="99060" y="252729"/>
                  </a:lnTo>
                  <a:close/>
                </a:path>
                <a:path w="341629" h="351789">
                  <a:moveTo>
                    <a:pt x="102870" y="248919"/>
                  </a:moveTo>
                  <a:lnTo>
                    <a:pt x="92710" y="248919"/>
                  </a:lnTo>
                  <a:lnTo>
                    <a:pt x="90170" y="251459"/>
                  </a:lnTo>
                  <a:lnTo>
                    <a:pt x="100329" y="251459"/>
                  </a:lnTo>
                  <a:lnTo>
                    <a:pt x="102870" y="248919"/>
                  </a:lnTo>
                  <a:close/>
                </a:path>
                <a:path w="341629" h="351789">
                  <a:moveTo>
                    <a:pt x="105410" y="246379"/>
                  </a:moveTo>
                  <a:lnTo>
                    <a:pt x="95250" y="246379"/>
                  </a:lnTo>
                  <a:lnTo>
                    <a:pt x="93980" y="247649"/>
                  </a:lnTo>
                  <a:lnTo>
                    <a:pt x="104140" y="247649"/>
                  </a:lnTo>
                  <a:lnTo>
                    <a:pt x="105410" y="246379"/>
                  </a:lnTo>
                  <a:close/>
                </a:path>
                <a:path w="341629" h="351789">
                  <a:moveTo>
                    <a:pt x="109220" y="242569"/>
                  </a:moveTo>
                  <a:lnTo>
                    <a:pt x="99060" y="242569"/>
                  </a:lnTo>
                  <a:lnTo>
                    <a:pt x="96520" y="245109"/>
                  </a:lnTo>
                  <a:lnTo>
                    <a:pt x="106679" y="245109"/>
                  </a:lnTo>
                  <a:lnTo>
                    <a:pt x="109220" y="242569"/>
                  </a:lnTo>
                  <a:close/>
                </a:path>
                <a:path w="341629" h="351789">
                  <a:moveTo>
                    <a:pt x="111760" y="240029"/>
                  </a:moveTo>
                  <a:lnTo>
                    <a:pt x="101600" y="240029"/>
                  </a:lnTo>
                  <a:lnTo>
                    <a:pt x="100330" y="241299"/>
                  </a:lnTo>
                  <a:lnTo>
                    <a:pt x="110490" y="241299"/>
                  </a:lnTo>
                  <a:lnTo>
                    <a:pt x="111760" y="240029"/>
                  </a:lnTo>
                  <a:close/>
                </a:path>
                <a:path w="341629" h="351789">
                  <a:moveTo>
                    <a:pt x="115570" y="236219"/>
                  </a:moveTo>
                  <a:lnTo>
                    <a:pt x="105410" y="236219"/>
                  </a:lnTo>
                  <a:lnTo>
                    <a:pt x="102870" y="238759"/>
                  </a:lnTo>
                  <a:lnTo>
                    <a:pt x="113029" y="238759"/>
                  </a:lnTo>
                  <a:lnTo>
                    <a:pt x="115570" y="236219"/>
                  </a:lnTo>
                  <a:close/>
                </a:path>
                <a:path w="341629" h="351789">
                  <a:moveTo>
                    <a:pt x="118110" y="233679"/>
                  </a:moveTo>
                  <a:lnTo>
                    <a:pt x="107950" y="233679"/>
                  </a:lnTo>
                  <a:lnTo>
                    <a:pt x="106680" y="234949"/>
                  </a:lnTo>
                  <a:lnTo>
                    <a:pt x="116840" y="234949"/>
                  </a:lnTo>
                  <a:lnTo>
                    <a:pt x="118110" y="233679"/>
                  </a:lnTo>
                  <a:close/>
                </a:path>
                <a:path w="341629" h="351789">
                  <a:moveTo>
                    <a:pt x="121920" y="229869"/>
                  </a:moveTo>
                  <a:lnTo>
                    <a:pt x="111760" y="229869"/>
                  </a:lnTo>
                  <a:lnTo>
                    <a:pt x="109220" y="232409"/>
                  </a:lnTo>
                  <a:lnTo>
                    <a:pt x="119379" y="232409"/>
                  </a:lnTo>
                  <a:lnTo>
                    <a:pt x="121920" y="229869"/>
                  </a:lnTo>
                  <a:close/>
                </a:path>
                <a:path w="341629" h="351789">
                  <a:moveTo>
                    <a:pt x="124460" y="227329"/>
                  </a:moveTo>
                  <a:lnTo>
                    <a:pt x="114300" y="227329"/>
                  </a:lnTo>
                  <a:lnTo>
                    <a:pt x="113030" y="228599"/>
                  </a:lnTo>
                  <a:lnTo>
                    <a:pt x="123190" y="228599"/>
                  </a:lnTo>
                  <a:lnTo>
                    <a:pt x="124460" y="227329"/>
                  </a:lnTo>
                  <a:close/>
                </a:path>
                <a:path w="341629" h="351789">
                  <a:moveTo>
                    <a:pt x="128270" y="223519"/>
                  </a:moveTo>
                  <a:lnTo>
                    <a:pt x="118110" y="223519"/>
                  </a:lnTo>
                  <a:lnTo>
                    <a:pt x="115570" y="226059"/>
                  </a:lnTo>
                  <a:lnTo>
                    <a:pt x="125729" y="226059"/>
                  </a:lnTo>
                  <a:lnTo>
                    <a:pt x="128270" y="223519"/>
                  </a:lnTo>
                  <a:close/>
                </a:path>
                <a:path w="341629" h="351789">
                  <a:moveTo>
                    <a:pt x="130810" y="220979"/>
                  </a:moveTo>
                  <a:lnTo>
                    <a:pt x="120650" y="220979"/>
                  </a:lnTo>
                  <a:lnTo>
                    <a:pt x="119380" y="222249"/>
                  </a:lnTo>
                  <a:lnTo>
                    <a:pt x="129540" y="222249"/>
                  </a:lnTo>
                  <a:lnTo>
                    <a:pt x="130810" y="220979"/>
                  </a:lnTo>
                  <a:close/>
                </a:path>
                <a:path w="341629" h="351789">
                  <a:moveTo>
                    <a:pt x="134620" y="217169"/>
                  </a:moveTo>
                  <a:lnTo>
                    <a:pt x="124460" y="217169"/>
                  </a:lnTo>
                  <a:lnTo>
                    <a:pt x="121920" y="219709"/>
                  </a:lnTo>
                  <a:lnTo>
                    <a:pt x="132079" y="219709"/>
                  </a:lnTo>
                  <a:lnTo>
                    <a:pt x="134620" y="217169"/>
                  </a:lnTo>
                  <a:close/>
                </a:path>
                <a:path w="341629" h="351789">
                  <a:moveTo>
                    <a:pt x="137160" y="214629"/>
                  </a:moveTo>
                  <a:lnTo>
                    <a:pt x="127000" y="214629"/>
                  </a:lnTo>
                  <a:lnTo>
                    <a:pt x="125729" y="215899"/>
                  </a:lnTo>
                  <a:lnTo>
                    <a:pt x="135890" y="215899"/>
                  </a:lnTo>
                  <a:lnTo>
                    <a:pt x="137160" y="214629"/>
                  </a:lnTo>
                  <a:close/>
                </a:path>
                <a:path w="341629" h="351789">
                  <a:moveTo>
                    <a:pt x="140970" y="210819"/>
                  </a:moveTo>
                  <a:lnTo>
                    <a:pt x="130810" y="210819"/>
                  </a:lnTo>
                  <a:lnTo>
                    <a:pt x="128270" y="213359"/>
                  </a:lnTo>
                  <a:lnTo>
                    <a:pt x="138429" y="213359"/>
                  </a:lnTo>
                  <a:lnTo>
                    <a:pt x="140970" y="210819"/>
                  </a:lnTo>
                  <a:close/>
                </a:path>
                <a:path w="341629" h="351789">
                  <a:moveTo>
                    <a:pt x="143510" y="208279"/>
                  </a:moveTo>
                  <a:lnTo>
                    <a:pt x="133350" y="208279"/>
                  </a:lnTo>
                  <a:lnTo>
                    <a:pt x="132080" y="209549"/>
                  </a:lnTo>
                  <a:lnTo>
                    <a:pt x="142240" y="209549"/>
                  </a:lnTo>
                  <a:lnTo>
                    <a:pt x="143510" y="208279"/>
                  </a:lnTo>
                  <a:close/>
                </a:path>
                <a:path w="341629" h="351789">
                  <a:moveTo>
                    <a:pt x="147320" y="204469"/>
                  </a:moveTo>
                  <a:lnTo>
                    <a:pt x="137160" y="204469"/>
                  </a:lnTo>
                  <a:lnTo>
                    <a:pt x="134620" y="207009"/>
                  </a:lnTo>
                  <a:lnTo>
                    <a:pt x="144779" y="207009"/>
                  </a:lnTo>
                  <a:lnTo>
                    <a:pt x="147320" y="204469"/>
                  </a:lnTo>
                  <a:close/>
                </a:path>
                <a:path w="341629" h="351789">
                  <a:moveTo>
                    <a:pt x="149860" y="201929"/>
                  </a:moveTo>
                  <a:lnTo>
                    <a:pt x="139700" y="201929"/>
                  </a:lnTo>
                  <a:lnTo>
                    <a:pt x="138430" y="203199"/>
                  </a:lnTo>
                  <a:lnTo>
                    <a:pt x="148590" y="203199"/>
                  </a:lnTo>
                  <a:lnTo>
                    <a:pt x="149860" y="201929"/>
                  </a:lnTo>
                  <a:close/>
                </a:path>
                <a:path w="341629" h="351789">
                  <a:moveTo>
                    <a:pt x="153670" y="198119"/>
                  </a:moveTo>
                  <a:lnTo>
                    <a:pt x="143510" y="198119"/>
                  </a:lnTo>
                  <a:lnTo>
                    <a:pt x="140970" y="200659"/>
                  </a:lnTo>
                  <a:lnTo>
                    <a:pt x="151129" y="200659"/>
                  </a:lnTo>
                  <a:lnTo>
                    <a:pt x="153670" y="198119"/>
                  </a:lnTo>
                  <a:close/>
                </a:path>
                <a:path w="341629" h="351789">
                  <a:moveTo>
                    <a:pt x="156210" y="195579"/>
                  </a:moveTo>
                  <a:lnTo>
                    <a:pt x="146050" y="195579"/>
                  </a:lnTo>
                  <a:lnTo>
                    <a:pt x="144780" y="196849"/>
                  </a:lnTo>
                  <a:lnTo>
                    <a:pt x="154940" y="196849"/>
                  </a:lnTo>
                  <a:lnTo>
                    <a:pt x="156210" y="195579"/>
                  </a:lnTo>
                  <a:close/>
                </a:path>
                <a:path w="341629" h="351789">
                  <a:moveTo>
                    <a:pt x="160020" y="191769"/>
                  </a:moveTo>
                  <a:lnTo>
                    <a:pt x="149860" y="191769"/>
                  </a:lnTo>
                  <a:lnTo>
                    <a:pt x="147320" y="194309"/>
                  </a:lnTo>
                  <a:lnTo>
                    <a:pt x="157479" y="194309"/>
                  </a:lnTo>
                  <a:lnTo>
                    <a:pt x="160020" y="191769"/>
                  </a:lnTo>
                  <a:close/>
                </a:path>
                <a:path w="341629" h="351789">
                  <a:moveTo>
                    <a:pt x="162560" y="189229"/>
                  </a:moveTo>
                  <a:lnTo>
                    <a:pt x="152400" y="189229"/>
                  </a:lnTo>
                  <a:lnTo>
                    <a:pt x="151130" y="190499"/>
                  </a:lnTo>
                  <a:lnTo>
                    <a:pt x="161290" y="190499"/>
                  </a:lnTo>
                  <a:lnTo>
                    <a:pt x="162560" y="189229"/>
                  </a:lnTo>
                  <a:close/>
                </a:path>
                <a:path w="341629" h="351789">
                  <a:moveTo>
                    <a:pt x="166370" y="185419"/>
                  </a:moveTo>
                  <a:lnTo>
                    <a:pt x="156210" y="185419"/>
                  </a:lnTo>
                  <a:lnTo>
                    <a:pt x="153670" y="187959"/>
                  </a:lnTo>
                  <a:lnTo>
                    <a:pt x="163829" y="187959"/>
                  </a:lnTo>
                  <a:lnTo>
                    <a:pt x="166370" y="185419"/>
                  </a:lnTo>
                  <a:close/>
                </a:path>
                <a:path w="341629" h="351789">
                  <a:moveTo>
                    <a:pt x="341629" y="0"/>
                  </a:moveTo>
                  <a:lnTo>
                    <a:pt x="157480" y="184149"/>
                  </a:lnTo>
                  <a:lnTo>
                    <a:pt x="167640" y="184149"/>
                  </a:lnTo>
                  <a:lnTo>
                    <a:pt x="341629" y="10159"/>
                  </a:lnTo>
                  <a:lnTo>
                    <a:pt x="341629" y="0"/>
                  </a:lnTo>
                  <a:close/>
                </a:path>
              </a:pathLst>
            </a:custGeom>
            <a:solidFill>
              <a:srgbClr val="D8CD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2" name="object 3572"/>
            <p:cNvSpPr/>
            <p:nvPr/>
          </p:nvSpPr>
          <p:spPr>
            <a:xfrm>
              <a:off x="7065010" y="3106419"/>
              <a:ext cx="341630" cy="351790"/>
            </a:xfrm>
            <a:custGeom>
              <a:avLst/>
              <a:gdLst/>
              <a:ahLst/>
              <a:cxnLst/>
              <a:rect l="l" t="t" r="r" b="b"/>
              <a:pathLst>
                <a:path w="341629" h="351789">
                  <a:moveTo>
                    <a:pt x="2540" y="350519"/>
                  </a:moveTo>
                  <a:lnTo>
                    <a:pt x="0" y="350519"/>
                  </a:lnTo>
                  <a:lnTo>
                    <a:pt x="0" y="351789"/>
                  </a:lnTo>
                  <a:lnTo>
                    <a:pt x="1270" y="351789"/>
                  </a:lnTo>
                  <a:lnTo>
                    <a:pt x="2540" y="350519"/>
                  </a:lnTo>
                  <a:close/>
                </a:path>
                <a:path w="341629" h="351789">
                  <a:moveTo>
                    <a:pt x="6350" y="346709"/>
                  </a:moveTo>
                  <a:lnTo>
                    <a:pt x="0" y="346709"/>
                  </a:lnTo>
                  <a:lnTo>
                    <a:pt x="0" y="349250"/>
                  </a:lnTo>
                  <a:lnTo>
                    <a:pt x="3809" y="349250"/>
                  </a:lnTo>
                  <a:lnTo>
                    <a:pt x="6350" y="346709"/>
                  </a:lnTo>
                  <a:close/>
                </a:path>
                <a:path w="341629" h="351789">
                  <a:moveTo>
                    <a:pt x="8890" y="344169"/>
                  </a:moveTo>
                  <a:lnTo>
                    <a:pt x="0" y="344169"/>
                  </a:lnTo>
                  <a:lnTo>
                    <a:pt x="0" y="345439"/>
                  </a:lnTo>
                  <a:lnTo>
                    <a:pt x="7620" y="345439"/>
                  </a:lnTo>
                  <a:lnTo>
                    <a:pt x="8890" y="344169"/>
                  </a:lnTo>
                  <a:close/>
                </a:path>
                <a:path w="341629" h="351789">
                  <a:moveTo>
                    <a:pt x="12700" y="340359"/>
                  </a:moveTo>
                  <a:lnTo>
                    <a:pt x="1270" y="340359"/>
                  </a:lnTo>
                  <a:lnTo>
                    <a:pt x="0" y="341630"/>
                  </a:lnTo>
                  <a:lnTo>
                    <a:pt x="0" y="342900"/>
                  </a:lnTo>
                  <a:lnTo>
                    <a:pt x="10159" y="342900"/>
                  </a:lnTo>
                  <a:lnTo>
                    <a:pt x="12700" y="340359"/>
                  </a:lnTo>
                  <a:close/>
                </a:path>
                <a:path w="341629" h="351789">
                  <a:moveTo>
                    <a:pt x="15240" y="337819"/>
                  </a:moveTo>
                  <a:lnTo>
                    <a:pt x="3810" y="337819"/>
                  </a:lnTo>
                  <a:lnTo>
                    <a:pt x="2540" y="339089"/>
                  </a:lnTo>
                  <a:lnTo>
                    <a:pt x="13970" y="339089"/>
                  </a:lnTo>
                  <a:lnTo>
                    <a:pt x="15240" y="337819"/>
                  </a:lnTo>
                  <a:close/>
                </a:path>
                <a:path w="341629" h="351789">
                  <a:moveTo>
                    <a:pt x="19050" y="334009"/>
                  </a:moveTo>
                  <a:lnTo>
                    <a:pt x="7620" y="334009"/>
                  </a:lnTo>
                  <a:lnTo>
                    <a:pt x="5079" y="336550"/>
                  </a:lnTo>
                  <a:lnTo>
                    <a:pt x="16509" y="336550"/>
                  </a:lnTo>
                  <a:lnTo>
                    <a:pt x="19050" y="334009"/>
                  </a:lnTo>
                  <a:close/>
                </a:path>
                <a:path w="341629" h="351789">
                  <a:moveTo>
                    <a:pt x="21590" y="331469"/>
                  </a:moveTo>
                  <a:lnTo>
                    <a:pt x="10160" y="331469"/>
                  </a:lnTo>
                  <a:lnTo>
                    <a:pt x="8890" y="332739"/>
                  </a:lnTo>
                  <a:lnTo>
                    <a:pt x="20320" y="332739"/>
                  </a:lnTo>
                  <a:lnTo>
                    <a:pt x="21590" y="331469"/>
                  </a:lnTo>
                  <a:close/>
                </a:path>
                <a:path w="341629" h="351789">
                  <a:moveTo>
                    <a:pt x="25400" y="327659"/>
                  </a:moveTo>
                  <a:lnTo>
                    <a:pt x="13970" y="327659"/>
                  </a:lnTo>
                  <a:lnTo>
                    <a:pt x="11429" y="330200"/>
                  </a:lnTo>
                  <a:lnTo>
                    <a:pt x="22859" y="330200"/>
                  </a:lnTo>
                  <a:lnTo>
                    <a:pt x="25400" y="327659"/>
                  </a:lnTo>
                  <a:close/>
                </a:path>
                <a:path w="341629" h="351789">
                  <a:moveTo>
                    <a:pt x="27940" y="325119"/>
                  </a:moveTo>
                  <a:lnTo>
                    <a:pt x="16510" y="325119"/>
                  </a:lnTo>
                  <a:lnTo>
                    <a:pt x="15240" y="326389"/>
                  </a:lnTo>
                  <a:lnTo>
                    <a:pt x="26670" y="326389"/>
                  </a:lnTo>
                  <a:lnTo>
                    <a:pt x="27940" y="325119"/>
                  </a:lnTo>
                  <a:close/>
                </a:path>
                <a:path w="341629" h="351789">
                  <a:moveTo>
                    <a:pt x="31750" y="321309"/>
                  </a:moveTo>
                  <a:lnTo>
                    <a:pt x="20320" y="321309"/>
                  </a:lnTo>
                  <a:lnTo>
                    <a:pt x="17779" y="323850"/>
                  </a:lnTo>
                  <a:lnTo>
                    <a:pt x="29209" y="323850"/>
                  </a:lnTo>
                  <a:lnTo>
                    <a:pt x="31750" y="321309"/>
                  </a:lnTo>
                  <a:close/>
                </a:path>
                <a:path w="341629" h="351789">
                  <a:moveTo>
                    <a:pt x="34290" y="318769"/>
                  </a:moveTo>
                  <a:lnTo>
                    <a:pt x="22860" y="318769"/>
                  </a:lnTo>
                  <a:lnTo>
                    <a:pt x="21590" y="320039"/>
                  </a:lnTo>
                  <a:lnTo>
                    <a:pt x="33020" y="320039"/>
                  </a:lnTo>
                  <a:lnTo>
                    <a:pt x="34290" y="318769"/>
                  </a:lnTo>
                  <a:close/>
                </a:path>
                <a:path w="341629" h="351789">
                  <a:moveTo>
                    <a:pt x="38100" y="314959"/>
                  </a:moveTo>
                  <a:lnTo>
                    <a:pt x="26670" y="314959"/>
                  </a:lnTo>
                  <a:lnTo>
                    <a:pt x="24129" y="317500"/>
                  </a:lnTo>
                  <a:lnTo>
                    <a:pt x="35559" y="317500"/>
                  </a:lnTo>
                  <a:lnTo>
                    <a:pt x="38100" y="314959"/>
                  </a:lnTo>
                  <a:close/>
                </a:path>
                <a:path w="341629" h="351789">
                  <a:moveTo>
                    <a:pt x="40640" y="312419"/>
                  </a:moveTo>
                  <a:lnTo>
                    <a:pt x="29210" y="312419"/>
                  </a:lnTo>
                  <a:lnTo>
                    <a:pt x="27940" y="313689"/>
                  </a:lnTo>
                  <a:lnTo>
                    <a:pt x="39370" y="313689"/>
                  </a:lnTo>
                  <a:lnTo>
                    <a:pt x="40640" y="312419"/>
                  </a:lnTo>
                  <a:close/>
                </a:path>
                <a:path w="341629" h="351789">
                  <a:moveTo>
                    <a:pt x="44450" y="308609"/>
                  </a:moveTo>
                  <a:lnTo>
                    <a:pt x="33020" y="308609"/>
                  </a:lnTo>
                  <a:lnTo>
                    <a:pt x="30479" y="311150"/>
                  </a:lnTo>
                  <a:lnTo>
                    <a:pt x="41909" y="311150"/>
                  </a:lnTo>
                  <a:lnTo>
                    <a:pt x="44450" y="308609"/>
                  </a:lnTo>
                  <a:close/>
                </a:path>
                <a:path w="341629" h="351789">
                  <a:moveTo>
                    <a:pt x="46990" y="306069"/>
                  </a:moveTo>
                  <a:lnTo>
                    <a:pt x="35560" y="306069"/>
                  </a:lnTo>
                  <a:lnTo>
                    <a:pt x="34290" y="307339"/>
                  </a:lnTo>
                  <a:lnTo>
                    <a:pt x="45720" y="307339"/>
                  </a:lnTo>
                  <a:lnTo>
                    <a:pt x="46990" y="306069"/>
                  </a:lnTo>
                  <a:close/>
                </a:path>
                <a:path w="341629" h="351789">
                  <a:moveTo>
                    <a:pt x="50800" y="302259"/>
                  </a:moveTo>
                  <a:lnTo>
                    <a:pt x="39370" y="302259"/>
                  </a:lnTo>
                  <a:lnTo>
                    <a:pt x="36829" y="304800"/>
                  </a:lnTo>
                  <a:lnTo>
                    <a:pt x="48259" y="304800"/>
                  </a:lnTo>
                  <a:lnTo>
                    <a:pt x="50800" y="302259"/>
                  </a:lnTo>
                  <a:close/>
                </a:path>
                <a:path w="341629" h="351789">
                  <a:moveTo>
                    <a:pt x="53340" y="299719"/>
                  </a:moveTo>
                  <a:lnTo>
                    <a:pt x="41910" y="299719"/>
                  </a:lnTo>
                  <a:lnTo>
                    <a:pt x="40640" y="300989"/>
                  </a:lnTo>
                  <a:lnTo>
                    <a:pt x="52070" y="300989"/>
                  </a:lnTo>
                  <a:lnTo>
                    <a:pt x="53340" y="299719"/>
                  </a:lnTo>
                  <a:close/>
                </a:path>
                <a:path w="341629" h="351789">
                  <a:moveTo>
                    <a:pt x="57150" y="295909"/>
                  </a:moveTo>
                  <a:lnTo>
                    <a:pt x="45720" y="295909"/>
                  </a:lnTo>
                  <a:lnTo>
                    <a:pt x="43179" y="298450"/>
                  </a:lnTo>
                  <a:lnTo>
                    <a:pt x="54609" y="298450"/>
                  </a:lnTo>
                  <a:lnTo>
                    <a:pt x="57150" y="295909"/>
                  </a:lnTo>
                  <a:close/>
                </a:path>
                <a:path w="341629" h="351789">
                  <a:moveTo>
                    <a:pt x="59690" y="293369"/>
                  </a:moveTo>
                  <a:lnTo>
                    <a:pt x="48260" y="293369"/>
                  </a:lnTo>
                  <a:lnTo>
                    <a:pt x="46990" y="294639"/>
                  </a:lnTo>
                  <a:lnTo>
                    <a:pt x="58420" y="294639"/>
                  </a:lnTo>
                  <a:lnTo>
                    <a:pt x="59690" y="293369"/>
                  </a:lnTo>
                  <a:close/>
                </a:path>
                <a:path w="341629" h="351789">
                  <a:moveTo>
                    <a:pt x="63500" y="289559"/>
                  </a:moveTo>
                  <a:lnTo>
                    <a:pt x="52070" y="289559"/>
                  </a:lnTo>
                  <a:lnTo>
                    <a:pt x="49529" y="292100"/>
                  </a:lnTo>
                  <a:lnTo>
                    <a:pt x="60959" y="292100"/>
                  </a:lnTo>
                  <a:lnTo>
                    <a:pt x="63500" y="289559"/>
                  </a:lnTo>
                  <a:close/>
                </a:path>
                <a:path w="341629" h="351789">
                  <a:moveTo>
                    <a:pt x="66040" y="287019"/>
                  </a:moveTo>
                  <a:lnTo>
                    <a:pt x="54610" y="287019"/>
                  </a:lnTo>
                  <a:lnTo>
                    <a:pt x="53340" y="288289"/>
                  </a:lnTo>
                  <a:lnTo>
                    <a:pt x="64770" y="288289"/>
                  </a:lnTo>
                  <a:lnTo>
                    <a:pt x="66040" y="287019"/>
                  </a:lnTo>
                  <a:close/>
                </a:path>
                <a:path w="341629" h="351789">
                  <a:moveTo>
                    <a:pt x="69850" y="283209"/>
                  </a:moveTo>
                  <a:lnTo>
                    <a:pt x="58420" y="283209"/>
                  </a:lnTo>
                  <a:lnTo>
                    <a:pt x="55879" y="285750"/>
                  </a:lnTo>
                  <a:lnTo>
                    <a:pt x="67309" y="285750"/>
                  </a:lnTo>
                  <a:lnTo>
                    <a:pt x="69850" y="283209"/>
                  </a:lnTo>
                  <a:close/>
                </a:path>
                <a:path w="341629" h="351789">
                  <a:moveTo>
                    <a:pt x="72390" y="280669"/>
                  </a:moveTo>
                  <a:lnTo>
                    <a:pt x="60960" y="280669"/>
                  </a:lnTo>
                  <a:lnTo>
                    <a:pt x="59690" y="281939"/>
                  </a:lnTo>
                  <a:lnTo>
                    <a:pt x="71120" y="281939"/>
                  </a:lnTo>
                  <a:lnTo>
                    <a:pt x="72390" y="280669"/>
                  </a:lnTo>
                  <a:close/>
                </a:path>
                <a:path w="341629" h="351789">
                  <a:moveTo>
                    <a:pt x="76200" y="276859"/>
                  </a:moveTo>
                  <a:lnTo>
                    <a:pt x="64770" y="276859"/>
                  </a:lnTo>
                  <a:lnTo>
                    <a:pt x="62229" y="279400"/>
                  </a:lnTo>
                  <a:lnTo>
                    <a:pt x="73659" y="279400"/>
                  </a:lnTo>
                  <a:lnTo>
                    <a:pt x="76200" y="276859"/>
                  </a:lnTo>
                  <a:close/>
                </a:path>
                <a:path w="341629" h="351789">
                  <a:moveTo>
                    <a:pt x="78740" y="274319"/>
                  </a:moveTo>
                  <a:lnTo>
                    <a:pt x="67310" y="274319"/>
                  </a:lnTo>
                  <a:lnTo>
                    <a:pt x="66040" y="275589"/>
                  </a:lnTo>
                  <a:lnTo>
                    <a:pt x="77470" y="275589"/>
                  </a:lnTo>
                  <a:lnTo>
                    <a:pt x="78740" y="274319"/>
                  </a:lnTo>
                  <a:close/>
                </a:path>
                <a:path w="341629" h="351789">
                  <a:moveTo>
                    <a:pt x="82550" y="270509"/>
                  </a:moveTo>
                  <a:lnTo>
                    <a:pt x="71120" y="270509"/>
                  </a:lnTo>
                  <a:lnTo>
                    <a:pt x="68579" y="273050"/>
                  </a:lnTo>
                  <a:lnTo>
                    <a:pt x="80009" y="273050"/>
                  </a:lnTo>
                  <a:lnTo>
                    <a:pt x="82550" y="270509"/>
                  </a:lnTo>
                  <a:close/>
                </a:path>
                <a:path w="341629" h="351789">
                  <a:moveTo>
                    <a:pt x="85090" y="267969"/>
                  </a:moveTo>
                  <a:lnTo>
                    <a:pt x="73660" y="267969"/>
                  </a:lnTo>
                  <a:lnTo>
                    <a:pt x="72390" y="269239"/>
                  </a:lnTo>
                  <a:lnTo>
                    <a:pt x="83820" y="269239"/>
                  </a:lnTo>
                  <a:lnTo>
                    <a:pt x="85090" y="267969"/>
                  </a:lnTo>
                  <a:close/>
                </a:path>
                <a:path w="341629" h="351789">
                  <a:moveTo>
                    <a:pt x="88900" y="264159"/>
                  </a:moveTo>
                  <a:lnTo>
                    <a:pt x="77470" y="264159"/>
                  </a:lnTo>
                  <a:lnTo>
                    <a:pt x="74929" y="266700"/>
                  </a:lnTo>
                  <a:lnTo>
                    <a:pt x="86359" y="266700"/>
                  </a:lnTo>
                  <a:lnTo>
                    <a:pt x="88900" y="264159"/>
                  </a:lnTo>
                  <a:close/>
                </a:path>
                <a:path w="341629" h="351789">
                  <a:moveTo>
                    <a:pt x="91440" y="261619"/>
                  </a:moveTo>
                  <a:lnTo>
                    <a:pt x="80010" y="261619"/>
                  </a:lnTo>
                  <a:lnTo>
                    <a:pt x="78740" y="262889"/>
                  </a:lnTo>
                  <a:lnTo>
                    <a:pt x="90170" y="262889"/>
                  </a:lnTo>
                  <a:lnTo>
                    <a:pt x="91440" y="261619"/>
                  </a:lnTo>
                  <a:close/>
                </a:path>
                <a:path w="341629" h="351789">
                  <a:moveTo>
                    <a:pt x="95250" y="257809"/>
                  </a:moveTo>
                  <a:lnTo>
                    <a:pt x="83820" y="257809"/>
                  </a:lnTo>
                  <a:lnTo>
                    <a:pt x="81279" y="260350"/>
                  </a:lnTo>
                  <a:lnTo>
                    <a:pt x="92709" y="260350"/>
                  </a:lnTo>
                  <a:lnTo>
                    <a:pt x="95250" y="257809"/>
                  </a:lnTo>
                  <a:close/>
                </a:path>
                <a:path w="341629" h="351789">
                  <a:moveTo>
                    <a:pt x="97790" y="255269"/>
                  </a:moveTo>
                  <a:lnTo>
                    <a:pt x="86360" y="255269"/>
                  </a:lnTo>
                  <a:lnTo>
                    <a:pt x="85090" y="256539"/>
                  </a:lnTo>
                  <a:lnTo>
                    <a:pt x="96520" y="256539"/>
                  </a:lnTo>
                  <a:lnTo>
                    <a:pt x="97790" y="255269"/>
                  </a:lnTo>
                  <a:close/>
                </a:path>
                <a:path w="341629" h="351789">
                  <a:moveTo>
                    <a:pt x="101600" y="251459"/>
                  </a:moveTo>
                  <a:lnTo>
                    <a:pt x="90170" y="251459"/>
                  </a:lnTo>
                  <a:lnTo>
                    <a:pt x="87629" y="254000"/>
                  </a:lnTo>
                  <a:lnTo>
                    <a:pt x="99059" y="254000"/>
                  </a:lnTo>
                  <a:lnTo>
                    <a:pt x="101600" y="251459"/>
                  </a:lnTo>
                  <a:close/>
                </a:path>
                <a:path w="341629" h="351789">
                  <a:moveTo>
                    <a:pt x="104140" y="248919"/>
                  </a:moveTo>
                  <a:lnTo>
                    <a:pt x="92710" y="248919"/>
                  </a:lnTo>
                  <a:lnTo>
                    <a:pt x="91440" y="250189"/>
                  </a:lnTo>
                  <a:lnTo>
                    <a:pt x="102870" y="250189"/>
                  </a:lnTo>
                  <a:lnTo>
                    <a:pt x="104140" y="248919"/>
                  </a:lnTo>
                  <a:close/>
                </a:path>
                <a:path w="341629" h="351789">
                  <a:moveTo>
                    <a:pt x="107950" y="245109"/>
                  </a:moveTo>
                  <a:lnTo>
                    <a:pt x="96520" y="245109"/>
                  </a:lnTo>
                  <a:lnTo>
                    <a:pt x="93979" y="247650"/>
                  </a:lnTo>
                  <a:lnTo>
                    <a:pt x="105409" y="247650"/>
                  </a:lnTo>
                  <a:lnTo>
                    <a:pt x="107950" y="245109"/>
                  </a:lnTo>
                  <a:close/>
                </a:path>
                <a:path w="341629" h="351789">
                  <a:moveTo>
                    <a:pt x="110490" y="242569"/>
                  </a:moveTo>
                  <a:lnTo>
                    <a:pt x="99060" y="242569"/>
                  </a:lnTo>
                  <a:lnTo>
                    <a:pt x="97790" y="243839"/>
                  </a:lnTo>
                  <a:lnTo>
                    <a:pt x="109220" y="243839"/>
                  </a:lnTo>
                  <a:lnTo>
                    <a:pt x="110490" y="242569"/>
                  </a:lnTo>
                  <a:close/>
                </a:path>
                <a:path w="341629" h="351789">
                  <a:moveTo>
                    <a:pt x="114300" y="238759"/>
                  </a:moveTo>
                  <a:lnTo>
                    <a:pt x="102870" y="238759"/>
                  </a:lnTo>
                  <a:lnTo>
                    <a:pt x="100329" y="241300"/>
                  </a:lnTo>
                  <a:lnTo>
                    <a:pt x="111759" y="241300"/>
                  </a:lnTo>
                  <a:lnTo>
                    <a:pt x="114300" y="238759"/>
                  </a:lnTo>
                  <a:close/>
                </a:path>
                <a:path w="341629" h="351789">
                  <a:moveTo>
                    <a:pt x="116840" y="236219"/>
                  </a:moveTo>
                  <a:lnTo>
                    <a:pt x="105410" y="236219"/>
                  </a:lnTo>
                  <a:lnTo>
                    <a:pt x="104140" y="237489"/>
                  </a:lnTo>
                  <a:lnTo>
                    <a:pt x="115570" y="237489"/>
                  </a:lnTo>
                  <a:lnTo>
                    <a:pt x="116840" y="236219"/>
                  </a:lnTo>
                  <a:close/>
                </a:path>
                <a:path w="341629" h="351789">
                  <a:moveTo>
                    <a:pt x="120650" y="232409"/>
                  </a:moveTo>
                  <a:lnTo>
                    <a:pt x="109220" y="232409"/>
                  </a:lnTo>
                  <a:lnTo>
                    <a:pt x="106679" y="234950"/>
                  </a:lnTo>
                  <a:lnTo>
                    <a:pt x="118109" y="234950"/>
                  </a:lnTo>
                  <a:lnTo>
                    <a:pt x="120650" y="232409"/>
                  </a:lnTo>
                  <a:close/>
                </a:path>
                <a:path w="341629" h="351789">
                  <a:moveTo>
                    <a:pt x="123190" y="229869"/>
                  </a:moveTo>
                  <a:lnTo>
                    <a:pt x="111760" y="229869"/>
                  </a:lnTo>
                  <a:lnTo>
                    <a:pt x="110490" y="231139"/>
                  </a:lnTo>
                  <a:lnTo>
                    <a:pt x="121920" y="231139"/>
                  </a:lnTo>
                  <a:lnTo>
                    <a:pt x="123190" y="229869"/>
                  </a:lnTo>
                  <a:close/>
                </a:path>
                <a:path w="341629" h="351789">
                  <a:moveTo>
                    <a:pt x="127000" y="226059"/>
                  </a:moveTo>
                  <a:lnTo>
                    <a:pt x="115570" y="226059"/>
                  </a:lnTo>
                  <a:lnTo>
                    <a:pt x="113029" y="228600"/>
                  </a:lnTo>
                  <a:lnTo>
                    <a:pt x="124459" y="228600"/>
                  </a:lnTo>
                  <a:lnTo>
                    <a:pt x="127000" y="226059"/>
                  </a:lnTo>
                  <a:close/>
                </a:path>
                <a:path w="341629" h="351789">
                  <a:moveTo>
                    <a:pt x="129540" y="223519"/>
                  </a:moveTo>
                  <a:lnTo>
                    <a:pt x="118110" y="223519"/>
                  </a:lnTo>
                  <a:lnTo>
                    <a:pt x="116840" y="224789"/>
                  </a:lnTo>
                  <a:lnTo>
                    <a:pt x="128270" y="224789"/>
                  </a:lnTo>
                  <a:lnTo>
                    <a:pt x="129540" y="223519"/>
                  </a:lnTo>
                  <a:close/>
                </a:path>
                <a:path w="341629" h="351789">
                  <a:moveTo>
                    <a:pt x="133350" y="219709"/>
                  </a:moveTo>
                  <a:lnTo>
                    <a:pt x="121920" y="219709"/>
                  </a:lnTo>
                  <a:lnTo>
                    <a:pt x="119379" y="222250"/>
                  </a:lnTo>
                  <a:lnTo>
                    <a:pt x="130809" y="222250"/>
                  </a:lnTo>
                  <a:lnTo>
                    <a:pt x="133350" y="219709"/>
                  </a:lnTo>
                  <a:close/>
                </a:path>
                <a:path w="341629" h="351789">
                  <a:moveTo>
                    <a:pt x="135890" y="217169"/>
                  </a:moveTo>
                  <a:lnTo>
                    <a:pt x="124460" y="217169"/>
                  </a:lnTo>
                  <a:lnTo>
                    <a:pt x="123190" y="218439"/>
                  </a:lnTo>
                  <a:lnTo>
                    <a:pt x="134620" y="218439"/>
                  </a:lnTo>
                  <a:lnTo>
                    <a:pt x="135890" y="217169"/>
                  </a:lnTo>
                  <a:close/>
                </a:path>
                <a:path w="341629" h="351789">
                  <a:moveTo>
                    <a:pt x="139700" y="213359"/>
                  </a:moveTo>
                  <a:lnTo>
                    <a:pt x="128270" y="213359"/>
                  </a:lnTo>
                  <a:lnTo>
                    <a:pt x="125729" y="215900"/>
                  </a:lnTo>
                  <a:lnTo>
                    <a:pt x="137159" y="215900"/>
                  </a:lnTo>
                  <a:lnTo>
                    <a:pt x="139700" y="213359"/>
                  </a:lnTo>
                  <a:close/>
                </a:path>
                <a:path w="341629" h="351789">
                  <a:moveTo>
                    <a:pt x="142240" y="210819"/>
                  </a:moveTo>
                  <a:lnTo>
                    <a:pt x="130810" y="210819"/>
                  </a:lnTo>
                  <a:lnTo>
                    <a:pt x="129540" y="212089"/>
                  </a:lnTo>
                  <a:lnTo>
                    <a:pt x="140970" y="212089"/>
                  </a:lnTo>
                  <a:lnTo>
                    <a:pt x="142240" y="210819"/>
                  </a:lnTo>
                  <a:close/>
                </a:path>
                <a:path w="341629" h="351789">
                  <a:moveTo>
                    <a:pt x="146050" y="207009"/>
                  </a:moveTo>
                  <a:lnTo>
                    <a:pt x="134620" y="207009"/>
                  </a:lnTo>
                  <a:lnTo>
                    <a:pt x="132079" y="209550"/>
                  </a:lnTo>
                  <a:lnTo>
                    <a:pt x="143509" y="209550"/>
                  </a:lnTo>
                  <a:lnTo>
                    <a:pt x="146050" y="207009"/>
                  </a:lnTo>
                  <a:close/>
                </a:path>
                <a:path w="341629" h="351789">
                  <a:moveTo>
                    <a:pt x="148590" y="204469"/>
                  </a:moveTo>
                  <a:lnTo>
                    <a:pt x="137160" y="204469"/>
                  </a:lnTo>
                  <a:lnTo>
                    <a:pt x="135890" y="205739"/>
                  </a:lnTo>
                  <a:lnTo>
                    <a:pt x="147320" y="205739"/>
                  </a:lnTo>
                  <a:lnTo>
                    <a:pt x="148590" y="204469"/>
                  </a:lnTo>
                  <a:close/>
                </a:path>
                <a:path w="341629" h="351789">
                  <a:moveTo>
                    <a:pt x="152400" y="200659"/>
                  </a:moveTo>
                  <a:lnTo>
                    <a:pt x="140970" y="200659"/>
                  </a:lnTo>
                  <a:lnTo>
                    <a:pt x="138429" y="203200"/>
                  </a:lnTo>
                  <a:lnTo>
                    <a:pt x="149859" y="203200"/>
                  </a:lnTo>
                  <a:lnTo>
                    <a:pt x="152400" y="200659"/>
                  </a:lnTo>
                  <a:close/>
                </a:path>
                <a:path w="341629" h="351789">
                  <a:moveTo>
                    <a:pt x="154940" y="198119"/>
                  </a:moveTo>
                  <a:lnTo>
                    <a:pt x="143510" y="198119"/>
                  </a:lnTo>
                  <a:lnTo>
                    <a:pt x="142240" y="199389"/>
                  </a:lnTo>
                  <a:lnTo>
                    <a:pt x="153670" y="199389"/>
                  </a:lnTo>
                  <a:lnTo>
                    <a:pt x="154940" y="198119"/>
                  </a:lnTo>
                  <a:close/>
                </a:path>
                <a:path w="341629" h="351789">
                  <a:moveTo>
                    <a:pt x="158750" y="194309"/>
                  </a:moveTo>
                  <a:lnTo>
                    <a:pt x="147320" y="194309"/>
                  </a:lnTo>
                  <a:lnTo>
                    <a:pt x="144779" y="196850"/>
                  </a:lnTo>
                  <a:lnTo>
                    <a:pt x="156209" y="196850"/>
                  </a:lnTo>
                  <a:lnTo>
                    <a:pt x="158750" y="194309"/>
                  </a:lnTo>
                  <a:close/>
                </a:path>
                <a:path w="341629" h="351789">
                  <a:moveTo>
                    <a:pt x="161290" y="191769"/>
                  </a:moveTo>
                  <a:lnTo>
                    <a:pt x="149860" y="191769"/>
                  </a:lnTo>
                  <a:lnTo>
                    <a:pt x="148590" y="193039"/>
                  </a:lnTo>
                  <a:lnTo>
                    <a:pt x="160020" y="193039"/>
                  </a:lnTo>
                  <a:lnTo>
                    <a:pt x="161290" y="191769"/>
                  </a:lnTo>
                  <a:close/>
                </a:path>
                <a:path w="341629" h="351789">
                  <a:moveTo>
                    <a:pt x="165100" y="187959"/>
                  </a:moveTo>
                  <a:lnTo>
                    <a:pt x="153670" y="187959"/>
                  </a:lnTo>
                  <a:lnTo>
                    <a:pt x="151129" y="190500"/>
                  </a:lnTo>
                  <a:lnTo>
                    <a:pt x="162559" y="190500"/>
                  </a:lnTo>
                  <a:lnTo>
                    <a:pt x="165100" y="187959"/>
                  </a:lnTo>
                  <a:close/>
                </a:path>
                <a:path w="341629" h="351789">
                  <a:moveTo>
                    <a:pt x="167640" y="185419"/>
                  </a:moveTo>
                  <a:lnTo>
                    <a:pt x="156210" y="185419"/>
                  </a:lnTo>
                  <a:lnTo>
                    <a:pt x="154940" y="186689"/>
                  </a:lnTo>
                  <a:lnTo>
                    <a:pt x="166370" y="186689"/>
                  </a:lnTo>
                  <a:lnTo>
                    <a:pt x="167640" y="185419"/>
                  </a:lnTo>
                  <a:close/>
                </a:path>
                <a:path w="341629" h="351789">
                  <a:moveTo>
                    <a:pt x="171450" y="181609"/>
                  </a:moveTo>
                  <a:lnTo>
                    <a:pt x="160020" y="181609"/>
                  </a:lnTo>
                  <a:lnTo>
                    <a:pt x="157479" y="184150"/>
                  </a:lnTo>
                  <a:lnTo>
                    <a:pt x="168909" y="184150"/>
                  </a:lnTo>
                  <a:lnTo>
                    <a:pt x="171450" y="181609"/>
                  </a:lnTo>
                  <a:close/>
                </a:path>
                <a:path w="341629" h="351789">
                  <a:moveTo>
                    <a:pt x="173990" y="179069"/>
                  </a:moveTo>
                  <a:lnTo>
                    <a:pt x="162560" y="179069"/>
                  </a:lnTo>
                  <a:lnTo>
                    <a:pt x="161290" y="180339"/>
                  </a:lnTo>
                  <a:lnTo>
                    <a:pt x="172720" y="180339"/>
                  </a:lnTo>
                  <a:lnTo>
                    <a:pt x="173990" y="179069"/>
                  </a:lnTo>
                  <a:close/>
                </a:path>
                <a:path w="341629" h="351789">
                  <a:moveTo>
                    <a:pt x="177800" y="175259"/>
                  </a:moveTo>
                  <a:lnTo>
                    <a:pt x="166370" y="175259"/>
                  </a:lnTo>
                  <a:lnTo>
                    <a:pt x="163829" y="177800"/>
                  </a:lnTo>
                  <a:lnTo>
                    <a:pt x="175259" y="177800"/>
                  </a:lnTo>
                  <a:lnTo>
                    <a:pt x="177800" y="175259"/>
                  </a:lnTo>
                  <a:close/>
                </a:path>
                <a:path w="341629" h="351789">
                  <a:moveTo>
                    <a:pt x="341629" y="0"/>
                  </a:moveTo>
                  <a:lnTo>
                    <a:pt x="167640" y="173989"/>
                  </a:lnTo>
                  <a:lnTo>
                    <a:pt x="179070" y="173989"/>
                  </a:lnTo>
                  <a:lnTo>
                    <a:pt x="341629" y="11429"/>
                  </a:lnTo>
                  <a:lnTo>
                    <a:pt x="341629" y="0"/>
                  </a:lnTo>
                  <a:close/>
                </a:path>
              </a:pathLst>
            </a:custGeom>
            <a:solidFill>
              <a:srgbClr val="D9CE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3" name="object 3573"/>
            <p:cNvSpPr/>
            <p:nvPr/>
          </p:nvSpPr>
          <p:spPr>
            <a:xfrm>
              <a:off x="7065010" y="3117850"/>
              <a:ext cx="341630" cy="349250"/>
            </a:xfrm>
            <a:custGeom>
              <a:avLst/>
              <a:gdLst/>
              <a:ahLst/>
              <a:cxnLst/>
              <a:rect l="l" t="t" r="r" b="b"/>
              <a:pathLst>
                <a:path w="341629" h="349250">
                  <a:moveTo>
                    <a:pt x="1270" y="347979"/>
                  </a:moveTo>
                  <a:lnTo>
                    <a:pt x="0" y="347979"/>
                  </a:lnTo>
                  <a:lnTo>
                    <a:pt x="0" y="349250"/>
                  </a:lnTo>
                  <a:lnTo>
                    <a:pt x="1270" y="349250"/>
                  </a:lnTo>
                  <a:lnTo>
                    <a:pt x="1270" y="347979"/>
                  </a:lnTo>
                  <a:close/>
                </a:path>
                <a:path w="341629" h="349250">
                  <a:moveTo>
                    <a:pt x="6350" y="345439"/>
                  </a:moveTo>
                  <a:lnTo>
                    <a:pt x="0" y="345439"/>
                  </a:lnTo>
                  <a:lnTo>
                    <a:pt x="0" y="346710"/>
                  </a:lnTo>
                  <a:lnTo>
                    <a:pt x="3809" y="346710"/>
                  </a:lnTo>
                  <a:lnTo>
                    <a:pt x="3809" y="347979"/>
                  </a:lnTo>
                  <a:lnTo>
                    <a:pt x="5080" y="347979"/>
                  </a:lnTo>
                  <a:lnTo>
                    <a:pt x="6350" y="346710"/>
                  </a:lnTo>
                  <a:lnTo>
                    <a:pt x="6350" y="345439"/>
                  </a:lnTo>
                  <a:close/>
                </a:path>
                <a:path w="341629" h="349250">
                  <a:moveTo>
                    <a:pt x="11429" y="341629"/>
                  </a:moveTo>
                  <a:lnTo>
                    <a:pt x="0" y="341629"/>
                  </a:lnTo>
                  <a:lnTo>
                    <a:pt x="0" y="344170"/>
                  </a:lnTo>
                  <a:lnTo>
                    <a:pt x="8890" y="344170"/>
                  </a:lnTo>
                  <a:lnTo>
                    <a:pt x="11429" y="341629"/>
                  </a:lnTo>
                  <a:close/>
                </a:path>
                <a:path w="341629" h="349250">
                  <a:moveTo>
                    <a:pt x="13970" y="339089"/>
                  </a:moveTo>
                  <a:lnTo>
                    <a:pt x="2540" y="339089"/>
                  </a:lnTo>
                  <a:lnTo>
                    <a:pt x="1270" y="340360"/>
                  </a:lnTo>
                  <a:lnTo>
                    <a:pt x="12700" y="340360"/>
                  </a:lnTo>
                  <a:lnTo>
                    <a:pt x="13970" y="339089"/>
                  </a:lnTo>
                  <a:close/>
                </a:path>
                <a:path w="341629" h="349250">
                  <a:moveTo>
                    <a:pt x="17780" y="335279"/>
                  </a:moveTo>
                  <a:lnTo>
                    <a:pt x="6350" y="335279"/>
                  </a:lnTo>
                  <a:lnTo>
                    <a:pt x="3809" y="337820"/>
                  </a:lnTo>
                  <a:lnTo>
                    <a:pt x="15240" y="337820"/>
                  </a:lnTo>
                  <a:lnTo>
                    <a:pt x="17780" y="335279"/>
                  </a:lnTo>
                  <a:close/>
                </a:path>
                <a:path w="341629" h="349250">
                  <a:moveTo>
                    <a:pt x="20320" y="332739"/>
                  </a:moveTo>
                  <a:lnTo>
                    <a:pt x="8890" y="332739"/>
                  </a:lnTo>
                  <a:lnTo>
                    <a:pt x="7620" y="334010"/>
                  </a:lnTo>
                  <a:lnTo>
                    <a:pt x="19050" y="334010"/>
                  </a:lnTo>
                  <a:lnTo>
                    <a:pt x="20320" y="332739"/>
                  </a:lnTo>
                  <a:close/>
                </a:path>
                <a:path w="341629" h="349250">
                  <a:moveTo>
                    <a:pt x="24130" y="328929"/>
                  </a:moveTo>
                  <a:lnTo>
                    <a:pt x="12700" y="328929"/>
                  </a:lnTo>
                  <a:lnTo>
                    <a:pt x="10159" y="331470"/>
                  </a:lnTo>
                  <a:lnTo>
                    <a:pt x="21590" y="331470"/>
                  </a:lnTo>
                  <a:lnTo>
                    <a:pt x="24130" y="328929"/>
                  </a:lnTo>
                  <a:close/>
                </a:path>
                <a:path w="341629" h="349250">
                  <a:moveTo>
                    <a:pt x="26670" y="326389"/>
                  </a:moveTo>
                  <a:lnTo>
                    <a:pt x="15240" y="326389"/>
                  </a:lnTo>
                  <a:lnTo>
                    <a:pt x="13970" y="327660"/>
                  </a:lnTo>
                  <a:lnTo>
                    <a:pt x="25400" y="327660"/>
                  </a:lnTo>
                  <a:lnTo>
                    <a:pt x="26670" y="326389"/>
                  </a:lnTo>
                  <a:close/>
                </a:path>
                <a:path w="341629" h="349250">
                  <a:moveTo>
                    <a:pt x="30480" y="322579"/>
                  </a:moveTo>
                  <a:lnTo>
                    <a:pt x="19050" y="322579"/>
                  </a:lnTo>
                  <a:lnTo>
                    <a:pt x="16509" y="325120"/>
                  </a:lnTo>
                  <a:lnTo>
                    <a:pt x="27940" y="325120"/>
                  </a:lnTo>
                  <a:lnTo>
                    <a:pt x="30480" y="322579"/>
                  </a:lnTo>
                  <a:close/>
                </a:path>
                <a:path w="341629" h="349250">
                  <a:moveTo>
                    <a:pt x="33020" y="320039"/>
                  </a:moveTo>
                  <a:lnTo>
                    <a:pt x="21590" y="320039"/>
                  </a:lnTo>
                  <a:lnTo>
                    <a:pt x="20320" y="321310"/>
                  </a:lnTo>
                  <a:lnTo>
                    <a:pt x="31750" y="321310"/>
                  </a:lnTo>
                  <a:lnTo>
                    <a:pt x="33020" y="320039"/>
                  </a:lnTo>
                  <a:close/>
                </a:path>
                <a:path w="341629" h="349250">
                  <a:moveTo>
                    <a:pt x="36830" y="316229"/>
                  </a:moveTo>
                  <a:lnTo>
                    <a:pt x="25400" y="316229"/>
                  </a:lnTo>
                  <a:lnTo>
                    <a:pt x="22859" y="318770"/>
                  </a:lnTo>
                  <a:lnTo>
                    <a:pt x="34290" y="318770"/>
                  </a:lnTo>
                  <a:lnTo>
                    <a:pt x="36830" y="316229"/>
                  </a:lnTo>
                  <a:close/>
                </a:path>
                <a:path w="341629" h="349250">
                  <a:moveTo>
                    <a:pt x="39370" y="313689"/>
                  </a:moveTo>
                  <a:lnTo>
                    <a:pt x="27940" y="313689"/>
                  </a:lnTo>
                  <a:lnTo>
                    <a:pt x="26670" y="314960"/>
                  </a:lnTo>
                  <a:lnTo>
                    <a:pt x="38100" y="314960"/>
                  </a:lnTo>
                  <a:lnTo>
                    <a:pt x="39370" y="313689"/>
                  </a:lnTo>
                  <a:close/>
                </a:path>
                <a:path w="341629" h="349250">
                  <a:moveTo>
                    <a:pt x="43180" y="309879"/>
                  </a:moveTo>
                  <a:lnTo>
                    <a:pt x="31750" y="309879"/>
                  </a:lnTo>
                  <a:lnTo>
                    <a:pt x="29209" y="312420"/>
                  </a:lnTo>
                  <a:lnTo>
                    <a:pt x="40640" y="312420"/>
                  </a:lnTo>
                  <a:lnTo>
                    <a:pt x="43180" y="309879"/>
                  </a:lnTo>
                  <a:close/>
                </a:path>
                <a:path w="341629" h="349250">
                  <a:moveTo>
                    <a:pt x="45720" y="307339"/>
                  </a:moveTo>
                  <a:lnTo>
                    <a:pt x="34290" y="307339"/>
                  </a:lnTo>
                  <a:lnTo>
                    <a:pt x="33020" y="308610"/>
                  </a:lnTo>
                  <a:lnTo>
                    <a:pt x="44450" y="308610"/>
                  </a:lnTo>
                  <a:lnTo>
                    <a:pt x="45720" y="307339"/>
                  </a:lnTo>
                  <a:close/>
                </a:path>
                <a:path w="341629" h="349250">
                  <a:moveTo>
                    <a:pt x="49530" y="303529"/>
                  </a:moveTo>
                  <a:lnTo>
                    <a:pt x="38100" y="303529"/>
                  </a:lnTo>
                  <a:lnTo>
                    <a:pt x="35559" y="306070"/>
                  </a:lnTo>
                  <a:lnTo>
                    <a:pt x="46990" y="306070"/>
                  </a:lnTo>
                  <a:lnTo>
                    <a:pt x="49530" y="303529"/>
                  </a:lnTo>
                  <a:close/>
                </a:path>
                <a:path w="341629" h="349250">
                  <a:moveTo>
                    <a:pt x="52070" y="300989"/>
                  </a:moveTo>
                  <a:lnTo>
                    <a:pt x="40640" y="300989"/>
                  </a:lnTo>
                  <a:lnTo>
                    <a:pt x="39370" y="302260"/>
                  </a:lnTo>
                  <a:lnTo>
                    <a:pt x="50800" y="302260"/>
                  </a:lnTo>
                  <a:lnTo>
                    <a:pt x="52070" y="300989"/>
                  </a:lnTo>
                  <a:close/>
                </a:path>
                <a:path w="341629" h="349250">
                  <a:moveTo>
                    <a:pt x="55880" y="297179"/>
                  </a:moveTo>
                  <a:lnTo>
                    <a:pt x="44450" y="297179"/>
                  </a:lnTo>
                  <a:lnTo>
                    <a:pt x="41909" y="299720"/>
                  </a:lnTo>
                  <a:lnTo>
                    <a:pt x="53340" y="299720"/>
                  </a:lnTo>
                  <a:lnTo>
                    <a:pt x="55880" y="297179"/>
                  </a:lnTo>
                  <a:close/>
                </a:path>
                <a:path w="341629" h="349250">
                  <a:moveTo>
                    <a:pt x="58420" y="294639"/>
                  </a:moveTo>
                  <a:lnTo>
                    <a:pt x="46990" y="294639"/>
                  </a:lnTo>
                  <a:lnTo>
                    <a:pt x="45720" y="295910"/>
                  </a:lnTo>
                  <a:lnTo>
                    <a:pt x="57150" y="295910"/>
                  </a:lnTo>
                  <a:lnTo>
                    <a:pt x="58420" y="294639"/>
                  </a:lnTo>
                  <a:close/>
                </a:path>
                <a:path w="341629" h="349250">
                  <a:moveTo>
                    <a:pt x="62230" y="290829"/>
                  </a:moveTo>
                  <a:lnTo>
                    <a:pt x="50800" y="290829"/>
                  </a:lnTo>
                  <a:lnTo>
                    <a:pt x="48259" y="293370"/>
                  </a:lnTo>
                  <a:lnTo>
                    <a:pt x="59690" y="293370"/>
                  </a:lnTo>
                  <a:lnTo>
                    <a:pt x="62230" y="290829"/>
                  </a:lnTo>
                  <a:close/>
                </a:path>
                <a:path w="341629" h="349250">
                  <a:moveTo>
                    <a:pt x="64770" y="288289"/>
                  </a:moveTo>
                  <a:lnTo>
                    <a:pt x="53340" y="288289"/>
                  </a:lnTo>
                  <a:lnTo>
                    <a:pt x="52070" y="289560"/>
                  </a:lnTo>
                  <a:lnTo>
                    <a:pt x="63500" y="289560"/>
                  </a:lnTo>
                  <a:lnTo>
                    <a:pt x="64770" y="288289"/>
                  </a:lnTo>
                  <a:close/>
                </a:path>
                <a:path w="341629" h="349250">
                  <a:moveTo>
                    <a:pt x="68580" y="284479"/>
                  </a:moveTo>
                  <a:lnTo>
                    <a:pt x="57150" y="284479"/>
                  </a:lnTo>
                  <a:lnTo>
                    <a:pt x="54609" y="287020"/>
                  </a:lnTo>
                  <a:lnTo>
                    <a:pt x="66040" y="287020"/>
                  </a:lnTo>
                  <a:lnTo>
                    <a:pt x="68580" y="284479"/>
                  </a:lnTo>
                  <a:close/>
                </a:path>
                <a:path w="341629" h="349250">
                  <a:moveTo>
                    <a:pt x="71120" y="281939"/>
                  </a:moveTo>
                  <a:lnTo>
                    <a:pt x="59690" y="281939"/>
                  </a:lnTo>
                  <a:lnTo>
                    <a:pt x="58420" y="283210"/>
                  </a:lnTo>
                  <a:lnTo>
                    <a:pt x="69850" y="283210"/>
                  </a:lnTo>
                  <a:lnTo>
                    <a:pt x="71120" y="281939"/>
                  </a:lnTo>
                  <a:close/>
                </a:path>
                <a:path w="341629" h="349250">
                  <a:moveTo>
                    <a:pt x="74930" y="278129"/>
                  </a:moveTo>
                  <a:lnTo>
                    <a:pt x="63500" y="278129"/>
                  </a:lnTo>
                  <a:lnTo>
                    <a:pt x="60959" y="280670"/>
                  </a:lnTo>
                  <a:lnTo>
                    <a:pt x="72390" y="280670"/>
                  </a:lnTo>
                  <a:lnTo>
                    <a:pt x="74930" y="278129"/>
                  </a:lnTo>
                  <a:close/>
                </a:path>
                <a:path w="341629" h="349250">
                  <a:moveTo>
                    <a:pt x="77470" y="275589"/>
                  </a:moveTo>
                  <a:lnTo>
                    <a:pt x="66040" y="275589"/>
                  </a:lnTo>
                  <a:lnTo>
                    <a:pt x="64770" y="276860"/>
                  </a:lnTo>
                  <a:lnTo>
                    <a:pt x="76200" y="276860"/>
                  </a:lnTo>
                  <a:lnTo>
                    <a:pt x="77470" y="275589"/>
                  </a:lnTo>
                  <a:close/>
                </a:path>
                <a:path w="341629" h="349250">
                  <a:moveTo>
                    <a:pt x="81280" y="271779"/>
                  </a:moveTo>
                  <a:lnTo>
                    <a:pt x="69850" y="271779"/>
                  </a:lnTo>
                  <a:lnTo>
                    <a:pt x="67309" y="274320"/>
                  </a:lnTo>
                  <a:lnTo>
                    <a:pt x="78740" y="274320"/>
                  </a:lnTo>
                  <a:lnTo>
                    <a:pt x="81280" y="271779"/>
                  </a:lnTo>
                  <a:close/>
                </a:path>
                <a:path w="341629" h="349250">
                  <a:moveTo>
                    <a:pt x="83820" y="269239"/>
                  </a:moveTo>
                  <a:lnTo>
                    <a:pt x="72390" y="269239"/>
                  </a:lnTo>
                  <a:lnTo>
                    <a:pt x="71120" y="270510"/>
                  </a:lnTo>
                  <a:lnTo>
                    <a:pt x="82550" y="270510"/>
                  </a:lnTo>
                  <a:lnTo>
                    <a:pt x="83820" y="269239"/>
                  </a:lnTo>
                  <a:close/>
                </a:path>
                <a:path w="341629" h="349250">
                  <a:moveTo>
                    <a:pt x="87630" y="265429"/>
                  </a:moveTo>
                  <a:lnTo>
                    <a:pt x="76200" y="265429"/>
                  </a:lnTo>
                  <a:lnTo>
                    <a:pt x="73659" y="267970"/>
                  </a:lnTo>
                  <a:lnTo>
                    <a:pt x="85090" y="267970"/>
                  </a:lnTo>
                  <a:lnTo>
                    <a:pt x="87630" y="265429"/>
                  </a:lnTo>
                  <a:close/>
                </a:path>
                <a:path w="341629" h="349250">
                  <a:moveTo>
                    <a:pt x="90170" y="262889"/>
                  </a:moveTo>
                  <a:lnTo>
                    <a:pt x="78740" y="262889"/>
                  </a:lnTo>
                  <a:lnTo>
                    <a:pt x="77470" y="264160"/>
                  </a:lnTo>
                  <a:lnTo>
                    <a:pt x="88900" y="264160"/>
                  </a:lnTo>
                  <a:lnTo>
                    <a:pt x="90170" y="262889"/>
                  </a:lnTo>
                  <a:close/>
                </a:path>
                <a:path w="341629" h="349250">
                  <a:moveTo>
                    <a:pt x="93980" y="259079"/>
                  </a:moveTo>
                  <a:lnTo>
                    <a:pt x="82550" y="259079"/>
                  </a:lnTo>
                  <a:lnTo>
                    <a:pt x="80009" y="261620"/>
                  </a:lnTo>
                  <a:lnTo>
                    <a:pt x="91440" y="261620"/>
                  </a:lnTo>
                  <a:lnTo>
                    <a:pt x="93980" y="259079"/>
                  </a:lnTo>
                  <a:close/>
                </a:path>
                <a:path w="341629" h="349250">
                  <a:moveTo>
                    <a:pt x="96520" y="256539"/>
                  </a:moveTo>
                  <a:lnTo>
                    <a:pt x="85090" y="256539"/>
                  </a:lnTo>
                  <a:lnTo>
                    <a:pt x="83820" y="257810"/>
                  </a:lnTo>
                  <a:lnTo>
                    <a:pt x="95250" y="257810"/>
                  </a:lnTo>
                  <a:lnTo>
                    <a:pt x="96520" y="256539"/>
                  </a:lnTo>
                  <a:close/>
                </a:path>
                <a:path w="341629" h="349250">
                  <a:moveTo>
                    <a:pt x="100330" y="252729"/>
                  </a:moveTo>
                  <a:lnTo>
                    <a:pt x="88900" y="252729"/>
                  </a:lnTo>
                  <a:lnTo>
                    <a:pt x="86359" y="255270"/>
                  </a:lnTo>
                  <a:lnTo>
                    <a:pt x="97790" y="255270"/>
                  </a:lnTo>
                  <a:lnTo>
                    <a:pt x="100330" y="252729"/>
                  </a:lnTo>
                  <a:close/>
                </a:path>
                <a:path w="341629" h="349250">
                  <a:moveTo>
                    <a:pt x="102870" y="250189"/>
                  </a:moveTo>
                  <a:lnTo>
                    <a:pt x="91440" y="250189"/>
                  </a:lnTo>
                  <a:lnTo>
                    <a:pt x="90170" y="251460"/>
                  </a:lnTo>
                  <a:lnTo>
                    <a:pt x="101600" y="251460"/>
                  </a:lnTo>
                  <a:lnTo>
                    <a:pt x="102870" y="250189"/>
                  </a:lnTo>
                  <a:close/>
                </a:path>
                <a:path w="341629" h="349250">
                  <a:moveTo>
                    <a:pt x="106680" y="246379"/>
                  </a:moveTo>
                  <a:lnTo>
                    <a:pt x="95250" y="246379"/>
                  </a:lnTo>
                  <a:lnTo>
                    <a:pt x="92709" y="248920"/>
                  </a:lnTo>
                  <a:lnTo>
                    <a:pt x="104140" y="248920"/>
                  </a:lnTo>
                  <a:lnTo>
                    <a:pt x="106680" y="246379"/>
                  </a:lnTo>
                  <a:close/>
                </a:path>
                <a:path w="341629" h="349250">
                  <a:moveTo>
                    <a:pt x="109220" y="243839"/>
                  </a:moveTo>
                  <a:lnTo>
                    <a:pt x="97790" y="243839"/>
                  </a:lnTo>
                  <a:lnTo>
                    <a:pt x="96520" y="245110"/>
                  </a:lnTo>
                  <a:lnTo>
                    <a:pt x="107950" y="245110"/>
                  </a:lnTo>
                  <a:lnTo>
                    <a:pt x="109220" y="243839"/>
                  </a:lnTo>
                  <a:close/>
                </a:path>
                <a:path w="341629" h="349250">
                  <a:moveTo>
                    <a:pt x="113030" y="240029"/>
                  </a:moveTo>
                  <a:lnTo>
                    <a:pt x="101600" y="240029"/>
                  </a:lnTo>
                  <a:lnTo>
                    <a:pt x="99059" y="242570"/>
                  </a:lnTo>
                  <a:lnTo>
                    <a:pt x="110490" y="242570"/>
                  </a:lnTo>
                  <a:lnTo>
                    <a:pt x="113030" y="240029"/>
                  </a:lnTo>
                  <a:close/>
                </a:path>
                <a:path w="341629" h="349250">
                  <a:moveTo>
                    <a:pt x="115570" y="237489"/>
                  </a:moveTo>
                  <a:lnTo>
                    <a:pt x="104140" y="237489"/>
                  </a:lnTo>
                  <a:lnTo>
                    <a:pt x="102870" y="238760"/>
                  </a:lnTo>
                  <a:lnTo>
                    <a:pt x="114300" y="238760"/>
                  </a:lnTo>
                  <a:lnTo>
                    <a:pt x="115570" y="237489"/>
                  </a:lnTo>
                  <a:close/>
                </a:path>
                <a:path w="341629" h="349250">
                  <a:moveTo>
                    <a:pt x="119380" y="233679"/>
                  </a:moveTo>
                  <a:lnTo>
                    <a:pt x="107950" y="233679"/>
                  </a:lnTo>
                  <a:lnTo>
                    <a:pt x="105409" y="236220"/>
                  </a:lnTo>
                  <a:lnTo>
                    <a:pt x="116840" y="236220"/>
                  </a:lnTo>
                  <a:lnTo>
                    <a:pt x="119380" y="233679"/>
                  </a:lnTo>
                  <a:close/>
                </a:path>
                <a:path w="341629" h="349250">
                  <a:moveTo>
                    <a:pt x="121920" y="231139"/>
                  </a:moveTo>
                  <a:lnTo>
                    <a:pt x="110490" y="231139"/>
                  </a:lnTo>
                  <a:lnTo>
                    <a:pt x="109220" y="232410"/>
                  </a:lnTo>
                  <a:lnTo>
                    <a:pt x="120650" y="232410"/>
                  </a:lnTo>
                  <a:lnTo>
                    <a:pt x="121920" y="231139"/>
                  </a:lnTo>
                  <a:close/>
                </a:path>
                <a:path w="341629" h="349250">
                  <a:moveTo>
                    <a:pt x="125730" y="227329"/>
                  </a:moveTo>
                  <a:lnTo>
                    <a:pt x="114300" y="227329"/>
                  </a:lnTo>
                  <a:lnTo>
                    <a:pt x="111759" y="229870"/>
                  </a:lnTo>
                  <a:lnTo>
                    <a:pt x="123190" y="229870"/>
                  </a:lnTo>
                  <a:lnTo>
                    <a:pt x="125730" y="227329"/>
                  </a:lnTo>
                  <a:close/>
                </a:path>
                <a:path w="341629" h="349250">
                  <a:moveTo>
                    <a:pt x="128270" y="224789"/>
                  </a:moveTo>
                  <a:lnTo>
                    <a:pt x="116840" y="224789"/>
                  </a:lnTo>
                  <a:lnTo>
                    <a:pt x="115570" y="226060"/>
                  </a:lnTo>
                  <a:lnTo>
                    <a:pt x="127000" y="226060"/>
                  </a:lnTo>
                  <a:lnTo>
                    <a:pt x="128270" y="224789"/>
                  </a:lnTo>
                  <a:close/>
                </a:path>
                <a:path w="341629" h="349250">
                  <a:moveTo>
                    <a:pt x="132080" y="220979"/>
                  </a:moveTo>
                  <a:lnTo>
                    <a:pt x="120650" y="220979"/>
                  </a:lnTo>
                  <a:lnTo>
                    <a:pt x="118109" y="223520"/>
                  </a:lnTo>
                  <a:lnTo>
                    <a:pt x="129540" y="223520"/>
                  </a:lnTo>
                  <a:lnTo>
                    <a:pt x="132080" y="220979"/>
                  </a:lnTo>
                  <a:close/>
                </a:path>
                <a:path w="341629" h="349250">
                  <a:moveTo>
                    <a:pt x="134620" y="218439"/>
                  </a:moveTo>
                  <a:lnTo>
                    <a:pt x="123190" y="218439"/>
                  </a:lnTo>
                  <a:lnTo>
                    <a:pt x="121920" y="219710"/>
                  </a:lnTo>
                  <a:lnTo>
                    <a:pt x="133350" y="219710"/>
                  </a:lnTo>
                  <a:lnTo>
                    <a:pt x="134620" y="218439"/>
                  </a:lnTo>
                  <a:close/>
                </a:path>
                <a:path w="341629" h="349250">
                  <a:moveTo>
                    <a:pt x="138430" y="214629"/>
                  </a:moveTo>
                  <a:lnTo>
                    <a:pt x="127000" y="214629"/>
                  </a:lnTo>
                  <a:lnTo>
                    <a:pt x="124459" y="217170"/>
                  </a:lnTo>
                  <a:lnTo>
                    <a:pt x="135890" y="217170"/>
                  </a:lnTo>
                  <a:lnTo>
                    <a:pt x="138430" y="214629"/>
                  </a:lnTo>
                  <a:close/>
                </a:path>
                <a:path w="341629" h="349250">
                  <a:moveTo>
                    <a:pt x="140970" y="212089"/>
                  </a:moveTo>
                  <a:lnTo>
                    <a:pt x="129540" y="212089"/>
                  </a:lnTo>
                  <a:lnTo>
                    <a:pt x="128270" y="213360"/>
                  </a:lnTo>
                  <a:lnTo>
                    <a:pt x="139700" y="213360"/>
                  </a:lnTo>
                  <a:lnTo>
                    <a:pt x="140970" y="212089"/>
                  </a:lnTo>
                  <a:close/>
                </a:path>
                <a:path w="341629" h="349250">
                  <a:moveTo>
                    <a:pt x="144780" y="208279"/>
                  </a:moveTo>
                  <a:lnTo>
                    <a:pt x="133350" y="208279"/>
                  </a:lnTo>
                  <a:lnTo>
                    <a:pt x="130809" y="210820"/>
                  </a:lnTo>
                  <a:lnTo>
                    <a:pt x="142240" y="210820"/>
                  </a:lnTo>
                  <a:lnTo>
                    <a:pt x="144780" y="208279"/>
                  </a:lnTo>
                  <a:close/>
                </a:path>
                <a:path w="341629" h="349250">
                  <a:moveTo>
                    <a:pt x="147320" y="205739"/>
                  </a:moveTo>
                  <a:lnTo>
                    <a:pt x="135890" y="205739"/>
                  </a:lnTo>
                  <a:lnTo>
                    <a:pt x="134620" y="207010"/>
                  </a:lnTo>
                  <a:lnTo>
                    <a:pt x="146050" y="207010"/>
                  </a:lnTo>
                  <a:lnTo>
                    <a:pt x="147320" y="205739"/>
                  </a:lnTo>
                  <a:close/>
                </a:path>
                <a:path w="341629" h="349250">
                  <a:moveTo>
                    <a:pt x="151130" y="201929"/>
                  </a:moveTo>
                  <a:lnTo>
                    <a:pt x="139700" y="201929"/>
                  </a:lnTo>
                  <a:lnTo>
                    <a:pt x="137159" y="204470"/>
                  </a:lnTo>
                  <a:lnTo>
                    <a:pt x="148590" y="204470"/>
                  </a:lnTo>
                  <a:lnTo>
                    <a:pt x="151130" y="201929"/>
                  </a:lnTo>
                  <a:close/>
                </a:path>
                <a:path w="341629" h="349250">
                  <a:moveTo>
                    <a:pt x="153670" y="199389"/>
                  </a:moveTo>
                  <a:lnTo>
                    <a:pt x="142240" y="199389"/>
                  </a:lnTo>
                  <a:lnTo>
                    <a:pt x="140970" y="200660"/>
                  </a:lnTo>
                  <a:lnTo>
                    <a:pt x="152400" y="200660"/>
                  </a:lnTo>
                  <a:lnTo>
                    <a:pt x="153670" y="199389"/>
                  </a:lnTo>
                  <a:close/>
                </a:path>
                <a:path w="341629" h="349250">
                  <a:moveTo>
                    <a:pt x="157480" y="195579"/>
                  </a:moveTo>
                  <a:lnTo>
                    <a:pt x="146050" y="195579"/>
                  </a:lnTo>
                  <a:lnTo>
                    <a:pt x="143509" y="198120"/>
                  </a:lnTo>
                  <a:lnTo>
                    <a:pt x="154940" y="198120"/>
                  </a:lnTo>
                  <a:lnTo>
                    <a:pt x="157480" y="195579"/>
                  </a:lnTo>
                  <a:close/>
                </a:path>
                <a:path w="341629" h="349250">
                  <a:moveTo>
                    <a:pt x="160020" y="193039"/>
                  </a:moveTo>
                  <a:lnTo>
                    <a:pt x="148590" y="193039"/>
                  </a:lnTo>
                  <a:lnTo>
                    <a:pt x="147320" y="194310"/>
                  </a:lnTo>
                  <a:lnTo>
                    <a:pt x="158750" y="194310"/>
                  </a:lnTo>
                  <a:lnTo>
                    <a:pt x="160020" y="193039"/>
                  </a:lnTo>
                  <a:close/>
                </a:path>
                <a:path w="341629" h="349250">
                  <a:moveTo>
                    <a:pt x="163830" y="189229"/>
                  </a:moveTo>
                  <a:lnTo>
                    <a:pt x="152400" y="189229"/>
                  </a:lnTo>
                  <a:lnTo>
                    <a:pt x="149859" y="191770"/>
                  </a:lnTo>
                  <a:lnTo>
                    <a:pt x="161290" y="191770"/>
                  </a:lnTo>
                  <a:lnTo>
                    <a:pt x="163830" y="189229"/>
                  </a:lnTo>
                  <a:close/>
                </a:path>
                <a:path w="341629" h="349250">
                  <a:moveTo>
                    <a:pt x="166370" y="186689"/>
                  </a:moveTo>
                  <a:lnTo>
                    <a:pt x="154940" y="186689"/>
                  </a:lnTo>
                  <a:lnTo>
                    <a:pt x="153670" y="187960"/>
                  </a:lnTo>
                  <a:lnTo>
                    <a:pt x="165100" y="187960"/>
                  </a:lnTo>
                  <a:lnTo>
                    <a:pt x="166370" y="186689"/>
                  </a:lnTo>
                  <a:close/>
                </a:path>
                <a:path w="341629" h="349250">
                  <a:moveTo>
                    <a:pt x="170180" y="182879"/>
                  </a:moveTo>
                  <a:lnTo>
                    <a:pt x="158750" y="182879"/>
                  </a:lnTo>
                  <a:lnTo>
                    <a:pt x="156209" y="185420"/>
                  </a:lnTo>
                  <a:lnTo>
                    <a:pt x="167640" y="185420"/>
                  </a:lnTo>
                  <a:lnTo>
                    <a:pt x="170180" y="182879"/>
                  </a:lnTo>
                  <a:close/>
                </a:path>
                <a:path w="341629" h="349250">
                  <a:moveTo>
                    <a:pt x="172720" y="180339"/>
                  </a:moveTo>
                  <a:lnTo>
                    <a:pt x="161290" y="180339"/>
                  </a:lnTo>
                  <a:lnTo>
                    <a:pt x="160020" y="181610"/>
                  </a:lnTo>
                  <a:lnTo>
                    <a:pt x="171450" y="181610"/>
                  </a:lnTo>
                  <a:lnTo>
                    <a:pt x="172720" y="180339"/>
                  </a:lnTo>
                  <a:close/>
                </a:path>
                <a:path w="341629" h="349250">
                  <a:moveTo>
                    <a:pt x="176530" y="176529"/>
                  </a:moveTo>
                  <a:lnTo>
                    <a:pt x="165100" y="176529"/>
                  </a:lnTo>
                  <a:lnTo>
                    <a:pt x="162559" y="179070"/>
                  </a:lnTo>
                  <a:lnTo>
                    <a:pt x="173990" y="179070"/>
                  </a:lnTo>
                  <a:lnTo>
                    <a:pt x="176530" y="176529"/>
                  </a:lnTo>
                  <a:close/>
                </a:path>
                <a:path w="341629" h="349250">
                  <a:moveTo>
                    <a:pt x="179070" y="173989"/>
                  </a:moveTo>
                  <a:lnTo>
                    <a:pt x="167640" y="173989"/>
                  </a:lnTo>
                  <a:lnTo>
                    <a:pt x="166370" y="175260"/>
                  </a:lnTo>
                  <a:lnTo>
                    <a:pt x="177800" y="175260"/>
                  </a:lnTo>
                  <a:lnTo>
                    <a:pt x="179070" y="173989"/>
                  </a:lnTo>
                  <a:close/>
                </a:path>
                <a:path w="341629" h="349250">
                  <a:moveTo>
                    <a:pt x="182880" y="170179"/>
                  </a:moveTo>
                  <a:lnTo>
                    <a:pt x="171450" y="170179"/>
                  </a:lnTo>
                  <a:lnTo>
                    <a:pt x="168909" y="172720"/>
                  </a:lnTo>
                  <a:lnTo>
                    <a:pt x="180340" y="172720"/>
                  </a:lnTo>
                  <a:lnTo>
                    <a:pt x="182880" y="170179"/>
                  </a:lnTo>
                  <a:close/>
                </a:path>
                <a:path w="341629" h="349250">
                  <a:moveTo>
                    <a:pt x="185420" y="167639"/>
                  </a:moveTo>
                  <a:lnTo>
                    <a:pt x="173990" y="167639"/>
                  </a:lnTo>
                  <a:lnTo>
                    <a:pt x="172720" y="168910"/>
                  </a:lnTo>
                  <a:lnTo>
                    <a:pt x="184150" y="168910"/>
                  </a:lnTo>
                  <a:lnTo>
                    <a:pt x="185420" y="167639"/>
                  </a:lnTo>
                  <a:close/>
                </a:path>
                <a:path w="341629" h="349250">
                  <a:moveTo>
                    <a:pt x="189230" y="163829"/>
                  </a:moveTo>
                  <a:lnTo>
                    <a:pt x="177800" y="163829"/>
                  </a:lnTo>
                  <a:lnTo>
                    <a:pt x="175259" y="166370"/>
                  </a:lnTo>
                  <a:lnTo>
                    <a:pt x="186690" y="166370"/>
                  </a:lnTo>
                  <a:lnTo>
                    <a:pt x="189230" y="163829"/>
                  </a:lnTo>
                  <a:close/>
                </a:path>
                <a:path w="341629" h="349250">
                  <a:moveTo>
                    <a:pt x="341629" y="0"/>
                  </a:moveTo>
                  <a:lnTo>
                    <a:pt x="179070" y="162560"/>
                  </a:lnTo>
                  <a:lnTo>
                    <a:pt x="190500" y="162560"/>
                  </a:lnTo>
                  <a:lnTo>
                    <a:pt x="341629" y="11430"/>
                  </a:lnTo>
                  <a:lnTo>
                    <a:pt x="341629" y="0"/>
                  </a:lnTo>
                  <a:close/>
                </a:path>
              </a:pathLst>
            </a:custGeom>
            <a:solidFill>
              <a:srgbClr val="D9CE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4" name="object 3574"/>
            <p:cNvSpPr/>
            <p:nvPr/>
          </p:nvSpPr>
          <p:spPr>
            <a:xfrm>
              <a:off x="7070089" y="3129280"/>
              <a:ext cx="336550" cy="336550"/>
            </a:xfrm>
            <a:custGeom>
              <a:avLst/>
              <a:gdLst/>
              <a:ahLst/>
              <a:cxnLst/>
              <a:rect l="l" t="t" r="r" b="b"/>
              <a:pathLst>
                <a:path w="336550" h="336550">
                  <a:moveTo>
                    <a:pt x="1269" y="335279"/>
                  </a:moveTo>
                  <a:lnTo>
                    <a:pt x="0" y="336549"/>
                  </a:lnTo>
                  <a:lnTo>
                    <a:pt x="1269" y="336549"/>
                  </a:lnTo>
                  <a:lnTo>
                    <a:pt x="1269" y="335279"/>
                  </a:lnTo>
                  <a:close/>
                </a:path>
                <a:path w="336550" h="336550">
                  <a:moveTo>
                    <a:pt x="8889" y="330199"/>
                  </a:moveTo>
                  <a:lnTo>
                    <a:pt x="6350" y="330199"/>
                  </a:lnTo>
                  <a:lnTo>
                    <a:pt x="3809" y="332739"/>
                  </a:lnTo>
                  <a:lnTo>
                    <a:pt x="3809" y="334009"/>
                  </a:lnTo>
                  <a:lnTo>
                    <a:pt x="6349" y="334009"/>
                  </a:lnTo>
                  <a:lnTo>
                    <a:pt x="6349" y="331469"/>
                  </a:lnTo>
                  <a:lnTo>
                    <a:pt x="8889" y="331469"/>
                  </a:lnTo>
                  <a:lnTo>
                    <a:pt x="8889" y="330199"/>
                  </a:lnTo>
                  <a:close/>
                </a:path>
                <a:path w="336550" h="336550">
                  <a:moveTo>
                    <a:pt x="12699" y="327659"/>
                  </a:moveTo>
                  <a:lnTo>
                    <a:pt x="8889" y="327659"/>
                  </a:lnTo>
                  <a:lnTo>
                    <a:pt x="7619" y="328929"/>
                  </a:lnTo>
                  <a:lnTo>
                    <a:pt x="10159" y="328929"/>
                  </a:lnTo>
                  <a:lnTo>
                    <a:pt x="10159" y="330199"/>
                  </a:lnTo>
                  <a:lnTo>
                    <a:pt x="12699" y="330199"/>
                  </a:lnTo>
                  <a:lnTo>
                    <a:pt x="12699" y="327659"/>
                  </a:lnTo>
                  <a:close/>
                </a:path>
                <a:path w="336550" h="336550">
                  <a:moveTo>
                    <a:pt x="20319" y="323849"/>
                  </a:moveTo>
                  <a:lnTo>
                    <a:pt x="12700" y="323849"/>
                  </a:lnTo>
                  <a:lnTo>
                    <a:pt x="10159" y="326389"/>
                  </a:lnTo>
                  <a:lnTo>
                    <a:pt x="15239" y="326389"/>
                  </a:lnTo>
                  <a:lnTo>
                    <a:pt x="15239" y="327659"/>
                  </a:lnTo>
                  <a:lnTo>
                    <a:pt x="17779" y="327659"/>
                  </a:lnTo>
                  <a:lnTo>
                    <a:pt x="17779" y="325119"/>
                  </a:lnTo>
                  <a:lnTo>
                    <a:pt x="20319" y="325119"/>
                  </a:lnTo>
                  <a:lnTo>
                    <a:pt x="20319" y="323849"/>
                  </a:lnTo>
                  <a:close/>
                </a:path>
                <a:path w="336550" h="336550">
                  <a:moveTo>
                    <a:pt x="24129" y="321309"/>
                  </a:moveTo>
                  <a:lnTo>
                    <a:pt x="15239" y="321309"/>
                  </a:lnTo>
                  <a:lnTo>
                    <a:pt x="13969" y="322579"/>
                  </a:lnTo>
                  <a:lnTo>
                    <a:pt x="21589" y="322579"/>
                  </a:lnTo>
                  <a:lnTo>
                    <a:pt x="21589" y="323849"/>
                  </a:lnTo>
                  <a:lnTo>
                    <a:pt x="22859" y="323849"/>
                  </a:lnTo>
                  <a:lnTo>
                    <a:pt x="24129" y="322579"/>
                  </a:lnTo>
                  <a:lnTo>
                    <a:pt x="24129" y="321309"/>
                  </a:lnTo>
                  <a:close/>
                </a:path>
                <a:path w="336550" h="336550">
                  <a:moveTo>
                    <a:pt x="29209" y="317499"/>
                  </a:moveTo>
                  <a:lnTo>
                    <a:pt x="19050" y="317499"/>
                  </a:lnTo>
                  <a:lnTo>
                    <a:pt x="16509" y="320039"/>
                  </a:lnTo>
                  <a:lnTo>
                    <a:pt x="26669" y="320039"/>
                  </a:lnTo>
                  <a:lnTo>
                    <a:pt x="29209" y="317499"/>
                  </a:lnTo>
                  <a:close/>
                </a:path>
                <a:path w="336550" h="336550">
                  <a:moveTo>
                    <a:pt x="31750" y="314959"/>
                  </a:moveTo>
                  <a:lnTo>
                    <a:pt x="21589" y="314959"/>
                  </a:lnTo>
                  <a:lnTo>
                    <a:pt x="20319" y="316229"/>
                  </a:lnTo>
                  <a:lnTo>
                    <a:pt x="30479" y="316229"/>
                  </a:lnTo>
                  <a:lnTo>
                    <a:pt x="31750" y="314959"/>
                  </a:lnTo>
                  <a:close/>
                </a:path>
                <a:path w="336550" h="336550">
                  <a:moveTo>
                    <a:pt x="35559" y="311149"/>
                  </a:moveTo>
                  <a:lnTo>
                    <a:pt x="25400" y="311149"/>
                  </a:lnTo>
                  <a:lnTo>
                    <a:pt x="22859" y="313689"/>
                  </a:lnTo>
                  <a:lnTo>
                    <a:pt x="33019" y="313689"/>
                  </a:lnTo>
                  <a:lnTo>
                    <a:pt x="35559" y="311149"/>
                  </a:lnTo>
                  <a:close/>
                </a:path>
                <a:path w="336550" h="336550">
                  <a:moveTo>
                    <a:pt x="38100" y="308609"/>
                  </a:moveTo>
                  <a:lnTo>
                    <a:pt x="27939" y="308609"/>
                  </a:lnTo>
                  <a:lnTo>
                    <a:pt x="26669" y="309879"/>
                  </a:lnTo>
                  <a:lnTo>
                    <a:pt x="36829" y="309879"/>
                  </a:lnTo>
                  <a:lnTo>
                    <a:pt x="38100" y="308609"/>
                  </a:lnTo>
                  <a:close/>
                </a:path>
                <a:path w="336550" h="336550">
                  <a:moveTo>
                    <a:pt x="41909" y="304799"/>
                  </a:moveTo>
                  <a:lnTo>
                    <a:pt x="31750" y="304799"/>
                  </a:lnTo>
                  <a:lnTo>
                    <a:pt x="29209" y="307339"/>
                  </a:lnTo>
                  <a:lnTo>
                    <a:pt x="39369" y="307339"/>
                  </a:lnTo>
                  <a:lnTo>
                    <a:pt x="41909" y="304799"/>
                  </a:lnTo>
                  <a:close/>
                </a:path>
                <a:path w="336550" h="336550">
                  <a:moveTo>
                    <a:pt x="44450" y="302259"/>
                  </a:moveTo>
                  <a:lnTo>
                    <a:pt x="34289" y="302259"/>
                  </a:lnTo>
                  <a:lnTo>
                    <a:pt x="33019" y="303529"/>
                  </a:lnTo>
                  <a:lnTo>
                    <a:pt x="43179" y="303529"/>
                  </a:lnTo>
                  <a:lnTo>
                    <a:pt x="44450" y="302259"/>
                  </a:lnTo>
                  <a:close/>
                </a:path>
                <a:path w="336550" h="336550">
                  <a:moveTo>
                    <a:pt x="48259" y="298449"/>
                  </a:moveTo>
                  <a:lnTo>
                    <a:pt x="38100" y="298449"/>
                  </a:lnTo>
                  <a:lnTo>
                    <a:pt x="35559" y="300989"/>
                  </a:lnTo>
                  <a:lnTo>
                    <a:pt x="45719" y="300989"/>
                  </a:lnTo>
                  <a:lnTo>
                    <a:pt x="48259" y="298449"/>
                  </a:lnTo>
                  <a:close/>
                </a:path>
                <a:path w="336550" h="336550">
                  <a:moveTo>
                    <a:pt x="50800" y="295909"/>
                  </a:moveTo>
                  <a:lnTo>
                    <a:pt x="40639" y="295909"/>
                  </a:lnTo>
                  <a:lnTo>
                    <a:pt x="39369" y="297179"/>
                  </a:lnTo>
                  <a:lnTo>
                    <a:pt x="49529" y="297179"/>
                  </a:lnTo>
                  <a:lnTo>
                    <a:pt x="50800" y="295909"/>
                  </a:lnTo>
                  <a:close/>
                </a:path>
                <a:path w="336550" h="336550">
                  <a:moveTo>
                    <a:pt x="54609" y="292099"/>
                  </a:moveTo>
                  <a:lnTo>
                    <a:pt x="44450" y="292099"/>
                  </a:lnTo>
                  <a:lnTo>
                    <a:pt x="41909" y="294639"/>
                  </a:lnTo>
                  <a:lnTo>
                    <a:pt x="52069" y="294639"/>
                  </a:lnTo>
                  <a:lnTo>
                    <a:pt x="54609" y="292099"/>
                  </a:lnTo>
                  <a:close/>
                </a:path>
                <a:path w="336550" h="336550">
                  <a:moveTo>
                    <a:pt x="57150" y="289559"/>
                  </a:moveTo>
                  <a:lnTo>
                    <a:pt x="46989" y="289559"/>
                  </a:lnTo>
                  <a:lnTo>
                    <a:pt x="45719" y="290829"/>
                  </a:lnTo>
                  <a:lnTo>
                    <a:pt x="55879" y="290829"/>
                  </a:lnTo>
                  <a:lnTo>
                    <a:pt x="57150" y="289559"/>
                  </a:lnTo>
                  <a:close/>
                </a:path>
                <a:path w="336550" h="336550">
                  <a:moveTo>
                    <a:pt x="60959" y="285749"/>
                  </a:moveTo>
                  <a:lnTo>
                    <a:pt x="50800" y="285749"/>
                  </a:lnTo>
                  <a:lnTo>
                    <a:pt x="48259" y="288289"/>
                  </a:lnTo>
                  <a:lnTo>
                    <a:pt x="58419" y="288289"/>
                  </a:lnTo>
                  <a:lnTo>
                    <a:pt x="60959" y="285749"/>
                  </a:lnTo>
                  <a:close/>
                </a:path>
                <a:path w="336550" h="336550">
                  <a:moveTo>
                    <a:pt x="63500" y="283209"/>
                  </a:moveTo>
                  <a:lnTo>
                    <a:pt x="53339" y="283209"/>
                  </a:lnTo>
                  <a:lnTo>
                    <a:pt x="52069" y="284479"/>
                  </a:lnTo>
                  <a:lnTo>
                    <a:pt x="62229" y="284479"/>
                  </a:lnTo>
                  <a:lnTo>
                    <a:pt x="63500" y="283209"/>
                  </a:lnTo>
                  <a:close/>
                </a:path>
                <a:path w="336550" h="336550">
                  <a:moveTo>
                    <a:pt x="67309" y="279399"/>
                  </a:moveTo>
                  <a:lnTo>
                    <a:pt x="57150" y="279399"/>
                  </a:lnTo>
                  <a:lnTo>
                    <a:pt x="54609" y="281939"/>
                  </a:lnTo>
                  <a:lnTo>
                    <a:pt x="64769" y="281939"/>
                  </a:lnTo>
                  <a:lnTo>
                    <a:pt x="67309" y="279399"/>
                  </a:lnTo>
                  <a:close/>
                </a:path>
                <a:path w="336550" h="336550">
                  <a:moveTo>
                    <a:pt x="69850" y="276859"/>
                  </a:moveTo>
                  <a:lnTo>
                    <a:pt x="59689" y="276859"/>
                  </a:lnTo>
                  <a:lnTo>
                    <a:pt x="58419" y="278129"/>
                  </a:lnTo>
                  <a:lnTo>
                    <a:pt x="68579" y="278129"/>
                  </a:lnTo>
                  <a:lnTo>
                    <a:pt x="69850" y="276859"/>
                  </a:lnTo>
                  <a:close/>
                </a:path>
                <a:path w="336550" h="336550">
                  <a:moveTo>
                    <a:pt x="73659" y="273049"/>
                  </a:moveTo>
                  <a:lnTo>
                    <a:pt x="63500" y="273049"/>
                  </a:lnTo>
                  <a:lnTo>
                    <a:pt x="60959" y="275589"/>
                  </a:lnTo>
                  <a:lnTo>
                    <a:pt x="71119" y="275589"/>
                  </a:lnTo>
                  <a:lnTo>
                    <a:pt x="73659" y="273049"/>
                  </a:lnTo>
                  <a:close/>
                </a:path>
                <a:path w="336550" h="336550">
                  <a:moveTo>
                    <a:pt x="76200" y="270509"/>
                  </a:moveTo>
                  <a:lnTo>
                    <a:pt x="66039" y="270509"/>
                  </a:lnTo>
                  <a:lnTo>
                    <a:pt x="64769" y="271779"/>
                  </a:lnTo>
                  <a:lnTo>
                    <a:pt x="74929" y="271779"/>
                  </a:lnTo>
                  <a:lnTo>
                    <a:pt x="76200" y="270509"/>
                  </a:lnTo>
                  <a:close/>
                </a:path>
                <a:path w="336550" h="336550">
                  <a:moveTo>
                    <a:pt x="80009" y="266699"/>
                  </a:moveTo>
                  <a:lnTo>
                    <a:pt x="69850" y="266699"/>
                  </a:lnTo>
                  <a:lnTo>
                    <a:pt x="67309" y="269239"/>
                  </a:lnTo>
                  <a:lnTo>
                    <a:pt x="77469" y="269239"/>
                  </a:lnTo>
                  <a:lnTo>
                    <a:pt x="80009" y="266699"/>
                  </a:lnTo>
                  <a:close/>
                </a:path>
                <a:path w="336550" h="336550">
                  <a:moveTo>
                    <a:pt x="82550" y="264159"/>
                  </a:moveTo>
                  <a:lnTo>
                    <a:pt x="72389" y="264159"/>
                  </a:lnTo>
                  <a:lnTo>
                    <a:pt x="71119" y="265429"/>
                  </a:lnTo>
                  <a:lnTo>
                    <a:pt x="81279" y="265429"/>
                  </a:lnTo>
                  <a:lnTo>
                    <a:pt x="82550" y="264159"/>
                  </a:lnTo>
                  <a:close/>
                </a:path>
                <a:path w="336550" h="336550">
                  <a:moveTo>
                    <a:pt x="86359" y="260349"/>
                  </a:moveTo>
                  <a:lnTo>
                    <a:pt x="76200" y="260349"/>
                  </a:lnTo>
                  <a:lnTo>
                    <a:pt x="73659" y="262889"/>
                  </a:lnTo>
                  <a:lnTo>
                    <a:pt x="83819" y="262889"/>
                  </a:lnTo>
                  <a:lnTo>
                    <a:pt x="86359" y="260349"/>
                  </a:lnTo>
                  <a:close/>
                </a:path>
                <a:path w="336550" h="336550">
                  <a:moveTo>
                    <a:pt x="88900" y="257809"/>
                  </a:moveTo>
                  <a:lnTo>
                    <a:pt x="78739" y="257809"/>
                  </a:lnTo>
                  <a:lnTo>
                    <a:pt x="77469" y="259079"/>
                  </a:lnTo>
                  <a:lnTo>
                    <a:pt x="87629" y="259079"/>
                  </a:lnTo>
                  <a:lnTo>
                    <a:pt x="88900" y="257809"/>
                  </a:lnTo>
                  <a:close/>
                </a:path>
                <a:path w="336550" h="336550">
                  <a:moveTo>
                    <a:pt x="92709" y="253999"/>
                  </a:moveTo>
                  <a:lnTo>
                    <a:pt x="82550" y="253999"/>
                  </a:lnTo>
                  <a:lnTo>
                    <a:pt x="80009" y="256539"/>
                  </a:lnTo>
                  <a:lnTo>
                    <a:pt x="90169" y="256539"/>
                  </a:lnTo>
                  <a:lnTo>
                    <a:pt x="92709" y="253999"/>
                  </a:lnTo>
                  <a:close/>
                </a:path>
                <a:path w="336550" h="336550">
                  <a:moveTo>
                    <a:pt x="95250" y="251459"/>
                  </a:moveTo>
                  <a:lnTo>
                    <a:pt x="85089" y="251459"/>
                  </a:lnTo>
                  <a:lnTo>
                    <a:pt x="83819" y="252729"/>
                  </a:lnTo>
                  <a:lnTo>
                    <a:pt x="93979" y="252729"/>
                  </a:lnTo>
                  <a:lnTo>
                    <a:pt x="95250" y="251459"/>
                  </a:lnTo>
                  <a:close/>
                </a:path>
                <a:path w="336550" h="336550">
                  <a:moveTo>
                    <a:pt x="99059" y="247649"/>
                  </a:moveTo>
                  <a:lnTo>
                    <a:pt x="88900" y="247649"/>
                  </a:lnTo>
                  <a:lnTo>
                    <a:pt x="86359" y="250189"/>
                  </a:lnTo>
                  <a:lnTo>
                    <a:pt x="96519" y="250189"/>
                  </a:lnTo>
                  <a:lnTo>
                    <a:pt x="99059" y="247649"/>
                  </a:lnTo>
                  <a:close/>
                </a:path>
                <a:path w="336550" h="336550">
                  <a:moveTo>
                    <a:pt x="101600" y="245109"/>
                  </a:moveTo>
                  <a:lnTo>
                    <a:pt x="91439" y="245109"/>
                  </a:lnTo>
                  <a:lnTo>
                    <a:pt x="90169" y="246379"/>
                  </a:lnTo>
                  <a:lnTo>
                    <a:pt x="100329" y="246379"/>
                  </a:lnTo>
                  <a:lnTo>
                    <a:pt x="101600" y="245109"/>
                  </a:lnTo>
                  <a:close/>
                </a:path>
                <a:path w="336550" h="336550">
                  <a:moveTo>
                    <a:pt x="105409" y="241299"/>
                  </a:moveTo>
                  <a:lnTo>
                    <a:pt x="95250" y="241299"/>
                  </a:lnTo>
                  <a:lnTo>
                    <a:pt x="92709" y="243839"/>
                  </a:lnTo>
                  <a:lnTo>
                    <a:pt x="102869" y="243839"/>
                  </a:lnTo>
                  <a:lnTo>
                    <a:pt x="105409" y="241299"/>
                  </a:lnTo>
                  <a:close/>
                </a:path>
                <a:path w="336550" h="336550">
                  <a:moveTo>
                    <a:pt x="107950" y="238759"/>
                  </a:moveTo>
                  <a:lnTo>
                    <a:pt x="97789" y="238759"/>
                  </a:lnTo>
                  <a:lnTo>
                    <a:pt x="96519" y="240029"/>
                  </a:lnTo>
                  <a:lnTo>
                    <a:pt x="106679" y="240029"/>
                  </a:lnTo>
                  <a:lnTo>
                    <a:pt x="107950" y="238759"/>
                  </a:lnTo>
                  <a:close/>
                </a:path>
                <a:path w="336550" h="336550">
                  <a:moveTo>
                    <a:pt x="111759" y="234949"/>
                  </a:moveTo>
                  <a:lnTo>
                    <a:pt x="101600" y="234949"/>
                  </a:lnTo>
                  <a:lnTo>
                    <a:pt x="99059" y="237489"/>
                  </a:lnTo>
                  <a:lnTo>
                    <a:pt x="109219" y="237489"/>
                  </a:lnTo>
                  <a:lnTo>
                    <a:pt x="111759" y="234949"/>
                  </a:lnTo>
                  <a:close/>
                </a:path>
                <a:path w="336550" h="336550">
                  <a:moveTo>
                    <a:pt x="114300" y="232409"/>
                  </a:moveTo>
                  <a:lnTo>
                    <a:pt x="104139" y="232409"/>
                  </a:lnTo>
                  <a:lnTo>
                    <a:pt x="102869" y="233679"/>
                  </a:lnTo>
                  <a:lnTo>
                    <a:pt x="113029" y="233679"/>
                  </a:lnTo>
                  <a:lnTo>
                    <a:pt x="114300" y="232409"/>
                  </a:lnTo>
                  <a:close/>
                </a:path>
                <a:path w="336550" h="336550">
                  <a:moveTo>
                    <a:pt x="118109" y="228599"/>
                  </a:moveTo>
                  <a:lnTo>
                    <a:pt x="107950" y="228599"/>
                  </a:lnTo>
                  <a:lnTo>
                    <a:pt x="105409" y="231139"/>
                  </a:lnTo>
                  <a:lnTo>
                    <a:pt x="115569" y="231139"/>
                  </a:lnTo>
                  <a:lnTo>
                    <a:pt x="118109" y="228599"/>
                  </a:lnTo>
                  <a:close/>
                </a:path>
                <a:path w="336550" h="336550">
                  <a:moveTo>
                    <a:pt x="120650" y="226059"/>
                  </a:moveTo>
                  <a:lnTo>
                    <a:pt x="110489" y="226059"/>
                  </a:lnTo>
                  <a:lnTo>
                    <a:pt x="109219" y="227329"/>
                  </a:lnTo>
                  <a:lnTo>
                    <a:pt x="119379" y="227329"/>
                  </a:lnTo>
                  <a:lnTo>
                    <a:pt x="120650" y="226059"/>
                  </a:lnTo>
                  <a:close/>
                </a:path>
                <a:path w="336550" h="336550">
                  <a:moveTo>
                    <a:pt x="124459" y="222249"/>
                  </a:moveTo>
                  <a:lnTo>
                    <a:pt x="114300" y="222249"/>
                  </a:lnTo>
                  <a:lnTo>
                    <a:pt x="111759" y="224789"/>
                  </a:lnTo>
                  <a:lnTo>
                    <a:pt x="121919" y="224789"/>
                  </a:lnTo>
                  <a:lnTo>
                    <a:pt x="124459" y="222249"/>
                  </a:lnTo>
                  <a:close/>
                </a:path>
                <a:path w="336550" h="336550">
                  <a:moveTo>
                    <a:pt x="127000" y="219709"/>
                  </a:moveTo>
                  <a:lnTo>
                    <a:pt x="116839" y="219709"/>
                  </a:lnTo>
                  <a:lnTo>
                    <a:pt x="115569" y="220979"/>
                  </a:lnTo>
                  <a:lnTo>
                    <a:pt x="125729" y="220979"/>
                  </a:lnTo>
                  <a:lnTo>
                    <a:pt x="127000" y="219709"/>
                  </a:lnTo>
                  <a:close/>
                </a:path>
                <a:path w="336550" h="336550">
                  <a:moveTo>
                    <a:pt x="130809" y="215899"/>
                  </a:moveTo>
                  <a:lnTo>
                    <a:pt x="120650" y="215899"/>
                  </a:lnTo>
                  <a:lnTo>
                    <a:pt x="118109" y="218439"/>
                  </a:lnTo>
                  <a:lnTo>
                    <a:pt x="128269" y="218439"/>
                  </a:lnTo>
                  <a:lnTo>
                    <a:pt x="130809" y="215899"/>
                  </a:lnTo>
                  <a:close/>
                </a:path>
                <a:path w="336550" h="336550">
                  <a:moveTo>
                    <a:pt x="133350" y="213359"/>
                  </a:moveTo>
                  <a:lnTo>
                    <a:pt x="123189" y="213359"/>
                  </a:lnTo>
                  <a:lnTo>
                    <a:pt x="121919" y="214629"/>
                  </a:lnTo>
                  <a:lnTo>
                    <a:pt x="132079" y="214629"/>
                  </a:lnTo>
                  <a:lnTo>
                    <a:pt x="133350" y="213359"/>
                  </a:lnTo>
                  <a:close/>
                </a:path>
                <a:path w="336550" h="336550">
                  <a:moveTo>
                    <a:pt x="137159" y="209549"/>
                  </a:moveTo>
                  <a:lnTo>
                    <a:pt x="127000" y="209549"/>
                  </a:lnTo>
                  <a:lnTo>
                    <a:pt x="124459" y="212089"/>
                  </a:lnTo>
                  <a:lnTo>
                    <a:pt x="134619" y="212089"/>
                  </a:lnTo>
                  <a:lnTo>
                    <a:pt x="137159" y="209549"/>
                  </a:lnTo>
                  <a:close/>
                </a:path>
                <a:path w="336550" h="336550">
                  <a:moveTo>
                    <a:pt x="139700" y="207009"/>
                  </a:moveTo>
                  <a:lnTo>
                    <a:pt x="129539" y="207009"/>
                  </a:lnTo>
                  <a:lnTo>
                    <a:pt x="128269" y="208279"/>
                  </a:lnTo>
                  <a:lnTo>
                    <a:pt x="138429" y="208279"/>
                  </a:lnTo>
                  <a:lnTo>
                    <a:pt x="139700" y="207009"/>
                  </a:lnTo>
                  <a:close/>
                </a:path>
                <a:path w="336550" h="336550">
                  <a:moveTo>
                    <a:pt x="143509" y="203199"/>
                  </a:moveTo>
                  <a:lnTo>
                    <a:pt x="133350" y="203199"/>
                  </a:lnTo>
                  <a:lnTo>
                    <a:pt x="130809" y="205739"/>
                  </a:lnTo>
                  <a:lnTo>
                    <a:pt x="140969" y="205739"/>
                  </a:lnTo>
                  <a:lnTo>
                    <a:pt x="143509" y="203199"/>
                  </a:lnTo>
                  <a:close/>
                </a:path>
                <a:path w="336550" h="336550">
                  <a:moveTo>
                    <a:pt x="146050" y="200659"/>
                  </a:moveTo>
                  <a:lnTo>
                    <a:pt x="135889" y="200659"/>
                  </a:lnTo>
                  <a:lnTo>
                    <a:pt x="134619" y="201929"/>
                  </a:lnTo>
                  <a:lnTo>
                    <a:pt x="144779" y="201929"/>
                  </a:lnTo>
                  <a:lnTo>
                    <a:pt x="146050" y="200659"/>
                  </a:lnTo>
                  <a:close/>
                </a:path>
                <a:path w="336550" h="336550">
                  <a:moveTo>
                    <a:pt x="149859" y="196849"/>
                  </a:moveTo>
                  <a:lnTo>
                    <a:pt x="139700" y="196849"/>
                  </a:lnTo>
                  <a:lnTo>
                    <a:pt x="137159" y="199389"/>
                  </a:lnTo>
                  <a:lnTo>
                    <a:pt x="147319" y="199389"/>
                  </a:lnTo>
                  <a:lnTo>
                    <a:pt x="149859" y="196849"/>
                  </a:lnTo>
                  <a:close/>
                </a:path>
                <a:path w="336550" h="336550">
                  <a:moveTo>
                    <a:pt x="152400" y="194309"/>
                  </a:moveTo>
                  <a:lnTo>
                    <a:pt x="142239" y="194309"/>
                  </a:lnTo>
                  <a:lnTo>
                    <a:pt x="140969" y="195579"/>
                  </a:lnTo>
                  <a:lnTo>
                    <a:pt x="151129" y="195579"/>
                  </a:lnTo>
                  <a:lnTo>
                    <a:pt x="152400" y="194309"/>
                  </a:lnTo>
                  <a:close/>
                </a:path>
                <a:path w="336550" h="336550">
                  <a:moveTo>
                    <a:pt x="156209" y="190499"/>
                  </a:moveTo>
                  <a:lnTo>
                    <a:pt x="146050" y="190499"/>
                  </a:lnTo>
                  <a:lnTo>
                    <a:pt x="143509" y="193039"/>
                  </a:lnTo>
                  <a:lnTo>
                    <a:pt x="153669" y="193039"/>
                  </a:lnTo>
                  <a:lnTo>
                    <a:pt x="156209" y="190499"/>
                  </a:lnTo>
                  <a:close/>
                </a:path>
                <a:path w="336550" h="336550">
                  <a:moveTo>
                    <a:pt x="158750" y="187959"/>
                  </a:moveTo>
                  <a:lnTo>
                    <a:pt x="148589" y="187959"/>
                  </a:lnTo>
                  <a:lnTo>
                    <a:pt x="147319" y="189229"/>
                  </a:lnTo>
                  <a:lnTo>
                    <a:pt x="157479" y="189229"/>
                  </a:lnTo>
                  <a:lnTo>
                    <a:pt x="158750" y="187959"/>
                  </a:lnTo>
                  <a:close/>
                </a:path>
                <a:path w="336550" h="336550">
                  <a:moveTo>
                    <a:pt x="162559" y="184149"/>
                  </a:moveTo>
                  <a:lnTo>
                    <a:pt x="152400" y="184149"/>
                  </a:lnTo>
                  <a:lnTo>
                    <a:pt x="149859" y="186689"/>
                  </a:lnTo>
                  <a:lnTo>
                    <a:pt x="160019" y="186689"/>
                  </a:lnTo>
                  <a:lnTo>
                    <a:pt x="162559" y="184149"/>
                  </a:lnTo>
                  <a:close/>
                </a:path>
                <a:path w="336550" h="336550">
                  <a:moveTo>
                    <a:pt x="165100" y="181609"/>
                  </a:moveTo>
                  <a:lnTo>
                    <a:pt x="154939" y="181609"/>
                  </a:lnTo>
                  <a:lnTo>
                    <a:pt x="153669" y="182879"/>
                  </a:lnTo>
                  <a:lnTo>
                    <a:pt x="163829" y="182879"/>
                  </a:lnTo>
                  <a:lnTo>
                    <a:pt x="165100" y="181609"/>
                  </a:lnTo>
                  <a:close/>
                </a:path>
                <a:path w="336550" h="336550">
                  <a:moveTo>
                    <a:pt x="168909" y="177799"/>
                  </a:moveTo>
                  <a:lnTo>
                    <a:pt x="158750" y="177799"/>
                  </a:lnTo>
                  <a:lnTo>
                    <a:pt x="156209" y="180339"/>
                  </a:lnTo>
                  <a:lnTo>
                    <a:pt x="166369" y="180339"/>
                  </a:lnTo>
                  <a:lnTo>
                    <a:pt x="168909" y="177799"/>
                  </a:lnTo>
                  <a:close/>
                </a:path>
                <a:path w="336550" h="336550">
                  <a:moveTo>
                    <a:pt x="171450" y="175259"/>
                  </a:moveTo>
                  <a:lnTo>
                    <a:pt x="161289" y="175259"/>
                  </a:lnTo>
                  <a:lnTo>
                    <a:pt x="160019" y="176529"/>
                  </a:lnTo>
                  <a:lnTo>
                    <a:pt x="170179" y="176529"/>
                  </a:lnTo>
                  <a:lnTo>
                    <a:pt x="171450" y="175259"/>
                  </a:lnTo>
                  <a:close/>
                </a:path>
                <a:path w="336550" h="336550">
                  <a:moveTo>
                    <a:pt x="175259" y="171449"/>
                  </a:moveTo>
                  <a:lnTo>
                    <a:pt x="165100" y="171449"/>
                  </a:lnTo>
                  <a:lnTo>
                    <a:pt x="162559" y="173989"/>
                  </a:lnTo>
                  <a:lnTo>
                    <a:pt x="172719" y="173989"/>
                  </a:lnTo>
                  <a:lnTo>
                    <a:pt x="175259" y="171449"/>
                  </a:lnTo>
                  <a:close/>
                </a:path>
                <a:path w="336550" h="336550">
                  <a:moveTo>
                    <a:pt x="177800" y="168909"/>
                  </a:moveTo>
                  <a:lnTo>
                    <a:pt x="167639" y="168909"/>
                  </a:lnTo>
                  <a:lnTo>
                    <a:pt x="166369" y="170179"/>
                  </a:lnTo>
                  <a:lnTo>
                    <a:pt x="176529" y="170179"/>
                  </a:lnTo>
                  <a:lnTo>
                    <a:pt x="177800" y="168909"/>
                  </a:lnTo>
                  <a:close/>
                </a:path>
                <a:path w="336550" h="336550">
                  <a:moveTo>
                    <a:pt x="181609" y="165099"/>
                  </a:moveTo>
                  <a:lnTo>
                    <a:pt x="171450" y="165099"/>
                  </a:lnTo>
                  <a:lnTo>
                    <a:pt x="168909" y="167639"/>
                  </a:lnTo>
                  <a:lnTo>
                    <a:pt x="179069" y="167639"/>
                  </a:lnTo>
                  <a:lnTo>
                    <a:pt x="181609" y="165099"/>
                  </a:lnTo>
                  <a:close/>
                </a:path>
                <a:path w="336550" h="336550">
                  <a:moveTo>
                    <a:pt x="184150" y="162559"/>
                  </a:moveTo>
                  <a:lnTo>
                    <a:pt x="173989" y="162559"/>
                  </a:lnTo>
                  <a:lnTo>
                    <a:pt x="172719" y="163829"/>
                  </a:lnTo>
                  <a:lnTo>
                    <a:pt x="182879" y="163829"/>
                  </a:lnTo>
                  <a:lnTo>
                    <a:pt x="184150" y="162559"/>
                  </a:lnTo>
                  <a:close/>
                </a:path>
                <a:path w="336550" h="336550">
                  <a:moveTo>
                    <a:pt x="187959" y="158749"/>
                  </a:moveTo>
                  <a:lnTo>
                    <a:pt x="177800" y="158749"/>
                  </a:lnTo>
                  <a:lnTo>
                    <a:pt x="175259" y="161289"/>
                  </a:lnTo>
                  <a:lnTo>
                    <a:pt x="185419" y="161289"/>
                  </a:lnTo>
                  <a:lnTo>
                    <a:pt x="187959" y="158749"/>
                  </a:lnTo>
                  <a:close/>
                </a:path>
                <a:path w="336550" h="336550">
                  <a:moveTo>
                    <a:pt x="190500" y="156209"/>
                  </a:moveTo>
                  <a:lnTo>
                    <a:pt x="180339" y="156209"/>
                  </a:lnTo>
                  <a:lnTo>
                    <a:pt x="179069" y="157479"/>
                  </a:lnTo>
                  <a:lnTo>
                    <a:pt x="189229" y="157479"/>
                  </a:lnTo>
                  <a:lnTo>
                    <a:pt x="190500" y="156209"/>
                  </a:lnTo>
                  <a:close/>
                </a:path>
                <a:path w="336550" h="336550">
                  <a:moveTo>
                    <a:pt x="194309" y="152399"/>
                  </a:moveTo>
                  <a:lnTo>
                    <a:pt x="184150" y="152399"/>
                  </a:lnTo>
                  <a:lnTo>
                    <a:pt x="181609" y="154939"/>
                  </a:lnTo>
                  <a:lnTo>
                    <a:pt x="191769" y="154939"/>
                  </a:lnTo>
                  <a:lnTo>
                    <a:pt x="194309" y="152399"/>
                  </a:lnTo>
                  <a:close/>
                </a:path>
                <a:path w="336550" h="336550">
                  <a:moveTo>
                    <a:pt x="336549" y="0"/>
                  </a:moveTo>
                  <a:lnTo>
                    <a:pt x="185419" y="151129"/>
                  </a:lnTo>
                  <a:lnTo>
                    <a:pt x="195579" y="151129"/>
                  </a:lnTo>
                  <a:lnTo>
                    <a:pt x="336549" y="10160"/>
                  </a:lnTo>
                  <a:lnTo>
                    <a:pt x="336549" y="0"/>
                  </a:lnTo>
                  <a:close/>
                </a:path>
              </a:pathLst>
            </a:custGeom>
            <a:solidFill>
              <a:srgbClr val="DACF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5" name="object 3575"/>
            <p:cNvSpPr/>
            <p:nvPr/>
          </p:nvSpPr>
          <p:spPr>
            <a:xfrm>
              <a:off x="7092950" y="3139440"/>
              <a:ext cx="313690" cy="313690"/>
            </a:xfrm>
            <a:custGeom>
              <a:avLst/>
              <a:gdLst/>
              <a:ahLst/>
              <a:cxnLst/>
              <a:rect l="l" t="t" r="r" b="b"/>
              <a:pathLst>
                <a:path w="313690" h="313689">
                  <a:moveTo>
                    <a:pt x="1269" y="312419"/>
                  </a:moveTo>
                  <a:lnTo>
                    <a:pt x="0" y="313689"/>
                  </a:lnTo>
                  <a:lnTo>
                    <a:pt x="1269" y="313689"/>
                  </a:lnTo>
                  <a:lnTo>
                    <a:pt x="1269" y="312419"/>
                  </a:lnTo>
                  <a:close/>
                </a:path>
                <a:path w="313690" h="313689">
                  <a:moveTo>
                    <a:pt x="8889" y="307339"/>
                  </a:moveTo>
                  <a:lnTo>
                    <a:pt x="6350" y="307339"/>
                  </a:lnTo>
                  <a:lnTo>
                    <a:pt x="3809" y="309879"/>
                  </a:lnTo>
                  <a:lnTo>
                    <a:pt x="3809" y="311149"/>
                  </a:lnTo>
                  <a:lnTo>
                    <a:pt x="6350" y="311149"/>
                  </a:lnTo>
                  <a:lnTo>
                    <a:pt x="6350" y="308609"/>
                  </a:lnTo>
                  <a:lnTo>
                    <a:pt x="8889" y="308609"/>
                  </a:lnTo>
                  <a:lnTo>
                    <a:pt x="8889" y="307339"/>
                  </a:lnTo>
                  <a:close/>
                </a:path>
                <a:path w="313690" h="313689">
                  <a:moveTo>
                    <a:pt x="12700" y="304799"/>
                  </a:moveTo>
                  <a:lnTo>
                    <a:pt x="8890" y="304799"/>
                  </a:lnTo>
                  <a:lnTo>
                    <a:pt x="7620" y="306069"/>
                  </a:lnTo>
                  <a:lnTo>
                    <a:pt x="11429" y="306069"/>
                  </a:lnTo>
                  <a:lnTo>
                    <a:pt x="11429" y="307339"/>
                  </a:lnTo>
                  <a:lnTo>
                    <a:pt x="12700" y="307339"/>
                  </a:lnTo>
                  <a:lnTo>
                    <a:pt x="12700" y="304799"/>
                  </a:lnTo>
                  <a:close/>
                </a:path>
                <a:path w="313690" h="313689">
                  <a:moveTo>
                    <a:pt x="20319" y="300989"/>
                  </a:moveTo>
                  <a:lnTo>
                    <a:pt x="12700" y="300989"/>
                  </a:lnTo>
                  <a:lnTo>
                    <a:pt x="10159" y="303529"/>
                  </a:lnTo>
                  <a:lnTo>
                    <a:pt x="15239" y="303529"/>
                  </a:lnTo>
                  <a:lnTo>
                    <a:pt x="15239" y="304799"/>
                  </a:lnTo>
                  <a:lnTo>
                    <a:pt x="17779" y="304799"/>
                  </a:lnTo>
                  <a:lnTo>
                    <a:pt x="17779" y="302259"/>
                  </a:lnTo>
                  <a:lnTo>
                    <a:pt x="20319" y="302259"/>
                  </a:lnTo>
                  <a:lnTo>
                    <a:pt x="20319" y="300989"/>
                  </a:lnTo>
                  <a:close/>
                </a:path>
                <a:path w="313690" h="313689">
                  <a:moveTo>
                    <a:pt x="25400" y="298449"/>
                  </a:moveTo>
                  <a:lnTo>
                    <a:pt x="15240" y="298449"/>
                  </a:lnTo>
                  <a:lnTo>
                    <a:pt x="13970" y="299719"/>
                  </a:lnTo>
                  <a:lnTo>
                    <a:pt x="22859" y="299719"/>
                  </a:lnTo>
                  <a:lnTo>
                    <a:pt x="22859" y="300989"/>
                  </a:lnTo>
                  <a:lnTo>
                    <a:pt x="25299" y="300989"/>
                  </a:lnTo>
                  <a:lnTo>
                    <a:pt x="25400" y="298449"/>
                  </a:lnTo>
                  <a:close/>
                </a:path>
                <a:path w="313690" h="313689">
                  <a:moveTo>
                    <a:pt x="31633" y="294639"/>
                  </a:moveTo>
                  <a:lnTo>
                    <a:pt x="19050" y="294639"/>
                  </a:lnTo>
                  <a:lnTo>
                    <a:pt x="16509" y="297179"/>
                  </a:lnTo>
                  <a:lnTo>
                    <a:pt x="26669" y="297179"/>
                  </a:lnTo>
                  <a:lnTo>
                    <a:pt x="26669" y="298449"/>
                  </a:lnTo>
                  <a:lnTo>
                    <a:pt x="27833" y="298449"/>
                  </a:lnTo>
                  <a:lnTo>
                    <a:pt x="29099" y="297179"/>
                  </a:lnTo>
                  <a:lnTo>
                    <a:pt x="29209" y="295909"/>
                  </a:lnTo>
                  <a:lnTo>
                    <a:pt x="30366" y="295909"/>
                  </a:lnTo>
                  <a:lnTo>
                    <a:pt x="31633" y="294639"/>
                  </a:lnTo>
                  <a:close/>
                </a:path>
                <a:path w="313690" h="313689">
                  <a:moveTo>
                    <a:pt x="34167" y="292099"/>
                  </a:moveTo>
                  <a:lnTo>
                    <a:pt x="21590" y="292099"/>
                  </a:lnTo>
                  <a:lnTo>
                    <a:pt x="20320" y="293369"/>
                  </a:lnTo>
                  <a:lnTo>
                    <a:pt x="32900" y="293369"/>
                  </a:lnTo>
                  <a:lnTo>
                    <a:pt x="34167" y="292099"/>
                  </a:lnTo>
                  <a:close/>
                </a:path>
                <a:path w="313690" h="313689">
                  <a:moveTo>
                    <a:pt x="37967" y="288289"/>
                  </a:moveTo>
                  <a:lnTo>
                    <a:pt x="25400" y="288289"/>
                  </a:lnTo>
                  <a:lnTo>
                    <a:pt x="22859" y="290829"/>
                  </a:lnTo>
                  <a:lnTo>
                    <a:pt x="35434" y="290829"/>
                  </a:lnTo>
                  <a:lnTo>
                    <a:pt x="37967" y="288289"/>
                  </a:lnTo>
                  <a:close/>
                </a:path>
                <a:path w="313690" h="313689">
                  <a:moveTo>
                    <a:pt x="40501" y="285749"/>
                  </a:moveTo>
                  <a:lnTo>
                    <a:pt x="27940" y="285749"/>
                  </a:lnTo>
                  <a:lnTo>
                    <a:pt x="26670" y="287019"/>
                  </a:lnTo>
                  <a:lnTo>
                    <a:pt x="39234" y="287019"/>
                  </a:lnTo>
                  <a:lnTo>
                    <a:pt x="40501" y="285749"/>
                  </a:lnTo>
                  <a:close/>
                </a:path>
                <a:path w="313690" h="313689">
                  <a:moveTo>
                    <a:pt x="44302" y="281939"/>
                  </a:moveTo>
                  <a:lnTo>
                    <a:pt x="31750" y="281939"/>
                  </a:lnTo>
                  <a:lnTo>
                    <a:pt x="29209" y="284479"/>
                  </a:lnTo>
                  <a:lnTo>
                    <a:pt x="41768" y="284479"/>
                  </a:lnTo>
                  <a:lnTo>
                    <a:pt x="44302" y="281939"/>
                  </a:lnTo>
                  <a:close/>
                </a:path>
                <a:path w="313690" h="313689">
                  <a:moveTo>
                    <a:pt x="46835" y="279399"/>
                  </a:moveTo>
                  <a:lnTo>
                    <a:pt x="34290" y="279399"/>
                  </a:lnTo>
                  <a:lnTo>
                    <a:pt x="33020" y="280669"/>
                  </a:lnTo>
                  <a:lnTo>
                    <a:pt x="45569" y="280669"/>
                  </a:lnTo>
                  <a:lnTo>
                    <a:pt x="46835" y="279399"/>
                  </a:lnTo>
                  <a:close/>
                </a:path>
                <a:path w="313690" h="313689">
                  <a:moveTo>
                    <a:pt x="50636" y="275589"/>
                  </a:moveTo>
                  <a:lnTo>
                    <a:pt x="38100" y="275589"/>
                  </a:lnTo>
                  <a:lnTo>
                    <a:pt x="35559" y="278129"/>
                  </a:lnTo>
                  <a:lnTo>
                    <a:pt x="48102" y="278129"/>
                  </a:lnTo>
                  <a:lnTo>
                    <a:pt x="50636" y="275589"/>
                  </a:lnTo>
                  <a:close/>
                </a:path>
                <a:path w="313690" h="313689">
                  <a:moveTo>
                    <a:pt x="53170" y="273049"/>
                  </a:moveTo>
                  <a:lnTo>
                    <a:pt x="40640" y="273049"/>
                  </a:lnTo>
                  <a:lnTo>
                    <a:pt x="39370" y="274319"/>
                  </a:lnTo>
                  <a:lnTo>
                    <a:pt x="51903" y="274319"/>
                  </a:lnTo>
                  <a:lnTo>
                    <a:pt x="53170" y="273049"/>
                  </a:lnTo>
                  <a:close/>
                </a:path>
                <a:path w="313690" h="313689">
                  <a:moveTo>
                    <a:pt x="56970" y="269239"/>
                  </a:moveTo>
                  <a:lnTo>
                    <a:pt x="44450" y="269239"/>
                  </a:lnTo>
                  <a:lnTo>
                    <a:pt x="41909" y="271779"/>
                  </a:lnTo>
                  <a:lnTo>
                    <a:pt x="54437" y="271779"/>
                  </a:lnTo>
                  <a:lnTo>
                    <a:pt x="56970" y="269239"/>
                  </a:lnTo>
                  <a:close/>
                </a:path>
                <a:path w="313690" h="313689">
                  <a:moveTo>
                    <a:pt x="59504" y="266699"/>
                  </a:moveTo>
                  <a:lnTo>
                    <a:pt x="46990" y="266699"/>
                  </a:lnTo>
                  <a:lnTo>
                    <a:pt x="45720" y="267969"/>
                  </a:lnTo>
                  <a:lnTo>
                    <a:pt x="58237" y="267969"/>
                  </a:lnTo>
                  <a:lnTo>
                    <a:pt x="59504" y="266699"/>
                  </a:lnTo>
                  <a:close/>
                </a:path>
                <a:path w="313690" h="313689">
                  <a:moveTo>
                    <a:pt x="63305" y="262889"/>
                  </a:moveTo>
                  <a:lnTo>
                    <a:pt x="50800" y="262889"/>
                  </a:lnTo>
                  <a:lnTo>
                    <a:pt x="48259" y="265429"/>
                  </a:lnTo>
                  <a:lnTo>
                    <a:pt x="60771" y="265429"/>
                  </a:lnTo>
                  <a:lnTo>
                    <a:pt x="63305" y="262889"/>
                  </a:lnTo>
                  <a:close/>
                </a:path>
                <a:path w="313690" h="313689">
                  <a:moveTo>
                    <a:pt x="65838" y="260349"/>
                  </a:moveTo>
                  <a:lnTo>
                    <a:pt x="53340" y="260349"/>
                  </a:lnTo>
                  <a:lnTo>
                    <a:pt x="52070" y="261619"/>
                  </a:lnTo>
                  <a:lnTo>
                    <a:pt x="64571" y="261619"/>
                  </a:lnTo>
                  <a:lnTo>
                    <a:pt x="65838" y="260349"/>
                  </a:lnTo>
                  <a:close/>
                </a:path>
                <a:path w="313690" h="313689">
                  <a:moveTo>
                    <a:pt x="69639" y="256539"/>
                  </a:moveTo>
                  <a:lnTo>
                    <a:pt x="57150" y="256539"/>
                  </a:lnTo>
                  <a:lnTo>
                    <a:pt x="54609" y="259079"/>
                  </a:lnTo>
                  <a:lnTo>
                    <a:pt x="67105" y="259079"/>
                  </a:lnTo>
                  <a:lnTo>
                    <a:pt x="69639" y="256539"/>
                  </a:lnTo>
                  <a:close/>
                </a:path>
                <a:path w="313690" h="313689">
                  <a:moveTo>
                    <a:pt x="72173" y="253999"/>
                  </a:moveTo>
                  <a:lnTo>
                    <a:pt x="59690" y="253999"/>
                  </a:lnTo>
                  <a:lnTo>
                    <a:pt x="58420" y="255269"/>
                  </a:lnTo>
                  <a:lnTo>
                    <a:pt x="70906" y="255269"/>
                  </a:lnTo>
                  <a:lnTo>
                    <a:pt x="72173" y="253999"/>
                  </a:lnTo>
                  <a:close/>
                </a:path>
                <a:path w="313690" h="313689">
                  <a:moveTo>
                    <a:pt x="75973" y="250189"/>
                  </a:moveTo>
                  <a:lnTo>
                    <a:pt x="63500" y="250189"/>
                  </a:lnTo>
                  <a:lnTo>
                    <a:pt x="60959" y="252729"/>
                  </a:lnTo>
                  <a:lnTo>
                    <a:pt x="73439" y="252729"/>
                  </a:lnTo>
                  <a:lnTo>
                    <a:pt x="75973" y="250189"/>
                  </a:lnTo>
                  <a:close/>
                </a:path>
                <a:path w="313690" h="313689">
                  <a:moveTo>
                    <a:pt x="78507" y="247649"/>
                  </a:moveTo>
                  <a:lnTo>
                    <a:pt x="66040" y="247649"/>
                  </a:lnTo>
                  <a:lnTo>
                    <a:pt x="64770" y="248919"/>
                  </a:lnTo>
                  <a:lnTo>
                    <a:pt x="77240" y="248919"/>
                  </a:lnTo>
                  <a:lnTo>
                    <a:pt x="78507" y="247649"/>
                  </a:lnTo>
                  <a:close/>
                </a:path>
                <a:path w="313690" h="313689">
                  <a:moveTo>
                    <a:pt x="82307" y="243839"/>
                  </a:moveTo>
                  <a:lnTo>
                    <a:pt x="69850" y="243839"/>
                  </a:lnTo>
                  <a:lnTo>
                    <a:pt x="67309" y="246379"/>
                  </a:lnTo>
                  <a:lnTo>
                    <a:pt x="79774" y="246379"/>
                  </a:lnTo>
                  <a:lnTo>
                    <a:pt x="82307" y="243839"/>
                  </a:lnTo>
                  <a:close/>
                </a:path>
                <a:path w="313690" h="313689">
                  <a:moveTo>
                    <a:pt x="84841" y="241299"/>
                  </a:moveTo>
                  <a:lnTo>
                    <a:pt x="72390" y="241299"/>
                  </a:lnTo>
                  <a:lnTo>
                    <a:pt x="71120" y="242569"/>
                  </a:lnTo>
                  <a:lnTo>
                    <a:pt x="83574" y="242569"/>
                  </a:lnTo>
                  <a:lnTo>
                    <a:pt x="84841" y="241299"/>
                  </a:lnTo>
                  <a:close/>
                </a:path>
                <a:path w="313690" h="313689">
                  <a:moveTo>
                    <a:pt x="88642" y="237489"/>
                  </a:moveTo>
                  <a:lnTo>
                    <a:pt x="76200" y="237489"/>
                  </a:lnTo>
                  <a:lnTo>
                    <a:pt x="73659" y="240029"/>
                  </a:lnTo>
                  <a:lnTo>
                    <a:pt x="86108" y="240029"/>
                  </a:lnTo>
                  <a:lnTo>
                    <a:pt x="88642" y="237489"/>
                  </a:lnTo>
                  <a:close/>
                </a:path>
                <a:path w="313690" h="313689">
                  <a:moveTo>
                    <a:pt x="91175" y="234949"/>
                  </a:moveTo>
                  <a:lnTo>
                    <a:pt x="78740" y="234949"/>
                  </a:lnTo>
                  <a:lnTo>
                    <a:pt x="77470" y="236219"/>
                  </a:lnTo>
                  <a:lnTo>
                    <a:pt x="89909" y="236219"/>
                  </a:lnTo>
                  <a:lnTo>
                    <a:pt x="91175" y="234949"/>
                  </a:lnTo>
                  <a:close/>
                </a:path>
                <a:path w="313690" h="313689">
                  <a:moveTo>
                    <a:pt x="94976" y="231139"/>
                  </a:moveTo>
                  <a:lnTo>
                    <a:pt x="82550" y="231139"/>
                  </a:lnTo>
                  <a:lnTo>
                    <a:pt x="80009" y="233679"/>
                  </a:lnTo>
                  <a:lnTo>
                    <a:pt x="92442" y="233679"/>
                  </a:lnTo>
                  <a:lnTo>
                    <a:pt x="94976" y="231139"/>
                  </a:lnTo>
                  <a:close/>
                </a:path>
                <a:path w="313690" h="313689">
                  <a:moveTo>
                    <a:pt x="97510" y="228599"/>
                  </a:moveTo>
                  <a:lnTo>
                    <a:pt x="85090" y="228599"/>
                  </a:lnTo>
                  <a:lnTo>
                    <a:pt x="83820" y="229869"/>
                  </a:lnTo>
                  <a:lnTo>
                    <a:pt x="96243" y="229869"/>
                  </a:lnTo>
                  <a:lnTo>
                    <a:pt x="97510" y="228599"/>
                  </a:lnTo>
                  <a:close/>
                </a:path>
                <a:path w="313690" h="313689">
                  <a:moveTo>
                    <a:pt x="101310" y="224789"/>
                  </a:moveTo>
                  <a:lnTo>
                    <a:pt x="88900" y="224789"/>
                  </a:lnTo>
                  <a:lnTo>
                    <a:pt x="86359" y="227329"/>
                  </a:lnTo>
                  <a:lnTo>
                    <a:pt x="98777" y="227329"/>
                  </a:lnTo>
                  <a:lnTo>
                    <a:pt x="101310" y="224789"/>
                  </a:lnTo>
                  <a:close/>
                </a:path>
                <a:path w="313690" h="313689">
                  <a:moveTo>
                    <a:pt x="103844" y="222249"/>
                  </a:moveTo>
                  <a:lnTo>
                    <a:pt x="91440" y="222249"/>
                  </a:lnTo>
                  <a:lnTo>
                    <a:pt x="90170" y="223519"/>
                  </a:lnTo>
                  <a:lnTo>
                    <a:pt x="102577" y="223519"/>
                  </a:lnTo>
                  <a:lnTo>
                    <a:pt x="103844" y="222249"/>
                  </a:lnTo>
                  <a:close/>
                </a:path>
                <a:path w="313690" h="313689">
                  <a:moveTo>
                    <a:pt x="107645" y="218439"/>
                  </a:moveTo>
                  <a:lnTo>
                    <a:pt x="95250" y="218439"/>
                  </a:lnTo>
                  <a:lnTo>
                    <a:pt x="92709" y="220979"/>
                  </a:lnTo>
                  <a:lnTo>
                    <a:pt x="105111" y="220979"/>
                  </a:lnTo>
                  <a:lnTo>
                    <a:pt x="107645" y="218439"/>
                  </a:lnTo>
                  <a:close/>
                </a:path>
                <a:path w="313690" h="313689">
                  <a:moveTo>
                    <a:pt x="110178" y="215899"/>
                  </a:moveTo>
                  <a:lnTo>
                    <a:pt x="97790" y="215899"/>
                  </a:lnTo>
                  <a:lnTo>
                    <a:pt x="96520" y="217169"/>
                  </a:lnTo>
                  <a:lnTo>
                    <a:pt x="108911" y="217169"/>
                  </a:lnTo>
                  <a:lnTo>
                    <a:pt x="110178" y="215899"/>
                  </a:lnTo>
                  <a:close/>
                </a:path>
                <a:path w="313690" h="313689">
                  <a:moveTo>
                    <a:pt x="113979" y="212089"/>
                  </a:moveTo>
                  <a:lnTo>
                    <a:pt x="101600" y="212089"/>
                  </a:lnTo>
                  <a:lnTo>
                    <a:pt x="99059" y="214629"/>
                  </a:lnTo>
                  <a:lnTo>
                    <a:pt x="111445" y="214629"/>
                  </a:lnTo>
                  <a:lnTo>
                    <a:pt x="113979" y="212089"/>
                  </a:lnTo>
                  <a:close/>
                </a:path>
                <a:path w="313690" h="313689">
                  <a:moveTo>
                    <a:pt x="116513" y="209549"/>
                  </a:moveTo>
                  <a:lnTo>
                    <a:pt x="104140" y="209549"/>
                  </a:lnTo>
                  <a:lnTo>
                    <a:pt x="102870" y="210819"/>
                  </a:lnTo>
                  <a:lnTo>
                    <a:pt x="115246" y="210819"/>
                  </a:lnTo>
                  <a:lnTo>
                    <a:pt x="116513" y="209549"/>
                  </a:lnTo>
                  <a:close/>
                </a:path>
                <a:path w="313690" h="313689">
                  <a:moveTo>
                    <a:pt x="120313" y="205739"/>
                  </a:moveTo>
                  <a:lnTo>
                    <a:pt x="107950" y="205739"/>
                  </a:lnTo>
                  <a:lnTo>
                    <a:pt x="105409" y="208279"/>
                  </a:lnTo>
                  <a:lnTo>
                    <a:pt x="117779" y="208279"/>
                  </a:lnTo>
                  <a:lnTo>
                    <a:pt x="120313" y="205739"/>
                  </a:lnTo>
                  <a:close/>
                </a:path>
                <a:path w="313690" h="313689">
                  <a:moveTo>
                    <a:pt x="122847" y="203199"/>
                  </a:moveTo>
                  <a:lnTo>
                    <a:pt x="110490" y="203199"/>
                  </a:lnTo>
                  <a:lnTo>
                    <a:pt x="109220" y="204469"/>
                  </a:lnTo>
                  <a:lnTo>
                    <a:pt x="121580" y="204469"/>
                  </a:lnTo>
                  <a:lnTo>
                    <a:pt x="122847" y="203199"/>
                  </a:lnTo>
                  <a:close/>
                </a:path>
                <a:path w="313690" h="313689">
                  <a:moveTo>
                    <a:pt x="126647" y="199389"/>
                  </a:moveTo>
                  <a:lnTo>
                    <a:pt x="114300" y="199389"/>
                  </a:lnTo>
                  <a:lnTo>
                    <a:pt x="111759" y="201929"/>
                  </a:lnTo>
                  <a:lnTo>
                    <a:pt x="124114" y="201929"/>
                  </a:lnTo>
                  <a:lnTo>
                    <a:pt x="126647" y="199389"/>
                  </a:lnTo>
                  <a:close/>
                </a:path>
                <a:path w="313690" h="313689">
                  <a:moveTo>
                    <a:pt x="129181" y="196849"/>
                  </a:moveTo>
                  <a:lnTo>
                    <a:pt x="116840" y="196849"/>
                  </a:lnTo>
                  <a:lnTo>
                    <a:pt x="115570" y="198119"/>
                  </a:lnTo>
                  <a:lnTo>
                    <a:pt x="127914" y="198119"/>
                  </a:lnTo>
                  <a:lnTo>
                    <a:pt x="129181" y="196849"/>
                  </a:lnTo>
                  <a:close/>
                </a:path>
                <a:path w="313690" h="313689">
                  <a:moveTo>
                    <a:pt x="132982" y="193039"/>
                  </a:moveTo>
                  <a:lnTo>
                    <a:pt x="120650" y="193039"/>
                  </a:lnTo>
                  <a:lnTo>
                    <a:pt x="118109" y="195579"/>
                  </a:lnTo>
                  <a:lnTo>
                    <a:pt x="130448" y="195579"/>
                  </a:lnTo>
                  <a:lnTo>
                    <a:pt x="132982" y="193039"/>
                  </a:lnTo>
                  <a:close/>
                </a:path>
                <a:path w="313690" h="313689">
                  <a:moveTo>
                    <a:pt x="135515" y="190499"/>
                  </a:moveTo>
                  <a:lnTo>
                    <a:pt x="123190" y="190499"/>
                  </a:lnTo>
                  <a:lnTo>
                    <a:pt x="121920" y="191769"/>
                  </a:lnTo>
                  <a:lnTo>
                    <a:pt x="134249" y="191769"/>
                  </a:lnTo>
                  <a:lnTo>
                    <a:pt x="135515" y="190499"/>
                  </a:lnTo>
                  <a:close/>
                </a:path>
                <a:path w="313690" h="313689">
                  <a:moveTo>
                    <a:pt x="139316" y="186689"/>
                  </a:moveTo>
                  <a:lnTo>
                    <a:pt x="127000" y="186689"/>
                  </a:lnTo>
                  <a:lnTo>
                    <a:pt x="124459" y="189229"/>
                  </a:lnTo>
                  <a:lnTo>
                    <a:pt x="136782" y="189229"/>
                  </a:lnTo>
                  <a:lnTo>
                    <a:pt x="139316" y="186689"/>
                  </a:lnTo>
                  <a:close/>
                </a:path>
                <a:path w="313690" h="313689">
                  <a:moveTo>
                    <a:pt x="141850" y="184149"/>
                  </a:moveTo>
                  <a:lnTo>
                    <a:pt x="129540" y="184149"/>
                  </a:lnTo>
                  <a:lnTo>
                    <a:pt x="128270" y="185419"/>
                  </a:lnTo>
                  <a:lnTo>
                    <a:pt x="140583" y="185419"/>
                  </a:lnTo>
                  <a:lnTo>
                    <a:pt x="141850" y="184149"/>
                  </a:lnTo>
                  <a:close/>
                </a:path>
                <a:path w="313690" h="313689">
                  <a:moveTo>
                    <a:pt x="145650" y="180339"/>
                  </a:moveTo>
                  <a:lnTo>
                    <a:pt x="133350" y="180339"/>
                  </a:lnTo>
                  <a:lnTo>
                    <a:pt x="130809" y="182879"/>
                  </a:lnTo>
                  <a:lnTo>
                    <a:pt x="143117" y="182879"/>
                  </a:lnTo>
                  <a:lnTo>
                    <a:pt x="145650" y="180339"/>
                  </a:lnTo>
                  <a:close/>
                </a:path>
                <a:path w="313690" h="313689">
                  <a:moveTo>
                    <a:pt x="148184" y="177799"/>
                  </a:moveTo>
                  <a:lnTo>
                    <a:pt x="135890" y="177799"/>
                  </a:lnTo>
                  <a:lnTo>
                    <a:pt x="134620" y="179069"/>
                  </a:lnTo>
                  <a:lnTo>
                    <a:pt x="146917" y="179069"/>
                  </a:lnTo>
                  <a:lnTo>
                    <a:pt x="148184" y="177799"/>
                  </a:lnTo>
                  <a:close/>
                </a:path>
                <a:path w="313690" h="313689">
                  <a:moveTo>
                    <a:pt x="151985" y="173989"/>
                  </a:moveTo>
                  <a:lnTo>
                    <a:pt x="139700" y="173989"/>
                  </a:lnTo>
                  <a:lnTo>
                    <a:pt x="137159" y="176529"/>
                  </a:lnTo>
                  <a:lnTo>
                    <a:pt x="149451" y="176529"/>
                  </a:lnTo>
                  <a:lnTo>
                    <a:pt x="151985" y="173989"/>
                  </a:lnTo>
                  <a:close/>
                </a:path>
                <a:path w="313690" h="313689">
                  <a:moveTo>
                    <a:pt x="154518" y="171449"/>
                  </a:moveTo>
                  <a:lnTo>
                    <a:pt x="142240" y="171449"/>
                  </a:lnTo>
                  <a:lnTo>
                    <a:pt x="140970" y="172719"/>
                  </a:lnTo>
                  <a:lnTo>
                    <a:pt x="153251" y="172719"/>
                  </a:lnTo>
                  <a:lnTo>
                    <a:pt x="154518" y="171449"/>
                  </a:lnTo>
                  <a:close/>
                </a:path>
                <a:path w="313690" h="313689">
                  <a:moveTo>
                    <a:pt x="158319" y="167639"/>
                  </a:moveTo>
                  <a:lnTo>
                    <a:pt x="146050" y="167639"/>
                  </a:lnTo>
                  <a:lnTo>
                    <a:pt x="143509" y="170179"/>
                  </a:lnTo>
                  <a:lnTo>
                    <a:pt x="155785" y="170179"/>
                  </a:lnTo>
                  <a:lnTo>
                    <a:pt x="158319" y="167639"/>
                  </a:lnTo>
                  <a:close/>
                </a:path>
                <a:path w="313690" h="313689">
                  <a:moveTo>
                    <a:pt x="160853" y="165099"/>
                  </a:moveTo>
                  <a:lnTo>
                    <a:pt x="148590" y="165099"/>
                  </a:lnTo>
                  <a:lnTo>
                    <a:pt x="147320" y="166369"/>
                  </a:lnTo>
                  <a:lnTo>
                    <a:pt x="159586" y="166369"/>
                  </a:lnTo>
                  <a:lnTo>
                    <a:pt x="160853" y="165099"/>
                  </a:lnTo>
                  <a:close/>
                </a:path>
                <a:path w="313690" h="313689">
                  <a:moveTo>
                    <a:pt x="164653" y="161289"/>
                  </a:moveTo>
                  <a:lnTo>
                    <a:pt x="152400" y="161289"/>
                  </a:lnTo>
                  <a:lnTo>
                    <a:pt x="149859" y="163829"/>
                  </a:lnTo>
                  <a:lnTo>
                    <a:pt x="162119" y="163829"/>
                  </a:lnTo>
                  <a:lnTo>
                    <a:pt x="164653" y="161289"/>
                  </a:lnTo>
                  <a:close/>
                </a:path>
                <a:path w="313690" h="313689">
                  <a:moveTo>
                    <a:pt x="167187" y="158749"/>
                  </a:moveTo>
                  <a:lnTo>
                    <a:pt x="154940" y="158749"/>
                  </a:lnTo>
                  <a:lnTo>
                    <a:pt x="153670" y="160019"/>
                  </a:lnTo>
                  <a:lnTo>
                    <a:pt x="165920" y="160019"/>
                  </a:lnTo>
                  <a:lnTo>
                    <a:pt x="167187" y="158749"/>
                  </a:lnTo>
                  <a:close/>
                </a:path>
                <a:path w="313690" h="313689">
                  <a:moveTo>
                    <a:pt x="170987" y="154939"/>
                  </a:moveTo>
                  <a:lnTo>
                    <a:pt x="158750" y="154939"/>
                  </a:lnTo>
                  <a:lnTo>
                    <a:pt x="156209" y="157479"/>
                  </a:lnTo>
                  <a:lnTo>
                    <a:pt x="168454" y="157479"/>
                  </a:lnTo>
                  <a:lnTo>
                    <a:pt x="170987" y="154939"/>
                  </a:lnTo>
                  <a:close/>
                </a:path>
                <a:path w="313690" h="313689">
                  <a:moveTo>
                    <a:pt x="173521" y="152399"/>
                  </a:moveTo>
                  <a:lnTo>
                    <a:pt x="161290" y="152399"/>
                  </a:lnTo>
                  <a:lnTo>
                    <a:pt x="160020" y="153669"/>
                  </a:lnTo>
                  <a:lnTo>
                    <a:pt x="172254" y="153669"/>
                  </a:lnTo>
                  <a:lnTo>
                    <a:pt x="173521" y="152399"/>
                  </a:lnTo>
                  <a:close/>
                </a:path>
                <a:path w="313690" h="313689">
                  <a:moveTo>
                    <a:pt x="177322" y="148589"/>
                  </a:moveTo>
                  <a:lnTo>
                    <a:pt x="165100" y="148589"/>
                  </a:lnTo>
                  <a:lnTo>
                    <a:pt x="162559" y="151129"/>
                  </a:lnTo>
                  <a:lnTo>
                    <a:pt x="174788" y="151129"/>
                  </a:lnTo>
                  <a:lnTo>
                    <a:pt x="177322" y="148589"/>
                  </a:lnTo>
                  <a:close/>
                </a:path>
                <a:path w="313690" h="313689">
                  <a:moveTo>
                    <a:pt x="179855" y="146049"/>
                  </a:moveTo>
                  <a:lnTo>
                    <a:pt x="167640" y="146049"/>
                  </a:lnTo>
                  <a:lnTo>
                    <a:pt x="166370" y="147319"/>
                  </a:lnTo>
                  <a:lnTo>
                    <a:pt x="178589" y="147319"/>
                  </a:lnTo>
                  <a:lnTo>
                    <a:pt x="179855" y="146049"/>
                  </a:lnTo>
                  <a:close/>
                </a:path>
                <a:path w="313690" h="313689">
                  <a:moveTo>
                    <a:pt x="183656" y="142239"/>
                  </a:moveTo>
                  <a:lnTo>
                    <a:pt x="171450" y="142239"/>
                  </a:lnTo>
                  <a:lnTo>
                    <a:pt x="168909" y="144779"/>
                  </a:lnTo>
                  <a:lnTo>
                    <a:pt x="181122" y="144779"/>
                  </a:lnTo>
                  <a:lnTo>
                    <a:pt x="183656" y="142239"/>
                  </a:lnTo>
                  <a:close/>
                </a:path>
                <a:path w="313690" h="313689">
                  <a:moveTo>
                    <a:pt x="313689" y="0"/>
                  </a:moveTo>
                  <a:lnTo>
                    <a:pt x="172720" y="140969"/>
                  </a:lnTo>
                  <a:lnTo>
                    <a:pt x="184923" y="140969"/>
                  </a:lnTo>
                  <a:lnTo>
                    <a:pt x="313689" y="11883"/>
                  </a:lnTo>
                  <a:lnTo>
                    <a:pt x="313689" y="0"/>
                  </a:lnTo>
                  <a:close/>
                </a:path>
              </a:pathLst>
            </a:custGeom>
            <a:solidFill>
              <a:srgbClr val="DAD0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6" name="object 3576"/>
            <p:cNvSpPr/>
            <p:nvPr/>
          </p:nvSpPr>
          <p:spPr>
            <a:xfrm>
              <a:off x="7118249" y="3151323"/>
              <a:ext cx="288925" cy="289560"/>
            </a:xfrm>
            <a:custGeom>
              <a:avLst/>
              <a:gdLst/>
              <a:ahLst/>
              <a:cxnLst/>
              <a:rect l="l" t="t" r="r" b="b"/>
              <a:pathLst>
                <a:path w="288925" h="289560">
                  <a:moveTo>
                    <a:pt x="100" y="289005"/>
                  </a:moveTo>
                  <a:close/>
                </a:path>
                <a:path w="288925" h="289560">
                  <a:moveTo>
                    <a:pt x="3910" y="285185"/>
                  </a:moveTo>
                  <a:lnTo>
                    <a:pt x="2533" y="286566"/>
                  </a:lnTo>
                  <a:lnTo>
                    <a:pt x="3910" y="286566"/>
                  </a:lnTo>
                  <a:lnTo>
                    <a:pt x="3910" y="285185"/>
                  </a:lnTo>
                  <a:close/>
                </a:path>
                <a:path w="288925" h="289560">
                  <a:moveTo>
                    <a:pt x="6450" y="282756"/>
                  </a:moveTo>
                  <a:lnTo>
                    <a:pt x="5067" y="284026"/>
                  </a:lnTo>
                  <a:lnTo>
                    <a:pt x="6450" y="284026"/>
                  </a:lnTo>
                  <a:lnTo>
                    <a:pt x="6450" y="282756"/>
                  </a:lnTo>
                  <a:close/>
                </a:path>
                <a:path w="288925" h="289560">
                  <a:moveTo>
                    <a:pt x="11530" y="280216"/>
                  </a:moveTo>
                  <a:lnTo>
                    <a:pt x="8867" y="280216"/>
                  </a:lnTo>
                  <a:lnTo>
                    <a:pt x="7601" y="281486"/>
                  </a:lnTo>
                  <a:lnTo>
                    <a:pt x="8990" y="281486"/>
                  </a:lnTo>
                  <a:lnTo>
                    <a:pt x="8990" y="282756"/>
                  </a:lnTo>
                  <a:lnTo>
                    <a:pt x="11530" y="282756"/>
                  </a:lnTo>
                  <a:lnTo>
                    <a:pt x="11530" y="280216"/>
                  </a:lnTo>
                  <a:close/>
                </a:path>
                <a:path w="288925" h="289560">
                  <a:moveTo>
                    <a:pt x="17880" y="276406"/>
                  </a:moveTo>
                  <a:lnTo>
                    <a:pt x="12668" y="276406"/>
                  </a:lnTo>
                  <a:lnTo>
                    <a:pt x="10134" y="278946"/>
                  </a:lnTo>
                  <a:lnTo>
                    <a:pt x="12800" y="278946"/>
                  </a:lnTo>
                  <a:lnTo>
                    <a:pt x="12800" y="280216"/>
                  </a:lnTo>
                  <a:lnTo>
                    <a:pt x="15340" y="280216"/>
                  </a:lnTo>
                  <a:lnTo>
                    <a:pt x="15340" y="277676"/>
                  </a:lnTo>
                  <a:lnTo>
                    <a:pt x="17880" y="277676"/>
                  </a:lnTo>
                  <a:lnTo>
                    <a:pt x="17880" y="276406"/>
                  </a:lnTo>
                  <a:close/>
                </a:path>
                <a:path w="288925" h="289560">
                  <a:moveTo>
                    <a:pt x="22960" y="273866"/>
                  </a:moveTo>
                  <a:lnTo>
                    <a:pt x="15202" y="273866"/>
                  </a:lnTo>
                  <a:lnTo>
                    <a:pt x="13935" y="275136"/>
                  </a:lnTo>
                  <a:lnTo>
                    <a:pt x="20420" y="275136"/>
                  </a:lnTo>
                  <a:lnTo>
                    <a:pt x="20420" y="276406"/>
                  </a:lnTo>
                  <a:lnTo>
                    <a:pt x="22815" y="276406"/>
                  </a:lnTo>
                  <a:lnTo>
                    <a:pt x="22960" y="276261"/>
                  </a:lnTo>
                  <a:lnTo>
                    <a:pt x="22960" y="273866"/>
                  </a:lnTo>
                  <a:close/>
                </a:path>
                <a:path w="288925" h="289560">
                  <a:moveTo>
                    <a:pt x="29150" y="270056"/>
                  </a:moveTo>
                  <a:lnTo>
                    <a:pt x="19002" y="270056"/>
                  </a:lnTo>
                  <a:lnTo>
                    <a:pt x="16469" y="272596"/>
                  </a:lnTo>
                  <a:lnTo>
                    <a:pt x="25500" y="272596"/>
                  </a:lnTo>
                  <a:lnTo>
                    <a:pt x="25500" y="273714"/>
                  </a:lnTo>
                  <a:lnTo>
                    <a:pt x="26770" y="272441"/>
                  </a:lnTo>
                  <a:lnTo>
                    <a:pt x="26770" y="271326"/>
                  </a:lnTo>
                  <a:lnTo>
                    <a:pt x="27883" y="271326"/>
                  </a:lnTo>
                  <a:lnTo>
                    <a:pt x="29150" y="270056"/>
                  </a:lnTo>
                  <a:close/>
                </a:path>
                <a:path w="288925" h="289560">
                  <a:moveTo>
                    <a:pt x="31683" y="267516"/>
                  </a:moveTo>
                  <a:lnTo>
                    <a:pt x="21536" y="267516"/>
                  </a:lnTo>
                  <a:lnTo>
                    <a:pt x="20269" y="268786"/>
                  </a:lnTo>
                  <a:lnTo>
                    <a:pt x="30417" y="268786"/>
                  </a:lnTo>
                  <a:lnTo>
                    <a:pt x="31683" y="267516"/>
                  </a:lnTo>
                  <a:close/>
                </a:path>
                <a:path w="288925" h="289560">
                  <a:moveTo>
                    <a:pt x="35484" y="263706"/>
                  </a:moveTo>
                  <a:lnTo>
                    <a:pt x="25337" y="263706"/>
                  </a:lnTo>
                  <a:lnTo>
                    <a:pt x="22803" y="266246"/>
                  </a:lnTo>
                  <a:lnTo>
                    <a:pt x="32950" y="266246"/>
                  </a:lnTo>
                  <a:lnTo>
                    <a:pt x="35484" y="263706"/>
                  </a:lnTo>
                  <a:close/>
                </a:path>
                <a:path w="288925" h="289560">
                  <a:moveTo>
                    <a:pt x="38018" y="261166"/>
                  </a:moveTo>
                  <a:lnTo>
                    <a:pt x="27870" y="261166"/>
                  </a:lnTo>
                  <a:lnTo>
                    <a:pt x="26603" y="262436"/>
                  </a:lnTo>
                  <a:lnTo>
                    <a:pt x="36751" y="262436"/>
                  </a:lnTo>
                  <a:lnTo>
                    <a:pt x="38018" y="261166"/>
                  </a:lnTo>
                  <a:close/>
                </a:path>
                <a:path w="288925" h="289560">
                  <a:moveTo>
                    <a:pt x="41818" y="257356"/>
                  </a:moveTo>
                  <a:lnTo>
                    <a:pt x="31671" y="257356"/>
                  </a:lnTo>
                  <a:lnTo>
                    <a:pt x="29137" y="259896"/>
                  </a:lnTo>
                  <a:lnTo>
                    <a:pt x="39285" y="259896"/>
                  </a:lnTo>
                  <a:lnTo>
                    <a:pt x="41818" y="257356"/>
                  </a:lnTo>
                  <a:close/>
                </a:path>
                <a:path w="288925" h="289560">
                  <a:moveTo>
                    <a:pt x="44352" y="254816"/>
                  </a:moveTo>
                  <a:lnTo>
                    <a:pt x="34205" y="254816"/>
                  </a:lnTo>
                  <a:lnTo>
                    <a:pt x="32938" y="256086"/>
                  </a:lnTo>
                  <a:lnTo>
                    <a:pt x="43085" y="256086"/>
                  </a:lnTo>
                  <a:lnTo>
                    <a:pt x="44352" y="254816"/>
                  </a:lnTo>
                  <a:close/>
                </a:path>
                <a:path w="288925" h="289560">
                  <a:moveTo>
                    <a:pt x="48153" y="251006"/>
                  </a:moveTo>
                  <a:lnTo>
                    <a:pt x="38005" y="251006"/>
                  </a:lnTo>
                  <a:lnTo>
                    <a:pt x="35471" y="253546"/>
                  </a:lnTo>
                  <a:lnTo>
                    <a:pt x="45619" y="253546"/>
                  </a:lnTo>
                  <a:lnTo>
                    <a:pt x="48153" y="251006"/>
                  </a:lnTo>
                  <a:close/>
                </a:path>
                <a:path w="288925" h="289560">
                  <a:moveTo>
                    <a:pt x="50686" y="248466"/>
                  </a:moveTo>
                  <a:lnTo>
                    <a:pt x="40539" y="248466"/>
                  </a:lnTo>
                  <a:lnTo>
                    <a:pt x="39272" y="249736"/>
                  </a:lnTo>
                  <a:lnTo>
                    <a:pt x="49419" y="249736"/>
                  </a:lnTo>
                  <a:lnTo>
                    <a:pt x="50686" y="248466"/>
                  </a:lnTo>
                  <a:close/>
                </a:path>
                <a:path w="288925" h="289560">
                  <a:moveTo>
                    <a:pt x="54487" y="244656"/>
                  </a:moveTo>
                  <a:lnTo>
                    <a:pt x="44339" y="244656"/>
                  </a:lnTo>
                  <a:lnTo>
                    <a:pt x="41806" y="247196"/>
                  </a:lnTo>
                  <a:lnTo>
                    <a:pt x="51953" y="247196"/>
                  </a:lnTo>
                  <a:lnTo>
                    <a:pt x="54487" y="244656"/>
                  </a:lnTo>
                  <a:close/>
                </a:path>
                <a:path w="288925" h="289560">
                  <a:moveTo>
                    <a:pt x="57021" y="242116"/>
                  </a:moveTo>
                  <a:lnTo>
                    <a:pt x="46873" y="242116"/>
                  </a:lnTo>
                  <a:lnTo>
                    <a:pt x="45606" y="243386"/>
                  </a:lnTo>
                  <a:lnTo>
                    <a:pt x="55754" y="243386"/>
                  </a:lnTo>
                  <a:lnTo>
                    <a:pt x="57021" y="242116"/>
                  </a:lnTo>
                  <a:close/>
                </a:path>
                <a:path w="288925" h="289560">
                  <a:moveTo>
                    <a:pt x="60821" y="238306"/>
                  </a:moveTo>
                  <a:lnTo>
                    <a:pt x="50674" y="238306"/>
                  </a:lnTo>
                  <a:lnTo>
                    <a:pt x="48140" y="240846"/>
                  </a:lnTo>
                  <a:lnTo>
                    <a:pt x="58287" y="240846"/>
                  </a:lnTo>
                  <a:lnTo>
                    <a:pt x="60821" y="238306"/>
                  </a:lnTo>
                  <a:close/>
                </a:path>
                <a:path w="288925" h="289560">
                  <a:moveTo>
                    <a:pt x="63355" y="235766"/>
                  </a:moveTo>
                  <a:lnTo>
                    <a:pt x="53207" y="235766"/>
                  </a:lnTo>
                  <a:lnTo>
                    <a:pt x="51941" y="237036"/>
                  </a:lnTo>
                  <a:lnTo>
                    <a:pt x="62088" y="237036"/>
                  </a:lnTo>
                  <a:lnTo>
                    <a:pt x="63355" y="235766"/>
                  </a:lnTo>
                  <a:close/>
                </a:path>
                <a:path w="288925" h="289560">
                  <a:moveTo>
                    <a:pt x="67155" y="231956"/>
                  </a:moveTo>
                  <a:lnTo>
                    <a:pt x="57008" y="231956"/>
                  </a:lnTo>
                  <a:lnTo>
                    <a:pt x="54474" y="234496"/>
                  </a:lnTo>
                  <a:lnTo>
                    <a:pt x="64622" y="234496"/>
                  </a:lnTo>
                  <a:lnTo>
                    <a:pt x="67155" y="231956"/>
                  </a:lnTo>
                  <a:close/>
                </a:path>
                <a:path w="288925" h="289560">
                  <a:moveTo>
                    <a:pt x="69689" y="229416"/>
                  </a:moveTo>
                  <a:lnTo>
                    <a:pt x="59542" y="229416"/>
                  </a:lnTo>
                  <a:lnTo>
                    <a:pt x="58275" y="230686"/>
                  </a:lnTo>
                  <a:lnTo>
                    <a:pt x="68422" y="230686"/>
                  </a:lnTo>
                  <a:lnTo>
                    <a:pt x="69689" y="229416"/>
                  </a:lnTo>
                  <a:close/>
                </a:path>
                <a:path w="288925" h="289560">
                  <a:moveTo>
                    <a:pt x="73490" y="225606"/>
                  </a:moveTo>
                  <a:lnTo>
                    <a:pt x="63342" y="225606"/>
                  </a:lnTo>
                  <a:lnTo>
                    <a:pt x="60809" y="228146"/>
                  </a:lnTo>
                  <a:lnTo>
                    <a:pt x="70956" y="228146"/>
                  </a:lnTo>
                  <a:lnTo>
                    <a:pt x="73490" y="225606"/>
                  </a:lnTo>
                  <a:close/>
                </a:path>
                <a:path w="288925" h="289560">
                  <a:moveTo>
                    <a:pt x="76023" y="223066"/>
                  </a:moveTo>
                  <a:lnTo>
                    <a:pt x="65876" y="223066"/>
                  </a:lnTo>
                  <a:lnTo>
                    <a:pt x="64609" y="224336"/>
                  </a:lnTo>
                  <a:lnTo>
                    <a:pt x="74757" y="224336"/>
                  </a:lnTo>
                  <a:lnTo>
                    <a:pt x="76023" y="223066"/>
                  </a:lnTo>
                  <a:close/>
                </a:path>
                <a:path w="288925" h="289560">
                  <a:moveTo>
                    <a:pt x="79824" y="219256"/>
                  </a:moveTo>
                  <a:lnTo>
                    <a:pt x="69677" y="219256"/>
                  </a:lnTo>
                  <a:lnTo>
                    <a:pt x="67143" y="221796"/>
                  </a:lnTo>
                  <a:lnTo>
                    <a:pt x="77290" y="221796"/>
                  </a:lnTo>
                  <a:lnTo>
                    <a:pt x="79824" y="219256"/>
                  </a:lnTo>
                  <a:close/>
                </a:path>
                <a:path w="288925" h="289560">
                  <a:moveTo>
                    <a:pt x="82358" y="216716"/>
                  </a:moveTo>
                  <a:lnTo>
                    <a:pt x="72210" y="216716"/>
                  </a:lnTo>
                  <a:lnTo>
                    <a:pt x="70943" y="217986"/>
                  </a:lnTo>
                  <a:lnTo>
                    <a:pt x="81091" y="217986"/>
                  </a:lnTo>
                  <a:lnTo>
                    <a:pt x="82358" y="216716"/>
                  </a:lnTo>
                  <a:close/>
                </a:path>
                <a:path w="288925" h="289560">
                  <a:moveTo>
                    <a:pt x="86158" y="212906"/>
                  </a:moveTo>
                  <a:lnTo>
                    <a:pt x="76011" y="212906"/>
                  </a:lnTo>
                  <a:lnTo>
                    <a:pt x="73477" y="215446"/>
                  </a:lnTo>
                  <a:lnTo>
                    <a:pt x="83625" y="215446"/>
                  </a:lnTo>
                  <a:lnTo>
                    <a:pt x="86158" y="212906"/>
                  </a:lnTo>
                  <a:close/>
                </a:path>
                <a:path w="288925" h="289560">
                  <a:moveTo>
                    <a:pt x="88692" y="210366"/>
                  </a:moveTo>
                  <a:lnTo>
                    <a:pt x="78545" y="210366"/>
                  </a:lnTo>
                  <a:lnTo>
                    <a:pt x="77278" y="211636"/>
                  </a:lnTo>
                  <a:lnTo>
                    <a:pt x="87425" y="211636"/>
                  </a:lnTo>
                  <a:lnTo>
                    <a:pt x="88692" y="210366"/>
                  </a:lnTo>
                  <a:close/>
                </a:path>
                <a:path w="288925" h="289560">
                  <a:moveTo>
                    <a:pt x="92493" y="206556"/>
                  </a:moveTo>
                  <a:lnTo>
                    <a:pt x="82345" y="206556"/>
                  </a:lnTo>
                  <a:lnTo>
                    <a:pt x="79811" y="209096"/>
                  </a:lnTo>
                  <a:lnTo>
                    <a:pt x="89959" y="209096"/>
                  </a:lnTo>
                  <a:lnTo>
                    <a:pt x="92493" y="206556"/>
                  </a:lnTo>
                  <a:close/>
                </a:path>
                <a:path w="288925" h="289560">
                  <a:moveTo>
                    <a:pt x="95026" y="204016"/>
                  </a:moveTo>
                  <a:lnTo>
                    <a:pt x="84879" y="204016"/>
                  </a:lnTo>
                  <a:lnTo>
                    <a:pt x="83612" y="205286"/>
                  </a:lnTo>
                  <a:lnTo>
                    <a:pt x="93759" y="205286"/>
                  </a:lnTo>
                  <a:lnTo>
                    <a:pt x="95026" y="204016"/>
                  </a:lnTo>
                  <a:close/>
                </a:path>
                <a:path w="288925" h="289560">
                  <a:moveTo>
                    <a:pt x="98827" y="200206"/>
                  </a:moveTo>
                  <a:lnTo>
                    <a:pt x="88679" y="200206"/>
                  </a:lnTo>
                  <a:lnTo>
                    <a:pt x="86146" y="202746"/>
                  </a:lnTo>
                  <a:lnTo>
                    <a:pt x="96293" y="202746"/>
                  </a:lnTo>
                  <a:lnTo>
                    <a:pt x="98827" y="200206"/>
                  </a:lnTo>
                  <a:close/>
                </a:path>
                <a:path w="288925" h="289560">
                  <a:moveTo>
                    <a:pt x="101361" y="197666"/>
                  </a:moveTo>
                  <a:lnTo>
                    <a:pt x="91213" y="197666"/>
                  </a:lnTo>
                  <a:lnTo>
                    <a:pt x="89946" y="198936"/>
                  </a:lnTo>
                  <a:lnTo>
                    <a:pt x="100094" y="198936"/>
                  </a:lnTo>
                  <a:lnTo>
                    <a:pt x="101361" y="197666"/>
                  </a:lnTo>
                  <a:close/>
                </a:path>
                <a:path w="288925" h="289560">
                  <a:moveTo>
                    <a:pt x="105161" y="193856"/>
                  </a:moveTo>
                  <a:lnTo>
                    <a:pt x="95014" y="193856"/>
                  </a:lnTo>
                  <a:lnTo>
                    <a:pt x="92480" y="196396"/>
                  </a:lnTo>
                  <a:lnTo>
                    <a:pt x="102627" y="196396"/>
                  </a:lnTo>
                  <a:lnTo>
                    <a:pt x="105161" y="193856"/>
                  </a:lnTo>
                  <a:close/>
                </a:path>
                <a:path w="288925" h="289560">
                  <a:moveTo>
                    <a:pt x="107695" y="191316"/>
                  </a:moveTo>
                  <a:lnTo>
                    <a:pt x="97547" y="191316"/>
                  </a:lnTo>
                  <a:lnTo>
                    <a:pt x="96281" y="192586"/>
                  </a:lnTo>
                  <a:lnTo>
                    <a:pt x="106428" y="192586"/>
                  </a:lnTo>
                  <a:lnTo>
                    <a:pt x="107695" y="191316"/>
                  </a:lnTo>
                  <a:close/>
                </a:path>
                <a:path w="288925" h="289560">
                  <a:moveTo>
                    <a:pt x="111495" y="187506"/>
                  </a:moveTo>
                  <a:lnTo>
                    <a:pt x="101348" y="187506"/>
                  </a:lnTo>
                  <a:lnTo>
                    <a:pt x="98814" y="190046"/>
                  </a:lnTo>
                  <a:lnTo>
                    <a:pt x="108962" y="190046"/>
                  </a:lnTo>
                  <a:lnTo>
                    <a:pt x="111495" y="187506"/>
                  </a:lnTo>
                  <a:close/>
                </a:path>
                <a:path w="288925" h="289560">
                  <a:moveTo>
                    <a:pt x="114029" y="184966"/>
                  </a:moveTo>
                  <a:lnTo>
                    <a:pt x="103882" y="184966"/>
                  </a:lnTo>
                  <a:lnTo>
                    <a:pt x="102615" y="186236"/>
                  </a:lnTo>
                  <a:lnTo>
                    <a:pt x="112762" y="186236"/>
                  </a:lnTo>
                  <a:lnTo>
                    <a:pt x="114029" y="184966"/>
                  </a:lnTo>
                  <a:close/>
                </a:path>
                <a:path w="288925" h="289560">
                  <a:moveTo>
                    <a:pt x="117830" y="181156"/>
                  </a:moveTo>
                  <a:lnTo>
                    <a:pt x="107682" y="181156"/>
                  </a:lnTo>
                  <a:lnTo>
                    <a:pt x="105149" y="183696"/>
                  </a:lnTo>
                  <a:lnTo>
                    <a:pt x="115296" y="183696"/>
                  </a:lnTo>
                  <a:lnTo>
                    <a:pt x="117830" y="181156"/>
                  </a:lnTo>
                  <a:close/>
                </a:path>
                <a:path w="288925" h="289560">
                  <a:moveTo>
                    <a:pt x="120363" y="178616"/>
                  </a:moveTo>
                  <a:lnTo>
                    <a:pt x="110216" y="178616"/>
                  </a:lnTo>
                  <a:lnTo>
                    <a:pt x="108949" y="179886"/>
                  </a:lnTo>
                  <a:lnTo>
                    <a:pt x="119097" y="179886"/>
                  </a:lnTo>
                  <a:lnTo>
                    <a:pt x="120363" y="178616"/>
                  </a:lnTo>
                  <a:close/>
                </a:path>
                <a:path w="288925" h="289560">
                  <a:moveTo>
                    <a:pt x="124164" y="174806"/>
                  </a:moveTo>
                  <a:lnTo>
                    <a:pt x="114017" y="174806"/>
                  </a:lnTo>
                  <a:lnTo>
                    <a:pt x="111483" y="177346"/>
                  </a:lnTo>
                  <a:lnTo>
                    <a:pt x="121630" y="177346"/>
                  </a:lnTo>
                  <a:lnTo>
                    <a:pt x="124164" y="174806"/>
                  </a:lnTo>
                  <a:close/>
                </a:path>
                <a:path w="288925" h="289560">
                  <a:moveTo>
                    <a:pt x="126698" y="172266"/>
                  </a:moveTo>
                  <a:lnTo>
                    <a:pt x="116550" y="172266"/>
                  </a:lnTo>
                  <a:lnTo>
                    <a:pt x="115283" y="173536"/>
                  </a:lnTo>
                  <a:lnTo>
                    <a:pt x="125431" y="173536"/>
                  </a:lnTo>
                  <a:lnTo>
                    <a:pt x="126698" y="172266"/>
                  </a:lnTo>
                  <a:close/>
                </a:path>
                <a:path w="288925" h="289560">
                  <a:moveTo>
                    <a:pt x="130498" y="168456"/>
                  </a:moveTo>
                  <a:lnTo>
                    <a:pt x="120351" y="168456"/>
                  </a:lnTo>
                  <a:lnTo>
                    <a:pt x="117817" y="170996"/>
                  </a:lnTo>
                  <a:lnTo>
                    <a:pt x="127965" y="170996"/>
                  </a:lnTo>
                  <a:lnTo>
                    <a:pt x="130498" y="168456"/>
                  </a:lnTo>
                  <a:close/>
                </a:path>
                <a:path w="288925" h="289560">
                  <a:moveTo>
                    <a:pt x="133032" y="165916"/>
                  </a:moveTo>
                  <a:lnTo>
                    <a:pt x="122885" y="165916"/>
                  </a:lnTo>
                  <a:lnTo>
                    <a:pt x="121618" y="167186"/>
                  </a:lnTo>
                  <a:lnTo>
                    <a:pt x="131765" y="167186"/>
                  </a:lnTo>
                  <a:lnTo>
                    <a:pt x="133032" y="165916"/>
                  </a:lnTo>
                  <a:close/>
                </a:path>
                <a:path w="288925" h="289560">
                  <a:moveTo>
                    <a:pt x="136833" y="162106"/>
                  </a:moveTo>
                  <a:lnTo>
                    <a:pt x="126685" y="162106"/>
                  </a:lnTo>
                  <a:lnTo>
                    <a:pt x="124151" y="164646"/>
                  </a:lnTo>
                  <a:lnTo>
                    <a:pt x="134299" y="164646"/>
                  </a:lnTo>
                  <a:lnTo>
                    <a:pt x="136833" y="162106"/>
                  </a:lnTo>
                  <a:close/>
                </a:path>
                <a:path w="288925" h="289560">
                  <a:moveTo>
                    <a:pt x="139366" y="159566"/>
                  </a:moveTo>
                  <a:lnTo>
                    <a:pt x="129219" y="159566"/>
                  </a:lnTo>
                  <a:lnTo>
                    <a:pt x="127952" y="160836"/>
                  </a:lnTo>
                  <a:lnTo>
                    <a:pt x="138099" y="160836"/>
                  </a:lnTo>
                  <a:lnTo>
                    <a:pt x="139366" y="159566"/>
                  </a:lnTo>
                  <a:close/>
                </a:path>
                <a:path w="288925" h="289560">
                  <a:moveTo>
                    <a:pt x="143167" y="155756"/>
                  </a:moveTo>
                  <a:lnTo>
                    <a:pt x="133019" y="155756"/>
                  </a:lnTo>
                  <a:lnTo>
                    <a:pt x="130486" y="158296"/>
                  </a:lnTo>
                  <a:lnTo>
                    <a:pt x="140633" y="158296"/>
                  </a:lnTo>
                  <a:lnTo>
                    <a:pt x="143167" y="155756"/>
                  </a:lnTo>
                  <a:close/>
                </a:path>
                <a:path w="288925" h="289560">
                  <a:moveTo>
                    <a:pt x="145701" y="153216"/>
                  </a:moveTo>
                  <a:lnTo>
                    <a:pt x="135553" y="153216"/>
                  </a:lnTo>
                  <a:lnTo>
                    <a:pt x="134286" y="154486"/>
                  </a:lnTo>
                  <a:lnTo>
                    <a:pt x="144434" y="154486"/>
                  </a:lnTo>
                  <a:lnTo>
                    <a:pt x="145701" y="153216"/>
                  </a:lnTo>
                  <a:close/>
                </a:path>
                <a:path w="288925" h="289560">
                  <a:moveTo>
                    <a:pt x="149501" y="149406"/>
                  </a:moveTo>
                  <a:lnTo>
                    <a:pt x="139354" y="149406"/>
                  </a:lnTo>
                  <a:lnTo>
                    <a:pt x="136820" y="151946"/>
                  </a:lnTo>
                  <a:lnTo>
                    <a:pt x="146967" y="151946"/>
                  </a:lnTo>
                  <a:lnTo>
                    <a:pt x="149501" y="149406"/>
                  </a:lnTo>
                  <a:close/>
                </a:path>
                <a:path w="288925" h="289560">
                  <a:moveTo>
                    <a:pt x="152035" y="146866"/>
                  </a:moveTo>
                  <a:lnTo>
                    <a:pt x="141887" y="146866"/>
                  </a:lnTo>
                  <a:lnTo>
                    <a:pt x="140621" y="148136"/>
                  </a:lnTo>
                  <a:lnTo>
                    <a:pt x="150768" y="148136"/>
                  </a:lnTo>
                  <a:lnTo>
                    <a:pt x="152035" y="146866"/>
                  </a:lnTo>
                  <a:close/>
                </a:path>
                <a:path w="288925" h="289560">
                  <a:moveTo>
                    <a:pt x="155835" y="143056"/>
                  </a:moveTo>
                  <a:lnTo>
                    <a:pt x="145688" y="143056"/>
                  </a:lnTo>
                  <a:lnTo>
                    <a:pt x="143154" y="145596"/>
                  </a:lnTo>
                  <a:lnTo>
                    <a:pt x="153302" y="145596"/>
                  </a:lnTo>
                  <a:lnTo>
                    <a:pt x="155835" y="143056"/>
                  </a:lnTo>
                  <a:close/>
                </a:path>
                <a:path w="288925" h="289560">
                  <a:moveTo>
                    <a:pt x="158369" y="140516"/>
                  </a:moveTo>
                  <a:lnTo>
                    <a:pt x="148222" y="140516"/>
                  </a:lnTo>
                  <a:lnTo>
                    <a:pt x="146955" y="141786"/>
                  </a:lnTo>
                  <a:lnTo>
                    <a:pt x="157102" y="141786"/>
                  </a:lnTo>
                  <a:lnTo>
                    <a:pt x="158369" y="140516"/>
                  </a:lnTo>
                  <a:close/>
                </a:path>
                <a:path w="288925" h="289560">
                  <a:moveTo>
                    <a:pt x="162170" y="136706"/>
                  </a:moveTo>
                  <a:lnTo>
                    <a:pt x="152022" y="136706"/>
                  </a:lnTo>
                  <a:lnTo>
                    <a:pt x="149489" y="139246"/>
                  </a:lnTo>
                  <a:lnTo>
                    <a:pt x="159636" y="139246"/>
                  </a:lnTo>
                  <a:lnTo>
                    <a:pt x="162170" y="136706"/>
                  </a:lnTo>
                  <a:close/>
                </a:path>
                <a:path w="288925" h="289560">
                  <a:moveTo>
                    <a:pt x="164703" y="134166"/>
                  </a:moveTo>
                  <a:lnTo>
                    <a:pt x="154556" y="134166"/>
                  </a:lnTo>
                  <a:lnTo>
                    <a:pt x="153289" y="135436"/>
                  </a:lnTo>
                  <a:lnTo>
                    <a:pt x="163437" y="135436"/>
                  </a:lnTo>
                  <a:lnTo>
                    <a:pt x="164703" y="134166"/>
                  </a:lnTo>
                  <a:close/>
                </a:path>
                <a:path w="288925" h="289560">
                  <a:moveTo>
                    <a:pt x="168504" y="130356"/>
                  </a:moveTo>
                  <a:lnTo>
                    <a:pt x="158357" y="130356"/>
                  </a:lnTo>
                  <a:lnTo>
                    <a:pt x="155823" y="132896"/>
                  </a:lnTo>
                  <a:lnTo>
                    <a:pt x="165970" y="132896"/>
                  </a:lnTo>
                  <a:lnTo>
                    <a:pt x="168504" y="130356"/>
                  </a:lnTo>
                  <a:close/>
                </a:path>
                <a:path w="288925" h="289560">
                  <a:moveTo>
                    <a:pt x="288390" y="0"/>
                  </a:moveTo>
                  <a:lnTo>
                    <a:pt x="159623" y="129086"/>
                  </a:lnTo>
                  <a:lnTo>
                    <a:pt x="169771" y="129086"/>
                  </a:lnTo>
                  <a:lnTo>
                    <a:pt x="288390" y="10172"/>
                  </a:lnTo>
                  <a:lnTo>
                    <a:pt x="288390" y="0"/>
                  </a:lnTo>
                  <a:close/>
                </a:path>
              </a:pathLst>
            </a:custGeom>
            <a:solidFill>
              <a:srgbClr val="DBD0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7" name="object 3577"/>
            <p:cNvSpPr/>
            <p:nvPr/>
          </p:nvSpPr>
          <p:spPr>
            <a:xfrm>
              <a:off x="7141065" y="3161496"/>
              <a:ext cx="266065" cy="266700"/>
            </a:xfrm>
            <a:custGeom>
              <a:avLst/>
              <a:gdLst/>
              <a:ahLst/>
              <a:cxnLst/>
              <a:rect l="l" t="t" r="r" b="b"/>
              <a:pathLst>
                <a:path w="266065" h="266700">
                  <a:moveTo>
                    <a:pt x="144" y="266088"/>
                  </a:moveTo>
                  <a:lnTo>
                    <a:pt x="0" y="266233"/>
                  </a:lnTo>
                  <a:lnTo>
                    <a:pt x="144" y="266233"/>
                  </a:lnTo>
                  <a:lnTo>
                    <a:pt x="144" y="266088"/>
                  </a:lnTo>
                  <a:close/>
                </a:path>
                <a:path w="266065" h="266700">
                  <a:moveTo>
                    <a:pt x="3954" y="262269"/>
                  </a:moveTo>
                  <a:lnTo>
                    <a:pt x="2684" y="263542"/>
                  </a:lnTo>
                  <a:lnTo>
                    <a:pt x="2684" y="263693"/>
                  </a:lnTo>
                  <a:lnTo>
                    <a:pt x="3954" y="263693"/>
                  </a:lnTo>
                  <a:lnTo>
                    <a:pt x="3954" y="262269"/>
                  </a:lnTo>
                  <a:close/>
                </a:path>
                <a:path w="266065" h="266700">
                  <a:moveTo>
                    <a:pt x="6494" y="259883"/>
                  </a:moveTo>
                  <a:lnTo>
                    <a:pt x="6334" y="259883"/>
                  </a:lnTo>
                  <a:lnTo>
                    <a:pt x="5067" y="261153"/>
                  </a:lnTo>
                  <a:lnTo>
                    <a:pt x="6494" y="261153"/>
                  </a:lnTo>
                  <a:lnTo>
                    <a:pt x="6494" y="259883"/>
                  </a:lnTo>
                  <a:close/>
                </a:path>
                <a:path w="266065" h="266700">
                  <a:moveTo>
                    <a:pt x="11574" y="257343"/>
                  </a:moveTo>
                  <a:lnTo>
                    <a:pt x="8867" y="257343"/>
                  </a:lnTo>
                  <a:lnTo>
                    <a:pt x="7601" y="258613"/>
                  </a:lnTo>
                  <a:lnTo>
                    <a:pt x="9034" y="258613"/>
                  </a:lnTo>
                  <a:lnTo>
                    <a:pt x="9034" y="259883"/>
                  </a:lnTo>
                  <a:lnTo>
                    <a:pt x="11574" y="259883"/>
                  </a:lnTo>
                  <a:lnTo>
                    <a:pt x="11574" y="257343"/>
                  </a:lnTo>
                  <a:close/>
                </a:path>
                <a:path w="266065" h="266700">
                  <a:moveTo>
                    <a:pt x="17924" y="253533"/>
                  </a:moveTo>
                  <a:lnTo>
                    <a:pt x="12668" y="253533"/>
                  </a:lnTo>
                  <a:lnTo>
                    <a:pt x="10134" y="256073"/>
                  </a:lnTo>
                  <a:lnTo>
                    <a:pt x="14114" y="256073"/>
                  </a:lnTo>
                  <a:lnTo>
                    <a:pt x="14114" y="257343"/>
                  </a:lnTo>
                  <a:lnTo>
                    <a:pt x="16654" y="257343"/>
                  </a:lnTo>
                  <a:lnTo>
                    <a:pt x="16654" y="254803"/>
                  </a:lnTo>
                  <a:lnTo>
                    <a:pt x="17924" y="254803"/>
                  </a:lnTo>
                  <a:lnTo>
                    <a:pt x="17924" y="253533"/>
                  </a:lnTo>
                  <a:close/>
                </a:path>
                <a:path w="266065" h="266700">
                  <a:moveTo>
                    <a:pt x="23004" y="250993"/>
                  </a:moveTo>
                  <a:lnTo>
                    <a:pt x="15202" y="250993"/>
                  </a:lnTo>
                  <a:lnTo>
                    <a:pt x="13935" y="252263"/>
                  </a:lnTo>
                  <a:lnTo>
                    <a:pt x="20464" y="252263"/>
                  </a:lnTo>
                  <a:lnTo>
                    <a:pt x="20464" y="253533"/>
                  </a:lnTo>
                  <a:lnTo>
                    <a:pt x="23004" y="253533"/>
                  </a:lnTo>
                  <a:lnTo>
                    <a:pt x="23004" y="250993"/>
                  </a:lnTo>
                  <a:close/>
                </a:path>
                <a:path w="266065" h="266700">
                  <a:moveTo>
                    <a:pt x="29354" y="247183"/>
                  </a:moveTo>
                  <a:lnTo>
                    <a:pt x="19002" y="247183"/>
                  </a:lnTo>
                  <a:lnTo>
                    <a:pt x="16469" y="249723"/>
                  </a:lnTo>
                  <a:lnTo>
                    <a:pt x="25544" y="249723"/>
                  </a:lnTo>
                  <a:lnTo>
                    <a:pt x="25544" y="250993"/>
                  </a:lnTo>
                  <a:lnTo>
                    <a:pt x="25739" y="250993"/>
                  </a:lnTo>
                  <a:lnTo>
                    <a:pt x="28084" y="248654"/>
                  </a:lnTo>
                  <a:lnTo>
                    <a:pt x="28084" y="248453"/>
                  </a:lnTo>
                  <a:lnTo>
                    <a:pt x="28286" y="248453"/>
                  </a:lnTo>
                  <a:lnTo>
                    <a:pt x="29354" y="247387"/>
                  </a:lnTo>
                  <a:lnTo>
                    <a:pt x="29354" y="247183"/>
                  </a:lnTo>
                  <a:close/>
                </a:path>
                <a:path w="266065" h="266700">
                  <a:moveTo>
                    <a:pt x="32105" y="244643"/>
                  </a:moveTo>
                  <a:lnTo>
                    <a:pt x="21536" y="244643"/>
                  </a:lnTo>
                  <a:lnTo>
                    <a:pt x="20269" y="245913"/>
                  </a:lnTo>
                  <a:lnTo>
                    <a:pt x="30832" y="245913"/>
                  </a:lnTo>
                  <a:lnTo>
                    <a:pt x="32105" y="244643"/>
                  </a:lnTo>
                  <a:close/>
                </a:path>
                <a:path w="266065" h="266700">
                  <a:moveTo>
                    <a:pt x="35925" y="240833"/>
                  </a:moveTo>
                  <a:lnTo>
                    <a:pt x="25337" y="240833"/>
                  </a:lnTo>
                  <a:lnTo>
                    <a:pt x="22803" y="243373"/>
                  </a:lnTo>
                  <a:lnTo>
                    <a:pt x="33378" y="243373"/>
                  </a:lnTo>
                  <a:lnTo>
                    <a:pt x="35925" y="240833"/>
                  </a:lnTo>
                  <a:close/>
                </a:path>
                <a:path w="266065" h="266700">
                  <a:moveTo>
                    <a:pt x="38471" y="238293"/>
                  </a:moveTo>
                  <a:lnTo>
                    <a:pt x="27870" y="238293"/>
                  </a:lnTo>
                  <a:lnTo>
                    <a:pt x="26603" y="239563"/>
                  </a:lnTo>
                  <a:lnTo>
                    <a:pt x="37198" y="239563"/>
                  </a:lnTo>
                  <a:lnTo>
                    <a:pt x="38471" y="238293"/>
                  </a:lnTo>
                  <a:close/>
                </a:path>
                <a:path w="266065" h="266700">
                  <a:moveTo>
                    <a:pt x="42290" y="234483"/>
                  </a:moveTo>
                  <a:lnTo>
                    <a:pt x="31671" y="234483"/>
                  </a:lnTo>
                  <a:lnTo>
                    <a:pt x="29137" y="237023"/>
                  </a:lnTo>
                  <a:lnTo>
                    <a:pt x="39744" y="237023"/>
                  </a:lnTo>
                  <a:lnTo>
                    <a:pt x="42290" y="234483"/>
                  </a:lnTo>
                  <a:close/>
                </a:path>
                <a:path w="266065" h="266700">
                  <a:moveTo>
                    <a:pt x="44837" y="231943"/>
                  </a:moveTo>
                  <a:lnTo>
                    <a:pt x="34205" y="231943"/>
                  </a:lnTo>
                  <a:lnTo>
                    <a:pt x="32938" y="233213"/>
                  </a:lnTo>
                  <a:lnTo>
                    <a:pt x="43564" y="233213"/>
                  </a:lnTo>
                  <a:lnTo>
                    <a:pt x="44837" y="231943"/>
                  </a:lnTo>
                  <a:close/>
                </a:path>
                <a:path w="266065" h="266700">
                  <a:moveTo>
                    <a:pt x="48656" y="228133"/>
                  </a:moveTo>
                  <a:lnTo>
                    <a:pt x="38005" y="228133"/>
                  </a:lnTo>
                  <a:lnTo>
                    <a:pt x="35471" y="230673"/>
                  </a:lnTo>
                  <a:lnTo>
                    <a:pt x="46110" y="230673"/>
                  </a:lnTo>
                  <a:lnTo>
                    <a:pt x="48656" y="228133"/>
                  </a:lnTo>
                  <a:close/>
                </a:path>
                <a:path w="266065" h="266700">
                  <a:moveTo>
                    <a:pt x="51203" y="225593"/>
                  </a:moveTo>
                  <a:lnTo>
                    <a:pt x="40539" y="225593"/>
                  </a:lnTo>
                  <a:lnTo>
                    <a:pt x="39272" y="226863"/>
                  </a:lnTo>
                  <a:lnTo>
                    <a:pt x="49929" y="226863"/>
                  </a:lnTo>
                  <a:lnTo>
                    <a:pt x="51203" y="225593"/>
                  </a:lnTo>
                  <a:close/>
                </a:path>
                <a:path w="266065" h="266700">
                  <a:moveTo>
                    <a:pt x="55022" y="221783"/>
                  </a:moveTo>
                  <a:lnTo>
                    <a:pt x="44339" y="221783"/>
                  </a:lnTo>
                  <a:lnTo>
                    <a:pt x="41806" y="224323"/>
                  </a:lnTo>
                  <a:lnTo>
                    <a:pt x="52476" y="224323"/>
                  </a:lnTo>
                  <a:lnTo>
                    <a:pt x="55022" y="221783"/>
                  </a:lnTo>
                  <a:close/>
                </a:path>
                <a:path w="266065" h="266700">
                  <a:moveTo>
                    <a:pt x="57568" y="219243"/>
                  </a:moveTo>
                  <a:lnTo>
                    <a:pt x="46873" y="219243"/>
                  </a:lnTo>
                  <a:lnTo>
                    <a:pt x="45606" y="220513"/>
                  </a:lnTo>
                  <a:lnTo>
                    <a:pt x="56295" y="220513"/>
                  </a:lnTo>
                  <a:lnTo>
                    <a:pt x="57568" y="219243"/>
                  </a:lnTo>
                  <a:close/>
                </a:path>
                <a:path w="266065" h="266700">
                  <a:moveTo>
                    <a:pt x="61388" y="215433"/>
                  </a:moveTo>
                  <a:lnTo>
                    <a:pt x="50674" y="215433"/>
                  </a:lnTo>
                  <a:lnTo>
                    <a:pt x="48140" y="217973"/>
                  </a:lnTo>
                  <a:lnTo>
                    <a:pt x="58841" y="217973"/>
                  </a:lnTo>
                  <a:lnTo>
                    <a:pt x="61388" y="215433"/>
                  </a:lnTo>
                  <a:close/>
                </a:path>
                <a:path w="266065" h="266700">
                  <a:moveTo>
                    <a:pt x="63934" y="212893"/>
                  </a:moveTo>
                  <a:lnTo>
                    <a:pt x="53207" y="212893"/>
                  </a:lnTo>
                  <a:lnTo>
                    <a:pt x="51941" y="214163"/>
                  </a:lnTo>
                  <a:lnTo>
                    <a:pt x="62661" y="214163"/>
                  </a:lnTo>
                  <a:lnTo>
                    <a:pt x="63934" y="212893"/>
                  </a:lnTo>
                  <a:close/>
                </a:path>
                <a:path w="266065" h="266700">
                  <a:moveTo>
                    <a:pt x="67753" y="209083"/>
                  </a:moveTo>
                  <a:lnTo>
                    <a:pt x="57008" y="209083"/>
                  </a:lnTo>
                  <a:lnTo>
                    <a:pt x="54474" y="211623"/>
                  </a:lnTo>
                  <a:lnTo>
                    <a:pt x="65207" y="211623"/>
                  </a:lnTo>
                  <a:lnTo>
                    <a:pt x="67753" y="209083"/>
                  </a:lnTo>
                  <a:close/>
                </a:path>
                <a:path w="266065" h="266700">
                  <a:moveTo>
                    <a:pt x="70300" y="206543"/>
                  </a:moveTo>
                  <a:lnTo>
                    <a:pt x="59542" y="206543"/>
                  </a:lnTo>
                  <a:lnTo>
                    <a:pt x="58275" y="207813"/>
                  </a:lnTo>
                  <a:lnTo>
                    <a:pt x="69027" y="207813"/>
                  </a:lnTo>
                  <a:lnTo>
                    <a:pt x="70300" y="206543"/>
                  </a:lnTo>
                  <a:close/>
                </a:path>
                <a:path w="266065" h="266700">
                  <a:moveTo>
                    <a:pt x="74119" y="202733"/>
                  </a:moveTo>
                  <a:lnTo>
                    <a:pt x="63342" y="202733"/>
                  </a:lnTo>
                  <a:lnTo>
                    <a:pt x="60809" y="205273"/>
                  </a:lnTo>
                  <a:lnTo>
                    <a:pt x="71573" y="205273"/>
                  </a:lnTo>
                  <a:lnTo>
                    <a:pt x="74119" y="202733"/>
                  </a:lnTo>
                  <a:close/>
                </a:path>
                <a:path w="266065" h="266700">
                  <a:moveTo>
                    <a:pt x="76666" y="200193"/>
                  </a:moveTo>
                  <a:lnTo>
                    <a:pt x="65876" y="200193"/>
                  </a:lnTo>
                  <a:lnTo>
                    <a:pt x="64609" y="201463"/>
                  </a:lnTo>
                  <a:lnTo>
                    <a:pt x="75392" y="201463"/>
                  </a:lnTo>
                  <a:lnTo>
                    <a:pt x="76666" y="200193"/>
                  </a:lnTo>
                  <a:close/>
                </a:path>
                <a:path w="266065" h="266700">
                  <a:moveTo>
                    <a:pt x="80485" y="196383"/>
                  </a:moveTo>
                  <a:lnTo>
                    <a:pt x="69677" y="196383"/>
                  </a:lnTo>
                  <a:lnTo>
                    <a:pt x="67143" y="198923"/>
                  </a:lnTo>
                  <a:lnTo>
                    <a:pt x="77939" y="198923"/>
                  </a:lnTo>
                  <a:lnTo>
                    <a:pt x="80485" y="196383"/>
                  </a:lnTo>
                  <a:close/>
                </a:path>
                <a:path w="266065" h="266700">
                  <a:moveTo>
                    <a:pt x="83031" y="193843"/>
                  </a:moveTo>
                  <a:lnTo>
                    <a:pt x="72210" y="193843"/>
                  </a:lnTo>
                  <a:lnTo>
                    <a:pt x="70943" y="195113"/>
                  </a:lnTo>
                  <a:lnTo>
                    <a:pt x="81758" y="195113"/>
                  </a:lnTo>
                  <a:lnTo>
                    <a:pt x="83031" y="193843"/>
                  </a:lnTo>
                  <a:close/>
                </a:path>
                <a:path w="266065" h="266700">
                  <a:moveTo>
                    <a:pt x="86851" y="190033"/>
                  </a:moveTo>
                  <a:lnTo>
                    <a:pt x="76011" y="190033"/>
                  </a:lnTo>
                  <a:lnTo>
                    <a:pt x="73477" y="192573"/>
                  </a:lnTo>
                  <a:lnTo>
                    <a:pt x="84304" y="192573"/>
                  </a:lnTo>
                  <a:lnTo>
                    <a:pt x="86851" y="190033"/>
                  </a:lnTo>
                  <a:close/>
                </a:path>
                <a:path w="266065" h="266700">
                  <a:moveTo>
                    <a:pt x="89397" y="187493"/>
                  </a:moveTo>
                  <a:lnTo>
                    <a:pt x="78545" y="187493"/>
                  </a:lnTo>
                  <a:lnTo>
                    <a:pt x="77278" y="188763"/>
                  </a:lnTo>
                  <a:lnTo>
                    <a:pt x="88124" y="188763"/>
                  </a:lnTo>
                  <a:lnTo>
                    <a:pt x="89397" y="187493"/>
                  </a:lnTo>
                  <a:close/>
                </a:path>
                <a:path w="266065" h="266700">
                  <a:moveTo>
                    <a:pt x="93217" y="183683"/>
                  </a:moveTo>
                  <a:lnTo>
                    <a:pt x="82345" y="183683"/>
                  </a:lnTo>
                  <a:lnTo>
                    <a:pt x="79811" y="186223"/>
                  </a:lnTo>
                  <a:lnTo>
                    <a:pt x="90670" y="186223"/>
                  </a:lnTo>
                  <a:lnTo>
                    <a:pt x="93217" y="183683"/>
                  </a:lnTo>
                  <a:close/>
                </a:path>
                <a:path w="266065" h="266700">
                  <a:moveTo>
                    <a:pt x="95763" y="181143"/>
                  </a:moveTo>
                  <a:lnTo>
                    <a:pt x="84879" y="181143"/>
                  </a:lnTo>
                  <a:lnTo>
                    <a:pt x="83612" y="182413"/>
                  </a:lnTo>
                  <a:lnTo>
                    <a:pt x="94490" y="182413"/>
                  </a:lnTo>
                  <a:lnTo>
                    <a:pt x="95763" y="181143"/>
                  </a:lnTo>
                  <a:close/>
                </a:path>
                <a:path w="266065" h="266700">
                  <a:moveTo>
                    <a:pt x="99582" y="177333"/>
                  </a:moveTo>
                  <a:lnTo>
                    <a:pt x="88679" y="177333"/>
                  </a:lnTo>
                  <a:lnTo>
                    <a:pt x="86146" y="179873"/>
                  </a:lnTo>
                  <a:lnTo>
                    <a:pt x="97036" y="179873"/>
                  </a:lnTo>
                  <a:lnTo>
                    <a:pt x="99582" y="177333"/>
                  </a:lnTo>
                  <a:close/>
                </a:path>
                <a:path w="266065" h="266700">
                  <a:moveTo>
                    <a:pt x="102129" y="174793"/>
                  </a:moveTo>
                  <a:lnTo>
                    <a:pt x="91213" y="174793"/>
                  </a:lnTo>
                  <a:lnTo>
                    <a:pt x="89946" y="176063"/>
                  </a:lnTo>
                  <a:lnTo>
                    <a:pt x="100855" y="176063"/>
                  </a:lnTo>
                  <a:lnTo>
                    <a:pt x="102129" y="174793"/>
                  </a:lnTo>
                  <a:close/>
                </a:path>
                <a:path w="266065" h="266700">
                  <a:moveTo>
                    <a:pt x="105948" y="170983"/>
                  </a:moveTo>
                  <a:lnTo>
                    <a:pt x="95014" y="170983"/>
                  </a:lnTo>
                  <a:lnTo>
                    <a:pt x="92480" y="173523"/>
                  </a:lnTo>
                  <a:lnTo>
                    <a:pt x="103402" y="173523"/>
                  </a:lnTo>
                  <a:lnTo>
                    <a:pt x="105948" y="170983"/>
                  </a:lnTo>
                  <a:close/>
                </a:path>
                <a:path w="266065" h="266700">
                  <a:moveTo>
                    <a:pt x="108494" y="168443"/>
                  </a:moveTo>
                  <a:lnTo>
                    <a:pt x="97547" y="168443"/>
                  </a:lnTo>
                  <a:lnTo>
                    <a:pt x="96281" y="169713"/>
                  </a:lnTo>
                  <a:lnTo>
                    <a:pt x="107221" y="169713"/>
                  </a:lnTo>
                  <a:lnTo>
                    <a:pt x="108494" y="168443"/>
                  </a:lnTo>
                  <a:close/>
                </a:path>
                <a:path w="266065" h="266700">
                  <a:moveTo>
                    <a:pt x="112314" y="164633"/>
                  </a:moveTo>
                  <a:lnTo>
                    <a:pt x="101348" y="164633"/>
                  </a:lnTo>
                  <a:lnTo>
                    <a:pt x="98814" y="167173"/>
                  </a:lnTo>
                  <a:lnTo>
                    <a:pt x="109767" y="167173"/>
                  </a:lnTo>
                  <a:lnTo>
                    <a:pt x="112314" y="164633"/>
                  </a:lnTo>
                  <a:close/>
                </a:path>
                <a:path w="266065" h="266700">
                  <a:moveTo>
                    <a:pt x="114860" y="162093"/>
                  </a:moveTo>
                  <a:lnTo>
                    <a:pt x="103882" y="162093"/>
                  </a:lnTo>
                  <a:lnTo>
                    <a:pt x="102615" y="163363"/>
                  </a:lnTo>
                  <a:lnTo>
                    <a:pt x="113587" y="163363"/>
                  </a:lnTo>
                  <a:lnTo>
                    <a:pt x="114860" y="162093"/>
                  </a:lnTo>
                  <a:close/>
                </a:path>
                <a:path w="266065" h="266700">
                  <a:moveTo>
                    <a:pt x="118680" y="158283"/>
                  </a:moveTo>
                  <a:lnTo>
                    <a:pt x="107682" y="158283"/>
                  </a:lnTo>
                  <a:lnTo>
                    <a:pt x="105149" y="160823"/>
                  </a:lnTo>
                  <a:lnTo>
                    <a:pt x="116133" y="160823"/>
                  </a:lnTo>
                  <a:lnTo>
                    <a:pt x="118680" y="158283"/>
                  </a:lnTo>
                  <a:close/>
                </a:path>
                <a:path w="266065" h="266700">
                  <a:moveTo>
                    <a:pt x="121226" y="155743"/>
                  </a:moveTo>
                  <a:lnTo>
                    <a:pt x="110216" y="155743"/>
                  </a:lnTo>
                  <a:lnTo>
                    <a:pt x="108949" y="157013"/>
                  </a:lnTo>
                  <a:lnTo>
                    <a:pt x="119953" y="157013"/>
                  </a:lnTo>
                  <a:lnTo>
                    <a:pt x="121226" y="155743"/>
                  </a:lnTo>
                  <a:close/>
                </a:path>
                <a:path w="266065" h="266700">
                  <a:moveTo>
                    <a:pt x="125045" y="151933"/>
                  </a:moveTo>
                  <a:lnTo>
                    <a:pt x="114017" y="151933"/>
                  </a:lnTo>
                  <a:lnTo>
                    <a:pt x="111483" y="154473"/>
                  </a:lnTo>
                  <a:lnTo>
                    <a:pt x="122499" y="154473"/>
                  </a:lnTo>
                  <a:lnTo>
                    <a:pt x="125045" y="151933"/>
                  </a:lnTo>
                  <a:close/>
                </a:path>
                <a:path w="266065" h="266700">
                  <a:moveTo>
                    <a:pt x="127592" y="149393"/>
                  </a:moveTo>
                  <a:lnTo>
                    <a:pt x="116550" y="149393"/>
                  </a:lnTo>
                  <a:lnTo>
                    <a:pt x="115283" y="150663"/>
                  </a:lnTo>
                  <a:lnTo>
                    <a:pt x="126318" y="150663"/>
                  </a:lnTo>
                  <a:lnTo>
                    <a:pt x="127592" y="149393"/>
                  </a:lnTo>
                  <a:close/>
                </a:path>
                <a:path w="266065" h="266700">
                  <a:moveTo>
                    <a:pt x="131411" y="145583"/>
                  </a:moveTo>
                  <a:lnTo>
                    <a:pt x="120351" y="145583"/>
                  </a:lnTo>
                  <a:lnTo>
                    <a:pt x="117817" y="148123"/>
                  </a:lnTo>
                  <a:lnTo>
                    <a:pt x="128865" y="148123"/>
                  </a:lnTo>
                  <a:lnTo>
                    <a:pt x="131411" y="145583"/>
                  </a:lnTo>
                  <a:close/>
                </a:path>
                <a:path w="266065" h="266700">
                  <a:moveTo>
                    <a:pt x="133957" y="143043"/>
                  </a:moveTo>
                  <a:lnTo>
                    <a:pt x="122885" y="143043"/>
                  </a:lnTo>
                  <a:lnTo>
                    <a:pt x="121618" y="144313"/>
                  </a:lnTo>
                  <a:lnTo>
                    <a:pt x="132684" y="144313"/>
                  </a:lnTo>
                  <a:lnTo>
                    <a:pt x="133957" y="143043"/>
                  </a:lnTo>
                  <a:close/>
                </a:path>
                <a:path w="266065" h="266700">
                  <a:moveTo>
                    <a:pt x="137777" y="139233"/>
                  </a:moveTo>
                  <a:lnTo>
                    <a:pt x="126685" y="139233"/>
                  </a:lnTo>
                  <a:lnTo>
                    <a:pt x="124151" y="141773"/>
                  </a:lnTo>
                  <a:lnTo>
                    <a:pt x="135231" y="141773"/>
                  </a:lnTo>
                  <a:lnTo>
                    <a:pt x="137777" y="139233"/>
                  </a:lnTo>
                  <a:close/>
                </a:path>
                <a:path w="266065" h="266700">
                  <a:moveTo>
                    <a:pt x="140323" y="136693"/>
                  </a:moveTo>
                  <a:lnTo>
                    <a:pt x="129219" y="136693"/>
                  </a:lnTo>
                  <a:lnTo>
                    <a:pt x="127952" y="137963"/>
                  </a:lnTo>
                  <a:lnTo>
                    <a:pt x="139050" y="137963"/>
                  </a:lnTo>
                  <a:lnTo>
                    <a:pt x="140323" y="136693"/>
                  </a:lnTo>
                  <a:close/>
                </a:path>
                <a:path w="266065" h="266700">
                  <a:moveTo>
                    <a:pt x="144143" y="132883"/>
                  </a:moveTo>
                  <a:lnTo>
                    <a:pt x="133019" y="132883"/>
                  </a:lnTo>
                  <a:lnTo>
                    <a:pt x="130486" y="135423"/>
                  </a:lnTo>
                  <a:lnTo>
                    <a:pt x="141596" y="135423"/>
                  </a:lnTo>
                  <a:lnTo>
                    <a:pt x="144143" y="132883"/>
                  </a:lnTo>
                  <a:close/>
                </a:path>
                <a:path w="266065" h="266700">
                  <a:moveTo>
                    <a:pt x="146689" y="130343"/>
                  </a:moveTo>
                  <a:lnTo>
                    <a:pt x="135553" y="130343"/>
                  </a:lnTo>
                  <a:lnTo>
                    <a:pt x="134286" y="131613"/>
                  </a:lnTo>
                  <a:lnTo>
                    <a:pt x="145416" y="131613"/>
                  </a:lnTo>
                  <a:lnTo>
                    <a:pt x="146689" y="130343"/>
                  </a:lnTo>
                  <a:close/>
                </a:path>
                <a:path w="266065" h="266700">
                  <a:moveTo>
                    <a:pt x="150508" y="126533"/>
                  </a:moveTo>
                  <a:lnTo>
                    <a:pt x="139354" y="126533"/>
                  </a:lnTo>
                  <a:lnTo>
                    <a:pt x="136820" y="129073"/>
                  </a:lnTo>
                  <a:lnTo>
                    <a:pt x="147962" y="129073"/>
                  </a:lnTo>
                  <a:lnTo>
                    <a:pt x="150508" y="126533"/>
                  </a:lnTo>
                  <a:close/>
                </a:path>
                <a:path w="266065" h="266700">
                  <a:moveTo>
                    <a:pt x="153055" y="123993"/>
                  </a:moveTo>
                  <a:lnTo>
                    <a:pt x="141887" y="123993"/>
                  </a:lnTo>
                  <a:lnTo>
                    <a:pt x="140621" y="125263"/>
                  </a:lnTo>
                  <a:lnTo>
                    <a:pt x="151781" y="125263"/>
                  </a:lnTo>
                  <a:lnTo>
                    <a:pt x="153055" y="123993"/>
                  </a:lnTo>
                  <a:close/>
                </a:path>
                <a:path w="266065" h="266700">
                  <a:moveTo>
                    <a:pt x="156874" y="120183"/>
                  </a:moveTo>
                  <a:lnTo>
                    <a:pt x="145688" y="120183"/>
                  </a:lnTo>
                  <a:lnTo>
                    <a:pt x="143154" y="122723"/>
                  </a:lnTo>
                  <a:lnTo>
                    <a:pt x="154328" y="122723"/>
                  </a:lnTo>
                  <a:lnTo>
                    <a:pt x="156874" y="120183"/>
                  </a:lnTo>
                  <a:close/>
                </a:path>
                <a:path w="266065" h="266700">
                  <a:moveTo>
                    <a:pt x="265574" y="0"/>
                  </a:moveTo>
                  <a:lnTo>
                    <a:pt x="146955" y="118913"/>
                  </a:lnTo>
                  <a:lnTo>
                    <a:pt x="158147" y="118913"/>
                  </a:lnTo>
                  <a:lnTo>
                    <a:pt x="265574" y="11752"/>
                  </a:lnTo>
                  <a:lnTo>
                    <a:pt x="265574" y="0"/>
                  </a:lnTo>
                  <a:close/>
                </a:path>
              </a:pathLst>
            </a:custGeom>
            <a:solidFill>
              <a:srgbClr val="DBD1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78" name="object 3578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7166805" y="3173249"/>
              <a:ext cx="239834" cy="239240"/>
            </a:xfrm>
            <a:prstGeom prst="rect">
              <a:avLst/>
            </a:prstGeom>
          </p:spPr>
        </p:pic>
        <p:sp>
          <p:nvSpPr>
            <p:cNvPr id="3579" name="object 3579"/>
            <p:cNvSpPr/>
            <p:nvPr/>
          </p:nvSpPr>
          <p:spPr>
            <a:xfrm>
              <a:off x="7065010" y="2786380"/>
              <a:ext cx="340360" cy="679450"/>
            </a:xfrm>
            <a:custGeom>
              <a:avLst/>
              <a:gdLst/>
              <a:ahLst/>
              <a:cxnLst/>
              <a:rect l="l" t="t" r="r" b="b"/>
              <a:pathLst>
                <a:path w="340359" h="679450">
                  <a:moveTo>
                    <a:pt x="340360" y="0"/>
                  </a:moveTo>
                  <a:lnTo>
                    <a:pt x="340360" y="492760"/>
                  </a:lnTo>
                  <a:lnTo>
                    <a:pt x="0" y="679450"/>
                  </a:lnTo>
                  <a:lnTo>
                    <a:pt x="0" y="191770"/>
                  </a:lnTo>
                  <a:lnTo>
                    <a:pt x="340360" y="0"/>
                  </a:lnTo>
                  <a:close/>
                </a:path>
              </a:pathLst>
            </a:custGeom>
            <a:ln w="646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0" name="object 3580"/>
            <p:cNvSpPr/>
            <p:nvPr/>
          </p:nvSpPr>
          <p:spPr>
            <a:xfrm>
              <a:off x="6883400" y="2893059"/>
              <a:ext cx="336550" cy="90170"/>
            </a:xfrm>
            <a:custGeom>
              <a:avLst/>
              <a:gdLst/>
              <a:ahLst/>
              <a:cxnLst/>
              <a:rect l="l" t="t" r="r" b="b"/>
              <a:pathLst>
                <a:path w="336550" h="90169">
                  <a:moveTo>
                    <a:pt x="184150" y="88900"/>
                  </a:moveTo>
                  <a:lnTo>
                    <a:pt x="171450" y="88900"/>
                  </a:lnTo>
                  <a:lnTo>
                    <a:pt x="171450" y="90170"/>
                  </a:lnTo>
                  <a:lnTo>
                    <a:pt x="184150" y="90170"/>
                  </a:lnTo>
                  <a:lnTo>
                    <a:pt x="184150" y="88900"/>
                  </a:lnTo>
                  <a:close/>
                </a:path>
                <a:path w="336550" h="90169">
                  <a:moveTo>
                    <a:pt x="194310" y="82550"/>
                  </a:moveTo>
                  <a:lnTo>
                    <a:pt x="154940" y="82550"/>
                  </a:lnTo>
                  <a:lnTo>
                    <a:pt x="154940" y="83820"/>
                  </a:lnTo>
                  <a:lnTo>
                    <a:pt x="161290" y="83820"/>
                  </a:lnTo>
                  <a:lnTo>
                    <a:pt x="161290" y="86360"/>
                  </a:lnTo>
                  <a:lnTo>
                    <a:pt x="165100" y="86360"/>
                  </a:lnTo>
                  <a:lnTo>
                    <a:pt x="165100" y="87630"/>
                  </a:lnTo>
                  <a:lnTo>
                    <a:pt x="165100" y="88900"/>
                  </a:lnTo>
                  <a:lnTo>
                    <a:pt x="168910" y="88900"/>
                  </a:lnTo>
                  <a:lnTo>
                    <a:pt x="168910" y="87630"/>
                  </a:lnTo>
                  <a:lnTo>
                    <a:pt x="186677" y="87630"/>
                  </a:lnTo>
                  <a:lnTo>
                    <a:pt x="186677" y="88900"/>
                  </a:lnTo>
                  <a:lnTo>
                    <a:pt x="187960" y="88900"/>
                  </a:lnTo>
                  <a:lnTo>
                    <a:pt x="187960" y="87630"/>
                  </a:lnTo>
                  <a:lnTo>
                    <a:pt x="187960" y="86360"/>
                  </a:lnTo>
                  <a:lnTo>
                    <a:pt x="190500" y="86360"/>
                  </a:lnTo>
                  <a:lnTo>
                    <a:pt x="190500" y="83820"/>
                  </a:lnTo>
                  <a:lnTo>
                    <a:pt x="194310" y="83820"/>
                  </a:lnTo>
                  <a:lnTo>
                    <a:pt x="194310" y="82550"/>
                  </a:lnTo>
                  <a:close/>
                </a:path>
                <a:path w="336550" h="90169">
                  <a:moveTo>
                    <a:pt x="205727" y="76200"/>
                  </a:moveTo>
                  <a:lnTo>
                    <a:pt x="138430" y="76200"/>
                  </a:lnTo>
                  <a:lnTo>
                    <a:pt x="138430" y="77470"/>
                  </a:lnTo>
                  <a:lnTo>
                    <a:pt x="144780" y="77470"/>
                  </a:lnTo>
                  <a:lnTo>
                    <a:pt x="144780" y="80010"/>
                  </a:lnTo>
                  <a:lnTo>
                    <a:pt x="148590" y="80010"/>
                  </a:lnTo>
                  <a:lnTo>
                    <a:pt x="148590" y="81280"/>
                  </a:lnTo>
                  <a:lnTo>
                    <a:pt x="148590" y="82550"/>
                  </a:lnTo>
                  <a:lnTo>
                    <a:pt x="151130" y="82550"/>
                  </a:lnTo>
                  <a:lnTo>
                    <a:pt x="151130" y="81280"/>
                  </a:lnTo>
                  <a:lnTo>
                    <a:pt x="196850" y="81280"/>
                  </a:lnTo>
                  <a:lnTo>
                    <a:pt x="196850" y="82550"/>
                  </a:lnTo>
                  <a:lnTo>
                    <a:pt x="199390" y="82550"/>
                  </a:lnTo>
                  <a:lnTo>
                    <a:pt x="199390" y="81280"/>
                  </a:lnTo>
                  <a:lnTo>
                    <a:pt x="199390" y="80010"/>
                  </a:lnTo>
                  <a:lnTo>
                    <a:pt x="201930" y="80010"/>
                  </a:lnTo>
                  <a:lnTo>
                    <a:pt x="201930" y="77470"/>
                  </a:lnTo>
                  <a:lnTo>
                    <a:pt x="205727" y="77470"/>
                  </a:lnTo>
                  <a:lnTo>
                    <a:pt x="205727" y="76200"/>
                  </a:lnTo>
                  <a:close/>
                </a:path>
                <a:path w="336550" h="90169">
                  <a:moveTo>
                    <a:pt x="217170" y="69850"/>
                  </a:moveTo>
                  <a:lnTo>
                    <a:pt x="121920" y="69850"/>
                  </a:lnTo>
                  <a:lnTo>
                    <a:pt x="121920" y="71120"/>
                  </a:lnTo>
                  <a:lnTo>
                    <a:pt x="128270" y="71120"/>
                  </a:lnTo>
                  <a:lnTo>
                    <a:pt x="128270" y="73660"/>
                  </a:lnTo>
                  <a:lnTo>
                    <a:pt x="130810" y="73660"/>
                  </a:lnTo>
                  <a:lnTo>
                    <a:pt x="130810" y="74930"/>
                  </a:lnTo>
                  <a:lnTo>
                    <a:pt x="130810" y="76200"/>
                  </a:lnTo>
                  <a:lnTo>
                    <a:pt x="133350" y="76200"/>
                  </a:lnTo>
                  <a:lnTo>
                    <a:pt x="133350" y="74930"/>
                  </a:lnTo>
                  <a:lnTo>
                    <a:pt x="208280" y="74930"/>
                  </a:lnTo>
                  <a:lnTo>
                    <a:pt x="208280" y="76200"/>
                  </a:lnTo>
                  <a:lnTo>
                    <a:pt x="209550" y="76200"/>
                  </a:lnTo>
                  <a:lnTo>
                    <a:pt x="209550" y="74930"/>
                  </a:lnTo>
                  <a:lnTo>
                    <a:pt x="209550" y="73660"/>
                  </a:lnTo>
                  <a:lnTo>
                    <a:pt x="212090" y="73660"/>
                  </a:lnTo>
                  <a:lnTo>
                    <a:pt x="212090" y="71120"/>
                  </a:lnTo>
                  <a:lnTo>
                    <a:pt x="217170" y="71120"/>
                  </a:lnTo>
                  <a:lnTo>
                    <a:pt x="217170" y="69850"/>
                  </a:lnTo>
                  <a:close/>
                </a:path>
                <a:path w="336550" h="90169">
                  <a:moveTo>
                    <a:pt x="227330" y="63500"/>
                  </a:moveTo>
                  <a:lnTo>
                    <a:pt x="106680" y="63500"/>
                  </a:lnTo>
                  <a:lnTo>
                    <a:pt x="106680" y="64770"/>
                  </a:lnTo>
                  <a:lnTo>
                    <a:pt x="113030" y="64770"/>
                  </a:lnTo>
                  <a:lnTo>
                    <a:pt x="113030" y="67310"/>
                  </a:lnTo>
                  <a:lnTo>
                    <a:pt x="115570" y="67310"/>
                  </a:lnTo>
                  <a:lnTo>
                    <a:pt x="115570" y="68580"/>
                  </a:lnTo>
                  <a:lnTo>
                    <a:pt x="115570" y="69850"/>
                  </a:lnTo>
                  <a:lnTo>
                    <a:pt x="119380" y="69850"/>
                  </a:lnTo>
                  <a:lnTo>
                    <a:pt x="119380" y="68580"/>
                  </a:lnTo>
                  <a:lnTo>
                    <a:pt x="218427" y="68580"/>
                  </a:lnTo>
                  <a:lnTo>
                    <a:pt x="218427" y="69850"/>
                  </a:lnTo>
                  <a:lnTo>
                    <a:pt x="220980" y="69850"/>
                  </a:lnTo>
                  <a:lnTo>
                    <a:pt x="220980" y="68580"/>
                  </a:lnTo>
                  <a:lnTo>
                    <a:pt x="220980" y="67310"/>
                  </a:lnTo>
                  <a:lnTo>
                    <a:pt x="223520" y="67310"/>
                  </a:lnTo>
                  <a:lnTo>
                    <a:pt x="223520" y="64770"/>
                  </a:lnTo>
                  <a:lnTo>
                    <a:pt x="227330" y="64770"/>
                  </a:lnTo>
                  <a:lnTo>
                    <a:pt x="227330" y="63500"/>
                  </a:lnTo>
                  <a:close/>
                </a:path>
                <a:path w="336550" h="90169">
                  <a:moveTo>
                    <a:pt x="238760" y="57150"/>
                  </a:moveTo>
                  <a:lnTo>
                    <a:pt x="91440" y="57150"/>
                  </a:lnTo>
                  <a:lnTo>
                    <a:pt x="91440" y="58420"/>
                  </a:lnTo>
                  <a:lnTo>
                    <a:pt x="96520" y="58420"/>
                  </a:lnTo>
                  <a:lnTo>
                    <a:pt x="96520" y="60960"/>
                  </a:lnTo>
                  <a:lnTo>
                    <a:pt x="100330" y="60960"/>
                  </a:lnTo>
                  <a:lnTo>
                    <a:pt x="100330" y="62230"/>
                  </a:lnTo>
                  <a:lnTo>
                    <a:pt x="100330" y="63500"/>
                  </a:lnTo>
                  <a:lnTo>
                    <a:pt x="104140" y="63500"/>
                  </a:lnTo>
                  <a:lnTo>
                    <a:pt x="104140" y="62230"/>
                  </a:lnTo>
                  <a:lnTo>
                    <a:pt x="229870" y="62230"/>
                  </a:lnTo>
                  <a:lnTo>
                    <a:pt x="229870" y="63500"/>
                  </a:lnTo>
                  <a:lnTo>
                    <a:pt x="232410" y="63500"/>
                  </a:lnTo>
                  <a:lnTo>
                    <a:pt x="232410" y="62230"/>
                  </a:lnTo>
                  <a:lnTo>
                    <a:pt x="232410" y="60960"/>
                  </a:lnTo>
                  <a:lnTo>
                    <a:pt x="233680" y="60960"/>
                  </a:lnTo>
                  <a:lnTo>
                    <a:pt x="233680" y="58420"/>
                  </a:lnTo>
                  <a:lnTo>
                    <a:pt x="238760" y="58420"/>
                  </a:lnTo>
                  <a:lnTo>
                    <a:pt x="238760" y="57150"/>
                  </a:lnTo>
                  <a:close/>
                </a:path>
                <a:path w="336550" h="90169">
                  <a:moveTo>
                    <a:pt x="248920" y="50800"/>
                  </a:moveTo>
                  <a:lnTo>
                    <a:pt x="78740" y="50800"/>
                  </a:lnTo>
                  <a:lnTo>
                    <a:pt x="78740" y="52070"/>
                  </a:lnTo>
                  <a:lnTo>
                    <a:pt x="83820" y="52070"/>
                  </a:lnTo>
                  <a:lnTo>
                    <a:pt x="83820" y="54610"/>
                  </a:lnTo>
                  <a:lnTo>
                    <a:pt x="86360" y="54610"/>
                  </a:lnTo>
                  <a:lnTo>
                    <a:pt x="86360" y="55880"/>
                  </a:lnTo>
                  <a:lnTo>
                    <a:pt x="86360" y="57150"/>
                  </a:lnTo>
                  <a:lnTo>
                    <a:pt x="88900" y="57150"/>
                  </a:lnTo>
                  <a:lnTo>
                    <a:pt x="88900" y="55880"/>
                  </a:lnTo>
                  <a:lnTo>
                    <a:pt x="241300" y="55880"/>
                  </a:lnTo>
                  <a:lnTo>
                    <a:pt x="241300" y="57150"/>
                  </a:lnTo>
                  <a:lnTo>
                    <a:pt x="242557" y="57150"/>
                  </a:lnTo>
                  <a:lnTo>
                    <a:pt x="242557" y="55880"/>
                  </a:lnTo>
                  <a:lnTo>
                    <a:pt x="242557" y="54610"/>
                  </a:lnTo>
                  <a:lnTo>
                    <a:pt x="245110" y="54610"/>
                  </a:lnTo>
                  <a:lnTo>
                    <a:pt x="245110" y="52070"/>
                  </a:lnTo>
                  <a:lnTo>
                    <a:pt x="248920" y="52070"/>
                  </a:lnTo>
                  <a:lnTo>
                    <a:pt x="248920" y="50800"/>
                  </a:lnTo>
                  <a:close/>
                </a:path>
                <a:path w="336550" h="90169">
                  <a:moveTo>
                    <a:pt x="260350" y="44450"/>
                  </a:moveTo>
                  <a:lnTo>
                    <a:pt x="66040" y="44450"/>
                  </a:lnTo>
                  <a:lnTo>
                    <a:pt x="66040" y="45720"/>
                  </a:lnTo>
                  <a:lnTo>
                    <a:pt x="71120" y="45720"/>
                  </a:lnTo>
                  <a:lnTo>
                    <a:pt x="71120" y="48260"/>
                  </a:lnTo>
                  <a:lnTo>
                    <a:pt x="73660" y="48260"/>
                  </a:lnTo>
                  <a:lnTo>
                    <a:pt x="73660" y="49530"/>
                  </a:lnTo>
                  <a:lnTo>
                    <a:pt x="73660" y="50800"/>
                  </a:lnTo>
                  <a:lnTo>
                    <a:pt x="76200" y="50800"/>
                  </a:lnTo>
                  <a:lnTo>
                    <a:pt x="76200" y="49530"/>
                  </a:lnTo>
                  <a:lnTo>
                    <a:pt x="251460" y="49530"/>
                  </a:lnTo>
                  <a:lnTo>
                    <a:pt x="251460" y="50800"/>
                  </a:lnTo>
                  <a:lnTo>
                    <a:pt x="254000" y="50800"/>
                  </a:lnTo>
                  <a:lnTo>
                    <a:pt x="254000" y="49530"/>
                  </a:lnTo>
                  <a:lnTo>
                    <a:pt x="254000" y="48260"/>
                  </a:lnTo>
                  <a:lnTo>
                    <a:pt x="256540" y="48260"/>
                  </a:lnTo>
                  <a:lnTo>
                    <a:pt x="256540" y="45720"/>
                  </a:lnTo>
                  <a:lnTo>
                    <a:pt x="260350" y="45720"/>
                  </a:lnTo>
                  <a:lnTo>
                    <a:pt x="260350" y="44450"/>
                  </a:lnTo>
                  <a:close/>
                </a:path>
                <a:path w="336550" h="90169">
                  <a:moveTo>
                    <a:pt x="271780" y="38100"/>
                  </a:moveTo>
                  <a:lnTo>
                    <a:pt x="54610" y="38100"/>
                  </a:lnTo>
                  <a:lnTo>
                    <a:pt x="54610" y="39370"/>
                  </a:lnTo>
                  <a:lnTo>
                    <a:pt x="58420" y="39370"/>
                  </a:lnTo>
                  <a:lnTo>
                    <a:pt x="58420" y="41910"/>
                  </a:lnTo>
                  <a:lnTo>
                    <a:pt x="60960" y="41910"/>
                  </a:lnTo>
                  <a:lnTo>
                    <a:pt x="60960" y="43180"/>
                  </a:lnTo>
                  <a:lnTo>
                    <a:pt x="60960" y="44450"/>
                  </a:lnTo>
                  <a:lnTo>
                    <a:pt x="63500" y="44450"/>
                  </a:lnTo>
                  <a:lnTo>
                    <a:pt x="63500" y="43180"/>
                  </a:lnTo>
                  <a:lnTo>
                    <a:pt x="262890" y="43180"/>
                  </a:lnTo>
                  <a:lnTo>
                    <a:pt x="262890" y="44450"/>
                  </a:lnTo>
                  <a:lnTo>
                    <a:pt x="265430" y="44450"/>
                  </a:lnTo>
                  <a:lnTo>
                    <a:pt x="265430" y="43180"/>
                  </a:lnTo>
                  <a:lnTo>
                    <a:pt x="265430" y="41910"/>
                  </a:lnTo>
                  <a:lnTo>
                    <a:pt x="266700" y="41910"/>
                  </a:lnTo>
                  <a:lnTo>
                    <a:pt x="266700" y="39370"/>
                  </a:lnTo>
                  <a:lnTo>
                    <a:pt x="271780" y="39370"/>
                  </a:lnTo>
                  <a:lnTo>
                    <a:pt x="271780" y="38100"/>
                  </a:lnTo>
                  <a:close/>
                </a:path>
                <a:path w="336550" h="90169">
                  <a:moveTo>
                    <a:pt x="281927" y="31750"/>
                  </a:moveTo>
                  <a:lnTo>
                    <a:pt x="43180" y="31750"/>
                  </a:lnTo>
                  <a:lnTo>
                    <a:pt x="43180" y="33020"/>
                  </a:lnTo>
                  <a:lnTo>
                    <a:pt x="48260" y="33020"/>
                  </a:lnTo>
                  <a:lnTo>
                    <a:pt x="48260" y="35560"/>
                  </a:lnTo>
                  <a:lnTo>
                    <a:pt x="49530" y="35560"/>
                  </a:lnTo>
                  <a:lnTo>
                    <a:pt x="49530" y="36830"/>
                  </a:lnTo>
                  <a:lnTo>
                    <a:pt x="49530" y="38100"/>
                  </a:lnTo>
                  <a:lnTo>
                    <a:pt x="52070" y="38100"/>
                  </a:lnTo>
                  <a:lnTo>
                    <a:pt x="52070" y="36830"/>
                  </a:lnTo>
                  <a:lnTo>
                    <a:pt x="273050" y="36830"/>
                  </a:lnTo>
                  <a:lnTo>
                    <a:pt x="273050" y="38100"/>
                  </a:lnTo>
                  <a:lnTo>
                    <a:pt x="275577" y="38100"/>
                  </a:lnTo>
                  <a:lnTo>
                    <a:pt x="275577" y="36830"/>
                  </a:lnTo>
                  <a:lnTo>
                    <a:pt x="275577" y="35560"/>
                  </a:lnTo>
                  <a:lnTo>
                    <a:pt x="278130" y="35560"/>
                  </a:lnTo>
                  <a:lnTo>
                    <a:pt x="278130" y="33020"/>
                  </a:lnTo>
                  <a:lnTo>
                    <a:pt x="281927" y="33020"/>
                  </a:lnTo>
                  <a:lnTo>
                    <a:pt x="281927" y="31750"/>
                  </a:lnTo>
                  <a:close/>
                </a:path>
                <a:path w="336550" h="90169">
                  <a:moveTo>
                    <a:pt x="293370" y="25400"/>
                  </a:moveTo>
                  <a:lnTo>
                    <a:pt x="34290" y="25400"/>
                  </a:lnTo>
                  <a:lnTo>
                    <a:pt x="34290" y="26670"/>
                  </a:lnTo>
                  <a:lnTo>
                    <a:pt x="36830" y="26670"/>
                  </a:lnTo>
                  <a:lnTo>
                    <a:pt x="36830" y="29210"/>
                  </a:lnTo>
                  <a:lnTo>
                    <a:pt x="39370" y="29210"/>
                  </a:lnTo>
                  <a:lnTo>
                    <a:pt x="39370" y="30480"/>
                  </a:lnTo>
                  <a:lnTo>
                    <a:pt x="39370" y="31750"/>
                  </a:lnTo>
                  <a:lnTo>
                    <a:pt x="40640" y="31750"/>
                  </a:lnTo>
                  <a:lnTo>
                    <a:pt x="40640" y="30480"/>
                  </a:lnTo>
                  <a:lnTo>
                    <a:pt x="284480" y="30480"/>
                  </a:lnTo>
                  <a:lnTo>
                    <a:pt x="284480" y="31750"/>
                  </a:lnTo>
                  <a:lnTo>
                    <a:pt x="287020" y="31750"/>
                  </a:lnTo>
                  <a:lnTo>
                    <a:pt x="287020" y="30480"/>
                  </a:lnTo>
                  <a:lnTo>
                    <a:pt x="287020" y="29210"/>
                  </a:lnTo>
                  <a:lnTo>
                    <a:pt x="288277" y="29210"/>
                  </a:lnTo>
                  <a:lnTo>
                    <a:pt x="288277" y="26670"/>
                  </a:lnTo>
                  <a:lnTo>
                    <a:pt x="293370" y="26670"/>
                  </a:lnTo>
                  <a:lnTo>
                    <a:pt x="293370" y="25400"/>
                  </a:lnTo>
                  <a:close/>
                </a:path>
                <a:path w="336550" h="90169">
                  <a:moveTo>
                    <a:pt x="304800" y="19050"/>
                  </a:moveTo>
                  <a:lnTo>
                    <a:pt x="24130" y="19050"/>
                  </a:lnTo>
                  <a:lnTo>
                    <a:pt x="24130" y="20320"/>
                  </a:lnTo>
                  <a:lnTo>
                    <a:pt x="27940" y="20320"/>
                  </a:lnTo>
                  <a:lnTo>
                    <a:pt x="27940" y="22860"/>
                  </a:lnTo>
                  <a:lnTo>
                    <a:pt x="30480" y="22860"/>
                  </a:lnTo>
                  <a:lnTo>
                    <a:pt x="30480" y="24130"/>
                  </a:lnTo>
                  <a:lnTo>
                    <a:pt x="30480" y="25400"/>
                  </a:lnTo>
                  <a:lnTo>
                    <a:pt x="31750" y="25400"/>
                  </a:lnTo>
                  <a:lnTo>
                    <a:pt x="31750" y="24130"/>
                  </a:lnTo>
                  <a:lnTo>
                    <a:pt x="295910" y="24130"/>
                  </a:lnTo>
                  <a:lnTo>
                    <a:pt x="295910" y="25400"/>
                  </a:lnTo>
                  <a:lnTo>
                    <a:pt x="297180" y="25400"/>
                  </a:lnTo>
                  <a:lnTo>
                    <a:pt x="297180" y="24130"/>
                  </a:lnTo>
                  <a:lnTo>
                    <a:pt x="297180" y="22860"/>
                  </a:lnTo>
                  <a:lnTo>
                    <a:pt x="299720" y="22860"/>
                  </a:lnTo>
                  <a:lnTo>
                    <a:pt x="299720" y="20320"/>
                  </a:lnTo>
                  <a:lnTo>
                    <a:pt x="304800" y="20320"/>
                  </a:lnTo>
                  <a:lnTo>
                    <a:pt x="304800" y="19050"/>
                  </a:lnTo>
                  <a:close/>
                </a:path>
                <a:path w="336550" h="90169">
                  <a:moveTo>
                    <a:pt x="314960" y="12700"/>
                  </a:moveTo>
                  <a:lnTo>
                    <a:pt x="16510" y="12700"/>
                  </a:lnTo>
                  <a:lnTo>
                    <a:pt x="16510" y="13970"/>
                  </a:lnTo>
                  <a:lnTo>
                    <a:pt x="19050" y="13970"/>
                  </a:lnTo>
                  <a:lnTo>
                    <a:pt x="19050" y="16510"/>
                  </a:lnTo>
                  <a:lnTo>
                    <a:pt x="21590" y="16510"/>
                  </a:lnTo>
                  <a:lnTo>
                    <a:pt x="21590" y="17780"/>
                  </a:lnTo>
                  <a:lnTo>
                    <a:pt x="21590" y="19050"/>
                  </a:lnTo>
                  <a:lnTo>
                    <a:pt x="22860" y="19050"/>
                  </a:lnTo>
                  <a:lnTo>
                    <a:pt x="22860" y="17780"/>
                  </a:lnTo>
                  <a:lnTo>
                    <a:pt x="306057" y="17780"/>
                  </a:lnTo>
                  <a:lnTo>
                    <a:pt x="306057" y="19050"/>
                  </a:lnTo>
                  <a:lnTo>
                    <a:pt x="308610" y="19050"/>
                  </a:lnTo>
                  <a:lnTo>
                    <a:pt x="308610" y="17780"/>
                  </a:lnTo>
                  <a:lnTo>
                    <a:pt x="308610" y="16510"/>
                  </a:lnTo>
                  <a:lnTo>
                    <a:pt x="311150" y="16510"/>
                  </a:lnTo>
                  <a:lnTo>
                    <a:pt x="311150" y="13970"/>
                  </a:lnTo>
                  <a:lnTo>
                    <a:pt x="314960" y="13970"/>
                  </a:lnTo>
                  <a:lnTo>
                    <a:pt x="314960" y="12700"/>
                  </a:lnTo>
                  <a:close/>
                </a:path>
                <a:path w="336550" h="90169">
                  <a:moveTo>
                    <a:pt x="326390" y="6350"/>
                  </a:moveTo>
                  <a:lnTo>
                    <a:pt x="7620" y="6350"/>
                  </a:lnTo>
                  <a:lnTo>
                    <a:pt x="7620" y="7620"/>
                  </a:lnTo>
                  <a:lnTo>
                    <a:pt x="11430" y="7620"/>
                  </a:lnTo>
                  <a:lnTo>
                    <a:pt x="11430" y="10160"/>
                  </a:lnTo>
                  <a:lnTo>
                    <a:pt x="12700" y="10160"/>
                  </a:lnTo>
                  <a:lnTo>
                    <a:pt x="12700" y="11430"/>
                  </a:lnTo>
                  <a:lnTo>
                    <a:pt x="12700" y="12700"/>
                  </a:lnTo>
                  <a:lnTo>
                    <a:pt x="13970" y="12700"/>
                  </a:lnTo>
                  <a:lnTo>
                    <a:pt x="13970" y="11430"/>
                  </a:lnTo>
                  <a:lnTo>
                    <a:pt x="317500" y="11430"/>
                  </a:lnTo>
                  <a:lnTo>
                    <a:pt x="317500" y="12700"/>
                  </a:lnTo>
                  <a:lnTo>
                    <a:pt x="320040" y="12700"/>
                  </a:lnTo>
                  <a:lnTo>
                    <a:pt x="320040" y="11430"/>
                  </a:lnTo>
                  <a:lnTo>
                    <a:pt x="320040" y="10160"/>
                  </a:lnTo>
                  <a:lnTo>
                    <a:pt x="321310" y="10160"/>
                  </a:lnTo>
                  <a:lnTo>
                    <a:pt x="321310" y="7620"/>
                  </a:lnTo>
                  <a:lnTo>
                    <a:pt x="326390" y="7620"/>
                  </a:lnTo>
                  <a:lnTo>
                    <a:pt x="326390" y="6350"/>
                  </a:lnTo>
                  <a:close/>
                </a:path>
                <a:path w="336550" h="90169">
                  <a:moveTo>
                    <a:pt x="33655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3810"/>
                  </a:lnTo>
                  <a:lnTo>
                    <a:pt x="5080" y="3810"/>
                  </a:lnTo>
                  <a:lnTo>
                    <a:pt x="5080" y="5080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5080"/>
                  </a:lnTo>
                  <a:lnTo>
                    <a:pt x="327660" y="5080"/>
                  </a:lnTo>
                  <a:lnTo>
                    <a:pt x="327660" y="6350"/>
                  </a:lnTo>
                  <a:lnTo>
                    <a:pt x="330200" y="6350"/>
                  </a:lnTo>
                  <a:lnTo>
                    <a:pt x="330200" y="5080"/>
                  </a:lnTo>
                  <a:lnTo>
                    <a:pt x="330200" y="3810"/>
                  </a:lnTo>
                  <a:lnTo>
                    <a:pt x="332727" y="3810"/>
                  </a:lnTo>
                  <a:lnTo>
                    <a:pt x="332727" y="1270"/>
                  </a:lnTo>
                  <a:lnTo>
                    <a:pt x="336550" y="1270"/>
                  </a:lnTo>
                  <a:lnTo>
                    <a:pt x="336550" y="0"/>
                  </a:lnTo>
                  <a:close/>
                </a:path>
              </a:pathLst>
            </a:custGeom>
            <a:solidFill>
              <a:srgbClr val="EAE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1" name="object 3581"/>
            <p:cNvSpPr/>
            <p:nvPr/>
          </p:nvSpPr>
          <p:spPr>
            <a:xfrm>
              <a:off x="6847840" y="2801619"/>
              <a:ext cx="499109" cy="92710"/>
            </a:xfrm>
            <a:custGeom>
              <a:avLst/>
              <a:gdLst/>
              <a:ahLst/>
              <a:cxnLst/>
              <a:rect l="l" t="t" r="r" b="b"/>
              <a:pathLst>
                <a:path w="499109" h="92710">
                  <a:moveTo>
                    <a:pt x="283210" y="8890"/>
                  </a:moveTo>
                  <a:lnTo>
                    <a:pt x="90170" y="8890"/>
                  </a:lnTo>
                  <a:lnTo>
                    <a:pt x="90170" y="7620"/>
                  </a:lnTo>
                  <a:lnTo>
                    <a:pt x="87630" y="7620"/>
                  </a:lnTo>
                  <a:lnTo>
                    <a:pt x="87630" y="8890"/>
                  </a:lnTo>
                  <a:lnTo>
                    <a:pt x="85090" y="8890"/>
                  </a:lnTo>
                  <a:lnTo>
                    <a:pt x="85090" y="10160"/>
                  </a:lnTo>
                  <a:lnTo>
                    <a:pt x="81280" y="10160"/>
                  </a:lnTo>
                  <a:lnTo>
                    <a:pt x="81280" y="12700"/>
                  </a:lnTo>
                  <a:lnTo>
                    <a:pt x="78740" y="12700"/>
                  </a:lnTo>
                  <a:lnTo>
                    <a:pt x="78740" y="13970"/>
                  </a:lnTo>
                  <a:lnTo>
                    <a:pt x="283210" y="13970"/>
                  </a:lnTo>
                  <a:lnTo>
                    <a:pt x="283210" y="12700"/>
                  </a:lnTo>
                  <a:lnTo>
                    <a:pt x="283210" y="10160"/>
                  </a:lnTo>
                  <a:lnTo>
                    <a:pt x="283210" y="8890"/>
                  </a:lnTo>
                  <a:close/>
                </a:path>
                <a:path w="499109" h="92710">
                  <a:moveTo>
                    <a:pt x="283210" y="2540"/>
                  </a:moveTo>
                  <a:lnTo>
                    <a:pt x="101600" y="2540"/>
                  </a:lnTo>
                  <a:lnTo>
                    <a:pt x="101600" y="1270"/>
                  </a:lnTo>
                  <a:lnTo>
                    <a:pt x="99060" y="1270"/>
                  </a:lnTo>
                  <a:lnTo>
                    <a:pt x="99060" y="2540"/>
                  </a:lnTo>
                  <a:lnTo>
                    <a:pt x="96520" y="2540"/>
                  </a:lnTo>
                  <a:lnTo>
                    <a:pt x="96520" y="3810"/>
                  </a:lnTo>
                  <a:lnTo>
                    <a:pt x="92710" y="3810"/>
                  </a:lnTo>
                  <a:lnTo>
                    <a:pt x="92710" y="6350"/>
                  </a:lnTo>
                  <a:lnTo>
                    <a:pt x="90170" y="6350"/>
                  </a:lnTo>
                  <a:lnTo>
                    <a:pt x="90170" y="7620"/>
                  </a:lnTo>
                  <a:lnTo>
                    <a:pt x="283210" y="7620"/>
                  </a:lnTo>
                  <a:lnTo>
                    <a:pt x="283210" y="6350"/>
                  </a:lnTo>
                  <a:lnTo>
                    <a:pt x="283210" y="3810"/>
                  </a:lnTo>
                  <a:lnTo>
                    <a:pt x="283210" y="2540"/>
                  </a:lnTo>
                  <a:close/>
                </a:path>
                <a:path w="499109" h="92710">
                  <a:moveTo>
                    <a:pt x="283210" y="0"/>
                  </a:moveTo>
                  <a:lnTo>
                    <a:pt x="101600" y="0"/>
                  </a:lnTo>
                  <a:lnTo>
                    <a:pt x="101600" y="1270"/>
                  </a:lnTo>
                  <a:lnTo>
                    <a:pt x="283210" y="1270"/>
                  </a:lnTo>
                  <a:lnTo>
                    <a:pt x="283210" y="0"/>
                  </a:lnTo>
                  <a:close/>
                </a:path>
                <a:path w="499109" h="92710">
                  <a:moveTo>
                    <a:pt x="372110" y="91440"/>
                  </a:moveTo>
                  <a:lnTo>
                    <a:pt x="35560" y="91440"/>
                  </a:lnTo>
                  <a:lnTo>
                    <a:pt x="35560" y="92710"/>
                  </a:lnTo>
                  <a:lnTo>
                    <a:pt x="372110" y="92710"/>
                  </a:lnTo>
                  <a:lnTo>
                    <a:pt x="372110" y="91440"/>
                  </a:lnTo>
                  <a:close/>
                </a:path>
                <a:path w="499109" h="92710">
                  <a:moveTo>
                    <a:pt x="383540" y="85090"/>
                  </a:moveTo>
                  <a:lnTo>
                    <a:pt x="29210" y="85090"/>
                  </a:lnTo>
                  <a:lnTo>
                    <a:pt x="29210" y="86360"/>
                  </a:lnTo>
                  <a:lnTo>
                    <a:pt x="31750" y="86360"/>
                  </a:lnTo>
                  <a:lnTo>
                    <a:pt x="31750" y="88900"/>
                  </a:lnTo>
                  <a:lnTo>
                    <a:pt x="33020" y="88900"/>
                  </a:lnTo>
                  <a:lnTo>
                    <a:pt x="33020" y="90170"/>
                  </a:lnTo>
                  <a:lnTo>
                    <a:pt x="33020" y="91440"/>
                  </a:lnTo>
                  <a:lnTo>
                    <a:pt x="34290" y="91440"/>
                  </a:lnTo>
                  <a:lnTo>
                    <a:pt x="34290" y="90170"/>
                  </a:lnTo>
                  <a:lnTo>
                    <a:pt x="374637" y="90170"/>
                  </a:lnTo>
                  <a:lnTo>
                    <a:pt x="374637" y="91440"/>
                  </a:lnTo>
                  <a:lnTo>
                    <a:pt x="377190" y="91440"/>
                  </a:lnTo>
                  <a:lnTo>
                    <a:pt x="377190" y="90170"/>
                  </a:lnTo>
                  <a:lnTo>
                    <a:pt x="377190" y="88900"/>
                  </a:lnTo>
                  <a:lnTo>
                    <a:pt x="379730" y="88900"/>
                  </a:lnTo>
                  <a:lnTo>
                    <a:pt x="379730" y="86360"/>
                  </a:lnTo>
                  <a:lnTo>
                    <a:pt x="383540" y="86360"/>
                  </a:lnTo>
                  <a:lnTo>
                    <a:pt x="383540" y="85090"/>
                  </a:lnTo>
                  <a:close/>
                </a:path>
                <a:path w="499109" h="92710">
                  <a:moveTo>
                    <a:pt x="394970" y="78740"/>
                  </a:moveTo>
                  <a:lnTo>
                    <a:pt x="21590" y="78740"/>
                  </a:lnTo>
                  <a:lnTo>
                    <a:pt x="21590" y="80010"/>
                  </a:lnTo>
                  <a:lnTo>
                    <a:pt x="24130" y="80010"/>
                  </a:lnTo>
                  <a:lnTo>
                    <a:pt x="24130" y="82550"/>
                  </a:lnTo>
                  <a:lnTo>
                    <a:pt x="26670" y="82550"/>
                  </a:lnTo>
                  <a:lnTo>
                    <a:pt x="26670" y="83820"/>
                  </a:lnTo>
                  <a:lnTo>
                    <a:pt x="26670" y="85090"/>
                  </a:lnTo>
                  <a:lnTo>
                    <a:pt x="27940" y="85090"/>
                  </a:lnTo>
                  <a:lnTo>
                    <a:pt x="27940" y="83820"/>
                  </a:lnTo>
                  <a:lnTo>
                    <a:pt x="386080" y="83820"/>
                  </a:lnTo>
                  <a:lnTo>
                    <a:pt x="386080" y="85090"/>
                  </a:lnTo>
                  <a:lnTo>
                    <a:pt x="387337" y="85090"/>
                  </a:lnTo>
                  <a:lnTo>
                    <a:pt x="387337" y="83820"/>
                  </a:lnTo>
                  <a:lnTo>
                    <a:pt x="387337" y="82550"/>
                  </a:lnTo>
                  <a:lnTo>
                    <a:pt x="389890" y="82550"/>
                  </a:lnTo>
                  <a:lnTo>
                    <a:pt x="389890" y="80010"/>
                  </a:lnTo>
                  <a:lnTo>
                    <a:pt x="394970" y="80010"/>
                  </a:lnTo>
                  <a:lnTo>
                    <a:pt x="394970" y="78740"/>
                  </a:lnTo>
                  <a:close/>
                </a:path>
                <a:path w="499109" h="92710">
                  <a:moveTo>
                    <a:pt x="405130" y="72390"/>
                  </a:moveTo>
                  <a:lnTo>
                    <a:pt x="15240" y="72390"/>
                  </a:lnTo>
                  <a:lnTo>
                    <a:pt x="15240" y="73660"/>
                  </a:lnTo>
                  <a:lnTo>
                    <a:pt x="17780" y="73660"/>
                  </a:lnTo>
                  <a:lnTo>
                    <a:pt x="17780" y="76200"/>
                  </a:lnTo>
                  <a:lnTo>
                    <a:pt x="19050" y="76200"/>
                  </a:lnTo>
                  <a:lnTo>
                    <a:pt x="19050" y="77470"/>
                  </a:lnTo>
                  <a:lnTo>
                    <a:pt x="19050" y="78740"/>
                  </a:lnTo>
                  <a:lnTo>
                    <a:pt x="20320" y="78740"/>
                  </a:lnTo>
                  <a:lnTo>
                    <a:pt x="20320" y="77470"/>
                  </a:lnTo>
                  <a:lnTo>
                    <a:pt x="396240" y="77470"/>
                  </a:lnTo>
                  <a:lnTo>
                    <a:pt x="396240" y="78740"/>
                  </a:lnTo>
                  <a:lnTo>
                    <a:pt x="398780" y="78740"/>
                  </a:lnTo>
                  <a:lnTo>
                    <a:pt x="398780" y="77470"/>
                  </a:lnTo>
                  <a:lnTo>
                    <a:pt x="398780" y="76200"/>
                  </a:lnTo>
                  <a:lnTo>
                    <a:pt x="401320" y="76200"/>
                  </a:lnTo>
                  <a:lnTo>
                    <a:pt x="401320" y="73660"/>
                  </a:lnTo>
                  <a:lnTo>
                    <a:pt x="405130" y="73660"/>
                  </a:lnTo>
                  <a:lnTo>
                    <a:pt x="405130" y="72390"/>
                  </a:lnTo>
                  <a:close/>
                </a:path>
                <a:path w="499109" h="92710">
                  <a:moveTo>
                    <a:pt x="416560" y="66040"/>
                  </a:moveTo>
                  <a:lnTo>
                    <a:pt x="8890" y="66040"/>
                  </a:lnTo>
                  <a:lnTo>
                    <a:pt x="8890" y="67310"/>
                  </a:lnTo>
                  <a:lnTo>
                    <a:pt x="11430" y="67310"/>
                  </a:lnTo>
                  <a:lnTo>
                    <a:pt x="11430" y="69850"/>
                  </a:lnTo>
                  <a:lnTo>
                    <a:pt x="12700" y="69850"/>
                  </a:lnTo>
                  <a:lnTo>
                    <a:pt x="12700" y="71120"/>
                  </a:lnTo>
                  <a:lnTo>
                    <a:pt x="12700" y="72390"/>
                  </a:lnTo>
                  <a:lnTo>
                    <a:pt x="13970" y="72390"/>
                  </a:lnTo>
                  <a:lnTo>
                    <a:pt x="13970" y="71120"/>
                  </a:lnTo>
                  <a:lnTo>
                    <a:pt x="407670" y="71120"/>
                  </a:lnTo>
                  <a:lnTo>
                    <a:pt x="407670" y="72390"/>
                  </a:lnTo>
                  <a:lnTo>
                    <a:pt x="410210" y="72390"/>
                  </a:lnTo>
                  <a:lnTo>
                    <a:pt x="410210" y="71120"/>
                  </a:lnTo>
                  <a:lnTo>
                    <a:pt x="410210" y="69850"/>
                  </a:lnTo>
                  <a:lnTo>
                    <a:pt x="411480" y="69850"/>
                  </a:lnTo>
                  <a:lnTo>
                    <a:pt x="411480" y="67310"/>
                  </a:lnTo>
                  <a:lnTo>
                    <a:pt x="416560" y="67310"/>
                  </a:lnTo>
                  <a:lnTo>
                    <a:pt x="416560" y="66040"/>
                  </a:lnTo>
                  <a:close/>
                </a:path>
                <a:path w="499109" h="92710">
                  <a:moveTo>
                    <a:pt x="426720" y="59690"/>
                  </a:moveTo>
                  <a:lnTo>
                    <a:pt x="2540" y="59690"/>
                  </a:lnTo>
                  <a:lnTo>
                    <a:pt x="2540" y="60960"/>
                  </a:lnTo>
                  <a:lnTo>
                    <a:pt x="5080" y="60960"/>
                  </a:lnTo>
                  <a:lnTo>
                    <a:pt x="5080" y="63500"/>
                  </a:lnTo>
                  <a:lnTo>
                    <a:pt x="6350" y="63500"/>
                  </a:lnTo>
                  <a:lnTo>
                    <a:pt x="6350" y="64770"/>
                  </a:lnTo>
                  <a:lnTo>
                    <a:pt x="6350" y="66040"/>
                  </a:lnTo>
                  <a:lnTo>
                    <a:pt x="7620" y="66040"/>
                  </a:lnTo>
                  <a:lnTo>
                    <a:pt x="7620" y="64770"/>
                  </a:lnTo>
                  <a:lnTo>
                    <a:pt x="419087" y="64770"/>
                  </a:lnTo>
                  <a:lnTo>
                    <a:pt x="419087" y="66040"/>
                  </a:lnTo>
                  <a:lnTo>
                    <a:pt x="420370" y="66040"/>
                  </a:lnTo>
                  <a:lnTo>
                    <a:pt x="420370" y="64770"/>
                  </a:lnTo>
                  <a:lnTo>
                    <a:pt x="420370" y="63500"/>
                  </a:lnTo>
                  <a:lnTo>
                    <a:pt x="422910" y="63500"/>
                  </a:lnTo>
                  <a:lnTo>
                    <a:pt x="422910" y="60960"/>
                  </a:lnTo>
                  <a:lnTo>
                    <a:pt x="426720" y="60960"/>
                  </a:lnTo>
                  <a:lnTo>
                    <a:pt x="426720" y="59690"/>
                  </a:lnTo>
                  <a:close/>
                </a:path>
                <a:path w="499109" h="92710">
                  <a:moveTo>
                    <a:pt x="438150" y="53340"/>
                  </a:moveTo>
                  <a:lnTo>
                    <a:pt x="11430" y="53340"/>
                  </a:lnTo>
                  <a:lnTo>
                    <a:pt x="11430" y="52070"/>
                  </a:lnTo>
                  <a:lnTo>
                    <a:pt x="8890" y="52070"/>
                  </a:lnTo>
                  <a:lnTo>
                    <a:pt x="8890" y="53340"/>
                  </a:lnTo>
                  <a:lnTo>
                    <a:pt x="6350" y="53340"/>
                  </a:lnTo>
                  <a:lnTo>
                    <a:pt x="6350" y="54610"/>
                  </a:lnTo>
                  <a:lnTo>
                    <a:pt x="1270" y="54610"/>
                  </a:lnTo>
                  <a:lnTo>
                    <a:pt x="1270" y="57150"/>
                  </a:lnTo>
                  <a:lnTo>
                    <a:pt x="0" y="57150"/>
                  </a:lnTo>
                  <a:lnTo>
                    <a:pt x="0" y="58420"/>
                  </a:lnTo>
                  <a:lnTo>
                    <a:pt x="0" y="59690"/>
                  </a:lnTo>
                  <a:lnTo>
                    <a:pt x="1270" y="59690"/>
                  </a:lnTo>
                  <a:lnTo>
                    <a:pt x="1270" y="58420"/>
                  </a:lnTo>
                  <a:lnTo>
                    <a:pt x="429260" y="58420"/>
                  </a:lnTo>
                  <a:lnTo>
                    <a:pt x="429260" y="59690"/>
                  </a:lnTo>
                  <a:lnTo>
                    <a:pt x="431800" y="59690"/>
                  </a:lnTo>
                  <a:lnTo>
                    <a:pt x="431800" y="58420"/>
                  </a:lnTo>
                  <a:lnTo>
                    <a:pt x="431800" y="57150"/>
                  </a:lnTo>
                  <a:lnTo>
                    <a:pt x="434340" y="57150"/>
                  </a:lnTo>
                  <a:lnTo>
                    <a:pt x="434340" y="54610"/>
                  </a:lnTo>
                  <a:lnTo>
                    <a:pt x="438150" y="54610"/>
                  </a:lnTo>
                  <a:lnTo>
                    <a:pt x="438150" y="53340"/>
                  </a:lnTo>
                  <a:close/>
                </a:path>
                <a:path w="499109" h="92710">
                  <a:moveTo>
                    <a:pt x="449580" y="46990"/>
                  </a:moveTo>
                  <a:lnTo>
                    <a:pt x="21590" y="46990"/>
                  </a:lnTo>
                  <a:lnTo>
                    <a:pt x="21590" y="45720"/>
                  </a:lnTo>
                  <a:lnTo>
                    <a:pt x="20320" y="45720"/>
                  </a:lnTo>
                  <a:lnTo>
                    <a:pt x="20320" y="46990"/>
                  </a:lnTo>
                  <a:lnTo>
                    <a:pt x="17780" y="46990"/>
                  </a:lnTo>
                  <a:lnTo>
                    <a:pt x="17780" y="48260"/>
                  </a:lnTo>
                  <a:lnTo>
                    <a:pt x="12700" y="48260"/>
                  </a:lnTo>
                  <a:lnTo>
                    <a:pt x="12700" y="50800"/>
                  </a:lnTo>
                  <a:lnTo>
                    <a:pt x="11430" y="50800"/>
                  </a:lnTo>
                  <a:lnTo>
                    <a:pt x="11430" y="52070"/>
                  </a:lnTo>
                  <a:lnTo>
                    <a:pt x="440690" y="52070"/>
                  </a:lnTo>
                  <a:lnTo>
                    <a:pt x="440690" y="53340"/>
                  </a:lnTo>
                  <a:lnTo>
                    <a:pt x="441960" y="53340"/>
                  </a:lnTo>
                  <a:lnTo>
                    <a:pt x="441960" y="52070"/>
                  </a:lnTo>
                  <a:lnTo>
                    <a:pt x="441960" y="50800"/>
                  </a:lnTo>
                  <a:lnTo>
                    <a:pt x="444500" y="50800"/>
                  </a:lnTo>
                  <a:lnTo>
                    <a:pt x="444500" y="48260"/>
                  </a:lnTo>
                  <a:lnTo>
                    <a:pt x="449580" y="48260"/>
                  </a:lnTo>
                  <a:lnTo>
                    <a:pt x="449580" y="46990"/>
                  </a:lnTo>
                  <a:close/>
                </a:path>
                <a:path w="499109" h="92710">
                  <a:moveTo>
                    <a:pt x="459740" y="40640"/>
                  </a:moveTo>
                  <a:lnTo>
                    <a:pt x="33020" y="40640"/>
                  </a:lnTo>
                  <a:lnTo>
                    <a:pt x="33020" y="39370"/>
                  </a:lnTo>
                  <a:lnTo>
                    <a:pt x="31750" y="39370"/>
                  </a:lnTo>
                  <a:lnTo>
                    <a:pt x="31750" y="40640"/>
                  </a:lnTo>
                  <a:lnTo>
                    <a:pt x="29210" y="40640"/>
                  </a:lnTo>
                  <a:lnTo>
                    <a:pt x="29210" y="41910"/>
                  </a:lnTo>
                  <a:lnTo>
                    <a:pt x="24130" y="41910"/>
                  </a:lnTo>
                  <a:lnTo>
                    <a:pt x="24130" y="44450"/>
                  </a:lnTo>
                  <a:lnTo>
                    <a:pt x="21590" y="44450"/>
                  </a:lnTo>
                  <a:lnTo>
                    <a:pt x="21590" y="45720"/>
                  </a:lnTo>
                  <a:lnTo>
                    <a:pt x="450837" y="45720"/>
                  </a:lnTo>
                  <a:lnTo>
                    <a:pt x="450837" y="46990"/>
                  </a:lnTo>
                  <a:lnTo>
                    <a:pt x="453390" y="46990"/>
                  </a:lnTo>
                  <a:lnTo>
                    <a:pt x="453390" y="45720"/>
                  </a:lnTo>
                  <a:lnTo>
                    <a:pt x="453390" y="44450"/>
                  </a:lnTo>
                  <a:lnTo>
                    <a:pt x="455930" y="44450"/>
                  </a:lnTo>
                  <a:lnTo>
                    <a:pt x="455930" y="41910"/>
                  </a:lnTo>
                  <a:lnTo>
                    <a:pt x="459740" y="41910"/>
                  </a:lnTo>
                  <a:lnTo>
                    <a:pt x="459740" y="40640"/>
                  </a:lnTo>
                  <a:close/>
                </a:path>
                <a:path w="499109" h="92710">
                  <a:moveTo>
                    <a:pt x="471170" y="34290"/>
                  </a:moveTo>
                  <a:lnTo>
                    <a:pt x="44450" y="34290"/>
                  </a:lnTo>
                  <a:lnTo>
                    <a:pt x="44450" y="33020"/>
                  </a:lnTo>
                  <a:lnTo>
                    <a:pt x="41910" y="33020"/>
                  </a:lnTo>
                  <a:lnTo>
                    <a:pt x="41910" y="34290"/>
                  </a:lnTo>
                  <a:lnTo>
                    <a:pt x="40640" y="34290"/>
                  </a:lnTo>
                  <a:lnTo>
                    <a:pt x="40640" y="35560"/>
                  </a:lnTo>
                  <a:lnTo>
                    <a:pt x="35560" y="35560"/>
                  </a:lnTo>
                  <a:lnTo>
                    <a:pt x="35560" y="38100"/>
                  </a:lnTo>
                  <a:lnTo>
                    <a:pt x="33020" y="38100"/>
                  </a:lnTo>
                  <a:lnTo>
                    <a:pt x="33020" y="39370"/>
                  </a:lnTo>
                  <a:lnTo>
                    <a:pt x="462280" y="39370"/>
                  </a:lnTo>
                  <a:lnTo>
                    <a:pt x="462280" y="40640"/>
                  </a:lnTo>
                  <a:lnTo>
                    <a:pt x="464820" y="40640"/>
                  </a:lnTo>
                  <a:lnTo>
                    <a:pt x="464820" y="39370"/>
                  </a:lnTo>
                  <a:lnTo>
                    <a:pt x="464820" y="38100"/>
                  </a:lnTo>
                  <a:lnTo>
                    <a:pt x="466090" y="38100"/>
                  </a:lnTo>
                  <a:lnTo>
                    <a:pt x="466090" y="35560"/>
                  </a:lnTo>
                  <a:lnTo>
                    <a:pt x="471170" y="35560"/>
                  </a:lnTo>
                  <a:lnTo>
                    <a:pt x="471170" y="34290"/>
                  </a:lnTo>
                  <a:close/>
                </a:path>
                <a:path w="499109" h="92710">
                  <a:moveTo>
                    <a:pt x="481317" y="27940"/>
                  </a:moveTo>
                  <a:lnTo>
                    <a:pt x="55880" y="27940"/>
                  </a:lnTo>
                  <a:lnTo>
                    <a:pt x="55880" y="26670"/>
                  </a:lnTo>
                  <a:lnTo>
                    <a:pt x="53340" y="26670"/>
                  </a:lnTo>
                  <a:lnTo>
                    <a:pt x="53340" y="27940"/>
                  </a:lnTo>
                  <a:lnTo>
                    <a:pt x="52070" y="27940"/>
                  </a:lnTo>
                  <a:lnTo>
                    <a:pt x="52070" y="29210"/>
                  </a:lnTo>
                  <a:lnTo>
                    <a:pt x="46990" y="29210"/>
                  </a:lnTo>
                  <a:lnTo>
                    <a:pt x="46990" y="31750"/>
                  </a:lnTo>
                  <a:lnTo>
                    <a:pt x="44450" y="31750"/>
                  </a:lnTo>
                  <a:lnTo>
                    <a:pt x="44450" y="33020"/>
                  </a:lnTo>
                  <a:lnTo>
                    <a:pt x="473710" y="33020"/>
                  </a:lnTo>
                  <a:lnTo>
                    <a:pt x="473710" y="34290"/>
                  </a:lnTo>
                  <a:lnTo>
                    <a:pt x="474980" y="34290"/>
                  </a:lnTo>
                  <a:lnTo>
                    <a:pt x="474980" y="33020"/>
                  </a:lnTo>
                  <a:lnTo>
                    <a:pt x="474980" y="31750"/>
                  </a:lnTo>
                  <a:lnTo>
                    <a:pt x="477520" y="31750"/>
                  </a:lnTo>
                  <a:lnTo>
                    <a:pt x="477520" y="29210"/>
                  </a:lnTo>
                  <a:lnTo>
                    <a:pt x="481317" y="29210"/>
                  </a:lnTo>
                  <a:lnTo>
                    <a:pt x="481317" y="27940"/>
                  </a:lnTo>
                  <a:close/>
                </a:path>
                <a:path w="499109" h="92710">
                  <a:moveTo>
                    <a:pt x="492760" y="21590"/>
                  </a:moveTo>
                  <a:lnTo>
                    <a:pt x="67310" y="21590"/>
                  </a:lnTo>
                  <a:lnTo>
                    <a:pt x="67310" y="20320"/>
                  </a:lnTo>
                  <a:lnTo>
                    <a:pt x="64770" y="20320"/>
                  </a:lnTo>
                  <a:lnTo>
                    <a:pt x="64770" y="21590"/>
                  </a:lnTo>
                  <a:lnTo>
                    <a:pt x="63500" y="21590"/>
                  </a:lnTo>
                  <a:lnTo>
                    <a:pt x="63500" y="22860"/>
                  </a:lnTo>
                  <a:lnTo>
                    <a:pt x="58420" y="22860"/>
                  </a:lnTo>
                  <a:lnTo>
                    <a:pt x="58420" y="25400"/>
                  </a:lnTo>
                  <a:lnTo>
                    <a:pt x="55880" y="25400"/>
                  </a:lnTo>
                  <a:lnTo>
                    <a:pt x="55880" y="26670"/>
                  </a:lnTo>
                  <a:lnTo>
                    <a:pt x="483870" y="26670"/>
                  </a:lnTo>
                  <a:lnTo>
                    <a:pt x="483870" y="27940"/>
                  </a:lnTo>
                  <a:lnTo>
                    <a:pt x="486410" y="27940"/>
                  </a:lnTo>
                  <a:lnTo>
                    <a:pt x="486410" y="26670"/>
                  </a:lnTo>
                  <a:lnTo>
                    <a:pt x="486410" y="25400"/>
                  </a:lnTo>
                  <a:lnTo>
                    <a:pt x="488937" y="25400"/>
                  </a:lnTo>
                  <a:lnTo>
                    <a:pt x="488937" y="22860"/>
                  </a:lnTo>
                  <a:lnTo>
                    <a:pt x="492760" y="22860"/>
                  </a:lnTo>
                  <a:lnTo>
                    <a:pt x="492760" y="21590"/>
                  </a:lnTo>
                  <a:close/>
                </a:path>
                <a:path w="499109" h="92710">
                  <a:moveTo>
                    <a:pt x="499110" y="16510"/>
                  </a:moveTo>
                  <a:lnTo>
                    <a:pt x="283210" y="16510"/>
                  </a:lnTo>
                  <a:lnTo>
                    <a:pt x="283210" y="15240"/>
                  </a:lnTo>
                  <a:lnTo>
                    <a:pt x="78740" y="15240"/>
                  </a:lnTo>
                  <a:lnTo>
                    <a:pt x="78740" y="13970"/>
                  </a:lnTo>
                  <a:lnTo>
                    <a:pt x="76200" y="13970"/>
                  </a:lnTo>
                  <a:lnTo>
                    <a:pt x="76200" y="15240"/>
                  </a:lnTo>
                  <a:lnTo>
                    <a:pt x="73660" y="15240"/>
                  </a:lnTo>
                  <a:lnTo>
                    <a:pt x="73660" y="16510"/>
                  </a:lnTo>
                  <a:lnTo>
                    <a:pt x="69850" y="16510"/>
                  </a:lnTo>
                  <a:lnTo>
                    <a:pt x="69850" y="19050"/>
                  </a:lnTo>
                  <a:lnTo>
                    <a:pt x="67310" y="19050"/>
                  </a:lnTo>
                  <a:lnTo>
                    <a:pt x="67310" y="20320"/>
                  </a:lnTo>
                  <a:lnTo>
                    <a:pt x="495287" y="20320"/>
                  </a:lnTo>
                  <a:lnTo>
                    <a:pt x="495287" y="21590"/>
                  </a:lnTo>
                  <a:lnTo>
                    <a:pt x="497840" y="21590"/>
                  </a:lnTo>
                  <a:lnTo>
                    <a:pt x="497840" y="20320"/>
                  </a:lnTo>
                  <a:lnTo>
                    <a:pt x="497840" y="19050"/>
                  </a:lnTo>
                  <a:lnTo>
                    <a:pt x="499110" y="19050"/>
                  </a:lnTo>
                  <a:lnTo>
                    <a:pt x="499110" y="16510"/>
                  </a:lnTo>
                  <a:close/>
                </a:path>
              </a:pathLst>
            </a:custGeom>
            <a:solidFill>
              <a:srgbClr val="EAE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2" name="object 3582"/>
            <p:cNvSpPr/>
            <p:nvPr/>
          </p:nvSpPr>
          <p:spPr>
            <a:xfrm>
              <a:off x="6949440" y="2700019"/>
              <a:ext cx="457200" cy="102870"/>
            </a:xfrm>
            <a:custGeom>
              <a:avLst/>
              <a:gdLst/>
              <a:ahLst/>
              <a:cxnLst/>
              <a:rect l="l" t="t" r="r" b="b"/>
              <a:pathLst>
                <a:path w="457200" h="102869">
                  <a:moveTo>
                    <a:pt x="181610" y="97790"/>
                  </a:moveTo>
                  <a:lnTo>
                    <a:pt x="11430" y="97790"/>
                  </a:lnTo>
                  <a:lnTo>
                    <a:pt x="11430" y="96520"/>
                  </a:lnTo>
                  <a:lnTo>
                    <a:pt x="8890" y="96520"/>
                  </a:lnTo>
                  <a:lnTo>
                    <a:pt x="8890" y="97790"/>
                  </a:lnTo>
                  <a:lnTo>
                    <a:pt x="6350" y="97790"/>
                  </a:lnTo>
                  <a:lnTo>
                    <a:pt x="6350" y="99060"/>
                  </a:lnTo>
                  <a:lnTo>
                    <a:pt x="2540" y="99060"/>
                  </a:lnTo>
                  <a:lnTo>
                    <a:pt x="2540" y="101600"/>
                  </a:lnTo>
                  <a:lnTo>
                    <a:pt x="0" y="101600"/>
                  </a:lnTo>
                  <a:lnTo>
                    <a:pt x="0" y="102870"/>
                  </a:lnTo>
                  <a:lnTo>
                    <a:pt x="181610" y="102870"/>
                  </a:lnTo>
                  <a:lnTo>
                    <a:pt x="181610" y="101600"/>
                  </a:lnTo>
                  <a:lnTo>
                    <a:pt x="181610" y="99060"/>
                  </a:lnTo>
                  <a:lnTo>
                    <a:pt x="181610" y="97790"/>
                  </a:lnTo>
                  <a:close/>
                </a:path>
                <a:path w="457200" h="102869">
                  <a:moveTo>
                    <a:pt x="181610" y="91440"/>
                  </a:moveTo>
                  <a:lnTo>
                    <a:pt x="22860" y="91440"/>
                  </a:lnTo>
                  <a:lnTo>
                    <a:pt x="22860" y="90170"/>
                  </a:lnTo>
                  <a:lnTo>
                    <a:pt x="20320" y="90170"/>
                  </a:lnTo>
                  <a:lnTo>
                    <a:pt x="20320" y="91440"/>
                  </a:lnTo>
                  <a:lnTo>
                    <a:pt x="17780" y="91440"/>
                  </a:lnTo>
                  <a:lnTo>
                    <a:pt x="17780" y="92710"/>
                  </a:lnTo>
                  <a:lnTo>
                    <a:pt x="13970" y="92710"/>
                  </a:lnTo>
                  <a:lnTo>
                    <a:pt x="13970" y="95250"/>
                  </a:lnTo>
                  <a:lnTo>
                    <a:pt x="11430" y="95250"/>
                  </a:lnTo>
                  <a:lnTo>
                    <a:pt x="11430" y="96520"/>
                  </a:lnTo>
                  <a:lnTo>
                    <a:pt x="181610" y="96520"/>
                  </a:lnTo>
                  <a:lnTo>
                    <a:pt x="181610" y="95250"/>
                  </a:lnTo>
                  <a:lnTo>
                    <a:pt x="181610" y="92710"/>
                  </a:lnTo>
                  <a:lnTo>
                    <a:pt x="181610" y="91440"/>
                  </a:lnTo>
                  <a:close/>
                </a:path>
                <a:path w="457200" h="102869">
                  <a:moveTo>
                    <a:pt x="181610" y="85090"/>
                  </a:moveTo>
                  <a:lnTo>
                    <a:pt x="34290" y="85090"/>
                  </a:lnTo>
                  <a:lnTo>
                    <a:pt x="34290" y="83820"/>
                  </a:lnTo>
                  <a:lnTo>
                    <a:pt x="31750" y="83820"/>
                  </a:lnTo>
                  <a:lnTo>
                    <a:pt x="31750" y="85090"/>
                  </a:lnTo>
                  <a:lnTo>
                    <a:pt x="29210" y="85090"/>
                  </a:lnTo>
                  <a:lnTo>
                    <a:pt x="29210" y="86360"/>
                  </a:lnTo>
                  <a:lnTo>
                    <a:pt x="24130" y="86360"/>
                  </a:lnTo>
                  <a:lnTo>
                    <a:pt x="24130" y="88900"/>
                  </a:lnTo>
                  <a:lnTo>
                    <a:pt x="22860" y="88900"/>
                  </a:lnTo>
                  <a:lnTo>
                    <a:pt x="22860" y="90170"/>
                  </a:lnTo>
                  <a:lnTo>
                    <a:pt x="181610" y="90170"/>
                  </a:lnTo>
                  <a:lnTo>
                    <a:pt x="181610" y="88900"/>
                  </a:lnTo>
                  <a:lnTo>
                    <a:pt x="181610" y="86360"/>
                  </a:lnTo>
                  <a:lnTo>
                    <a:pt x="181610" y="85090"/>
                  </a:lnTo>
                  <a:close/>
                </a:path>
                <a:path w="457200" h="102869">
                  <a:moveTo>
                    <a:pt x="181610" y="78740"/>
                  </a:moveTo>
                  <a:lnTo>
                    <a:pt x="45720" y="78740"/>
                  </a:lnTo>
                  <a:lnTo>
                    <a:pt x="45720" y="77470"/>
                  </a:lnTo>
                  <a:lnTo>
                    <a:pt x="43180" y="77470"/>
                  </a:lnTo>
                  <a:lnTo>
                    <a:pt x="43180" y="78740"/>
                  </a:lnTo>
                  <a:lnTo>
                    <a:pt x="40640" y="78740"/>
                  </a:lnTo>
                  <a:lnTo>
                    <a:pt x="40640" y="80010"/>
                  </a:lnTo>
                  <a:lnTo>
                    <a:pt x="35560" y="80010"/>
                  </a:lnTo>
                  <a:lnTo>
                    <a:pt x="35560" y="82550"/>
                  </a:lnTo>
                  <a:lnTo>
                    <a:pt x="34290" y="82550"/>
                  </a:lnTo>
                  <a:lnTo>
                    <a:pt x="34290" y="83820"/>
                  </a:lnTo>
                  <a:lnTo>
                    <a:pt x="181610" y="83820"/>
                  </a:lnTo>
                  <a:lnTo>
                    <a:pt x="181610" y="82550"/>
                  </a:lnTo>
                  <a:lnTo>
                    <a:pt x="181610" y="80010"/>
                  </a:lnTo>
                  <a:lnTo>
                    <a:pt x="181610" y="78740"/>
                  </a:lnTo>
                  <a:close/>
                </a:path>
                <a:path w="457200" h="102869">
                  <a:moveTo>
                    <a:pt x="181610" y="72390"/>
                  </a:moveTo>
                  <a:lnTo>
                    <a:pt x="55880" y="72390"/>
                  </a:lnTo>
                  <a:lnTo>
                    <a:pt x="55880" y="71120"/>
                  </a:lnTo>
                  <a:lnTo>
                    <a:pt x="54610" y="71120"/>
                  </a:lnTo>
                  <a:lnTo>
                    <a:pt x="54610" y="72390"/>
                  </a:lnTo>
                  <a:lnTo>
                    <a:pt x="52070" y="72390"/>
                  </a:lnTo>
                  <a:lnTo>
                    <a:pt x="52070" y="73660"/>
                  </a:lnTo>
                  <a:lnTo>
                    <a:pt x="46990" y="73660"/>
                  </a:lnTo>
                  <a:lnTo>
                    <a:pt x="46990" y="76200"/>
                  </a:lnTo>
                  <a:lnTo>
                    <a:pt x="45720" y="76200"/>
                  </a:lnTo>
                  <a:lnTo>
                    <a:pt x="45720" y="77470"/>
                  </a:lnTo>
                  <a:lnTo>
                    <a:pt x="181610" y="77470"/>
                  </a:lnTo>
                  <a:lnTo>
                    <a:pt x="181610" y="76200"/>
                  </a:lnTo>
                  <a:lnTo>
                    <a:pt x="181610" y="73660"/>
                  </a:lnTo>
                  <a:lnTo>
                    <a:pt x="181610" y="72390"/>
                  </a:lnTo>
                  <a:close/>
                </a:path>
                <a:path w="457200" h="102869">
                  <a:moveTo>
                    <a:pt x="181610" y="66040"/>
                  </a:moveTo>
                  <a:lnTo>
                    <a:pt x="67310" y="66040"/>
                  </a:lnTo>
                  <a:lnTo>
                    <a:pt x="67310" y="64770"/>
                  </a:lnTo>
                  <a:lnTo>
                    <a:pt x="66040" y="64770"/>
                  </a:lnTo>
                  <a:lnTo>
                    <a:pt x="66040" y="66040"/>
                  </a:lnTo>
                  <a:lnTo>
                    <a:pt x="63500" y="66040"/>
                  </a:lnTo>
                  <a:lnTo>
                    <a:pt x="63500" y="67310"/>
                  </a:lnTo>
                  <a:lnTo>
                    <a:pt x="58420" y="67310"/>
                  </a:lnTo>
                  <a:lnTo>
                    <a:pt x="58420" y="69850"/>
                  </a:lnTo>
                  <a:lnTo>
                    <a:pt x="55880" y="69850"/>
                  </a:lnTo>
                  <a:lnTo>
                    <a:pt x="55880" y="71120"/>
                  </a:lnTo>
                  <a:lnTo>
                    <a:pt x="181610" y="71120"/>
                  </a:lnTo>
                  <a:lnTo>
                    <a:pt x="181610" y="69850"/>
                  </a:lnTo>
                  <a:lnTo>
                    <a:pt x="181610" y="67310"/>
                  </a:lnTo>
                  <a:lnTo>
                    <a:pt x="181610" y="66040"/>
                  </a:lnTo>
                  <a:close/>
                </a:path>
                <a:path w="457200" h="102869">
                  <a:moveTo>
                    <a:pt x="181610" y="59690"/>
                  </a:moveTo>
                  <a:lnTo>
                    <a:pt x="78740" y="59690"/>
                  </a:lnTo>
                  <a:lnTo>
                    <a:pt x="78740" y="58420"/>
                  </a:lnTo>
                  <a:lnTo>
                    <a:pt x="76200" y="58420"/>
                  </a:lnTo>
                  <a:lnTo>
                    <a:pt x="76200" y="59690"/>
                  </a:lnTo>
                  <a:lnTo>
                    <a:pt x="74930" y="59690"/>
                  </a:lnTo>
                  <a:lnTo>
                    <a:pt x="74930" y="60960"/>
                  </a:lnTo>
                  <a:lnTo>
                    <a:pt x="69850" y="60960"/>
                  </a:lnTo>
                  <a:lnTo>
                    <a:pt x="69850" y="63500"/>
                  </a:lnTo>
                  <a:lnTo>
                    <a:pt x="67310" y="63500"/>
                  </a:lnTo>
                  <a:lnTo>
                    <a:pt x="67310" y="64770"/>
                  </a:lnTo>
                  <a:lnTo>
                    <a:pt x="181610" y="64770"/>
                  </a:lnTo>
                  <a:lnTo>
                    <a:pt x="181610" y="63500"/>
                  </a:lnTo>
                  <a:lnTo>
                    <a:pt x="181610" y="60960"/>
                  </a:lnTo>
                  <a:lnTo>
                    <a:pt x="181610" y="59690"/>
                  </a:lnTo>
                  <a:close/>
                </a:path>
                <a:path w="457200" h="102869">
                  <a:moveTo>
                    <a:pt x="181610" y="53340"/>
                  </a:moveTo>
                  <a:lnTo>
                    <a:pt x="90170" y="53340"/>
                  </a:lnTo>
                  <a:lnTo>
                    <a:pt x="90170" y="52070"/>
                  </a:lnTo>
                  <a:lnTo>
                    <a:pt x="87630" y="52070"/>
                  </a:lnTo>
                  <a:lnTo>
                    <a:pt x="87630" y="53340"/>
                  </a:lnTo>
                  <a:lnTo>
                    <a:pt x="86360" y="53340"/>
                  </a:lnTo>
                  <a:lnTo>
                    <a:pt x="86360" y="54610"/>
                  </a:lnTo>
                  <a:lnTo>
                    <a:pt x="81280" y="54610"/>
                  </a:lnTo>
                  <a:lnTo>
                    <a:pt x="81280" y="57150"/>
                  </a:lnTo>
                  <a:lnTo>
                    <a:pt x="78740" y="57150"/>
                  </a:lnTo>
                  <a:lnTo>
                    <a:pt x="78740" y="58420"/>
                  </a:lnTo>
                  <a:lnTo>
                    <a:pt x="181610" y="58420"/>
                  </a:lnTo>
                  <a:lnTo>
                    <a:pt x="181610" y="57150"/>
                  </a:lnTo>
                  <a:lnTo>
                    <a:pt x="181610" y="54610"/>
                  </a:lnTo>
                  <a:lnTo>
                    <a:pt x="181610" y="53340"/>
                  </a:lnTo>
                  <a:close/>
                </a:path>
                <a:path w="457200" h="102869">
                  <a:moveTo>
                    <a:pt x="181610" y="46990"/>
                  </a:moveTo>
                  <a:lnTo>
                    <a:pt x="101600" y="46990"/>
                  </a:lnTo>
                  <a:lnTo>
                    <a:pt x="101600" y="45720"/>
                  </a:lnTo>
                  <a:lnTo>
                    <a:pt x="99060" y="45720"/>
                  </a:lnTo>
                  <a:lnTo>
                    <a:pt x="99060" y="46990"/>
                  </a:lnTo>
                  <a:lnTo>
                    <a:pt x="97790" y="46990"/>
                  </a:lnTo>
                  <a:lnTo>
                    <a:pt x="97790" y="48260"/>
                  </a:lnTo>
                  <a:lnTo>
                    <a:pt x="92710" y="48260"/>
                  </a:lnTo>
                  <a:lnTo>
                    <a:pt x="92710" y="50800"/>
                  </a:lnTo>
                  <a:lnTo>
                    <a:pt x="90170" y="50800"/>
                  </a:lnTo>
                  <a:lnTo>
                    <a:pt x="90170" y="52070"/>
                  </a:lnTo>
                  <a:lnTo>
                    <a:pt x="181610" y="52070"/>
                  </a:lnTo>
                  <a:lnTo>
                    <a:pt x="181610" y="50800"/>
                  </a:lnTo>
                  <a:lnTo>
                    <a:pt x="181610" y="48260"/>
                  </a:lnTo>
                  <a:lnTo>
                    <a:pt x="181610" y="46990"/>
                  </a:lnTo>
                  <a:close/>
                </a:path>
                <a:path w="457200" h="102869">
                  <a:moveTo>
                    <a:pt x="181610" y="40640"/>
                  </a:moveTo>
                  <a:lnTo>
                    <a:pt x="113030" y="40640"/>
                  </a:lnTo>
                  <a:lnTo>
                    <a:pt x="113030" y="39370"/>
                  </a:lnTo>
                  <a:lnTo>
                    <a:pt x="110490" y="39370"/>
                  </a:lnTo>
                  <a:lnTo>
                    <a:pt x="110490" y="40640"/>
                  </a:lnTo>
                  <a:lnTo>
                    <a:pt x="107950" y="40640"/>
                  </a:lnTo>
                  <a:lnTo>
                    <a:pt x="107950" y="41910"/>
                  </a:lnTo>
                  <a:lnTo>
                    <a:pt x="104140" y="41910"/>
                  </a:lnTo>
                  <a:lnTo>
                    <a:pt x="104140" y="44450"/>
                  </a:lnTo>
                  <a:lnTo>
                    <a:pt x="101600" y="44450"/>
                  </a:lnTo>
                  <a:lnTo>
                    <a:pt x="101600" y="45720"/>
                  </a:lnTo>
                  <a:lnTo>
                    <a:pt x="181610" y="45720"/>
                  </a:lnTo>
                  <a:lnTo>
                    <a:pt x="181610" y="44450"/>
                  </a:lnTo>
                  <a:lnTo>
                    <a:pt x="181610" y="41910"/>
                  </a:lnTo>
                  <a:lnTo>
                    <a:pt x="181610" y="40640"/>
                  </a:lnTo>
                  <a:close/>
                </a:path>
                <a:path w="457200" h="102869">
                  <a:moveTo>
                    <a:pt x="181610" y="34290"/>
                  </a:moveTo>
                  <a:lnTo>
                    <a:pt x="124460" y="34290"/>
                  </a:lnTo>
                  <a:lnTo>
                    <a:pt x="124460" y="33020"/>
                  </a:lnTo>
                  <a:lnTo>
                    <a:pt x="121920" y="33020"/>
                  </a:lnTo>
                  <a:lnTo>
                    <a:pt x="121920" y="34290"/>
                  </a:lnTo>
                  <a:lnTo>
                    <a:pt x="119380" y="34290"/>
                  </a:lnTo>
                  <a:lnTo>
                    <a:pt x="119380" y="35560"/>
                  </a:lnTo>
                  <a:lnTo>
                    <a:pt x="115570" y="35560"/>
                  </a:lnTo>
                  <a:lnTo>
                    <a:pt x="115570" y="38100"/>
                  </a:lnTo>
                  <a:lnTo>
                    <a:pt x="113030" y="38100"/>
                  </a:lnTo>
                  <a:lnTo>
                    <a:pt x="113030" y="39370"/>
                  </a:lnTo>
                  <a:lnTo>
                    <a:pt x="181610" y="39370"/>
                  </a:lnTo>
                  <a:lnTo>
                    <a:pt x="181610" y="38100"/>
                  </a:lnTo>
                  <a:lnTo>
                    <a:pt x="181610" y="35560"/>
                  </a:lnTo>
                  <a:lnTo>
                    <a:pt x="181610" y="34290"/>
                  </a:lnTo>
                  <a:close/>
                </a:path>
                <a:path w="457200" h="102869">
                  <a:moveTo>
                    <a:pt x="181610" y="27940"/>
                  </a:moveTo>
                  <a:lnTo>
                    <a:pt x="135890" y="27940"/>
                  </a:lnTo>
                  <a:lnTo>
                    <a:pt x="135890" y="26670"/>
                  </a:lnTo>
                  <a:lnTo>
                    <a:pt x="133350" y="26670"/>
                  </a:lnTo>
                  <a:lnTo>
                    <a:pt x="133350" y="27940"/>
                  </a:lnTo>
                  <a:lnTo>
                    <a:pt x="130810" y="27940"/>
                  </a:lnTo>
                  <a:lnTo>
                    <a:pt x="130810" y="29210"/>
                  </a:lnTo>
                  <a:lnTo>
                    <a:pt x="127000" y="29210"/>
                  </a:lnTo>
                  <a:lnTo>
                    <a:pt x="127000" y="31750"/>
                  </a:lnTo>
                  <a:lnTo>
                    <a:pt x="124460" y="31750"/>
                  </a:lnTo>
                  <a:lnTo>
                    <a:pt x="124460" y="33020"/>
                  </a:lnTo>
                  <a:lnTo>
                    <a:pt x="181610" y="33020"/>
                  </a:lnTo>
                  <a:lnTo>
                    <a:pt x="181610" y="31750"/>
                  </a:lnTo>
                  <a:lnTo>
                    <a:pt x="181610" y="29210"/>
                  </a:lnTo>
                  <a:lnTo>
                    <a:pt x="181610" y="27940"/>
                  </a:lnTo>
                  <a:close/>
                </a:path>
                <a:path w="457200" h="102869">
                  <a:moveTo>
                    <a:pt x="181610" y="21590"/>
                  </a:moveTo>
                  <a:lnTo>
                    <a:pt x="147320" y="21590"/>
                  </a:lnTo>
                  <a:lnTo>
                    <a:pt x="147320" y="20320"/>
                  </a:lnTo>
                  <a:lnTo>
                    <a:pt x="144780" y="20320"/>
                  </a:lnTo>
                  <a:lnTo>
                    <a:pt x="144780" y="21590"/>
                  </a:lnTo>
                  <a:lnTo>
                    <a:pt x="142240" y="21590"/>
                  </a:lnTo>
                  <a:lnTo>
                    <a:pt x="142240" y="22860"/>
                  </a:lnTo>
                  <a:lnTo>
                    <a:pt x="138430" y="22860"/>
                  </a:lnTo>
                  <a:lnTo>
                    <a:pt x="138430" y="25400"/>
                  </a:lnTo>
                  <a:lnTo>
                    <a:pt x="135890" y="25400"/>
                  </a:lnTo>
                  <a:lnTo>
                    <a:pt x="135890" y="26670"/>
                  </a:lnTo>
                  <a:lnTo>
                    <a:pt x="181610" y="26670"/>
                  </a:lnTo>
                  <a:lnTo>
                    <a:pt x="181610" y="25400"/>
                  </a:lnTo>
                  <a:lnTo>
                    <a:pt x="181610" y="22860"/>
                  </a:lnTo>
                  <a:lnTo>
                    <a:pt x="181610" y="21590"/>
                  </a:lnTo>
                  <a:close/>
                </a:path>
                <a:path w="457200" h="102869">
                  <a:moveTo>
                    <a:pt x="181610" y="15240"/>
                  </a:moveTo>
                  <a:lnTo>
                    <a:pt x="157480" y="15240"/>
                  </a:lnTo>
                  <a:lnTo>
                    <a:pt x="157480" y="13970"/>
                  </a:lnTo>
                  <a:lnTo>
                    <a:pt x="154940" y="13970"/>
                  </a:lnTo>
                  <a:lnTo>
                    <a:pt x="154940" y="15240"/>
                  </a:lnTo>
                  <a:lnTo>
                    <a:pt x="153670" y="15240"/>
                  </a:lnTo>
                  <a:lnTo>
                    <a:pt x="153670" y="16510"/>
                  </a:lnTo>
                  <a:lnTo>
                    <a:pt x="148590" y="16510"/>
                  </a:lnTo>
                  <a:lnTo>
                    <a:pt x="148590" y="19050"/>
                  </a:lnTo>
                  <a:lnTo>
                    <a:pt x="147320" y="19050"/>
                  </a:lnTo>
                  <a:lnTo>
                    <a:pt x="147320" y="20320"/>
                  </a:lnTo>
                  <a:lnTo>
                    <a:pt x="181610" y="20320"/>
                  </a:lnTo>
                  <a:lnTo>
                    <a:pt x="181610" y="19050"/>
                  </a:lnTo>
                  <a:lnTo>
                    <a:pt x="181610" y="16510"/>
                  </a:lnTo>
                  <a:lnTo>
                    <a:pt x="181610" y="15240"/>
                  </a:lnTo>
                  <a:close/>
                </a:path>
                <a:path w="457200" h="102869">
                  <a:moveTo>
                    <a:pt x="181610" y="8890"/>
                  </a:moveTo>
                  <a:lnTo>
                    <a:pt x="168910" y="8890"/>
                  </a:lnTo>
                  <a:lnTo>
                    <a:pt x="168910" y="7620"/>
                  </a:lnTo>
                  <a:lnTo>
                    <a:pt x="166370" y="7620"/>
                  </a:lnTo>
                  <a:lnTo>
                    <a:pt x="166370" y="8890"/>
                  </a:lnTo>
                  <a:lnTo>
                    <a:pt x="163830" y="8890"/>
                  </a:lnTo>
                  <a:lnTo>
                    <a:pt x="163830" y="10160"/>
                  </a:lnTo>
                  <a:lnTo>
                    <a:pt x="160020" y="10160"/>
                  </a:lnTo>
                  <a:lnTo>
                    <a:pt x="160020" y="12700"/>
                  </a:lnTo>
                  <a:lnTo>
                    <a:pt x="157480" y="12700"/>
                  </a:lnTo>
                  <a:lnTo>
                    <a:pt x="157480" y="13970"/>
                  </a:lnTo>
                  <a:lnTo>
                    <a:pt x="181610" y="13970"/>
                  </a:lnTo>
                  <a:lnTo>
                    <a:pt x="181610" y="12700"/>
                  </a:lnTo>
                  <a:lnTo>
                    <a:pt x="181610" y="10160"/>
                  </a:lnTo>
                  <a:lnTo>
                    <a:pt x="181610" y="8890"/>
                  </a:lnTo>
                  <a:close/>
                </a:path>
                <a:path w="457200" h="102869">
                  <a:moveTo>
                    <a:pt x="181610" y="2540"/>
                  </a:moveTo>
                  <a:lnTo>
                    <a:pt x="179070" y="2540"/>
                  </a:lnTo>
                  <a:lnTo>
                    <a:pt x="179070" y="1270"/>
                  </a:lnTo>
                  <a:lnTo>
                    <a:pt x="177800" y="1270"/>
                  </a:lnTo>
                  <a:lnTo>
                    <a:pt x="177800" y="2540"/>
                  </a:lnTo>
                  <a:lnTo>
                    <a:pt x="175260" y="2540"/>
                  </a:lnTo>
                  <a:lnTo>
                    <a:pt x="175260" y="3810"/>
                  </a:lnTo>
                  <a:lnTo>
                    <a:pt x="170180" y="3810"/>
                  </a:lnTo>
                  <a:lnTo>
                    <a:pt x="170180" y="6350"/>
                  </a:lnTo>
                  <a:lnTo>
                    <a:pt x="168910" y="6350"/>
                  </a:lnTo>
                  <a:lnTo>
                    <a:pt x="168910" y="7620"/>
                  </a:lnTo>
                  <a:lnTo>
                    <a:pt x="181610" y="7620"/>
                  </a:lnTo>
                  <a:lnTo>
                    <a:pt x="181610" y="6350"/>
                  </a:lnTo>
                  <a:lnTo>
                    <a:pt x="181610" y="3810"/>
                  </a:lnTo>
                  <a:lnTo>
                    <a:pt x="181610" y="2540"/>
                  </a:lnTo>
                  <a:close/>
                </a:path>
                <a:path w="457200" h="102869">
                  <a:moveTo>
                    <a:pt x="181610" y="0"/>
                  </a:moveTo>
                  <a:lnTo>
                    <a:pt x="179070" y="0"/>
                  </a:lnTo>
                  <a:lnTo>
                    <a:pt x="179070" y="1270"/>
                  </a:lnTo>
                  <a:lnTo>
                    <a:pt x="181610" y="1270"/>
                  </a:lnTo>
                  <a:lnTo>
                    <a:pt x="181610" y="0"/>
                  </a:lnTo>
                  <a:close/>
                </a:path>
                <a:path w="457200" h="102869">
                  <a:moveTo>
                    <a:pt x="457200" y="85090"/>
                  </a:moveTo>
                  <a:lnTo>
                    <a:pt x="455930" y="85090"/>
                  </a:lnTo>
                  <a:lnTo>
                    <a:pt x="455930" y="86360"/>
                  </a:lnTo>
                  <a:lnTo>
                    <a:pt x="457200" y="86360"/>
                  </a:lnTo>
                  <a:lnTo>
                    <a:pt x="457200" y="85090"/>
                  </a:lnTo>
                  <a:close/>
                </a:path>
              </a:pathLst>
            </a:custGeom>
            <a:solidFill>
              <a:srgbClr val="EAE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3" name="object 3583"/>
            <p:cNvSpPr/>
            <p:nvPr/>
          </p:nvSpPr>
          <p:spPr>
            <a:xfrm>
              <a:off x="7131050" y="2697479"/>
              <a:ext cx="224790" cy="120650"/>
            </a:xfrm>
            <a:custGeom>
              <a:avLst/>
              <a:gdLst/>
              <a:ahLst/>
              <a:cxnLst/>
              <a:rect l="l" t="t" r="r" b="b"/>
              <a:pathLst>
                <a:path w="224790" h="120650">
                  <a:moveTo>
                    <a:pt x="2540" y="113030"/>
                  </a:moveTo>
                  <a:lnTo>
                    <a:pt x="0" y="113030"/>
                  </a:lnTo>
                  <a:lnTo>
                    <a:pt x="0" y="118110"/>
                  </a:lnTo>
                  <a:lnTo>
                    <a:pt x="2540" y="118110"/>
                  </a:lnTo>
                  <a:lnTo>
                    <a:pt x="2540" y="113030"/>
                  </a:lnTo>
                  <a:close/>
                </a:path>
                <a:path w="224790" h="120650">
                  <a:moveTo>
                    <a:pt x="2540" y="106680"/>
                  </a:moveTo>
                  <a:lnTo>
                    <a:pt x="0" y="106680"/>
                  </a:lnTo>
                  <a:lnTo>
                    <a:pt x="0" y="111760"/>
                  </a:lnTo>
                  <a:lnTo>
                    <a:pt x="2540" y="111760"/>
                  </a:lnTo>
                  <a:lnTo>
                    <a:pt x="2540" y="106680"/>
                  </a:lnTo>
                  <a:close/>
                </a:path>
                <a:path w="224790" h="120650">
                  <a:moveTo>
                    <a:pt x="2540" y="100330"/>
                  </a:moveTo>
                  <a:lnTo>
                    <a:pt x="0" y="100330"/>
                  </a:lnTo>
                  <a:lnTo>
                    <a:pt x="0" y="105410"/>
                  </a:lnTo>
                  <a:lnTo>
                    <a:pt x="2540" y="105410"/>
                  </a:lnTo>
                  <a:lnTo>
                    <a:pt x="2540" y="100330"/>
                  </a:lnTo>
                  <a:close/>
                </a:path>
                <a:path w="224790" h="120650">
                  <a:moveTo>
                    <a:pt x="2540" y="93980"/>
                  </a:moveTo>
                  <a:lnTo>
                    <a:pt x="0" y="93980"/>
                  </a:lnTo>
                  <a:lnTo>
                    <a:pt x="0" y="99060"/>
                  </a:lnTo>
                  <a:lnTo>
                    <a:pt x="2540" y="99060"/>
                  </a:lnTo>
                  <a:lnTo>
                    <a:pt x="2540" y="93980"/>
                  </a:lnTo>
                  <a:close/>
                </a:path>
                <a:path w="224790" h="120650">
                  <a:moveTo>
                    <a:pt x="2540" y="87630"/>
                  </a:moveTo>
                  <a:lnTo>
                    <a:pt x="0" y="87630"/>
                  </a:lnTo>
                  <a:lnTo>
                    <a:pt x="0" y="92710"/>
                  </a:lnTo>
                  <a:lnTo>
                    <a:pt x="2540" y="92710"/>
                  </a:lnTo>
                  <a:lnTo>
                    <a:pt x="2540" y="87630"/>
                  </a:lnTo>
                  <a:close/>
                </a:path>
                <a:path w="224790" h="120650">
                  <a:moveTo>
                    <a:pt x="2540" y="81280"/>
                  </a:moveTo>
                  <a:lnTo>
                    <a:pt x="0" y="81280"/>
                  </a:lnTo>
                  <a:lnTo>
                    <a:pt x="0" y="86360"/>
                  </a:lnTo>
                  <a:lnTo>
                    <a:pt x="2540" y="86360"/>
                  </a:lnTo>
                  <a:lnTo>
                    <a:pt x="2540" y="81280"/>
                  </a:lnTo>
                  <a:close/>
                </a:path>
                <a:path w="224790" h="120650">
                  <a:moveTo>
                    <a:pt x="2540" y="74930"/>
                  </a:moveTo>
                  <a:lnTo>
                    <a:pt x="0" y="74930"/>
                  </a:lnTo>
                  <a:lnTo>
                    <a:pt x="0" y="80010"/>
                  </a:lnTo>
                  <a:lnTo>
                    <a:pt x="2540" y="80010"/>
                  </a:lnTo>
                  <a:lnTo>
                    <a:pt x="2540" y="74930"/>
                  </a:lnTo>
                  <a:close/>
                </a:path>
                <a:path w="224790" h="120650">
                  <a:moveTo>
                    <a:pt x="2540" y="68580"/>
                  </a:moveTo>
                  <a:lnTo>
                    <a:pt x="0" y="68580"/>
                  </a:lnTo>
                  <a:lnTo>
                    <a:pt x="0" y="73660"/>
                  </a:lnTo>
                  <a:lnTo>
                    <a:pt x="2540" y="73660"/>
                  </a:lnTo>
                  <a:lnTo>
                    <a:pt x="2540" y="68580"/>
                  </a:lnTo>
                  <a:close/>
                </a:path>
                <a:path w="224790" h="120650">
                  <a:moveTo>
                    <a:pt x="2540" y="62230"/>
                  </a:moveTo>
                  <a:lnTo>
                    <a:pt x="0" y="62230"/>
                  </a:lnTo>
                  <a:lnTo>
                    <a:pt x="0" y="67310"/>
                  </a:lnTo>
                  <a:lnTo>
                    <a:pt x="2540" y="67310"/>
                  </a:lnTo>
                  <a:lnTo>
                    <a:pt x="2540" y="62230"/>
                  </a:lnTo>
                  <a:close/>
                </a:path>
                <a:path w="224790" h="120650">
                  <a:moveTo>
                    <a:pt x="2540" y="55880"/>
                  </a:moveTo>
                  <a:lnTo>
                    <a:pt x="0" y="55880"/>
                  </a:lnTo>
                  <a:lnTo>
                    <a:pt x="0" y="60960"/>
                  </a:lnTo>
                  <a:lnTo>
                    <a:pt x="2540" y="60960"/>
                  </a:lnTo>
                  <a:lnTo>
                    <a:pt x="2540" y="55880"/>
                  </a:lnTo>
                  <a:close/>
                </a:path>
                <a:path w="224790" h="120650">
                  <a:moveTo>
                    <a:pt x="2540" y="49530"/>
                  </a:moveTo>
                  <a:lnTo>
                    <a:pt x="0" y="49530"/>
                  </a:lnTo>
                  <a:lnTo>
                    <a:pt x="0" y="54610"/>
                  </a:lnTo>
                  <a:lnTo>
                    <a:pt x="2540" y="54610"/>
                  </a:lnTo>
                  <a:lnTo>
                    <a:pt x="2540" y="49530"/>
                  </a:lnTo>
                  <a:close/>
                </a:path>
                <a:path w="224790" h="120650">
                  <a:moveTo>
                    <a:pt x="2540" y="43180"/>
                  </a:moveTo>
                  <a:lnTo>
                    <a:pt x="0" y="43180"/>
                  </a:lnTo>
                  <a:lnTo>
                    <a:pt x="0" y="48260"/>
                  </a:lnTo>
                  <a:lnTo>
                    <a:pt x="2540" y="48260"/>
                  </a:lnTo>
                  <a:lnTo>
                    <a:pt x="2540" y="43180"/>
                  </a:lnTo>
                  <a:close/>
                </a:path>
                <a:path w="224790" h="120650">
                  <a:moveTo>
                    <a:pt x="2540" y="36830"/>
                  </a:moveTo>
                  <a:lnTo>
                    <a:pt x="0" y="36830"/>
                  </a:lnTo>
                  <a:lnTo>
                    <a:pt x="0" y="41910"/>
                  </a:lnTo>
                  <a:lnTo>
                    <a:pt x="2540" y="41910"/>
                  </a:lnTo>
                  <a:lnTo>
                    <a:pt x="2540" y="36830"/>
                  </a:lnTo>
                  <a:close/>
                </a:path>
                <a:path w="224790" h="120650">
                  <a:moveTo>
                    <a:pt x="2540" y="30480"/>
                  </a:moveTo>
                  <a:lnTo>
                    <a:pt x="0" y="30480"/>
                  </a:lnTo>
                  <a:lnTo>
                    <a:pt x="0" y="35560"/>
                  </a:lnTo>
                  <a:lnTo>
                    <a:pt x="2540" y="35560"/>
                  </a:lnTo>
                  <a:lnTo>
                    <a:pt x="2540" y="30480"/>
                  </a:lnTo>
                  <a:close/>
                </a:path>
                <a:path w="224790" h="120650">
                  <a:moveTo>
                    <a:pt x="2540" y="24130"/>
                  </a:moveTo>
                  <a:lnTo>
                    <a:pt x="0" y="24130"/>
                  </a:lnTo>
                  <a:lnTo>
                    <a:pt x="0" y="29210"/>
                  </a:lnTo>
                  <a:lnTo>
                    <a:pt x="2540" y="29210"/>
                  </a:lnTo>
                  <a:lnTo>
                    <a:pt x="2540" y="24130"/>
                  </a:lnTo>
                  <a:close/>
                </a:path>
                <a:path w="224790" h="120650">
                  <a:moveTo>
                    <a:pt x="2540" y="17780"/>
                  </a:moveTo>
                  <a:lnTo>
                    <a:pt x="0" y="17780"/>
                  </a:lnTo>
                  <a:lnTo>
                    <a:pt x="0" y="22860"/>
                  </a:lnTo>
                  <a:lnTo>
                    <a:pt x="2540" y="22860"/>
                  </a:lnTo>
                  <a:lnTo>
                    <a:pt x="2540" y="17780"/>
                  </a:lnTo>
                  <a:close/>
                </a:path>
                <a:path w="224790" h="120650">
                  <a:moveTo>
                    <a:pt x="2540" y="11430"/>
                  </a:moveTo>
                  <a:lnTo>
                    <a:pt x="0" y="11430"/>
                  </a:lnTo>
                  <a:lnTo>
                    <a:pt x="0" y="16510"/>
                  </a:lnTo>
                  <a:lnTo>
                    <a:pt x="2540" y="16510"/>
                  </a:lnTo>
                  <a:lnTo>
                    <a:pt x="2540" y="11430"/>
                  </a:lnTo>
                  <a:close/>
                </a:path>
                <a:path w="224790" h="120650">
                  <a:moveTo>
                    <a:pt x="2540" y="5080"/>
                  </a:moveTo>
                  <a:lnTo>
                    <a:pt x="0" y="5080"/>
                  </a:lnTo>
                  <a:lnTo>
                    <a:pt x="0" y="10160"/>
                  </a:lnTo>
                  <a:lnTo>
                    <a:pt x="2540" y="10160"/>
                  </a:lnTo>
                  <a:lnTo>
                    <a:pt x="2540" y="5080"/>
                  </a:lnTo>
                  <a:close/>
                </a:path>
                <a:path w="224790" h="120650">
                  <a:moveTo>
                    <a:pt x="254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40" y="3810"/>
                  </a:lnTo>
                  <a:lnTo>
                    <a:pt x="2540" y="0"/>
                  </a:lnTo>
                  <a:close/>
                </a:path>
                <a:path w="224790" h="120650">
                  <a:moveTo>
                    <a:pt x="220980" y="119380"/>
                  </a:moveTo>
                  <a:lnTo>
                    <a:pt x="0" y="119380"/>
                  </a:lnTo>
                  <a:lnTo>
                    <a:pt x="0" y="120650"/>
                  </a:lnTo>
                  <a:lnTo>
                    <a:pt x="220980" y="120650"/>
                  </a:lnTo>
                  <a:lnTo>
                    <a:pt x="220980" y="119380"/>
                  </a:lnTo>
                  <a:close/>
                </a:path>
                <a:path w="224790" h="120650">
                  <a:moveTo>
                    <a:pt x="224777" y="118110"/>
                  </a:moveTo>
                  <a:lnTo>
                    <a:pt x="222250" y="118110"/>
                  </a:lnTo>
                  <a:lnTo>
                    <a:pt x="222250" y="119380"/>
                  </a:lnTo>
                  <a:lnTo>
                    <a:pt x="224777" y="119380"/>
                  </a:lnTo>
                  <a:lnTo>
                    <a:pt x="224777" y="118110"/>
                  </a:lnTo>
                  <a:close/>
                </a:path>
              </a:pathLst>
            </a:custGeom>
            <a:solidFill>
              <a:srgbClr val="E9E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4" name="object 3584"/>
            <p:cNvSpPr/>
            <p:nvPr/>
          </p:nvSpPr>
          <p:spPr>
            <a:xfrm>
              <a:off x="7133589" y="2694940"/>
              <a:ext cx="228600" cy="119380"/>
            </a:xfrm>
            <a:custGeom>
              <a:avLst/>
              <a:gdLst/>
              <a:ahLst/>
              <a:cxnLst/>
              <a:rect l="l" t="t" r="r" b="b"/>
              <a:pathLst>
                <a:path w="228600" h="119380">
                  <a:moveTo>
                    <a:pt x="224789" y="116839"/>
                  </a:moveTo>
                  <a:lnTo>
                    <a:pt x="0" y="116839"/>
                  </a:lnTo>
                  <a:lnTo>
                    <a:pt x="0" y="119379"/>
                  </a:lnTo>
                  <a:lnTo>
                    <a:pt x="222249" y="119379"/>
                  </a:lnTo>
                  <a:lnTo>
                    <a:pt x="222249" y="118109"/>
                  </a:lnTo>
                  <a:lnTo>
                    <a:pt x="224789" y="118109"/>
                  </a:lnTo>
                  <a:lnTo>
                    <a:pt x="224789" y="116839"/>
                  </a:lnTo>
                  <a:close/>
                </a:path>
                <a:path w="228600" h="119380">
                  <a:moveTo>
                    <a:pt x="228599" y="115569"/>
                  </a:moveTo>
                  <a:lnTo>
                    <a:pt x="227329" y="115569"/>
                  </a:lnTo>
                  <a:lnTo>
                    <a:pt x="227329" y="116839"/>
                  </a:lnTo>
                  <a:lnTo>
                    <a:pt x="228599" y="116839"/>
                  </a:lnTo>
                  <a:lnTo>
                    <a:pt x="228599" y="115569"/>
                  </a:lnTo>
                  <a:close/>
                </a:path>
                <a:path w="228600" h="119380">
                  <a:moveTo>
                    <a:pt x="3809" y="114300"/>
                  </a:moveTo>
                  <a:lnTo>
                    <a:pt x="0" y="114300"/>
                  </a:lnTo>
                  <a:lnTo>
                    <a:pt x="0" y="115569"/>
                  </a:lnTo>
                  <a:lnTo>
                    <a:pt x="3809" y="115569"/>
                  </a:lnTo>
                  <a:lnTo>
                    <a:pt x="3809" y="114300"/>
                  </a:lnTo>
                  <a:close/>
                </a:path>
                <a:path w="228600" h="119380">
                  <a:moveTo>
                    <a:pt x="3809" y="110489"/>
                  </a:moveTo>
                  <a:lnTo>
                    <a:pt x="0" y="110489"/>
                  </a:lnTo>
                  <a:lnTo>
                    <a:pt x="0" y="113029"/>
                  </a:lnTo>
                  <a:lnTo>
                    <a:pt x="3809" y="113029"/>
                  </a:lnTo>
                  <a:lnTo>
                    <a:pt x="3809" y="110489"/>
                  </a:lnTo>
                  <a:close/>
                </a:path>
                <a:path w="228600" h="119380">
                  <a:moveTo>
                    <a:pt x="3809" y="107950"/>
                  </a:moveTo>
                  <a:lnTo>
                    <a:pt x="0" y="107950"/>
                  </a:lnTo>
                  <a:lnTo>
                    <a:pt x="0" y="109219"/>
                  </a:lnTo>
                  <a:lnTo>
                    <a:pt x="3809" y="109219"/>
                  </a:lnTo>
                  <a:lnTo>
                    <a:pt x="3809" y="107950"/>
                  </a:lnTo>
                  <a:close/>
                </a:path>
                <a:path w="228600" h="119380">
                  <a:moveTo>
                    <a:pt x="3809" y="104139"/>
                  </a:moveTo>
                  <a:lnTo>
                    <a:pt x="0" y="104139"/>
                  </a:lnTo>
                  <a:lnTo>
                    <a:pt x="0" y="106679"/>
                  </a:lnTo>
                  <a:lnTo>
                    <a:pt x="3809" y="106679"/>
                  </a:lnTo>
                  <a:lnTo>
                    <a:pt x="3809" y="104139"/>
                  </a:lnTo>
                  <a:close/>
                </a:path>
                <a:path w="228600" h="119380">
                  <a:moveTo>
                    <a:pt x="3809" y="101600"/>
                  </a:moveTo>
                  <a:lnTo>
                    <a:pt x="0" y="101600"/>
                  </a:lnTo>
                  <a:lnTo>
                    <a:pt x="0" y="102869"/>
                  </a:lnTo>
                  <a:lnTo>
                    <a:pt x="3809" y="102869"/>
                  </a:lnTo>
                  <a:lnTo>
                    <a:pt x="3809" y="101600"/>
                  </a:lnTo>
                  <a:close/>
                </a:path>
                <a:path w="228600" h="119380">
                  <a:moveTo>
                    <a:pt x="3809" y="97789"/>
                  </a:moveTo>
                  <a:lnTo>
                    <a:pt x="0" y="97789"/>
                  </a:lnTo>
                  <a:lnTo>
                    <a:pt x="0" y="100329"/>
                  </a:lnTo>
                  <a:lnTo>
                    <a:pt x="3809" y="100329"/>
                  </a:lnTo>
                  <a:lnTo>
                    <a:pt x="3809" y="97789"/>
                  </a:lnTo>
                  <a:close/>
                </a:path>
                <a:path w="228600" h="119380">
                  <a:moveTo>
                    <a:pt x="3809" y="95250"/>
                  </a:moveTo>
                  <a:lnTo>
                    <a:pt x="0" y="95250"/>
                  </a:lnTo>
                  <a:lnTo>
                    <a:pt x="0" y="96519"/>
                  </a:lnTo>
                  <a:lnTo>
                    <a:pt x="3809" y="96519"/>
                  </a:lnTo>
                  <a:lnTo>
                    <a:pt x="3809" y="95250"/>
                  </a:lnTo>
                  <a:close/>
                </a:path>
                <a:path w="228600" h="119380">
                  <a:moveTo>
                    <a:pt x="3809" y="91439"/>
                  </a:moveTo>
                  <a:lnTo>
                    <a:pt x="0" y="91439"/>
                  </a:lnTo>
                  <a:lnTo>
                    <a:pt x="0" y="93979"/>
                  </a:lnTo>
                  <a:lnTo>
                    <a:pt x="3809" y="93979"/>
                  </a:lnTo>
                  <a:lnTo>
                    <a:pt x="3809" y="91439"/>
                  </a:lnTo>
                  <a:close/>
                </a:path>
                <a:path w="228600" h="119380">
                  <a:moveTo>
                    <a:pt x="3809" y="88900"/>
                  </a:moveTo>
                  <a:lnTo>
                    <a:pt x="0" y="88900"/>
                  </a:lnTo>
                  <a:lnTo>
                    <a:pt x="0" y="90169"/>
                  </a:lnTo>
                  <a:lnTo>
                    <a:pt x="3809" y="90169"/>
                  </a:lnTo>
                  <a:lnTo>
                    <a:pt x="3809" y="88900"/>
                  </a:lnTo>
                  <a:close/>
                </a:path>
                <a:path w="228600" h="119380">
                  <a:moveTo>
                    <a:pt x="3809" y="85089"/>
                  </a:moveTo>
                  <a:lnTo>
                    <a:pt x="0" y="85089"/>
                  </a:lnTo>
                  <a:lnTo>
                    <a:pt x="0" y="87629"/>
                  </a:lnTo>
                  <a:lnTo>
                    <a:pt x="3809" y="87629"/>
                  </a:lnTo>
                  <a:lnTo>
                    <a:pt x="3809" y="85089"/>
                  </a:lnTo>
                  <a:close/>
                </a:path>
                <a:path w="228600" h="119380">
                  <a:moveTo>
                    <a:pt x="3809" y="82550"/>
                  </a:moveTo>
                  <a:lnTo>
                    <a:pt x="0" y="82550"/>
                  </a:lnTo>
                  <a:lnTo>
                    <a:pt x="0" y="83819"/>
                  </a:lnTo>
                  <a:lnTo>
                    <a:pt x="3809" y="83819"/>
                  </a:lnTo>
                  <a:lnTo>
                    <a:pt x="3809" y="82550"/>
                  </a:lnTo>
                  <a:close/>
                </a:path>
                <a:path w="228600" h="119380">
                  <a:moveTo>
                    <a:pt x="3809" y="78739"/>
                  </a:moveTo>
                  <a:lnTo>
                    <a:pt x="0" y="78739"/>
                  </a:lnTo>
                  <a:lnTo>
                    <a:pt x="0" y="81279"/>
                  </a:lnTo>
                  <a:lnTo>
                    <a:pt x="3809" y="81279"/>
                  </a:lnTo>
                  <a:lnTo>
                    <a:pt x="3809" y="78739"/>
                  </a:lnTo>
                  <a:close/>
                </a:path>
                <a:path w="228600" h="119380">
                  <a:moveTo>
                    <a:pt x="3809" y="76200"/>
                  </a:moveTo>
                  <a:lnTo>
                    <a:pt x="0" y="76200"/>
                  </a:lnTo>
                  <a:lnTo>
                    <a:pt x="0" y="77469"/>
                  </a:lnTo>
                  <a:lnTo>
                    <a:pt x="3809" y="77469"/>
                  </a:lnTo>
                  <a:lnTo>
                    <a:pt x="3809" y="76200"/>
                  </a:lnTo>
                  <a:close/>
                </a:path>
                <a:path w="228600" h="119380">
                  <a:moveTo>
                    <a:pt x="3809" y="72389"/>
                  </a:moveTo>
                  <a:lnTo>
                    <a:pt x="0" y="72389"/>
                  </a:lnTo>
                  <a:lnTo>
                    <a:pt x="0" y="74929"/>
                  </a:lnTo>
                  <a:lnTo>
                    <a:pt x="3809" y="74929"/>
                  </a:lnTo>
                  <a:lnTo>
                    <a:pt x="3809" y="72389"/>
                  </a:lnTo>
                  <a:close/>
                </a:path>
                <a:path w="228600" h="119380">
                  <a:moveTo>
                    <a:pt x="3809" y="69850"/>
                  </a:moveTo>
                  <a:lnTo>
                    <a:pt x="0" y="69850"/>
                  </a:lnTo>
                  <a:lnTo>
                    <a:pt x="0" y="71119"/>
                  </a:lnTo>
                  <a:lnTo>
                    <a:pt x="3809" y="71119"/>
                  </a:lnTo>
                  <a:lnTo>
                    <a:pt x="3809" y="69850"/>
                  </a:lnTo>
                  <a:close/>
                </a:path>
                <a:path w="228600" h="119380">
                  <a:moveTo>
                    <a:pt x="3809" y="66039"/>
                  </a:moveTo>
                  <a:lnTo>
                    <a:pt x="0" y="66039"/>
                  </a:lnTo>
                  <a:lnTo>
                    <a:pt x="0" y="68579"/>
                  </a:lnTo>
                  <a:lnTo>
                    <a:pt x="3809" y="68579"/>
                  </a:lnTo>
                  <a:lnTo>
                    <a:pt x="3809" y="66039"/>
                  </a:lnTo>
                  <a:close/>
                </a:path>
                <a:path w="228600" h="119380">
                  <a:moveTo>
                    <a:pt x="3809" y="63500"/>
                  </a:moveTo>
                  <a:lnTo>
                    <a:pt x="0" y="63500"/>
                  </a:lnTo>
                  <a:lnTo>
                    <a:pt x="0" y="64769"/>
                  </a:lnTo>
                  <a:lnTo>
                    <a:pt x="3809" y="64769"/>
                  </a:lnTo>
                  <a:lnTo>
                    <a:pt x="3809" y="63500"/>
                  </a:lnTo>
                  <a:close/>
                </a:path>
                <a:path w="228600" h="119380">
                  <a:moveTo>
                    <a:pt x="3809" y="59689"/>
                  </a:moveTo>
                  <a:lnTo>
                    <a:pt x="0" y="59689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9689"/>
                  </a:lnTo>
                  <a:close/>
                </a:path>
                <a:path w="228600" h="119380">
                  <a:moveTo>
                    <a:pt x="3809" y="57150"/>
                  </a:moveTo>
                  <a:lnTo>
                    <a:pt x="0" y="57150"/>
                  </a:lnTo>
                  <a:lnTo>
                    <a:pt x="0" y="58419"/>
                  </a:lnTo>
                  <a:lnTo>
                    <a:pt x="3809" y="58419"/>
                  </a:lnTo>
                  <a:lnTo>
                    <a:pt x="3809" y="57150"/>
                  </a:lnTo>
                  <a:close/>
                </a:path>
                <a:path w="228600" h="119380">
                  <a:moveTo>
                    <a:pt x="3809" y="53339"/>
                  </a:moveTo>
                  <a:lnTo>
                    <a:pt x="0" y="53339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53339"/>
                  </a:lnTo>
                  <a:close/>
                </a:path>
                <a:path w="228600" h="119380">
                  <a:moveTo>
                    <a:pt x="3809" y="50800"/>
                  </a:moveTo>
                  <a:lnTo>
                    <a:pt x="0" y="50800"/>
                  </a:lnTo>
                  <a:lnTo>
                    <a:pt x="0" y="52069"/>
                  </a:lnTo>
                  <a:lnTo>
                    <a:pt x="3809" y="52069"/>
                  </a:lnTo>
                  <a:lnTo>
                    <a:pt x="3809" y="50800"/>
                  </a:lnTo>
                  <a:close/>
                </a:path>
                <a:path w="228600" h="119380">
                  <a:moveTo>
                    <a:pt x="3809" y="46989"/>
                  </a:moveTo>
                  <a:lnTo>
                    <a:pt x="0" y="46989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6989"/>
                  </a:lnTo>
                  <a:close/>
                </a:path>
                <a:path w="228600" h="119380">
                  <a:moveTo>
                    <a:pt x="3809" y="44450"/>
                  </a:moveTo>
                  <a:lnTo>
                    <a:pt x="0" y="44450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44450"/>
                  </a:lnTo>
                  <a:close/>
                </a:path>
                <a:path w="228600" h="119380">
                  <a:moveTo>
                    <a:pt x="3809" y="40639"/>
                  </a:moveTo>
                  <a:lnTo>
                    <a:pt x="0" y="40639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40639"/>
                  </a:lnTo>
                  <a:close/>
                </a:path>
                <a:path w="228600" h="119380">
                  <a:moveTo>
                    <a:pt x="3809" y="38100"/>
                  </a:moveTo>
                  <a:lnTo>
                    <a:pt x="0" y="38100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8100"/>
                  </a:lnTo>
                  <a:close/>
                </a:path>
                <a:path w="228600" h="119380">
                  <a:moveTo>
                    <a:pt x="3809" y="34289"/>
                  </a:moveTo>
                  <a:lnTo>
                    <a:pt x="0" y="34289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4289"/>
                  </a:lnTo>
                  <a:close/>
                </a:path>
                <a:path w="228600" h="119380">
                  <a:moveTo>
                    <a:pt x="3809" y="31750"/>
                  </a:moveTo>
                  <a:lnTo>
                    <a:pt x="0" y="31750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31750"/>
                  </a:lnTo>
                  <a:close/>
                </a:path>
                <a:path w="228600" h="119380">
                  <a:moveTo>
                    <a:pt x="3809" y="27939"/>
                  </a:moveTo>
                  <a:lnTo>
                    <a:pt x="0" y="27939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27939"/>
                  </a:lnTo>
                  <a:close/>
                </a:path>
                <a:path w="228600" h="119380">
                  <a:moveTo>
                    <a:pt x="3809" y="25400"/>
                  </a:moveTo>
                  <a:lnTo>
                    <a:pt x="0" y="25400"/>
                  </a:lnTo>
                  <a:lnTo>
                    <a:pt x="0" y="26669"/>
                  </a:lnTo>
                  <a:lnTo>
                    <a:pt x="3809" y="26669"/>
                  </a:lnTo>
                  <a:lnTo>
                    <a:pt x="3809" y="25400"/>
                  </a:lnTo>
                  <a:close/>
                </a:path>
                <a:path w="228600" h="119380">
                  <a:moveTo>
                    <a:pt x="3809" y="21589"/>
                  </a:moveTo>
                  <a:lnTo>
                    <a:pt x="0" y="21589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21589"/>
                  </a:lnTo>
                  <a:close/>
                </a:path>
                <a:path w="228600" h="119380">
                  <a:moveTo>
                    <a:pt x="3809" y="19050"/>
                  </a:moveTo>
                  <a:lnTo>
                    <a:pt x="0" y="19050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9050"/>
                  </a:lnTo>
                  <a:close/>
                </a:path>
                <a:path w="228600" h="119380">
                  <a:moveTo>
                    <a:pt x="3809" y="15239"/>
                  </a:moveTo>
                  <a:lnTo>
                    <a:pt x="0" y="15239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5239"/>
                  </a:lnTo>
                  <a:close/>
                </a:path>
                <a:path w="228600" h="119380">
                  <a:moveTo>
                    <a:pt x="3809" y="12700"/>
                  </a:moveTo>
                  <a:lnTo>
                    <a:pt x="0" y="12700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12700"/>
                  </a:lnTo>
                  <a:close/>
                </a:path>
                <a:path w="228600" h="119380">
                  <a:moveTo>
                    <a:pt x="3809" y="8889"/>
                  </a:moveTo>
                  <a:lnTo>
                    <a:pt x="0" y="8889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8889"/>
                  </a:lnTo>
                  <a:close/>
                </a:path>
                <a:path w="228600" h="119380">
                  <a:moveTo>
                    <a:pt x="3809" y="6350"/>
                  </a:moveTo>
                  <a:lnTo>
                    <a:pt x="0" y="6350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6350"/>
                  </a:lnTo>
                  <a:close/>
                </a:path>
                <a:path w="228600" h="119380">
                  <a:moveTo>
                    <a:pt x="2539" y="1269"/>
                  </a:moveTo>
                  <a:lnTo>
                    <a:pt x="0" y="1269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2539"/>
                  </a:lnTo>
                  <a:lnTo>
                    <a:pt x="2539" y="2539"/>
                  </a:lnTo>
                  <a:lnTo>
                    <a:pt x="2539" y="1269"/>
                  </a:lnTo>
                  <a:close/>
                </a:path>
                <a:path w="228600" h="119380">
                  <a:moveTo>
                    <a:pt x="3809" y="0"/>
                  </a:moveTo>
                  <a:lnTo>
                    <a:pt x="2539" y="0"/>
                  </a:lnTo>
                  <a:lnTo>
                    <a:pt x="2539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E8E2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5" name="object 3585"/>
            <p:cNvSpPr/>
            <p:nvPr/>
          </p:nvSpPr>
          <p:spPr>
            <a:xfrm>
              <a:off x="7137400" y="2692400"/>
              <a:ext cx="229870" cy="118110"/>
            </a:xfrm>
            <a:custGeom>
              <a:avLst/>
              <a:gdLst/>
              <a:ahLst/>
              <a:cxnLst/>
              <a:rect l="l" t="t" r="r" b="b"/>
              <a:pathLst>
                <a:path w="229870" h="118110">
                  <a:moveTo>
                    <a:pt x="3809" y="113030"/>
                  </a:moveTo>
                  <a:lnTo>
                    <a:pt x="0" y="113030"/>
                  </a:lnTo>
                  <a:lnTo>
                    <a:pt x="0" y="118110"/>
                  </a:lnTo>
                  <a:lnTo>
                    <a:pt x="224789" y="118110"/>
                  </a:lnTo>
                  <a:lnTo>
                    <a:pt x="224789" y="116839"/>
                  </a:lnTo>
                  <a:lnTo>
                    <a:pt x="229869" y="116839"/>
                  </a:lnTo>
                  <a:lnTo>
                    <a:pt x="229869" y="114300"/>
                  </a:lnTo>
                  <a:lnTo>
                    <a:pt x="3809" y="114300"/>
                  </a:lnTo>
                  <a:lnTo>
                    <a:pt x="3809" y="113030"/>
                  </a:lnTo>
                  <a:close/>
                </a:path>
                <a:path w="229870" h="118110">
                  <a:moveTo>
                    <a:pt x="3809" y="106680"/>
                  </a:moveTo>
                  <a:lnTo>
                    <a:pt x="0" y="106680"/>
                  </a:lnTo>
                  <a:lnTo>
                    <a:pt x="0" y="111760"/>
                  </a:lnTo>
                  <a:lnTo>
                    <a:pt x="3809" y="111760"/>
                  </a:lnTo>
                  <a:lnTo>
                    <a:pt x="3809" y="106680"/>
                  </a:lnTo>
                  <a:close/>
                </a:path>
                <a:path w="229870" h="118110">
                  <a:moveTo>
                    <a:pt x="3809" y="100330"/>
                  </a:moveTo>
                  <a:lnTo>
                    <a:pt x="0" y="100330"/>
                  </a:lnTo>
                  <a:lnTo>
                    <a:pt x="0" y="105410"/>
                  </a:lnTo>
                  <a:lnTo>
                    <a:pt x="3809" y="105410"/>
                  </a:lnTo>
                  <a:lnTo>
                    <a:pt x="3809" y="100330"/>
                  </a:lnTo>
                  <a:close/>
                </a:path>
                <a:path w="229870" h="118110">
                  <a:moveTo>
                    <a:pt x="3809" y="93980"/>
                  </a:moveTo>
                  <a:lnTo>
                    <a:pt x="0" y="93980"/>
                  </a:lnTo>
                  <a:lnTo>
                    <a:pt x="0" y="99060"/>
                  </a:lnTo>
                  <a:lnTo>
                    <a:pt x="3809" y="99060"/>
                  </a:lnTo>
                  <a:lnTo>
                    <a:pt x="3809" y="93980"/>
                  </a:lnTo>
                  <a:close/>
                </a:path>
                <a:path w="229870" h="118110">
                  <a:moveTo>
                    <a:pt x="3809" y="87630"/>
                  </a:moveTo>
                  <a:lnTo>
                    <a:pt x="0" y="87630"/>
                  </a:lnTo>
                  <a:lnTo>
                    <a:pt x="0" y="92710"/>
                  </a:lnTo>
                  <a:lnTo>
                    <a:pt x="3809" y="92710"/>
                  </a:lnTo>
                  <a:lnTo>
                    <a:pt x="3809" y="87630"/>
                  </a:lnTo>
                  <a:close/>
                </a:path>
                <a:path w="229870" h="118110">
                  <a:moveTo>
                    <a:pt x="3809" y="81280"/>
                  </a:moveTo>
                  <a:lnTo>
                    <a:pt x="0" y="81280"/>
                  </a:lnTo>
                  <a:lnTo>
                    <a:pt x="0" y="86360"/>
                  </a:lnTo>
                  <a:lnTo>
                    <a:pt x="3809" y="86360"/>
                  </a:lnTo>
                  <a:lnTo>
                    <a:pt x="3809" y="81280"/>
                  </a:lnTo>
                  <a:close/>
                </a:path>
                <a:path w="229870" h="118110">
                  <a:moveTo>
                    <a:pt x="3809" y="74930"/>
                  </a:moveTo>
                  <a:lnTo>
                    <a:pt x="0" y="74930"/>
                  </a:lnTo>
                  <a:lnTo>
                    <a:pt x="0" y="80010"/>
                  </a:lnTo>
                  <a:lnTo>
                    <a:pt x="3809" y="80010"/>
                  </a:lnTo>
                  <a:lnTo>
                    <a:pt x="3809" y="74930"/>
                  </a:lnTo>
                  <a:close/>
                </a:path>
                <a:path w="229870" h="118110">
                  <a:moveTo>
                    <a:pt x="3809" y="68580"/>
                  </a:moveTo>
                  <a:lnTo>
                    <a:pt x="0" y="68580"/>
                  </a:lnTo>
                  <a:lnTo>
                    <a:pt x="0" y="73660"/>
                  </a:lnTo>
                  <a:lnTo>
                    <a:pt x="3809" y="73660"/>
                  </a:lnTo>
                  <a:lnTo>
                    <a:pt x="3809" y="68580"/>
                  </a:lnTo>
                  <a:close/>
                </a:path>
                <a:path w="229870" h="118110">
                  <a:moveTo>
                    <a:pt x="3809" y="62230"/>
                  </a:moveTo>
                  <a:lnTo>
                    <a:pt x="0" y="62230"/>
                  </a:lnTo>
                  <a:lnTo>
                    <a:pt x="0" y="67310"/>
                  </a:lnTo>
                  <a:lnTo>
                    <a:pt x="3809" y="67310"/>
                  </a:lnTo>
                  <a:lnTo>
                    <a:pt x="3809" y="62230"/>
                  </a:lnTo>
                  <a:close/>
                </a:path>
                <a:path w="229870" h="118110">
                  <a:moveTo>
                    <a:pt x="3809" y="55880"/>
                  </a:moveTo>
                  <a:lnTo>
                    <a:pt x="0" y="55880"/>
                  </a:lnTo>
                  <a:lnTo>
                    <a:pt x="0" y="60960"/>
                  </a:lnTo>
                  <a:lnTo>
                    <a:pt x="3809" y="60960"/>
                  </a:lnTo>
                  <a:lnTo>
                    <a:pt x="3809" y="55880"/>
                  </a:lnTo>
                  <a:close/>
                </a:path>
                <a:path w="229870" h="118110">
                  <a:moveTo>
                    <a:pt x="3809" y="49530"/>
                  </a:moveTo>
                  <a:lnTo>
                    <a:pt x="0" y="49530"/>
                  </a:lnTo>
                  <a:lnTo>
                    <a:pt x="0" y="54610"/>
                  </a:lnTo>
                  <a:lnTo>
                    <a:pt x="3809" y="54610"/>
                  </a:lnTo>
                  <a:lnTo>
                    <a:pt x="3809" y="49530"/>
                  </a:lnTo>
                  <a:close/>
                </a:path>
                <a:path w="229870" h="118110">
                  <a:moveTo>
                    <a:pt x="3809" y="43180"/>
                  </a:moveTo>
                  <a:lnTo>
                    <a:pt x="0" y="43180"/>
                  </a:lnTo>
                  <a:lnTo>
                    <a:pt x="0" y="48260"/>
                  </a:lnTo>
                  <a:lnTo>
                    <a:pt x="3809" y="48260"/>
                  </a:lnTo>
                  <a:lnTo>
                    <a:pt x="3809" y="43180"/>
                  </a:lnTo>
                  <a:close/>
                </a:path>
                <a:path w="229870" h="118110">
                  <a:moveTo>
                    <a:pt x="3809" y="36830"/>
                  </a:moveTo>
                  <a:lnTo>
                    <a:pt x="0" y="36830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36830"/>
                  </a:lnTo>
                  <a:close/>
                </a:path>
                <a:path w="229870" h="118110">
                  <a:moveTo>
                    <a:pt x="3809" y="30480"/>
                  </a:moveTo>
                  <a:lnTo>
                    <a:pt x="0" y="30480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30480"/>
                  </a:lnTo>
                  <a:close/>
                </a:path>
                <a:path w="229870" h="118110">
                  <a:moveTo>
                    <a:pt x="3809" y="24130"/>
                  </a:moveTo>
                  <a:lnTo>
                    <a:pt x="0" y="24130"/>
                  </a:lnTo>
                  <a:lnTo>
                    <a:pt x="0" y="29210"/>
                  </a:lnTo>
                  <a:lnTo>
                    <a:pt x="3809" y="29210"/>
                  </a:lnTo>
                  <a:lnTo>
                    <a:pt x="3809" y="24130"/>
                  </a:lnTo>
                  <a:close/>
                </a:path>
                <a:path w="229870" h="118110">
                  <a:moveTo>
                    <a:pt x="3809" y="17780"/>
                  </a:moveTo>
                  <a:lnTo>
                    <a:pt x="0" y="17780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17780"/>
                  </a:lnTo>
                  <a:close/>
                </a:path>
                <a:path w="229870" h="118110">
                  <a:moveTo>
                    <a:pt x="3809" y="11430"/>
                  </a:moveTo>
                  <a:lnTo>
                    <a:pt x="0" y="1143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1430"/>
                  </a:lnTo>
                  <a:close/>
                </a:path>
                <a:path w="229870" h="118110">
                  <a:moveTo>
                    <a:pt x="3809" y="5080"/>
                  </a:moveTo>
                  <a:lnTo>
                    <a:pt x="0" y="508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5080"/>
                  </a:lnTo>
                  <a:close/>
                </a:path>
                <a:path w="229870" h="118110">
                  <a:moveTo>
                    <a:pt x="3809" y="0"/>
                  </a:moveTo>
                  <a:lnTo>
                    <a:pt x="2540" y="0"/>
                  </a:lnTo>
                  <a:lnTo>
                    <a:pt x="2540" y="2539"/>
                  </a:lnTo>
                  <a:lnTo>
                    <a:pt x="0" y="2539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E7E0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6" name="object 3586"/>
            <p:cNvSpPr/>
            <p:nvPr/>
          </p:nvSpPr>
          <p:spPr>
            <a:xfrm>
              <a:off x="7141210" y="2691129"/>
              <a:ext cx="232410" cy="115570"/>
            </a:xfrm>
            <a:custGeom>
              <a:avLst/>
              <a:gdLst/>
              <a:ahLst/>
              <a:cxnLst/>
              <a:rect l="l" t="t" r="r" b="b"/>
              <a:pathLst>
                <a:path w="232409" h="115569">
                  <a:moveTo>
                    <a:pt x="232397" y="111760"/>
                  </a:moveTo>
                  <a:lnTo>
                    <a:pt x="3810" y="111760"/>
                  </a:lnTo>
                  <a:lnTo>
                    <a:pt x="3810" y="1270"/>
                  </a:lnTo>
                  <a:lnTo>
                    <a:pt x="381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111760"/>
                  </a:lnTo>
                  <a:lnTo>
                    <a:pt x="0" y="114300"/>
                  </a:lnTo>
                  <a:lnTo>
                    <a:pt x="0" y="115570"/>
                  </a:lnTo>
                  <a:lnTo>
                    <a:pt x="227330" y="115570"/>
                  </a:lnTo>
                  <a:lnTo>
                    <a:pt x="227330" y="114300"/>
                  </a:lnTo>
                  <a:lnTo>
                    <a:pt x="232397" y="114300"/>
                  </a:lnTo>
                  <a:lnTo>
                    <a:pt x="232397" y="111760"/>
                  </a:lnTo>
                  <a:close/>
                </a:path>
              </a:pathLst>
            </a:custGeom>
            <a:solidFill>
              <a:srgbClr val="E6DF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7" name="object 3587"/>
            <p:cNvSpPr/>
            <p:nvPr/>
          </p:nvSpPr>
          <p:spPr>
            <a:xfrm>
              <a:off x="7145020" y="2688589"/>
              <a:ext cx="234950" cy="114300"/>
            </a:xfrm>
            <a:custGeom>
              <a:avLst/>
              <a:gdLst/>
              <a:ahLst/>
              <a:cxnLst/>
              <a:rect l="l" t="t" r="r" b="b"/>
              <a:pathLst>
                <a:path w="234950" h="114300">
                  <a:moveTo>
                    <a:pt x="234950" y="110490"/>
                  </a:moveTo>
                  <a:lnTo>
                    <a:pt x="3810" y="110490"/>
                  </a:lnTo>
                  <a:lnTo>
                    <a:pt x="3810" y="2540"/>
                  </a:lnTo>
                  <a:lnTo>
                    <a:pt x="3810" y="0"/>
                  </a:lnTo>
                  <a:lnTo>
                    <a:pt x="1270" y="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110490"/>
                  </a:lnTo>
                  <a:lnTo>
                    <a:pt x="0" y="113030"/>
                  </a:lnTo>
                  <a:lnTo>
                    <a:pt x="0" y="114300"/>
                  </a:lnTo>
                  <a:lnTo>
                    <a:pt x="232410" y="114300"/>
                  </a:lnTo>
                  <a:lnTo>
                    <a:pt x="232410" y="113030"/>
                  </a:lnTo>
                  <a:lnTo>
                    <a:pt x="234950" y="113030"/>
                  </a:lnTo>
                  <a:lnTo>
                    <a:pt x="234950" y="110490"/>
                  </a:lnTo>
                  <a:close/>
                </a:path>
              </a:pathLst>
            </a:custGeom>
            <a:solidFill>
              <a:srgbClr val="E5DE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8" name="object 3588"/>
            <p:cNvSpPr/>
            <p:nvPr/>
          </p:nvSpPr>
          <p:spPr>
            <a:xfrm>
              <a:off x="7148829" y="2687319"/>
              <a:ext cx="240029" cy="111760"/>
            </a:xfrm>
            <a:custGeom>
              <a:avLst/>
              <a:gdLst/>
              <a:ahLst/>
              <a:cxnLst/>
              <a:rect l="l" t="t" r="r" b="b"/>
              <a:pathLst>
                <a:path w="240029" h="111760">
                  <a:moveTo>
                    <a:pt x="234950" y="110489"/>
                  </a:moveTo>
                  <a:lnTo>
                    <a:pt x="0" y="110489"/>
                  </a:lnTo>
                  <a:lnTo>
                    <a:pt x="0" y="111760"/>
                  </a:lnTo>
                  <a:lnTo>
                    <a:pt x="234950" y="111760"/>
                  </a:lnTo>
                  <a:lnTo>
                    <a:pt x="234950" y="110489"/>
                  </a:lnTo>
                  <a:close/>
                </a:path>
                <a:path w="240029" h="111760">
                  <a:moveTo>
                    <a:pt x="240030" y="109220"/>
                  </a:moveTo>
                  <a:lnTo>
                    <a:pt x="237490" y="109220"/>
                  </a:lnTo>
                  <a:lnTo>
                    <a:pt x="237490" y="110489"/>
                  </a:lnTo>
                  <a:lnTo>
                    <a:pt x="240030" y="110489"/>
                  </a:lnTo>
                  <a:lnTo>
                    <a:pt x="240030" y="109220"/>
                  </a:lnTo>
                  <a:close/>
                </a:path>
                <a:path w="240029" h="111760">
                  <a:moveTo>
                    <a:pt x="3810" y="104139"/>
                  </a:moveTo>
                  <a:lnTo>
                    <a:pt x="0" y="104139"/>
                  </a:lnTo>
                  <a:lnTo>
                    <a:pt x="0" y="109220"/>
                  </a:lnTo>
                  <a:lnTo>
                    <a:pt x="3810" y="109220"/>
                  </a:lnTo>
                  <a:lnTo>
                    <a:pt x="3810" y="104139"/>
                  </a:lnTo>
                  <a:close/>
                </a:path>
                <a:path w="240029" h="111760">
                  <a:moveTo>
                    <a:pt x="3810" y="97789"/>
                  </a:moveTo>
                  <a:lnTo>
                    <a:pt x="0" y="97789"/>
                  </a:lnTo>
                  <a:lnTo>
                    <a:pt x="0" y="102870"/>
                  </a:lnTo>
                  <a:lnTo>
                    <a:pt x="3810" y="102870"/>
                  </a:lnTo>
                  <a:lnTo>
                    <a:pt x="3810" y="97789"/>
                  </a:lnTo>
                  <a:close/>
                </a:path>
                <a:path w="240029" h="111760">
                  <a:moveTo>
                    <a:pt x="3810" y="91439"/>
                  </a:moveTo>
                  <a:lnTo>
                    <a:pt x="0" y="91439"/>
                  </a:lnTo>
                  <a:lnTo>
                    <a:pt x="0" y="96520"/>
                  </a:lnTo>
                  <a:lnTo>
                    <a:pt x="3810" y="96520"/>
                  </a:lnTo>
                  <a:lnTo>
                    <a:pt x="3810" y="91439"/>
                  </a:lnTo>
                  <a:close/>
                </a:path>
                <a:path w="240029" h="111760">
                  <a:moveTo>
                    <a:pt x="3810" y="85089"/>
                  </a:moveTo>
                  <a:lnTo>
                    <a:pt x="0" y="85089"/>
                  </a:lnTo>
                  <a:lnTo>
                    <a:pt x="0" y="90170"/>
                  </a:lnTo>
                  <a:lnTo>
                    <a:pt x="3810" y="90170"/>
                  </a:lnTo>
                  <a:lnTo>
                    <a:pt x="3810" y="85089"/>
                  </a:lnTo>
                  <a:close/>
                </a:path>
                <a:path w="240029" h="111760">
                  <a:moveTo>
                    <a:pt x="3810" y="78739"/>
                  </a:moveTo>
                  <a:lnTo>
                    <a:pt x="0" y="78739"/>
                  </a:lnTo>
                  <a:lnTo>
                    <a:pt x="0" y="83820"/>
                  </a:lnTo>
                  <a:lnTo>
                    <a:pt x="3810" y="83820"/>
                  </a:lnTo>
                  <a:lnTo>
                    <a:pt x="3810" y="78739"/>
                  </a:lnTo>
                  <a:close/>
                </a:path>
                <a:path w="240029" h="111760">
                  <a:moveTo>
                    <a:pt x="3810" y="72389"/>
                  </a:moveTo>
                  <a:lnTo>
                    <a:pt x="0" y="72389"/>
                  </a:lnTo>
                  <a:lnTo>
                    <a:pt x="0" y="77470"/>
                  </a:lnTo>
                  <a:lnTo>
                    <a:pt x="3810" y="77470"/>
                  </a:lnTo>
                  <a:lnTo>
                    <a:pt x="3810" y="72389"/>
                  </a:lnTo>
                  <a:close/>
                </a:path>
                <a:path w="240029" h="111760">
                  <a:moveTo>
                    <a:pt x="3810" y="66039"/>
                  </a:moveTo>
                  <a:lnTo>
                    <a:pt x="0" y="66039"/>
                  </a:lnTo>
                  <a:lnTo>
                    <a:pt x="0" y="71120"/>
                  </a:lnTo>
                  <a:lnTo>
                    <a:pt x="3810" y="71120"/>
                  </a:lnTo>
                  <a:lnTo>
                    <a:pt x="3810" y="66039"/>
                  </a:lnTo>
                  <a:close/>
                </a:path>
                <a:path w="240029" h="111760">
                  <a:moveTo>
                    <a:pt x="3810" y="59689"/>
                  </a:moveTo>
                  <a:lnTo>
                    <a:pt x="0" y="59689"/>
                  </a:lnTo>
                  <a:lnTo>
                    <a:pt x="0" y="64770"/>
                  </a:lnTo>
                  <a:lnTo>
                    <a:pt x="3810" y="64770"/>
                  </a:lnTo>
                  <a:lnTo>
                    <a:pt x="3810" y="59689"/>
                  </a:lnTo>
                  <a:close/>
                </a:path>
                <a:path w="240029" h="111760">
                  <a:moveTo>
                    <a:pt x="3810" y="53339"/>
                  </a:moveTo>
                  <a:lnTo>
                    <a:pt x="0" y="53339"/>
                  </a:lnTo>
                  <a:lnTo>
                    <a:pt x="0" y="58420"/>
                  </a:lnTo>
                  <a:lnTo>
                    <a:pt x="3810" y="58420"/>
                  </a:lnTo>
                  <a:lnTo>
                    <a:pt x="3810" y="53339"/>
                  </a:lnTo>
                  <a:close/>
                </a:path>
                <a:path w="240029" h="111760">
                  <a:moveTo>
                    <a:pt x="3810" y="46989"/>
                  </a:moveTo>
                  <a:lnTo>
                    <a:pt x="0" y="46989"/>
                  </a:lnTo>
                  <a:lnTo>
                    <a:pt x="0" y="52070"/>
                  </a:lnTo>
                  <a:lnTo>
                    <a:pt x="3810" y="52070"/>
                  </a:lnTo>
                  <a:lnTo>
                    <a:pt x="3810" y="46989"/>
                  </a:lnTo>
                  <a:close/>
                </a:path>
                <a:path w="240029" h="111760">
                  <a:moveTo>
                    <a:pt x="3810" y="40639"/>
                  </a:moveTo>
                  <a:lnTo>
                    <a:pt x="0" y="40639"/>
                  </a:lnTo>
                  <a:lnTo>
                    <a:pt x="0" y="45720"/>
                  </a:lnTo>
                  <a:lnTo>
                    <a:pt x="3810" y="45720"/>
                  </a:lnTo>
                  <a:lnTo>
                    <a:pt x="3810" y="40639"/>
                  </a:lnTo>
                  <a:close/>
                </a:path>
                <a:path w="240029" h="111760">
                  <a:moveTo>
                    <a:pt x="3810" y="34289"/>
                  </a:moveTo>
                  <a:lnTo>
                    <a:pt x="0" y="34289"/>
                  </a:lnTo>
                  <a:lnTo>
                    <a:pt x="0" y="39370"/>
                  </a:lnTo>
                  <a:lnTo>
                    <a:pt x="3810" y="39370"/>
                  </a:lnTo>
                  <a:lnTo>
                    <a:pt x="3810" y="34289"/>
                  </a:lnTo>
                  <a:close/>
                </a:path>
                <a:path w="240029" h="111760">
                  <a:moveTo>
                    <a:pt x="3810" y="27939"/>
                  </a:moveTo>
                  <a:lnTo>
                    <a:pt x="0" y="27939"/>
                  </a:lnTo>
                  <a:lnTo>
                    <a:pt x="0" y="33020"/>
                  </a:lnTo>
                  <a:lnTo>
                    <a:pt x="3810" y="33020"/>
                  </a:lnTo>
                  <a:lnTo>
                    <a:pt x="3810" y="27939"/>
                  </a:lnTo>
                  <a:close/>
                </a:path>
                <a:path w="240029" h="111760">
                  <a:moveTo>
                    <a:pt x="3810" y="21589"/>
                  </a:moveTo>
                  <a:lnTo>
                    <a:pt x="0" y="21589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1589"/>
                  </a:lnTo>
                  <a:close/>
                </a:path>
                <a:path w="240029" h="111760">
                  <a:moveTo>
                    <a:pt x="3810" y="15239"/>
                  </a:moveTo>
                  <a:lnTo>
                    <a:pt x="0" y="15239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5239"/>
                  </a:lnTo>
                  <a:close/>
                </a:path>
                <a:path w="240029" h="111760">
                  <a:moveTo>
                    <a:pt x="3810" y="8889"/>
                  </a:moveTo>
                  <a:lnTo>
                    <a:pt x="0" y="8889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8889"/>
                  </a:lnTo>
                  <a:close/>
                </a:path>
                <a:path w="240029" h="111760">
                  <a:moveTo>
                    <a:pt x="2540" y="1270"/>
                  </a:moveTo>
                  <a:lnTo>
                    <a:pt x="0" y="1270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2539"/>
                  </a:lnTo>
                  <a:lnTo>
                    <a:pt x="2540" y="2539"/>
                  </a:lnTo>
                  <a:lnTo>
                    <a:pt x="2540" y="1270"/>
                  </a:lnTo>
                  <a:close/>
                </a:path>
                <a:path w="240029" h="111760">
                  <a:moveTo>
                    <a:pt x="38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E4DC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9" name="object 3589"/>
            <p:cNvSpPr/>
            <p:nvPr/>
          </p:nvSpPr>
          <p:spPr>
            <a:xfrm>
              <a:off x="7152639" y="2683510"/>
              <a:ext cx="238760" cy="111760"/>
            </a:xfrm>
            <a:custGeom>
              <a:avLst/>
              <a:gdLst/>
              <a:ahLst/>
              <a:cxnLst/>
              <a:rect l="l" t="t" r="r" b="b"/>
              <a:pathLst>
                <a:path w="238759" h="111760">
                  <a:moveTo>
                    <a:pt x="238759" y="109220"/>
                  </a:moveTo>
                  <a:lnTo>
                    <a:pt x="0" y="109220"/>
                  </a:lnTo>
                  <a:lnTo>
                    <a:pt x="0" y="111760"/>
                  </a:lnTo>
                  <a:lnTo>
                    <a:pt x="236220" y="111760"/>
                  </a:lnTo>
                  <a:lnTo>
                    <a:pt x="236220" y="110489"/>
                  </a:lnTo>
                  <a:lnTo>
                    <a:pt x="238759" y="110489"/>
                  </a:lnTo>
                  <a:lnTo>
                    <a:pt x="238759" y="109220"/>
                  </a:lnTo>
                  <a:close/>
                </a:path>
                <a:path w="238759" h="111760">
                  <a:moveTo>
                    <a:pt x="3809" y="106680"/>
                  </a:moveTo>
                  <a:lnTo>
                    <a:pt x="0" y="106680"/>
                  </a:lnTo>
                  <a:lnTo>
                    <a:pt x="0" y="107950"/>
                  </a:lnTo>
                  <a:lnTo>
                    <a:pt x="3809" y="107950"/>
                  </a:lnTo>
                  <a:lnTo>
                    <a:pt x="3809" y="106680"/>
                  </a:lnTo>
                  <a:close/>
                </a:path>
                <a:path w="238759" h="111760">
                  <a:moveTo>
                    <a:pt x="3809" y="102870"/>
                  </a:moveTo>
                  <a:lnTo>
                    <a:pt x="0" y="102870"/>
                  </a:lnTo>
                  <a:lnTo>
                    <a:pt x="0" y="105410"/>
                  </a:lnTo>
                  <a:lnTo>
                    <a:pt x="3809" y="105410"/>
                  </a:lnTo>
                  <a:lnTo>
                    <a:pt x="3809" y="102870"/>
                  </a:lnTo>
                  <a:close/>
                </a:path>
                <a:path w="238759" h="111760">
                  <a:moveTo>
                    <a:pt x="3809" y="100330"/>
                  </a:moveTo>
                  <a:lnTo>
                    <a:pt x="0" y="100330"/>
                  </a:lnTo>
                  <a:lnTo>
                    <a:pt x="0" y="101600"/>
                  </a:lnTo>
                  <a:lnTo>
                    <a:pt x="3809" y="101600"/>
                  </a:lnTo>
                  <a:lnTo>
                    <a:pt x="3809" y="100330"/>
                  </a:lnTo>
                  <a:close/>
                </a:path>
                <a:path w="238759" h="111760">
                  <a:moveTo>
                    <a:pt x="3809" y="96520"/>
                  </a:moveTo>
                  <a:lnTo>
                    <a:pt x="0" y="96520"/>
                  </a:lnTo>
                  <a:lnTo>
                    <a:pt x="0" y="99060"/>
                  </a:lnTo>
                  <a:lnTo>
                    <a:pt x="3809" y="99060"/>
                  </a:lnTo>
                  <a:lnTo>
                    <a:pt x="3809" y="96520"/>
                  </a:lnTo>
                  <a:close/>
                </a:path>
                <a:path w="238759" h="111760">
                  <a:moveTo>
                    <a:pt x="3809" y="93980"/>
                  </a:moveTo>
                  <a:lnTo>
                    <a:pt x="0" y="93980"/>
                  </a:lnTo>
                  <a:lnTo>
                    <a:pt x="0" y="95250"/>
                  </a:lnTo>
                  <a:lnTo>
                    <a:pt x="3809" y="95250"/>
                  </a:lnTo>
                  <a:lnTo>
                    <a:pt x="3809" y="93980"/>
                  </a:lnTo>
                  <a:close/>
                </a:path>
                <a:path w="238759" h="111760">
                  <a:moveTo>
                    <a:pt x="3809" y="90170"/>
                  </a:moveTo>
                  <a:lnTo>
                    <a:pt x="0" y="90170"/>
                  </a:lnTo>
                  <a:lnTo>
                    <a:pt x="0" y="92710"/>
                  </a:lnTo>
                  <a:lnTo>
                    <a:pt x="3809" y="92710"/>
                  </a:lnTo>
                  <a:lnTo>
                    <a:pt x="3809" y="90170"/>
                  </a:lnTo>
                  <a:close/>
                </a:path>
                <a:path w="238759" h="111760">
                  <a:moveTo>
                    <a:pt x="3809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3809" y="88900"/>
                  </a:lnTo>
                  <a:lnTo>
                    <a:pt x="3809" y="87630"/>
                  </a:lnTo>
                  <a:close/>
                </a:path>
                <a:path w="238759" h="111760">
                  <a:moveTo>
                    <a:pt x="3809" y="83820"/>
                  </a:moveTo>
                  <a:lnTo>
                    <a:pt x="0" y="83820"/>
                  </a:lnTo>
                  <a:lnTo>
                    <a:pt x="0" y="86360"/>
                  </a:lnTo>
                  <a:lnTo>
                    <a:pt x="3809" y="86360"/>
                  </a:lnTo>
                  <a:lnTo>
                    <a:pt x="3809" y="83820"/>
                  </a:lnTo>
                  <a:close/>
                </a:path>
                <a:path w="238759" h="111760">
                  <a:moveTo>
                    <a:pt x="3809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3809" y="82550"/>
                  </a:lnTo>
                  <a:lnTo>
                    <a:pt x="3809" y="81280"/>
                  </a:lnTo>
                  <a:close/>
                </a:path>
                <a:path w="238759" h="111760">
                  <a:moveTo>
                    <a:pt x="3809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3809" y="80010"/>
                  </a:lnTo>
                  <a:lnTo>
                    <a:pt x="3809" y="77470"/>
                  </a:lnTo>
                  <a:close/>
                </a:path>
                <a:path w="238759" h="111760">
                  <a:moveTo>
                    <a:pt x="3809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3809" y="76200"/>
                  </a:lnTo>
                  <a:lnTo>
                    <a:pt x="3809" y="74930"/>
                  </a:lnTo>
                  <a:close/>
                </a:path>
                <a:path w="238759" h="111760">
                  <a:moveTo>
                    <a:pt x="3809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3809" y="73660"/>
                  </a:lnTo>
                  <a:lnTo>
                    <a:pt x="3809" y="71120"/>
                  </a:lnTo>
                  <a:close/>
                </a:path>
                <a:path w="238759" h="111760">
                  <a:moveTo>
                    <a:pt x="3809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3809" y="69850"/>
                  </a:lnTo>
                  <a:lnTo>
                    <a:pt x="3809" y="68580"/>
                  </a:lnTo>
                  <a:close/>
                </a:path>
                <a:path w="238759" h="111760">
                  <a:moveTo>
                    <a:pt x="3809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3809" y="67310"/>
                  </a:lnTo>
                  <a:lnTo>
                    <a:pt x="3809" y="64770"/>
                  </a:lnTo>
                  <a:close/>
                </a:path>
                <a:path w="238759" h="111760">
                  <a:moveTo>
                    <a:pt x="380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3809" y="63500"/>
                  </a:lnTo>
                  <a:lnTo>
                    <a:pt x="3809" y="62230"/>
                  </a:lnTo>
                  <a:close/>
                </a:path>
                <a:path w="238759" h="111760">
                  <a:moveTo>
                    <a:pt x="3809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3809" y="60960"/>
                  </a:lnTo>
                  <a:lnTo>
                    <a:pt x="3809" y="58420"/>
                  </a:lnTo>
                  <a:close/>
                </a:path>
                <a:path w="238759" h="111760">
                  <a:moveTo>
                    <a:pt x="3809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3809" y="57150"/>
                  </a:lnTo>
                  <a:lnTo>
                    <a:pt x="3809" y="55880"/>
                  </a:lnTo>
                  <a:close/>
                </a:path>
                <a:path w="238759" h="111760">
                  <a:moveTo>
                    <a:pt x="3809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3809" y="54610"/>
                  </a:lnTo>
                  <a:lnTo>
                    <a:pt x="3809" y="52070"/>
                  </a:lnTo>
                  <a:close/>
                </a:path>
                <a:path w="238759" h="111760">
                  <a:moveTo>
                    <a:pt x="3809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49530"/>
                  </a:lnTo>
                  <a:close/>
                </a:path>
                <a:path w="238759" h="111760">
                  <a:moveTo>
                    <a:pt x="3809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3809" y="48260"/>
                  </a:lnTo>
                  <a:lnTo>
                    <a:pt x="3809" y="45720"/>
                  </a:lnTo>
                  <a:close/>
                </a:path>
                <a:path w="238759" h="111760">
                  <a:moveTo>
                    <a:pt x="3809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3809" y="44450"/>
                  </a:lnTo>
                  <a:lnTo>
                    <a:pt x="3809" y="43180"/>
                  </a:lnTo>
                  <a:close/>
                </a:path>
                <a:path w="238759" h="111760">
                  <a:moveTo>
                    <a:pt x="3809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39370"/>
                  </a:lnTo>
                  <a:close/>
                </a:path>
                <a:path w="238759" h="111760">
                  <a:moveTo>
                    <a:pt x="3809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3809" y="38100"/>
                  </a:lnTo>
                  <a:lnTo>
                    <a:pt x="3809" y="36830"/>
                  </a:lnTo>
                  <a:close/>
                </a:path>
                <a:path w="238759" h="111760">
                  <a:moveTo>
                    <a:pt x="3809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33020"/>
                  </a:lnTo>
                  <a:close/>
                </a:path>
                <a:path w="238759" h="111760">
                  <a:moveTo>
                    <a:pt x="3809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3809" y="31750"/>
                  </a:lnTo>
                  <a:lnTo>
                    <a:pt x="3809" y="30480"/>
                  </a:lnTo>
                  <a:close/>
                </a:path>
                <a:path w="238759" h="111760">
                  <a:moveTo>
                    <a:pt x="3809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3809" y="29210"/>
                  </a:lnTo>
                  <a:lnTo>
                    <a:pt x="3809" y="26670"/>
                  </a:lnTo>
                  <a:close/>
                </a:path>
                <a:path w="238759" h="111760">
                  <a:moveTo>
                    <a:pt x="3809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3809" y="25400"/>
                  </a:lnTo>
                  <a:lnTo>
                    <a:pt x="3809" y="24130"/>
                  </a:lnTo>
                  <a:close/>
                </a:path>
                <a:path w="238759" h="111760">
                  <a:moveTo>
                    <a:pt x="3809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20320"/>
                  </a:lnTo>
                  <a:close/>
                </a:path>
                <a:path w="238759" h="111760">
                  <a:moveTo>
                    <a:pt x="3809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3809" y="19050"/>
                  </a:lnTo>
                  <a:lnTo>
                    <a:pt x="3809" y="17780"/>
                  </a:lnTo>
                  <a:close/>
                </a:path>
                <a:path w="238759" h="111760">
                  <a:moveTo>
                    <a:pt x="3809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3970"/>
                  </a:lnTo>
                  <a:close/>
                </a:path>
                <a:path w="238759" h="111760">
                  <a:moveTo>
                    <a:pt x="3809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3809" y="12700"/>
                  </a:lnTo>
                  <a:lnTo>
                    <a:pt x="3809" y="11430"/>
                  </a:lnTo>
                  <a:close/>
                </a:path>
                <a:path w="238759" h="111760">
                  <a:moveTo>
                    <a:pt x="3809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7620"/>
                  </a:lnTo>
                  <a:close/>
                </a:path>
                <a:path w="238759" h="111760">
                  <a:moveTo>
                    <a:pt x="3809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5080"/>
                  </a:lnTo>
                  <a:close/>
                </a:path>
                <a:path w="238759" h="111760">
                  <a:moveTo>
                    <a:pt x="3809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E3DB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0" name="object 3590"/>
            <p:cNvSpPr/>
            <p:nvPr/>
          </p:nvSpPr>
          <p:spPr>
            <a:xfrm>
              <a:off x="7156450" y="2682240"/>
              <a:ext cx="242570" cy="110489"/>
            </a:xfrm>
            <a:custGeom>
              <a:avLst/>
              <a:gdLst/>
              <a:ahLst/>
              <a:cxnLst/>
              <a:rect l="l" t="t" r="r" b="b"/>
              <a:pathLst>
                <a:path w="242570" h="110489">
                  <a:moveTo>
                    <a:pt x="238760" y="109219"/>
                  </a:moveTo>
                  <a:lnTo>
                    <a:pt x="0" y="109219"/>
                  </a:lnTo>
                  <a:lnTo>
                    <a:pt x="0" y="110489"/>
                  </a:lnTo>
                  <a:lnTo>
                    <a:pt x="238760" y="110489"/>
                  </a:lnTo>
                  <a:lnTo>
                    <a:pt x="238760" y="109219"/>
                  </a:lnTo>
                  <a:close/>
                </a:path>
                <a:path w="242570" h="110489">
                  <a:moveTo>
                    <a:pt x="242570" y="107950"/>
                  </a:moveTo>
                  <a:lnTo>
                    <a:pt x="241300" y="107950"/>
                  </a:lnTo>
                  <a:lnTo>
                    <a:pt x="241300" y="109219"/>
                  </a:lnTo>
                  <a:lnTo>
                    <a:pt x="242570" y="109219"/>
                  </a:lnTo>
                  <a:lnTo>
                    <a:pt x="242570" y="107950"/>
                  </a:lnTo>
                  <a:close/>
                </a:path>
                <a:path w="242570" h="110489">
                  <a:moveTo>
                    <a:pt x="3809" y="102869"/>
                  </a:moveTo>
                  <a:lnTo>
                    <a:pt x="0" y="102869"/>
                  </a:lnTo>
                  <a:lnTo>
                    <a:pt x="0" y="107950"/>
                  </a:lnTo>
                  <a:lnTo>
                    <a:pt x="3809" y="107950"/>
                  </a:lnTo>
                  <a:lnTo>
                    <a:pt x="3809" y="102869"/>
                  </a:lnTo>
                  <a:close/>
                </a:path>
                <a:path w="242570" h="110489">
                  <a:moveTo>
                    <a:pt x="3809" y="96519"/>
                  </a:moveTo>
                  <a:lnTo>
                    <a:pt x="0" y="96519"/>
                  </a:lnTo>
                  <a:lnTo>
                    <a:pt x="0" y="101600"/>
                  </a:lnTo>
                  <a:lnTo>
                    <a:pt x="3809" y="101600"/>
                  </a:lnTo>
                  <a:lnTo>
                    <a:pt x="3809" y="96519"/>
                  </a:lnTo>
                  <a:close/>
                </a:path>
                <a:path w="242570" h="110489">
                  <a:moveTo>
                    <a:pt x="3809" y="90169"/>
                  </a:moveTo>
                  <a:lnTo>
                    <a:pt x="0" y="90169"/>
                  </a:lnTo>
                  <a:lnTo>
                    <a:pt x="0" y="95250"/>
                  </a:lnTo>
                  <a:lnTo>
                    <a:pt x="3809" y="95250"/>
                  </a:lnTo>
                  <a:lnTo>
                    <a:pt x="3809" y="90169"/>
                  </a:lnTo>
                  <a:close/>
                </a:path>
                <a:path w="242570" h="110489">
                  <a:moveTo>
                    <a:pt x="3809" y="83819"/>
                  </a:moveTo>
                  <a:lnTo>
                    <a:pt x="0" y="83819"/>
                  </a:lnTo>
                  <a:lnTo>
                    <a:pt x="0" y="88900"/>
                  </a:lnTo>
                  <a:lnTo>
                    <a:pt x="3809" y="88900"/>
                  </a:lnTo>
                  <a:lnTo>
                    <a:pt x="3809" y="83819"/>
                  </a:lnTo>
                  <a:close/>
                </a:path>
                <a:path w="242570" h="110489">
                  <a:moveTo>
                    <a:pt x="3809" y="77469"/>
                  </a:moveTo>
                  <a:lnTo>
                    <a:pt x="0" y="77469"/>
                  </a:lnTo>
                  <a:lnTo>
                    <a:pt x="0" y="82550"/>
                  </a:lnTo>
                  <a:lnTo>
                    <a:pt x="3809" y="82550"/>
                  </a:lnTo>
                  <a:lnTo>
                    <a:pt x="3809" y="77469"/>
                  </a:lnTo>
                  <a:close/>
                </a:path>
                <a:path w="242570" h="110489">
                  <a:moveTo>
                    <a:pt x="3809" y="71119"/>
                  </a:moveTo>
                  <a:lnTo>
                    <a:pt x="0" y="71119"/>
                  </a:lnTo>
                  <a:lnTo>
                    <a:pt x="0" y="76200"/>
                  </a:lnTo>
                  <a:lnTo>
                    <a:pt x="3809" y="76200"/>
                  </a:lnTo>
                  <a:lnTo>
                    <a:pt x="3809" y="71119"/>
                  </a:lnTo>
                  <a:close/>
                </a:path>
                <a:path w="242570" h="110489">
                  <a:moveTo>
                    <a:pt x="3809" y="64769"/>
                  </a:moveTo>
                  <a:lnTo>
                    <a:pt x="0" y="64769"/>
                  </a:lnTo>
                  <a:lnTo>
                    <a:pt x="0" y="69850"/>
                  </a:lnTo>
                  <a:lnTo>
                    <a:pt x="3809" y="69850"/>
                  </a:lnTo>
                  <a:lnTo>
                    <a:pt x="3809" y="64769"/>
                  </a:lnTo>
                  <a:close/>
                </a:path>
                <a:path w="242570" h="110489">
                  <a:moveTo>
                    <a:pt x="3809" y="58419"/>
                  </a:moveTo>
                  <a:lnTo>
                    <a:pt x="0" y="58419"/>
                  </a:lnTo>
                  <a:lnTo>
                    <a:pt x="0" y="63500"/>
                  </a:lnTo>
                  <a:lnTo>
                    <a:pt x="3809" y="63500"/>
                  </a:lnTo>
                  <a:lnTo>
                    <a:pt x="3809" y="58419"/>
                  </a:lnTo>
                  <a:close/>
                </a:path>
                <a:path w="242570" h="110489">
                  <a:moveTo>
                    <a:pt x="3809" y="52069"/>
                  </a:moveTo>
                  <a:lnTo>
                    <a:pt x="0" y="52069"/>
                  </a:lnTo>
                  <a:lnTo>
                    <a:pt x="0" y="57150"/>
                  </a:lnTo>
                  <a:lnTo>
                    <a:pt x="3809" y="57150"/>
                  </a:lnTo>
                  <a:lnTo>
                    <a:pt x="3809" y="52069"/>
                  </a:lnTo>
                  <a:close/>
                </a:path>
                <a:path w="242570" h="110489">
                  <a:moveTo>
                    <a:pt x="3809" y="45719"/>
                  </a:moveTo>
                  <a:lnTo>
                    <a:pt x="0" y="45719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45719"/>
                  </a:lnTo>
                  <a:close/>
                </a:path>
                <a:path w="242570" h="110489">
                  <a:moveTo>
                    <a:pt x="3809" y="39369"/>
                  </a:moveTo>
                  <a:lnTo>
                    <a:pt x="0" y="39369"/>
                  </a:lnTo>
                  <a:lnTo>
                    <a:pt x="0" y="44450"/>
                  </a:lnTo>
                  <a:lnTo>
                    <a:pt x="3809" y="44450"/>
                  </a:lnTo>
                  <a:lnTo>
                    <a:pt x="3809" y="39369"/>
                  </a:lnTo>
                  <a:close/>
                </a:path>
                <a:path w="242570" h="110489">
                  <a:moveTo>
                    <a:pt x="3809" y="33019"/>
                  </a:moveTo>
                  <a:lnTo>
                    <a:pt x="0" y="33019"/>
                  </a:lnTo>
                  <a:lnTo>
                    <a:pt x="0" y="38100"/>
                  </a:lnTo>
                  <a:lnTo>
                    <a:pt x="3809" y="38100"/>
                  </a:lnTo>
                  <a:lnTo>
                    <a:pt x="3809" y="33019"/>
                  </a:lnTo>
                  <a:close/>
                </a:path>
                <a:path w="242570" h="110489">
                  <a:moveTo>
                    <a:pt x="3809" y="26669"/>
                  </a:moveTo>
                  <a:lnTo>
                    <a:pt x="0" y="26669"/>
                  </a:lnTo>
                  <a:lnTo>
                    <a:pt x="0" y="31750"/>
                  </a:lnTo>
                  <a:lnTo>
                    <a:pt x="3809" y="31750"/>
                  </a:lnTo>
                  <a:lnTo>
                    <a:pt x="3809" y="26669"/>
                  </a:lnTo>
                  <a:close/>
                </a:path>
                <a:path w="242570" h="110489">
                  <a:moveTo>
                    <a:pt x="3809" y="20319"/>
                  </a:moveTo>
                  <a:lnTo>
                    <a:pt x="0" y="20319"/>
                  </a:lnTo>
                  <a:lnTo>
                    <a:pt x="0" y="25400"/>
                  </a:lnTo>
                  <a:lnTo>
                    <a:pt x="3809" y="25400"/>
                  </a:lnTo>
                  <a:lnTo>
                    <a:pt x="3809" y="20319"/>
                  </a:lnTo>
                  <a:close/>
                </a:path>
                <a:path w="242570" h="110489">
                  <a:moveTo>
                    <a:pt x="3809" y="13969"/>
                  </a:moveTo>
                  <a:lnTo>
                    <a:pt x="0" y="13969"/>
                  </a:lnTo>
                  <a:lnTo>
                    <a:pt x="0" y="19050"/>
                  </a:lnTo>
                  <a:lnTo>
                    <a:pt x="3809" y="19050"/>
                  </a:lnTo>
                  <a:lnTo>
                    <a:pt x="3809" y="13969"/>
                  </a:lnTo>
                  <a:close/>
                </a:path>
                <a:path w="242570" h="110489">
                  <a:moveTo>
                    <a:pt x="3809" y="7619"/>
                  </a:moveTo>
                  <a:lnTo>
                    <a:pt x="0" y="7619"/>
                  </a:lnTo>
                  <a:lnTo>
                    <a:pt x="0" y="12700"/>
                  </a:lnTo>
                  <a:lnTo>
                    <a:pt x="3809" y="12700"/>
                  </a:lnTo>
                  <a:lnTo>
                    <a:pt x="3809" y="7619"/>
                  </a:lnTo>
                  <a:close/>
                </a:path>
                <a:path w="242570" h="110489">
                  <a:moveTo>
                    <a:pt x="3809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1270" y="1269"/>
                  </a:lnTo>
                  <a:lnTo>
                    <a:pt x="1270" y="2539"/>
                  </a:lnTo>
                  <a:lnTo>
                    <a:pt x="0" y="2539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E2D9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1" name="object 3591"/>
            <p:cNvSpPr/>
            <p:nvPr/>
          </p:nvSpPr>
          <p:spPr>
            <a:xfrm>
              <a:off x="7160260" y="2679700"/>
              <a:ext cx="246379" cy="109220"/>
            </a:xfrm>
            <a:custGeom>
              <a:avLst/>
              <a:gdLst/>
              <a:ahLst/>
              <a:cxnLst/>
              <a:rect l="l" t="t" r="r" b="b"/>
              <a:pathLst>
                <a:path w="246379" h="109219">
                  <a:moveTo>
                    <a:pt x="242570" y="106680"/>
                  </a:moveTo>
                  <a:lnTo>
                    <a:pt x="0" y="106680"/>
                  </a:lnTo>
                  <a:lnTo>
                    <a:pt x="0" y="109220"/>
                  </a:lnTo>
                  <a:lnTo>
                    <a:pt x="238760" y="109220"/>
                  </a:lnTo>
                  <a:lnTo>
                    <a:pt x="238760" y="107950"/>
                  </a:lnTo>
                  <a:lnTo>
                    <a:pt x="242570" y="107950"/>
                  </a:lnTo>
                  <a:lnTo>
                    <a:pt x="242570" y="106680"/>
                  </a:lnTo>
                  <a:close/>
                </a:path>
                <a:path w="246379" h="109219">
                  <a:moveTo>
                    <a:pt x="246380" y="105410"/>
                  </a:moveTo>
                  <a:lnTo>
                    <a:pt x="243840" y="105410"/>
                  </a:lnTo>
                  <a:lnTo>
                    <a:pt x="243840" y="106680"/>
                  </a:lnTo>
                  <a:lnTo>
                    <a:pt x="246380" y="106680"/>
                  </a:lnTo>
                  <a:lnTo>
                    <a:pt x="246380" y="105410"/>
                  </a:lnTo>
                  <a:close/>
                </a:path>
                <a:path w="246379" h="109219">
                  <a:moveTo>
                    <a:pt x="3810" y="104140"/>
                  </a:moveTo>
                  <a:lnTo>
                    <a:pt x="0" y="104140"/>
                  </a:lnTo>
                  <a:lnTo>
                    <a:pt x="0" y="105410"/>
                  </a:lnTo>
                  <a:lnTo>
                    <a:pt x="3810" y="105410"/>
                  </a:lnTo>
                  <a:lnTo>
                    <a:pt x="3810" y="104140"/>
                  </a:lnTo>
                  <a:close/>
                </a:path>
                <a:path w="246379" h="109219">
                  <a:moveTo>
                    <a:pt x="3810" y="100330"/>
                  </a:moveTo>
                  <a:lnTo>
                    <a:pt x="0" y="100330"/>
                  </a:lnTo>
                  <a:lnTo>
                    <a:pt x="0" y="102870"/>
                  </a:lnTo>
                  <a:lnTo>
                    <a:pt x="3810" y="102870"/>
                  </a:lnTo>
                  <a:lnTo>
                    <a:pt x="3810" y="100330"/>
                  </a:lnTo>
                  <a:close/>
                </a:path>
                <a:path w="246379" h="109219">
                  <a:moveTo>
                    <a:pt x="3810" y="97790"/>
                  </a:moveTo>
                  <a:lnTo>
                    <a:pt x="0" y="97790"/>
                  </a:lnTo>
                  <a:lnTo>
                    <a:pt x="0" y="99060"/>
                  </a:lnTo>
                  <a:lnTo>
                    <a:pt x="3810" y="99060"/>
                  </a:lnTo>
                  <a:lnTo>
                    <a:pt x="3810" y="97790"/>
                  </a:lnTo>
                  <a:close/>
                </a:path>
                <a:path w="246379" h="109219">
                  <a:moveTo>
                    <a:pt x="3810" y="93980"/>
                  </a:moveTo>
                  <a:lnTo>
                    <a:pt x="0" y="93980"/>
                  </a:lnTo>
                  <a:lnTo>
                    <a:pt x="0" y="96520"/>
                  </a:lnTo>
                  <a:lnTo>
                    <a:pt x="3810" y="96520"/>
                  </a:lnTo>
                  <a:lnTo>
                    <a:pt x="3810" y="93980"/>
                  </a:lnTo>
                  <a:close/>
                </a:path>
                <a:path w="246379" h="109219">
                  <a:moveTo>
                    <a:pt x="3810" y="91440"/>
                  </a:moveTo>
                  <a:lnTo>
                    <a:pt x="0" y="91440"/>
                  </a:lnTo>
                  <a:lnTo>
                    <a:pt x="0" y="92710"/>
                  </a:lnTo>
                  <a:lnTo>
                    <a:pt x="3810" y="92710"/>
                  </a:lnTo>
                  <a:lnTo>
                    <a:pt x="3810" y="91440"/>
                  </a:lnTo>
                  <a:close/>
                </a:path>
                <a:path w="246379" h="109219">
                  <a:moveTo>
                    <a:pt x="3810" y="87630"/>
                  </a:moveTo>
                  <a:lnTo>
                    <a:pt x="0" y="87630"/>
                  </a:lnTo>
                  <a:lnTo>
                    <a:pt x="0" y="90170"/>
                  </a:lnTo>
                  <a:lnTo>
                    <a:pt x="3810" y="90170"/>
                  </a:lnTo>
                  <a:lnTo>
                    <a:pt x="3810" y="87630"/>
                  </a:lnTo>
                  <a:close/>
                </a:path>
                <a:path w="246379" h="109219">
                  <a:moveTo>
                    <a:pt x="3810" y="85090"/>
                  </a:moveTo>
                  <a:lnTo>
                    <a:pt x="0" y="85090"/>
                  </a:lnTo>
                  <a:lnTo>
                    <a:pt x="0" y="86360"/>
                  </a:lnTo>
                  <a:lnTo>
                    <a:pt x="3810" y="86360"/>
                  </a:lnTo>
                  <a:lnTo>
                    <a:pt x="3810" y="85090"/>
                  </a:lnTo>
                  <a:close/>
                </a:path>
                <a:path w="246379" h="109219">
                  <a:moveTo>
                    <a:pt x="3810" y="81280"/>
                  </a:moveTo>
                  <a:lnTo>
                    <a:pt x="0" y="81280"/>
                  </a:lnTo>
                  <a:lnTo>
                    <a:pt x="0" y="83820"/>
                  </a:lnTo>
                  <a:lnTo>
                    <a:pt x="3810" y="83820"/>
                  </a:lnTo>
                  <a:lnTo>
                    <a:pt x="3810" y="81280"/>
                  </a:lnTo>
                  <a:close/>
                </a:path>
                <a:path w="246379" h="109219">
                  <a:moveTo>
                    <a:pt x="3810" y="78740"/>
                  </a:moveTo>
                  <a:lnTo>
                    <a:pt x="0" y="78740"/>
                  </a:lnTo>
                  <a:lnTo>
                    <a:pt x="0" y="80010"/>
                  </a:lnTo>
                  <a:lnTo>
                    <a:pt x="3810" y="80010"/>
                  </a:lnTo>
                  <a:lnTo>
                    <a:pt x="3810" y="78740"/>
                  </a:lnTo>
                  <a:close/>
                </a:path>
                <a:path w="246379" h="109219">
                  <a:moveTo>
                    <a:pt x="3810" y="74930"/>
                  </a:moveTo>
                  <a:lnTo>
                    <a:pt x="0" y="74930"/>
                  </a:lnTo>
                  <a:lnTo>
                    <a:pt x="0" y="77470"/>
                  </a:lnTo>
                  <a:lnTo>
                    <a:pt x="3810" y="77470"/>
                  </a:lnTo>
                  <a:lnTo>
                    <a:pt x="3810" y="74930"/>
                  </a:lnTo>
                  <a:close/>
                </a:path>
                <a:path w="246379" h="109219">
                  <a:moveTo>
                    <a:pt x="3810" y="72390"/>
                  </a:moveTo>
                  <a:lnTo>
                    <a:pt x="0" y="72390"/>
                  </a:lnTo>
                  <a:lnTo>
                    <a:pt x="0" y="73660"/>
                  </a:lnTo>
                  <a:lnTo>
                    <a:pt x="3810" y="73660"/>
                  </a:lnTo>
                  <a:lnTo>
                    <a:pt x="3810" y="72390"/>
                  </a:lnTo>
                  <a:close/>
                </a:path>
                <a:path w="246379" h="109219">
                  <a:moveTo>
                    <a:pt x="3810" y="68580"/>
                  </a:moveTo>
                  <a:lnTo>
                    <a:pt x="0" y="68580"/>
                  </a:lnTo>
                  <a:lnTo>
                    <a:pt x="0" y="71120"/>
                  </a:lnTo>
                  <a:lnTo>
                    <a:pt x="3810" y="71120"/>
                  </a:lnTo>
                  <a:lnTo>
                    <a:pt x="3810" y="68580"/>
                  </a:lnTo>
                  <a:close/>
                </a:path>
                <a:path w="246379" h="109219">
                  <a:moveTo>
                    <a:pt x="3810" y="66040"/>
                  </a:moveTo>
                  <a:lnTo>
                    <a:pt x="0" y="66040"/>
                  </a:lnTo>
                  <a:lnTo>
                    <a:pt x="0" y="67310"/>
                  </a:lnTo>
                  <a:lnTo>
                    <a:pt x="3810" y="67310"/>
                  </a:lnTo>
                  <a:lnTo>
                    <a:pt x="3810" y="66040"/>
                  </a:lnTo>
                  <a:close/>
                </a:path>
                <a:path w="246379" h="109219">
                  <a:moveTo>
                    <a:pt x="3810" y="62230"/>
                  </a:moveTo>
                  <a:lnTo>
                    <a:pt x="0" y="62230"/>
                  </a:lnTo>
                  <a:lnTo>
                    <a:pt x="0" y="64770"/>
                  </a:lnTo>
                  <a:lnTo>
                    <a:pt x="3810" y="64770"/>
                  </a:lnTo>
                  <a:lnTo>
                    <a:pt x="3810" y="62230"/>
                  </a:lnTo>
                  <a:close/>
                </a:path>
                <a:path w="246379" h="109219">
                  <a:moveTo>
                    <a:pt x="3810" y="59690"/>
                  </a:moveTo>
                  <a:lnTo>
                    <a:pt x="0" y="59690"/>
                  </a:lnTo>
                  <a:lnTo>
                    <a:pt x="0" y="60960"/>
                  </a:lnTo>
                  <a:lnTo>
                    <a:pt x="3810" y="60960"/>
                  </a:lnTo>
                  <a:lnTo>
                    <a:pt x="3810" y="59690"/>
                  </a:lnTo>
                  <a:close/>
                </a:path>
                <a:path w="246379" h="109219">
                  <a:moveTo>
                    <a:pt x="3810" y="55880"/>
                  </a:moveTo>
                  <a:lnTo>
                    <a:pt x="0" y="55880"/>
                  </a:lnTo>
                  <a:lnTo>
                    <a:pt x="0" y="58420"/>
                  </a:lnTo>
                  <a:lnTo>
                    <a:pt x="3810" y="58420"/>
                  </a:lnTo>
                  <a:lnTo>
                    <a:pt x="3810" y="55880"/>
                  </a:lnTo>
                  <a:close/>
                </a:path>
                <a:path w="246379" h="109219">
                  <a:moveTo>
                    <a:pt x="3810" y="53340"/>
                  </a:moveTo>
                  <a:lnTo>
                    <a:pt x="0" y="53340"/>
                  </a:lnTo>
                  <a:lnTo>
                    <a:pt x="0" y="54610"/>
                  </a:lnTo>
                  <a:lnTo>
                    <a:pt x="3810" y="54610"/>
                  </a:lnTo>
                  <a:lnTo>
                    <a:pt x="3810" y="53340"/>
                  </a:lnTo>
                  <a:close/>
                </a:path>
                <a:path w="246379" h="109219">
                  <a:moveTo>
                    <a:pt x="3810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3810" y="52070"/>
                  </a:lnTo>
                  <a:lnTo>
                    <a:pt x="3810" y="49530"/>
                  </a:lnTo>
                  <a:close/>
                </a:path>
                <a:path w="246379" h="109219">
                  <a:moveTo>
                    <a:pt x="3810" y="46990"/>
                  </a:moveTo>
                  <a:lnTo>
                    <a:pt x="0" y="46990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6990"/>
                  </a:lnTo>
                  <a:close/>
                </a:path>
                <a:path w="246379" h="109219">
                  <a:moveTo>
                    <a:pt x="3810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3810" y="45720"/>
                  </a:lnTo>
                  <a:lnTo>
                    <a:pt x="3810" y="43180"/>
                  </a:lnTo>
                  <a:close/>
                </a:path>
                <a:path w="246379" h="109219">
                  <a:moveTo>
                    <a:pt x="3810" y="40640"/>
                  </a:moveTo>
                  <a:lnTo>
                    <a:pt x="0" y="40640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40640"/>
                  </a:lnTo>
                  <a:close/>
                </a:path>
                <a:path w="246379" h="109219">
                  <a:moveTo>
                    <a:pt x="3810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3810" y="39370"/>
                  </a:lnTo>
                  <a:lnTo>
                    <a:pt x="3810" y="36830"/>
                  </a:lnTo>
                  <a:close/>
                </a:path>
                <a:path w="246379" h="109219">
                  <a:moveTo>
                    <a:pt x="3810" y="34290"/>
                  </a:moveTo>
                  <a:lnTo>
                    <a:pt x="0" y="34290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34290"/>
                  </a:lnTo>
                  <a:close/>
                </a:path>
                <a:path w="246379" h="109219">
                  <a:moveTo>
                    <a:pt x="3810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3810" y="33020"/>
                  </a:lnTo>
                  <a:lnTo>
                    <a:pt x="3810" y="30480"/>
                  </a:lnTo>
                  <a:close/>
                </a:path>
                <a:path w="246379" h="109219">
                  <a:moveTo>
                    <a:pt x="3810" y="27940"/>
                  </a:moveTo>
                  <a:lnTo>
                    <a:pt x="0" y="27940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7940"/>
                  </a:lnTo>
                  <a:close/>
                </a:path>
                <a:path w="246379" h="109219">
                  <a:moveTo>
                    <a:pt x="3810" y="24130"/>
                  </a:moveTo>
                  <a:lnTo>
                    <a:pt x="0" y="24130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24130"/>
                  </a:lnTo>
                  <a:close/>
                </a:path>
                <a:path w="246379" h="109219">
                  <a:moveTo>
                    <a:pt x="3810" y="21590"/>
                  </a:moveTo>
                  <a:lnTo>
                    <a:pt x="0" y="2159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21590"/>
                  </a:lnTo>
                  <a:close/>
                </a:path>
                <a:path w="246379" h="109219">
                  <a:moveTo>
                    <a:pt x="3810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3810" y="20320"/>
                  </a:lnTo>
                  <a:lnTo>
                    <a:pt x="3810" y="17780"/>
                  </a:lnTo>
                  <a:close/>
                </a:path>
                <a:path w="246379" h="109219">
                  <a:moveTo>
                    <a:pt x="3810" y="15240"/>
                  </a:moveTo>
                  <a:lnTo>
                    <a:pt x="0" y="1524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5240"/>
                  </a:lnTo>
                  <a:close/>
                </a:path>
                <a:path w="246379" h="109219">
                  <a:moveTo>
                    <a:pt x="3810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3810" y="13970"/>
                  </a:lnTo>
                  <a:lnTo>
                    <a:pt x="3810" y="11430"/>
                  </a:lnTo>
                  <a:close/>
                </a:path>
                <a:path w="246379" h="109219">
                  <a:moveTo>
                    <a:pt x="3810" y="8890"/>
                  </a:moveTo>
                  <a:lnTo>
                    <a:pt x="0" y="889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8890"/>
                  </a:lnTo>
                  <a:close/>
                </a:path>
                <a:path w="246379" h="109219">
                  <a:moveTo>
                    <a:pt x="3810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5080"/>
                  </a:lnTo>
                  <a:close/>
                </a:path>
                <a:path w="246379" h="109219">
                  <a:moveTo>
                    <a:pt x="1270" y="1270"/>
                  </a:moveTo>
                  <a:lnTo>
                    <a:pt x="0" y="127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2540"/>
                  </a:lnTo>
                  <a:lnTo>
                    <a:pt x="1270" y="2540"/>
                  </a:lnTo>
                  <a:lnTo>
                    <a:pt x="1270" y="1270"/>
                  </a:lnTo>
                  <a:close/>
                </a:path>
                <a:path w="246379" h="109219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E1D8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2" name="object 3592"/>
            <p:cNvSpPr/>
            <p:nvPr/>
          </p:nvSpPr>
          <p:spPr>
            <a:xfrm>
              <a:off x="7164070" y="2678430"/>
              <a:ext cx="242570" cy="106680"/>
            </a:xfrm>
            <a:custGeom>
              <a:avLst/>
              <a:gdLst/>
              <a:ahLst/>
              <a:cxnLst/>
              <a:rect l="l" t="t" r="r" b="b"/>
              <a:pathLst>
                <a:path w="242570" h="106680">
                  <a:moveTo>
                    <a:pt x="242570" y="105409"/>
                  </a:moveTo>
                  <a:lnTo>
                    <a:pt x="0" y="105409"/>
                  </a:lnTo>
                  <a:lnTo>
                    <a:pt x="0" y="106679"/>
                  </a:lnTo>
                  <a:lnTo>
                    <a:pt x="242570" y="106679"/>
                  </a:lnTo>
                  <a:lnTo>
                    <a:pt x="242570" y="105409"/>
                  </a:lnTo>
                  <a:close/>
                </a:path>
                <a:path w="242570" h="106680">
                  <a:moveTo>
                    <a:pt x="240029" y="104266"/>
                  </a:moveTo>
                  <a:lnTo>
                    <a:pt x="237489" y="104266"/>
                  </a:lnTo>
                  <a:lnTo>
                    <a:pt x="237489" y="105409"/>
                  </a:lnTo>
                  <a:lnTo>
                    <a:pt x="240029" y="105409"/>
                  </a:lnTo>
                  <a:lnTo>
                    <a:pt x="240029" y="104266"/>
                  </a:lnTo>
                  <a:close/>
                </a:path>
                <a:path w="242570" h="106680">
                  <a:moveTo>
                    <a:pt x="2539" y="101600"/>
                  </a:moveTo>
                  <a:lnTo>
                    <a:pt x="0" y="101600"/>
                  </a:lnTo>
                  <a:lnTo>
                    <a:pt x="0" y="104266"/>
                  </a:lnTo>
                  <a:lnTo>
                    <a:pt x="237489" y="104266"/>
                  </a:lnTo>
                  <a:lnTo>
                    <a:pt x="237489" y="102869"/>
                  </a:lnTo>
                  <a:lnTo>
                    <a:pt x="2539" y="102869"/>
                  </a:lnTo>
                  <a:lnTo>
                    <a:pt x="2539" y="101600"/>
                  </a:lnTo>
                  <a:close/>
                </a:path>
                <a:path w="242570" h="106680">
                  <a:moveTo>
                    <a:pt x="2539" y="99059"/>
                  </a:moveTo>
                  <a:lnTo>
                    <a:pt x="0" y="99059"/>
                  </a:lnTo>
                  <a:lnTo>
                    <a:pt x="0" y="100329"/>
                  </a:lnTo>
                  <a:lnTo>
                    <a:pt x="2539" y="100329"/>
                  </a:lnTo>
                  <a:lnTo>
                    <a:pt x="2539" y="99059"/>
                  </a:lnTo>
                  <a:close/>
                </a:path>
                <a:path w="242570" h="106680">
                  <a:moveTo>
                    <a:pt x="2539" y="95250"/>
                  </a:moveTo>
                  <a:lnTo>
                    <a:pt x="0" y="95250"/>
                  </a:lnTo>
                  <a:lnTo>
                    <a:pt x="0" y="97916"/>
                  </a:lnTo>
                  <a:lnTo>
                    <a:pt x="2539" y="97916"/>
                  </a:lnTo>
                  <a:lnTo>
                    <a:pt x="2539" y="95250"/>
                  </a:lnTo>
                  <a:close/>
                </a:path>
                <a:path w="242570" h="106680">
                  <a:moveTo>
                    <a:pt x="2539" y="92709"/>
                  </a:moveTo>
                  <a:lnTo>
                    <a:pt x="0" y="92709"/>
                  </a:lnTo>
                  <a:lnTo>
                    <a:pt x="0" y="93979"/>
                  </a:lnTo>
                  <a:lnTo>
                    <a:pt x="2539" y="93979"/>
                  </a:lnTo>
                  <a:lnTo>
                    <a:pt x="2539" y="92709"/>
                  </a:lnTo>
                  <a:close/>
                </a:path>
                <a:path w="242570" h="106680">
                  <a:moveTo>
                    <a:pt x="2539" y="88900"/>
                  </a:moveTo>
                  <a:lnTo>
                    <a:pt x="0" y="88900"/>
                  </a:lnTo>
                  <a:lnTo>
                    <a:pt x="0" y="91566"/>
                  </a:lnTo>
                  <a:lnTo>
                    <a:pt x="2539" y="91566"/>
                  </a:lnTo>
                  <a:lnTo>
                    <a:pt x="2539" y="88900"/>
                  </a:lnTo>
                  <a:close/>
                </a:path>
                <a:path w="242570" h="106680">
                  <a:moveTo>
                    <a:pt x="2539" y="86359"/>
                  </a:moveTo>
                  <a:lnTo>
                    <a:pt x="0" y="86359"/>
                  </a:lnTo>
                  <a:lnTo>
                    <a:pt x="0" y="87629"/>
                  </a:lnTo>
                  <a:lnTo>
                    <a:pt x="2539" y="87629"/>
                  </a:lnTo>
                  <a:lnTo>
                    <a:pt x="2539" y="86359"/>
                  </a:lnTo>
                  <a:close/>
                </a:path>
                <a:path w="242570" h="106680">
                  <a:moveTo>
                    <a:pt x="2539" y="82550"/>
                  </a:moveTo>
                  <a:lnTo>
                    <a:pt x="0" y="82550"/>
                  </a:lnTo>
                  <a:lnTo>
                    <a:pt x="0" y="85216"/>
                  </a:lnTo>
                  <a:lnTo>
                    <a:pt x="2539" y="85216"/>
                  </a:lnTo>
                  <a:lnTo>
                    <a:pt x="2539" y="82550"/>
                  </a:lnTo>
                  <a:close/>
                </a:path>
                <a:path w="242570" h="106680">
                  <a:moveTo>
                    <a:pt x="2539" y="80009"/>
                  </a:moveTo>
                  <a:lnTo>
                    <a:pt x="0" y="80009"/>
                  </a:lnTo>
                  <a:lnTo>
                    <a:pt x="0" y="81279"/>
                  </a:lnTo>
                  <a:lnTo>
                    <a:pt x="2539" y="81279"/>
                  </a:lnTo>
                  <a:lnTo>
                    <a:pt x="2539" y="80009"/>
                  </a:lnTo>
                  <a:close/>
                </a:path>
                <a:path w="242570" h="106680">
                  <a:moveTo>
                    <a:pt x="2539" y="76200"/>
                  </a:moveTo>
                  <a:lnTo>
                    <a:pt x="0" y="76200"/>
                  </a:lnTo>
                  <a:lnTo>
                    <a:pt x="0" y="78866"/>
                  </a:lnTo>
                  <a:lnTo>
                    <a:pt x="2539" y="78866"/>
                  </a:lnTo>
                  <a:lnTo>
                    <a:pt x="2539" y="76200"/>
                  </a:lnTo>
                  <a:close/>
                </a:path>
                <a:path w="242570" h="106680">
                  <a:moveTo>
                    <a:pt x="2539" y="73659"/>
                  </a:moveTo>
                  <a:lnTo>
                    <a:pt x="0" y="73659"/>
                  </a:lnTo>
                  <a:lnTo>
                    <a:pt x="0" y="74929"/>
                  </a:lnTo>
                  <a:lnTo>
                    <a:pt x="2539" y="74929"/>
                  </a:lnTo>
                  <a:lnTo>
                    <a:pt x="2539" y="73659"/>
                  </a:lnTo>
                  <a:close/>
                </a:path>
                <a:path w="242570" h="106680">
                  <a:moveTo>
                    <a:pt x="2539" y="69850"/>
                  </a:moveTo>
                  <a:lnTo>
                    <a:pt x="0" y="69850"/>
                  </a:lnTo>
                  <a:lnTo>
                    <a:pt x="0" y="72516"/>
                  </a:lnTo>
                  <a:lnTo>
                    <a:pt x="2539" y="72516"/>
                  </a:lnTo>
                  <a:lnTo>
                    <a:pt x="2539" y="69850"/>
                  </a:lnTo>
                  <a:close/>
                </a:path>
                <a:path w="242570" h="106680">
                  <a:moveTo>
                    <a:pt x="2539" y="67309"/>
                  </a:moveTo>
                  <a:lnTo>
                    <a:pt x="0" y="67309"/>
                  </a:lnTo>
                  <a:lnTo>
                    <a:pt x="0" y="68579"/>
                  </a:lnTo>
                  <a:lnTo>
                    <a:pt x="2539" y="68579"/>
                  </a:lnTo>
                  <a:lnTo>
                    <a:pt x="2539" y="67309"/>
                  </a:lnTo>
                  <a:close/>
                </a:path>
                <a:path w="242570" h="106680">
                  <a:moveTo>
                    <a:pt x="2539" y="63500"/>
                  </a:moveTo>
                  <a:lnTo>
                    <a:pt x="0" y="63500"/>
                  </a:lnTo>
                  <a:lnTo>
                    <a:pt x="0" y="66166"/>
                  </a:lnTo>
                  <a:lnTo>
                    <a:pt x="2539" y="66166"/>
                  </a:lnTo>
                  <a:lnTo>
                    <a:pt x="2539" y="63500"/>
                  </a:lnTo>
                  <a:close/>
                </a:path>
                <a:path w="242570" h="106680">
                  <a:moveTo>
                    <a:pt x="2539" y="60959"/>
                  </a:moveTo>
                  <a:lnTo>
                    <a:pt x="0" y="60959"/>
                  </a:lnTo>
                  <a:lnTo>
                    <a:pt x="0" y="62229"/>
                  </a:lnTo>
                  <a:lnTo>
                    <a:pt x="2539" y="62229"/>
                  </a:lnTo>
                  <a:lnTo>
                    <a:pt x="2539" y="60959"/>
                  </a:lnTo>
                  <a:close/>
                </a:path>
                <a:path w="242570" h="106680">
                  <a:moveTo>
                    <a:pt x="2539" y="57150"/>
                  </a:moveTo>
                  <a:lnTo>
                    <a:pt x="0" y="57150"/>
                  </a:lnTo>
                  <a:lnTo>
                    <a:pt x="0" y="59816"/>
                  </a:lnTo>
                  <a:lnTo>
                    <a:pt x="2539" y="59816"/>
                  </a:lnTo>
                  <a:lnTo>
                    <a:pt x="2539" y="57150"/>
                  </a:lnTo>
                  <a:close/>
                </a:path>
                <a:path w="242570" h="106680">
                  <a:moveTo>
                    <a:pt x="2539" y="54609"/>
                  </a:moveTo>
                  <a:lnTo>
                    <a:pt x="0" y="54609"/>
                  </a:lnTo>
                  <a:lnTo>
                    <a:pt x="0" y="55879"/>
                  </a:lnTo>
                  <a:lnTo>
                    <a:pt x="2539" y="55879"/>
                  </a:lnTo>
                  <a:lnTo>
                    <a:pt x="2539" y="54609"/>
                  </a:lnTo>
                  <a:close/>
                </a:path>
                <a:path w="242570" h="106680">
                  <a:moveTo>
                    <a:pt x="2539" y="50800"/>
                  </a:moveTo>
                  <a:lnTo>
                    <a:pt x="0" y="50800"/>
                  </a:lnTo>
                  <a:lnTo>
                    <a:pt x="0" y="53466"/>
                  </a:lnTo>
                  <a:lnTo>
                    <a:pt x="2539" y="53466"/>
                  </a:lnTo>
                  <a:lnTo>
                    <a:pt x="2539" y="50800"/>
                  </a:lnTo>
                  <a:close/>
                </a:path>
                <a:path w="242570" h="106680">
                  <a:moveTo>
                    <a:pt x="2539" y="48259"/>
                  </a:moveTo>
                  <a:lnTo>
                    <a:pt x="0" y="48259"/>
                  </a:lnTo>
                  <a:lnTo>
                    <a:pt x="0" y="49529"/>
                  </a:lnTo>
                  <a:lnTo>
                    <a:pt x="2539" y="49529"/>
                  </a:lnTo>
                  <a:lnTo>
                    <a:pt x="2539" y="48259"/>
                  </a:lnTo>
                  <a:close/>
                </a:path>
                <a:path w="242570" h="106680">
                  <a:moveTo>
                    <a:pt x="2539" y="44450"/>
                  </a:moveTo>
                  <a:lnTo>
                    <a:pt x="0" y="44450"/>
                  </a:lnTo>
                  <a:lnTo>
                    <a:pt x="0" y="47116"/>
                  </a:lnTo>
                  <a:lnTo>
                    <a:pt x="2539" y="47116"/>
                  </a:lnTo>
                  <a:lnTo>
                    <a:pt x="2539" y="44450"/>
                  </a:lnTo>
                  <a:close/>
                </a:path>
                <a:path w="242570" h="106680">
                  <a:moveTo>
                    <a:pt x="2539" y="41909"/>
                  </a:moveTo>
                  <a:lnTo>
                    <a:pt x="0" y="41909"/>
                  </a:lnTo>
                  <a:lnTo>
                    <a:pt x="0" y="43179"/>
                  </a:lnTo>
                  <a:lnTo>
                    <a:pt x="2539" y="43179"/>
                  </a:lnTo>
                  <a:lnTo>
                    <a:pt x="2539" y="41909"/>
                  </a:lnTo>
                  <a:close/>
                </a:path>
                <a:path w="242570" h="106680">
                  <a:moveTo>
                    <a:pt x="2539" y="38100"/>
                  </a:moveTo>
                  <a:lnTo>
                    <a:pt x="0" y="38100"/>
                  </a:lnTo>
                  <a:lnTo>
                    <a:pt x="0" y="40766"/>
                  </a:lnTo>
                  <a:lnTo>
                    <a:pt x="2539" y="40766"/>
                  </a:lnTo>
                  <a:lnTo>
                    <a:pt x="2539" y="38100"/>
                  </a:lnTo>
                  <a:close/>
                </a:path>
                <a:path w="242570" h="106680">
                  <a:moveTo>
                    <a:pt x="2539" y="35559"/>
                  </a:moveTo>
                  <a:lnTo>
                    <a:pt x="0" y="35559"/>
                  </a:lnTo>
                  <a:lnTo>
                    <a:pt x="0" y="36829"/>
                  </a:lnTo>
                  <a:lnTo>
                    <a:pt x="2539" y="36829"/>
                  </a:lnTo>
                  <a:lnTo>
                    <a:pt x="2539" y="35559"/>
                  </a:lnTo>
                  <a:close/>
                </a:path>
                <a:path w="242570" h="106680">
                  <a:moveTo>
                    <a:pt x="2539" y="31750"/>
                  </a:moveTo>
                  <a:lnTo>
                    <a:pt x="0" y="31750"/>
                  </a:lnTo>
                  <a:lnTo>
                    <a:pt x="0" y="34416"/>
                  </a:lnTo>
                  <a:lnTo>
                    <a:pt x="2539" y="34416"/>
                  </a:lnTo>
                  <a:lnTo>
                    <a:pt x="2539" y="31750"/>
                  </a:lnTo>
                  <a:close/>
                </a:path>
                <a:path w="242570" h="106680">
                  <a:moveTo>
                    <a:pt x="2539" y="29209"/>
                  </a:moveTo>
                  <a:lnTo>
                    <a:pt x="0" y="29209"/>
                  </a:lnTo>
                  <a:lnTo>
                    <a:pt x="0" y="30479"/>
                  </a:lnTo>
                  <a:lnTo>
                    <a:pt x="2539" y="30479"/>
                  </a:lnTo>
                  <a:lnTo>
                    <a:pt x="2539" y="29209"/>
                  </a:lnTo>
                  <a:close/>
                </a:path>
                <a:path w="242570" h="106680">
                  <a:moveTo>
                    <a:pt x="2539" y="25400"/>
                  </a:moveTo>
                  <a:lnTo>
                    <a:pt x="0" y="25400"/>
                  </a:lnTo>
                  <a:lnTo>
                    <a:pt x="0" y="28066"/>
                  </a:lnTo>
                  <a:lnTo>
                    <a:pt x="2539" y="28066"/>
                  </a:lnTo>
                  <a:lnTo>
                    <a:pt x="2539" y="25400"/>
                  </a:lnTo>
                  <a:close/>
                </a:path>
                <a:path w="242570" h="106680">
                  <a:moveTo>
                    <a:pt x="2539" y="22859"/>
                  </a:moveTo>
                  <a:lnTo>
                    <a:pt x="0" y="22859"/>
                  </a:lnTo>
                  <a:lnTo>
                    <a:pt x="0" y="24129"/>
                  </a:lnTo>
                  <a:lnTo>
                    <a:pt x="2539" y="24129"/>
                  </a:lnTo>
                  <a:lnTo>
                    <a:pt x="2539" y="22859"/>
                  </a:lnTo>
                  <a:close/>
                </a:path>
                <a:path w="242570" h="106680">
                  <a:moveTo>
                    <a:pt x="2539" y="19050"/>
                  </a:moveTo>
                  <a:lnTo>
                    <a:pt x="0" y="19050"/>
                  </a:lnTo>
                  <a:lnTo>
                    <a:pt x="0" y="21716"/>
                  </a:lnTo>
                  <a:lnTo>
                    <a:pt x="2539" y="21716"/>
                  </a:lnTo>
                  <a:lnTo>
                    <a:pt x="2539" y="19050"/>
                  </a:lnTo>
                  <a:close/>
                </a:path>
                <a:path w="242570" h="106680">
                  <a:moveTo>
                    <a:pt x="2539" y="16509"/>
                  </a:moveTo>
                  <a:lnTo>
                    <a:pt x="0" y="16509"/>
                  </a:lnTo>
                  <a:lnTo>
                    <a:pt x="0" y="17779"/>
                  </a:lnTo>
                  <a:lnTo>
                    <a:pt x="2539" y="17779"/>
                  </a:lnTo>
                  <a:lnTo>
                    <a:pt x="2539" y="16509"/>
                  </a:lnTo>
                  <a:close/>
                </a:path>
                <a:path w="242570" h="106680">
                  <a:moveTo>
                    <a:pt x="2539" y="12700"/>
                  </a:moveTo>
                  <a:lnTo>
                    <a:pt x="0" y="12700"/>
                  </a:lnTo>
                  <a:lnTo>
                    <a:pt x="0" y="15366"/>
                  </a:lnTo>
                  <a:lnTo>
                    <a:pt x="2539" y="15366"/>
                  </a:lnTo>
                  <a:lnTo>
                    <a:pt x="2539" y="12700"/>
                  </a:lnTo>
                  <a:close/>
                </a:path>
                <a:path w="242570" h="106680">
                  <a:moveTo>
                    <a:pt x="2539" y="10159"/>
                  </a:moveTo>
                  <a:lnTo>
                    <a:pt x="0" y="10159"/>
                  </a:lnTo>
                  <a:lnTo>
                    <a:pt x="0" y="11429"/>
                  </a:lnTo>
                  <a:lnTo>
                    <a:pt x="2539" y="11429"/>
                  </a:lnTo>
                  <a:lnTo>
                    <a:pt x="2539" y="10159"/>
                  </a:lnTo>
                  <a:close/>
                </a:path>
                <a:path w="242570" h="106680">
                  <a:moveTo>
                    <a:pt x="2539" y="6350"/>
                  </a:moveTo>
                  <a:lnTo>
                    <a:pt x="0" y="6350"/>
                  </a:lnTo>
                  <a:lnTo>
                    <a:pt x="0" y="9016"/>
                  </a:lnTo>
                  <a:lnTo>
                    <a:pt x="2539" y="9016"/>
                  </a:lnTo>
                  <a:lnTo>
                    <a:pt x="2539" y="6350"/>
                  </a:lnTo>
                  <a:close/>
                </a:path>
                <a:path w="242570" h="106680">
                  <a:moveTo>
                    <a:pt x="2539" y="3809"/>
                  </a:moveTo>
                  <a:lnTo>
                    <a:pt x="0" y="3809"/>
                  </a:lnTo>
                  <a:lnTo>
                    <a:pt x="0" y="5079"/>
                  </a:lnTo>
                  <a:lnTo>
                    <a:pt x="2539" y="5079"/>
                  </a:lnTo>
                  <a:lnTo>
                    <a:pt x="2539" y="3809"/>
                  </a:lnTo>
                  <a:close/>
                </a:path>
                <a:path w="242570" h="106680">
                  <a:moveTo>
                    <a:pt x="2539" y="0"/>
                  </a:moveTo>
                  <a:lnTo>
                    <a:pt x="0" y="0"/>
                  </a:lnTo>
                  <a:lnTo>
                    <a:pt x="0" y="2666"/>
                  </a:lnTo>
                  <a:lnTo>
                    <a:pt x="2539" y="2666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E0D7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3" name="object 3593"/>
            <p:cNvSpPr/>
            <p:nvPr/>
          </p:nvSpPr>
          <p:spPr>
            <a:xfrm>
              <a:off x="7166610" y="2675890"/>
              <a:ext cx="233679" cy="105410"/>
            </a:xfrm>
            <a:custGeom>
              <a:avLst/>
              <a:gdLst/>
              <a:ahLst/>
              <a:cxnLst/>
              <a:rect l="l" t="t" r="r" b="b"/>
              <a:pathLst>
                <a:path w="233679" h="105410">
                  <a:moveTo>
                    <a:pt x="233680" y="104139"/>
                  </a:moveTo>
                  <a:lnTo>
                    <a:pt x="0" y="104139"/>
                  </a:lnTo>
                  <a:lnTo>
                    <a:pt x="0" y="105410"/>
                  </a:lnTo>
                  <a:lnTo>
                    <a:pt x="233680" y="105410"/>
                  </a:lnTo>
                  <a:lnTo>
                    <a:pt x="233680" y="104139"/>
                  </a:lnTo>
                  <a:close/>
                </a:path>
                <a:path w="233679" h="105410">
                  <a:moveTo>
                    <a:pt x="231140" y="102997"/>
                  </a:moveTo>
                  <a:lnTo>
                    <a:pt x="228600" y="102997"/>
                  </a:lnTo>
                  <a:lnTo>
                    <a:pt x="228600" y="104139"/>
                  </a:lnTo>
                  <a:lnTo>
                    <a:pt x="231140" y="104139"/>
                  </a:lnTo>
                  <a:lnTo>
                    <a:pt x="231140" y="102997"/>
                  </a:lnTo>
                  <a:close/>
                </a:path>
                <a:path w="233679" h="105410">
                  <a:moveTo>
                    <a:pt x="228600" y="101600"/>
                  </a:moveTo>
                  <a:lnTo>
                    <a:pt x="0" y="101600"/>
                  </a:lnTo>
                  <a:lnTo>
                    <a:pt x="0" y="102997"/>
                  </a:lnTo>
                  <a:lnTo>
                    <a:pt x="228600" y="102997"/>
                  </a:lnTo>
                  <a:lnTo>
                    <a:pt x="228600" y="101600"/>
                  </a:lnTo>
                  <a:close/>
                </a:path>
                <a:path w="233679" h="105410">
                  <a:moveTo>
                    <a:pt x="3810" y="97789"/>
                  </a:moveTo>
                  <a:lnTo>
                    <a:pt x="0" y="97789"/>
                  </a:lnTo>
                  <a:lnTo>
                    <a:pt x="0" y="100457"/>
                  </a:lnTo>
                  <a:lnTo>
                    <a:pt x="3810" y="100457"/>
                  </a:lnTo>
                  <a:lnTo>
                    <a:pt x="3810" y="97789"/>
                  </a:lnTo>
                  <a:close/>
                </a:path>
                <a:path w="233679" h="105410">
                  <a:moveTo>
                    <a:pt x="3810" y="95250"/>
                  </a:moveTo>
                  <a:lnTo>
                    <a:pt x="0" y="95250"/>
                  </a:lnTo>
                  <a:lnTo>
                    <a:pt x="0" y="96647"/>
                  </a:lnTo>
                  <a:lnTo>
                    <a:pt x="3810" y="96647"/>
                  </a:lnTo>
                  <a:lnTo>
                    <a:pt x="3810" y="95250"/>
                  </a:lnTo>
                  <a:close/>
                </a:path>
                <a:path w="233679" h="105410">
                  <a:moveTo>
                    <a:pt x="3810" y="91439"/>
                  </a:moveTo>
                  <a:lnTo>
                    <a:pt x="0" y="91439"/>
                  </a:lnTo>
                  <a:lnTo>
                    <a:pt x="0" y="94107"/>
                  </a:lnTo>
                  <a:lnTo>
                    <a:pt x="3810" y="94107"/>
                  </a:lnTo>
                  <a:lnTo>
                    <a:pt x="3810" y="91439"/>
                  </a:lnTo>
                  <a:close/>
                </a:path>
                <a:path w="233679" h="105410">
                  <a:moveTo>
                    <a:pt x="3810" y="88900"/>
                  </a:moveTo>
                  <a:lnTo>
                    <a:pt x="0" y="88900"/>
                  </a:lnTo>
                  <a:lnTo>
                    <a:pt x="0" y="90297"/>
                  </a:lnTo>
                  <a:lnTo>
                    <a:pt x="3810" y="90297"/>
                  </a:lnTo>
                  <a:lnTo>
                    <a:pt x="3810" y="88900"/>
                  </a:lnTo>
                  <a:close/>
                </a:path>
                <a:path w="233679" h="105410">
                  <a:moveTo>
                    <a:pt x="3810" y="85089"/>
                  </a:moveTo>
                  <a:lnTo>
                    <a:pt x="0" y="85089"/>
                  </a:lnTo>
                  <a:lnTo>
                    <a:pt x="0" y="87757"/>
                  </a:lnTo>
                  <a:lnTo>
                    <a:pt x="3810" y="87757"/>
                  </a:lnTo>
                  <a:lnTo>
                    <a:pt x="3810" y="85089"/>
                  </a:lnTo>
                  <a:close/>
                </a:path>
                <a:path w="233679" h="105410">
                  <a:moveTo>
                    <a:pt x="3810" y="82550"/>
                  </a:moveTo>
                  <a:lnTo>
                    <a:pt x="0" y="82550"/>
                  </a:lnTo>
                  <a:lnTo>
                    <a:pt x="0" y="83947"/>
                  </a:lnTo>
                  <a:lnTo>
                    <a:pt x="3810" y="83947"/>
                  </a:lnTo>
                  <a:lnTo>
                    <a:pt x="3810" y="82550"/>
                  </a:lnTo>
                  <a:close/>
                </a:path>
                <a:path w="233679" h="105410">
                  <a:moveTo>
                    <a:pt x="3810" y="78739"/>
                  </a:moveTo>
                  <a:lnTo>
                    <a:pt x="0" y="78739"/>
                  </a:lnTo>
                  <a:lnTo>
                    <a:pt x="0" y="81407"/>
                  </a:lnTo>
                  <a:lnTo>
                    <a:pt x="3810" y="81407"/>
                  </a:lnTo>
                  <a:lnTo>
                    <a:pt x="3810" y="78739"/>
                  </a:lnTo>
                  <a:close/>
                </a:path>
                <a:path w="233679" h="105410">
                  <a:moveTo>
                    <a:pt x="3810" y="76200"/>
                  </a:moveTo>
                  <a:lnTo>
                    <a:pt x="0" y="76200"/>
                  </a:lnTo>
                  <a:lnTo>
                    <a:pt x="0" y="77597"/>
                  </a:lnTo>
                  <a:lnTo>
                    <a:pt x="3810" y="77597"/>
                  </a:lnTo>
                  <a:lnTo>
                    <a:pt x="3810" y="76200"/>
                  </a:lnTo>
                  <a:close/>
                </a:path>
                <a:path w="233679" h="105410">
                  <a:moveTo>
                    <a:pt x="3810" y="72389"/>
                  </a:moveTo>
                  <a:lnTo>
                    <a:pt x="0" y="72389"/>
                  </a:lnTo>
                  <a:lnTo>
                    <a:pt x="0" y="75057"/>
                  </a:lnTo>
                  <a:lnTo>
                    <a:pt x="3810" y="75057"/>
                  </a:lnTo>
                  <a:lnTo>
                    <a:pt x="3810" y="72389"/>
                  </a:lnTo>
                  <a:close/>
                </a:path>
                <a:path w="233679" h="105410">
                  <a:moveTo>
                    <a:pt x="3810" y="69850"/>
                  </a:moveTo>
                  <a:lnTo>
                    <a:pt x="0" y="69850"/>
                  </a:lnTo>
                  <a:lnTo>
                    <a:pt x="0" y="71247"/>
                  </a:lnTo>
                  <a:lnTo>
                    <a:pt x="3810" y="71247"/>
                  </a:lnTo>
                  <a:lnTo>
                    <a:pt x="3810" y="69850"/>
                  </a:lnTo>
                  <a:close/>
                </a:path>
                <a:path w="233679" h="105410">
                  <a:moveTo>
                    <a:pt x="3810" y="66039"/>
                  </a:moveTo>
                  <a:lnTo>
                    <a:pt x="0" y="66039"/>
                  </a:lnTo>
                  <a:lnTo>
                    <a:pt x="0" y="68707"/>
                  </a:lnTo>
                  <a:lnTo>
                    <a:pt x="3810" y="68707"/>
                  </a:lnTo>
                  <a:lnTo>
                    <a:pt x="3810" y="66039"/>
                  </a:lnTo>
                  <a:close/>
                </a:path>
                <a:path w="233679" h="105410">
                  <a:moveTo>
                    <a:pt x="3810" y="63500"/>
                  </a:moveTo>
                  <a:lnTo>
                    <a:pt x="0" y="63500"/>
                  </a:lnTo>
                  <a:lnTo>
                    <a:pt x="0" y="64897"/>
                  </a:lnTo>
                  <a:lnTo>
                    <a:pt x="3810" y="64897"/>
                  </a:lnTo>
                  <a:lnTo>
                    <a:pt x="3810" y="63500"/>
                  </a:lnTo>
                  <a:close/>
                </a:path>
                <a:path w="233679" h="105410">
                  <a:moveTo>
                    <a:pt x="3810" y="59689"/>
                  </a:moveTo>
                  <a:lnTo>
                    <a:pt x="0" y="59689"/>
                  </a:lnTo>
                  <a:lnTo>
                    <a:pt x="0" y="62357"/>
                  </a:lnTo>
                  <a:lnTo>
                    <a:pt x="3810" y="62357"/>
                  </a:lnTo>
                  <a:lnTo>
                    <a:pt x="3810" y="59689"/>
                  </a:lnTo>
                  <a:close/>
                </a:path>
                <a:path w="233679" h="105410">
                  <a:moveTo>
                    <a:pt x="3810" y="57150"/>
                  </a:moveTo>
                  <a:lnTo>
                    <a:pt x="0" y="57150"/>
                  </a:lnTo>
                  <a:lnTo>
                    <a:pt x="0" y="58547"/>
                  </a:lnTo>
                  <a:lnTo>
                    <a:pt x="3810" y="58547"/>
                  </a:lnTo>
                  <a:lnTo>
                    <a:pt x="3810" y="57150"/>
                  </a:lnTo>
                  <a:close/>
                </a:path>
                <a:path w="233679" h="105410">
                  <a:moveTo>
                    <a:pt x="3810" y="53339"/>
                  </a:moveTo>
                  <a:lnTo>
                    <a:pt x="0" y="53339"/>
                  </a:lnTo>
                  <a:lnTo>
                    <a:pt x="0" y="56007"/>
                  </a:lnTo>
                  <a:lnTo>
                    <a:pt x="3810" y="56007"/>
                  </a:lnTo>
                  <a:lnTo>
                    <a:pt x="3810" y="53339"/>
                  </a:lnTo>
                  <a:close/>
                </a:path>
                <a:path w="233679" h="105410">
                  <a:moveTo>
                    <a:pt x="3810" y="50800"/>
                  </a:moveTo>
                  <a:lnTo>
                    <a:pt x="0" y="50800"/>
                  </a:lnTo>
                  <a:lnTo>
                    <a:pt x="0" y="52197"/>
                  </a:lnTo>
                  <a:lnTo>
                    <a:pt x="3810" y="52197"/>
                  </a:lnTo>
                  <a:lnTo>
                    <a:pt x="3810" y="50800"/>
                  </a:lnTo>
                  <a:close/>
                </a:path>
                <a:path w="233679" h="105410">
                  <a:moveTo>
                    <a:pt x="3810" y="46989"/>
                  </a:moveTo>
                  <a:lnTo>
                    <a:pt x="0" y="46989"/>
                  </a:lnTo>
                  <a:lnTo>
                    <a:pt x="0" y="49657"/>
                  </a:lnTo>
                  <a:lnTo>
                    <a:pt x="3810" y="49657"/>
                  </a:lnTo>
                  <a:lnTo>
                    <a:pt x="3810" y="46989"/>
                  </a:lnTo>
                  <a:close/>
                </a:path>
                <a:path w="233679" h="105410">
                  <a:moveTo>
                    <a:pt x="3810" y="44450"/>
                  </a:moveTo>
                  <a:lnTo>
                    <a:pt x="0" y="44450"/>
                  </a:lnTo>
                  <a:lnTo>
                    <a:pt x="0" y="45847"/>
                  </a:lnTo>
                  <a:lnTo>
                    <a:pt x="3810" y="45847"/>
                  </a:lnTo>
                  <a:lnTo>
                    <a:pt x="3810" y="44450"/>
                  </a:lnTo>
                  <a:close/>
                </a:path>
                <a:path w="233679" h="105410">
                  <a:moveTo>
                    <a:pt x="3810" y="40639"/>
                  </a:moveTo>
                  <a:lnTo>
                    <a:pt x="0" y="40639"/>
                  </a:lnTo>
                  <a:lnTo>
                    <a:pt x="0" y="43307"/>
                  </a:lnTo>
                  <a:lnTo>
                    <a:pt x="3810" y="43307"/>
                  </a:lnTo>
                  <a:lnTo>
                    <a:pt x="3810" y="40639"/>
                  </a:lnTo>
                  <a:close/>
                </a:path>
                <a:path w="233679" h="105410">
                  <a:moveTo>
                    <a:pt x="3810" y="38100"/>
                  </a:moveTo>
                  <a:lnTo>
                    <a:pt x="0" y="38100"/>
                  </a:lnTo>
                  <a:lnTo>
                    <a:pt x="0" y="39497"/>
                  </a:lnTo>
                  <a:lnTo>
                    <a:pt x="3810" y="39497"/>
                  </a:lnTo>
                  <a:lnTo>
                    <a:pt x="3810" y="38100"/>
                  </a:lnTo>
                  <a:close/>
                </a:path>
                <a:path w="233679" h="105410">
                  <a:moveTo>
                    <a:pt x="3810" y="34289"/>
                  </a:moveTo>
                  <a:lnTo>
                    <a:pt x="0" y="34289"/>
                  </a:lnTo>
                  <a:lnTo>
                    <a:pt x="0" y="36957"/>
                  </a:lnTo>
                  <a:lnTo>
                    <a:pt x="3810" y="36957"/>
                  </a:lnTo>
                  <a:lnTo>
                    <a:pt x="3810" y="34289"/>
                  </a:lnTo>
                  <a:close/>
                </a:path>
                <a:path w="233679" h="105410">
                  <a:moveTo>
                    <a:pt x="3810" y="31750"/>
                  </a:moveTo>
                  <a:lnTo>
                    <a:pt x="0" y="31750"/>
                  </a:lnTo>
                  <a:lnTo>
                    <a:pt x="0" y="33147"/>
                  </a:lnTo>
                  <a:lnTo>
                    <a:pt x="3810" y="33147"/>
                  </a:lnTo>
                  <a:lnTo>
                    <a:pt x="3810" y="31750"/>
                  </a:lnTo>
                  <a:close/>
                </a:path>
                <a:path w="233679" h="105410">
                  <a:moveTo>
                    <a:pt x="3810" y="27939"/>
                  </a:moveTo>
                  <a:lnTo>
                    <a:pt x="0" y="27939"/>
                  </a:lnTo>
                  <a:lnTo>
                    <a:pt x="0" y="30607"/>
                  </a:lnTo>
                  <a:lnTo>
                    <a:pt x="3810" y="30607"/>
                  </a:lnTo>
                  <a:lnTo>
                    <a:pt x="3810" y="27939"/>
                  </a:lnTo>
                  <a:close/>
                </a:path>
                <a:path w="233679" h="105410">
                  <a:moveTo>
                    <a:pt x="3810" y="25400"/>
                  </a:moveTo>
                  <a:lnTo>
                    <a:pt x="0" y="25400"/>
                  </a:lnTo>
                  <a:lnTo>
                    <a:pt x="0" y="26797"/>
                  </a:lnTo>
                  <a:lnTo>
                    <a:pt x="3810" y="26797"/>
                  </a:lnTo>
                  <a:lnTo>
                    <a:pt x="3810" y="25400"/>
                  </a:lnTo>
                  <a:close/>
                </a:path>
                <a:path w="233679" h="105410">
                  <a:moveTo>
                    <a:pt x="3810" y="21589"/>
                  </a:moveTo>
                  <a:lnTo>
                    <a:pt x="0" y="21589"/>
                  </a:lnTo>
                  <a:lnTo>
                    <a:pt x="0" y="24257"/>
                  </a:lnTo>
                  <a:lnTo>
                    <a:pt x="3810" y="24257"/>
                  </a:lnTo>
                  <a:lnTo>
                    <a:pt x="3810" y="21589"/>
                  </a:lnTo>
                  <a:close/>
                </a:path>
                <a:path w="233679" h="105410">
                  <a:moveTo>
                    <a:pt x="3810" y="19050"/>
                  </a:moveTo>
                  <a:lnTo>
                    <a:pt x="0" y="19050"/>
                  </a:lnTo>
                  <a:lnTo>
                    <a:pt x="0" y="20447"/>
                  </a:lnTo>
                  <a:lnTo>
                    <a:pt x="3810" y="20447"/>
                  </a:lnTo>
                  <a:lnTo>
                    <a:pt x="3810" y="19050"/>
                  </a:lnTo>
                  <a:close/>
                </a:path>
                <a:path w="233679" h="105410">
                  <a:moveTo>
                    <a:pt x="3810" y="15239"/>
                  </a:moveTo>
                  <a:lnTo>
                    <a:pt x="0" y="15239"/>
                  </a:lnTo>
                  <a:lnTo>
                    <a:pt x="0" y="17907"/>
                  </a:lnTo>
                  <a:lnTo>
                    <a:pt x="3810" y="17907"/>
                  </a:lnTo>
                  <a:lnTo>
                    <a:pt x="3810" y="15239"/>
                  </a:lnTo>
                  <a:close/>
                </a:path>
                <a:path w="233679" h="105410">
                  <a:moveTo>
                    <a:pt x="3810" y="12700"/>
                  </a:moveTo>
                  <a:lnTo>
                    <a:pt x="0" y="12700"/>
                  </a:lnTo>
                  <a:lnTo>
                    <a:pt x="0" y="14097"/>
                  </a:lnTo>
                  <a:lnTo>
                    <a:pt x="3810" y="14097"/>
                  </a:lnTo>
                  <a:lnTo>
                    <a:pt x="3810" y="12700"/>
                  </a:lnTo>
                  <a:close/>
                </a:path>
                <a:path w="233679" h="105410">
                  <a:moveTo>
                    <a:pt x="3810" y="8889"/>
                  </a:moveTo>
                  <a:lnTo>
                    <a:pt x="0" y="8889"/>
                  </a:lnTo>
                  <a:lnTo>
                    <a:pt x="0" y="11557"/>
                  </a:lnTo>
                  <a:lnTo>
                    <a:pt x="3810" y="11557"/>
                  </a:lnTo>
                  <a:lnTo>
                    <a:pt x="3810" y="8889"/>
                  </a:lnTo>
                  <a:close/>
                </a:path>
                <a:path w="233679" h="105410">
                  <a:moveTo>
                    <a:pt x="3810" y="6350"/>
                  </a:moveTo>
                  <a:lnTo>
                    <a:pt x="0" y="6350"/>
                  </a:lnTo>
                  <a:lnTo>
                    <a:pt x="0" y="7747"/>
                  </a:lnTo>
                  <a:lnTo>
                    <a:pt x="3810" y="7747"/>
                  </a:lnTo>
                  <a:lnTo>
                    <a:pt x="3810" y="6350"/>
                  </a:lnTo>
                  <a:close/>
                </a:path>
                <a:path w="233679" h="105410">
                  <a:moveTo>
                    <a:pt x="1270" y="1397"/>
                  </a:moveTo>
                  <a:lnTo>
                    <a:pt x="0" y="1397"/>
                  </a:lnTo>
                  <a:lnTo>
                    <a:pt x="0" y="5207"/>
                  </a:lnTo>
                  <a:lnTo>
                    <a:pt x="3810" y="5207"/>
                  </a:lnTo>
                  <a:lnTo>
                    <a:pt x="3810" y="2539"/>
                  </a:lnTo>
                  <a:lnTo>
                    <a:pt x="1270" y="2539"/>
                  </a:lnTo>
                  <a:lnTo>
                    <a:pt x="1270" y="1397"/>
                  </a:lnTo>
                  <a:close/>
                </a:path>
                <a:path w="233679" h="105410">
                  <a:moveTo>
                    <a:pt x="3810" y="0"/>
                  </a:moveTo>
                  <a:lnTo>
                    <a:pt x="1270" y="0"/>
                  </a:lnTo>
                  <a:lnTo>
                    <a:pt x="1270" y="1397"/>
                  </a:lnTo>
                  <a:lnTo>
                    <a:pt x="3810" y="139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DFD5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4" name="object 3594"/>
            <p:cNvSpPr/>
            <p:nvPr/>
          </p:nvSpPr>
          <p:spPr>
            <a:xfrm>
              <a:off x="7170420" y="2673477"/>
              <a:ext cx="222250" cy="104139"/>
            </a:xfrm>
            <a:custGeom>
              <a:avLst/>
              <a:gdLst/>
              <a:ahLst/>
              <a:cxnLst/>
              <a:rect l="l" t="t" r="r" b="b"/>
              <a:pathLst>
                <a:path w="222250" h="104139">
                  <a:moveTo>
                    <a:pt x="222250" y="102870"/>
                  </a:moveTo>
                  <a:lnTo>
                    <a:pt x="220979" y="102870"/>
                  </a:lnTo>
                  <a:lnTo>
                    <a:pt x="220979" y="104012"/>
                  </a:lnTo>
                  <a:lnTo>
                    <a:pt x="222250" y="104012"/>
                  </a:lnTo>
                  <a:lnTo>
                    <a:pt x="222250" y="102870"/>
                  </a:lnTo>
                  <a:close/>
                </a:path>
                <a:path w="222250" h="104139">
                  <a:moveTo>
                    <a:pt x="218439" y="100202"/>
                  </a:moveTo>
                  <a:lnTo>
                    <a:pt x="0" y="100202"/>
                  </a:lnTo>
                  <a:lnTo>
                    <a:pt x="0" y="102870"/>
                  </a:lnTo>
                  <a:lnTo>
                    <a:pt x="220979" y="102870"/>
                  </a:lnTo>
                  <a:lnTo>
                    <a:pt x="220979" y="101600"/>
                  </a:lnTo>
                  <a:lnTo>
                    <a:pt x="218439" y="101600"/>
                  </a:lnTo>
                  <a:lnTo>
                    <a:pt x="218439" y="100202"/>
                  </a:lnTo>
                  <a:close/>
                </a:path>
                <a:path w="222250" h="104139">
                  <a:moveTo>
                    <a:pt x="3809" y="97662"/>
                  </a:moveTo>
                  <a:lnTo>
                    <a:pt x="0" y="97662"/>
                  </a:lnTo>
                  <a:lnTo>
                    <a:pt x="0" y="99060"/>
                  </a:lnTo>
                  <a:lnTo>
                    <a:pt x="3809" y="99060"/>
                  </a:lnTo>
                  <a:lnTo>
                    <a:pt x="3809" y="97662"/>
                  </a:lnTo>
                  <a:close/>
                </a:path>
                <a:path w="222250" h="104139">
                  <a:moveTo>
                    <a:pt x="3809" y="93852"/>
                  </a:moveTo>
                  <a:lnTo>
                    <a:pt x="0" y="93852"/>
                  </a:lnTo>
                  <a:lnTo>
                    <a:pt x="0" y="96520"/>
                  </a:lnTo>
                  <a:lnTo>
                    <a:pt x="3809" y="96520"/>
                  </a:lnTo>
                  <a:lnTo>
                    <a:pt x="3809" y="93852"/>
                  </a:lnTo>
                  <a:close/>
                </a:path>
                <a:path w="222250" h="104139">
                  <a:moveTo>
                    <a:pt x="3809" y="91312"/>
                  </a:moveTo>
                  <a:lnTo>
                    <a:pt x="0" y="91312"/>
                  </a:lnTo>
                  <a:lnTo>
                    <a:pt x="0" y="92710"/>
                  </a:lnTo>
                  <a:lnTo>
                    <a:pt x="3809" y="92710"/>
                  </a:lnTo>
                  <a:lnTo>
                    <a:pt x="3809" y="91312"/>
                  </a:lnTo>
                  <a:close/>
                </a:path>
                <a:path w="222250" h="104139">
                  <a:moveTo>
                    <a:pt x="3809" y="87502"/>
                  </a:moveTo>
                  <a:lnTo>
                    <a:pt x="0" y="87502"/>
                  </a:lnTo>
                  <a:lnTo>
                    <a:pt x="0" y="90170"/>
                  </a:lnTo>
                  <a:lnTo>
                    <a:pt x="3809" y="90170"/>
                  </a:lnTo>
                  <a:lnTo>
                    <a:pt x="3809" y="87502"/>
                  </a:lnTo>
                  <a:close/>
                </a:path>
                <a:path w="222250" h="104139">
                  <a:moveTo>
                    <a:pt x="3809" y="84962"/>
                  </a:moveTo>
                  <a:lnTo>
                    <a:pt x="0" y="84962"/>
                  </a:lnTo>
                  <a:lnTo>
                    <a:pt x="0" y="86360"/>
                  </a:lnTo>
                  <a:lnTo>
                    <a:pt x="3809" y="86360"/>
                  </a:lnTo>
                  <a:lnTo>
                    <a:pt x="3809" y="84962"/>
                  </a:lnTo>
                  <a:close/>
                </a:path>
                <a:path w="222250" h="104139">
                  <a:moveTo>
                    <a:pt x="3809" y="81152"/>
                  </a:moveTo>
                  <a:lnTo>
                    <a:pt x="0" y="81152"/>
                  </a:lnTo>
                  <a:lnTo>
                    <a:pt x="0" y="83820"/>
                  </a:lnTo>
                  <a:lnTo>
                    <a:pt x="3809" y="83820"/>
                  </a:lnTo>
                  <a:lnTo>
                    <a:pt x="3809" y="81152"/>
                  </a:lnTo>
                  <a:close/>
                </a:path>
                <a:path w="222250" h="104139">
                  <a:moveTo>
                    <a:pt x="3809" y="78612"/>
                  </a:moveTo>
                  <a:lnTo>
                    <a:pt x="0" y="78612"/>
                  </a:lnTo>
                  <a:lnTo>
                    <a:pt x="0" y="80010"/>
                  </a:lnTo>
                  <a:lnTo>
                    <a:pt x="3809" y="80010"/>
                  </a:lnTo>
                  <a:lnTo>
                    <a:pt x="3809" y="78612"/>
                  </a:lnTo>
                  <a:close/>
                </a:path>
                <a:path w="222250" h="104139">
                  <a:moveTo>
                    <a:pt x="3809" y="74802"/>
                  </a:moveTo>
                  <a:lnTo>
                    <a:pt x="0" y="74802"/>
                  </a:lnTo>
                  <a:lnTo>
                    <a:pt x="0" y="77470"/>
                  </a:lnTo>
                  <a:lnTo>
                    <a:pt x="3809" y="77470"/>
                  </a:lnTo>
                  <a:lnTo>
                    <a:pt x="3809" y="74802"/>
                  </a:lnTo>
                  <a:close/>
                </a:path>
                <a:path w="222250" h="104139">
                  <a:moveTo>
                    <a:pt x="3809" y="72262"/>
                  </a:moveTo>
                  <a:lnTo>
                    <a:pt x="0" y="72262"/>
                  </a:lnTo>
                  <a:lnTo>
                    <a:pt x="0" y="73660"/>
                  </a:lnTo>
                  <a:lnTo>
                    <a:pt x="3809" y="73660"/>
                  </a:lnTo>
                  <a:lnTo>
                    <a:pt x="3809" y="72262"/>
                  </a:lnTo>
                  <a:close/>
                </a:path>
                <a:path w="222250" h="104139">
                  <a:moveTo>
                    <a:pt x="3809" y="68452"/>
                  </a:moveTo>
                  <a:lnTo>
                    <a:pt x="0" y="68452"/>
                  </a:lnTo>
                  <a:lnTo>
                    <a:pt x="0" y="71120"/>
                  </a:lnTo>
                  <a:lnTo>
                    <a:pt x="3809" y="71120"/>
                  </a:lnTo>
                  <a:lnTo>
                    <a:pt x="3809" y="68452"/>
                  </a:lnTo>
                  <a:close/>
                </a:path>
                <a:path w="222250" h="104139">
                  <a:moveTo>
                    <a:pt x="3809" y="65912"/>
                  </a:moveTo>
                  <a:lnTo>
                    <a:pt x="0" y="65912"/>
                  </a:lnTo>
                  <a:lnTo>
                    <a:pt x="0" y="67310"/>
                  </a:lnTo>
                  <a:lnTo>
                    <a:pt x="3809" y="67310"/>
                  </a:lnTo>
                  <a:lnTo>
                    <a:pt x="3809" y="65912"/>
                  </a:lnTo>
                  <a:close/>
                </a:path>
                <a:path w="222250" h="104139">
                  <a:moveTo>
                    <a:pt x="3809" y="62102"/>
                  </a:moveTo>
                  <a:lnTo>
                    <a:pt x="0" y="62102"/>
                  </a:lnTo>
                  <a:lnTo>
                    <a:pt x="0" y="64770"/>
                  </a:lnTo>
                  <a:lnTo>
                    <a:pt x="3809" y="64770"/>
                  </a:lnTo>
                  <a:lnTo>
                    <a:pt x="3809" y="62102"/>
                  </a:lnTo>
                  <a:close/>
                </a:path>
                <a:path w="222250" h="104139">
                  <a:moveTo>
                    <a:pt x="3809" y="59562"/>
                  </a:moveTo>
                  <a:lnTo>
                    <a:pt x="0" y="59562"/>
                  </a:lnTo>
                  <a:lnTo>
                    <a:pt x="0" y="60960"/>
                  </a:lnTo>
                  <a:lnTo>
                    <a:pt x="3809" y="60960"/>
                  </a:lnTo>
                  <a:lnTo>
                    <a:pt x="3809" y="59562"/>
                  </a:lnTo>
                  <a:close/>
                </a:path>
                <a:path w="222250" h="104139">
                  <a:moveTo>
                    <a:pt x="3809" y="55752"/>
                  </a:moveTo>
                  <a:lnTo>
                    <a:pt x="0" y="55752"/>
                  </a:lnTo>
                  <a:lnTo>
                    <a:pt x="0" y="58420"/>
                  </a:lnTo>
                  <a:lnTo>
                    <a:pt x="3809" y="58420"/>
                  </a:lnTo>
                  <a:lnTo>
                    <a:pt x="3809" y="55752"/>
                  </a:lnTo>
                  <a:close/>
                </a:path>
                <a:path w="222250" h="104139">
                  <a:moveTo>
                    <a:pt x="3809" y="53212"/>
                  </a:moveTo>
                  <a:lnTo>
                    <a:pt x="0" y="53212"/>
                  </a:lnTo>
                  <a:lnTo>
                    <a:pt x="0" y="54610"/>
                  </a:lnTo>
                  <a:lnTo>
                    <a:pt x="3809" y="54610"/>
                  </a:lnTo>
                  <a:lnTo>
                    <a:pt x="3809" y="53212"/>
                  </a:lnTo>
                  <a:close/>
                </a:path>
                <a:path w="222250" h="104139">
                  <a:moveTo>
                    <a:pt x="3809" y="49402"/>
                  </a:moveTo>
                  <a:lnTo>
                    <a:pt x="0" y="49402"/>
                  </a:lnTo>
                  <a:lnTo>
                    <a:pt x="0" y="52070"/>
                  </a:lnTo>
                  <a:lnTo>
                    <a:pt x="3809" y="52070"/>
                  </a:lnTo>
                  <a:lnTo>
                    <a:pt x="3809" y="49402"/>
                  </a:lnTo>
                  <a:close/>
                </a:path>
                <a:path w="222250" h="104139">
                  <a:moveTo>
                    <a:pt x="3809" y="46862"/>
                  </a:moveTo>
                  <a:lnTo>
                    <a:pt x="0" y="46862"/>
                  </a:lnTo>
                  <a:lnTo>
                    <a:pt x="0" y="48260"/>
                  </a:lnTo>
                  <a:lnTo>
                    <a:pt x="3809" y="48260"/>
                  </a:lnTo>
                  <a:lnTo>
                    <a:pt x="3809" y="46862"/>
                  </a:lnTo>
                  <a:close/>
                </a:path>
                <a:path w="222250" h="104139">
                  <a:moveTo>
                    <a:pt x="3809" y="43052"/>
                  </a:moveTo>
                  <a:lnTo>
                    <a:pt x="0" y="43052"/>
                  </a:lnTo>
                  <a:lnTo>
                    <a:pt x="0" y="45720"/>
                  </a:lnTo>
                  <a:lnTo>
                    <a:pt x="3809" y="45720"/>
                  </a:lnTo>
                  <a:lnTo>
                    <a:pt x="3809" y="43052"/>
                  </a:lnTo>
                  <a:close/>
                </a:path>
                <a:path w="222250" h="104139">
                  <a:moveTo>
                    <a:pt x="3809" y="40512"/>
                  </a:moveTo>
                  <a:lnTo>
                    <a:pt x="0" y="40512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40512"/>
                  </a:lnTo>
                  <a:close/>
                </a:path>
                <a:path w="222250" h="104139">
                  <a:moveTo>
                    <a:pt x="3809" y="36702"/>
                  </a:moveTo>
                  <a:lnTo>
                    <a:pt x="0" y="36702"/>
                  </a:lnTo>
                  <a:lnTo>
                    <a:pt x="0" y="39370"/>
                  </a:lnTo>
                  <a:lnTo>
                    <a:pt x="3809" y="39370"/>
                  </a:lnTo>
                  <a:lnTo>
                    <a:pt x="3809" y="36702"/>
                  </a:lnTo>
                  <a:close/>
                </a:path>
                <a:path w="222250" h="104139">
                  <a:moveTo>
                    <a:pt x="3809" y="34162"/>
                  </a:moveTo>
                  <a:lnTo>
                    <a:pt x="0" y="34162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34162"/>
                  </a:lnTo>
                  <a:close/>
                </a:path>
                <a:path w="222250" h="104139">
                  <a:moveTo>
                    <a:pt x="3809" y="30352"/>
                  </a:moveTo>
                  <a:lnTo>
                    <a:pt x="0" y="30352"/>
                  </a:lnTo>
                  <a:lnTo>
                    <a:pt x="0" y="33020"/>
                  </a:lnTo>
                  <a:lnTo>
                    <a:pt x="3809" y="33020"/>
                  </a:lnTo>
                  <a:lnTo>
                    <a:pt x="3809" y="30352"/>
                  </a:lnTo>
                  <a:close/>
                </a:path>
                <a:path w="222250" h="104139">
                  <a:moveTo>
                    <a:pt x="3809" y="27812"/>
                  </a:moveTo>
                  <a:lnTo>
                    <a:pt x="0" y="27812"/>
                  </a:lnTo>
                  <a:lnTo>
                    <a:pt x="0" y="29210"/>
                  </a:lnTo>
                  <a:lnTo>
                    <a:pt x="3809" y="29210"/>
                  </a:lnTo>
                  <a:lnTo>
                    <a:pt x="3809" y="27812"/>
                  </a:lnTo>
                  <a:close/>
                </a:path>
                <a:path w="222250" h="104139">
                  <a:moveTo>
                    <a:pt x="3809" y="24002"/>
                  </a:moveTo>
                  <a:lnTo>
                    <a:pt x="0" y="24002"/>
                  </a:lnTo>
                  <a:lnTo>
                    <a:pt x="0" y="26670"/>
                  </a:lnTo>
                  <a:lnTo>
                    <a:pt x="3809" y="26670"/>
                  </a:lnTo>
                  <a:lnTo>
                    <a:pt x="3809" y="24002"/>
                  </a:lnTo>
                  <a:close/>
                </a:path>
                <a:path w="222250" h="104139">
                  <a:moveTo>
                    <a:pt x="3809" y="21462"/>
                  </a:moveTo>
                  <a:lnTo>
                    <a:pt x="0" y="21462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21462"/>
                  </a:lnTo>
                  <a:close/>
                </a:path>
                <a:path w="222250" h="104139">
                  <a:moveTo>
                    <a:pt x="3809" y="17652"/>
                  </a:moveTo>
                  <a:lnTo>
                    <a:pt x="0" y="17652"/>
                  </a:lnTo>
                  <a:lnTo>
                    <a:pt x="0" y="20320"/>
                  </a:lnTo>
                  <a:lnTo>
                    <a:pt x="3809" y="20320"/>
                  </a:lnTo>
                  <a:lnTo>
                    <a:pt x="3809" y="17652"/>
                  </a:lnTo>
                  <a:close/>
                </a:path>
                <a:path w="222250" h="104139">
                  <a:moveTo>
                    <a:pt x="3809" y="15112"/>
                  </a:moveTo>
                  <a:lnTo>
                    <a:pt x="0" y="15112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5112"/>
                  </a:lnTo>
                  <a:close/>
                </a:path>
                <a:path w="222250" h="104139">
                  <a:moveTo>
                    <a:pt x="3809" y="11302"/>
                  </a:moveTo>
                  <a:lnTo>
                    <a:pt x="0" y="11302"/>
                  </a:lnTo>
                  <a:lnTo>
                    <a:pt x="0" y="13970"/>
                  </a:lnTo>
                  <a:lnTo>
                    <a:pt x="3809" y="13970"/>
                  </a:lnTo>
                  <a:lnTo>
                    <a:pt x="3809" y="11302"/>
                  </a:lnTo>
                  <a:close/>
                </a:path>
                <a:path w="222250" h="104139">
                  <a:moveTo>
                    <a:pt x="3809" y="8762"/>
                  </a:moveTo>
                  <a:lnTo>
                    <a:pt x="0" y="8762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8762"/>
                  </a:lnTo>
                  <a:close/>
                </a:path>
                <a:path w="222250" h="104139">
                  <a:moveTo>
                    <a:pt x="3809" y="4952"/>
                  </a:moveTo>
                  <a:lnTo>
                    <a:pt x="0" y="4952"/>
                  </a:lnTo>
                  <a:lnTo>
                    <a:pt x="0" y="7620"/>
                  </a:lnTo>
                  <a:lnTo>
                    <a:pt x="3809" y="7620"/>
                  </a:lnTo>
                  <a:lnTo>
                    <a:pt x="3809" y="4952"/>
                  </a:lnTo>
                  <a:close/>
                </a:path>
                <a:path w="222250" h="104139">
                  <a:moveTo>
                    <a:pt x="2539" y="1270"/>
                  </a:moveTo>
                  <a:lnTo>
                    <a:pt x="0" y="127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2412"/>
                  </a:lnTo>
                  <a:lnTo>
                    <a:pt x="2539" y="2412"/>
                  </a:lnTo>
                  <a:lnTo>
                    <a:pt x="2539" y="1270"/>
                  </a:lnTo>
                  <a:close/>
                </a:path>
                <a:path w="222250" h="104139">
                  <a:moveTo>
                    <a:pt x="3809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3809" y="127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DED4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5" name="object 3595"/>
            <p:cNvSpPr/>
            <p:nvPr/>
          </p:nvSpPr>
          <p:spPr>
            <a:xfrm>
              <a:off x="7174229" y="2670937"/>
              <a:ext cx="212090" cy="102870"/>
            </a:xfrm>
            <a:custGeom>
              <a:avLst/>
              <a:gdLst/>
              <a:ahLst/>
              <a:cxnLst/>
              <a:rect l="l" t="t" r="r" b="b"/>
              <a:pathLst>
                <a:path w="212090" h="102869">
                  <a:moveTo>
                    <a:pt x="212090" y="101600"/>
                  </a:moveTo>
                  <a:lnTo>
                    <a:pt x="210820" y="101600"/>
                  </a:lnTo>
                  <a:lnTo>
                    <a:pt x="210820" y="102742"/>
                  </a:lnTo>
                  <a:lnTo>
                    <a:pt x="212090" y="102742"/>
                  </a:lnTo>
                  <a:lnTo>
                    <a:pt x="212090" y="101600"/>
                  </a:lnTo>
                  <a:close/>
                </a:path>
                <a:path w="212090" h="102869">
                  <a:moveTo>
                    <a:pt x="210820" y="100329"/>
                  </a:moveTo>
                  <a:lnTo>
                    <a:pt x="0" y="100329"/>
                  </a:lnTo>
                  <a:lnTo>
                    <a:pt x="0" y="101600"/>
                  </a:lnTo>
                  <a:lnTo>
                    <a:pt x="210820" y="101600"/>
                  </a:lnTo>
                  <a:lnTo>
                    <a:pt x="210820" y="100329"/>
                  </a:lnTo>
                  <a:close/>
                </a:path>
                <a:path w="212090" h="102869">
                  <a:moveTo>
                    <a:pt x="208279" y="99059"/>
                  </a:moveTo>
                  <a:lnTo>
                    <a:pt x="205740" y="99059"/>
                  </a:lnTo>
                  <a:lnTo>
                    <a:pt x="205740" y="100329"/>
                  </a:lnTo>
                  <a:lnTo>
                    <a:pt x="208279" y="100329"/>
                  </a:lnTo>
                  <a:lnTo>
                    <a:pt x="208279" y="99059"/>
                  </a:lnTo>
                  <a:close/>
                </a:path>
                <a:path w="212090" h="102869">
                  <a:moveTo>
                    <a:pt x="3810" y="96392"/>
                  </a:moveTo>
                  <a:lnTo>
                    <a:pt x="0" y="96392"/>
                  </a:lnTo>
                  <a:lnTo>
                    <a:pt x="0" y="99059"/>
                  </a:lnTo>
                  <a:lnTo>
                    <a:pt x="3810" y="99059"/>
                  </a:lnTo>
                  <a:lnTo>
                    <a:pt x="3810" y="96392"/>
                  </a:lnTo>
                  <a:close/>
                </a:path>
                <a:path w="212090" h="102869">
                  <a:moveTo>
                    <a:pt x="3810" y="93979"/>
                  </a:moveTo>
                  <a:lnTo>
                    <a:pt x="0" y="93979"/>
                  </a:lnTo>
                  <a:lnTo>
                    <a:pt x="0" y="95250"/>
                  </a:lnTo>
                  <a:lnTo>
                    <a:pt x="3810" y="95250"/>
                  </a:lnTo>
                  <a:lnTo>
                    <a:pt x="3810" y="93979"/>
                  </a:lnTo>
                  <a:close/>
                </a:path>
                <a:path w="212090" h="102869">
                  <a:moveTo>
                    <a:pt x="3810" y="90042"/>
                  </a:moveTo>
                  <a:lnTo>
                    <a:pt x="0" y="90042"/>
                  </a:lnTo>
                  <a:lnTo>
                    <a:pt x="0" y="92709"/>
                  </a:lnTo>
                  <a:lnTo>
                    <a:pt x="3810" y="92709"/>
                  </a:lnTo>
                  <a:lnTo>
                    <a:pt x="3810" y="90042"/>
                  </a:lnTo>
                  <a:close/>
                </a:path>
                <a:path w="212090" h="102869">
                  <a:moveTo>
                    <a:pt x="3810" y="87629"/>
                  </a:moveTo>
                  <a:lnTo>
                    <a:pt x="0" y="87629"/>
                  </a:lnTo>
                  <a:lnTo>
                    <a:pt x="0" y="88900"/>
                  </a:lnTo>
                  <a:lnTo>
                    <a:pt x="3810" y="88900"/>
                  </a:lnTo>
                  <a:lnTo>
                    <a:pt x="3810" y="87629"/>
                  </a:lnTo>
                  <a:close/>
                </a:path>
                <a:path w="212090" h="102869">
                  <a:moveTo>
                    <a:pt x="3810" y="83692"/>
                  </a:moveTo>
                  <a:lnTo>
                    <a:pt x="0" y="83692"/>
                  </a:lnTo>
                  <a:lnTo>
                    <a:pt x="0" y="86359"/>
                  </a:lnTo>
                  <a:lnTo>
                    <a:pt x="3810" y="86359"/>
                  </a:lnTo>
                  <a:lnTo>
                    <a:pt x="3810" y="83692"/>
                  </a:lnTo>
                  <a:close/>
                </a:path>
                <a:path w="212090" h="102869">
                  <a:moveTo>
                    <a:pt x="3810" y="81279"/>
                  </a:moveTo>
                  <a:lnTo>
                    <a:pt x="0" y="81279"/>
                  </a:lnTo>
                  <a:lnTo>
                    <a:pt x="0" y="82550"/>
                  </a:lnTo>
                  <a:lnTo>
                    <a:pt x="3810" y="82550"/>
                  </a:lnTo>
                  <a:lnTo>
                    <a:pt x="3810" y="81279"/>
                  </a:lnTo>
                  <a:close/>
                </a:path>
                <a:path w="212090" h="102869">
                  <a:moveTo>
                    <a:pt x="3810" y="77342"/>
                  </a:moveTo>
                  <a:lnTo>
                    <a:pt x="0" y="77342"/>
                  </a:lnTo>
                  <a:lnTo>
                    <a:pt x="0" y="80009"/>
                  </a:lnTo>
                  <a:lnTo>
                    <a:pt x="3810" y="80009"/>
                  </a:lnTo>
                  <a:lnTo>
                    <a:pt x="3810" y="77342"/>
                  </a:lnTo>
                  <a:close/>
                </a:path>
                <a:path w="212090" h="102869">
                  <a:moveTo>
                    <a:pt x="3810" y="74929"/>
                  </a:moveTo>
                  <a:lnTo>
                    <a:pt x="0" y="74929"/>
                  </a:lnTo>
                  <a:lnTo>
                    <a:pt x="0" y="76200"/>
                  </a:lnTo>
                  <a:lnTo>
                    <a:pt x="3810" y="76200"/>
                  </a:lnTo>
                  <a:lnTo>
                    <a:pt x="3810" y="74929"/>
                  </a:lnTo>
                  <a:close/>
                </a:path>
                <a:path w="212090" h="102869">
                  <a:moveTo>
                    <a:pt x="3810" y="70992"/>
                  </a:moveTo>
                  <a:lnTo>
                    <a:pt x="0" y="70992"/>
                  </a:lnTo>
                  <a:lnTo>
                    <a:pt x="0" y="73659"/>
                  </a:lnTo>
                  <a:lnTo>
                    <a:pt x="3810" y="73659"/>
                  </a:lnTo>
                  <a:lnTo>
                    <a:pt x="3810" y="70992"/>
                  </a:lnTo>
                  <a:close/>
                </a:path>
                <a:path w="212090" h="102869">
                  <a:moveTo>
                    <a:pt x="3810" y="68579"/>
                  </a:moveTo>
                  <a:lnTo>
                    <a:pt x="0" y="68579"/>
                  </a:lnTo>
                  <a:lnTo>
                    <a:pt x="0" y="69850"/>
                  </a:lnTo>
                  <a:lnTo>
                    <a:pt x="3810" y="69850"/>
                  </a:lnTo>
                  <a:lnTo>
                    <a:pt x="3810" y="68579"/>
                  </a:lnTo>
                  <a:close/>
                </a:path>
                <a:path w="212090" h="102869">
                  <a:moveTo>
                    <a:pt x="3810" y="64642"/>
                  </a:moveTo>
                  <a:lnTo>
                    <a:pt x="0" y="64642"/>
                  </a:lnTo>
                  <a:lnTo>
                    <a:pt x="0" y="67309"/>
                  </a:lnTo>
                  <a:lnTo>
                    <a:pt x="3810" y="67309"/>
                  </a:lnTo>
                  <a:lnTo>
                    <a:pt x="3810" y="64642"/>
                  </a:lnTo>
                  <a:close/>
                </a:path>
                <a:path w="212090" h="102869">
                  <a:moveTo>
                    <a:pt x="3810" y="62229"/>
                  </a:moveTo>
                  <a:lnTo>
                    <a:pt x="0" y="62229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62229"/>
                  </a:lnTo>
                  <a:close/>
                </a:path>
                <a:path w="212090" h="102869">
                  <a:moveTo>
                    <a:pt x="3810" y="58292"/>
                  </a:moveTo>
                  <a:lnTo>
                    <a:pt x="0" y="58292"/>
                  </a:lnTo>
                  <a:lnTo>
                    <a:pt x="0" y="60959"/>
                  </a:lnTo>
                  <a:lnTo>
                    <a:pt x="3810" y="60959"/>
                  </a:lnTo>
                  <a:lnTo>
                    <a:pt x="3810" y="58292"/>
                  </a:lnTo>
                  <a:close/>
                </a:path>
                <a:path w="212090" h="102869">
                  <a:moveTo>
                    <a:pt x="3810" y="55879"/>
                  </a:moveTo>
                  <a:lnTo>
                    <a:pt x="0" y="55879"/>
                  </a:lnTo>
                  <a:lnTo>
                    <a:pt x="0" y="57150"/>
                  </a:lnTo>
                  <a:lnTo>
                    <a:pt x="3810" y="57150"/>
                  </a:lnTo>
                  <a:lnTo>
                    <a:pt x="3810" y="55879"/>
                  </a:lnTo>
                  <a:close/>
                </a:path>
                <a:path w="212090" h="102869">
                  <a:moveTo>
                    <a:pt x="3810" y="51942"/>
                  </a:moveTo>
                  <a:lnTo>
                    <a:pt x="0" y="51942"/>
                  </a:lnTo>
                  <a:lnTo>
                    <a:pt x="0" y="54609"/>
                  </a:lnTo>
                  <a:lnTo>
                    <a:pt x="3810" y="54609"/>
                  </a:lnTo>
                  <a:lnTo>
                    <a:pt x="3810" y="51942"/>
                  </a:lnTo>
                  <a:close/>
                </a:path>
                <a:path w="212090" h="102869">
                  <a:moveTo>
                    <a:pt x="3810" y="49529"/>
                  </a:moveTo>
                  <a:lnTo>
                    <a:pt x="0" y="49529"/>
                  </a:lnTo>
                  <a:lnTo>
                    <a:pt x="0" y="50800"/>
                  </a:lnTo>
                  <a:lnTo>
                    <a:pt x="3810" y="50800"/>
                  </a:lnTo>
                  <a:lnTo>
                    <a:pt x="3810" y="49529"/>
                  </a:lnTo>
                  <a:close/>
                </a:path>
                <a:path w="212090" h="102869">
                  <a:moveTo>
                    <a:pt x="3810" y="45592"/>
                  </a:moveTo>
                  <a:lnTo>
                    <a:pt x="0" y="45592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45592"/>
                  </a:lnTo>
                  <a:close/>
                </a:path>
                <a:path w="212090" h="102869">
                  <a:moveTo>
                    <a:pt x="3810" y="43179"/>
                  </a:moveTo>
                  <a:lnTo>
                    <a:pt x="0" y="43179"/>
                  </a:lnTo>
                  <a:lnTo>
                    <a:pt x="0" y="44450"/>
                  </a:lnTo>
                  <a:lnTo>
                    <a:pt x="3810" y="44450"/>
                  </a:lnTo>
                  <a:lnTo>
                    <a:pt x="3810" y="43179"/>
                  </a:lnTo>
                  <a:close/>
                </a:path>
                <a:path w="212090" h="102869">
                  <a:moveTo>
                    <a:pt x="3810" y="39242"/>
                  </a:moveTo>
                  <a:lnTo>
                    <a:pt x="0" y="39242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39242"/>
                  </a:lnTo>
                  <a:close/>
                </a:path>
                <a:path w="212090" h="102869">
                  <a:moveTo>
                    <a:pt x="3810" y="36829"/>
                  </a:moveTo>
                  <a:lnTo>
                    <a:pt x="0" y="36829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6829"/>
                  </a:lnTo>
                  <a:close/>
                </a:path>
                <a:path w="212090" h="102869">
                  <a:moveTo>
                    <a:pt x="3810" y="32892"/>
                  </a:moveTo>
                  <a:lnTo>
                    <a:pt x="0" y="32892"/>
                  </a:lnTo>
                  <a:lnTo>
                    <a:pt x="0" y="35559"/>
                  </a:lnTo>
                  <a:lnTo>
                    <a:pt x="3810" y="35559"/>
                  </a:lnTo>
                  <a:lnTo>
                    <a:pt x="3810" y="32892"/>
                  </a:lnTo>
                  <a:close/>
                </a:path>
                <a:path w="212090" h="102869">
                  <a:moveTo>
                    <a:pt x="3810" y="30479"/>
                  </a:moveTo>
                  <a:lnTo>
                    <a:pt x="0" y="30479"/>
                  </a:lnTo>
                  <a:lnTo>
                    <a:pt x="0" y="31750"/>
                  </a:lnTo>
                  <a:lnTo>
                    <a:pt x="3810" y="31750"/>
                  </a:lnTo>
                  <a:lnTo>
                    <a:pt x="3810" y="30479"/>
                  </a:lnTo>
                  <a:close/>
                </a:path>
                <a:path w="212090" h="102869">
                  <a:moveTo>
                    <a:pt x="3810" y="26542"/>
                  </a:moveTo>
                  <a:lnTo>
                    <a:pt x="0" y="26542"/>
                  </a:lnTo>
                  <a:lnTo>
                    <a:pt x="0" y="29209"/>
                  </a:lnTo>
                  <a:lnTo>
                    <a:pt x="3810" y="29209"/>
                  </a:lnTo>
                  <a:lnTo>
                    <a:pt x="3810" y="26542"/>
                  </a:lnTo>
                  <a:close/>
                </a:path>
                <a:path w="212090" h="102869">
                  <a:moveTo>
                    <a:pt x="3810" y="24129"/>
                  </a:moveTo>
                  <a:lnTo>
                    <a:pt x="0" y="24129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4129"/>
                  </a:lnTo>
                  <a:close/>
                </a:path>
                <a:path w="212090" h="102869">
                  <a:moveTo>
                    <a:pt x="3810" y="20192"/>
                  </a:moveTo>
                  <a:lnTo>
                    <a:pt x="0" y="20192"/>
                  </a:lnTo>
                  <a:lnTo>
                    <a:pt x="0" y="22859"/>
                  </a:lnTo>
                  <a:lnTo>
                    <a:pt x="3810" y="22859"/>
                  </a:lnTo>
                  <a:lnTo>
                    <a:pt x="3810" y="20192"/>
                  </a:lnTo>
                  <a:close/>
                </a:path>
                <a:path w="212090" h="102869">
                  <a:moveTo>
                    <a:pt x="3810" y="17779"/>
                  </a:moveTo>
                  <a:lnTo>
                    <a:pt x="0" y="17779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7779"/>
                  </a:lnTo>
                  <a:close/>
                </a:path>
                <a:path w="212090" h="102869">
                  <a:moveTo>
                    <a:pt x="3810" y="13842"/>
                  </a:moveTo>
                  <a:lnTo>
                    <a:pt x="0" y="13842"/>
                  </a:lnTo>
                  <a:lnTo>
                    <a:pt x="0" y="16509"/>
                  </a:lnTo>
                  <a:lnTo>
                    <a:pt x="3810" y="16509"/>
                  </a:lnTo>
                  <a:lnTo>
                    <a:pt x="3810" y="13842"/>
                  </a:lnTo>
                  <a:close/>
                </a:path>
                <a:path w="212090" h="102869">
                  <a:moveTo>
                    <a:pt x="3810" y="11429"/>
                  </a:moveTo>
                  <a:lnTo>
                    <a:pt x="0" y="11429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11429"/>
                  </a:lnTo>
                  <a:close/>
                </a:path>
                <a:path w="212090" h="102869">
                  <a:moveTo>
                    <a:pt x="3810" y="7492"/>
                  </a:moveTo>
                  <a:lnTo>
                    <a:pt x="0" y="7492"/>
                  </a:lnTo>
                  <a:lnTo>
                    <a:pt x="0" y="10159"/>
                  </a:lnTo>
                  <a:lnTo>
                    <a:pt x="3810" y="10159"/>
                  </a:lnTo>
                  <a:lnTo>
                    <a:pt x="3810" y="7492"/>
                  </a:lnTo>
                  <a:close/>
                </a:path>
                <a:path w="212090" h="102869">
                  <a:moveTo>
                    <a:pt x="3810" y="5079"/>
                  </a:moveTo>
                  <a:lnTo>
                    <a:pt x="0" y="5079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5079"/>
                  </a:lnTo>
                  <a:close/>
                </a:path>
                <a:path w="212090" h="102869">
                  <a:moveTo>
                    <a:pt x="3810" y="0"/>
                  </a:moveTo>
                  <a:lnTo>
                    <a:pt x="2540" y="0"/>
                  </a:lnTo>
                  <a:lnTo>
                    <a:pt x="2540" y="1142"/>
                  </a:lnTo>
                  <a:lnTo>
                    <a:pt x="0" y="1142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DDD2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6" name="object 3596"/>
            <p:cNvSpPr/>
            <p:nvPr/>
          </p:nvSpPr>
          <p:spPr>
            <a:xfrm>
              <a:off x="7178039" y="2669540"/>
              <a:ext cx="201930" cy="100330"/>
            </a:xfrm>
            <a:custGeom>
              <a:avLst/>
              <a:gdLst/>
              <a:ahLst/>
              <a:cxnLst/>
              <a:rect l="l" t="t" r="r" b="b"/>
              <a:pathLst>
                <a:path w="201929" h="100330">
                  <a:moveTo>
                    <a:pt x="200659" y="97789"/>
                  </a:moveTo>
                  <a:lnTo>
                    <a:pt x="0" y="97789"/>
                  </a:lnTo>
                  <a:lnTo>
                    <a:pt x="0" y="100329"/>
                  </a:lnTo>
                  <a:lnTo>
                    <a:pt x="201929" y="100329"/>
                  </a:lnTo>
                  <a:lnTo>
                    <a:pt x="201929" y="99059"/>
                  </a:lnTo>
                  <a:lnTo>
                    <a:pt x="200659" y="99059"/>
                  </a:lnTo>
                  <a:lnTo>
                    <a:pt x="200659" y="97789"/>
                  </a:lnTo>
                  <a:close/>
                </a:path>
                <a:path w="201929" h="100330">
                  <a:moveTo>
                    <a:pt x="198119" y="96519"/>
                  </a:moveTo>
                  <a:lnTo>
                    <a:pt x="195579" y="96519"/>
                  </a:lnTo>
                  <a:lnTo>
                    <a:pt x="195579" y="97789"/>
                  </a:lnTo>
                  <a:lnTo>
                    <a:pt x="198119" y="97789"/>
                  </a:lnTo>
                  <a:lnTo>
                    <a:pt x="198119" y="96519"/>
                  </a:lnTo>
                  <a:close/>
                </a:path>
                <a:path w="201929" h="100330">
                  <a:moveTo>
                    <a:pt x="3809" y="95250"/>
                  </a:moveTo>
                  <a:lnTo>
                    <a:pt x="0" y="95250"/>
                  </a:lnTo>
                  <a:lnTo>
                    <a:pt x="0" y="96519"/>
                  </a:lnTo>
                  <a:lnTo>
                    <a:pt x="3809" y="96519"/>
                  </a:lnTo>
                  <a:lnTo>
                    <a:pt x="3809" y="95250"/>
                  </a:lnTo>
                  <a:close/>
                </a:path>
                <a:path w="201929" h="100330">
                  <a:moveTo>
                    <a:pt x="3809" y="91439"/>
                  </a:moveTo>
                  <a:lnTo>
                    <a:pt x="0" y="91439"/>
                  </a:lnTo>
                  <a:lnTo>
                    <a:pt x="0" y="93979"/>
                  </a:lnTo>
                  <a:lnTo>
                    <a:pt x="3809" y="93979"/>
                  </a:lnTo>
                  <a:lnTo>
                    <a:pt x="3809" y="91439"/>
                  </a:lnTo>
                  <a:close/>
                </a:path>
                <a:path w="201929" h="100330">
                  <a:moveTo>
                    <a:pt x="3809" y="88900"/>
                  </a:moveTo>
                  <a:lnTo>
                    <a:pt x="0" y="88900"/>
                  </a:lnTo>
                  <a:lnTo>
                    <a:pt x="0" y="90169"/>
                  </a:lnTo>
                  <a:lnTo>
                    <a:pt x="3809" y="90169"/>
                  </a:lnTo>
                  <a:lnTo>
                    <a:pt x="3809" y="88900"/>
                  </a:lnTo>
                  <a:close/>
                </a:path>
                <a:path w="201929" h="100330">
                  <a:moveTo>
                    <a:pt x="3809" y="85089"/>
                  </a:moveTo>
                  <a:lnTo>
                    <a:pt x="0" y="85089"/>
                  </a:lnTo>
                  <a:lnTo>
                    <a:pt x="0" y="87629"/>
                  </a:lnTo>
                  <a:lnTo>
                    <a:pt x="3809" y="87629"/>
                  </a:lnTo>
                  <a:lnTo>
                    <a:pt x="3809" y="85089"/>
                  </a:lnTo>
                  <a:close/>
                </a:path>
                <a:path w="201929" h="100330">
                  <a:moveTo>
                    <a:pt x="3809" y="82550"/>
                  </a:moveTo>
                  <a:lnTo>
                    <a:pt x="0" y="82550"/>
                  </a:lnTo>
                  <a:lnTo>
                    <a:pt x="0" y="83819"/>
                  </a:lnTo>
                  <a:lnTo>
                    <a:pt x="3809" y="83819"/>
                  </a:lnTo>
                  <a:lnTo>
                    <a:pt x="3809" y="82550"/>
                  </a:lnTo>
                  <a:close/>
                </a:path>
                <a:path w="201929" h="100330">
                  <a:moveTo>
                    <a:pt x="3809" y="78739"/>
                  </a:moveTo>
                  <a:lnTo>
                    <a:pt x="0" y="78739"/>
                  </a:lnTo>
                  <a:lnTo>
                    <a:pt x="0" y="81279"/>
                  </a:lnTo>
                  <a:lnTo>
                    <a:pt x="3809" y="81279"/>
                  </a:lnTo>
                  <a:lnTo>
                    <a:pt x="3809" y="78739"/>
                  </a:lnTo>
                  <a:close/>
                </a:path>
                <a:path w="201929" h="100330">
                  <a:moveTo>
                    <a:pt x="3809" y="76200"/>
                  </a:moveTo>
                  <a:lnTo>
                    <a:pt x="0" y="76200"/>
                  </a:lnTo>
                  <a:lnTo>
                    <a:pt x="0" y="77469"/>
                  </a:lnTo>
                  <a:lnTo>
                    <a:pt x="3809" y="77469"/>
                  </a:lnTo>
                  <a:lnTo>
                    <a:pt x="3809" y="76200"/>
                  </a:lnTo>
                  <a:close/>
                </a:path>
                <a:path w="201929" h="100330">
                  <a:moveTo>
                    <a:pt x="3809" y="72389"/>
                  </a:moveTo>
                  <a:lnTo>
                    <a:pt x="0" y="72389"/>
                  </a:lnTo>
                  <a:lnTo>
                    <a:pt x="0" y="74929"/>
                  </a:lnTo>
                  <a:lnTo>
                    <a:pt x="3809" y="74929"/>
                  </a:lnTo>
                  <a:lnTo>
                    <a:pt x="3809" y="72389"/>
                  </a:lnTo>
                  <a:close/>
                </a:path>
                <a:path w="201929" h="100330">
                  <a:moveTo>
                    <a:pt x="3809" y="69850"/>
                  </a:moveTo>
                  <a:lnTo>
                    <a:pt x="0" y="69850"/>
                  </a:lnTo>
                  <a:lnTo>
                    <a:pt x="0" y="71119"/>
                  </a:lnTo>
                  <a:lnTo>
                    <a:pt x="3809" y="71119"/>
                  </a:lnTo>
                  <a:lnTo>
                    <a:pt x="3809" y="69850"/>
                  </a:lnTo>
                  <a:close/>
                </a:path>
                <a:path w="201929" h="100330">
                  <a:moveTo>
                    <a:pt x="3809" y="66039"/>
                  </a:moveTo>
                  <a:lnTo>
                    <a:pt x="0" y="66039"/>
                  </a:lnTo>
                  <a:lnTo>
                    <a:pt x="0" y="68579"/>
                  </a:lnTo>
                  <a:lnTo>
                    <a:pt x="3809" y="68579"/>
                  </a:lnTo>
                  <a:lnTo>
                    <a:pt x="3809" y="66039"/>
                  </a:lnTo>
                  <a:close/>
                </a:path>
                <a:path w="201929" h="100330">
                  <a:moveTo>
                    <a:pt x="3809" y="63500"/>
                  </a:moveTo>
                  <a:lnTo>
                    <a:pt x="0" y="63500"/>
                  </a:lnTo>
                  <a:lnTo>
                    <a:pt x="0" y="64769"/>
                  </a:lnTo>
                  <a:lnTo>
                    <a:pt x="3809" y="64769"/>
                  </a:lnTo>
                  <a:lnTo>
                    <a:pt x="3809" y="63500"/>
                  </a:lnTo>
                  <a:close/>
                </a:path>
                <a:path w="201929" h="100330">
                  <a:moveTo>
                    <a:pt x="3809" y="59689"/>
                  </a:moveTo>
                  <a:lnTo>
                    <a:pt x="0" y="59689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59689"/>
                  </a:lnTo>
                  <a:close/>
                </a:path>
                <a:path w="201929" h="100330">
                  <a:moveTo>
                    <a:pt x="3809" y="57150"/>
                  </a:moveTo>
                  <a:lnTo>
                    <a:pt x="0" y="57150"/>
                  </a:lnTo>
                  <a:lnTo>
                    <a:pt x="0" y="58419"/>
                  </a:lnTo>
                  <a:lnTo>
                    <a:pt x="3809" y="58419"/>
                  </a:lnTo>
                  <a:lnTo>
                    <a:pt x="3809" y="57150"/>
                  </a:lnTo>
                  <a:close/>
                </a:path>
                <a:path w="201929" h="100330">
                  <a:moveTo>
                    <a:pt x="3809" y="53339"/>
                  </a:moveTo>
                  <a:lnTo>
                    <a:pt x="0" y="53339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53339"/>
                  </a:lnTo>
                  <a:close/>
                </a:path>
                <a:path w="201929" h="100330">
                  <a:moveTo>
                    <a:pt x="3809" y="50800"/>
                  </a:moveTo>
                  <a:lnTo>
                    <a:pt x="0" y="50800"/>
                  </a:lnTo>
                  <a:lnTo>
                    <a:pt x="0" y="52069"/>
                  </a:lnTo>
                  <a:lnTo>
                    <a:pt x="3809" y="52069"/>
                  </a:lnTo>
                  <a:lnTo>
                    <a:pt x="3809" y="50800"/>
                  </a:lnTo>
                  <a:close/>
                </a:path>
                <a:path w="201929" h="100330">
                  <a:moveTo>
                    <a:pt x="3809" y="46989"/>
                  </a:moveTo>
                  <a:lnTo>
                    <a:pt x="0" y="46989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6989"/>
                  </a:lnTo>
                  <a:close/>
                </a:path>
                <a:path w="201929" h="100330">
                  <a:moveTo>
                    <a:pt x="3809" y="44450"/>
                  </a:moveTo>
                  <a:lnTo>
                    <a:pt x="0" y="44450"/>
                  </a:lnTo>
                  <a:lnTo>
                    <a:pt x="0" y="45719"/>
                  </a:lnTo>
                  <a:lnTo>
                    <a:pt x="3809" y="45719"/>
                  </a:lnTo>
                  <a:lnTo>
                    <a:pt x="3809" y="44450"/>
                  </a:lnTo>
                  <a:close/>
                </a:path>
                <a:path w="201929" h="100330">
                  <a:moveTo>
                    <a:pt x="3809" y="40639"/>
                  </a:moveTo>
                  <a:lnTo>
                    <a:pt x="0" y="40639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40639"/>
                  </a:lnTo>
                  <a:close/>
                </a:path>
                <a:path w="201929" h="100330">
                  <a:moveTo>
                    <a:pt x="3809" y="38100"/>
                  </a:moveTo>
                  <a:lnTo>
                    <a:pt x="0" y="38100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8100"/>
                  </a:lnTo>
                  <a:close/>
                </a:path>
                <a:path w="201929" h="100330">
                  <a:moveTo>
                    <a:pt x="3809" y="34289"/>
                  </a:moveTo>
                  <a:lnTo>
                    <a:pt x="0" y="34289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4289"/>
                  </a:lnTo>
                  <a:close/>
                </a:path>
                <a:path w="201929" h="100330">
                  <a:moveTo>
                    <a:pt x="3809" y="31750"/>
                  </a:moveTo>
                  <a:lnTo>
                    <a:pt x="0" y="31750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31750"/>
                  </a:lnTo>
                  <a:close/>
                </a:path>
                <a:path w="201929" h="100330">
                  <a:moveTo>
                    <a:pt x="3809" y="27939"/>
                  </a:moveTo>
                  <a:lnTo>
                    <a:pt x="0" y="27939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27939"/>
                  </a:lnTo>
                  <a:close/>
                </a:path>
                <a:path w="201929" h="100330">
                  <a:moveTo>
                    <a:pt x="3809" y="25400"/>
                  </a:moveTo>
                  <a:lnTo>
                    <a:pt x="0" y="25400"/>
                  </a:lnTo>
                  <a:lnTo>
                    <a:pt x="0" y="26669"/>
                  </a:lnTo>
                  <a:lnTo>
                    <a:pt x="3809" y="26669"/>
                  </a:lnTo>
                  <a:lnTo>
                    <a:pt x="3809" y="25400"/>
                  </a:lnTo>
                  <a:close/>
                </a:path>
                <a:path w="201929" h="100330">
                  <a:moveTo>
                    <a:pt x="3809" y="21589"/>
                  </a:moveTo>
                  <a:lnTo>
                    <a:pt x="0" y="21589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21589"/>
                  </a:lnTo>
                  <a:close/>
                </a:path>
                <a:path w="201929" h="100330">
                  <a:moveTo>
                    <a:pt x="3809" y="19050"/>
                  </a:moveTo>
                  <a:lnTo>
                    <a:pt x="0" y="19050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9050"/>
                  </a:lnTo>
                  <a:close/>
                </a:path>
                <a:path w="201929" h="100330">
                  <a:moveTo>
                    <a:pt x="3809" y="15239"/>
                  </a:moveTo>
                  <a:lnTo>
                    <a:pt x="0" y="15239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5239"/>
                  </a:lnTo>
                  <a:close/>
                </a:path>
                <a:path w="201929" h="100330">
                  <a:moveTo>
                    <a:pt x="3809" y="12700"/>
                  </a:moveTo>
                  <a:lnTo>
                    <a:pt x="0" y="12700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12700"/>
                  </a:lnTo>
                  <a:close/>
                </a:path>
                <a:path w="201929" h="100330">
                  <a:moveTo>
                    <a:pt x="3809" y="8889"/>
                  </a:moveTo>
                  <a:lnTo>
                    <a:pt x="0" y="8889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8889"/>
                  </a:lnTo>
                  <a:close/>
                </a:path>
                <a:path w="201929" h="100330">
                  <a:moveTo>
                    <a:pt x="3809" y="6350"/>
                  </a:moveTo>
                  <a:lnTo>
                    <a:pt x="0" y="6350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6350"/>
                  </a:lnTo>
                  <a:close/>
                </a:path>
                <a:path w="201929" h="100330">
                  <a:moveTo>
                    <a:pt x="1269" y="1269"/>
                  </a:moveTo>
                  <a:lnTo>
                    <a:pt x="0" y="1269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2539"/>
                  </a:lnTo>
                  <a:lnTo>
                    <a:pt x="1269" y="2539"/>
                  </a:lnTo>
                  <a:lnTo>
                    <a:pt x="1269" y="1269"/>
                  </a:lnTo>
                  <a:close/>
                </a:path>
                <a:path w="201929" h="100330">
                  <a:moveTo>
                    <a:pt x="3809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3809" y="1269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DCD1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7" name="object 3597"/>
            <p:cNvSpPr/>
            <p:nvPr/>
          </p:nvSpPr>
          <p:spPr>
            <a:xfrm>
              <a:off x="7181850" y="2667000"/>
              <a:ext cx="191770" cy="99060"/>
            </a:xfrm>
            <a:custGeom>
              <a:avLst/>
              <a:gdLst/>
              <a:ahLst/>
              <a:cxnLst/>
              <a:rect l="l" t="t" r="r" b="b"/>
              <a:pathLst>
                <a:path w="191770" h="99060">
                  <a:moveTo>
                    <a:pt x="191770" y="97789"/>
                  </a:moveTo>
                  <a:lnTo>
                    <a:pt x="0" y="97789"/>
                  </a:lnTo>
                  <a:lnTo>
                    <a:pt x="0" y="99060"/>
                  </a:lnTo>
                  <a:lnTo>
                    <a:pt x="191770" y="99060"/>
                  </a:lnTo>
                  <a:lnTo>
                    <a:pt x="191770" y="97789"/>
                  </a:lnTo>
                  <a:close/>
                </a:path>
                <a:path w="191770" h="99060">
                  <a:moveTo>
                    <a:pt x="189229" y="96647"/>
                  </a:moveTo>
                  <a:lnTo>
                    <a:pt x="187959" y="96647"/>
                  </a:lnTo>
                  <a:lnTo>
                    <a:pt x="187959" y="97789"/>
                  </a:lnTo>
                  <a:lnTo>
                    <a:pt x="189229" y="97789"/>
                  </a:lnTo>
                  <a:lnTo>
                    <a:pt x="189229" y="96647"/>
                  </a:lnTo>
                  <a:close/>
                </a:path>
                <a:path w="191770" h="99060">
                  <a:moveTo>
                    <a:pt x="3809" y="93980"/>
                  </a:moveTo>
                  <a:lnTo>
                    <a:pt x="0" y="93980"/>
                  </a:lnTo>
                  <a:lnTo>
                    <a:pt x="0" y="96647"/>
                  </a:lnTo>
                  <a:lnTo>
                    <a:pt x="187959" y="96647"/>
                  </a:lnTo>
                  <a:lnTo>
                    <a:pt x="187959" y="95250"/>
                  </a:lnTo>
                  <a:lnTo>
                    <a:pt x="3809" y="95250"/>
                  </a:lnTo>
                  <a:lnTo>
                    <a:pt x="3809" y="93980"/>
                  </a:lnTo>
                  <a:close/>
                </a:path>
                <a:path w="191770" h="99060">
                  <a:moveTo>
                    <a:pt x="3809" y="91439"/>
                  </a:moveTo>
                  <a:lnTo>
                    <a:pt x="0" y="91439"/>
                  </a:lnTo>
                  <a:lnTo>
                    <a:pt x="0" y="92710"/>
                  </a:lnTo>
                  <a:lnTo>
                    <a:pt x="3809" y="92710"/>
                  </a:lnTo>
                  <a:lnTo>
                    <a:pt x="3809" y="91439"/>
                  </a:lnTo>
                  <a:close/>
                </a:path>
                <a:path w="191770" h="99060">
                  <a:moveTo>
                    <a:pt x="3809" y="87630"/>
                  </a:moveTo>
                  <a:lnTo>
                    <a:pt x="0" y="87630"/>
                  </a:lnTo>
                  <a:lnTo>
                    <a:pt x="0" y="90297"/>
                  </a:lnTo>
                  <a:lnTo>
                    <a:pt x="3809" y="90297"/>
                  </a:lnTo>
                  <a:lnTo>
                    <a:pt x="3809" y="87630"/>
                  </a:lnTo>
                  <a:close/>
                </a:path>
                <a:path w="191770" h="99060">
                  <a:moveTo>
                    <a:pt x="3809" y="85089"/>
                  </a:moveTo>
                  <a:lnTo>
                    <a:pt x="0" y="85089"/>
                  </a:lnTo>
                  <a:lnTo>
                    <a:pt x="0" y="86360"/>
                  </a:lnTo>
                  <a:lnTo>
                    <a:pt x="3809" y="86360"/>
                  </a:lnTo>
                  <a:lnTo>
                    <a:pt x="3809" y="85089"/>
                  </a:lnTo>
                  <a:close/>
                </a:path>
                <a:path w="191770" h="99060">
                  <a:moveTo>
                    <a:pt x="3809" y="81280"/>
                  </a:moveTo>
                  <a:lnTo>
                    <a:pt x="0" y="81280"/>
                  </a:lnTo>
                  <a:lnTo>
                    <a:pt x="0" y="83947"/>
                  </a:lnTo>
                  <a:lnTo>
                    <a:pt x="3809" y="83947"/>
                  </a:lnTo>
                  <a:lnTo>
                    <a:pt x="3809" y="81280"/>
                  </a:lnTo>
                  <a:close/>
                </a:path>
                <a:path w="191770" h="99060">
                  <a:moveTo>
                    <a:pt x="3809" y="78739"/>
                  </a:moveTo>
                  <a:lnTo>
                    <a:pt x="0" y="78739"/>
                  </a:lnTo>
                  <a:lnTo>
                    <a:pt x="0" y="80010"/>
                  </a:lnTo>
                  <a:lnTo>
                    <a:pt x="3809" y="80010"/>
                  </a:lnTo>
                  <a:lnTo>
                    <a:pt x="3809" y="78739"/>
                  </a:lnTo>
                  <a:close/>
                </a:path>
                <a:path w="191770" h="99060">
                  <a:moveTo>
                    <a:pt x="3809" y="74930"/>
                  </a:moveTo>
                  <a:lnTo>
                    <a:pt x="0" y="74930"/>
                  </a:lnTo>
                  <a:lnTo>
                    <a:pt x="0" y="77597"/>
                  </a:lnTo>
                  <a:lnTo>
                    <a:pt x="3809" y="77597"/>
                  </a:lnTo>
                  <a:lnTo>
                    <a:pt x="3809" y="74930"/>
                  </a:lnTo>
                  <a:close/>
                </a:path>
                <a:path w="191770" h="99060">
                  <a:moveTo>
                    <a:pt x="3809" y="72389"/>
                  </a:moveTo>
                  <a:lnTo>
                    <a:pt x="0" y="72389"/>
                  </a:lnTo>
                  <a:lnTo>
                    <a:pt x="0" y="73660"/>
                  </a:lnTo>
                  <a:lnTo>
                    <a:pt x="3809" y="73660"/>
                  </a:lnTo>
                  <a:lnTo>
                    <a:pt x="3809" y="72389"/>
                  </a:lnTo>
                  <a:close/>
                </a:path>
                <a:path w="191770" h="99060">
                  <a:moveTo>
                    <a:pt x="3809" y="68580"/>
                  </a:moveTo>
                  <a:lnTo>
                    <a:pt x="0" y="68580"/>
                  </a:lnTo>
                  <a:lnTo>
                    <a:pt x="0" y="71247"/>
                  </a:lnTo>
                  <a:lnTo>
                    <a:pt x="3809" y="71247"/>
                  </a:lnTo>
                  <a:lnTo>
                    <a:pt x="3809" y="68580"/>
                  </a:lnTo>
                  <a:close/>
                </a:path>
                <a:path w="191770" h="99060">
                  <a:moveTo>
                    <a:pt x="3809" y="66039"/>
                  </a:moveTo>
                  <a:lnTo>
                    <a:pt x="0" y="66039"/>
                  </a:lnTo>
                  <a:lnTo>
                    <a:pt x="0" y="67310"/>
                  </a:lnTo>
                  <a:lnTo>
                    <a:pt x="3809" y="67310"/>
                  </a:lnTo>
                  <a:lnTo>
                    <a:pt x="3809" y="66039"/>
                  </a:lnTo>
                  <a:close/>
                </a:path>
                <a:path w="191770" h="99060">
                  <a:moveTo>
                    <a:pt x="3809" y="62230"/>
                  </a:moveTo>
                  <a:lnTo>
                    <a:pt x="0" y="62230"/>
                  </a:lnTo>
                  <a:lnTo>
                    <a:pt x="0" y="64897"/>
                  </a:lnTo>
                  <a:lnTo>
                    <a:pt x="3809" y="64897"/>
                  </a:lnTo>
                  <a:lnTo>
                    <a:pt x="3809" y="62230"/>
                  </a:lnTo>
                  <a:close/>
                </a:path>
                <a:path w="191770" h="99060">
                  <a:moveTo>
                    <a:pt x="3809" y="59689"/>
                  </a:moveTo>
                  <a:lnTo>
                    <a:pt x="0" y="59689"/>
                  </a:lnTo>
                  <a:lnTo>
                    <a:pt x="0" y="60960"/>
                  </a:lnTo>
                  <a:lnTo>
                    <a:pt x="3809" y="60960"/>
                  </a:lnTo>
                  <a:lnTo>
                    <a:pt x="3809" y="59689"/>
                  </a:lnTo>
                  <a:close/>
                </a:path>
                <a:path w="191770" h="99060">
                  <a:moveTo>
                    <a:pt x="3809" y="55880"/>
                  </a:moveTo>
                  <a:lnTo>
                    <a:pt x="0" y="55880"/>
                  </a:lnTo>
                  <a:lnTo>
                    <a:pt x="0" y="58547"/>
                  </a:lnTo>
                  <a:lnTo>
                    <a:pt x="3809" y="58547"/>
                  </a:lnTo>
                  <a:lnTo>
                    <a:pt x="3809" y="55880"/>
                  </a:lnTo>
                  <a:close/>
                </a:path>
                <a:path w="191770" h="99060">
                  <a:moveTo>
                    <a:pt x="3809" y="53339"/>
                  </a:moveTo>
                  <a:lnTo>
                    <a:pt x="0" y="53339"/>
                  </a:lnTo>
                  <a:lnTo>
                    <a:pt x="0" y="54610"/>
                  </a:lnTo>
                  <a:lnTo>
                    <a:pt x="3809" y="54610"/>
                  </a:lnTo>
                  <a:lnTo>
                    <a:pt x="3809" y="53339"/>
                  </a:lnTo>
                  <a:close/>
                </a:path>
                <a:path w="191770" h="99060">
                  <a:moveTo>
                    <a:pt x="3809" y="49530"/>
                  </a:moveTo>
                  <a:lnTo>
                    <a:pt x="0" y="49530"/>
                  </a:lnTo>
                  <a:lnTo>
                    <a:pt x="0" y="52197"/>
                  </a:lnTo>
                  <a:lnTo>
                    <a:pt x="3809" y="52197"/>
                  </a:lnTo>
                  <a:lnTo>
                    <a:pt x="3809" y="49530"/>
                  </a:lnTo>
                  <a:close/>
                </a:path>
                <a:path w="191770" h="99060">
                  <a:moveTo>
                    <a:pt x="3809" y="46989"/>
                  </a:moveTo>
                  <a:lnTo>
                    <a:pt x="0" y="46989"/>
                  </a:lnTo>
                  <a:lnTo>
                    <a:pt x="0" y="48260"/>
                  </a:lnTo>
                  <a:lnTo>
                    <a:pt x="3809" y="48260"/>
                  </a:lnTo>
                  <a:lnTo>
                    <a:pt x="3809" y="46989"/>
                  </a:lnTo>
                  <a:close/>
                </a:path>
                <a:path w="191770" h="99060">
                  <a:moveTo>
                    <a:pt x="3809" y="43180"/>
                  </a:moveTo>
                  <a:lnTo>
                    <a:pt x="0" y="43180"/>
                  </a:lnTo>
                  <a:lnTo>
                    <a:pt x="0" y="45847"/>
                  </a:lnTo>
                  <a:lnTo>
                    <a:pt x="3809" y="45847"/>
                  </a:lnTo>
                  <a:lnTo>
                    <a:pt x="3809" y="43180"/>
                  </a:lnTo>
                  <a:close/>
                </a:path>
                <a:path w="191770" h="99060">
                  <a:moveTo>
                    <a:pt x="3809" y="40639"/>
                  </a:moveTo>
                  <a:lnTo>
                    <a:pt x="0" y="40639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40639"/>
                  </a:lnTo>
                  <a:close/>
                </a:path>
                <a:path w="191770" h="99060">
                  <a:moveTo>
                    <a:pt x="3809" y="36830"/>
                  </a:moveTo>
                  <a:lnTo>
                    <a:pt x="0" y="36830"/>
                  </a:lnTo>
                  <a:lnTo>
                    <a:pt x="0" y="39497"/>
                  </a:lnTo>
                  <a:lnTo>
                    <a:pt x="3809" y="39497"/>
                  </a:lnTo>
                  <a:lnTo>
                    <a:pt x="3809" y="36830"/>
                  </a:lnTo>
                  <a:close/>
                </a:path>
                <a:path w="191770" h="99060">
                  <a:moveTo>
                    <a:pt x="3809" y="34289"/>
                  </a:moveTo>
                  <a:lnTo>
                    <a:pt x="0" y="34289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34289"/>
                  </a:lnTo>
                  <a:close/>
                </a:path>
                <a:path w="191770" h="99060">
                  <a:moveTo>
                    <a:pt x="3809" y="30480"/>
                  </a:moveTo>
                  <a:lnTo>
                    <a:pt x="0" y="30480"/>
                  </a:lnTo>
                  <a:lnTo>
                    <a:pt x="0" y="33147"/>
                  </a:lnTo>
                  <a:lnTo>
                    <a:pt x="3809" y="33147"/>
                  </a:lnTo>
                  <a:lnTo>
                    <a:pt x="3809" y="30480"/>
                  </a:lnTo>
                  <a:close/>
                </a:path>
                <a:path w="191770" h="99060">
                  <a:moveTo>
                    <a:pt x="3809" y="27939"/>
                  </a:moveTo>
                  <a:lnTo>
                    <a:pt x="0" y="27939"/>
                  </a:lnTo>
                  <a:lnTo>
                    <a:pt x="0" y="29210"/>
                  </a:lnTo>
                  <a:lnTo>
                    <a:pt x="3809" y="29210"/>
                  </a:lnTo>
                  <a:lnTo>
                    <a:pt x="3809" y="27939"/>
                  </a:lnTo>
                  <a:close/>
                </a:path>
                <a:path w="191770" h="99060">
                  <a:moveTo>
                    <a:pt x="3809" y="24130"/>
                  </a:moveTo>
                  <a:lnTo>
                    <a:pt x="0" y="24130"/>
                  </a:lnTo>
                  <a:lnTo>
                    <a:pt x="0" y="26797"/>
                  </a:lnTo>
                  <a:lnTo>
                    <a:pt x="3809" y="26797"/>
                  </a:lnTo>
                  <a:lnTo>
                    <a:pt x="3809" y="24130"/>
                  </a:lnTo>
                  <a:close/>
                </a:path>
                <a:path w="191770" h="99060">
                  <a:moveTo>
                    <a:pt x="3809" y="21589"/>
                  </a:moveTo>
                  <a:lnTo>
                    <a:pt x="0" y="21589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21589"/>
                  </a:lnTo>
                  <a:close/>
                </a:path>
                <a:path w="191770" h="99060">
                  <a:moveTo>
                    <a:pt x="3809" y="17780"/>
                  </a:moveTo>
                  <a:lnTo>
                    <a:pt x="0" y="17780"/>
                  </a:lnTo>
                  <a:lnTo>
                    <a:pt x="0" y="20447"/>
                  </a:lnTo>
                  <a:lnTo>
                    <a:pt x="3809" y="20447"/>
                  </a:lnTo>
                  <a:lnTo>
                    <a:pt x="3809" y="17780"/>
                  </a:lnTo>
                  <a:close/>
                </a:path>
                <a:path w="191770" h="99060">
                  <a:moveTo>
                    <a:pt x="3809" y="15239"/>
                  </a:moveTo>
                  <a:lnTo>
                    <a:pt x="0" y="15239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5239"/>
                  </a:lnTo>
                  <a:close/>
                </a:path>
                <a:path w="191770" h="99060">
                  <a:moveTo>
                    <a:pt x="3809" y="11430"/>
                  </a:moveTo>
                  <a:lnTo>
                    <a:pt x="0" y="11430"/>
                  </a:lnTo>
                  <a:lnTo>
                    <a:pt x="0" y="14097"/>
                  </a:lnTo>
                  <a:lnTo>
                    <a:pt x="3809" y="14097"/>
                  </a:lnTo>
                  <a:lnTo>
                    <a:pt x="3809" y="11430"/>
                  </a:lnTo>
                  <a:close/>
                </a:path>
                <a:path w="191770" h="99060">
                  <a:moveTo>
                    <a:pt x="3809" y="8889"/>
                  </a:moveTo>
                  <a:lnTo>
                    <a:pt x="0" y="8889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8889"/>
                  </a:lnTo>
                  <a:close/>
                </a:path>
                <a:path w="191770" h="99060">
                  <a:moveTo>
                    <a:pt x="3809" y="5080"/>
                  </a:moveTo>
                  <a:lnTo>
                    <a:pt x="0" y="5080"/>
                  </a:lnTo>
                  <a:lnTo>
                    <a:pt x="0" y="7747"/>
                  </a:lnTo>
                  <a:lnTo>
                    <a:pt x="3809" y="7747"/>
                  </a:lnTo>
                  <a:lnTo>
                    <a:pt x="3809" y="5080"/>
                  </a:lnTo>
                  <a:close/>
                </a:path>
                <a:path w="191770" h="99060">
                  <a:moveTo>
                    <a:pt x="1270" y="1397"/>
                  </a:moveTo>
                  <a:lnTo>
                    <a:pt x="0" y="1397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2539"/>
                  </a:lnTo>
                  <a:lnTo>
                    <a:pt x="1270" y="2539"/>
                  </a:lnTo>
                  <a:lnTo>
                    <a:pt x="1270" y="1397"/>
                  </a:lnTo>
                  <a:close/>
                </a:path>
                <a:path w="191770" h="99060">
                  <a:moveTo>
                    <a:pt x="3809" y="0"/>
                  </a:moveTo>
                  <a:lnTo>
                    <a:pt x="1270" y="0"/>
                  </a:lnTo>
                  <a:lnTo>
                    <a:pt x="1270" y="1397"/>
                  </a:lnTo>
                  <a:lnTo>
                    <a:pt x="3809" y="1397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DAD0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8" name="object 3598"/>
            <p:cNvSpPr/>
            <p:nvPr/>
          </p:nvSpPr>
          <p:spPr>
            <a:xfrm>
              <a:off x="7185660" y="2664587"/>
              <a:ext cx="181610" cy="97790"/>
            </a:xfrm>
            <a:custGeom>
              <a:avLst/>
              <a:gdLst/>
              <a:ahLst/>
              <a:cxnLst/>
              <a:rect l="l" t="t" r="r" b="b"/>
              <a:pathLst>
                <a:path w="181609" h="97789">
                  <a:moveTo>
                    <a:pt x="181610" y="96392"/>
                  </a:moveTo>
                  <a:lnTo>
                    <a:pt x="0" y="96392"/>
                  </a:lnTo>
                  <a:lnTo>
                    <a:pt x="0" y="97662"/>
                  </a:lnTo>
                  <a:lnTo>
                    <a:pt x="181610" y="97662"/>
                  </a:lnTo>
                  <a:lnTo>
                    <a:pt x="181610" y="96392"/>
                  </a:lnTo>
                  <a:close/>
                </a:path>
                <a:path w="181609" h="97789">
                  <a:moveTo>
                    <a:pt x="179070" y="95250"/>
                  </a:moveTo>
                  <a:lnTo>
                    <a:pt x="177800" y="95250"/>
                  </a:lnTo>
                  <a:lnTo>
                    <a:pt x="177800" y="96392"/>
                  </a:lnTo>
                  <a:lnTo>
                    <a:pt x="179070" y="96392"/>
                  </a:lnTo>
                  <a:lnTo>
                    <a:pt x="179070" y="95250"/>
                  </a:lnTo>
                  <a:close/>
                </a:path>
                <a:path w="181609" h="97789">
                  <a:moveTo>
                    <a:pt x="177800" y="93852"/>
                  </a:moveTo>
                  <a:lnTo>
                    <a:pt x="0" y="93852"/>
                  </a:lnTo>
                  <a:lnTo>
                    <a:pt x="0" y="95250"/>
                  </a:lnTo>
                  <a:lnTo>
                    <a:pt x="177800" y="95250"/>
                  </a:lnTo>
                  <a:lnTo>
                    <a:pt x="177800" y="93852"/>
                  </a:lnTo>
                  <a:close/>
                </a:path>
                <a:path w="181609" h="97789">
                  <a:moveTo>
                    <a:pt x="3810" y="90042"/>
                  </a:moveTo>
                  <a:lnTo>
                    <a:pt x="0" y="90042"/>
                  </a:lnTo>
                  <a:lnTo>
                    <a:pt x="0" y="92710"/>
                  </a:lnTo>
                  <a:lnTo>
                    <a:pt x="3810" y="92710"/>
                  </a:lnTo>
                  <a:lnTo>
                    <a:pt x="3810" y="90042"/>
                  </a:lnTo>
                  <a:close/>
                </a:path>
                <a:path w="181609" h="97789">
                  <a:moveTo>
                    <a:pt x="3810" y="87502"/>
                  </a:moveTo>
                  <a:lnTo>
                    <a:pt x="0" y="87502"/>
                  </a:lnTo>
                  <a:lnTo>
                    <a:pt x="0" y="88900"/>
                  </a:lnTo>
                  <a:lnTo>
                    <a:pt x="3810" y="88900"/>
                  </a:lnTo>
                  <a:lnTo>
                    <a:pt x="3810" y="87502"/>
                  </a:lnTo>
                  <a:close/>
                </a:path>
                <a:path w="181609" h="97789">
                  <a:moveTo>
                    <a:pt x="3810" y="83692"/>
                  </a:moveTo>
                  <a:lnTo>
                    <a:pt x="0" y="83692"/>
                  </a:lnTo>
                  <a:lnTo>
                    <a:pt x="0" y="86360"/>
                  </a:lnTo>
                  <a:lnTo>
                    <a:pt x="3810" y="86360"/>
                  </a:lnTo>
                  <a:lnTo>
                    <a:pt x="3810" y="83692"/>
                  </a:lnTo>
                  <a:close/>
                </a:path>
                <a:path w="181609" h="97789">
                  <a:moveTo>
                    <a:pt x="3810" y="81152"/>
                  </a:moveTo>
                  <a:lnTo>
                    <a:pt x="0" y="81152"/>
                  </a:lnTo>
                  <a:lnTo>
                    <a:pt x="0" y="82550"/>
                  </a:lnTo>
                  <a:lnTo>
                    <a:pt x="3810" y="82550"/>
                  </a:lnTo>
                  <a:lnTo>
                    <a:pt x="3810" y="81152"/>
                  </a:lnTo>
                  <a:close/>
                </a:path>
                <a:path w="181609" h="97789">
                  <a:moveTo>
                    <a:pt x="3810" y="77342"/>
                  </a:moveTo>
                  <a:lnTo>
                    <a:pt x="0" y="77342"/>
                  </a:lnTo>
                  <a:lnTo>
                    <a:pt x="0" y="80010"/>
                  </a:lnTo>
                  <a:lnTo>
                    <a:pt x="3810" y="80010"/>
                  </a:lnTo>
                  <a:lnTo>
                    <a:pt x="3810" y="77342"/>
                  </a:lnTo>
                  <a:close/>
                </a:path>
                <a:path w="181609" h="97789">
                  <a:moveTo>
                    <a:pt x="3810" y="74802"/>
                  </a:moveTo>
                  <a:lnTo>
                    <a:pt x="0" y="74802"/>
                  </a:lnTo>
                  <a:lnTo>
                    <a:pt x="0" y="76200"/>
                  </a:lnTo>
                  <a:lnTo>
                    <a:pt x="3810" y="76200"/>
                  </a:lnTo>
                  <a:lnTo>
                    <a:pt x="3810" y="74802"/>
                  </a:lnTo>
                  <a:close/>
                </a:path>
                <a:path w="181609" h="97789">
                  <a:moveTo>
                    <a:pt x="3810" y="70992"/>
                  </a:moveTo>
                  <a:lnTo>
                    <a:pt x="0" y="70992"/>
                  </a:lnTo>
                  <a:lnTo>
                    <a:pt x="0" y="73660"/>
                  </a:lnTo>
                  <a:lnTo>
                    <a:pt x="3810" y="73660"/>
                  </a:lnTo>
                  <a:lnTo>
                    <a:pt x="3810" y="70992"/>
                  </a:lnTo>
                  <a:close/>
                </a:path>
                <a:path w="181609" h="97789">
                  <a:moveTo>
                    <a:pt x="3810" y="68452"/>
                  </a:moveTo>
                  <a:lnTo>
                    <a:pt x="0" y="68452"/>
                  </a:lnTo>
                  <a:lnTo>
                    <a:pt x="0" y="69850"/>
                  </a:lnTo>
                  <a:lnTo>
                    <a:pt x="3810" y="69850"/>
                  </a:lnTo>
                  <a:lnTo>
                    <a:pt x="3810" y="68452"/>
                  </a:lnTo>
                  <a:close/>
                </a:path>
                <a:path w="181609" h="97789">
                  <a:moveTo>
                    <a:pt x="3810" y="64642"/>
                  </a:moveTo>
                  <a:lnTo>
                    <a:pt x="0" y="64642"/>
                  </a:lnTo>
                  <a:lnTo>
                    <a:pt x="0" y="67310"/>
                  </a:lnTo>
                  <a:lnTo>
                    <a:pt x="3810" y="67310"/>
                  </a:lnTo>
                  <a:lnTo>
                    <a:pt x="3810" y="64642"/>
                  </a:lnTo>
                  <a:close/>
                </a:path>
                <a:path w="181609" h="97789">
                  <a:moveTo>
                    <a:pt x="3810" y="62102"/>
                  </a:moveTo>
                  <a:lnTo>
                    <a:pt x="0" y="62102"/>
                  </a:lnTo>
                  <a:lnTo>
                    <a:pt x="0" y="63500"/>
                  </a:lnTo>
                  <a:lnTo>
                    <a:pt x="3810" y="63500"/>
                  </a:lnTo>
                  <a:lnTo>
                    <a:pt x="3810" y="62102"/>
                  </a:lnTo>
                  <a:close/>
                </a:path>
                <a:path w="181609" h="97789">
                  <a:moveTo>
                    <a:pt x="3810" y="58292"/>
                  </a:moveTo>
                  <a:lnTo>
                    <a:pt x="0" y="58292"/>
                  </a:lnTo>
                  <a:lnTo>
                    <a:pt x="0" y="60960"/>
                  </a:lnTo>
                  <a:lnTo>
                    <a:pt x="3810" y="60960"/>
                  </a:lnTo>
                  <a:lnTo>
                    <a:pt x="3810" y="58292"/>
                  </a:lnTo>
                  <a:close/>
                </a:path>
                <a:path w="181609" h="97789">
                  <a:moveTo>
                    <a:pt x="3810" y="55752"/>
                  </a:moveTo>
                  <a:lnTo>
                    <a:pt x="0" y="55752"/>
                  </a:lnTo>
                  <a:lnTo>
                    <a:pt x="0" y="57150"/>
                  </a:lnTo>
                  <a:lnTo>
                    <a:pt x="3810" y="57150"/>
                  </a:lnTo>
                  <a:lnTo>
                    <a:pt x="3810" y="55752"/>
                  </a:lnTo>
                  <a:close/>
                </a:path>
                <a:path w="181609" h="97789">
                  <a:moveTo>
                    <a:pt x="3810" y="51942"/>
                  </a:moveTo>
                  <a:lnTo>
                    <a:pt x="0" y="51942"/>
                  </a:lnTo>
                  <a:lnTo>
                    <a:pt x="0" y="54610"/>
                  </a:lnTo>
                  <a:lnTo>
                    <a:pt x="3810" y="54610"/>
                  </a:lnTo>
                  <a:lnTo>
                    <a:pt x="3810" y="51942"/>
                  </a:lnTo>
                  <a:close/>
                </a:path>
                <a:path w="181609" h="97789">
                  <a:moveTo>
                    <a:pt x="3810" y="49402"/>
                  </a:moveTo>
                  <a:lnTo>
                    <a:pt x="0" y="49402"/>
                  </a:lnTo>
                  <a:lnTo>
                    <a:pt x="0" y="50800"/>
                  </a:lnTo>
                  <a:lnTo>
                    <a:pt x="3810" y="50800"/>
                  </a:lnTo>
                  <a:lnTo>
                    <a:pt x="3810" y="49402"/>
                  </a:lnTo>
                  <a:close/>
                </a:path>
                <a:path w="181609" h="97789">
                  <a:moveTo>
                    <a:pt x="3810" y="45592"/>
                  </a:moveTo>
                  <a:lnTo>
                    <a:pt x="0" y="45592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45592"/>
                  </a:lnTo>
                  <a:close/>
                </a:path>
                <a:path w="181609" h="97789">
                  <a:moveTo>
                    <a:pt x="3810" y="43052"/>
                  </a:moveTo>
                  <a:lnTo>
                    <a:pt x="0" y="43052"/>
                  </a:lnTo>
                  <a:lnTo>
                    <a:pt x="0" y="44450"/>
                  </a:lnTo>
                  <a:lnTo>
                    <a:pt x="3810" y="44450"/>
                  </a:lnTo>
                  <a:lnTo>
                    <a:pt x="3810" y="43052"/>
                  </a:lnTo>
                  <a:close/>
                </a:path>
                <a:path w="181609" h="97789">
                  <a:moveTo>
                    <a:pt x="3810" y="39242"/>
                  </a:moveTo>
                  <a:lnTo>
                    <a:pt x="0" y="39242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9242"/>
                  </a:lnTo>
                  <a:close/>
                </a:path>
                <a:path w="181609" h="97789">
                  <a:moveTo>
                    <a:pt x="3810" y="36702"/>
                  </a:moveTo>
                  <a:lnTo>
                    <a:pt x="0" y="36702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6702"/>
                  </a:lnTo>
                  <a:close/>
                </a:path>
                <a:path w="181609" h="97789">
                  <a:moveTo>
                    <a:pt x="3810" y="32892"/>
                  </a:moveTo>
                  <a:lnTo>
                    <a:pt x="0" y="32892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32892"/>
                  </a:lnTo>
                  <a:close/>
                </a:path>
                <a:path w="181609" h="97789">
                  <a:moveTo>
                    <a:pt x="3810" y="30352"/>
                  </a:moveTo>
                  <a:lnTo>
                    <a:pt x="0" y="30352"/>
                  </a:lnTo>
                  <a:lnTo>
                    <a:pt x="0" y="31750"/>
                  </a:lnTo>
                  <a:lnTo>
                    <a:pt x="3810" y="31750"/>
                  </a:lnTo>
                  <a:lnTo>
                    <a:pt x="3810" y="30352"/>
                  </a:lnTo>
                  <a:close/>
                </a:path>
                <a:path w="181609" h="97789">
                  <a:moveTo>
                    <a:pt x="3810" y="26542"/>
                  </a:moveTo>
                  <a:lnTo>
                    <a:pt x="0" y="26542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6542"/>
                  </a:lnTo>
                  <a:close/>
                </a:path>
                <a:path w="181609" h="97789">
                  <a:moveTo>
                    <a:pt x="3810" y="24002"/>
                  </a:moveTo>
                  <a:lnTo>
                    <a:pt x="0" y="24002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4002"/>
                  </a:lnTo>
                  <a:close/>
                </a:path>
                <a:path w="181609" h="97789">
                  <a:moveTo>
                    <a:pt x="3810" y="20192"/>
                  </a:moveTo>
                  <a:lnTo>
                    <a:pt x="0" y="20192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20192"/>
                  </a:lnTo>
                  <a:close/>
                </a:path>
                <a:path w="181609" h="97789">
                  <a:moveTo>
                    <a:pt x="3810" y="17652"/>
                  </a:moveTo>
                  <a:lnTo>
                    <a:pt x="0" y="17652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7652"/>
                  </a:lnTo>
                  <a:close/>
                </a:path>
                <a:path w="181609" h="97789">
                  <a:moveTo>
                    <a:pt x="3810" y="13842"/>
                  </a:moveTo>
                  <a:lnTo>
                    <a:pt x="0" y="13842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842"/>
                  </a:lnTo>
                  <a:close/>
                </a:path>
                <a:path w="181609" h="97789">
                  <a:moveTo>
                    <a:pt x="3810" y="11302"/>
                  </a:moveTo>
                  <a:lnTo>
                    <a:pt x="0" y="11302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11302"/>
                  </a:lnTo>
                  <a:close/>
                </a:path>
                <a:path w="181609" h="97789">
                  <a:moveTo>
                    <a:pt x="3810" y="7492"/>
                  </a:moveTo>
                  <a:lnTo>
                    <a:pt x="0" y="7492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492"/>
                  </a:lnTo>
                  <a:close/>
                </a:path>
                <a:path w="181609" h="97789">
                  <a:moveTo>
                    <a:pt x="3810" y="4952"/>
                  </a:moveTo>
                  <a:lnTo>
                    <a:pt x="0" y="4952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4952"/>
                  </a:lnTo>
                  <a:close/>
                </a:path>
                <a:path w="181609" h="97789">
                  <a:moveTo>
                    <a:pt x="3810" y="0"/>
                  </a:moveTo>
                  <a:lnTo>
                    <a:pt x="2540" y="0"/>
                  </a:lnTo>
                  <a:lnTo>
                    <a:pt x="2540" y="1142"/>
                  </a:lnTo>
                  <a:lnTo>
                    <a:pt x="0" y="1142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D9CE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9" name="object 3599"/>
            <p:cNvSpPr/>
            <p:nvPr/>
          </p:nvSpPr>
          <p:spPr>
            <a:xfrm>
              <a:off x="7189470" y="2663190"/>
              <a:ext cx="171450" cy="95250"/>
            </a:xfrm>
            <a:custGeom>
              <a:avLst/>
              <a:gdLst/>
              <a:ahLst/>
              <a:cxnLst/>
              <a:rect l="l" t="t" r="r" b="b"/>
              <a:pathLst>
                <a:path w="171450" h="95250">
                  <a:moveTo>
                    <a:pt x="171450" y="94107"/>
                  </a:moveTo>
                  <a:lnTo>
                    <a:pt x="168909" y="94107"/>
                  </a:lnTo>
                  <a:lnTo>
                    <a:pt x="168909" y="95250"/>
                  </a:lnTo>
                  <a:lnTo>
                    <a:pt x="171450" y="95250"/>
                  </a:lnTo>
                  <a:lnTo>
                    <a:pt x="171450" y="94107"/>
                  </a:lnTo>
                  <a:close/>
                </a:path>
                <a:path w="171450" h="95250">
                  <a:moveTo>
                    <a:pt x="3809" y="91439"/>
                  </a:moveTo>
                  <a:lnTo>
                    <a:pt x="0" y="91439"/>
                  </a:lnTo>
                  <a:lnTo>
                    <a:pt x="0" y="94107"/>
                  </a:lnTo>
                  <a:lnTo>
                    <a:pt x="168909" y="94107"/>
                  </a:lnTo>
                  <a:lnTo>
                    <a:pt x="168909" y="92837"/>
                  </a:lnTo>
                  <a:lnTo>
                    <a:pt x="3809" y="92837"/>
                  </a:lnTo>
                  <a:lnTo>
                    <a:pt x="3809" y="91439"/>
                  </a:lnTo>
                  <a:close/>
                </a:path>
                <a:path w="171450" h="95250">
                  <a:moveTo>
                    <a:pt x="3809" y="88900"/>
                  </a:moveTo>
                  <a:lnTo>
                    <a:pt x="0" y="88900"/>
                  </a:lnTo>
                  <a:lnTo>
                    <a:pt x="0" y="90297"/>
                  </a:lnTo>
                  <a:lnTo>
                    <a:pt x="3809" y="90297"/>
                  </a:lnTo>
                  <a:lnTo>
                    <a:pt x="3809" y="88900"/>
                  </a:lnTo>
                  <a:close/>
                </a:path>
                <a:path w="171450" h="95250">
                  <a:moveTo>
                    <a:pt x="3809" y="85089"/>
                  </a:moveTo>
                  <a:lnTo>
                    <a:pt x="0" y="85089"/>
                  </a:lnTo>
                  <a:lnTo>
                    <a:pt x="0" y="87757"/>
                  </a:lnTo>
                  <a:lnTo>
                    <a:pt x="3809" y="87757"/>
                  </a:lnTo>
                  <a:lnTo>
                    <a:pt x="3809" y="85089"/>
                  </a:lnTo>
                  <a:close/>
                </a:path>
                <a:path w="171450" h="95250">
                  <a:moveTo>
                    <a:pt x="3809" y="82550"/>
                  </a:moveTo>
                  <a:lnTo>
                    <a:pt x="0" y="82550"/>
                  </a:lnTo>
                  <a:lnTo>
                    <a:pt x="0" y="83947"/>
                  </a:lnTo>
                  <a:lnTo>
                    <a:pt x="3809" y="83947"/>
                  </a:lnTo>
                  <a:lnTo>
                    <a:pt x="3809" y="82550"/>
                  </a:lnTo>
                  <a:close/>
                </a:path>
                <a:path w="171450" h="95250">
                  <a:moveTo>
                    <a:pt x="3809" y="78739"/>
                  </a:moveTo>
                  <a:lnTo>
                    <a:pt x="0" y="78739"/>
                  </a:lnTo>
                  <a:lnTo>
                    <a:pt x="0" y="81407"/>
                  </a:lnTo>
                  <a:lnTo>
                    <a:pt x="3809" y="81407"/>
                  </a:lnTo>
                  <a:lnTo>
                    <a:pt x="3809" y="78739"/>
                  </a:lnTo>
                  <a:close/>
                </a:path>
                <a:path w="171450" h="95250">
                  <a:moveTo>
                    <a:pt x="3809" y="76200"/>
                  </a:moveTo>
                  <a:lnTo>
                    <a:pt x="0" y="76200"/>
                  </a:lnTo>
                  <a:lnTo>
                    <a:pt x="0" y="77597"/>
                  </a:lnTo>
                  <a:lnTo>
                    <a:pt x="3809" y="77597"/>
                  </a:lnTo>
                  <a:lnTo>
                    <a:pt x="3809" y="76200"/>
                  </a:lnTo>
                  <a:close/>
                </a:path>
                <a:path w="171450" h="95250">
                  <a:moveTo>
                    <a:pt x="3809" y="72389"/>
                  </a:moveTo>
                  <a:lnTo>
                    <a:pt x="0" y="72389"/>
                  </a:lnTo>
                  <a:lnTo>
                    <a:pt x="0" y="75057"/>
                  </a:lnTo>
                  <a:lnTo>
                    <a:pt x="3809" y="75057"/>
                  </a:lnTo>
                  <a:lnTo>
                    <a:pt x="3809" y="72389"/>
                  </a:lnTo>
                  <a:close/>
                </a:path>
                <a:path w="171450" h="95250">
                  <a:moveTo>
                    <a:pt x="3809" y="69850"/>
                  </a:moveTo>
                  <a:lnTo>
                    <a:pt x="0" y="69850"/>
                  </a:lnTo>
                  <a:lnTo>
                    <a:pt x="0" y="71247"/>
                  </a:lnTo>
                  <a:lnTo>
                    <a:pt x="3809" y="71247"/>
                  </a:lnTo>
                  <a:lnTo>
                    <a:pt x="3809" y="69850"/>
                  </a:lnTo>
                  <a:close/>
                </a:path>
                <a:path w="171450" h="95250">
                  <a:moveTo>
                    <a:pt x="3809" y="66039"/>
                  </a:moveTo>
                  <a:lnTo>
                    <a:pt x="0" y="66039"/>
                  </a:lnTo>
                  <a:lnTo>
                    <a:pt x="0" y="68707"/>
                  </a:lnTo>
                  <a:lnTo>
                    <a:pt x="3809" y="68707"/>
                  </a:lnTo>
                  <a:lnTo>
                    <a:pt x="3809" y="66039"/>
                  </a:lnTo>
                  <a:close/>
                </a:path>
                <a:path w="171450" h="95250">
                  <a:moveTo>
                    <a:pt x="3809" y="63500"/>
                  </a:moveTo>
                  <a:lnTo>
                    <a:pt x="0" y="63500"/>
                  </a:lnTo>
                  <a:lnTo>
                    <a:pt x="0" y="64897"/>
                  </a:lnTo>
                  <a:lnTo>
                    <a:pt x="3809" y="64897"/>
                  </a:lnTo>
                  <a:lnTo>
                    <a:pt x="3809" y="63500"/>
                  </a:lnTo>
                  <a:close/>
                </a:path>
                <a:path w="171450" h="95250">
                  <a:moveTo>
                    <a:pt x="3809" y="59689"/>
                  </a:moveTo>
                  <a:lnTo>
                    <a:pt x="0" y="59689"/>
                  </a:lnTo>
                  <a:lnTo>
                    <a:pt x="0" y="62357"/>
                  </a:lnTo>
                  <a:lnTo>
                    <a:pt x="3809" y="62357"/>
                  </a:lnTo>
                  <a:lnTo>
                    <a:pt x="3809" y="59689"/>
                  </a:lnTo>
                  <a:close/>
                </a:path>
                <a:path w="171450" h="95250">
                  <a:moveTo>
                    <a:pt x="3809" y="57150"/>
                  </a:moveTo>
                  <a:lnTo>
                    <a:pt x="0" y="57150"/>
                  </a:lnTo>
                  <a:lnTo>
                    <a:pt x="0" y="58547"/>
                  </a:lnTo>
                  <a:lnTo>
                    <a:pt x="3809" y="58547"/>
                  </a:lnTo>
                  <a:lnTo>
                    <a:pt x="3809" y="57150"/>
                  </a:lnTo>
                  <a:close/>
                </a:path>
                <a:path w="171450" h="95250">
                  <a:moveTo>
                    <a:pt x="3809" y="53339"/>
                  </a:moveTo>
                  <a:lnTo>
                    <a:pt x="0" y="53339"/>
                  </a:lnTo>
                  <a:lnTo>
                    <a:pt x="0" y="56007"/>
                  </a:lnTo>
                  <a:lnTo>
                    <a:pt x="3809" y="56007"/>
                  </a:lnTo>
                  <a:lnTo>
                    <a:pt x="3809" y="53339"/>
                  </a:lnTo>
                  <a:close/>
                </a:path>
                <a:path w="171450" h="95250">
                  <a:moveTo>
                    <a:pt x="3809" y="50800"/>
                  </a:moveTo>
                  <a:lnTo>
                    <a:pt x="0" y="50800"/>
                  </a:lnTo>
                  <a:lnTo>
                    <a:pt x="0" y="52197"/>
                  </a:lnTo>
                  <a:lnTo>
                    <a:pt x="3809" y="52197"/>
                  </a:lnTo>
                  <a:lnTo>
                    <a:pt x="3809" y="50800"/>
                  </a:lnTo>
                  <a:close/>
                </a:path>
                <a:path w="171450" h="95250">
                  <a:moveTo>
                    <a:pt x="3809" y="46989"/>
                  </a:moveTo>
                  <a:lnTo>
                    <a:pt x="0" y="46989"/>
                  </a:lnTo>
                  <a:lnTo>
                    <a:pt x="0" y="49657"/>
                  </a:lnTo>
                  <a:lnTo>
                    <a:pt x="3809" y="49657"/>
                  </a:lnTo>
                  <a:lnTo>
                    <a:pt x="3809" y="46989"/>
                  </a:lnTo>
                  <a:close/>
                </a:path>
                <a:path w="171450" h="95250">
                  <a:moveTo>
                    <a:pt x="3809" y="44450"/>
                  </a:moveTo>
                  <a:lnTo>
                    <a:pt x="0" y="44450"/>
                  </a:lnTo>
                  <a:lnTo>
                    <a:pt x="0" y="45847"/>
                  </a:lnTo>
                  <a:lnTo>
                    <a:pt x="3809" y="45847"/>
                  </a:lnTo>
                  <a:lnTo>
                    <a:pt x="3809" y="44450"/>
                  </a:lnTo>
                  <a:close/>
                </a:path>
                <a:path w="171450" h="95250">
                  <a:moveTo>
                    <a:pt x="3809" y="40639"/>
                  </a:moveTo>
                  <a:lnTo>
                    <a:pt x="0" y="40639"/>
                  </a:lnTo>
                  <a:lnTo>
                    <a:pt x="0" y="43307"/>
                  </a:lnTo>
                  <a:lnTo>
                    <a:pt x="3809" y="43307"/>
                  </a:lnTo>
                  <a:lnTo>
                    <a:pt x="3809" y="40639"/>
                  </a:lnTo>
                  <a:close/>
                </a:path>
                <a:path w="171450" h="95250">
                  <a:moveTo>
                    <a:pt x="3809" y="38100"/>
                  </a:moveTo>
                  <a:lnTo>
                    <a:pt x="0" y="38100"/>
                  </a:lnTo>
                  <a:lnTo>
                    <a:pt x="0" y="39497"/>
                  </a:lnTo>
                  <a:lnTo>
                    <a:pt x="3809" y="39497"/>
                  </a:lnTo>
                  <a:lnTo>
                    <a:pt x="3809" y="38100"/>
                  </a:lnTo>
                  <a:close/>
                </a:path>
                <a:path w="171450" h="95250">
                  <a:moveTo>
                    <a:pt x="3809" y="34289"/>
                  </a:moveTo>
                  <a:lnTo>
                    <a:pt x="0" y="34289"/>
                  </a:lnTo>
                  <a:lnTo>
                    <a:pt x="0" y="36957"/>
                  </a:lnTo>
                  <a:lnTo>
                    <a:pt x="3809" y="36957"/>
                  </a:lnTo>
                  <a:lnTo>
                    <a:pt x="3809" y="34289"/>
                  </a:lnTo>
                  <a:close/>
                </a:path>
                <a:path w="171450" h="95250">
                  <a:moveTo>
                    <a:pt x="3809" y="31750"/>
                  </a:moveTo>
                  <a:lnTo>
                    <a:pt x="0" y="31750"/>
                  </a:lnTo>
                  <a:lnTo>
                    <a:pt x="0" y="33147"/>
                  </a:lnTo>
                  <a:lnTo>
                    <a:pt x="3809" y="33147"/>
                  </a:lnTo>
                  <a:lnTo>
                    <a:pt x="3809" y="31750"/>
                  </a:lnTo>
                  <a:close/>
                </a:path>
                <a:path w="171450" h="95250">
                  <a:moveTo>
                    <a:pt x="3809" y="27939"/>
                  </a:moveTo>
                  <a:lnTo>
                    <a:pt x="0" y="27939"/>
                  </a:lnTo>
                  <a:lnTo>
                    <a:pt x="0" y="30607"/>
                  </a:lnTo>
                  <a:lnTo>
                    <a:pt x="3809" y="30607"/>
                  </a:lnTo>
                  <a:lnTo>
                    <a:pt x="3809" y="27939"/>
                  </a:lnTo>
                  <a:close/>
                </a:path>
                <a:path w="171450" h="95250">
                  <a:moveTo>
                    <a:pt x="3809" y="25400"/>
                  </a:moveTo>
                  <a:lnTo>
                    <a:pt x="0" y="25400"/>
                  </a:lnTo>
                  <a:lnTo>
                    <a:pt x="0" y="26797"/>
                  </a:lnTo>
                  <a:lnTo>
                    <a:pt x="3809" y="26797"/>
                  </a:lnTo>
                  <a:lnTo>
                    <a:pt x="3809" y="25400"/>
                  </a:lnTo>
                  <a:close/>
                </a:path>
                <a:path w="171450" h="95250">
                  <a:moveTo>
                    <a:pt x="3809" y="21589"/>
                  </a:moveTo>
                  <a:lnTo>
                    <a:pt x="0" y="21589"/>
                  </a:lnTo>
                  <a:lnTo>
                    <a:pt x="0" y="24257"/>
                  </a:lnTo>
                  <a:lnTo>
                    <a:pt x="3809" y="24257"/>
                  </a:lnTo>
                  <a:lnTo>
                    <a:pt x="3809" y="21589"/>
                  </a:lnTo>
                  <a:close/>
                </a:path>
                <a:path w="171450" h="95250">
                  <a:moveTo>
                    <a:pt x="3809" y="19050"/>
                  </a:moveTo>
                  <a:lnTo>
                    <a:pt x="0" y="19050"/>
                  </a:lnTo>
                  <a:lnTo>
                    <a:pt x="0" y="20447"/>
                  </a:lnTo>
                  <a:lnTo>
                    <a:pt x="3809" y="20447"/>
                  </a:lnTo>
                  <a:lnTo>
                    <a:pt x="3809" y="19050"/>
                  </a:lnTo>
                  <a:close/>
                </a:path>
                <a:path w="171450" h="95250">
                  <a:moveTo>
                    <a:pt x="3809" y="15239"/>
                  </a:moveTo>
                  <a:lnTo>
                    <a:pt x="0" y="15239"/>
                  </a:lnTo>
                  <a:lnTo>
                    <a:pt x="0" y="17907"/>
                  </a:lnTo>
                  <a:lnTo>
                    <a:pt x="3809" y="17907"/>
                  </a:lnTo>
                  <a:lnTo>
                    <a:pt x="3809" y="15239"/>
                  </a:lnTo>
                  <a:close/>
                </a:path>
                <a:path w="171450" h="95250">
                  <a:moveTo>
                    <a:pt x="3809" y="12700"/>
                  </a:moveTo>
                  <a:lnTo>
                    <a:pt x="0" y="12700"/>
                  </a:lnTo>
                  <a:lnTo>
                    <a:pt x="0" y="14097"/>
                  </a:lnTo>
                  <a:lnTo>
                    <a:pt x="3809" y="14097"/>
                  </a:lnTo>
                  <a:lnTo>
                    <a:pt x="3809" y="12700"/>
                  </a:lnTo>
                  <a:close/>
                </a:path>
                <a:path w="171450" h="95250">
                  <a:moveTo>
                    <a:pt x="3809" y="8889"/>
                  </a:moveTo>
                  <a:lnTo>
                    <a:pt x="0" y="8889"/>
                  </a:lnTo>
                  <a:lnTo>
                    <a:pt x="0" y="11557"/>
                  </a:lnTo>
                  <a:lnTo>
                    <a:pt x="3809" y="11557"/>
                  </a:lnTo>
                  <a:lnTo>
                    <a:pt x="3809" y="8889"/>
                  </a:lnTo>
                  <a:close/>
                </a:path>
                <a:path w="171450" h="95250">
                  <a:moveTo>
                    <a:pt x="3809" y="6350"/>
                  </a:moveTo>
                  <a:lnTo>
                    <a:pt x="0" y="6350"/>
                  </a:lnTo>
                  <a:lnTo>
                    <a:pt x="0" y="7747"/>
                  </a:lnTo>
                  <a:lnTo>
                    <a:pt x="3809" y="7747"/>
                  </a:lnTo>
                  <a:lnTo>
                    <a:pt x="3809" y="6350"/>
                  </a:lnTo>
                  <a:close/>
                </a:path>
                <a:path w="171450" h="95250">
                  <a:moveTo>
                    <a:pt x="3809" y="2539"/>
                  </a:moveTo>
                  <a:lnTo>
                    <a:pt x="0" y="2539"/>
                  </a:lnTo>
                  <a:lnTo>
                    <a:pt x="0" y="5207"/>
                  </a:lnTo>
                  <a:lnTo>
                    <a:pt x="3809" y="5207"/>
                  </a:lnTo>
                  <a:lnTo>
                    <a:pt x="3809" y="2539"/>
                  </a:lnTo>
                  <a:close/>
                </a:path>
                <a:path w="171450" h="95250">
                  <a:moveTo>
                    <a:pt x="3809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3809" y="1397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D8CD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0" name="object 3600"/>
            <p:cNvSpPr/>
            <p:nvPr/>
          </p:nvSpPr>
          <p:spPr>
            <a:xfrm>
              <a:off x="7193280" y="2662046"/>
              <a:ext cx="163830" cy="93980"/>
            </a:xfrm>
            <a:custGeom>
              <a:avLst/>
              <a:gdLst/>
              <a:ahLst/>
              <a:cxnLst/>
              <a:rect l="l" t="t" r="r" b="b"/>
              <a:pathLst>
                <a:path w="163829" h="93980">
                  <a:moveTo>
                    <a:pt x="2540" y="86233"/>
                  </a:moveTo>
                  <a:lnTo>
                    <a:pt x="0" y="86233"/>
                  </a:lnTo>
                  <a:lnTo>
                    <a:pt x="0" y="88900"/>
                  </a:lnTo>
                  <a:lnTo>
                    <a:pt x="2540" y="88900"/>
                  </a:lnTo>
                  <a:lnTo>
                    <a:pt x="2540" y="86233"/>
                  </a:lnTo>
                  <a:close/>
                </a:path>
                <a:path w="163829" h="93980">
                  <a:moveTo>
                    <a:pt x="2540" y="83693"/>
                  </a:moveTo>
                  <a:lnTo>
                    <a:pt x="0" y="83693"/>
                  </a:lnTo>
                  <a:lnTo>
                    <a:pt x="0" y="85090"/>
                  </a:lnTo>
                  <a:lnTo>
                    <a:pt x="2540" y="85090"/>
                  </a:lnTo>
                  <a:lnTo>
                    <a:pt x="2540" y="83693"/>
                  </a:lnTo>
                  <a:close/>
                </a:path>
                <a:path w="163829" h="93980">
                  <a:moveTo>
                    <a:pt x="2540" y="79883"/>
                  </a:moveTo>
                  <a:lnTo>
                    <a:pt x="0" y="79883"/>
                  </a:lnTo>
                  <a:lnTo>
                    <a:pt x="0" y="82550"/>
                  </a:lnTo>
                  <a:lnTo>
                    <a:pt x="2540" y="82550"/>
                  </a:lnTo>
                  <a:lnTo>
                    <a:pt x="2540" y="79883"/>
                  </a:lnTo>
                  <a:close/>
                </a:path>
                <a:path w="163829" h="93980">
                  <a:moveTo>
                    <a:pt x="2540" y="77343"/>
                  </a:moveTo>
                  <a:lnTo>
                    <a:pt x="0" y="77343"/>
                  </a:lnTo>
                  <a:lnTo>
                    <a:pt x="0" y="78740"/>
                  </a:lnTo>
                  <a:lnTo>
                    <a:pt x="2540" y="78740"/>
                  </a:lnTo>
                  <a:lnTo>
                    <a:pt x="2540" y="77343"/>
                  </a:lnTo>
                  <a:close/>
                </a:path>
                <a:path w="163829" h="93980">
                  <a:moveTo>
                    <a:pt x="2540" y="73533"/>
                  </a:moveTo>
                  <a:lnTo>
                    <a:pt x="0" y="73533"/>
                  </a:lnTo>
                  <a:lnTo>
                    <a:pt x="0" y="76200"/>
                  </a:lnTo>
                  <a:lnTo>
                    <a:pt x="2540" y="76200"/>
                  </a:lnTo>
                  <a:lnTo>
                    <a:pt x="2540" y="73533"/>
                  </a:lnTo>
                  <a:close/>
                </a:path>
                <a:path w="163829" h="93980">
                  <a:moveTo>
                    <a:pt x="2540" y="70993"/>
                  </a:moveTo>
                  <a:lnTo>
                    <a:pt x="0" y="70993"/>
                  </a:lnTo>
                  <a:lnTo>
                    <a:pt x="0" y="72390"/>
                  </a:lnTo>
                  <a:lnTo>
                    <a:pt x="2540" y="72390"/>
                  </a:lnTo>
                  <a:lnTo>
                    <a:pt x="2540" y="70993"/>
                  </a:lnTo>
                  <a:close/>
                </a:path>
                <a:path w="163829" h="93980">
                  <a:moveTo>
                    <a:pt x="2540" y="67183"/>
                  </a:moveTo>
                  <a:lnTo>
                    <a:pt x="0" y="67183"/>
                  </a:lnTo>
                  <a:lnTo>
                    <a:pt x="0" y="69850"/>
                  </a:lnTo>
                  <a:lnTo>
                    <a:pt x="2540" y="69850"/>
                  </a:lnTo>
                  <a:lnTo>
                    <a:pt x="2540" y="67183"/>
                  </a:lnTo>
                  <a:close/>
                </a:path>
                <a:path w="163829" h="93980">
                  <a:moveTo>
                    <a:pt x="2540" y="64643"/>
                  </a:moveTo>
                  <a:lnTo>
                    <a:pt x="0" y="64643"/>
                  </a:lnTo>
                  <a:lnTo>
                    <a:pt x="0" y="66040"/>
                  </a:lnTo>
                  <a:lnTo>
                    <a:pt x="2540" y="66040"/>
                  </a:lnTo>
                  <a:lnTo>
                    <a:pt x="2540" y="64643"/>
                  </a:lnTo>
                  <a:close/>
                </a:path>
                <a:path w="163829" h="93980">
                  <a:moveTo>
                    <a:pt x="2540" y="60833"/>
                  </a:moveTo>
                  <a:lnTo>
                    <a:pt x="0" y="60833"/>
                  </a:lnTo>
                  <a:lnTo>
                    <a:pt x="0" y="63500"/>
                  </a:lnTo>
                  <a:lnTo>
                    <a:pt x="2540" y="63500"/>
                  </a:lnTo>
                  <a:lnTo>
                    <a:pt x="2540" y="60833"/>
                  </a:lnTo>
                  <a:close/>
                </a:path>
                <a:path w="163829" h="93980">
                  <a:moveTo>
                    <a:pt x="2540" y="58293"/>
                  </a:moveTo>
                  <a:lnTo>
                    <a:pt x="0" y="58293"/>
                  </a:lnTo>
                  <a:lnTo>
                    <a:pt x="0" y="59690"/>
                  </a:lnTo>
                  <a:lnTo>
                    <a:pt x="2540" y="59690"/>
                  </a:lnTo>
                  <a:lnTo>
                    <a:pt x="2540" y="58293"/>
                  </a:lnTo>
                  <a:close/>
                </a:path>
                <a:path w="163829" h="93980">
                  <a:moveTo>
                    <a:pt x="2540" y="54483"/>
                  </a:moveTo>
                  <a:lnTo>
                    <a:pt x="0" y="54483"/>
                  </a:lnTo>
                  <a:lnTo>
                    <a:pt x="0" y="57150"/>
                  </a:lnTo>
                  <a:lnTo>
                    <a:pt x="2540" y="57150"/>
                  </a:lnTo>
                  <a:lnTo>
                    <a:pt x="2540" y="54483"/>
                  </a:lnTo>
                  <a:close/>
                </a:path>
                <a:path w="163829" h="93980">
                  <a:moveTo>
                    <a:pt x="2540" y="51943"/>
                  </a:moveTo>
                  <a:lnTo>
                    <a:pt x="0" y="51943"/>
                  </a:lnTo>
                  <a:lnTo>
                    <a:pt x="0" y="53340"/>
                  </a:lnTo>
                  <a:lnTo>
                    <a:pt x="2540" y="53340"/>
                  </a:lnTo>
                  <a:lnTo>
                    <a:pt x="2540" y="51943"/>
                  </a:lnTo>
                  <a:close/>
                </a:path>
                <a:path w="163829" h="93980">
                  <a:moveTo>
                    <a:pt x="2540" y="48133"/>
                  </a:moveTo>
                  <a:lnTo>
                    <a:pt x="0" y="48133"/>
                  </a:lnTo>
                  <a:lnTo>
                    <a:pt x="0" y="50800"/>
                  </a:lnTo>
                  <a:lnTo>
                    <a:pt x="2540" y="50800"/>
                  </a:lnTo>
                  <a:lnTo>
                    <a:pt x="2540" y="48133"/>
                  </a:lnTo>
                  <a:close/>
                </a:path>
                <a:path w="163829" h="93980">
                  <a:moveTo>
                    <a:pt x="2540" y="45593"/>
                  </a:moveTo>
                  <a:lnTo>
                    <a:pt x="0" y="45593"/>
                  </a:lnTo>
                  <a:lnTo>
                    <a:pt x="0" y="46990"/>
                  </a:lnTo>
                  <a:lnTo>
                    <a:pt x="2540" y="46990"/>
                  </a:lnTo>
                  <a:lnTo>
                    <a:pt x="2540" y="45593"/>
                  </a:lnTo>
                  <a:close/>
                </a:path>
                <a:path w="163829" h="93980">
                  <a:moveTo>
                    <a:pt x="2540" y="41783"/>
                  </a:moveTo>
                  <a:lnTo>
                    <a:pt x="0" y="41783"/>
                  </a:lnTo>
                  <a:lnTo>
                    <a:pt x="0" y="44450"/>
                  </a:lnTo>
                  <a:lnTo>
                    <a:pt x="2540" y="44450"/>
                  </a:lnTo>
                  <a:lnTo>
                    <a:pt x="2540" y="41783"/>
                  </a:lnTo>
                  <a:close/>
                </a:path>
                <a:path w="163829" h="93980">
                  <a:moveTo>
                    <a:pt x="2540" y="39243"/>
                  </a:moveTo>
                  <a:lnTo>
                    <a:pt x="0" y="39243"/>
                  </a:lnTo>
                  <a:lnTo>
                    <a:pt x="0" y="40640"/>
                  </a:lnTo>
                  <a:lnTo>
                    <a:pt x="2540" y="40640"/>
                  </a:lnTo>
                  <a:lnTo>
                    <a:pt x="2540" y="39243"/>
                  </a:lnTo>
                  <a:close/>
                </a:path>
                <a:path w="163829" h="93980">
                  <a:moveTo>
                    <a:pt x="2540" y="35433"/>
                  </a:moveTo>
                  <a:lnTo>
                    <a:pt x="0" y="35433"/>
                  </a:lnTo>
                  <a:lnTo>
                    <a:pt x="0" y="38100"/>
                  </a:lnTo>
                  <a:lnTo>
                    <a:pt x="2540" y="38100"/>
                  </a:lnTo>
                  <a:lnTo>
                    <a:pt x="2540" y="35433"/>
                  </a:lnTo>
                  <a:close/>
                </a:path>
                <a:path w="163829" h="93980">
                  <a:moveTo>
                    <a:pt x="2540" y="32893"/>
                  </a:moveTo>
                  <a:lnTo>
                    <a:pt x="0" y="32893"/>
                  </a:lnTo>
                  <a:lnTo>
                    <a:pt x="0" y="34290"/>
                  </a:lnTo>
                  <a:lnTo>
                    <a:pt x="2540" y="34290"/>
                  </a:lnTo>
                  <a:lnTo>
                    <a:pt x="2540" y="32893"/>
                  </a:lnTo>
                  <a:close/>
                </a:path>
                <a:path w="163829" h="93980">
                  <a:moveTo>
                    <a:pt x="2540" y="29083"/>
                  </a:moveTo>
                  <a:lnTo>
                    <a:pt x="0" y="29083"/>
                  </a:lnTo>
                  <a:lnTo>
                    <a:pt x="0" y="31750"/>
                  </a:lnTo>
                  <a:lnTo>
                    <a:pt x="2540" y="31750"/>
                  </a:lnTo>
                  <a:lnTo>
                    <a:pt x="2540" y="29083"/>
                  </a:lnTo>
                  <a:close/>
                </a:path>
                <a:path w="163829" h="93980">
                  <a:moveTo>
                    <a:pt x="2540" y="26543"/>
                  </a:moveTo>
                  <a:lnTo>
                    <a:pt x="0" y="26543"/>
                  </a:lnTo>
                  <a:lnTo>
                    <a:pt x="0" y="27940"/>
                  </a:lnTo>
                  <a:lnTo>
                    <a:pt x="2540" y="27940"/>
                  </a:lnTo>
                  <a:lnTo>
                    <a:pt x="2540" y="26543"/>
                  </a:lnTo>
                  <a:close/>
                </a:path>
                <a:path w="163829" h="93980">
                  <a:moveTo>
                    <a:pt x="2540" y="22733"/>
                  </a:moveTo>
                  <a:lnTo>
                    <a:pt x="0" y="22733"/>
                  </a:lnTo>
                  <a:lnTo>
                    <a:pt x="0" y="25400"/>
                  </a:lnTo>
                  <a:lnTo>
                    <a:pt x="2540" y="25400"/>
                  </a:lnTo>
                  <a:lnTo>
                    <a:pt x="2540" y="22733"/>
                  </a:lnTo>
                  <a:close/>
                </a:path>
                <a:path w="163829" h="93980">
                  <a:moveTo>
                    <a:pt x="2540" y="20193"/>
                  </a:moveTo>
                  <a:lnTo>
                    <a:pt x="0" y="20193"/>
                  </a:lnTo>
                  <a:lnTo>
                    <a:pt x="0" y="21590"/>
                  </a:lnTo>
                  <a:lnTo>
                    <a:pt x="2540" y="21590"/>
                  </a:lnTo>
                  <a:lnTo>
                    <a:pt x="2540" y="20193"/>
                  </a:lnTo>
                  <a:close/>
                </a:path>
                <a:path w="163829" h="93980">
                  <a:moveTo>
                    <a:pt x="2540" y="16383"/>
                  </a:moveTo>
                  <a:lnTo>
                    <a:pt x="0" y="16383"/>
                  </a:lnTo>
                  <a:lnTo>
                    <a:pt x="0" y="19050"/>
                  </a:lnTo>
                  <a:lnTo>
                    <a:pt x="2540" y="19050"/>
                  </a:lnTo>
                  <a:lnTo>
                    <a:pt x="2540" y="16383"/>
                  </a:lnTo>
                  <a:close/>
                </a:path>
                <a:path w="163829" h="93980">
                  <a:moveTo>
                    <a:pt x="2540" y="13843"/>
                  </a:moveTo>
                  <a:lnTo>
                    <a:pt x="0" y="13843"/>
                  </a:lnTo>
                  <a:lnTo>
                    <a:pt x="0" y="15240"/>
                  </a:lnTo>
                  <a:lnTo>
                    <a:pt x="2540" y="15240"/>
                  </a:lnTo>
                  <a:lnTo>
                    <a:pt x="2540" y="13843"/>
                  </a:lnTo>
                  <a:close/>
                </a:path>
                <a:path w="163829" h="93980">
                  <a:moveTo>
                    <a:pt x="2540" y="10033"/>
                  </a:moveTo>
                  <a:lnTo>
                    <a:pt x="0" y="10033"/>
                  </a:lnTo>
                  <a:lnTo>
                    <a:pt x="0" y="12700"/>
                  </a:lnTo>
                  <a:lnTo>
                    <a:pt x="2540" y="12700"/>
                  </a:lnTo>
                  <a:lnTo>
                    <a:pt x="2540" y="10033"/>
                  </a:lnTo>
                  <a:close/>
                </a:path>
                <a:path w="163829" h="93980">
                  <a:moveTo>
                    <a:pt x="2540" y="7493"/>
                  </a:moveTo>
                  <a:lnTo>
                    <a:pt x="0" y="7493"/>
                  </a:lnTo>
                  <a:lnTo>
                    <a:pt x="0" y="8890"/>
                  </a:lnTo>
                  <a:lnTo>
                    <a:pt x="2540" y="8890"/>
                  </a:lnTo>
                  <a:lnTo>
                    <a:pt x="2540" y="7493"/>
                  </a:lnTo>
                  <a:close/>
                </a:path>
                <a:path w="163829" h="93980">
                  <a:moveTo>
                    <a:pt x="2540" y="3683"/>
                  </a:moveTo>
                  <a:lnTo>
                    <a:pt x="0" y="3683"/>
                  </a:lnTo>
                  <a:lnTo>
                    <a:pt x="0" y="6350"/>
                  </a:lnTo>
                  <a:lnTo>
                    <a:pt x="2540" y="6350"/>
                  </a:lnTo>
                  <a:lnTo>
                    <a:pt x="2540" y="3683"/>
                  </a:lnTo>
                  <a:close/>
                </a:path>
                <a:path w="163829" h="93980">
                  <a:moveTo>
                    <a:pt x="254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540" y="2540"/>
                  </a:lnTo>
                  <a:lnTo>
                    <a:pt x="2540" y="0"/>
                  </a:lnTo>
                  <a:close/>
                </a:path>
                <a:path w="163829" h="93980">
                  <a:moveTo>
                    <a:pt x="158750" y="90043"/>
                  </a:moveTo>
                  <a:lnTo>
                    <a:pt x="0" y="90043"/>
                  </a:lnTo>
                  <a:lnTo>
                    <a:pt x="0" y="91440"/>
                  </a:lnTo>
                  <a:lnTo>
                    <a:pt x="158750" y="91440"/>
                  </a:lnTo>
                  <a:lnTo>
                    <a:pt x="158750" y="90043"/>
                  </a:lnTo>
                  <a:close/>
                </a:path>
                <a:path w="163829" h="93980">
                  <a:moveTo>
                    <a:pt x="163830" y="92583"/>
                  </a:moveTo>
                  <a:lnTo>
                    <a:pt x="161277" y="92583"/>
                  </a:lnTo>
                  <a:lnTo>
                    <a:pt x="161277" y="91440"/>
                  </a:lnTo>
                  <a:lnTo>
                    <a:pt x="158750" y="91440"/>
                  </a:lnTo>
                  <a:lnTo>
                    <a:pt x="158750" y="92583"/>
                  </a:lnTo>
                  <a:lnTo>
                    <a:pt x="0" y="92583"/>
                  </a:lnTo>
                  <a:lnTo>
                    <a:pt x="0" y="93853"/>
                  </a:lnTo>
                  <a:lnTo>
                    <a:pt x="163830" y="93853"/>
                  </a:lnTo>
                  <a:lnTo>
                    <a:pt x="163830" y="92583"/>
                  </a:lnTo>
                  <a:close/>
                </a:path>
              </a:pathLst>
            </a:custGeom>
            <a:solidFill>
              <a:srgbClr val="D7CC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1" name="object 3601"/>
            <p:cNvSpPr/>
            <p:nvPr/>
          </p:nvSpPr>
          <p:spPr>
            <a:xfrm>
              <a:off x="7195820" y="2660777"/>
              <a:ext cx="153670" cy="91440"/>
            </a:xfrm>
            <a:custGeom>
              <a:avLst/>
              <a:gdLst/>
              <a:ahLst/>
              <a:cxnLst/>
              <a:rect l="l" t="t" r="r" b="b"/>
              <a:pathLst>
                <a:path w="153670" h="91439">
                  <a:moveTo>
                    <a:pt x="153670" y="90170"/>
                  </a:moveTo>
                  <a:lnTo>
                    <a:pt x="152399" y="90170"/>
                  </a:lnTo>
                  <a:lnTo>
                    <a:pt x="152399" y="91312"/>
                  </a:lnTo>
                  <a:lnTo>
                    <a:pt x="153670" y="91312"/>
                  </a:lnTo>
                  <a:lnTo>
                    <a:pt x="153670" y="90170"/>
                  </a:lnTo>
                  <a:close/>
                </a:path>
                <a:path w="153670" h="91439">
                  <a:moveTo>
                    <a:pt x="149859" y="87502"/>
                  </a:moveTo>
                  <a:lnTo>
                    <a:pt x="0" y="87502"/>
                  </a:lnTo>
                  <a:lnTo>
                    <a:pt x="0" y="90170"/>
                  </a:lnTo>
                  <a:lnTo>
                    <a:pt x="152399" y="90170"/>
                  </a:lnTo>
                  <a:lnTo>
                    <a:pt x="152399" y="88900"/>
                  </a:lnTo>
                  <a:lnTo>
                    <a:pt x="149859" y="88900"/>
                  </a:lnTo>
                  <a:lnTo>
                    <a:pt x="149859" y="87502"/>
                  </a:lnTo>
                  <a:close/>
                </a:path>
                <a:path w="153670" h="91439">
                  <a:moveTo>
                    <a:pt x="5079" y="84962"/>
                  </a:moveTo>
                  <a:lnTo>
                    <a:pt x="0" y="84962"/>
                  </a:lnTo>
                  <a:lnTo>
                    <a:pt x="0" y="86360"/>
                  </a:lnTo>
                  <a:lnTo>
                    <a:pt x="5079" y="86360"/>
                  </a:lnTo>
                  <a:lnTo>
                    <a:pt x="5079" y="84962"/>
                  </a:lnTo>
                  <a:close/>
                </a:path>
                <a:path w="153670" h="91439">
                  <a:moveTo>
                    <a:pt x="5079" y="81152"/>
                  </a:moveTo>
                  <a:lnTo>
                    <a:pt x="0" y="81152"/>
                  </a:lnTo>
                  <a:lnTo>
                    <a:pt x="0" y="83820"/>
                  </a:lnTo>
                  <a:lnTo>
                    <a:pt x="5079" y="83820"/>
                  </a:lnTo>
                  <a:lnTo>
                    <a:pt x="5079" y="81152"/>
                  </a:lnTo>
                  <a:close/>
                </a:path>
                <a:path w="153670" h="91439">
                  <a:moveTo>
                    <a:pt x="5079" y="78612"/>
                  </a:moveTo>
                  <a:lnTo>
                    <a:pt x="0" y="78612"/>
                  </a:lnTo>
                  <a:lnTo>
                    <a:pt x="0" y="80010"/>
                  </a:lnTo>
                  <a:lnTo>
                    <a:pt x="5079" y="80010"/>
                  </a:lnTo>
                  <a:lnTo>
                    <a:pt x="5079" y="78612"/>
                  </a:lnTo>
                  <a:close/>
                </a:path>
                <a:path w="153670" h="91439">
                  <a:moveTo>
                    <a:pt x="5079" y="74802"/>
                  </a:moveTo>
                  <a:lnTo>
                    <a:pt x="0" y="74802"/>
                  </a:lnTo>
                  <a:lnTo>
                    <a:pt x="0" y="77470"/>
                  </a:lnTo>
                  <a:lnTo>
                    <a:pt x="5079" y="77470"/>
                  </a:lnTo>
                  <a:lnTo>
                    <a:pt x="5079" y="74802"/>
                  </a:lnTo>
                  <a:close/>
                </a:path>
                <a:path w="153670" h="91439">
                  <a:moveTo>
                    <a:pt x="5079" y="72262"/>
                  </a:moveTo>
                  <a:lnTo>
                    <a:pt x="0" y="72262"/>
                  </a:lnTo>
                  <a:lnTo>
                    <a:pt x="0" y="73660"/>
                  </a:lnTo>
                  <a:lnTo>
                    <a:pt x="5079" y="73660"/>
                  </a:lnTo>
                  <a:lnTo>
                    <a:pt x="5079" y="72262"/>
                  </a:lnTo>
                  <a:close/>
                </a:path>
                <a:path w="153670" h="91439">
                  <a:moveTo>
                    <a:pt x="5079" y="68452"/>
                  </a:moveTo>
                  <a:lnTo>
                    <a:pt x="0" y="68452"/>
                  </a:lnTo>
                  <a:lnTo>
                    <a:pt x="0" y="71120"/>
                  </a:lnTo>
                  <a:lnTo>
                    <a:pt x="5079" y="71120"/>
                  </a:lnTo>
                  <a:lnTo>
                    <a:pt x="5079" y="68452"/>
                  </a:lnTo>
                  <a:close/>
                </a:path>
                <a:path w="153670" h="91439">
                  <a:moveTo>
                    <a:pt x="5079" y="65912"/>
                  </a:moveTo>
                  <a:lnTo>
                    <a:pt x="0" y="65912"/>
                  </a:lnTo>
                  <a:lnTo>
                    <a:pt x="0" y="67310"/>
                  </a:lnTo>
                  <a:lnTo>
                    <a:pt x="5079" y="67310"/>
                  </a:lnTo>
                  <a:lnTo>
                    <a:pt x="5079" y="65912"/>
                  </a:lnTo>
                  <a:close/>
                </a:path>
                <a:path w="153670" h="91439">
                  <a:moveTo>
                    <a:pt x="5079" y="62102"/>
                  </a:moveTo>
                  <a:lnTo>
                    <a:pt x="0" y="62102"/>
                  </a:lnTo>
                  <a:lnTo>
                    <a:pt x="0" y="64770"/>
                  </a:lnTo>
                  <a:lnTo>
                    <a:pt x="5079" y="64770"/>
                  </a:lnTo>
                  <a:lnTo>
                    <a:pt x="5079" y="62102"/>
                  </a:lnTo>
                  <a:close/>
                </a:path>
                <a:path w="153670" h="91439">
                  <a:moveTo>
                    <a:pt x="5079" y="59562"/>
                  </a:moveTo>
                  <a:lnTo>
                    <a:pt x="0" y="59562"/>
                  </a:lnTo>
                  <a:lnTo>
                    <a:pt x="0" y="60960"/>
                  </a:lnTo>
                  <a:lnTo>
                    <a:pt x="5079" y="60960"/>
                  </a:lnTo>
                  <a:lnTo>
                    <a:pt x="5079" y="59562"/>
                  </a:lnTo>
                  <a:close/>
                </a:path>
                <a:path w="153670" h="91439">
                  <a:moveTo>
                    <a:pt x="5079" y="55752"/>
                  </a:moveTo>
                  <a:lnTo>
                    <a:pt x="0" y="55752"/>
                  </a:lnTo>
                  <a:lnTo>
                    <a:pt x="0" y="58420"/>
                  </a:lnTo>
                  <a:lnTo>
                    <a:pt x="5079" y="58420"/>
                  </a:lnTo>
                  <a:lnTo>
                    <a:pt x="5079" y="55752"/>
                  </a:lnTo>
                  <a:close/>
                </a:path>
                <a:path w="153670" h="91439">
                  <a:moveTo>
                    <a:pt x="5079" y="53212"/>
                  </a:moveTo>
                  <a:lnTo>
                    <a:pt x="0" y="53212"/>
                  </a:lnTo>
                  <a:lnTo>
                    <a:pt x="0" y="54610"/>
                  </a:lnTo>
                  <a:lnTo>
                    <a:pt x="5079" y="54610"/>
                  </a:lnTo>
                  <a:lnTo>
                    <a:pt x="5079" y="53212"/>
                  </a:lnTo>
                  <a:close/>
                </a:path>
                <a:path w="153670" h="91439">
                  <a:moveTo>
                    <a:pt x="5079" y="49402"/>
                  </a:moveTo>
                  <a:lnTo>
                    <a:pt x="0" y="49402"/>
                  </a:lnTo>
                  <a:lnTo>
                    <a:pt x="0" y="52070"/>
                  </a:lnTo>
                  <a:lnTo>
                    <a:pt x="5079" y="52070"/>
                  </a:lnTo>
                  <a:lnTo>
                    <a:pt x="5079" y="49402"/>
                  </a:lnTo>
                  <a:close/>
                </a:path>
                <a:path w="153670" h="91439">
                  <a:moveTo>
                    <a:pt x="5079" y="46862"/>
                  </a:moveTo>
                  <a:lnTo>
                    <a:pt x="0" y="46862"/>
                  </a:lnTo>
                  <a:lnTo>
                    <a:pt x="0" y="48260"/>
                  </a:lnTo>
                  <a:lnTo>
                    <a:pt x="5079" y="48260"/>
                  </a:lnTo>
                  <a:lnTo>
                    <a:pt x="5079" y="46862"/>
                  </a:lnTo>
                  <a:close/>
                </a:path>
                <a:path w="153670" h="91439">
                  <a:moveTo>
                    <a:pt x="5079" y="43052"/>
                  </a:moveTo>
                  <a:lnTo>
                    <a:pt x="0" y="43052"/>
                  </a:lnTo>
                  <a:lnTo>
                    <a:pt x="0" y="45720"/>
                  </a:lnTo>
                  <a:lnTo>
                    <a:pt x="5079" y="45720"/>
                  </a:lnTo>
                  <a:lnTo>
                    <a:pt x="5079" y="43052"/>
                  </a:lnTo>
                  <a:close/>
                </a:path>
                <a:path w="153670" h="91439">
                  <a:moveTo>
                    <a:pt x="5079" y="40512"/>
                  </a:moveTo>
                  <a:lnTo>
                    <a:pt x="0" y="40512"/>
                  </a:lnTo>
                  <a:lnTo>
                    <a:pt x="0" y="41910"/>
                  </a:lnTo>
                  <a:lnTo>
                    <a:pt x="5079" y="41910"/>
                  </a:lnTo>
                  <a:lnTo>
                    <a:pt x="5079" y="40512"/>
                  </a:lnTo>
                  <a:close/>
                </a:path>
                <a:path w="153670" h="91439">
                  <a:moveTo>
                    <a:pt x="5079" y="36702"/>
                  </a:moveTo>
                  <a:lnTo>
                    <a:pt x="0" y="36702"/>
                  </a:lnTo>
                  <a:lnTo>
                    <a:pt x="0" y="39370"/>
                  </a:lnTo>
                  <a:lnTo>
                    <a:pt x="5079" y="39370"/>
                  </a:lnTo>
                  <a:lnTo>
                    <a:pt x="5079" y="36702"/>
                  </a:lnTo>
                  <a:close/>
                </a:path>
                <a:path w="153670" h="91439">
                  <a:moveTo>
                    <a:pt x="5079" y="34162"/>
                  </a:moveTo>
                  <a:lnTo>
                    <a:pt x="0" y="34162"/>
                  </a:lnTo>
                  <a:lnTo>
                    <a:pt x="0" y="35560"/>
                  </a:lnTo>
                  <a:lnTo>
                    <a:pt x="5079" y="35560"/>
                  </a:lnTo>
                  <a:lnTo>
                    <a:pt x="5079" y="34162"/>
                  </a:lnTo>
                  <a:close/>
                </a:path>
                <a:path w="153670" h="91439">
                  <a:moveTo>
                    <a:pt x="5079" y="30352"/>
                  </a:moveTo>
                  <a:lnTo>
                    <a:pt x="0" y="30352"/>
                  </a:lnTo>
                  <a:lnTo>
                    <a:pt x="0" y="33020"/>
                  </a:lnTo>
                  <a:lnTo>
                    <a:pt x="5079" y="33020"/>
                  </a:lnTo>
                  <a:lnTo>
                    <a:pt x="5079" y="30352"/>
                  </a:lnTo>
                  <a:close/>
                </a:path>
                <a:path w="153670" h="91439">
                  <a:moveTo>
                    <a:pt x="5079" y="27812"/>
                  </a:moveTo>
                  <a:lnTo>
                    <a:pt x="0" y="27812"/>
                  </a:lnTo>
                  <a:lnTo>
                    <a:pt x="0" y="29210"/>
                  </a:lnTo>
                  <a:lnTo>
                    <a:pt x="5079" y="29210"/>
                  </a:lnTo>
                  <a:lnTo>
                    <a:pt x="5079" y="27812"/>
                  </a:lnTo>
                  <a:close/>
                </a:path>
                <a:path w="153670" h="91439">
                  <a:moveTo>
                    <a:pt x="5079" y="24002"/>
                  </a:moveTo>
                  <a:lnTo>
                    <a:pt x="0" y="24002"/>
                  </a:lnTo>
                  <a:lnTo>
                    <a:pt x="0" y="26670"/>
                  </a:lnTo>
                  <a:lnTo>
                    <a:pt x="5079" y="26670"/>
                  </a:lnTo>
                  <a:lnTo>
                    <a:pt x="5079" y="24002"/>
                  </a:lnTo>
                  <a:close/>
                </a:path>
                <a:path w="153670" h="91439">
                  <a:moveTo>
                    <a:pt x="5079" y="21462"/>
                  </a:moveTo>
                  <a:lnTo>
                    <a:pt x="0" y="21462"/>
                  </a:lnTo>
                  <a:lnTo>
                    <a:pt x="0" y="22860"/>
                  </a:lnTo>
                  <a:lnTo>
                    <a:pt x="5079" y="22860"/>
                  </a:lnTo>
                  <a:lnTo>
                    <a:pt x="5079" y="21462"/>
                  </a:lnTo>
                  <a:close/>
                </a:path>
                <a:path w="153670" h="91439">
                  <a:moveTo>
                    <a:pt x="5079" y="17652"/>
                  </a:moveTo>
                  <a:lnTo>
                    <a:pt x="0" y="17652"/>
                  </a:lnTo>
                  <a:lnTo>
                    <a:pt x="0" y="20320"/>
                  </a:lnTo>
                  <a:lnTo>
                    <a:pt x="5079" y="20320"/>
                  </a:lnTo>
                  <a:lnTo>
                    <a:pt x="5079" y="17652"/>
                  </a:lnTo>
                  <a:close/>
                </a:path>
                <a:path w="153670" h="91439">
                  <a:moveTo>
                    <a:pt x="5079" y="15112"/>
                  </a:moveTo>
                  <a:lnTo>
                    <a:pt x="0" y="15112"/>
                  </a:lnTo>
                  <a:lnTo>
                    <a:pt x="0" y="16510"/>
                  </a:lnTo>
                  <a:lnTo>
                    <a:pt x="5079" y="16510"/>
                  </a:lnTo>
                  <a:lnTo>
                    <a:pt x="5079" y="15112"/>
                  </a:lnTo>
                  <a:close/>
                </a:path>
                <a:path w="153670" h="91439">
                  <a:moveTo>
                    <a:pt x="5079" y="11302"/>
                  </a:moveTo>
                  <a:lnTo>
                    <a:pt x="0" y="11302"/>
                  </a:lnTo>
                  <a:lnTo>
                    <a:pt x="0" y="13970"/>
                  </a:lnTo>
                  <a:lnTo>
                    <a:pt x="5079" y="13970"/>
                  </a:lnTo>
                  <a:lnTo>
                    <a:pt x="5079" y="11302"/>
                  </a:lnTo>
                  <a:close/>
                </a:path>
                <a:path w="153670" h="91439">
                  <a:moveTo>
                    <a:pt x="5079" y="8762"/>
                  </a:moveTo>
                  <a:lnTo>
                    <a:pt x="0" y="8762"/>
                  </a:lnTo>
                  <a:lnTo>
                    <a:pt x="0" y="10160"/>
                  </a:lnTo>
                  <a:lnTo>
                    <a:pt x="5079" y="10160"/>
                  </a:lnTo>
                  <a:lnTo>
                    <a:pt x="5079" y="8762"/>
                  </a:lnTo>
                  <a:close/>
                </a:path>
                <a:path w="153670" h="91439">
                  <a:moveTo>
                    <a:pt x="5079" y="4952"/>
                  </a:moveTo>
                  <a:lnTo>
                    <a:pt x="0" y="4952"/>
                  </a:lnTo>
                  <a:lnTo>
                    <a:pt x="0" y="7620"/>
                  </a:lnTo>
                  <a:lnTo>
                    <a:pt x="5079" y="7620"/>
                  </a:lnTo>
                  <a:lnTo>
                    <a:pt x="5079" y="4952"/>
                  </a:lnTo>
                  <a:close/>
                </a:path>
                <a:path w="153670" h="91439">
                  <a:moveTo>
                    <a:pt x="5079" y="2412"/>
                  </a:moveTo>
                  <a:lnTo>
                    <a:pt x="0" y="2412"/>
                  </a:lnTo>
                  <a:lnTo>
                    <a:pt x="0" y="3810"/>
                  </a:lnTo>
                  <a:lnTo>
                    <a:pt x="5079" y="3810"/>
                  </a:lnTo>
                  <a:lnTo>
                    <a:pt x="5079" y="2412"/>
                  </a:lnTo>
                  <a:close/>
                </a:path>
                <a:path w="153670" h="91439">
                  <a:moveTo>
                    <a:pt x="2539" y="1270"/>
                  </a:moveTo>
                  <a:lnTo>
                    <a:pt x="1270" y="1270"/>
                  </a:lnTo>
                  <a:lnTo>
                    <a:pt x="1270" y="2412"/>
                  </a:lnTo>
                  <a:lnTo>
                    <a:pt x="2539" y="2412"/>
                  </a:lnTo>
                  <a:lnTo>
                    <a:pt x="2539" y="1270"/>
                  </a:lnTo>
                  <a:close/>
                </a:path>
                <a:path w="153670" h="91439">
                  <a:moveTo>
                    <a:pt x="12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D6CA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2" name="object 3602"/>
            <p:cNvSpPr/>
            <p:nvPr/>
          </p:nvSpPr>
          <p:spPr>
            <a:xfrm>
              <a:off x="7200900" y="2664586"/>
              <a:ext cx="142240" cy="83820"/>
            </a:xfrm>
            <a:custGeom>
              <a:avLst/>
              <a:gdLst/>
              <a:ahLst/>
              <a:cxnLst/>
              <a:rect l="l" t="t" r="r" b="b"/>
              <a:pathLst>
                <a:path w="142240" h="83819">
                  <a:moveTo>
                    <a:pt x="2540" y="77343"/>
                  </a:moveTo>
                  <a:lnTo>
                    <a:pt x="0" y="77343"/>
                  </a:lnTo>
                  <a:lnTo>
                    <a:pt x="0" y="80010"/>
                  </a:lnTo>
                  <a:lnTo>
                    <a:pt x="2540" y="80010"/>
                  </a:lnTo>
                  <a:lnTo>
                    <a:pt x="2540" y="77343"/>
                  </a:lnTo>
                  <a:close/>
                </a:path>
                <a:path w="142240" h="83819">
                  <a:moveTo>
                    <a:pt x="2540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2540" y="76200"/>
                  </a:lnTo>
                  <a:lnTo>
                    <a:pt x="2540" y="74930"/>
                  </a:lnTo>
                  <a:close/>
                </a:path>
                <a:path w="142240" h="83819">
                  <a:moveTo>
                    <a:pt x="2540" y="70993"/>
                  </a:moveTo>
                  <a:lnTo>
                    <a:pt x="0" y="70993"/>
                  </a:lnTo>
                  <a:lnTo>
                    <a:pt x="0" y="73660"/>
                  </a:lnTo>
                  <a:lnTo>
                    <a:pt x="2540" y="73660"/>
                  </a:lnTo>
                  <a:lnTo>
                    <a:pt x="2540" y="70993"/>
                  </a:lnTo>
                  <a:close/>
                </a:path>
                <a:path w="142240" h="83819">
                  <a:moveTo>
                    <a:pt x="2540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2540" y="69850"/>
                  </a:lnTo>
                  <a:lnTo>
                    <a:pt x="2540" y="68580"/>
                  </a:lnTo>
                  <a:close/>
                </a:path>
                <a:path w="142240" h="83819">
                  <a:moveTo>
                    <a:pt x="2540" y="64643"/>
                  </a:moveTo>
                  <a:lnTo>
                    <a:pt x="0" y="64643"/>
                  </a:lnTo>
                  <a:lnTo>
                    <a:pt x="0" y="67310"/>
                  </a:lnTo>
                  <a:lnTo>
                    <a:pt x="2540" y="67310"/>
                  </a:lnTo>
                  <a:lnTo>
                    <a:pt x="2540" y="64643"/>
                  </a:lnTo>
                  <a:close/>
                </a:path>
                <a:path w="142240" h="83819">
                  <a:moveTo>
                    <a:pt x="254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2540" y="63500"/>
                  </a:lnTo>
                  <a:lnTo>
                    <a:pt x="2540" y="62230"/>
                  </a:lnTo>
                  <a:close/>
                </a:path>
                <a:path w="142240" h="83819">
                  <a:moveTo>
                    <a:pt x="2540" y="58293"/>
                  </a:moveTo>
                  <a:lnTo>
                    <a:pt x="0" y="58293"/>
                  </a:lnTo>
                  <a:lnTo>
                    <a:pt x="0" y="60960"/>
                  </a:lnTo>
                  <a:lnTo>
                    <a:pt x="2540" y="60960"/>
                  </a:lnTo>
                  <a:lnTo>
                    <a:pt x="2540" y="58293"/>
                  </a:lnTo>
                  <a:close/>
                </a:path>
                <a:path w="142240" h="83819">
                  <a:moveTo>
                    <a:pt x="2540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2540" y="57150"/>
                  </a:lnTo>
                  <a:lnTo>
                    <a:pt x="2540" y="55880"/>
                  </a:lnTo>
                  <a:close/>
                </a:path>
                <a:path w="142240" h="83819">
                  <a:moveTo>
                    <a:pt x="2540" y="51943"/>
                  </a:moveTo>
                  <a:lnTo>
                    <a:pt x="0" y="51943"/>
                  </a:lnTo>
                  <a:lnTo>
                    <a:pt x="0" y="54610"/>
                  </a:lnTo>
                  <a:lnTo>
                    <a:pt x="2540" y="54610"/>
                  </a:lnTo>
                  <a:lnTo>
                    <a:pt x="2540" y="51943"/>
                  </a:lnTo>
                  <a:close/>
                </a:path>
                <a:path w="142240" h="83819">
                  <a:moveTo>
                    <a:pt x="2540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2540" y="50800"/>
                  </a:lnTo>
                  <a:lnTo>
                    <a:pt x="2540" y="49530"/>
                  </a:lnTo>
                  <a:close/>
                </a:path>
                <a:path w="142240" h="83819">
                  <a:moveTo>
                    <a:pt x="2540" y="45593"/>
                  </a:moveTo>
                  <a:lnTo>
                    <a:pt x="0" y="45593"/>
                  </a:lnTo>
                  <a:lnTo>
                    <a:pt x="0" y="48260"/>
                  </a:lnTo>
                  <a:lnTo>
                    <a:pt x="2540" y="48260"/>
                  </a:lnTo>
                  <a:lnTo>
                    <a:pt x="2540" y="45593"/>
                  </a:lnTo>
                  <a:close/>
                </a:path>
                <a:path w="142240" h="83819">
                  <a:moveTo>
                    <a:pt x="2540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2540" y="44450"/>
                  </a:lnTo>
                  <a:lnTo>
                    <a:pt x="2540" y="43180"/>
                  </a:lnTo>
                  <a:close/>
                </a:path>
                <a:path w="142240" h="83819">
                  <a:moveTo>
                    <a:pt x="2540" y="39243"/>
                  </a:moveTo>
                  <a:lnTo>
                    <a:pt x="0" y="39243"/>
                  </a:lnTo>
                  <a:lnTo>
                    <a:pt x="0" y="41910"/>
                  </a:lnTo>
                  <a:lnTo>
                    <a:pt x="2540" y="41910"/>
                  </a:lnTo>
                  <a:lnTo>
                    <a:pt x="2540" y="39243"/>
                  </a:lnTo>
                  <a:close/>
                </a:path>
                <a:path w="142240" h="83819">
                  <a:moveTo>
                    <a:pt x="2540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2540" y="38100"/>
                  </a:lnTo>
                  <a:lnTo>
                    <a:pt x="2540" y="36830"/>
                  </a:lnTo>
                  <a:close/>
                </a:path>
                <a:path w="142240" h="83819">
                  <a:moveTo>
                    <a:pt x="2540" y="32893"/>
                  </a:moveTo>
                  <a:lnTo>
                    <a:pt x="0" y="32893"/>
                  </a:lnTo>
                  <a:lnTo>
                    <a:pt x="0" y="35560"/>
                  </a:lnTo>
                  <a:lnTo>
                    <a:pt x="2540" y="35560"/>
                  </a:lnTo>
                  <a:lnTo>
                    <a:pt x="2540" y="32893"/>
                  </a:lnTo>
                  <a:close/>
                </a:path>
                <a:path w="142240" h="83819">
                  <a:moveTo>
                    <a:pt x="2540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2540" y="31750"/>
                  </a:lnTo>
                  <a:lnTo>
                    <a:pt x="2540" y="30480"/>
                  </a:lnTo>
                  <a:close/>
                </a:path>
                <a:path w="142240" h="83819">
                  <a:moveTo>
                    <a:pt x="2540" y="26543"/>
                  </a:moveTo>
                  <a:lnTo>
                    <a:pt x="0" y="26543"/>
                  </a:lnTo>
                  <a:lnTo>
                    <a:pt x="0" y="29210"/>
                  </a:lnTo>
                  <a:lnTo>
                    <a:pt x="2540" y="29210"/>
                  </a:lnTo>
                  <a:lnTo>
                    <a:pt x="2540" y="26543"/>
                  </a:lnTo>
                  <a:close/>
                </a:path>
                <a:path w="142240" h="83819">
                  <a:moveTo>
                    <a:pt x="2540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2540" y="25400"/>
                  </a:lnTo>
                  <a:lnTo>
                    <a:pt x="2540" y="24130"/>
                  </a:lnTo>
                  <a:close/>
                </a:path>
                <a:path w="142240" h="83819">
                  <a:moveTo>
                    <a:pt x="2540" y="20193"/>
                  </a:moveTo>
                  <a:lnTo>
                    <a:pt x="0" y="20193"/>
                  </a:lnTo>
                  <a:lnTo>
                    <a:pt x="0" y="22860"/>
                  </a:lnTo>
                  <a:lnTo>
                    <a:pt x="2540" y="22860"/>
                  </a:lnTo>
                  <a:lnTo>
                    <a:pt x="2540" y="20193"/>
                  </a:lnTo>
                  <a:close/>
                </a:path>
                <a:path w="142240" h="83819">
                  <a:moveTo>
                    <a:pt x="2540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2540" y="19050"/>
                  </a:lnTo>
                  <a:lnTo>
                    <a:pt x="2540" y="17780"/>
                  </a:lnTo>
                  <a:close/>
                </a:path>
                <a:path w="142240" h="83819">
                  <a:moveTo>
                    <a:pt x="2540" y="13843"/>
                  </a:moveTo>
                  <a:lnTo>
                    <a:pt x="0" y="13843"/>
                  </a:lnTo>
                  <a:lnTo>
                    <a:pt x="0" y="16510"/>
                  </a:lnTo>
                  <a:lnTo>
                    <a:pt x="2540" y="16510"/>
                  </a:lnTo>
                  <a:lnTo>
                    <a:pt x="2540" y="13843"/>
                  </a:lnTo>
                  <a:close/>
                </a:path>
                <a:path w="142240" h="83819">
                  <a:moveTo>
                    <a:pt x="2540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2540" y="12700"/>
                  </a:lnTo>
                  <a:lnTo>
                    <a:pt x="2540" y="11430"/>
                  </a:lnTo>
                  <a:close/>
                </a:path>
                <a:path w="142240" h="83819">
                  <a:moveTo>
                    <a:pt x="2540" y="7493"/>
                  </a:moveTo>
                  <a:lnTo>
                    <a:pt x="0" y="7493"/>
                  </a:lnTo>
                  <a:lnTo>
                    <a:pt x="0" y="10160"/>
                  </a:lnTo>
                  <a:lnTo>
                    <a:pt x="2540" y="10160"/>
                  </a:lnTo>
                  <a:lnTo>
                    <a:pt x="2540" y="7493"/>
                  </a:lnTo>
                  <a:close/>
                </a:path>
                <a:path w="142240" h="83819">
                  <a:moveTo>
                    <a:pt x="2540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2540" y="6350"/>
                  </a:lnTo>
                  <a:lnTo>
                    <a:pt x="2540" y="5080"/>
                  </a:lnTo>
                  <a:close/>
                </a:path>
                <a:path w="142240" h="83819">
                  <a:moveTo>
                    <a:pt x="254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40" y="3810"/>
                  </a:lnTo>
                  <a:lnTo>
                    <a:pt x="2540" y="0"/>
                  </a:lnTo>
                  <a:close/>
                </a:path>
                <a:path w="142240" h="83819">
                  <a:moveTo>
                    <a:pt x="140970" y="81280"/>
                  </a:moveTo>
                  <a:lnTo>
                    <a:pt x="138430" y="81280"/>
                  </a:lnTo>
                  <a:lnTo>
                    <a:pt x="138430" y="80010"/>
                  </a:lnTo>
                  <a:lnTo>
                    <a:pt x="135890" y="80010"/>
                  </a:lnTo>
                  <a:lnTo>
                    <a:pt x="135890" y="81280"/>
                  </a:lnTo>
                  <a:lnTo>
                    <a:pt x="0" y="81280"/>
                  </a:lnTo>
                  <a:lnTo>
                    <a:pt x="0" y="82550"/>
                  </a:lnTo>
                  <a:lnTo>
                    <a:pt x="140970" y="82550"/>
                  </a:lnTo>
                  <a:lnTo>
                    <a:pt x="140970" y="81280"/>
                  </a:lnTo>
                  <a:close/>
                </a:path>
                <a:path w="142240" h="83819">
                  <a:moveTo>
                    <a:pt x="142240" y="82550"/>
                  </a:moveTo>
                  <a:lnTo>
                    <a:pt x="140970" y="82550"/>
                  </a:lnTo>
                  <a:lnTo>
                    <a:pt x="140970" y="83693"/>
                  </a:lnTo>
                  <a:lnTo>
                    <a:pt x="142240" y="83693"/>
                  </a:lnTo>
                  <a:lnTo>
                    <a:pt x="142240" y="82550"/>
                  </a:lnTo>
                  <a:close/>
                </a:path>
              </a:pathLst>
            </a:custGeom>
            <a:solidFill>
              <a:srgbClr val="D5C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3" name="object 3603"/>
            <p:cNvSpPr/>
            <p:nvPr/>
          </p:nvSpPr>
          <p:spPr>
            <a:xfrm>
              <a:off x="7203439" y="2665730"/>
              <a:ext cx="133350" cy="78740"/>
            </a:xfrm>
            <a:custGeom>
              <a:avLst/>
              <a:gdLst/>
              <a:ahLst/>
              <a:cxnLst/>
              <a:rect l="l" t="t" r="r" b="b"/>
              <a:pathLst>
                <a:path w="133350" h="78739">
                  <a:moveTo>
                    <a:pt x="132079" y="76200"/>
                  </a:moveTo>
                  <a:lnTo>
                    <a:pt x="0" y="76200"/>
                  </a:lnTo>
                  <a:lnTo>
                    <a:pt x="0" y="78739"/>
                  </a:lnTo>
                  <a:lnTo>
                    <a:pt x="133350" y="78739"/>
                  </a:lnTo>
                  <a:lnTo>
                    <a:pt x="133350" y="77469"/>
                  </a:lnTo>
                  <a:lnTo>
                    <a:pt x="132079" y="77469"/>
                  </a:lnTo>
                  <a:lnTo>
                    <a:pt x="132079" y="76200"/>
                  </a:lnTo>
                  <a:close/>
                </a:path>
                <a:path w="133350" h="78739">
                  <a:moveTo>
                    <a:pt x="129539" y="74929"/>
                  </a:moveTo>
                  <a:lnTo>
                    <a:pt x="127000" y="74929"/>
                  </a:lnTo>
                  <a:lnTo>
                    <a:pt x="127000" y="76200"/>
                  </a:lnTo>
                  <a:lnTo>
                    <a:pt x="129539" y="76200"/>
                  </a:lnTo>
                  <a:lnTo>
                    <a:pt x="129539" y="74929"/>
                  </a:lnTo>
                  <a:close/>
                </a:path>
                <a:path w="133350" h="78739">
                  <a:moveTo>
                    <a:pt x="3809" y="73660"/>
                  </a:moveTo>
                  <a:lnTo>
                    <a:pt x="0" y="73660"/>
                  </a:lnTo>
                  <a:lnTo>
                    <a:pt x="0" y="74929"/>
                  </a:lnTo>
                  <a:lnTo>
                    <a:pt x="3809" y="74929"/>
                  </a:lnTo>
                  <a:lnTo>
                    <a:pt x="3809" y="73660"/>
                  </a:lnTo>
                  <a:close/>
                </a:path>
                <a:path w="133350" h="78739">
                  <a:moveTo>
                    <a:pt x="3809" y="69850"/>
                  </a:moveTo>
                  <a:lnTo>
                    <a:pt x="0" y="69850"/>
                  </a:lnTo>
                  <a:lnTo>
                    <a:pt x="0" y="72389"/>
                  </a:lnTo>
                  <a:lnTo>
                    <a:pt x="3809" y="72389"/>
                  </a:lnTo>
                  <a:lnTo>
                    <a:pt x="3809" y="69850"/>
                  </a:lnTo>
                  <a:close/>
                </a:path>
                <a:path w="133350" h="78739">
                  <a:moveTo>
                    <a:pt x="3809" y="67310"/>
                  </a:moveTo>
                  <a:lnTo>
                    <a:pt x="0" y="67310"/>
                  </a:lnTo>
                  <a:lnTo>
                    <a:pt x="0" y="68579"/>
                  </a:lnTo>
                  <a:lnTo>
                    <a:pt x="3809" y="68579"/>
                  </a:lnTo>
                  <a:lnTo>
                    <a:pt x="3809" y="67310"/>
                  </a:lnTo>
                  <a:close/>
                </a:path>
                <a:path w="133350" h="78739">
                  <a:moveTo>
                    <a:pt x="3809" y="63500"/>
                  </a:moveTo>
                  <a:lnTo>
                    <a:pt x="0" y="63500"/>
                  </a:lnTo>
                  <a:lnTo>
                    <a:pt x="0" y="66039"/>
                  </a:lnTo>
                  <a:lnTo>
                    <a:pt x="3809" y="66039"/>
                  </a:lnTo>
                  <a:lnTo>
                    <a:pt x="3809" y="63500"/>
                  </a:lnTo>
                  <a:close/>
                </a:path>
                <a:path w="133350" h="78739">
                  <a:moveTo>
                    <a:pt x="3809" y="60960"/>
                  </a:moveTo>
                  <a:lnTo>
                    <a:pt x="0" y="60960"/>
                  </a:lnTo>
                  <a:lnTo>
                    <a:pt x="0" y="62229"/>
                  </a:lnTo>
                  <a:lnTo>
                    <a:pt x="3809" y="62229"/>
                  </a:lnTo>
                  <a:lnTo>
                    <a:pt x="3809" y="60960"/>
                  </a:lnTo>
                  <a:close/>
                </a:path>
                <a:path w="133350" h="78739">
                  <a:moveTo>
                    <a:pt x="3809" y="57150"/>
                  </a:moveTo>
                  <a:lnTo>
                    <a:pt x="0" y="57150"/>
                  </a:lnTo>
                  <a:lnTo>
                    <a:pt x="0" y="59689"/>
                  </a:lnTo>
                  <a:lnTo>
                    <a:pt x="3809" y="59689"/>
                  </a:lnTo>
                  <a:lnTo>
                    <a:pt x="3809" y="57150"/>
                  </a:lnTo>
                  <a:close/>
                </a:path>
                <a:path w="133350" h="78739">
                  <a:moveTo>
                    <a:pt x="3809" y="54610"/>
                  </a:moveTo>
                  <a:lnTo>
                    <a:pt x="0" y="54610"/>
                  </a:lnTo>
                  <a:lnTo>
                    <a:pt x="0" y="55879"/>
                  </a:lnTo>
                  <a:lnTo>
                    <a:pt x="3809" y="55879"/>
                  </a:lnTo>
                  <a:lnTo>
                    <a:pt x="3809" y="54610"/>
                  </a:lnTo>
                  <a:close/>
                </a:path>
                <a:path w="133350" h="78739">
                  <a:moveTo>
                    <a:pt x="3809" y="50800"/>
                  </a:moveTo>
                  <a:lnTo>
                    <a:pt x="0" y="50800"/>
                  </a:lnTo>
                  <a:lnTo>
                    <a:pt x="0" y="53339"/>
                  </a:lnTo>
                  <a:lnTo>
                    <a:pt x="3809" y="53339"/>
                  </a:lnTo>
                  <a:lnTo>
                    <a:pt x="3809" y="50800"/>
                  </a:lnTo>
                  <a:close/>
                </a:path>
                <a:path w="133350" h="78739">
                  <a:moveTo>
                    <a:pt x="3809" y="48260"/>
                  </a:moveTo>
                  <a:lnTo>
                    <a:pt x="0" y="48260"/>
                  </a:lnTo>
                  <a:lnTo>
                    <a:pt x="0" y="49529"/>
                  </a:lnTo>
                  <a:lnTo>
                    <a:pt x="3809" y="49529"/>
                  </a:lnTo>
                  <a:lnTo>
                    <a:pt x="3809" y="48260"/>
                  </a:lnTo>
                  <a:close/>
                </a:path>
                <a:path w="133350" h="78739">
                  <a:moveTo>
                    <a:pt x="3809" y="44450"/>
                  </a:moveTo>
                  <a:lnTo>
                    <a:pt x="0" y="44450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44450"/>
                  </a:lnTo>
                  <a:close/>
                </a:path>
                <a:path w="133350" h="78739">
                  <a:moveTo>
                    <a:pt x="3809" y="41910"/>
                  </a:moveTo>
                  <a:lnTo>
                    <a:pt x="0" y="41910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41910"/>
                  </a:lnTo>
                  <a:close/>
                </a:path>
                <a:path w="133350" h="78739">
                  <a:moveTo>
                    <a:pt x="3809" y="38100"/>
                  </a:moveTo>
                  <a:lnTo>
                    <a:pt x="0" y="38100"/>
                  </a:lnTo>
                  <a:lnTo>
                    <a:pt x="0" y="40639"/>
                  </a:lnTo>
                  <a:lnTo>
                    <a:pt x="3809" y="40639"/>
                  </a:lnTo>
                  <a:lnTo>
                    <a:pt x="3809" y="38100"/>
                  </a:lnTo>
                  <a:close/>
                </a:path>
                <a:path w="133350" h="78739">
                  <a:moveTo>
                    <a:pt x="3809" y="35560"/>
                  </a:moveTo>
                  <a:lnTo>
                    <a:pt x="0" y="35560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35560"/>
                  </a:lnTo>
                  <a:close/>
                </a:path>
                <a:path w="133350" h="78739">
                  <a:moveTo>
                    <a:pt x="3809" y="31750"/>
                  </a:moveTo>
                  <a:lnTo>
                    <a:pt x="0" y="31750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31750"/>
                  </a:lnTo>
                  <a:close/>
                </a:path>
                <a:path w="133350" h="78739">
                  <a:moveTo>
                    <a:pt x="3809" y="29210"/>
                  </a:moveTo>
                  <a:lnTo>
                    <a:pt x="0" y="29210"/>
                  </a:lnTo>
                  <a:lnTo>
                    <a:pt x="0" y="30479"/>
                  </a:lnTo>
                  <a:lnTo>
                    <a:pt x="3809" y="30479"/>
                  </a:lnTo>
                  <a:lnTo>
                    <a:pt x="3809" y="29210"/>
                  </a:lnTo>
                  <a:close/>
                </a:path>
                <a:path w="133350" h="78739">
                  <a:moveTo>
                    <a:pt x="3809" y="25400"/>
                  </a:moveTo>
                  <a:lnTo>
                    <a:pt x="0" y="25400"/>
                  </a:lnTo>
                  <a:lnTo>
                    <a:pt x="0" y="27939"/>
                  </a:lnTo>
                  <a:lnTo>
                    <a:pt x="3809" y="27939"/>
                  </a:lnTo>
                  <a:lnTo>
                    <a:pt x="3809" y="25400"/>
                  </a:lnTo>
                  <a:close/>
                </a:path>
                <a:path w="133350" h="78739">
                  <a:moveTo>
                    <a:pt x="3809" y="22860"/>
                  </a:moveTo>
                  <a:lnTo>
                    <a:pt x="0" y="22860"/>
                  </a:lnTo>
                  <a:lnTo>
                    <a:pt x="0" y="24129"/>
                  </a:lnTo>
                  <a:lnTo>
                    <a:pt x="3809" y="24129"/>
                  </a:lnTo>
                  <a:lnTo>
                    <a:pt x="3809" y="22860"/>
                  </a:lnTo>
                  <a:close/>
                </a:path>
                <a:path w="133350" h="78739">
                  <a:moveTo>
                    <a:pt x="3809" y="19050"/>
                  </a:moveTo>
                  <a:lnTo>
                    <a:pt x="0" y="19050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9050"/>
                  </a:lnTo>
                  <a:close/>
                </a:path>
                <a:path w="133350" h="78739">
                  <a:moveTo>
                    <a:pt x="3809" y="16510"/>
                  </a:moveTo>
                  <a:lnTo>
                    <a:pt x="0" y="16510"/>
                  </a:lnTo>
                  <a:lnTo>
                    <a:pt x="0" y="17779"/>
                  </a:lnTo>
                  <a:lnTo>
                    <a:pt x="3809" y="17779"/>
                  </a:lnTo>
                  <a:lnTo>
                    <a:pt x="3809" y="16510"/>
                  </a:lnTo>
                  <a:close/>
                </a:path>
                <a:path w="133350" h="78739">
                  <a:moveTo>
                    <a:pt x="3809" y="12700"/>
                  </a:moveTo>
                  <a:lnTo>
                    <a:pt x="0" y="12700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2700"/>
                  </a:lnTo>
                  <a:close/>
                </a:path>
                <a:path w="133350" h="78739">
                  <a:moveTo>
                    <a:pt x="3809" y="10160"/>
                  </a:moveTo>
                  <a:lnTo>
                    <a:pt x="0" y="10160"/>
                  </a:lnTo>
                  <a:lnTo>
                    <a:pt x="0" y="11429"/>
                  </a:lnTo>
                  <a:lnTo>
                    <a:pt x="3809" y="11429"/>
                  </a:lnTo>
                  <a:lnTo>
                    <a:pt x="3809" y="10160"/>
                  </a:lnTo>
                  <a:close/>
                </a:path>
                <a:path w="133350" h="78739">
                  <a:moveTo>
                    <a:pt x="3809" y="6350"/>
                  </a:moveTo>
                  <a:lnTo>
                    <a:pt x="0" y="6350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6350"/>
                  </a:lnTo>
                  <a:close/>
                </a:path>
                <a:path w="133350" h="78739">
                  <a:moveTo>
                    <a:pt x="3809" y="3810"/>
                  </a:moveTo>
                  <a:lnTo>
                    <a:pt x="0" y="3810"/>
                  </a:lnTo>
                  <a:lnTo>
                    <a:pt x="0" y="5079"/>
                  </a:lnTo>
                  <a:lnTo>
                    <a:pt x="3809" y="5079"/>
                  </a:lnTo>
                  <a:lnTo>
                    <a:pt x="3809" y="3810"/>
                  </a:lnTo>
                  <a:close/>
                </a:path>
                <a:path w="133350" h="78739">
                  <a:moveTo>
                    <a:pt x="126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D4C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4" name="object 3604"/>
            <p:cNvSpPr/>
            <p:nvPr/>
          </p:nvSpPr>
          <p:spPr>
            <a:xfrm>
              <a:off x="7207250" y="2668397"/>
              <a:ext cx="123189" cy="72390"/>
            </a:xfrm>
            <a:custGeom>
              <a:avLst/>
              <a:gdLst/>
              <a:ahLst/>
              <a:cxnLst/>
              <a:rect l="l" t="t" r="r" b="b"/>
              <a:pathLst>
                <a:path w="123190" h="72389">
                  <a:moveTo>
                    <a:pt x="123190" y="70992"/>
                  </a:moveTo>
                  <a:lnTo>
                    <a:pt x="0" y="70992"/>
                  </a:lnTo>
                  <a:lnTo>
                    <a:pt x="0" y="72262"/>
                  </a:lnTo>
                  <a:lnTo>
                    <a:pt x="123190" y="72262"/>
                  </a:lnTo>
                  <a:lnTo>
                    <a:pt x="123190" y="70992"/>
                  </a:lnTo>
                  <a:close/>
                </a:path>
                <a:path w="123190" h="72389">
                  <a:moveTo>
                    <a:pt x="120650" y="69850"/>
                  </a:moveTo>
                  <a:lnTo>
                    <a:pt x="119379" y="69850"/>
                  </a:lnTo>
                  <a:lnTo>
                    <a:pt x="119379" y="70992"/>
                  </a:lnTo>
                  <a:lnTo>
                    <a:pt x="120650" y="70992"/>
                  </a:lnTo>
                  <a:lnTo>
                    <a:pt x="120650" y="69850"/>
                  </a:lnTo>
                  <a:close/>
                </a:path>
                <a:path w="123190" h="72389">
                  <a:moveTo>
                    <a:pt x="3809" y="67183"/>
                  </a:moveTo>
                  <a:lnTo>
                    <a:pt x="0" y="67183"/>
                  </a:lnTo>
                  <a:lnTo>
                    <a:pt x="0" y="69850"/>
                  </a:lnTo>
                  <a:lnTo>
                    <a:pt x="119379" y="69850"/>
                  </a:lnTo>
                  <a:lnTo>
                    <a:pt x="119379" y="68452"/>
                  </a:lnTo>
                  <a:lnTo>
                    <a:pt x="3809" y="68452"/>
                  </a:lnTo>
                  <a:lnTo>
                    <a:pt x="3809" y="67183"/>
                  </a:lnTo>
                  <a:close/>
                </a:path>
                <a:path w="123190" h="72389">
                  <a:moveTo>
                    <a:pt x="3809" y="64642"/>
                  </a:moveTo>
                  <a:lnTo>
                    <a:pt x="0" y="64642"/>
                  </a:lnTo>
                  <a:lnTo>
                    <a:pt x="0" y="65912"/>
                  </a:lnTo>
                  <a:lnTo>
                    <a:pt x="3809" y="65912"/>
                  </a:lnTo>
                  <a:lnTo>
                    <a:pt x="3809" y="64642"/>
                  </a:lnTo>
                  <a:close/>
                </a:path>
                <a:path w="123190" h="72389">
                  <a:moveTo>
                    <a:pt x="3809" y="60833"/>
                  </a:moveTo>
                  <a:lnTo>
                    <a:pt x="0" y="60833"/>
                  </a:lnTo>
                  <a:lnTo>
                    <a:pt x="0" y="63500"/>
                  </a:lnTo>
                  <a:lnTo>
                    <a:pt x="3809" y="63500"/>
                  </a:lnTo>
                  <a:lnTo>
                    <a:pt x="3809" y="60833"/>
                  </a:lnTo>
                  <a:close/>
                </a:path>
                <a:path w="123190" h="72389">
                  <a:moveTo>
                    <a:pt x="3809" y="58292"/>
                  </a:moveTo>
                  <a:lnTo>
                    <a:pt x="0" y="58292"/>
                  </a:lnTo>
                  <a:lnTo>
                    <a:pt x="0" y="59562"/>
                  </a:lnTo>
                  <a:lnTo>
                    <a:pt x="3809" y="59562"/>
                  </a:lnTo>
                  <a:lnTo>
                    <a:pt x="3809" y="58292"/>
                  </a:lnTo>
                  <a:close/>
                </a:path>
                <a:path w="123190" h="72389">
                  <a:moveTo>
                    <a:pt x="3809" y="54483"/>
                  </a:moveTo>
                  <a:lnTo>
                    <a:pt x="0" y="54483"/>
                  </a:lnTo>
                  <a:lnTo>
                    <a:pt x="0" y="57150"/>
                  </a:lnTo>
                  <a:lnTo>
                    <a:pt x="3809" y="57150"/>
                  </a:lnTo>
                  <a:lnTo>
                    <a:pt x="3809" y="54483"/>
                  </a:lnTo>
                  <a:close/>
                </a:path>
                <a:path w="123190" h="72389">
                  <a:moveTo>
                    <a:pt x="3809" y="51942"/>
                  </a:moveTo>
                  <a:lnTo>
                    <a:pt x="0" y="51942"/>
                  </a:lnTo>
                  <a:lnTo>
                    <a:pt x="0" y="53212"/>
                  </a:lnTo>
                  <a:lnTo>
                    <a:pt x="3809" y="53212"/>
                  </a:lnTo>
                  <a:lnTo>
                    <a:pt x="3809" y="51942"/>
                  </a:lnTo>
                  <a:close/>
                </a:path>
                <a:path w="123190" h="72389">
                  <a:moveTo>
                    <a:pt x="3809" y="48133"/>
                  </a:moveTo>
                  <a:lnTo>
                    <a:pt x="0" y="48133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48133"/>
                  </a:lnTo>
                  <a:close/>
                </a:path>
                <a:path w="123190" h="72389">
                  <a:moveTo>
                    <a:pt x="3809" y="45592"/>
                  </a:moveTo>
                  <a:lnTo>
                    <a:pt x="0" y="45592"/>
                  </a:lnTo>
                  <a:lnTo>
                    <a:pt x="0" y="46862"/>
                  </a:lnTo>
                  <a:lnTo>
                    <a:pt x="3809" y="46862"/>
                  </a:lnTo>
                  <a:lnTo>
                    <a:pt x="3809" y="45592"/>
                  </a:lnTo>
                  <a:close/>
                </a:path>
                <a:path w="123190" h="72389">
                  <a:moveTo>
                    <a:pt x="3809" y="41783"/>
                  </a:moveTo>
                  <a:lnTo>
                    <a:pt x="0" y="41783"/>
                  </a:lnTo>
                  <a:lnTo>
                    <a:pt x="0" y="44450"/>
                  </a:lnTo>
                  <a:lnTo>
                    <a:pt x="3809" y="44450"/>
                  </a:lnTo>
                  <a:lnTo>
                    <a:pt x="3809" y="41783"/>
                  </a:lnTo>
                  <a:close/>
                </a:path>
                <a:path w="123190" h="72389">
                  <a:moveTo>
                    <a:pt x="3809" y="39242"/>
                  </a:moveTo>
                  <a:lnTo>
                    <a:pt x="0" y="39242"/>
                  </a:lnTo>
                  <a:lnTo>
                    <a:pt x="0" y="40512"/>
                  </a:lnTo>
                  <a:lnTo>
                    <a:pt x="3809" y="40512"/>
                  </a:lnTo>
                  <a:lnTo>
                    <a:pt x="3809" y="39242"/>
                  </a:lnTo>
                  <a:close/>
                </a:path>
                <a:path w="123190" h="72389">
                  <a:moveTo>
                    <a:pt x="3809" y="35433"/>
                  </a:moveTo>
                  <a:lnTo>
                    <a:pt x="0" y="35433"/>
                  </a:lnTo>
                  <a:lnTo>
                    <a:pt x="0" y="38100"/>
                  </a:lnTo>
                  <a:lnTo>
                    <a:pt x="3809" y="38100"/>
                  </a:lnTo>
                  <a:lnTo>
                    <a:pt x="3809" y="35433"/>
                  </a:lnTo>
                  <a:close/>
                </a:path>
                <a:path w="123190" h="72389">
                  <a:moveTo>
                    <a:pt x="3809" y="32892"/>
                  </a:moveTo>
                  <a:lnTo>
                    <a:pt x="0" y="32892"/>
                  </a:lnTo>
                  <a:lnTo>
                    <a:pt x="0" y="34162"/>
                  </a:lnTo>
                  <a:lnTo>
                    <a:pt x="3809" y="34162"/>
                  </a:lnTo>
                  <a:lnTo>
                    <a:pt x="3809" y="32892"/>
                  </a:lnTo>
                  <a:close/>
                </a:path>
                <a:path w="123190" h="72389">
                  <a:moveTo>
                    <a:pt x="3809" y="29083"/>
                  </a:moveTo>
                  <a:lnTo>
                    <a:pt x="0" y="29083"/>
                  </a:lnTo>
                  <a:lnTo>
                    <a:pt x="0" y="31750"/>
                  </a:lnTo>
                  <a:lnTo>
                    <a:pt x="3809" y="31750"/>
                  </a:lnTo>
                  <a:lnTo>
                    <a:pt x="3809" y="29083"/>
                  </a:lnTo>
                  <a:close/>
                </a:path>
                <a:path w="123190" h="72389">
                  <a:moveTo>
                    <a:pt x="3809" y="26542"/>
                  </a:moveTo>
                  <a:lnTo>
                    <a:pt x="0" y="26542"/>
                  </a:lnTo>
                  <a:lnTo>
                    <a:pt x="0" y="27812"/>
                  </a:lnTo>
                  <a:lnTo>
                    <a:pt x="3809" y="27812"/>
                  </a:lnTo>
                  <a:lnTo>
                    <a:pt x="3809" y="26542"/>
                  </a:lnTo>
                  <a:close/>
                </a:path>
                <a:path w="123190" h="72389">
                  <a:moveTo>
                    <a:pt x="3809" y="22733"/>
                  </a:moveTo>
                  <a:lnTo>
                    <a:pt x="0" y="22733"/>
                  </a:lnTo>
                  <a:lnTo>
                    <a:pt x="0" y="25400"/>
                  </a:lnTo>
                  <a:lnTo>
                    <a:pt x="3809" y="25400"/>
                  </a:lnTo>
                  <a:lnTo>
                    <a:pt x="3809" y="22733"/>
                  </a:lnTo>
                  <a:close/>
                </a:path>
                <a:path w="123190" h="72389">
                  <a:moveTo>
                    <a:pt x="3809" y="20192"/>
                  </a:moveTo>
                  <a:lnTo>
                    <a:pt x="0" y="20192"/>
                  </a:lnTo>
                  <a:lnTo>
                    <a:pt x="0" y="21462"/>
                  </a:lnTo>
                  <a:lnTo>
                    <a:pt x="3809" y="21462"/>
                  </a:lnTo>
                  <a:lnTo>
                    <a:pt x="3809" y="20192"/>
                  </a:lnTo>
                  <a:close/>
                </a:path>
                <a:path w="123190" h="72389">
                  <a:moveTo>
                    <a:pt x="3809" y="16383"/>
                  </a:moveTo>
                  <a:lnTo>
                    <a:pt x="0" y="16383"/>
                  </a:lnTo>
                  <a:lnTo>
                    <a:pt x="0" y="19050"/>
                  </a:lnTo>
                  <a:lnTo>
                    <a:pt x="3809" y="19050"/>
                  </a:lnTo>
                  <a:lnTo>
                    <a:pt x="3809" y="16383"/>
                  </a:lnTo>
                  <a:close/>
                </a:path>
                <a:path w="123190" h="72389">
                  <a:moveTo>
                    <a:pt x="3809" y="13842"/>
                  </a:moveTo>
                  <a:lnTo>
                    <a:pt x="0" y="13842"/>
                  </a:lnTo>
                  <a:lnTo>
                    <a:pt x="0" y="15112"/>
                  </a:lnTo>
                  <a:lnTo>
                    <a:pt x="3809" y="15112"/>
                  </a:lnTo>
                  <a:lnTo>
                    <a:pt x="3809" y="13842"/>
                  </a:lnTo>
                  <a:close/>
                </a:path>
                <a:path w="123190" h="72389">
                  <a:moveTo>
                    <a:pt x="3809" y="10033"/>
                  </a:moveTo>
                  <a:lnTo>
                    <a:pt x="0" y="10033"/>
                  </a:lnTo>
                  <a:lnTo>
                    <a:pt x="0" y="12700"/>
                  </a:lnTo>
                  <a:lnTo>
                    <a:pt x="3809" y="12700"/>
                  </a:lnTo>
                  <a:lnTo>
                    <a:pt x="3809" y="10033"/>
                  </a:lnTo>
                  <a:close/>
                </a:path>
                <a:path w="123190" h="72389">
                  <a:moveTo>
                    <a:pt x="3809" y="7492"/>
                  </a:moveTo>
                  <a:lnTo>
                    <a:pt x="0" y="7492"/>
                  </a:lnTo>
                  <a:lnTo>
                    <a:pt x="0" y="8762"/>
                  </a:lnTo>
                  <a:lnTo>
                    <a:pt x="3809" y="8762"/>
                  </a:lnTo>
                  <a:lnTo>
                    <a:pt x="3809" y="7492"/>
                  </a:lnTo>
                  <a:close/>
                </a:path>
                <a:path w="123190" h="72389">
                  <a:moveTo>
                    <a:pt x="3809" y="3683"/>
                  </a:moveTo>
                  <a:lnTo>
                    <a:pt x="0" y="3683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3683"/>
                  </a:lnTo>
                  <a:close/>
                </a:path>
                <a:path w="123190" h="72389">
                  <a:moveTo>
                    <a:pt x="2540" y="0"/>
                  </a:moveTo>
                  <a:lnTo>
                    <a:pt x="0" y="0"/>
                  </a:lnTo>
                  <a:lnTo>
                    <a:pt x="0" y="2412"/>
                  </a:lnTo>
                  <a:lnTo>
                    <a:pt x="3809" y="2412"/>
                  </a:lnTo>
                  <a:lnTo>
                    <a:pt x="3809" y="1142"/>
                  </a:lnTo>
                  <a:lnTo>
                    <a:pt x="2540" y="1142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D3C6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5" name="object 3605"/>
            <p:cNvSpPr/>
            <p:nvPr/>
          </p:nvSpPr>
          <p:spPr>
            <a:xfrm>
              <a:off x="7211060" y="2669539"/>
              <a:ext cx="113030" cy="67310"/>
            </a:xfrm>
            <a:custGeom>
              <a:avLst/>
              <a:gdLst/>
              <a:ahLst/>
              <a:cxnLst/>
              <a:rect l="l" t="t" r="r" b="b"/>
              <a:pathLst>
                <a:path w="113029" h="67310">
                  <a:moveTo>
                    <a:pt x="127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270" y="1397"/>
                  </a:lnTo>
                  <a:lnTo>
                    <a:pt x="1270" y="0"/>
                  </a:lnTo>
                  <a:close/>
                </a:path>
                <a:path w="113029" h="67310">
                  <a:moveTo>
                    <a:pt x="3810" y="59690"/>
                  </a:moveTo>
                  <a:lnTo>
                    <a:pt x="0" y="59690"/>
                  </a:lnTo>
                  <a:lnTo>
                    <a:pt x="0" y="62357"/>
                  </a:lnTo>
                  <a:lnTo>
                    <a:pt x="3810" y="62357"/>
                  </a:lnTo>
                  <a:lnTo>
                    <a:pt x="3810" y="59690"/>
                  </a:lnTo>
                  <a:close/>
                </a:path>
                <a:path w="113029" h="67310">
                  <a:moveTo>
                    <a:pt x="3810" y="57150"/>
                  </a:moveTo>
                  <a:lnTo>
                    <a:pt x="0" y="57150"/>
                  </a:lnTo>
                  <a:lnTo>
                    <a:pt x="0" y="58547"/>
                  </a:lnTo>
                  <a:lnTo>
                    <a:pt x="3810" y="58547"/>
                  </a:lnTo>
                  <a:lnTo>
                    <a:pt x="3810" y="57150"/>
                  </a:lnTo>
                  <a:close/>
                </a:path>
                <a:path w="113029" h="67310">
                  <a:moveTo>
                    <a:pt x="3810" y="53340"/>
                  </a:moveTo>
                  <a:lnTo>
                    <a:pt x="0" y="53340"/>
                  </a:lnTo>
                  <a:lnTo>
                    <a:pt x="0" y="56007"/>
                  </a:lnTo>
                  <a:lnTo>
                    <a:pt x="3810" y="56007"/>
                  </a:lnTo>
                  <a:lnTo>
                    <a:pt x="3810" y="53340"/>
                  </a:lnTo>
                  <a:close/>
                </a:path>
                <a:path w="113029" h="67310">
                  <a:moveTo>
                    <a:pt x="3810" y="50800"/>
                  </a:moveTo>
                  <a:lnTo>
                    <a:pt x="0" y="50800"/>
                  </a:lnTo>
                  <a:lnTo>
                    <a:pt x="0" y="52197"/>
                  </a:lnTo>
                  <a:lnTo>
                    <a:pt x="3810" y="52197"/>
                  </a:lnTo>
                  <a:lnTo>
                    <a:pt x="3810" y="50800"/>
                  </a:lnTo>
                  <a:close/>
                </a:path>
                <a:path w="113029" h="67310">
                  <a:moveTo>
                    <a:pt x="3810" y="46990"/>
                  </a:moveTo>
                  <a:lnTo>
                    <a:pt x="0" y="46990"/>
                  </a:lnTo>
                  <a:lnTo>
                    <a:pt x="0" y="49657"/>
                  </a:lnTo>
                  <a:lnTo>
                    <a:pt x="3810" y="49657"/>
                  </a:lnTo>
                  <a:lnTo>
                    <a:pt x="3810" y="46990"/>
                  </a:lnTo>
                  <a:close/>
                </a:path>
                <a:path w="113029" h="67310">
                  <a:moveTo>
                    <a:pt x="3810" y="44450"/>
                  </a:moveTo>
                  <a:lnTo>
                    <a:pt x="0" y="44450"/>
                  </a:lnTo>
                  <a:lnTo>
                    <a:pt x="0" y="45847"/>
                  </a:lnTo>
                  <a:lnTo>
                    <a:pt x="3810" y="45847"/>
                  </a:lnTo>
                  <a:lnTo>
                    <a:pt x="3810" y="44450"/>
                  </a:lnTo>
                  <a:close/>
                </a:path>
                <a:path w="113029" h="67310">
                  <a:moveTo>
                    <a:pt x="3810" y="40640"/>
                  </a:moveTo>
                  <a:lnTo>
                    <a:pt x="0" y="40640"/>
                  </a:lnTo>
                  <a:lnTo>
                    <a:pt x="0" y="43307"/>
                  </a:lnTo>
                  <a:lnTo>
                    <a:pt x="3810" y="43307"/>
                  </a:lnTo>
                  <a:lnTo>
                    <a:pt x="3810" y="40640"/>
                  </a:lnTo>
                  <a:close/>
                </a:path>
                <a:path w="113029" h="67310">
                  <a:moveTo>
                    <a:pt x="3810" y="38100"/>
                  </a:moveTo>
                  <a:lnTo>
                    <a:pt x="0" y="38100"/>
                  </a:lnTo>
                  <a:lnTo>
                    <a:pt x="0" y="39497"/>
                  </a:lnTo>
                  <a:lnTo>
                    <a:pt x="3810" y="39497"/>
                  </a:lnTo>
                  <a:lnTo>
                    <a:pt x="3810" y="38100"/>
                  </a:lnTo>
                  <a:close/>
                </a:path>
                <a:path w="113029" h="67310">
                  <a:moveTo>
                    <a:pt x="3810" y="34290"/>
                  </a:moveTo>
                  <a:lnTo>
                    <a:pt x="0" y="34290"/>
                  </a:lnTo>
                  <a:lnTo>
                    <a:pt x="0" y="36957"/>
                  </a:lnTo>
                  <a:lnTo>
                    <a:pt x="3810" y="36957"/>
                  </a:lnTo>
                  <a:lnTo>
                    <a:pt x="3810" y="34290"/>
                  </a:lnTo>
                  <a:close/>
                </a:path>
                <a:path w="113029" h="67310">
                  <a:moveTo>
                    <a:pt x="3810" y="31750"/>
                  </a:moveTo>
                  <a:lnTo>
                    <a:pt x="0" y="31750"/>
                  </a:lnTo>
                  <a:lnTo>
                    <a:pt x="0" y="33147"/>
                  </a:lnTo>
                  <a:lnTo>
                    <a:pt x="3810" y="33147"/>
                  </a:lnTo>
                  <a:lnTo>
                    <a:pt x="3810" y="31750"/>
                  </a:lnTo>
                  <a:close/>
                </a:path>
                <a:path w="113029" h="67310">
                  <a:moveTo>
                    <a:pt x="3810" y="27940"/>
                  </a:moveTo>
                  <a:lnTo>
                    <a:pt x="0" y="27940"/>
                  </a:lnTo>
                  <a:lnTo>
                    <a:pt x="0" y="30607"/>
                  </a:lnTo>
                  <a:lnTo>
                    <a:pt x="3810" y="30607"/>
                  </a:lnTo>
                  <a:lnTo>
                    <a:pt x="3810" y="27940"/>
                  </a:lnTo>
                  <a:close/>
                </a:path>
                <a:path w="113029" h="67310">
                  <a:moveTo>
                    <a:pt x="3810" y="25400"/>
                  </a:moveTo>
                  <a:lnTo>
                    <a:pt x="0" y="25400"/>
                  </a:lnTo>
                  <a:lnTo>
                    <a:pt x="0" y="26797"/>
                  </a:lnTo>
                  <a:lnTo>
                    <a:pt x="3810" y="26797"/>
                  </a:lnTo>
                  <a:lnTo>
                    <a:pt x="3810" y="25400"/>
                  </a:lnTo>
                  <a:close/>
                </a:path>
                <a:path w="113029" h="67310">
                  <a:moveTo>
                    <a:pt x="3810" y="21590"/>
                  </a:moveTo>
                  <a:lnTo>
                    <a:pt x="0" y="21590"/>
                  </a:lnTo>
                  <a:lnTo>
                    <a:pt x="0" y="24257"/>
                  </a:lnTo>
                  <a:lnTo>
                    <a:pt x="3810" y="24257"/>
                  </a:lnTo>
                  <a:lnTo>
                    <a:pt x="3810" y="21590"/>
                  </a:lnTo>
                  <a:close/>
                </a:path>
                <a:path w="113029" h="67310">
                  <a:moveTo>
                    <a:pt x="3810" y="19050"/>
                  </a:moveTo>
                  <a:lnTo>
                    <a:pt x="0" y="19050"/>
                  </a:lnTo>
                  <a:lnTo>
                    <a:pt x="0" y="20447"/>
                  </a:lnTo>
                  <a:lnTo>
                    <a:pt x="3810" y="20447"/>
                  </a:lnTo>
                  <a:lnTo>
                    <a:pt x="3810" y="19050"/>
                  </a:lnTo>
                  <a:close/>
                </a:path>
                <a:path w="113029" h="67310">
                  <a:moveTo>
                    <a:pt x="3810" y="15240"/>
                  </a:moveTo>
                  <a:lnTo>
                    <a:pt x="0" y="15240"/>
                  </a:lnTo>
                  <a:lnTo>
                    <a:pt x="0" y="17907"/>
                  </a:lnTo>
                  <a:lnTo>
                    <a:pt x="3810" y="17907"/>
                  </a:lnTo>
                  <a:lnTo>
                    <a:pt x="3810" y="15240"/>
                  </a:lnTo>
                  <a:close/>
                </a:path>
                <a:path w="113029" h="67310">
                  <a:moveTo>
                    <a:pt x="3810" y="12700"/>
                  </a:moveTo>
                  <a:lnTo>
                    <a:pt x="0" y="12700"/>
                  </a:lnTo>
                  <a:lnTo>
                    <a:pt x="0" y="14097"/>
                  </a:lnTo>
                  <a:lnTo>
                    <a:pt x="3810" y="14097"/>
                  </a:lnTo>
                  <a:lnTo>
                    <a:pt x="3810" y="12700"/>
                  </a:lnTo>
                  <a:close/>
                </a:path>
                <a:path w="113029" h="67310">
                  <a:moveTo>
                    <a:pt x="3810" y="8890"/>
                  </a:moveTo>
                  <a:lnTo>
                    <a:pt x="0" y="8890"/>
                  </a:lnTo>
                  <a:lnTo>
                    <a:pt x="0" y="11557"/>
                  </a:lnTo>
                  <a:lnTo>
                    <a:pt x="3810" y="11557"/>
                  </a:lnTo>
                  <a:lnTo>
                    <a:pt x="3810" y="8890"/>
                  </a:lnTo>
                  <a:close/>
                </a:path>
                <a:path w="113029" h="67310">
                  <a:moveTo>
                    <a:pt x="3810" y="6350"/>
                  </a:moveTo>
                  <a:lnTo>
                    <a:pt x="0" y="6350"/>
                  </a:lnTo>
                  <a:lnTo>
                    <a:pt x="0" y="7747"/>
                  </a:lnTo>
                  <a:lnTo>
                    <a:pt x="3810" y="7747"/>
                  </a:lnTo>
                  <a:lnTo>
                    <a:pt x="3810" y="6350"/>
                  </a:lnTo>
                  <a:close/>
                </a:path>
                <a:path w="113029" h="67310">
                  <a:moveTo>
                    <a:pt x="3810" y="2540"/>
                  </a:moveTo>
                  <a:lnTo>
                    <a:pt x="2540" y="2540"/>
                  </a:lnTo>
                  <a:lnTo>
                    <a:pt x="2540" y="1397"/>
                  </a:lnTo>
                  <a:lnTo>
                    <a:pt x="1270" y="1397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5207"/>
                  </a:lnTo>
                  <a:lnTo>
                    <a:pt x="3810" y="5207"/>
                  </a:lnTo>
                  <a:lnTo>
                    <a:pt x="3810" y="2540"/>
                  </a:lnTo>
                  <a:close/>
                </a:path>
                <a:path w="113029" h="67310">
                  <a:moveTo>
                    <a:pt x="109220" y="63500"/>
                  </a:moveTo>
                  <a:lnTo>
                    <a:pt x="0" y="63500"/>
                  </a:lnTo>
                  <a:lnTo>
                    <a:pt x="0" y="64897"/>
                  </a:lnTo>
                  <a:lnTo>
                    <a:pt x="109220" y="64897"/>
                  </a:lnTo>
                  <a:lnTo>
                    <a:pt x="109220" y="63500"/>
                  </a:lnTo>
                  <a:close/>
                </a:path>
                <a:path w="113029" h="67310">
                  <a:moveTo>
                    <a:pt x="113017" y="66040"/>
                  </a:moveTo>
                  <a:lnTo>
                    <a:pt x="110490" y="66040"/>
                  </a:lnTo>
                  <a:lnTo>
                    <a:pt x="110490" y="64897"/>
                  </a:lnTo>
                  <a:lnTo>
                    <a:pt x="109220" y="64897"/>
                  </a:lnTo>
                  <a:lnTo>
                    <a:pt x="109220" y="66040"/>
                  </a:lnTo>
                  <a:lnTo>
                    <a:pt x="0" y="66040"/>
                  </a:lnTo>
                  <a:lnTo>
                    <a:pt x="0" y="67310"/>
                  </a:lnTo>
                  <a:lnTo>
                    <a:pt x="113017" y="67310"/>
                  </a:lnTo>
                  <a:lnTo>
                    <a:pt x="113017" y="66040"/>
                  </a:lnTo>
                  <a:close/>
                </a:path>
              </a:pathLst>
            </a:custGeom>
            <a:solidFill>
              <a:srgbClr val="D2C5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6" name="object 3606"/>
            <p:cNvSpPr/>
            <p:nvPr/>
          </p:nvSpPr>
          <p:spPr>
            <a:xfrm>
              <a:off x="7214870" y="2672080"/>
              <a:ext cx="102870" cy="60960"/>
            </a:xfrm>
            <a:custGeom>
              <a:avLst/>
              <a:gdLst/>
              <a:ahLst/>
              <a:cxnLst/>
              <a:rect l="l" t="t" r="r" b="b"/>
              <a:pathLst>
                <a:path w="102870" h="60960">
                  <a:moveTo>
                    <a:pt x="102869" y="59817"/>
                  </a:moveTo>
                  <a:lnTo>
                    <a:pt x="100329" y="59817"/>
                  </a:lnTo>
                  <a:lnTo>
                    <a:pt x="100329" y="60960"/>
                  </a:lnTo>
                  <a:lnTo>
                    <a:pt x="102869" y="60960"/>
                  </a:lnTo>
                  <a:lnTo>
                    <a:pt x="102869" y="59817"/>
                  </a:lnTo>
                  <a:close/>
                </a:path>
                <a:path w="102870" h="60960">
                  <a:moveTo>
                    <a:pt x="99060" y="57150"/>
                  </a:moveTo>
                  <a:lnTo>
                    <a:pt x="0" y="57150"/>
                  </a:lnTo>
                  <a:lnTo>
                    <a:pt x="0" y="59817"/>
                  </a:lnTo>
                  <a:lnTo>
                    <a:pt x="100329" y="59817"/>
                  </a:lnTo>
                  <a:lnTo>
                    <a:pt x="100329" y="58547"/>
                  </a:lnTo>
                  <a:lnTo>
                    <a:pt x="99060" y="58547"/>
                  </a:lnTo>
                  <a:lnTo>
                    <a:pt x="99060" y="57150"/>
                  </a:lnTo>
                  <a:close/>
                </a:path>
                <a:path w="102870" h="60960">
                  <a:moveTo>
                    <a:pt x="3809" y="54610"/>
                  </a:moveTo>
                  <a:lnTo>
                    <a:pt x="0" y="54610"/>
                  </a:lnTo>
                  <a:lnTo>
                    <a:pt x="0" y="56007"/>
                  </a:lnTo>
                  <a:lnTo>
                    <a:pt x="3809" y="56007"/>
                  </a:lnTo>
                  <a:lnTo>
                    <a:pt x="3809" y="54610"/>
                  </a:lnTo>
                  <a:close/>
                </a:path>
                <a:path w="102870" h="60960">
                  <a:moveTo>
                    <a:pt x="3809" y="50800"/>
                  </a:moveTo>
                  <a:lnTo>
                    <a:pt x="0" y="50800"/>
                  </a:lnTo>
                  <a:lnTo>
                    <a:pt x="0" y="53467"/>
                  </a:lnTo>
                  <a:lnTo>
                    <a:pt x="3809" y="53467"/>
                  </a:lnTo>
                  <a:lnTo>
                    <a:pt x="3809" y="50800"/>
                  </a:lnTo>
                  <a:close/>
                </a:path>
                <a:path w="102870" h="60960">
                  <a:moveTo>
                    <a:pt x="3809" y="48260"/>
                  </a:moveTo>
                  <a:lnTo>
                    <a:pt x="0" y="48260"/>
                  </a:lnTo>
                  <a:lnTo>
                    <a:pt x="0" y="49657"/>
                  </a:lnTo>
                  <a:lnTo>
                    <a:pt x="3809" y="49657"/>
                  </a:lnTo>
                  <a:lnTo>
                    <a:pt x="3809" y="48260"/>
                  </a:lnTo>
                  <a:close/>
                </a:path>
                <a:path w="102870" h="60960">
                  <a:moveTo>
                    <a:pt x="3809" y="44450"/>
                  </a:moveTo>
                  <a:lnTo>
                    <a:pt x="0" y="44450"/>
                  </a:lnTo>
                  <a:lnTo>
                    <a:pt x="0" y="47117"/>
                  </a:lnTo>
                  <a:lnTo>
                    <a:pt x="3809" y="47117"/>
                  </a:lnTo>
                  <a:lnTo>
                    <a:pt x="3809" y="44450"/>
                  </a:lnTo>
                  <a:close/>
                </a:path>
                <a:path w="102870" h="60960">
                  <a:moveTo>
                    <a:pt x="3809" y="41910"/>
                  </a:moveTo>
                  <a:lnTo>
                    <a:pt x="0" y="41910"/>
                  </a:lnTo>
                  <a:lnTo>
                    <a:pt x="0" y="43307"/>
                  </a:lnTo>
                  <a:lnTo>
                    <a:pt x="3809" y="43307"/>
                  </a:lnTo>
                  <a:lnTo>
                    <a:pt x="3809" y="41910"/>
                  </a:lnTo>
                  <a:close/>
                </a:path>
                <a:path w="102870" h="60960">
                  <a:moveTo>
                    <a:pt x="3809" y="38100"/>
                  </a:moveTo>
                  <a:lnTo>
                    <a:pt x="0" y="38100"/>
                  </a:lnTo>
                  <a:lnTo>
                    <a:pt x="0" y="40767"/>
                  </a:lnTo>
                  <a:lnTo>
                    <a:pt x="3809" y="40767"/>
                  </a:lnTo>
                  <a:lnTo>
                    <a:pt x="3809" y="38100"/>
                  </a:lnTo>
                  <a:close/>
                </a:path>
                <a:path w="102870" h="60960">
                  <a:moveTo>
                    <a:pt x="3809" y="35560"/>
                  </a:moveTo>
                  <a:lnTo>
                    <a:pt x="0" y="35560"/>
                  </a:lnTo>
                  <a:lnTo>
                    <a:pt x="0" y="36957"/>
                  </a:lnTo>
                  <a:lnTo>
                    <a:pt x="3809" y="36957"/>
                  </a:lnTo>
                  <a:lnTo>
                    <a:pt x="3809" y="35560"/>
                  </a:lnTo>
                  <a:close/>
                </a:path>
                <a:path w="102870" h="60960">
                  <a:moveTo>
                    <a:pt x="3809" y="31750"/>
                  </a:moveTo>
                  <a:lnTo>
                    <a:pt x="0" y="31750"/>
                  </a:lnTo>
                  <a:lnTo>
                    <a:pt x="0" y="34417"/>
                  </a:lnTo>
                  <a:lnTo>
                    <a:pt x="3809" y="34417"/>
                  </a:lnTo>
                  <a:lnTo>
                    <a:pt x="3809" y="31750"/>
                  </a:lnTo>
                  <a:close/>
                </a:path>
                <a:path w="102870" h="60960">
                  <a:moveTo>
                    <a:pt x="3809" y="29210"/>
                  </a:moveTo>
                  <a:lnTo>
                    <a:pt x="0" y="29210"/>
                  </a:lnTo>
                  <a:lnTo>
                    <a:pt x="0" y="30607"/>
                  </a:lnTo>
                  <a:lnTo>
                    <a:pt x="3809" y="30607"/>
                  </a:lnTo>
                  <a:lnTo>
                    <a:pt x="3809" y="29210"/>
                  </a:lnTo>
                  <a:close/>
                </a:path>
                <a:path w="102870" h="60960">
                  <a:moveTo>
                    <a:pt x="3809" y="25400"/>
                  </a:moveTo>
                  <a:lnTo>
                    <a:pt x="0" y="25400"/>
                  </a:lnTo>
                  <a:lnTo>
                    <a:pt x="0" y="28067"/>
                  </a:lnTo>
                  <a:lnTo>
                    <a:pt x="3809" y="28067"/>
                  </a:lnTo>
                  <a:lnTo>
                    <a:pt x="3809" y="25400"/>
                  </a:lnTo>
                  <a:close/>
                </a:path>
                <a:path w="102870" h="60960">
                  <a:moveTo>
                    <a:pt x="3809" y="22860"/>
                  </a:moveTo>
                  <a:lnTo>
                    <a:pt x="0" y="22860"/>
                  </a:lnTo>
                  <a:lnTo>
                    <a:pt x="0" y="24257"/>
                  </a:lnTo>
                  <a:lnTo>
                    <a:pt x="3809" y="24257"/>
                  </a:lnTo>
                  <a:lnTo>
                    <a:pt x="3809" y="22860"/>
                  </a:lnTo>
                  <a:close/>
                </a:path>
                <a:path w="102870" h="60960">
                  <a:moveTo>
                    <a:pt x="3809" y="19050"/>
                  </a:moveTo>
                  <a:lnTo>
                    <a:pt x="0" y="19050"/>
                  </a:lnTo>
                  <a:lnTo>
                    <a:pt x="0" y="21717"/>
                  </a:lnTo>
                  <a:lnTo>
                    <a:pt x="3809" y="21717"/>
                  </a:lnTo>
                  <a:lnTo>
                    <a:pt x="3809" y="19050"/>
                  </a:lnTo>
                  <a:close/>
                </a:path>
                <a:path w="102870" h="60960">
                  <a:moveTo>
                    <a:pt x="3809" y="16510"/>
                  </a:moveTo>
                  <a:lnTo>
                    <a:pt x="0" y="16510"/>
                  </a:lnTo>
                  <a:lnTo>
                    <a:pt x="0" y="17907"/>
                  </a:lnTo>
                  <a:lnTo>
                    <a:pt x="3809" y="17907"/>
                  </a:lnTo>
                  <a:lnTo>
                    <a:pt x="3809" y="16510"/>
                  </a:lnTo>
                  <a:close/>
                </a:path>
                <a:path w="102870" h="60960">
                  <a:moveTo>
                    <a:pt x="3809" y="12700"/>
                  </a:moveTo>
                  <a:lnTo>
                    <a:pt x="0" y="12700"/>
                  </a:lnTo>
                  <a:lnTo>
                    <a:pt x="0" y="15367"/>
                  </a:lnTo>
                  <a:lnTo>
                    <a:pt x="3809" y="15367"/>
                  </a:lnTo>
                  <a:lnTo>
                    <a:pt x="3809" y="12700"/>
                  </a:lnTo>
                  <a:close/>
                </a:path>
                <a:path w="102870" h="60960">
                  <a:moveTo>
                    <a:pt x="3809" y="10160"/>
                  </a:moveTo>
                  <a:lnTo>
                    <a:pt x="0" y="10160"/>
                  </a:lnTo>
                  <a:lnTo>
                    <a:pt x="0" y="11557"/>
                  </a:lnTo>
                  <a:lnTo>
                    <a:pt x="3809" y="11557"/>
                  </a:lnTo>
                  <a:lnTo>
                    <a:pt x="3809" y="10160"/>
                  </a:lnTo>
                  <a:close/>
                </a:path>
                <a:path w="102870" h="60960">
                  <a:moveTo>
                    <a:pt x="3809" y="6350"/>
                  </a:moveTo>
                  <a:lnTo>
                    <a:pt x="0" y="6350"/>
                  </a:lnTo>
                  <a:lnTo>
                    <a:pt x="0" y="9017"/>
                  </a:lnTo>
                  <a:lnTo>
                    <a:pt x="3809" y="9017"/>
                  </a:lnTo>
                  <a:lnTo>
                    <a:pt x="3809" y="6350"/>
                  </a:lnTo>
                  <a:close/>
                </a:path>
                <a:path w="102870" h="60960">
                  <a:moveTo>
                    <a:pt x="3809" y="3810"/>
                  </a:moveTo>
                  <a:lnTo>
                    <a:pt x="0" y="3810"/>
                  </a:lnTo>
                  <a:lnTo>
                    <a:pt x="0" y="5207"/>
                  </a:lnTo>
                  <a:lnTo>
                    <a:pt x="3809" y="5207"/>
                  </a:lnTo>
                  <a:lnTo>
                    <a:pt x="3809" y="3810"/>
                  </a:lnTo>
                  <a:close/>
                </a:path>
                <a:path w="102870" h="60960">
                  <a:moveTo>
                    <a:pt x="1269" y="0"/>
                  </a:moveTo>
                  <a:lnTo>
                    <a:pt x="0" y="0"/>
                  </a:lnTo>
                  <a:lnTo>
                    <a:pt x="0" y="2667"/>
                  </a:lnTo>
                  <a:lnTo>
                    <a:pt x="3809" y="2667"/>
                  </a:lnTo>
                  <a:lnTo>
                    <a:pt x="3809" y="1397"/>
                  </a:lnTo>
                  <a:lnTo>
                    <a:pt x="1269" y="1397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D1C3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7" name="object 3607"/>
            <p:cNvSpPr/>
            <p:nvPr/>
          </p:nvSpPr>
          <p:spPr>
            <a:xfrm>
              <a:off x="7218679" y="2674747"/>
              <a:ext cx="92710" cy="54610"/>
            </a:xfrm>
            <a:custGeom>
              <a:avLst/>
              <a:gdLst/>
              <a:ahLst/>
              <a:cxnLst/>
              <a:rect l="l" t="t" r="r" b="b"/>
              <a:pathLst>
                <a:path w="92709" h="54610">
                  <a:moveTo>
                    <a:pt x="92709" y="53340"/>
                  </a:moveTo>
                  <a:lnTo>
                    <a:pt x="90170" y="53340"/>
                  </a:lnTo>
                  <a:lnTo>
                    <a:pt x="90170" y="54483"/>
                  </a:lnTo>
                  <a:lnTo>
                    <a:pt x="92709" y="54483"/>
                  </a:lnTo>
                  <a:lnTo>
                    <a:pt x="92709" y="53340"/>
                  </a:lnTo>
                  <a:close/>
                </a:path>
                <a:path w="92709" h="54610">
                  <a:moveTo>
                    <a:pt x="90170" y="52070"/>
                  </a:moveTo>
                  <a:lnTo>
                    <a:pt x="0" y="52070"/>
                  </a:lnTo>
                  <a:lnTo>
                    <a:pt x="0" y="53340"/>
                  </a:lnTo>
                  <a:lnTo>
                    <a:pt x="90170" y="53340"/>
                  </a:lnTo>
                  <a:lnTo>
                    <a:pt x="90170" y="52070"/>
                  </a:lnTo>
                  <a:close/>
                </a:path>
                <a:path w="92709" h="54610">
                  <a:moveTo>
                    <a:pt x="87630" y="50800"/>
                  </a:moveTo>
                  <a:lnTo>
                    <a:pt x="86359" y="50800"/>
                  </a:lnTo>
                  <a:lnTo>
                    <a:pt x="86359" y="52070"/>
                  </a:lnTo>
                  <a:lnTo>
                    <a:pt x="87630" y="52070"/>
                  </a:lnTo>
                  <a:lnTo>
                    <a:pt x="87630" y="50800"/>
                  </a:lnTo>
                  <a:close/>
                </a:path>
                <a:path w="92709" h="54610">
                  <a:moveTo>
                    <a:pt x="3810" y="48133"/>
                  </a:moveTo>
                  <a:lnTo>
                    <a:pt x="0" y="48133"/>
                  </a:lnTo>
                  <a:lnTo>
                    <a:pt x="0" y="50800"/>
                  </a:lnTo>
                  <a:lnTo>
                    <a:pt x="3810" y="50800"/>
                  </a:lnTo>
                  <a:lnTo>
                    <a:pt x="3810" y="48133"/>
                  </a:lnTo>
                  <a:close/>
                </a:path>
                <a:path w="92709" h="54610">
                  <a:moveTo>
                    <a:pt x="3810" y="45720"/>
                  </a:moveTo>
                  <a:lnTo>
                    <a:pt x="0" y="45720"/>
                  </a:lnTo>
                  <a:lnTo>
                    <a:pt x="0" y="46990"/>
                  </a:lnTo>
                  <a:lnTo>
                    <a:pt x="3810" y="46990"/>
                  </a:lnTo>
                  <a:lnTo>
                    <a:pt x="3810" y="45720"/>
                  </a:lnTo>
                  <a:close/>
                </a:path>
                <a:path w="92709" h="54610">
                  <a:moveTo>
                    <a:pt x="3810" y="41783"/>
                  </a:moveTo>
                  <a:lnTo>
                    <a:pt x="0" y="41783"/>
                  </a:lnTo>
                  <a:lnTo>
                    <a:pt x="0" y="44450"/>
                  </a:lnTo>
                  <a:lnTo>
                    <a:pt x="3810" y="44450"/>
                  </a:lnTo>
                  <a:lnTo>
                    <a:pt x="3810" y="41783"/>
                  </a:lnTo>
                  <a:close/>
                </a:path>
                <a:path w="92709" h="54610">
                  <a:moveTo>
                    <a:pt x="3810" y="39370"/>
                  </a:moveTo>
                  <a:lnTo>
                    <a:pt x="0" y="39370"/>
                  </a:lnTo>
                  <a:lnTo>
                    <a:pt x="0" y="40640"/>
                  </a:lnTo>
                  <a:lnTo>
                    <a:pt x="3810" y="40640"/>
                  </a:lnTo>
                  <a:lnTo>
                    <a:pt x="3810" y="39370"/>
                  </a:lnTo>
                  <a:close/>
                </a:path>
                <a:path w="92709" h="54610">
                  <a:moveTo>
                    <a:pt x="3810" y="35433"/>
                  </a:moveTo>
                  <a:lnTo>
                    <a:pt x="0" y="35433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5433"/>
                  </a:lnTo>
                  <a:close/>
                </a:path>
                <a:path w="92709" h="54610">
                  <a:moveTo>
                    <a:pt x="3810" y="33020"/>
                  </a:moveTo>
                  <a:lnTo>
                    <a:pt x="0" y="33020"/>
                  </a:lnTo>
                  <a:lnTo>
                    <a:pt x="0" y="34290"/>
                  </a:lnTo>
                  <a:lnTo>
                    <a:pt x="3810" y="34290"/>
                  </a:lnTo>
                  <a:lnTo>
                    <a:pt x="3810" y="33020"/>
                  </a:lnTo>
                  <a:close/>
                </a:path>
                <a:path w="92709" h="54610">
                  <a:moveTo>
                    <a:pt x="3810" y="29083"/>
                  </a:moveTo>
                  <a:lnTo>
                    <a:pt x="0" y="29083"/>
                  </a:lnTo>
                  <a:lnTo>
                    <a:pt x="0" y="31750"/>
                  </a:lnTo>
                  <a:lnTo>
                    <a:pt x="3810" y="31750"/>
                  </a:lnTo>
                  <a:lnTo>
                    <a:pt x="3810" y="29083"/>
                  </a:lnTo>
                  <a:close/>
                </a:path>
                <a:path w="92709" h="54610">
                  <a:moveTo>
                    <a:pt x="3810" y="26670"/>
                  </a:moveTo>
                  <a:lnTo>
                    <a:pt x="0" y="26670"/>
                  </a:lnTo>
                  <a:lnTo>
                    <a:pt x="0" y="27940"/>
                  </a:lnTo>
                  <a:lnTo>
                    <a:pt x="3810" y="27940"/>
                  </a:lnTo>
                  <a:lnTo>
                    <a:pt x="3810" y="26670"/>
                  </a:lnTo>
                  <a:close/>
                </a:path>
                <a:path w="92709" h="54610">
                  <a:moveTo>
                    <a:pt x="3810" y="22733"/>
                  </a:moveTo>
                  <a:lnTo>
                    <a:pt x="0" y="22733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2733"/>
                  </a:lnTo>
                  <a:close/>
                </a:path>
                <a:path w="92709" h="54610">
                  <a:moveTo>
                    <a:pt x="3810" y="20320"/>
                  </a:moveTo>
                  <a:lnTo>
                    <a:pt x="0" y="2032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20320"/>
                  </a:lnTo>
                  <a:close/>
                </a:path>
                <a:path w="92709" h="54610">
                  <a:moveTo>
                    <a:pt x="3810" y="16383"/>
                  </a:moveTo>
                  <a:lnTo>
                    <a:pt x="0" y="16383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6383"/>
                  </a:lnTo>
                  <a:close/>
                </a:path>
                <a:path w="92709" h="54610">
                  <a:moveTo>
                    <a:pt x="3810" y="13970"/>
                  </a:moveTo>
                  <a:lnTo>
                    <a:pt x="0" y="1397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3970"/>
                  </a:lnTo>
                  <a:close/>
                </a:path>
                <a:path w="92709" h="54610">
                  <a:moveTo>
                    <a:pt x="3810" y="10033"/>
                  </a:moveTo>
                  <a:lnTo>
                    <a:pt x="0" y="10033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10033"/>
                  </a:lnTo>
                  <a:close/>
                </a:path>
                <a:path w="92709" h="54610">
                  <a:moveTo>
                    <a:pt x="3810" y="7620"/>
                  </a:moveTo>
                  <a:lnTo>
                    <a:pt x="0" y="762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7620"/>
                  </a:lnTo>
                  <a:close/>
                </a:path>
                <a:path w="92709" h="54610">
                  <a:moveTo>
                    <a:pt x="3810" y="3683"/>
                  </a:moveTo>
                  <a:lnTo>
                    <a:pt x="0" y="3683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3683"/>
                  </a:lnTo>
                  <a:close/>
                </a:path>
                <a:path w="92709" h="54610">
                  <a:moveTo>
                    <a:pt x="127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09" y="2540"/>
                  </a:lnTo>
                  <a:lnTo>
                    <a:pt x="3809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D0C2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8" name="object 3608"/>
            <p:cNvSpPr/>
            <p:nvPr/>
          </p:nvSpPr>
          <p:spPr>
            <a:xfrm>
              <a:off x="7222489" y="2677160"/>
              <a:ext cx="82550" cy="48260"/>
            </a:xfrm>
            <a:custGeom>
              <a:avLst/>
              <a:gdLst/>
              <a:ahLst/>
              <a:cxnLst/>
              <a:rect l="l" t="t" r="r" b="b"/>
              <a:pathLst>
                <a:path w="82550" h="48260">
                  <a:moveTo>
                    <a:pt x="80010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82550" y="48260"/>
                  </a:lnTo>
                  <a:lnTo>
                    <a:pt x="82550" y="46989"/>
                  </a:lnTo>
                  <a:lnTo>
                    <a:pt x="80010" y="46989"/>
                  </a:lnTo>
                  <a:lnTo>
                    <a:pt x="80010" y="45720"/>
                  </a:lnTo>
                  <a:close/>
                </a:path>
                <a:path w="82550" h="48260">
                  <a:moveTo>
                    <a:pt x="3810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3810" y="44450"/>
                  </a:lnTo>
                  <a:lnTo>
                    <a:pt x="3810" y="43180"/>
                  </a:lnTo>
                  <a:close/>
                </a:path>
                <a:path w="82550" h="48260">
                  <a:moveTo>
                    <a:pt x="3810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3810" y="41910"/>
                  </a:lnTo>
                  <a:lnTo>
                    <a:pt x="3810" y="39370"/>
                  </a:lnTo>
                  <a:close/>
                </a:path>
                <a:path w="82550" h="48260">
                  <a:moveTo>
                    <a:pt x="3810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36830"/>
                  </a:lnTo>
                  <a:close/>
                </a:path>
                <a:path w="82550" h="48260">
                  <a:moveTo>
                    <a:pt x="3810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33020"/>
                  </a:lnTo>
                  <a:close/>
                </a:path>
                <a:path w="82550" h="48260">
                  <a:moveTo>
                    <a:pt x="3810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3810" y="31750"/>
                  </a:lnTo>
                  <a:lnTo>
                    <a:pt x="3810" y="30480"/>
                  </a:lnTo>
                  <a:close/>
                </a:path>
                <a:path w="82550" h="48260">
                  <a:moveTo>
                    <a:pt x="3810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3810" y="29210"/>
                  </a:lnTo>
                  <a:lnTo>
                    <a:pt x="3810" y="26670"/>
                  </a:lnTo>
                  <a:close/>
                </a:path>
                <a:path w="82550" h="48260">
                  <a:moveTo>
                    <a:pt x="3810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24130"/>
                  </a:lnTo>
                  <a:close/>
                </a:path>
                <a:path w="82550" h="48260">
                  <a:moveTo>
                    <a:pt x="3810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3810" y="22860"/>
                  </a:lnTo>
                  <a:lnTo>
                    <a:pt x="3810" y="20320"/>
                  </a:lnTo>
                  <a:close/>
                </a:path>
                <a:path w="82550" h="48260">
                  <a:moveTo>
                    <a:pt x="3810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3810" y="19050"/>
                  </a:lnTo>
                  <a:lnTo>
                    <a:pt x="3810" y="17780"/>
                  </a:lnTo>
                  <a:close/>
                </a:path>
                <a:path w="82550" h="48260">
                  <a:moveTo>
                    <a:pt x="3810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3810" y="16510"/>
                  </a:lnTo>
                  <a:lnTo>
                    <a:pt x="3810" y="13970"/>
                  </a:lnTo>
                  <a:close/>
                </a:path>
                <a:path w="82550" h="48260">
                  <a:moveTo>
                    <a:pt x="3810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3810" y="12700"/>
                  </a:lnTo>
                  <a:lnTo>
                    <a:pt x="3810" y="11430"/>
                  </a:lnTo>
                  <a:close/>
                </a:path>
                <a:path w="82550" h="48260">
                  <a:moveTo>
                    <a:pt x="3810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20"/>
                  </a:lnTo>
                  <a:close/>
                </a:path>
                <a:path w="82550" h="48260">
                  <a:moveTo>
                    <a:pt x="3810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5080"/>
                  </a:lnTo>
                  <a:close/>
                </a:path>
                <a:path w="82550" h="48260">
                  <a:moveTo>
                    <a:pt x="254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CFC0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9" name="object 3609"/>
            <p:cNvSpPr/>
            <p:nvPr/>
          </p:nvSpPr>
          <p:spPr>
            <a:xfrm>
              <a:off x="7226300" y="2679827"/>
              <a:ext cx="73660" cy="43180"/>
            </a:xfrm>
            <a:custGeom>
              <a:avLst/>
              <a:gdLst/>
              <a:ahLst/>
              <a:cxnLst/>
              <a:rect l="l" t="t" r="r" b="b"/>
              <a:pathLst>
                <a:path w="73659" h="43180">
                  <a:moveTo>
                    <a:pt x="73660" y="41910"/>
                  </a:moveTo>
                  <a:lnTo>
                    <a:pt x="72389" y="41910"/>
                  </a:lnTo>
                  <a:lnTo>
                    <a:pt x="72389" y="43052"/>
                  </a:lnTo>
                  <a:lnTo>
                    <a:pt x="73660" y="43052"/>
                  </a:lnTo>
                  <a:lnTo>
                    <a:pt x="73660" y="41910"/>
                  </a:lnTo>
                  <a:close/>
                </a:path>
                <a:path w="73659" h="43180">
                  <a:moveTo>
                    <a:pt x="72389" y="40639"/>
                  </a:moveTo>
                  <a:lnTo>
                    <a:pt x="0" y="40639"/>
                  </a:lnTo>
                  <a:lnTo>
                    <a:pt x="0" y="41910"/>
                  </a:lnTo>
                  <a:lnTo>
                    <a:pt x="72389" y="41910"/>
                  </a:lnTo>
                  <a:lnTo>
                    <a:pt x="72389" y="40639"/>
                  </a:lnTo>
                  <a:close/>
                </a:path>
                <a:path w="73659" h="43180">
                  <a:moveTo>
                    <a:pt x="69850" y="39369"/>
                  </a:moveTo>
                  <a:lnTo>
                    <a:pt x="67309" y="39369"/>
                  </a:lnTo>
                  <a:lnTo>
                    <a:pt x="67309" y="40639"/>
                  </a:lnTo>
                  <a:lnTo>
                    <a:pt x="69850" y="40639"/>
                  </a:lnTo>
                  <a:lnTo>
                    <a:pt x="69850" y="39369"/>
                  </a:lnTo>
                  <a:close/>
                </a:path>
                <a:path w="73659" h="43180">
                  <a:moveTo>
                    <a:pt x="3809" y="36702"/>
                  </a:moveTo>
                  <a:lnTo>
                    <a:pt x="0" y="36702"/>
                  </a:lnTo>
                  <a:lnTo>
                    <a:pt x="0" y="39369"/>
                  </a:lnTo>
                  <a:lnTo>
                    <a:pt x="3809" y="39369"/>
                  </a:lnTo>
                  <a:lnTo>
                    <a:pt x="3809" y="36702"/>
                  </a:lnTo>
                  <a:close/>
                </a:path>
                <a:path w="73659" h="43180">
                  <a:moveTo>
                    <a:pt x="3809" y="34289"/>
                  </a:moveTo>
                  <a:lnTo>
                    <a:pt x="0" y="34289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34289"/>
                  </a:lnTo>
                  <a:close/>
                </a:path>
                <a:path w="73659" h="43180">
                  <a:moveTo>
                    <a:pt x="3809" y="30352"/>
                  </a:moveTo>
                  <a:lnTo>
                    <a:pt x="0" y="30352"/>
                  </a:lnTo>
                  <a:lnTo>
                    <a:pt x="0" y="33019"/>
                  </a:lnTo>
                  <a:lnTo>
                    <a:pt x="3809" y="33019"/>
                  </a:lnTo>
                  <a:lnTo>
                    <a:pt x="3809" y="30352"/>
                  </a:lnTo>
                  <a:close/>
                </a:path>
                <a:path w="73659" h="43180">
                  <a:moveTo>
                    <a:pt x="3809" y="27939"/>
                  </a:moveTo>
                  <a:lnTo>
                    <a:pt x="0" y="27939"/>
                  </a:lnTo>
                  <a:lnTo>
                    <a:pt x="0" y="29210"/>
                  </a:lnTo>
                  <a:lnTo>
                    <a:pt x="3809" y="29210"/>
                  </a:lnTo>
                  <a:lnTo>
                    <a:pt x="3809" y="27939"/>
                  </a:lnTo>
                  <a:close/>
                </a:path>
                <a:path w="73659" h="43180">
                  <a:moveTo>
                    <a:pt x="3809" y="24002"/>
                  </a:moveTo>
                  <a:lnTo>
                    <a:pt x="0" y="24002"/>
                  </a:lnTo>
                  <a:lnTo>
                    <a:pt x="0" y="26669"/>
                  </a:lnTo>
                  <a:lnTo>
                    <a:pt x="3809" y="26669"/>
                  </a:lnTo>
                  <a:lnTo>
                    <a:pt x="3809" y="24002"/>
                  </a:lnTo>
                  <a:close/>
                </a:path>
                <a:path w="73659" h="43180">
                  <a:moveTo>
                    <a:pt x="3809" y="21589"/>
                  </a:moveTo>
                  <a:lnTo>
                    <a:pt x="0" y="21589"/>
                  </a:lnTo>
                  <a:lnTo>
                    <a:pt x="0" y="22860"/>
                  </a:lnTo>
                  <a:lnTo>
                    <a:pt x="3809" y="22860"/>
                  </a:lnTo>
                  <a:lnTo>
                    <a:pt x="3809" y="21589"/>
                  </a:lnTo>
                  <a:close/>
                </a:path>
                <a:path w="73659" h="43180">
                  <a:moveTo>
                    <a:pt x="3809" y="17652"/>
                  </a:moveTo>
                  <a:lnTo>
                    <a:pt x="0" y="17652"/>
                  </a:lnTo>
                  <a:lnTo>
                    <a:pt x="0" y="20319"/>
                  </a:lnTo>
                  <a:lnTo>
                    <a:pt x="3809" y="20319"/>
                  </a:lnTo>
                  <a:lnTo>
                    <a:pt x="3809" y="17652"/>
                  </a:lnTo>
                  <a:close/>
                </a:path>
                <a:path w="73659" h="43180">
                  <a:moveTo>
                    <a:pt x="3809" y="15239"/>
                  </a:moveTo>
                  <a:lnTo>
                    <a:pt x="0" y="15239"/>
                  </a:lnTo>
                  <a:lnTo>
                    <a:pt x="0" y="16510"/>
                  </a:lnTo>
                  <a:lnTo>
                    <a:pt x="3809" y="16510"/>
                  </a:lnTo>
                  <a:lnTo>
                    <a:pt x="3809" y="15239"/>
                  </a:lnTo>
                  <a:close/>
                </a:path>
                <a:path w="73659" h="43180">
                  <a:moveTo>
                    <a:pt x="3809" y="11302"/>
                  </a:moveTo>
                  <a:lnTo>
                    <a:pt x="0" y="11302"/>
                  </a:lnTo>
                  <a:lnTo>
                    <a:pt x="0" y="13969"/>
                  </a:lnTo>
                  <a:lnTo>
                    <a:pt x="3809" y="13969"/>
                  </a:lnTo>
                  <a:lnTo>
                    <a:pt x="3809" y="11302"/>
                  </a:lnTo>
                  <a:close/>
                </a:path>
                <a:path w="73659" h="43180">
                  <a:moveTo>
                    <a:pt x="3809" y="8889"/>
                  </a:moveTo>
                  <a:lnTo>
                    <a:pt x="0" y="8889"/>
                  </a:lnTo>
                  <a:lnTo>
                    <a:pt x="0" y="10160"/>
                  </a:lnTo>
                  <a:lnTo>
                    <a:pt x="3809" y="10160"/>
                  </a:lnTo>
                  <a:lnTo>
                    <a:pt x="3809" y="8889"/>
                  </a:lnTo>
                  <a:close/>
                </a:path>
                <a:path w="73659" h="43180">
                  <a:moveTo>
                    <a:pt x="3809" y="4952"/>
                  </a:moveTo>
                  <a:lnTo>
                    <a:pt x="0" y="4952"/>
                  </a:lnTo>
                  <a:lnTo>
                    <a:pt x="0" y="7619"/>
                  </a:lnTo>
                  <a:lnTo>
                    <a:pt x="3809" y="7619"/>
                  </a:lnTo>
                  <a:lnTo>
                    <a:pt x="3809" y="4952"/>
                  </a:lnTo>
                  <a:close/>
                </a:path>
                <a:path w="73659" h="43180">
                  <a:moveTo>
                    <a:pt x="3809" y="1269"/>
                  </a:moveTo>
                  <a:lnTo>
                    <a:pt x="2539" y="1269"/>
                  </a:lnTo>
                  <a:lnTo>
                    <a:pt x="2539" y="2539"/>
                  </a:lnTo>
                  <a:lnTo>
                    <a:pt x="0" y="2539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1269"/>
                  </a:lnTo>
                  <a:close/>
                </a:path>
                <a:path w="73659" h="43180">
                  <a:moveTo>
                    <a:pt x="253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CEBF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0" name="object 3610"/>
            <p:cNvSpPr/>
            <p:nvPr/>
          </p:nvSpPr>
          <p:spPr>
            <a:xfrm>
              <a:off x="7230110" y="2680969"/>
              <a:ext cx="63500" cy="38100"/>
            </a:xfrm>
            <a:custGeom>
              <a:avLst/>
              <a:gdLst/>
              <a:ahLst/>
              <a:cxnLst/>
              <a:rect l="l" t="t" r="r" b="b"/>
              <a:pathLst>
                <a:path w="63500" h="38100">
                  <a:moveTo>
                    <a:pt x="6096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63500" y="38100"/>
                  </a:lnTo>
                  <a:lnTo>
                    <a:pt x="63500" y="36829"/>
                  </a:lnTo>
                  <a:lnTo>
                    <a:pt x="60960" y="36829"/>
                  </a:lnTo>
                  <a:lnTo>
                    <a:pt x="60960" y="35560"/>
                  </a:lnTo>
                  <a:close/>
                </a:path>
                <a:path w="63500" h="38100">
                  <a:moveTo>
                    <a:pt x="59690" y="34289"/>
                  </a:moveTo>
                  <a:lnTo>
                    <a:pt x="57150" y="34289"/>
                  </a:lnTo>
                  <a:lnTo>
                    <a:pt x="57150" y="35560"/>
                  </a:lnTo>
                  <a:lnTo>
                    <a:pt x="59690" y="35560"/>
                  </a:lnTo>
                  <a:lnTo>
                    <a:pt x="59690" y="34289"/>
                  </a:lnTo>
                  <a:close/>
                </a:path>
                <a:path w="63500" h="38100">
                  <a:moveTo>
                    <a:pt x="2540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2540" y="34289"/>
                  </a:lnTo>
                  <a:lnTo>
                    <a:pt x="2540" y="33020"/>
                  </a:lnTo>
                  <a:close/>
                </a:path>
                <a:path w="63500" h="38100">
                  <a:moveTo>
                    <a:pt x="254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2540" y="31750"/>
                  </a:lnTo>
                  <a:lnTo>
                    <a:pt x="2540" y="29210"/>
                  </a:lnTo>
                  <a:close/>
                </a:path>
                <a:path w="63500" h="38100">
                  <a:moveTo>
                    <a:pt x="2540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2540" y="27939"/>
                  </a:lnTo>
                  <a:lnTo>
                    <a:pt x="2540" y="26670"/>
                  </a:lnTo>
                  <a:close/>
                </a:path>
                <a:path w="63500" h="38100">
                  <a:moveTo>
                    <a:pt x="254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2540" y="25400"/>
                  </a:lnTo>
                  <a:lnTo>
                    <a:pt x="2540" y="22860"/>
                  </a:lnTo>
                  <a:close/>
                </a:path>
                <a:path w="63500" h="38100">
                  <a:moveTo>
                    <a:pt x="2540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2540" y="21589"/>
                  </a:lnTo>
                  <a:lnTo>
                    <a:pt x="2540" y="20320"/>
                  </a:lnTo>
                  <a:close/>
                </a:path>
                <a:path w="63500" h="38100">
                  <a:moveTo>
                    <a:pt x="254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2540" y="19050"/>
                  </a:lnTo>
                  <a:lnTo>
                    <a:pt x="2540" y="16510"/>
                  </a:lnTo>
                  <a:close/>
                </a:path>
                <a:path w="63500" h="38100">
                  <a:moveTo>
                    <a:pt x="2540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2540" y="15239"/>
                  </a:lnTo>
                  <a:lnTo>
                    <a:pt x="2540" y="13970"/>
                  </a:lnTo>
                  <a:close/>
                </a:path>
                <a:path w="63500" h="38100">
                  <a:moveTo>
                    <a:pt x="254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2540" y="12700"/>
                  </a:lnTo>
                  <a:lnTo>
                    <a:pt x="2540" y="10160"/>
                  </a:lnTo>
                  <a:close/>
                </a:path>
                <a:path w="63500" h="38100">
                  <a:moveTo>
                    <a:pt x="2540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2540" y="8889"/>
                  </a:lnTo>
                  <a:lnTo>
                    <a:pt x="2540" y="7620"/>
                  </a:lnTo>
                  <a:close/>
                </a:path>
                <a:path w="63500" h="38100">
                  <a:moveTo>
                    <a:pt x="2540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2540" y="6350"/>
                  </a:lnTo>
                  <a:lnTo>
                    <a:pt x="2540" y="3810"/>
                  </a:lnTo>
                  <a:close/>
                </a:path>
                <a:path w="63500" h="38100">
                  <a:moveTo>
                    <a:pt x="127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40" y="2539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CDBE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1" name="object 3611"/>
            <p:cNvSpPr/>
            <p:nvPr/>
          </p:nvSpPr>
          <p:spPr>
            <a:xfrm>
              <a:off x="7232650" y="2682240"/>
              <a:ext cx="54610" cy="33020"/>
            </a:xfrm>
            <a:custGeom>
              <a:avLst/>
              <a:gdLst/>
              <a:ahLst/>
              <a:cxnLst/>
              <a:rect l="l" t="t" r="r" b="b"/>
              <a:pathLst>
                <a:path w="54609" h="33019">
                  <a:moveTo>
                    <a:pt x="54609" y="31750"/>
                  </a:moveTo>
                  <a:lnTo>
                    <a:pt x="0" y="31750"/>
                  </a:lnTo>
                  <a:lnTo>
                    <a:pt x="0" y="33020"/>
                  </a:lnTo>
                  <a:lnTo>
                    <a:pt x="54609" y="33020"/>
                  </a:lnTo>
                  <a:lnTo>
                    <a:pt x="54609" y="31750"/>
                  </a:lnTo>
                  <a:close/>
                </a:path>
                <a:path w="54609" h="33019">
                  <a:moveTo>
                    <a:pt x="52070" y="30480"/>
                  </a:moveTo>
                  <a:lnTo>
                    <a:pt x="50800" y="30480"/>
                  </a:lnTo>
                  <a:lnTo>
                    <a:pt x="50800" y="31750"/>
                  </a:lnTo>
                  <a:lnTo>
                    <a:pt x="52070" y="31750"/>
                  </a:lnTo>
                  <a:lnTo>
                    <a:pt x="52070" y="30480"/>
                  </a:lnTo>
                  <a:close/>
                </a:path>
                <a:path w="54609" h="33019">
                  <a:moveTo>
                    <a:pt x="3809" y="27939"/>
                  </a:moveTo>
                  <a:lnTo>
                    <a:pt x="0" y="27939"/>
                  </a:lnTo>
                  <a:lnTo>
                    <a:pt x="0" y="30480"/>
                  </a:lnTo>
                  <a:lnTo>
                    <a:pt x="50800" y="30480"/>
                  </a:lnTo>
                  <a:lnTo>
                    <a:pt x="50800" y="29210"/>
                  </a:lnTo>
                  <a:lnTo>
                    <a:pt x="3809" y="29210"/>
                  </a:lnTo>
                  <a:lnTo>
                    <a:pt x="3809" y="27939"/>
                  </a:lnTo>
                  <a:close/>
                </a:path>
                <a:path w="54609" h="33019">
                  <a:moveTo>
                    <a:pt x="3809" y="25400"/>
                  </a:moveTo>
                  <a:lnTo>
                    <a:pt x="0" y="25400"/>
                  </a:lnTo>
                  <a:lnTo>
                    <a:pt x="0" y="26670"/>
                  </a:lnTo>
                  <a:lnTo>
                    <a:pt x="3809" y="26670"/>
                  </a:lnTo>
                  <a:lnTo>
                    <a:pt x="3809" y="25400"/>
                  </a:lnTo>
                  <a:close/>
                </a:path>
                <a:path w="54609" h="33019">
                  <a:moveTo>
                    <a:pt x="3809" y="21589"/>
                  </a:moveTo>
                  <a:lnTo>
                    <a:pt x="0" y="21589"/>
                  </a:lnTo>
                  <a:lnTo>
                    <a:pt x="0" y="24130"/>
                  </a:lnTo>
                  <a:lnTo>
                    <a:pt x="3809" y="24130"/>
                  </a:lnTo>
                  <a:lnTo>
                    <a:pt x="3809" y="21589"/>
                  </a:lnTo>
                  <a:close/>
                </a:path>
                <a:path w="54609" h="33019">
                  <a:moveTo>
                    <a:pt x="3809" y="19050"/>
                  </a:moveTo>
                  <a:lnTo>
                    <a:pt x="0" y="19050"/>
                  </a:lnTo>
                  <a:lnTo>
                    <a:pt x="0" y="20320"/>
                  </a:lnTo>
                  <a:lnTo>
                    <a:pt x="3809" y="20320"/>
                  </a:lnTo>
                  <a:lnTo>
                    <a:pt x="3809" y="19050"/>
                  </a:lnTo>
                  <a:close/>
                </a:path>
                <a:path w="54609" h="33019">
                  <a:moveTo>
                    <a:pt x="3809" y="15239"/>
                  </a:moveTo>
                  <a:lnTo>
                    <a:pt x="0" y="15239"/>
                  </a:lnTo>
                  <a:lnTo>
                    <a:pt x="0" y="17780"/>
                  </a:lnTo>
                  <a:lnTo>
                    <a:pt x="3809" y="17780"/>
                  </a:lnTo>
                  <a:lnTo>
                    <a:pt x="3809" y="15239"/>
                  </a:lnTo>
                  <a:close/>
                </a:path>
                <a:path w="54609" h="33019">
                  <a:moveTo>
                    <a:pt x="3809" y="12700"/>
                  </a:moveTo>
                  <a:lnTo>
                    <a:pt x="0" y="12700"/>
                  </a:lnTo>
                  <a:lnTo>
                    <a:pt x="0" y="13970"/>
                  </a:lnTo>
                  <a:lnTo>
                    <a:pt x="3809" y="13970"/>
                  </a:lnTo>
                  <a:lnTo>
                    <a:pt x="3809" y="12700"/>
                  </a:lnTo>
                  <a:close/>
                </a:path>
                <a:path w="54609" h="33019">
                  <a:moveTo>
                    <a:pt x="3809" y="8889"/>
                  </a:moveTo>
                  <a:lnTo>
                    <a:pt x="0" y="8889"/>
                  </a:lnTo>
                  <a:lnTo>
                    <a:pt x="0" y="11430"/>
                  </a:lnTo>
                  <a:lnTo>
                    <a:pt x="3809" y="11430"/>
                  </a:lnTo>
                  <a:lnTo>
                    <a:pt x="3809" y="8889"/>
                  </a:lnTo>
                  <a:close/>
                </a:path>
                <a:path w="54609" h="33019">
                  <a:moveTo>
                    <a:pt x="3809" y="6350"/>
                  </a:moveTo>
                  <a:lnTo>
                    <a:pt x="0" y="6350"/>
                  </a:lnTo>
                  <a:lnTo>
                    <a:pt x="0" y="7620"/>
                  </a:lnTo>
                  <a:lnTo>
                    <a:pt x="3809" y="7620"/>
                  </a:lnTo>
                  <a:lnTo>
                    <a:pt x="3809" y="6350"/>
                  </a:lnTo>
                  <a:close/>
                </a:path>
                <a:path w="54609" h="33019">
                  <a:moveTo>
                    <a:pt x="3809" y="2539"/>
                  </a:moveTo>
                  <a:lnTo>
                    <a:pt x="0" y="2539"/>
                  </a:lnTo>
                  <a:lnTo>
                    <a:pt x="0" y="5080"/>
                  </a:lnTo>
                  <a:lnTo>
                    <a:pt x="3809" y="5080"/>
                  </a:lnTo>
                  <a:lnTo>
                    <a:pt x="3809" y="2539"/>
                  </a:lnTo>
                  <a:close/>
                </a:path>
                <a:path w="54609" h="33019">
                  <a:moveTo>
                    <a:pt x="2539" y="1270"/>
                  </a:moveTo>
                  <a:lnTo>
                    <a:pt x="1270" y="1270"/>
                  </a:lnTo>
                  <a:lnTo>
                    <a:pt x="1270" y="2539"/>
                  </a:lnTo>
                  <a:lnTo>
                    <a:pt x="2539" y="2539"/>
                  </a:lnTo>
                  <a:lnTo>
                    <a:pt x="2539" y="1270"/>
                  </a:lnTo>
                  <a:close/>
                </a:path>
                <a:path w="54609" h="33019">
                  <a:moveTo>
                    <a:pt x="12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CCBC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2" name="object 3612"/>
            <p:cNvSpPr/>
            <p:nvPr/>
          </p:nvSpPr>
          <p:spPr>
            <a:xfrm>
              <a:off x="7236460" y="2684780"/>
              <a:ext cx="44450" cy="26670"/>
            </a:xfrm>
            <a:custGeom>
              <a:avLst/>
              <a:gdLst/>
              <a:ahLst/>
              <a:cxnLst/>
              <a:rect l="l" t="t" r="r" b="b"/>
              <a:pathLst>
                <a:path w="44450" h="26669">
                  <a:moveTo>
                    <a:pt x="44450" y="25400"/>
                  </a:moveTo>
                  <a:lnTo>
                    <a:pt x="0" y="25400"/>
                  </a:lnTo>
                  <a:lnTo>
                    <a:pt x="0" y="26670"/>
                  </a:lnTo>
                  <a:lnTo>
                    <a:pt x="44450" y="26670"/>
                  </a:lnTo>
                  <a:lnTo>
                    <a:pt x="44450" y="25400"/>
                  </a:lnTo>
                  <a:close/>
                </a:path>
                <a:path w="44450" h="26669">
                  <a:moveTo>
                    <a:pt x="41910" y="24130"/>
                  </a:moveTo>
                  <a:lnTo>
                    <a:pt x="40640" y="24130"/>
                  </a:lnTo>
                  <a:lnTo>
                    <a:pt x="40640" y="25400"/>
                  </a:lnTo>
                  <a:lnTo>
                    <a:pt x="41910" y="25400"/>
                  </a:lnTo>
                  <a:lnTo>
                    <a:pt x="41910" y="24130"/>
                  </a:lnTo>
                  <a:close/>
                </a:path>
                <a:path w="44450" h="26669">
                  <a:moveTo>
                    <a:pt x="40640" y="22860"/>
                  </a:moveTo>
                  <a:lnTo>
                    <a:pt x="0" y="22860"/>
                  </a:lnTo>
                  <a:lnTo>
                    <a:pt x="0" y="24130"/>
                  </a:lnTo>
                  <a:lnTo>
                    <a:pt x="40640" y="24130"/>
                  </a:lnTo>
                  <a:lnTo>
                    <a:pt x="40640" y="22860"/>
                  </a:lnTo>
                  <a:close/>
                </a:path>
                <a:path w="44450" h="26669">
                  <a:moveTo>
                    <a:pt x="3810" y="19050"/>
                  </a:moveTo>
                  <a:lnTo>
                    <a:pt x="0" y="19050"/>
                  </a:lnTo>
                  <a:lnTo>
                    <a:pt x="0" y="21590"/>
                  </a:lnTo>
                  <a:lnTo>
                    <a:pt x="3810" y="21590"/>
                  </a:lnTo>
                  <a:lnTo>
                    <a:pt x="3810" y="19050"/>
                  </a:lnTo>
                  <a:close/>
                </a:path>
                <a:path w="44450" h="26669">
                  <a:moveTo>
                    <a:pt x="3810" y="16510"/>
                  </a:moveTo>
                  <a:lnTo>
                    <a:pt x="0" y="16510"/>
                  </a:lnTo>
                  <a:lnTo>
                    <a:pt x="0" y="17780"/>
                  </a:lnTo>
                  <a:lnTo>
                    <a:pt x="3810" y="17780"/>
                  </a:lnTo>
                  <a:lnTo>
                    <a:pt x="3810" y="16510"/>
                  </a:lnTo>
                  <a:close/>
                </a:path>
                <a:path w="44450" h="26669">
                  <a:moveTo>
                    <a:pt x="3810" y="12700"/>
                  </a:moveTo>
                  <a:lnTo>
                    <a:pt x="0" y="12700"/>
                  </a:lnTo>
                  <a:lnTo>
                    <a:pt x="0" y="15240"/>
                  </a:lnTo>
                  <a:lnTo>
                    <a:pt x="3810" y="15240"/>
                  </a:lnTo>
                  <a:lnTo>
                    <a:pt x="3810" y="12700"/>
                  </a:lnTo>
                  <a:close/>
                </a:path>
                <a:path w="44450" h="26669">
                  <a:moveTo>
                    <a:pt x="3810" y="10160"/>
                  </a:moveTo>
                  <a:lnTo>
                    <a:pt x="0" y="10160"/>
                  </a:lnTo>
                  <a:lnTo>
                    <a:pt x="0" y="11430"/>
                  </a:lnTo>
                  <a:lnTo>
                    <a:pt x="3810" y="11430"/>
                  </a:lnTo>
                  <a:lnTo>
                    <a:pt x="3810" y="10160"/>
                  </a:lnTo>
                  <a:close/>
                </a:path>
                <a:path w="44450" h="26669">
                  <a:moveTo>
                    <a:pt x="3810" y="6350"/>
                  </a:moveTo>
                  <a:lnTo>
                    <a:pt x="0" y="6350"/>
                  </a:lnTo>
                  <a:lnTo>
                    <a:pt x="0" y="8890"/>
                  </a:lnTo>
                  <a:lnTo>
                    <a:pt x="3810" y="8890"/>
                  </a:lnTo>
                  <a:lnTo>
                    <a:pt x="3810" y="6350"/>
                  </a:lnTo>
                  <a:close/>
                </a:path>
                <a:path w="44450" h="26669">
                  <a:moveTo>
                    <a:pt x="3810" y="3810"/>
                  </a:moveTo>
                  <a:lnTo>
                    <a:pt x="0" y="3810"/>
                  </a:lnTo>
                  <a:lnTo>
                    <a:pt x="0" y="5080"/>
                  </a:lnTo>
                  <a:lnTo>
                    <a:pt x="3810" y="5080"/>
                  </a:lnTo>
                  <a:lnTo>
                    <a:pt x="3810" y="3810"/>
                  </a:lnTo>
                  <a:close/>
                </a:path>
                <a:path w="44450" h="26669">
                  <a:moveTo>
                    <a:pt x="127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CABB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3" name="object 3613"/>
            <p:cNvSpPr/>
            <p:nvPr/>
          </p:nvSpPr>
          <p:spPr>
            <a:xfrm>
              <a:off x="7240270" y="2687319"/>
              <a:ext cx="34290" cy="20320"/>
            </a:xfrm>
            <a:custGeom>
              <a:avLst/>
              <a:gdLst/>
              <a:ahLst/>
              <a:cxnLst/>
              <a:rect l="l" t="t" r="r" b="b"/>
              <a:pathLst>
                <a:path w="34290" h="20319">
                  <a:moveTo>
                    <a:pt x="34289" y="19050"/>
                  </a:moveTo>
                  <a:lnTo>
                    <a:pt x="31750" y="19050"/>
                  </a:lnTo>
                  <a:lnTo>
                    <a:pt x="31750" y="20319"/>
                  </a:lnTo>
                  <a:lnTo>
                    <a:pt x="34289" y="20319"/>
                  </a:lnTo>
                  <a:lnTo>
                    <a:pt x="34289" y="19050"/>
                  </a:lnTo>
                  <a:close/>
                </a:path>
                <a:path w="34290" h="20319">
                  <a:moveTo>
                    <a:pt x="29209" y="16509"/>
                  </a:moveTo>
                  <a:lnTo>
                    <a:pt x="0" y="16509"/>
                  </a:lnTo>
                  <a:lnTo>
                    <a:pt x="0" y="19050"/>
                  </a:lnTo>
                  <a:lnTo>
                    <a:pt x="31750" y="19050"/>
                  </a:lnTo>
                  <a:lnTo>
                    <a:pt x="31750" y="17779"/>
                  </a:lnTo>
                  <a:lnTo>
                    <a:pt x="29209" y="17779"/>
                  </a:lnTo>
                  <a:lnTo>
                    <a:pt x="29209" y="16509"/>
                  </a:lnTo>
                  <a:close/>
                </a:path>
                <a:path w="34290" h="20319">
                  <a:moveTo>
                    <a:pt x="3809" y="13969"/>
                  </a:moveTo>
                  <a:lnTo>
                    <a:pt x="0" y="13969"/>
                  </a:lnTo>
                  <a:lnTo>
                    <a:pt x="0" y="15239"/>
                  </a:lnTo>
                  <a:lnTo>
                    <a:pt x="3809" y="15239"/>
                  </a:lnTo>
                  <a:lnTo>
                    <a:pt x="3809" y="13969"/>
                  </a:lnTo>
                  <a:close/>
                </a:path>
                <a:path w="34290" h="20319">
                  <a:moveTo>
                    <a:pt x="3809" y="10159"/>
                  </a:moveTo>
                  <a:lnTo>
                    <a:pt x="0" y="10159"/>
                  </a:lnTo>
                  <a:lnTo>
                    <a:pt x="0" y="12700"/>
                  </a:lnTo>
                  <a:lnTo>
                    <a:pt x="3809" y="12700"/>
                  </a:lnTo>
                  <a:lnTo>
                    <a:pt x="3809" y="10159"/>
                  </a:lnTo>
                  <a:close/>
                </a:path>
                <a:path w="34290" h="20319">
                  <a:moveTo>
                    <a:pt x="3809" y="7619"/>
                  </a:moveTo>
                  <a:lnTo>
                    <a:pt x="0" y="7619"/>
                  </a:lnTo>
                  <a:lnTo>
                    <a:pt x="0" y="8889"/>
                  </a:lnTo>
                  <a:lnTo>
                    <a:pt x="3809" y="8889"/>
                  </a:lnTo>
                  <a:lnTo>
                    <a:pt x="3809" y="7619"/>
                  </a:lnTo>
                  <a:close/>
                </a:path>
                <a:path w="34290" h="20319">
                  <a:moveTo>
                    <a:pt x="3809" y="3809"/>
                  </a:moveTo>
                  <a:lnTo>
                    <a:pt x="0" y="3809"/>
                  </a:lnTo>
                  <a:lnTo>
                    <a:pt x="0" y="6350"/>
                  </a:lnTo>
                  <a:lnTo>
                    <a:pt x="3809" y="6350"/>
                  </a:lnTo>
                  <a:lnTo>
                    <a:pt x="3809" y="3809"/>
                  </a:lnTo>
                  <a:close/>
                </a:path>
                <a:path w="34290" h="20319">
                  <a:moveTo>
                    <a:pt x="126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C9BA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4" name="object 3614"/>
            <p:cNvSpPr/>
            <p:nvPr/>
          </p:nvSpPr>
          <p:spPr>
            <a:xfrm>
              <a:off x="7244079" y="2689860"/>
              <a:ext cx="24130" cy="13970"/>
            </a:xfrm>
            <a:custGeom>
              <a:avLst/>
              <a:gdLst/>
              <a:ahLst/>
              <a:cxnLst/>
              <a:rect l="l" t="t" r="r" b="b"/>
              <a:pathLst>
                <a:path w="24129" h="13969">
                  <a:moveTo>
                    <a:pt x="24129" y="12700"/>
                  </a:moveTo>
                  <a:lnTo>
                    <a:pt x="21590" y="12700"/>
                  </a:lnTo>
                  <a:lnTo>
                    <a:pt x="21590" y="13969"/>
                  </a:lnTo>
                  <a:lnTo>
                    <a:pt x="24129" y="13969"/>
                  </a:lnTo>
                  <a:lnTo>
                    <a:pt x="24129" y="12700"/>
                  </a:lnTo>
                  <a:close/>
                </a:path>
                <a:path w="24129" h="13969">
                  <a:moveTo>
                    <a:pt x="21590" y="11429"/>
                  </a:moveTo>
                  <a:lnTo>
                    <a:pt x="0" y="11429"/>
                  </a:lnTo>
                  <a:lnTo>
                    <a:pt x="0" y="12700"/>
                  </a:lnTo>
                  <a:lnTo>
                    <a:pt x="21590" y="12700"/>
                  </a:lnTo>
                  <a:lnTo>
                    <a:pt x="21590" y="11429"/>
                  </a:lnTo>
                  <a:close/>
                </a:path>
                <a:path w="24129" h="13969">
                  <a:moveTo>
                    <a:pt x="19050" y="10160"/>
                  </a:moveTo>
                  <a:lnTo>
                    <a:pt x="17779" y="10160"/>
                  </a:lnTo>
                  <a:lnTo>
                    <a:pt x="17779" y="11429"/>
                  </a:lnTo>
                  <a:lnTo>
                    <a:pt x="19050" y="11429"/>
                  </a:lnTo>
                  <a:lnTo>
                    <a:pt x="19050" y="10160"/>
                  </a:lnTo>
                  <a:close/>
                </a:path>
                <a:path w="24129" h="13969">
                  <a:moveTo>
                    <a:pt x="3810" y="7619"/>
                  </a:moveTo>
                  <a:lnTo>
                    <a:pt x="0" y="7619"/>
                  </a:lnTo>
                  <a:lnTo>
                    <a:pt x="0" y="10160"/>
                  </a:lnTo>
                  <a:lnTo>
                    <a:pt x="3810" y="10160"/>
                  </a:lnTo>
                  <a:lnTo>
                    <a:pt x="3810" y="7619"/>
                  </a:lnTo>
                  <a:close/>
                </a:path>
                <a:path w="24129" h="13969">
                  <a:moveTo>
                    <a:pt x="3810" y="5079"/>
                  </a:moveTo>
                  <a:lnTo>
                    <a:pt x="0" y="5079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5079"/>
                  </a:lnTo>
                  <a:close/>
                </a:path>
                <a:path w="24129" h="13969">
                  <a:moveTo>
                    <a:pt x="254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09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C8B8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5" name="object 3615"/>
            <p:cNvSpPr/>
            <p:nvPr/>
          </p:nvSpPr>
          <p:spPr>
            <a:xfrm>
              <a:off x="7247889" y="2692400"/>
              <a:ext cx="13970" cy="7620"/>
            </a:xfrm>
            <a:custGeom>
              <a:avLst/>
              <a:gdLst/>
              <a:ahLst/>
              <a:cxnLst/>
              <a:rect l="l" t="t" r="r" b="b"/>
              <a:pathLst>
                <a:path w="13970" h="7619">
                  <a:moveTo>
                    <a:pt x="11429" y="5079"/>
                  </a:moveTo>
                  <a:lnTo>
                    <a:pt x="0" y="5079"/>
                  </a:lnTo>
                  <a:lnTo>
                    <a:pt x="0" y="7620"/>
                  </a:lnTo>
                  <a:lnTo>
                    <a:pt x="13969" y="7620"/>
                  </a:lnTo>
                  <a:lnTo>
                    <a:pt x="13969" y="6350"/>
                  </a:lnTo>
                  <a:lnTo>
                    <a:pt x="11429" y="6350"/>
                  </a:lnTo>
                  <a:lnTo>
                    <a:pt x="11429" y="5079"/>
                  </a:lnTo>
                  <a:close/>
                </a:path>
                <a:path w="13970" h="7619">
                  <a:moveTo>
                    <a:pt x="8890" y="3810"/>
                  </a:moveTo>
                  <a:lnTo>
                    <a:pt x="7619" y="3810"/>
                  </a:lnTo>
                  <a:lnTo>
                    <a:pt x="7619" y="5079"/>
                  </a:lnTo>
                  <a:lnTo>
                    <a:pt x="8890" y="5079"/>
                  </a:lnTo>
                  <a:lnTo>
                    <a:pt x="8890" y="3810"/>
                  </a:lnTo>
                  <a:close/>
                </a:path>
                <a:path w="13970" h="7619">
                  <a:moveTo>
                    <a:pt x="3809" y="1270"/>
                  </a:moveTo>
                  <a:lnTo>
                    <a:pt x="2540" y="1270"/>
                  </a:lnTo>
                  <a:lnTo>
                    <a:pt x="2540" y="2539"/>
                  </a:lnTo>
                  <a:lnTo>
                    <a:pt x="0" y="2539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1270"/>
                  </a:lnTo>
                  <a:close/>
                </a:path>
                <a:path w="13970" h="7619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C7B7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6" name="object 3616"/>
            <p:cNvSpPr/>
            <p:nvPr/>
          </p:nvSpPr>
          <p:spPr>
            <a:xfrm>
              <a:off x="7251700" y="2693669"/>
              <a:ext cx="3810" cy="2540"/>
            </a:xfrm>
            <a:custGeom>
              <a:avLst/>
              <a:gdLst/>
              <a:ahLst/>
              <a:cxnLst/>
              <a:rect l="l" t="t" r="r" b="b"/>
              <a:pathLst>
                <a:path w="3809" h="2539">
                  <a:moveTo>
                    <a:pt x="127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09" y="2539"/>
                  </a:lnTo>
                  <a:lnTo>
                    <a:pt x="3809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C6B5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7" name="object 3617"/>
            <p:cNvSpPr/>
            <p:nvPr/>
          </p:nvSpPr>
          <p:spPr>
            <a:xfrm>
              <a:off x="6847839" y="2660650"/>
              <a:ext cx="557530" cy="322580"/>
            </a:xfrm>
            <a:custGeom>
              <a:avLst/>
              <a:gdLst/>
              <a:ahLst/>
              <a:cxnLst/>
              <a:rect l="l" t="t" r="r" b="b"/>
              <a:pathLst>
                <a:path w="557529" h="322580">
                  <a:moveTo>
                    <a:pt x="557529" y="123189"/>
                  </a:moveTo>
                  <a:lnTo>
                    <a:pt x="454997" y="182026"/>
                  </a:lnTo>
                  <a:lnTo>
                    <a:pt x="384968" y="222408"/>
                  </a:lnTo>
                  <a:lnTo>
                    <a:pt x="315178" y="263028"/>
                  </a:lnTo>
                  <a:lnTo>
                    <a:pt x="213359" y="322579"/>
                  </a:lnTo>
                  <a:lnTo>
                    <a:pt x="146547" y="297068"/>
                  </a:lnTo>
                  <a:lnTo>
                    <a:pt x="96743" y="273019"/>
                  </a:lnTo>
                  <a:lnTo>
                    <a:pt x="59009" y="249153"/>
                  </a:lnTo>
                  <a:lnTo>
                    <a:pt x="28407" y="224190"/>
                  </a:lnTo>
                  <a:lnTo>
                    <a:pt x="0" y="196850"/>
                  </a:lnTo>
                  <a:lnTo>
                    <a:pt x="127773" y="124837"/>
                  </a:lnTo>
                  <a:lnTo>
                    <a:pt x="239236" y="61753"/>
                  </a:lnTo>
                  <a:lnTo>
                    <a:pt x="318075" y="17006"/>
                  </a:lnTo>
                  <a:lnTo>
                    <a:pt x="347979" y="0"/>
                  </a:lnTo>
                  <a:lnTo>
                    <a:pt x="351254" y="1924"/>
                  </a:lnTo>
                  <a:lnTo>
                    <a:pt x="374173" y="15398"/>
                  </a:lnTo>
                  <a:lnTo>
                    <a:pt x="436383" y="51970"/>
                  </a:lnTo>
                  <a:lnTo>
                    <a:pt x="557529" y="123189"/>
                  </a:lnTo>
                  <a:close/>
                </a:path>
              </a:pathLst>
            </a:custGeom>
            <a:ln w="646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18" name="object 3618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6877625" y="3259395"/>
              <a:ext cx="160139" cy="141089"/>
            </a:xfrm>
            <a:prstGeom prst="rect">
              <a:avLst/>
            </a:prstGeom>
          </p:spPr>
        </p:pic>
        <p:pic>
          <p:nvPicPr>
            <p:cNvPr id="3619" name="object 3619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6877625" y="2936815"/>
              <a:ext cx="160139" cy="273169"/>
            </a:xfrm>
            <a:prstGeom prst="rect">
              <a:avLst/>
            </a:prstGeom>
          </p:spPr>
        </p:pic>
        <p:sp>
          <p:nvSpPr>
            <p:cNvPr id="3620" name="object 3620"/>
            <p:cNvSpPr/>
            <p:nvPr/>
          </p:nvSpPr>
          <p:spPr>
            <a:xfrm>
              <a:off x="6850380" y="2664460"/>
              <a:ext cx="552450" cy="798830"/>
            </a:xfrm>
            <a:custGeom>
              <a:avLst/>
              <a:gdLst/>
              <a:ahLst/>
              <a:cxnLst/>
              <a:rect l="l" t="t" r="r" b="b"/>
              <a:pathLst>
                <a:path w="552450" h="798829">
                  <a:moveTo>
                    <a:pt x="344170" y="0"/>
                  </a:moveTo>
                  <a:lnTo>
                    <a:pt x="347424" y="1904"/>
                  </a:lnTo>
                  <a:lnTo>
                    <a:pt x="370205" y="15239"/>
                  </a:lnTo>
                  <a:lnTo>
                    <a:pt x="432038" y="51434"/>
                  </a:lnTo>
                  <a:lnTo>
                    <a:pt x="552450" y="121919"/>
                  </a:lnTo>
                  <a:lnTo>
                    <a:pt x="552450" y="129559"/>
                  </a:lnTo>
                  <a:lnTo>
                    <a:pt x="552450" y="183038"/>
                  </a:lnTo>
                  <a:lnTo>
                    <a:pt x="552450" y="328195"/>
                  </a:lnTo>
                  <a:lnTo>
                    <a:pt x="552450" y="610869"/>
                  </a:lnTo>
                  <a:lnTo>
                    <a:pt x="452159" y="665956"/>
                  </a:lnTo>
                  <a:lnTo>
                    <a:pt x="383539" y="703897"/>
                  </a:lnTo>
                  <a:lnTo>
                    <a:pt x="314920" y="742314"/>
                  </a:lnTo>
                  <a:lnTo>
                    <a:pt x="214629" y="798829"/>
                  </a:lnTo>
                  <a:lnTo>
                    <a:pt x="168168" y="785550"/>
                  </a:lnTo>
                  <a:lnTo>
                    <a:pt x="126095" y="772149"/>
                  </a:lnTo>
                  <a:lnTo>
                    <a:pt x="85791" y="754847"/>
                  </a:lnTo>
                  <a:lnTo>
                    <a:pt x="44632" y="729863"/>
                  </a:lnTo>
                  <a:lnTo>
                    <a:pt x="0" y="693419"/>
                  </a:lnTo>
                  <a:lnTo>
                    <a:pt x="0" y="510619"/>
                  </a:lnTo>
                  <a:lnTo>
                    <a:pt x="0" y="351155"/>
                  </a:lnTo>
                  <a:lnTo>
                    <a:pt x="0" y="238363"/>
                  </a:lnTo>
                  <a:lnTo>
                    <a:pt x="0" y="195579"/>
                  </a:lnTo>
                  <a:lnTo>
                    <a:pt x="5377" y="192524"/>
                  </a:lnTo>
                  <a:lnTo>
                    <a:pt x="43021" y="171132"/>
                  </a:lnTo>
                  <a:lnTo>
                    <a:pt x="145196" y="113069"/>
                  </a:lnTo>
                  <a:lnTo>
                    <a:pt x="344170" y="0"/>
                  </a:lnTo>
                  <a:close/>
                </a:path>
              </a:pathLst>
            </a:custGeom>
            <a:ln w="93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1" name="object 3621"/>
            <p:cNvSpPr/>
            <p:nvPr/>
          </p:nvSpPr>
          <p:spPr>
            <a:xfrm>
              <a:off x="7110729" y="2863850"/>
              <a:ext cx="250190" cy="231140"/>
            </a:xfrm>
            <a:custGeom>
              <a:avLst/>
              <a:gdLst/>
              <a:ahLst/>
              <a:cxnLst/>
              <a:rect l="l" t="t" r="r" b="b"/>
              <a:pathLst>
                <a:path w="250190" h="231139">
                  <a:moveTo>
                    <a:pt x="250190" y="0"/>
                  </a:moveTo>
                  <a:lnTo>
                    <a:pt x="0" y="138429"/>
                  </a:lnTo>
                  <a:lnTo>
                    <a:pt x="0" y="231139"/>
                  </a:lnTo>
                  <a:lnTo>
                    <a:pt x="250190" y="92710"/>
                  </a:lnTo>
                  <a:lnTo>
                    <a:pt x="250190" y="0"/>
                  </a:lnTo>
                  <a:close/>
                </a:path>
              </a:pathLst>
            </a:custGeom>
            <a:solidFill>
              <a:srgbClr val="BBA7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2" name="object 3622"/>
            <p:cNvSpPr/>
            <p:nvPr/>
          </p:nvSpPr>
          <p:spPr>
            <a:xfrm>
              <a:off x="7110729" y="2863850"/>
              <a:ext cx="250190" cy="231140"/>
            </a:xfrm>
            <a:custGeom>
              <a:avLst/>
              <a:gdLst/>
              <a:ahLst/>
              <a:cxnLst/>
              <a:rect l="l" t="t" r="r" b="b"/>
              <a:pathLst>
                <a:path w="250190" h="231139">
                  <a:moveTo>
                    <a:pt x="0" y="138429"/>
                  </a:moveTo>
                  <a:lnTo>
                    <a:pt x="0" y="231139"/>
                  </a:lnTo>
                  <a:lnTo>
                    <a:pt x="250190" y="92710"/>
                  </a:lnTo>
                  <a:lnTo>
                    <a:pt x="250190" y="0"/>
                  </a:lnTo>
                  <a:lnTo>
                    <a:pt x="0" y="138429"/>
                  </a:lnTo>
                  <a:close/>
                </a:path>
              </a:pathLst>
            </a:custGeom>
            <a:ln w="646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3" name="object 3623"/>
            <p:cNvSpPr/>
            <p:nvPr/>
          </p:nvSpPr>
          <p:spPr>
            <a:xfrm>
              <a:off x="7110729" y="2954019"/>
              <a:ext cx="250190" cy="231140"/>
            </a:xfrm>
            <a:custGeom>
              <a:avLst/>
              <a:gdLst/>
              <a:ahLst/>
              <a:cxnLst/>
              <a:rect l="l" t="t" r="r" b="b"/>
              <a:pathLst>
                <a:path w="250190" h="231139">
                  <a:moveTo>
                    <a:pt x="250190" y="0"/>
                  </a:moveTo>
                  <a:lnTo>
                    <a:pt x="0" y="138429"/>
                  </a:lnTo>
                  <a:lnTo>
                    <a:pt x="0" y="231139"/>
                  </a:lnTo>
                  <a:lnTo>
                    <a:pt x="250190" y="92709"/>
                  </a:lnTo>
                  <a:lnTo>
                    <a:pt x="250190" y="0"/>
                  </a:lnTo>
                  <a:close/>
                </a:path>
              </a:pathLst>
            </a:custGeom>
            <a:solidFill>
              <a:srgbClr val="BBA7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4" name="object 3624"/>
            <p:cNvSpPr/>
            <p:nvPr/>
          </p:nvSpPr>
          <p:spPr>
            <a:xfrm>
              <a:off x="7110729" y="2954019"/>
              <a:ext cx="250190" cy="231140"/>
            </a:xfrm>
            <a:custGeom>
              <a:avLst/>
              <a:gdLst/>
              <a:ahLst/>
              <a:cxnLst/>
              <a:rect l="l" t="t" r="r" b="b"/>
              <a:pathLst>
                <a:path w="250190" h="231139">
                  <a:moveTo>
                    <a:pt x="0" y="138429"/>
                  </a:moveTo>
                  <a:lnTo>
                    <a:pt x="0" y="231139"/>
                  </a:lnTo>
                  <a:lnTo>
                    <a:pt x="250190" y="92709"/>
                  </a:lnTo>
                  <a:lnTo>
                    <a:pt x="250190" y="0"/>
                  </a:lnTo>
                  <a:lnTo>
                    <a:pt x="0" y="138429"/>
                  </a:lnTo>
                  <a:close/>
                </a:path>
              </a:pathLst>
            </a:custGeom>
            <a:ln w="646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5" name="object 3625"/>
            <p:cNvSpPr/>
            <p:nvPr/>
          </p:nvSpPr>
          <p:spPr>
            <a:xfrm>
              <a:off x="7110729" y="3044190"/>
              <a:ext cx="250190" cy="231140"/>
            </a:xfrm>
            <a:custGeom>
              <a:avLst/>
              <a:gdLst/>
              <a:ahLst/>
              <a:cxnLst/>
              <a:rect l="l" t="t" r="r" b="b"/>
              <a:pathLst>
                <a:path w="250190" h="231139">
                  <a:moveTo>
                    <a:pt x="250190" y="0"/>
                  </a:moveTo>
                  <a:lnTo>
                    <a:pt x="0" y="138430"/>
                  </a:lnTo>
                  <a:lnTo>
                    <a:pt x="0" y="231139"/>
                  </a:lnTo>
                  <a:lnTo>
                    <a:pt x="250190" y="92710"/>
                  </a:lnTo>
                  <a:lnTo>
                    <a:pt x="250190" y="0"/>
                  </a:lnTo>
                  <a:close/>
                </a:path>
              </a:pathLst>
            </a:custGeom>
            <a:solidFill>
              <a:srgbClr val="BBA7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6" name="object 3626"/>
            <p:cNvSpPr/>
            <p:nvPr/>
          </p:nvSpPr>
          <p:spPr>
            <a:xfrm>
              <a:off x="7110729" y="3044190"/>
              <a:ext cx="250190" cy="231140"/>
            </a:xfrm>
            <a:custGeom>
              <a:avLst/>
              <a:gdLst/>
              <a:ahLst/>
              <a:cxnLst/>
              <a:rect l="l" t="t" r="r" b="b"/>
              <a:pathLst>
                <a:path w="250190" h="231139">
                  <a:moveTo>
                    <a:pt x="0" y="138430"/>
                  </a:moveTo>
                  <a:lnTo>
                    <a:pt x="0" y="231139"/>
                  </a:lnTo>
                  <a:lnTo>
                    <a:pt x="250190" y="92710"/>
                  </a:lnTo>
                  <a:lnTo>
                    <a:pt x="250190" y="0"/>
                  </a:lnTo>
                  <a:lnTo>
                    <a:pt x="0" y="138430"/>
                  </a:lnTo>
                  <a:close/>
                </a:path>
              </a:pathLst>
            </a:custGeom>
            <a:ln w="646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7" name="object 3627"/>
            <p:cNvSpPr/>
            <p:nvPr/>
          </p:nvSpPr>
          <p:spPr>
            <a:xfrm>
              <a:off x="7110729" y="3133090"/>
              <a:ext cx="250190" cy="231140"/>
            </a:xfrm>
            <a:custGeom>
              <a:avLst/>
              <a:gdLst/>
              <a:ahLst/>
              <a:cxnLst/>
              <a:rect l="l" t="t" r="r" b="b"/>
              <a:pathLst>
                <a:path w="250190" h="231139">
                  <a:moveTo>
                    <a:pt x="250190" y="0"/>
                  </a:moveTo>
                  <a:lnTo>
                    <a:pt x="0" y="138430"/>
                  </a:lnTo>
                  <a:lnTo>
                    <a:pt x="0" y="231139"/>
                  </a:lnTo>
                  <a:lnTo>
                    <a:pt x="250190" y="92710"/>
                  </a:lnTo>
                  <a:lnTo>
                    <a:pt x="250190" y="0"/>
                  </a:lnTo>
                  <a:close/>
                </a:path>
              </a:pathLst>
            </a:custGeom>
            <a:solidFill>
              <a:srgbClr val="BBA7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8" name="object 3628"/>
            <p:cNvSpPr/>
            <p:nvPr/>
          </p:nvSpPr>
          <p:spPr>
            <a:xfrm>
              <a:off x="7110729" y="3133090"/>
              <a:ext cx="250190" cy="231140"/>
            </a:xfrm>
            <a:custGeom>
              <a:avLst/>
              <a:gdLst/>
              <a:ahLst/>
              <a:cxnLst/>
              <a:rect l="l" t="t" r="r" b="b"/>
              <a:pathLst>
                <a:path w="250190" h="231139">
                  <a:moveTo>
                    <a:pt x="0" y="138430"/>
                  </a:moveTo>
                  <a:lnTo>
                    <a:pt x="0" y="231139"/>
                  </a:lnTo>
                  <a:lnTo>
                    <a:pt x="250190" y="92710"/>
                  </a:lnTo>
                  <a:lnTo>
                    <a:pt x="250190" y="0"/>
                  </a:lnTo>
                  <a:lnTo>
                    <a:pt x="0" y="138430"/>
                  </a:lnTo>
                  <a:close/>
                </a:path>
              </a:pathLst>
            </a:custGeom>
            <a:ln w="646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9" name="object 3629"/>
            <p:cNvSpPr/>
            <p:nvPr/>
          </p:nvSpPr>
          <p:spPr>
            <a:xfrm>
              <a:off x="5334000" y="2499360"/>
              <a:ext cx="2667000" cy="0"/>
            </a:xfrm>
            <a:custGeom>
              <a:avLst/>
              <a:gdLst/>
              <a:ahLst/>
              <a:cxnLst/>
              <a:rect l="l" t="t" r="r" b="b"/>
              <a:pathLst>
                <a:path w="2667000">
                  <a:moveTo>
                    <a:pt x="0" y="0"/>
                  </a:moveTo>
                  <a:lnTo>
                    <a:pt x="2667000" y="0"/>
                  </a:lnTo>
                </a:path>
              </a:pathLst>
            </a:custGeom>
            <a:ln w="93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0" name="object 3630"/>
            <p:cNvSpPr/>
            <p:nvPr/>
          </p:nvSpPr>
          <p:spPr>
            <a:xfrm>
              <a:off x="6096000" y="1584960"/>
              <a:ext cx="457200" cy="533400"/>
            </a:xfrm>
            <a:custGeom>
              <a:avLst/>
              <a:gdLst/>
              <a:ahLst/>
              <a:cxnLst/>
              <a:rect l="l" t="t" r="r" b="b"/>
              <a:pathLst>
                <a:path w="457200" h="533400">
                  <a:moveTo>
                    <a:pt x="412750" y="0"/>
                  </a:moveTo>
                  <a:lnTo>
                    <a:pt x="43179" y="0"/>
                  </a:lnTo>
                  <a:lnTo>
                    <a:pt x="27324" y="3710"/>
                  </a:lnTo>
                  <a:lnTo>
                    <a:pt x="13493" y="13493"/>
                  </a:lnTo>
                  <a:lnTo>
                    <a:pt x="3710" y="27324"/>
                  </a:lnTo>
                  <a:lnTo>
                    <a:pt x="0" y="43179"/>
                  </a:lnTo>
                  <a:lnTo>
                    <a:pt x="0" y="488950"/>
                  </a:lnTo>
                  <a:lnTo>
                    <a:pt x="3710" y="505003"/>
                  </a:lnTo>
                  <a:lnTo>
                    <a:pt x="13493" y="519271"/>
                  </a:lnTo>
                  <a:lnTo>
                    <a:pt x="27324" y="529490"/>
                  </a:lnTo>
                  <a:lnTo>
                    <a:pt x="43179" y="533400"/>
                  </a:lnTo>
                  <a:lnTo>
                    <a:pt x="412750" y="533400"/>
                  </a:lnTo>
                  <a:lnTo>
                    <a:pt x="429339" y="529490"/>
                  </a:lnTo>
                  <a:lnTo>
                    <a:pt x="443547" y="519271"/>
                  </a:lnTo>
                  <a:lnTo>
                    <a:pt x="453469" y="505003"/>
                  </a:lnTo>
                  <a:lnTo>
                    <a:pt x="457200" y="488950"/>
                  </a:lnTo>
                  <a:lnTo>
                    <a:pt x="457200" y="43179"/>
                  </a:lnTo>
                  <a:lnTo>
                    <a:pt x="453469" y="27324"/>
                  </a:lnTo>
                  <a:lnTo>
                    <a:pt x="443547" y="13493"/>
                  </a:lnTo>
                  <a:lnTo>
                    <a:pt x="429339" y="3710"/>
                  </a:lnTo>
                  <a:lnTo>
                    <a:pt x="412750" y="0"/>
                  </a:lnTo>
                  <a:close/>
                </a:path>
              </a:pathLst>
            </a:custGeom>
            <a:solidFill>
              <a:srgbClr val="BBA7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1" name="object 3631"/>
            <p:cNvSpPr/>
            <p:nvPr/>
          </p:nvSpPr>
          <p:spPr>
            <a:xfrm>
              <a:off x="6096000" y="1584960"/>
              <a:ext cx="457200" cy="533400"/>
            </a:xfrm>
            <a:custGeom>
              <a:avLst/>
              <a:gdLst/>
              <a:ahLst/>
              <a:cxnLst/>
              <a:rect l="l" t="t" r="r" b="b"/>
              <a:pathLst>
                <a:path w="457200" h="533400">
                  <a:moveTo>
                    <a:pt x="43179" y="0"/>
                  </a:moveTo>
                  <a:lnTo>
                    <a:pt x="27324" y="3710"/>
                  </a:lnTo>
                  <a:lnTo>
                    <a:pt x="13493" y="13493"/>
                  </a:lnTo>
                  <a:lnTo>
                    <a:pt x="3710" y="27324"/>
                  </a:lnTo>
                  <a:lnTo>
                    <a:pt x="0" y="43179"/>
                  </a:lnTo>
                  <a:lnTo>
                    <a:pt x="0" y="50145"/>
                  </a:lnTo>
                  <a:lnTo>
                    <a:pt x="0" y="98901"/>
                  </a:lnTo>
                  <a:lnTo>
                    <a:pt x="0" y="231239"/>
                  </a:lnTo>
                  <a:lnTo>
                    <a:pt x="0" y="488950"/>
                  </a:lnTo>
                  <a:lnTo>
                    <a:pt x="3710" y="505003"/>
                  </a:lnTo>
                  <a:lnTo>
                    <a:pt x="13493" y="519271"/>
                  </a:lnTo>
                  <a:lnTo>
                    <a:pt x="27324" y="529490"/>
                  </a:lnTo>
                  <a:lnTo>
                    <a:pt x="43179" y="533400"/>
                  </a:lnTo>
                  <a:lnTo>
                    <a:pt x="48954" y="533400"/>
                  </a:lnTo>
                  <a:lnTo>
                    <a:pt x="89376" y="533400"/>
                  </a:lnTo>
                  <a:lnTo>
                    <a:pt x="199092" y="533400"/>
                  </a:lnTo>
                  <a:lnTo>
                    <a:pt x="412750" y="533400"/>
                  </a:lnTo>
                  <a:lnTo>
                    <a:pt x="429339" y="529490"/>
                  </a:lnTo>
                  <a:lnTo>
                    <a:pt x="443547" y="519271"/>
                  </a:lnTo>
                  <a:lnTo>
                    <a:pt x="453469" y="505003"/>
                  </a:lnTo>
                  <a:lnTo>
                    <a:pt x="457200" y="488950"/>
                  </a:lnTo>
                  <a:lnTo>
                    <a:pt x="457200" y="481984"/>
                  </a:lnTo>
                  <a:lnTo>
                    <a:pt x="457200" y="433228"/>
                  </a:lnTo>
                  <a:lnTo>
                    <a:pt x="457200" y="300890"/>
                  </a:lnTo>
                  <a:lnTo>
                    <a:pt x="457200" y="43179"/>
                  </a:lnTo>
                  <a:lnTo>
                    <a:pt x="453469" y="27324"/>
                  </a:lnTo>
                  <a:lnTo>
                    <a:pt x="443547" y="13493"/>
                  </a:lnTo>
                  <a:lnTo>
                    <a:pt x="429339" y="3710"/>
                  </a:lnTo>
                  <a:lnTo>
                    <a:pt x="412750" y="0"/>
                  </a:lnTo>
                  <a:lnTo>
                    <a:pt x="406975" y="0"/>
                  </a:lnTo>
                  <a:lnTo>
                    <a:pt x="366553" y="0"/>
                  </a:lnTo>
                  <a:lnTo>
                    <a:pt x="256837" y="0"/>
                  </a:lnTo>
                  <a:lnTo>
                    <a:pt x="43179" y="0"/>
                  </a:lnTo>
                  <a:close/>
                </a:path>
              </a:pathLst>
            </a:custGeom>
            <a:ln w="646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2" name="object 3632"/>
            <p:cNvSpPr/>
            <p:nvPr/>
          </p:nvSpPr>
          <p:spPr>
            <a:xfrm>
              <a:off x="6153150" y="1631950"/>
              <a:ext cx="342900" cy="194310"/>
            </a:xfrm>
            <a:custGeom>
              <a:avLst/>
              <a:gdLst/>
              <a:ahLst/>
              <a:cxnLst/>
              <a:rect l="l" t="t" r="r" b="b"/>
              <a:pathLst>
                <a:path w="342900" h="194310">
                  <a:moveTo>
                    <a:pt x="342900" y="0"/>
                  </a:moveTo>
                  <a:lnTo>
                    <a:pt x="0" y="0"/>
                  </a:lnTo>
                  <a:lnTo>
                    <a:pt x="0" y="194310"/>
                  </a:lnTo>
                  <a:lnTo>
                    <a:pt x="171450" y="194310"/>
                  </a:lnTo>
                  <a:lnTo>
                    <a:pt x="342900" y="194310"/>
                  </a:lnTo>
                  <a:lnTo>
                    <a:pt x="342900" y="0"/>
                  </a:lnTo>
                  <a:close/>
                </a:path>
              </a:pathLst>
            </a:custGeom>
            <a:solidFill>
              <a:srgbClr val="FF9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633" name="object 3633"/>
          <p:cNvSpPr txBox="1"/>
          <p:nvPr/>
        </p:nvSpPr>
        <p:spPr>
          <a:xfrm>
            <a:off x="6153150" y="1631950"/>
            <a:ext cx="342900" cy="194310"/>
          </a:xfrm>
          <a:prstGeom prst="rect">
            <a:avLst/>
          </a:prstGeom>
          <a:ln w="9344">
            <a:solidFill>
              <a:srgbClr val="FFFFFF"/>
            </a:solidFill>
          </a:ln>
        </p:spPr>
        <p:txBody>
          <a:bodyPr vert="horz" wrap="square" lIns="0" tIns="6350" rIns="0" bIns="0" rtlCol="0">
            <a:spAutoFit/>
          </a:bodyPr>
          <a:lstStyle/>
          <a:p>
            <a:pPr marL="17145">
              <a:lnSpc>
                <a:spcPct val="100000"/>
              </a:lnSpc>
              <a:spcBef>
                <a:spcPts val="50"/>
              </a:spcBef>
            </a:pPr>
            <a:r>
              <a:rPr sz="1200" b="1" spc="-25" dirty="0">
                <a:solidFill>
                  <a:srgbClr val="FFFFFF"/>
                </a:solidFill>
                <a:latin typeface="Arial"/>
                <a:cs typeface="Arial"/>
              </a:rPr>
              <a:t>APP</a:t>
            </a:r>
            <a:endParaRPr sz="1200">
              <a:latin typeface="Arial"/>
              <a:cs typeface="Arial"/>
            </a:endParaRPr>
          </a:p>
        </p:txBody>
      </p:sp>
      <p:sp>
        <p:nvSpPr>
          <p:cNvPr id="3634" name="object 3634"/>
          <p:cNvSpPr/>
          <p:nvPr/>
        </p:nvSpPr>
        <p:spPr>
          <a:xfrm>
            <a:off x="6153150" y="1875789"/>
            <a:ext cx="342900" cy="193040"/>
          </a:xfrm>
          <a:custGeom>
            <a:avLst/>
            <a:gdLst/>
            <a:ahLst/>
            <a:cxnLst/>
            <a:rect l="l" t="t" r="r" b="b"/>
            <a:pathLst>
              <a:path w="342900" h="193039">
                <a:moveTo>
                  <a:pt x="342900" y="0"/>
                </a:moveTo>
                <a:lnTo>
                  <a:pt x="0" y="0"/>
                </a:lnTo>
                <a:lnTo>
                  <a:pt x="0" y="193039"/>
                </a:lnTo>
                <a:lnTo>
                  <a:pt x="171450" y="193039"/>
                </a:lnTo>
                <a:lnTo>
                  <a:pt x="342900" y="193039"/>
                </a:lnTo>
                <a:lnTo>
                  <a:pt x="342900" y="0"/>
                </a:lnTo>
                <a:close/>
              </a:path>
            </a:pathLst>
          </a:custGeom>
          <a:solidFill>
            <a:srgbClr val="5890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5" name="object 3635"/>
          <p:cNvSpPr txBox="1"/>
          <p:nvPr/>
        </p:nvSpPr>
        <p:spPr>
          <a:xfrm>
            <a:off x="6153150" y="1875789"/>
            <a:ext cx="342900" cy="193040"/>
          </a:xfrm>
          <a:prstGeom prst="rect">
            <a:avLst/>
          </a:prstGeom>
          <a:ln w="9344">
            <a:solidFill>
              <a:srgbClr val="FFFFFF"/>
            </a:solidFill>
          </a:ln>
        </p:spPr>
        <p:txBody>
          <a:bodyPr vert="horz" wrap="square" lIns="0" tIns="5080" rIns="0" bIns="0" rtlCol="0">
            <a:spAutoFit/>
          </a:bodyPr>
          <a:lstStyle/>
          <a:p>
            <a:pPr marL="63500">
              <a:lnSpc>
                <a:spcPct val="100000"/>
              </a:lnSpc>
              <a:spcBef>
                <a:spcPts val="40"/>
              </a:spcBef>
            </a:pPr>
            <a:r>
              <a:rPr sz="1200" b="1" spc="-25" dirty="0">
                <a:solidFill>
                  <a:srgbClr val="FFFFFF"/>
                </a:solidFill>
                <a:latin typeface="Arial"/>
                <a:cs typeface="Arial"/>
              </a:rPr>
              <a:t>OS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3636" name="object 3636"/>
          <p:cNvGrpSpPr/>
          <p:nvPr/>
        </p:nvGrpSpPr>
        <p:grpSpPr>
          <a:xfrm>
            <a:off x="6677977" y="1581467"/>
            <a:ext cx="465455" cy="540385"/>
            <a:chOff x="6677977" y="1581467"/>
            <a:chExt cx="465455" cy="540385"/>
          </a:xfrm>
        </p:grpSpPr>
        <p:sp>
          <p:nvSpPr>
            <p:cNvPr id="3637" name="object 3637"/>
            <p:cNvSpPr/>
            <p:nvPr/>
          </p:nvSpPr>
          <p:spPr>
            <a:xfrm>
              <a:off x="6681470" y="1584960"/>
              <a:ext cx="458470" cy="533400"/>
            </a:xfrm>
            <a:custGeom>
              <a:avLst/>
              <a:gdLst/>
              <a:ahLst/>
              <a:cxnLst/>
              <a:rect l="l" t="t" r="r" b="b"/>
              <a:pathLst>
                <a:path w="458470" h="533400">
                  <a:moveTo>
                    <a:pt x="414020" y="0"/>
                  </a:moveTo>
                  <a:lnTo>
                    <a:pt x="44450" y="0"/>
                  </a:lnTo>
                  <a:lnTo>
                    <a:pt x="28396" y="3710"/>
                  </a:lnTo>
                  <a:lnTo>
                    <a:pt x="14128" y="13493"/>
                  </a:lnTo>
                  <a:lnTo>
                    <a:pt x="3909" y="27324"/>
                  </a:lnTo>
                  <a:lnTo>
                    <a:pt x="0" y="43179"/>
                  </a:lnTo>
                  <a:lnTo>
                    <a:pt x="0" y="488950"/>
                  </a:lnTo>
                  <a:lnTo>
                    <a:pt x="3909" y="505003"/>
                  </a:lnTo>
                  <a:lnTo>
                    <a:pt x="14128" y="519271"/>
                  </a:lnTo>
                  <a:lnTo>
                    <a:pt x="28396" y="529490"/>
                  </a:lnTo>
                  <a:lnTo>
                    <a:pt x="44450" y="533400"/>
                  </a:lnTo>
                  <a:lnTo>
                    <a:pt x="414020" y="533400"/>
                  </a:lnTo>
                  <a:lnTo>
                    <a:pt x="430073" y="529490"/>
                  </a:lnTo>
                  <a:lnTo>
                    <a:pt x="444341" y="519271"/>
                  </a:lnTo>
                  <a:lnTo>
                    <a:pt x="454560" y="505003"/>
                  </a:lnTo>
                  <a:lnTo>
                    <a:pt x="458470" y="488950"/>
                  </a:lnTo>
                  <a:lnTo>
                    <a:pt x="458470" y="43179"/>
                  </a:lnTo>
                  <a:lnTo>
                    <a:pt x="454560" y="27324"/>
                  </a:lnTo>
                  <a:lnTo>
                    <a:pt x="444341" y="13493"/>
                  </a:lnTo>
                  <a:lnTo>
                    <a:pt x="430073" y="3710"/>
                  </a:lnTo>
                  <a:lnTo>
                    <a:pt x="414020" y="0"/>
                  </a:lnTo>
                  <a:close/>
                </a:path>
              </a:pathLst>
            </a:custGeom>
            <a:solidFill>
              <a:srgbClr val="BBA7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8" name="object 3638"/>
            <p:cNvSpPr/>
            <p:nvPr/>
          </p:nvSpPr>
          <p:spPr>
            <a:xfrm>
              <a:off x="6681470" y="1584960"/>
              <a:ext cx="458470" cy="533400"/>
            </a:xfrm>
            <a:custGeom>
              <a:avLst/>
              <a:gdLst/>
              <a:ahLst/>
              <a:cxnLst/>
              <a:rect l="l" t="t" r="r" b="b"/>
              <a:pathLst>
                <a:path w="458470" h="533400">
                  <a:moveTo>
                    <a:pt x="44450" y="0"/>
                  </a:moveTo>
                  <a:lnTo>
                    <a:pt x="28396" y="3710"/>
                  </a:lnTo>
                  <a:lnTo>
                    <a:pt x="14128" y="13493"/>
                  </a:lnTo>
                  <a:lnTo>
                    <a:pt x="3909" y="27324"/>
                  </a:lnTo>
                  <a:lnTo>
                    <a:pt x="0" y="43179"/>
                  </a:lnTo>
                  <a:lnTo>
                    <a:pt x="0" y="50145"/>
                  </a:lnTo>
                  <a:lnTo>
                    <a:pt x="0" y="98901"/>
                  </a:lnTo>
                  <a:lnTo>
                    <a:pt x="0" y="231239"/>
                  </a:lnTo>
                  <a:lnTo>
                    <a:pt x="0" y="488950"/>
                  </a:lnTo>
                  <a:lnTo>
                    <a:pt x="3909" y="505003"/>
                  </a:lnTo>
                  <a:lnTo>
                    <a:pt x="14128" y="519271"/>
                  </a:lnTo>
                  <a:lnTo>
                    <a:pt x="28396" y="529490"/>
                  </a:lnTo>
                  <a:lnTo>
                    <a:pt x="44450" y="533400"/>
                  </a:lnTo>
                  <a:lnTo>
                    <a:pt x="50224" y="533400"/>
                  </a:lnTo>
                  <a:lnTo>
                    <a:pt x="90646" y="533400"/>
                  </a:lnTo>
                  <a:lnTo>
                    <a:pt x="200362" y="533400"/>
                  </a:lnTo>
                  <a:lnTo>
                    <a:pt x="414020" y="533400"/>
                  </a:lnTo>
                  <a:lnTo>
                    <a:pt x="430073" y="529490"/>
                  </a:lnTo>
                  <a:lnTo>
                    <a:pt x="444341" y="519271"/>
                  </a:lnTo>
                  <a:lnTo>
                    <a:pt x="454560" y="505003"/>
                  </a:lnTo>
                  <a:lnTo>
                    <a:pt x="458470" y="488950"/>
                  </a:lnTo>
                  <a:lnTo>
                    <a:pt x="458470" y="481984"/>
                  </a:lnTo>
                  <a:lnTo>
                    <a:pt x="458470" y="433228"/>
                  </a:lnTo>
                  <a:lnTo>
                    <a:pt x="458470" y="300890"/>
                  </a:lnTo>
                  <a:lnTo>
                    <a:pt x="458470" y="43179"/>
                  </a:lnTo>
                  <a:lnTo>
                    <a:pt x="454560" y="27324"/>
                  </a:lnTo>
                  <a:lnTo>
                    <a:pt x="444341" y="13493"/>
                  </a:lnTo>
                  <a:lnTo>
                    <a:pt x="430073" y="3710"/>
                  </a:lnTo>
                  <a:lnTo>
                    <a:pt x="414020" y="0"/>
                  </a:lnTo>
                  <a:lnTo>
                    <a:pt x="408245" y="0"/>
                  </a:lnTo>
                  <a:lnTo>
                    <a:pt x="367823" y="0"/>
                  </a:lnTo>
                  <a:lnTo>
                    <a:pt x="258107" y="0"/>
                  </a:lnTo>
                  <a:lnTo>
                    <a:pt x="44450" y="0"/>
                  </a:lnTo>
                  <a:close/>
                </a:path>
              </a:pathLst>
            </a:custGeom>
            <a:ln w="646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9" name="object 3639"/>
            <p:cNvSpPr/>
            <p:nvPr/>
          </p:nvSpPr>
          <p:spPr>
            <a:xfrm>
              <a:off x="6738620" y="1631950"/>
              <a:ext cx="342900" cy="194310"/>
            </a:xfrm>
            <a:custGeom>
              <a:avLst/>
              <a:gdLst/>
              <a:ahLst/>
              <a:cxnLst/>
              <a:rect l="l" t="t" r="r" b="b"/>
              <a:pathLst>
                <a:path w="342900" h="194310">
                  <a:moveTo>
                    <a:pt x="342900" y="0"/>
                  </a:moveTo>
                  <a:lnTo>
                    <a:pt x="0" y="0"/>
                  </a:lnTo>
                  <a:lnTo>
                    <a:pt x="0" y="194310"/>
                  </a:lnTo>
                  <a:lnTo>
                    <a:pt x="171450" y="194310"/>
                  </a:lnTo>
                  <a:lnTo>
                    <a:pt x="342900" y="194310"/>
                  </a:lnTo>
                  <a:lnTo>
                    <a:pt x="342900" y="0"/>
                  </a:lnTo>
                  <a:close/>
                </a:path>
              </a:pathLst>
            </a:custGeom>
            <a:solidFill>
              <a:srgbClr val="FF9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640" name="object 3640"/>
          <p:cNvSpPr txBox="1"/>
          <p:nvPr/>
        </p:nvSpPr>
        <p:spPr>
          <a:xfrm>
            <a:off x="6738619" y="1631950"/>
            <a:ext cx="342900" cy="194310"/>
          </a:xfrm>
          <a:prstGeom prst="rect">
            <a:avLst/>
          </a:prstGeom>
          <a:ln w="9344">
            <a:solidFill>
              <a:srgbClr val="FFFFFF"/>
            </a:solidFill>
          </a:ln>
        </p:spPr>
        <p:txBody>
          <a:bodyPr vert="horz" wrap="square" lIns="0" tIns="6350" rIns="0" bIns="0" rtlCol="0">
            <a:spAutoFit/>
          </a:bodyPr>
          <a:lstStyle/>
          <a:p>
            <a:pPr marL="19050">
              <a:lnSpc>
                <a:spcPct val="100000"/>
              </a:lnSpc>
              <a:spcBef>
                <a:spcPts val="50"/>
              </a:spcBef>
            </a:pPr>
            <a:r>
              <a:rPr sz="1200" b="1" spc="-25" dirty="0">
                <a:solidFill>
                  <a:srgbClr val="FFFFFF"/>
                </a:solidFill>
                <a:latin typeface="Arial"/>
                <a:cs typeface="Arial"/>
              </a:rPr>
              <a:t>APP</a:t>
            </a:r>
            <a:endParaRPr sz="1200">
              <a:latin typeface="Arial"/>
              <a:cs typeface="Arial"/>
            </a:endParaRPr>
          </a:p>
        </p:txBody>
      </p:sp>
      <p:sp>
        <p:nvSpPr>
          <p:cNvPr id="3641" name="object 3641"/>
          <p:cNvSpPr/>
          <p:nvPr/>
        </p:nvSpPr>
        <p:spPr>
          <a:xfrm>
            <a:off x="6738619" y="1875789"/>
            <a:ext cx="342900" cy="193040"/>
          </a:xfrm>
          <a:custGeom>
            <a:avLst/>
            <a:gdLst/>
            <a:ahLst/>
            <a:cxnLst/>
            <a:rect l="l" t="t" r="r" b="b"/>
            <a:pathLst>
              <a:path w="342900" h="193039">
                <a:moveTo>
                  <a:pt x="342900" y="0"/>
                </a:moveTo>
                <a:lnTo>
                  <a:pt x="0" y="0"/>
                </a:lnTo>
                <a:lnTo>
                  <a:pt x="0" y="193039"/>
                </a:lnTo>
                <a:lnTo>
                  <a:pt x="171450" y="193039"/>
                </a:lnTo>
                <a:lnTo>
                  <a:pt x="342900" y="193039"/>
                </a:lnTo>
                <a:lnTo>
                  <a:pt x="342900" y="0"/>
                </a:lnTo>
                <a:close/>
              </a:path>
            </a:pathLst>
          </a:custGeom>
          <a:solidFill>
            <a:srgbClr val="5890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2" name="object 3642"/>
          <p:cNvSpPr txBox="1"/>
          <p:nvPr/>
        </p:nvSpPr>
        <p:spPr>
          <a:xfrm>
            <a:off x="6738619" y="1875789"/>
            <a:ext cx="342900" cy="193040"/>
          </a:xfrm>
          <a:prstGeom prst="rect">
            <a:avLst/>
          </a:prstGeom>
          <a:ln w="9344">
            <a:solidFill>
              <a:srgbClr val="FFFFFF"/>
            </a:solidFill>
          </a:ln>
        </p:spPr>
        <p:txBody>
          <a:bodyPr vert="horz" wrap="square" lIns="0" tIns="5080" rIns="0" bIns="0" rtlCol="0">
            <a:spAutoFit/>
          </a:bodyPr>
          <a:lstStyle/>
          <a:p>
            <a:pPr marL="64769">
              <a:lnSpc>
                <a:spcPct val="100000"/>
              </a:lnSpc>
              <a:spcBef>
                <a:spcPts val="40"/>
              </a:spcBef>
            </a:pPr>
            <a:r>
              <a:rPr sz="1200" b="1" spc="-25" dirty="0">
                <a:solidFill>
                  <a:srgbClr val="FFFFFF"/>
                </a:solidFill>
                <a:latin typeface="Arial"/>
                <a:cs typeface="Arial"/>
              </a:rPr>
              <a:t>OS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3643" name="object 3643"/>
          <p:cNvGrpSpPr/>
          <p:nvPr/>
        </p:nvGrpSpPr>
        <p:grpSpPr>
          <a:xfrm>
            <a:off x="7135177" y="1581467"/>
            <a:ext cx="465455" cy="540385"/>
            <a:chOff x="7135177" y="1581467"/>
            <a:chExt cx="465455" cy="540385"/>
          </a:xfrm>
        </p:grpSpPr>
        <p:sp>
          <p:nvSpPr>
            <p:cNvPr id="3644" name="object 3644"/>
            <p:cNvSpPr/>
            <p:nvPr/>
          </p:nvSpPr>
          <p:spPr>
            <a:xfrm>
              <a:off x="7138670" y="1584960"/>
              <a:ext cx="458470" cy="533400"/>
            </a:xfrm>
            <a:custGeom>
              <a:avLst/>
              <a:gdLst/>
              <a:ahLst/>
              <a:cxnLst/>
              <a:rect l="l" t="t" r="r" b="b"/>
              <a:pathLst>
                <a:path w="458470" h="533400">
                  <a:moveTo>
                    <a:pt x="414020" y="0"/>
                  </a:moveTo>
                  <a:lnTo>
                    <a:pt x="44450" y="0"/>
                  </a:lnTo>
                  <a:lnTo>
                    <a:pt x="28396" y="3710"/>
                  </a:lnTo>
                  <a:lnTo>
                    <a:pt x="14128" y="13493"/>
                  </a:lnTo>
                  <a:lnTo>
                    <a:pt x="3909" y="27324"/>
                  </a:lnTo>
                  <a:lnTo>
                    <a:pt x="0" y="43179"/>
                  </a:lnTo>
                  <a:lnTo>
                    <a:pt x="0" y="488950"/>
                  </a:lnTo>
                  <a:lnTo>
                    <a:pt x="3909" y="505003"/>
                  </a:lnTo>
                  <a:lnTo>
                    <a:pt x="14128" y="519271"/>
                  </a:lnTo>
                  <a:lnTo>
                    <a:pt x="28396" y="529490"/>
                  </a:lnTo>
                  <a:lnTo>
                    <a:pt x="44450" y="533400"/>
                  </a:lnTo>
                  <a:lnTo>
                    <a:pt x="414020" y="533400"/>
                  </a:lnTo>
                  <a:lnTo>
                    <a:pt x="430073" y="529490"/>
                  </a:lnTo>
                  <a:lnTo>
                    <a:pt x="444341" y="519271"/>
                  </a:lnTo>
                  <a:lnTo>
                    <a:pt x="454560" y="505003"/>
                  </a:lnTo>
                  <a:lnTo>
                    <a:pt x="458470" y="488950"/>
                  </a:lnTo>
                  <a:lnTo>
                    <a:pt x="458470" y="43179"/>
                  </a:lnTo>
                  <a:lnTo>
                    <a:pt x="454560" y="27324"/>
                  </a:lnTo>
                  <a:lnTo>
                    <a:pt x="444341" y="13493"/>
                  </a:lnTo>
                  <a:lnTo>
                    <a:pt x="430073" y="3710"/>
                  </a:lnTo>
                  <a:lnTo>
                    <a:pt x="414020" y="0"/>
                  </a:lnTo>
                  <a:close/>
                </a:path>
              </a:pathLst>
            </a:custGeom>
            <a:solidFill>
              <a:srgbClr val="BBA7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5" name="object 3645"/>
            <p:cNvSpPr/>
            <p:nvPr/>
          </p:nvSpPr>
          <p:spPr>
            <a:xfrm>
              <a:off x="7138670" y="1584960"/>
              <a:ext cx="458470" cy="533400"/>
            </a:xfrm>
            <a:custGeom>
              <a:avLst/>
              <a:gdLst/>
              <a:ahLst/>
              <a:cxnLst/>
              <a:rect l="l" t="t" r="r" b="b"/>
              <a:pathLst>
                <a:path w="458470" h="533400">
                  <a:moveTo>
                    <a:pt x="44450" y="0"/>
                  </a:moveTo>
                  <a:lnTo>
                    <a:pt x="28396" y="3710"/>
                  </a:lnTo>
                  <a:lnTo>
                    <a:pt x="14128" y="13493"/>
                  </a:lnTo>
                  <a:lnTo>
                    <a:pt x="3909" y="27324"/>
                  </a:lnTo>
                  <a:lnTo>
                    <a:pt x="0" y="43179"/>
                  </a:lnTo>
                  <a:lnTo>
                    <a:pt x="0" y="50145"/>
                  </a:lnTo>
                  <a:lnTo>
                    <a:pt x="0" y="98901"/>
                  </a:lnTo>
                  <a:lnTo>
                    <a:pt x="0" y="231239"/>
                  </a:lnTo>
                  <a:lnTo>
                    <a:pt x="0" y="488950"/>
                  </a:lnTo>
                  <a:lnTo>
                    <a:pt x="3909" y="505003"/>
                  </a:lnTo>
                  <a:lnTo>
                    <a:pt x="14128" y="519271"/>
                  </a:lnTo>
                  <a:lnTo>
                    <a:pt x="28396" y="529490"/>
                  </a:lnTo>
                  <a:lnTo>
                    <a:pt x="44450" y="533400"/>
                  </a:lnTo>
                  <a:lnTo>
                    <a:pt x="50224" y="533400"/>
                  </a:lnTo>
                  <a:lnTo>
                    <a:pt x="90646" y="533400"/>
                  </a:lnTo>
                  <a:lnTo>
                    <a:pt x="200362" y="533400"/>
                  </a:lnTo>
                  <a:lnTo>
                    <a:pt x="414020" y="533400"/>
                  </a:lnTo>
                  <a:lnTo>
                    <a:pt x="430073" y="529490"/>
                  </a:lnTo>
                  <a:lnTo>
                    <a:pt x="444341" y="519271"/>
                  </a:lnTo>
                  <a:lnTo>
                    <a:pt x="454560" y="505003"/>
                  </a:lnTo>
                  <a:lnTo>
                    <a:pt x="458470" y="488950"/>
                  </a:lnTo>
                  <a:lnTo>
                    <a:pt x="458470" y="481984"/>
                  </a:lnTo>
                  <a:lnTo>
                    <a:pt x="458470" y="433228"/>
                  </a:lnTo>
                  <a:lnTo>
                    <a:pt x="458470" y="300890"/>
                  </a:lnTo>
                  <a:lnTo>
                    <a:pt x="458470" y="43179"/>
                  </a:lnTo>
                  <a:lnTo>
                    <a:pt x="454560" y="27324"/>
                  </a:lnTo>
                  <a:lnTo>
                    <a:pt x="444341" y="13493"/>
                  </a:lnTo>
                  <a:lnTo>
                    <a:pt x="430073" y="3710"/>
                  </a:lnTo>
                  <a:lnTo>
                    <a:pt x="414020" y="0"/>
                  </a:lnTo>
                  <a:lnTo>
                    <a:pt x="408245" y="0"/>
                  </a:lnTo>
                  <a:lnTo>
                    <a:pt x="367823" y="0"/>
                  </a:lnTo>
                  <a:lnTo>
                    <a:pt x="258107" y="0"/>
                  </a:lnTo>
                  <a:lnTo>
                    <a:pt x="44450" y="0"/>
                  </a:lnTo>
                  <a:close/>
                </a:path>
              </a:pathLst>
            </a:custGeom>
            <a:ln w="646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6" name="object 3646"/>
            <p:cNvSpPr/>
            <p:nvPr/>
          </p:nvSpPr>
          <p:spPr>
            <a:xfrm>
              <a:off x="7195820" y="1631950"/>
              <a:ext cx="342900" cy="194310"/>
            </a:xfrm>
            <a:custGeom>
              <a:avLst/>
              <a:gdLst/>
              <a:ahLst/>
              <a:cxnLst/>
              <a:rect l="l" t="t" r="r" b="b"/>
              <a:pathLst>
                <a:path w="342900" h="194310">
                  <a:moveTo>
                    <a:pt x="342900" y="0"/>
                  </a:moveTo>
                  <a:lnTo>
                    <a:pt x="0" y="0"/>
                  </a:lnTo>
                  <a:lnTo>
                    <a:pt x="0" y="194310"/>
                  </a:lnTo>
                  <a:lnTo>
                    <a:pt x="171450" y="194310"/>
                  </a:lnTo>
                  <a:lnTo>
                    <a:pt x="342900" y="194310"/>
                  </a:lnTo>
                  <a:lnTo>
                    <a:pt x="342900" y="0"/>
                  </a:lnTo>
                  <a:close/>
                </a:path>
              </a:pathLst>
            </a:custGeom>
            <a:solidFill>
              <a:srgbClr val="FF9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647" name="object 3647"/>
          <p:cNvSpPr txBox="1"/>
          <p:nvPr/>
        </p:nvSpPr>
        <p:spPr>
          <a:xfrm>
            <a:off x="7195819" y="1631950"/>
            <a:ext cx="342900" cy="194310"/>
          </a:xfrm>
          <a:prstGeom prst="rect">
            <a:avLst/>
          </a:prstGeom>
          <a:ln w="9344">
            <a:solidFill>
              <a:srgbClr val="FFFFFF"/>
            </a:solidFill>
          </a:ln>
        </p:spPr>
        <p:txBody>
          <a:bodyPr vert="horz" wrap="square" lIns="0" tIns="6350" rIns="0" bIns="0" rtlCol="0">
            <a:spAutoFit/>
          </a:bodyPr>
          <a:lstStyle/>
          <a:p>
            <a:pPr marL="19050">
              <a:lnSpc>
                <a:spcPct val="100000"/>
              </a:lnSpc>
              <a:spcBef>
                <a:spcPts val="50"/>
              </a:spcBef>
            </a:pPr>
            <a:r>
              <a:rPr sz="1200" b="1" spc="-25" dirty="0">
                <a:solidFill>
                  <a:srgbClr val="FFFFFF"/>
                </a:solidFill>
                <a:latin typeface="Arial"/>
                <a:cs typeface="Arial"/>
              </a:rPr>
              <a:t>APP</a:t>
            </a:r>
            <a:endParaRPr sz="1200">
              <a:latin typeface="Arial"/>
              <a:cs typeface="Arial"/>
            </a:endParaRPr>
          </a:p>
        </p:txBody>
      </p:sp>
      <p:sp>
        <p:nvSpPr>
          <p:cNvPr id="3648" name="object 3648"/>
          <p:cNvSpPr/>
          <p:nvPr/>
        </p:nvSpPr>
        <p:spPr>
          <a:xfrm>
            <a:off x="7195819" y="1875789"/>
            <a:ext cx="342900" cy="193040"/>
          </a:xfrm>
          <a:custGeom>
            <a:avLst/>
            <a:gdLst/>
            <a:ahLst/>
            <a:cxnLst/>
            <a:rect l="l" t="t" r="r" b="b"/>
            <a:pathLst>
              <a:path w="342900" h="193039">
                <a:moveTo>
                  <a:pt x="342900" y="0"/>
                </a:moveTo>
                <a:lnTo>
                  <a:pt x="0" y="0"/>
                </a:lnTo>
                <a:lnTo>
                  <a:pt x="0" y="193039"/>
                </a:lnTo>
                <a:lnTo>
                  <a:pt x="171450" y="193039"/>
                </a:lnTo>
                <a:lnTo>
                  <a:pt x="342900" y="193039"/>
                </a:lnTo>
                <a:lnTo>
                  <a:pt x="342900" y="0"/>
                </a:lnTo>
                <a:close/>
              </a:path>
            </a:pathLst>
          </a:custGeom>
          <a:solidFill>
            <a:srgbClr val="5890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9" name="object 3649"/>
          <p:cNvSpPr txBox="1"/>
          <p:nvPr/>
        </p:nvSpPr>
        <p:spPr>
          <a:xfrm>
            <a:off x="7195819" y="1875789"/>
            <a:ext cx="342900" cy="193040"/>
          </a:xfrm>
          <a:prstGeom prst="rect">
            <a:avLst/>
          </a:prstGeom>
          <a:ln w="9344">
            <a:solidFill>
              <a:srgbClr val="FFFFFF"/>
            </a:solidFill>
          </a:ln>
        </p:spPr>
        <p:txBody>
          <a:bodyPr vert="horz" wrap="square" lIns="0" tIns="5080" rIns="0" bIns="0" rtlCol="0">
            <a:spAutoFit/>
          </a:bodyPr>
          <a:lstStyle/>
          <a:p>
            <a:pPr marL="64769">
              <a:lnSpc>
                <a:spcPct val="100000"/>
              </a:lnSpc>
              <a:spcBef>
                <a:spcPts val="40"/>
              </a:spcBef>
            </a:pPr>
            <a:r>
              <a:rPr sz="1200" b="1" spc="-25" dirty="0">
                <a:solidFill>
                  <a:srgbClr val="FFFFFF"/>
                </a:solidFill>
                <a:latin typeface="Arial"/>
                <a:cs typeface="Arial"/>
              </a:rPr>
              <a:t>OS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3650" name="object 3650"/>
          <p:cNvGrpSpPr/>
          <p:nvPr/>
        </p:nvGrpSpPr>
        <p:grpSpPr>
          <a:xfrm>
            <a:off x="7592377" y="1581467"/>
            <a:ext cx="465455" cy="540385"/>
            <a:chOff x="7592377" y="1581467"/>
            <a:chExt cx="465455" cy="540385"/>
          </a:xfrm>
        </p:grpSpPr>
        <p:sp>
          <p:nvSpPr>
            <p:cNvPr id="3651" name="object 3651"/>
            <p:cNvSpPr/>
            <p:nvPr/>
          </p:nvSpPr>
          <p:spPr>
            <a:xfrm>
              <a:off x="7595870" y="1584960"/>
              <a:ext cx="458470" cy="533400"/>
            </a:xfrm>
            <a:custGeom>
              <a:avLst/>
              <a:gdLst/>
              <a:ahLst/>
              <a:cxnLst/>
              <a:rect l="l" t="t" r="r" b="b"/>
              <a:pathLst>
                <a:path w="458470" h="533400">
                  <a:moveTo>
                    <a:pt x="414020" y="0"/>
                  </a:moveTo>
                  <a:lnTo>
                    <a:pt x="44450" y="0"/>
                  </a:lnTo>
                  <a:lnTo>
                    <a:pt x="28396" y="3710"/>
                  </a:lnTo>
                  <a:lnTo>
                    <a:pt x="14128" y="13493"/>
                  </a:lnTo>
                  <a:lnTo>
                    <a:pt x="3909" y="27324"/>
                  </a:lnTo>
                  <a:lnTo>
                    <a:pt x="0" y="43179"/>
                  </a:lnTo>
                  <a:lnTo>
                    <a:pt x="0" y="488950"/>
                  </a:lnTo>
                  <a:lnTo>
                    <a:pt x="3909" y="505003"/>
                  </a:lnTo>
                  <a:lnTo>
                    <a:pt x="14128" y="519271"/>
                  </a:lnTo>
                  <a:lnTo>
                    <a:pt x="28396" y="529490"/>
                  </a:lnTo>
                  <a:lnTo>
                    <a:pt x="44450" y="533400"/>
                  </a:lnTo>
                  <a:lnTo>
                    <a:pt x="414020" y="533400"/>
                  </a:lnTo>
                  <a:lnTo>
                    <a:pt x="430073" y="529490"/>
                  </a:lnTo>
                  <a:lnTo>
                    <a:pt x="444341" y="519271"/>
                  </a:lnTo>
                  <a:lnTo>
                    <a:pt x="454560" y="505003"/>
                  </a:lnTo>
                  <a:lnTo>
                    <a:pt x="458470" y="488950"/>
                  </a:lnTo>
                  <a:lnTo>
                    <a:pt x="458470" y="43179"/>
                  </a:lnTo>
                  <a:lnTo>
                    <a:pt x="454560" y="27324"/>
                  </a:lnTo>
                  <a:lnTo>
                    <a:pt x="444341" y="13493"/>
                  </a:lnTo>
                  <a:lnTo>
                    <a:pt x="430073" y="3710"/>
                  </a:lnTo>
                  <a:lnTo>
                    <a:pt x="414020" y="0"/>
                  </a:lnTo>
                  <a:close/>
                </a:path>
              </a:pathLst>
            </a:custGeom>
            <a:solidFill>
              <a:srgbClr val="BBA7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2" name="object 3652"/>
            <p:cNvSpPr/>
            <p:nvPr/>
          </p:nvSpPr>
          <p:spPr>
            <a:xfrm>
              <a:off x="7595870" y="1584960"/>
              <a:ext cx="458470" cy="533400"/>
            </a:xfrm>
            <a:custGeom>
              <a:avLst/>
              <a:gdLst/>
              <a:ahLst/>
              <a:cxnLst/>
              <a:rect l="l" t="t" r="r" b="b"/>
              <a:pathLst>
                <a:path w="458470" h="533400">
                  <a:moveTo>
                    <a:pt x="44450" y="0"/>
                  </a:moveTo>
                  <a:lnTo>
                    <a:pt x="28396" y="3710"/>
                  </a:lnTo>
                  <a:lnTo>
                    <a:pt x="14128" y="13493"/>
                  </a:lnTo>
                  <a:lnTo>
                    <a:pt x="3909" y="27324"/>
                  </a:lnTo>
                  <a:lnTo>
                    <a:pt x="0" y="43179"/>
                  </a:lnTo>
                  <a:lnTo>
                    <a:pt x="0" y="50145"/>
                  </a:lnTo>
                  <a:lnTo>
                    <a:pt x="0" y="98901"/>
                  </a:lnTo>
                  <a:lnTo>
                    <a:pt x="0" y="231239"/>
                  </a:lnTo>
                  <a:lnTo>
                    <a:pt x="0" y="488950"/>
                  </a:lnTo>
                  <a:lnTo>
                    <a:pt x="3909" y="505003"/>
                  </a:lnTo>
                  <a:lnTo>
                    <a:pt x="14128" y="519271"/>
                  </a:lnTo>
                  <a:lnTo>
                    <a:pt x="28396" y="529490"/>
                  </a:lnTo>
                  <a:lnTo>
                    <a:pt x="44450" y="533400"/>
                  </a:lnTo>
                  <a:lnTo>
                    <a:pt x="50224" y="533400"/>
                  </a:lnTo>
                  <a:lnTo>
                    <a:pt x="90646" y="533400"/>
                  </a:lnTo>
                  <a:lnTo>
                    <a:pt x="200362" y="533400"/>
                  </a:lnTo>
                  <a:lnTo>
                    <a:pt x="414020" y="533400"/>
                  </a:lnTo>
                  <a:lnTo>
                    <a:pt x="430073" y="529490"/>
                  </a:lnTo>
                  <a:lnTo>
                    <a:pt x="444341" y="519271"/>
                  </a:lnTo>
                  <a:lnTo>
                    <a:pt x="454560" y="505003"/>
                  </a:lnTo>
                  <a:lnTo>
                    <a:pt x="458470" y="488950"/>
                  </a:lnTo>
                  <a:lnTo>
                    <a:pt x="458470" y="481984"/>
                  </a:lnTo>
                  <a:lnTo>
                    <a:pt x="458470" y="433228"/>
                  </a:lnTo>
                  <a:lnTo>
                    <a:pt x="458470" y="300890"/>
                  </a:lnTo>
                  <a:lnTo>
                    <a:pt x="458470" y="43179"/>
                  </a:lnTo>
                  <a:lnTo>
                    <a:pt x="454560" y="27324"/>
                  </a:lnTo>
                  <a:lnTo>
                    <a:pt x="444341" y="13493"/>
                  </a:lnTo>
                  <a:lnTo>
                    <a:pt x="430073" y="3710"/>
                  </a:lnTo>
                  <a:lnTo>
                    <a:pt x="414020" y="0"/>
                  </a:lnTo>
                  <a:lnTo>
                    <a:pt x="408245" y="0"/>
                  </a:lnTo>
                  <a:lnTo>
                    <a:pt x="367823" y="0"/>
                  </a:lnTo>
                  <a:lnTo>
                    <a:pt x="258107" y="0"/>
                  </a:lnTo>
                  <a:lnTo>
                    <a:pt x="44450" y="0"/>
                  </a:lnTo>
                  <a:close/>
                </a:path>
              </a:pathLst>
            </a:custGeom>
            <a:ln w="646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3" name="object 3653"/>
            <p:cNvSpPr/>
            <p:nvPr/>
          </p:nvSpPr>
          <p:spPr>
            <a:xfrm>
              <a:off x="7653020" y="1631950"/>
              <a:ext cx="342900" cy="194310"/>
            </a:xfrm>
            <a:custGeom>
              <a:avLst/>
              <a:gdLst/>
              <a:ahLst/>
              <a:cxnLst/>
              <a:rect l="l" t="t" r="r" b="b"/>
              <a:pathLst>
                <a:path w="342900" h="194310">
                  <a:moveTo>
                    <a:pt x="342900" y="0"/>
                  </a:moveTo>
                  <a:lnTo>
                    <a:pt x="0" y="0"/>
                  </a:lnTo>
                  <a:lnTo>
                    <a:pt x="0" y="194310"/>
                  </a:lnTo>
                  <a:lnTo>
                    <a:pt x="171450" y="194310"/>
                  </a:lnTo>
                  <a:lnTo>
                    <a:pt x="342900" y="194310"/>
                  </a:lnTo>
                  <a:lnTo>
                    <a:pt x="342900" y="0"/>
                  </a:lnTo>
                  <a:close/>
                </a:path>
              </a:pathLst>
            </a:custGeom>
            <a:solidFill>
              <a:srgbClr val="FF9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654" name="object 3654"/>
          <p:cNvSpPr txBox="1"/>
          <p:nvPr/>
        </p:nvSpPr>
        <p:spPr>
          <a:xfrm>
            <a:off x="7653019" y="1631950"/>
            <a:ext cx="342900" cy="194310"/>
          </a:xfrm>
          <a:prstGeom prst="rect">
            <a:avLst/>
          </a:prstGeom>
          <a:ln w="9344">
            <a:solidFill>
              <a:srgbClr val="FFFFFF"/>
            </a:solidFill>
          </a:ln>
        </p:spPr>
        <p:txBody>
          <a:bodyPr vert="horz" wrap="square" lIns="0" tIns="6350" rIns="0" bIns="0" rtlCol="0">
            <a:spAutoFit/>
          </a:bodyPr>
          <a:lstStyle/>
          <a:p>
            <a:pPr marL="19050">
              <a:lnSpc>
                <a:spcPct val="100000"/>
              </a:lnSpc>
              <a:spcBef>
                <a:spcPts val="50"/>
              </a:spcBef>
            </a:pPr>
            <a:r>
              <a:rPr sz="1200" b="1" spc="-25" dirty="0">
                <a:solidFill>
                  <a:srgbClr val="FFFFFF"/>
                </a:solidFill>
                <a:latin typeface="Arial"/>
                <a:cs typeface="Arial"/>
              </a:rPr>
              <a:t>APP</a:t>
            </a:r>
            <a:endParaRPr sz="1200">
              <a:latin typeface="Arial"/>
              <a:cs typeface="Arial"/>
            </a:endParaRPr>
          </a:p>
        </p:txBody>
      </p:sp>
      <p:sp>
        <p:nvSpPr>
          <p:cNvPr id="3655" name="object 3655"/>
          <p:cNvSpPr/>
          <p:nvPr/>
        </p:nvSpPr>
        <p:spPr>
          <a:xfrm>
            <a:off x="7653019" y="1875789"/>
            <a:ext cx="342900" cy="193040"/>
          </a:xfrm>
          <a:custGeom>
            <a:avLst/>
            <a:gdLst/>
            <a:ahLst/>
            <a:cxnLst/>
            <a:rect l="l" t="t" r="r" b="b"/>
            <a:pathLst>
              <a:path w="342900" h="193039">
                <a:moveTo>
                  <a:pt x="342900" y="0"/>
                </a:moveTo>
                <a:lnTo>
                  <a:pt x="0" y="0"/>
                </a:lnTo>
                <a:lnTo>
                  <a:pt x="0" y="193039"/>
                </a:lnTo>
                <a:lnTo>
                  <a:pt x="171450" y="193039"/>
                </a:lnTo>
                <a:lnTo>
                  <a:pt x="342900" y="193039"/>
                </a:lnTo>
                <a:lnTo>
                  <a:pt x="342900" y="0"/>
                </a:lnTo>
                <a:close/>
              </a:path>
            </a:pathLst>
          </a:custGeom>
          <a:solidFill>
            <a:srgbClr val="5890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6" name="object 3656"/>
          <p:cNvSpPr txBox="1"/>
          <p:nvPr/>
        </p:nvSpPr>
        <p:spPr>
          <a:xfrm>
            <a:off x="7653019" y="1875789"/>
            <a:ext cx="342900" cy="193040"/>
          </a:xfrm>
          <a:prstGeom prst="rect">
            <a:avLst/>
          </a:prstGeom>
          <a:ln w="9344">
            <a:solidFill>
              <a:srgbClr val="FFFFFF"/>
            </a:solidFill>
          </a:ln>
        </p:spPr>
        <p:txBody>
          <a:bodyPr vert="horz" wrap="square" lIns="0" tIns="5080" rIns="0" bIns="0" rtlCol="0">
            <a:spAutoFit/>
          </a:bodyPr>
          <a:lstStyle/>
          <a:p>
            <a:pPr marL="64769">
              <a:lnSpc>
                <a:spcPct val="100000"/>
              </a:lnSpc>
              <a:spcBef>
                <a:spcPts val="40"/>
              </a:spcBef>
            </a:pPr>
            <a:r>
              <a:rPr sz="1200" b="1" spc="-25" dirty="0">
                <a:solidFill>
                  <a:srgbClr val="FFFFFF"/>
                </a:solidFill>
                <a:latin typeface="Arial"/>
                <a:cs typeface="Arial"/>
              </a:rPr>
              <a:t>OS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3657" name="object 3657"/>
          <p:cNvGrpSpPr/>
          <p:nvPr/>
        </p:nvGrpSpPr>
        <p:grpSpPr>
          <a:xfrm>
            <a:off x="7768907" y="2799397"/>
            <a:ext cx="464184" cy="540385"/>
            <a:chOff x="7768907" y="2799397"/>
            <a:chExt cx="464184" cy="540385"/>
          </a:xfrm>
        </p:grpSpPr>
        <p:sp>
          <p:nvSpPr>
            <p:cNvPr id="3658" name="object 3658"/>
            <p:cNvSpPr/>
            <p:nvPr/>
          </p:nvSpPr>
          <p:spPr>
            <a:xfrm>
              <a:off x="7772399" y="2802890"/>
              <a:ext cx="457200" cy="533400"/>
            </a:xfrm>
            <a:custGeom>
              <a:avLst/>
              <a:gdLst/>
              <a:ahLst/>
              <a:cxnLst/>
              <a:rect l="l" t="t" r="r" b="b"/>
              <a:pathLst>
                <a:path w="457200" h="533400">
                  <a:moveTo>
                    <a:pt x="412750" y="0"/>
                  </a:moveTo>
                  <a:lnTo>
                    <a:pt x="44450" y="0"/>
                  </a:lnTo>
                  <a:lnTo>
                    <a:pt x="27860" y="3909"/>
                  </a:lnTo>
                  <a:lnTo>
                    <a:pt x="13652" y="14128"/>
                  </a:lnTo>
                  <a:lnTo>
                    <a:pt x="3730" y="28396"/>
                  </a:lnTo>
                  <a:lnTo>
                    <a:pt x="0" y="44450"/>
                  </a:lnTo>
                  <a:lnTo>
                    <a:pt x="0" y="490220"/>
                  </a:lnTo>
                  <a:lnTo>
                    <a:pt x="3730" y="506075"/>
                  </a:lnTo>
                  <a:lnTo>
                    <a:pt x="13652" y="519906"/>
                  </a:lnTo>
                  <a:lnTo>
                    <a:pt x="27860" y="529689"/>
                  </a:lnTo>
                  <a:lnTo>
                    <a:pt x="44450" y="533400"/>
                  </a:lnTo>
                  <a:lnTo>
                    <a:pt x="412750" y="533400"/>
                  </a:lnTo>
                  <a:lnTo>
                    <a:pt x="429339" y="529689"/>
                  </a:lnTo>
                  <a:lnTo>
                    <a:pt x="443547" y="519906"/>
                  </a:lnTo>
                  <a:lnTo>
                    <a:pt x="453469" y="506075"/>
                  </a:lnTo>
                  <a:lnTo>
                    <a:pt x="457200" y="490220"/>
                  </a:lnTo>
                  <a:lnTo>
                    <a:pt x="457200" y="44450"/>
                  </a:lnTo>
                  <a:lnTo>
                    <a:pt x="453469" y="28396"/>
                  </a:lnTo>
                  <a:lnTo>
                    <a:pt x="443547" y="14128"/>
                  </a:lnTo>
                  <a:lnTo>
                    <a:pt x="429339" y="3909"/>
                  </a:lnTo>
                  <a:lnTo>
                    <a:pt x="412750" y="0"/>
                  </a:lnTo>
                  <a:close/>
                </a:path>
              </a:pathLst>
            </a:custGeom>
            <a:solidFill>
              <a:srgbClr val="BBA7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9" name="object 3659"/>
            <p:cNvSpPr/>
            <p:nvPr/>
          </p:nvSpPr>
          <p:spPr>
            <a:xfrm>
              <a:off x="7772399" y="2802890"/>
              <a:ext cx="457200" cy="533400"/>
            </a:xfrm>
            <a:custGeom>
              <a:avLst/>
              <a:gdLst/>
              <a:ahLst/>
              <a:cxnLst/>
              <a:rect l="l" t="t" r="r" b="b"/>
              <a:pathLst>
                <a:path w="457200" h="533400">
                  <a:moveTo>
                    <a:pt x="44450" y="0"/>
                  </a:moveTo>
                  <a:lnTo>
                    <a:pt x="27860" y="3909"/>
                  </a:lnTo>
                  <a:lnTo>
                    <a:pt x="13652" y="14128"/>
                  </a:lnTo>
                  <a:lnTo>
                    <a:pt x="3730" y="28396"/>
                  </a:lnTo>
                  <a:lnTo>
                    <a:pt x="0" y="44450"/>
                  </a:lnTo>
                  <a:lnTo>
                    <a:pt x="0" y="51415"/>
                  </a:lnTo>
                  <a:lnTo>
                    <a:pt x="0" y="100171"/>
                  </a:lnTo>
                  <a:lnTo>
                    <a:pt x="0" y="232509"/>
                  </a:lnTo>
                  <a:lnTo>
                    <a:pt x="0" y="490220"/>
                  </a:lnTo>
                  <a:lnTo>
                    <a:pt x="3730" y="506075"/>
                  </a:lnTo>
                  <a:lnTo>
                    <a:pt x="13652" y="519906"/>
                  </a:lnTo>
                  <a:lnTo>
                    <a:pt x="27860" y="529689"/>
                  </a:lnTo>
                  <a:lnTo>
                    <a:pt x="44450" y="533400"/>
                  </a:lnTo>
                  <a:lnTo>
                    <a:pt x="50204" y="533400"/>
                  </a:lnTo>
                  <a:lnTo>
                    <a:pt x="90487" y="533400"/>
                  </a:lnTo>
                  <a:lnTo>
                    <a:pt x="199826" y="533400"/>
                  </a:lnTo>
                  <a:lnTo>
                    <a:pt x="412750" y="533400"/>
                  </a:lnTo>
                  <a:lnTo>
                    <a:pt x="429339" y="529689"/>
                  </a:lnTo>
                  <a:lnTo>
                    <a:pt x="443547" y="519906"/>
                  </a:lnTo>
                  <a:lnTo>
                    <a:pt x="453469" y="506075"/>
                  </a:lnTo>
                  <a:lnTo>
                    <a:pt x="457200" y="490220"/>
                  </a:lnTo>
                  <a:lnTo>
                    <a:pt x="457200" y="483254"/>
                  </a:lnTo>
                  <a:lnTo>
                    <a:pt x="457200" y="434498"/>
                  </a:lnTo>
                  <a:lnTo>
                    <a:pt x="457200" y="302160"/>
                  </a:lnTo>
                  <a:lnTo>
                    <a:pt x="457200" y="44450"/>
                  </a:lnTo>
                  <a:lnTo>
                    <a:pt x="453469" y="28396"/>
                  </a:lnTo>
                  <a:lnTo>
                    <a:pt x="443547" y="14128"/>
                  </a:lnTo>
                  <a:lnTo>
                    <a:pt x="429339" y="3909"/>
                  </a:lnTo>
                  <a:lnTo>
                    <a:pt x="412750" y="0"/>
                  </a:lnTo>
                  <a:lnTo>
                    <a:pt x="406995" y="0"/>
                  </a:lnTo>
                  <a:lnTo>
                    <a:pt x="366712" y="0"/>
                  </a:lnTo>
                  <a:lnTo>
                    <a:pt x="257373" y="0"/>
                  </a:lnTo>
                  <a:lnTo>
                    <a:pt x="44450" y="0"/>
                  </a:lnTo>
                  <a:close/>
                </a:path>
              </a:pathLst>
            </a:custGeom>
            <a:ln w="646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0" name="object 3660"/>
            <p:cNvSpPr/>
            <p:nvPr/>
          </p:nvSpPr>
          <p:spPr>
            <a:xfrm>
              <a:off x="7829549" y="2852420"/>
              <a:ext cx="342900" cy="193040"/>
            </a:xfrm>
            <a:custGeom>
              <a:avLst/>
              <a:gdLst/>
              <a:ahLst/>
              <a:cxnLst/>
              <a:rect l="l" t="t" r="r" b="b"/>
              <a:pathLst>
                <a:path w="342900" h="193039">
                  <a:moveTo>
                    <a:pt x="342900" y="0"/>
                  </a:moveTo>
                  <a:lnTo>
                    <a:pt x="0" y="0"/>
                  </a:lnTo>
                  <a:lnTo>
                    <a:pt x="0" y="193039"/>
                  </a:lnTo>
                  <a:lnTo>
                    <a:pt x="171450" y="193039"/>
                  </a:lnTo>
                  <a:lnTo>
                    <a:pt x="342900" y="193039"/>
                  </a:lnTo>
                  <a:lnTo>
                    <a:pt x="342900" y="0"/>
                  </a:lnTo>
                  <a:close/>
                </a:path>
              </a:pathLst>
            </a:custGeom>
            <a:solidFill>
              <a:srgbClr val="FF9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661" name="object 3661"/>
          <p:cNvSpPr txBox="1"/>
          <p:nvPr/>
        </p:nvSpPr>
        <p:spPr>
          <a:xfrm>
            <a:off x="7829550" y="2852420"/>
            <a:ext cx="342900" cy="193040"/>
          </a:xfrm>
          <a:prstGeom prst="rect">
            <a:avLst/>
          </a:prstGeom>
          <a:ln w="9344">
            <a:solidFill>
              <a:srgbClr val="FFFFFF"/>
            </a:solidFill>
          </a:ln>
        </p:spPr>
        <p:txBody>
          <a:bodyPr vert="horz" wrap="square" lIns="0" tIns="5080" rIns="0" bIns="0" rtlCol="0">
            <a:spAutoFit/>
          </a:bodyPr>
          <a:lstStyle/>
          <a:p>
            <a:pPr marL="19050">
              <a:lnSpc>
                <a:spcPct val="100000"/>
              </a:lnSpc>
              <a:spcBef>
                <a:spcPts val="40"/>
              </a:spcBef>
            </a:pPr>
            <a:r>
              <a:rPr sz="1200" b="1" spc="-25" dirty="0">
                <a:solidFill>
                  <a:srgbClr val="FFFFFF"/>
                </a:solidFill>
                <a:latin typeface="Arial"/>
                <a:cs typeface="Arial"/>
              </a:rPr>
              <a:t>APP</a:t>
            </a:r>
            <a:endParaRPr sz="1200">
              <a:latin typeface="Arial"/>
              <a:cs typeface="Arial"/>
            </a:endParaRPr>
          </a:p>
        </p:txBody>
      </p:sp>
      <p:sp>
        <p:nvSpPr>
          <p:cNvPr id="3662" name="object 3662"/>
          <p:cNvSpPr/>
          <p:nvPr/>
        </p:nvSpPr>
        <p:spPr>
          <a:xfrm>
            <a:off x="7829550" y="3094989"/>
            <a:ext cx="342900" cy="193040"/>
          </a:xfrm>
          <a:custGeom>
            <a:avLst/>
            <a:gdLst/>
            <a:ahLst/>
            <a:cxnLst/>
            <a:rect l="l" t="t" r="r" b="b"/>
            <a:pathLst>
              <a:path w="342900" h="193039">
                <a:moveTo>
                  <a:pt x="342900" y="0"/>
                </a:moveTo>
                <a:lnTo>
                  <a:pt x="0" y="0"/>
                </a:lnTo>
                <a:lnTo>
                  <a:pt x="0" y="193039"/>
                </a:lnTo>
                <a:lnTo>
                  <a:pt x="171450" y="193039"/>
                </a:lnTo>
                <a:lnTo>
                  <a:pt x="342900" y="193039"/>
                </a:lnTo>
                <a:lnTo>
                  <a:pt x="342900" y="0"/>
                </a:lnTo>
                <a:close/>
              </a:path>
            </a:pathLst>
          </a:custGeom>
          <a:solidFill>
            <a:srgbClr val="5890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3" name="object 3663"/>
          <p:cNvSpPr txBox="1"/>
          <p:nvPr/>
        </p:nvSpPr>
        <p:spPr>
          <a:xfrm>
            <a:off x="7829550" y="3094989"/>
            <a:ext cx="342900" cy="193040"/>
          </a:xfrm>
          <a:prstGeom prst="rect">
            <a:avLst/>
          </a:prstGeom>
          <a:ln w="9344">
            <a:solidFill>
              <a:srgbClr val="FFFFFF"/>
            </a:solidFill>
          </a:ln>
        </p:spPr>
        <p:txBody>
          <a:bodyPr vert="horz" wrap="square" lIns="0" tIns="5080" rIns="0" bIns="0" rtlCol="0">
            <a:spAutoFit/>
          </a:bodyPr>
          <a:lstStyle/>
          <a:p>
            <a:pPr marL="64769">
              <a:lnSpc>
                <a:spcPct val="100000"/>
              </a:lnSpc>
              <a:spcBef>
                <a:spcPts val="40"/>
              </a:spcBef>
            </a:pPr>
            <a:r>
              <a:rPr sz="1200" b="1" spc="-25" dirty="0">
                <a:solidFill>
                  <a:srgbClr val="FFFFFF"/>
                </a:solidFill>
                <a:latin typeface="Arial"/>
                <a:cs typeface="Arial"/>
              </a:rPr>
              <a:t>OS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3664" name="object 3664"/>
          <p:cNvGrpSpPr/>
          <p:nvPr/>
        </p:nvGrpSpPr>
        <p:grpSpPr>
          <a:xfrm>
            <a:off x="8226107" y="2799397"/>
            <a:ext cx="464184" cy="540385"/>
            <a:chOff x="8226107" y="2799397"/>
            <a:chExt cx="464184" cy="540385"/>
          </a:xfrm>
        </p:grpSpPr>
        <p:sp>
          <p:nvSpPr>
            <p:cNvPr id="3665" name="object 3665"/>
            <p:cNvSpPr/>
            <p:nvPr/>
          </p:nvSpPr>
          <p:spPr>
            <a:xfrm>
              <a:off x="8229599" y="2802890"/>
              <a:ext cx="457200" cy="533400"/>
            </a:xfrm>
            <a:custGeom>
              <a:avLst/>
              <a:gdLst/>
              <a:ahLst/>
              <a:cxnLst/>
              <a:rect l="l" t="t" r="r" b="b"/>
              <a:pathLst>
                <a:path w="457200" h="533400">
                  <a:moveTo>
                    <a:pt x="412750" y="0"/>
                  </a:moveTo>
                  <a:lnTo>
                    <a:pt x="44450" y="0"/>
                  </a:lnTo>
                  <a:lnTo>
                    <a:pt x="27860" y="3909"/>
                  </a:lnTo>
                  <a:lnTo>
                    <a:pt x="13652" y="14128"/>
                  </a:lnTo>
                  <a:lnTo>
                    <a:pt x="3730" y="28396"/>
                  </a:lnTo>
                  <a:lnTo>
                    <a:pt x="0" y="44450"/>
                  </a:lnTo>
                  <a:lnTo>
                    <a:pt x="0" y="490220"/>
                  </a:lnTo>
                  <a:lnTo>
                    <a:pt x="3730" y="506075"/>
                  </a:lnTo>
                  <a:lnTo>
                    <a:pt x="13652" y="519906"/>
                  </a:lnTo>
                  <a:lnTo>
                    <a:pt x="27860" y="529689"/>
                  </a:lnTo>
                  <a:lnTo>
                    <a:pt x="44450" y="533400"/>
                  </a:lnTo>
                  <a:lnTo>
                    <a:pt x="412750" y="533400"/>
                  </a:lnTo>
                  <a:lnTo>
                    <a:pt x="429339" y="529689"/>
                  </a:lnTo>
                  <a:lnTo>
                    <a:pt x="443547" y="519906"/>
                  </a:lnTo>
                  <a:lnTo>
                    <a:pt x="453469" y="506075"/>
                  </a:lnTo>
                  <a:lnTo>
                    <a:pt x="457200" y="490220"/>
                  </a:lnTo>
                  <a:lnTo>
                    <a:pt x="457200" y="44450"/>
                  </a:lnTo>
                  <a:lnTo>
                    <a:pt x="453469" y="28396"/>
                  </a:lnTo>
                  <a:lnTo>
                    <a:pt x="443547" y="14128"/>
                  </a:lnTo>
                  <a:lnTo>
                    <a:pt x="429339" y="3909"/>
                  </a:lnTo>
                  <a:lnTo>
                    <a:pt x="412750" y="0"/>
                  </a:lnTo>
                  <a:close/>
                </a:path>
              </a:pathLst>
            </a:custGeom>
            <a:solidFill>
              <a:srgbClr val="BBA7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6" name="object 3666"/>
            <p:cNvSpPr/>
            <p:nvPr/>
          </p:nvSpPr>
          <p:spPr>
            <a:xfrm>
              <a:off x="8229599" y="2802890"/>
              <a:ext cx="457200" cy="533400"/>
            </a:xfrm>
            <a:custGeom>
              <a:avLst/>
              <a:gdLst/>
              <a:ahLst/>
              <a:cxnLst/>
              <a:rect l="l" t="t" r="r" b="b"/>
              <a:pathLst>
                <a:path w="457200" h="533400">
                  <a:moveTo>
                    <a:pt x="44450" y="0"/>
                  </a:moveTo>
                  <a:lnTo>
                    <a:pt x="27860" y="3909"/>
                  </a:lnTo>
                  <a:lnTo>
                    <a:pt x="13652" y="14128"/>
                  </a:lnTo>
                  <a:lnTo>
                    <a:pt x="3730" y="28396"/>
                  </a:lnTo>
                  <a:lnTo>
                    <a:pt x="0" y="44450"/>
                  </a:lnTo>
                  <a:lnTo>
                    <a:pt x="0" y="51415"/>
                  </a:lnTo>
                  <a:lnTo>
                    <a:pt x="0" y="100171"/>
                  </a:lnTo>
                  <a:lnTo>
                    <a:pt x="0" y="232509"/>
                  </a:lnTo>
                  <a:lnTo>
                    <a:pt x="0" y="490220"/>
                  </a:lnTo>
                  <a:lnTo>
                    <a:pt x="3730" y="506075"/>
                  </a:lnTo>
                  <a:lnTo>
                    <a:pt x="13652" y="519906"/>
                  </a:lnTo>
                  <a:lnTo>
                    <a:pt x="27860" y="529689"/>
                  </a:lnTo>
                  <a:lnTo>
                    <a:pt x="44450" y="533400"/>
                  </a:lnTo>
                  <a:lnTo>
                    <a:pt x="50204" y="533400"/>
                  </a:lnTo>
                  <a:lnTo>
                    <a:pt x="90487" y="533400"/>
                  </a:lnTo>
                  <a:lnTo>
                    <a:pt x="199826" y="533400"/>
                  </a:lnTo>
                  <a:lnTo>
                    <a:pt x="412750" y="533400"/>
                  </a:lnTo>
                  <a:lnTo>
                    <a:pt x="429339" y="529689"/>
                  </a:lnTo>
                  <a:lnTo>
                    <a:pt x="443547" y="519906"/>
                  </a:lnTo>
                  <a:lnTo>
                    <a:pt x="453469" y="506075"/>
                  </a:lnTo>
                  <a:lnTo>
                    <a:pt x="457200" y="490220"/>
                  </a:lnTo>
                  <a:lnTo>
                    <a:pt x="457200" y="483254"/>
                  </a:lnTo>
                  <a:lnTo>
                    <a:pt x="457200" y="434498"/>
                  </a:lnTo>
                  <a:lnTo>
                    <a:pt x="457200" y="302160"/>
                  </a:lnTo>
                  <a:lnTo>
                    <a:pt x="457200" y="44450"/>
                  </a:lnTo>
                  <a:lnTo>
                    <a:pt x="453469" y="28396"/>
                  </a:lnTo>
                  <a:lnTo>
                    <a:pt x="443547" y="14128"/>
                  </a:lnTo>
                  <a:lnTo>
                    <a:pt x="429339" y="3909"/>
                  </a:lnTo>
                  <a:lnTo>
                    <a:pt x="412750" y="0"/>
                  </a:lnTo>
                  <a:lnTo>
                    <a:pt x="406995" y="0"/>
                  </a:lnTo>
                  <a:lnTo>
                    <a:pt x="366712" y="0"/>
                  </a:lnTo>
                  <a:lnTo>
                    <a:pt x="257373" y="0"/>
                  </a:lnTo>
                  <a:lnTo>
                    <a:pt x="44450" y="0"/>
                  </a:lnTo>
                  <a:close/>
                </a:path>
              </a:pathLst>
            </a:custGeom>
            <a:ln w="646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7" name="object 3667"/>
            <p:cNvSpPr/>
            <p:nvPr/>
          </p:nvSpPr>
          <p:spPr>
            <a:xfrm>
              <a:off x="8286749" y="2852420"/>
              <a:ext cx="342900" cy="193040"/>
            </a:xfrm>
            <a:custGeom>
              <a:avLst/>
              <a:gdLst/>
              <a:ahLst/>
              <a:cxnLst/>
              <a:rect l="l" t="t" r="r" b="b"/>
              <a:pathLst>
                <a:path w="342900" h="193039">
                  <a:moveTo>
                    <a:pt x="342900" y="0"/>
                  </a:moveTo>
                  <a:lnTo>
                    <a:pt x="0" y="0"/>
                  </a:lnTo>
                  <a:lnTo>
                    <a:pt x="0" y="193039"/>
                  </a:lnTo>
                  <a:lnTo>
                    <a:pt x="171450" y="193039"/>
                  </a:lnTo>
                  <a:lnTo>
                    <a:pt x="342900" y="193039"/>
                  </a:lnTo>
                  <a:lnTo>
                    <a:pt x="342900" y="0"/>
                  </a:lnTo>
                  <a:close/>
                </a:path>
              </a:pathLst>
            </a:custGeom>
            <a:solidFill>
              <a:srgbClr val="FF9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668" name="object 3668"/>
          <p:cNvSpPr txBox="1"/>
          <p:nvPr/>
        </p:nvSpPr>
        <p:spPr>
          <a:xfrm>
            <a:off x="8286750" y="2852420"/>
            <a:ext cx="342900" cy="193040"/>
          </a:xfrm>
          <a:prstGeom prst="rect">
            <a:avLst/>
          </a:prstGeom>
          <a:ln w="9344">
            <a:solidFill>
              <a:srgbClr val="FFFFFF"/>
            </a:solidFill>
          </a:ln>
        </p:spPr>
        <p:txBody>
          <a:bodyPr vert="horz" wrap="square" lIns="0" tIns="5080" rIns="0" bIns="0" rtlCol="0">
            <a:spAutoFit/>
          </a:bodyPr>
          <a:lstStyle/>
          <a:p>
            <a:pPr marL="19050">
              <a:lnSpc>
                <a:spcPct val="100000"/>
              </a:lnSpc>
              <a:spcBef>
                <a:spcPts val="40"/>
              </a:spcBef>
            </a:pPr>
            <a:r>
              <a:rPr sz="1200" b="1" spc="-25" dirty="0">
                <a:solidFill>
                  <a:srgbClr val="FFFFFF"/>
                </a:solidFill>
                <a:latin typeface="Arial"/>
                <a:cs typeface="Arial"/>
              </a:rPr>
              <a:t>APP</a:t>
            </a:r>
            <a:endParaRPr sz="1200">
              <a:latin typeface="Arial"/>
              <a:cs typeface="Arial"/>
            </a:endParaRPr>
          </a:p>
        </p:txBody>
      </p:sp>
      <p:sp>
        <p:nvSpPr>
          <p:cNvPr id="3669" name="object 3669"/>
          <p:cNvSpPr/>
          <p:nvPr/>
        </p:nvSpPr>
        <p:spPr>
          <a:xfrm>
            <a:off x="8286750" y="3094989"/>
            <a:ext cx="342900" cy="193040"/>
          </a:xfrm>
          <a:custGeom>
            <a:avLst/>
            <a:gdLst/>
            <a:ahLst/>
            <a:cxnLst/>
            <a:rect l="l" t="t" r="r" b="b"/>
            <a:pathLst>
              <a:path w="342900" h="193039">
                <a:moveTo>
                  <a:pt x="342900" y="0"/>
                </a:moveTo>
                <a:lnTo>
                  <a:pt x="0" y="0"/>
                </a:lnTo>
                <a:lnTo>
                  <a:pt x="0" y="193039"/>
                </a:lnTo>
                <a:lnTo>
                  <a:pt x="171450" y="193039"/>
                </a:lnTo>
                <a:lnTo>
                  <a:pt x="342900" y="193039"/>
                </a:lnTo>
                <a:lnTo>
                  <a:pt x="342900" y="0"/>
                </a:lnTo>
                <a:close/>
              </a:path>
            </a:pathLst>
          </a:custGeom>
          <a:solidFill>
            <a:srgbClr val="5890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0" name="object 3670"/>
          <p:cNvSpPr txBox="1"/>
          <p:nvPr/>
        </p:nvSpPr>
        <p:spPr>
          <a:xfrm>
            <a:off x="8286750" y="3094989"/>
            <a:ext cx="342900" cy="193040"/>
          </a:xfrm>
          <a:prstGeom prst="rect">
            <a:avLst/>
          </a:prstGeom>
          <a:ln w="9344">
            <a:solidFill>
              <a:srgbClr val="FFFFFF"/>
            </a:solidFill>
          </a:ln>
        </p:spPr>
        <p:txBody>
          <a:bodyPr vert="horz" wrap="square" lIns="0" tIns="5080" rIns="0" bIns="0" rtlCol="0">
            <a:spAutoFit/>
          </a:bodyPr>
          <a:lstStyle/>
          <a:p>
            <a:pPr marL="64769">
              <a:lnSpc>
                <a:spcPct val="100000"/>
              </a:lnSpc>
              <a:spcBef>
                <a:spcPts val="40"/>
              </a:spcBef>
            </a:pPr>
            <a:r>
              <a:rPr sz="1200" b="1" spc="-25" dirty="0">
                <a:solidFill>
                  <a:srgbClr val="FFFFFF"/>
                </a:solidFill>
                <a:latin typeface="Arial"/>
                <a:cs typeface="Arial"/>
              </a:rPr>
              <a:t>OS</a:t>
            </a:r>
            <a:endParaRPr sz="1200">
              <a:latin typeface="Arial"/>
              <a:cs typeface="Arial"/>
            </a:endParaRPr>
          </a:p>
        </p:txBody>
      </p:sp>
      <p:pic>
        <p:nvPicPr>
          <p:cNvPr id="3671" name="object 3671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7620000" y="3412490"/>
            <a:ext cx="1219200" cy="504190"/>
          </a:xfrm>
          <a:prstGeom prst="rect">
            <a:avLst/>
          </a:prstGeom>
        </p:spPr>
      </p:pic>
      <p:sp>
        <p:nvSpPr>
          <p:cNvPr id="3672" name="object 3672"/>
          <p:cNvSpPr txBox="1"/>
          <p:nvPr/>
        </p:nvSpPr>
        <p:spPr>
          <a:xfrm>
            <a:off x="7914640" y="3475990"/>
            <a:ext cx="59309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41605" marR="5080" indent="-129539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solidFill>
                  <a:srgbClr val="FFFFFF"/>
                </a:solidFill>
                <a:latin typeface="Arial"/>
                <a:cs typeface="Arial"/>
              </a:rPr>
              <a:t>DR</a:t>
            </a:r>
            <a:r>
              <a:rPr sz="1200" b="1" spc="-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200" b="1" spc="-20" dirty="0">
                <a:solidFill>
                  <a:srgbClr val="FFFFFF"/>
                </a:solidFill>
                <a:latin typeface="Arial"/>
                <a:cs typeface="Arial"/>
              </a:rPr>
              <a:t>Test </a:t>
            </a:r>
            <a:r>
              <a:rPr sz="1200" b="1" spc="-25" dirty="0">
                <a:solidFill>
                  <a:srgbClr val="FFFFFF"/>
                </a:solidFill>
                <a:latin typeface="Arial"/>
                <a:cs typeface="Arial"/>
              </a:rPr>
              <a:t>LAN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3673" name="object 3673"/>
          <p:cNvGrpSpPr/>
          <p:nvPr/>
        </p:nvGrpSpPr>
        <p:grpSpPr>
          <a:xfrm>
            <a:off x="4267200" y="2485072"/>
            <a:ext cx="3357879" cy="1989455"/>
            <a:chOff x="4267200" y="2485072"/>
            <a:chExt cx="3357879" cy="1989455"/>
          </a:xfrm>
        </p:grpSpPr>
        <p:sp>
          <p:nvSpPr>
            <p:cNvPr id="3674" name="object 3674"/>
            <p:cNvSpPr/>
            <p:nvPr/>
          </p:nvSpPr>
          <p:spPr>
            <a:xfrm>
              <a:off x="6477000" y="2499360"/>
              <a:ext cx="0" cy="1371600"/>
            </a:xfrm>
            <a:custGeom>
              <a:avLst/>
              <a:gdLst/>
              <a:ahLst/>
              <a:cxnLst/>
              <a:rect l="l" t="t" r="r" b="b"/>
              <a:pathLst>
                <a:path h="1371600">
                  <a:moveTo>
                    <a:pt x="0" y="0"/>
                  </a:moveTo>
                  <a:lnTo>
                    <a:pt x="0" y="1371600"/>
                  </a:lnTo>
                </a:path>
              </a:pathLst>
            </a:custGeom>
            <a:ln w="2839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5" name="object 3675"/>
            <p:cNvSpPr/>
            <p:nvPr/>
          </p:nvSpPr>
          <p:spPr>
            <a:xfrm>
              <a:off x="6221729" y="3074670"/>
              <a:ext cx="1398270" cy="590550"/>
            </a:xfrm>
            <a:custGeom>
              <a:avLst/>
              <a:gdLst/>
              <a:ahLst/>
              <a:cxnLst/>
              <a:rect l="l" t="t" r="r" b="b"/>
              <a:pathLst>
                <a:path w="1398270" h="590550">
                  <a:moveTo>
                    <a:pt x="0" y="219709"/>
                  </a:moveTo>
                  <a:lnTo>
                    <a:pt x="1398270" y="590549"/>
                  </a:lnTo>
                </a:path>
                <a:path w="1398270" h="590550">
                  <a:moveTo>
                    <a:pt x="1182370" y="200659"/>
                  </a:moveTo>
                  <a:lnTo>
                    <a:pt x="1398270" y="590549"/>
                  </a:lnTo>
                </a:path>
                <a:path w="1398270" h="590550">
                  <a:moveTo>
                    <a:pt x="12700" y="0"/>
                  </a:moveTo>
                  <a:lnTo>
                    <a:pt x="622300" y="0"/>
                  </a:lnTo>
                </a:path>
              </a:pathLst>
            </a:custGeom>
            <a:ln w="93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76" name="object 367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267200" y="3718560"/>
              <a:ext cx="748029" cy="755650"/>
            </a:xfrm>
            <a:prstGeom prst="rect">
              <a:avLst/>
            </a:prstGeom>
          </p:spPr>
        </p:pic>
      </p:grpSp>
      <p:sp>
        <p:nvSpPr>
          <p:cNvPr id="3677" name="object 3677"/>
          <p:cNvSpPr txBox="1"/>
          <p:nvPr/>
        </p:nvSpPr>
        <p:spPr>
          <a:xfrm>
            <a:off x="4363720" y="3933190"/>
            <a:ext cx="5715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b="1" spc="-25" dirty="0">
                <a:solidFill>
                  <a:srgbClr val="FFFFFF"/>
                </a:solidFill>
                <a:latin typeface="Arial"/>
                <a:cs typeface="Arial"/>
              </a:rPr>
              <a:t>WAN</a:t>
            </a:r>
            <a:endParaRPr sz="1800">
              <a:latin typeface="Arial"/>
              <a:cs typeface="Arial"/>
            </a:endParaRPr>
          </a:p>
        </p:txBody>
      </p:sp>
      <p:grpSp>
        <p:nvGrpSpPr>
          <p:cNvPr id="3678" name="object 3678"/>
          <p:cNvGrpSpPr/>
          <p:nvPr/>
        </p:nvGrpSpPr>
        <p:grpSpPr>
          <a:xfrm>
            <a:off x="3043237" y="4053840"/>
            <a:ext cx="2752725" cy="1955800"/>
            <a:chOff x="3043237" y="4053840"/>
            <a:chExt cx="2752725" cy="1955800"/>
          </a:xfrm>
        </p:grpSpPr>
        <p:sp>
          <p:nvSpPr>
            <p:cNvPr id="3679" name="object 3679"/>
            <p:cNvSpPr/>
            <p:nvPr/>
          </p:nvSpPr>
          <p:spPr>
            <a:xfrm>
              <a:off x="3352800" y="4053840"/>
              <a:ext cx="2209800" cy="173990"/>
            </a:xfrm>
            <a:custGeom>
              <a:avLst/>
              <a:gdLst/>
              <a:ahLst/>
              <a:cxnLst/>
              <a:rect l="l" t="t" r="r" b="b"/>
              <a:pathLst>
                <a:path w="2209800" h="173989">
                  <a:moveTo>
                    <a:pt x="914400" y="41910"/>
                  </a:moveTo>
                  <a:lnTo>
                    <a:pt x="829310" y="0"/>
                  </a:lnTo>
                  <a:lnTo>
                    <a:pt x="829310" y="27940"/>
                  </a:lnTo>
                  <a:lnTo>
                    <a:pt x="457200" y="27940"/>
                  </a:lnTo>
                  <a:lnTo>
                    <a:pt x="443230" y="27940"/>
                  </a:lnTo>
                  <a:lnTo>
                    <a:pt x="443230" y="41910"/>
                  </a:lnTo>
                  <a:lnTo>
                    <a:pt x="443230" y="146050"/>
                  </a:lnTo>
                  <a:lnTo>
                    <a:pt x="0" y="146050"/>
                  </a:lnTo>
                  <a:lnTo>
                    <a:pt x="0" y="173990"/>
                  </a:lnTo>
                  <a:lnTo>
                    <a:pt x="457200" y="173990"/>
                  </a:lnTo>
                  <a:lnTo>
                    <a:pt x="471170" y="173990"/>
                  </a:lnTo>
                  <a:lnTo>
                    <a:pt x="471170" y="160020"/>
                  </a:lnTo>
                  <a:lnTo>
                    <a:pt x="471170" y="55880"/>
                  </a:lnTo>
                  <a:lnTo>
                    <a:pt x="829310" y="55880"/>
                  </a:lnTo>
                  <a:lnTo>
                    <a:pt x="829310" y="85090"/>
                  </a:lnTo>
                  <a:lnTo>
                    <a:pt x="914400" y="41910"/>
                  </a:lnTo>
                  <a:close/>
                </a:path>
                <a:path w="2209800" h="173989">
                  <a:moveTo>
                    <a:pt x="2209800" y="130810"/>
                  </a:moveTo>
                  <a:lnTo>
                    <a:pt x="2124710" y="88900"/>
                  </a:lnTo>
                  <a:lnTo>
                    <a:pt x="2124710" y="116840"/>
                  </a:lnTo>
                  <a:lnTo>
                    <a:pt x="1943100" y="116840"/>
                  </a:lnTo>
                  <a:lnTo>
                    <a:pt x="1943100" y="30480"/>
                  </a:lnTo>
                  <a:lnTo>
                    <a:pt x="1943100" y="16510"/>
                  </a:lnTo>
                  <a:lnTo>
                    <a:pt x="1929130" y="16510"/>
                  </a:lnTo>
                  <a:lnTo>
                    <a:pt x="1648460" y="16510"/>
                  </a:lnTo>
                  <a:lnTo>
                    <a:pt x="1648460" y="45720"/>
                  </a:lnTo>
                  <a:lnTo>
                    <a:pt x="1915160" y="45720"/>
                  </a:lnTo>
                  <a:lnTo>
                    <a:pt x="1915160" y="130810"/>
                  </a:lnTo>
                  <a:lnTo>
                    <a:pt x="1915160" y="144780"/>
                  </a:lnTo>
                  <a:lnTo>
                    <a:pt x="1929130" y="144780"/>
                  </a:lnTo>
                  <a:lnTo>
                    <a:pt x="2124710" y="144780"/>
                  </a:lnTo>
                  <a:lnTo>
                    <a:pt x="2124710" y="173990"/>
                  </a:lnTo>
                  <a:lnTo>
                    <a:pt x="2209800" y="130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0" name="object 3680"/>
            <p:cNvSpPr/>
            <p:nvPr/>
          </p:nvSpPr>
          <p:spPr>
            <a:xfrm>
              <a:off x="3475990" y="5033010"/>
              <a:ext cx="27940" cy="410209"/>
            </a:xfrm>
            <a:custGeom>
              <a:avLst/>
              <a:gdLst/>
              <a:ahLst/>
              <a:cxnLst/>
              <a:rect l="l" t="t" r="r" b="b"/>
              <a:pathLst>
                <a:path w="27939" h="410210">
                  <a:moveTo>
                    <a:pt x="27940" y="406412"/>
                  </a:moveTo>
                  <a:lnTo>
                    <a:pt x="0" y="406412"/>
                  </a:lnTo>
                  <a:lnTo>
                    <a:pt x="0" y="410210"/>
                  </a:lnTo>
                  <a:lnTo>
                    <a:pt x="27940" y="410210"/>
                  </a:lnTo>
                  <a:lnTo>
                    <a:pt x="27940" y="406412"/>
                  </a:lnTo>
                  <a:close/>
                </a:path>
                <a:path w="27939" h="410210">
                  <a:moveTo>
                    <a:pt x="27940" y="403872"/>
                  </a:moveTo>
                  <a:lnTo>
                    <a:pt x="0" y="403872"/>
                  </a:lnTo>
                  <a:lnTo>
                    <a:pt x="0" y="406400"/>
                  </a:lnTo>
                  <a:lnTo>
                    <a:pt x="27940" y="406400"/>
                  </a:lnTo>
                  <a:lnTo>
                    <a:pt x="27940" y="403872"/>
                  </a:lnTo>
                  <a:close/>
                </a:path>
                <a:path w="27939" h="410210">
                  <a:moveTo>
                    <a:pt x="27940" y="397522"/>
                  </a:moveTo>
                  <a:lnTo>
                    <a:pt x="0" y="397522"/>
                  </a:lnTo>
                  <a:lnTo>
                    <a:pt x="0" y="403860"/>
                  </a:lnTo>
                  <a:lnTo>
                    <a:pt x="27940" y="403860"/>
                  </a:lnTo>
                  <a:lnTo>
                    <a:pt x="27940" y="397522"/>
                  </a:lnTo>
                  <a:close/>
                </a:path>
                <a:path w="27939" h="410210">
                  <a:moveTo>
                    <a:pt x="27940" y="393712"/>
                  </a:moveTo>
                  <a:lnTo>
                    <a:pt x="0" y="393712"/>
                  </a:lnTo>
                  <a:lnTo>
                    <a:pt x="0" y="397510"/>
                  </a:lnTo>
                  <a:lnTo>
                    <a:pt x="27940" y="397510"/>
                  </a:lnTo>
                  <a:lnTo>
                    <a:pt x="27940" y="393712"/>
                  </a:lnTo>
                  <a:close/>
                </a:path>
                <a:path w="27939" h="410210">
                  <a:moveTo>
                    <a:pt x="27940" y="391172"/>
                  </a:moveTo>
                  <a:lnTo>
                    <a:pt x="0" y="391172"/>
                  </a:lnTo>
                  <a:lnTo>
                    <a:pt x="0" y="393700"/>
                  </a:lnTo>
                  <a:lnTo>
                    <a:pt x="27940" y="393700"/>
                  </a:lnTo>
                  <a:lnTo>
                    <a:pt x="27940" y="391172"/>
                  </a:lnTo>
                  <a:close/>
                </a:path>
                <a:path w="27939" h="410210">
                  <a:moveTo>
                    <a:pt x="27940" y="387362"/>
                  </a:moveTo>
                  <a:lnTo>
                    <a:pt x="0" y="387362"/>
                  </a:lnTo>
                  <a:lnTo>
                    <a:pt x="0" y="391160"/>
                  </a:lnTo>
                  <a:lnTo>
                    <a:pt x="27940" y="391160"/>
                  </a:lnTo>
                  <a:lnTo>
                    <a:pt x="27940" y="387362"/>
                  </a:lnTo>
                  <a:close/>
                </a:path>
                <a:path w="27939" h="410210">
                  <a:moveTo>
                    <a:pt x="27940" y="384822"/>
                  </a:moveTo>
                  <a:lnTo>
                    <a:pt x="0" y="384822"/>
                  </a:lnTo>
                  <a:lnTo>
                    <a:pt x="0" y="387350"/>
                  </a:lnTo>
                  <a:lnTo>
                    <a:pt x="27940" y="387350"/>
                  </a:lnTo>
                  <a:lnTo>
                    <a:pt x="27940" y="384822"/>
                  </a:lnTo>
                  <a:close/>
                </a:path>
                <a:path w="27939" h="410210">
                  <a:moveTo>
                    <a:pt x="27940" y="372122"/>
                  </a:moveTo>
                  <a:lnTo>
                    <a:pt x="0" y="372122"/>
                  </a:lnTo>
                  <a:lnTo>
                    <a:pt x="0" y="384810"/>
                  </a:lnTo>
                  <a:lnTo>
                    <a:pt x="27940" y="384810"/>
                  </a:lnTo>
                  <a:lnTo>
                    <a:pt x="27940" y="372122"/>
                  </a:lnTo>
                  <a:close/>
                </a:path>
                <a:path w="27939" h="410210">
                  <a:moveTo>
                    <a:pt x="27940" y="365772"/>
                  </a:moveTo>
                  <a:lnTo>
                    <a:pt x="0" y="365772"/>
                  </a:lnTo>
                  <a:lnTo>
                    <a:pt x="0" y="372110"/>
                  </a:lnTo>
                  <a:lnTo>
                    <a:pt x="27940" y="372110"/>
                  </a:lnTo>
                  <a:lnTo>
                    <a:pt x="27940" y="365772"/>
                  </a:lnTo>
                  <a:close/>
                </a:path>
                <a:path w="27939" h="410210">
                  <a:moveTo>
                    <a:pt x="27940" y="361962"/>
                  </a:moveTo>
                  <a:lnTo>
                    <a:pt x="0" y="361962"/>
                  </a:lnTo>
                  <a:lnTo>
                    <a:pt x="0" y="365760"/>
                  </a:lnTo>
                  <a:lnTo>
                    <a:pt x="27940" y="365760"/>
                  </a:lnTo>
                  <a:lnTo>
                    <a:pt x="27940" y="361962"/>
                  </a:lnTo>
                  <a:close/>
                </a:path>
                <a:path w="27939" h="410210">
                  <a:moveTo>
                    <a:pt x="27940" y="359422"/>
                  </a:moveTo>
                  <a:lnTo>
                    <a:pt x="0" y="359422"/>
                  </a:lnTo>
                  <a:lnTo>
                    <a:pt x="0" y="361950"/>
                  </a:lnTo>
                  <a:lnTo>
                    <a:pt x="27940" y="361950"/>
                  </a:lnTo>
                  <a:lnTo>
                    <a:pt x="27940" y="359422"/>
                  </a:lnTo>
                  <a:close/>
                </a:path>
                <a:path w="27939" h="410210">
                  <a:moveTo>
                    <a:pt x="27940" y="355612"/>
                  </a:moveTo>
                  <a:lnTo>
                    <a:pt x="0" y="355612"/>
                  </a:lnTo>
                  <a:lnTo>
                    <a:pt x="0" y="359410"/>
                  </a:lnTo>
                  <a:lnTo>
                    <a:pt x="27940" y="359410"/>
                  </a:lnTo>
                  <a:lnTo>
                    <a:pt x="27940" y="355612"/>
                  </a:lnTo>
                  <a:close/>
                </a:path>
                <a:path w="27939" h="410210">
                  <a:moveTo>
                    <a:pt x="27940" y="349262"/>
                  </a:moveTo>
                  <a:lnTo>
                    <a:pt x="0" y="349262"/>
                  </a:lnTo>
                  <a:lnTo>
                    <a:pt x="0" y="355600"/>
                  </a:lnTo>
                  <a:lnTo>
                    <a:pt x="27940" y="355600"/>
                  </a:lnTo>
                  <a:lnTo>
                    <a:pt x="27940" y="349262"/>
                  </a:lnTo>
                  <a:close/>
                </a:path>
                <a:path w="27939" h="410210">
                  <a:moveTo>
                    <a:pt x="27940" y="346722"/>
                  </a:moveTo>
                  <a:lnTo>
                    <a:pt x="0" y="346722"/>
                  </a:lnTo>
                  <a:lnTo>
                    <a:pt x="0" y="349250"/>
                  </a:lnTo>
                  <a:lnTo>
                    <a:pt x="27940" y="349250"/>
                  </a:lnTo>
                  <a:lnTo>
                    <a:pt x="27940" y="346722"/>
                  </a:lnTo>
                  <a:close/>
                </a:path>
                <a:path w="27939" h="410210">
                  <a:moveTo>
                    <a:pt x="27940" y="340372"/>
                  </a:moveTo>
                  <a:lnTo>
                    <a:pt x="0" y="340372"/>
                  </a:lnTo>
                  <a:lnTo>
                    <a:pt x="0" y="346710"/>
                  </a:lnTo>
                  <a:lnTo>
                    <a:pt x="27940" y="346710"/>
                  </a:lnTo>
                  <a:lnTo>
                    <a:pt x="27940" y="340372"/>
                  </a:lnTo>
                  <a:close/>
                </a:path>
                <a:path w="27939" h="410210">
                  <a:moveTo>
                    <a:pt x="27940" y="334022"/>
                  </a:moveTo>
                  <a:lnTo>
                    <a:pt x="0" y="334022"/>
                  </a:lnTo>
                  <a:lnTo>
                    <a:pt x="0" y="340360"/>
                  </a:lnTo>
                  <a:lnTo>
                    <a:pt x="27940" y="340360"/>
                  </a:lnTo>
                  <a:lnTo>
                    <a:pt x="27940" y="334022"/>
                  </a:lnTo>
                  <a:close/>
                </a:path>
                <a:path w="27939" h="410210">
                  <a:moveTo>
                    <a:pt x="27940" y="330212"/>
                  </a:moveTo>
                  <a:lnTo>
                    <a:pt x="0" y="330212"/>
                  </a:lnTo>
                  <a:lnTo>
                    <a:pt x="0" y="334010"/>
                  </a:lnTo>
                  <a:lnTo>
                    <a:pt x="27940" y="334010"/>
                  </a:lnTo>
                  <a:lnTo>
                    <a:pt x="27940" y="330212"/>
                  </a:lnTo>
                  <a:close/>
                </a:path>
                <a:path w="27939" h="410210">
                  <a:moveTo>
                    <a:pt x="27940" y="327672"/>
                  </a:moveTo>
                  <a:lnTo>
                    <a:pt x="0" y="327672"/>
                  </a:lnTo>
                  <a:lnTo>
                    <a:pt x="0" y="330200"/>
                  </a:lnTo>
                  <a:lnTo>
                    <a:pt x="27940" y="330200"/>
                  </a:lnTo>
                  <a:lnTo>
                    <a:pt x="27940" y="327672"/>
                  </a:lnTo>
                  <a:close/>
                </a:path>
                <a:path w="27939" h="410210">
                  <a:moveTo>
                    <a:pt x="27940" y="323862"/>
                  </a:moveTo>
                  <a:lnTo>
                    <a:pt x="0" y="323862"/>
                  </a:lnTo>
                  <a:lnTo>
                    <a:pt x="0" y="327660"/>
                  </a:lnTo>
                  <a:lnTo>
                    <a:pt x="27940" y="327660"/>
                  </a:lnTo>
                  <a:lnTo>
                    <a:pt x="27940" y="323862"/>
                  </a:lnTo>
                  <a:close/>
                </a:path>
                <a:path w="27939" h="410210">
                  <a:moveTo>
                    <a:pt x="27940" y="317512"/>
                  </a:moveTo>
                  <a:lnTo>
                    <a:pt x="0" y="317512"/>
                  </a:lnTo>
                  <a:lnTo>
                    <a:pt x="0" y="323850"/>
                  </a:lnTo>
                  <a:lnTo>
                    <a:pt x="27940" y="323850"/>
                  </a:lnTo>
                  <a:lnTo>
                    <a:pt x="27940" y="317512"/>
                  </a:lnTo>
                  <a:close/>
                </a:path>
                <a:path w="27939" h="410210">
                  <a:moveTo>
                    <a:pt x="27940" y="314972"/>
                  </a:moveTo>
                  <a:lnTo>
                    <a:pt x="0" y="314972"/>
                  </a:lnTo>
                  <a:lnTo>
                    <a:pt x="0" y="317500"/>
                  </a:lnTo>
                  <a:lnTo>
                    <a:pt x="27940" y="317500"/>
                  </a:lnTo>
                  <a:lnTo>
                    <a:pt x="27940" y="314972"/>
                  </a:lnTo>
                  <a:close/>
                </a:path>
                <a:path w="27939" h="410210">
                  <a:moveTo>
                    <a:pt x="27940" y="311162"/>
                  </a:moveTo>
                  <a:lnTo>
                    <a:pt x="0" y="311162"/>
                  </a:lnTo>
                  <a:lnTo>
                    <a:pt x="0" y="314960"/>
                  </a:lnTo>
                  <a:lnTo>
                    <a:pt x="27940" y="314960"/>
                  </a:lnTo>
                  <a:lnTo>
                    <a:pt x="27940" y="311162"/>
                  </a:lnTo>
                  <a:close/>
                </a:path>
                <a:path w="27939" h="410210">
                  <a:moveTo>
                    <a:pt x="27940" y="304812"/>
                  </a:moveTo>
                  <a:lnTo>
                    <a:pt x="0" y="304812"/>
                  </a:lnTo>
                  <a:lnTo>
                    <a:pt x="0" y="311150"/>
                  </a:lnTo>
                  <a:lnTo>
                    <a:pt x="27940" y="311150"/>
                  </a:lnTo>
                  <a:lnTo>
                    <a:pt x="27940" y="304812"/>
                  </a:lnTo>
                  <a:close/>
                </a:path>
                <a:path w="27939" h="410210">
                  <a:moveTo>
                    <a:pt x="27940" y="295922"/>
                  </a:moveTo>
                  <a:lnTo>
                    <a:pt x="0" y="295922"/>
                  </a:lnTo>
                  <a:lnTo>
                    <a:pt x="0" y="304800"/>
                  </a:lnTo>
                  <a:lnTo>
                    <a:pt x="27940" y="304800"/>
                  </a:lnTo>
                  <a:lnTo>
                    <a:pt x="27940" y="295922"/>
                  </a:lnTo>
                  <a:close/>
                </a:path>
                <a:path w="27939" h="410210">
                  <a:moveTo>
                    <a:pt x="27940" y="292112"/>
                  </a:moveTo>
                  <a:lnTo>
                    <a:pt x="0" y="292112"/>
                  </a:lnTo>
                  <a:lnTo>
                    <a:pt x="0" y="295910"/>
                  </a:lnTo>
                  <a:lnTo>
                    <a:pt x="27940" y="295910"/>
                  </a:lnTo>
                  <a:lnTo>
                    <a:pt x="27940" y="292112"/>
                  </a:lnTo>
                  <a:close/>
                </a:path>
                <a:path w="27939" h="410210">
                  <a:moveTo>
                    <a:pt x="27940" y="289572"/>
                  </a:moveTo>
                  <a:lnTo>
                    <a:pt x="0" y="289572"/>
                  </a:lnTo>
                  <a:lnTo>
                    <a:pt x="0" y="292100"/>
                  </a:lnTo>
                  <a:lnTo>
                    <a:pt x="27940" y="292100"/>
                  </a:lnTo>
                  <a:lnTo>
                    <a:pt x="27940" y="289572"/>
                  </a:lnTo>
                  <a:close/>
                </a:path>
                <a:path w="27939" h="410210">
                  <a:moveTo>
                    <a:pt x="27940" y="285762"/>
                  </a:moveTo>
                  <a:lnTo>
                    <a:pt x="0" y="285762"/>
                  </a:lnTo>
                  <a:lnTo>
                    <a:pt x="0" y="289560"/>
                  </a:lnTo>
                  <a:lnTo>
                    <a:pt x="27940" y="289560"/>
                  </a:lnTo>
                  <a:lnTo>
                    <a:pt x="27940" y="285762"/>
                  </a:lnTo>
                  <a:close/>
                </a:path>
                <a:path w="27939" h="410210">
                  <a:moveTo>
                    <a:pt x="27940" y="283222"/>
                  </a:moveTo>
                  <a:lnTo>
                    <a:pt x="0" y="283222"/>
                  </a:lnTo>
                  <a:lnTo>
                    <a:pt x="0" y="285750"/>
                  </a:lnTo>
                  <a:lnTo>
                    <a:pt x="27940" y="285750"/>
                  </a:lnTo>
                  <a:lnTo>
                    <a:pt x="27940" y="283222"/>
                  </a:lnTo>
                  <a:close/>
                </a:path>
                <a:path w="27939" h="410210">
                  <a:moveTo>
                    <a:pt x="27940" y="279412"/>
                  </a:moveTo>
                  <a:lnTo>
                    <a:pt x="0" y="279412"/>
                  </a:lnTo>
                  <a:lnTo>
                    <a:pt x="0" y="283210"/>
                  </a:lnTo>
                  <a:lnTo>
                    <a:pt x="27940" y="283210"/>
                  </a:lnTo>
                  <a:lnTo>
                    <a:pt x="27940" y="279412"/>
                  </a:lnTo>
                  <a:close/>
                </a:path>
                <a:path w="27939" h="410210">
                  <a:moveTo>
                    <a:pt x="27940" y="276872"/>
                  </a:moveTo>
                  <a:lnTo>
                    <a:pt x="0" y="276872"/>
                  </a:lnTo>
                  <a:lnTo>
                    <a:pt x="0" y="279400"/>
                  </a:lnTo>
                  <a:lnTo>
                    <a:pt x="27940" y="279400"/>
                  </a:lnTo>
                  <a:lnTo>
                    <a:pt x="27940" y="276872"/>
                  </a:lnTo>
                  <a:close/>
                </a:path>
                <a:path w="27939" h="410210">
                  <a:moveTo>
                    <a:pt x="27940" y="273062"/>
                  </a:moveTo>
                  <a:lnTo>
                    <a:pt x="0" y="273062"/>
                  </a:lnTo>
                  <a:lnTo>
                    <a:pt x="0" y="276860"/>
                  </a:lnTo>
                  <a:lnTo>
                    <a:pt x="27940" y="276860"/>
                  </a:lnTo>
                  <a:lnTo>
                    <a:pt x="27940" y="273062"/>
                  </a:lnTo>
                  <a:close/>
                </a:path>
                <a:path w="27939" h="410210">
                  <a:moveTo>
                    <a:pt x="27940" y="266712"/>
                  </a:moveTo>
                  <a:lnTo>
                    <a:pt x="0" y="266712"/>
                  </a:lnTo>
                  <a:lnTo>
                    <a:pt x="0" y="273050"/>
                  </a:lnTo>
                  <a:lnTo>
                    <a:pt x="27940" y="273050"/>
                  </a:lnTo>
                  <a:lnTo>
                    <a:pt x="27940" y="266712"/>
                  </a:lnTo>
                  <a:close/>
                </a:path>
                <a:path w="27939" h="410210">
                  <a:moveTo>
                    <a:pt x="27940" y="245122"/>
                  </a:moveTo>
                  <a:lnTo>
                    <a:pt x="0" y="245122"/>
                  </a:lnTo>
                  <a:lnTo>
                    <a:pt x="0" y="266700"/>
                  </a:lnTo>
                  <a:lnTo>
                    <a:pt x="27940" y="266700"/>
                  </a:lnTo>
                  <a:lnTo>
                    <a:pt x="27940" y="245122"/>
                  </a:lnTo>
                  <a:close/>
                </a:path>
                <a:path w="27939" h="410210">
                  <a:moveTo>
                    <a:pt x="27940" y="241312"/>
                  </a:moveTo>
                  <a:lnTo>
                    <a:pt x="0" y="241312"/>
                  </a:lnTo>
                  <a:lnTo>
                    <a:pt x="0" y="245110"/>
                  </a:lnTo>
                  <a:lnTo>
                    <a:pt x="27940" y="245110"/>
                  </a:lnTo>
                  <a:lnTo>
                    <a:pt x="27940" y="241312"/>
                  </a:lnTo>
                  <a:close/>
                </a:path>
                <a:path w="27939" h="410210">
                  <a:moveTo>
                    <a:pt x="27940" y="234962"/>
                  </a:moveTo>
                  <a:lnTo>
                    <a:pt x="0" y="234962"/>
                  </a:lnTo>
                  <a:lnTo>
                    <a:pt x="0" y="241300"/>
                  </a:lnTo>
                  <a:lnTo>
                    <a:pt x="27940" y="241300"/>
                  </a:lnTo>
                  <a:lnTo>
                    <a:pt x="27940" y="234962"/>
                  </a:lnTo>
                  <a:close/>
                </a:path>
                <a:path w="27939" h="410210">
                  <a:moveTo>
                    <a:pt x="2794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7940" y="234950"/>
                  </a:lnTo>
                  <a:lnTo>
                    <a:pt x="27940" y="232422"/>
                  </a:lnTo>
                  <a:close/>
                </a:path>
                <a:path w="27939" h="410210">
                  <a:moveTo>
                    <a:pt x="2794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27940" y="232410"/>
                  </a:lnTo>
                  <a:lnTo>
                    <a:pt x="27940" y="226072"/>
                  </a:lnTo>
                  <a:close/>
                </a:path>
                <a:path w="27939" h="410210">
                  <a:moveTo>
                    <a:pt x="2794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27940" y="226060"/>
                  </a:lnTo>
                  <a:lnTo>
                    <a:pt x="27940" y="222262"/>
                  </a:lnTo>
                  <a:close/>
                </a:path>
                <a:path w="27939" h="410210">
                  <a:moveTo>
                    <a:pt x="2794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27940" y="222250"/>
                  </a:lnTo>
                  <a:lnTo>
                    <a:pt x="27940" y="219722"/>
                  </a:lnTo>
                  <a:close/>
                </a:path>
                <a:path w="27939" h="410210">
                  <a:moveTo>
                    <a:pt x="27940" y="213372"/>
                  </a:moveTo>
                  <a:lnTo>
                    <a:pt x="0" y="213372"/>
                  </a:lnTo>
                  <a:lnTo>
                    <a:pt x="0" y="219710"/>
                  </a:lnTo>
                  <a:lnTo>
                    <a:pt x="27940" y="219710"/>
                  </a:lnTo>
                  <a:lnTo>
                    <a:pt x="27940" y="213372"/>
                  </a:lnTo>
                  <a:close/>
                </a:path>
                <a:path w="27939" h="410210">
                  <a:moveTo>
                    <a:pt x="27940" y="207022"/>
                  </a:moveTo>
                  <a:lnTo>
                    <a:pt x="0" y="207022"/>
                  </a:lnTo>
                  <a:lnTo>
                    <a:pt x="0" y="213360"/>
                  </a:lnTo>
                  <a:lnTo>
                    <a:pt x="27940" y="213360"/>
                  </a:lnTo>
                  <a:lnTo>
                    <a:pt x="27940" y="207022"/>
                  </a:lnTo>
                  <a:close/>
                </a:path>
                <a:path w="27939" h="410210">
                  <a:moveTo>
                    <a:pt x="27940" y="195592"/>
                  </a:moveTo>
                  <a:lnTo>
                    <a:pt x="0" y="195592"/>
                  </a:lnTo>
                  <a:lnTo>
                    <a:pt x="0" y="207010"/>
                  </a:lnTo>
                  <a:lnTo>
                    <a:pt x="27940" y="207010"/>
                  </a:lnTo>
                  <a:lnTo>
                    <a:pt x="27940" y="195592"/>
                  </a:lnTo>
                  <a:close/>
                </a:path>
                <a:path w="27939" h="410210">
                  <a:moveTo>
                    <a:pt x="2794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7940" y="195580"/>
                  </a:lnTo>
                  <a:lnTo>
                    <a:pt x="27940" y="189242"/>
                  </a:lnTo>
                  <a:close/>
                </a:path>
                <a:path w="27939" h="410210">
                  <a:moveTo>
                    <a:pt x="27940" y="182892"/>
                  </a:moveTo>
                  <a:lnTo>
                    <a:pt x="0" y="182892"/>
                  </a:lnTo>
                  <a:lnTo>
                    <a:pt x="0" y="189230"/>
                  </a:lnTo>
                  <a:lnTo>
                    <a:pt x="27940" y="189230"/>
                  </a:lnTo>
                  <a:lnTo>
                    <a:pt x="27940" y="182892"/>
                  </a:lnTo>
                  <a:close/>
                </a:path>
                <a:path w="27939" h="410210">
                  <a:moveTo>
                    <a:pt x="27940" y="176542"/>
                  </a:moveTo>
                  <a:lnTo>
                    <a:pt x="0" y="176542"/>
                  </a:lnTo>
                  <a:lnTo>
                    <a:pt x="0" y="182880"/>
                  </a:lnTo>
                  <a:lnTo>
                    <a:pt x="27940" y="182880"/>
                  </a:lnTo>
                  <a:lnTo>
                    <a:pt x="27940" y="176542"/>
                  </a:lnTo>
                  <a:close/>
                </a:path>
                <a:path w="27939" h="410210">
                  <a:moveTo>
                    <a:pt x="27940" y="170192"/>
                  </a:moveTo>
                  <a:lnTo>
                    <a:pt x="0" y="170192"/>
                  </a:lnTo>
                  <a:lnTo>
                    <a:pt x="0" y="176530"/>
                  </a:lnTo>
                  <a:lnTo>
                    <a:pt x="27940" y="176530"/>
                  </a:lnTo>
                  <a:lnTo>
                    <a:pt x="27940" y="170192"/>
                  </a:lnTo>
                  <a:close/>
                </a:path>
                <a:path w="27939" h="410210">
                  <a:moveTo>
                    <a:pt x="27940" y="163842"/>
                  </a:moveTo>
                  <a:lnTo>
                    <a:pt x="0" y="163842"/>
                  </a:lnTo>
                  <a:lnTo>
                    <a:pt x="0" y="170180"/>
                  </a:lnTo>
                  <a:lnTo>
                    <a:pt x="27940" y="170180"/>
                  </a:lnTo>
                  <a:lnTo>
                    <a:pt x="27940" y="163842"/>
                  </a:lnTo>
                  <a:close/>
                </a:path>
                <a:path w="27939" h="410210">
                  <a:moveTo>
                    <a:pt x="27940" y="157492"/>
                  </a:moveTo>
                  <a:lnTo>
                    <a:pt x="0" y="157492"/>
                  </a:lnTo>
                  <a:lnTo>
                    <a:pt x="0" y="163830"/>
                  </a:lnTo>
                  <a:lnTo>
                    <a:pt x="27940" y="163830"/>
                  </a:lnTo>
                  <a:lnTo>
                    <a:pt x="27940" y="157492"/>
                  </a:lnTo>
                  <a:close/>
                </a:path>
                <a:path w="27939" h="410210">
                  <a:moveTo>
                    <a:pt x="2794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7940" y="157480"/>
                  </a:lnTo>
                  <a:lnTo>
                    <a:pt x="27940" y="151142"/>
                  </a:lnTo>
                  <a:close/>
                </a:path>
                <a:path w="27939" h="410210">
                  <a:moveTo>
                    <a:pt x="27940" y="138442"/>
                  </a:moveTo>
                  <a:lnTo>
                    <a:pt x="0" y="138442"/>
                  </a:lnTo>
                  <a:lnTo>
                    <a:pt x="0" y="151130"/>
                  </a:lnTo>
                  <a:lnTo>
                    <a:pt x="27940" y="151130"/>
                  </a:lnTo>
                  <a:lnTo>
                    <a:pt x="27940" y="138442"/>
                  </a:lnTo>
                  <a:close/>
                </a:path>
                <a:path w="27939" h="410210">
                  <a:moveTo>
                    <a:pt x="27940" y="132092"/>
                  </a:moveTo>
                  <a:lnTo>
                    <a:pt x="0" y="132092"/>
                  </a:lnTo>
                  <a:lnTo>
                    <a:pt x="0" y="138430"/>
                  </a:lnTo>
                  <a:lnTo>
                    <a:pt x="27940" y="138430"/>
                  </a:lnTo>
                  <a:lnTo>
                    <a:pt x="27940" y="132092"/>
                  </a:lnTo>
                  <a:close/>
                </a:path>
                <a:path w="27939" h="410210">
                  <a:moveTo>
                    <a:pt x="27940" y="125742"/>
                  </a:moveTo>
                  <a:lnTo>
                    <a:pt x="0" y="125742"/>
                  </a:lnTo>
                  <a:lnTo>
                    <a:pt x="0" y="132080"/>
                  </a:lnTo>
                  <a:lnTo>
                    <a:pt x="27940" y="132080"/>
                  </a:lnTo>
                  <a:lnTo>
                    <a:pt x="27940" y="125742"/>
                  </a:lnTo>
                  <a:close/>
                </a:path>
                <a:path w="27939" h="410210">
                  <a:moveTo>
                    <a:pt x="27940" y="119392"/>
                  </a:moveTo>
                  <a:lnTo>
                    <a:pt x="0" y="119392"/>
                  </a:lnTo>
                  <a:lnTo>
                    <a:pt x="0" y="125730"/>
                  </a:lnTo>
                  <a:lnTo>
                    <a:pt x="27940" y="125730"/>
                  </a:lnTo>
                  <a:lnTo>
                    <a:pt x="27940" y="119392"/>
                  </a:lnTo>
                  <a:close/>
                </a:path>
                <a:path w="27939" h="410210">
                  <a:moveTo>
                    <a:pt x="27940" y="113042"/>
                  </a:moveTo>
                  <a:lnTo>
                    <a:pt x="0" y="113042"/>
                  </a:lnTo>
                  <a:lnTo>
                    <a:pt x="0" y="119380"/>
                  </a:lnTo>
                  <a:lnTo>
                    <a:pt x="27940" y="119380"/>
                  </a:lnTo>
                  <a:lnTo>
                    <a:pt x="27940" y="113042"/>
                  </a:lnTo>
                  <a:close/>
                </a:path>
                <a:path w="27939" h="410210">
                  <a:moveTo>
                    <a:pt x="27940" y="106692"/>
                  </a:moveTo>
                  <a:lnTo>
                    <a:pt x="0" y="106692"/>
                  </a:lnTo>
                  <a:lnTo>
                    <a:pt x="0" y="113030"/>
                  </a:lnTo>
                  <a:lnTo>
                    <a:pt x="27940" y="113030"/>
                  </a:lnTo>
                  <a:lnTo>
                    <a:pt x="27940" y="106692"/>
                  </a:lnTo>
                  <a:close/>
                </a:path>
                <a:path w="27939" h="410210">
                  <a:moveTo>
                    <a:pt x="27940" y="100342"/>
                  </a:moveTo>
                  <a:lnTo>
                    <a:pt x="0" y="100342"/>
                  </a:lnTo>
                  <a:lnTo>
                    <a:pt x="0" y="106680"/>
                  </a:lnTo>
                  <a:lnTo>
                    <a:pt x="27940" y="106680"/>
                  </a:lnTo>
                  <a:lnTo>
                    <a:pt x="27940" y="100342"/>
                  </a:lnTo>
                  <a:close/>
                </a:path>
                <a:path w="27939" h="410210">
                  <a:moveTo>
                    <a:pt x="2794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7940" y="100330"/>
                  </a:lnTo>
                  <a:lnTo>
                    <a:pt x="27940" y="93992"/>
                  </a:lnTo>
                  <a:close/>
                </a:path>
                <a:path w="27939" h="410210">
                  <a:moveTo>
                    <a:pt x="2794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7940" y="93980"/>
                  </a:lnTo>
                  <a:lnTo>
                    <a:pt x="27940" y="87642"/>
                  </a:lnTo>
                  <a:close/>
                </a:path>
                <a:path w="27939" h="410210">
                  <a:moveTo>
                    <a:pt x="27940" y="81292"/>
                  </a:moveTo>
                  <a:lnTo>
                    <a:pt x="0" y="81292"/>
                  </a:lnTo>
                  <a:lnTo>
                    <a:pt x="0" y="87630"/>
                  </a:lnTo>
                  <a:lnTo>
                    <a:pt x="27940" y="87630"/>
                  </a:lnTo>
                  <a:lnTo>
                    <a:pt x="27940" y="81292"/>
                  </a:lnTo>
                  <a:close/>
                </a:path>
                <a:path w="27939" h="410210">
                  <a:moveTo>
                    <a:pt x="27940" y="68592"/>
                  </a:moveTo>
                  <a:lnTo>
                    <a:pt x="0" y="68592"/>
                  </a:lnTo>
                  <a:lnTo>
                    <a:pt x="0" y="81280"/>
                  </a:lnTo>
                  <a:lnTo>
                    <a:pt x="27940" y="81280"/>
                  </a:lnTo>
                  <a:lnTo>
                    <a:pt x="27940" y="68592"/>
                  </a:lnTo>
                  <a:close/>
                </a:path>
                <a:path w="27939" h="410210">
                  <a:moveTo>
                    <a:pt x="27940" y="62242"/>
                  </a:moveTo>
                  <a:lnTo>
                    <a:pt x="0" y="62242"/>
                  </a:lnTo>
                  <a:lnTo>
                    <a:pt x="0" y="68580"/>
                  </a:lnTo>
                  <a:lnTo>
                    <a:pt x="27940" y="68580"/>
                  </a:lnTo>
                  <a:lnTo>
                    <a:pt x="27940" y="62242"/>
                  </a:lnTo>
                  <a:close/>
                </a:path>
                <a:path w="27939" h="410210">
                  <a:moveTo>
                    <a:pt x="27940" y="55892"/>
                  </a:moveTo>
                  <a:lnTo>
                    <a:pt x="0" y="55892"/>
                  </a:lnTo>
                  <a:lnTo>
                    <a:pt x="0" y="62230"/>
                  </a:lnTo>
                  <a:lnTo>
                    <a:pt x="27940" y="62230"/>
                  </a:lnTo>
                  <a:lnTo>
                    <a:pt x="27940" y="55892"/>
                  </a:lnTo>
                  <a:close/>
                </a:path>
                <a:path w="27939" h="410210">
                  <a:moveTo>
                    <a:pt x="27940" y="49542"/>
                  </a:moveTo>
                  <a:lnTo>
                    <a:pt x="0" y="49542"/>
                  </a:lnTo>
                  <a:lnTo>
                    <a:pt x="0" y="55880"/>
                  </a:lnTo>
                  <a:lnTo>
                    <a:pt x="27940" y="55880"/>
                  </a:lnTo>
                  <a:lnTo>
                    <a:pt x="27940" y="49542"/>
                  </a:lnTo>
                  <a:close/>
                </a:path>
                <a:path w="27939" h="410210">
                  <a:moveTo>
                    <a:pt x="2794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7940" y="49530"/>
                  </a:lnTo>
                  <a:lnTo>
                    <a:pt x="27940" y="43192"/>
                  </a:lnTo>
                  <a:close/>
                </a:path>
                <a:path w="27939" h="410210">
                  <a:moveTo>
                    <a:pt x="2794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7940" y="43180"/>
                  </a:lnTo>
                  <a:lnTo>
                    <a:pt x="27940" y="36842"/>
                  </a:lnTo>
                  <a:close/>
                </a:path>
                <a:path w="27939" h="410210">
                  <a:moveTo>
                    <a:pt x="2794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7940" y="36830"/>
                  </a:lnTo>
                  <a:lnTo>
                    <a:pt x="27940" y="30492"/>
                  </a:lnTo>
                  <a:close/>
                </a:path>
                <a:path w="27939" h="410210">
                  <a:moveTo>
                    <a:pt x="27940" y="24142"/>
                  </a:moveTo>
                  <a:lnTo>
                    <a:pt x="0" y="24142"/>
                  </a:lnTo>
                  <a:lnTo>
                    <a:pt x="0" y="30480"/>
                  </a:lnTo>
                  <a:lnTo>
                    <a:pt x="27940" y="30480"/>
                  </a:lnTo>
                  <a:lnTo>
                    <a:pt x="27940" y="24142"/>
                  </a:lnTo>
                  <a:close/>
                </a:path>
                <a:path w="27939" h="410210">
                  <a:moveTo>
                    <a:pt x="2794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7940" y="24130"/>
                  </a:lnTo>
                  <a:lnTo>
                    <a:pt x="27940" y="17792"/>
                  </a:lnTo>
                  <a:close/>
                </a:path>
                <a:path w="27939" h="410210">
                  <a:moveTo>
                    <a:pt x="27940" y="5092"/>
                  </a:moveTo>
                  <a:lnTo>
                    <a:pt x="0" y="5092"/>
                  </a:lnTo>
                  <a:lnTo>
                    <a:pt x="0" y="17780"/>
                  </a:lnTo>
                  <a:lnTo>
                    <a:pt x="27940" y="17780"/>
                  </a:lnTo>
                  <a:lnTo>
                    <a:pt x="27940" y="5092"/>
                  </a:lnTo>
                  <a:close/>
                </a:path>
                <a:path w="27939" h="410210">
                  <a:moveTo>
                    <a:pt x="279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7940" y="5080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172E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1" name="object 3681"/>
            <p:cNvSpPr/>
            <p:nvPr/>
          </p:nvSpPr>
          <p:spPr>
            <a:xfrm>
              <a:off x="3475990" y="5033010"/>
              <a:ext cx="55880" cy="648970"/>
            </a:xfrm>
            <a:custGeom>
              <a:avLst/>
              <a:gdLst/>
              <a:ahLst/>
              <a:cxnLst/>
              <a:rect l="l" t="t" r="r" b="b"/>
              <a:pathLst>
                <a:path w="55879" h="648970">
                  <a:moveTo>
                    <a:pt x="27940" y="647712"/>
                  </a:moveTo>
                  <a:lnTo>
                    <a:pt x="0" y="647712"/>
                  </a:lnTo>
                  <a:lnTo>
                    <a:pt x="0" y="648970"/>
                  </a:lnTo>
                  <a:lnTo>
                    <a:pt x="27940" y="648970"/>
                  </a:lnTo>
                  <a:lnTo>
                    <a:pt x="27940" y="647712"/>
                  </a:lnTo>
                  <a:close/>
                </a:path>
                <a:path w="55879" h="648970">
                  <a:moveTo>
                    <a:pt x="27940" y="641362"/>
                  </a:moveTo>
                  <a:lnTo>
                    <a:pt x="0" y="641362"/>
                  </a:lnTo>
                  <a:lnTo>
                    <a:pt x="0" y="647700"/>
                  </a:lnTo>
                  <a:lnTo>
                    <a:pt x="27940" y="647700"/>
                  </a:lnTo>
                  <a:lnTo>
                    <a:pt x="27940" y="641362"/>
                  </a:lnTo>
                  <a:close/>
                </a:path>
                <a:path w="55879" h="648970">
                  <a:moveTo>
                    <a:pt x="27940" y="638822"/>
                  </a:moveTo>
                  <a:lnTo>
                    <a:pt x="0" y="638822"/>
                  </a:lnTo>
                  <a:lnTo>
                    <a:pt x="0" y="641350"/>
                  </a:lnTo>
                  <a:lnTo>
                    <a:pt x="27940" y="641350"/>
                  </a:lnTo>
                  <a:lnTo>
                    <a:pt x="27940" y="638822"/>
                  </a:lnTo>
                  <a:close/>
                </a:path>
                <a:path w="55879" h="648970">
                  <a:moveTo>
                    <a:pt x="27940" y="635012"/>
                  </a:moveTo>
                  <a:lnTo>
                    <a:pt x="0" y="635012"/>
                  </a:lnTo>
                  <a:lnTo>
                    <a:pt x="0" y="638810"/>
                  </a:lnTo>
                  <a:lnTo>
                    <a:pt x="27940" y="638810"/>
                  </a:lnTo>
                  <a:lnTo>
                    <a:pt x="27940" y="635012"/>
                  </a:lnTo>
                  <a:close/>
                </a:path>
                <a:path w="55879" h="648970">
                  <a:moveTo>
                    <a:pt x="27940" y="632472"/>
                  </a:moveTo>
                  <a:lnTo>
                    <a:pt x="0" y="632472"/>
                  </a:lnTo>
                  <a:lnTo>
                    <a:pt x="0" y="635000"/>
                  </a:lnTo>
                  <a:lnTo>
                    <a:pt x="27940" y="635000"/>
                  </a:lnTo>
                  <a:lnTo>
                    <a:pt x="27940" y="632472"/>
                  </a:lnTo>
                  <a:close/>
                </a:path>
                <a:path w="55879" h="648970">
                  <a:moveTo>
                    <a:pt x="27940" y="628662"/>
                  </a:moveTo>
                  <a:lnTo>
                    <a:pt x="0" y="628662"/>
                  </a:lnTo>
                  <a:lnTo>
                    <a:pt x="0" y="632460"/>
                  </a:lnTo>
                  <a:lnTo>
                    <a:pt x="27940" y="632460"/>
                  </a:lnTo>
                  <a:lnTo>
                    <a:pt x="27940" y="628662"/>
                  </a:lnTo>
                  <a:close/>
                </a:path>
                <a:path w="55879" h="648970">
                  <a:moveTo>
                    <a:pt x="27940" y="622312"/>
                  </a:moveTo>
                  <a:lnTo>
                    <a:pt x="0" y="622312"/>
                  </a:lnTo>
                  <a:lnTo>
                    <a:pt x="0" y="628650"/>
                  </a:lnTo>
                  <a:lnTo>
                    <a:pt x="27940" y="628650"/>
                  </a:lnTo>
                  <a:lnTo>
                    <a:pt x="27940" y="622312"/>
                  </a:lnTo>
                  <a:close/>
                </a:path>
                <a:path w="55879" h="648970">
                  <a:moveTo>
                    <a:pt x="27940" y="619772"/>
                  </a:moveTo>
                  <a:lnTo>
                    <a:pt x="0" y="619772"/>
                  </a:lnTo>
                  <a:lnTo>
                    <a:pt x="0" y="622300"/>
                  </a:lnTo>
                  <a:lnTo>
                    <a:pt x="27940" y="622300"/>
                  </a:lnTo>
                  <a:lnTo>
                    <a:pt x="27940" y="619772"/>
                  </a:lnTo>
                  <a:close/>
                </a:path>
                <a:path w="55879" h="648970">
                  <a:moveTo>
                    <a:pt x="27940" y="615962"/>
                  </a:moveTo>
                  <a:lnTo>
                    <a:pt x="0" y="615962"/>
                  </a:lnTo>
                  <a:lnTo>
                    <a:pt x="0" y="619760"/>
                  </a:lnTo>
                  <a:lnTo>
                    <a:pt x="27940" y="619760"/>
                  </a:lnTo>
                  <a:lnTo>
                    <a:pt x="27940" y="615962"/>
                  </a:lnTo>
                  <a:close/>
                </a:path>
                <a:path w="55879" h="648970">
                  <a:moveTo>
                    <a:pt x="27940" y="613422"/>
                  </a:moveTo>
                  <a:lnTo>
                    <a:pt x="0" y="613422"/>
                  </a:lnTo>
                  <a:lnTo>
                    <a:pt x="0" y="615950"/>
                  </a:lnTo>
                  <a:lnTo>
                    <a:pt x="27940" y="615950"/>
                  </a:lnTo>
                  <a:lnTo>
                    <a:pt x="27940" y="613422"/>
                  </a:lnTo>
                  <a:close/>
                </a:path>
                <a:path w="55879" h="648970">
                  <a:moveTo>
                    <a:pt x="27940" y="609612"/>
                  </a:moveTo>
                  <a:lnTo>
                    <a:pt x="0" y="609612"/>
                  </a:lnTo>
                  <a:lnTo>
                    <a:pt x="0" y="613410"/>
                  </a:lnTo>
                  <a:lnTo>
                    <a:pt x="27940" y="613410"/>
                  </a:lnTo>
                  <a:lnTo>
                    <a:pt x="27940" y="609612"/>
                  </a:lnTo>
                  <a:close/>
                </a:path>
                <a:path w="55879" h="648970">
                  <a:moveTo>
                    <a:pt x="27940" y="603262"/>
                  </a:moveTo>
                  <a:lnTo>
                    <a:pt x="0" y="603262"/>
                  </a:lnTo>
                  <a:lnTo>
                    <a:pt x="0" y="609600"/>
                  </a:lnTo>
                  <a:lnTo>
                    <a:pt x="27940" y="609600"/>
                  </a:lnTo>
                  <a:lnTo>
                    <a:pt x="27940" y="603262"/>
                  </a:lnTo>
                  <a:close/>
                </a:path>
                <a:path w="55879" h="648970">
                  <a:moveTo>
                    <a:pt x="27940" y="600722"/>
                  </a:moveTo>
                  <a:lnTo>
                    <a:pt x="0" y="600722"/>
                  </a:lnTo>
                  <a:lnTo>
                    <a:pt x="0" y="603250"/>
                  </a:lnTo>
                  <a:lnTo>
                    <a:pt x="27940" y="603250"/>
                  </a:lnTo>
                  <a:lnTo>
                    <a:pt x="27940" y="600722"/>
                  </a:lnTo>
                  <a:close/>
                </a:path>
                <a:path w="55879" h="648970">
                  <a:moveTo>
                    <a:pt x="27940" y="596912"/>
                  </a:moveTo>
                  <a:lnTo>
                    <a:pt x="0" y="596912"/>
                  </a:lnTo>
                  <a:lnTo>
                    <a:pt x="0" y="600710"/>
                  </a:lnTo>
                  <a:lnTo>
                    <a:pt x="27940" y="600710"/>
                  </a:lnTo>
                  <a:lnTo>
                    <a:pt x="27940" y="596912"/>
                  </a:lnTo>
                  <a:close/>
                </a:path>
                <a:path w="55879" h="648970">
                  <a:moveTo>
                    <a:pt x="27940" y="594372"/>
                  </a:moveTo>
                  <a:lnTo>
                    <a:pt x="0" y="594372"/>
                  </a:lnTo>
                  <a:lnTo>
                    <a:pt x="0" y="596900"/>
                  </a:lnTo>
                  <a:lnTo>
                    <a:pt x="27940" y="596900"/>
                  </a:lnTo>
                  <a:lnTo>
                    <a:pt x="27940" y="594372"/>
                  </a:lnTo>
                  <a:close/>
                </a:path>
                <a:path w="55879" h="648970">
                  <a:moveTo>
                    <a:pt x="27940" y="588022"/>
                  </a:moveTo>
                  <a:lnTo>
                    <a:pt x="0" y="588022"/>
                  </a:lnTo>
                  <a:lnTo>
                    <a:pt x="0" y="594360"/>
                  </a:lnTo>
                  <a:lnTo>
                    <a:pt x="27940" y="594360"/>
                  </a:lnTo>
                  <a:lnTo>
                    <a:pt x="27940" y="588022"/>
                  </a:lnTo>
                  <a:close/>
                </a:path>
                <a:path w="55879" h="648970">
                  <a:moveTo>
                    <a:pt x="27940" y="581672"/>
                  </a:moveTo>
                  <a:lnTo>
                    <a:pt x="0" y="581672"/>
                  </a:lnTo>
                  <a:lnTo>
                    <a:pt x="0" y="588010"/>
                  </a:lnTo>
                  <a:lnTo>
                    <a:pt x="27940" y="588010"/>
                  </a:lnTo>
                  <a:lnTo>
                    <a:pt x="27940" y="581672"/>
                  </a:lnTo>
                  <a:close/>
                </a:path>
                <a:path w="55879" h="648970">
                  <a:moveTo>
                    <a:pt x="27940" y="577862"/>
                  </a:moveTo>
                  <a:lnTo>
                    <a:pt x="0" y="577862"/>
                  </a:lnTo>
                  <a:lnTo>
                    <a:pt x="0" y="581660"/>
                  </a:lnTo>
                  <a:lnTo>
                    <a:pt x="27940" y="581660"/>
                  </a:lnTo>
                  <a:lnTo>
                    <a:pt x="27940" y="577862"/>
                  </a:lnTo>
                  <a:close/>
                </a:path>
                <a:path w="55879" h="648970">
                  <a:moveTo>
                    <a:pt x="27940" y="575322"/>
                  </a:moveTo>
                  <a:lnTo>
                    <a:pt x="0" y="575322"/>
                  </a:lnTo>
                  <a:lnTo>
                    <a:pt x="0" y="577850"/>
                  </a:lnTo>
                  <a:lnTo>
                    <a:pt x="27940" y="577850"/>
                  </a:lnTo>
                  <a:lnTo>
                    <a:pt x="27940" y="575322"/>
                  </a:lnTo>
                  <a:close/>
                </a:path>
                <a:path w="55879" h="648970">
                  <a:moveTo>
                    <a:pt x="27940" y="571512"/>
                  </a:moveTo>
                  <a:lnTo>
                    <a:pt x="0" y="571512"/>
                  </a:lnTo>
                  <a:lnTo>
                    <a:pt x="0" y="575310"/>
                  </a:lnTo>
                  <a:lnTo>
                    <a:pt x="27940" y="575310"/>
                  </a:lnTo>
                  <a:lnTo>
                    <a:pt x="27940" y="571512"/>
                  </a:lnTo>
                  <a:close/>
                </a:path>
                <a:path w="55879" h="648970">
                  <a:moveTo>
                    <a:pt x="27940" y="568972"/>
                  </a:moveTo>
                  <a:lnTo>
                    <a:pt x="0" y="568972"/>
                  </a:lnTo>
                  <a:lnTo>
                    <a:pt x="0" y="571500"/>
                  </a:lnTo>
                  <a:lnTo>
                    <a:pt x="27940" y="571500"/>
                  </a:lnTo>
                  <a:lnTo>
                    <a:pt x="27940" y="568972"/>
                  </a:lnTo>
                  <a:close/>
                </a:path>
                <a:path w="55879" h="648970">
                  <a:moveTo>
                    <a:pt x="27940" y="565162"/>
                  </a:moveTo>
                  <a:lnTo>
                    <a:pt x="0" y="565162"/>
                  </a:lnTo>
                  <a:lnTo>
                    <a:pt x="0" y="568960"/>
                  </a:lnTo>
                  <a:lnTo>
                    <a:pt x="27940" y="568960"/>
                  </a:lnTo>
                  <a:lnTo>
                    <a:pt x="27940" y="565162"/>
                  </a:lnTo>
                  <a:close/>
                </a:path>
                <a:path w="55879" h="648970">
                  <a:moveTo>
                    <a:pt x="27940" y="562622"/>
                  </a:moveTo>
                  <a:lnTo>
                    <a:pt x="0" y="562622"/>
                  </a:lnTo>
                  <a:lnTo>
                    <a:pt x="0" y="565150"/>
                  </a:lnTo>
                  <a:lnTo>
                    <a:pt x="27940" y="565150"/>
                  </a:lnTo>
                  <a:lnTo>
                    <a:pt x="27940" y="562622"/>
                  </a:lnTo>
                  <a:close/>
                </a:path>
                <a:path w="55879" h="648970">
                  <a:moveTo>
                    <a:pt x="27940" y="558812"/>
                  </a:moveTo>
                  <a:lnTo>
                    <a:pt x="0" y="558812"/>
                  </a:lnTo>
                  <a:lnTo>
                    <a:pt x="0" y="562610"/>
                  </a:lnTo>
                  <a:lnTo>
                    <a:pt x="27940" y="562610"/>
                  </a:lnTo>
                  <a:lnTo>
                    <a:pt x="27940" y="558812"/>
                  </a:lnTo>
                  <a:close/>
                </a:path>
                <a:path w="55879" h="648970">
                  <a:moveTo>
                    <a:pt x="27940" y="549922"/>
                  </a:moveTo>
                  <a:lnTo>
                    <a:pt x="0" y="549922"/>
                  </a:lnTo>
                  <a:lnTo>
                    <a:pt x="0" y="558800"/>
                  </a:lnTo>
                  <a:lnTo>
                    <a:pt x="27940" y="558800"/>
                  </a:lnTo>
                  <a:lnTo>
                    <a:pt x="27940" y="549922"/>
                  </a:lnTo>
                  <a:close/>
                </a:path>
                <a:path w="55879" h="648970">
                  <a:moveTo>
                    <a:pt x="27940" y="539762"/>
                  </a:moveTo>
                  <a:lnTo>
                    <a:pt x="0" y="539762"/>
                  </a:lnTo>
                  <a:lnTo>
                    <a:pt x="0" y="549910"/>
                  </a:lnTo>
                  <a:lnTo>
                    <a:pt x="27940" y="549910"/>
                  </a:lnTo>
                  <a:lnTo>
                    <a:pt x="27940" y="539762"/>
                  </a:lnTo>
                  <a:close/>
                </a:path>
                <a:path w="55879" h="648970">
                  <a:moveTo>
                    <a:pt x="27940" y="533412"/>
                  </a:moveTo>
                  <a:lnTo>
                    <a:pt x="0" y="533412"/>
                  </a:lnTo>
                  <a:lnTo>
                    <a:pt x="0" y="539750"/>
                  </a:lnTo>
                  <a:lnTo>
                    <a:pt x="27940" y="539750"/>
                  </a:lnTo>
                  <a:lnTo>
                    <a:pt x="27940" y="533412"/>
                  </a:lnTo>
                  <a:close/>
                </a:path>
                <a:path w="55879" h="648970">
                  <a:moveTo>
                    <a:pt x="27940" y="530872"/>
                  </a:moveTo>
                  <a:lnTo>
                    <a:pt x="0" y="530872"/>
                  </a:lnTo>
                  <a:lnTo>
                    <a:pt x="0" y="533400"/>
                  </a:lnTo>
                  <a:lnTo>
                    <a:pt x="27940" y="533400"/>
                  </a:lnTo>
                  <a:lnTo>
                    <a:pt x="27940" y="530872"/>
                  </a:lnTo>
                  <a:close/>
                </a:path>
                <a:path w="55879" h="648970">
                  <a:moveTo>
                    <a:pt x="27940" y="524522"/>
                  </a:moveTo>
                  <a:lnTo>
                    <a:pt x="0" y="524522"/>
                  </a:lnTo>
                  <a:lnTo>
                    <a:pt x="0" y="530860"/>
                  </a:lnTo>
                  <a:lnTo>
                    <a:pt x="27940" y="530860"/>
                  </a:lnTo>
                  <a:lnTo>
                    <a:pt x="27940" y="524522"/>
                  </a:lnTo>
                  <a:close/>
                </a:path>
                <a:path w="55879" h="648970">
                  <a:moveTo>
                    <a:pt x="27940" y="520712"/>
                  </a:moveTo>
                  <a:lnTo>
                    <a:pt x="0" y="520712"/>
                  </a:lnTo>
                  <a:lnTo>
                    <a:pt x="0" y="524510"/>
                  </a:lnTo>
                  <a:lnTo>
                    <a:pt x="27940" y="524510"/>
                  </a:lnTo>
                  <a:lnTo>
                    <a:pt x="27940" y="520712"/>
                  </a:lnTo>
                  <a:close/>
                </a:path>
                <a:path w="55879" h="648970">
                  <a:moveTo>
                    <a:pt x="27940" y="518172"/>
                  </a:moveTo>
                  <a:lnTo>
                    <a:pt x="0" y="518172"/>
                  </a:lnTo>
                  <a:lnTo>
                    <a:pt x="0" y="520700"/>
                  </a:lnTo>
                  <a:lnTo>
                    <a:pt x="27940" y="520700"/>
                  </a:lnTo>
                  <a:lnTo>
                    <a:pt x="27940" y="518172"/>
                  </a:lnTo>
                  <a:close/>
                </a:path>
                <a:path w="55879" h="648970">
                  <a:moveTo>
                    <a:pt x="27940" y="514362"/>
                  </a:moveTo>
                  <a:lnTo>
                    <a:pt x="0" y="514362"/>
                  </a:lnTo>
                  <a:lnTo>
                    <a:pt x="0" y="518160"/>
                  </a:lnTo>
                  <a:lnTo>
                    <a:pt x="27940" y="518160"/>
                  </a:lnTo>
                  <a:lnTo>
                    <a:pt x="27940" y="514362"/>
                  </a:lnTo>
                  <a:close/>
                </a:path>
                <a:path w="55879" h="648970">
                  <a:moveTo>
                    <a:pt x="27940" y="508012"/>
                  </a:moveTo>
                  <a:lnTo>
                    <a:pt x="0" y="508012"/>
                  </a:lnTo>
                  <a:lnTo>
                    <a:pt x="0" y="514350"/>
                  </a:lnTo>
                  <a:lnTo>
                    <a:pt x="27940" y="514350"/>
                  </a:lnTo>
                  <a:lnTo>
                    <a:pt x="27940" y="508012"/>
                  </a:lnTo>
                  <a:close/>
                </a:path>
                <a:path w="55879" h="648970">
                  <a:moveTo>
                    <a:pt x="27940" y="501662"/>
                  </a:moveTo>
                  <a:lnTo>
                    <a:pt x="0" y="501662"/>
                  </a:lnTo>
                  <a:lnTo>
                    <a:pt x="0" y="508000"/>
                  </a:lnTo>
                  <a:lnTo>
                    <a:pt x="27940" y="508000"/>
                  </a:lnTo>
                  <a:lnTo>
                    <a:pt x="27940" y="501662"/>
                  </a:lnTo>
                  <a:close/>
                </a:path>
                <a:path w="55879" h="648970">
                  <a:moveTo>
                    <a:pt x="27940" y="495312"/>
                  </a:moveTo>
                  <a:lnTo>
                    <a:pt x="0" y="495312"/>
                  </a:lnTo>
                  <a:lnTo>
                    <a:pt x="0" y="501650"/>
                  </a:lnTo>
                  <a:lnTo>
                    <a:pt x="27940" y="501650"/>
                  </a:lnTo>
                  <a:lnTo>
                    <a:pt x="27940" y="495312"/>
                  </a:lnTo>
                  <a:close/>
                </a:path>
                <a:path w="55879" h="648970">
                  <a:moveTo>
                    <a:pt x="27940" y="492772"/>
                  </a:moveTo>
                  <a:lnTo>
                    <a:pt x="0" y="492772"/>
                  </a:lnTo>
                  <a:lnTo>
                    <a:pt x="0" y="495300"/>
                  </a:lnTo>
                  <a:lnTo>
                    <a:pt x="27940" y="495300"/>
                  </a:lnTo>
                  <a:lnTo>
                    <a:pt x="27940" y="492772"/>
                  </a:lnTo>
                  <a:close/>
                </a:path>
                <a:path w="55879" h="648970">
                  <a:moveTo>
                    <a:pt x="27940" y="488962"/>
                  </a:moveTo>
                  <a:lnTo>
                    <a:pt x="0" y="488962"/>
                  </a:lnTo>
                  <a:lnTo>
                    <a:pt x="0" y="492760"/>
                  </a:lnTo>
                  <a:lnTo>
                    <a:pt x="27940" y="492760"/>
                  </a:lnTo>
                  <a:lnTo>
                    <a:pt x="27940" y="488962"/>
                  </a:lnTo>
                  <a:close/>
                </a:path>
                <a:path w="55879" h="648970">
                  <a:moveTo>
                    <a:pt x="27940" y="482612"/>
                  </a:moveTo>
                  <a:lnTo>
                    <a:pt x="0" y="482612"/>
                  </a:lnTo>
                  <a:lnTo>
                    <a:pt x="0" y="488950"/>
                  </a:lnTo>
                  <a:lnTo>
                    <a:pt x="27940" y="488950"/>
                  </a:lnTo>
                  <a:lnTo>
                    <a:pt x="27940" y="482612"/>
                  </a:lnTo>
                  <a:close/>
                </a:path>
                <a:path w="55879" h="648970">
                  <a:moveTo>
                    <a:pt x="27940" y="480072"/>
                  </a:moveTo>
                  <a:lnTo>
                    <a:pt x="0" y="480072"/>
                  </a:lnTo>
                  <a:lnTo>
                    <a:pt x="0" y="482600"/>
                  </a:lnTo>
                  <a:lnTo>
                    <a:pt x="27940" y="482600"/>
                  </a:lnTo>
                  <a:lnTo>
                    <a:pt x="27940" y="480072"/>
                  </a:lnTo>
                  <a:close/>
                </a:path>
                <a:path w="55879" h="648970">
                  <a:moveTo>
                    <a:pt x="27940" y="476262"/>
                  </a:moveTo>
                  <a:lnTo>
                    <a:pt x="0" y="476262"/>
                  </a:lnTo>
                  <a:lnTo>
                    <a:pt x="0" y="480060"/>
                  </a:lnTo>
                  <a:lnTo>
                    <a:pt x="27940" y="480060"/>
                  </a:lnTo>
                  <a:lnTo>
                    <a:pt x="27940" y="476262"/>
                  </a:lnTo>
                  <a:close/>
                </a:path>
                <a:path w="55879" h="648970">
                  <a:moveTo>
                    <a:pt x="27940" y="467372"/>
                  </a:moveTo>
                  <a:lnTo>
                    <a:pt x="0" y="467372"/>
                  </a:lnTo>
                  <a:lnTo>
                    <a:pt x="0" y="476250"/>
                  </a:lnTo>
                  <a:lnTo>
                    <a:pt x="27940" y="476250"/>
                  </a:lnTo>
                  <a:lnTo>
                    <a:pt x="27940" y="467372"/>
                  </a:lnTo>
                  <a:close/>
                </a:path>
                <a:path w="55879" h="648970">
                  <a:moveTo>
                    <a:pt x="27940" y="463562"/>
                  </a:moveTo>
                  <a:lnTo>
                    <a:pt x="0" y="463562"/>
                  </a:lnTo>
                  <a:lnTo>
                    <a:pt x="0" y="467360"/>
                  </a:lnTo>
                  <a:lnTo>
                    <a:pt x="27940" y="467360"/>
                  </a:lnTo>
                  <a:lnTo>
                    <a:pt x="27940" y="463562"/>
                  </a:lnTo>
                  <a:close/>
                </a:path>
                <a:path w="55879" h="648970">
                  <a:moveTo>
                    <a:pt x="27940" y="461022"/>
                  </a:moveTo>
                  <a:lnTo>
                    <a:pt x="0" y="461022"/>
                  </a:lnTo>
                  <a:lnTo>
                    <a:pt x="0" y="463550"/>
                  </a:lnTo>
                  <a:lnTo>
                    <a:pt x="27940" y="463550"/>
                  </a:lnTo>
                  <a:lnTo>
                    <a:pt x="27940" y="461022"/>
                  </a:lnTo>
                  <a:close/>
                </a:path>
                <a:path w="55879" h="648970">
                  <a:moveTo>
                    <a:pt x="27940" y="457212"/>
                  </a:moveTo>
                  <a:lnTo>
                    <a:pt x="0" y="457212"/>
                  </a:lnTo>
                  <a:lnTo>
                    <a:pt x="0" y="461010"/>
                  </a:lnTo>
                  <a:lnTo>
                    <a:pt x="27940" y="461010"/>
                  </a:lnTo>
                  <a:lnTo>
                    <a:pt x="27940" y="457212"/>
                  </a:lnTo>
                  <a:close/>
                </a:path>
                <a:path w="55879" h="648970">
                  <a:moveTo>
                    <a:pt x="27940" y="448322"/>
                  </a:moveTo>
                  <a:lnTo>
                    <a:pt x="0" y="448322"/>
                  </a:lnTo>
                  <a:lnTo>
                    <a:pt x="0" y="457200"/>
                  </a:lnTo>
                  <a:lnTo>
                    <a:pt x="27940" y="457200"/>
                  </a:lnTo>
                  <a:lnTo>
                    <a:pt x="27940" y="448322"/>
                  </a:lnTo>
                  <a:close/>
                </a:path>
                <a:path w="55879" h="648970">
                  <a:moveTo>
                    <a:pt x="27940" y="429272"/>
                  </a:moveTo>
                  <a:lnTo>
                    <a:pt x="0" y="429272"/>
                  </a:lnTo>
                  <a:lnTo>
                    <a:pt x="0" y="448310"/>
                  </a:lnTo>
                  <a:lnTo>
                    <a:pt x="27940" y="448310"/>
                  </a:lnTo>
                  <a:lnTo>
                    <a:pt x="27940" y="429272"/>
                  </a:lnTo>
                  <a:close/>
                </a:path>
                <a:path w="55879" h="648970">
                  <a:moveTo>
                    <a:pt x="27940" y="422922"/>
                  </a:moveTo>
                  <a:lnTo>
                    <a:pt x="0" y="422922"/>
                  </a:lnTo>
                  <a:lnTo>
                    <a:pt x="0" y="429260"/>
                  </a:lnTo>
                  <a:lnTo>
                    <a:pt x="27940" y="429260"/>
                  </a:lnTo>
                  <a:lnTo>
                    <a:pt x="27940" y="422922"/>
                  </a:lnTo>
                  <a:close/>
                </a:path>
                <a:path w="55879" h="648970">
                  <a:moveTo>
                    <a:pt x="27940" y="419112"/>
                  </a:moveTo>
                  <a:lnTo>
                    <a:pt x="0" y="419112"/>
                  </a:lnTo>
                  <a:lnTo>
                    <a:pt x="0" y="422910"/>
                  </a:lnTo>
                  <a:lnTo>
                    <a:pt x="27940" y="422910"/>
                  </a:lnTo>
                  <a:lnTo>
                    <a:pt x="27940" y="419112"/>
                  </a:lnTo>
                  <a:close/>
                </a:path>
                <a:path w="55879" h="648970">
                  <a:moveTo>
                    <a:pt x="27940" y="416572"/>
                  </a:moveTo>
                  <a:lnTo>
                    <a:pt x="0" y="416572"/>
                  </a:lnTo>
                  <a:lnTo>
                    <a:pt x="0" y="419100"/>
                  </a:lnTo>
                  <a:lnTo>
                    <a:pt x="27940" y="419100"/>
                  </a:lnTo>
                  <a:lnTo>
                    <a:pt x="27940" y="416572"/>
                  </a:lnTo>
                  <a:close/>
                </a:path>
                <a:path w="55879" h="648970">
                  <a:moveTo>
                    <a:pt x="27940" y="412762"/>
                  </a:moveTo>
                  <a:lnTo>
                    <a:pt x="0" y="412762"/>
                  </a:lnTo>
                  <a:lnTo>
                    <a:pt x="0" y="416560"/>
                  </a:lnTo>
                  <a:lnTo>
                    <a:pt x="27940" y="416560"/>
                  </a:lnTo>
                  <a:lnTo>
                    <a:pt x="27940" y="412762"/>
                  </a:lnTo>
                  <a:close/>
                </a:path>
                <a:path w="55879" h="648970">
                  <a:moveTo>
                    <a:pt x="27940" y="410222"/>
                  </a:moveTo>
                  <a:lnTo>
                    <a:pt x="0" y="410222"/>
                  </a:lnTo>
                  <a:lnTo>
                    <a:pt x="0" y="412750"/>
                  </a:lnTo>
                  <a:lnTo>
                    <a:pt x="27940" y="412750"/>
                  </a:lnTo>
                  <a:lnTo>
                    <a:pt x="27940" y="410222"/>
                  </a:lnTo>
                  <a:close/>
                </a:path>
                <a:path w="55879" h="648970">
                  <a:moveTo>
                    <a:pt x="27940" y="406412"/>
                  </a:moveTo>
                  <a:lnTo>
                    <a:pt x="0" y="406412"/>
                  </a:lnTo>
                  <a:lnTo>
                    <a:pt x="0" y="410210"/>
                  </a:lnTo>
                  <a:lnTo>
                    <a:pt x="27940" y="410210"/>
                  </a:lnTo>
                  <a:lnTo>
                    <a:pt x="27940" y="406412"/>
                  </a:lnTo>
                  <a:close/>
                </a:path>
                <a:path w="55879" h="648970">
                  <a:moveTo>
                    <a:pt x="55880" y="125742"/>
                  </a:moveTo>
                  <a:lnTo>
                    <a:pt x="27940" y="125742"/>
                  </a:lnTo>
                  <a:lnTo>
                    <a:pt x="27940" y="132080"/>
                  </a:lnTo>
                  <a:lnTo>
                    <a:pt x="55880" y="132080"/>
                  </a:lnTo>
                  <a:lnTo>
                    <a:pt x="55880" y="125742"/>
                  </a:lnTo>
                  <a:close/>
                </a:path>
                <a:path w="55879" h="648970">
                  <a:moveTo>
                    <a:pt x="55880" y="119392"/>
                  </a:moveTo>
                  <a:lnTo>
                    <a:pt x="27940" y="119392"/>
                  </a:lnTo>
                  <a:lnTo>
                    <a:pt x="27940" y="125730"/>
                  </a:lnTo>
                  <a:lnTo>
                    <a:pt x="55880" y="125730"/>
                  </a:lnTo>
                  <a:lnTo>
                    <a:pt x="55880" y="119392"/>
                  </a:lnTo>
                  <a:close/>
                </a:path>
                <a:path w="55879" h="648970">
                  <a:moveTo>
                    <a:pt x="55880" y="113042"/>
                  </a:moveTo>
                  <a:lnTo>
                    <a:pt x="27940" y="113042"/>
                  </a:lnTo>
                  <a:lnTo>
                    <a:pt x="27940" y="119380"/>
                  </a:lnTo>
                  <a:lnTo>
                    <a:pt x="55880" y="119380"/>
                  </a:lnTo>
                  <a:lnTo>
                    <a:pt x="55880" y="113042"/>
                  </a:lnTo>
                  <a:close/>
                </a:path>
                <a:path w="55879" h="648970">
                  <a:moveTo>
                    <a:pt x="55880" y="106692"/>
                  </a:moveTo>
                  <a:lnTo>
                    <a:pt x="27940" y="106692"/>
                  </a:lnTo>
                  <a:lnTo>
                    <a:pt x="27940" y="113030"/>
                  </a:lnTo>
                  <a:lnTo>
                    <a:pt x="55880" y="113030"/>
                  </a:lnTo>
                  <a:lnTo>
                    <a:pt x="55880" y="106692"/>
                  </a:lnTo>
                  <a:close/>
                </a:path>
                <a:path w="55879" h="648970">
                  <a:moveTo>
                    <a:pt x="55880" y="100342"/>
                  </a:moveTo>
                  <a:lnTo>
                    <a:pt x="27940" y="100342"/>
                  </a:lnTo>
                  <a:lnTo>
                    <a:pt x="27940" y="106680"/>
                  </a:lnTo>
                  <a:lnTo>
                    <a:pt x="55880" y="106680"/>
                  </a:lnTo>
                  <a:lnTo>
                    <a:pt x="55880" y="100342"/>
                  </a:lnTo>
                  <a:close/>
                </a:path>
                <a:path w="55879" h="648970">
                  <a:moveTo>
                    <a:pt x="55880" y="93992"/>
                  </a:moveTo>
                  <a:lnTo>
                    <a:pt x="27940" y="93992"/>
                  </a:lnTo>
                  <a:lnTo>
                    <a:pt x="27940" y="100330"/>
                  </a:lnTo>
                  <a:lnTo>
                    <a:pt x="55880" y="100330"/>
                  </a:lnTo>
                  <a:lnTo>
                    <a:pt x="55880" y="93992"/>
                  </a:lnTo>
                  <a:close/>
                </a:path>
                <a:path w="55879" h="648970">
                  <a:moveTo>
                    <a:pt x="55880" y="87642"/>
                  </a:moveTo>
                  <a:lnTo>
                    <a:pt x="27940" y="87642"/>
                  </a:lnTo>
                  <a:lnTo>
                    <a:pt x="27940" y="93980"/>
                  </a:lnTo>
                  <a:lnTo>
                    <a:pt x="55880" y="93980"/>
                  </a:lnTo>
                  <a:lnTo>
                    <a:pt x="55880" y="87642"/>
                  </a:lnTo>
                  <a:close/>
                </a:path>
                <a:path w="55879" h="648970">
                  <a:moveTo>
                    <a:pt x="55880" y="81292"/>
                  </a:moveTo>
                  <a:lnTo>
                    <a:pt x="27940" y="81292"/>
                  </a:lnTo>
                  <a:lnTo>
                    <a:pt x="27940" y="87630"/>
                  </a:lnTo>
                  <a:lnTo>
                    <a:pt x="55880" y="87630"/>
                  </a:lnTo>
                  <a:lnTo>
                    <a:pt x="55880" y="81292"/>
                  </a:lnTo>
                  <a:close/>
                </a:path>
                <a:path w="55879" h="648970">
                  <a:moveTo>
                    <a:pt x="55880" y="68592"/>
                  </a:moveTo>
                  <a:lnTo>
                    <a:pt x="27940" y="68592"/>
                  </a:lnTo>
                  <a:lnTo>
                    <a:pt x="27940" y="81280"/>
                  </a:lnTo>
                  <a:lnTo>
                    <a:pt x="55880" y="81280"/>
                  </a:lnTo>
                  <a:lnTo>
                    <a:pt x="55880" y="68592"/>
                  </a:lnTo>
                  <a:close/>
                </a:path>
                <a:path w="55879" h="648970">
                  <a:moveTo>
                    <a:pt x="55880" y="62242"/>
                  </a:moveTo>
                  <a:lnTo>
                    <a:pt x="27940" y="62242"/>
                  </a:lnTo>
                  <a:lnTo>
                    <a:pt x="27940" y="68580"/>
                  </a:lnTo>
                  <a:lnTo>
                    <a:pt x="55880" y="68580"/>
                  </a:lnTo>
                  <a:lnTo>
                    <a:pt x="55880" y="62242"/>
                  </a:lnTo>
                  <a:close/>
                </a:path>
                <a:path w="55879" h="648970">
                  <a:moveTo>
                    <a:pt x="55880" y="55892"/>
                  </a:moveTo>
                  <a:lnTo>
                    <a:pt x="27940" y="55892"/>
                  </a:lnTo>
                  <a:lnTo>
                    <a:pt x="27940" y="62230"/>
                  </a:lnTo>
                  <a:lnTo>
                    <a:pt x="55880" y="62230"/>
                  </a:lnTo>
                  <a:lnTo>
                    <a:pt x="55880" y="55892"/>
                  </a:lnTo>
                  <a:close/>
                </a:path>
                <a:path w="55879" h="648970">
                  <a:moveTo>
                    <a:pt x="55880" y="49542"/>
                  </a:moveTo>
                  <a:lnTo>
                    <a:pt x="27940" y="49542"/>
                  </a:lnTo>
                  <a:lnTo>
                    <a:pt x="27940" y="55880"/>
                  </a:lnTo>
                  <a:lnTo>
                    <a:pt x="55880" y="55880"/>
                  </a:lnTo>
                  <a:lnTo>
                    <a:pt x="55880" y="49542"/>
                  </a:lnTo>
                  <a:close/>
                </a:path>
                <a:path w="55879" h="648970">
                  <a:moveTo>
                    <a:pt x="55880" y="43192"/>
                  </a:moveTo>
                  <a:lnTo>
                    <a:pt x="27940" y="43192"/>
                  </a:lnTo>
                  <a:lnTo>
                    <a:pt x="27940" y="49530"/>
                  </a:lnTo>
                  <a:lnTo>
                    <a:pt x="55880" y="49530"/>
                  </a:lnTo>
                  <a:lnTo>
                    <a:pt x="55880" y="43192"/>
                  </a:lnTo>
                  <a:close/>
                </a:path>
                <a:path w="55879" h="648970">
                  <a:moveTo>
                    <a:pt x="55880" y="36842"/>
                  </a:moveTo>
                  <a:lnTo>
                    <a:pt x="27940" y="36842"/>
                  </a:lnTo>
                  <a:lnTo>
                    <a:pt x="27940" y="43180"/>
                  </a:lnTo>
                  <a:lnTo>
                    <a:pt x="55880" y="43180"/>
                  </a:lnTo>
                  <a:lnTo>
                    <a:pt x="55880" y="36842"/>
                  </a:lnTo>
                  <a:close/>
                </a:path>
                <a:path w="55879" h="648970">
                  <a:moveTo>
                    <a:pt x="55880" y="30492"/>
                  </a:moveTo>
                  <a:lnTo>
                    <a:pt x="27940" y="30492"/>
                  </a:lnTo>
                  <a:lnTo>
                    <a:pt x="27940" y="36830"/>
                  </a:lnTo>
                  <a:lnTo>
                    <a:pt x="55880" y="36830"/>
                  </a:lnTo>
                  <a:lnTo>
                    <a:pt x="55880" y="30492"/>
                  </a:lnTo>
                  <a:close/>
                </a:path>
                <a:path w="55879" h="648970">
                  <a:moveTo>
                    <a:pt x="55880" y="24142"/>
                  </a:moveTo>
                  <a:lnTo>
                    <a:pt x="27940" y="24142"/>
                  </a:lnTo>
                  <a:lnTo>
                    <a:pt x="27940" y="30480"/>
                  </a:lnTo>
                  <a:lnTo>
                    <a:pt x="55880" y="30480"/>
                  </a:lnTo>
                  <a:lnTo>
                    <a:pt x="55880" y="24142"/>
                  </a:lnTo>
                  <a:close/>
                </a:path>
                <a:path w="55879" h="648970">
                  <a:moveTo>
                    <a:pt x="55880" y="17792"/>
                  </a:moveTo>
                  <a:lnTo>
                    <a:pt x="27940" y="17792"/>
                  </a:lnTo>
                  <a:lnTo>
                    <a:pt x="27940" y="24130"/>
                  </a:lnTo>
                  <a:lnTo>
                    <a:pt x="55880" y="24130"/>
                  </a:lnTo>
                  <a:lnTo>
                    <a:pt x="55880" y="17792"/>
                  </a:lnTo>
                  <a:close/>
                </a:path>
                <a:path w="55879" h="648970">
                  <a:moveTo>
                    <a:pt x="55880" y="5092"/>
                  </a:moveTo>
                  <a:lnTo>
                    <a:pt x="27940" y="5092"/>
                  </a:lnTo>
                  <a:lnTo>
                    <a:pt x="27940" y="17780"/>
                  </a:lnTo>
                  <a:lnTo>
                    <a:pt x="55880" y="17780"/>
                  </a:lnTo>
                  <a:lnTo>
                    <a:pt x="55880" y="5092"/>
                  </a:lnTo>
                  <a:close/>
                </a:path>
                <a:path w="55879" h="648970">
                  <a:moveTo>
                    <a:pt x="55880" y="0"/>
                  </a:moveTo>
                  <a:lnTo>
                    <a:pt x="27940" y="0"/>
                  </a:lnTo>
                  <a:lnTo>
                    <a:pt x="27940" y="5080"/>
                  </a:lnTo>
                  <a:lnTo>
                    <a:pt x="55880" y="5080"/>
                  </a:lnTo>
                  <a:lnTo>
                    <a:pt x="55880" y="0"/>
                  </a:lnTo>
                  <a:close/>
                </a:path>
              </a:pathLst>
            </a:custGeom>
            <a:solidFill>
              <a:srgbClr val="172E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2" name="object 3682"/>
            <p:cNvSpPr/>
            <p:nvPr/>
          </p:nvSpPr>
          <p:spPr>
            <a:xfrm>
              <a:off x="3503930" y="5158752"/>
              <a:ext cx="27940" cy="445770"/>
            </a:xfrm>
            <a:custGeom>
              <a:avLst/>
              <a:gdLst/>
              <a:ahLst/>
              <a:cxnLst/>
              <a:rect l="l" t="t" r="r" b="b"/>
              <a:pathLst>
                <a:path w="27939" h="445770">
                  <a:moveTo>
                    <a:pt x="27940" y="443230"/>
                  </a:moveTo>
                  <a:lnTo>
                    <a:pt x="0" y="443230"/>
                  </a:lnTo>
                  <a:lnTo>
                    <a:pt x="0" y="445757"/>
                  </a:lnTo>
                  <a:lnTo>
                    <a:pt x="27940" y="445757"/>
                  </a:lnTo>
                  <a:lnTo>
                    <a:pt x="27940" y="443230"/>
                  </a:lnTo>
                  <a:close/>
                </a:path>
                <a:path w="27939" h="445770">
                  <a:moveTo>
                    <a:pt x="27940" y="439420"/>
                  </a:moveTo>
                  <a:lnTo>
                    <a:pt x="0" y="439420"/>
                  </a:lnTo>
                  <a:lnTo>
                    <a:pt x="0" y="443217"/>
                  </a:lnTo>
                  <a:lnTo>
                    <a:pt x="27940" y="443217"/>
                  </a:lnTo>
                  <a:lnTo>
                    <a:pt x="27940" y="439420"/>
                  </a:lnTo>
                  <a:close/>
                </a:path>
                <a:path w="27939" h="445770">
                  <a:moveTo>
                    <a:pt x="27940" y="436880"/>
                  </a:moveTo>
                  <a:lnTo>
                    <a:pt x="0" y="436880"/>
                  </a:lnTo>
                  <a:lnTo>
                    <a:pt x="0" y="439407"/>
                  </a:lnTo>
                  <a:lnTo>
                    <a:pt x="27940" y="439407"/>
                  </a:lnTo>
                  <a:lnTo>
                    <a:pt x="27940" y="436880"/>
                  </a:lnTo>
                  <a:close/>
                </a:path>
                <a:path w="27939" h="445770">
                  <a:moveTo>
                    <a:pt x="27940" y="433070"/>
                  </a:moveTo>
                  <a:lnTo>
                    <a:pt x="0" y="433070"/>
                  </a:lnTo>
                  <a:lnTo>
                    <a:pt x="0" y="436867"/>
                  </a:lnTo>
                  <a:lnTo>
                    <a:pt x="27940" y="436867"/>
                  </a:lnTo>
                  <a:lnTo>
                    <a:pt x="27940" y="433070"/>
                  </a:lnTo>
                  <a:close/>
                </a:path>
                <a:path w="27939" h="445770">
                  <a:moveTo>
                    <a:pt x="27940" y="424180"/>
                  </a:moveTo>
                  <a:lnTo>
                    <a:pt x="0" y="424180"/>
                  </a:lnTo>
                  <a:lnTo>
                    <a:pt x="0" y="433057"/>
                  </a:lnTo>
                  <a:lnTo>
                    <a:pt x="27940" y="433057"/>
                  </a:lnTo>
                  <a:lnTo>
                    <a:pt x="27940" y="424180"/>
                  </a:lnTo>
                  <a:close/>
                </a:path>
                <a:path w="27939" h="445770">
                  <a:moveTo>
                    <a:pt x="27940" y="414020"/>
                  </a:moveTo>
                  <a:lnTo>
                    <a:pt x="0" y="414020"/>
                  </a:lnTo>
                  <a:lnTo>
                    <a:pt x="0" y="424167"/>
                  </a:lnTo>
                  <a:lnTo>
                    <a:pt x="27940" y="424167"/>
                  </a:lnTo>
                  <a:lnTo>
                    <a:pt x="27940" y="414020"/>
                  </a:lnTo>
                  <a:close/>
                </a:path>
                <a:path w="27939" h="445770">
                  <a:moveTo>
                    <a:pt x="27940" y="405130"/>
                  </a:moveTo>
                  <a:lnTo>
                    <a:pt x="0" y="405130"/>
                  </a:lnTo>
                  <a:lnTo>
                    <a:pt x="0" y="414007"/>
                  </a:lnTo>
                  <a:lnTo>
                    <a:pt x="27940" y="414007"/>
                  </a:lnTo>
                  <a:lnTo>
                    <a:pt x="27940" y="405130"/>
                  </a:lnTo>
                  <a:close/>
                </a:path>
                <a:path w="27939" h="445770">
                  <a:moveTo>
                    <a:pt x="27940" y="394970"/>
                  </a:moveTo>
                  <a:lnTo>
                    <a:pt x="0" y="394970"/>
                  </a:lnTo>
                  <a:lnTo>
                    <a:pt x="0" y="405117"/>
                  </a:lnTo>
                  <a:lnTo>
                    <a:pt x="27940" y="405117"/>
                  </a:lnTo>
                  <a:lnTo>
                    <a:pt x="27940" y="394970"/>
                  </a:lnTo>
                  <a:close/>
                </a:path>
                <a:path w="27939" h="445770">
                  <a:moveTo>
                    <a:pt x="27940" y="392430"/>
                  </a:moveTo>
                  <a:lnTo>
                    <a:pt x="0" y="392430"/>
                  </a:lnTo>
                  <a:lnTo>
                    <a:pt x="0" y="394957"/>
                  </a:lnTo>
                  <a:lnTo>
                    <a:pt x="27940" y="394957"/>
                  </a:lnTo>
                  <a:lnTo>
                    <a:pt x="27940" y="392430"/>
                  </a:lnTo>
                  <a:close/>
                </a:path>
                <a:path w="27939" h="445770">
                  <a:moveTo>
                    <a:pt x="27940" y="388620"/>
                  </a:moveTo>
                  <a:lnTo>
                    <a:pt x="0" y="388620"/>
                  </a:lnTo>
                  <a:lnTo>
                    <a:pt x="0" y="392417"/>
                  </a:lnTo>
                  <a:lnTo>
                    <a:pt x="27940" y="392417"/>
                  </a:lnTo>
                  <a:lnTo>
                    <a:pt x="27940" y="388620"/>
                  </a:lnTo>
                  <a:close/>
                </a:path>
                <a:path w="27939" h="445770">
                  <a:moveTo>
                    <a:pt x="27940" y="382270"/>
                  </a:moveTo>
                  <a:lnTo>
                    <a:pt x="0" y="382270"/>
                  </a:lnTo>
                  <a:lnTo>
                    <a:pt x="0" y="388607"/>
                  </a:lnTo>
                  <a:lnTo>
                    <a:pt x="27940" y="388607"/>
                  </a:lnTo>
                  <a:lnTo>
                    <a:pt x="27940" y="382270"/>
                  </a:lnTo>
                  <a:close/>
                </a:path>
                <a:path w="27939" h="445770">
                  <a:moveTo>
                    <a:pt x="27940" y="375920"/>
                  </a:moveTo>
                  <a:lnTo>
                    <a:pt x="0" y="375920"/>
                  </a:lnTo>
                  <a:lnTo>
                    <a:pt x="0" y="382257"/>
                  </a:lnTo>
                  <a:lnTo>
                    <a:pt x="27940" y="382257"/>
                  </a:lnTo>
                  <a:lnTo>
                    <a:pt x="27940" y="375920"/>
                  </a:lnTo>
                  <a:close/>
                </a:path>
                <a:path w="27939" h="445770">
                  <a:moveTo>
                    <a:pt x="27940" y="369570"/>
                  </a:moveTo>
                  <a:lnTo>
                    <a:pt x="0" y="369570"/>
                  </a:lnTo>
                  <a:lnTo>
                    <a:pt x="0" y="375907"/>
                  </a:lnTo>
                  <a:lnTo>
                    <a:pt x="27940" y="375907"/>
                  </a:lnTo>
                  <a:lnTo>
                    <a:pt x="27940" y="369570"/>
                  </a:lnTo>
                  <a:close/>
                </a:path>
                <a:path w="27939" h="445770">
                  <a:moveTo>
                    <a:pt x="27940" y="367030"/>
                  </a:moveTo>
                  <a:lnTo>
                    <a:pt x="0" y="367030"/>
                  </a:lnTo>
                  <a:lnTo>
                    <a:pt x="0" y="369557"/>
                  </a:lnTo>
                  <a:lnTo>
                    <a:pt x="27940" y="369557"/>
                  </a:lnTo>
                  <a:lnTo>
                    <a:pt x="27940" y="367030"/>
                  </a:lnTo>
                  <a:close/>
                </a:path>
                <a:path w="27939" h="445770">
                  <a:moveTo>
                    <a:pt x="27940" y="363220"/>
                  </a:moveTo>
                  <a:lnTo>
                    <a:pt x="0" y="363220"/>
                  </a:lnTo>
                  <a:lnTo>
                    <a:pt x="0" y="367017"/>
                  </a:lnTo>
                  <a:lnTo>
                    <a:pt x="27940" y="367017"/>
                  </a:lnTo>
                  <a:lnTo>
                    <a:pt x="27940" y="363220"/>
                  </a:lnTo>
                  <a:close/>
                </a:path>
                <a:path w="27939" h="445770">
                  <a:moveTo>
                    <a:pt x="27940" y="356870"/>
                  </a:moveTo>
                  <a:lnTo>
                    <a:pt x="0" y="356870"/>
                  </a:lnTo>
                  <a:lnTo>
                    <a:pt x="0" y="363207"/>
                  </a:lnTo>
                  <a:lnTo>
                    <a:pt x="27940" y="363207"/>
                  </a:lnTo>
                  <a:lnTo>
                    <a:pt x="27940" y="356870"/>
                  </a:lnTo>
                  <a:close/>
                </a:path>
                <a:path w="27939" h="445770">
                  <a:moveTo>
                    <a:pt x="27940" y="354330"/>
                  </a:moveTo>
                  <a:lnTo>
                    <a:pt x="0" y="354330"/>
                  </a:lnTo>
                  <a:lnTo>
                    <a:pt x="0" y="356857"/>
                  </a:lnTo>
                  <a:lnTo>
                    <a:pt x="27940" y="356857"/>
                  </a:lnTo>
                  <a:lnTo>
                    <a:pt x="27940" y="354330"/>
                  </a:lnTo>
                  <a:close/>
                </a:path>
                <a:path w="27939" h="445770">
                  <a:moveTo>
                    <a:pt x="27940" y="350520"/>
                  </a:moveTo>
                  <a:lnTo>
                    <a:pt x="0" y="350520"/>
                  </a:lnTo>
                  <a:lnTo>
                    <a:pt x="0" y="354317"/>
                  </a:lnTo>
                  <a:lnTo>
                    <a:pt x="27940" y="354317"/>
                  </a:lnTo>
                  <a:lnTo>
                    <a:pt x="27940" y="350520"/>
                  </a:lnTo>
                  <a:close/>
                </a:path>
                <a:path w="27939" h="445770">
                  <a:moveTo>
                    <a:pt x="27940" y="341630"/>
                  </a:moveTo>
                  <a:lnTo>
                    <a:pt x="0" y="341630"/>
                  </a:lnTo>
                  <a:lnTo>
                    <a:pt x="0" y="350507"/>
                  </a:lnTo>
                  <a:lnTo>
                    <a:pt x="27940" y="350507"/>
                  </a:lnTo>
                  <a:lnTo>
                    <a:pt x="27940" y="341630"/>
                  </a:lnTo>
                  <a:close/>
                </a:path>
                <a:path w="27939" h="445770">
                  <a:moveTo>
                    <a:pt x="27940" y="337820"/>
                  </a:moveTo>
                  <a:lnTo>
                    <a:pt x="0" y="337820"/>
                  </a:lnTo>
                  <a:lnTo>
                    <a:pt x="0" y="341617"/>
                  </a:lnTo>
                  <a:lnTo>
                    <a:pt x="27940" y="341617"/>
                  </a:lnTo>
                  <a:lnTo>
                    <a:pt x="27940" y="337820"/>
                  </a:lnTo>
                  <a:close/>
                </a:path>
                <a:path w="27939" h="445770">
                  <a:moveTo>
                    <a:pt x="27940" y="335280"/>
                  </a:moveTo>
                  <a:lnTo>
                    <a:pt x="0" y="335280"/>
                  </a:lnTo>
                  <a:lnTo>
                    <a:pt x="0" y="337807"/>
                  </a:lnTo>
                  <a:lnTo>
                    <a:pt x="27940" y="337807"/>
                  </a:lnTo>
                  <a:lnTo>
                    <a:pt x="27940" y="335280"/>
                  </a:lnTo>
                  <a:close/>
                </a:path>
                <a:path w="27939" h="445770">
                  <a:moveTo>
                    <a:pt x="27940" y="331470"/>
                  </a:moveTo>
                  <a:lnTo>
                    <a:pt x="0" y="331470"/>
                  </a:lnTo>
                  <a:lnTo>
                    <a:pt x="0" y="335267"/>
                  </a:lnTo>
                  <a:lnTo>
                    <a:pt x="27940" y="335267"/>
                  </a:lnTo>
                  <a:lnTo>
                    <a:pt x="27940" y="331470"/>
                  </a:lnTo>
                  <a:close/>
                </a:path>
                <a:path w="27939" h="445770">
                  <a:moveTo>
                    <a:pt x="27940" y="322580"/>
                  </a:moveTo>
                  <a:lnTo>
                    <a:pt x="0" y="322580"/>
                  </a:lnTo>
                  <a:lnTo>
                    <a:pt x="0" y="331457"/>
                  </a:lnTo>
                  <a:lnTo>
                    <a:pt x="27940" y="331457"/>
                  </a:lnTo>
                  <a:lnTo>
                    <a:pt x="27940" y="322580"/>
                  </a:lnTo>
                  <a:close/>
                </a:path>
                <a:path w="27939" h="445770">
                  <a:moveTo>
                    <a:pt x="27940" y="303530"/>
                  </a:moveTo>
                  <a:lnTo>
                    <a:pt x="0" y="303530"/>
                  </a:lnTo>
                  <a:lnTo>
                    <a:pt x="0" y="322567"/>
                  </a:lnTo>
                  <a:lnTo>
                    <a:pt x="27940" y="322567"/>
                  </a:lnTo>
                  <a:lnTo>
                    <a:pt x="27940" y="303530"/>
                  </a:lnTo>
                  <a:close/>
                </a:path>
                <a:path w="27939" h="445770">
                  <a:moveTo>
                    <a:pt x="27940" y="297180"/>
                  </a:moveTo>
                  <a:lnTo>
                    <a:pt x="0" y="297180"/>
                  </a:lnTo>
                  <a:lnTo>
                    <a:pt x="0" y="303517"/>
                  </a:lnTo>
                  <a:lnTo>
                    <a:pt x="27940" y="303517"/>
                  </a:lnTo>
                  <a:lnTo>
                    <a:pt x="27940" y="297180"/>
                  </a:lnTo>
                  <a:close/>
                </a:path>
                <a:path w="27939" h="445770">
                  <a:moveTo>
                    <a:pt x="27940" y="290830"/>
                  </a:moveTo>
                  <a:lnTo>
                    <a:pt x="0" y="290830"/>
                  </a:lnTo>
                  <a:lnTo>
                    <a:pt x="0" y="297167"/>
                  </a:lnTo>
                  <a:lnTo>
                    <a:pt x="27940" y="297167"/>
                  </a:lnTo>
                  <a:lnTo>
                    <a:pt x="27940" y="290830"/>
                  </a:lnTo>
                  <a:close/>
                </a:path>
                <a:path w="27939" h="445770">
                  <a:moveTo>
                    <a:pt x="27940" y="287020"/>
                  </a:moveTo>
                  <a:lnTo>
                    <a:pt x="0" y="287020"/>
                  </a:lnTo>
                  <a:lnTo>
                    <a:pt x="0" y="290817"/>
                  </a:lnTo>
                  <a:lnTo>
                    <a:pt x="27940" y="290817"/>
                  </a:lnTo>
                  <a:lnTo>
                    <a:pt x="27940" y="287020"/>
                  </a:lnTo>
                  <a:close/>
                </a:path>
                <a:path w="27939" h="445770">
                  <a:moveTo>
                    <a:pt x="27940" y="284480"/>
                  </a:moveTo>
                  <a:lnTo>
                    <a:pt x="0" y="284480"/>
                  </a:lnTo>
                  <a:lnTo>
                    <a:pt x="0" y="287007"/>
                  </a:lnTo>
                  <a:lnTo>
                    <a:pt x="27940" y="287007"/>
                  </a:lnTo>
                  <a:lnTo>
                    <a:pt x="27940" y="284480"/>
                  </a:lnTo>
                  <a:close/>
                </a:path>
                <a:path w="27939" h="445770">
                  <a:moveTo>
                    <a:pt x="27940" y="280670"/>
                  </a:moveTo>
                  <a:lnTo>
                    <a:pt x="0" y="280670"/>
                  </a:lnTo>
                  <a:lnTo>
                    <a:pt x="0" y="284467"/>
                  </a:lnTo>
                  <a:lnTo>
                    <a:pt x="27940" y="284467"/>
                  </a:lnTo>
                  <a:lnTo>
                    <a:pt x="27940" y="280670"/>
                  </a:lnTo>
                  <a:close/>
                </a:path>
                <a:path w="27939" h="445770">
                  <a:moveTo>
                    <a:pt x="27940" y="278130"/>
                  </a:moveTo>
                  <a:lnTo>
                    <a:pt x="0" y="278130"/>
                  </a:lnTo>
                  <a:lnTo>
                    <a:pt x="0" y="280657"/>
                  </a:lnTo>
                  <a:lnTo>
                    <a:pt x="27940" y="280657"/>
                  </a:lnTo>
                  <a:lnTo>
                    <a:pt x="27940" y="278130"/>
                  </a:lnTo>
                  <a:close/>
                </a:path>
                <a:path w="27939" h="445770">
                  <a:moveTo>
                    <a:pt x="27940" y="271780"/>
                  </a:moveTo>
                  <a:lnTo>
                    <a:pt x="0" y="271780"/>
                  </a:lnTo>
                  <a:lnTo>
                    <a:pt x="0" y="278117"/>
                  </a:lnTo>
                  <a:lnTo>
                    <a:pt x="27940" y="278117"/>
                  </a:lnTo>
                  <a:lnTo>
                    <a:pt x="27940" y="271780"/>
                  </a:lnTo>
                  <a:close/>
                </a:path>
                <a:path w="27939" h="445770">
                  <a:moveTo>
                    <a:pt x="27940" y="267970"/>
                  </a:moveTo>
                  <a:lnTo>
                    <a:pt x="0" y="267970"/>
                  </a:lnTo>
                  <a:lnTo>
                    <a:pt x="0" y="271767"/>
                  </a:lnTo>
                  <a:lnTo>
                    <a:pt x="27940" y="271767"/>
                  </a:lnTo>
                  <a:lnTo>
                    <a:pt x="27940" y="267970"/>
                  </a:lnTo>
                  <a:close/>
                </a:path>
                <a:path w="27939" h="445770">
                  <a:moveTo>
                    <a:pt x="27940" y="265430"/>
                  </a:moveTo>
                  <a:lnTo>
                    <a:pt x="0" y="265430"/>
                  </a:lnTo>
                  <a:lnTo>
                    <a:pt x="0" y="267957"/>
                  </a:lnTo>
                  <a:lnTo>
                    <a:pt x="27940" y="267957"/>
                  </a:lnTo>
                  <a:lnTo>
                    <a:pt x="27940" y="265430"/>
                  </a:lnTo>
                  <a:close/>
                </a:path>
                <a:path w="27939" h="445770">
                  <a:moveTo>
                    <a:pt x="27940" y="261620"/>
                  </a:moveTo>
                  <a:lnTo>
                    <a:pt x="0" y="261620"/>
                  </a:lnTo>
                  <a:lnTo>
                    <a:pt x="0" y="265417"/>
                  </a:lnTo>
                  <a:lnTo>
                    <a:pt x="27940" y="265417"/>
                  </a:lnTo>
                  <a:lnTo>
                    <a:pt x="27940" y="261620"/>
                  </a:lnTo>
                  <a:close/>
                </a:path>
                <a:path w="27939" h="445770">
                  <a:moveTo>
                    <a:pt x="27940" y="259080"/>
                  </a:moveTo>
                  <a:lnTo>
                    <a:pt x="0" y="259080"/>
                  </a:lnTo>
                  <a:lnTo>
                    <a:pt x="0" y="261607"/>
                  </a:lnTo>
                  <a:lnTo>
                    <a:pt x="27940" y="261607"/>
                  </a:lnTo>
                  <a:lnTo>
                    <a:pt x="27940" y="259080"/>
                  </a:lnTo>
                  <a:close/>
                </a:path>
                <a:path w="27939" h="445770">
                  <a:moveTo>
                    <a:pt x="27940" y="240030"/>
                  </a:moveTo>
                  <a:lnTo>
                    <a:pt x="0" y="240030"/>
                  </a:lnTo>
                  <a:lnTo>
                    <a:pt x="0" y="259067"/>
                  </a:lnTo>
                  <a:lnTo>
                    <a:pt x="27940" y="259067"/>
                  </a:lnTo>
                  <a:lnTo>
                    <a:pt x="27940" y="240030"/>
                  </a:lnTo>
                  <a:close/>
                </a:path>
                <a:path w="27939" h="445770">
                  <a:moveTo>
                    <a:pt x="27940" y="233680"/>
                  </a:moveTo>
                  <a:lnTo>
                    <a:pt x="0" y="233680"/>
                  </a:lnTo>
                  <a:lnTo>
                    <a:pt x="0" y="240017"/>
                  </a:lnTo>
                  <a:lnTo>
                    <a:pt x="27940" y="240017"/>
                  </a:lnTo>
                  <a:lnTo>
                    <a:pt x="27940" y="233680"/>
                  </a:lnTo>
                  <a:close/>
                </a:path>
                <a:path w="27939" h="445770">
                  <a:moveTo>
                    <a:pt x="27940" y="229870"/>
                  </a:moveTo>
                  <a:lnTo>
                    <a:pt x="0" y="229870"/>
                  </a:lnTo>
                  <a:lnTo>
                    <a:pt x="0" y="233667"/>
                  </a:lnTo>
                  <a:lnTo>
                    <a:pt x="27940" y="233667"/>
                  </a:lnTo>
                  <a:lnTo>
                    <a:pt x="27940" y="229870"/>
                  </a:lnTo>
                  <a:close/>
                </a:path>
                <a:path w="27939" h="445770">
                  <a:moveTo>
                    <a:pt x="27940" y="220980"/>
                  </a:moveTo>
                  <a:lnTo>
                    <a:pt x="0" y="220980"/>
                  </a:lnTo>
                  <a:lnTo>
                    <a:pt x="0" y="229857"/>
                  </a:lnTo>
                  <a:lnTo>
                    <a:pt x="27940" y="229857"/>
                  </a:lnTo>
                  <a:lnTo>
                    <a:pt x="27940" y="220980"/>
                  </a:lnTo>
                  <a:close/>
                </a:path>
                <a:path w="27939" h="445770">
                  <a:moveTo>
                    <a:pt x="27940" y="214630"/>
                  </a:moveTo>
                  <a:lnTo>
                    <a:pt x="0" y="214630"/>
                  </a:lnTo>
                  <a:lnTo>
                    <a:pt x="0" y="220967"/>
                  </a:lnTo>
                  <a:lnTo>
                    <a:pt x="27940" y="220967"/>
                  </a:lnTo>
                  <a:lnTo>
                    <a:pt x="27940" y="214630"/>
                  </a:lnTo>
                  <a:close/>
                </a:path>
                <a:path w="27939" h="445770">
                  <a:moveTo>
                    <a:pt x="27940" y="208280"/>
                  </a:moveTo>
                  <a:lnTo>
                    <a:pt x="0" y="208280"/>
                  </a:lnTo>
                  <a:lnTo>
                    <a:pt x="0" y="214617"/>
                  </a:lnTo>
                  <a:lnTo>
                    <a:pt x="27940" y="214617"/>
                  </a:lnTo>
                  <a:lnTo>
                    <a:pt x="27940" y="208280"/>
                  </a:lnTo>
                  <a:close/>
                </a:path>
                <a:path w="27939" h="445770">
                  <a:moveTo>
                    <a:pt x="27940" y="204470"/>
                  </a:moveTo>
                  <a:lnTo>
                    <a:pt x="0" y="204470"/>
                  </a:lnTo>
                  <a:lnTo>
                    <a:pt x="0" y="208267"/>
                  </a:lnTo>
                  <a:lnTo>
                    <a:pt x="27940" y="208267"/>
                  </a:lnTo>
                  <a:lnTo>
                    <a:pt x="27940" y="204470"/>
                  </a:lnTo>
                  <a:close/>
                </a:path>
                <a:path w="27939" h="445770">
                  <a:moveTo>
                    <a:pt x="27940" y="201930"/>
                  </a:moveTo>
                  <a:lnTo>
                    <a:pt x="0" y="201930"/>
                  </a:lnTo>
                  <a:lnTo>
                    <a:pt x="0" y="204457"/>
                  </a:lnTo>
                  <a:lnTo>
                    <a:pt x="27940" y="204457"/>
                  </a:lnTo>
                  <a:lnTo>
                    <a:pt x="27940" y="201930"/>
                  </a:lnTo>
                  <a:close/>
                </a:path>
                <a:path w="27939" h="445770">
                  <a:moveTo>
                    <a:pt x="27940" y="191770"/>
                  </a:moveTo>
                  <a:lnTo>
                    <a:pt x="0" y="191770"/>
                  </a:lnTo>
                  <a:lnTo>
                    <a:pt x="0" y="201917"/>
                  </a:lnTo>
                  <a:lnTo>
                    <a:pt x="27940" y="201917"/>
                  </a:lnTo>
                  <a:lnTo>
                    <a:pt x="27940" y="191770"/>
                  </a:lnTo>
                  <a:close/>
                </a:path>
                <a:path w="27939" h="445770">
                  <a:moveTo>
                    <a:pt x="27940" y="189230"/>
                  </a:moveTo>
                  <a:lnTo>
                    <a:pt x="0" y="189230"/>
                  </a:lnTo>
                  <a:lnTo>
                    <a:pt x="0" y="191757"/>
                  </a:lnTo>
                  <a:lnTo>
                    <a:pt x="27940" y="191757"/>
                  </a:lnTo>
                  <a:lnTo>
                    <a:pt x="27940" y="189230"/>
                  </a:lnTo>
                  <a:close/>
                </a:path>
                <a:path w="27939" h="445770">
                  <a:moveTo>
                    <a:pt x="27940" y="185420"/>
                  </a:moveTo>
                  <a:lnTo>
                    <a:pt x="0" y="185420"/>
                  </a:lnTo>
                  <a:lnTo>
                    <a:pt x="0" y="189217"/>
                  </a:lnTo>
                  <a:lnTo>
                    <a:pt x="27940" y="189217"/>
                  </a:lnTo>
                  <a:lnTo>
                    <a:pt x="27940" y="185420"/>
                  </a:lnTo>
                  <a:close/>
                </a:path>
                <a:path w="27939" h="445770">
                  <a:moveTo>
                    <a:pt x="27940" y="179070"/>
                  </a:moveTo>
                  <a:lnTo>
                    <a:pt x="0" y="179070"/>
                  </a:lnTo>
                  <a:lnTo>
                    <a:pt x="0" y="185407"/>
                  </a:lnTo>
                  <a:lnTo>
                    <a:pt x="27940" y="185407"/>
                  </a:lnTo>
                  <a:lnTo>
                    <a:pt x="27940" y="179070"/>
                  </a:lnTo>
                  <a:close/>
                </a:path>
                <a:path w="27939" h="445770">
                  <a:moveTo>
                    <a:pt x="27940" y="166370"/>
                  </a:moveTo>
                  <a:lnTo>
                    <a:pt x="0" y="166370"/>
                  </a:lnTo>
                  <a:lnTo>
                    <a:pt x="0" y="179057"/>
                  </a:lnTo>
                  <a:lnTo>
                    <a:pt x="27940" y="179057"/>
                  </a:lnTo>
                  <a:lnTo>
                    <a:pt x="27940" y="166370"/>
                  </a:lnTo>
                  <a:close/>
                </a:path>
                <a:path w="27939" h="445770">
                  <a:moveTo>
                    <a:pt x="27940" y="163830"/>
                  </a:moveTo>
                  <a:lnTo>
                    <a:pt x="0" y="163830"/>
                  </a:lnTo>
                  <a:lnTo>
                    <a:pt x="0" y="166357"/>
                  </a:lnTo>
                  <a:lnTo>
                    <a:pt x="27940" y="166357"/>
                  </a:lnTo>
                  <a:lnTo>
                    <a:pt x="27940" y="163830"/>
                  </a:lnTo>
                  <a:close/>
                </a:path>
                <a:path w="27939" h="445770">
                  <a:moveTo>
                    <a:pt x="27940" y="160020"/>
                  </a:moveTo>
                  <a:lnTo>
                    <a:pt x="0" y="160020"/>
                  </a:lnTo>
                  <a:lnTo>
                    <a:pt x="0" y="163817"/>
                  </a:lnTo>
                  <a:lnTo>
                    <a:pt x="27940" y="163817"/>
                  </a:lnTo>
                  <a:lnTo>
                    <a:pt x="27940" y="160020"/>
                  </a:lnTo>
                  <a:close/>
                </a:path>
                <a:path w="27939" h="445770">
                  <a:moveTo>
                    <a:pt x="27940" y="157480"/>
                  </a:moveTo>
                  <a:lnTo>
                    <a:pt x="0" y="157480"/>
                  </a:lnTo>
                  <a:lnTo>
                    <a:pt x="0" y="160007"/>
                  </a:lnTo>
                  <a:lnTo>
                    <a:pt x="27940" y="160007"/>
                  </a:lnTo>
                  <a:lnTo>
                    <a:pt x="27940" y="157480"/>
                  </a:lnTo>
                  <a:close/>
                </a:path>
                <a:path w="27939" h="445770">
                  <a:moveTo>
                    <a:pt x="27940" y="153670"/>
                  </a:moveTo>
                  <a:lnTo>
                    <a:pt x="0" y="153670"/>
                  </a:lnTo>
                  <a:lnTo>
                    <a:pt x="0" y="157467"/>
                  </a:lnTo>
                  <a:lnTo>
                    <a:pt x="27940" y="157467"/>
                  </a:lnTo>
                  <a:lnTo>
                    <a:pt x="27940" y="153670"/>
                  </a:lnTo>
                  <a:close/>
                </a:path>
                <a:path w="27939" h="445770">
                  <a:moveTo>
                    <a:pt x="27940" y="147320"/>
                  </a:moveTo>
                  <a:lnTo>
                    <a:pt x="0" y="147320"/>
                  </a:lnTo>
                  <a:lnTo>
                    <a:pt x="0" y="153657"/>
                  </a:lnTo>
                  <a:lnTo>
                    <a:pt x="27940" y="153657"/>
                  </a:lnTo>
                  <a:lnTo>
                    <a:pt x="27940" y="147320"/>
                  </a:lnTo>
                  <a:close/>
                </a:path>
                <a:path w="27939" h="445770">
                  <a:moveTo>
                    <a:pt x="27940" y="109220"/>
                  </a:moveTo>
                  <a:lnTo>
                    <a:pt x="0" y="109220"/>
                  </a:lnTo>
                  <a:lnTo>
                    <a:pt x="0" y="147307"/>
                  </a:lnTo>
                  <a:lnTo>
                    <a:pt x="27940" y="147307"/>
                  </a:lnTo>
                  <a:lnTo>
                    <a:pt x="27940" y="109220"/>
                  </a:lnTo>
                  <a:close/>
                </a:path>
                <a:path w="27939" h="445770">
                  <a:moveTo>
                    <a:pt x="27940" y="106680"/>
                  </a:moveTo>
                  <a:lnTo>
                    <a:pt x="0" y="106680"/>
                  </a:lnTo>
                  <a:lnTo>
                    <a:pt x="0" y="109207"/>
                  </a:lnTo>
                  <a:lnTo>
                    <a:pt x="27940" y="109207"/>
                  </a:lnTo>
                  <a:lnTo>
                    <a:pt x="27940" y="106680"/>
                  </a:lnTo>
                  <a:close/>
                </a:path>
                <a:path w="27939" h="445770">
                  <a:moveTo>
                    <a:pt x="27940" y="100330"/>
                  </a:moveTo>
                  <a:lnTo>
                    <a:pt x="0" y="100330"/>
                  </a:lnTo>
                  <a:lnTo>
                    <a:pt x="0" y="106667"/>
                  </a:lnTo>
                  <a:lnTo>
                    <a:pt x="27940" y="106667"/>
                  </a:lnTo>
                  <a:lnTo>
                    <a:pt x="27940" y="100330"/>
                  </a:lnTo>
                  <a:close/>
                </a:path>
                <a:path w="27939" h="445770">
                  <a:moveTo>
                    <a:pt x="27940" y="96520"/>
                  </a:moveTo>
                  <a:lnTo>
                    <a:pt x="0" y="96520"/>
                  </a:lnTo>
                  <a:lnTo>
                    <a:pt x="0" y="100317"/>
                  </a:lnTo>
                  <a:lnTo>
                    <a:pt x="27940" y="100317"/>
                  </a:lnTo>
                  <a:lnTo>
                    <a:pt x="27940" y="96520"/>
                  </a:lnTo>
                  <a:close/>
                </a:path>
                <a:path w="27939" h="445770">
                  <a:moveTo>
                    <a:pt x="27940" y="93980"/>
                  </a:moveTo>
                  <a:lnTo>
                    <a:pt x="0" y="93980"/>
                  </a:lnTo>
                  <a:lnTo>
                    <a:pt x="0" y="96507"/>
                  </a:lnTo>
                  <a:lnTo>
                    <a:pt x="27940" y="96507"/>
                  </a:lnTo>
                  <a:lnTo>
                    <a:pt x="27940" y="93980"/>
                  </a:lnTo>
                  <a:close/>
                </a:path>
                <a:path w="27939" h="445770">
                  <a:moveTo>
                    <a:pt x="27940" y="87630"/>
                  </a:moveTo>
                  <a:lnTo>
                    <a:pt x="0" y="87630"/>
                  </a:lnTo>
                  <a:lnTo>
                    <a:pt x="0" y="93967"/>
                  </a:lnTo>
                  <a:lnTo>
                    <a:pt x="27940" y="93967"/>
                  </a:lnTo>
                  <a:lnTo>
                    <a:pt x="27940" y="87630"/>
                  </a:lnTo>
                  <a:close/>
                </a:path>
                <a:path w="27939" h="445770">
                  <a:moveTo>
                    <a:pt x="27940" y="81280"/>
                  </a:moveTo>
                  <a:lnTo>
                    <a:pt x="0" y="81280"/>
                  </a:lnTo>
                  <a:lnTo>
                    <a:pt x="0" y="87617"/>
                  </a:lnTo>
                  <a:lnTo>
                    <a:pt x="27940" y="87617"/>
                  </a:lnTo>
                  <a:lnTo>
                    <a:pt x="27940" y="81280"/>
                  </a:lnTo>
                  <a:close/>
                </a:path>
                <a:path w="27939" h="445770">
                  <a:moveTo>
                    <a:pt x="27940" y="69850"/>
                  </a:moveTo>
                  <a:lnTo>
                    <a:pt x="0" y="69850"/>
                  </a:lnTo>
                  <a:lnTo>
                    <a:pt x="0" y="81267"/>
                  </a:lnTo>
                  <a:lnTo>
                    <a:pt x="27940" y="81267"/>
                  </a:lnTo>
                  <a:lnTo>
                    <a:pt x="27940" y="69850"/>
                  </a:lnTo>
                  <a:close/>
                </a:path>
                <a:path w="27939" h="445770">
                  <a:moveTo>
                    <a:pt x="27940" y="63500"/>
                  </a:moveTo>
                  <a:lnTo>
                    <a:pt x="0" y="63500"/>
                  </a:lnTo>
                  <a:lnTo>
                    <a:pt x="0" y="69837"/>
                  </a:lnTo>
                  <a:lnTo>
                    <a:pt x="27940" y="69837"/>
                  </a:lnTo>
                  <a:lnTo>
                    <a:pt x="27940" y="63500"/>
                  </a:lnTo>
                  <a:close/>
                </a:path>
                <a:path w="27939" h="445770">
                  <a:moveTo>
                    <a:pt x="27940" y="57150"/>
                  </a:moveTo>
                  <a:lnTo>
                    <a:pt x="0" y="57150"/>
                  </a:lnTo>
                  <a:lnTo>
                    <a:pt x="0" y="63487"/>
                  </a:lnTo>
                  <a:lnTo>
                    <a:pt x="27940" y="63487"/>
                  </a:lnTo>
                  <a:lnTo>
                    <a:pt x="27940" y="57150"/>
                  </a:lnTo>
                  <a:close/>
                </a:path>
                <a:path w="27939" h="445770">
                  <a:moveTo>
                    <a:pt x="27940" y="50800"/>
                  </a:moveTo>
                  <a:lnTo>
                    <a:pt x="0" y="50800"/>
                  </a:lnTo>
                  <a:lnTo>
                    <a:pt x="0" y="57137"/>
                  </a:lnTo>
                  <a:lnTo>
                    <a:pt x="27940" y="57137"/>
                  </a:lnTo>
                  <a:lnTo>
                    <a:pt x="27940" y="50800"/>
                  </a:lnTo>
                  <a:close/>
                </a:path>
                <a:path w="27939" h="445770">
                  <a:moveTo>
                    <a:pt x="27940" y="44450"/>
                  </a:moveTo>
                  <a:lnTo>
                    <a:pt x="0" y="44450"/>
                  </a:lnTo>
                  <a:lnTo>
                    <a:pt x="0" y="50787"/>
                  </a:lnTo>
                  <a:lnTo>
                    <a:pt x="27940" y="50787"/>
                  </a:lnTo>
                  <a:lnTo>
                    <a:pt x="27940" y="44450"/>
                  </a:lnTo>
                  <a:close/>
                </a:path>
                <a:path w="27939" h="445770">
                  <a:moveTo>
                    <a:pt x="2794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27940" y="44437"/>
                  </a:lnTo>
                  <a:lnTo>
                    <a:pt x="27940" y="38100"/>
                  </a:lnTo>
                  <a:close/>
                </a:path>
                <a:path w="27939" h="445770">
                  <a:moveTo>
                    <a:pt x="2794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27940" y="38087"/>
                  </a:lnTo>
                  <a:lnTo>
                    <a:pt x="27940" y="31750"/>
                  </a:lnTo>
                  <a:close/>
                </a:path>
                <a:path w="27939" h="445770">
                  <a:moveTo>
                    <a:pt x="27940" y="25400"/>
                  </a:moveTo>
                  <a:lnTo>
                    <a:pt x="0" y="25400"/>
                  </a:lnTo>
                  <a:lnTo>
                    <a:pt x="0" y="31737"/>
                  </a:lnTo>
                  <a:lnTo>
                    <a:pt x="27940" y="31737"/>
                  </a:lnTo>
                  <a:lnTo>
                    <a:pt x="27940" y="25400"/>
                  </a:lnTo>
                  <a:close/>
                </a:path>
                <a:path w="27939" h="445770">
                  <a:moveTo>
                    <a:pt x="27940" y="12700"/>
                  </a:moveTo>
                  <a:lnTo>
                    <a:pt x="0" y="12700"/>
                  </a:lnTo>
                  <a:lnTo>
                    <a:pt x="0" y="25387"/>
                  </a:lnTo>
                  <a:lnTo>
                    <a:pt x="27940" y="25387"/>
                  </a:lnTo>
                  <a:lnTo>
                    <a:pt x="27940" y="12700"/>
                  </a:lnTo>
                  <a:close/>
                </a:path>
                <a:path w="27939" h="445770">
                  <a:moveTo>
                    <a:pt x="2794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27940" y="12687"/>
                  </a:lnTo>
                  <a:lnTo>
                    <a:pt x="27940" y="6350"/>
                  </a:lnTo>
                  <a:close/>
                </a:path>
                <a:path w="27939" h="445770">
                  <a:moveTo>
                    <a:pt x="2794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27940" y="6337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172E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3" name="object 3683"/>
            <p:cNvSpPr/>
            <p:nvPr/>
          </p:nvSpPr>
          <p:spPr>
            <a:xfrm>
              <a:off x="3503930" y="5601982"/>
              <a:ext cx="27940" cy="80010"/>
            </a:xfrm>
            <a:custGeom>
              <a:avLst/>
              <a:gdLst/>
              <a:ahLst/>
              <a:cxnLst/>
              <a:rect l="l" t="t" r="r" b="b"/>
              <a:pathLst>
                <a:path w="27939" h="80010">
                  <a:moveTo>
                    <a:pt x="27940" y="78740"/>
                  </a:moveTo>
                  <a:lnTo>
                    <a:pt x="0" y="78740"/>
                  </a:lnTo>
                  <a:lnTo>
                    <a:pt x="0" y="79997"/>
                  </a:lnTo>
                  <a:lnTo>
                    <a:pt x="27940" y="79997"/>
                  </a:lnTo>
                  <a:lnTo>
                    <a:pt x="27940" y="78740"/>
                  </a:lnTo>
                  <a:close/>
                </a:path>
                <a:path w="27939" h="80010">
                  <a:moveTo>
                    <a:pt x="27940" y="72390"/>
                  </a:moveTo>
                  <a:lnTo>
                    <a:pt x="0" y="72390"/>
                  </a:lnTo>
                  <a:lnTo>
                    <a:pt x="0" y="78727"/>
                  </a:lnTo>
                  <a:lnTo>
                    <a:pt x="27940" y="78727"/>
                  </a:lnTo>
                  <a:lnTo>
                    <a:pt x="27940" y="72390"/>
                  </a:lnTo>
                  <a:close/>
                </a:path>
                <a:path w="27939" h="80010">
                  <a:moveTo>
                    <a:pt x="27940" y="69850"/>
                  </a:moveTo>
                  <a:lnTo>
                    <a:pt x="0" y="69850"/>
                  </a:lnTo>
                  <a:lnTo>
                    <a:pt x="0" y="72377"/>
                  </a:lnTo>
                  <a:lnTo>
                    <a:pt x="27940" y="72377"/>
                  </a:lnTo>
                  <a:lnTo>
                    <a:pt x="27940" y="69850"/>
                  </a:lnTo>
                  <a:close/>
                </a:path>
                <a:path w="27939" h="80010">
                  <a:moveTo>
                    <a:pt x="27940" y="66040"/>
                  </a:moveTo>
                  <a:lnTo>
                    <a:pt x="0" y="66040"/>
                  </a:lnTo>
                  <a:lnTo>
                    <a:pt x="0" y="69837"/>
                  </a:lnTo>
                  <a:lnTo>
                    <a:pt x="27940" y="69837"/>
                  </a:lnTo>
                  <a:lnTo>
                    <a:pt x="27940" y="66040"/>
                  </a:lnTo>
                  <a:close/>
                </a:path>
                <a:path w="27939" h="80010">
                  <a:moveTo>
                    <a:pt x="27940" y="63500"/>
                  </a:moveTo>
                  <a:lnTo>
                    <a:pt x="0" y="63500"/>
                  </a:lnTo>
                  <a:lnTo>
                    <a:pt x="0" y="66027"/>
                  </a:lnTo>
                  <a:lnTo>
                    <a:pt x="27940" y="66027"/>
                  </a:lnTo>
                  <a:lnTo>
                    <a:pt x="27940" y="63500"/>
                  </a:lnTo>
                  <a:close/>
                </a:path>
                <a:path w="27939" h="80010">
                  <a:moveTo>
                    <a:pt x="27940" y="59690"/>
                  </a:moveTo>
                  <a:lnTo>
                    <a:pt x="0" y="59690"/>
                  </a:lnTo>
                  <a:lnTo>
                    <a:pt x="0" y="63487"/>
                  </a:lnTo>
                  <a:lnTo>
                    <a:pt x="27940" y="63487"/>
                  </a:lnTo>
                  <a:lnTo>
                    <a:pt x="27940" y="59690"/>
                  </a:lnTo>
                  <a:close/>
                </a:path>
                <a:path w="27939" h="80010">
                  <a:moveTo>
                    <a:pt x="27940" y="53340"/>
                  </a:moveTo>
                  <a:lnTo>
                    <a:pt x="0" y="53340"/>
                  </a:lnTo>
                  <a:lnTo>
                    <a:pt x="0" y="59677"/>
                  </a:lnTo>
                  <a:lnTo>
                    <a:pt x="27940" y="59677"/>
                  </a:lnTo>
                  <a:lnTo>
                    <a:pt x="27940" y="53340"/>
                  </a:lnTo>
                  <a:close/>
                </a:path>
                <a:path w="27939" h="80010">
                  <a:moveTo>
                    <a:pt x="27940" y="50800"/>
                  </a:moveTo>
                  <a:lnTo>
                    <a:pt x="0" y="50800"/>
                  </a:lnTo>
                  <a:lnTo>
                    <a:pt x="0" y="53327"/>
                  </a:lnTo>
                  <a:lnTo>
                    <a:pt x="27940" y="53327"/>
                  </a:lnTo>
                  <a:lnTo>
                    <a:pt x="27940" y="50800"/>
                  </a:lnTo>
                  <a:close/>
                </a:path>
                <a:path w="27939" h="80010">
                  <a:moveTo>
                    <a:pt x="27940" y="46990"/>
                  </a:moveTo>
                  <a:lnTo>
                    <a:pt x="0" y="46990"/>
                  </a:lnTo>
                  <a:lnTo>
                    <a:pt x="0" y="50787"/>
                  </a:lnTo>
                  <a:lnTo>
                    <a:pt x="27940" y="50787"/>
                  </a:lnTo>
                  <a:lnTo>
                    <a:pt x="27940" y="46990"/>
                  </a:lnTo>
                  <a:close/>
                </a:path>
                <a:path w="27939" h="80010">
                  <a:moveTo>
                    <a:pt x="27940" y="44450"/>
                  </a:moveTo>
                  <a:lnTo>
                    <a:pt x="0" y="44450"/>
                  </a:lnTo>
                  <a:lnTo>
                    <a:pt x="0" y="46977"/>
                  </a:lnTo>
                  <a:lnTo>
                    <a:pt x="27940" y="46977"/>
                  </a:lnTo>
                  <a:lnTo>
                    <a:pt x="27940" y="44450"/>
                  </a:lnTo>
                  <a:close/>
                </a:path>
                <a:path w="27939" h="80010">
                  <a:moveTo>
                    <a:pt x="27940" y="40640"/>
                  </a:moveTo>
                  <a:lnTo>
                    <a:pt x="0" y="40640"/>
                  </a:lnTo>
                  <a:lnTo>
                    <a:pt x="0" y="44437"/>
                  </a:lnTo>
                  <a:lnTo>
                    <a:pt x="27940" y="44437"/>
                  </a:lnTo>
                  <a:lnTo>
                    <a:pt x="27940" y="40640"/>
                  </a:lnTo>
                  <a:close/>
                </a:path>
                <a:path w="27939" h="80010">
                  <a:moveTo>
                    <a:pt x="27940" y="34290"/>
                  </a:moveTo>
                  <a:lnTo>
                    <a:pt x="0" y="34290"/>
                  </a:lnTo>
                  <a:lnTo>
                    <a:pt x="0" y="40627"/>
                  </a:lnTo>
                  <a:lnTo>
                    <a:pt x="27940" y="40627"/>
                  </a:lnTo>
                  <a:lnTo>
                    <a:pt x="27940" y="34290"/>
                  </a:lnTo>
                  <a:close/>
                </a:path>
                <a:path w="27939" h="80010">
                  <a:moveTo>
                    <a:pt x="27940" y="31750"/>
                  </a:moveTo>
                  <a:lnTo>
                    <a:pt x="0" y="31750"/>
                  </a:lnTo>
                  <a:lnTo>
                    <a:pt x="0" y="34277"/>
                  </a:lnTo>
                  <a:lnTo>
                    <a:pt x="27940" y="34277"/>
                  </a:lnTo>
                  <a:lnTo>
                    <a:pt x="27940" y="31750"/>
                  </a:lnTo>
                  <a:close/>
                </a:path>
                <a:path w="27939" h="80010">
                  <a:moveTo>
                    <a:pt x="27940" y="27940"/>
                  </a:moveTo>
                  <a:lnTo>
                    <a:pt x="0" y="27940"/>
                  </a:lnTo>
                  <a:lnTo>
                    <a:pt x="0" y="31737"/>
                  </a:lnTo>
                  <a:lnTo>
                    <a:pt x="27940" y="31737"/>
                  </a:lnTo>
                  <a:lnTo>
                    <a:pt x="27940" y="27940"/>
                  </a:lnTo>
                  <a:close/>
                </a:path>
                <a:path w="27939" h="80010">
                  <a:moveTo>
                    <a:pt x="27940" y="25400"/>
                  </a:moveTo>
                  <a:lnTo>
                    <a:pt x="0" y="25400"/>
                  </a:lnTo>
                  <a:lnTo>
                    <a:pt x="0" y="27927"/>
                  </a:lnTo>
                  <a:lnTo>
                    <a:pt x="27940" y="27927"/>
                  </a:lnTo>
                  <a:lnTo>
                    <a:pt x="27940" y="25400"/>
                  </a:lnTo>
                  <a:close/>
                </a:path>
                <a:path w="27939" h="80010">
                  <a:moveTo>
                    <a:pt x="2794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27940" y="25387"/>
                  </a:lnTo>
                  <a:lnTo>
                    <a:pt x="27940" y="19050"/>
                  </a:lnTo>
                  <a:close/>
                </a:path>
                <a:path w="27939" h="80010">
                  <a:moveTo>
                    <a:pt x="27940" y="12700"/>
                  </a:moveTo>
                  <a:lnTo>
                    <a:pt x="0" y="12700"/>
                  </a:lnTo>
                  <a:lnTo>
                    <a:pt x="0" y="19037"/>
                  </a:lnTo>
                  <a:lnTo>
                    <a:pt x="27940" y="19037"/>
                  </a:lnTo>
                  <a:lnTo>
                    <a:pt x="27940" y="12700"/>
                  </a:lnTo>
                  <a:close/>
                </a:path>
                <a:path w="27939" h="80010">
                  <a:moveTo>
                    <a:pt x="2794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7940" y="12687"/>
                  </a:lnTo>
                  <a:lnTo>
                    <a:pt x="27940" y="8890"/>
                  </a:lnTo>
                  <a:close/>
                </a:path>
                <a:path w="27939" h="80010">
                  <a:moveTo>
                    <a:pt x="2794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27940" y="8877"/>
                  </a:lnTo>
                  <a:lnTo>
                    <a:pt x="27940" y="6350"/>
                  </a:lnTo>
                  <a:close/>
                </a:path>
                <a:path w="27939" h="80010">
                  <a:moveTo>
                    <a:pt x="2794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27940" y="6337"/>
                  </a:lnTo>
                  <a:lnTo>
                    <a:pt x="27940" y="2540"/>
                  </a:lnTo>
                  <a:close/>
                </a:path>
                <a:path w="27939" h="80010">
                  <a:moveTo>
                    <a:pt x="2794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27940" y="2527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172E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4" name="object 3684"/>
            <p:cNvSpPr/>
            <p:nvPr/>
          </p:nvSpPr>
          <p:spPr>
            <a:xfrm>
              <a:off x="3531870" y="5033010"/>
              <a:ext cx="27940" cy="476250"/>
            </a:xfrm>
            <a:custGeom>
              <a:avLst/>
              <a:gdLst/>
              <a:ahLst/>
              <a:cxnLst/>
              <a:rect l="l" t="t" r="r" b="b"/>
              <a:pathLst>
                <a:path w="27939" h="476250">
                  <a:moveTo>
                    <a:pt x="27940" y="467372"/>
                  </a:moveTo>
                  <a:lnTo>
                    <a:pt x="0" y="467372"/>
                  </a:lnTo>
                  <a:lnTo>
                    <a:pt x="0" y="476250"/>
                  </a:lnTo>
                  <a:lnTo>
                    <a:pt x="27940" y="476250"/>
                  </a:lnTo>
                  <a:lnTo>
                    <a:pt x="27940" y="467372"/>
                  </a:lnTo>
                  <a:close/>
                </a:path>
                <a:path w="27939" h="476250">
                  <a:moveTo>
                    <a:pt x="27940" y="463562"/>
                  </a:moveTo>
                  <a:lnTo>
                    <a:pt x="0" y="463562"/>
                  </a:lnTo>
                  <a:lnTo>
                    <a:pt x="0" y="467360"/>
                  </a:lnTo>
                  <a:lnTo>
                    <a:pt x="27940" y="467360"/>
                  </a:lnTo>
                  <a:lnTo>
                    <a:pt x="27940" y="463562"/>
                  </a:lnTo>
                  <a:close/>
                </a:path>
                <a:path w="27939" h="476250">
                  <a:moveTo>
                    <a:pt x="27940" y="461022"/>
                  </a:moveTo>
                  <a:lnTo>
                    <a:pt x="0" y="461022"/>
                  </a:lnTo>
                  <a:lnTo>
                    <a:pt x="0" y="463550"/>
                  </a:lnTo>
                  <a:lnTo>
                    <a:pt x="27940" y="463550"/>
                  </a:lnTo>
                  <a:lnTo>
                    <a:pt x="27940" y="461022"/>
                  </a:lnTo>
                  <a:close/>
                </a:path>
                <a:path w="27939" h="476250">
                  <a:moveTo>
                    <a:pt x="27940" y="457212"/>
                  </a:moveTo>
                  <a:lnTo>
                    <a:pt x="0" y="457212"/>
                  </a:lnTo>
                  <a:lnTo>
                    <a:pt x="0" y="461010"/>
                  </a:lnTo>
                  <a:lnTo>
                    <a:pt x="27940" y="461010"/>
                  </a:lnTo>
                  <a:lnTo>
                    <a:pt x="27940" y="457212"/>
                  </a:lnTo>
                  <a:close/>
                </a:path>
                <a:path w="27939" h="476250">
                  <a:moveTo>
                    <a:pt x="27940" y="448322"/>
                  </a:moveTo>
                  <a:lnTo>
                    <a:pt x="0" y="448322"/>
                  </a:lnTo>
                  <a:lnTo>
                    <a:pt x="0" y="457200"/>
                  </a:lnTo>
                  <a:lnTo>
                    <a:pt x="27940" y="457200"/>
                  </a:lnTo>
                  <a:lnTo>
                    <a:pt x="27940" y="448322"/>
                  </a:lnTo>
                  <a:close/>
                </a:path>
                <a:path w="27939" h="476250">
                  <a:moveTo>
                    <a:pt x="27940" y="429272"/>
                  </a:moveTo>
                  <a:lnTo>
                    <a:pt x="0" y="429272"/>
                  </a:lnTo>
                  <a:lnTo>
                    <a:pt x="0" y="448310"/>
                  </a:lnTo>
                  <a:lnTo>
                    <a:pt x="27940" y="448310"/>
                  </a:lnTo>
                  <a:lnTo>
                    <a:pt x="27940" y="429272"/>
                  </a:lnTo>
                  <a:close/>
                </a:path>
                <a:path w="27939" h="476250">
                  <a:moveTo>
                    <a:pt x="27940" y="422922"/>
                  </a:moveTo>
                  <a:lnTo>
                    <a:pt x="0" y="422922"/>
                  </a:lnTo>
                  <a:lnTo>
                    <a:pt x="0" y="429260"/>
                  </a:lnTo>
                  <a:lnTo>
                    <a:pt x="27940" y="429260"/>
                  </a:lnTo>
                  <a:lnTo>
                    <a:pt x="27940" y="422922"/>
                  </a:lnTo>
                  <a:close/>
                </a:path>
                <a:path w="27939" h="476250">
                  <a:moveTo>
                    <a:pt x="27940" y="416572"/>
                  </a:moveTo>
                  <a:lnTo>
                    <a:pt x="0" y="416572"/>
                  </a:lnTo>
                  <a:lnTo>
                    <a:pt x="0" y="422910"/>
                  </a:lnTo>
                  <a:lnTo>
                    <a:pt x="27940" y="422910"/>
                  </a:lnTo>
                  <a:lnTo>
                    <a:pt x="27940" y="416572"/>
                  </a:lnTo>
                  <a:close/>
                </a:path>
                <a:path w="27939" h="476250">
                  <a:moveTo>
                    <a:pt x="27940" y="412762"/>
                  </a:moveTo>
                  <a:lnTo>
                    <a:pt x="0" y="412762"/>
                  </a:lnTo>
                  <a:lnTo>
                    <a:pt x="0" y="416560"/>
                  </a:lnTo>
                  <a:lnTo>
                    <a:pt x="27940" y="416560"/>
                  </a:lnTo>
                  <a:lnTo>
                    <a:pt x="27940" y="412762"/>
                  </a:lnTo>
                  <a:close/>
                </a:path>
                <a:path w="27939" h="476250">
                  <a:moveTo>
                    <a:pt x="27940" y="410222"/>
                  </a:moveTo>
                  <a:lnTo>
                    <a:pt x="0" y="410222"/>
                  </a:lnTo>
                  <a:lnTo>
                    <a:pt x="0" y="412750"/>
                  </a:lnTo>
                  <a:lnTo>
                    <a:pt x="27940" y="412750"/>
                  </a:lnTo>
                  <a:lnTo>
                    <a:pt x="27940" y="410222"/>
                  </a:lnTo>
                  <a:close/>
                </a:path>
                <a:path w="27939" h="476250">
                  <a:moveTo>
                    <a:pt x="27940" y="406412"/>
                  </a:moveTo>
                  <a:lnTo>
                    <a:pt x="0" y="406412"/>
                  </a:lnTo>
                  <a:lnTo>
                    <a:pt x="0" y="410210"/>
                  </a:lnTo>
                  <a:lnTo>
                    <a:pt x="27940" y="410210"/>
                  </a:lnTo>
                  <a:lnTo>
                    <a:pt x="27940" y="406412"/>
                  </a:lnTo>
                  <a:close/>
                </a:path>
                <a:path w="27939" h="476250">
                  <a:moveTo>
                    <a:pt x="27940" y="403872"/>
                  </a:moveTo>
                  <a:lnTo>
                    <a:pt x="0" y="403872"/>
                  </a:lnTo>
                  <a:lnTo>
                    <a:pt x="0" y="406400"/>
                  </a:lnTo>
                  <a:lnTo>
                    <a:pt x="27940" y="406400"/>
                  </a:lnTo>
                  <a:lnTo>
                    <a:pt x="27940" y="403872"/>
                  </a:lnTo>
                  <a:close/>
                </a:path>
                <a:path w="27939" h="476250">
                  <a:moveTo>
                    <a:pt x="27940" y="397522"/>
                  </a:moveTo>
                  <a:lnTo>
                    <a:pt x="0" y="397522"/>
                  </a:lnTo>
                  <a:lnTo>
                    <a:pt x="0" y="403860"/>
                  </a:lnTo>
                  <a:lnTo>
                    <a:pt x="27940" y="403860"/>
                  </a:lnTo>
                  <a:lnTo>
                    <a:pt x="27940" y="397522"/>
                  </a:lnTo>
                  <a:close/>
                </a:path>
                <a:path w="27939" h="476250">
                  <a:moveTo>
                    <a:pt x="27940" y="393712"/>
                  </a:moveTo>
                  <a:lnTo>
                    <a:pt x="0" y="393712"/>
                  </a:lnTo>
                  <a:lnTo>
                    <a:pt x="0" y="397510"/>
                  </a:lnTo>
                  <a:lnTo>
                    <a:pt x="27940" y="397510"/>
                  </a:lnTo>
                  <a:lnTo>
                    <a:pt x="27940" y="393712"/>
                  </a:lnTo>
                  <a:close/>
                </a:path>
                <a:path w="27939" h="476250">
                  <a:moveTo>
                    <a:pt x="27940" y="391172"/>
                  </a:moveTo>
                  <a:lnTo>
                    <a:pt x="0" y="391172"/>
                  </a:lnTo>
                  <a:lnTo>
                    <a:pt x="0" y="393700"/>
                  </a:lnTo>
                  <a:lnTo>
                    <a:pt x="27940" y="393700"/>
                  </a:lnTo>
                  <a:lnTo>
                    <a:pt x="27940" y="391172"/>
                  </a:lnTo>
                  <a:close/>
                </a:path>
                <a:path w="27939" h="476250">
                  <a:moveTo>
                    <a:pt x="27940" y="387362"/>
                  </a:moveTo>
                  <a:lnTo>
                    <a:pt x="0" y="387362"/>
                  </a:lnTo>
                  <a:lnTo>
                    <a:pt x="0" y="391160"/>
                  </a:lnTo>
                  <a:lnTo>
                    <a:pt x="27940" y="391160"/>
                  </a:lnTo>
                  <a:lnTo>
                    <a:pt x="27940" y="387362"/>
                  </a:lnTo>
                  <a:close/>
                </a:path>
                <a:path w="27939" h="476250">
                  <a:moveTo>
                    <a:pt x="27940" y="384822"/>
                  </a:moveTo>
                  <a:lnTo>
                    <a:pt x="0" y="384822"/>
                  </a:lnTo>
                  <a:lnTo>
                    <a:pt x="0" y="387350"/>
                  </a:lnTo>
                  <a:lnTo>
                    <a:pt x="27940" y="387350"/>
                  </a:lnTo>
                  <a:lnTo>
                    <a:pt x="27940" y="384822"/>
                  </a:lnTo>
                  <a:close/>
                </a:path>
                <a:path w="27939" h="476250">
                  <a:moveTo>
                    <a:pt x="27940" y="365772"/>
                  </a:moveTo>
                  <a:lnTo>
                    <a:pt x="0" y="365772"/>
                  </a:lnTo>
                  <a:lnTo>
                    <a:pt x="0" y="384810"/>
                  </a:lnTo>
                  <a:lnTo>
                    <a:pt x="27940" y="384810"/>
                  </a:lnTo>
                  <a:lnTo>
                    <a:pt x="27940" y="365772"/>
                  </a:lnTo>
                  <a:close/>
                </a:path>
                <a:path w="27939" h="476250">
                  <a:moveTo>
                    <a:pt x="27940" y="359422"/>
                  </a:moveTo>
                  <a:lnTo>
                    <a:pt x="0" y="359422"/>
                  </a:lnTo>
                  <a:lnTo>
                    <a:pt x="0" y="365760"/>
                  </a:lnTo>
                  <a:lnTo>
                    <a:pt x="27940" y="365760"/>
                  </a:lnTo>
                  <a:lnTo>
                    <a:pt x="27940" y="359422"/>
                  </a:lnTo>
                  <a:close/>
                </a:path>
                <a:path w="27939" h="476250">
                  <a:moveTo>
                    <a:pt x="27940" y="355612"/>
                  </a:moveTo>
                  <a:lnTo>
                    <a:pt x="0" y="355612"/>
                  </a:lnTo>
                  <a:lnTo>
                    <a:pt x="0" y="359410"/>
                  </a:lnTo>
                  <a:lnTo>
                    <a:pt x="27940" y="359410"/>
                  </a:lnTo>
                  <a:lnTo>
                    <a:pt x="27940" y="355612"/>
                  </a:lnTo>
                  <a:close/>
                </a:path>
                <a:path w="27939" h="476250">
                  <a:moveTo>
                    <a:pt x="27940" y="346722"/>
                  </a:moveTo>
                  <a:lnTo>
                    <a:pt x="0" y="346722"/>
                  </a:lnTo>
                  <a:lnTo>
                    <a:pt x="0" y="355600"/>
                  </a:lnTo>
                  <a:lnTo>
                    <a:pt x="27940" y="355600"/>
                  </a:lnTo>
                  <a:lnTo>
                    <a:pt x="27940" y="346722"/>
                  </a:lnTo>
                  <a:close/>
                </a:path>
                <a:path w="27939" h="476250">
                  <a:moveTo>
                    <a:pt x="27940" y="340372"/>
                  </a:moveTo>
                  <a:lnTo>
                    <a:pt x="0" y="340372"/>
                  </a:lnTo>
                  <a:lnTo>
                    <a:pt x="0" y="346710"/>
                  </a:lnTo>
                  <a:lnTo>
                    <a:pt x="27940" y="346710"/>
                  </a:lnTo>
                  <a:lnTo>
                    <a:pt x="27940" y="340372"/>
                  </a:lnTo>
                  <a:close/>
                </a:path>
                <a:path w="27939" h="476250">
                  <a:moveTo>
                    <a:pt x="27940" y="334022"/>
                  </a:moveTo>
                  <a:lnTo>
                    <a:pt x="0" y="334022"/>
                  </a:lnTo>
                  <a:lnTo>
                    <a:pt x="0" y="340360"/>
                  </a:lnTo>
                  <a:lnTo>
                    <a:pt x="27940" y="340360"/>
                  </a:lnTo>
                  <a:lnTo>
                    <a:pt x="27940" y="334022"/>
                  </a:lnTo>
                  <a:close/>
                </a:path>
                <a:path w="27939" h="476250">
                  <a:moveTo>
                    <a:pt x="27940" y="330212"/>
                  </a:moveTo>
                  <a:lnTo>
                    <a:pt x="0" y="330212"/>
                  </a:lnTo>
                  <a:lnTo>
                    <a:pt x="0" y="334010"/>
                  </a:lnTo>
                  <a:lnTo>
                    <a:pt x="27940" y="334010"/>
                  </a:lnTo>
                  <a:lnTo>
                    <a:pt x="27940" y="330212"/>
                  </a:lnTo>
                  <a:close/>
                </a:path>
                <a:path w="27939" h="476250">
                  <a:moveTo>
                    <a:pt x="27940" y="327672"/>
                  </a:moveTo>
                  <a:lnTo>
                    <a:pt x="0" y="327672"/>
                  </a:lnTo>
                  <a:lnTo>
                    <a:pt x="0" y="330200"/>
                  </a:lnTo>
                  <a:lnTo>
                    <a:pt x="27940" y="330200"/>
                  </a:lnTo>
                  <a:lnTo>
                    <a:pt x="27940" y="327672"/>
                  </a:lnTo>
                  <a:close/>
                </a:path>
                <a:path w="27939" h="476250">
                  <a:moveTo>
                    <a:pt x="27940" y="317512"/>
                  </a:moveTo>
                  <a:lnTo>
                    <a:pt x="0" y="317512"/>
                  </a:lnTo>
                  <a:lnTo>
                    <a:pt x="0" y="327660"/>
                  </a:lnTo>
                  <a:lnTo>
                    <a:pt x="27940" y="327660"/>
                  </a:lnTo>
                  <a:lnTo>
                    <a:pt x="27940" y="317512"/>
                  </a:lnTo>
                  <a:close/>
                </a:path>
                <a:path w="27939" h="476250">
                  <a:moveTo>
                    <a:pt x="27940" y="314972"/>
                  </a:moveTo>
                  <a:lnTo>
                    <a:pt x="0" y="314972"/>
                  </a:lnTo>
                  <a:lnTo>
                    <a:pt x="0" y="317500"/>
                  </a:lnTo>
                  <a:lnTo>
                    <a:pt x="27940" y="317500"/>
                  </a:lnTo>
                  <a:lnTo>
                    <a:pt x="27940" y="314972"/>
                  </a:lnTo>
                  <a:close/>
                </a:path>
                <a:path w="27939" h="476250">
                  <a:moveTo>
                    <a:pt x="27940" y="311162"/>
                  </a:moveTo>
                  <a:lnTo>
                    <a:pt x="0" y="311162"/>
                  </a:lnTo>
                  <a:lnTo>
                    <a:pt x="0" y="314960"/>
                  </a:lnTo>
                  <a:lnTo>
                    <a:pt x="27940" y="314960"/>
                  </a:lnTo>
                  <a:lnTo>
                    <a:pt x="27940" y="311162"/>
                  </a:lnTo>
                  <a:close/>
                </a:path>
                <a:path w="27939" h="476250">
                  <a:moveTo>
                    <a:pt x="27940" y="304812"/>
                  </a:moveTo>
                  <a:lnTo>
                    <a:pt x="0" y="304812"/>
                  </a:lnTo>
                  <a:lnTo>
                    <a:pt x="0" y="311150"/>
                  </a:lnTo>
                  <a:lnTo>
                    <a:pt x="27940" y="311150"/>
                  </a:lnTo>
                  <a:lnTo>
                    <a:pt x="27940" y="304812"/>
                  </a:lnTo>
                  <a:close/>
                </a:path>
                <a:path w="27939" h="476250">
                  <a:moveTo>
                    <a:pt x="27940" y="292112"/>
                  </a:moveTo>
                  <a:lnTo>
                    <a:pt x="0" y="292112"/>
                  </a:lnTo>
                  <a:lnTo>
                    <a:pt x="0" y="304800"/>
                  </a:lnTo>
                  <a:lnTo>
                    <a:pt x="27940" y="304800"/>
                  </a:lnTo>
                  <a:lnTo>
                    <a:pt x="27940" y="292112"/>
                  </a:lnTo>
                  <a:close/>
                </a:path>
                <a:path w="27939" h="476250">
                  <a:moveTo>
                    <a:pt x="27940" y="289572"/>
                  </a:moveTo>
                  <a:lnTo>
                    <a:pt x="0" y="289572"/>
                  </a:lnTo>
                  <a:lnTo>
                    <a:pt x="0" y="292100"/>
                  </a:lnTo>
                  <a:lnTo>
                    <a:pt x="27940" y="292100"/>
                  </a:lnTo>
                  <a:lnTo>
                    <a:pt x="27940" y="289572"/>
                  </a:lnTo>
                  <a:close/>
                </a:path>
                <a:path w="27939" h="476250">
                  <a:moveTo>
                    <a:pt x="27940" y="285762"/>
                  </a:moveTo>
                  <a:lnTo>
                    <a:pt x="0" y="285762"/>
                  </a:lnTo>
                  <a:lnTo>
                    <a:pt x="0" y="289560"/>
                  </a:lnTo>
                  <a:lnTo>
                    <a:pt x="27940" y="289560"/>
                  </a:lnTo>
                  <a:lnTo>
                    <a:pt x="27940" y="285762"/>
                  </a:lnTo>
                  <a:close/>
                </a:path>
                <a:path w="27939" h="476250">
                  <a:moveTo>
                    <a:pt x="27940" y="283222"/>
                  </a:moveTo>
                  <a:lnTo>
                    <a:pt x="0" y="283222"/>
                  </a:lnTo>
                  <a:lnTo>
                    <a:pt x="0" y="285750"/>
                  </a:lnTo>
                  <a:lnTo>
                    <a:pt x="27940" y="285750"/>
                  </a:lnTo>
                  <a:lnTo>
                    <a:pt x="27940" y="283222"/>
                  </a:lnTo>
                  <a:close/>
                </a:path>
                <a:path w="27939" h="476250">
                  <a:moveTo>
                    <a:pt x="27940" y="279412"/>
                  </a:moveTo>
                  <a:lnTo>
                    <a:pt x="0" y="279412"/>
                  </a:lnTo>
                  <a:lnTo>
                    <a:pt x="0" y="283210"/>
                  </a:lnTo>
                  <a:lnTo>
                    <a:pt x="27940" y="283210"/>
                  </a:lnTo>
                  <a:lnTo>
                    <a:pt x="27940" y="279412"/>
                  </a:lnTo>
                  <a:close/>
                </a:path>
                <a:path w="27939" h="476250">
                  <a:moveTo>
                    <a:pt x="27940" y="273062"/>
                  </a:moveTo>
                  <a:lnTo>
                    <a:pt x="0" y="273062"/>
                  </a:lnTo>
                  <a:lnTo>
                    <a:pt x="0" y="279400"/>
                  </a:lnTo>
                  <a:lnTo>
                    <a:pt x="27940" y="279400"/>
                  </a:lnTo>
                  <a:lnTo>
                    <a:pt x="27940" y="273062"/>
                  </a:lnTo>
                  <a:close/>
                </a:path>
                <a:path w="27939" h="476250">
                  <a:moveTo>
                    <a:pt x="27940" y="234962"/>
                  </a:moveTo>
                  <a:lnTo>
                    <a:pt x="0" y="234962"/>
                  </a:lnTo>
                  <a:lnTo>
                    <a:pt x="0" y="273050"/>
                  </a:lnTo>
                  <a:lnTo>
                    <a:pt x="27940" y="273050"/>
                  </a:lnTo>
                  <a:lnTo>
                    <a:pt x="27940" y="234962"/>
                  </a:lnTo>
                  <a:close/>
                </a:path>
                <a:path w="27939" h="476250">
                  <a:moveTo>
                    <a:pt x="2794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7940" y="234950"/>
                  </a:lnTo>
                  <a:lnTo>
                    <a:pt x="27940" y="232422"/>
                  </a:lnTo>
                  <a:close/>
                </a:path>
                <a:path w="27939" h="476250">
                  <a:moveTo>
                    <a:pt x="2794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27940" y="232410"/>
                  </a:lnTo>
                  <a:lnTo>
                    <a:pt x="27940" y="226072"/>
                  </a:lnTo>
                  <a:close/>
                </a:path>
                <a:path w="27939" h="476250">
                  <a:moveTo>
                    <a:pt x="2794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27940" y="226060"/>
                  </a:lnTo>
                  <a:lnTo>
                    <a:pt x="27940" y="222262"/>
                  </a:lnTo>
                  <a:close/>
                </a:path>
                <a:path w="27939" h="476250">
                  <a:moveTo>
                    <a:pt x="2794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27940" y="222250"/>
                  </a:lnTo>
                  <a:lnTo>
                    <a:pt x="27940" y="219722"/>
                  </a:lnTo>
                  <a:close/>
                </a:path>
                <a:path w="27939" h="476250">
                  <a:moveTo>
                    <a:pt x="27940" y="213372"/>
                  </a:moveTo>
                  <a:lnTo>
                    <a:pt x="0" y="213372"/>
                  </a:lnTo>
                  <a:lnTo>
                    <a:pt x="0" y="219710"/>
                  </a:lnTo>
                  <a:lnTo>
                    <a:pt x="27940" y="219710"/>
                  </a:lnTo>
                  <a:lnTo>
                    <a:pt x="27940" y="213372"/>
                  </a:lnTo>
                  <a:close/>
                </a:path>
                <a:path w="27939" h="476250">
                  <a:moveTo>
                    <a:pt x="27940" y="207022"/>
                  </a:moveTo>
                  <a:lnTo>
                    <a:pt x="0" y="207022"/>
                  </a:lnTo>
                  <a:lnTo>
                    <a:pt x="0" y="213360"/>
                  </a:lnTo>
                  <a:lnTo>
                    <a:pt x="27940" y="213360"/>
                  </a:lnTo>
                  <a:lnTo>
                    <a:pt x="27940" y="207022"/>
                  </a:lnTo>
                  <a:close/>
                </a:path>
                <a:path w="27939" h="476250">
                  <a:moveTo>
                    <a:pt x="27940" y="195592"/>
                  </a:moveTo>
                  <a:lnTo>
                    <a:pt x="0" y="195592"/>
                  </a:lnTo>
                  <a:lnTo>
                    <a:pt x="0" y="207010"/>
                  </a:lnTo>
                  <a:lnTo>
                    <a:pt x="27940" y="207010"/>
                  </a:lnTo>
                  <a:lnTo>
                    <a:pt x="27940" y="195592"/>
                  </a:lnTo>
                  <a:close/>
                </a:path>
                <a:path w="27939" h="476250">
                  <a:moveTo>
                    <a:pt x="2794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7940" y="195580"/>
                  </a:lnTo>
                  <a:lnTo>
                    <a:pt x="27940" y="189242"/>
                  </a:lnTo>
                  <a:close/>
                </a:path>
                <a:path w="27939" h="476250">
                  <a:moveTo>
                    <a:pt x="27940" y="182892"/>
                  </a:moveTo>
                  <a:lnTo>
                    <a:pt x="0" y="182892"/>
                  </a:lnTo>
                  <a:lnTo>
                    <a:pt x="0" y="189230"/>
                  </a:lnTo>
                  <a:lnTo>
                    <a:pt x="27940" y="189230"/>
                  </a:lnTo>
                  <a:lnTo>
                    <a:pt x="27940" y="182892"/>
                  </a:lnTo>
                  <a:close/>
                </a:path>
                <a:path w="27939" h="476250">
                  <a:moveTo>
                    <a:pt x="27940" y="176542"/>
                  </a:moveTo>
                  <a:lnTo>
                    <a:pt x="0" y="176542"/>
                  </a:lnTo>
                  <a:lnTo>
                    <a:pt x="0" y="182880"/>
                  </a:lnTo>
                  <a:lnTo>
                    <a:pt x="27940" y="182880"/>
                  </a:lnTo>
                  <a:lnTo>
                    <a:pt x="27940" y="176542"/>
                  </a:lnTo>
                  <a:close/>
                </a:path>
                <a:path w="27939" h="476250">
                  <a:moveTo>
                    <a:pt x="27940" y="170192"/>
                  </a:moveTo>
                  <a:lnTo>
                    <a:pt x="0" y="170192"/>
                  </a:lnTo>
                  <a:lnTo>
                    <a:pt x="0" y="176530"/>
                  </a:lnTo>
                  <a:lnTo>
                    <a:pt x="27940" y="176530"/>
                  </a:lnTo>
                  <a:lnTo>
                    <a:pt x="27940" y="170192"/>
                  </a:lnTo>
                  <a:close/>
                </a:path>
                <a:path w="27939" h="476250">
                  <a:moveTo>
                    <a:pt x="27940" y="163842"/>
                  </a:moveTo>
                  <a:lnTo>
                    <a:pt x="0" y="163842"/>
                  </a:lnTo>
                  <a:lnTo>
                    <a:pt x="0" y="170180"/>
                  </a:lnTo>
                  <a:lnTo>
                    <a:pt x="27940" y="170180"/>
                  </a:lnTo>
                  <a:lnTo>
                    <a:pt x="27940" y="163842"/>
                  </a:lnTo>
                  <a:close/>
                </a:path>
                <a:path w="27939" h="476250">
                  <a:moveTo>
                    <a:pt x="27940" y="157492"/>
                  </a:moveTo>
                  <a:lnTo>
                    <a:pt x="0" y="157492"/>
                  </a:lnTo>
                  <a:lnTo>
                    <a:pt x="0" y="163830"/>
                  </a:lnTo>
                  <a:lnTo>
                    <a:pt x="27940" y="163830"/>
                  </a:lnTo>
                  <a:lnTo>
                    <a:pt x="27940" y="157492"/>
                  </a:lnTo>
                  <a:close/>
                </a:path>
                <a:path w="27939" h="476250">
                  <a:moveTo>
                    <a:pt x="2794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7940" y="157480"/>
                  </a:lnTo>
                  <a:lnTo>
                    <a:pt x="27940" y="151142"/>
                  </a:lnTo>
                  <a:close/>
                </a:path>
                <a:path w="27939" h="476250">
                  <a:moveTo>
                    <a:pt x="27940" y="138442"/>
                  </a:moveTo>
                  <a:lnTo>
                    <a:pt x="0" y="138442"/>
                  </a:lnTo>
                  <a:lnTo>
                    <a:pt x="0" y="151130"/>
                  </a:lnTo>
                  <a:lnTo>
                    <a:pt x="27940" y="151130"/>
                  </a:lnTo>
                  <a:lnTo>
                    <a:pt x="27940" y="138442"/>
                  </a:lnTo>
                  <a:close/>
                </a:path>
                <a:path w="27939" h="476250">
                  <a:moveTo>
                    <a:pt x="27940" y="132092"/>
                  </a:moveTo>
                  <a:lnTo>
                    <a:pt x="0" y="132092"/>
                  </a:lnTo>
                  <a:lnTo>
                    <a:pt x="0" y="138430"/>
                  </a:lnTo>
                  <a:lnTo>
                    <a:pt x="27940" y="138430"/>
                  </a:lnTo>
                  <a:lnTo>
                    <a:pt x="27940" y="132092"/>
                  </a:lnTo>
                  <a:close/>
                </a:path>
                <a:path w="27939" h="476250">
                  <a:moveTo>
                    <a:pt x="27940" y="125742"/>
                  </a:moveTo>
                  <a:lnTo>
                    <a:pt x="0" y="125742"/>
                  </a:lnTo>
                  <a:lnTo>
                    <a:pt x="0" y="132080"/>
                  </a:lnTo>
                  <a:lnTo>
                    <a:pt x="27940" y="132080"/>
                  </a:lnTo>
                  <a:lnTo>
                    <a:pt x="27940" y="125742"/>
                  </a:lnTo>
                  <a:close/>
                </a:path>
                <a:path w="27939" h="476250">
                  <a:moveTo>
                    <a:pt x="27940" y="119392"/>
                  </a:moveTo>
                  <a:lnTo>
                    <a:pt x="0" y="119392"/>
                  </a:lnTo>
                  <a:lnTo>
                    <a:pt x="0" y="125730"/>
                  </a:lnTo>
                  <a:lnTo>
                    <a:pt x="27940" y="125730"/>
                  </a:lnTo>
                  <a:lnTo>
                    <a:pt x="27940" y="119392"/>
                  </a:lnTo>
                  <a:close/>
                </a:path>
                <a:path w="27939" h="476250">
                  <a:moveTo>
                    <a:pt x="27940" y="113042"/>
                  </a:moveTo>
                  <a:lnTo>
                    <a:pt x="0" y="113042"/>
                  </a:lnTo>
                  <a:lnTo>
                    <a:pt x="0" y="119380"/>
                  </a:lnTo>
                  <a:lnTo>
                    <a:pt x="27940" y="119380"/>
                  </a:lnTo>
                  <a:lnTo>
                    <a:pt x="27940" y="113042"/>
                  </a:lnTo>
                  <a:close/>
                </a:path>
                <a:path w="27939" h="476250">
                  <a:moveTo>
                    <a:pt x="27940" y="106692"/>
                  </a:moveTo>
                  <a:lnTo>
                    <a:pt x="0" y="106692"/>
                  </a:lnTo>
                  <a:lnTo>
                    <a:pt x="0" y="113030"/>
                  </a:lnTo>
                  <a:lnTo>
                    <a:pt x="27940" y="113030"/>
                  </a:lnTo>
                  <a:lnTo>
                    <a:pt x="27940" y="106692"/>
                  </a:lnTo>
                  <a:close/>
                </a:path>
                <a:path w="27939" h="476250">
                  <a:moveTo>
                    <a:pt x="27940" y="100342"/>
                  </a:moveTo>
                  <a:lnTo>
                    <a:pt x="0" y="100342"/>
                  </a:lnTo>
                  <a:lnTo>
                    <a:pt x="0" y="106680"/>
                  </a:lnTo>
                  <a:lnTo>
                    <a:pt x="27940" y="106680"/>
                  </a:lnTo>
                  <a:lnTo>
                    <a:pt x="27940" y="100342"/>
                  </a:lnTo>
                  <a:close/>
                </a:path>
                <a:path w="27939" h="476250">
                  <a:moveTo>
                    <a:pt x="2794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7940" y="100330"/>
                  </a:lnTo>
                  <a:lnTo>
                    <a:pt x="27940" y="93992"/>
                  </a:lnTo>
                  <a:close/>
                </a:path>
                <a:path w="27939" h="476250">
                  <a:moveTo>
                    <a:pt x="2794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7940" y="93980"/>
                  </a:lnTo>
                  <a:lnTo>
                    <a:pt x="27940" y="87642"/>
                  </a:lnTo>
                  <a:close/>
                </a:path>
                <a:path w="27939" h="476250">
                  <a:moveTo>
                    <a:pt x="27940" y="81292"/>
                  </a:moveTo>
                  <a:lnTo>
                    <a:pt x="0" y="81292"/>
                  </a:lnTo>
                  <a:lnTo>
                    <a:pt x="0" y="87630"/>
                  </a:lnTo>
                  <a:lnTo>
                    <a:pt x="27940" y="87630"/>
                  </a:lnTo>
                  <a:lnTo>
                    <a:pt x="27940" y="81292"/>
                  </a:lnTo>
                  <a:close/>
                </a:path>
                <a:path w="27939" h="476250">
                  <a:moveTo>
                    <a:pt x="27940" y="68592"/>
                  </a:moveTo>
                  <a:lnTo>
                    <a:pt x="0" y="68592"/>
                  </a:lnTo>
                  <a:lnTo>
                    <a:pt x="0" y="81280"/>
                  </a:lnTo>
                  <a:lnTo>
                    <a:pt x="27940" y="81280"/>
                  </a:lnTo>
                  <a:lnTo>
                    <a:pt x="27940" y="68592"/>
                  </a:lnTo>
                  <a:close/>
                </a:path>
                <a:path w="27939" h="476250">
                  <a:moveTo>
                    <a:pt x="27940" y="62242"/>
                  </a:moveTo>
                  <a:lnTo>
                    <a:pt x="0" y="62242"/>
                  </a:lnTo>
                  <a:lnTo>
                    <a:pt x="0" y="68580"/>
                  </a:lnTo>
                  <a:lnTo>
                    <a:pt x="27940" y="68580"/>
                  </a:lnTo>
                  <a:lnTo>
                    <a:pt x="27940" y="62242"/>
                  </a:lnTo>
                  <a:close/>
                </a:path>
                <a:path w="27939" h="476250">
                  <a:moveTo>
                    <a:pt x="27940" y="55892"/>
                  </a:moveTo>
                  <a:lnTo>
                    <a:pt x="0" y="55892"/>
                  </a:lnTo>
                  <a:lnTo>
                    <a:pt x="0" y="62230"/>
                  </a:lnTo>
                  <a:lnTo>
                    <a:pt x="27940" y="62230"/>
                  </a:lnTo>
                  <a:lnTo>
                    <a:pt x="27940" y="55892"/>
                  </a:lnTo>
                  <a:close/>
                </a:path>
                <a:path w="27939" h="476250">
                  <a:moveTo>
                    <a:pt x="27940" y="49542"/>
                  </a:moveTo>
                  <a:lnTo>
                    <a:pt x="0" y="49542"/>
                  </a:lnTo>
                  <a:lnTo>
                    <a:pt x="0" y="55880"/>
                  </a:lnTo>
                  <a:lnTo>
                    <a:pt x="27940" y="55880"/>
                  </a:lnTo>
                  <a:lnTo>
                    <a:pt x="27940" y="49542"/>
                  </a:lnTo>
                  <a:close/>
                </a:path>
                <a:path w="27939" h="476250">
                  <a:moveTo>
                    <a:pt x="2794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7940" y="49530"/>
                  </a:lnTo>
                  <a:lnTo>
                    <a:pt x="27940" y="43192"/>
                  </a:lnTo>
                  <a:close/>
                </a:path>
                <a:path w="27939" h="476250">
                  <a:moveTo>
                    <a:pt x="2794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7940" y="43180"/>
                  </a:lnTo>
                  <a:lnTo>
                    <a:pt x="27940" y="36842"/>
                  </a:lnTo>
                  <a:close/>
                </a:path>
                <a:path w="27939" h="476250">
                  <a:moveTo>
                    <a:pt x="2794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7940" y="36830"/>
                  </a:lnTo>
                  <a:lnTo>
                    <a:pt x="27940" y="30492"/>
                  </a:lnTo>
                  <a:close/>
                </a:path>
                <a:path w="27939" h="476250">
                  <a:moveTo>
                    <a:pt x="27940" y="24142"/>
                  </a:moveTo>
                  <a:lnTo>
                    <a:pt x="0" y="24142"/>
                  </a:lnTo>
                  <a:lnTo>
                    <a:pt x="0" y="30480"/>
                  </a:lnTo>
                  <a:lnTo>
                    <a:pt x="27940" y="30480"/>
                  </a:lnTo>
                  <a:lnTo>
                    <a:pt x="27940" y="24142"/>
                  </a:lnTo>
                  <a:close/>
                </a:path>
                <a:path w="27939" h="476250">
                  <a:moveTo>
                    <a:pt x="2794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7940" y="24130"/>
                  </a:lnTo>
                  <a:lnTo>
                    <a:pt x="27940" y="17792"/>
                  </a:lnTo>
                  <a:close/>
                </a:path>
                <a:path w="27939" h="476250">
                  <a:moveTo>
                    <a:pt x="27940" y="5092"/>
                  </a:moveTo>
                  <a:lnTo>
                    <a:pt x="0" y="5092"/>
                  </a:lnTo>
                  <a:lnTo>
                    <a:pt x="0" y="17780"/>
                  </a:lnTo>
                  <a:lnTo>
                    <a:pt x="27940" y="17780"/>
                  </a:lnTo>
                  <a:lnTo>
                    <a:pt x="27940" y="5092"/>
                  </a:lnTo>
                  <a:close/>
                </a:path>
                <a:path w="27939" h="476250">
                  <a:moveTo>
                    <a:pt x="279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7940" y="5080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172F4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5" name="object 3685"/>
            <p:cNvSpPr/>
            <p:nvPr/>
          </p:nvSpPr>
          <p:spPr>
            <a:xfrm>
              <a:off x="3531870" y="5500382"/>
              <a:ext cx="27940" cy="181610"/>
            </a:xfrm>
            <a:custGeom>
              <a:avLst/>
              <a:gdLst/>
              <a:ahLst/>
              <a:cxnLst/>
              <a:rect l="l" t="t" r="r" b="b"/>
              <a:pathLst>
                <a:path w="27939" h="181610">
                  <a:moveTo>
                    <a:pt x="27940" y="180340"/>
                  </a:moveTo>
                  <a:lnTo>
                    <a:pt x="0" y="180340"/>
                  </a:lnTo>
                  <a:lnTo>
                    <a:pt x="0" y="181597"/>
                  </a:lnTo>
                  <a:lnTo>
                    <a:pt x="27940" y="181597"/>
                  </a:lnTo>
                  <a:lnTo>
                    <a:pt x="27940" y="180340"/>
                  </a:lnTo>
                  <a:close/>
                </a:path>
                <a:path w="27939" h="181610">
                  <a:moveTo>
                    <a:pt x="27940" y="173990"/>
                  </a:moveTo>
                  <a:lnTo>
                    <a:pt x="0" y="173990"/>
                  </a:lnTo>
                  <a:lnTo>
                    <a:pt x="0" y="180327"/>
                  </a:lnTo>
                  <a:lnTo>
                    <a:pt x="27940" y="180327"/>
                  </a:lnTo>
                  <a:lnTo>
                    <a:pt x="27940" y="173990"/>
                  </a:lnTo>
                  <a:close/>
                </a:path>
                <a:path w="27939" h="181610">
                  <a:moveTo>
                    <a:pt x="27940" y="171450"/>
                  </a:moveTo>
                  <a:lnTo>
                    <a:pt x="0" y="171450"/>
                  </a:lnTo>
                  <a:lnTo>
                    <a:pt x="0" y="173977"/>
                  </a:lnTo>
                  <a:lnTo>
                    <a:pt x="27940" y="173977"/>
                  </a:lnTo>
                  <a:lnTo>
                    <a:pt x="27940" y="171450"/>
                  </a:lnTo>
                  <a:close/>
                </a:path>
                <a:path w="27939" h="181610">
                  <a:moveTo>
                    <a:pt x="27940" y="167640"/>
                  </a:moveTo>
                  <a:lnTo>
                    <a:pt x="0" y="167640"/>
                  </a:lnTo>
                  <a:lnTo>
                    <a:pt x="0" y="171437"/>
                  </a:lnTo>
                  <a:lnTo>
                    <a:pt x="27940" y="171437"/>
                  </a:lnTo>
                  <a:lnTo>
                    <a:pt x="27940" y="167640"/>
                  </a:lnTo>
                  <a:close/>
                </a:path>
                <a:path w="27939" h="181610">
                  <a:moveTo>
                    <a:pt x="27940" y="165100"/>
                  </a:moveTo>
                  <a:lnTo>
                    <a:pt x="0" y="165100"/>
                  </a:lnTo>
                  <a:lnTo>
                    <a:pt x="0" y="167627"/>
                  </a:lnTo>
                  <a:lnTo>
                    <a:pt x="27940" y="167627"/>
                  </a:lnTo>
                  <a:lnTo>
                    <a:pt x="27940" y="165100"/>
                  </a:lnTo>
                  <a:close/>
                </a:path>
                <a:path w="27939" h="181610">
                  <a:moveTo>
                    <a:pt x="27940" y="161290"/>
                  </a:moveTo>
                  <a:lnTo>
                    <a:pt x="0" y="161290"/>
                  </a:lnTo>
                  <a:lnTo>
                    <a:pt x="0" y="165087"/>
                  </a:lnTo>
                  <a:lnTo>
                    <a:pt x="27940" y="165087"/>
                  </a:lnTo>
                  <a:lnTo>
                    <a:pt x="27940" y="161290"/>
                  </a:lnTo>
                  <a:close/>
                </a:path>
                <a:path w="27939" h="181610">
                  <a:moveTo>
                    <a:pt x="27940" y="154940"/>
                  </a:moveTo>
                  <a:lnTo>
                    <a:pt x="0" y="154940"/>
                  </a:lnTo>
                  <a:lnTo>
                    <a:pt x="0" y="161277"/>
                  </a:lnTo>
                  <a:lnTo>
                    <a:pt x="27940" y="161277"/>
                  </a:lnTo>
                  <a:lnTo>
                    <a:pt x="27940" y="154940"/>
                  </a:lnTo>
                  <a:close/>
                </a:path>
                <a:path w="27939" h="181610">
                  <a:moveTo>
                    <a:pt x="27940" y="152400"/>
                  </a:moveTo>
                  <a:lnTo>
                    <a:pt x="0" y="152400"/>
                  </a:lnTo>
                  <a:lnTo>
                    <a:pt x="0" y="154927"/>
                  </a:lnTo>
                  <a:lnTo>
                    <a:pt x="27940" y="154927"/>
                  </a:lnTo>
                  <a:lnTo>
                    <a:pt x="27940" y="152400"/>
                  </a:lnTo>
                  <a:close/>
                </a:path>
                <a:path w="27939" h="181610">
                  <a:moveTo>
                    <a:pt x="27940" y="148590"/>
                  </a:moveTo>
                  <a:lnTo>
                    <a:pt x="0" y="148590"/>
                  </a:lnTo>
                  <a:lnTo>
                    <a:pt x="0" y="152387"/>
                  </a:lnTo>
                  <a:lnTo>
                    <a:pt x="27940" y="152387"/>
                  </a:lnTo>
                  <a:lnTo>
                    <a:pt x="27940" y="148590"/>
                  </a:lnTo>
                  <a:close/>
                </a:path>
                <a:path w="27939" h="181610">
                  <a:moveTo>
                    <a:pt x="27940" y="146050"/>
                  </a:moveTo>
                  <a:lnTo>
                    <a:pt x="0" y="146050"/>
                  </a:lnTo>
                  <a:lnTo>
                    <a:pt x="0" y="148577"/>
                  </a:lnTo>
                  <a:lnTo>
                    <a:pt x="27940" y="148577"/>
                  </a:lnTo>
                  <a:lnTo>
                    <a:pt x="27940" y="146050"/>
                  </a:lnTo>
                  <a:close/>
                </a:path>
                <a:path w="27939" h="181610">
                  <a:moveTo>
                    <a:pt x="27940" y="142240"/>
                  </a:moveTo>
                  <a:lnTo>
                    <a:pt x="0" y="142240"/>
                  </a:lnTo>
                  <a:lnTo>
                    <a:pt x="0" y="146037"/>
                  </a:lnTo>
                  <a:lnTo>
                    <a:pt x="27940" y="146037"/>
                  </a:lnTo>
                  <a:lnTo>
                    <a:pt x="27940" y="142240"/>
                  </a:lnTo>
                  <a:close/>
                </a:path>
                <a:path w="27939" h="181610">
                  <a:moveTo>
                    <a:pt x="27940" y="135890"/>
                  </a:moveTo>
                  <a:lnTo>
                    <a:pt x="0" y="135890"/>
                  </a:lnTo>
                  <a:lnTo>
                    <a:pt x="0" y="142227"/>
                  </a:lnTo>
                  <a:lnTo>
                    <a:pt x="27940" y="142227"/>
                  </a:lnTo>
                  <a:lnTo>
                    <a:pt x="27940" y="135890"/>
                  </a:lnTo>
                  <a:close/>
                </a:path>
                <a:path w="27939" h="181610">
                  <a:moveTo>
                    <a:pt x="27940" y="133350"/>
                  </a:moveTo>
                  <a:lnTo>
                    <a:pt x="0" y="133350"/>
                  </a:lnTo>
                  <a:lnTo>
                    <a:pt x="0" y="135877"/>
                  </a:lnTo>
                  <a:lnTo>
                    <a:pt x="27940" y="135877"/>
                  </a:lnTo>
                  <a:lnTo>
                    <a:pt x="27940" y="133350"/>
                  </a:lnTo>
                  <a:close/>
                </a:path>
                <a:path w="27939" h="181610">
                  <a:moveTo>
                    <a:pt x="27940" y="129540"/>
                  </a:moveTo>
                  <a:lnTo>
                    <a:pt x="0" y="129540"/>
                  </a:lnTo>
                  <a:lnTo>
                    <a:pt x="0" y="133337"/>
                  </a:lnTo>
                  <a:lnTo>
                    <a:pt x="27940" y="133337"/>
                  </a:lnTo>
                  <a:lnTo>
                    <a:pt x="27940" y="129540"/>
                  </a:lnTo>
                  <a:close/>
                </a:path>
                <a:path w="27939" h="181610">
                  <a:moveTo>
                    <a:pt x="27940" y="127000"/>
                  </a:moveTo>
                  <a:lnTo>
                    <a:pt x="0" y="127000"/>
                  </a:lnTo>
                  <a:lnTo>
                    <a:pt x="0" y="129527"/>
                  </a:lnTo>
                  <a:lnTo>
                    <a:pt x="27940" y="129527"/>
                  </a:lnTo>
                  <a:lnTo>
                    <a:pt x="27940" y="127000"/>
                  </a:lnTo>
                  <a:close/>
                </a:path>
                <a:path w="27939" h="181610">
                  <a:moveTo>
                    <a:pt x="27940" y="120650"/>
                  </a:moveTo>
                  <a:lnTo>
                    <a:pt x="0" y="120650"/>
                  </a:lnTo>
                  <a:lnTo>
                    <a:pt x="0" y="126987"/>
                  </a:lnTo>
                  <a:lnTo>
                    <a:pt x="27940" y="126987"/>
                  </a:lnTo>
                  <a:lnTo>
                    <a:pt x="27940" y="120650"/>
                  </a:lnTo>
                  <a:close/>
                </a:path>
                <a:path w="27939" h="181610">
                  <a:moveTo>
                    <a:pt x="2794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27940" y="120637"/>
                  </a:lnTo>
                  <a:lnTo>
                    <a:pt x="27940" y="114300"/>
                  </a:lnTo>
                  <a:close/>
                </a:path>
                <a:path w="27939" h="181610">
                  <a:moveTo>
                    <a:pt x="27940" y="110490"/>
                  </a:moveTo>
                  <a:lnTo>
                    <a:pt x="0" y="110490"/>
                  </a:lnTo>
                  <a:lnTo>
                    <a:pt x="0" y="114287"/>
                  </a:lnTo>
                  <a:lnTo>
                    <a:pt x="27940" y="114287"/>
                  </a:lnTo>
                  <a:lnTo>
                    <a:pt x="27940" y="110490"/>
                  </a:lnTo>
                  <a:close/>
                </a:path>
                <a:path w="27939" h="181610">
                  <a:moveTo>
                    <a:pt x="27940" y="107950"/>
                  </a:moveTo>
                  <a:lnTo>
                    <a:pt x="0" y="107950"/>
                  </a:lnTo>
                  <a:lnTo>
                    <a:pt x="0" y="110477"/>
                  </a:lnTo>
                  <a:lnTo>
                    <a:pt x="27940" y="110477"/>
                  </a:lnTo>
                  <a:lnTo>
                    <a:pt x="27940" y="107950"/>
                  </a:lnTo>
                  <a:close/>
                </a:path>
                <a:path w="27939" h="181610">
                  <a:moveTo>
                    <a:pt x="27940" y="104140"/>
                  </a:moveTo>
                  <a:lnTo>
                    <a:pt x="0" y="104140"/>
                  </a:lnTo>
                  <a:lnTo>
                    <a:pt x="0" y="107937"/>
                  </a:lnTo>
                  <a:lnTo>
                    <a:pt x="27940" y="107937"/>
                  </a:lnTo>
                  <a:lnTo>
                    <a:pt x="27940" y="104140"/>
                  </a:lnTo>
                  <a:close/>
                </a:path>
                <a:path w="27939" h="181610">
                  <a:moveTo>
                    <a:pt x="27940" y="101600"/>
                  </a:moveTo>
                  <a:lnTo>
                    <a:pt x="0" y="101600"/>
                  </a:lnTo>
                  <a:lnTo>
                    <a:pt x="0" y="104127"/>
                  </a:lnTo>
                  <a:lnTo>
                    <a:pt x="27940" y="104127"/>
                  </a:lnTo>
                  <a:lnTo>
                    <a:pt x="27940" y="101600"/>
                  </a:lnTo>
                  <a:close/>
                </a:path>
                <a:path w="27939" h="181610">
                  <a:moveTo>
                    <a:pt x="27940" y="97790"/>
                  </a:moveTo>
                  <a:lnTo>
                    <a:pt x="0" y="97790"/>
                  </a:lnTo>
                  <a:lnTo>
                    <a:pt x="0" y="101587"/>
                  </a:lnTo>
                  <a:lnTo>
                    <a:pt x="27940" y="101587"/>
                  </a:lnTo>
                  <a:lnTo>
                    <a:pt x="27940" y="97790"/>
                  </a:lnTo>
                  <a:close/>
                </a:path>
                <a:path w="27939" h="181610">
                  <a:moveTo>
                    <a:pt x="27940" y="95250"/>
                  </a:moveTo>
                  <a:lnTo>
                    <a:pt x="0" y="95250"/>
                  </a:lnTo>
                  <a:lnTo>
                    <a:pt x="0" y="97777"/>
                  </a:lnTo>
                  <a:lnTo>
                    <a:pt x="27940" y="97777"/>
                  </a:lnTo>
                  <a:lnTo>
                    <a:pt x="27940" y="95250"/>
                  </a:lnTo>
                  <a:close/>
                </a:path>
                <a:path w="27939" h="181610">
                  <a:moveTo>
                    <a:pt x="27940" y="91440"/>
                  </a:moveTo>
                  <a:lnTo>
                    <a:pt x="0" y="91440"/>
                  </a:lnTo>
                  <a:lnTo>
                    <a:pt x="0" y="95237"/>
                  </a:lnTo>
                  <a:lnTo>
                    <a:pt x="27940" y="95237"/>
                  </a:lnTo>
                  <a:lnTo>
                    <a:pt x="27940" y="91440"/>
                  </a:lnTo>
                  <a:close/>
                </a:path>
                <a:path w="27939" h="181610">
                  <a:moveTo>
                    <a:pt x="27940" y="82550"/>
                  </a:moveTo>
                  <a:lnTo>
                    <a:pt x="0" y="82550"/>
                  </a:lnTo>
                  <a:lnTo>
                    <a:pt x="0" y="91427"/>
                  </a:lnTo>
                  <a:lnTo>
                    <a:pt x="27940" y="91427"/>
                  </a:lnTo>
                  <a:lnTo>
                    <a:pt x="27940" y="82550"/>
                  </a:lnTo>
                  <a:close/>
                </a:path>
                <a:path w="27939" h="181610">
                  <a:moveTo>
                    <a:pt x="27940" y="72390"/>
                  </a:moveTo>
                  <a:lnTo>
                    <a:pt x="0" y="72390"/>
                  </a:lnTo>
                  <a:lnTo>
                    <a:pt x="0" y="82537"/>
                  </a:lnTo>
                  <a:lnTo>
                    <a:pt x="27940" y="82537"/>
                  </a:lnTo>
                  <a:lnTo>
                    <a:pt x="27940" y="72390"/>
                  </a:lnTo>
                  <a:close/>
                </a:path>
                <a:path w="27939" h="181610">
                  <a:moveTo>
                    <a:pt x="27940" y="63500"/>
                  </a:moveTo>
                  <a:lnTo>
                    <a:pt x="0" y="63500"/>
                  </a:lnTo>
                  <a:lnTo>
                    <a:pt x="0" y="72377"/>
                  </a:lnTo>
                  <a:lnTo>
                    <a:pt x="27940" y="72377"/>
                  </a:lnTo>
                  <a:lnTo>
                    <a:pt x="27940" y="63500"/>
                  </a:lnTo>
                  <a:close/>
                </a:path>
                <a:path w="27939" h="181610">
                  <a:moveTo>
                    <a:pt x="27940" y="53340"/>
                  </a:moveTo>
                  <a:lnTo>
                    <a:pt x="0" y="53340"/>
                  </a:lnTo>
                  <a:lnTo>
                    <a:pt x="0" y="63487"/>
                  </a:lnTo>
                  <a:lnTo>
                    <a:pt x="27940" y="63487"/>
                  </a:lnTo>
                  <a:lnTo>
                    <a:pt x="27940" y="53340"/>
                  </a:lnTo>
                  <a:close/>
                </a:path>
                <a:path w="27939" h="181610">
                  <a:moveTo>
                    <a:pt x="27940" y="50800"/>
                  </a:moveTo>
                  <a:lnTo>
                    <a:pt x="0" y="50800"/>
                  </a:lnTo>
                  <a:lnTo>
                    <a:pt x="0" y="53327"/>
                  </a:lnTo>
                  <a:lnTo>
                    <a:pt x="27940" y="53327"/>
                  </a:lnTo>
                  <a:lnTo>
                    <a:pt x="27940" y="50800"/>
                  </a:lnTo>
                  <a:close/>
                </a:path>
                <a:path w="27939" h="181610">
                  <a:moveTo>
                    <a:pt x="27940" y="46990"/>
                  </a:moveTo>
                  <a:lnTo>
                    <a:pt x="0" y="46990"/>
                  </a:lnTo>
                  <a:lnTo>
                    <a:pt x="0" y="50787"/>
                  </a:lnTo>
                  <a:lnTo>
                    <a:pt x="27940" y="50787"/>
                  </a:lnTo>
                  <a:lnTo>
                    <a:pt x="27940" y="46990"/>
                  </a:lnTo>
                  <a:close/>
                </a:path>
                <a:path w="27939" h="181610">
                  <a:moveTo>
                    <a:pt x="27940" y="40640"/>
                  </a:moveTo>
                  <a:lnTo>
                    <a:pt x="0" y="40640"/>
                  </a:lnTo>
                  <a:lnTo>
                    <a:pt x="0" y="46977"/>
                  </a:lnTo>
                  <a:lnTo>
                    <a:pt x="27940" y="46977"/>
                  </a:lnTo>
                  <a:lnTo>
                    <a:pt x="27940" y="40640"/>
                  </a:lnTo>
                  <a:close/>
                </a:path>
                <a:path w="27939" h="181610">
                  <a:moveTo>
                    <a:pt x="27940" y="34290"/>
                  </a:moveTo>
                  <a:lnTo>
                    <a:pt x="0" y="34290"/>
                  </a:lnTo>
                  <a:lnTo>
                    <a:pt x="0" y="40627"/>
                  </a:lnTo>
                  <a:lnTo>
                    <a:pt x="27940" y="40627"/>
                  </a:lnTo>
                  <a:lnTo>
                    <a:pt x="27940" y="34290"/>
                  </a:lnTo>
                  <a:close/>
                </a:path>
                <a:path w="27939" h="181610">
                  <a:moveTo>
                    <a:pt x="27940" y="27940"/>
                  </a:moveTo>
                  <a:lnTo>
                    <a:pt x="0" y="27940"/>
                  </a:lnTo>
                  <a:lnTo>
                    <a:pt x="0" y="34277"/>
                  </a:lnTo>
                  <a:lnTo>
                    <a:pt x="27940" y="34277"/>
                  </a:lnTo>
                  <a:lnTo>
                    <a:pt x="27940" y="27940"/>
                  </a:lnTo>
                  <a:close/>
                </a:path>
                <a:path w="27939" h="181610">
                  <a:moveTo>
                    <a:pt x="27940" y="25400"/>
                  </a:moveTo>
                  <a:lnTo>
                    <a:pt x="0" y="25400"/>
                  </a:lnTo>
                  <a:lnTo>
                    <a:pt x="0" y="27927"/>
                  </a:lnTo>
                  <a:lnTo>
                    <a:pt x="27940" y="27927"/>
                  </a:lnTo>
                  <a:lnTo>
                    <a:pt x="27940" y="25400"/>
                  </a:lnTo>
                  <a:close/>
                </a:path>
                <a:path w="27939" h="181610">
                  <a:moveTo>
                    <a:pt x="2794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27940" y="25387"/>
                  </a:lnTo>
                  <a:lnTo>
                    <a:pt x="27940" y="21590"/>
                  </a:lnTo>
                  <a:close/>
                </a:path>
                <a:path w="27939" h="181610">
                  <a:moveTo>
                    <a:pt x="27940" y="15240"/>
                  </a:moveTo>
                  <a:lnTo>
                    <a:pt x="0" y="15240"/>
                  </a:lnTo>
                  <a:lnTo>
                    <a:pt x="0" y="21577"/>
                  </a:lnTo>
                  <a:lnTo>
                    <a:pt x="27940" y="21577"/>
                  </a:lnTo>
                  <a:lnTo>
                    <a:pt x="27940" y="15240"/>
                  </a:lnTo>
                  <a:close/>
                </a:path>
                <a:path w="27939" h="181610">
                  <a:moveTo>
                    <a:pt x="2794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7940" y="15227"/>
                  </a:lnTo>
                  <a:lnTo>
                    <a:pt x="27940" y="12700"/>
                  </a:lnTo>
                  <a:close/>
                </a:path>
                <a:path w="27939" h="181610">
                  <a:moveTo>
                    <a:pt x="2794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7940" y="12687"/>
                  </a:lnTo>
                  <a:lnTo>
                    <a:pt x="27940" y="8890"/>
                  </a:lnTo>
                  <a:close/>
                </a:path>
                <a:path w="27939" h="181610">
                  <a:moveTo>
                    <a:pt x="27940" y="0"/>
                  </a:moveTo>
                  <a:lnTo>
                    <a:pt x="0" y="0"/>
                  </a:lnTo>
                  <a:lnTo>
                    <a:pt x="0" y="8877"/>
                  </a:lnTo>
                  <a:lnTo>
                    <a:pt x="27940" y="8877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172F4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6" name="object 3686"/>
            <p:cNvSpPr/>
            <p:nvPr/>
          </p:nvSpPr>
          <p:spPr>
            <a:xfrm>
              <a:off x="3559810" y="5033010"/>
              <a:ext cx="29209" cy="476250"/>
            </a:xfrm>
            <a:custGeom>
              <a:avLst/>
              <a:gdLst/>
              <a:ahLst/>
              <a:cxnLst/>
              <a:rect l="l" t="t" r="r" b="b"/>
              <a:pathLst>
                <a:path w="29210" h="476250">
                  <a:moveTo>
                    <a:pt x="29210" y="467372"/>
                  </a:moveTo>
                  <a:lnTo>
                    <a:pt x="0" y="467372"/>
                  </a:lnTo>
                  <a:lnTo>
                    <a:pt x="0" y="476250"/>
                  </a:lnTo>
                  <a:lnTo>
                    <a:pt x="29210" y="476250"/>
                  </a:lnTo>
                  <a:lnTo>
                    <a:pt x="29210" y="467372"/>
                  </a:lnTo>
                  <a:close/>
                </a:path>
                <a:path w="29210" h="476250">
                  <a:moveTo>
                    <a:pt x="29210" y="463562"/>
                  </a:moveTo>
                  <a:lnTo>
                    <a:pt x="0" y="463562"/>
                  </a:lnTo>
                  <a:lnTo>
                    <a:pt x="0" y="467360"/>
                  </a:lnTo>
                  <a:lnTo>
                    <a:pt x="29210" y="467360"/>
                  </a:lnTo>
                  <a:lnTo>
                    <a:pt x="29210" y="463562"/>
                  </a:lnTo>
                  <a:close/>
                </a:path>
                <a:path w="29210" h="476250">
                  <a:moveTo>
                    <a:pt x="29210" y="461022"/>
                  </a:moveTo>
                  <a:lnTo>
                    <a:pt x="0" y="461022"/>
                  </a:lnTo>
                  <a:lnTo>
                    <a:pt x="0" y="463550"/>
                  </a:lnTo>
                  <a:lnTo>
                    <a:pt x="29210" y="463550"/>
                  </a:lnTo>
                  <a:lnTo>
                    <a:pt x="29210" y="461022"/>
                  </a:lnTo>
                  <a:close/>
                </a:path>
                <a:path w="29210" h="476250">
                  <a:moveTo>
                    <a:pt x="29210" y="457212"/>
                  </a:moveTo>
                  <a:lnTo>
                    <a:pt x="0" y="457212"/>
                  </a:lnTo>
                  <a:lnTo>
                    <a:pt x="0" y="461010"/>
                  </a:lnTo>
                  <a:lnTo>
                    <a:pt x="29210" y="461010"/>
                  </a:lnTo>
                  <a:lnTo>
                    <a:pt x="29210" y="457212"/>
                  </a:lnTo>
                  <a:close/>
                </a:path>
                <a:path w="29210" h="476250">
                  <a:moveTo>
                    <a:pt x="29210" y="448322"/>
                  </a:moveTo>
                  <a:lnTo>
                    <a:pt x="0" y="448322"/>
                  </a:lnTo>
                  <a:lnTo>
                    <a:pt x="0" y="457200"/>
                  </a:lnTo>
                  <a:lnTo>
                    <a:pt x="29210" y="457200"/>
                  </a:lnTo>
                  <a:lnTo>
                    <a:pt x="29210" y="448322"/>
                  </a:lnTo>
                  <a:close/>
                </a:path>
                <a:path w="29210" h="476250">
                  <a:moveTo>
                    <a:pt x="29210" y="429272"/>
                  </a:moveTo>
                  <a:lnTo>
                    <a:pt x="0" y="429272"/>
                  </a:lnTo>
                  <a:lnTo>
                    <a:pt x="0" y="448310"/>
                  </a:lnTo>
                  <a:lnTo>
                    <a:pt x="29210" y="448310"/>
                  </a:lnTo>
                  <a:lnTo>
                    <a:pt x="29210" y="429272"/>
                  </a:lnTo>
                  <a:close/>
                </a:path>
                <a:path w="29210" h="476250">
                  <a:moveTo>
                    <a:pt x="29210" y="422922"/>
                  </a:moveTo>
                  <a:lnTo>
                    <a:pt x="0" y="422922"/>
                  </a:lnTo>
                  <a:lnTo>
                    <a:pt x="0" y="429260"/>
                  </a:lnTo>
                  <a:lnTo>
                    <a:pt x="29210" y="429260"/>
                  </a:lnTo>
                  <a:lnTo>
                    <a:pt x="29210" y="422922"/>
                  </a:lnTo>
                  <a:close/>
                </a:path>
                <a:path w="29210" h="476250">
                  <a:moveTo>
                    <a:pt x="29210" y="416572"/>
                  </a:moveTo>
                  <a:lnTo>
                    <a:pt x="0" y="416572"/>
                  </a:lnTo>
                  <a:lnTo>
                    <a:pt x="0" y="422910"/>
                  </a:lnTo>
                  <a:lnTo>
                    <a:pt x="29210" y="422910"/>
                  </a:lnTo>
                  <a:lnTo>
                    <a:pt x="29210" y="416572"/>
                  </a:lnTo>
                  <a:close/>
                </a:path>
                <a:path w="29210" h="476250">
                  <a:moveTo>
                    <a:pt x="29210" y="412762"/>
                  </a:moveTo>
                  <a:lnTo>
                    <a:pt x="0" y="412762"/>
                  </a:lnTo>
                  <a:lnTo>
                    <a:pt x="0" y="416560"/>
                  </a:lnTo>
                  <a:lnTo>
                    <a:pt x="29210" y="416560"/>
                  </a:lnTo>
                  <a:lnTo>
                    <a:pt x="29210" y="412762"/>
                  </a:lnTo>
                  <a:close/>
                </a:path>
                <a:path w="29210" h="476250">
                  <a:moveTo>
                    <a:pt x="29210" y="410222"/>
                  </a:moveTo>
                  <a:lnTo>
                    <a:pt x="0" y="410222"/>
                  </a:lnTo>
                  <a:lnTo>
                    <a:pt x="0" y="412750"/>
                  </a:lnTo>
                  <a:lnTo>
                    <a:pt x="29210" y="412750"/>
                  </a:lnTo>
                  <a:lnTo>
                    <a:pt x="29210" y="410222"/>
                  </a:lnTo>
                  <a:close/>
                </a:path>
                <a:path w="29210" h="476250">
                  <a:moveTo>
                    <a:pt x="29210" y="406412"/>
                  </a:moveTo>
                  <a:lnTo>
                    <a:pt x="0" y="406412"/>
                  </a:lnTo>
                  <a:lnTo>
                    <a:pt x="0" y="410210"/>
                  </a:lnTo>
                  <a:lnTo>
                    <a:pt x="29210" y="410210"/>
                  </a:lnTo>
                  <a:lnTo>
                    <a:pt x="29210" y="406412"/>
                  </a:lnTo>
                  <a:close/>
                </a:path>
                <a:path w="29210" h="476250">
                  <a:moveTo>
                    <a:pt x="29210" y="403872"/>
                  </a:moveTo>
                  <a:lnTo>
                    <a:pt x="0" y="403872"/>
                  </a:lnTo>
                  <a:lnTo>
                    <a:pt x="0" y="406400"/>
                  </a:lnTo>
                  <a:lnTo>
                    <a:pt x="29210" y="406400"/>
                  </a:lnTo>
                  <a:lnTo>
                    <a:pt x="29210" y="403872"/>
                  </a:lnTo>
                  <a:close/>
                </a:path>
                <a:path w="29210" h="476250">
                  <a:moveTo>
                    <a:pt x="29210" y="397522"/>
                  </a:moveTo>
                  <a:lnTo>
                    <a:pt x="0" y="397522"/>
                  </a:lnTo>
                  <a:lnTo>
                    <a:pt x="0" y="403860"/>
                  </a:lnTo>
                  <a:lnTo>
                    <a:pt x="29210" y="403860"/>
                  </a:lnTo>
                  <a:lnTo>
                    <a:pt x="29210" y="397522"/>
                  </a:lnTo>
                  <a:close/>
                </a:path>
                <a:path w="29210" h="476250">
                  <a:moveTo>
                    <a:pt x="29210" y="393712"/>
                  </a:moveTo>
                  <a:lnTo>
                    <a:pt x="0" y="393712"/>
                  </a:lnTo>
                  <a:lnTo>
                    <a:pt x="0" y="397510"/>
                  </a:lnTo>
                  <a:lnTo>
                    <a:pt x="29210" y="397510"/>
                  </a:lnTo>
                  <a:lnTo>
                    <a:pt x="29210" y="393712"/>
                  </a:lnTo>
                  <a:close/>
                </a:path>
                <a:path w="29210" h="476250">
                  <a:moveTo>
                    <a:pt x="29210" y="391172"/>
                  </a:moveTo>
                  <a:lnTo>
                    <a:pt x="0" y="391172"/>
                  </a:lnTo>
                  <a:lnTo>
                    <a:pt x="0" y="393700"/>
                  </a:lnTo>
                  <a:lnTo>
                    <a:pt x="29210" y="393700"/>
                  </a:lnTo>
                  <a:lnTo>
                    <a:pt x="29210" y="391172"/>
                  </a:lnTo>
                  <a:close/>
                </a:path>
                <a:path w="29210" h="476250">
                  <a:moveTo>
                    <a:pt x="29210" y="387362"/>
                  </a:moveTo>
                  <a:lnTo>
                    <a:pt x="0" y="387362"/>
                  </a:lnTo>
                  <a:lnTo>
                    <a:pt x="0" y="391160"/>
                  </a:lnTo>
                  <a:lnTo>
                    <a:pt x="29210" y="391160"/>
                  </a:lnTo>
                  <a:lnTo>
                    <a:pt x="29210" y="387362"/>
                  </a:lnTo>
                  <a:close/>
                </a:path>
                <a:path w="29210" h="476250">
                  <a:moveTo>
                    <a:pt x="29210" y="384822"/>
                  </a:moveTo>
                  <a:lnTo>
                    <a:pt x="0" y="384822"/>
                  </a:lnTo>
                  <a:lnTo>
                    <a:pt x="0" y="387350"/>
                  </a:lnTo>
                  <a:lnTo>
                    <a:pt x="29210" y="387350"/>
                  </a:lnTo>
                  <a:lnTo>
                    <a:pt x="29210" y="384822"/>
                  </a:lnTo>
                  <a:close/>
                </a:path>
                <a:path w="29210" h="476250">
                  <a:moveTo>
                    <a:pt x="29210" y="365772"/>
                  </a:moveTo>
                  <a:lnTo>
                    <a:pt x="0" y="365772"/>
                  </a:lnTo>
                  <a:lnTo>
                    <a:pt x="0" y="384810"/>
                  </a:lnTo>
                  <a:lnTo>
                    <a:pt x="29210" y="384810"/>
                  </a:lnTo>
                  <a:lnTo>
                    <a:pt x="29210" y="365772"/>
                  </a:lnTo>
                  <a:close/>
                </a:path>
                <a:path w="29210" h="476250">
                  <a:moveTo>
                    <a:pt x="29210" y="359422"/>
                  </a:moveTo>
                  <a:lnTo>
                    <a:pt x="0" y="359422"/>
                  </a:lnTo>
                  <a:lnTo>
                    <a:pt x="0" y="365760"/>
                  </a:lnTo>
                  <a:lnTo>
                    <a:pt x="29210" y="365760"/>
                  </a:lnTo>
                  <a:lnTo>
                    <a:pt x="29210" y="359422"/>
                  </a:lnTo>
                  <a:close/>
                </a:path>
                <a:path w="29210" h="476250">
                  <a:moveTo>
                    <a:pt x="29210" y="355612"/>
                  </a:moveTo>
                  <a:lnTo>
                    <a:pt x="0" y="355612"/>
                  </a:lnTo>
                  <a:lnTo>
                    <a:pt x="0" y="359410"/>
                  </a:lnTo>
                  <a:lnTo>
                    <a:pt x="29210" y="359410"/>
                  </a:lnTo>
                  <a:lnTo>
                    <a:pt x="29210" y="355612"/>
                  </a:lnTo>
                  <a:close/>
                </a:path>
                <a:path w="29210" h="476250">
                  <a:moveTo>
                    <a:pt x="29210" y="346722"/>
                  </a:moveTo>
                  <a:lnTo>
                    <a:pt x="0" y="346722"/>
                  </a:lnTo>
                  <a:lnTo>
                    <a:pt x="0" y="355600"/>
                  </a:lnTo>
                  <a:lnTo>
                    <a:pt x="29210" y="355600"/>
                  </a:lnTo>
                  <a:lnTo>
                    <a:pt x="29210" y="346722"/>
                  </a:lnTo>
                  <a:close/>
                </a:path>
                <a:path w="29210" h="476250">
                  <a:moveTo>
                    <a:pt x="29210" y="340372"/>
                  </a:moveTo>
                  <a:lnTo>
                    <a:pt x="0" y="340372"/>
                  </a:lnTo>
                  <a:lnTo>
                    <a:pt x="0" y="346710"/>
                  </a:lnTo>
                  <a:lnTo>
                    <a:pt x="29210" y="346710"/>
                  </a:lnTo>
                  <a:lnTo>
                    <a:pt x="29210" y="340372"/>
                  </a:lnTo>
                  <a:close/>
                </a:path>
                <a:path w="29210" h="476250">
                  <a:moveTo>
                    <a:pt x="29210" y="334022"/>
                  </a:moveTo>
                  <a:lnTo>
                    <a:pt x="0" y="334022"/>
                  </a:lnTo>
                  <a:lnTo>
                    <a:pt x="0" y="340360"/>
                  </a:lnTo>
                  <a:lnTo>
                    <a:pt x="29210" y="340360"/>
                  </a:lnTo>
                  <a:lnTo>
                    <a:pt x="29210" y="334022"/>
                  </a:lnTo>
                  <a:close/>
                </a:path>
                <a:path w="29210" h="476250">
                  <a:moveTo>
                    <a:pt x="29210" y="330212"/>
                  </a:moveTo>
                  <a:lnTo>
                    <a:pt x="0" y="330212"/>
                  </a:lnTo>
                  <a:lnTo>
                    <a:pt x="0" y="334010"/>
                  </a:lnTo>
                  <a:lnTo>
                    <a:pt x="29210" y="334010"/>
                  </a:lnTo>
                  <a:lnTo>
                    <a:pt x="29210" y="330212"/>
                  </a:lnTo>
                  <a:close/>
                </a:path>
                <a:path w="29210" h="476250">
                  <a:moveTo>
                    <a:pt x="29210" y="327672"/>
                  </a:moveTo>
                  <a:lnTo>
                    <a:pt x="0" y="327672"/>
                  </a:lnTo>
                  <a:lnTo>
                    <a:pt x="0" y="330200"/>
                  </a:lnTo>
                  <a:lnTo>
                    <a:pt x="29210" y="330200"/>
                  </a:lnTo>
                  <a:lnTo>
                    <a:pt x="29210" y="327672"/>
                  </a:lnTo>
                  <a:close/>
                </a:path>
                <a:path w="29210" h="476250">
                  <a:moveTo>
                    <a:pt x="29210" y="317512"/>
                  </a:moveTo>
                  <a:lnTo>
                    <a:pt x="0" y="317512"/>
                  </a:lnTo>
                  <a:lnTo>
                    <a:pt x="0" y="327660"/>
                  </a:lnTo>
                  <a:lnTo>
                    <a:pt x="29210" y="327660"/>
                  </a:lnTo>
                  <a:lnTo>
                    <a:pt x="29210" y="317512"/>
                  </a:lnTo>
                  <a:close/>
                </a:path>
                <a:path w="29210" h="476250">
                  <a:moveTo>
                    <a:pt x="29210" y="314972"/>
                  </a:moveTo>
                  <a:lnTo>
                    <a:pt x="0" y="314972"/>
                  </a:lnTo>
                  <a:lnTo>
                    <a:pt x="0" y="317500"/>
                  </a:lnTo>
                  <a:lnTo>
                    <a:pt x="29210" y="317500"/>
                  </a:lnTo>
                  <a:lnTo>
                    <a:pt x="29210" y="314972"/>
                  </a:lnTo>
                  <a:close/>
                </a:path>
                <a:path w="29210" h="476250">
                  <a:moveTo>
                    <a:pt x="29210" y="311162"/>
                  </a:moveTo>
                  <a:lnTo>
                    <a:pt x="0" y="311162"/>
                  </a:lnTo>
                  <a:lnTo>
                    <a:pt x="0" y="314960"/>
                  </a:lnTo>
                  <a:lnTo>
                    <a:pt x="29210" y="314960"/>
                  </a:lnTo>
                  <a:lnTo>
                    <a:pt x="29210" y="311162"/>
                  </a:lnTo>
                  <a:close/>
                </a:path>
                <a:path w="29210" h="476250">
                  <a:moveTo>
                    <a:pt x="29210" y="304812"/>
                  </a:moveTo>
                  <a:lnTo>
                    <a:pt x="0" y="304812"/>
                  </a:lnTo>
                  <a:lnTo>
                    <a:pt x="0" y="311150"/>
                  </a:lnTo>
                  <a:lnTo>
                    <a:pt x="29210" y="311150"/>
                  </a:lnTo>
                  <a:lnTo>
                    <a:pt x="29210" y="304812"/>
                  </a:lnTo>
                  <a:close/>
                </a:path>
                <a:path w="29210" h="476250">
                  <a:moveTo>
                    <a:pt x="29210" y="292112"/>
                  </a:moveTo>
                  <a:lnTo>
                    <a:pt x="0" y="292112"/>
                  </a:lnTo>
                  <a:lnTo>
                    <a:pt x="0" y="304800"/>
                  </a:lnTo>
                  <a:lnTo>
                    <a:pt x="29210" y="304800"/>
                  </a:lnTo>
                  <a:lnTo>
                    <a:pt x="29210" y="292112"/>
                  </a:lnTo>
                  <a:close/>
                </a:path>
                <a:path w="29210" h="476250">
                  <a:moveTo>
                    <a:pt x="29210" y="289572"/>
                  </a:moveTo>
                  <a:lnTo>
                    <a:pt x="0" y="289572"/>
                  </a:lnTo>
                  <a:lnTo>
                    <a:pt x="0" y="292100"/>
                  </a:lnTo>
                  <a:lnTo>
                    <a:pt x="29210" y="292100"/>
                  </a:lnTo>
                  <a:lnTo>
                    <a:pt x="29210" y="289572"/>
                  </a:lnTo>
                  <a:close/>
                </a:path>
                <a:path w="29210" h="476250">
                  <a:moveTo>
                    <a:pt x="29210" y="285762"/>
                  </a:moveTo>
                  <a:lnTo>
                    <a:pt x="0" y="285762"/>
                  </a:lnTo>
                  <a:lnTo>
                    <a:pt x="0" y="289560"/>
                  </a:lnTo>
                  <a:lnTo>
                    <a:pt x="29210" y="289560"/>
                  </a:lnTo>
                  <a:lnTo>
                    <a:pt x="29210" y="285762"/>
                  </a:lnTo>
                  <a:close/>
                </a:path>
                <a:path w="29210" h="476250">
                  <a:moveTo>
                    <a:pt x="29210" y="283222"/>
                  </a:moveTo>
                  <a:lnTo>
                    <a:pt x="0" y="283222"/>
                  </a:lnTo>
                  <a:lnTo>
                    <a:pt x="0" y="285750"/>
                  </a:lnTo>
                  <a:lnTo>
                    <a:pt x="29210" y="285750"/>
                  </a:lnTo>
                  <a:lnTo>
                    <a:pt x="29210" y="283222"/>
                  </a:lnTo>
                  <a:close/>
                </a:path>
                <a:path w="29210" h="476250">
                  <a:moveTo>
                    <a:pt x="29210" y="279412"/>
                  </a:moveTo>
                  <a:lnTo>
                    <a:pt x="0" y="279412"/>
                  </a:lnTo>
                  <a:lnTo>
                    <a:pt x="0" y="283210"/>
                  </a:lnTo>
                  <a:lnTo>
                    <a:pt x="29210" y="283210"/>
                  </a:lnTo>
                  <a:lnTo>
                    <a:pt x="29210" y="279412"/>
                  </a:lnTo>
                  <a:close/>
                </a:path>
                <a:path w="29210" h="476250">
                  <a:moveTo>
                    <a:pt x="29210" y="273062"/>
                  </a:moveTo>
                  <a:lnTo>
                    <a:pt x="0" y="273062"/>
                  </a:lnTo>
                  <a:lnTo>
                    <a:pt x="0" y="279400"/>
                  </a:lnTo>
                  <a:lnTo>
                    <a:pt x="29210" y="279400"/>
                  </a:lnTo>
                  <a:lnTo>
                    <a:pt x="29210" y="273062"/>
                  </a:lnTo>
                  <a:close/>
                </a:path>
                <a:path w="29210" h="476250">
                  <a:moveTo>
                    <a:pt x="29210" y="234962"/>
                  </a:moveTo>
                  <a:lnTo>
                    <a:pt x="0" y="234962"/>
                  </a:lnTo>
                  <a:lnTo>
                    <a:pt x="0" y="273050"/>
                  </a:lnTo>
                  <a:lnTo>
                    <a:pt x="29210" y="273050"/>
                  </a:lnTo>
                  <a:lnTo>
                    <a:pt x="29210" y="234962"/>
                  </a:lnTo>
                  <a:close/>
                </a:path>
                <a:path w="29210" h="476250">
                  <a:moveTo>
                    <a:pt x="292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9210" y="234950"/>
                  </a:lnTo>
                  <a:lnTo>
                    <a:pt x="29210" y="232422"/>
                  </a:lnTo>
                  <a:close/>
                </a:path>
                <a:path w="29210" h="476250">
                  <a:moveTo>
                    <a:pt x="2921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29210" y="232410"/>
                  </a:lnTo>
                  <a:lnTo>
                    <a:pt x="29210" y="226072"/>
                  </a:lnTo>
                  <a:close/>
                </a:path>
                <a:path w="29210" h="476250">
                  <a:moveTo>
                    <a:pt x="2921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29210" y="226060"/>
                  </a:lnTo>
                  <a:lnTo>
                    <a:pt x="29210" y="222262"/>
                  </a:lnTo>
                  <a:close/>
                </a:path>
                <a:path w="29210" h="476250">
                  <a:moveTo>
                    <a:pt x="2921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29210" y="222250"/>
                  </a:lnTo>
                  <a:lnTo>
                    <a:pt x="29210" y="219722"/>
                  </a:lnTo>
                  <a:close/>
                </a:path>
                <a:path w="29210" h="476250">
                  <a:moveTo>
                    <a:pt x="29210" y="213372"/>
                  </a:moveTo>
                  <a:lnTo>
                    <a:pt x="0" y="213372"/>
                  </a:lnTo>
                  <a:lnTo>
                    <a:pt x="0" y="219710"/>
                  </a:lnTo>
                  <a:lnTo>
                    <a:pt x="29210" y="219710"/>
                  </a:lnTo>
                  <a:lnTo>
                    <a:pt x="29210" y="213372"/>
                  </a:lnTo>
                  <a:close/>
                </a:path>
                <a:path w="29210" h="476250">
                  <a:moveTo>
                    <a:pt x="29210" y="207022"/>
                  </a:moveTo>
                  <a:lnTo>
                    <a:pt x="0" y="207022"/>
                  </a:lnTo>
                  <a:lnTo>
                    <a:pt x="0" y="213360"/>
                  </a:lnTo>
                  <a:lnTo>
                    <a:pt x="29210" y="213360"/>
                  </a:lnTo>
                  <a:lnTo>
                    <a:pt x="29210" y="207022"/>
                  </a:lnTo>
                  <a:close/>
                </a:path>
                <a:path w="29210" h="476250">
                  <a:moveTo>
                    <a:pt x="29210" y="195592"/>
                  </a:moveTo>
                  <a:lnTo>
                    <a:pt x="0" y="195592"/>
                  </a:lnTo>
                  <a:lnTo>
                    <a:pt x="0" y="207010"/>
                  </a:lnTo>
                  <a:lnTo>
                    <a:pt x="29210" y="207010"/>
                  </a:lnTo>
                  <a:lnTo>
                    <a:pt x="29210" y="195592"/>
                  </a:lnTo>
                  <a:close/>
                </a:path>
                <a:path w="29210" h="476250">
                  <a:moveTo>
                    <a:pt x="2921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9210" y="195580"/>
                  </a:lnTo>
                  <a:lnTo>
                    <a:pt x="29210" y="189242"/>
                  </a:lnTo>
                  <a:close/>
                </a:path>
                <a:path w="29210" h="476250">
                  <a:moveTo>
                    <a:pt x="29210" y="182892"/>
                  </a:moveTo>
                  <a:lnTo>
                    <a:pt x="0" y="182892"/>
                  </a:lnTo>
                  <a:lnTo>
                    <a:pt x="0" y="189230"/>
                  </a:lnTo>
                  <a:lnTo>
                    <a:pt x="29210" y="189230"/>
                  </a:lnTo>
                  <a:lnTo>
                    <a:pt x="29210" y="182892"/>
                  </a:lnTo>
                  <a:close/>
                </a:path>
                <a:path w="29210" h="476250">
                  <a:moveTo>
                    <a:pt x="29210" y="176542"/>
                  </a:moveTo>
                  <a:lnTo>
                    <a:pt x="0" y="176542"/>
                  </a:lnTo>
                  <a:lnTo>
                    <a:pt x="0" y="182880"/>
                  </a:lnTo>
                  <a:lnTo>
                    <a:pt x="29210" y="182880"/>
                  </a:lnTo>
                  <a:lnTo>
                    <a:pt x="29210" y="176542"/>
                  </a:lnTo>
                  <a:close/>
                </a:path>
                <a:path w="29210" h="476250">
                  <a:moveTo>
                    <a:pt x="29210" y="170192"/>
                  </a:moveTo>
                  <a:lnTo>
                    <a:pt x="0" y="170192"/>
                  </a:lnTo>
                  <a:lnTo>
                    <a:pt x="0" y="176530"/>
                  </a:lnTo>
                  <a:lnTo>
                    <a:pt x="29210" y="176530"/>
                  </a:lnTo>
                  <a:lnTo>
                    <a:pt x="29210" y="170192"/>
                  </a:lnTo>
                  <a:close/>
                </a:path>
                <a:path w="29210" h="476250">
                  <a:moveTo>
                    <a:pt x="29210" y="163842"/>
                  </a:moveTo>
                  <a:lnTo>
                    <a:pt x="0" y="163842"/>
                  </a:lnTo>
                  <a:lnTo>
                    <a:pt x="0" y="170180"/>
                  </a:lnTo>
                  <a:lnTo>
                    <a:pt x="29210" y="170180"/>
                  </a:lnTo>
                  <a:lnTo>
                    <a:pt x="29210" y="163842"/>
                  </a:lnTo>
                  <a:close/>
                </a:path>
                <a:path w="29210" h="476250">
                  <a:moveTo>
                    <a:pt x="29210" y="157492"/>
                  </a:moveTo>
                  <a:lnTo>
                    <a:pt x="0" y="157492"/>
                  </a:lnTo>
                  <a:lnTo>
                    <a:pt x="0" y="163830"/>
                  </a:lnTo>
                  <a:lnTo>
                    <a:pt x="29210" y="163830"/>
                  </a:lnTo>
                  <a:lnTo>
                    <a:pt x="29210" y="157492"/>
                  </a:lnTo>
                  <a:close/>
                </a:path>
                <a:path w="29210" h="476250">
                  <a:moveTo>
                    <a:pt x="2921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9210" y="157480"/>
                  </a:lnTo>
                  <a:lnTo>
                    <a:pt x="29210" y="151142"/>
                  </a:lnTo>
                  <a:close/>
                </a:path>
                <a:path w="29210" h="476250">
                  <a:moveTo>
                    <a:pt x="29210" y="138442"/>
                  </a:moveTo>
                  <a:lnTo>
                    <a:pt x="0" y="138442"/>
                  </a:lnTo>
                  <a:lnTo>
                    <a:pt x="0" y="151130"/>
                  </a:lnTo>
                  <a:lnTo>
                    <a:pt x="29210" y="151130"/>
                  </a:lnTo>
                  <a:lnTo>
                    <a:pt x="29210" y="138442"/>
                  </a:lnTo>
                  <a:close/>
                </a:path>
                <a:path w="29210" h="476250">
                  <a:moveTo>
                    <a:pt x="29210" y="132092"/>
                  </a:moveTo>
                  <a:lnTo>
                    <a:pt x="0" y="132092"/>
                  </a:lnTo>
                  <a:lnTo>
                    <a:pt x="0" y="138430"/>
                  </a:lnTo>
                  <a:lnTo>
                    <a:pt x="29210" y="138430"/>
                  </a:lnTo>
                  <a:lnTo>
                    <a:pt x="29210" y="132092"/>
                  </a:lnTo>
                  <a:close/>
                </a:path>
                <a:path w="29210" h="476250">
                  <a:moveTo>
                    <a:pt x="29210" y="125742"/>
                  </a:moveTo>
                  <a:lnTo>
                    <a:pt x="0" y="125742"/>
                  </a:lnTo>
                  <a:lnTo>
                    <a:pt x="0" y="132080"/>
                  </a:lnTo>
                  <a:lnTo>
                    <a:pt x="29210" y="132080"/>
                  </a:lnTo>
                  <a:lnTo>
                    <a:pt x="29210" y="125742"/>
                  </a:lnTo>
                  <a:close/>
                </a:path>
                <a:path w="29210" h="476250">
                  <a:moveTo>
                    <a:pt x="29210" y="119392"/>
                  </a:moveTo>
                  <a:lnTo>
                    <a:pt x="0" y="119392"/>
                  </a:lnTo>
                  <a:lnTo>
                    <a:pt x="0" y="125730"/>
                  </a:lnTo>
                  <a:lnTo>
                    <a:pt x="29210" y="125730"/>
                  </a:lnTo>
                  <a:lnTo>
                    <a:pt x="29210" y="119392"/>
                  </a:lnTo>
                  <a:close/>
                </a:path>
                <a:path w="29210" h="476250">
                  <a:moveTo>
                    <a:pt x="29210" y="113042"/>
                  </a:moveTo>
                  <a:lnTo>
                    <a:pt x="0" y="113042"/>
                  </a:lnTo>
                  <a:lnTo>
                    <a:pt x="0" y="119380"/>
                  </a:lnTo>
                  <a:lnTo>
                    <a:pt x="29210" y="119380"/>
                  </a:lnTo>
                  <a:lnTo>
                    <a:pt x="29210" y="113042"/>
                  </a:lnTo>
                  <a:close/>
                </a:path>
                <a:path w="29210" h="476250">
                  <a:moveTo>
                    <a:pt x="29210" y="106692"/>
                  </a:moveTo>
                  <a:lnTo>
                    <a:pt x="0" y="106692"/>
                  </a:lnTo>
                  <a:lnTo>
                    <a:pt x="0" y="113030"/>
                  </a:lnTo>
                  <a:lnTo>
                    <a:pt x="29210" y="113030"/>
                  </a:lnTo>
                  <a:lnTo>
                    <a:pt x="29210" y="106692"/>
                  </a:lnTo>
                  <a:close/>
                </a:path>
                <a:path w="29210" h="476250">
                  <a:moveTo>
                    <a:pt x="29210" y="100342"/>
                  </a:moveTo>
                  <a:lnTo>
                    <a:pt x="0" y="100342"/>
                  </a:lnTo>
                  <a:lnTo>
                    <a:pt x="0" y="106680"/>
                  </a:lnTo>
                  <a:lnTo>
                    <a:pt x="29210" y="106680"/>
                  </a:lnTo>
                  <a:lnTo>
                    <a:pt x="29210" y="100342"/>
                  </a:lnTo>
                  <a:close/>
                </a:path>
                <a:path w="29210" h="476250">
                  <a:moveTo>
                    <a:pt x="2921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9210" y="100330"/>
                  </a:lnTo>
                  <a:lnTo>
                    <a:pt x="29210" y="93992"/>
                  </a:lnTo>
                  <a:close/>
                </a:path>
                <a:path w="29210" h="476250">
                  <a:moveTo>
                    <a:pt x="2921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9210" y="93980"/>
                  </a:lnTo>
                  <a:lnTo>
                    <a:pt x="29210" y="87642"/>
                  </a:lnTo>
                  <a:close/>
                </a:path>
                <a:path w="29210" h="476250">
                  <a:moveTo>
                    <a:pt x="29210" y="81292"/>
                  </a:moveTo>
                  <a:lnTo>
                    <a:pt x="0" y="81292"/>
                  </a:lnTo>
                  <a:lnTo>
                    <a:pt x="0" y="87630"/>
                  </a:lnTo>
                  <a:lnTo>
                    <a:pt x="29210" y="87630"/>
                  </a:lnTo>
                  <a:lnTo>
                    <a:pt x="29210" y="81292"/>
                  </a:lnTo>
                  <a:close/>
                </a:path>
                <a:path w="29210" h="476250">
                  <a:moveTo>
                    <a:pt x="29210" y="68592"/>
                  </a:moveTo>
                  <a:lnTo>
                    <a:pt x="0" y="68592"/>
                  </a:lnTo>
                  <a:lnTo>
                    <a:pt x="0" y="81280"/>
                  </a:lnTo>
                  <a:lnTo>
                    <a:pt x="29210" y="81280"/>
                  </a:lnTo>
                  <a:lnTo>
                    <a:pt x="29210" y="68592"/>
                  </a:lnTo>
                  <a:close/>
                </a:path>
                <a:path w="29210" h="476250">
                  <a:moveTo>
                    <a:pt x="29210" y="62242"/>
                  </a:moveTo>
                  <a:lnTo>
                    <a:pt x="0" y="62242"/>
                  </a:lnTo>
                  <a:lnTo>
                    <a:pt x="0" y="68580"/>
                  </a:lnTo>
                  <a:lnTo>
                    <a:pt x="29210" y="68580"/>
                  </a:lnTo>
                  <a:lnTo>
                    <a:pt x="29210" y="62242"/>
                  </a:lnTo>
                  <a:close/>
                </a:path>
                <a:path w="29210" h="476250">
                  <a:moveTo>
                    <a:pt x="29210" y="55892"/>
                  </a:moveTo>
                  <a:lnTo>
                    <a:pt x="0" y="55892"/>
                  </a:lnTo>
                  <a:lnTo>
                    <a:pt x="0" y="62230"/>
                  </a:lnTo>
                  <a:lnTo>
                    <a:pt x="29210" y="62230"/>
                  </a:lnTo>
                  <a:lnTo>
                    <a:pt x="29210" y="55892"/>
                  </a:lnTo>
                  <a:close/>
                </a:path>
                <a:path w="29210" h="476250">
                  <a:moveTo>
                    <a:pt x="29210" y="49542"/>
                  </a:moveTo>
                  <a:lnTo>
                    <a:pt x="0" y="49542"/>
                  </a:lnTo>
                  <a:lnTo>
                    <a:pt x="0" y="55880"/>
                  </a:lnTo>
                  <a:lnTo>
                    <a:pt x="29210" y="55880"/>
                  </a:lnTo>
                  <a:lnTo>
                    <a:pt x="29210" y="49542"/>
                  </a:lnTo>
                  <a:close/>
                </a:path>
                <a:path w="29210" h="476250">
                  <a:moveTo>
                    <a:pt x="2921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9210" y="49530"/>
                  </a:lnTo>
                  <a:lnTo>
                    <a:pt x="29210" y="43192"/>
                  </a:lnTo>
                  <a:close/>
                </a:path>
                <a:path w="29210" h="476250">
                  <a:moveTo>
                    <a:pt x="2921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9210" y="43180"/>
                  </a:lnTo>
                  <a:lnTo>
                    <a:pt x="29210" y="36842"/>
                  </a:lnTo>
                  <a:close/>
                </a:path>
                <a:path w="29210" h="476250">
                  <a:moveTo>
                    <a:pt x="2921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9210" y="36830"/>
                  </a:lnTo>
                  <a:lnTo>
                    <a:pt x="29210" y="30492"/>
                  </a:lnTo>
                  <a:close/>
                </a:path>
                <a:path w="29210" h="476250">
                  <a:moveTo>
                    <a:pt x="29210" y="24142"/>
                  </a:moveTo>
                  <a:lnTo>
                    <a:pt x="0" y="24142"/>
                  </a:lnTo>
                  <a:lnTo>
                    <a:pt x="0" y="30480"/>
                  </a:lnTo>
                  <a:lnTo>
                    <a:pt x="29210" y="30480"/>
                  </a:lnTo>
                  <a:lnTo>
                    <a:pt x="29210" y="24142"/>
                  </a:lnTo>
                  <a:close/>
                </a:path>
                <a:path w="29210" h="476250">
                  <a:moveTo>
                    <a:pt x="292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9210" y="24130"/>
                  </a:lnTo>
                  <a:lnTo>
                    <a:pt x="29210" y="17792"/>
                  </a:lnTo>
                  <a:close/>
                </a:path>
                <a:path w="29210" h="476250">
                  <a:moveTo>
                    <a:pt x="29210" y="5092"/>
                  </a:moveTo>
                  <a:lnTo>
                    <a:pt x="0" y="5092"/>
                  </a:lnTo>
                  <a:lnTo>
                    <a:pt x="0" y="17780"/>
                  </a:lnTo>
                  <a:lnTo>
                    <a:pt x="29210" y="17780"/>
                  </a:lnTo>
                  <a:lnTo>
                    <a:pt x="29210" y="5092"/>
                  </a:lnTo>
                  <a:close/>
                </a:path>
                <a:path w="29210" h="476250">
                  <a:moveTo>
                    <a:pt x="292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9210" y="5080"/>
                  </a:lnTo>
                  <a:lnTo>
                    <a:pt x="29210" y="0"/>
                  </a:lnTo>
                  <a:close/>
                </a:path>
              </a:pathLst>
            </a:custGeom>
            <a:solidFill>
              <a:srgbClr val="172F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7" name="object 3687"/>
            <p:cNvSpPr/>
            <p:nvPr/>
          </p:nvSpPr>
          <p:spPr>
            <a:xfrm>
              <a:off x="3559810" y="5500382"/>
              <a:ext cx="29209" cy="181610"/>
            </a:xfrm>
            <a:custGeom>
              <a:avLst/>
              <a:gdLst/>
              <a:ahLst/>
              <a:cxnLst/>
              <a:rect l="l" t="t" r="r" b="b"/>
              <a:pathLst>
                <a:path w="29210" h="181610">
                  <a:moveTo>
                    <a:pt x="29210" y="180340"/>
                  </a:moveTo>
                  <a:lnTo>
                    <a:pt x="0" y="180340"/>
                  </a:lnTo>
                  <a:lnTo>
                    <a:pt x="0" y="181597"/>
                  </a:lnTo>
                  <a:lnTo>
                    <a:pt x="29210" y="181597"/>
                  </a:lnTo>
                  <a:lnTo>
                    <a:pt x="29210" y="180340"/>
                  </a:lnTo>
                  <a:close/>
                </a:path>
                <a:path w="29210" h="181610">
                  <a:moveTo>
                    <a:pt x="29210" y="173990"/>
                  </a:moveTo>
                  <a:lnTo>
                    <a:pt x="0" y="173990"/>
                  </a:lnTo>
                  <a:lnTo>
                    <a:pt x="0" y="180327"/>
                  </a:lnTo>
                  <a:lnTo>
                    <a:pt x="29210" y="180327"/>
                  </a:lnTo>
                  <a:lnTo>
                    <a:pt x="29210" y="173990"/>
                  </a:lnTo>
                  <a:close/>
                </a:path>
                <a:path w="29210" h="181610">
                  <a:moveTo>
                    <a:pt x="29210" y="171450"/>
                  </a:moveTo>
                  <a:lnTo>
                    <a:pt x="0" y="171450"/>
                  </a:lnTo>
                  <a:lnTo>
                    <a:pt x="0" y="173977"/>
                  </a:lnTo>
                  <a:lnTo>
                    <a:pt x="29210" y="173977"/>
                  </a:lnTo>
                  <a:lnTo>
                    <a:pt x="29210" y="171450"/>
                  </a:lnTo>
                  <a:close/>
                </a:path>
                <a:path w="29210" h="181610">
                  <a:moveTo>
                    <a:pt x="29210" y="167640"/>
                  </a:moveTo>
                  <a:lnTo>
                    <a:pt x="0" y="167640"/>
                  </a:lnTo>
                  <a:lnTo>
                    <a:pt x="0" y="171437"/>
                  </a:lnTo>
                  <a:lnTo>
                    <a:pt x="29210" y="171437"/>
                  </a:lnTo>
                  <a:lnTo>
                    <a:pt x="29210" y="167640"/>
                  </a:lnTo>
                  <a:close/>
                </a:path>
                <a:path w="29210" h="181610">
                  <a:moveTo>
                    <a:pt x="29210" y="165100"/>
                  </a:moveTo>
                  <a:lnTo>
                    <a:pt x="0" y="165100"/>
                  </a:lnTo>
                  <a:lnTo>
                    <a:pt x="0" y="167627"/>
                  </a:lnTo>
                  <a:lnTo>
                    <a:pt x="29210" y="167627"/>
                  </a:lnTo>
                  <a:lnTo>
                    <a:pt x="29210" y="165100"/>
                  </a:lnTo>
                  <a:close/>
                </a:path>
                <a:path w="29210" h="181610">
                  <a:moveTo>
                    <a:pt x="29210" y="161290"/>
                  </a:moveTo>
                  <a:lnTo>
                    <a:pt x="0" y="161290"/>
                  </a:lnTo>
                  <a:lnTo>
                    <a:pt x="0" y="165087"/>
                  </a:lnTo>
                  <a:lnTo>
                    <a:pt x="29210" y="165087"/>
                  </a:lnTo>
                  <a:lnTo>
                    <a:pt x="29210" y="161290"/>
                  </a:lnTo>
                  <a:close/>
                </a:path>
                <a:path w="29210" h="181610">
                  <a:moveTo>
                    <a:pt x="29210" y="154940"/>
                  </a:moveTo>
                  <a:lnTo>
                    <a:pt x="0" y="154940"/>
                  </a:lnTo>
                  <a:lnTo>
                    <a:pt x="0" y="161277"/>
                  </a:lnTo>
                  <a:lnTo>
                    <a:pt x="29210" y="161277"/>
                  </a:lnTo>
                  <a:lnTo>
                    <a:pt x="29210" y="154940"/>
                  </a:lnTo>
                  <a:close/>
                </a:path>
                <a:path w="29210" h="181610">
                  <a:moveTo>
                    <a:pt x="29210" y="152400"/>
                  </a:moveTo>
                  <a:lnTo>
                    <a:pt x="0" y="152400"/>
                  </a:lnTo>
                  <a:lnTo>
                    <a:pt x="0" y="154927"/>
                  </a:lnTo>
                  <a:lnTo>
                    <a:pt x="29210" y="154927"/>
                  </a:lnTo>
                  <a:lnTo>
                    <a:pt x="29210" y="152400"/>
                  </a:lnTo>
                  <a:close/>
                </a:path>
                <a:path w="29210" h="181610">
                  <a:moveTo>
                    <a:pt x="29210" y="148590"/>
                  </a:moveTo>
                  <a:lnTo>
                    <a:pt x="0" y="148590"/>
                  </a:lnTo>
                  <a:lnTo>
                    <a:pt x="0" y="152387"/>
                  </a:lnTo>
                  <a:lnTo>
                    <a:pt x="29210" y="152387"/>
                  </a:lnTo>
                  <a:lnTo>
                    <a:pt x="29210" y="148590"/>
                  </a:lnTo>
                  <a:close/>
                </a:path>
                <a:path w="29210" h="181610">
                  <a:moveTo>
                    <a:pt x="29210" y="146050"/>
                  </a:moveTo>
                  <a:lnTo>
                    <a:pt x="0" y="146050"/>
                  </a:lnTo>
                  <a:lnTo>
                    <a:pt x="0" y="148577"/>
                  </a:lnTo>
                  <a:lnTo>
                    <a:pt x="29210" y="148577"/>
                  </a:lnTo>
                  <a:lnTo>
                    <a:pt x="29210" y="146050"/>
                  </a:lnTo>
                  <a:close/>
                </a:path>
                <a:path w="29210" h="181610">
                  <a:moveTo>
                    <a:pt x="29210" y="142240"/>
                  </a:moveTo>
                  <a:lnTo>
                    <a:pt x="0" y="142240"/>
                  </a:lnTo>
                  <a:lnTo>
                    <a:pt x="0" y="146037"/>
                  </a:lnTo>
                  <a:lnTo>
                    <a:pt x="29210" y="146037"/>
                  </a:lnTo>
                  <a:lnTo>
                    <a:pt x="29210" y="142240"/>
                  </a:lnTo>
                  <a:close/>
                </a:path>
                <a:path w="29210" h="181610">
                  <a:moveTo>
                    <a:pt x="29210" y="135890"/>
                  </a:moveTo>
                  <a:lnTo>
                    <a:pt x="0" y="135890"/>
                  </a:lnTo>
                  <a:lnTo>
                    <a:pt x="0" y="142227"/>
                  </a:lnTo>
                  <a:lnTo>
                    <a:pt x="29210" y="142227"/>
                  </a:lnTo>
                  <a:lnTo>
                    <a:pt x="29210" y="135890"/>
                  </a:lnTo>
                  <a:close/>
                </a:path>
                <a:path w="29210" h="181610">
                  <a:moveTo>
                    <a:pt x="29210" y="133350"/>
                  </a:moveTo>
                  <a:lnTo>
                    <a:pt x="0" y="133350"/>
                  </a:lnTo>
                  <a:lnTo>
                    <a:pt x="0" y="135877"/>
                  </a:lnTo>
                  <a:lnTo>
                    <a:pt x="29210" y="135877"/>
                  </a:lnTo>
                  <a:lnTo>
                    <a:pt x="29210" y="133350"/>
                  </a:lnTo>
                  <a:close/>
                </a:path>
                <a:path w="29210" h="181610">
                  <a:moveTo>
                    <a:pt x="29210" y="129540"/>
                  </a:moveTo>
                  <a:lnTo>
                    <a:pt x="0" y="129540"/>
                  </a:lnTo>
                  <a:lnTo>
                    <a:pt x="0" y="133337"/>
                  </a:lnTo>
                  <a:lnTo>
                    <a:pt x="29210" y="133337"/>
                  </a:lnTo>
                  <a:lnTo>
                    <a:pt x="29210" y="129540"/>
                  </a:lnTo>
                  <a:close/>
                </a:path>
                <a:path w="29210" h="181610">
                  <a:moveTo>
                    <a:pt x="29210" y="127000"/>
                  </a:moveTo>
                  <a:lnTo>
                    <a:pt x="0" y="127000"/>
                  </a:lnTo>
                  <a:lnTo>
                    <a:pt x="0" y="129527"/>
                  </a:lnTo>
                  <a:lnTo>
                    <a:pt x="29210" y="129527"/>
                  </a:lnTo>
                  <a:lnTo>
                    <a:pt x="29210" y="127000"/>
                  </a:lnTo>
                  <a:close/>
                </a:path>
                <a:path w="29210" h="181610">
                  <a:moveTo>
                    <a:pt x="29210" y="120650"/>
                  </a:moveTo>
                  <a:lnTo>
                    <a:pt x="0" y="120650"/>
                  </a:lnTo>
                  <a:lnTo>
                    <a:pt x="0" y="126987"/>
                  </a:lnTo>
                  <a:lnTo>
                    <a:pt x="29210" y="126987"/>
                  </a:lnTo>
                  <a:lnTo>
                    <a:pt x="29210" y="120650"/>
                  </a:lnTo>
                  <a:close/>
                </a:path>
                <a:path w="29210" h="181610">
                  <a:moveTo>
                    <a:pt x="2921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29210" y="120637"/>
                  </a:lnTo>
                  <a:lnTo>
                    <a:pt x="29210" y="114300"/>
                  </a:lnTo>
                  <a:close/>
                </a:path>
                <a:path w="29210" h="181610">
                  <a:moveTo>
                    <a:pt x="29210" y="110490"/>
                  </a:moveTo>
                  <a:lnTo>
                    <a:pt x="0" y="110490"/>
                  </a:lnTo>
                  <a:lnTo>
                    <a:pt x="0" y="114287"/>
                  </a:lnTo>
                  <a:lnTo>
                    <a:pt x="29210" y="114287"/>
                  </a:lnTo>
                  <a:lnTo>
                    <a:pt x="29210" y="110490"/>
                  </a:lnTo>
                  <a:close/>
                </a:path>
                <a:path w="29210" h="181610">
                  <a:moveTo>
                    <a:pt x="29210" y="107950"/>
                  </a:moveTo>
                  <a:lnTo>
                    <a:pt x="0" y="107950"/>
                  </a:lnTo>
                  <a:lnTo>
                    <a:pt x="0" y="110477"/>
                  </a:lnTo>
                  <a:lnTo>
                    <a:pt x="29210" y="110477"/>
                  </a:lnTo>
                  <a:lnTo>
                    <a:pt x="29210" y="107950"/>
                  </a:lnTo>
                  <a:close/>
                </a:path>
                <a:path w="29210" h="181610">
                  <a:moveTo>
                    <a:pt x="29210" y="104140"/>
                  </a:moveTo>
                  <a:lnTo>
                    <a:pt x="0" y="104140"/>
                  </a:lnTo>
                  <a:lnTo>
                    <a:pt x="0" y="107937"/>
                  </a:lnTo>
                  <a:lnTo>
                    <a:pt x="29210" y="107937"/>
                  </a:lnTo>
                  <a:lnTo>
                    <a:pt x="29210" y="104140"/>
                  </a:lnTo>
                  <a:close/>
                </a:path>
                <a:path w="29210" h="181610">
                  <a:moveTo>
                    <a:pt x="29210" y="101600"/>
                  </a:moveTo>
                  <a:lnTo>
                    <a:pt x="0" y="101600"/>
                  </a:lnTo>
                  <a:lnTo>
                    <a:pt x="0" y="104127"/>
                  </a:lnTo>
                  <a:lnTo>
                    <a:pt x="29210" y="104127"/>
                  </a:lnTo>
                  <a:lnTo>
                    <a:pt x="29210" y="101600"/>
                  </a:lnTo>
                  <a:close/>
                </a:path>
                <a:path w="29210" h="181610">
                  <a:moveTo>
                    <a:pt x="29210" y="97790"/>
                  </a:moveTo>
                  <a:lnTo>
                    <a:pt x="0" y="97790"/>
                  </a:lnTo>
                  <a:lnTo>
                    <a:pt x="0" y="101587"/>
                  </a:lnTo>
                  <a:lnTo>
                    <a:pt x="29210" y="101587"/>
                  </a:lnTo>
                  <a:lnTo>
                    <a:pt x="29210" y="97790"/>
                  </a:lnTo>
                  <a:close/>
                </a:path>
                <a:path w="29210" h="181610">
                  <a:moveTo>
                    <a:pt x="29210" y="95250"/>
                  </a:moveTo>
                  <a:lnTo>
                    <a:pt x="0" y="95250"/>
                  </a:lnTo>
                  <a:lnTo>
                    <a:pt x="0" y="97777"/>
                  </a:lnTo>
                  <a:lnTo>
                    <a:pt x="29210" y="97777"/>
                  </a:lnTo>
                  <a:lnTo>
                    <a:pt x="29210" y="95250"/>
                  </a:lnTo>
                  <a:close/>
                </a:path>
                <a:path w="29210" h="181610">
                  <a:moveTo>
                    <a:pt x="29210" y="91440"/>
                  </a:moveTo>
                  <a:lnTo>
                    <a:pt x="0" y="91440"/>
                  </a:lnTo>
                  <a:lnTo>
                    <a:pt x="0" y="95237"/>
                  </a:lnTo>
                  <a:lnTo>
                    <a:pt x="29210" y="95237"/>
                  </a:lnTo>
                  <a:lnTo>
                    <a:pt x="29210" y="91440"/>
                  </a:lnTo>
                  <a:close/>
                </a:path>
                <a:path w="29210" h="181610">
                  <a:moveTo>
                    <a:pt x="29210" y="82550"/>
                  </a:moveTo>
                  <a:lnTo>
                    <a:pt x="0" y="82550"/>
                  </a:lnTo>
                  <a:lnTo>
                    <a:pt x="0" y="91427"/>
                  </a:lnTo>
                  <a:lnTo>
                    <a:pt x="29210" y="91427"/>
                  </a:lnTo>
                  <a:lnTo>
                    <a:pt x="29210" y="82550"/>
                  </a:lnTo>
                  <a:close/>
                </a:path>
                <a:path w="29210" h="181610">
                  <a:moveTo>
                    <a:pt x="29210" y="72390"/>
                  </a:moveTo>
                  <a:lnTo>
                    <a:pt x="0" y="72390"/>
                  </a:lnTo>
                  <a:lnTo>
                    <a:pt x="0" y="82537"/>
                  </a:lnTo>
                  <a:lnTo>
                    <a:pt x="29210" y="82537"/>
                  </a:lnTo>
                  <a:lnTo>
                    <a:pt x="29210" y="72390"/>
                  </a:lnTo>
                  <a:close/>
                </a:path>
                <a:path w="29210" h="181610">
                  <a:moveTo>
                    <a:pt x="29210" y="63500"/>
                  </a:moveTo>
                  <a:lnTo>
                    <a:pt x="0" y="63500"/>
                  </a:lnTo>
                  <a:lnTo>
                    <a:pt x="0" y="72377"/>
                  </a:lnTo>
                  <a:lnTo>
                    <a:pt x="29210" y="72377"/>
                  </a:lnTo>
                  <a:lnTo>
                    <a:pt x="29210" y="63500"/>
                  </a:lnTo>
                  <a:close/>
                </a:path>
                <a:path w="29210" h="181610">
                  <a:moveTo>
                    <a:pt x="29210" y="53340"/>
                  </a:moveTo>
                  <a:lnTo>
                    <a:pt x="0" y="53340"/>
                  </a:lnTo>
                  <a:lnTo>
                    <a:pt x="0" y="63487"/>
                  </a:lnTo>
                  <a:lnTo>
                    <a:pt x="29210" y="63487"/>
                  </a:lnTo>
                  <a:lnTo>
                    <a:pt x="29210" y="53340"/>
                  </a:lnTo>
                  <a:close/>
                </a:path>
                <a:path w="29210" h="181610">
                  <a:moveTo>
                    <a:pt x="29210" y="50800"/>
                  </a:moveTo>
                  <a:lnTo>
                    <a:pt x="0" y="50800"/>
                  </a:lnTo>
                  <a:lnTo>
                    <a:pt x="0" y="53327"/>
                  </a:lnTo>
                  <a:lnTo>
                    <a:pt x="29210" y="53327"/>
                  </a:lnTo>
                  <a:lnTo>
                    <a:pt x="29210" y="50800"/>
                  </a:lnTo>
                  <a:close/>
                </a:path>
                <a:path w="29210" h="181610">
                  <a:moveTo>
                    <a:pt x="29210" y="46990"/>
                  </a:moveTo>
                  <a:lnTo>
                    <a:pt x="0" y="46990"/>
                  </a:lnTo>
                  <a:lnTo>
                    <a:pt x="0" y="50787"/>
                  </a:lnTo>
                  <a:lnTo>
                    <a:pt x="29210" y="50787"/>
                  </a:lnTo>
                  <a:lnTo>
                    <a:pt x="29210" y="46990"/>
                  </a:lnTo>
                  <a:close/>
                </a:path>
                <a:path w="29210" h="181610">
                  <a:moveTo>
                    <a:pt x="29210" y="40640"/>
                  </a:moveTo>
                  <a:lnTo>
                    <a:pt x="0" y="40640"/>
                  </a:lnTo>
                  <a:lnTo>
                    <a:pt x="0" y="46977"/>
                  </a:lnTo>
                  <a:lnTo>
                    <a:pt x="29210" y="46977"/>
                  </a:lnTo>
                  <a:lnTo>
                    <a:pt x="29210" y="40640"/>
                  </a:lnTo>
                  <a:close/>
                </a:path>
                <a:path w="29210" h="181610">
                  <a:moveTo>
                    <a:pt x="29210" y="34290"/>
                  </a:moveTo>
                  <a:lnTo>
                    <a:pt x="0" y="34290"/>
                  </a:lnTo>
                  <a:lnTo>
                    <a:pt x="0" y="40627"/>
                  </a:lnTo>
                  <a:lnTo>
                    <a:pt x="29210" y="40627"/>
                  </a:lnTo>
                  <a:lnTo>
                    <a:pt x="29210" y="34290"/>
                  </a:lnTo>
                  <a:close/>
                </a:path>
                <a:path w="29210" h="181610">
                  <a:moveTo>
                    <a:pt x="29210" y="27940"/>
                  </a:moveTo>
                  <a:lnTo>
                    <a:pt x="0" y="27940"/>
                  </a:lnTo>
                  <a:lnTo>
                    <a:pt x="0" y="34277"/>
                  </a:lnTo>
                  <a:lnTo>
                    <a:pt x="29210" y="34277"/>
                  </a:lnTo>
                  <a:lnTo>
                    <a:pt x="29210" y="27940"/>
                  </a:lnTo>
                  <a:close/>
                </a:path>
                <a:path w="29210" h="181610">
                  <a:moveTo>
                    <a:pt x="29210" y="25400"/>
                  </a:moveTo>
                  <a:lnTo>
                    <a:pt x="0" y="25400"/>
                  </a:lnTo>
                  <a:lnTo>
                    <a:pt x="0" y="27927"/>
                  </a:lnTo>
                  <a:lnTo>
                    <a:pt x="29210" y="27927"/>
                  </a:lnTo>
                  <a:lnTo>
                    <a:pt x="29210" y="25400"/>
                  </a:lnTo>
                  <a:close/>
                </a:path>
                <a:path w="29210" h="181610">
                  <a:moveTo>
                    <a:pt x="2921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29210" y="25387"/>
                  </a:lnTo>
                  <a:lnTo>
                    <a:pt x="29210" y="21590"/>
                  </a:lnTo>
                  <a:close/>
                </a:path>
                <a:path w="29210" h="181610">
                  <a:moveTo>
                    <a:pt x="29210" y="15240"/>
                  </a:moveTo>
                  <a:lnTo>
                    <a:pt x="0" y="15240"/>
                  </a:lnTo>
                  <a:lnTo>
                    <a:pt x="0" y="21577"/>
                  </a:lnTo>
                  <a:lnTo>
                    <a:pt x="29210" y="21577"/>
                  </a:lnTo>
                  <a:lnTo>
                    <a:pt x="29210" y="15240"/>
                  </a:lnTo>
                  <a:close/>
                </a:path>
                <a:path w="29210" h="181610">
                  <a:moveTo>
                    <a:pt x="292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9210" y="15227"/>
                  </a:lnTo>
                  <a:lnTo>
                    <a:pt x="29210" y="12700"/>
                  </a:lnTo>
                  <a:close/>
                </a:path>
                <a:path w="29210" h="181610">
                  <a:moveTo>
                    <a:pt x="292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9210" y="12687"/>
                  </a:lnTo>
                  <a:lnTo>
                    <a:pt x="29210" y="8890"/>
                  </a:lnTo>
                  <a:close/>
                </a:path>
                <a:path w="29210" h="181610">
                  <a:moveTo>
                    <a:pt x="29210" y="0"/>
                  </a:moveTo>
                  <a:lnTo>
                    <a:pt x="0" y="0"/>
                  </a:lnTo>
                  <a:lnTo>
                    <a:pt x="0" y="8877"/>
                  </a:lnTo>
                  <a:lnTo>
                    <a:pt x="29210" y="8877"/>
                  </a:lnTo>
                  <a:lnTo>
                    <a:pt x="29210" y="0"/>
                  </a:lnTo>
                  <a:close/>
                </a:path>
              </a:pathLst>
            </a:custGeom>
            <a:solidFill>
              <a:srgbClr val="172F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8" name="object 3688"/>
            <p:cNvSpPr/>
            <p:nvPr/>
          </p:nvSpPr>
          <p:spPr>
            <a:xfrm>
              <a:off x="3589020" y="5033010"/>
              <a:ext cx="27940" cy="476250"/>
            </a:xfrm>
            <a:custGeom>
              <a:avLst/>
              <a:gdLst/>
              <a:ahLst/>
              <a:cxnLst/>
              <a:rect l="l" t="t" r="r" b="b"/>
              <a:pathLst>
                <a:path w="27939" h="476250">
                  <a:moveTo>
                    <a:pt x="27940" y="467372"/>
                  </a:moveTo>
                  <a:lnTo>
                    <a:pt x="0" y="467372"/>
                  </a:lnTo>
                  <a:lnTo>
                    <a:pt x="0" y="476250"/>
                  </a:lnTo>
                  <a:lnTo>
                    <a:pt x="27940" y="476250"/>
                  </a:lnTo>
                  <a:lnTo>
                    <a:pt x="27940" y="467372"/>
                  </a:lnTo>
                  <a:close/>
                </a:path>
                <a:path w="27939" h="476250">
                  <a:moveTo>
                    <a:pt x="27940" y="463562"/>
                  </a:moveTo>
                  <a:lnTo>
                    <a:pt x="0" y="463562"/>
                  </a:lnTo>
                  <a:lnTo>
                    <a:pt x="0" y="467360"/>
                  </a:lnTo>
                  <a:lnTo>
                    <a:pt x="27940" y="467360"/>
                  </a:lnTo>
                  <a:lnTo>
                    <a:pt x="27940" y="463562"/>
                  </a:lnTo>
                  <a:close/>
                </a:path>
                <a:path w="27939" h="476250">
                  <a:moveTo>
                    <a:pt x="27940" y="461022"/>
                  </a:moveTo>
                  <a:lnTo>
                    <a:pt x="0" y="461022"/>
                  </a:lnTo>
                  <a:lnTo>
                    <a:pt x="0" y="463550"/>
                  </a:lnTo>
                  <a:lnTo>
                    <a:pt x="27940" y="463550"/>
                  </a:lnTo>
                  <a:lnTo>
                    <a:pt x="27940" y="461022"/>
                  </a:lnTo>
                  <a:close/>
                </a:path>
                <a:path w="27939" h="476250">
                  <a:moveTo>
                    <a:pt x="27940" y="457212"/>
                  </a:moveTo>
                  <a:lnTo>
                    <a:pt x="0" y="457212"/>
                  </a:lnTo>
                  <a:lnTo>
                    <a:pt x="0" y="461010"/>
                  </a:lnTo>
                  <a:lnTo>
                    <a:pt x="27940" y="461010"/>
                  </a:lnTo>
                  <a:lnTo>
                    <a:pt x="27940" y="457212"/>
                  </a:lnTo>
                  <a:close/>
                </a:path>
                <a:path w="27939" h="476250">
                  <a:moveTo>
                    <a:pt x="27940" y="448322"/>
                  </a:moveTo>
                  <a:lnTo>
                    <a:pt x="0" y="448322"/>
                  </a:lnTo>
                  <a:lnTo>
                    <a:pt x="0" y="457200"/>
                  </a:lnTo>
                  <a:lnTo>
                    <a:pt x="27940" y="457200"/>
                  </a:lnTo>
                  <a:lnTo>
                    <a:pt x="27940" y="448322"/>
                  </a:lnTo>
                  <a:close/>
                </a:path>
                <a:path w="27939" h="476250">
                  <a:moveTo>
                    <a:pt x="27940" y="429272"/>
                  </a:moveTo>
                  <a:lnTo>
                    <a:pt x="0" y="429272"/>
                  </a:lnTo>
                  <a:lnTo>
                    <a:pt x="0" y="448310"/>
                  </a:lnTo>
                  <a:lnTo>
                    <a:pt x="27940" y="448310"/>
                  </a:lnTo>
                  <a:lnTo>
                    <a:pt x="27940" y="429272"/>
                  </a:lnTo>
                  <a:close/>
                </a:path>
                <a:path w="27939" h="476250">
                  <a:moveTo>
                    <a:pt x="27940" y="422922"/>
                  </a:moveTo>
                  <a:lnTo>
                    <a:pt x="0" y="422922"/>
                  </a:lnTo>
                  <a:lnTo>
                    <a:pt x="0" y="429260"/>
                  </a:lnTo>
                  <a:lnTo>
                    <a:pt x="27940" y="429260"/>
                  </a:lnTo>
                  <a:lnTo>
                    <a:pt x="27940" y="422922"/>
                  </a:lnTo>
                  <a:close/>
                </a:path>
                <a:path w="27939" h="476250">
                  <a:moveTo>
                    <a:pt x="27940" y="416572"/>
                  </a:moveTo>
                  <a:lnTo>
                    <a:pt x="0" y="416572"/>
                  </a:lnTo>
                  <a:lnTo>
                    <a:pt x="0" y="422910"/>
                  </a:lnTo>
                  <a:lnTo>
                    <a:pt x="27940" y="422910"/>
                  </a:lnTo>
                  <a:lnTo>
                    <a:pt x="27940" y="416572"/>
                  </a:lnTo>
                  <a:close/>
                </a:path>
                <a:path w="27939" h="476250">
                  <a:moveTo>
                    <a:pt x="27940" y="412762"/>
                  </a:moveTo>
                  <a:lnTo>
                    <a:pt x="0" y="412762"/>
                  </a:lnTo>
                  <a:lnTo>
                    <a:pt x="0" y="416560"/>
                  </a:lnTo>
                  <a:lnTo>
                    <a:pt x="27940" y="416560"/>
                  </a:lnTo>
                  <a:lnTo>
                    <a:pt x="27940" y="412762"/>
                  </a:lnTo>
                  <a:close/>
                </a:path>
                <a:path w="27939" h="476250">
                  <a:moveTo>
                    <a:pt x="27940" y="410222"/>
                  </a:moveTo>
                  <a:lnTo>
                    <a:pt x="0" y="410222"/>
                  </a:lnTo>
                  <a:lnTo>
                    <a:pt x="0" y="412750"/>
                  </a:lnTo>
                  <a:lnTo>
                    <a:pt x="27940" y="412750"/>
                  </a:lnTo>
                  <a:lnTo>
                    <a:pt x="27940" y="410222"/>
                  </a:lnTo>
                  <a:close/>
                </a:path>
                <a:path w="27939" h="476250">
                  <a:moveTo>
                    <a:pt x="27940" y="406412"/>
                  </a:moveTo>
                  <a:lnTo>
                    <a:pt x="0" y="406412"/>
                  </a:lnTo>
                  <a:lnTo>
                    <a:pt x="0" y="410210"/>
                  </a:lnTo>
                  <a:lnTo>
                    <a:pt x="27940" y="410210"/>
                  </a:lnTo>
                  <a:lnTo>
                    <a:pt x="27940" y="406412"/>
                  </a:lnTo>
                  <a:close/>
                </a:path>
                <a:path w="27939" h="476250">
                  <a:moveTo>
                    <a:pt x="27940" y="403872"/>
                  </a:moveTo>
                  <a:lnTo>
                    <a:pt x="0" y="403872"/>
                  </a:lnTo>
                  <a:lnTo>
                    <a:pt x="0" y="406400"/>
                  </a:lnTo>
                  <a:lnTo>
                    <a:pt x="27940" y="406400"/>
                  </a:lnTo>
                  <a:lnTo>
                    <a:pt x="27940" y="403872"/>
                  </a:lnTo>
                  <a:close/>
                </a:path>
                <a:path w="27939" h="476250">
                  <a:moveTo>
                    <a:pt x="27940" y="397522"/>
                  </a:moveTo>
                  <a:lnTo>
                    <a:pt x="0" y="397522"/>
                  </a:lnTo>
                  <a:lnTo>
                    <a:pt x="0" y="403860"/>
                  </a:lnTo>
                  <a:lnTo>
                    <a:pt x="27940" y="403860"/>
                  </a:lnTo>
                  <a:lnTo>
                    <a:pt x="27940" y="397522"/>
                  </a:lnTo>
                  <a:close/>
                </a:path>
                <a:path w="27939" h="476250">
                  <a:moveTo>
                    <a:pt x="27940" y="393712"/>
                  </a:moveTo>
                  <a:lnTo>
                    <a:pt x="0" y="393712"/>
                  </a:lnTo>
                  <a:lnTo>
                    <a:pt x="0" y="397510"/>
                  </a:lnTo>
                  <a:lnTo>
                    <a:pt x="27940" y="397510"/>
                  </a:lnTo>
                  <a:lnTo>
                    <a:pt x="27940" y="393712"/>
                  </a:lnTo>
                  <a:close/>
                </a:path>
                <a:path w="27939" h="476250">
                  <a:moveTo>
                    <a:pt x="27940" y="391172"/>
                  </a:moveTo>
                  <a:lnTo>
                    <a:pt x="0" y="391172"/>
                  </a:lnTo>
                  <a:lnTo>
                    <a:pt x="0" y="393700"/>
                  </a:lnTo>
                  <a:lnTo>
                    <a:pt x="27940" y="393700"/>
                  </a:lnTo>
                  <a:lnTo>
                    <a:pt x="27940" y="391172"/>
                  </a:lnTo>
                  <a:close/>
                </a:path>
                <a:path w="27939" h="476250">
                  <a:moveTo>
                    <a:pt x="27940" y="387362"/>
                  </a:moveTo>
                  <a:lnTo>
                    <a:pt x="0" y="387362"/>
                  </a:lnTo>
                  <a:lnTo>
                    <a:pt x="0" y="391160"/>
                  </a:lnTo>
                  <a:lnTo>
                    <a:pt x="27940" y="391160"/>
                  </a:lnTo>
                  <a:lnTo>
                    <a:pt x="27940" y="387362"/>
                  </a:lnTo>
                  <a:close/>
                </a:path>
                <a:path w="27939" h="476250">
                  <a:moveTo>
                    <a:pt x="27940" y="384822"/>
                  </a:moveTo>
                  <a:lnTo>
                    <a:pt x="0" y="384822"/>
                  </a:lnTo>
                  <a:lnTo>
                    <a:pt x="0" y="387350"/>
                  </a:lnTo>
                  <a:lnTo>
                    <a:pt x="27940" y="387350"/>
                  </a:lnTo>
                  <a:lnTo>
                    <a:pt x="27940" y="384822"/>
                  </a:lnTo>
                  <a:close/>
                </a:path>
                <a:path w="27939" h="476250">
                  <a:moveTo>
                    <a:pt x="27940" y="365772"/>
                  </a:moveTo>
                  <a:lnTo>
                    <a:pt x="0" y="365772"/>
                  </a:lnTo>
                  <a:lnTo>
                    <a:pt x="0" y="384810"/>
                  </a:lnTo>
                  <a:lnTo>
                    <a:pt x="27940" y="384810"/>
                  </a:lnTo>
                  <a:lnTo>
                    <a:pt x="27940" y="365772"/>
                  </a:lnTo>
                  <a:close/>
                </a:path>
                <a:path w="27939" h="476250">
                  <a:moveTo>
                    <a:pt x="27940" y="359422"/>
                  </a:moveTo>
                  <a:lnTo>
                    <a:pt x="0" y="359422"/>
                  </a:lnTo>
                  <a:lnTo>
                    <a:pt x="0" y="365760"/>
                  </a:lnTo>
                  <a:lnTo>
                    <a:pt x="27940" y="365760"/>
                  </a:lnTo>
                  <a:lnTo>
                    <a:pt x="27940" y="359422"/>
                  </a:lnTo>
                  <a:close/>
                </a:path>
                <a:path w="27939" h="476250">
                  <a:moveTo>
                    <a:pt x="27940" y="355612"/>
                  </a:moveTo>
                  <a:lnTo>
                    <a:pt x="0" y="355612"/>
                  </a:lnTo>
                  <a:lnTo>
                    <a:pt x="0" y="359410"/>
                  </a:lnTo>
                  <a:lnTo>
                    <a:pt x="27940" y="359410"/>
                  </a:lnTo>
                  <a:lnTo>
                    <a:pt x="27940" y="355612"/>
                  </a:lnTo>
                  <a:close/>
                </a:path>
                <a:path w="27939" h="476250">
                  <a:moveTo>
                    <a:pt x="27940" y="346722"/>
                  </a:moveTo>
                  <a:lnTo>
                    <a:pt x="0" y="346722"/>
                  </a:lnTo>
                  <a:lnTo>
                    <a:pt x="0" y="355600"/>
                  </a:lnTo>
                  <a:lnTo>
                    <a:pt x="27940" y="355600"/>
                  </a:lnTo>
                  <a:lnTo>
                    <a:pt x="27940" y="346722"/>
                  </a:lnTo>
                  <a:close/>
                </a:path>
                <a:path w="27939" h="476250">
                  <a:moveTo>
                    <a:pt x="27940" y="340372"/>
                  </a:moveTo>
                  <a:lnTo>
                    <a:pt x="0" y="340372"/>
                  </a:lnTo>
                  <a:lnTo>
                    <a:pt x="0" y="346710"/>
                  </a:lnTo>
                  <a:lnTo>
                    <a:pt x="27940" y="346710"/>
                  </a:lnTo>
                  <a:lnTo>
                    <a:pt x="27940" y="340372"/>
                  </a:lnTo>
                  <a:close/>
                </a:path>
                <a:path w="27939" h="476250">
                  <a:moveTo>
                    <a:pt x="27940" y="334022"/>
                  </a:moveTo>
                  <a:lnTo>
                    <a:pt x="0" y="334022"/>
                  </a:lnTo>
                  <a:lnTo>
                    <a:pt x="0" y="340360"/>
                  </a:lnTo>
                  <a:lnTo>
                    <a:pt x="27940" y="340360"/>
                  </a:lnTo>
                  <a:lnTo>
                    <a:pt x="27940" y="334022"/>
                  </a:lnTo>
                  <a:close/>
                </a:path>
                <a:path w="27939" h="476250">
                  <a:moveTo>
                    <a:pt x="27940" y="330212"/>
                  </a:moveTo>
                  <a:lnTo>
                    <a:pt x="0" y="330212"/>
                  </a:lnTo>
                  <a:lnTo>
                    <a:pt x="0" y="334010"/>
                  </a:lnTo>
                  <a:lnTo>
                    <a:pt x="27940" y="334010"/>
                  </a:lnTo>
                  <a:lnTo>
                    <a:pt x="27940" y="330212"/>
                  </a:lnTo>
                  <a:close/>
                </a:path>
                <a:path w="27939" h="476250">
                  <a:moveTo>
                    <a:pt x="27940" y="327672"/>
                  </a:moveTo>
                  <a:lnTo>
                    <a:pt x="0" y="327672"/>
                  </a:lnTo>
                  <a:lnTo>
                    <a:pt x="0" y="330200"/>
                  </a:lnTo>
                  <a:lnTo>
                    <a:pt x="27940" y="330200"/>
                  </a:lnTo>
                  <a:lnTo>
                    <a:pt x="27940" y="327672"/>
                  </a:lnTo>
                  <a:close/>
                </a:path>
                <a:path w="27939" h="476250">
                  <a:moveTo>
                    <a:pt x="27940" y="317512"/>
                  </a:moveTo>
                  <a:lnTo>
                    <a:pt x="0" y="317512"/>
                  </a:lnTo>
                  <a:lnTo>
                    <a:pt x="0" y="327660"/>
                  </a:lnTo>
                  <a:lnTo>
                    <a:pt x="27940" y="327660"/>
                  </a:lnTo>
                  <a:lnTo>
                    <a:pt x="27940" y="317512"/>
                  </a:lnTo>
                  <a:close/>
                </a:path>
                <a:path w="27939" h="476250">
                  <a:moveTo>
                    <a:pt x="27940" y="314972"/>
                  </a:moveTo>
                  <a:lnTo>
                    <a:pt x="0" y="314972"/>
                  </a:lnTo>
                  <a:lnTo>
                    <a:pt x="0" y="317500"/>
                  </a:lnTo>
                  <a:lnTo>
                    <a:pt x="27940" y="317500"/>
                  </a:lnTo>
                  <a:lnTo>
                    <a:pt x="27940" y="314972"/>
                  </a:lnTo>
                  <a:close/>
                </a:path>
                <a:path w="27939" h="476250">
                  <a:moveTo>
                    <a:pt x="27940" y="311162"/>
                  </a:moveTo>
                  <a:lnTo>
                    <a:pt x="0" y="311162"/>
                  </a:lnTo>
                  <a:lnTo>
                    <a:pt x="0" y="314960"/>
                  </a:lnTo>
                  <a:lnTo>
                    <a:pt x="27940" y="314960"/>
                  </a:lnTo>
                  <a:lnTo>
                    <a:pt x="27940" y="311162"/>
                  </a:lnTo>
                  <a:close/>
                </a:path>
                <a:path w="27939" h="476250">
                  <a:moveTo>
                    <a:pt x="27940" y="304812"/>
                  </a:moveTo>
                  <a:lnTo>
                    <a:pt x="0" y="304812"/>
                  </a:lnTo>
                  <a:lnTo>
                    <a:pt x="0" y="311150"/>
                  </a:lnTo>
                  <a:lnTo>
                    <a:pt x="27940" y="311150"/>
                  </a:lnTo>
                  <a:lnTo>
                    <a:pt x="27940" y="304812"/>
                  </a:lnTo>
                  <a:close/>
                </a:path>
                <a:path w="27939" h="476250">
                  <a:moveTo>
                    <a:pt x="27940" y="292112"/>
                  </a:moveTo>
                  <a:lnTo>
                    <a:pt x="0" y="292112"/>
                  </a:lnTo>
                  <a:lnTo>
                    <a:pt x="0" y="304800"/>
                  </a:lnTo>
                  <a:lnTo>
                    <a:pt x="27940" y="304800"/>
                  </a:lnTo>
                  <a:lnTo>
                    <a:pt x="27940" y="292112"/>
                  </a:lnTo>
                  <a:close/>
                </a:path>
                <a:path w="27939" h="476250">
                  <a:moveTo>
                    <a:pt x="27940" y="289572"/>
                  </a:moveTo>
                  <a:lnTo>
                    <a:pt x="0" y="289572"/>
                  </a:lnTo>
                  <a:lnTo>
                    <a:pt x="0" y="292100"/>
                  </a:lnTo>
                  <a:lnTo>
                    <a:pt x="27940" y="292100"/>
                  </a:lnTo>
                  <a:lnTo>
                    <a:pt x="27940" y="289572"/>
                  </a:lnTo>
                  <a:close/>
                </a:path>
                <a:path w="27939" h="476250">
                  <a:moveTo>
                    <a:pt x="27940" y="285762"/>
                  </a:moveTo>
                  <a:lnTo>
                    <a:pt x="0" y="285762"/>
                  </a:lnTo>
                  <a:lnTo>
                    <a:pt x="0" y="289560"/>
                  </a:lnTo>
                  <a:lnTo>
                    <a:pt x="27940" y="289560"/>
                  </a:lnTo>
                  <a:lnTo>
                    <a:pt x="27940" y="285762"/>
                  </a:lnTo>
                  <a:close/>
                </a:path>
                <a:path w="27939" h="476250">
                  <a:moveTo>
                    <a:pt x="27940" y="283222"/>
                  </a:moveTo>
                  <a:lnTo>
                    <a:pt x="0" y="283222"/>
                  </a:lnTo>
                  <a:lnTo>
                    <a:pt x="0" y="285750"/>
                  </a:lnTo>
                  <a:lnTo>
                    <a:pt x="27940" y="285750"/>
                  </a:lnTo>
                  <a:lnTo>
                    <a:pt x="27940" y="283222"/>
                  </a:lnTo>
                  <a:close/>
                </a:path>
                <a:path w="27939" h="476250">
                  <a:moveTo>
                    <a:pt x="27940" y="279412"/>
                  </a:moveTo>
                  <a:lnTo>
                    <a:pt x="0" y="279412"/>
                  </a:lnTo>
                  <a:lnTo>
                    <a:pt x="0" y="283210"/>
                  </a:lnTo>
                  <a:lnTo>
                    <a:pt x="27940" y="283210"/>
                  </a:lnTo>
                  <a:lnTo>
                    <a:pt x="27940" y="279412"/>
                  </a:lnTo>
                  <a:close/>
                </a:path>
                <a:path w="27939" h="476250">
                  <a:moveTo>
                    <a:pt x="27940" y="273062"/>
                  </a:moveTo>
                  <a:lnTo>
                    <a:pt x="0" y="273062"/>
                  </a:lnTo>
                  <a:lnTo>
                    <a:pt x="0" y="279400"/>
                  </a:lnTo>
                  <a:lnTo>
                    <a:pt x="27940" y="279400"/>
                  </a:lnTo>
                  <a:lnTo>
                    <a:pt x="27940" y="273062"/>
                  </a:lnTo>
                  <a:close/>
                </a:path>
                <a:path w="27939" h="476250">
                  <a:moveTo>
                    <a:pt x="27940" y="234962"/>
                  </a:moveTo>
                  <a:lnTo>
                    <a:pt x="0" y="234962"/>
                  </a:lnTo>
                  <a:lnTo>
                    <a:pt x="0" y="273050"/>
                  </a:lnTo>
                  <a:lnTo>
                    <a:pt x="27940" y="273050"/>
                  </a:lnTo>
                  <a:lnTo>
                    <a:pt x="27940" y="234962"/>
                  </a:lnTo>
                  <a:close/>
                </a:path>
                <a:path w="27939" h="476250">
                  <a:moveTo>
                    <a:pt x="2794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7940" y="234950"/>
                  </a:lnTo>
                  <a:lnTo>
                    <a:pt x="27940" y="232422"/>
                  </a:lnTo>
                  <a:close/>
                </a:path>
                <a:path w="27939" h="476250">
                  <a:moveTo>
                    <a:pt x="2794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27940" y="232410"/>
                  </a:lnTo>
                  <a:lnTo>
                    <a:pt x="27940" y="226072"/>
                  </a:lnTo>
                  <a:close/>
                </a:path>
                <a:path w="27939" h="476250">
                  <a:moveTo>
                    <a:pt x="2794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27940" y="226060"/>
                  </a:lnTo>
                  <a:lnTo>
                    <a:pt x="27940" y="222262"/>
                  </a:lnTo>
                  <a:close/>
                </a:path>
                <a:path w="27939" h="476250">
                  <a:moveTo>
                    <a:pt x="2794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27940" y="222250"/>
                  </a:lnTo>
                  <a:lnTo>
                    <a:pt x="27940" y="219722"/>
                  </a:lnTo>
                  <a:close/>
                </a:path>
                <a:path w="27939" h="476250">
                  <a:moveTo>
                    <a:pt x="27940" y="213372"/>
                  </a:moveTo>
                  <a:lnTo>
                    <a:pt x="0" y="213372"/>
                  </a:lnTo>
                  <a:lnTo>
                    <a:pt x="0" y="219710"/>
                  </a:lnTo>
                  <a:lnTo>
                    <a:pt x="27940" y="219710"/>
                  </a:lnTo>
                  <a:lnTo>
                    <a:pt x="27940" y="213372"/>
                  </a:lnTo>
                  <a:close/>
                </a:path>
                <a:path w="27939" h="476250">
                  <a:moveTo>
                    <a:pt x="27940" y="207022"/>
                  </a:moveTo>
                  <a:lnTo>
                    <a:pt x="0" y="207022"/>
                  </a:lnTo>
                  <a:lnTo>
                    <a:pt x="0" y="213360"/>
                  </a:lnTo>
                  <a:lnTo>
                    <a:pt x="27940" y="213360"/>
                  </a:lnTo>
                  <a:lnTo>
                    <a:pt x="27940" y="207022"/>
                  </a:lnTo>
                  <a:close/>
                </a:path>
                <a:path w="27939" h="476250">
                  <a:moveTo>
                    <a:pt x="27940" y="195592"/>
                  </a:moveTo>
                  <a:lnTo>
                    <a:pt x="0" y="195592"/>
                  </a:lnTo>
                  <a:lnTo>
                    <a:pt x="0" y="207010"/>
                  </a:lnTo>
                  <a:lnTo>
                    <a:pt x="27940" y="207010"/>
                  </a:lnTo>
                  <a:lnTo>
                    <a:pt x="27940" y="195592"/>
                  </a:lnTo>
                  <a:close/>
                </a:path>
                <a:path w="27939" h="476250">
                  <a:moveTo>
                    <a:pt x="2794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7940" y="195580"/>
                  </a:lnTo>
                  <a:lnTo>
                    <a:pt x="27940" y="189242"/>
                  </a:lnTo>
                  <a:close/>
                </a:path>
                <a:path w="27939" h="476250">
                  <a:moveTo>
                    <a:pt x="27940" y="182892"/>
                  </a:moveTo>
                  <a:lnTo>
                    <a:pt x="0" y="182892"/>
                  </a:lnTo>
                  <a:lnTo>
                    <a:pt x="0" y="189230"/>
                  </a:lnTo>
                  <a:lnTo>
                    <a:pt x="27940" y="189230"/>
                  </a:lnTo>
                  <a:lnTo>
                    <a:pt x="27940" y="182892"/>
                  </a:lnTo>
                  <a:close/>
                </a:path>
                <a:path w="27939" h="476250">
                  <a:moveTo>
                    <a:pt x="27940" y="176542"/>
                  </a:moveTo>
                  <a:lnTo>
                    <a:pt x="0" y="176542"/>
                  </a:lnTo>
                  <a:lnTo>
                    <a:pt x="0" y="182880"/>
                  </a:lnTo>
                  <a:lnTo>
                    <a:pt x="27940" y="182880"/>
                  </a:lnTo>
                  <a:lnTo>
                    <a:pt x="27940" y="176542"/>
                  </a:lnTo>
                  <a:close/>
                </a:path>
                <a:path w="27939" h="476250">
                  <a:moveTo>
                    <a:pt x="27940" y="170192"/>
                  </a:moveTo>
                  <a:lnTo>
                    <a:pt x="0" y="170192"/>
                  </a:lnTo>
                  <a:lnTo>
                    <a:pt x="0" y="176530"/>
                  </a:lnTo>
                  <a:lnTo>
                    <a:pt x="27940" y="176530"/>
                  </a:lnTo>
                  <a:lnTo>
                    <a:pt x="27940" y="170192"/>
                  </a:lnTo>
                  <a:close/>
                </a:path>
                <a:path w="27939" h="476250">
                  <a:moveTo>
                    <a:pt x="27940" y="163842"/>
                  </a:moveTo>
                  <a:lnTo>
                    <a:pt x="0" y="163842"/>
                  </a:lnTo>
                  <a:lnTo>
                    <a:pt x="0" y="170180"/>
                  </a:lnTo>
                  <a:lnTo>
                    <a:pt x="27940" y="170180"/>
                  </a:lnTo>
                  <a:lnTo>
                    <a:pt x="27940" y="163842"/>
                  </a:lnTo>
                  <a:close/>
                </a:path>
                <a:path w="27939" h="476250">
                  <a:moveTo>
                    <a:pt x="27940" y="157492"/>
                  </a:moveTo>
                  <a:lnTo>
                    <a:pt x="0" y="157492"/>
                  </a:lnTo>
                  <a:lnTo>
                    <a:pt x="0" y="163830"/>
                  </a:lnTo>
                  <a:lnTo>
                    <a:pt x="27940" y="163830"/>
                  </a:lnTo>
                  <a:lnTo>
                    <a:pt x="27940" y="157492"/>
                  </a:lnTo>
                  <a:close/>
                </a:path>
                <a:path w="27939" h="476250">
                  <a:moveTo>
                    <a:pt x="2794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7940" y="157480"/>
                  </a:lnTo>
                  <a:lnTo>
                    <a:pt x="27940" y="151142"/>
                  </a:lnTo>
                  <a:close/>
                </a:path>
                <a:path w="27939" h="476250">
                  <a:moveTo>
                    <a:pt x="27940" y="138442"/>
                  </a:moveTo>
                  <a:lnTo>
                    <a:pt x="0" y="138442"/>
                  </a:lnTo>
                  <a:lnTo>
                    <a:pt x="0" y="151130"/>
                  </a:lnTo>
                  <a:lnTo>
                    <a:pt x="27940" y="151130"/>
                  </a:lnTo>
                  <a:lnTo>
                    <a:pt x="27940" y="138442"/>
                  </a:lnTo>
                  <a:close/>
                </a:path>
                <a:path w="27939" h="476250">
                  <a:moveTo>
                    <a:pt x="27940" y="132092"/>
                  </a:moveTo>
                  <a:lnTo>
                    <a:pt x="0" y="132092"/>
                  </a:lnTo>
                  <a:lnTo>
                    <a:pt x="0" y="138430"/>
                  </a:lnTo>
                  <a:lnTo>
                    <a:pt x="27940" y="138430"/>
                  </a:lnTo>
                  <a:lnTo>
                    <a:pt x="27940" y="132092"/>
                  </a:lnTo>
                  <a:close/>
                </a:path>
                <a:path w="27939" h="476250">
                  <a:moveTo>
                    <a:pt x="27940" y="125742"/>
                  </a:moveTo>
                  <a:lnTo>
                    <a:pt x="0" y="125742"/>
                  </a:lnTo>
                  <a:lnTo>
                    <a:pt x="0" y="132080"/>
                  </a:lnTo>
                  <a:lnTo>
                    <a:pt x="27940" y="132080"/>
                  </a:lnTo>
                  <a:lnTo>
                    <a:pt x="27940" y="125742"/>
                  </a:lnTo>
                  <a:close/>
                </a:path>
                <a:path w="27939" h="476250">
                  <a:moveTo>
                    <a:pt x="27940" y="119392"/>
                  </a:moveTo>
                  <a:lnTo>
                    <a:pt x="0" y="119392"/>
                  </a:lnTo>
                  <a:lnTo>
                    <a:pt x="0" y="125730"/>
                  </a:lnTo>
                  <a:lnTo>
                    <a:pt x="27940" y="125730"/>
                  </a:lnTo>
                  <a:lnTo>
                    <a:pt x="27940" y="119392"/>
                  </a:lnTo>
                  <a:close/>
                </a:path>
                <a:path w="27939" h="476250">
                  <a:moveTo>
                    <a:pt x="27940" y="113042"/>
                  </a:moveTo>
                  <a:lnTo>
                    <a:pt x="0" y="113042"/>
                  </a:lnTo>
                  <a:lnTo>
                    <a:pt x="0" y="119380"/>
                  </a:lnTo>
                  <a:lnTo>
                    <a:pt x="27940" y="119380"/>
                  </a:lnTo>
                  <a:lnTo>
                    <a:pt x="27940" y="113042"/>
                  </a:lnTo>
                  <a:close/>
                </a:path>
                <a:path w="27939" h="476250">
                  <a:moveTo>
                    <a:pt x="27940" y="106692"/>
                  </a:moveTo>
                  <a:lnTo>
                    <a:pt x="0" y="106692"/>
                  </a:lnTo>
                  <a:lnTo>
                    <a:pt x="0" y="113030"/>
                  </a:lnTo>
                  <a:lnTo>
                    <a:pt x="27940" y="113030"/>
                  </a:lnTo>
                  <a:lnTo>
                    <a:pt x="27940" y="106692"/>
                  </a:lnTo>
                  <a:close/>
                </a:path>
                <a:path w="27939" h="476250">
                  <a:moveTo>
                    <a:pt x="27940" y="100342"/>
                  </a:moveTo>
                  <a:lnTo>
                    <a:pt x="0" y="100342"/>
                  </a:lnTo>
                  <a:lnTo>
                    <a:pt x="0" y="106680"/>
                  </a:lnTo>
                  <a:lnTo>
                    <a:pt x="27940" y="106680"/>
                  </a:lnTo>
                  <a:lnTo>
                    <a:pt x="27940" y="100342"/>
                  </a:lnTo>
                  <a:close/>
                </a:path>
                <a:path w="27939" h="476250">
                  <a:moveTo>
                    <a:pt x="2794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7940" y="100330"/>
                  </a:lnTo>
                  <a:lnTo>
                    <a:pt x="27940" y="93992"/>
                  </a:lnTo>
                  <a:close/>
                </a:path>
                <a:path w="27939" h="476250">
                  <a:moveTo>
                    <a:pt x="2794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7940" y="93980"/>
                  </a:lnTo>
                  <a:lnTo>
                    <a:pt x="27940" y="87642"/>
                  </a:lnTo>
                  <a:close/>
                </a:path>
                <a:path w="27939" h="476250">
                  <a:moveTo>
                    <a:pt x="27940" y="81292"/>
                  </a:moveTo>
                  <a:lnTo>
                    <a:pt x="0" y="81292"/>
                  </a:lnTo>
                  <a:lnTo>
                    <a:pt x="0" y="87630"/>
                  </a:lnTo>
                  <a:lnTo>
                    <a:pt x="27940" y="87630"/>
                  </a:lnTo>
                  <a:lnTo>
                    <a:pt x="27940" y="81292"/>
                  </a:lnTo>
                  <a:close/>
                </a:path>
                <a:path w="27939" h="476250">
                  <a:moveTo>
                    <a:pt x="27940" y="68592"/>
                  </a:moveTo>
                  <a:lnTo>
                    <a:pt x="0" y="68592"/>
                  </a:lnTo>
                  <a:lnTo>
                    <a:pt x="0" y="81280"/>
                  </a:lnTo>
                  <a:lnTo>
                    <a:pt x="27940" y="81280"/>
                  </a:lnTo>
                  <a:lnTo>
                    <a:pt x="27940" y="68592"/>
                  </a:lnTo>
                  <a:close/>
                </a:path>
                <a:path w="27939" h="476250">
                  <a:moveTo>
                    <a:pt x="27940" y="62242"/>
                  </a:moveTo>
                  <a:lnTo>
                    <a:pt x="0" y="62242"/>
                  </a:lnTo>
                  <a:lnTo>
                    <a:pt x="0" y="68580"/>
                  </a:lnTo>
                  <a:lnTo>
                    <a:pt x="27940" y="68580"/>
                  </a:lnTo>
                  <a:lnTo>
                    <a:pt x="27940" y="62242"/>
                  </a:lnTo>
                  <a:close/>
                </a:path>
                <a:path w="27939" h="476250">
                  <a:moveTo>
                    <a:pt x="27940" y="55892"/>
                  </a:moveTo>
                  <a:lnTo>
                    <a:pt x="0" y="55892"/>
                  </a:lnTo>
                  <a:lnTo>
                    <a:pt x="0" y="62230"/>
                  </a:lnTo>
                  <a:lnTo>
                    <a:pt x="27940" y="62230"/>
                  </a:lnTo>
                  <a:lnTo>
                    <a:pt x="27940" y="55892"/>
                  </a:lnTo>
                  <a:close/>
                </a:path>
                <a:path w="27939" h="476250">
                  <a:moveTo>
                    <a:pt x="27940" y="49542"/>
                  </a:moveTo>
                  <a:lnTo>
                    <a:pt x="0" y="49542"/>
                  </a:lnTo>
                  <a:lnTo>
                    <a:pt x="0" y="55880"/>
                  </a:lnTo>
                  <a:lnTo>
                    <a:pt x="27940" y="55880"/>
                  </a:lnTo>
                  <a:lnTo>
                    <a:pt x="27940" y="49542"/>
                  </a:lnTo>
                  <a:close/>
                </a:path>
                <a:path w="27939" h="476250">
                  <a:moveTo>
                    <a:pt x="2794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7940" y="49530"/>
                  </a:lnTo>
                  <a:lnTo>
                    <a:pt x="27940" y="43192"/>
                  </a:lnTo>
                  <a:close/>
                </a:path>
                <a:path w="27939" h="476250">
                  <a:moveTo>
                    <a:pt x="2794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7940" y="43180"/>
                  </a:lnTo>
                  <a:lnTo>
                    <a:pt x="27940" y="36842"/>
                  </a:lnTo>
                  <a:close/>
                </a:path>
                <a:path w="27939" h="476250">
                  <a:moveTo>
                    <a:pt x="2794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7940" y="36830"/>
                  </a:lnTo>
                  <a:lnTo>
                    <a:pt x="27940" y="30492"/>
                  </a:lnTo>
                  <a:close/>
                </a:path>
                <a:path w="27939" h="476250">
                  <a:moveTo>
                    <a:pt x="27940" y="24142"/>
                  </a:moveTo>
                  <a:lnTo>
                    <a:pt x="0" y="24142"/>
                  </a:lnTo>
                  <a:lnTo>
                    <a:pt x="0" y="30480"/>
                  </a:lnTo>
                  <a:lnTo>
                    <a:pt x="27940" y="30480"/>
                  </a:lnTo>
                  <a:lnTo>
                    <a:pt x="27940" y="24142"/>
                  </a:lnTo>
                  <a:close/>
                </a:path>
                <a:path w="27939" h="476250">
                  <a:moveTo>
                    <a:pt x="2794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7940" y="24130"/>
                  </a:lnTo>
                  <a:lnTo>
                    <a:pt x="27940" y="17792"/>
                  </a:lnTo>
                  <a:close/>
                </a:path>
                <a:path w="27939" h="476250">
                  <a:moveTo>
                    <a:pt x="27940" y="5092"/>
                  </a:moveTo>
                  <a:lnTo>
                    <a:pt x="0" y="5092"/>
                  </a:lnTo>
                  <a:lnTo>
                    <a:pt x="0" y="17780"/>
                  </a:lnTo>
                  <a:lnTo>
                    <a:pt x="27940" y="17780"/>
                  </a:lnTo>
                  <a:lnTo>
                    <a:pt x="27940" y="5092"/>
                  </a:lnTo>
                  <a:close/>
                </a:path>
                <a:path w="27939" h="476250">
                  <a:moveTo>
                    <a:pt x="279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7940" y="5080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18304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9" name="object 3689"/>
            <p:cNvSpPr/>
            <p:nvPr/>
          </p:nvSpPr>
          <p:spPr>
            <a:xfrm>
              <a:off x="3589020" y="5500382"/>
              <a:ext cx="27940" cy="181610"/>
            </a:xfrm>
            <a:custGeom>
              <a:avLst/>
              <a:gdLst/>
              <a:ahLst/>
              <a:cxnLst/>
              <a:rect l="l" t="t" r="r" b="b"/>
              <a:pathLst>
                <a:path w="27939" h="181610">
                  <a:moveTo>
                    <a:pt x="27940" y="180340"/>
                  </a:moveTo>
                  <a:lnTo>
                    <a:pt x="0" y="180340"/>
                  </a:lnTo>
                  <a:lnTo>
                    <a:pt x="0" y="181597"/>
                  </a:lnTo>
                  <a:lnTo>
                    <a:pt x="27940" y="181597"/>
                  </a:lnTo>
                  <a:lnTo>
                    <a:pt x="27940" y="180340"/>
                  </a:lnTo>
                  <a:close/>
                </a:path>
                <a:path w="27939" h="181610">
                  <a:moveTo>
                    <a:pt x="27940" y="173990"/>
                  </a:moveTo>
                  <a:lnTo>
                    <a:pt x="0" y="173990"/>
                  </a:lnTo>
                  <a:lnTo>
                    <a:pt x="0" y="180327"/>
                  </a:lnTo>
                  <a:lnTo>
                    <a:pt x="27940" y="180327"/>
                  </a:lnTo>
                  <a:lnTo>
                    <a:pt x="27940" y="173990"/>
                  </a:lnTo>
                  <a:close/>
                </a:path>
                <a:path w="27939" h="181610">
                  <a:moveTo>
                    <a:pt x="27940" y="171450"/>
                  </a:moveTo>
                  <a:lnTo>
                    <a:pt x="0" y="171450"/>
                  </a:lnTo>
                  <a:lnTo>
                    <a:pt x="0" y="173977"/>
                  </a:lnTo>
                  <a:lnTo>
                    <a:pt x="27940" y="173977"/>
                  </a:lnTo>
                  <a:lnTo>
                    <a:pt x="27940" y="171450"/>
                  </a:lnTo>
                  <a:close/>
                </a:path>
                <a:path w="27939" h="181610">
                  <a:moveTo>
                    <a:pt x="27940" y="167640"/>
                  </a:moveTo>
                  <a:lnTo>
                    <a:pt x="0" y="167640"/>
                  </a:lnTo>
                  <a:lnTo>
                    <a:pt x="0" y="171437"/>
                  </a:lnTo>
                  <a:lnTo>
                    <a:pt x="27940" y="171437"/>
                  </a:lnTo>
                  <a:lnTo>
                    <a:pt x="27940" y="167640"/>
                  </a:lnTo>
                  <a:close/>
                </a:path>
                <a:path w="27939" h="181610">
                  <a:moveTo>
                    <a:pt x="27940" y="165100"/>
                  </a:moveTo>
                  <a:lnTo>
                    <a:pt x="0" y="165100"/>
                  </a:lnTo>
                  <a:lnTo>
                    <a:pt x="0" y="167627"/>
                  </a:lnTo>
                  <a:lnTo>
                    <a:pt x="27940" y="167627"/>
                  </a:lnTo>
                  <a:lnTo>
                    <a:pt x="27940" y="165100"/>
                  </a:lnTo>
                  <a:close/>
                </a:path>
                <a:path w="27939" h="181610">
                  <a:moveTo>
                    <a:pt x="27940" y="161290"/>
                  </a:moveTo>
                  <a:lnTo>
                    <a:pt x="0" y="161290"/>
                  </a:lnTo>
                  <a:lnTo>
                    <a:pt x="0" y="165087"/>
                  </a:lnTo>
                  <a:lnTo>
                    <a:pt x="27940" y="165087"/>
                  </a:lnTo>
                  <a:lnTo>
                    <a:pt x="27940" y="161290"/>
                  </a:lnTo>
                  <a:close/>
                </a:path>
                <a:path w="27939" h="181610">
                  <a:moveTo>
                    <a:pt x="27940" y="154940"/>
                  </a:moveTo>
                  <a:lnTo>
                    <a:pt x="0" y="154940"/>
                  </a:lnTo>
                  <a:lnTo>
                    <a:pt x="0" y="161277"/>
                  </a:lnTo>
                  <a:lnTo>
                    <a:pt x="27940" y="161277"/>
                  </a:lnTo>
                  <a:lnTo>
                    <a:pt x="27940" y="154940"/>
                  </a:lnTo>
                  <a:close/>
                </a:path>
                <a:path w="27939" h="181610">
                  <a:moveTo>
                    <a:pt x="27940" y="152400"/>
                  </a:moveTo>
                  <a:lnTo>
                    <a:pt x="0" y="152400"/>
                  </a:lnTo>
                  <a:lnTo>
                    <a:pt x="0" y="154927"/>
                  </a:lnTo>
                  <a:lnTo>
                    <a:pt x="27940" y="154927"/>
                  </a:lnTo>
                  <a:lnTo>
                    <a:pt x="27940" y="152400"/>
                  </a:lnTo>
                  <a:close/>
                </a:path>
                <a:path w="27939" h="181610">
                  <a:moveTo>
                    <a:pt x="27940" y="148590"/>
                  </a:moveTo>
                  <a:lnTo>
                    <a:pt x="0" y="148590"/>
                  </a:lnTo>
                  <a:lnTo>
                    <a:pt x="0" y="152387"/>
                  </a:lnTo>
                  <a:lnTo>
                    <a:pt x="27940" y="152387"/>
                  </a:lnTo>
                  <a:lnTo>
                    <a:pt x="27940" y="148590"/>
                  </a:lnTo>
                  <a:close/>
                </a:path>
                <a:path w="27939" h="181610">
                  <a:moveTo>
                    <a:pt x="27940" y="146050"/>
                  </a:moveTo>
                  <a:lnTo>
                    <a:pt x="0" y="146050"/>
                  </a:lnTo>
                  <a:lnTo>
                    <a:pt x="0" y="148577"/>
                  </a:lnTo>
                  <a:lnTo>
                    <a:pt x="27940" y="148577"/>
                  </a:lnTo>
                  <a:lnTo>
                    <a:pt x="27940" y="146050"/>
                  </a:lnTo>
                  <a:close/>
                </a:path>
                <a:path w="27939" h="181610">
                  <a:moveTo>
                    <a:pt x="27940" y="142240"/>
                  </a:moveTo>
                  <a:lnTo>
                    <a:pt x="0" y="142240"/>
                  </a:lnTo>
                  <a:lnTo>
                    <a:pt x="0" y="146037"/>
                  </a:lnTo>
                  <a:lnTo>
                    <a:pt x="27940" y="146037"/>
                  </a:lnTo>
                  <a:lnTo>
                    <a:pt x="27940" y="142240"/>
                  </a:lnTo>
                  <a:close/>
                </a:path>
                <a:path w="27939" h="181610">
                  <a:moveTo>
                    <a:pt x="27940" y="135890"/>
                  </a:moveTo>
                  <a:lnTo>
                    <a:pt x="0" y="135890"/>
                  </a:lnTo>
                  <a:lnTo>
                    <a:pt x="0" y="142227"/>
                  </a:lnTo>
                  <a:lnTo>
                    <a:pt x="27940" y="142227"/>
                  </a:lnTo>
                  <a:lnTo>
                    <a:pt x="27940" y="135890"/>
                  </a:lnTo>
                  <a:close/>
                </a:path>
                <a:path w="27939" h="181610">
                  <a:moveTo>
                    <a:pt x="27940" y="133350"/>
                  </a:moveTo>
                  <a:lnTo>
                    <a:pt x="0" y="133350"/>
                  </a:lnTo>
                  <a:lnTo>
                    <a:pt x="0" y="135877"/>
                  </a:lnTo>
                  <a:lnTo>
                    <a:pt x="27940" y="135877"/>
                  </a:lnTo>
                  <a:lnTo>
                    <a:pt x="27940" y="133350"/>
                  </a:lnTo>
                  <a:close/>
                </a:path>
                <a:path w="27939" h="181610">
                  <a:moveTo>
                    <a:pt x="27940" y="129540"/>
                  </a:moveTo>
                  <a:lnTo>
                    <a:pt x="0" y="129540"/>
                  </a:lnTo>
                  <a:lnTo>
                    <a:pt x="0" y="133337"/>
                  </a:lnTo>
                  <a:lnTo>
                    <a:pt x="27940" y="133337"/>
                  </a:lnTo>
                  <a:lnTo>
                    <a:pt x="27940" y="129540"/>
                  </a:lnTo>
                  <a:close/>
                </a:path>
                <a:path w="27939" h="181610">
                  <a:moveTo>
                    <a:pt x="27940" y="127000"/>
                  </a:moveTo>
                  <a:lnTo>
                    <a:pt x="0" y="127000"/>
                  </a:lnTo>
                  <a:lnTo>
                    <a:pt x="0" y="129527"/>
                  </a:lnTo>
                  <a:lnTo>
                    <a:pt x="27940" y="129527"/>
                  </a:lnTo>
                  <a:lnTo>
                    <a:pt x="27940" y="127000"/>
                  </a:lnTo>
                  <a:close/>
                </a:path>
                <a:path w="27939" h="181610">
                  <a:moveTo>
                    <a:pt x="27940" y="120650"/>
                  </a:moveTo>
                  <a:lnTo>
                    <a:pt x="0" y="120650"/>
                  </a:lnTo>
                  <a:lnTo>
                    <a:pt x="0" y="126987"/>
                  </a:lnTo>
                  <a:lnTo>
                    <a:pt x="27940" y="126987"/>
                  </a:lnTo>
                  <a:lnTo>
                    <a:pt x="27940" y="120650"/>
                  </a:lnTo>
                  <a:close/>
                </a:path>
                <a:path w="27939" h="181610">
                  <a:moveTo>
                    <a:pt x="2794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27940" y="120637"/>
                  </a:lnTo>
                  <a:lnTo>
                    <a:pt x="27940" y="114300"/>
                  </a:lnTo>
                  <a:close/>
                </a:path>
                <a:path w="27939" h="181610">
                  <a:moveTo>
                    <a:pt x="27940" y="110490"/>
                  </a:moveTo>
                  <a:lnTo>
                    <a:pt x="0" y="110490"/>
                  </a:lnTo>
                  <a:lnTo>
                    <a:pt x="0" y="114287"/>
                  </a:lnTo>
                  <a:lnTo>
                    <a:pt x="27940" y="114287"/>
                  </a:lnTo>
                  <a:lnTo>
                    <a:pt x="27940" y="110490"/>
                  </a:lnTo>
                  <a:close/>
                </a:path>
                <a:path w="27939" h="181610">
                  <a:moveTo>
                    <a:pt x="27940" y="107950"/>
                  </a:moveTo>
                  <a:lnTo>
                    <a:pt x="0" y="107950"/>
                  </a:lnTo>
                  <a:lnTo>
                    <a:pt x="0" y="110477"/>
                  </a:lnTo>
                  <a:lnTo>
                    <a:pt x="27940" y="110477"/>
                  </a:lnTo>
                  <a:lnTo>
                    <a:pt x="27940" y="107950"/>
                  </a:lnTo>
                  <a:close/>
                </a:path>
                <a:path w="27939" h="181610">
                  <a:moveTo>
                    <a:pt x="27940" y="104140"/>
                  </a:moveTo>
                  <a:lnTo>
                    <a:pt x="0" y="104140"/>
                  </a:lnTo>
                  <a:lnTo>
                    <a:pt x="0" y="107937"/>
                  </a:lnTo>
                  <a:lnTo>
                    <a:pt x="27940" y="107937"/>
                  </a:lnTo>
                  <a:lnTo>
                    <a:pt x="27940" y="104140"/>
                  </a:lnTo>
                  <a:close/>
                </a:path>
                <a:path w="27939" h="181610">
                  <a:moveTo>
                    <a:pt x="27940" y="101600"/>
                  </a:moveTo>
                  <a:lnTo>
                    <a:pt x="0" y="101600"/>
                  </a:lnTo>
                  <a:lnTo>
                    <a:pt x="0" y="104127"/>
                  </a:lnTo>
                  <a:lnTo>
                    <a:pt x="27940" y="104127"/>
                  </a:lnTo>
                  <a:lnTo>
                    <a:pt x="27940" y="101600"/>
                  </a:lnTo>
                  <a:close/>
                </a:path>
                <a:path w="27939" h="181610">
                  <a:moveTo>
                    <a:pt x="27940" y="97790"/>
                  </a:moveTo>
                  <a:lnTo>
                    <a:pt x="0" y="97790"/>
                  </a:lnTo>
                  <a:lnTo>
                    <a:pt x="0" y="101587"/>
                  </a:lnTo>
                  <a:lnTo>
                    <a:pt x="27940" y="101587"/>
                  </a:lnTo>
                  <a:lnTo>
                    <a:pt x="27940" y="97790"/>
                  </a:lnTo>
                  <a:close/>
                </a:path>
                <a:path w="27939" h="181610">
                  <a:moveTo>
                    <a:pt x="27940" y="95250"/>
                  </a:moveTo>
                  <a:lnTo>
                    <a:pt x="0" y="95250"/>
                  </a:lnTo>
                  <a:lnTo>
                    <a:pt x="0" y="97777"/>
                  </a:lnTo>
                  <a:lnTo>
                    <a:pt x="27940" y="97777"/>
                  </a:lnTo>
                  <a:lnTo>
                    <a:pt x="27940" y="95250"/>
                  </a:lnTo>
                  <a:close/>
                </a:path>
                <a:path w="27939" h="181610">
                  <a:moveTo>
                    <a:pt x="27940" y="91440"/>
                  </a:moveTo>
                  <a:lnTo>
                    <a:pt x="0" y="91440"/>
                  </a:lnTo>
                  <a:lnTo>
                    <a:pt x="0" y="95237"/>
                  </a:lnTo>
                  <a:lnTo>
                    <a:pt x="27940" y="95237"/>
                  </a:lnTo>
                  <a:lnTo>
                    <a:pt x="27940" y="91440"/>
                  </a:lnTo>
                  <a:close/>
                </a:path>
                <a:path w="27939" h="181610">
                  <a:moveTo>
                    <a:pt x="27940" y="82550"/>
                  </a:moveTo>
                  <a:lnTo>
                    <a:pt x="0" y="82550"/>
                  </a:lnTo>
                  <a:lnTo>
                    <a:pt x="0" y="91427"/>
                  </a:lnTo>
                  <a:lnTo>
                    <a:pt x="27940" y="91427"/>
                  </a:lnTo>
                  <a:lnTo>
                    <a:pt x="27940" y="82550"/>
                  </a:lnTo>
                  <a:close/>
                </a:path>
                <a:path w="27939" h="181610">
                  <a:moveTo>
                    <a:pt x="27940" y="72390"/>
                  </a:moveTo>
                  <a:lnTo>
                    <a:pt x="0" y="72390"/>
                  </a:lnTo>
                  <a:lnTo>
                    <a:pt x="0" y="82537"/>
                  </a:lnTo>
                  <a:lnTo>
                    <a:pt x="27940" y="82537"/>
                  </a:lnTo>
                  <a:lnTo>
                    <a:pt x="27940" y="72390"/>
                  </a:lnTo>
                  <a:close/>
                </a:path>
                <a:path w="27939" h="181610">
                  <a:moveTo>
                    <a:pt x="27940" y="63500"/>
                  </a:moveTo>
                  <a:lnTo>
                    <a:pt x="0" y="63500"/>
                  </a:lnTo>
                  <a:lnTo>
                    <a:pt x="0" y="72377"/>
                  </a:lnTo>
                  <a:lnTo>
                    <a:pt x="27940" y="72377"/>
                  </a:lnTo>
                  <a:lnTo>
                    <a:pt x="27940" y="63500"/>
                  </a:lnTo>
                  <a:close/>
                </a:path>
                <a:path w="27939" h="181610">
                  <a:moveTo>
                    <a:pt x="27940" y="53340"/>
                  </a:moveTo>
                  <a:lnTo>
                    <a:pt x="0" y="53340"/>
                  </a:lnTo>
                  <a:lnTo>
                    <a:pt x="0" y="63487"/>
                  </a:lnTo>
                  <a:lnTo>
                    <a:pt x="27940" y="63487"/>
                  </a:lnTo>
                  <a:lnTo>
                    <a:pt x="27940" y="53340"/>
                  </a:lnTo>
                  <a:close/>
                </a:path>
                <a:path w="27939" h="181610">
                  <a:moveTo>
                    <a:pt x="27940" y="50800"/>
                  </a:moveTo>
                  <a:lnTo>
                    <a:pt x="0" y="50800"/>
                  </a:lnTo>
                  <a:lnTo>
                    <a:pt x="0" y="53327"/>
                  </a:lnTo>
                  <a:lnTo>
                    <a:pt x="27940" y="53327"/>
                  </a:lnTo>
                  <a:lnTo>
                    <a:pt x="27940" y="50800"/>
                  </a:lnTo>
                  <a:close/>
                </a:path>
                <a:path w="27939" h="181610">
                  <a:moveTo>
                    <a:pt x="27940" y="46990"/>
                  </a:moveTo>
                  <a:lnTo>
                    <a:pt x="0" y="46990"/>
                  </a:lnTo>
                  <a:lnTo>
                    <a:pt x="0" y="50787"/>
                  </a:lnTo>
                  <a:lnTo>
                    <a:pt x="27940" y="50787"/>
                  </a:lnTo>
                  <a:lnTo>
                    <a:pt x="27940" y="46990"/>
                  </a:lnTo>
                  <a:close/>
                </a:path>
                <a:path w="27939" h="181610">
                  <a:moveTo>
                    <a:pt x="27940" y="40640"/>
                  </a:moveTo>
                  <a:lnTo>
                    <a:pt x="0" y="40640"/>
                  </a:lnTo>
                  <a:lnTo>
                    <a:pt x="0" y="46977"/>
                  </a:lnTo>
                  <a:lnTo>
                    <a:pt x="27940" y="46977"/>
                  </a:lnTo>
                  <a:lnTo>
                    <a:pt x="27940" y="40640"/>
                  </a:lnTo>
                  <a:close/>
                </a:path>
                <a:path w="27939" h="181610">
                  <a:moveTo>
                    <a:pt x="27940" y="34290"/>
                  </a:moveTo>
                  <a:lnTo>
                    <a:pt x="0" y="34290"/>
                  </a:lnTo>
                  <a:lnTo>
                    <a:pt x="0" y="40627"/>
                  </a:lnTo>
                  <a:lnTo>
                    <a:pt x="27940" y="40627"/>
                  </a:lnTo>
                  <a:lnTo>
                    <a:pt x="27940" y="34290"/>
                  </a:lnTo>
                  <a:close/>
                </a:path>
                <a:path w="27939" h="181610">
                  <a:moveTo>
                    <a:pt x="27940" y="27940"/>
                  </a:moveTo>
                  <a:lnTo>
                    <a:pt x="0" y="27940"/>
                  </a:lnTo>
                  <a:lnTo>
                    <a:pt x="0" y="34277"/>
                  </a:lnTo>
                  <a:lnTo>
                    <a:pt x="27940" y="34277"/>
                  </a:lnTo>
                  <a:lnTo>
                    <a:pt x="27940" y="27940"/>
                  </a:lnTo>
                  <a:close/>
                </a:path>
                <a:path w="27939" h="181610">
                  <a:moveTo>
                    <a:pt x="27940" y="25400"/>
                  </a:moveTo>
                  <a:lnTo>
                    <a:pt x="0" y="25400"/>
                  </a:lnTo>
                  <a:lnTo>
                    <a:pt x="0" y="27927"/>
                  </a:lnTo>
                  <a:lnTo>
                    <a:pt x="27940" y="27927"/>
                  </a:lnTo>
                  <a:lnTo>
                    <a:pt x="27940" y="25400"/>
                  </a:lnTo>
                  <a:close/>
                </a:path>
                <a:path w="27939" h="181610">
                  <a:moveTo>
                    <a:pt x="2794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27940" y="25387"/>
                  </a:lnTo>
                  <a:lnTo>
                    <a:pt x="27940" y="21590"/>
                  </a:lnTo>
                  <a:close/>
                </a:path>
                <a:path w="27939" h="181610">
                  <a:moveTo>
                    <a:pt x="27940" y="15240"/>
                  </a:moveTo>
                  <a:lnTo>
                    <a:pt x="0" y="15240"/>
                  </a:lnTo>
                  <a:lnTo>
                    <a:pt x="0" y="21577"/>
                  </a:lnTo>
                  <a:lnTo>
                    <a:pt x="27940" y="21577"/>
                  </a:lnTo>
                  <a:lnTo>
                    <a:pt x="27940" y="15240"/>
                  </a:lnTo>
                  <a:close/>
                </a:path>
                <a:path w="27939" h="181610">
                  <a:moveTo>
                    <a:pt x="2794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7940" y="15227"/>
                  </a:lnTo>
                  <a:lnTo>
                    <a:pt x="27940" y="12700"/>
                  </a:lnTo>
                  <a:close/>
                </a:path>
                <a:path w="27939" h="181610">
                  <a:moveTo>
                    <a:pt x="2794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7940" y="12687"/>
                  </a:lnTo>
                  <a:lnTo>
                    <a:pt x="27940" y="8890"/>
                  </a:lnTo>
                  <a:close/>
                </a:path>
                <a:path w="27939" h="181610">
                  <a:moveTo>
                    <a:pt x="27940" y="0"/>
                  </a:moveTo>
                  <a:lnTo>
                    <a:pt x="0" y="0"/>
                  </a:lnTo>
                  <a:lnTo>
                    <a:pt x="0" y="8877"/>
                  </a:lnTo>
                  <a:lnTo>
                    <a:pt x="27940" y="8877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18304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0" name="object 3690"/>
            <p:cNvSpPr/>
            <p:nvPr/>
          </p:nvSpPr>
          <p:spPr>
            <a:xfrm>
              <a:off x="3616960" y="5033010"/>
              <a:ext cx="27940" cy="476250"/>
            </a:xfrm>
            <a:custGeom>
              <a:avLst/>
              <a:gdLst/>
              <a:ahLst/>
              <a:cxnLst/>
              <a:rect l="l" t="t" r="r" b="b"/>
              <a:pathLst>
                <a:path w="27939" h="476250">
                  <a:moveTo>
                    <a:pt x="27940" y="467372"/>
                  </a:moveTo>
                  <a:lnTo>
                    <a:pt x="0" y="467372"/>
                  </a:lnTo>
                  <a:lnTo>
                    <a:pt x="0" y="476250"/>
                  </a:lnTo>
                  <a:lnTo>
                    <a:pt x="27940" y="476250"/>
                  </a:lnTo>
                  <a:lnTo>
                    <a:pt x="27940" y="467372"/>
                  </a:lnTo>
                  <a:close/>
                </a:path>
                <a:path w="27939" h="476250">
                  <a:moveTo>
                    <a:pt x="27940" y="463562"/>
                  </a:moveTo>
                  <a:lnTo>
                    <a:pt x="0" y="463562"/>
                  </a:lnTo>
                  <a:lnTo>
                    <a:pt x="0" y="467360"/>
                  </a:lnTo>
                  <a:lnTo>
                    <a:pt x="27940" y="467360"/>
                  </a:lnTo>
                  <a:lnTo>
                    <a:pt x="27940" y="463562"/>
                  </a:lnTo>
                  <a:close/>
                </a:path>
                <a:path w="27939" h="476250">
                  <a:moveTo>
                    <a:pt x="27940" y="461022"/>
                  </a:moveTo>
                  <a:lnTo>
                    <a:pt x="0" y="461022"/>
                  </a:lnTo>
                  <a:lnTo>
                    <a:pt x="0" y="463550"/>
                  </a:lnTo>
                  <a:lnTo>
                    <a:pt x="27940" y="463550"/>
                  </a:lnTo>
                  <a:lnTo>
                    <a:pt x="27940" y="461022"/>
                  </a:lnTo>
                  <a:close/>
                </a:path>
                <a:path w="27939" h="476250">
                  <a:moveTo>
                    <a:pt x="27940" y="457212"/>
                  </a:moveTo>
                  <a:lnTo>
                    <a:pt x="0" y="457212"/>
                  </a:lnTo>
                  <a:lnTo>
                    <a:pt x="0" y="461010"/>
                  </a:lnTo>
                  <a:lnTo>
                    <a:pt x="27940" y="461010"/>
                  </a:lnTo>
                  <a:lnTo>
                    <a:pt x="27940" y="457212"/>
                  </a:lnTo>
                  <a:close/>
                </a:path>
                <a:path w="27939" h="476250">
                  <a:moveTo>
                    <a:pt x="27940" y="448322"/>
                  </a:moveTo>
                  <a:lnTo>
                    <a:pt x="0" y="448322"/>
                  </a:lnTo>
                  <a:lnTo>
                    <a:pt x="0" y="457200"/>
                  </a:lnTo>
                  <a:lnTo>
                    <a:pt x="27940" y="457200"/>
                  </a:lnTo>
                  <a:lnTo>
                    <a:pt x="27940" y="448322"/>
                  </a:lnTo>
                  <a:close/>
                </a:path>
                <a:path w="27939" h="476250">
                  <a:moveTo>
                    <a:pt x="27940" y="429272"/>
                  </a:moveTo>
                  <a:lnTo>
                    <a:pt x="0" y="429272"/>
                  </a:lnTo>
                  <a:lnTo>
                    <a:pt x="0" y="448310"/>
                  </a:lnTo>
                  <a:lnTo>
                    <a:pt x="27940" y="448310"/>
                  </a:lnTo>
                  <a:lnTo>
                    <a:pt x="27940" y="429272"/>
                  </a:lnTo>
                  <a:close/>
                </a:path>
                <a:path w="27939" h="476250">
                  <a:moveTo>
                    <a:pt x="27940" y="422922"/>
                  </a:moveTo>
                  <a:lnTo>
                    <a:pt x="0" y="422922"/>
                  </a:lnTo>
                  <a:lnTo>
                    <a:pt x="0" y="429260"/>
                  </a:lnTo>
                  <a:lnTo>
                    <a:pt x="27940" y="429260"/>
                  </a:lnTo>
                  <a:lnTo>
                    <a:pt x="27940" y="422922"/>
                  </a:lnTo>
                  <a:close/>
                </a:path>
                <a:path w="27939" h="476250">
                  <a:moveTo>
                    <a:pt x="27940" y="416572"/>
                  </a:moveTo>
                  <a:lnTo>
                    <a:pt x="0" y="416572"/>
                  </a:lnTo>
                  <a:lnTo>
                    <a:pt x="0" y="422910"/>
                  </a:lnTo>
                  <a:lnTo>
                    <a:pt x="27940" y="422910"/>
                  </a:lnTo>
                  <a:lnTo>
                    <a:pt x="27940" y="416572"/>
                  </a:lnTo>
                  <a:close/>
                </a:path>
                <a:path w="27939" h="476250">
                  <a:moveTo>
                    <a:pt x="27940" y="412762"/>
                  </a:moveTo>
                  <a:lnTo>
                    <a:pt x="0" y="412762"/>
                  </a:lnTo>
                  <a:lnTo>
                    <a:pt x="0" y="416560"/>
                  </a:lnTo>
                  <a:lnTo>
                    <a:pt x="27940" y="416560"/>
                  </a:lnTo>
                  <a:lnTo>
                    <a:pt x="27940" y="412762"/>
                  </a:lnTo>
                  <a:close/>
                </a:path>
                <a:path w="27939" h="476250">
                  <a:moveTo>
                    <a:pt x="27940" y="410222"/>
                  </a:moveTo>
                  <a:lnTo>
                    <a:pt x="0" y="410222"/>
                  </a:lnTo>
                  <a:lnTo>
                    <a:pt x="0" y="412750"/>
                  </a:lnTo>
                  <a:lnTo>
                    <a:pt x="27940" y="412750"/>
                  </a:lnTo>
                  <a:lnTo>
                    <a:pt x="27940" y="410222"/>
                  </a:lnTo>
                  <a:close/>
                </a:path>
                <a:path w="27939" h="476250">
                  <a:moveTo>
                    <a:pt x="27940" y="406412"/>
                  </a:moveTo>
                  <a:lnTo>
                    <a:pt x="0" y="406412"/>
                  </a:lnTo>
                  <a:lnTo>
                    <a:pt x="0" y="410210"/>
                  </a:lnTo>
                  <a:lnTo>
                    <a:pt x="27940" y="410210"/>
                  </a:lnTo>
                  <a:lnTo>
                    <a:pt x="27940" y="406412"/>
                  </a:lnTo>
                  <a:close/>
                </a:path>
                <a:path w="27939" h="476250">
                  <a:moveTo>
                    <a:pt x="27940" y="403872"/>
                  </a:moveTo>
                  <a:lnTo>
                    <a:pt x="0" y="403872"/>
                  </a:lnTo>
                  <a:lnTo>
                    <a:pt x="0" y="406400"/>
                  </a:lnTo>
                  <a:lnTo>
                    <a:pt x="27940" y="406400"/>
                  </a:lnTo>
                  <a:lnTo>
                    <a:pt x="27940" y="403872"/>
                  </a:lnTo>
                  <a:close/>
                </a:path>
                <a:path w="27939" h="476250">
                  <a:moveTo>
                    <a:pt x="27940" y="397522"/>
                  </a:moveTo>
                  <a:lnTo>
                    <a:pt x="0" y="397522"/>
                  </a:lnTo>
                  <a:lnTo>
                    <a:pt x="0" y="403860"/>
                  </a:lnTo>
                  <a:lnTo>
                    <a:pt x="27940" y="403860"/>
                  </a:lnTo>
                  <a:lnTo>
                    <a:pt x="27940" y="397522"/>
                  </a:lnTo>
                  <a:close/>
                </a:path>
                <a:path w="27939" h="476250">
                  <a:moveTo>
                    <a:pt x="27940" y="393712"/>
                  </a:moveTo>
                  <a:lnTo>
                    <a:pt x="0" y="393712"/>
                  </a:lnTo>
                  <a:lnTo>
                    <a:pt x="0" y="397510"/>
                  </a:lnTo>
                  <a:lnTo>
                    <a:pt x="27940" y="397510"/>
                  </a:lnTo>
                  <a:lnTo>
                    <a:pt x="27940" y="393712"/>
                  </a:lnTo>
                  <a:close/>
                </a:path>
                <a:path w="27939" h="476250">
                  <a:moveTo>
                    <a:pt x="27940" y="391172"/>
                  </a:moveTo>
                  <a:lnTo>
                    <a:pt x="0" y="391172"/>
                  </a:lnTo>
                  <a:lnTo>
                    <a:pt x="0" y="393700"/>
                  </a:lnTo>
                  <a:lnTo>
                    <a:pt x="27940" y="393700"/>
                  </a:lnTo>
                  <a:lnTo>
                    <a:pt x="27940" y="391172"/>
                  </a:lnTo>
                  <a:close/>
                </a:path>
                <a:path w="27939" h="476250">
                  <a:moveTo>
                    <a:pt x="27940" y="387362"/>
                  </a:moveTo>
                  <a:lnTo>
                    <a:pt x="0" y="387362"/>
                  </a:lnTo>
                  <a:lnTo>
                    <a:pt x="0" y="391160"/>
                  </a:lnTo>
                  <a:lnTo>
                    <a:pt x="27940" y="391160"/>
                  </a:lnTo>
                  <a:lnTo>
                    <a:pt x="27940" y="387362"/>
                  </a:lnTo>
                  <a:close/>
                </a:path>
                <a:path w="27939" h="476250">
                  <a:moveTo>
                    <a:pt x="27940" y="384822"/>
                  </a:moveTo>
                  <a:lnTo>
                    <a:pt x="0" y="384822"/>
                  </a:lnTo>
                  <a:lnTo>
                    <a:pt x="0" y="387350"/>
                  </a:lnTo>
                  <a:lnTo>
                    <a:pt x="27940" y="387350"/>
                  </a:lnTo>
                  <a:lnTo>
                    <a:pt x="27940" y="384822"/>
                  </a:lnTo>
                  <a:close/>
                </a:path>
                <a:path w="27939" h="476250">
                  <a:moveTo>
                    <a:pt x="27940" y="365772"/>
                  </a:moveTo>
                  <a:lnTo>
                    <a:pt x="0" y="365772"/>
                  </a:lnTo>
                  <a:lnTo>
                    <a:pt x="0" y="384810"/>
                  </a:lnTo>
                  <a:lnTo>
                    <a:pt x="27940" y="384810"/>
                  </a:lnTo>
                  <a:lnTo>
                    <a:pt x="27940" y="365772"/>
                  </a:lnTo>
                  <a:close/>
                </a:path>
                <a:path w="27939" h="476250">
                  <a:moveTo>
                    <a:pt x="27940" y="359422"/>
                  </a:moveTo>
                  <a:lnTo>
                    <a:pt x="0" y="359422"/>
                  </a:lnTo>
                  <a:lnTo>
                    <a:pt x="0" y="365760"/>
                  </a:lnTo>
                  <a:lnTo>
                    <a:pt x="27940" y="365760"/>
                  </a:lnTo>
                  <a:lnTo>
                    <a:pt x="27940" y="359422"/>
                  </a:lnTo>
                  <a:close/>
                </a:path>
                <a:path w="27939" h="476250">
                  <a:moveTo>
                    <a:pt x="27940" y="355612"/>
                  </a:moveTo>
                  <a:lnTo>
                    <a:pt x="0" y="355612"/>
                  </a:lnTo>
                  <a:lnTo>
                    <a:pt x="0" y="359410"/>
                  </a:lnTo>
                  <a:lnTo>
                    <a:pt x="27940" y="359410"/>
                  </a:lnTo>
                  <a:lnTo>
                    <a:pt x="27940" y="355612"/>
                  </a:lnTo>
                  <a:close/>
                </a:path>
                <a:path w="27939" h="476250">
                  <a:moveTo>
                    <a:pt x="27940" y="346722"/>
                  </a:moveTo>
                  <a:lnTo>
                    <a:pt x="0" y="346722"/>
                  </a:lnTo>
                  <a:lnTo>
                    <a:pt x="0" y="355600"/>
                  </a:lnTo>
                  <a:lnTo>
                    <a:pt x="27940" y="355600"/>
                  </a:lnTo>
                  <a:lnTo>
                    <a:pt x="27940" y="346722"/>
                  </a:lnTo>
                  <a:close/>
                </a:path>
                <a:path w="27939" h="476250">
                  <a:moveTo>
                    <a:pt x="27940" y="340372"/>
                  </a:moveTo>
                  <a:lnTo>
                    <a:pt x="0" y="340372"/>
                  </a:lnTo>
                  <a:lnTo>
                    <a:pt x="0" y="346710"/>
                  </a:lnTo>
                  <a:lnTo>
                    <a:pt x="27940" y="346710"/>
                  </a:lnTo>
                  <a:lnTo>
                    <a:pt x="27940" y="340372"/>
                  </a:lnTo>
                  <a:close/>
                </a:path>
                <a:path w="27939" h="476250">
                  <a:moveTo>
                    <a:pt x="27940" y="334022"/>
                  </a:moveTo>
                  <a:lnTo>
                    <a:pt x="0" y="334022"/>
                  </a:lnTo>
                  <a:lnTo>
                    <a:pt x="0" y="340360"/>
                  </a:lnTo>
                  <a:lnTo>
                    <a:pt x="27940" y="340360"/>
                  </a:lnTo>
                  <a:lnTo>
                    <a:pt x="27940" y="334022"/>
                  </a:lnTo>
                  <a:close/>
                </a:path>
                <a:path w="27939" h="476250">
                  <a:moveTo>
                    <a:pt x="27940" y="330212"/>
                  </a:moveTo>
                  <a:lnTo>
                    <a:pt x="0" y="330212"/>
                  </a:lnTo>
                  <a:lnTo>
                    <a:pt x="0" y="334010"/>
                  </a:lnTo>
                  <a:lnTo>
                    <a:pt x="27940" y="334010"/>
                  </a:lnTo>
                  <a:lnTo>
                    <a:pt x="27940" y="330212"/>
                  </a:lnTo>
                  <a:close/>
                </a:path>
                <a:path w="27939" h="476250">
                  <a:moveTo>
                    <a:pt x="27940" y="327672"/>
                  </a:moveTo>
                  <a:lnTo>
                    <a:pt x="0" y="327672"/>
                  </a:lnTo>
                  <a:lnTo>
                    <a:pt x="0" y="330200"/>
                  </a:lnTo>
                  <a:lnTo>
                    <a:pt x="27940" y="330200"/>
                  </a:lnTo>
                  <a:lnTo>
                    <a:pt x="27940" y="327672"/>
                  </a:lnTo>
                  <a:close/>
                </a:path>
                <a:path w="27939" h="476250">
                  <a:moveTo>
                    <a:pt x="27940" y="317512"/>
                  </a:moveTo>
                  <a:lnTo>
                    <a:pt x="0" y="317512"/>
                  </a:lnTo>
                  <a:lnTo>
                    <a:pt x="0" y="327660"/>
                  </a:lnTo>
                  <a:lnTo>
                    <a:pt x="27940" y="327660"/>
                  </a:lnTo>
                  <a:lnTo>
                    <a:pt x="27940" y="317512"/>
                  </a:lnTo>
                  <a:close/>
                </a:path>
                <a:path w="27939" h="476250">
                  <a:moveTo>
                    <a:pt x="27940" y="314972"/>
                  </a:moveTo>
                  <a:lnTo>
                    <a:pt x="0" y="314972"/>
                  </a:lnTo>
                  <a:lnTo>
                    <a:pt x="0" y="317500"/>
                  </a:lnTo>
                  <a:lnTo>
                    <a:pt x="27940" y="317500"/>
                  </a:lnTo>
                  <a:lnTo>
                    <a:pt x="27940" y="314972"/>
                  </a:lnTo>
                  <a:close/>
                </a:path>
                <a:path w="27939" h="476250">
                  <a:moveTo>
                    <a:pt x="27940" y="311162"/>
                  </a:moveTo>
                  <a:lnTo>
                    <a:pt x="0" y="311162"/>
                  </a:lnTo>
                  <a:lnTo>
                    <a:pt x="0" y="314960"/>
                  </a:lnTo>
                  <a:lnTo>
                    <a:pt x="27940" y="314960"/>
                  </a:lnTo>
                  <a:lnTo>
                    <a:pt x="27940" y="311162"/>
                  </a:lnTo>
                  <a:close/>
                </a:path>
                <a:path w="27939" h="476250">
                  <a:moveTo>
                    <a:pt x="27940" y="304812"/>
                  </a:moveTo>
                  <a:lnTo>
                    <a:pt x="0" y="304812"/>
                  </a:lnTo>
                  <a:lnTo>
                    <a:pt x="0" y="311150"/>
                  </a:lnTo>
                  <a:lnTo>
                    <a:pt x="27940" y="311150"/>
                  </a:lnTo>
                  <a:lnTo>
                    <a:pt x="27940" y="304812"/>
                  </a:lnTo>
                  <a:close/>
                </a:path>
                <a:path w="27939" h="476250">
                  <a:moveTo>
                    <a:pt x="27940" y="292112"/>
                  </a:moveTo>
                  <a:lnTo>
                    <a:pt x="0" y="292112"/>
                  </a:lnTo>
                  <a:lnTo>
                    <a:pt x="0" y="304800"/>
                  </a:lnTo>
                  <a:lnTo>
                    <a:pt x="27940" y="304800"/>
                  </a:lnTo>
                  <a:lnTo>
                    <a:pt x="27940" y="292112"/>
                  </a:lnTo>
                  <a:close/>
                </a:path>
                <a:path w="27939" h="476250">
                  <a:moveTo>
                    <a:pt x="27940" y="289572"/>
                  </a:moveTo>
                  <a:lnTo>
                    <a:pt x="0" y="289572"/>
                  </a:lnTo>
                  <a:lnTo>
                    <a:pt x="0" y="292100"/>
                  </a:lnTo>
                  <a:lnTo>
                    <a:pt x="27940" y="292100"/>
                  </a:lnTo>
                  <a:lnTo>
                    <a:pt x="27940" y="289572"/>
                  </a:lnTo>
                  <a:close/>
                </a:path>
                <a:path w="27939" h="476250">
                  <a:moveTo>
                    <a:pt x="27940" y="285762"/>
                  </a:moveTo>
                  <a:lnTo>
                    <a:pt x="0" y="285762"/>
                  </a:lnTo>
                  <a:lnTo>
                    <a:pt x="0" y="289560"/>
                  </a:lnTo>
                  <a:lnTo>
                    <a:pt x="27940" y="289560"/>
                  </a:lnTo>
                  <a:lnTo>
                    <a:pt x="27940" y="285762"/>
                  </a:lnTo>
                  <a:close/>
                </a:path>
                <a:path w="27939" h="476250">
                  <a:moveTo>
                    <a:pt x="27940" y="283222"/>
                  </a:moveTo>
                  <a:lnTo>
                    <a:pt x="0" y="283222"/>
                  </a:lnTo>
                  <a:lnTo>
                    <a:pt x="0" y="285750"/>
                  </a:lnTo>
                  <a:lnTo>
                    <a:pt x="27940" y="285750"/>
                  </a:lnTo>
                  <a:lnTo>
                    <a:pt x="27940" y="283222"/>
                  </a:lnTo>
                  <a:close/>
                </a:path>
                <a:path w="27939" h="476250">
                  <a:moveTo>
                    <a:pt x="27940" y="279412"/>
                  </a:moveTo>
                  <a:lnTo>
                    <a:pt x="0" y="279412"/>
                  </a:lnTo>
                  <a:lnTo>
                    <a:pt x="0" y="283210"/>
                  </a:lnTo>
                  <a:lnTo>
                    <a:pt x="27940" y="283210"/>
                  </a:lnTo>
                  <a:lnTo>
                    <a:pt x="27940" y="279412"/>
                  </a:lnTo>
                  <a:close/>
                </a:path>
                <a:path w="27939" h="476250">
                  <a:moveTo>
                    <a:pt x="27940" y="273062"/>
                  </a:moveTo>
                  <a:lnTo>
                    <a:pt x="0" y="273062"/>
                  </a:lnTo>
                  <a:lnTo>
                    <a:pt x="0" y="279400"/>
                  </a:lnTo>
                  <a:lnTo>
                    <a:pt x="27940" y="279400"/>
                  </a:lnTo>
                  <a:lnTo>
                    <a:pt x="27940" y="273062"/>
                  </a:lnTo>
                  <a:close/>
                </a:path>
                <a:path w="27939" h="476250">
                  <a:moveTo>
                    <a:pt x="27940" y="234962"/>
                  </a:moveTo>
                  <a:lnTo>
                    <a:pt x="0" y="234962"/>
                  </a:lnTo>
                  <a:lnTo>
                    <a:pt x="0" y="273050"/>
                  </a:lnTo>
                  <a:lnTo>
                    <a:pt x="27940" y="273050"/>
                  </a:lnTo>
                  <a:lnTo>
                    <a:pt x="27940" y="234962"/>
                  </a:lnTo>
                  <a:close/>
                </a:path>
                <a:path w="27939" h="476250">
                  <a:moveTo>
                    <a:pt x="2794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7940" y="234950"/>
                  </a:lnTo>
                  <a:lnTo>
                    <a:pt x="27940" y="232422"/>
                  </a:lnTo>
                  <a:close/>
                </a:path>
                <a:path w="27939" h="476250">
                  <a:moveTo>
                    <a:pt x="2794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27940" y="232410"/>
                  </a:lnTo>
                  <a:lnTo>
                    <a:pt x="27940" y="226072"/>
                  </a:lnTo>
                  <a:close/>
                </a:path>
                <a:path w="27939" h="476250">
                  <a:moveTo>
                    <a:pt x="2794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27940" y="226060"/>
                  </a:lnTo>
                  <a:lnTo>
                    <a:pt x="27940" y="222262"/>
                  </a:lnTo>
                  <a:close/>
                </a:path>
                <a:path w="27939" h="476250">
                  <a:moveTo>
                    <a:pt x="2794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27940" y="222250"/>
                  </a:lnTo>
                  <a:lnTo>
                    <a:pt x="27940" y="219722"/>
                  </a:lnTo>
                  <a:close/>
                </a:path>
                <a:path w="27939" h="476250">
                  <a:moveTo>
                    <a:pt x="27940" y="213372"/>
                  </a:moveTo>
                  <a:lnTo>
                    <a:pt x="0" y="213372"/>
                  </a:lnTo>
                  <a:lnTo>
                    <a:pt x="0" y="219710"/>
                  </a:lnTo>
                  <a:lnTo>
                    <a:pt x="27940" y="219710"/>
                  </a:lnTo>
                  <a:lnTo>
                    <a:pt x="27940" y="213372"/>
                  </a:lnTo>
                  <a:close/>
                </a:path>
                <a:path w="27939" h="476250">
                  <a:moveTo>
                    <a:pt x="27940" y="207022"/>
                  </a:moveTo>
                  <a:lnTo>
                    <a:pt x="0" y="207022"/>
                  </a:lnTo>
                  <a:lnTo>
                    <a:pt x="0" y="213360"/>
                  </a:lnTo>
                  <a:lnTo>
                    <a:pt x="27940" y="213360"/>
                  </a:lnTo>
                  <a:lnTo>
                    <a:pt x="27940" y="207022"/>
                  </a:lnTo>
                  <a:close/>
                </a:path>
                <a:path w="27939" h="476250">
                  <a:moveTo>
                    <a:pt x="27940" y="195592"/>
                  </a:moveTo>
                  <a:lnTo>
                    <a:pt x="0" y="195592"/>
                  </a:lnTo>
                  <a:lnTo>
                    <a:pt x="0" y="207010"/>
                  </a:lnTo>
                  <a:lnTo>
                    <a:pt x="27940" y="207010"/>
                  </a:lnTo>
                  <a:lnTo>
                    <a:pt x="27940" y="195592"/>
                  </a:lnTo>
                  <a:close/>
                </a:path>
                <a:path w="27939" h="476250">
                  <a:moveTo>
                    <a:pt x="2794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7940" y="195580"/>
                  </a:lnTo>
                  <a:lnTo>
                    <a:pt x="27940" y="189242"/>
                  </a:lnTo>
                  <a:close/>
                </a:path>
                <a:path w="27939" h="476250">
                  <a:moveTo>
                    <a:pt x="27940" y="182892"/>
                  </a:moveTo>
                  <a:lnTo>
                    <a:pt x="0" y="182892"/>
                  </a:lnTo>
                  <a:lnTo>
                    <a:pt x="0" y="189230"/>
                  </a:lnTo>
                  <a:lnTo>
                    <a:pt x="27940" y="189230"/>
                  </a:lnTo>
                  <a:lnTo>
                    <a:pt x="27940" y="182892"/>
                  </a:lnTo>
                  <a:close/>
                </a:path>
                <a:path w="27939" h="476250">
                  <a:moveTo>
                    <a:pt x="27940" y="176542"/>
                  </a:moveTo>
                  <a:lnTo>
                    <a:pt x="0" y="176542"/>
                  </a:lnTo>
                  <a:lnTo>
                    <a:pt x="0" y="182880"/>
                  </a:lnTo>
                  <a:lnTo>
                    <a:pt x="27940" y="182880"/>
                  </a:lnTo>
                  <a:lnTo>
                    <a:pt x="27940" y="176542"/>
                  </a:lnTo>
                  <a:close/>
                </a:path>
                <a:path w="27939" h="476250">
                  <a:moveTo>
                    <a:pt x="27940" y="170192"/>
                  </a:moveTo>
                  <a:lnTo>
                    <a:pt x="0" y="170192"/>
                  </a:lnTo>
                  <a:lnTo>
                    <a:pt x="0" y="176530"/>
                  </a:lnTo>
                  <a:lnTo>
                    <a:pt x="27940" y="176530"/>
                  </a:lnTo>
                  <a:lnTo>
                    <a:pt x="27940" y="170192"/>
                  </a:lnTo>
                  <a:close/>
                </a:path>
                <a:path w="27939" h="476250">
                  <a:moveTo>
                    <a:pt x="27940" y="163842"/>
                  </a:moveTo>
                  <a:lnTo>
                    <a:pt x="0" y="163842"/>
                  </a:lnTo>
                  <a:lnTo>
                    <a:pt x="0" y="170180"/>
                  </a:lnTo>
                  <a:lnTo>
                    <a:pt x="27940" y="170180"/>
                  </a:lnTo>
                  <a:lnTo>
                    <a:pt x="27940" y="163842"/>
                  </a:lnTo>
                  <a:close/>
                </a:path>
                <a:path w="27939" h="476250">
                  <a:moveTo>
                    <a:pt x="27940" y="157492"/>
                  </a:moveTo>
                  <a:lnTo>
                    <a:pt x="0" y="157492"/>
                  </a:lnTo>
                  <a:lnTo>
                    <a:pt x="0" y="163830"/>
                  </a:lnTo>
                  <a:lnTo>
                    <a:pt x="27940" y="163830"/>
                  </a:lnTo>
                  <a:lnTo>
                    <a:pt x="27940" y="157492"/>
                  </a:lnTo>
                  <a:close/>
                </a:path>
                <a:path w="27939" h="476250">
                  <a:moveTo>
                    <a:pt x="2794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7940" y="157480"/>
                  </a:lnTo>
                  <a:lnTo>
                    <a:pt x="27940" y="151142"/>
                  </a:lnTo>
                  <a:close/>
                </a:path>
                <a:path w="27939" h="476250">
                  <a:moveTo>
                    <a:pt x="27940" y="138442"/>
                  </a:moveTo>
                  <a:lnTo>
                    <a:pt x="0" y="138442"/>
                  </a:lnTo>
                  <a:lnTo>
                    <a:pt x="0" y="151130"/>
                  </a:lnTo>
                  <a:lnTo>
                    <a:pt x="27940" y="151130"/>
                  </a:lnTo>
                  <a:lnTo>
                    <a:pt x="27940" y="138442"/>
                  </a:lnTo>
                  <a:close/>
                </a:path>
                <a:path w="27939" h="476250">
                  <a:moveTo>
                    <a:pt x="27940" y="132092"/>
                  </a:moveTo>
                  <a:lnTo>
                    <a:pt x="0" y="132092"/>
                  </a:lnTo>
                  <a:lnTo>
                    <a:pt x="0" y="138430"/>
                  </a:lnTo>
                  <a:lnTo>
                    <a:pt x="27940" y="138430"/>
                  </a:lnTo>
                  <a:lnTo>
                    <a:pt x="27940" y="132092"/>
                  </a:lnTo>
                  <a:close/>
                </a:path>
                <a:path w="27939" h="476250">
                  <a:moveTo>
                    <a:pt x="27940" y="125742"/>
                  </a:moveTo>
                  <a:lnTo>
                    <a:pt x="0" y="125742"/>
                  </a:lnTo>
                  <a:lnTo>
                    <a:pt x="0" y="132080"/>
                  </a:lnTo>
                  <a:lnTo>
                    <a:pt x="27940" y="132080"/>
                  </a:lnTo>
                  <a:lnTo>
                    <a:pt x="27940" y="125742"/>
                  </a:lnTo>
                  <a:close/>
                </a:path>
                <a:path w="27939" h="476250">
                  <a:moveTo>
                    <a:pt x="27940" y="119392"/>
                  </a:moveTo>
                  <a:lnTo>
                    <a:pt x="0" y="119392"/>
                  </a:lnTo>
                  <a:lnTo>
                    <a:pt x="0" y="125730"/>
                  </a:lnTo>
                  <a:lnTo>
                    <a:pt x="27940" y="125730"/>
                  </a:lnTo>
                  <a:lnTo>
                    <a:pt x="27940" y="119392"/>
                  </a:lnTo>
                  <a:close/>
                </a:path>
                <a:path w="27939" h="476250">
                  <a:moveTo>
                    <a:pt x="27940" y="113042"/>
                  </a:moveTo>
                  <a:lnTo>
                    <a:pt x="0" y="113042"/>
                  </a:lnTo>
                  <a:lnTo>
                    <a:pt x="0" y="119380"/>
                  </a:lnTo>
                  <a:lnTo>
                    <a:pt x="27940" y="119380"/>
                  </a:lnTo>
                  <a:lnTo>
                    <a:pt x="27940" y="113042"/>
                  </a:lnTo>
                  <a:close/>
                </a:path>
                <a:path w="27939" h="476250">
                  <a:moveTo>
                    <a:pt x="27940" y="106692"/>
                  </a:moveTo>
                  <a:lnTo>
                    <a:pt x="0" y="106692"/>
                  </a:lnTo>
                  <a:lnTo>
                    <a:pt x="0" y="113030"/>
                  </a:lnTo>
                  <a:lnTo>
                    <a:pt x="27940" y="113030"/>
                  </a:lnTo>
                  <a:lnTo>
                    <a:pt x="27940" y="106692"/>
                  </a:lnTo>
                  <a:close/>
                </a:path>
                <a:path w="27939" h="476250">
                  <a:moveTo>
                    <a:pt x="27940" y="100342"/>
                  </a:moveTo>
                  <a:lnTo>
                    <a:pt x="0" y="100342"/>
                  </a:lnTo>
                  <a:lnTo>
                    <a:pt x="0" y="106680"/>
                  </a:lnTo>
                  <a:lnTo>
                    <a:pt x="27940" y="106680"/>
                  </a:lnTo>
                  <a:lnTo>
                    <a:pt x="27940" y="100342"/>
                  </a:lnTo>
                  <a:close/>
                </a:path>
                <a:path w="27939" h="476250">
                  <a:moveTo>
                    <a:pt x="2794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7940" y="100330"/>
                  </a:lnTo>
                  <a:lnTo>
                    <a:pt x="27940" y="93992"/>
                  </a:lnTo>
                  <a:close/>
                </a:path>
                <a:path w="27939" h="476250">
                  <a:moveTo>
                    <a:pt x="2794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7940" y="93980"/>
                  </a:lnTo>
                  <a:lnTo>
                    <a:pt x="27940" y="87642"/>
                  </a:lnTo>
                  <a:close/>
                </a:path>
                <a:path w="27939" h="476250">
                  <a:moveTo>
                    <a:pt x="27940" y="81292"/>
                  </a:moveTo>
                  <a:lnTo>
                    <a:pt x="0" y="81292"/>
                  </a:lnTo>
                  <a:lnTo>
                    <a:pt x="0" y="87630"/>
                  </a:lnTo>
                  <a:lnTo>
                    <a:pt x="27940" y="87630"/>
                  </a:lnTo>
                  <a:lnTo>
                    <a:pt x="27940" y="81292"/>
                  </a:lnTo>
                  <a:close/>
                </a:path>
                <a:path w="27939" h="476250">
                  <a:moveTo>
                    <a:pt x="27940" y="68592"/>
                  </a:moveTo>
                  <a:lnTo>
                    <a:pt x="0" y="68592"/>
                  </a:lnTo>
                  <a:lnTo>
                    <a:pt x="0" y="81280"/>
                  </a:lnTo>
                  <a:lnTo>
                    <a:pt x="27940" y="81280"/>
                  </a:lnTo>
                  <a:lnTo>
                    <a:pt x="27940" y="68592"/>
                  </a:lnTo>
                  <a:close/>
                </a:path>
                <a:path w="27939" h="476250">
                  <a:moveTo>
                    <a:pt x="27940" y="62242"/>
                  </a:moveTo>
                  <a:lnTo>
                    <a:pt x="0" y="62242"/>
                  </a:lnTo>
                  <a:lnTo>
                    <a:pt x="0" y="68580"/>
                  </a:lnTo>
                  <a:lnTo>
                    <a:pt x="27940" y="68580"/>
                  </a:lnTo>
                  <a:lnTo>
                    <a:pt x="27940" y="62242"/>
                  </a:lnTo>
                  <a:close/>
                </a:path>
                <a:path w="27939" h="476250">
                  <a:moveTo>
                    <a:pt x="27940" y="55892"/>
                  </a:moveTo>
                  <a:lnTo>
                    <a:pt x="0" y="55892"/>
                  </a:lnTo>
                  <a:lnTo>
                    <a:pt x="0" y="62230"/>
                  </a:lnTo>
                  <a:lnTo>
                    <a:pt x="27940" y="62230"/>
                  </a:lnTo>
                  <a:lnTo>
                    <a:pt x="27940" y="55892"/>
                  </a:lnTo>
                  <a:close/>
                </a:path>
                <a:path w="27939" h="476250">
                  <a:moveTo>
                    <a:pt x="27940" y="49542"/>
                  </a:moveTo>
                  <a:lnTo>
                    <a:pt x="0" y="49542"/>
                  </a:lnTo>
                  <a:lnTo>
                    <a:pt x="0" y="55880"/>
                  </a:lnTo>
                  <a:lnTo>
                    <a:pt x="27940" y="55880"/>
                  </a:lnTo>
                  <a:lnTo>
                    <a:pt x="27940" y="49542"/>
                  </a:lnTo>
                  <a:close/>
                </a:path>
                <a:path w="27939" h="476250">
                  <a:moveTo>
                    <a:pt x="2794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7940" y="49530"/>
                  </a:lnTo>
                  <a:lnTo>
                    <a:pt x="27940" y="43192"/>
                  </a:lnTo>
                  <a:close/>
                </a:path>
                <a:path w="27939" h="476250">
                  <a:moveTo>
                    <a:pt x="2794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7940" y="43180"/>
                  </a:lnTo>
                  <a:lnTo>
                    <a:pt x="27940" y="36842"/>
                  </a:lnTo>
                  <a:close/>
                </a:path>
                <a:path w="27939" h="476250">
                  <a:moveTo>
                    <a:pt x="2794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7940" y="36830"/>
                  </a:lnTo>
                  <a:lnTo>
                    <a:pt x="27940" y="30492"/>
                  </a:lnTo>
                  <a:close/>
                </a:path>
                <a:path w="27939" h="476250">
                  <a:moveTo>
                    <a:pt x="27940" y="24142"/>
                  </a:moveTo>
                  <a:lnTo>
                    <a:pt x="0" y="24142"/>
                  </a:lnTo>
                  <a:lnTo>
                    <a:pt x="0" y="30480"/>
                  </a:lnTo>
                  <a:lnTo>
                    <a:pt x="27940" y="30480"/>
                  </a:lnTo>
                  <a:lnTo>
                    <a:pt x="27940" y="24142"/>
                  </a:lnTo>
                  <a:close/>
                </a:path>
                <a:path w="27939" h="476250">
                  <a:moveTo>
                    <a:pt x="2794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7940" y="24130"/>
                  </a:lnTo>
                  <a:lnTo>
                    <a:pt x="27940" y="17792"/>
                  </a:lnTo>
                  <a:close/>
                </a:path>
                <a:path w="27939" h="476250">
                  <a:moveTo>
                    <a:pt x="27940" y="5092"/>
                  </a:moveTo>
                  <a:lnTo>
                    <a:pt x="0" y="5092"/>
                  </a:lnTo>
                  <a:lnTo>
                    <a:pt x="0" y="17780"/>
                  </a:lnTo>
                  <a:lnTo>
                    <a:pt x="27940" y="17780"/>
                  </a:lnTo>
                  <a:lnTo>
                    <a:pt x="27940" y="5092"/>
                  </a:lnTo>
                  <a:close/>
                </a:path>
                <a:path w="27939" h="476250">
                  <a:moveTo>
                    <a:pt x="279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7940" y="5080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18314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1" name="object 3691"/>
            <p:cNvSpPr/>
            <p:nvPr/>
          </p:nvSpPr>
          <p:spPr>
            <a:xfrm>
              <a:off x="3616960" y="5500382"/>
              <a:ext cx="27940" cy="181610"/>
            </a:xfrm>
            <a:custGeom>
              <a:avLst/>
              <a:gdLst/>
              <a:ahLst/>
              <a:cxnLst/>
              <a:rect l="l" t="t" r="r" b="b"/>
              <a:pathLst>
                <a:path w="27939" h="181610">
                  <a:moveTo>
                    <a:pt x="27940" y="180340"/>
                  </a:moveTo>
                  <a:lnTo>
                    <a:pt x="0" y="180340"/>
                  </a:lnTo>
                  <a:lnTo>
                    <a:pt x="0" y="181597"/>
                  </a:lnTo>
                  <a:lnTo>
                    <a:pt x="27940" y="181597"/>
                  </a:lnTo>
                  <a:lnTo>
                    <a:pt x="27940" y="180340"/>
                  </a:lnTo>
                  <a:close/>
                </a:path>
                <a:path w="27939" h="181610">
                  <a:moveTo>
                    <a:pt x="27940" y="173990"/>
                  </a:moveTo>
                  <a:lnTo>
                    <a:pt x="0" y="173990"/>
                  </a:lnTo>
                  <a:lnTo>
                    <a:pt x="0" y="180327"/>
                  </a:lnTo>
                  <a:lnTo>
                    <a:pt x="27940" y="180327"/>
                  </a:lnTo>
                  <a:lnTo>
                    <a:pt x="27940" y="173990"/>
                  </a:lnTo>
                  <a:close/>
                </a:path>
                <a:path w="27939" h="181610">
                  <a:moveTo>
                    <a:pt x="27940" y="171450"/>
                  </a:moveTo>
                  <a:lnTo>
                    <a:pt x="0" y="171450"/>
                  </a:lnTo>
                  <a:lnTo>
                    <a:pt x="0" y="173977"/>
                  </a:lnTo>
                  <a:lnTo>
                    <a:pt x="27940" y="173977"/>
                  </a:lnTo>
                  <a:lnTo>
                    <a:pt x="27940" y="171450"/>
                  </a:lnTo>
                  <a:close/>
                </a:path>
                <a:path w="27939" h="181610">
                  <a:moveTo>
                    <a:pt x="27940" y="167640"/>
                  </a:moveTo>
                  <a:lnTo>
                    <a:pt x="0" y="167640"/>
                  </a:lnTo>
                  <a:lnTo>
                    <a:pt x="0" y="171437"/>
                  </a:lnTo>
                  <a:lnTo>
                    <a:pt x="27940" y="171437"/>
                  </a:lnTo>
                  <a:lnTo>
                    <a:pt x="27940" y="167640"/>
                  </a:lnTo>
                  <a:close/>
                </a:path>
                <a:path w="27939" h="181610">
                  <a:moveTo>
                    <a:pt x="27940" y="165100"/>
                  </a:moveTo>
                  <a:lnTo>
                    <a:pt x="0" y="165100"/>
                  </a:lnTo>
                  <a:lnTo>
                    <a:pt x="0" y="167627"/>
                  </a:lnTo>
                  <a:lnTo>
                    <a:pt x="27940" y="167627"/>
                  </a:lnTo>
                  <a:lnTo>
                    <a:pt x="27940" y="165100"/>
                  </a:lnTo>
                  <a:close/>
                </a:path>
                <a:path w="27939" h="181610">
                  <a:moveTo>
                    <a:pt x="27940" y="161290"/>
                  </a:moveTo>
                  <a:lnTo>
                    <a:pt x="0" y="161290"/>
                  </a:lnTo>
                  <a:lnTo>
                    <a:pt x="0" y="165087"/>
                  </a:lnTo>
                  <a:lnTo>
                    <a:pt x="27940" y="165087"/>
                  </a:lnTo>
                  <a:lnTo>
                    <a:pt x="27940" y="161290"/>
                  </a:lnTo>
                  <a:close/>
                </a:path>
                <a:path w="27939" h="181610">
                  <a:moveTo>
                    <a:pt x="27940" y="154940"/>
                  </a:moveTo>
                  <a:lnTo>
                    <a:pt x="0" y="154940"/>
                  </a:lnTo>
                  <a:lnTo>
                    <a:pt x="0" y="161277"/>
                  </a:lnTo>
                  <a:lnTo>
                    <a:pt x="27940" y="161277"/>
                  </a:lnTo>
                  <a:lnTo>
                    <a:pt x="27940" y="154940"/>
                  </a:lnTo>
                  <a:close/>
                </a:path>
                <a:path w="27939" h="181610">
                  <a:moveTo>
                    <a:pt x="27940" y="152400"/>
                  </a:moveTo>
                  <a:lnTo>
                    <a:pt x="0" y="152400"/>
                  </a:lnTo>
                  <a:lnTo>
                    <a:pt x="0" y="154927"/>
                  </a:lnTo>
                  <a:lnTo>
                    <a:pt x="27940" y="154927"/>
                  </a:lnTo>
                  <a:lnTo>
                    <a:pt x="27940" y="152400"/>
                  </a:lnTo>
                  <a:close/>
                </a:path>
                <a:path w="27939" h="181610">
                  <a:moveTo>
                    <a:pt x="27940" y="148590"/>
                  </a:moveTo>
                  <a:lnTo>
                    <a:pt x="0" y="148590"/>
                  </a:lnTo>
                  <a:lnTo>
                    <a:pt x="0" y="152387"/>
                  </a:lnTo>
                  <a:lnTo>
                    <a:pt x="27940" y="152387"/>
                  </a:lnTo>
                  <a:lnTo>
                    <a:pt x="27940" y="148590"/>
                  </a:lnTo>
                  <a:close/>
                </a:path>
                <a:path w="27939" h="181610">
                  <a:moveTo>
                    <a:pt x="27940" y="146050"/>
                  </a:moveTo>
                  <a:lnTo>
                    <a:pt x="0" y="146050"/>
                  </a:lnTo>
                  <a:lnTo>
                    <a:pt x="0" y="148577"/>
                  </a:lnTo>
                  <a:lnTo>
                    <a:pt x="27940" y="148577"/>
                  </a:lnTo>
                  <a:lnTo>
                    <a:pt x="27940" y="146050"/>
                  </a:lnTo>
                  <a:close/>
                </a:path>
                <a:path w="27939" h="181610">
                  <a:moveTo>
                    <a:pt x="27940" y="142240"/>
                  </a:moveTo>
                  <a:lnTo>
                    <a:pt x="0" y="142240"/>
                  </a:lnTo>
                  <a:lnTo>
                    <a:pt x="0" y="146037"/>
                  </a:lnTo>
                  <a:lnTo>
                    <a:pt x="27940" y="146037"/>
                  </a:lnTo>
                  <a:lnTo>
                    <a:pt x="27940" y="142240"/>
                  </a:lnTo>
                  <a:close/>
                </a:path>
                <a:path w="27939" h="181610">
                  <a:moveTo>
                    <a:pt x="27940" y="135890"/>
                  </a:moveTo>
                  <a:lnTo>
                    <a:pt x="0" y="135890"/>
                  </a:lnTo>
                  <a:lnTo>
                    <a:pt x="0" y="142227"/>
                  </a:lnTo>
                  <a:lnTo>
                    <a:pt x="27940" y="142227"/>
                  </a:lnTo>
                  <a:lnTo>
                    <a:pt x="27940" y="135890"/>
                  </a:lnTo>
                  <a:close/>
                </a:path>
                <a:path w="27939" h="181610">
                  <a:moveTo>
                    <a:pt x="27940" y="133350"/>
                  </a:moveTo>
                  <a:lnTo>
                    <a:pt x="0" y="133350"/>
                  </a:lnTo>
                  <a:lnTo>
                    <a:pt x="0" y="135877"/>
                  </a:lnTo>
                  <a:lnTo>
                    <a:pt x="27940" y="135877"/>
                  </a:lnTo>
                  <a:lnTo>
                    <a:pt x="27940" y="133350"/>
                  </a:lnTo>
                  <a:close/>
                </a:path>
                <a:path w="27939" h="181610">
                  <a:moveTo>
                    <a:pt x="27940" y="129540"/>
                  </a:moveTo>
                  <a:lnTo>
                    <a:pt x="0" y="129540"/>
                  </a:lnTo>
                  <a:lnTo>
                    <a:pt x="0" y="133337"/>
                  </a:lnTo>
                  <a:lnTo>
                    <a:pt x="27940" y="133337"/>
                  </a:lnTo>
                  <a:lnTo>
                    <a:pt x="27940" y="129540"/>
                  </a:lnTo>
                  <a:close/>
                </a:path>
                <a:path w="27939" h="181610">
                  <a:moveTo>
                    <a:pt x="27940" y="127000"/>
                  </a:moveTo>
                  <a:lnTo>
                    <a:pt x="0" y="127000"/>
                  </a:lnTo>
                  <a:lnTo>
                    <a:pt x="0" y="129527"/>
                  </a:lnTo>
                  <a:lnTo>
                    <a:pt x="27940" y="129527"/>
                  </a:lnTo>
                  <a:lnTo>
                    <a:pt x="27940" y="127000"/>
                  </a:lnTo>
                  <a:close/>
                </a:path>
                <a:path w="27939" h="181610">
                  <a:moveTo>
                    <a:pt x="27940" y="120650"/>
                  </a:moveTo>
                  <a:lnTo>
                    <a:pt x="0" y="120650"/>
                  </a:lnTo>
                  <a:lnTo>
                    <a:pt x="0" y="126987"/>
                  </a:lnTo>
                  <a:lnTo>
                    <a:pt x="27940" y="126987"/>
                  </a:lnTo>
                  <a:lnTo>
                    <a:pt x="27940" y="120650"/>
                  </a:lnTo>
                  <a:close/>
                </a:path>
                <a:path w="27939" h="181610">
                  <a:moveTo>
                    <a:pt x="2794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27940" y="120637"/>
                  </a:lnTo>
                  <a:lnTo>
                    <a:pt x="27940" y="114300"/>
                  </a:lnTo>
                  <a:close/>
                </a:path>
                <a:path w="27939" h="181610">
                  <a:moveTo>
                    <a:pt x="27940" y="110490"/>
                  </a:moveTo>
                  <a:lnTo>
                    <a:pt x="0" y="110490"/>
                  </a:lnTo>
                  <a:lnTo>
                    <a:pt x="0" y="114287"/>
                  </a:lnTo>
                  <a:lnTo>
                    <a:pt x="27940" y="114287"/>
                  </a:lnTo>
                  <a:lnTo>
                    <a:pt x="27940" y="110490"/>
                  </a:lnTo>
                  <a:close/>
                </a:path>
                <a:path w="27939" h="181610">
                  <a:moveTo>
                    <a:pt x="27940" y="107950"/>
                  </a:moveTo>
                  <a:lnTo>
                    <a:pt x="0" y="107950"/>
                  </a:lnTo>
                  <a:lnTo>
                    <a:pt x="0" y="110477"/>
                  </a:lnTo>
                  <a:lnTo>
                    <a:pt x="27940" y="110477"/>
                  </a:lnTo>
                  <a:lnTo>
                    <a:pt x="27940" y="107950"/>
                  </a:lnTo>
                  <a:close/>
                </a:path>
                <a:path w="27939" h="181610">
                  <a:moveTo>
                    <a:pt x="27940" y="104140"/>
                  </a:moveTo>
                  <a:lnTo>
                    <a:pt x="0" y="104140"/>
                  </a:lnTo>
                  <a:lnTo>
                    <a:pt x="0" y="107937"/>
                  </a:lnTo>
                  <a:lnTo>
                    <a:pt x="27940" y="107937"/>
                  </a:lnTo>
                  <a:lnTo>
                    <a:pt x="27940" y="104140"/>
                  </a:lnTo>
                  <a:close/>
                </a:path>
                <a:path w="27939" h="181610">
                  <a:moveTo>
                    <a:pt x="27940" y="101600"/>
                  </a:moveTo>
                  <a:lnTo>
                    <a:pt x="0" y="101600"/>
                  </a:lnTo>
                  <a:lnTo>
                    <a:pt x="0" y="104127"/>
                  </a:lnTo>
                  <a:lnTo>
                    <a:pt x="27940" y="104127"/>
                  </a:lnTo>
                  <a:lnTo>
                    <a:pt x="27940" y="101600"/>
                  </a:lnTo>
                  <a:close/>
                </a:path>
                <a:path w="27939" h="181610">
                  <a:moveTo>
                    <a:pt x="27940" y="97790"/>
                  </a:moveTo>
                  <a:lnTo>
                    <a:pt x="0" y="97790"/>
                  </a:lnTo>
                  <a:lnTo>
                    <a:pt x="0" y="101587"/>
                  </a:lnTo>
                  <a:lnTo>
                    <a:pt x="27940" y="101587"/>
                  </a:lnTo>
                  <a:lnTo>
                    <a:pt x="27940" y="97790"/>
                  </a:lnTo>
                  <a:close/>
                </a:path>
                <a:path w="27939" h="181610">
                  <a:moveTo>
                    <a:pt x="27940" y="95250"/>
                  </a:moveTo>
                  <a:lnTo>
                    <a:pt x="0" y="95250"/>
                  </a:lnTo>
                  <a:lnTo>
                    <a:pt x="0" y="97777"/>
                  </a:lnTo>
                  <a:lnTo>
                    <a:pt x="27940" y="97777"/>
                  </a:lnTo>
                  <a:lnTo>
                    <a:pt x="27940" y="95250"/>
                  </a:lnTo>
                  <a:close/>
                </a:path>
                <a:path w="27939" h="181610">
                  <a:moveTo>
                    <a:pt x="27940" y="91440"/>
                  </a:moveTo>
                  <a:lnTo>
                    <a:pt x="0" y="91440"/>
                  </a:lnTo>
                  <a:lnTo>
                    <a:pt x="0" y="95237"/>
                  </a:lnTo>
                  <a:lnTo>
                    <a:pt x="27940" y="95237"/>
                  </a:lnTo>
                  <a:lnTo>
                    <a:pt x="27940" y="91440"/>
                  </a:lnTo>
                  <a:close/>
                </a:path>
                <a:path w="27939" h="181610">
                  <a:moveTo>
                    <a:pt x="27940" y="82550"/>
                  </a:moveTo>
                  <a:lnTo>
                    <a:pt x="0" y="82550"/>
                  </a:lnTo>
                  <a:lnTo>
                    <a:pt x="0" y="91427"/>
                  </a:lnTo>
                  <a:lnTo>
                    <a:pt x="27940" y="91427"/>
                  </a:lnTo>
                  <a:lnTo>
                    <a:pt x="27940" y="82550"/>
                  </a:lnTo>
                  <a:close/>
                </a:path>
                <a:path w="27939" h="181610">
                  <a:moveTo>
                    <a:pt x="27940" y="72390"/>
                  </a:moveTo>
                  <a:lnTo>
                    <a:pt x="0" y="72390"/>
                  </a:lnTo>
                  <a:lnTo>
                    <a:pt x="0" y="82537"/>
                  </a:lnTo>
                  <a:lnTo>
                    <a:pt x="27940" y="82537"/>
                  </a:lnTo>
                  <a:lnTo>
                    <a:pt x="27940" y="72390"/>
                  </a:lnTo>
                  <a:close/>
                </a:path>
                <a:path w="27939" h="181610">
                  <a:moveTo>
                    <a:pt x="27940" y="63500"/>
                  </a:moveTo>
                  <a:lnTo>
                    <a:pt x="0" y="63500"/>
                  </a:lnTo>
                  <a:lnTo>
                    <a:pt x="0" y="72377"/>
                  </a:lnTo>
                  <a:lnTo>
                    <a:pt x="27940" y="72377"/>
                  </a:lnTo>
                  <a:lnTo>
                    <a:pt x="27940" y="63500"/>
                  </a:lnTo>
                  <a:close/>
                </a:path>
                <a:path w="27939" h="181610">
                  <a:moveTo>
                    <a:pt x="27940" y="53340"/>
                  </a:moveTo>
                  <a:lnTo>
                    <a:pt x="0" y="53340"/>
                  </a:lnTo>
                  <a:lnTo>
                    <a:pt x="0" y="63487"/>
                  </a:lnTo>
                  <a:lnTo>
                    <a:pt x="27940" y="63487"/>
                  </a:lnTo>
                  <a:lnTo>
                    <a:pt x="27940" y="53340"/>
                  </a:lnTo>
                  <a:close/>
                </a:path>
                <a:path w="27939" h="181610">
                  <a:moveTo>
                    <a:pt x="27940" y="50800"/>
                  </a:moveTo>
                  <a:lnTo>
                    <a:pt x="0" y="50800"/>
                  </a:lnTo>
                  <a:lnTo>
                    <a:pt x="0" y="53327"/>
                  </a:lnTo>
                  <a:lnTo>
                    <a:pt x="27940" y="53327"/>
                  </a:lnTo>
                  <a:lnTo>
                    <a:pt x="27940" y="50800"/>
                  </a:lnTo>
                  <a:close/>
                </a:path>
                <a:path w="27939" h="181610">
                  <a:moveTo>
                    <a:pt x="27940" y="46990"/>
                  </a:moveTo>
                  <a:lnTo>
                    <a:pt x="0" y="46990"/>
                  </a:lnTo>
                  <a:lnTo>
                    <a:pt x="0" y="50787"/>
                  </a:lnTo>
                  <a:lnTo>
                    <a:pt x="27940" y="50787"/>
                  </a:lnTo>
                  <a:lnTo>
                    <a:pt x="27940" y="46990"/>
                  </a:lnTo>
                  <a:close/>
                </a:path>
                <a:path w="27939" h="181610">
                  <a:moveTo>
                    <a:pt x="27940" y="40640"/>
                  </a:moveTo>
                  <a:lnTo>
                    <a:pt x="0" y="40640"/>
                  </a:lnTo>
                  <a:lnTo>
                    <a:pt x="0" y="46977"/>
                  </a:lnTo>
                  <a:lnTo>
                    <a:pt x="27940" y="46977"/>
                  </a:lnTo>
                  <a:lnTo>
                    <a:pt x="27940" y="40640"/>
                  </a:lnTo>
                  <a:close/>
                </a:path>
                <a:path w="27939" h="181610">
                  <a:moveTo>
                    <a:pt x="27940" y="34290"/>
                  </a:moveTo>
                  <a:lnTo>
                    <a:pt x="0" y="34290"/>
                  </a:lnTo>
                  <a:lnTo>
                    <a:pt x="0" y="40627"/>
                  </a:lnTo>
                  <a:lnTo>
                    <a:pt x="27940" y="40627"/>
                  </a:lnTo>
                  <a:lnTo>
                    <a:pt x="27940" y="34290"/>
                  </a:lnTo>
                  <a:close/>
                </a:path>
                <a:path w="27939" h="181610">
                  <a:moveTo>
                    <a:pt x="27940" y="27940"/>
                  </a:moveTo>
                  <a:lnTo>
                    <a:pt x="0" y="27940"/>
                  </a:lnTo>
                  <a:lnTo>
                    <a:pt x="0" y="34277"/>
                  </a:lnTo>
                  <a:lnTo>
                    <a:pt x="27940" y="34277"/>
                  </a:lnTo>
                  <a:lnTo>
                    <a:pt x="27940" y="27940"/>
                  </a:lnTo>
                  <a:close/>
                </a:path>
                <a:path w="27939" h="181610">
                  <a:moveTo>
                    <a:pt x="27940" y="25400"/>
                  </a:moveTo>
                  <a:lnTo>
                    <a:pt x="0" y="25400"/>
                  </a:lnTo>
                  <a:lnTo>
                    <a:pt x="0" y="27927"/>
                  </a:lnTo>
                  <a:lnTo>
                    <a:pt x="27940" y="27927"/>
                  </a:lnTo>
                  <a:lnTo>
                    <a:pt x="27940" y="25400"/>
                  </a:lnTo>
                  <a:close/>
                </a:path>
                <a:path w="27939" h="181610">
                  <a:moveTo>
                    <a:pt x="2794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27940" y="25387"/>
                  </a:lnTo>
                  <a:lnTo>
                    <a:pt x="27940" y="21590"/>
                  </a:lnTo>
                  <a:close/>
                </a:path>
                <a:path w="27939" h="181610">
                  <a:moveTo>
                    <a:pt x="27940" y="15240"/>
                  </a:moveTo>
                  <a:lnTo>
                    <a:pt x="0" y="15240"/>
                  </a:lnTo>
                  <a:lnTo>
                    <a:pt x="0" y="21577"/>
                  </a:lnTo>
                  <a:lnTo>
                    <a:pt x="27940" y="21577"/>
                  </a:lnTo>
                  <a:lnTo>
                    <a:pt x="27940" y="15240"/>
                  </a:lnTo>
                  <a:close/>
                </a:path>
                <a:path w="27939" h="181610">
                  <a:moveTo>
                    <a:pt x="2794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7940" y="15227"/>
                  </a:lnTo>
                  <a:lnTo>
                    <a:pt x="27940" y="12700"/>
                  </a:lnTo>
                  <a:close/>
                </a:path>
                <a:path w="27939" h="181610">
                  <a:moveTo>
                    <a:pt x="2794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7940" y="12687"/>
                  </a:lnTo>
                  <a:lnTo>
                    <a:pt x="27940" y="8890"/>
                  </a:lnTo>
                  <a:close/>
                </a:path>
                <a:path w="27939" h="181610">
                  <a:moveTo>
                    <a:pt x="27940" y="0"/>
                  </a:moveTo>
                  <a:lnTo>
                    <a:pt x="0" y="0"/>
                  </a:lnTo>
                  <a:lnTo>
                    <a:pt x="0" y="8877"/>
                  </a:lnTo>
                  <a:lnTo>
                    <a:pt x="27940" y="8877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18314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2" name="object 3692"/>
            <p:cNvSpPr/>
            <p:nvPr/>
          </p:nvSpPr>
          <p:spPr>
            <a:xfrm>
              <a:off x="3644900" y="5033010"/>
              <a:ext cx="27940" cy="476250"/>
            </a:xfrm>
            <a:custGeom>
              <a:avLst/>
              <a:gdLst/>
              <a:ahLst/>
              <a:cxnLst/>
              <a:rect l="l" t="t" r="r" b="b"/>
              <a:pathLst>
                <a:path w="27939" h="476250">
                  <a:moveTo>
                    <a:pt x="27940" y="467372"/>
                  </a:moveTo>
                  <a:lnTo>
                    <a:pt x="0" y="467372"/>
                  </a:lnTo>
                  <a:lnTo>
                    <a:pt x="0" y="476250"/>
                  </a:lnTo>
                  <a:lnTo>
                    <a:pt x="27940" y="476250"/>
                  </a:lnTo>
                  <a:lnTo>
                    <a:pt x="27940" y="467372"/>
                  </a:lnTo>
                  <a:close/>
                </a:path>
                <a:path w="27939" h="476250">
                  <a:moveTo>
                    <a:pt x="27940" y="463562"/>
                  </a:moveTo>
                  <a:lnTo>
                    <a:pt x="0" y="463562"/>
                  </a:lnTo>
                  <a:lnTo>
                    <a:pt x="0" y="467360"/>
                  </a:lnTo>
                  <a:lnTo>
                    <a:pt x="27940" y="467360"/>
                  </a:lnTo>
                  <a:lnTo>
                    <a:pt x="27940" y="463562"/>
                  </a:lnTo>
                  <a:close/>
                </a:path>
                <a:path w="27939" h="476250">
                  <a:moveTo>
                    <a:pt x="27940" y="461022"/>
                  </a:moveTo>
                  <a:lnTo>
                    <a:pt x="0" y="461022"/>
                  </a:lnTo>
                  <a:lnTo>
                    <a:pt x="0" y="463550"/>
                  </a:lnTo>
                  <a:lnTo>
                    <a:pt x="27940" y="463550"/>
                  </a:lnTo>
                  <a:lnTo>
                    <a:pt x="27940" y="461022"/>
                  </a:lnTo>
                  <a:close/>
                </a:path>
                <a:path w="27939" h="476250">
                  <a:moveTo>
                    <a:pt x="27940" y="457212"/>
                  </a:moveTo>
                  <a:lnTo>
                    <a:pt x="0" y="457212"/>
                  </a:lnTo>
                  <a:lnTo>
                    <a:pt x="0" y="461010"/>
                  </a:lnTo>
                  <a:lnTo>
                    <a:pt x="27940" y="461010"/>
                  </a:lnTo>
                  <a:lnTo>
                    <a:pt x="27940" y="457212"/>
                  </a:lnTo>
                  <a:close/>
                </a:path>
                <a:path w="27939" h="476250">
                  <a:moveTo>
                    <a:pt x="27940" y="448322"/>
                  </a:moveTo>
                  <a:lnTo>
                    <a:pt x="0" y="448322"/>
                  </a:lnTo>
                  <a:lnTo>
                    <a:pt x="0" y="457200"/>
                  </a:lnTo>
                  <a:lnTo>
                    <a:pt x="27940" y="457200"/>
                  </a:lnTo>
                  <a:lnTo>
                    <a:pt x="27940" y="448322"/>
                  </a:lnTo>
                  <a:close/>
                </a:path>
                <a:path w="27939" h="476250">
                  <a:moveTo>
                    <a:pt x="27940" y="429272"/>
                  </a:moveTo>
                  <a:lnTo>
                    <a:pt x="0" y="429272"/>
                  </a:lnTo>
                  <a:lnTo>
                    <a:pt x="0" y="448310"/>
                  </a:lnTo>
                  <a:lnTo>
                    <a:pt x="27940" y="448310"/>
                  </a:lnTo>
                  <a:lnTo>
                    <a:pt x="27940" y="429272"/>
                  </a:lnTo>
                  <a:close/>
                </a:path>
                <a:path w="27939" h="476250">
                  <a:moveTo>
                    <a:pt x="27940" y="422922"/>
                  </a:moveTo>
                  <a:lnTo>
                    <a:pt x="0" y="422922"/>
                  </a:lnTo>
                  <a:lnTo>
                    <a:pt x="0" y="429260"/>
                  </a:lnTo>
                  <a:lnTo>
                    <a:pt x="27940" y="429260"/>
                  </a:lnTo>
                  <a:lnTo>
                    <a:pt x="27940" y="422922"/>
                  </a:lnTo>
                  <a:close/>
                </a:path>
                <a:path w="27939" h="476250">
                  <a:moveTo>
                    <a:pt x="27940" y="416572"/>
                  </a:moveTo>
                  <a:lnTo>
                    <a:pt x="0" y="416572"/>
                  </a:lnTo>
                  <a:lnTo>
                    <a:pt x="0" y="422910"/>
                  </a:lnTo>
                  <a:lnTo>
                    <a:pt x="27940" y="422910"/>
                  </a:lnTo>
                  <a:lnTo>
                    <a:pt x="27940" y="416572"/>
                  </a:lnTo>
                  <a:close/>
                </a:path>
                <a:path w="27939" h="476250">
                  <a:moveTo>
                    <a:pt x="27940" y="412762"/>
                  </a:moveTo>
                  <a:lnTo>
                    <a:pt x="0" y="412762"/>
                  </a:lnTo>
                  <a:lnTo>
                    <a:pt x="0" y="416560"/>
                  </a:lnTo>
                  <a:lnTo>
                    <a:pt x="27940" y="416560"/>
                  </a:lnTo>
                  <a:lnTo>
                    <a:pt x="27940" y="412762"/>
                  </a:lnTo>
                  <a:close/>
                </a:path>
                <a:path w="27939" h="476250">
                  <a:moveTo>
                    <a:pt x="27940" y="410222"/>
                  </a:moveTo>
                  <a:lnTo>
                    <a:pt x="0" y="410222"/>
                  </a:lnTo>
                  <a:lnTo>
                    <a:pt x="0" y="412750"/>
                  </a:lnTo>
                  <a:lnTo>
                    <a:pt x="27940" y="412750"/>
                  </a:lnTo>
                  <a:lnTo>
                    <a:pt x="27940" y="410222"/>
                  </a:lnTo>
                  <a:close/>
                </a:path>
                <a:path w="27939" h="476250">
                  <a:moveTo>
                    <a:pt x="27940" y="406412"/>
                  </a:moveTo>
                  <a:lnTo>
                    <a:pt x="0" y="406412"/>
                  </a:lnTo>
                  <a:lnTo>
                    <a:pt x="0" y="410210"/>
                  </a:lnTo>
                  <a:lnTo>
                    <a:pt x="27940" y="410210"/>
                  </a:lnTo>
                  <a:lnTo>
                    <a:pt x="27940" y="406412"/>
                  </a:lnTo>
                  <a:close/>
                </a:path>
                <a:path w="27939" h="476250">
                  <a:moveTo>
                    <a:pt x="27940" y="403872"/>
                  </a:moveTo>
                  <a:lnTo>
                    <a:pt x="0" y="403872"/>
                  </a:lnTo>
                  <a:lnTo>
                    <a:pt x="0" y="406400"/>
                  </a:lnTo>
                  <a:lnTo>
                    <a:pt x="27940" y="406400"/>
                  </a:lnTo>
                  <a:lnTo>
                    <a:pt x="27940" y="403872"/>
                  </a:lnTo>
                  <a:close/>
                </a:path>
                <a:path w="27939" h="476250">
                  <a:moveTo>
                    <a:pt x="27940" y="397522"/>
                  </a:moveTo>
                  <a:lnTo>
                    <a:pt x="0" y="397522"/>
                  </a:lnTo>
                  <a:lnTo>
                    <a:pt x="0" y="403860"/>
                  </a:lnTo>
                  <a:lnTo>
                    <a:pt x="27940" y="403860"/>
                  </a:lnTo>
                  <a:lnTo>
                    <a:pt x="27940" y="397522"/>
                  </a:lnTo>
                  <a:close/>
                </a:path>
                <a:path w="27939" h="476250">
                  <a:moveTo>
                    <a:pt x="27940" y="393712"/>
                  </a:moveTo>
                  <a:lnTo>
                    <a:pt x="0" y="393712"/>
                  </a:lnTo>
                  <a:lnTo>
                    <a:pt x="0" y="397510"/>
                  </a:lnTo>
                  <a:lnTo>
                    <a:pt x="27940" y="397510"/>
                  </a:lnTo>
                  <a:lnTo>
                    <a:pt x="27940" y="393712"/>
                  </a:lnTo>
                  <a:close/>
                </a:path>
                <a:path w="27939" h="476250">
                  <a:moveTo>
                    <a:pt x="27940" y="391172"/>
                  </a:moveTo>
                  <a:lnTo>
                    <a:pt x="0" y="391172"/>
                  </a:lnTo>
                  <a:lnTo>
                    <a:pt x="0" y="393700"/>
                  </a:lnTo>
                  <a:lnTo>
                    <a:pt x="27940" y="393700"/>
                  </a:lnTo>
                  <a:lnTo>
                    <a:pt x="27940" y="391172"/>
                  </a:lnTo>
                  <a:close/>
                </a:path>
                <a:path w="27939" h="476250">
                  <a:moveTo>
                    <a:pt x="27940" y="387362"/>
                  </a:moveTo>
                  <a:lnTo>
                    <a:pt x="0" y="387362"/>
                  </a:lnTo>
                  <a:lnTo>
                    <a:pt x="0" y="391160"/>
                  </a:lnTo>
                  <a:lnTo>
                    <a:pt x="27940" y="391160"/>
                  </a:lnTo>
                  <a:lnTo>
                    <a:pt x="27940" y="387362"/>
                  </a:lnTo>
                  <a:close/>
                </a:path>
                <a:path w="27939" h="476250">
                  <a:moveTo>
                    <a:pt x="27940" y="384822"/>
                  </a:moveTo>
                  <a:lnTo>
                    <a:pt x="0" y="384822"/>
                  </a:lnTo>
                  <a:lnTo>
                    <a:pt x="0" y="387350"/>
                  </a:lnTo>
                  <a:lnTo>
                    <a:pt x="27940" y="387350"/>
                  </a:lnTo>
                  <a:lnTo>
                    <a:pt x="27940" y="384822"/>
                  </a:lnTo>
                  <a:close/>
                </a:path>
                <a:path w="27939" h="476250">
                  <a:moveTo>
                    <a:pt x="27940" y="365772"/>
                  </a:moveTo>
                  <a:lnTo>
                    <a:pt x="0" y="365772"/>
                  </a:lnTo>
                  <a:lnTo>
                    <a:pt x="0" y="384810"/>
                  </a:lnTo>
                  <a:lnTo>
                    <a:pt x="27940" y="384810"/>
                  </a:lnTo>
                  <a:lnTo>
                    <a:pt x="27940" y="365772"/>
                  </a:lnTo>
                  <a:close/>
                </a:path>
                <a:path w="27939" h="476250">
                  <a:moveTo>
                    <a:pt x="27940" y="359422"/>
                  </a:moveTo>
                  <a:lnTo>
                    <a:pt x="0" y="359422"/>
                  </a:lnTo>
                  <a:lnTo>
                    <a:pt x="0" y="365760"/>
                  </a:lnTo>
                  <a:lnTo>
                    <a:pt x="27940" y="365760"/>
                  </a:lnTo>
                  <a:lnTo>
                    <a:pt x="27940" y="359422"/>
                  </a:lnTo>
                  <a:close/>
                </a:path>
                <a:path w="27939" h="476250">
                  <a:moveTo>
                    <a:pt x="27940" y="355612"/>
                  </a:moveTo>
                  <a:lnTo>
                    <a:pt x="0" y="355612"/>
                  </a:lnTo>
                  <a:lnTo>
                    <a:pt x="0" y="359410"/>
                  </a:lnTo>
                  <a:lnTo>
                    <a:pt x="27940" y="359410"/>
                  </a:lnTo>
                  <a:lnTo>
                    <a:pt x="27940" y="355612"/>
                  </a:lnTo>
                  <a:close/>
                </a:path>
                <a:path w="27939" h="476250">
                  <a:moveTo>
                    <a:pt x="27940" y="346722"/>
                  </a:moveTo>
                  <a:lnTo>
                    <a:pt x="0" y="346722"/>
                  </a:lnTo>
                  <a:lnTo>
                    <a:pt x="0" y="355600"/>
                  </a:lnTo>
                  <a:lnTo>
                    <a:pt x="27940" y="355600"/>
                  </a:lnTo>
                  <a:lnTo>
                    <a:pt x="27940" y="346722"/>
                  </a:lnTo>
                  <a:close/>
                </a:path>
                <a:path w="27939" h="476250">
                  <a:moveTo>
                    <a:pt x="27940" y="340372"/>
                  </a:moveTo>
                  <a:lnTo>
                    <a:pt x="0" y="340372"/>
                  </a:lnTo>
                  <a:lnTo>
                    <a:pt x="0" y="346710"/>
                  </a:lnTo>
                  <a:lnTo>
                    <a:pt x="27940" y="346710"/>
                  </a:lnTo>
                  <a:lnTo>
                    <a:pt x="27940" y="340372"/>
                  </a:lnTo>
                  <a:close/>
                </a:path>
                <a:path w="27939" h="476250">
                  <a:moveTo>
                    <a:pt x="27940" y="334022"/>
                  </a:moveTo>
                  <a:lnTo>
                    <a:pt x="0" y="334022"/>
                  </a:lnTo>
                  <a:lnTo>
                    <a:pt x="0" y="340360"/>
                  </a:lnTo>
                  <a:lnTo>
                    <a:pt x="27940" y="340360"/>
                  </a:lnTo>
                  <a:lnTo>
                    <a:pt x="27940" y="334022"/>
                  </a:lnTo>
                  <a:close/>
                </a:path>
                <a:path w="27939" h="476250">
                  <a:moveTo>
                    <a:pt x="27940" y="330212"/>
                  </a:moveTo>
                  <a:lnTo>
                    <a:pt x="0" y="330212"/>
                  </a:lnTo>
                  <a:lnTo>
                    <a:pt x="0" y="334010"/>
                  </a:lnTo>
                  <a:lnTo>
                    <a:pt x="27940" y="334010"/>
                  </a:lnTo>
                  <a:lnTo>
                    <a:pt x="27940" y="330212"/>
                  </a:lnTo>
                  <a:close/>
                </a:path>
                <a:path w="27939" h="476250">
                  <a:moveTo>
                    <a:pt x="27940" y="327672"/>
                  </a:moveTo>
                  <a:lnTo>
                    <a:pt x="0" y="327672"/>
                  </a:lnTo>
                  <a:lnTo>
                    <a:pt x="0" y="330200"/>
                  </a:lnTo>
                  <a:lnTo>
                    <a:pt x="27940" y="330200"/>
                  </a:lnTo>
                  <a:lnTo>
                    <a:pt x="27940" y="327672"/>
                  </a:lnTo>
                  <a:close/>
                </a:path>
                <a:path w="27939" h="476250">
                  <a:moveTo>
                    <a:pt x="27940" y="317512"/>
                  </a:moveTo>
                  <a:lnTo>
                    <a:pt x="0" y="317512"/>
                  </a:lnTo>
                  <a:lnTo>
                    <a:pt x="0" y="327660"/>
                  </a:lnTo>
                  <a:lnTo>
                    <a:pt x="27940" y="327660"/>
                  </a:lnTo>
                  <a:lnTo>
                    <a:pt x="27940" y="317512"/>
                  </a:lnTo>
                  <a:close/>
                </a:path>
                <a:path w="27939" h="476250">
                  <a:moveTo>
                    <a:pt x="27940" y="314972"/>
                  </a:moveTo>
                  <a:lnTo>
                    <a:pt x="0" y="314972"/>
                  </a:lnTo>
                  <a:lnTo>
                    <a:pt x="0" y="317500"/>
                  </a:lnTo>
                  <a:lnTo>
                    <a:pt x="27940" y="317500"/>
                  </a:lnTo>
                  <a:lnTo>
                    <a:pt x="27940" y="314972"/>
                  </a:lnTo>
                  <a:close/>
                </a:path>
                <a:path w="27939" h="476250">
                  <a:moveTo>
                    <a:pt x="27940" y="311162"/>
                  </a:moveTo>
                  <a:lnTo>
                    <a:pt x="0" y="311162"/>
                  </a:lnTo>
                  <a:lnTo>
                    <a:pt x="0" y="314960"/>
                  </a:lnTo>
                  <a:lnTo>
                    <a:pt x="27940" y="314960"/>
                  </a:lnTo>
                  <a:lnTo>
                    <a:pt x="27940" y="311162"/>
                  </a:lnTo>
                  <a:close/>
                </a:path>
                <a:path w="27939" h="476250">
                  <a:moveTo>
                    <a:pt x="27940" y="304812"/>
                  </a:moveTo>
                  <a:lnTo>
                    <a:pt x="0" y="304812"/>
                  </a:lnTo>
                  <a:lnTo>
                    <a:pt x="0" y="311150"/>
                  </a:lnTo>
                  <a:lnTo>
                    <a:pt x="27940" y="311150"/>
                  </a:lnTo>
                  <a:lnTo>
                    <a:pt x="27940" y="304812"/>
                  </a:lnTo>
                  <a:close/>
                </a:path>
                <a:path w="27939" h="476250">
                  <a:moveTo>
                    <a:pt x="27940" y="292112"/>
                  </a:moveTo>
                  <a:lnTo>
                    <a:pt x="0" y="292112"/>
                  </a:lnTo>
                  <a:lnTo>
                    <a:pt x="0" y="304800"/>
                  </a:lnTo>
                  <a:lnTo>
                    <a:pt x="27940" y="304800"/>
                  </a:lnTo>
                  <a:lnTo>
                    <a:pt x="27940" y="292112"/>
                  </a:lnTo>
                  <a:close/>
                </a:path>
                <a:path w="27939" h="476250">
                  <a:moveTo>
                    <a:pt x="27940" y="289572"/>
                  </a:moveTo>
                  <a:lnTo>
                    <a:pt x="0" y="289572"/>
                  </a:lnTo>
                  <a:lnTo>
                    <a:pt x="0" y="292100"/>
                  </a:lnTo>
                  <a:lnTo>
                    <a:pt x="27940" y="292100"/>
                  </a:lnTo>
                  <a:lnTo>
                    <a:pt x="27940" y="289572"/>
                  </a:lnTo>
                  <a:close/>
                </a:path>
                <a:path w="27939" h="476250">
                  <a:moveTo>
                    <a:pt x="27940" y="285762"/>
                  </a:moveTo>
                  <a:lnTo>
                    <a:pt x="0" y="285762"/>
                  </a:lnTo>
                  <a:lnTo>
                    <a:pt x="0" y="289560"/>
                  </a:lnTo>
                  <a:lnTo>
                    <a:pt x="27940" y="289560"/>
                  </a:lnTo>
                  <a:lnTo>
                    <a:pt x="27940" y="285762"/>
                  </a:lnTo>
                  <a:close/>
                </a:path>
                <a:path w="27939" h="476250">
                  <a:moveTo>
                    <a:pt x="27940" y="283222"/>
                  </a:moveTo>
                  <a:lnTo>
                    <a:pt x="0" y="283222"/>
                  </a:lnTo>
                  <a:lnTo>
                    <a:pt x="0" y="285750"/>
                  </a:lnTo>
                  <a:lnTo>
                    <a:pt x="27940" y="285750"/>
                  </a:lnTo>
                  <a:lnTo>
                    <a:pt x="27940" y="283222"/>
                  </a:lnTo>
                  <a:close/>
                </a:path>
                <a:path w="27939" h="476250">
                  <a:moveTo>
                    <a:pt x="27940" y="279412"/>
                  </a:moveTo>
                  <a:lnTo>
                    <a:pt x="0" y="279412"/>
                  </a:lnTo>
                  <a:lnTo>
                    <a:pt x="0" y="283210"/>
                  </a:lnTo>
                  <a:lnTo>
                    <a:pt x="27940" y="283210"/>
                  </a:lnTo>
                  <a:lnTo>
                    <a:pt x="27940" y="279412"/>
                  </a:lnTo>
                  <a:close/>
                </a:path>
                <a:path w="27939" h="476250">
                  <a:moveTo>
                    <a:pt x="27940" y="273062"/>
                  </a:moveTo>
                  <a:lnTo>
                    <a:pt x="0" y="273062"/>
                  </a:lnTo>
                  <a:lnTo>
                    <a:pt x="0" y="279400"/>
                  </a:lnTo>
                  <a:lnTo>
                    <a:pt x="27940" y="279400"/>
                  </a:lnTo>
                  <a:lnTo>
                    <a:pt x="27940" y="273062"/>
                  </a:lnTo>
                  <a:close/>
                </a:path>
                <a:path w="27939" h="476250">
                  <a:moveTo>
                    <a:pt x="27940" y="234962"/>
                  </a:moveTo>
                  <a:lnTo>
                    <a:pt x="0" y="234962"/>
                  </a:lnTo>
                  <a:lnTo>
                    <a:pt x="0" y="273050"/>
                  </a:lnTo>
                  <a:lnTo>
                    <a:pt x="27940" y="273050"/>
                  </a:lnTo>
                  <a:lnTo>
                    <a:pt x="27940" y="234962"/>
                  </a:lnTo>
                  <a:close/>
                </a:path>
                <a:path w="27939" h="476250">
                  <a:moveTo>
                    <a:pt x="2794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7940" y="234950"/>
                  </a:lnTo>
                  <a:lnTo>
                    <a:pt x="27940" y="232422"/>
                  </a:lnTo>
                  <a:close/>
                </a:path>
                <a:path w="27939" h="476250">
                  <a:moveTo>
                    <a:pt x="2794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27940" y="232410"/>
                  </a:lnTo>
                  <a:lnTo>
                    <a:pt x="27940" y="226072"/>
                  </a:lnTo>
                  <a:close/>
                </a:path>
                <a:path w="27939" h="476250">
                  <a:moveTo>
                    <a:pt x="2794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27940" y="226060"/>
                  </a:lnTo>
                  <a:lnTo>
                    <a:pt x="27940" y="222262"/>
                  </a:lnTo>
                  <a:close/>
                </a:path>
                <a:path w="27939" h="476250">
                  <a:moveTo>
                    <a:pt x="2794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27940" y="222250"/>
                  </a:lnTo>
                  <a:lnTo>
                    <a:pt x="27940" y="219722"/>
                  </a:lnTo>
                  <a:close/>
                </a:path>
                <a:path w="27939" h="476250">
                  <a:moveTo>
                    <a:pt x="27940" y="213372"/>
                  </a:moveTo>
                  <a:lnTo>
                    <a:pt x="0" y="213372"/>
                  </a:lnTo>
                  <a:lnTo>
                    <a:pt x="0" y="219710"/>
                  </a:lnTo>
                  <a:lnTo>
                    <a:pt x="27940" y="219710"/>
                  </a:lnTo>
                  <a:lnTo>
                    <a:pt x="27940" y="213372"/>
                  </a:lnTo>
                  <a:close/>
                </a:path>
                <a:path w="27939" h="476250">
                  <a:moveTo>
                    <a:pt x="27940" y="207022"/>
                  </a:moveTo>
                  <a:lnTo>
                    <a:pt x="0" y="207022"/>
                  </a:lnTo>
                  <a:lnTo>
                    <a:pt x="0" y="213360"/>
                  </a:lnTo>
                  <a:lnTo>
                    <a:pt x="27940" y="213360"/>
                  </a:lnTo>
                  <a:lnTo>
                    <a:pt x="27940" y="207022"/>
                  </a:lnTo>
                  <a:close/>
                </a:path>
                <a:path w="27939" h="476250">
                  <a:moveTo>
                    <a:pt x="27940" y="195592"/>
                  </a:moveTo>
                  <a:lnTo>
                    <a:pt x="0" y="195592"/>
                  </a:lnTo>
                  <a:lnTo>
                    <a:pt x="0" y="207010"/>
                  </a:lnTo>
                  <a:lnTo>
                    <a:pt x="27940" y="207010"/>
                  </a:lnTo>
                  <a:lnTo>
                    <a:pt x="27940" y="195592"/>
                  </a:lnTo>
                  <a:close/>
                </a:path>
                <a:path w="27939" h="476250">
                  <a:moveTo>
                    <a:pt x="2794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7940" y="195580"/>
                  </a:lnTo>
                  <a:lnTo>
                    <a:pt x="27940" y="189242"/>
                  </a:lnTo>
                  <a:close/>
                </a:path>
                <a:path w="27939" h="476250">
                  <a:moveTo>
                    <a:pt x="27940" y="182892"/>
                  </a:moveTo>
                  <a:lnTo>
                    <a:pt x="0" y="182892"/>
                  </a:lnTo>
                  <a:lnTo>
                    <a:pt x="0" y="189230"/>
                  </a:lnTo>
                  <a:lnTo>
                    <a:pt x="27940" y="189230"/>
                  </a:lnTo>
                  <a:lnTo>
                    <a:pt x="27940" y="182892"/>
                  </a:lnTo>
                  <a:close/>
                </a:path>
                <a:path w="27939" h="476250">
                  <a:moveTo>
                    <a:pt x="27940" y="176542"/>
                  </a:moveTo>
                  <a:lnTo>
                    <a:pt x="0" y="176542"/>
                  </a:lnTo>
                  <a:lnTo>
                    <a:pt x="0" y="182880"/>
                  </a:lnTo>
                  <a:lnTo>
                    <a:pt x="27940" y="182880"/>
                  </a:lnTo>
                  <a:lnTo>
                    <a:pt x="27940" y="176542"/>
                  </a:lnTo>
                  <a:close/>
                </a:path>
                <a:path w="27939" h="476250">
                  <a:moveTo>
                    <a:pt x="27940" y="170192"/>
                  </a:moveTo>
                  <a:lnTo>
                    <a:pt x="0" y="170192"/>
                  </a:lnTo>
                  <a:lnTo>
                    <a:pt x="0" y="176530"/>
                  </a:lnTo>
                  <a:lnTo>
                    <a:pt x="27940" y="176530"/>
                  </a:lnTo>
                  <a:lnTo>
                    <a:pt x="27940" y="170192"/>
                  </a:lnTo>
                  <a:close/>
                </a:path>
                <a:path w="27939" h="476250">
                  <a:moveTo>
                    <a:pt x="27940" y="163842"/>
                  </a:moveTo>
                  <a:lnTo>
                    <a:pt x="0" y="163842"/>
                  </a:lnTo>
                  <a:lnTo>
                    <a:pt x="0" y="170180"/>
                  </a:lnTo>
                  <a:lnTo>
                    <a:pt x="27940" y="170180"/>
                  </a:lnTo>
                  <a:lnTo>
                    <a:pt x="27940" y="163842"/>
                  </a:lnTo>
                  <a:close/>
                </a:path>
                <a:path w="27939" h="476250">
                  <a:moveTo>
                    <a:pt x="27940" y="157492"/>
                  </a:moveTo>
                  <a:lnTo>
                    <a:pt x="0" y="157492"/>
                  </a:lnTo>
                  <a:lnTo>
                    <a:pt x="0" y="163830"/>
                  </a:lnTo>
                  <a:lnTo>
                    <a:pt x="27940" y="163830"/>
                  </a:lnTo>
                  <a:lnTo>
                    <a:pt x="27940" y="157492"/>
                  </a:lnTo>
                  <a:close/>
                </a:path>
                <a:path w="27939" h="476250">
                  <a:moveTo>
                    <a:pt x="2794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7940" y="157480"/>
                  </a:lnTo>
                  <a:lnTo>
                    <a:pt x="27940" y="151142"/>
                  </a:lnTo>
                  <a:close/>
                </a:path>
                <a:path w="27939" h="476250">
                  <a:moveTo>
                    <a:pt x="27940" y="138442"/>
                  </a:moveTo>
                  <a:lnTo>
                    <a:pt x="0" y="138442"/>
                  </a:lnTo>
                  <a:lnTo>
                    <a:pt x="0" y="151130"/>
                  </a:lnTo>
                  <a:lnTo>
                    <a:pt x="27940" y="151130"/>
                  </a:lnTo>
                  <a:lnTo>
                    <a:pt x="27940" y="138442"/>
                  </a:lnTo>
                  <a:close/>
                </a:path>
                <a:path w="27939" h="476250">
                  <a:moveTo>
                    <a:pt x="27940" y="132092"/>
                  </a:moveTo>
                  <a:lnTo>
                    <a:pt x="0" y="132092"/>
                  </a:lnTo>
                  <a:lnTo>
                    <a:pt x="0" y="138430"/>
                  </a:lnTo>
                  <a:lnTo>
                    <a:pt x="27940" y="138430"/>
                  </a:lnTo>
                  <a:lnTo>
                    <a:pt x="27940" y="132092"/>
                  </a:lnTo>
                  <a:close/>
                </a:path>
                <a:path w="27939" h="476250">
                  <a:moveTo>
                    <a:pt x="27940" y="125742"/>
                  </a:moveTo>
                  <a:lnTo>
                    <a:pt x="0" y="125742"/>
                  </a:lnTo>
                  <a:lnTo>
                    <a:pt x="0" y="132080"/>
                  </a:lnTo>
                  <a:lnTo>
                    <a:pt x="27940" y="132080"/>
                  </a:lnTo>
                  <a:lnTo>
                    <a:pt x="27940" y="125742"/>
                  </a:lnTo>
                  <a:close/>
                </a:path>
                <a:path w="27939" h="476250">
                  <a:moveTo>
                    <a:pt x="27940" y="119392"/>
                  </a:moveTo>
                  <a:lnTo>
                    <a:pt x="0" y="119392"/>
                  </a:lnTo>
                  <a:lnTo>
                    <a:pt x="0" y="125730"/>
                  </a:lnTo>
                  <a:lnTo>
                    <a:pt x="27940" y="125730"/>
                  </a:lnTo>
                  <a:lnTo>
                    <a:pt x="27940" y="119392"/>
                  </a:lnTo>
                  <a:close/>
                </a:path>
                <a:path w="27939" h="476250">
                  <a:moveTo>
                    <a:pt x="27940" y="113042"/>
                  </a:moveTo>
                  <a:lnTo>
                    <a:pt x="0" y="113042"/>
                  </a:lnTo>
                  <a:lnTo>
                    <a:pt x="0" y="119380"/>
                  </a:lnTo>
                  <a:lnTo>
                    <a:pt x="27940" y="119380"/>
                  </a:lnTo>
                  <a:lnTo>
                    <a:pt x="27940" y="113042"/>
                  </a:lnTo>
                  <a:close/>
                </a:path>
                <a:path w="27939" h="476250">
                  <a:moveTo>
                    <a:pt x="27940" y="106692"/>
                  </a:moveTo>
                  <a:lnTo>
                    <a:pt x="0" y="106692"/>
                  </a:lnTo>
                  <a:lnTo>
                    <a:pt x="0" y="113030"/>
                  </a:lnTo>
                  <a:lnTo>
                    <a:pt x="27940" y="113030"/>
                  </a:lnTo>
                  <a:lnTo>
                    <a:pt x="27940" y="106692"/>
                  </a:lnTo>
                  <a:close/>
                </a:path>
                <a:path w="27939" h="476250">
                  <a:moveTo>
                    <a:pt x="27940" y="100342"/>
                  </a:moveTo>
                  <a:lnTo>
                    <a:pt x="0" y="100342"/>
                  </a:lnTo>
                  <a:lnTo>
                    <a:pt x="0" y="106680"/>
                  </a:lnTo>
                  <a:lnTo>
                    <a:pt x="27940" y="106680"/>
                  </a:lnTo>
                  <a:lnTo>
                    <a:pt x="27940" y="100342"/>
                  </a:lnTo>
                  <a:close/>
                </a:path>
                <a:path w="27939" h="476250">
                  <a:moveTo>
                    <a:pt x="2794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7940" y="100330"/>
                  </a:lnTo>
                  <a:lnTo>
                    <a:pt x="27940" y="93992"/>
                  </a:lnTo>
                  <a:close/>
                </a:path>
                <a:path w="27939" h="476250">
                  <a:moveTo>
                    <a:pt x="2794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7940" y="93980"/>
                  </a:lnTo>
                  <a:lnTo>
                    <a:pt x="27940" y="87642"/>
                  </a:lnTo>
                  <a:close/>
                </a:path>
                <a:path w="27939" h="476250">
                  <a:moveTo>
                    <a:pt x="27940" y="81292"/>
                  </a:moveTo>
                  <a:lnTo>
                    <a:pt x="0" y="81292"/>
                  </a:lnTo>
                  <a:lnTo>
                    <a:pt x="0" y="87630"/>
                  </a:lnTo>
                  <a:lnTo>
                    <a:pt x="27940" y="87630"/>
                  </a:lnTo>
                  <a:lnTo>
                    <a:pt x="27940" y="81292"/>
                  </a:lnTo>
                  <a:close/>
                </a:path>
                <a:path w="27939" h="476250">
                  <a:moveTo>
                    <a:pt x="27940" y="68592"/>
                  </a:moveTo>
                  <a:lnTo>
                    <a:pt x="0" y="68592"/>
                  </a:lnTo>
                  <a:lnTo>
                    <a:pt x="0" y="81280"/>
                  </a:lnTo>
                  <a:lnTo>
                    <a:pt x="27940" y="81280"/>
                  </a:lnTo>
                  <a:lnTo>
                    <a:pt x="27940" y="68592"/>
                  </a:lnTo>
                  <a:close/>
                </a:path>
                <a:path w="27939" h="476250">
                  <a:moveTo>
                    <a:pt x="27940" y="62242"/>
                  </a:moveTo>
                  <a:lnTo>
                    <a:pt x="0" y="62242"/>
                  </a:lnTo>
                  <a:lnTo>
                    <a:pt x="0" y="68580"/>
                  </a:lnTo>
                  <a:lnTo>
                    <a:pt x="27940" y="68580"/>
                  </a:lnTo>
                  <a:lnTo>
                    <a:pt x="27940" y="62242"/>
                  </a:lnTo>
                  <a:close/>
                </a:path>
                <a:path w="27939" h="476250">
                  <a:moveTo>
                    <a:pt x="27940" y="55892"/>
                  </a:moveTo>
                  <a:lnTo>
                    <a:pt x="0" y="55892"/>
                  </a:lnTo>
                  <a:lnTo>
                    <a:pt x="0" y="62230"/>
                  </a:lnTo>
                  <a:lnTo>
                    <a:pt x="27940" y="62230"/>
                  </a:lnTo>
                  <a:lnTo>
                    <a:pt x="27940" y="55892"/>
                  </a:lnTo>
                  <a:close/>
                </a:path>
                <a:path w="27939" h="476250">
                  <a:moveTo>
                    <a:pt x="27940" y="49542"/>
                  </a:moveTo>
                  <a:lnTo>
                    <a:pt x="0" y="49542"/>
                  </a:lnTo>
                  <a:lnTo>
                    <a:pt x="0" y="55880"/>
                  </a:lnTo>
                  <a:lnTo>
                    <a:pt x="27940" y="55880"/>
                  </a:lnTo>
                  <a:lnTo>
                    <a:pt x="27940" y="49542"/>
                  </a:lnTo>
                  <a:close/>
                </a:path>
                <a:path w="27939" h="476250">
                  <a:moveTo>
                    <a:pt x="2794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7940" y="49530"/>
                  </a:lnTo>
                  <a:lnTo>
                    <a:pt x="27940" y="43192"/>
                  </a:lnTo>
                  <a:close/>
                </a:path>
                <a:path w="27939" h="476250">
                  <a:moveTo>
                    <a:pt x="2794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7940" y="43180"/>
                  </a:lnTo>
                  <a:lnTo>
                    <a:pt x="27940" y="36842"/>
                  </a:lnTo>
                  <a:close/>
                </a:path>
                <a:path w="27939" h="476250">
                  <a:moveTo>
                    <a:pt x="2794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7940" y="36830"/>
                  </a:lnTo>
                  <a:lnTo>
                    <a:pt x="27940" y="30492"/>
                  </a:lnTo>
                  <a:close/>
                </a:path>
                <a:path w="27939" h="476250">
                  <a:moveTo>
                    <a:pt x="27940" y="24142"/>
                  </a:moveTo>
                  <a:lnTo>
                    <a:pt x="0" y="24142"/>
                  </a:lnTo>
                  <a:lnTo>
                    <a:pt x="0" y="30480"/>
                  </a:lnTo>
                  <a:lnTo>
                    <a:pt x="27940" y="30480"/>
                  </a:lnTo>
                  <a:lnTo>
                    <a:pt x="27940" y="24142"/>
                  </a:lnTo>
                  <a:close/>
                </a:path>
                <a:path w="27939" h="476250">
                  <a:moveTo>
                    <a:pt x="2794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7940" y="24130"/>
                  </a:lnTo>
                  <a:lnTo>
                    <a:pt x="27940" y="17792"/>
                  </a:lnTo>
                  <a:close/>
                </a:path>
                <a:path w="27939" h="476250">
                  <a:moveTo>
                    <a:pt x="27940" y="5092"/>
                  </a:moveTo>
                  <a:lnTo>
                    <a:pt x="0" y="5092"/>
                  </a:lnTo>
                  <a:lnTo>
                    <a:pt x="0" y="17780"/>
                  </a:lnTo>
                  <a:lnTo>
                    <a:pt x="27940" y="17780"/>
                  </a:lnTo>
                  <a:lnTo>
                    <a:pt x="27940" y="5092"/>
                  </a:lnTo>
                  <a:close/>
                </a:path>
                <a:path w="27939" h="476250">
                  <a:moveTo>
                    <a:pt x="279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7940" y="5080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18314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3" name="object 3693"/>
            <p:cNvSpPr/>
            <p:nvPr/>
          </p:nvSpPr>
          <p:spPr>
            <a:xfrm>
              <a:off x="3644900" y="5500382"/>
              <a:ext cx="27940" cy="181610"/>
            </a:xfrm>
            <a:custGeom>
              <a:avLst/>
              <a:gdLst/>
              <a:ahLst/>
              <a:cxnLst/>
              <a:rect l="l" t="t" r="r" b="b"/>
              <a:pathLst>
                <a:path w="27939" h="181610">
                  <a:moveTo>
                    <a:pt x="27940" y="180340"/>
                  </a:moveTo>
                  <a:lnTo>
                    <a:pt x="0" y="180340"/>
                  </a:lnTo>
                  <a:lnTo>
                    <a:pt x="0" y="181597"/>
                  </a:lnTo>
                  <a:lnTo>
                    <a:pt x="27940" y="181597"/>
                  </a:lnTo>
                  <a:lnTo>
                    <a:pt x="27940" y="180340"/>
                  </a:lnTo>
                  <a:close/>
                </a:path>
                <a:path w="27939" h="181610">
                  <a:moveTo>
                    <a:pt x="27940" y="173990"/>
                  </a:moveTo>
                  <a:lnTo>
                    <a:pt x="0" y="173990"/>
                  </a:lnTo>
                  <a:lnTo>
                    <a:pt x="0" y="180327"/>
                  </a:lnTo>
                  <a:lnTo>
                    <a:pt x="27940" y="180327"/>
                  </a:lnTo>
                  <a:lnTo>
                    <a:pt x="27940" y="173990"/>
                  </a:lnTo>
                  <a:close/>
                </a:path>
                <a:path w="27939" h="181610">
                  <a:moveTo>
                    <a:pt x="27940" y="171450"/>
                  </a:moveTo>
                  <a:lnTo>
                    <a:pt x="0" y="171450"/>
                  </a:lnTo>
                  <a:lnTo>
                    <a:pt x="0" y="173977"/>
                  </a:lnTo>
                  <a:lnTo>
                    <a:pt x="27940" y="173977"/>
                  </a:lnTo>
                  <a:lnTo>
                    <a:pt x="27940" y="171450"/>
                  </a:lnTo>
                  <a:close/>
                </a:path>
                <a:path w="27939" h="181610">
                  <a:moveTo>
                    <a:pt x="27940" y="167640"/>
                  </a:moveTo>
                  <a:lnTo>
                    <a:pt x="0" y="167640"/>
                  </a:lnTo>
                  <a:lnTo>
                    <a:pt x="0" y="171437"/>
                  </a:lnTo>
                  <a:lnTo>
                    <a:pt x="27940" y="171437"/>
                  </a:lnTo>
                  <a:lnTo>
                    <a:pt x="27940" y="167640"/>
                  </a:lnTo>
                  <a:close/>
                </a:path>
                <a:path w="27939" h="181610">
                  <a:moveTo>
                    <a:pt x="27940" y="165100"/>
                  </a:moveTo>
                  <a:lnTo>
                    <a:pt x="0" y="165100"/>
                  </a:lnTo>
                  <a:lnTo>
                    <a:pt x="0" y="167627"/>
                  </a:lnTo>
                  <a:lnTo>
                    <a:pt x="27940" y="167627"/>
                  </a:lnTo>
                  <a:lnTo>
                    <a:pt x="27940" y="165100"/>
                  </a:lnTo>
                  <a:close/>
                </a:path>
                <a:path w="27939" h="181610">
                  <a:moveTo>
                    <a:pt x="27940" y="161290"/>
                  </a:moveTo>
                  <a:lnTo>
                    <a:pt x="0" y="161290"/>
                  </a:lnTo>
                  <a:lnTo>
                    <a:pt x="0" y="165087"/>
                  </a:lnTo>
                  <a:lnTo>
                    <a:pt x="27940" y="165087"/>
                  </a:lnTo>
                  <a:lnTo>
                    <a:pt x="27940" y="161290"/>
                  </a:lnTo>
                  <a:close/>
                </a:path>
                <a:path w="27939" h="181610">
                  <a:moveTo>
                    <a:pt x="27940" y="154940"/>
                  </a:moveTo>
                  <a:lnTo>
                    <a:pt x="0" y="154940"/>
                  </a:lnTo>
                  <a:lnTo>
                    <a:pt x="0" y="161277"/>
                  </a:lnTo>
                  <a:lnTo>
                    <a:pt x="27940" y="161277"/>
                  </a:lnTo>
                  <a:lnTo>
                    <a:pt x="27940" y="154940"/>
                  </a:lnTo>
                  <a:close/>
                </a:path>
                <a:path w="27939" h="181610">
                  <a:moveTo>
                    <a:pt x="27940" y="152400"/>
                  </a:moveTo>
                  <a:lnTo>
                    <a:pt x="0" y="152400"/>
                  </a:lnTo>
                  <a:lnTo>
                    <a:pt x="0" y="154927"/>
                  </a:lnTo>
                  <a:lnTo>
                    <a:pt x="27940" y="154927"/>
                  </a:lnTo>
                  <a:lnTo>
                    <a:pt x="27940" y="152400"/>
                  </a:lnTo>
                  <a:close/>
                </a:path>
                <a:path w="27939" h="181610">
                  <a:moveTo>
                    <a:pt x="27940" y="148590"/>
                  </a:moveTo>
                  <a:lnTo>
                    <a:pt x="0" y="148590"/>
                  </a:lnTo>
                  <a:lnTo>
                    <a:pt x="0" y="152387"/>
                  </a:lnTo>
                  <a:lnTo>
                    <a:pt x="27940" y="152387"/>
                  </a:lnTo>
                  <a:lnTo>
                    <a:pt x="27940" y="148590"/>
                  </a:lnTo>
                  <a:close/>
                </a:path>
                <a:path w="27939" h="181610">
                  <a:moveTo>
                    <a:pt x="27940" y="146050"/>
                  </a:moveTo>
                  <a:lnTo>
                    <a:pt x="0" y="146050"/>
                  </a:lnTo>
                  <a:lnTo>
                    <a:pt x="0" y="148577"/>
                  </a:lnTo>
                  <a:lnTo>
                    <a:pt x="27940" y="148577"/>
                  </a:lnTo>
                  <a:lnTo>
                    <a:pt x="27940" y="146050"/>
                  </a:lnTo>
                  <a:close/>
                </a:path>
                <a:path w="27939" h="181610">
                  <a:moveTo>
                    <a:pt x="27940" y="142240"/>
                  </a:moveTo>
                  <a:lnTo>
                    <a:pt x="0" y="142240"/>
                  </a:lnTo>
                  <a:lnTo>
                    <a:pt x="0" y="146037"/>
                  </a:lnTo>
                  <a:lnTo>
                    <a:pt x="27940" y="146037"/>
                  </a:lnTo>
                  <a:lnTo>
                    <a:pt x="27940" y="142240"/>
                  </a:lnTo>
                  <a:close/>
                </a:path>
                <a:path w="27939" h="181610">
                  <a:moveTo>
                    <a:pt x="27940" y="135890"/>
                  </a:moveTo>
                  <a:lnTo>
                    <a:pt x="0" y="135890"/>
                  </a:lnTo>
                  <a:lnTo>
                    <a:pt x="0" y="142227"/>
                  </a:lnTo>
                  <a:lnTo>
                    <a:pt x="27940" y="142227"/>
                  </a:lnTo>
                  <a:lnTo>
                    <a:pt x="27940" y="135890"/>
                  </a:lnTo>
                  <a:close/>
                </a:path>
                <a:path w="27939" h="181610">
                  <a:moveTo>
                    <a:pt x="27940" y="133350"/>
                  </a:moveTo>
                  <a:lnTo>
                    <a:pt x="0" y="133350"/>
                  </a:lnTo>
                  <a:lnTo>
                    <a:pt x="0" y="135877"/>
                  </a:lnTo>
                  <a:lnTo>
                    <a:pt x="27940" y="135877"/>
                  </a:lnTo>
                  <a:lnTo>
                    <a:pt x="27940" y="133350"/>
                  </a:lnTo>
                  <a:close/>
                </a:path>
                <a:path w="27939" h="181610">
                  <a:moveTo>
                    <a:pt x="27940" y="129540"/>
                  </a:moveTo>
                  <a:lnTo>
                    <a:pt x="0" y="129540"/>
                  </a:lnTo>
                  <a:lnTo>
                    <a:pt x="0" y="133337"/>
                  </a:lnTo>
                  <a:lnTo>
                    <a:pt x="27940" y="133337"/>
                  </a:lnTo>
                  <a:lnTo>
                    <a:pt x="27940" y="129540"/>
                  </a:lnTo>
                  <a:close/>
                </a:path>
                <a:path w="27939" h="181610">
                  <a:moveTo>
                    <a:pt x="27940" y="127000"/>
                  </a:moveTo>
                  <a:lnTo>
                    <a:pt x="0" y="127000"/>
                  </a:lnTo>
                  <a:lnTo>
                    <a:pt x="0" y="129527"/>
                  </a:lnTo>
                  <a:lnTo>
                    <a:pt x="27940" y="129527"/>
                  </a:lnTo>
                  <a:lnTo>
                    <a:pt x="27940" y="127000"/>
                  </a:lnTo>
                  <a:close/>
                </a:path>
                <a:path w="27939" h="181610">
                  <a:moveTo>
                    <a:pt x="27940" y="120650"/>
                  </a:moveTo>
                  <a:lnTo>
                    <a:pt x="0" y="120650"/>
                  </a:lnTo>
                  <a:lnTo>
                    <a:pt x="0" y="126987"/>
                  </a:lnTo>
                  <a:lnTo>
                    <a:pt x="27940" y="126987"/>
                  </a:lnTo>
                  <a:lnTo>
                    <a:pt x="27940" y="120650"/>
                  </a:lnTo>
                  <a:close/>
                </a:path>
                <a:path w="27939" h="181610">
                  <a:moveTo>
                    <a:pt x="2794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27940" y="120637"/>
                  </a:lnTo>
                  <a:lnTo>
                    <a:pt x="27940" y="114300"/>
                  </a:lnTo>
                  <a:close/>
                </a:path>
                <a:path w="27939" h="181610">
                  <a:moveTo>
                    <a:pt x="27940" y="110490"/>
                  </a:moveTo>
                  <a:lnTo>
                    <a:pt x="0" y="110490"/>
                  </a:lnTo>
                  <a:lnTo>
                    <a:pt x="0" y="114287"/>
                  </a:lnTo>
                  <a:lnTo>
                    <a:pt x="27940" y="114287"/>
                  </a:lnTo>
                  <a:lnTo>
                    <a:pt x="27940" y="110490"/>
                  </a:lnTo>
                  <a:close/>
                </a:path>
                <a:path w="27939" h="181610">
                  <a:moveTo>
                    <a:pt x="27940" y="107950"/>
                  </a:moveTo>
                  <a:lnTo>
                    <a:pt x="0" y="107950"/>
                  </a:lnTo>
                  <a:lnTo>
                    <a:pt x="0" y="110477"/>
                  </a:lnTo>
                  <a:lnTo>
                    <a:pt x="27940" y="110477"/>
                  </a:lnTo>
                  <a:lnTo>
                    <a:pt x="27940" y="107950"/>
                  </a:lnTo>
                  <a:close/>
                </a:path>
                <a:path w="27939" h="181610">
                  <a:moveTo>
                    <a:pt x="27940" y="104140"/>
                  </a:moveTo>
                  <a:lnTo>
                    <a:pt x="0" y="104140"/>
                  </a:lnTo>
                  <a:lnTo>
                    <a:pt x="0" y="107937"/>
                  </a:lnTo>
                  <a:lnTo>
                    <a:pt x="27940" y="107937"/>
                  </a:lnTo>
                  <a:lnTo>
                    <a:pt x="27940" y="104140"/>
                  </a:lnTo>
                  <a:close/>
                </a:path>
                <a:path w="27939" h="181610">
                  <a:moveTo>
                    <a:pt x="27940" y="101600"/>
                  </a:moveTo>
                  <a:lnTo>
                    <a:pt x="0" y="101600"/>
                  </a:lnTo>
                  <a:lnTo>
                    <a:pt x="0" y="104127"/>
                  </a:lnTo>
                  <a:lnTo>
                    <a:pt x="27940" y="104127"/>
                  </a:lnTo>
                  <a:lnTo>
                    <a:pt x="27940" y="101600"/>
                  </a:lnTo>
                  <a:close/>
                </a:path>
                <a:path w="27939" h="181610">
                  <a:moveTo>
                    <a:pt x="27940" y="97790"/>
                  </a:moveTo>
                  <a:lnTo>
                    <a:pt x="0" y="97790"/>
                  </a:lnTo>
                  <a:lnTo>
                    <a:pt x="0" y="101587"/>
                  </a:lnTo>
                  <a:lnTo>
                    <a:pt x="27940" y="101587"/>
                  </a:lnTo>
                  <a:lnTo>
                    <a:pt x="27940" y="97790"/>
                  </a:lnTo>
                  <a:close/>
                </a:path>
                <a:path w="27939" h="181610">
                  <a:moveTo>
                    <a:pt x="27940" y="95250"/>
                  </a:moveTo>
                  <a:lnTo>
                    <a:pt x="0" y="95250"/>
                  </a:lnTo>
                  <a:lnTo>
                    <a:pt x="0" y="97777"/>
                  </a:lnTo>
                  <a:lnTo>
                    <a:pt x="27940" y="97777"/>
                  </a:lnTo>
                  <a:lnTo>
                    <a:pt x="27940" y="95250"/>
                  </a:lnTo>
                  <a:close/>
                </a:path>
                <a:path w="27939" h="181610">
                  <a:moveTo>
                    <a:pt x="27940" y="91440"/>
                  </a:moveTo>
                  <a:lnTo>
                    <a:pt x="0" y="91440"/>
                  </a:lnTo>
                  <a:lnTo>
                    <a:pt x="0" y="95237"/>
                  </a:lnTo>
                  <a:lnTo>
                    <a:pt x="27940" y="95237"/>
                  </a:lnTo>
                  <a:lnTo>
                    <a:pt x="27940" y="91440"/>
                  </a:lnTo>
                  <a:close/>
                </a:path>
                <a:path w="27939" h="181610">
                  <a:moveTo>
                    <a:pt x="27940" y="82550"/>
                  </a:moveTo>
                  <a:lnTo>
                    <a:pt x="0" y="82550"/>
                  </a:lnTo>
                  <a:lnTo>
                    <a:pt x="0" y="91427"/>
                  </a:lnTo>
                  <a:lnTo>
                    <a:pt x="27940" y="91427"/>
                  </a:lnTo>
                  <a:lnTo>
                    <a:pt x="27940" y="82550"/>
                  </a:lnTo>
                  <a:close/>
                </a:path>
                <a:path w="27939" h="181610">
                  <a:moveTo>
                    <a:pt x="27940" y="72390"/>
                  </a:moveTo>
                  <a:lnTo>
                    <a:pt x="0" y="72390"/>
                  </a:lnTo>
                  <a:lnTo>
                    <a:pt x="0" y="82537"/>
                  </a:lnTo>
                  <a:lnTo>
                    <a:pt x="27940" y="82537"/>
                  </a:lnTo>
                  <a:lnTo>
                    <a:pt x="27940" y="72390"/>
                  </a:lnTo>
                  <a:close/>
                </a:path>
                <a:path w="27939" h="181610">
                  <a:moveTo>
                    <a:pt x="27940" y="63500"/>
                  </a:moveTo>
                  <a:lnTo>
                    <a:pt x="0" y="63500"/>
                  </a:lnTo>
                  <a:lnTo>
                    <a:pt x="0" y="72377"/>
                  </a:lnTo>
                  <a:lnTo>
                    <a:pt x="27940" y="72377"/>
                  </a:lnTo>
                  <a:lnTo>
                    <a:pt x="27940" y="63500"/>
                  </a:lnTo>
                  <a:close/>
                </a:path>
                <a:path w="27939" h="181610">
                  <a:moveTo>
                    <a:pt x="27940" y="53340"/>
                  </a:moveTo>
                  <a:lnTo>
                    <a:pt x="0" y="53340"/>
                  </a:lnTo>
                  <a:lnTo>
                    <a:pt x="0" y="63487"/>
                  </a:lnTo>
                  <a:lnTo>
                    <a:pt x="27940" y="63487"/>
                  </a:lnTo>
                  <a:lnTo>
                    <a:pt x="27940" y="53340"/>
                  </a:lnTo>
                  <a:close/>
                </a:path>
                <a:path w="27939" h="181610">
                  <a:moveTo>
                    <a:pt x="27940" y="50800"/>
                  </a:moveTo>
                  <a:lnTo>
                    <a:pt x="0" y="50800"/>
                  </a:lnTo>
                  <a:lnTo>
                    <a:pt x="0" y="53327"/>
                  </a:lnTo>
                  <a:lnTo>
                    <a:pt x="27940" y="53327"/>
                  </a:lnTo>
                  <a:lnTo>
                    <a:pt x="27940" y="50800"/>
                  </a:lnTo>
                  <a:close/>
                </a:path>
                <a:path w="27939" h="181610">
                  <a:moveTo>
                    <a:pt x="27940" y="46990"/>
                  </a:moveTo>
                  <a:lnTo>
                    <a:pt x="0" y="46990"/>
                  </a:lnTo>
                  <a:lnTo>
                    <a:pt x="0" y="50787"/>
                  </a:lnTo>
                  <a:lnTo>
                    <a:pt x="27940" y="50787"/>
                  </a:lnTo>
                  <a:lnTo>
                    <a:pt x="27940" y="46990"/>
                  </a:lnTo>
                  <a:close/>
                </a:path>
                <a:path w="27939" h="181610">
                  <a:moveTo>
                    <a:pt x="27940" y="40640"/>
                  </a:moveTo>
                  <a:lnTo>
                    <a:pt x="0" y="40640"/>
                  </a:lnTo>
                  <a:lnTo>
                    <a:pt x="0" y="46977"/>
                  </a:lnTo>
                  <a:lnTo>
                    <a:pt x="27940" y="46977"/>
                  </a:lnTo>
                  <a:lnTo>
                    <a:pt x="27940" y="40640"/>
                  </a:lnTo>
                  <a:close/>
                </a:path>
                <a:path w="27939" h="181610">
                  <a:moveTo>
                    <a:pt x="27940" y="34290"/>
                  </a:moveTo>
                  <a:lnTo>
                    <a:pt x="0" y="34290"/>
                  </a:lnTo>
                  <a:lnTo>
                    <a:pt x="0" y="40627"/>
                  </a:lnTo>
                  <a:lnTo>
                    <a:pt x="27940" y="40627"/>
                  </a:lnTo>
                  <a:lnTo>
                    <a:pt x="27940" y="34290"/>
                  </a:lnTo>
                  <a:close/>
                </a:path>
                <a:path w="27939" h="181610">
                  <a:moveTo>
                    <a:pt x="27940" y="27940"/>
                  </a:moveTo>
                  <a:lnTo>
                    <a:pt x="0" y="27940"/>
                  </a:lnTo>
                  <a:lnTo>
                    <a:pt x="0" y="34277"/>
                  </a:lnTo>
                  <a:lnTo>
                    <a:pt x="27940" y="34277"/>
                  </a:lnTo>
                  <a:lnTo>
                    <a:pt x="27940" y="27940"/>
                  </a:lnTo>
                  <a:close/>
                </a:path>
                <a:path w="27939" h="181610">
                  <a:moveTo>
                    <a:pt x="27940" y="25400"/>
                  </a:moveTo>
                  <a:lnTo>
                    <a:pt x="0" y="25400"/>
                  </a:lnTo>
                  <a:lnTo>
                    <a:pt x="0" y="27927"/>
                  </a:lnTo>
                  <a:lnTo>
                    <a:pt x="27940" y="27927"/>
                  </a:lnTo>
                  <a:lnTo>
                    <a:pt x="27940" y="25400"/>
                  </a:lnTo>
                  <a:close/>
                </a:path>
                <a:path w="27939" h="181610">
                  <a:moveTo>
                    <a:pt x="2794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27940" y="25387"/>
                  </a:lnTo>
                  <a:lnTo>
                    <a:pt x="27940" y="21590"/>
                  </a:lnTo>
                  <a:close/>
                </a:path>
                <a:path w="27939" h="181610">
                  <a:moveTo>
                    <a:pt x="27940" y="15240"/>
                  </a:moveTo>
                  <a:lnTo>
                    <a:pt x="0" y="15240"/>
                  </a:lnTo>
                  <a:lnTo>
                    <a:pt x="0" y="21577"/>
                  </a:lnTo>
                  <a:lnTo>
                    <a:pt x="27940" y="21577"/>
                  </a:lnTo>
                  <a:lnTo>
                    <a:pt x="27940" y="15240"/>
                  </a:lnTo>
                  <a:close/>
                </a:path>
                <a:path w="27939" h="181610">
                  <a:moveTo>
                    <a:pt x="2794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7940" y="15227"/>
                  </a:lnTo>
                  <a:lnTo>
                    <a:pt x="27940" y="12700"/>
                  </a:lnTo>
                  <a:close/>
                </a:path>
                <a:path w="27939" h="181610">
                  <a:moveTo>
                    <a:pt x="2794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7940" y="12687"/>
                  </a:lnTo>
                  <a:lnTo>
                    <a:pt x="27940" y="8890"/>
                  </a:lnTo>
                  <a:close/>
                </a:path>
                <a:path w="27939" h="181610">
                  <a:moveTo>
                    <a:pt x="27940" y="0"/>
                  </a:moveTo>
                  <a:lnTo>
                    <a:pt x="0" y="0"/>
                  </a:lnTo>
                  <a:lnTo>
                    <a:pt x="0" y="8877"/>
                  </a:lnTo>
                  <a:lnTo>
                    <a:pt x="27940" y="8877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18314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4" name="object 3694"/>
            <p:cNvSpPr/>
            <p:nvPr/>
          </p:nvSpPr>
          <p:spPr>
            <a:xfrm>
              <a:off x="3672840" y="5033010"/>
              <a:ext cx="29209" cy="476250"/>
            </a:xfrm>
            <a:custGeom>
              <a:avLst/>
              <a:gdLst/>
              <a:ahLst/>
              <a:cxnLst/>
              <a:rect l="l" t="t" r="r" b="b"/>
              <a:pathLst>
                <a:path w="29210" h="476250">
                  <a:moveTo>
                    <a:pt x="29210" y="467372"/>
                  </a:moveTo>
                  <a:lnTo>
                    <a:pt x="0" y="467372"/>
                  </a:lnTo>
                  <a:lnTo>
                    <a:pt x="0" y="476250"/>
                  </a:lnTo>
                  <a:lnTo>
                    <a:pt x="29210" y="476250"/>
                  </a:lnTo>
                  <a:lnTo>
                    <a:pt x="29210" y="467372"/>
                  </a:lnTo>
                  <a:close/>
                </a:path>
                <a:path w="29210" h="476250">
                  <a:moveTo>
                    <a:pt x="29210" y="463562"/>
                  </a:moveTo>
                  <a:lnTo>
                    <a:pt x="0" y="463562"/>
                  </a:lnTo>
                  <a:lnTo>
                    <a:pt x="0" y="467360"/>
                  </a:lnTo>
                  <a:lnTo>
                    <a:pt x="29210" y="467360"/>
                  </a:lnTo>
                  <a:lnTo>
                    <a:pt x="29210" y="463562"/>
                  </a:lnTo>
                  <a:close/>
                </a:path>
                <a:path w="29210" h="476250">
                  <a:moveTo>
                    <a:pt x="29210" y="461022"/>
                  </a:moveTo>
                  <a:lnTo>
                    <a:pt x="0" y="461022"/>
                  </a:lnTo>
                  <a:lnTo>
                    <a:pt x="0" y="463550"/>
                  </a:lnTo>
                  <a:lnTo>
                    <a:pt x="29210" y="463550"/>
                  </a:lnTo>
                  <a:lnTo>
                    <a:pt x="29210" y="461022"/>
                  </a:lnTo>
                  <a:close/>
                </a:path>
                <a:path w="29210" h="476250">
                  <a:moveTo>
                    <a:pt x="29210" y="457212"/>
                  </a:moveTo>
                  <a:lnTo>
                    <a:pt x="0" y="457212"/>
                  </a:lnTo>
                  <a:lnTo>
                    <a:pt x="0" y="461010"/>
                  </a:lnTo>
                  <a:lnTo>
                    <a:pt x="29210" y="461010"/>
                  </a:lnTo>
                  <a:lnTo>
                    <a:pt x="29210" y="457212"/>
                  </a:lnTo>
                  <a:close/>
                </a:path>
                <a:path w="29210" h="476250">
                  <a:moveTo>
                    <a:pt x="29210" y="448322"/>
                  </a:moveTo>
                  <a:lnTo>
                    <a:pt x="0" y="448322"/>
                  </a:lnTo>
                  <a:lnTo>
                    <a:pt x="0" y="457200"/>
                  </a:lnTo>
                  <a:lnTo>
                    <a:pt x="29210" y="457200"/>
                  </a:lnTo>
                  <a:lnTo>
                    <a:pt x="29210" y="448322"/>
                  </a:lnTo>
                  <a:close/>
                </a:path>
                <a:path w="29210" h="476250">
                  <a:moveTo>
                    <a:pt x="29210" y="429272"/>
                  </a:moveTo>
                  <a:lnTo>
                    <a:pt x="0" y="429272"/>
                  </a:lnTo>
                  <a:lnTo>
                    <a:pt x="0" y="448310"/>
                  </a:lnTo>
                  <a:lnTo>
                    <a:pt x="29210" y="448310"/>
                  </a:lnTo>
                  <a:lnTo>
                    <a:pt x="29210" y="429272"/>
                  </a:lnTo>
                  <a:close/>
                </a:path>
                <a:path w="29210" h="476250">
                  <a:moveTo>
                    <a:pt x="29210" y="422922"/>
                  </a:moveTo>
                  <a:lnTo>
                    <a:pt x="0" y="422922"/>
                  </a:lnTo>
                  <a:lnTo>
                    <a:pt x="0" y="429260"/>
                  </a:lnTo>
                  <a:lnTo>
                    <a:pt x="29210" y="429260"/>
                  </a:lnTo>
                  <a:lnTo>
                    <a:pt x="29210" y="422922"/>
                  </a:lnTo>
                  <a:close/>
                </a:path>
                <a:path w="29210" h="476250">
                  <a:moveTo>
                    <a:pt x="29210" y="416572"/>
                  </a:moveTo>
                  <a:lnTo>
                    <a:pt x="0" y="416572"/>
                  </a:lnTo>
                  <a:lnTo>
                    <a:pt x="0" y="422910"/>
                  </a:lnTo>
                  <a:lnTo>
                    <a:pt x="29210" y="422910"/>
                  </a:lnTo>
                  <a:lnTo>
                    <a:pt x="29210" y="416572"/>
                  </a:lnTo>
                  <a:close/>
                </a:path>
                <a:path w="29210" h="476250">
                  <a:moveTo>
                    <a:pt x="29210" y="412762"/>
                  </a:moveTo>
                  <a:lnTo>
                    <a:pt x="0" y="412762"/>
                  </a:lnTo>
                  <a:lnTo>
                    <a:pt x="0" y="416560"/>
                  </a:lnTo>
                  <a:lnTo>
                    <a:pt x="29210" y="416560"/>
                  </a:lnTo>
                  <a:lnTo>
                    <a:pt x="29210" y="412762"/>
                  </a:lnTo>
                  <a:close/>
                </a:path>
                <a:path w="29210" h="476250">
                  <a:moveTo>
                    <a:pt x="29210" y="410222"/>
                  </a:moveTo>
                  <a:lnTo>
                    <a:pt x="0" y="410222"/>
                  </a:lnTo>
                  <a:lnTo>
                    <a:pt x="0" y="412750"/>
                  </a:lnTo>
                  <a:lnTo>
                    <a:pt x="29210" y="412750"/>
                  </a:lnTo>
                  <a:lnTo>
                    <a:pt x="29210" y="410222"/>
                  </a:lnTo>
                  <a:close/>
                </a:path>
                <a:path w="29210" h="476250">
                  <a:moveTo>
                    <a:pt x="29210" y="406412"/>
                  </a:moveTo>
                  <a:lnTo>
                    <a:pt x="0" y="406412"/>
                  </a:lnTo>
                  <a:lnTo>
                    <a:pt x="0" y="410210"/>
                  </a:lnTo>
                  <a:lnTo>
                    <a:pt x="29210" y="410210"/>
                  </a:lnTo>
                  <a:lnTo>
                    <a:pt x="29210" y="406412"/>
                  </a:lnTo>
                  <a:close/>
                </a:path>
                <a:path w="29210" h="476250">
                  <a:moveTo>
                    <a:pt x="29210" y="403872"/>
                  </a:moveTo>
                  <a:lnTo>
                    <a:pt x="0" y="403872"/>
                  </a:lnTo>
                  <a:lnTo>
                    <a:pt x="0" y="406400"/>
                  </a:lnTo>
                  <a:lnTo>
                    <a:pt x="29210" y="406400"/>
                  </a:lnTo>
                  <a:lnTo>
                    <a:pt x="29210" y="403872"/>
                  </a:lnTo>
                  <a:close/>
                </a:path>
                <a:path w="29210" h="476250">
                  <a:moveTo>
                    <a:pt x="29210" y="397522"/>
                  </a:moveTo>
                  <a:lnTo>
                    <a:pt x="0" y="397522"/>
                  </a:lnTo>
                  <a:lnTo>
                    <a:pt x="0" y="403860"/>
                  </a:lnTo>
                  <a:lnTo>
                    <a:pt x="29210" y="403860"/>
                  </a:lnTo>
                  <a:lnTo>
                    <a:pt x="29210" y="397522"/>
                  </a:lnTo>
                  <a:close/>
                </a:path>
                <a:path w="29210" h="476250">
                  <a:moveTo>
                    <a:pt x="29210" y="393712"/>
                  </a:moveTo>
                  <a:lnTo>
                    <a:pt x="0" y="393712"/>
                  </a:lnTo>
                  <a:lnTo>
                    <a:pt x="0" y="397510"/>
                  </a:lnTo>
                  <a:lnTo>
                    <a:pt x="29210" y="397510"/>
                  </a:lnTo>
                  <a:lnTo>
                    <a:pt x="29210" y="393712"/>
                  </a:lnTo>
                  <a:close/>
                </a:path>
                <a:path w="29210" h="476250">
                  <a:moveTo>
                    <a:pt x="29210" y="391172"/>
                  </a:moveTo>
                  <a:lnTo>
                    <a:pt x="0" y="391172"/>
                  </a:lnTo>
                  <a:lnTo>
                    <a:pt x="0" y="393700"/>
                  </a:lnTo>
                  <a:lnTo>
                    <a:pt x="29210" y="393700"/>
                  </a:lnTo>
                  <a:lnTo>
                    <a:pt x="29210" y="391172"/>
                  </a:lnTo>
                  <a:close/>
                </a:path>
                <a:path w="29210" h="476250">
                  <a:moveTo>
                    <a:pt x="29210" y="387362"/>
                  </a:moveTo>
                  <a:lnTo>
                    <a:pt x="0" y="387362"/>
                  </a:lnTo>
                  <a:lnTo>
                    <a:pt x="0" y="391160"/>
                  </a:lnTo>
                  <a:lnTo>
                    <a:pt x="29210" y="391160"/>
                  </a:lnTo>
                  <a:lnTo>
                    <a:pt x="29210" y="387362"/>
                  </a:lnTo>
                  <a:close/>
                </a:path>
                <a:path w="29210" h="476250">
                  <a:moveTo>
                    <a:pt x="29210" y="384822"/>
                  </a:moveTo>
                  <a:lnTo>
                    <a:pt x="0" y="384822"/>
                  </a:lnTo>
                  <a:lnTo>
                    <a:pt x="0" y="387350"/>
                  </a:lnTo>
                  <a:lnTo>
                    <a:pt x="29210" y="387350"/>
                  </a:lnTo>
                  <a:lnTo>
                    <a:pt x="29210" y="384822"/>
                  </a:lnTo>
                  <a:close/>
                </a:path>
                <a:path w="29210" h="476250">
                  <a:moveTo>
                    <a:pt x="29210" y="365772"/>
                  </a:moveTo>
                  <a:lnTo>
                    <a:pt x="0" y="365772"/>
                  </a:lnTo>
                  <a:lnTo>
                    <a:pt x="0" y="384810"/>
                  </a:lnTo>
                  <a:lnTo>
                    <a:pt x="29210" y="384810"/>
                  </a:lnTo>
                  <a:lnTo>
                    <a:pt x="29210" y="365772"/>
                  </a:lnTo>
                  <a:close/>
                </a:path>
                <a:path w="29210" h="476250">
                  <a:moveTo>
                    <a:pt x="29210" y="359422"/>
                  </a:moveTo>
                  <a:lnTo>
                    <a:pt x="0" y="359422"/>
                  </a:lnTo>
                  <a:lnTo>
                    <a:pt x="0" y="365760"/>
                  </a:lnTo>
                  <a:lnTo>
                    <a:pt x="29210" y="365760"/>
                  </a:lnTo>
                  <a:lnTo>
                    <a:pt x="29210" y="359422"/>
                  </a:lnTo>
                  <a:close/>
                </a:path>
                <a:path w="29210" h="476250">
                  <a:moveTo>
                    <a:pt x="29210" y="355612"/>
                  </a:moveTo>
                  <a:lnTo>
                    <a:pt x="0" y="355612"/>
                  </a:lnTo>
                  <a:lnTo>
                    <a:pt x="0" y="359410"/>
                  </a:lnTo>
                  <a:lnTo>
                    <a:pt x="29210" y="359410"/>
                  </a:lnTo>
                  <a:lnTo>
                    <a:pt x="29210" y="355612"/>
                  </a:lnTo>
                  <a:close/>
                </a:path>
                <a:path w="29210" h="476250">
                  <a:moveTo>
                    <a:pt x="29210" y="346722"/>
                  </a:moveTo>
                  <a:lnTo>
                    <a:pt x="0" y="346722"/>
                  </a:lnTo>
                  <a:lnTo>
                    <a:pt x="0" y="355600"/>
                  </a:lnTo>
                  <a:lnTo>
                    <a:pt x="29210" y="355600"/>
                  </a:lnTo>
                  <a:lnTo>
                    <a:pt x="29210" y="346722"/>
                  </a:lnTo>
                  <a:close/>
                </a:path>
                <a:path w="29210" h="476250">
                  <a:moveTo>
                    <a:pt x="29210" y="340372"/>
                  </a:moveTo>
                  <a:lnTo>
                    <a:pt x="0" y="340372"/>
                  </a:lnTo>
                  <a:lnTo>
                    <a:pt x="0" y="346710"/>
                  </a:lnTo>
                  <a:lnTo>
                    <a:pt x="29210" y="346710"/>
                  </a:lnTo>
                  <a:lnTo>
                    <a:pt x="29210" y="340372"/>
                  </a:lnTo>
                  <a:close/>
                </a:path>
                <a:path w="29210" h="476250">
                  <a:moveTo>
                    <a:pt x="29210" y="334022"/>
                  </a:moveTo>
                  <a:lnTo>
                    <a:pt x="0" y="334022"/>
                  </a:lnTo>
                  <a:lnTo>
                    <a:pt x="0" y="340360"/>
                  </a:lnTo>
                  <a:lnTo>
                    <a:pt x="29210" y="340360"/>
                  </a:lnTo>
                  <a:lnTo>
                    <a:pt x="29210" y="334022"/>
                  </a:lnTo>
                  <a:close/>
                </a:path>
                <a:path w="29210" h="476250">
                  <a:moveTo>
                    <a:pt x="29210" y="330212"/>
                  </a:moveTo>
                  <a:lnTo>
                    <a:pt x="0" y="330212"/>
                  </a:lnTo>
                  <a:lnTo>
                    <a:pt x="0" y="334010"/>
                  </a:lnTo>
                  <a:lnTo>
                    <a:pt x="29210" y="334010"/>
                  </a:lnTo>
                  <a:lnTo>
                    <a:pt x="29210" y="330212"/>
                  </a:lnTo>
                  <a:close/>
                </a:path>
                <a:path w="29210" h="476250">
                  <a:moveTo>
                    <a:pt x="29210" y="327672"/>
                  </a:moveTo>
                  <a:lnTo>
                    <a:pt x="0" y="327672"/>
                  </a:lnTo>
                  <a:lnTo>
                    <a:pt x="0" y="330200"/>
                  </a:lnTo>
                  <a:lnTo>
                    <a:pt x="29210" y="330200"/>
                  </a:lnTo>
                  <a:lnTo>
                    <a:pt x="29210" y="327672"/>
                  </a:lnTo>
                  <a:close/>
                </a:path>
                <a:path w="29210" h="476250">
                  <a:moveTo>
                    <a:pt x="29210" y="317512"/>
                  </a:moveTo>
                  <a:lnTo>
                    <a:pt x="0" y="317512"/>
                  </a:lnTo>
                  <a:lnTo>
                    <a:pt x="0" y="327660"/>
                  </a:lnTo>
                  <a:lnTo>
                    <a:pt x="29210" y="327660"/>
                  </a:lnTo>
                  <a:lnTo>
                    <a:pt x="29210" y="317512"/>
                  </a:lnTo>
                  <a:close/>
                </a:path>
                <a:path w="29210" h="476250">
                  <a:moveTo>
                    <a:pt x="29210" y="314972"/>
                  </a:moveTo>
                  <a:lnTo>
                    <a:pt x="0" y="314972"/>
                  </a:lnTo>
                  <a:lnTo>
                    <a:pt x="0" y="317500"/>
                  </a:lnTo>
                  <a:lnTo>
                    <a:pt x="29210" y="317500"/>
                  </a:lnTo>
                  <a:lnTo>
                    <a:pt x="29210" y="314972"/>
                  </a:lnTo>
                  <a:close/>
                </a:path>
                <a:path w="29210" h="476250">
                  <a:moveTo>
                    <a:pt x="29210" y="311162"/>
                  </a:moveTo>
                  <a:lnTo>
                    <a:pt x="0" y="311162"/>
                  </a:lnTo>
                  <a:lnTo>
                    <a:pt x="0" y="314960"/>
                  </a:lnTo>
                  <a:lnTo>
                    <a:pt x="29210" y="314960"/>
                  </a:lnTo>
                  <a:lnTo>
                    <a:pt x="29210" y="311162"/>
                  </a:lnTo>
                  <a:close/>
                </a:path>
                <a:path w="29210" h="476250">
                  <a:moveTo>
                    <a:pt x="29210" y="304812"/>
                  </a:moveTo>
                  <a:lnTo>
                    <a:pt x="0" y="304812"/>
                  </a:lnTo>
                  <a:lnTo>
                    <a:pt x="0" y="311150"/>
                  </a:lnTo>
                  <a:lnTo>
                    <a:pt x="29210" y="311150"/>
                  </a:lnTo>
                  <a:lnTo>
                    <a:pt x="29210" y="304812"/>
                  </a:lnTo>
                  <a:close/>
                </a:path>
                <a:path w="29210" h="476250">
                  <a:moveTo>
                    <a:pt x="29210" y="292112"/>
                  </a:moveTo>
                  <a:lnTo>
                    <a:pt x="0" y="292112"/>
                  </a:lnTo>
                  <a:lnTo>
                    <a:pt x="0" y="304800"/>
                  </a:lnTo>
                  <a:lnTo>
                    <a:pt x="29210" y="304800"/>
                  </a:lnTo>
                  <a:lnTo>
                    <a:pt x="29210" y="292112"/>
                  </a:lnTo>
                  <a:close/>
                </a:path>
                <a:path w="29210" h="476250">
                  <a:moveTo>
                    <a:pt x="29210" y="289572"/>
                  </a:moveTo>
                  <a:lnTo>
                    <a:pt x="0" y="289572"/>
                  </a:lnTo>
                  <a:lnTo>
                    <a:pt x="0" y="292100"/>
                  </a:lnTo>
                  <a:lnTo>
                    <a:pt x="29210" y="292100"/>
                  </a:lnTo>
                  <a:lnTo>
                    <a:pt x="29210" y="289572"/>
                  </a:lnTo>
                  <a:close/>
                </a:path>
                <a:path w="29210" h="476250">
                  <a:moveTo>
                    <a:pt x="29210" y="285762"/>
                  </a:moveTo>
                  <a:lnTo>
                    <a:pt x="0" y="285762"/>
                  </a:lnTo>
                  <a:lnTo>
                    <a:pt x="0" y="289560"/>
                  </a:lnTo>
                  <a:lnTo>
                    <a:pt x="29210" y="289560"/>
                  </a:lnTo>
                  <a:lnTo>
                    <a:pt x="29210" y="285762"/>
                  </a:lnTo>
                  <a:close/>
                </a:path>
                <a:path w="29210" h="476250">
                  <a:moveTo>
                    <a:pt x="29210" y="283222"/>
                  </a:moveTo>
                  <a:lnTo>
                    <a:pt x="0" y="283222"/>
                  </a:lnTo>
                  <a:lnTo>
                    <a:pt x="0" y="285750"/>
                  </a:lnTo>
                  <a:lnTo>
                    <a:pt x="29210" y="285750"/>
                  </a:lnTo>
                  <a:lnTo>
                    <a:pt x="29210" y="283222"/>
                  </a:lnTo>
                  <a:close/>
                </a:path>
                <a:path w="29210" h="476250">
                  <a:moveTo>
                    <a:pt x="29210" y="279412"/>
                  </a:moveTo>
                  <a:lnTo>
                    <a:pt x="0" y="279412"/>
                  </a:lnTo>
                  <a:lnTo>
                    <a:pt x="0" y="283210"/>
                  </a:lnTo>
                  <a:lnTo>
                    <a:pt x="29210" y="283210"/>
                  </a:lnTo>
                  <a:lnTo>
                    <a:pt x="29210" y="279412"/>
                  </a:lnTo>
                  <a:close/>
                </a:path>
                <a:path w="29210" h="476250">
                  <a:moveTo>
                    <a:pt x="29210" y="273062"/>
                  </a:moveTo>
                  <a:lnTo>
                    <a:pt x="0" y="273062"/>
                  </a:lnTo>
                  <a:lnTo>
                    <a:pt x="0" y="279400"/>
                  </a:lnTo>
                  <a:lnTo>
                    <a:pt x="29210" y="279400"/>
                  </a:lnTo>
                  <a:lnTo>
                    <a:pt x="29210" y="273062"/>
                  </a:lnTo>
                  <a:close/>
                </a:path>
                <a:path w="29210" h="476250">
                  <a:moveTo>
                    <a:pt x="29210" y="234962"/>
                  </a:moveTo>
                  <a:lnTo>
                    <a:pt x="0" y="234962"/>
                  </a:lnTo>
                  <a:lnTo>
                    <a:pt x="0" y="273050"/>
                  </a:lnTo>
                  <a:lnTo>
                    <a:pt x="29210" y="273050"/>
                  </a:lnTo>
                  <a:lnTo>
                    <a:pt x="29210" y="234962"/>
                  </a:lnTo>
                  <a:close/>
                </a:path>
                <a:path w="29210" h="476250">
                  <a:moveTo>
                    <a:pt x="292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9210" y="234950"/>
                  </a:lnTo>
                  <a:lnTo>
                    <a:pt x="29210" y="232422"/>
                  </a:lnTo>
                  <a:close/>
                </a:path>
                <a:path w="29210" h="476250">
                  <a:moveTo>
                    <a:pt x="2921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29210" y="232410"/>
                  </a:lnTo>
                  <a:lnTo>
                    <a:pt x="29210" y="226072"/>
                  </a:lnTo>
                  <a:close/>
                </a:path>
                <a:path w="29210" h="476250">
                  <a:moveTo>
                    <a:pt x="2921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29210" y="226060"/>
                  </a:lnTo>
                  <a:lnTo>
                    <a:pt x="29210" y="222262"/>
                  </a:lnTo>
                  <a:close/>
                </a:path>
                <a:path w="29210" h="476250">
                  <a:moveTo>
                    <a:pt x="2921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29210" y="222250"/>
                  </a:lnTo>
                  <a:lnTo>
                    <a:pt x="29210" y="219722"/>
                  </a:lnTo>
                  <a:close/>
                </a:path>
                <a:path w="29210" h="476250">
                  <a:moveTo>
                    <a:pt x="29210" y="213372"/>
                  </a:moveTo>
                  <a:lnTo>
                    <a:pt x="0" y="213372"/>
                  </a:lnTo>
                  <a:lnTo>
                    <a:pt x="0" y="219710"/>
                  </a:lnTo>
                  <a:lnTo>
                    <a:pt x="29210" y="219710"/>
                  </a:lnTo>
                  <a:lnTo>
                    <a:pt x="29210" y="213372"/>
                  </a:lnTo>
                  <a:close/>
                </a:path>
                <a:path w="29210" h="476250">
                  <a:moveTo>
                    <a:pt x="29210" y="207022"/>
                  </a:moveTo>
                  <a:lnTo>
                    <a:pt x="0" y="207022"/>
                  </a:lnTo>
                  <a:lnTo>
                    <a:pt x="0" y="213360"/>
                  </a:lnTo>
                  <a:lnTo>
                    <a:pt x="29210" y="213360"/>
                  </a:lnTo>
                  <a:lnTo>
                    <a:pt x="29210" y="207022"/>
                  </a:lnTo>
                  <a:close/>
                </a:path>
                <a:path w="29210" h="476250">
                  <a:moveTo>
                    <a:pt x="29210" y="195592"/>
                  </a:moveTo>
                  <a:lnTo>
                    <a:pt x="0" y="195592"/>
                  </a:lnTo>
                  <a:lnTo>
                    <a:pt x="0" y="207010"/>
                  </a:lnTo>
                  <a:lnTo>
                    <a:pt x="29210" y="207010"/>
                  </a:lnTo>
                  <a:lnTo>
                    <a:pt x="29210" y="195592"/>
                  </a:lnTo>
                  <a:close/>
                </a:path>
                <a:path w="29210" h="476250">
                  <a:moveTo>
                    <a:pt x="2921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9210" y="195580"/>
                  </a:lnTo>
                  <a:lnTo>
                    <a:pt x="29210" y="189242"/>
                  </a:lnTo>
                  <a:close/>
                </a:path>
                <a:path w="29210" h="476250">
                  <a:moveTo>
                    <a:pt x="29210" y="182892"/>
                  </a:moveTo>
                  <a:lnTo>
                    <a:pt x="0" y="182892"/>
                  </a:lnTo>
                  <a:lnTo>
                    <a:pt x="0" y="189230"/>
                  </a:lnTo>
                  <a:lnTo>
                    <a:pt x="29210" y="189230"/>
                  </a:lnTo>
                  <a:lnTo>
                    <a:pt x="29210" y="182892"/>
                  </a:lnTo>
                  <a:close/>
                </a:path>
                <a:path w="29210" h="476250">
                  <a:moveTo>
                    <a:pt x="29210" y="176542"/>
                  </a:moveTo>
                  <a:lnTo>
                    <a:pt x="0" y="176542"/>
                  </a:lnTo>
                  <a:lnTo>
                    <a:pt x="0" y="182880"/>
                  </a:lnTo>
                  <a:lnTo>
                    <a:pt x="29210" y="182880"/>
                  </a:lnTo>
                  <a:lnTo>
                    <a:pt x="29210" y="176542"/>
                  </a:lnTo>
                  <a:close/>
                </a:path>
                <a:path w="29210" h="476250">
                  <a:moveTo>
                    <a:pt x="29210" y="170192"/>
                  </a:moveTo>
                  <a:lnTo>
                    <a:pt x="0" y="170192"/>
                  </a:lnTo>
                  <a:lnTo>
                    <a:pt x="0" y="176530"/>
                  </a:lnTo>
                  <a:lnTo>
                    <a:pt x="29210" y="176530"/>
                  </a:lnTo>
                  <a:lnTo>
                    <a:pt x="29210" y="170192"/>
                  </a:lnTo>
                  <a:close/>
                </a:path>
                <a:path w="29210" h="476250">
                  <a:moveTo>
                    <a:pt x="29210" y="163842"/>
                  </a:moveTo>
                  <a:lnTo>
                    <a:pt x="0" y="163842"/>
                  </a:lnTo>
                  <a:lnTo>
                    <a:pt x="0" y="170180"/>
                  </a:lnTo>
                  <a:lnTo>
                    <a:pt x="29210" y="170180"/>
                  </a:lnTo>
                  <a:lnTo>
                    <a:pt x="29210" y="163842"/>
                  </a:lnTo>
                  <a:close/>
                </a:path>
                <a:path w="29210" h="476250">
                  <a:moveTo>
                    <a:pt x="29210" y="157492"/>
                  </a:moveTo>
                  <a:lnTo>
                    <a:pt x="0" y="157492"/>
                  </a:lnTo>
                  <a:lnTo>
                    <a:pt x="0" y="163830"/>
                  </a:lnTo>
                  <a:lnTo>
                    <a:pt x="29210" y="163830"/>
                  </a:lnTo>
                  <a:lnTo>
                    <a:pt x="29210" y="157492"/>
                  </a:lnTo>
                  <a:close/>
                </a:path>
                <a:path w="29210" h="476250">
                  <a:moveTo>
                    <a:pt x="2921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9210" y="157480"/>
                  </a:lnTo>
                  <a:lnTo>
                    <a:pt x="29210" y="151142"/>
                  </a:lnTo>
                  <a:close/>
                </a:path>
                <a:path w="29210" h="476250">
                  <a:moveTo>
                    <a:pt x="29210" y="138442"/>
                  </a:moveTo>
                  <a:lnTo>
                    <a:pt x="0" y="138442"/>
                  </a:lnTo>
                  <a:lnTo>
                    <a:pt x="0" y="151130"/>
                  </a:lnTo>
                  <a:lnTo>
                    <a:pt x="29210" y="151130"/>
                  </a:lnTo>
                  <a:lnTo>
                    <a:pt x="29210" y="138442"/>
                  </a:lnTo>
                  <a:close/>
                </a:path>
                <a:path w="29210" h="476250">
                  <a:moveTo>
                    <a:pt x="29210" y="132092"/>
                  </a:moveTo>
                  <a:lnTo>
                    <a:pt x="0" y="132092"/>
                  </a:lnTo>
                  <a:lnTo>
                    <a:pt x="0" y="138430"/>
                  </a:lnTo>
                  <a:lnTo>
                    <a:pt x="29210" y="138430"/>
                  </a:lnTo>
                  <a:lnTo>
                    <a:pt x="29210" y="132092"/>
                  </a:lnTo>
                  <a:close/>
                </a:path>
                <a:path w="29210" h="476250">
                  <a:moveTo>
                    <a:pt x="29210" y="125742"/>
                  </a:moveTo>
                  <a:lnTo>
                    <a:pt x="0" y="125742"/>
                  </a:lnTo>
                  <a:lnTo>
                    <a:pt x="0" y="132080"/>
                  </a:lnTo>
                  <a:lnTo>
                    <a:pt x="29210" y="132080"/>
                  </a:lnTo>
                  <a:lnTo>
                    <a:pt x="29210" y="125742"/>
                  </a:lnTo>
                  <a:close/>
                </a:path>
                <a:path w="29210" h="476250">
                  <a:moveTo>
                    <a:pt x="29210" y="119392"/>
                  </a:moveTo>
                  <a:lnTo>
                    <a:pt x="0" y="119392"/>
                  </a:lnTo>
                  <a:lnTo>
                    <a:pt x="0" y="125730"/>
                  </a:lnTo>
                  <a:lnTo>
                    <a:pt x="29210" y="125730"/>
                  </a:lnTo>
                  <a:lnTo>
                    <a:pt x="29210" y="119392"/>
                  </a:lnTo>
                  <a:close/>
                </a:path>
                <a:path w="29210" h="476250">
                  <a:moveTo>
                    <a:pt x="29210" y="113042"/>
                  </a:moveTo>
                  <a:lnTo>
                    <a:pt x="0" y="113042"/>
                  </a:lnTo>
                  <a:lnTo>
                    <a:pt x="0" y="119380"/>
                  </a:lnTo>
                  <a:lnTo>
                    <a:pt x="29210" y="119380"/>
                  </a:lnTo>
                  <a:lnTo>
                    <a:pt x="29210" y="113042"/>
                  </a:lnTo>
                  <a:close/>
                </a:path>
                <a:path w="29210" h="476250">
                  <a:moveTo>
                    <a:pt x="29210" y="106692"/>
                  </a:moveTo>
                  <a:lnTo>
                    <a:pt x="0" y="106692"/>
                  </a:lnTo>
                  <a:lnTo>
                    <a:pt x="0" y="113030"/>
                  </a:lnTo>
                  <a:lnTo>
                    <a:pt x="29210" y="113030"/>
                  </a:lnTo>
                  <a:lnTo>
                    <a:pt x="29210" y="106692"/>
                  </a:lnTo>
                  <a:close/>
                </a:path>
                <a:path w="29210" h="476250">
                  <a:moveTo>
                    <a:pt x="29210" y="100342"/>
                  </a:moveTo>
                  <a:lnTo>
                    <a:pt x="0" y="100342"/>
                  </a:lnTo>
                  <a:lnTo>
                    <a:pt x="0" y="106680"/>
                  </a:lnTo>
                  <a:lnTo>
                    <a:pt x="29210" y="106680"/>
                  </a:lnTo>
                  <a:lnTo>
                    <a:pt x="29210" y="100342"/>
                  </a:lnTo>
                  <a:close/>
                </a:path>
                <a:path w="29210" h="476250">
                  <a:moveTo>
                    <a:pt x="2921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9210" y="100330"/>
                  </a:lnTo>
                  <a:lnTo>
                    <a:pt x="29210" y="93992"/>
                  </a:lnTo>
                  <a:close/>
                </a:path>
                <a:path w="29210" h="476250">
                  <a:moveTo>
                    <a:pt x="2921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9210" y="93980"/>
                  </a:lnTo>
                  <a:lnTo>
                    <a:pt x="29210" y="87642"/>
                  </a:lnTo>
                  <a:close/>
                </a:path>
                <a:path w="29210" h="476250">
                  <a:moveTo>
                    <a:pt x="29210" y="81292"/>
                  </a:moveTo>
                  <a:lnTo>
                    <a:pt x="0" y="81292"/>
                  </a:lnTo>
                  <a:lnTo>
                    <a:pt x="0" y="87630"/>
                  </a:lnTo>
                  <a:lnTo>
                    <a:pt x="29210" y="87630"/>
                  </a:lnTo>
                  <a:lnTo>
                    <a:pt x="29210" y="81292"/>
                  </a:lnTo>
                  <a:close/>
                </a:path>
                <a:path w="29210" h="476250">
                  <a:moveTo>
                    <a:pt x="29210" y="68592"/>
                  </a:moveTo>
                  <a:lnTo>
                    <a:pt x="0" y="68592"/>
                  </a:lnTo>
                  <a:lnTo>
                    <a:pt x="0" y="81280"/>
                  </a:lnTo>
                  <a:lnTo>
                    <a:pt x="29210" y="81280"/>
                  </a:lnTo>
                  <a:lnTo>
                    <a:pt x="29210" y="68592"/>
                  </a:lnTo>
                  <a:close/>
                </a:path>
                <a:path w="29210" h="476250">
                  <a:moveTo>
                    <a:pt x="29210" y="62242"/>
                  </a:moveTo>
                  <a:lnTo>
                    <a:pt x="0" y="62242"/>
                  </a:lnTo>
                  <a:lnTo>
                    <a:pt x="0" y="68580"/>
                  </a:lnTo>
                  <a:lnTo>
                    <a:pt x="29210" y="68580"/>
                  </a:lnTo>
                  <a:lnTo>
                    <a:pt x="29210" y="62242"/>
                  </a:lnTo>
                  <a:close/>
                </a:path>
                <a:path w="29210" h="476250">
                  <a:moveTo>
                    <a:pt x="29210" y="55892"/>
                  </a:moveTo>
                  <a:lnTo>
                    <a:pt x="0" y="55892"/>
                  </a:lnTo>
                  <a:lnTo>
                    <a:pt x="0" y="62230"/>
                  </a:lnTo>
                  <a:lnTo>
                    <a:pt x="29210" y="62230"/>
                  </a:lnTo>
                  <a:lnTo>
                    <a:pt x="29210" y="55892"/>
                  </a:lnTo>
                  <a:close/>
                </a:path>
                <a:path w="29210" h="476250">
                  <a:moveTo>
                    <a:pt x="29210" y="49542"/>
                  </a:moveTo>
                  <a:lnTo>
                    <a:pt x="0" y="49542"/>
                  </a:lnTo>
                  <a:lnTo>
                    <a:pt x="0" y="55880"/>
                  </a:lnTo>
                  <a:lnTo>
                    <a:pt x="29210" y="55880"/>
                  </a:lnTo>
                  <a:lnTo>
                    <a:pt x="29210" y="49542"/>
                  </a:lnTo>
                  <a:close/>
                </a:path>
                <a:path w="29210" h="476250">
                  <a:moveTo>
                    <a:pt x="2921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9210" y="49530"/>
                  </a:lnTo>
                  <a:lnTo>
                    <a:pt x="29210" y="43192"/>
                  </a:lnTo>
                  <a:close/>
                </a:path>
                <a:path w="29210" h="476250">
                  <a:moveTo>
                    <a:pt x="2921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9210" y="43180"/>
                  </a:lnTo>
                  <a:lnTo>
                    <a:pt x="29210" y="36842"/>
                  </a:lnTo>
                  <a:close/>
                </a:path>
                <a:path w="29210" h="476250">
                  <a:moveTo>
                    <a:pt x="2921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9210" y="36830"/>
                  </a:lnTo>
                  <a:lnTo>
                    <a:pt x="29210" y="30492"/>
                  </a:lnTo>
                  <a:close/>
                </a:path>
                <a:path w="29210" h="476250">
                  <a:moveTo>
                    <a:pt x="29210" y="24142"/>
                  </a:moveTo>
                  <a:lnTo>
                    <a:pt x="0" y="24142"/>
                  </a:lnTo>
                  <a:lnTo>
                    <a:pt x="0" y="30480"/>
                  </a:lnTo>
                  <a:lnTo>
                    <a:pt x="29210" y="30480"/>
                  </a:lnTo>
                  <a:lnTo>
                    <a:pt x="29210" y="24142"/>
                  </a:lnTo>
                  <a:close/>
                </a:path>
                <a:path w="29210" h="476250">
                  <a:moveTo>
                    <a:pt x="292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9210" y="24130"/>
                  </a:lnTo>
                  <a:lnTo>
                    <a:pt x="29210" y="17792"/>
                  </a:lnTo>
                  <a:close/>
                </a:path>
                <a:path w="29210" h="476250">
                  <a:moveTo>
                    <a:pt x="29210" y="5092"/>
                  </a:moveTo>
                  <a:lnTo>
                    <a:pt x="0" y="5092"/>
                  </a:lnTo>
                  <a:lnTo>
                    <a:pt x="0" y="17780"/>
                  </a:lnTo>
                  <a:lnTo>
                    <a:pt x="29210" y="17780"/>
                  </a:lnTo>
                  <a:lnTo>
                    <a:pt x="29210" y="5092"/>
                  </a:lnTo>
                  <a:close/>
                </a:path>
                <a:path w="29210" h="476250">
                  <a:moveTo>
                    <a:pt x="292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9210" y="5080"/>
                  </a:lnTo>
                  <a:lnTo>
                    <a:pt x="29210" y="0"/>
                  </a:lnTo>
                  <a:close/>
                </a:path>
              </a:pathLst>
            </a:custGeom>
            <a:solidFill>
              <a:srgbClr val="19334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5" name="object 3695"/>
            <p:cNvSpPr/>
            <p:nvPr/>
          </p:nvSpPr>
          <p:spPr>
            <a:xfrm>
              <a:off x="3672840" y="5500382"/>
              <a:ext cx="29209" cy="181610"/>
            </a:xfrm>
            <a:custGeom>
              <a:avLst/>
              <a:gdLst/>
              <a:ahLst/>
              <a:cxnLst/>
              <a:rect l="l" t="t" r="r" b="b"/>
              <a:pathLst>
                <a:path w="29210" h="181610">
                  <a:moveTo>
                    <a:pt x="29210" y="180340"/>
                  </a:moveTo>
                  <a:lnTo>
                    <a:pt x="0" y="180340"/>
                  </a:lnTo>
                  <a:lnTo>
                    <a:pt x="0" y="181597"/>
                  </a:lnTo>
                  <a:lnTo>
                    <a:pt x="29210" y="181597"/>
                  </a:lnTo>
                  <a:lnTo>
                    <a:pt x="29210" y="180340"/>
                  </a:lnTo>
                  <a:close/>
                </a:path>
                <a:path w="29210" h="181610">
                  <a:moveTo>
                    <a:pt x="29210" y="173990"/>
                  </a:moveTo>
                  <a:lnTo>
                    <a:pt x="0" y="173990"/>
                  </a:lnTo>
                  <a:lnTo>
                    <a:pt x="0" y="180327"/>
                  </a:lnTo>
                  <a:lnTo>
                    <a:pt x="29210" y="180327"/>
                  </a:lnTo>
                  <a:lnTo>
                    <a:pt x="29210" y="173990"/>
                  </a:lnTo>
                  <a:close/>
                </a:path>
                <a:path w="29210" h="181610">
                  <a:moveTo>
                    <a:pt x="29210" y="171450"/>
                  </a:moveTo>
                  <a:lnTo>
                    <a:pt x="0" y="171450"/>
                  </a:lnTo>
                  <a:lnTo>
                    <a:pt x="0" y="173977"/>
                  </a:lnTo>
                  <a:lnTo>
                    <a:pt x="29210" y="173977"/>
                  </a:lnTo>
                  <a:lnTo>
                    <a:pt x="29210" y="171450"/>
                  </a:lnTo>
                  <a:close/>
                </a:path>
                <a:path w="29210" h="181610">
                  <a:moveTo>
                    <a:pt x="29210" y="167640"/>
                  </a:moveTo>
                  <a:lnTo>
                    <a:pt x="0" y="167640"/>
                  </a:lnTo>
                  <a:lnTo>
                    <a:pt x="0" y="171437"/>
                  </a:lnTo>
                  <a:lnTo>
                    <a:pt x="29210" y="171437"/>
                  </a:lnTo>
                  <a:lnTo>
                    <a:pt x="29210" y="167640"/>
                  </a:lnTo>
                  <a:close/>
                </a:path>
                <a:path w="29210" h="181610">
                  <a:moveTo>
                    <a:pt x="29210" y="165100"/>
                  </a:moveTo>
                  <a:lnTo>
                    <a:pt x="0" y="165100"/>
                  </a:lnTo>
                  <a:lnTo>
                    <a:pt x="0" y="167627"/>
                  </a:lnTo>
                  <a:lnTo>
                    <a:pt x="29210" y="167627"/>
                  </a:lnTo>
                  <a:lnTo>
                    <a:pt x="29210" y="165100"/>
                  </a:lnTo>
                  <a:close/>
                </a:path>
                <a:path w="29210" h="181610">
                  <a:moveTo>
                    <a:pt x="29210" y="161290"/>
                  </a:moveTo>
                  <a:lnTo>
                    <a:pt x="0" y="161290"/>
                  </a:lnTo>
                  <a:lnTo>
                    <a:pt x="0" y="165087"/>
                  </a:lnTo>
                  <a:lnTo>
                    <a:pt x="29210" y="165087"/>
                  </a:lnTo>
                  <a:lnTo>
                    <a:pt x="29210" y="161290"/>
                  </a:lnTo>
                  <a:close/>
                </a:path>
                <a:path w="29210" h="181610">
                  <a:moveTo>
                    <a:pt x="29210" y="154940"/>
                  </a:moveTo>
                  <a:lnTo>
                    <a:pt x="0" y="154940"/>
                  </a:lnTo>
                  <a:lnTo>
                    <a:pt x="0" y="161277"/>
                  </a:lnTo>
                  <a:lnTo>
                    <a:pt x="29210" y="161277"/>
                  </a:lnTo>
                  <a:lnTo>
                    <a:pt x="29210" y="154940"/>
                  </a:lnTo>
                  <a:close/>
                </a:path>
                <a:path w="29210" h="181610">
                  <a:moveTo>
                    <a:pt x="29210" y="152400"/>
                  </a:moveTo>
                  <a:lnTo>
                    <a:pt x="0" y="152400"/>
                  </a:lnTo>
                  <a:lnTo>
                    <a:pt x="0" y="154927"/>
                  </a:lnTo>
                  <a:lnTo>
                    <a:pt x="29210" y="154927"/>
                  </a:lnTo>
                  <a:lnTo>
                    <a:pt x="29210" y="152400"/>
                  </a:lnTo>
                  <a:close/>
                </a:path>
                <a:path w="29210" h="181610">
                  <a:moveTo>
                    <a:pt x="29210" y="148590"/>
                  </a:moveTo>
                  <a:lnTo>
                    <a:pt x="0" y="148590"/>
                  </a:lnTo>
                  <a:lnTo>
                    <a:pt x="0" y="152387"/>
                  </a:lnTo>
                  <a:lnTo>
                    <a:pt x="29210" y="152387"/>
                  </a:lnTo>
                  <a:lnTo>
                    <a:pt x="29210" y="148590"/>
                  </a:lnTo>
                  <a:close/>
                </a:path>
                <a:path w="29210" h="181610">
                  <a:moveTo>
                    <a:pt x="29210" y="146050"/>
                  </a:moveTo>
                  <a:lnTo>
                    <a:pt x="0" y="146050"/>
                  </a:lnTo>
                  <a:lnTo>
                    <a:pt x="0" y="148577"/>
                  </a:lnTo>
                  <a:lnTo>
                    <a:pt x="29210" y="148577"/>
                  </a:lnTo>
                  <a:lnTo>
                    <a:pt x="29210" y="146050"/>
                  </a:lnTo>
                  <a:close/>
                </a:path>
                <a:path w="29210" h="181610">
                  <a:moveTo>
                    <a:pt x="29210" y="142240"/>
                  </a:moveTo>
                  <a:lnTo>
                    <a:pt x="0" y="142240"/>
                  </a:lnTo>
                  <a:lnTo>
                    <a:pt x="0" y="146037"/>
                  </a:lnTo>
                  <a:lnTo>
                    <a:pt x="29210" y="146037"/>
                  </a:lnTo>
                  <a:lnTo>
                    <a:pt x="29210" y="142240"/>
                  </a:lnTo>
                  <a:close/>
                </a:path>
                <a:path w="29210" h="181610">
                  <a:moveTo>
                    <a:pt x="29210" y="135890"/>
                  </a:moveTo>
                  <a:lnTo>
                    <a:pt x="0" y="135890"/>
                  </a:lnTo>
                  <a:lnTo>
                    <a:pt x="0" y="142227"/>
                  </a:lnTo>
                  <a:lnTo>
                    <a:pt x="29210" y="142227"/>
                  </a:lnTo>
                  <a:lnTo>
                    <a:pt x="29210" y="135890"/>
                  </a:lnTo>
                  <a:close/>
                </a:path>
                <a:path w="29210" h="181610">
                  <a:moveTo>
                    <a:pt x="29210" y="133350"/>
                  </a:moveTo>
                  <a:lnTo>
                    <a:pt x="0" y="133350"/>
                  </a:lnTo>
                  <a:lnTo>
                    <a:pt x="0" y="135877"/>
                  </a:lnTo>
                  <a:lnTo>
                    <a:pt x="29210" y="135877"/>
                  </a:lnTo>
                  <a:lnTo>
                    <a:pt x="29210" y="133350"/>
                  </a:lnTo>
                  <a:close/>
                </a:path>
                <a:path w="29210" h="181610">
                  <a:moveTo>
                    <a:pt x="29210" y="129540"/>
                  </a:moveTo>
                  <a:lnTo>
                    <a:pt x="0" y="129540"/>
                  </a:lnTo>
                  <a:lnTo>
                    <a:pt x="0" y="133337"/>
                  </a:lnTo>
                  <a:lnTo>
                    <a:pt x="29210" y="133337"/>
                  </a:lnTo>
                  <a:lnTo>
                    <a:pt x="29210" y="129540"/>
                  </a:lnTo>
                  <a:close/>
                </a:path>
                <a:path w="29210" h="181610">
                  <a:moveTo>
                    <a:pt x="29210" y="127000"/>
                  </a:moveTo>
                  <a:lnTo>
                    <a:pt x="0" y="127000"/>
                  </a:lnTo>
                  <a:lnTo>
                    <a:pt x="0" y="129527"/>
                  </a:lnTo>
                  <a:lnTo>
                    <a:pt x="29210" y="129527"/>
                  </a:lnTo>
                  <a:lnTo>
                    <a:pt x="29210" y="127000"/>
                  </a:lnTo>
                  <a:close/>
                </a:path>
                <a:path w="29210" h="181610">
                  <a:moveTo>
                    <a:pt x="29210" y="120650"/>
                  </a:moveTo>
                  <a:lnTo>
                    <a:pt x="0" y="120650"/>
                  </a:lnTo>
                  <a:lnTo>
                    <a:pt x="0" y="126987"/>
                  </a:lnTo>
                  <a:lnTo>
                    <a:pt x="29210" y="126987"/>
                  </a:lnTo>
                  <a:lnTo>
                    <a:pt x="29210" y="120650"/>
                  </a:lnTo>
                  <a:close/>
                </a:path>
                <a:path w="29210" h="181610">
                  <a:moveTo>
                    <a:pt x="2921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29210" y="120637"/>
                  </a:lnTo>
                  <a:lnTo>
                    <a:pt x="29210" y="114300"/>
                  </a:lnTo>
                  <a:close/>
                </a:path>
                <a:path w="29210" h="181610">
                  <a:moveTo>
                    <a:pt x="29210" y="110490"/>
                  </a:moveTo>
                  <a:lnTo>
                    <a:pt x="0" y="110490"/>
                  </a:lnTo>
                  <a:lnTo>
                    <a:pt x="0" y="114287"/>
                  </a:lnTo>
                  <a:lnTo>
                    <a:pt x="29210" y="114287"/>
                  </a:lnTo>
                  <a:lnTo>
                    <a:pt x="29210" y="110490"/>
                  </a:lnTo>
                  <a:close/>
                </a:path>
                <a:path w="29210" h="181610">
                  <a:moveTo>
                    <a:pt x="29210" y="107950"/>
                  </a:moveTo>
                  <a:lnTo>
                    <a:pt x="0" y="107950"/>
                  </a:lnTo>
                  <a:lnTo>
                    <a:pt x="0" y="110477"/>
                  </a:lnTo>
                  <a:lnTo>
                    <a:pt x="29210" y="110477"/>
                  </a:lnTo>
                  <a:lnTo>
                    <a:pt x="29210" y="107950"/>
                  </a:lnTo>
                  <a:close/>
                </a:path>
                <a:path w="29210" h="181610">
                  <a:moveTo>
                    <a:pt x="29210" y="104140"/>
                  </a:moveTo>
                  <a:lnTo>
                    <a:pt x="0" y="104140"/>
                  </a:lnTo>
                  <a:lnTo>
                    <a:pt x="0" y="107937"/>
                  </a:lnTo>
                  <a:lnTo>
                    <a:pt x="29210" y="107937"/>
                  </a:lnTo>
                  <a:lnTo>
                    <a:pt x="29210" y="104140"/>
                  </a:lnTo>
                  <a:close/>
                </a:path>
                <a:path w="29210" h="181610">
                  <a:moveTo>
                    <a:pt x="29210" y="101600"/>
                  </a:moveTo>
                  <a:lnTo>
                    <a:pt x="0" y="101600"/>
                  </a:lnTo>
                  <a:lnTo>
                    <a:pt x="0" y="104127"/>
                  </a:lnTo>
                  <a:lnTo>
                    <a:pt x="29210" y="104127"/>
                  </a:lnTo>
                  <a:lnTo>
                    <a:pt x="29210" y="101600"/>
                  </a:lnTo>
                  <a:close/>
                </a:path>
                <a:path w="29210" h="181610">
                  <a:moveTo>
                    <a:pt x="29210" y="97790"/>
                  </a:moveTo>
                  <a:lnTo>
                    <a:pt x="0" y="97790"/>
                  </a:lnTo>
                  <a:lnTo>
                    <a:pt x="0" y="101587"/>
                  </a:lnTo>
                  <a:lnTo>
                    <a:pt x="29210" y="101587"/>
                  </a:lnTo>
                  <a:lnTo>
                    <a:pt x="29210" y="97790"/>
                  </a:lnTo>
                  <a:close/>
                </a:path>
                <a:path w="29210" h="181610">
                  <a:moveTo>
                    <a:pt x="29210" y="95250"/>
                  </a:moveTo>
                  <a:lnTo>
                    <a:pt x="0" y="95250"/>
                  </a:lnTo>
                  <a:lnTo>
                    <a:pt x="0" y="97777"/>
                  </a:lnTo>
                  <a:lnTo>
                    <a:pt x="29210" y="97777"/>
                  </a:lnTo>
                  <a:lnTo>
                    <a:pt x="29210" y="95250"/>
                  </a:lnTo>
                  <a:close/>
                </a:path>
                <a:path w="29210" h="181610">
                  <a:moveTo>
                    <a:pt x="29210" y="91440"/>
                  </a:moveTo>
                  <a:lnTo>
                    <a:pt x="0" y="91440"/>
                  </a:lnTo>
                  <a:lnTo>
                    <a:pt x="0" y="95237"/>
                  </a:lnTo>
                  <a:lnTo>
                    <a:pt x="29210" y="95237"/>
                  </a:lnTo>
                  <a:lnTo>
                    <a:pt x="29210" y="91440"/>
                  </a:lnTo>
                  <a:close/>
                </a:path>
                <a:path w="29210" h="181610">
                  <a:moveTo>
                    <a:pt x="29210" y="82550"/>
                  </a:moveTo>
                  <a:lnTo>
                    <a:pt x="0" y="82550"/>
                  </a:lnTo>
                  <a:lnTo>
                    <a:pt x="0" y="91427"/>
                  </a:lnTo>
                  <a:lnTo>
                    <a:pt x="29210" y="91427"/>
                  </a:lnTo>
                  <a:lnTo>
                    <a:pt x="29210" y="82550"/>
                  </a:lnTo>
                  <a:close/>
                </a:path>
                <a:path w="29210" h="181610">
                  <a:moveTo>
                    <a:pt x="29210" y="72390"/>
                  </a:moveTo>
                  <a:lnTo>
                    <a:pt x="0" y="72390"/>
                  </a:lnTo>
                  <a:lnTo>
                    <a:pt x="0" y="82537"/>
                  </a:lnTo>
                  <a:lnTo>
                    <a:pt x="29210" y="82537"/>
                  </a:lnTo>
                  <a:lnTo>
                    <a:pt x="29210" y="72390"/>
                  </a:lnTo>
                  <a:close/>
                </a:path>
                <a:path w="29210" h="181610">
                  <a:moveTo>
                    <a:pt x="29210" y="63500"/>
                  </a:moveTo>
                  <a:lnTo>
                    <a:pt x="0" y="63500"/>
                  </a:lnTo>
                  <a:lnTo>
                    <a:pt x="0" y="72377"/>
                  </a:lnTo>
                  <a:lnTo>
                    <a:pt x="29210" y="72377"/>
                  </a:lnTo>
                  <a:lnTo>
                    <a:pt x="29210" y="63500"/>
                  </a:lnTo>
                  <a:close/>
                </a:path>
                <a:path w="29210" h="181610">
                  <a:moveTo>
                    <a:pt x="29210" y="53340"/>
                  </a:moveTo>
                  <a:lnTo>
                    <a:pt x="0" y="53340"/>
                  </a:lnTo>
                  <a:lnTo>
                    <a:pt x="0" y="63487"/>
                  </a:lnTo>
                  <a:lnTo>
                    <a:pt x="29210" y="63487"/>
                  </a:lnTo>
                  <a:lnTo>
                    <a:pt x="29210" y="53340"/>
                  </a:lnTo>
                  <a:close/>
                </a:path>
                <a:path w="29210" h="181610">
                  <a:moveTo>
                    <a:pt x="29210" y="50800"/>
                  </a:moveTo>
                  <a:lnTo>
                    <a:pt x="0" y="50800"/>
                  </a:lnTo>
                  <a:lnTo>
                    <a:pt x="0" y="53327"/>
                  </a:lnTo>
                  <a:lnTo>
                    <a:pt x="29210" y="53327"/>
                  </a:lnTo>
                  <a:lnTo>
                    <a:pt x="29210" y="50800"/>
                  </a:lnTo>
                  <a:close/>
                </a:path>
                <a:path w="29210" h="181610">
                  <a:moveTo>
                    <a:pt x="29210" y="46990"/>
                  </a:moveTo>
                  <a:lnTo>
                    <a:pt x="0" y="46990"/>
                  </a:lnTo>
                  <a:lnTo>
                    <a:pt x="0" y="50787"/>
                  </a:lnTo>
                  <a:lnTo>
                    <a:pt x="29210" y="50787"/>
                  </a:lnTo>
                  <a:lnTo>
                    <a:pt x="29210" y="46990"/>
                  </a:lnTo>
                  <a:close/>
                </a:path>
                <a:path w="29210" h="181610">
                  <a:moveTo>
                    <a:pt x="29210" y="40640"/>
                  </a:moveTo>
                  <a:lnTo>
                    <a:pt x="0" y="40640"/>
                  </a:lnTo>
                  <a:lnTo>
                    <a:pt x="0" y="46977"/>
                  </a:lnTo>
                  <a:lnTo>
                    <a:pt x="29210" y="46977"/>
                  </a:lnTo>
                  <a:lnTo>
                    <a:pt x="29210" y="40640"/>
                  </a:lnTo>
                  <a:close/>
                </a:path>
                <a:path w="29210" h="181610">
                  <a:moveTo>
                    <a:pt x="29210" y="34290"/>
                  </a:moveTo>
                  <a:lnTo>
                    <a:pt x="0" y="34290"/>
                  </a:lnTo>
                  <a:lnTo>
                    <a:pt x="0" y="40627"/>
                  </a:lnTo>
                  <a:lnTo>
                    <a:pt x="29210" y="40627"/>
                  </a:lnTo>
                  <a:lnTo>
                    <a:pt x="29210" y="34290"/>
                  </a:lnTo>
                  <a:close/>
                </a:path>
                <a:path w="29210" h="181610">
                  <a:moveTo>
                    <a:pt x="29210" y="27940"/>
                  </a:moveTo>
                  <a:lnTo>
                    <a:pt x="0" y="27940"/>
                  </a:lnTo>
                  <a:lnTo>
                    <a:pt x="0" y="34277"/>
                  </a:lnTo>
                  <a:lnTo>
                    <a:pt x="29210" y="34277"/>
                  </a:lnTo>
                  <a:lnTo>
                    <a:pt x="29210" y="27940"/>
                  </a:lnTo>
                  <a:close/>
                </a:path>
                <a:path w="29210" h="181610">
                  <a:moveTo>
                    <a:pt x="29210" y="25400"/>
                  </a:moveTo>
                  <a:lnTo>
                    <a:pt x="0" y="25400"/>
                  </a:lnTo>
                  <a:lnTo>
                    <a:pt x="0" y="27927"/>
                  </a:lnTo>
                  <a:lnTo>
                    <a:pt x="29210" y="27927"/>
                  </a:lnTo>
                  <a:lnTo>
                    <a:pt x="29210" y="25400"/>
                  </a:lnTo>
                  <a:close/>
                </a:path>
                <a:path w="29210" h="181610">
                  <a:moveTo>
                    <a:pt x="2921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29210" y="25387"/>
                  </a:lnTo>
                  <a:lnTo>
                    <a:pt x="29210" y="21590"/>
                  </a:lnTo>
                  <a:close/>
                </a:path>
                <a:path w="29210" h="181610">
                  <a:moveTo>
                    <a:pt x="29210" y="15240"/>
                  </a:moveTo>
                  <a:lnTo>
                    <a:pt x="0" y="15240"/>
                  </a:lnTo>
                  <a:lnTo>
                    <a:pt x="0" y="21577"/>
                  </a:lnTo>
                  <a:lnTo>
                    <a:pt x="29210" y="21577"/>
                  </a:lnTo>
                  <a:lnTo>
                    <a:pt x="29210" y="15240"/>
                  </a:lnTo>
                  <a:close/>
                </a:path>
                <a:path w="29210" h="181610">
                  <a:moveTo>
                    <a:pt x="292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9210" y="15227"/>
                  </a:lnTo>
                  <a:lnTo>
                    <a:pt x="29210" y="12700"/>
                  </a:lnTo>
                  <a:close/>
                </a:path>
                <a:path w="29210" h="181610">
                  <a:moveTo>
                    <a:pt x="292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9210" y="12687"/>
                  </a:lnTo>
                  <a:lnTo>
                    <a:pt x="29210" y="8890"/>
                  </a:lnTo>
                  <a:close/>
                </a:path>
                <a:path w="29210" h="181610">
                  <a:moveTo>
                    <a:pt x="29210" y="0"/>
                  </a:moveTo>
                  <a:lnTo>
                    <a:pt x="0" y="0"/>
                  </a:lnTo>
                  <a:lnTo>
                    <a:pt x="0" y="8877"/>
                  </a:lnTo>
                  <a:lnTo>
                    <a:pt x="29210" y="8877"/>
                  </a:lnTo>
                  <a:lnTo>
                    <a:pt x="29210" y="0"/>
                  </a:lnTo>
                  <a:close/>
                </a:path>
              </a:pathLst>
            </a:custGeom>
            <a:solidFill>
              <a:srgbClr val="19334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6" name="object 3696"/>
            <p:cNvSpPr/>
            <p:nvPr/>
          </p:nvSpPr>
          <p:spPr>
            <a:xfrm>
              <a:off x="3702050" y="5033010"/>
              <a:ext cx="27940" cy="476250"/>
            </a:xfrm>
            <a:custGeom>
              <a:avLst/>
              <a:gdLst/>
              <a:ahLst/>
              <a:cxnLst/>
              <a:rect l="l" t="t" r="r" b="b"/>
              <a:pathLst>
                <a:path w="27939" h="476250">
                  <a:moveTo>
                    <a:pt x="27940" y="467372"/>
                  </a:moveTo>
                  <a:lnTo>
                    <a:pt x="0" y="467372"/>
                  </a:lnTo>
                  <a:lnTo>
                    <a:pt x="0" y="476250"/>
                  </a:lnTo>
                  <a:lnTo>
                    <a:pt x="27940" y="476250"/>
                  </a:lnTo>
                  <a:lnTo>
                    <a:pt x="27940" y="467372"/>
                  </a:lnTo>
                  <a:close/>
                </a:path>
                <a:path w="27939" h="476250">
                  <a:moveTo>
                    <a:pt x="27940" y="463562"/>
                  </a:moveTo>
                  <a:lnTo>
                    <a:pt x="0" y="463562"/>
                  </a:lnTo>
                  <a:lnTo>
                    <a:pt x="0" y="467360"/>
                  </a:lnTo>
                  <a:lnTo>
                    <a:pt x="27940" y="467360"/>
                  </a:lnTo>
                  <a:lnTo>
                    <a:pt x="27940" y="463562"/>
                  </a:lnTo>
                  <a:close/>
                </a:path>
                <a:path w="27939" h="476250">
                  <a:moveTo>
                    <a:pt x="27940" y="461022"/>
                  </a:moveTo>
                  <a:lnTo>
                    <a:pt x="0" y="461022"/>
                  </a:lnTo>
                  <a:lnTo>
                    <a:pt x="0" y="463550"/>
                  </a:lnTo>
                  <a:lnTo>
                    <a:pt x="27940" y="463550"/>
                  </a:lnTo>
                  <a:lnTo>
                    <a:pt x="27940" y="461022"/>
                  </a:lnTo>
                  <a:close/>
                </a:path>
                <a:path w="27939" h="476250">
                  <a:moveTo>
                    <a:pt x="27940" y="457212"/>
                  </a:moveTo>
                  <a:lnTo>
                    <a:pt x="0" y="457212"/>
                  </a:lnTo>
                  <a:lnTo>
                    <a:pt x="0" y="461010"/>
                  </a:lnTo>
                  <a:lnTo>
                    <a:pt x="27940" y="461010"/>
                  </a:lnTo>
                  <a:lnTo>
                    <a:pt x="27940" y="457212"/>
                  </a:lnTo>
                  <a:close/>
                </a:path>
                <a:path w="27939" h="476250">
                  <a:moveTo>
                    <a:pt x="27940" y="448322"/>
                  </a:moveTo>
                  <a:lnTo>
                    <a:pt x="0" y="448322"/>
                  </a:lnTo>
                  <a:lnTo>
                    <a:pt x="0" y="457200"/>
                  </a:lnTo>
                  <a:lnTo>
                    <a:pt x="27940" y="457200"/>
                  </a:lnTo>
                  <a:lnTo>
                    <a:pt x="27940" y="448322"/>
                  </a:lnTo>
                  <a:close/>
                </a:path>
                <a:path w="27939" h="476250">
                  <a:moveTo>
                    <a:pt x="27940" y="429272"/>
                  </a:moveTo>
                  <a:lnTo>
                    <a:pt x="0" y="429272"/>
                  </a:lnTo>
                  <a:lnTo>
                    <a:pt x="0" y="448310"/>
                  </a:lnTo>
                  <a:lnTo>
                    <a:pt x="27940" y="448310"/>
                  </a:lnTo>
                  <a:lnTo>
                    <a:pt x="27940" y="429272"/>
                  </a:lnTo>
                  <a:close/>
                </a:path>
                <a:path w="27939" h="476250">
                  <a:moveTo>
                    <a:pt x="27940" y="422922"/>
                  </a:moveTo>
                  <a:lnTo>
                    <a:pt x="0" y="422922"/>
                  </a:lnTo>
                  <a:lnTo>
                    <a:pt x="0" y="429260"/>
                  </a:lnTo>
                  <a:lnTo>
                    <a:pt x="27940" y="429260"/>
                  </a:lnTo>
                  <a:lnTo>
                    <a:pt x="27940" y="422922"/>
                  </a:lnTo>
                  <a:close/>
                </a:path>
                <a:path w="27939" h="476250">
                  <a:moveTo>
                    <a:pt x="27940" y="416572"/>
                  </a:moveTo>
                  <a:lnTo>
                    <a:pt x="0" y="416572"/>
                  </a:lnTo>
                  <a:lnTo>
                    <a:pt x="0" y="422910"/>
                  </a:lnTo>
                  <a:lnTo>
                    <a:pt x="27940" y="422910"/>
                  </a:lnTo>
                  <a:lnTo>
                    <a:pt x="27940" y="416572"/>
                  </a:lnTo>
                  <a:close/>
                </a:path>
                <a:path w="27939" h="476250">
                  <a:moveTo>
                    <a:pt x="27940" y="412762"/>
                  </a:moveTo>
                  <a:lnTo>
                    <a:pt x="0" y="412762"/>
                  </a:lnTo>
                  <a:lnTo>
                    <a:pt x="0" y="416560"/>
                  </a:lnTo>
                  <a:lnTo>
                    <a:pt x="27940" y="416560"/>
                  </a:lnTo>
                  <a:lnTo>
                    <a:pt x="27940" y="412762"/>
                  </a:lnTo>
                  <a:close/>
                </a:path>
                <a:path w="27939" h="476250">
                  <a:moveTo>
                    <a:pt x="27940" y="410222"/>
                  </a:moveTo>
                  <a:lnTo>
                    <a:pt x="0" y="410222"/>
                  </a:lnTo>
                  <a:lnTo>
                    <a:pt x="0" y="412750"/>
                  </a:lnTo>
                  <a:lnTo>
                    <a:pt x="27940" y="412750"/>
                  </a:lnTo>
                  <a:lnTo>
                    <a:pt x="27940" y="410222"/>
                  </a:lnTo>
                  <a:close/>
                </a:path>
                <a:path w="27939" h="476250">
                  <a:moveTo>
                    <a:pt x="27940" y="406412"/>
                  </a:moveTo>
                  <a:lnTo>
                    <a:pt x="0" y="406412"/>
                  </a:lnTo>
                  <a:lnTo>
                    <a:pt x="0" y="410210"/>
                  </a:lnTo>
                  <a:lnTo>
                    <a:pt x="27940" y="410210"/>
                  </a:lnTo>
                  <a:lnTo>
                    <a:pt x="27940" y="406412"/>
                  </a:lnTo>
                  <a:close/>
                </a:path>
                <a:path w="27939" h="476250">
                  <a:moveTo>
                    <a:pt x="27940" y="403872"/>
                  </a:moveTo>
                  <a:lnTo>
                    <a:pt x="0" y="403872"/>
                  </a:lnTo>
                  <a:lnTo>
                    <a:pt x="0" y="406400"/>
                  </a:lnTo>
                  <a:lnTo>
                    <a:pt x="27940" y="406400"/>
                  </a:lnTo>
                  <a:lnTo>
                    <a:pt x="27940" y="403872"/>
                  </a:lnTo>
                  <a:close/>
                </a:path>
                <a:path w="27939" h="476250">
                  <a:moveTo>
                    <a:pt x="27940" y="397522"/>
                  </a:moveTo>
                  <a:lnTo>
                    <a:pt x="0" y="397522"/>
                  </a:lnTo>
                  <a:lnTo>
                    <a:pt x="0" y="403860"/>
                  </a:lnTo>
                  <a:lnTo>
                    <a:pt x="27940" y="403860"/>
                  </a:lnTo>
                  <a:lnTo>
                    <a:pt x="27940" y="397522"/>
                  </a:lnTo>
                  <a:close/>
                </a:path>
                <a:path w="27939" h="476250">
                  <a:moveTo>
                    <a:pt x="27940" y="393712"/>
                  </a:moveTo>
                  <a:lnTo>
                    <a:pt x="0" y="393712"/>
                  </a:lnTo>
                  <a:lnTo>
                    <a:pt x="0" y="397510"/>
                  </a:lnTo>
                  <a:lnTo>
                    <a:pt x="27940" y="397510"/>
                  </a:lnTo>
                  <a:lnTo>
                    <a:pt x="27940" y="393712"/>
                  </a:lnTo>
                  <a:close/>
                </a:path>
                <a:path w="27939" h="476250">
                  <a:moveTo>
                    <a:pt x="27940" y="391172"/>
                  </a:moveTo>
                  <a:lnTo>
                    <a:pt x="0" y="391172"/>
                  </a:lnTo>
                  <a:lnTo>
                    <a:pt x="0" y="393700"/>
                  </a:lnTo>
                  <a:lnTo>
                    <a:pt x="27940" y="393700"/>
                  </a:lnTo>
                  <a:lnTo>
                    <a:pt x="27940" y="391172"/>
                  </a:lnTo>
                  <a:close/>
                </a:path>
                <a:path w="27939" h="476250">
                  <a:moveTo>
                    <a:pt x="27940" y="387362"/>
                  </a:moveTo>
                  <a:lnTo>
                    <a:pt x="0" y="387362"/>
                  </a:lnTo>
                  <a:lnTo>
                    <a:pt x="0" y="391160"/>
                  </a:lnTo>
                  <a:lnTo>
                    <a:pt x="27940" y="391160"/>
                  </a:lnTo>
                  <a:lnTo>
                    <a:pt x="27940" y="387362"/>
                  </a:lnTo>
                  <a:close/>
                </a:path>
                <a:path w="27939" h="476250">
                  <a:moveTo>
                    <a:pt x="27940" y="384822"/>
                  </a:moveTo>
                  <a:lnTo>
                    <a:pt x="0" y="384822"/>
                  </a:lnTo>
                  <a:lnTo>
                    <a:pt x="0" y="387350"/>
                  </a:lnTo>
                  <a:lnTo>
                    <a:pt x="27940" y="387350"/>
                  </a:lnTo>
                  <a:lnTo>
                    <a:pt x="27940" y="384822"/>
                  </a:lnTo>
                  <a:close/>
                </a:path>
                <a:path w="27939" h="476250">
                  <a:moveTo>
                    <a:pt x="27940" y="365772"/>
                  </a:moveTo>
                  <a:lnTo>
                    <a:pt x="0" y="365772"/>
                  </a:lnTo>
                  <a:lnTo>
                    <a:pt x="0" y="384810"/>
                  </a:lnTo>
                  <a:lnTo>
                    <a:pt x="27940" y="384810"/>
                  </a:lnTo>
                  <a:lnTo>
                    <a:pt x="27940" y="365772"/>
                  </a:lnTo>
                  <a:close/>
                </a:path>
                <a:path w="27939" h="476250">
                  <a:moveTo>
                    <a:pt x="27940" y="359422"/>
                  </a:moveTo>
                  <a:lnTo>
                    <a:pt x="0" y="359422"/>
                  </a:lnTo>
                  <a:lnTo>
                    <a:pt x="0" y="365760"/>
                  </a:lnTo>
                  <a:lnTo>
                    <a:pt x="27940" y="365760"/>
                  </a:lnTo>
                  <a:lnTo>
                    <a:pt x="27940" y="359422"/>
                  </a:lnTo>
                  <a:close/>
                </a:path>
                <a:path w="27939" h="476250">
                  <a:moveTo>
                    <a:pt x="27940" y="355612"/>
                  </a:moveTo>
                  <a:lnTo>
                    <a:pt x="0" y="355612"/>
                  </a:lnTo>
                  <a:lnTo>
                    <a:pt x="0" y="359410"/>
                  </a:lnTo>
                  <a:lnTo>
                    <a:pt x="27940" y="359410"/>
                  </a:lnTo>
                  <a:lnTo>
                    <a:pt x="27940" y="355612"/>
                  </a:lnTo>
                  <a:close/>
                </a:path>
                <a:path w="27939" h="476250">
                  <a:moveTo>
                    <a:pt x="27940" y="346722"/>
                  </a:moveTo>
                  <a:lnTo>
                    <a:pt x="0" y="346722"/>
                  </a:lnTo>
                  <a:lnTo>
                    <a:pt x="0" y="355600"/>
                  </a:lnTo>
                  <a:lnTo>
                    <a:pt x="27940" y="355600"/>
                  </a:lnTo>
                  <a:lnTo>
                    <a:pt x="27940" y="346722"/>
                  </a:lnTo>
                  <a:close/>
                </a:path>
                <a:path w="27939" h="476250">
                  <a:moveTo>
                    <a:pt x="27940" y="340372"/>
                  </a:moveTo>
                  <a:lnTo>
                    <a:pt x="0" y="340372"/>
                  </a:lnTo>
                  <a:lnTo>
                    <a:pt x="0" y="346710"/>
                  </a:lnTo>
                  <a:lnTo>
                    <a:pt x="27940" y="346710"/>
                  </a:lnTo>
                  <a:lnTo>
                    <a:pt x="27940" y="340372"/>
                  </a:lnTo>
                  <a:close/>
                </a:path>
                <a:path w="27939" h="476250">
                  <a:moveTo>
                    <a:pt x="27940" y="334022"/>
                  </a:moveTo>
                  <a:lnTo>
                    <a:pt x="0" y="334022"/>
                  </a:lnTo>
                  <a:lnTo>
                    <a:pt x="0" y="340360"/>
                  </a:lnTo>
                  <a:lnTo>
                    <a:pt x="27940" y="340360"/>
                  </a:lnTo>
                  <a:lnTo>
                    <a:pt x="27940" y="334022"/>
                  </a:lnTo>
                  <a:close/>
                </a:path>
                <a:path w="27939" h="476250">
                  <a:moveTo>
                    <a:pt x="27940" y="330212"/>
                  </a:moveTo>
                  <a:lnTo>
                    <a:pt x="0" y="330212"/>
                  </a:lnTo>
                  <a:lnTo>
                    <a:pt x="0" y="334010"/>
                  </a:lnTo>
                  <a:lnTo>
                    <a:pt x="27940" y="334010"/>
                  </a:lnTo>
                  <a:lnTo>
                    <a:pt x="27940" y="330212"/>
                  </a:lnTo>
                  <a:close/>
                </a:path>
                <a:path w="27939" h="476250">
                  <a:moveTo>
                    <a:pt x="27940" y="327672"/>
                  </a:moveTo>
                  <a:lnTo>
                    <a:pt x="0" y="327672"/>
                  </a:lnTo>
                  <a:lnTo>
                    <a:pt x="0" y="330200"/>
                  </a:lnTo>
                  <a:lnTo>
                    <a:pt x="27940" y="330200"/>
                  </a:lnTo>
                  <a:lnTo>
                    <a:pt x="27940" y="327672"/>
                  </a:lnTo>
                  <a:close/>
                </a:path>
                <a:path w="27939" h="476250">
                  <a:moveTo>
                    <a:pt x="27940" y="317512"/>
                  </a:moveTo>
                  <a:lnTo>
                    <a:pt x="0" y="317512"/>
                  </a:lnTo>
                  <a:lnTo>
                    <a:pt x="0" y="327660"/>
                  </a:lnTo>
                  <a:lnTo>
                    <a:pt x="27940" y="327660"/>
                  </a:lnTo>
                  <a:lnTo>
                    <a:pt x="27940" y="317512"/>
                  </a:lnTo>
                  <a:close/>
                </a:path>
                <a:path w="27939" h="476250">
                  <a:moveTo>
                    <a:pt x="27940" y="314972"/>
                  </a:moveTo>
                  <a:lnTo>
                    <a:pt x="0" y="314972"/>
                  </a:lnTo>
                  <a:lnTo>
                    <a:pt x="0" y="317500"/>
                  </a:lnTo>
                  <a:lnTo>
                    <a:pt x="27940" y="317500"/>
                  </a:lnTo>
                  <a:lnTo>
                    <a:pt x="27940" y="314972"/>
                  </a:lnTo>
                  <a:close/>
                </a:path>
                <a:path w="27939" h="476250">
                  <a:moveTo>
                    <a:pt x="27940" y="311162"/>
                  </a:moveTo>
                  <a:lnTo>
                    <a:pt x="0" y="311162"/>
                  </a:lnTo>
                  <a:lnTo>
                    <a:pt x="0" y="314960"/>
                  </a:lnTo>
                  <a:lnTo>
                    <a:pt x="27940" y="314960"/>
                  </a:lnTo>
                  <a:lnTo>
                    <a:pt x="27940" y="311162"/>
                  </a:lnTo>
                  <a:close/>
                </a:path>
                <a:path w="27939" h="476250">
                  <a:moveTo>
                    <a:pt x="27940" y="304812"/>
                  </a:moveTo>
                  <a:lnTo>
                    <a:pt x="0" y="304812"/>
                  </a:lnTo>
                  <a:lnTo>
                    <a:pt x="0" y="311150"/>
                  </a:lnTo>
                  <a:lnTo>
                    <a:pt x="27940" y="311150"/>
                  </a:lnTo>
                  <a:lnTo>
                    <a:pt x="27940" y="304812"/>
                  </a:lnTo>
                  <a:close/>
                </a:path>
                <a:path w="27939" h="476250">
                  <a:moveTo>
                    <a:pt x="27940" y="292112"/>
                  </a:moveTo>
                  <a:lnTo>
                    <a:pt x="0" y="292112"/>
                  </a:lnTo>
                  <a:lnTo>
                    <a:pt x="0" y="304800"/>
                  </a:lnTo>
                  <a:lnTo>
                    <a:pt x="27940" y="304800"/>
                  </a:lnTo>
                  <a:lnTo>
                    <a:pt x="27940" y="292112"/>
                  </a:lnTo>
                  <a:close/>
                </a:path>
                <a:path w="27939" h="476250">
                  <a:moveTo>
                    <a:pt x="27940" y="289572"/>
                  </a:moveTo>
                  <a:lnTo>
                    <a:pt x="0" y="289572"/>
                  </a:lnTo>
                  <a:lnTo>
                    <a:pt x="0" y="292100"/>
                  </a:lnTo>
                  <a:lnTo>
                    <a:pt x="27940" y="292100"/>
                  </a:lnTo>
                  <a:lnTo>
                    <a:pt x="27940" y="289572"/>
                  </a:lnTo>
                  <a:close/>
                </a:path>
                <a:path w="27939" h="476250">
                  <a:moveTo>
                    <a:pt x="27940" y="285762"/>
                  </a:moveTo>
                  <a:lnTo>
                    <a:pt x="0" y="285762"/>
                  </a:lnTo>
                  <a:lnTo>
                    <a:pt x="0" y="289560"/>
                  </a:lnTo>
                  <a:lnTo>
                    <a:pt x="27940" y="289560"/>
                  </a:lnTo>
                  <a:lnTo>
                    <a:pt x="27940" y="285762"/>
                  </a:lnTo>
                  <a:close/>
                </a:path>
                <a:path w="27939" h="476250">
                  <a:moveTo>
                    <a:pt x="27940" y="283222"/>
                  </a:moveTo>
                  <a:lnTo>
                    <a:pt x="0" y="283222"/>
                  </a:lnTo>
                  <a:lnTo>
                    <a:pt x="0" y="285750"/>
                  </a:lnTo>
                  <a:lnTo>
                    <a:pt x="27940" y="285750"/>
                  </a:lnTo>
                  <a:lnTo>
                    <a:pt x="27940" y="283222"/>
                  </a:lnTo>
                  <a:close/>
                </a:path>
                <a:path w="27939" h="476250">
                  <a:moveTo>
                    <a:pt x="27940" y="279412"/>
                  </a:moveTo>
                  <a:lnTo>
                    <a:pt x="0" y="279412"/>
                  </a:lnTo>
                  <a:lnTo>
                    <a:pt x="0" y="283210"/>
                  </a:lnTo>
                  <a:lnTo>
                    <a:pt x="27940" y="283210"/>
                  </a:lnTo>
                  <a:lnTo>
                    <a:pt x="27940" y="279412"/>
                  </a:lnTo>
                  <a:close/>
                </a:path>
                <a:path w="27939" h="476250">
                  <a:moveTo>
                    <a:pt x="27940" y="273062"/>
                  </a:moveTo>
                  <a:lnTo>
                    <a:pt x="0" y="273062"/>
                  </a:lnTo>
                  <a:lnTo>
                    <a:pt x="0" y="279400"/>
                  </a:lnTo>
                  <a:lnTo>
                    <a:pt x="27940" y="279400"/>
                  </a:lnTo>
                  <a:lnTo>
                    <a:pt x="27940" y="273062"/>
                  </a:lnTo>
                  <a:close/>
                </a:path>
                <a:path w="27939" h="476250">
                  <a:moveTo>
                    <a:pt x="27940" y="234962"/>
                  </a:moveTo>
                  <a:lnTo>
                    <a:pt x="0" y="234962"/>
                  </a:lnTo>
                  <a:lnTo>
                    <a:pt x="0" y="273050"/>
                  </a:lnTo>
                  <a:lnTo>
                    <a:pt x="27940" y="273050"/>
                  </a:lnTo>
                  <a:lnTo>
                    <a:pt x="27940" y="234962"/>
                  </a:lnTo>
                  <a:close/>
                </a:path>
                <a:path w="27939" h="476250">
                  <a:moveTo>
                    <a:pt x="2794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7940" y="234950"/>
                  </a:lnTo>
                  <a:lnTo>
                    <a:pt x="27940" y="232422"/>
                  </a:lnTo>
                  <a:close/>
                </a:path>
                <a:path w="27939" h="476250">
                  <a:moveTo>
                    <a:pt x="2794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27940" y="232410"/>
                  </a:lnTo>
                  <a:lnTo>
                    <a:pt x="27940" y="226072"/>
                  </a:lnTo>
                  <a:close/>
                </a:path>
                <a:path w="27939" h="476250">
                  <a:moveTo>
                    <a:pt x="2794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27940" y="226060"/>
                  </a:lnTo>
                  <a:lnTo>
                    <a:pt x="27940" y="222262"/>
                  </a:lnTo>
                  <a:close/>
                </a:path>
                <a:path w="27939" h="476250">
                  <a:moveTo>
                    <a:pt x="2794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27940" y="222250"/>
                  </a:lnTo>
                  <a:lnTo>
                    <a:pt x="27940" y="219722"/>
                  </a:lnTo>
                  <a:close/>
                </a:path>
                <a:path w="27939" h="476250">
                  <a:moveTo>
                    <a:pt x="27940" y="213372"/>
                  </a:moveTo>
                  <a:lnTo>
                    <a:pt x="0" y="213372"/>
                  </a:lnTo>
                  <a:lnTo>
                    <a:pt x="0" y="219710"/>
                  </a:lnTo>
                  <a:lnTo>
                    <a:pt x="27940" y="219710"/>
                  </a:lnTo>
                  <a:lnTo>
                    <a:pt x="27940" y="213372"/>
                  </a:lnTo>
                  <a:close/>
                </a:path>
                <a:path w="27939" h="476250">
                  <a:moveTo>
                    <a:pt x="27940" y="207022"/>
                  </a:moveTo>
                  <a:lnTo>
                    <a:pt x="0" y="207022"/>
                  </a:lnTo>
                  <a:lnTo>
                    <a:pt x="0" y="213360"/>
                  </a:lnTo>
                  <a:lnTo>
                    <a:pt x="27940" y="213360"/>
                  </a:lnTo>
                  <a:lnTo>
                    <a:pt x="27940" y="207022"/>
                  </a:lnTo>
                  <a:close/>
                </a:path>
                <a:path w="27939" h="476250">
                  <a:moveTo>
                    <a:pt x="27940" y="195592"/>
                  </a:moveTo>
                  <a:lnTo>
                    <a:pt x="0" y="195592"/>
                  </a:lnTo>
                  <a:lnTo>
                    <a:pt x="0" y="207010"/>
                  </a:lnTo>
                  <a:lnTo>
                    <a:pt x="27940" y="207010"/>
                  </a:lnTo>
                  <a:lnTo>
                    <a:pt x="27940" y="195592"/>
                  </a:lnTo>
                  <a:close/>
                </a:path>
                <a:path w="27939" h="476250">
                  <a:moveTo>
                    <a:pt x="2794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7940" y="195580"/>
                  </a:lnTo>
                  <a:lnTo>
                    <a:pt x="27940" y="189242"/>
                  </a:lnTo>
                  <a:close/>
                </a:path>
                <a:path w="27939" h="476250">
                  <a:moveTo>
                    <a:pt x="27940" y="182892"/>
                  </a:moveTo>
                  <a:lnTo>
                    <a:pt x="0" y="182892"/>
                  </a:lnTo>
                  <a:lnTo>
                    <a:pt x="0" y="189230"/>
                  </a:lnTo>
                  <a:lnTo>
                    <a:pt x="27940" y="189230"/>
                  </a:lnTo>
                  <a:lnTo>
                    <a:pt x="27940" y="182892"/>
                  </a:lnTo>
                  <a:close/>
                </a:path>
                <a:path w="27939" h="476250">
                  <a:moveTo>
                    <a:pt x="27940" y="176542"/>
                  </a:moveTo>
                  <a:lnTo>
                    <a:pt x="0" y="176542"/>
                  </a:lnTo>
                  <a:lnTo>
                    <a:pt x="0" y="182880"/>
                  </a:lnTo>
                  <a:lnTo>
                    <a:pt x="27940" y="182880"/>
                  </a:lnTo>
                  <a:lnTo>
                    <a:pt x="27940" y="176542"/>
                  </a:lnTo>
                  <a:close/>
                </a:path>
                <a:path w="27939" h="476250">
                  <a:moveTo>
                    <a:pt x="27940" y="170192"/>
                  </a:moveTo>
                  <a:lnTo>
                    <a:pt x="0" y="170192"/>
                  </a:lnTo>
                  <a:lnTo>
                    <a:pt x="0" y="176530"/>
                  </a:lnTo>
                  <a:lnTo>
                    <a:pt x="27940" y="176530"/>
                  </a:lnTo>
                  <a:lnTo>
                    <a:pt x="27940" y="170192"/>
                  </a:lnTo>
                  <a:close/>
                </a:path>
                <a:path w="27939" h="476250">
                  <a:moveTo>
                    <a:pt x="27940" y="163842"/>
                  </a:moveTo>
                  <a:lnTo>
                    <a:pt x="0" y="163842"/>
                  </a:lnTo>
                  <a:lnTo>
                    <a:pt x="0" y="170180"/>
                  </a:lnTo>
                  <a:lnTo>
                    <a:pt x="27940" y="170180"/>
                  </a:lnTo>
                  <a:lnTo>
                    <a:pt x="27940" y="163842"/>
                  </a:lnTo>
                  <a:close/>
                </a:path>
                <a:path w="27939" h="476250">
                  <a:moveTo>
                    <a:pt x="27940" y="157492"/>
                  </a:moveTo>
                  <a:lnTo>
                    <a:pt x="0" y="157492"/>
                  </a:lnTo>
                  <a:lnTo>
                    <a:pt x="0" y="163830"/>
                  </a:lnTo>
                  <a:lnTo>
                    <a:pt x="27940" y="163830"/>
                  </a:lnTo>
                  <a:lnTo>
                    <a:pt x="27940" y="157492"/>
                  </a:lnTo>
                  <a:close/>
                </a:path>
                <a:path w="27939" h="476250">
                  <a:moveTo>
                    <a:pt x="2794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7940" y="157480"/>
                  </a:lnTo>
                  <a:lnTo>
                    <a:pt x="27940" y="151142"/>
                  </a:lnTo>
                  <a:close/>
                </a:path>
                <a:path w="27939" h="476250">
                  <a:moveTo>
                    <a:pt x="27940" y="138442"/>
                  </a:moveTo>
                  <a:lnTo>
                    <a:pt x="0" y="138442"/>
                  </a:lnTo>
                  <a:lnTo>
                    <a:pt x="0" y="151130"/>
                  </a:lnTo>
                  <a:lnTo>
                    <a:pt x="27940" y="151130"/>
                  </a:lnTo>
                  <a:lnTo>
                    <a:pt x="27940" y="138442"/>
                  </a:lnTo>
                  <a:close/>
                </a:path>
                <a:path w="27939" h="476250">
                  <a:moveTo>
                    <a:pt x="27940" y="132092"/>
                  </a:moveTo>
                  <a:lnTo>
                    <a:pt x="0" y="132092"/>
                  </a:lnTo>
                  <a:lnTo>
                    <a:pt x="0" y="138430"/>
                  </a:lnTo>
                  <a:lnTo>
                    <a:pt x="27940" y="138430"/>
                  </a:lnTo>
                  <a:lnTo>
                    <a:pt x="27940" y="132092"/>
                  </a:lnTo>
                  <a:close/>
                </a:path>
                <a:path w="27939" h="476250">
                  <a:moveTo>
                    <a:pt x="27940" y="125742"/>
                  </a:moveTo>
                  <a:lnTo>
                    <a:pt x="0" y="125742"/>
                  </a:lnTo>
                  <a:lnTo>
                    <a:pt x="0" y="132080"/>
                  </a:lnTo>
                  <a:lnTo>
                    <a:pt x="27940" y="132080"/>
                  </a:lnTo>
                  <a:lnTo>
                    <a:pt x="27940" y="125742"/>
                  </a:lnTo>
                  <a:close/>
                </a:path>
                <a:path w="27939" h="476250">
                  <a:moveTo>
                    <a:pt x="27940" y="119392"/>
                  </a:moveTo>
                  <a:lnTo>
                    <a:pt x="0" y="119392"/>
                  </a:lnTo>
                  <a:lnTo>
                    <a:pt x="0" y="125730"/>
                  </a:lnTo>
                  <a:lnTo>
                    <a:pt x="27940" y="125730"/>
                  </a:lnTo>
                  <a:lnTo>
                    <a:pt x="27940" y="119392"/>
                  </a:lnTo>
                  <a:close/>
                </a:path>
                <a:path w="27939" h="476250">
                  <a:moveTo>
                    <a:pt x="27940" y="113042"/>
                  </a:moveTo>
                  <a:lnTo>
                    <a:pt x="0" y="113042"/>
                  </a:lnTo>
                  <a:lnTo>
                    <a:pt x="0" y="119380"/>
                  </a:lnTo>
                  <a:lnTo>
                    <a:pt x="27940" y="119380"/>
                  </a:lnTo>
                  <a:lnTo>
                    <a:pt x="27940" y="113042"/>
                  </a:lnTo>
                  <a:close/>
                </a:path>
                <a:path w="27939" h="476250">
                  <a:moveTo>
                    <a:pt x="27940" y="106692"/>
                  </a:moveTo>
                  <a:lnTo>
                    <a:pt x="0" y="106692"/>
                  </a:lnTo>
                  <a:lnTo>
                    <a:pt x="0" y="113030"/>
                  </a:lnTo>
                  <a:lnTo>
                    <a:pt x="27940" y="113030"/>
                  </a:lnTo>
                  <a:lnTo>
                    <a:pt x="27940" y="106692"/>
                  </a:lnTo>
                  <a:close/>
                </a:path>
                <a:path w="27939" h="476250">
                  <a:moveTo>
                    <a:pt x="27940" y="100342"/>
                  </a:moveTo>
                  <a:lnTo>
                    <a:pt x="0" y="100342"/>
                  </a:lnTo>
                  <a:lnTo>
                    <a:pt x="0" y="106680"/>
                  </a:lnTo>
                  <a:lnTo>
                    <a:pt x="27940" y="106680"/>
                  </a:lnTo>
                  <a:lnTo>
                    <a:pt x="27940" y="100342"/>
                  </a:lnTo>
                  <a:close/>
                </a:path>
                <a:path w="27939" h="476250">
                  <a:moveTo>
                    <a:pt x="2794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7940" y="100330"/>
                  </a:lnTo>
                  <a:lnTo>
                    <a:pt x="27940" y="93992"/>
                  </a:lnTo>
                  <a:close/>
                </a:path>
                <a:path w="27939" h="476250">
                  <a:moveTo>
                    <a:pt x="2794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7940" y="93980"/>
                  </a:lnTo>
                  <a:lnTo>
                    <a:pt x="27940" y="87642"/>
                  </a:lnTo>
                  <a:close/>
                </a:path>
                <a:path w="27939" h="476250">
                  <a:moveTo>
                    <a:pt x="27940" y="81292"/>
                  </a:moveTo>
                  <a:lnTo>
                    <a:pt x="0" y="81292"/>
                  </a:lnTo>
                  <a:lnTo>
                    <a:pt x="0" y="87630"/>
                  </a:lnTo>
                  <a:lnTo>
                    <a:pt x="27940" y="87630"/>
                  </a:lnTo>
                  <a:lnTo>
                    <a:pt x="27940" y="81292"/>
                  </a:lnTo>
                  <a:close/>
                </a:path>
                <a:path w="27939" h="476250">
                  <a:moveTo>
                    <a:pt x="27940" y="68592"/>
                  </a:moveTo>
                  <a:lnTo>
                    <a:pt x="0" y="68592"/>
                  </a:lnTo>
                  <a:lnTo>
                    <a:pt x="0" y="81280"/>
                  </a:lnTo>
                  <a:lnTo>
                    <a:pt x="27940" y="81280"/>
                  </a:lnTo>
                  <a:lnTo>
                    <a:pt x="27940" y="68592"/>
                  </a:lnTo>
                  <a:close/>
                </a:path>
                <a:path w="27939" h="476250">
                  <a:moveTo>
                    <a:pt x="27940" y="62242"/>
                  </a:moveTo>
                  <a:lnTo>
                    <a:pt x="0" y="62242"/>
                  </a:lnTo>
                  <a:lnTo>
                    <a:pt x="0" y="68580"/>
                  </a:lnTo>
                  <a:lnTo>
                    <a:pt x="27940" y="68580"/>
                  </a:lnTo>
                  <a:lnTo>
                    <a:pt x="27940" y="62242"/>
                  </a:lnTo>
                  <a:close/>
                </a:path>
                <a:path w="27939" h="476250">
                  <a:moveTo>
                    <a:pt x="27940" y="55892"/>
                  </a:moveTo>
                  <a:lnTo>
                    <a:pt x="0" y="55892"/>
                  </a:lnTo>
                  <a:lnTo>
                    <a:pt x="0" y="62230"/>
                  </a:lnTo>
                  <a:lnTo>
                    <a:pt x="27940" y="62230"/>
                  </a:lnTo>
                  <a:lnTo>
                    <a:pt x="27940" y="55892"/>
                  </a:lnTo>
                  <a:close/>
                </a:path>
                <a:path w="27939" h="476250">
                  <a:moveTo>
                    <a:pt x="27940" y="49542"/>
                  </a:moveTo>
                  <a:lnTo>
                    <a:pt x="0" y="49542"/>
                  </a:lnTo>
                  <a:lnTo>
                    <a:pt x="0" y="55880"/>
                  </a:lnTo>
                  <a:lnTo>
                    <a:pt x="27940" y="55880"/>
                  </a:lnTo>
                  <a:lnTo>
                    <a:pt x="27940" y="49542"/>
                  </a:lnTo>
                  <a:close/>
                </a:path>
                <a:path w="27939" h="476250">
                  <a:moveTo>
                    <a:pt x="2794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7940" y="49530"/>
                  </a:lnTo>
                  <a:lnTo>
                    <a:pt x="27940" y="43192"/>
                  </a:lnTo>
                  <a:close/>
                </a:path>
                <a:path w="27939" h="476250">
                  <a:moveTo>
                    <a:pt x="2794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7940" y="43180"/>
                  </a:lnTo>
                  <a:lnTo>
                    <a:pt x="27940" y="36842"/>
                  </a:lnTo>
                  <a:close/>
                </a:path>
                <a:path w="27939" h="476250">
                  <a:moveTo>
                    <a:pt x="2794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7940" y="36830"/>
                  </a:lnTo>
                  <a:lnTo>
                    <a:pt x="27940" y="30492"/>
                  </a:lnTo>
                  <a:close/>
                </a:path>
                <a:path w="27939" h="476250">
                  <a:moveTo>
                    <a:pt x="27940" y="24142"/>
                  </a:moveTo>
                  <a:lnTo>
                    <a:pt x="0" y="24142"/>
                  </a:lnTo>
                  <a:lnTo>
                    <a:pt x="0" y="30480"/>
                  </a:lnTo>
                  <a:lnTo>
                    <a:pt x="27940" y="30480"/>
                  </a:lnTo>
                  <a:lnTo>
                    <a:pt x="27940" y="24142"/>
                  </a:lnTo>
                  <a:close/>
                </a:path>
                <a:path w="27939" h="476250">
                  <a:moveTo>
                    <a:pt x="2794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7940" y="24130"/>
                  </a:lnTo>
                  <a:lnTo>
                    <a:pt x="27940" y="17792"/>
                  </a:lnTo>
                  <a:close/>
                </a:path>
                <a:path w="27939" h="476250">
                  <a:moveTo>
                    <a:pt x="27940" y="5092"/>
                  </a:moveTo>
                  <a:lnTo>
                    <a:pt x="0" y="5092"/>
                  </a:lnTo>
                  <a:lnTo>
                    <a:pt x="0" y="17780"/>
                  </a:lnTo>
                  <a:lnTo>
                    <a:pt x="27940" y="17780"/>
                  </a:lnTo>
                  <a:lnTo>
                    <a:pt x="27940" y="5092"/>
                  </a:lnTo>
                  <a:close/>
                </a:path>
                <a:path w="27939" h="476250">
                  <a:moveTo>
                    <a:pt x="279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7940" y="5080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19334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7" name="object 3697"/>
            <p:cNvSpPr/>
            <p:nvPr/>
          </p:nvSpPr>
          <p:spPr>
            <a:xfrm>
              <a:off x="3702050" y="5500382"/>
              <a:ext cx="27940" cy="181610"/>
            </a:xfrm>
            <a:custGeom>
              <a:avLst/>
              <a:gdLst/>
              <a:ahLst/>
              <a:cxnLst/>
              <a:rect l="l" t="t" r="r" b="b"/>
              <a:pathLst>
                <a:path w="27939" h="181610">
                  <a:moveTo>
                    <a:pt x="27940" y="180340"/>
                  </a:moveTo>
                  <a:lnTo>
                    <a:pt x="0" y="180340"/>
                  </a:lnTo>
                  <a:lnTo>
                    <a:pt x="0" y="181597"/>
                  </a:lnTo>
                  <a:lnTo>
                    <a:pt x="27940" y="181597"/>
                  </a:lnTo>
                  <a:lnTo>
                    <a:pt x="27940" y="180340"/>
                  </a:lnTo>
                  <a:close/>
                </a:path>
                <a:path w="27939" h="181610">
                  <a:moveTo>
                    <a:pt x="27940" y="173990"/>
                  </a:moveTo>
                  <a:lnTo>
                    <a:pt x="0" y="173990"/>
                  </a:lnTo>
                  <a:lnTo>
                    <a:pt x="0" y="180327"/>
                  </a:lnTo>
                  <a:lnTo>
                    <a:pt x="27940" y="180327"/>
                  </a:lnTo>
                  <a:lnTo>
                    <a:pt x="27940" y="173990"/>
                  </a:lnTo>
                  <a:close/>
                </a:path>
                <a:path w="27939" h="181610">
                  <a:moveTo>
                    <a:pt x="27940" y="171450"/>
                  </a:moveTo>
                  <a:lnTo>
                    <a:pt x="0" y="171450"/>
                  </a:lnTo>
                  <a:lnTo>
                    <a:pt x="0" y="173977"/>
                  </a:lnTo>
                  <a:lnTo>
                    <a:pt x="27940" y="173977"/>
                  </a:lnTo>
                  <a:lnTo>
                    <a:pt x="27940" y="171450"/>
                  </a:lnTo>
                  <a:close/>
                </a:path>
                <a:path w="27939" h="181610">
                  <a:moveTo>
                    <a:pt x="27940" y="167640"/>
                  </a:moveTo>
                  <a:lnTo>
                    <a:pt x="0" y="167640"/>
                  </a:lnTo>
                  <a:lnTo>
                    <a:pt x="0" y="171437"/>
                  </a:lnTo>
                  <a:lnTo>
                    <a:pt x="27940" y="171437"/>
                  </a:lnTo>
                  <a:lnTo>
                    <a:pt x="27940" y="167640"/>
                  </a:lnTo>
                  <a:close/>
                </a:path>
                <a:path w="27939" h="181610">
                  <a:moveTo>
                    <a:pt x="27940" y="165100"/>
                  </a:moveTo>
                  <a:lnTo>
                    <a:pt x="0" y="165100"/>
                  </a:lnTo>
                  <a:lnTo>
                    <a:pt x="0" y="167627"/>
                  </a:lnTo>
                  <a:lnTo>
                    <a:pt x="27940" y="167627"/>
                  </a:lnTo>
                  <a:lnTo>
                    <a:pt x="27940" y="165100"/>
                  </a:lnTo>
                  <a:close/>
                </a:path>
                <a:path w="27939" h="181610">
                  <a:moveTo>
                    <a:pt x="27940" y="161290"/>
                  </a:moveTo>
                  <a:lnTo>
                    <a:pt x="0" y="161290"/>
                  </a:lnTo>
                  <a:lnTo>
                    <a:pt x="0" y="165087"/>
                  </a:lnTo>
                  <a:lnTo>
                    <a:pt x="27940" y="165087"/>
                  </a:lnTo>
                  <a:lnTo>
                    <a:pt x="27940" y="161290"/>
                  </a:lnTo>
                  <a:close/>
                </a:path>
                <a:path w="27939" h="181610">
                  <a:moveTo>
                    <a:pt x="27940" y="154940"/>
                  </a:moveTo>
                  <a:lnTo>
                    <a:pt x="0" y="154940"/>
                  </a:lnTo>
                  <a:lnTo>
                    <a:pt x="0" y="161277"/>
                  </a:lnTo>
                  <a:lnTo>
                    <a:pt x="27940" y="161277"/>
                  </a:lnTo>
                  <a:lnTo>
                    <a:pt x="27940" y="154940"/>
                  </a:lnTo>
                  <a:close/>
                </a:path>
                <a:path w="27939" h="181610">
                  <a:moveTo>
                    <a:pt x="27940" y="152400"/>
                  </a:moveTo>
                  <a:lnTo>
                    <a:pt x="0" y="152400"/>
                  </a:lnTo>
                  <a:lnTo>
                    <a:pt x="0" y="154927"/>
                  </a:lnTo>
                  <a:lnTo>
                    <a:pt x="27940" y="154927"/>
                  </a:lnTo>
                  <a:lnTo>
                    <a:pt x="27940" y="152400"/>
                  </a:lnTo>
                  <a:close/>
                </a:path>
                <a:path w="27939" h="181610">
                  <a:moveTo>
                    <a:pt x="27940" y="148590"/>
                  </a:moveTo>
                  <a:lnTo>
                    <a:pt x="0" y="148590"/>
                  </a:lnTo>
                  <a:lnTo>
                    <a:pt x="0" y="152387"/>
                  </a:lnTo>
                  <a:lnTo>
                    <a:pt x="27940" y="152387"/>
                  </a:lnTo>
                  <a:lnTo>
                    <a:pt x="27940" y="148590"/>
                  </a:lnTo>
                  <a:close/>
                </a:path>
                <a:path w="27939" h="181610">
                  <a:moveTo>
                    <a:pt x="27940" y="146050"/>
                  </a:moveTo>
                  <a:lnTo>
                    <a:pt x="0" y="146050"/>
                  </a:lnTo>
                  <a:lnTo>
                    <a:pt x="0" y="148577"/>
                  </a:lnTo>
                  <a:lnTo>
                    <a:pt x="27940" y="148577"/>
                  </a:lnTo>
                  <a:lnTo>
                    <a:pt x="27940" y="146050"/>
                  </a:lnTo>
                  <a:close/>
                </a:path>
                <a:path w="27939" h="181610">
                  <a:moveTo>
                    <a:pt x="27940" y="142240"/>
                  </a:moveTo>
                  <a:lnTo>
                    <a:pt x="0" y="142240"/>
                  </a:lnTo>
                  <a:lnTo>
                    <a:pt x="0" y="146037"/>
                  </a:lnTo>
                  <a:lnTo>
                    <a:pt x="27940" y="146037"/>
                  </a:lnTo>
                  <a:lnTo>
                    <a:pt x="27940" y="142240"/>
                  </a:lnTo>
                  <a:close/>
                </a:path>
                <a:path w="27939" h="181610">
                  <a:moveTo>
                    <a:pt x="27940" y="135890"/>
                  </a:moveTo>
                  <a:lnTo>
                    <a:pt x="0" y="135890"/>
                  </a:lnTo>
                  <a:lnTo>
                    <a:pt x="0" y="142227"/>
                  </a:lnTo>
                  <a:lnTo>
                    <a:pt x="27940" y="142227"/>
                  </a:lnTo>
                  <a:lnTo>
                    <a:pt x="27940" y="135890"/>
                  </a:lnTo>
                  <a:close/>
                </a:path>
                <a:path w="27939" h="181610">
                  <a:moveTo>
                    <a:pt x="27940" y="133350"/>
                  </a:moveTo>
                  <a:lnTo>
                    <a:pt x="0" y="133350"/>
                  </a:lnTo>
                  <a:lnTo>
                    <a:pt x="0" y="135877"/>
                  </a:lnTo>
                  <a:lnTo>
                    <a:pt x="27940" y="135877"/>
                  </a:lnTo>
                  <a:lnTo>
                    <a:pt x="27940" y="133350"/>
                  </a:lnTo>
                  <a:close/>
                </a:path>
                <a:path w="27939" h="181610">
                  <a:moveTo>
                    <a:pt x="27940" y="129540"/>
                  </a:moveTo>
                  <a:lnTo>
                    <a:pt x="0" y="129540"/>
                  </a:lnTo>
                  <a:lnTo>
                    <a:pt x="0" y="133337"/>
                  </a:lnTo>
                  <a:lnTo>
                    <a:pt x="27940" y="133337"/>
                  </a:lnTo>
                  <a:lnTo>
                    <a:pt x="27940" y="129540"/>
                  </a:lnTo>
                  <a:close/>
                </a:path>
                <a:path w="27939" h="181610">
                  <a:moveTo>
                    <a:pt x="27940" y="127000"/>
                  </a:moveTo>
                  <a:lnTo>
                    <a:pt x="0" y="127000"/>
                  </a:lnTo>
                  <a:lnTo>
                    <a:pt x="0" y="129527"/>
                  </a:lnTo>
                  <a:lnTo>
                    <a:pt x="27940" y="129527"/>
                  </a:lnTo>
                  <a:lnTo>
                    <a:pt x="27940" y="127000"/>
                  </a:lnTo>
                  <a:close/>
                </a:path>
                <a:path w="27939" h="181610">
                  <a:moveTo>
                    <a:pt x="27940" y="120650"/>
                  </a:moveTo>
                  <a:lnTo>
                    <a:pt x="0" y="120650"/>
                  </a:lnTo>
                  <a:lnTo>
                    <a:pt x="0" y="126987"/>
                  </a:lnTo>
                  <a:lnTo>
                    <a:pt x="27940" y="126987"/>
                  </a:lnTo>
                  <a:lnTo>
                    <a:pt x="27940" y="120650"/>
                  </a:lnTo>
                  <a:close/>
                </a:path>
                <a:path w="27939" h="181610">
                  <a:moveTo>
                    <a:pt x="2794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27940" y="120637"/>
                  </a:lnTo>
                  <a:lnTo>
                    <a:pt x="27940" y="114300"/>
                  </a:lnTo>
                  <a:close/>
                </a:path>
                <a:path w="27939" h="181610">
                  <a:moveTo>
                    <a:pt x="27940" y="110490"/>
                  </a:moveTo>
                  <a:lnTo>
                    <a:pt x="0" y="110490"/>
                  </a:lnTo>
                  <a:lnTo>
                    <a:pt x="0" y="114287"/>
                  </a:lnTo>
                  <a:lnTo>
                    <a:pt x="27940" y="114287"/>
                  </a:lnTo>
                  <a:lnTo>
                    <a:pt x="27940" y="110490"/>
                  </a:lnTo>
                  <a:close/>
                </a:path>
                <a:path w="27939" h="181610">
                  <a:moveTo>
                    <a:pt x="27940" y="107950"/>
                  </a:moveTo>
                  <a:lnTo>
                    <a:pt x="0" y="107950"/>
                  </a:lnTo>
                  <a:lnTo>
                    <a:pt x="0" y="110477"/>
                  </a:lnTo>
                  <a:lnTo>
                    <a:pt x="27940" y="110477"/>
                  </a:lnTo>
                  <a:lnTo>
                    <a:pt x="27940" y="107950"/>
                  </a:lnTo>
                  <a:close/>
                </a:path>
                <a:path w="27939" h="181610">
                  <a:moveTo>
                    <a:pt x="27940" y="104140"/>
                  </a:moveTo>
                  <a:lnTo>
                    <a:pt x="0" y="104140"/>
                  </a:lnTo>
                  <a:lnTo>
                    <a:pt x="0" y="107937"/>
                  </a:lnTo>
                  <a:lnTo>
                    <a:pt x="27940" y="107937"/>
                  </a:lnTo>
                  <a:lnTo>
                    <a:pt x="27940" y="104140"/>
                  </a:lnTo>
                  <a:close/>
                </a:path>
                <a:path w="27939" h="181610">
                  <a:moveTo>
                    <a:pt x="27940" y="101600"/>
                  </a:moveTo>
                  <a:lnTo>
                    <a:pt x="0" y="101600"/>
                  </a:lnTo>
                  <a:lnTo>
                    <a:pt x="0" y="104127"/>
                  </a:lnTo>
                  <a:lnTo>
                    <a:pt x="27940" y="104127"/>
                  </a:lnTo>
                  <a:lnTo>
                    <a:pt x="27940" y="101600"/>
                  </a:lnTo>
                  <a:close/>
                </a:path>
                <a:path w="27939" h="181610">
                  <a:moveTo>
                    <a:pt x="27940" y="97790"/>
                  </a:moveTo>
                  <a:lnTo>
                    <a:pt x="0" y="97790"/>
                  </a:lnTo>
                  <a:lnTo>
                    <a:pt x="0" y="101587"/>
                  </a:lnTo>
                  <a:lnTo>
                    <a:pt x="27940" y="101587"/>
                  </a:lnTo>
                  <a:lnTo>
                    <a:pt x="27940" y="97790"/>
                  </a:lnTo>
                  <a:close/>
                </a:path>
                <a:path w="27939" h="181610">
                  <a:moveTo>
                    <a:pt x="27940" y="95250"/>
                  </a:moveTo>
                  <a:lnTo>
                    <a:pt x="0" y="95250"/>
                  </a:lnTo>
                  <a:lnTo>
                    <a:pt x="0" y="97777"/>
                  </a:lnTo>
                  <a:lnTo>
                    <a:pt x="27940" y="97777"/>
                  </a:lnTo>
                  <a:lnTo>
                    <a:pt x="27940" y="95250"/>
                  </a:lnTo>
                  <a:close/>
                </a:path>
                <a:path w="27939" h="181610">
                  <a:moveTo>
                    <a:pt x="27940" y="91440"/>
                  </a:moveTo>
                  <a:lnTo>
                    <a:pt x="0" y="91440"/>
                  </a:lnTo>
                  <a:lnTo>
                    <a:pt x="0" y="95237"/>
                  </a:lnTo>
                  <a:lnTo>
                    <a:pt x="27940" y="95237"/>
                  </a:lnTo>
                  <a:lnTo>
                    <a:pt x="27940" y="91440"/>
                  </a:lnTo>
                  <a:close/>
                </a:path>
                <a:path w="27939" h="181610">
                  <a:moveTo>
                    <a:pt x="27940" y="82550"/>
                  </a:moveTo>
                  <a:lnTo>
                    <a:pt x="0" y="82550"/>
                  </a:lnTo>
                  <a:lnTo>
                    <a:pt x="0" y="91427"/>
                  </a:lnTo>
                  <a:lnTo>
                    <a:pt x="27940" y="91427"/>
                  </a:lnTo>
                  <a:lnTo>
                    <a:pt x="27940" y="82550"/>
                  </a:lnTo>
                  <a:close/>
                </a:path>
                <a:path w="27939" h="181610">
                  <a:moveTo>
                    <a:pt x="27940" y="72390"/>
                  </a:moveTo>
                  <a:lnTo>
                    <a:pt x="0" y="72390"/>
                  </a:lnTo>
                  <a:lnTo>
                    <a:pt x="0" y="82537"/>
                  </a:lnTo>
                  <a:lnTo>
                    <a:pt x="27940" y="82537"/>
                  </a:lnTo>
                  <a:lnTo>
                    <a:pt x="27940" y="72390"/>
                  </a:lnTo>
                  <a:close/>
                </a:path>
                <a:path w="27939" h="181610">
                  <a:moveTo>
                    <a:pt x="27940" y="63500"/>
                  </a:moveTo>
                  <a:lnTo>
                    <a:pt x="0" y="63500"/>
                  </a:lnTo>
                  <a:lnTo>
                    <a:pt x="0" y="72377"/>
                  </a:lnTo>
                  <a:lnTo>
                    <a:pt x="27940" y="72377"/>
                  </a:lnTo>
                  <a:lnTo>
                    <a:pt x="27940" y="63500"/>
                  </a:lnTo>
                  <a:close/>
                </a:path>
                <a:path w="27939" h="181610">
                  <a:moveTo>
                    <a:pt x="27940" y="53340"/>
                  </a:moveTo>
                  <a:lnTo>
                    <a:pt x="0" y="53340"/>
                  </a:lnTo>
                  <a:lnTo>
                    <a:pt x="0" y="63487"/>
                  </a:lnTo>
                  <a:lnTo>
                    <a:pt x="27940" y="63487"/>
                  </a:lnTo>
                  <a:lnTo>
                    <a:pt x="27940" y="53340"/>
                  </a:lnTo>
                  <a:close/>
                </a:path>
                <a:path w="27939" h="181610">
                  <a:moveTo>
                    <a:pt x="27940" y="50800"/>
                  </a:moveTo>
                  <a:lnTo>
                    <a:pt x="0" y="50800"/>
                  </a:lnTo>
                  <a:lnTo>
                    <a:pt x="0" y="53327"/>
                  </a:lnTo>
                  <a:lnTo>
                    <a:pt x="27940" y="53327"/>
                  </a:lnTo>
                  <a:lnTo>
                    <a:pt x="27940" y="50800"/>
                  </a:lnTo>
                  <a:close/>
                </a:path>
                <a:path w="27939" h="181610">
                  <a:moveTo>
                    <a:pt x="27940" y="46990"/>
                  </a:moveTo>
                  <a:lnTo>
                    <a:pt x="0" y="46990"/>
                  </a:lnTo>
                  <a:lnTo>
                    <a:pt x="0" y="50787"/>
                  </a:lnTo>
                  <a:lnTo>
                    <a:pt x="27940" y="50787"/>
                  </a:lnTo>
                  <a:lnTo>
                    <a:pt x="27940" y="46990"/>
                  </a:lnTo>
                  <a:close/>
                </a:path>
                <a:path w="27939" h="181610">
                  <a:moveTo>
                    <a:pt x="27940" y="40640"/>
                  </a:moveTo>
                  <a:lnTo>
                    <a:pt x="0" y="40640"/>
                  </a:lnTo>
                  <a:lnTo>
                    <a:pt x="0" y="46977"/>
                  </a:lnTo>
                  <a:lnTo>
                    <a:pt x="27940" y="46977"/>
                  </a:lnTo>
                  <a:lnTo>
                    <a:pt x="27940" y="40640"/>
                  </a:lnTo>
                  <a:close/>
                </a:path>
                <a:path w="27939" h="181610">
                  <a:moveTo>
                    <a:pt x="27940" y="34290"/>
                  </a:moveTo>
                  <a:lnTo>
                    <a:pt x="0" y="34290"/>
                  </a:lnTo>
                  <a:lnTo>
                    <a:pt x="0" y="40627"/>
                  </a:lnTo>
                  <a:lnTo>
                    <a:pt x="27940" y="40627"/>
                  </a:lnTo>
                  <a:lnTo>
                    <a:pt x="27940" y="34290"/>
                  </a:lnTo>
                  <a:close/>
                </a:path>
                <a:path w="27939" h="181610">
                  <a:moveTo>
                    <a:pt x="27940" y="27940"/>
                  </a:moveTo>
                  <a:lnTo>
                    <a:pt x="0" y="27940"/>
                  </a:lnTo>
                  <a:lnTo>
                    <a:pt x="0" y="34277"/>
                  </a:lnTo>
                  <a:lnTo>
                    <a:pt x="27940" y="34277"/>
                  </a:lnTo>
                  <a:lnTo>
                    <a:pt x="27940" y="27940"/>
                  </a:lnTo>
                  <a:close/>
                </a:path>
                <a:path w="27939" h="181610">
                  <a:moveTo>
                    <a:pt x="27940" y="25400"/>
                  </a:moveTo>
                  <a:lnTo>
                    <a:pt x="0" y="25400"/>
                  </a:lnTo>
                  <a:lnTo>
                    <a:pt x="0" y="27927"/>
                  </a:lnTo>
                  <a:lnTo>
                    <a:pt x="27940" y="27927"/>
                  </a:lnTo>
                  <a:lnTo>
                    <a:pt x="27940" y="25400"/>
                  </a:lnTo>
                  <a:close/>
                </a:path>
                <a:path w="27939" h="181610">
                  <a:moveTo>
                    <a:pt x="2794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27940" y="25387"/>
                  </a:lnTo>
                  <a:lnTo>
                    <a:pt x="27940" y="21590"/>
                  </a:lnTo>
                  <a:close/>
                </a:path>
                <a:path w="27939" h="181610">
                  <a:moveTo>
                    <a:pt x="27940" y="15240"/>
                  </a:moveTo>
                  <a:lnTo>
                    <a:pt x="0" y="15240"/>
                  </a:lnTo>
                  <a:lnTo>
                    <a:pt x="0" y="21577"/>
                  </a:lnTo>
                  <a:lnTo>
                    <a:pt x="27940" y="21577"/>
                  </a:lnTo>
                  <a:lnTo>
                    <a:pt x="27940" y="15240"/>
                  </a:lnTo>
                  <a:close/>
                </a:path>
                <a:path w="27939" h="181610">
                  <a:moveTo>
                    <a:pt x="2794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7940" y="15227"/>
                  </a:lnTo>
                  <a:lnTo>
                    <a:pt x="27940" y="12700"/>
                  </a:lnTo>
                  <a:close/>
                </a:path>
                <a:path w="27939" h="181610">
                  <a:moveTo>
                    <a:pt x="2794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7940" y="12687"/>
                  </a:lnTo>
                  <a:lnTo>
                    <a:pt x="27940" y="8890"/>
                  </a:lnTo>
                  <a:close/>
                </a:path>
                <a:path w="27939" h="181610">
                  <a:moveTo>
                    <a:pt x="27940" y="0"/>
                  </a:moveTo>
                  <a:lnTo>
                    <a:pt x="0" y="0"/>
                  </a:lnTo>
                  <a:lnTo>
                    <a:pt x="0" y="8877"/>
                  </a:lnTo>
                  <a:lnTo>
                    <a:pt x="27940" y="8877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19334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8" name="object 3698"/>
            <p:cNvSpPr/>
            <p:nvPr/>
          </p:nvSpPr>
          <p:spPr>
            <a:xfrm>
              <a:off x="3729990" y="5033010"/>
              <a:ext cx="27940" cy="476250"/>
            </a:xfrm>
            <a:custGeom>
              <a:avLst/>
              <a:gdLst/>
              <a:ahLst/>
              <a:cxnLst/>
              <a:rect l="l" t="t" r="r" b="b"/>
              <a:pathLst>
                <a:path w="27939" h="476250">
                  <a:moveTo>
                    <a:pt x="27940" y="467372"/>
                  </a:moveTo>
                  <a:lnTo>
                    <a:pt x="0" y="467372"/>
                  </a:lnTo>
                  <a:lnTo>
                    <a:pt x="0" y="476250"/>
                  </a:lnTo>
                  <a:lnTo>
                    <a:pt x="27940" y="476250"/>
                  </a:lnTo>
                  <a:lnTo>
                    <a:pt x="27940" y="467372"/>
                  </a:lnTo>
                  <a:close/>
                </a:path>
                <a:path w="27939" h="476250">
                  <a:moveTo>
                    <a:pt x="27940" y="463562"/>
                  </a:moveTo>
                  <a:lnTo>
                    <a:pt x="0" y="463562"/>
                  </a:lnTo>
                  <a:lnTo>
                    <a:pt x="0" y="467360"/>
                  </a:lnTo>
                  <a:lnTo>
                    <a:pt x="27940" y="467360"/>
                  </a:lnTo>
                  <a:lnTo>
                    <a:pt x="27940" y="463562"/>
                  </a:lnTo>
                  <a:close/>
                </a:path>
                <a:path w="27939" h="476250">
                  <a:moveTo>
                    <a:pt x="27940" y="461022"/>
                  </a:moveTo>
                  <a:lnTo>
                    <a:pt x="0" y="461022"/>
                  </a:lnTo>
                  <a:lnTo>
                    <a:pt x="0" y="463550"/>
                  </a:lnTo>
                  <a:lnTo>
                    <a:pt x="27940" y="463550"/>
                  </a:lnTo>
                  <a:lnTo>
                    <a:pt x="27940" y="461022"/>
                  </a:lnTo>
                  <a:close/>
                </a:path>
                <a:path w="27939" h="476250">
                  <a:moveTo>
                    <a:pt x="27940" y="457212"/>
                  </a:moveTo>
                  <a:lnTo>
                    <a:pt x="0" y="457212"/>
                  </a:lnTo>
                  <a:lnTo>
                    <a:pt x="0" y="461010"/>
                  </a:lnTo>
                  <a:lnTo>
                    <a:pt x="27940" y="461010"/>
                  </a:lnTo>
                  <a:lnTo>
                    <a:pt x="27940" y="457212"/>
                  </a:lnTo>
                  <a:close/>
                </a:path>
                <a:path w="27939" h="476250">
                  <a:moveTo>
                    <a:pt x="27940" y="448322"/>
                  </a:moveTo>
                  <a:lnTo>
                    <a:pt x="0" y="448322"/>
                  </a:lnTo>
                  <a:lnTo>
                    <a:pt x="0" y="457200"/>
                  </a:lnTo>
                  <a:lnTo>
                    <a:pt x="27940" y="457200"/>
                  </a:lnTo>
                  <a:lnTo>
                    <a:pt x="27940" y="448322"/>
                  </a:lnTo>
                  <a:close/>
                </a:path>
                <a:path w="27939" h="476250">
                  <a:moveTo>
                    <a:pt x="27940" y="429272"/>
                  </a:moveTo>
                  <a:lnTo>
                    <a:pt x="0" y="429272"/>
                  </a:lnTo>
                  <a:lnTo>
                    <a:pt x="0" y="448310"/>
                  </a:lnTo>
                  <a:lnTo>
                    <a:pt x="27940" y="448310"/>
                  </a:lnTo>
                  <a:lnTo>
                    <a:pt x="27940" y="429272"/>
                  </a:lnTo>
                  <a:close/>
                </a:path>
                <a:path w="27939" h="476250">
                  <a:moveTo>
                    <a:pt x="27940" y="422922"/>
                  </a:moveTo>
                  <a:lnTo>
                    <a:pt x="0" y="422922"/>
                  </a:lnTo>
                  <a:lnTo>
                    <a:pt x="0" y="429260"/>
                  </a:lnTo>
                  <a:lnTo>
                    <a:pt x="27940" y="429260"/>
                  </a:lnTo>
                  <a:lnTo>
                    <a:pt x="27940" y="422922"/>
                  </a:lnTo>
                  <a:close/>
                </a:path>
                <a:path w="27939" h="476250">
                  <a:moveTo>
                    <a:pt x="27940" y="416572"/>
                  </a:moveTo>
                  <a:lnTo>
                    <a:pt x="0" y="416572"/>
                  </a:lnTo>
                  <a:lnTo>
                    <a:pt x="0" y="422910"/>
                  </a:lnTo>
                  <a:lnTo>
                    <a:pt x="27940" y="422910"/>
                  </a:lnTo>
                  <a:lnTo>
                    <a:pt x="27940" y="416572"/>
                  </a:lnTo>
                  <a:close/>
                </a:path>
                <a:path w="27939" h="476250">
                  <a:moveTo>
                    <a:pt x="27940" y="412762"/>
                  </a:moveTo>
                  <a:lnTo>
                    <a:pt x="0" y="412762"/>
                  </a:lnTo>
                  <a:lnTo>
                    <a:pt x="0" y="416560"/>
                  </a:lnTo>
                  <a:lnTo>
                    <a:pt x="27940" y="416560"/>
                  </a:lnTo>
                  <a:lnTo>
                    <a:pt x="27940" y="412762"/>
                  </a:lnTo>
                  <a:close/>
                </a:path>
                <a:path w="27939" h="476250">
                  <a:moveTo>
                    <a:pt x="27940" y="410222"/>
                  </a:moveTo>
                  <a:lnTo>
                    <a:pt x="0" y="410222"/>
                  </a:lnTo>
                  <a:lnTo>
                    <a:pt x="0" y="412750"/>
                  </a:lnTo>
                  <a:lnTo>
                    <a:pt x="27940" y="412750"/>
                  </a:lnTo>
                  <a:lnTo>
                    <a:pt x="27940" y="410222"/>
                  </a:lnTo>
                  <a:close/>
                </a:path>
                <a:path w="27939" h="476250">
                  <a:moveTo>
                    <a:pt x="27940" y="406412"/>
                  </a:moveTo>
                  <a:lnTo>
                    <a:pt x="0" y="406412"/>
                  </a:lnTo>
                  <a:lnTo>
                    <a:pt x="0" y="410210"/>
                  </a:lnTo>
                  <a:lnTo>
                    <a:pt x="27940" y="410210"/>
                  </a:lnTo>
                  <a:lnTo>
                    <a:pt x="27940" y="406412"/>
                  </a:lnTo>
                  <a:close/>
                </a:path>
                <a:path w="27939" h="476250">
                  <a:moveTo>
                    <a:pt x="27940" y="403872"/>
                  </a:moveTo>
                  <a:lnTo>
                    <a:pt x="0" y="403872"/>
                  </a:lnTo>
                  <a:lnTo>
                    <a:pt x="0" y="406400"/>
                  </a:lnTo>
                  <a:lnTo>
                    <a:pt x="27940" y="406400"/>
                  </a:lnTo>
                  <a:lnTo>
                    <a:pt x="27940" y="403872"/>
                  </a:lnTo>
                  <a:close/>
                </a:path>
                <a:path w="27939" h="476250">
                  <a:moveTo>
                    <a:pt x="27940" y="397522"/>
                  </a:moveTo>
                  <a:lnTo>
                    <a:pt x="0" y="397522"/>
                  </a:lnTo>
                  <a:lnTo>
                    <a:pt x="0" y="403860"/>
                  </a:lnTo>
                  <a:lnTo>
                    <a:pt x="27940" y="403860"/>
                  </a:lnTo>
                  <a:lnTo>
                    <a:pt x="27940" y="397522"/>
                  </a:lnTo>
                  <a:close/>
                </a:path>
                <a:path w="27939" h="476250">
                  <a:moveTo>
                    <a:pt x="27940" y="393712"/>
                  </a:moveTo>
                  <a:lnTo>
                    <a:pt x="0" y="393712"/>
                  </a:lnTo>
                  <a:lnTo>
                    <a:pt x="0" y="397510"/>
                  </a:lnTo>
                  <a:lnTo>
                    <a:pt x="27940" y="397510"/>
                  </a:lnTo>
                  <a:lnTo>
                    <a:pt x="27940" y="393712"/>
                  </a:lnTo>
                  <a:close/>
                </a:path>
                <a:path w="27939" h="476250">
                  <a:moveTo>
                    <a:pt x="27940" y="391172"/>
                  </a:moveTo>
                  <a:lnTo>
                    <a:pt x="0" y="391172"/>
                  </a:lnTo>
                  <a:lnTo>
                    <a:pt x="0" y="393700"/>
                  </a:lnTo>
                  <a:lnTo>
                    <a:pt x="27940" y="393700"/>
                  </a:lnTo>
                  <a:lnTo>
                    <a:pt x="27940" y="391172"/>
                  </a:lnTo>
                  <a:close/>
                </a:path>
                <a:path w="27939" h="476250">
                  <a:moveTo>
                    <a:pt x="27940" y="387362"/>
                  </a:moveTo>
                  <a:lnTo>
                    <a:pt x="0" y="387362"/>
                  </a:lnTo>
                  <a:lnTo>
                    <a:pt x="0" y="391160"/>
                  </a:lnTo>
                  <a:lnTo>
                    <a:pt x="27940" y="391160"/>
                  </a:lnTo>
                  <a:lnTo>
                    <a:pt x="27940" y="387362"/>
                  </a:lnTo>
                  <a:close/>
                </a:path>
                <a:path w="27939" h="476250">
                  <a:moveTo>
                    <a:pt x="27940" y="384822"/>
                  </a:moveTo>
                  <a:lnTo>
                    <a:pt x="0" y="384822"/>
                  </a:lnTo>
                  <a:lnTo>
                    <a:pt x="0" y="387350"/>
                  </a:lnTo>
                  <a:lnTo>
                    <a:pt x="27940" y="387350"/>
                  </a:lnTo>
                  <a:lnTo>
                    <a:pt x="27940" y="384822"/>
                  </a:lnTo>
                  <a:close/>
                </a:path>
                <a:path w="27939" h="476250">
                  <a:moveTo>
                    <a:pt x="27940" y="365772"/>
                  </a:moveTo>
                  <a:lnTo>
                    <a:pt x="0" y="365772"/>
                  </a:lnTo>
                  <a:lnTo>
                    <a:pt x="0" y="384810"/>
                  </a:lnTo>
                  <a:lnTo>
                    <a:pt x="27940" y="384810"/>
                  </a:lnTo>
                  <a:lnTo>
                    <a:pt x="27940" y="365772"/>
                  </a:lnTo>
                  <a:close/>
                </a:path>
                <a:path w="27939" h="476250">
                  <a:moveTo>
                    <a:pt x="27940" y="359422"/>
                  </a:moveTo>
                  <a:lnTo>
                    <a:pt x="0" y="359422"/>
                  </a:lnTo>
                  <a:lnTo>
                    <a:pt x="0" y="365760"/>
                  </a:lnTo>
                  <a:lnTo>
                    <a:pt x="27940" y="365760"/>
                  </a:lnTo>
                  <a:lnTo>
                    <a:pt x="27940" y="359422"/>
                  </a:lnTo>
                  <a:close/>
                </a:path>
                <a:path w="27939" h="476250">
                  <a:moveTo>
                    <a:pt x="27940" y="355612"/>
                  </a:moveTo>
                  <a:lnTo>
                    <a:pt x="0" y="355612"/>
                  </a:lnTo>
                  <a:lnTo>
                    <a:pt x="0" y="359410"/>
                  </a:lnTo>
                  <a:lnTo>
                    <a:pt x="27940" y="359410"/>
                  </a:lnTo>
                  <a:lnTo>
                    <a:pt x="27940" y="355612"/>
                  </a:lnTo>
                  <a:close/>
                </a:path>
                <a:path w="27939" h="476250">
                  <a:moveTo>
                    <a:pt x="27940" y="346722"/>
                  </a:moveTo>
                  <a:lnTo>
                    <a:pt x="0" y="346722"/>
                  </a:lnTo>
                  <a:lnTo>
                    <a:pt x="0" y="355600"/>
                  </a:lnTo>
                  <a:lnTo>
                    <a:pt x="27940" y="355600"/>
                  </a:lnTo>
                  <a:lnTo>
                    <a:pt x="27940" y="346722"/>
                  </a:lnTo>
                  <a:close/>
                </a:path>
                <a:path w="27939" h="476250">
                  <a:moveTo>
                    <a:pt x="27940" y="340372"/>
                  </a:moveTo>
                  <a:lnTo>
                    <a:pt x="0" y="340372"/>
                  </a:lnTo>
                  <a:lnTo>
                    <a:pt x="0" y="346710"/>
                  </a:lnTo>
                  <a:lnTo>
                    <a:pt x="27940" y="346710"/>
                  </a:lnTo>
                  <a:lnTo>
                    <a:pt x="27940" y="340372"/>
                  </a:lnTo>
                  <a:close/>
                </a:path>
                <a:path w="27939" h="476250">
                  <a:moveTo>
                    <a:pt x="27940" y="334022"/>
                  </a:moveTo>
                  <a:lnTo>
                    <a:pt x="0" y="334022"/>
                  </a:lnTo>
                  <a:lnTo>
                    <a:pt x="0" y="340360"/>
                  </a:lnTo>
                  <a:lnTo>
                    <a:pt x="27940" y="340360"/>
                  </a:lnTo>
                  <a:lnTo>
                    <a:pt x="27940" y="334022"/>
                  </a:lnTo>
                  <a:close/>
                </a:path>
                <a:path w="27939" h="476250">
                  <a:moveTo>
                    <a:pt x="27940" y="330212"/>
                  </a:moveTo>
                  <a:lnTo>
                    <a:pt x="0" y="330212"/>
                  </a:lnTo>
                  <a:lnTo>
                    <a:pt x="0" y="334010"/>
                  </a:lnTo>
                  <a:lnTo>
                    <a:pt x="27940" y="334010"/>
                  </a:lnTo>
                  <a:lnTo>
                    <a:pt x="27940" y="330212"/>
                  </a:lnTo>
                  <a:close/>
                </a:path>
                <a:path w="27939" h="476250">
                  <a:moveTo>
                    <a:pt x="27940" y="327672"/>
                  </a:moveTo>
                  <a:lnTo>
                    <a:pt x="0" y="327672"/>
                  </a:lnTo>
                  <a:lnTo>
                    <a:pt x="0" y="330200"/>
                  </a:lnTo>
                  <a:lnTo>
                    <a:pt x="27940" y="330200"/>
                  </a:lnTo>
                  <a:lnTo>
                    <a:pt x="27940" y="327672"/>
                  </a:lnTo>
                  <a:close/>
                </a:path>
                <a:path w="27939" h="476250">
                  <a:moveTo>
                    <a:pt x="27940" y="317512"/>
                  </a:moveTo>
                  <a:lnTo>
                    <a:pt x="0" y="317512"/>
                  </a:lnTo>
                  <a:lnTo>
                    <a:pt x="0" y="327660"/>
                  </a:lnTo>
                  <a:lnTo>
                    <a:pt x="27940" y="327660"/>
                  </a:lnTo>
                  <a:lnTo>
                    <a:pt x="27940" y="317512"/>
                  </a:lnTo>
                  <a:close/>
                </a:path>
                <a:path w="27939" h="476250">
                  <a:moveTo>
                    <a:pt x="27940" y="314972"/>
                  </a:moveTo>
                  <a:lnTo>
                    <a:pt x="0" y="314972"/>
                  </a:lnTo>
                  <a:lnTo>
                    <a:pt x="0" y="317500"/>
                  </a:lnTo>
                  <a:lnTo>
                    <a:pt x="27940" y="317500"/>
                  </a:lnTo>
                  <a:lnTo>
                    <a:pt x="27940" y="314972"/>
                  </a:lnTo>
                  <a:close/>
                </a:path>
                <a:path w="27939" h="476250">
                  <a:moveTo>
                    <a:pt x="27940" y="311162"/>
                  </a:moveTo>
                  <a:lnTo>
                    <a:pt x="0" y="311162"/>
                  </a:lnTo>
                  <a:lnTo>
                    <a:pt x="0" y="314960"/>
                  </a:lnTo>
                  <a:lnTo>
                    <a:pt x="27940" y="314960"/>
                  </a:lnTo>
                  <a:lnTo>
                    <a:pt x="27940" y="311162"/>
                  </a:lnTo>
                  <a:close/>
                </a:path>
                <a:path w="27939" h="476250">
                  <a:moveTo>
                    <a:pt x="27940" y="304812"/>
                  </a:moveTo>
                  <a:lnTo>
                    <a:pt x="0" y="304812"/>
                  </a:lnTo>
                  <a:lnTo>
                    <a:pt x="0" y="311150"/>
                  </a:lnTo>
                  <a:lnTo>
                    <a:pt x="27940" y="311150"/>
                  </a:lnTo>
                  <a:lnTo>
                    <a:pt x="27940" y="304812"/>
                  </a:lnTo>
                  <a:close/>
                </a:path>
                <a:path w="27939" h="476250">
                  <a:moveTo>
                    <a:pt x="27940" y="292112"/>
                  </a:moveTo>
                  <a:lnTo>
                    <a:pt x="0" y="292112"/>
                  </a:lnTo>
                  <a:lnTo>
                    <a:pt x="0" y="304800"/>
                  </a:lnTo>
                  <a:lnTo>
                    <a:pt x="27940" y="304800"/>
                  </a:lnTo>
                  <a:lnTo>
                    <a:pt x="27940" y="292112"/>
                  </a:lnTo>
                  <a:close/>
                </a:path>
                <a:path w="27939" h="476250">
                  <a:moveTo>
                    <a:pt x="27940" y="289572"/>
                  </a:moveTo>
                  <a:lnTo>
                    <a:pt x="0" y="289572"/>
                  </a:lnTo>
                  <a:lnTo>
                    <a:pt x="0" y="292100"/>
                  </a:lnTo>
                  <a:lnTo>
                    <a:pt x="27940" y="292100"/>
                  </a:lnTo>
                  <a:lnTo>
                    <a:pt x="27940" y="289572"/>
                  </a:lnTo>
                  <a:close/>
                </a:path>
                <a:path w="27939" h="476250">
                  <a:moveTo>
                    <a:pt x="27940" y="285762"/>
                  </a:moveTo>
                  <a:lnTo>
                    <a:pt x="0" y="285762"/>
                  </a:lnTo>
                  <a:lnTo>
                    <a:pt x="0" y="289560"/>
                  </a:lnTo>
                  <a:lnTo>
                    <a:pt x="27940" y="289560"/>
                  </a:lnTo>
                  <a:lnTo>
                    <a:pt x="27940" y="285762"/>
                  </a:lnTo>
                  <a:close/>
                </a:path>
                <a:path w="27939" h="476250">
                  <a:moveTo>
                    <a:pt x="27940" y="283222"/>
                  </a:moveTo>
                  <a:lnTo>
                    <a:pt x="0" y="283222"/>
                  </a:lnTo>
                  <a:lnTo>
                    <a:pt x="0" y="285750"/>
                  </a:lnTo>
                  <a:lnTo>
                    <a:pt x="27940" y="285750"/>
                  </a:lnTo>
                  <a:lnTo>
                    <a:pt x="27940" y="283222"/>
                  </a:lnTo>
                  <a:close/>
                </a:path>
                <a:path w="27939" h="476250">
                  <a:moveTo>
                    <a:pt x="27940" y="279412"/>
                  </a:moveTo>
                  <a:lnTo>
                    <a:pt x="0" y="279412"/>
                  </a:lnTo>
                  <a:lnTo>
                    <a:pt x="0" y="283210"/>
                  </a:lnTo>
                  <a:lnTo>
                    <a:pt x="27940" y="283210"/>
                  </a:lnTo>
                  <a:lnTo>
                    <a:pt x="27940" y="279412"/>
                  </a:lnTo>
                  <a:close/>
                </a:path>
                <a:path w="27939" h="476250">
                  <a:moveTo>
                    <a:pt x="27940" y="273062"/>
                  </a:moveTo>
                  <a:lnTo>
                    <a:pt x="0" y="273062"/>
                  </a:lnTo>
                  <a:lnTo>
                    <a:pt x="0" y="279400"/>
                  </a:lnTo>
                  <a:lnTo>
                    <a:pt x="27940" y="279400"/>
                  </a:lnTo>
                  <a:lnTo>
                    <a:pt x="27940" y="273062"/>
                  </a:lnTo>
                  <a:close/>
                </a:path>
                <a:path w="27939" h="476250">
                  <a:moveTo>
                    <a:pt x="27940" y="234962"/>
                  </a:moveTo>
                  <a:lnTo>
                    <a:pt x="0" y="234962"/>
                  </a:lnTo>
                  <a:lnTo>
                    <a:pt x="0" y="273050"/>
                  </a:lnTo>
                  <a:lnTo>
                    <a:pt x="27940" y="273050"/>
                  </a:lnTo>
                  <a:lnTo>
                    <a:pt x="27940" y="234962"/>
                  </a:lnTo>
                  <a:close/>
                </a:path>
                <a:path w="27939" h="476250">
                  <a:moveTo>
                    <a:pt x="2794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7940" y="234950"/>
                  </a:lnTo>
                  <a:lnTo>
                    <a:pt x="27940" y="232422"/>
                  </a:lnTo>
                  <a:close/>
                </a:path>
                <a:path w="27939" h="476250">
                  <a:moveTo>
                    <a:pt x="2794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27940" y="232410"/>
                  </a:lnTo>
                  <a:lnTo>
                    <a:pt x="27940" y="226072"/>
                  </a:lnTo>
                  <a:close/>
                </a:path>
                <a:path w="27939" h="476250">
                  <a:moveTo>
                    <a:pt x="2794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27940" y="226060"/>
                  </a:lnTo>
                  <a:lnTo>
                    <a:pt x="27940" y="222262"/>
                  </a:lnTo>
                  <a:close/>
                </a:path>
                <a:path w="27939" h="476250">
                  <a:moveTo>
                    <a:pt x="2794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27940" y="222250"/>
                  </a:lnTo>
                  <a:lnTo>
                    <a:pt x="27940" y="219722"/>
                  </a:lnTo>
                  <a:close/>
                </a:path>
                <a:path w="27939" h="476250">
                  <a:moveTo>
                    <a:pt x="27940" y="213372"/>
                  </a:moveTo>
                  <a:lnTo>
                    <a:pt x="0" y="213372"/>
                  </a:lnTo>
                  <a:lnTo>
                    <a:pt x="0" y="219710"/>
                  </a:lnTo>
                  <a:lnTo>
                    <a:pt x="27940" y="219710"/>
                  </a:lnTo>
                  <a:lnTo>
                    <a:pt x="27940" y="213372"/>
                  </a:lnTo>
                  <a:close/>
                </a:path>
                <a:path w="27939" h="476250">
                  <a:moveTo>
                    <a:pt x="27940" y="207022"/>
                  </a:moveTo>
                  <a:lnTo>
                    <a:pt x="0" y="207022"/>
                  </a:lnTo>
                  <a:lnTo>
                    <a:pt x="0" y="213360"/>
                  </a:lnTo>
                  <a:lnTo>
                    <a:pt x="27940" y="213360"/>
                  </a:lnTo>
                  <a:lnTo>
                    <a:pt x="27940" y="207022"/>
                  </a:lnTo>
                  <a:close/>
                </a:path>
                <a:path w="27939" h="476250">
                  <a:moveTo>
                    <a:pt x="27940" y="195592"/>
                  </a:moveTo>
                  <a:lnTo>
                    <a:pt x="0" y="195592"/>
                  </a:lnTo>
                  <a:lnTo>
                    <a:pt x="0" y="207010"/>
                  </a:lnTo>
                  <a:lnTo>
                    <a:pt x="27940" y="207010"/>
                  </a:lnTo>
                  <a:lnTo>
                    <a:pt x="27940" y="195592"/>
                  </a:lnTo>
                  <a:close/>
                </a:path>
                <a:path w="27939" h="476250">
                  <a:moveTo>
                    <a:pt x="2794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7940" y="195580"/>
                  </a:lnTo>
                  <a:lnTo>
                    <a:pt x="27940" y="189242"/>
                  </a:lnTo>
                  <a:close/>
                </a:path>
                <a:path w="27939" h="476250">
                  <a:moveTo>
                    <a:pt x="27940" y="182892"/>
                  </a:moveTo>
                  <a:lnTo>
                    <a:pt x="0" y="182892"/>
                  </a:lnTo>
                  <a:lnTo>
                    <a:pt x="0" y="189230"/>
                  </a:lnTo>
                  <a:lnTo>
                    <a:pt x="27940" y="189230"/>
                  </a:lnTo>
                  <a:lnTo>
                    <a:pt x="27940" y="182892"/>
                  </a:lnTo>
                  <a:close/>
                </a:path>
                <a:path w="27939" h="476250">
                  <a:moveTo>
                    <a:pt x="27940" y="176542"/>
                  </a:moveTo>
                  <a:lnTo>
                    <a:pt x="0" y="176542"/>
                  </a:lnTo>
                  <a:lnTo>
                    <a:pt x="0" y="182880"/>
                  </a:lnTo>
                  <a:lnTo>
                    <a:pt x="27940" y="182880"/>
                  </a:lnTo>
                  <a:lnTo>
                    <a:pt x="27940" y="176542"/>
                  </a:lnTo>
                  <a:close/>
                </a:path>
                <a:path w="27939" h="476250">
                  <a:moveTo>
                    <a:pt x="27940" y="170192"/>
                  </a:moveTo>
                  <a:lnTo>
                    <a:pt x="0" y="170192"/>
                  </a:lnTo>
                  <a:lnTo>
                    <a:pt x="0" y="176530"/>
                  </a:lnTo>
                  <a:lnTo>
                    <a:pt x="27940" y="176530"/>
                  </a:lnTo>
                  <a:lnTo>
                    <a:pt x="27940" y="170192"/>
                  </a:lnTo>
                  <a:close/>
                </a:path>
                <a:path w="27939" h="476250">
                  <a:moveTo>
                    <a:pt x="27940" y="163842"/>
                  </a:moveTo>
                  <a:lnTo>
                    <a:pt x="0" y="163842"/>
                  </a:lnTo>
                  <a:lnTo>
                    <a:pt x="0" y="170180"/>
                  </a:lnTo>
                  <a:lnTo>
                    <a:pt x="27940" y="170180"/>
                  </a:lnTo>
                  <a:lnTo>
                    <a:pt x="27940" y="163842"/>
                  </a:lnTo>
                  <a:close/>
                </a:path>
                <a:path w="27939" h="476250">
                  <a:moveTo>
                    <a:pt x="27940" y="157492"/>
                  </a:moveTo>
                  <a:lnTo>
                    <a:pt x="0" y="157492"/>
                  </a:lnTo>
                  <a:lnTo>
                    <a:pt x="0" y="163830"/>
                  </a:lnTo>
                  <a:lnTo>
                    <a:pt x="27940" y="163830"/>
                  </a:lnTo>
                  <a:lnTo>
                    <a:pt x="27940" y="157492"/>
                  </a:lnTo>
                  <a:close/>
                </a:path>
                <a:path w="27939" h="476250">
                  <a:moveTo>
                    <a:pt x="2794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7940" y="157480"/>
                  </a:lnTo>
                  <a:lnTo>
                    <a:pt x="27940" y="151142"/>
                  </a:lnTo>
                  <a:close/>
                </a:path>
                <a:path w="27939" h="476250">
                  <a:moveTo>
                    <a:pt x="27940" y="138442"/>
                  </a:moveTo>
                  <a:lnTo>
                    <a:pt x="0" y="138442"/>
                  </a:lnTo>
                  <a:lnTo>
                    <a:pt x="0" y="151130"/>
                  </a:lnTo>
                  <a:lnTo>
                    <a:pt x="27940" y="151130"/>
                  </a:lnTo>
                  <a:lnTo>
                    <a:pt x="27940" y="138442"/>
                  </a:lnTo>
                  <a:close/>
                </a:path>
                <a:path w="27939" h="476250">
                  <a:moveTo>
                    <a:pt x="27940" y="132092"/>
                  </a:moveTo>
                  <a:lnTo>
                    <a:pt x="0" y="132092"/>
                  </a:lnTo>
                  <a:lnTo>
                    <a:pt x="0" y="138430"/>
                  </a:lnTo>
                  <a:lnTo>
                    <a:pt x="27940" y="138430"/>
                  </a:lnTo>
                  <a:lnTo>
                    <a:pt x="27940" y="132092"/>
                  </a:lnTo>
                  <a:close/>
                </a:path>
                <a:path w="27939" h="476250">
                  <a:moveTo>
                    <a:pt x="27940" y="125742"/>
                  </a:moveTo>
                  <a:lnTo>
                    <a:pt x="0" y="125742"/>
                  </a:lnTo>
                  <a:lnTo>
                    <a:pt x="0" y="132080"/>
                  </a:lnTo>
                  <a:lnTo>
                    <a:pt x="27940" y="132080"/>
                  </a:lnTo>
                  <a:lnTo>
                    <a:pt x="27940" y="125742"/>
                  </a:lnTo>
                  <a:close/>
                </a:path>
                <a:path w="27939" h="476250">
                  <a:moveTo>
                    <a:pt x="27940" y="119392"/>
                  </a:moveTo>
                  <a:lnTo>
                    <a:pt x="0" y="119392"/>
                  </a:lnTo>
                  <a:lnTo>
                    <a:pt x="0" y="125730"/>
                  </a:lnTo>
                  <a:lnTo>
                    <a:pt x="27940" y="125730"/>
                  </a:lnTo>
                  <a:lnTo>
                    <a:pt x="27940" y="119392"/>
                  </a:lnTo>
                  <a:close/>
                </a:path>
                <a:path w="27939" h="476250">
                  <a:moveTo>
                    <a:pt x="27940" y="113042"/>
                  </a:moveTo>
                  <a:lnTo>
                    <a:pt x="0" y="113042"/>
                  </a:lnTo>
                  <a:lnTo>
                    <a:pt x="0" y="119380"/>
                  </a:lnTo>
                  <a:lnTo>
                    <a:pt x="27940" y="119380"/>
                  </a:lnTo>
                  <a:lnTo>
                    <a:pt x="27940" y="113042"/>
                  </a:lnTo>
                  <a:close/>
                </a:path>
                <a:path w="27939" h="476250">
                  <a:moveTo>
                    <a:pt x="27940" y="106692"/>
                  </a:moveTo>
                  <a:lnTo>
                    <a:pt x="0" y="106692"/>
                  </a:lnTo>
                  <a:lnTo>
                    <a:pt x="0" y="113030"/>
                  </a:lnTo>
                  <a:lnTo>
                    <a:pt x="27940" y="113030"/>
                  </a:lnTo>
                  <a:lnTo>
                    <a:pt x="27940" y="106692"/>
                  </a:lnTo>
                  <a:close/>
                </a:path>
                <a:path w="27939" h="476250">
                  <a:moveTo>
                    <a:pt x="27940" y="100342"/>
                  </a:moveTo>
                  <a:lnTo>
                    <a:pt x="0" y="100342"/>
                  </a:lnTo>
                  <a:lnTo>
                    <a:pt x="0" y="106680"/>
                  </a:lnTo>
                  <a:lnTo>
                    <a:pt x="27940" y="106680"/>
                  </a:lnTo>
                  <a:lnTo>
                    <a:pt x="27940" y="100342"/>
                  </a:lnTo>
                  <a:close/>
                </a:path>
                <a:path w="27939" h="476250">
                  <a:moveTo>
                    <a:pt x="2794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7940" y="100330"/>
                  </a:lnTo>
                  <a:lnTo>
                    <a:pt x="27940" y="93992"/>
                  </a:lnTo>
                  <a:close/>
                </a:path>
                <a:path w="27939" h="476250">
                  <a:moveTo>
                    <a:pt x="2794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7940" y="93980"/>
                  </a:lnTo>
                  <a:lnTo>
                    <a:pt x="27940" y="87642"/>
                  </a:lnTo>
                  <a:close/>
                </a:path>
                <a:path w="27939" h="476250">
                  <a:moveTo>
                    <a:pt x="27940" y="81292"/>
                  </a:moveTo>
                  <a:lnTo>
                    <a:pt x="0" y="81292"/>
                  </a:lnTo>
                  <a:lnTo>
                    <a:pt x="0" y="87630"/>
                  </a:lnTo>
                  <a:lnTo>
                    <a:pt x="27940" y="87630"/>
                  </a:lnTo>
                  <a:lnTo>
                    <a:pt x="27940" y="81292"/>
                  </a:lnTo>
                  <a:close/>
                </a:path>
                <a:path w="27939" h="476250">
                  <a:moveTo>
                    <a:pt x="27940" y="68592"/>
                  </a:moveTo>
                  <a:lnTo>
                    <a:pt x="0" y="68592"/>
                  </a:lnTo>
                  <a:lnTo>
                    <a:pt x="0" y="81280"/>
                  </a:lnTo>
                  <a:lnTo>
                    <a:pt x="27940" y="81280"/>
                  </a:lnTo>
                  <a:lnTo>
                    <a:pt x="27940" y="68592"/>
                  </a:lnTo>
                  <a:close/>
                </a:path>
                <a:path w="27939" h="476250">
                  <a:moveTo>
                    <a:pt x="27940" y="62242"/>
                  </a:moveTo>
                  <a:lnTo>
                    <a:pt x="0" y="62242"/>
                  </a:lnTo>
                  <a:lnTo>
                    <a:pt x="0" y="68580"/>
                  </a:lnTo>
                  <a:lnTo>
                    <a:pt x="27940" y="68580"/>
                  </a:lnTo>
                  <a:lnTo>
                    <a:pt x="27940" y="62242"/>
                  </a:lnTo>
                  <a:close/>
                </a:path>
                <a:path w="27939" h="476250">
                  <a:moveTo>
                    <a:pt x="27940" y="55892"/>
                  </a:moveTo>
                  <a:lnTo>
                    <a:pt x="0" y="55892"/>
                  </a:lnTo>
                  <a:lnTo>
                    <a:pt x="0" y="62230"/>
                  </a:lnTo>
                  <a:lnTo>
                    <a:pt x="27940" y="62230"/>
                  </a:lnTo>
                  <a:lnTo>
                    <a:pt x="27940" y="55892"/>
                  </a:lnTo>
                  <a:close/>
                </a:path>
                <a:path w="27939" h="476250">
                  <a:moveTo>
                    <a:pt x="27940" y="49542"/>
                  </a:moveTo>
                  <a:lnTo>
                    <a:pt x="0" y="49542"/>
                  </a:lnTo>
                  <a:lnTo>
                    <a:pt x="0" y="55880"/>
                  </a:lnTo>
                  <a:lnTo>
                    <a:pt x="27940" y="55880"/>
                  </a:lnTo>
                  <a:lnTo>
                    <a:pt x="27940" y="49542"/>
                  </a:lnTo>
                  <a:close/>
                </a:path>
                <a:path w="27939" h="476250">
                  <a:moveTo>
                    <a:pt x="2794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7940" y="49530"/>
                  </a:lnTo>
                  <a:lnTo>
                    <a:pt x="27940" y="43192"/>
                  </a:lnTo>
                  <a:close/>
                </a:path>
                <a:path w="27939" h="476250">
                  <a:moveTo>
                    <a:pt x="2794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7940" y="43180"/>
                  </a:lnTo>
                  <a:lnTo>
                    <a:pt x="27940" y="36842"/>
                  </a:lnTo>
                  <a:close/>
                </a:path>
                <a:path w="27939" h="476250">
                  <a:moveTo>
                    <a:pt x="2794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7940" y="36830"/>
                  </a:lnTo>
                  <a:lnTo>
                    <a:pt x="27940" y="30492"/>
                  </a:lnTo>
                  <a:close/>
                </a:path>
                <a:path w="27939" h="476250">
                  <a:moveTo>
                    <a:pt x="27940" y="24142"/>
                  </a:moveTo>
                  <a:lnTo>
                    <a:pt x="0" y="24142"/>
                  </a:lnTo>
                  <a:lnTo>
                    <a:pt x="0" y="30480"/>
                  </a:lnTo>
                  <a:lnTo>
                    <a:pt x="27940" y="30480"/>
                  </a:lnTo>
                  <a:lnTo>
                    <a:pt x="27940" y="24142"/>
                  </a:lnTo>
                  <a:close/>
                </a:path>
                <a:path w="27939" h="476250">
                  <a:moveTo>
                    <a:pt x="2794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7940" y="24130"/>
                  </a:lnTo>
                  <a:lnTo>
                    <a:pt x="27940" y="17792"/>
                  </a:lnTo>
                  <a:close/>
                </a:path>
                <a:path w="27939" h="476250">
                  <a:moveTo>
                    <a:pt x="27940" y="5092"/>
                  </a:moveTo>
                  <a:lnTo>
                    <a:pt x="0" y="5092"/>
                  </a:lnTo>
                  <a:lnTo>
                    <a:pt x="0" y="17780"/>
                  </a:lnTo>
                  <a:lnTo>
                    <a:pt x="27940" y="17780"/>
                  </a:lnTo>
                  <a:lnTo>
                    <a:pt x="27940" y="5092"/>
                  </a:lnTo>
                  <a:close/>
                </a:path>
                <a:path w="27939" h="476250">
                  <a:moveTo>
                    <a:pt x="279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7940" y="5080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1933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9" name="object 3699"/>
            <p:cNvSpPr/>
            <p:nvPr/>
          </p:nvSpPr>
          <p:spPr>
            <a:xfrm>
              <a:off x="3729990" y="5500382"/>
              <a:ext cx="27940" cy="181610"/>
            </a:xfrm>
            <a:custGeom>
              <a:avLst/>
              <a:gdLst/>
              <a:ahLst/>
              <a:cxnLst/>
              <a:rect l="l" t="t" r="r" b="b"/>
              <a:pathLst>
                <a:path w="27939" h="181610">
                  <a:moveTo>
                    <a:pt x="27940" y="180340"/>
                  </a:moveTo>
                  <a:lnTo>
                    <a:pt x="0" y="180340"/>
                  </a:lnTo>
                  <a:lnTo>
                    <a:pt x="0" y="181597"/>
                  </a:lnTo>
                  <a:lnTo>
                    <a:pt x="27940" y="181597"/>
                  </a:lnTo>
                  <a:lnTo>
                    <a:pt x="27940" y="180340"/>
                  </a:lnTo>
                  <a:close/>
                </a:path>
                <a:path w="27939" h="181610">
                  <a:moveTo>
                    <a:pt x="27940" y="173990"/>
                  </a:moveTo>
                  <a:lnTo>
                    <a:pt x="0" y="173990"/>
                  </a:lnTo>
                  <a:lnTo>
                    <a:pt x="0" y="180327"/>
                  </a:lnTo>
                  <a:lnTo>
                    <a:pt x="27940" y="180327"/>
                  </a:lnTo>
                  <a:lnTo>
                    <a:pt x="27940" y="173990"/>
                  </a:lnTo>
                  <a:close/>
                </a:path>
                <a:path w="27939" h="181610">
                  <a:moveTo>
                    <a:pt x="27940" y="171450"/>
                  </a:moveTo>
                  <a:lnTo>
                    <a:pt x="0" y="171450"/>
                  </a:lnTo>
                  <a:lnTo>
                    <a:pt x="0" y="173977"/>
                  </a:lnTo>
                  <a:lnTo>
                    <a:pt x="27940" y="173977"/>
                  </a:lnTo>
                  <a:lnTo>
                    <a:pt x="27940" y="171450"/>
                  </a:lnTo>
                  <a:close/>
                </a:path>
                <a:path w="27939" h="181610">
                  <a:moveTo>
                    <a:pt x="27940" y="167640"/>
                  </a:moveTo>
                  <a:lnTo>
                    <a:pt x="0" y="167640"/>
                  </a:lnTo>
                  <a:lnTo>
                    <a:pt x="0" y="171437"/>
                  </a:lnTo>
                  <a:lnTo>
                    <a:pt x="27940" y="171437"/>
                  </a:lnTo>
                  <a:lnTo>
                    <a:pt x="27940" y="167640"/>
                  </a:lnTo>
                  <a:close/>
                </a:path>
                <a:path w="27939" h="181610">
                  <a:moveTo>
                    <a:pt x="27940" y="165100"/>
                  </a:moveTo>
                  <a:lnTo>
                    <a:pt x="0" y="165100"/>
                  </a:lnTo>
                  <a:lnTo>
                    <a:pt x="0" y="167627"/>
                  </a:lnTo>
                  <a:lnTo>
                    <a:pt x="27940" y="167627"/>
                  </a:lnTo>
                  <a:lnTo>
                    <a:pt x="27940" y="165100"/>
                  </a:lnTo>
                  <a:close/>
                </a:path>
                <a:path w="27939" h="181610">
                  <a:moveTo>
                    <a:pt x="27940" y="161290"/>
                  </a:moveTo>
                  <a:lnTo>
                    <a:pt x="0" y="161290"/>
                  </a:lnTo>
                  <a:lnTo>
                    <a:pt x="0" y="165087"/>
                  </a:lnTo>
                  <a:lnTo>
                    <a:pt x="27940" y="165087"/>
                  </a:lnTo>
                  <a:lnTo>
                    <a:pt x="27940" y="161290"/>
                  </a:lnTo>
                  <a:close/>
                </a:path>
                <a:path w="27939" h="181610">
                  <a:moveTo>
                    <a:pt x="27940" y="154940"/>
                  </a:moveTo>
                  <a:lnTo>
                    <a:pt x="0" y="154940"/>
                  </a:lnTo>
                  <a:lnTo>
                    <a:pt x="0" y="161277"/>
                  </a:lnTo>
                  <a:lnTo>
                    <a:pt x="27940" y="161277"/>
                  </a:lnTo>
                  <a:lnTo>
                    <a:pt x="27940" y="154940"/>
                  </a:lnTo>
                  <a:close/>
                </a:path>
                <a:path w="27939" h="181610">
                  <a:moveTo>
                    <a:pt x="27940" y="152400"/>
                  </a:moveTo>
                  <a:lnTo>
                    <a:pt x="0" y="152400"/>
                  </a:lnTo>
                  <a:lnTo>
                    <a:pt x="0" y="154927"/>
                  </a:lnTo>
                  <a:lnTo>
                    <a:pt x="27940" y="154927"/>
                  </a:lnTo>
                  <a:lnTo>
                    <a:pt x="27940" y="152400"/>
                  </a:lnTo>
                  <a:close/>
                </a:path>
                <a:path w="27939" h="181610">
                  <a:moveTo>
                    <a:pt x="27940" y="148590"/>
                  </a:moveTo>
                  <a:lnTo>
                    <a:pt x="0" y="148590"/>
                  </a:lnTo>
                  <a:lnTo>
                    <a:pt x="0" y="152387"/>
                  </a:lnTo>
                  <a:lnTo>
                    <a:pt x="27940" y="152387"/>
                  </a:lnTo>
                  <a:lnTo>
                    <a:pt x="27940" y="148590"/>
                  </a:lnTo>
                  <a:close/>
                </a:path>
                <a:path w="27939" h="181610">
                  <a:moveTo>
                    <a:pt x="27940" y="146050"/>
                  </a:moveTo>
                  <a:lnTo>
                    <a:pt x="0" y="146050"/>
                  </a:lnTo>
                  <a:lnTo>
                    <a:pt x="0" y="148577"/>
                  </a:lnTo>
                  <a:lnTo>
                    <a:pt x="27940" y="148577"/>
                  </a:lnTo>
                  <a:lnTo>
                    <a:pt x="27940" y="146050"/>
                  </a:lnTo>
                  <a:close/>
                </a:path>
                <a:path w="27939" h="181610">
                  <a:moveTo>
                    <a:pt x="27940" y="142240"/>
                  </a:moveTo>
                  <a:lnTo>
                    <a:pt x="0" y="142240"/>
                  </a:lnTo>
                  <a:lnTo>
                    <a:pt x="0" y="146037"/>
                  </a:lnTo>
                  <a:lnTo>
                    <a:pt x="27940" y="146037"/>
                  </a:lnTo>
                  <a:lnTo>
                    <a:pt x="27940" y="142240"/>
                  </a:lnTo>
                  <a:close/>
                </a:path>
                <a:path w="27939" h="181610">
                  <a:moveTo>
                    <a:pt x="27940" y="135890"/>
                  </a:moveTo>
                  <a:lnTo>
                    <a:pt x="0" y="135890"/>
                  </a:lnTo>
                  <a:lnTo>
                    <a:pt x="0" y="142227"/>
                  </a:lnTo>
                  <a:lnTo>
                    <a:pt x="27940" y="142227"/>
                  </a:lnTo>
                  <a:lnTo>
                    <a:pt x="27940" y="135890"/>
                  </a:lnTo>
                  <a:close/>
                </a:path>
                <a:path w="27939" h="181610">
                  <a:moveTo>
                    <a:pt x="27940" y="133350"/>
                  </a:moveTo>
                  <a:lnTo>
                    <a:pt x="0" y="133350"/>
                  </a:lnTo>
                  <a:lnTo>
                    <a:pt x="0" y="135877"/>
                  </a:lnTo>
                  <a:lnTo>
                    <a:pt x="27940" y="135877"/>
                  </a:lnTo>
                  <a:lnTo>
                    <a:pt x="27940" y="133350"/>
                  </a:lnTo>
                  <a:close/>
                </a:path>
                <a:path w="27939" h="181610">
                  <a:moveTo>
                    <a:pt x="27940" y="129540"/>
                  </a:moveTo>
                  <a:lnTo>
                    <a:pt x="0" y="129540"/>
                  </a:lnTo>
                  <a:lnTo>
                    <a:pt x="0" y="133337"/>
                  </a:lnTo>
                  <a:lnTo>
                    <a:pt x="27940" y="133337"/>
                  </a:lnTo>
                  <a:lnTo>
                    <a:pt x="27940" y="129540"/>
                  </a:lnTo>
                  <a:close/>
                </a:path>
                <a:path w="27939" h="181610">
                  <a:moveTo>
                    <a:pt x="27940" y="127000"/>
                  </a:moveTo>
                  <a:lnTo>
                    <a:pt x="0" y="127000"/>
                  </a:lnTo>
                  <a:lnTo>
                    <a:pt x="0" y="129527"/>
                  </a:lnTo>
                  <a:lnTo>
                    <a:pt x="27940" y="129527"/>
                  </a:lnTo>
                  <a:lnTo>
                    <a:pt x="27940" y="127000"/>
                  </a:lnTo>
                  <a:close/>
                </a:path>
                <a:path w="27939" h="181610">
                  <a:moveTo>
                    <a:pt x="27940" y="120650"/>
                  </a:moveTo>
                  <a:lnTo>
                    <a:pt x="0" y="120650"/>
                  </a:lnTo>
                  <a:lnTo>
                    <a:pt x="0" y="126987"/>
                  </a:lnTo>
                  <a:lnTo>
                    <a:pt x="27940" y="126987"/>
                  </a:lnTo>
                  <a:lnTo>
                    <a:pt x="27940" y="120650"/>
                  </a:lnTo>
                  <a:close/>
                </a:path>
                <a:path w="27939" h="181610">
                  <a:moveTo>
                    <a:pt x="2794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27940" y="120637"/>
                  </a:lnTo>
                  <a:lnTo>
                    <a:pt x="27940" y="114300"/>
                  </a:lnTo>
                  <a:close/>
                </a:path>
                <a:path w="27939" h="181610">
                  <a:moveTo>
                    <a:pt x="27940" y="110490"/>
                  </a:moveTo>
                  <a:lnTo>
                    <a:pt x="0" y="110490"/>
                  </a:lnTo>
                  <a:lnTo>
                    <a:pt x="0" y="114287"/>
                  </a:lnTo>
                  <a:lnTo>
                    <a:pt x="27940" y="114287"/>
                  </a:lnTo>
                  <a:lnTo>
                    <a:pt x="27940" y="110490"/>
                  </a:lnTo>
                  <a:close/>
                </a:path>
                <a:path w="27939" h="181610">
                  <a:moveTo>
                    <a:pt x="27940" y="107950"/>
                  </a:moveTo>
                  <a:lnTo>
                    <a:pt x="0" y="107950"/>
                  </a:lnTo>
                  <a:lnTo>
                    <a:pt x="0" y="110477"/>
                  </a:lnTo>
                  <a:lnTo>
                    <a:pt x="27940" y="110477"/>
                  </a:lnTo>
                  <a:lnTo>
                    <a:pt x="27940" y="107950"/>
                  </a:lnTo>
                  <a:close/>
                </a:path>
                <a:path w="27939" h="181610">
                  <a:moveTo>
                    <a:pt x="27940" y="104140"/>
                  </a:moveTo>
                  <a:lnTo>
                    <a:pt x="0" y="104140"/>
                  </a:lnTo>
                  <a:lnTo>
                    <a:pt x="0" y="107937"/>
                  </a:lnTo>
                  <a:lnTo>
                    <a:pt x="27940" y="107937"/>
                  </a:lnTo>
                  <a:lnTo>
                    <a:pt x="27940" y="104140"/>
                  </a:lnTo>
                  <a:close/>
                </a:path>
                <a:path w="27939" h="181610">
                  <a:moveTo>
                    <a:pt x="27940" y="101600"/>
                  </a:moveTo>
                  <a:lnTo>
                    <a:pt x="0" y="101600"/>
                  </a:lnTo>
                  <a:lnTo>
                    <a:pt x="0" y="104127"/>
                  </a:lnTo>
                  <a:lnTo>
                    <a:pt x="27940" y="104127"/>
                  </a:lnTo>
                  <a:lnTo>
                    <a:pt x="27940" y="101600"/>
                  </a:lnTo>
                  <a:close/>
                </a:path>
                <a:path w="27939" h="181610">
                  <a:moveTo>
                    <a:pt x="27940" y="97790"/>
                  </a:moveTo>
                  <a:lnTo>
                    <a:pt x="0" y="97790"/>
                  </a:lnTo>
                  <a:lnTo>
                    <a:pt x="0" y="101587"/>
                  </a:lnTo>
                  <a:lnTo>
                    <a:pt x="27940" y="101587"/>
                  </a:lnTo>
                  <a:lnTo>
                    <a:pt x="27940" y="97790"/>
                  </a:lnTo>
                  <a:close/>
                </a:path>
                <a:path w="27939" h="181610">
                  <a:moveTo>
                    <a:pt x="27940" y="95250"/>
                  </a:moveTo>
                  <a:lnTo>
                    <a:pt x="0" y="95250"/>
                  </a:lnTo>
                  <a:lnTo>
                    <a:pt x="0" y="97777"/>
                  </a:lnTo>
                  <a:lnTo>
                    <a:pt x="27940" y="97777"/>
                  </a:lnTo>
                  <a:lnTo>
                    <a:pt x="27940" y="95250"/>
                  </a:lnTo>
                  <a:close/>
                </a:path>
                <a:path w="27939" h="181610">
                  <a:moveTo>
                    <a:pt x="27940" y="91440"/>
                  </a:moveTo>
                  <a:lnTo>
                    <a:pt x="0" y="91440"/>
                  </a:lnTo>
                  <a:lnTo>
                    <a:pt x="0" y="95237"/>
                  </a:lnTo>
                  <a:lnTo>
                    <a:pt x="27940" y="95237"/>
                  </a:lnTo>
                  <a:lnTo>
                    <a:pt x="27940" y="91440"/>
                  </a:lnTo>
                  <a:close/>
                </a:path>
                <a:path w="27939" h="181610">
                  <a:moveTo>
                    <a:pt x="27940" y="82550"/>
                  </a:moveTo>
                  <a:lnTo>
                    <a:pt x="0" y="82550"/>
                  </a:lnTo>
                  <a:lnTo>
                    <a:pt x="0" y="91427"/>
                  </a:lnTo>
                  <a:lnTo>
                    <a:pt x="27940" y="91427"/>
                  </a:lnTo>
                  <a:lnTo>
                    <a:pt x="27940" y="82550"/>
                  </a:lnTo>
                  <a:close/>
                </a:path>
                <a:path w="27939" h="181610">
                  <a:moveTo>
                    <a:pt x="27940" y="72390"/>
                  </a:moveTo>
                  <a:lnTo>
                    <a:pt x="0" y="72390"/>
                  </a:lnTo>
                  <a:lnTo>
                    <a:pt x="0" y="82537"/>
                  </a:lnTo>
                  <a:lnTo>
                    <a:pt x="27940" y="82537"/>
                  </a:lnTo>
                  <a:lnTo>
                    <a:pt x="27940" y="72390"/>
                  </a:lnTo>
                  <a:close/>
                </a:path>
                <a:path w="27939" h="181610">
                  <a:moveTo>
                    <a:pt x="27940" y="63500"/>
                  </a:moveTo>
                  <a:lnTo>
                    <a:pt x="0" y="63500"/>
                  </a:lnTo>
                  <a:lnTo>
                    <a:pt x="0" y="72377"/>
                  </a:lnTo>
                  <a:lnTo>
                    <a:pt x="27940" y="72377"/>
                  </a:lnTo>
                  <a:lnTo>
                    <a:pt x="27940" y="63500"/>
                  </a:lnTo>
                  <a:close/>
                </a:path>
                <a:path w="27939" h="181610">
                  <a:moveTo>
                    <a:pt x="27940" y="53340"/>
                  </a:moveTo>
                  <a:lnTo>
                    <a:pt x="0" y="53340"/>
                  </a:lnTo>
                  <a:lnTo>
                    <a:pt x="0" y="63487"/>
                  </a:lnTo>
                  <a:lnTo>
                    <a:pt x="27940" y="63487"/>
                  </a:lnTo>
                  <a:lnTo>
                    <a:pt x="27940" y="53340"/>
                  </a:lnTo>
                  <a:close/>
                </a:path>
                <a:path w="27939" h="181610">
                  <a:moveTo>
                    <a:pt x="27940" y="50800"/>
                  </a:moveTo>
                  <a:lnTo>
                    <a:pt x="0" y="50800"/>
                  </a:lnTo>
                  <a:lnTo>
                    <a:pt x="0" y="53327"/>
                  </a:lnTo>
                  <a:lnTo>
                    <a:pt x="27940" y="53327"/>
                  </a:lnTo>
                  <a:lnTo>
                    <a:pt x="27940" y="50800"/>
                  </a:lnTo>
                  <a:close/>
                </a:path>
                <a:path w="27939" h="181610">
                  <a:moveTo>
                    <a:pt x="27940" y="46990"/>
                  </a:moveTo>
                  <a:lnTo>
                    <a:pt x="0" y="46990"/>
                  </a:lnTo>
                  <a:lnTo>
                    <a:pt x="0" y="50787"/>
                  </a:lnTo>
                  <a:lnTo>
                    <a:pt x="27940" y="50787"/>
                  </a:lnTo>
                  <a:lnTo>
                    <a:pt x="27940" y="46990"/>
                  </a:lnTo>
                  <a:close/>
                </a:path>
                <a:path w="27939" h="181610">
                  <a:moveTo>
                    <a:pt x="27940" y="40640"/>
                  </a:moveTo>
                  <a:lnTo>
                    <a:pt x="0" y="40640"/>
                  </a:lnTo>
                  <a:lnTo>
                    <a:pt x="0" y="46977"/>
                  </a:lnTo>
                  <a:lnTo>
                    <a:pt x="27940" y="46977"/>
                  </a:lnTo>
                  <a:lnTo>
                    <a:pt x="27940" y="40640"/>
                  </a:lnTo>
                  <a:close/>
                </a:path>
                <a:path w="27939" h="181610">
                  <a:moveTo>
                    <a:pt x="27940" y="34290"/>
                  </a:moveTo>
                  <a:lnTo>
                    <a:pt x="0" y="34290"/>
                  </a:lnTo>
                  <a:lnTo>
                    <a:pt x="0" y="40627"/>
                  </a:lnTo>
                  <a:lnTo>
                    <a:pt x="27940" y="40627"/>
                  </a:lnTo>
                  <a:lnTo>
                    <a:pt x="27940" y="34290"/>
                  </a:lnTo>
                  <a:close/>
                </a:path>
                <a:path w="27939" h="181610">
                  <a:moveTo>
                    <a:pt x="27940" y="27940"/>
                  </a:moveTo>
                  <a:lnTo>
                    <a:pt x="0" y="27940"/>
                  </a:lnTo>
                  <a:lnTo>
                    <a:pt x="0" y="34277"/>
                  </a:lnTo>
                  <a:lnTo>
                    <a:pt x="27940" y="34277"/>
                  </a:lnTo>
                  <a:lnTo>
                    <a:pt x="27940" y="27940"/>
                  </a:lnTo>
                  <a:close/>
                </a:path>
                <a:path w="27939" h="181610">
                  <a:moveTo>
                    <a:pt x="27940" y="25400"/>
                  </a:moveTo>
                  <a:lnTo>
                    <a:pt x="0" y="25400"/>
                  </a:lnTo>
                  <a:lnTo>
                    <a:pt x="0" y="27927"/>
                  </a:lnTo>
                  <a:lnTo>
                    <a:pt x="27940" y="27927"/>
                  </a:lnTo>
                  <a:lnTo>
                    <a:pt x="27940" y="25400"/>
                  </a:lnTo>
                  <a:close/>
                </a:path>
                <a:path w="27939" h="181610">
                  <a:moveTo>
                    <a:pt x="2794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27940" y="25387"/>
                  </a:lnTo>
                  <a:lnTo>
                    <a:pt x="27940" y="21590"/>
                  </a:lnTo>
                  <a:close/>
                </a:path>
                <a:path w="27939" h="181610">
                  <a:moveTo>
                    <a:pt x="27940" y="15240"/>
                  </a:moveTo>
                  <a:lnTo>
                    <a:pt x="0" y="15240"/>
                  </a:lnTo>
                  <a:lnTo>
                    <a:pt x="0" y="21577"/>
                  </a:lnTo>
                  <a:lnTo>
                    <a:pt x="27940" y="21577"/>
                  </a:lnTo>
                  <a:lnTo>
                    <a:pt x="27940" y="15240"/>
                  </a:lnTo>
                  <a:close/>
                </a:path>
                <a:path w="27939" h="181610">
                  <a:moveTo>
                    <a:pt x="2794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7940" y="15227"/>
                  </a:lnTo>
                  <a:lnTo>
                    <a:pt x="27940" y="12700"/>
                  </a:lnTo>
                  <a:close/>
                </a:path>
                <a:path w="27939" h="181610">
                  <a:moveTo>
                    <a:pt x="2794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7940" y="12687"/>
                  </a:lnTo>
                  <a:lnTo>
                    <a:pt x="27940" y="8890"/>
                  </a:lnTo>
                  <a:close/>
                </a:path>
                <a:path w="27939" h="181610">
                  <a:moveTo>
                    <a:pt x="27940" y="0"/>
                  </a:moveTo>
                  <a:lnTo>
                    <a:pt x="0" y="0"/>
                  </a:lnTo>
                  <a:lnTo>
                    <a:pt x="0" y="8877"/>
                  </a:lnTo>
                  <a:lnTo>
                    <a:pt x="27940" y="8877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1933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0" name="object 3700"/>
            <p:cNvSpPr/>
            <p:nvPr/>
          </p:nvSpPr>
          <p:spPr>
            <a:xfrm>
              <a:off x="3757930" y="5033010"/>
              <a:ext cx="27940" cy="476250"/>
            </a:xfrm>
            <a:custGeom>
              <a:avLst/>
              <a:gdLst/>
              <a:ahLst/>
              <a:cxnLst/>
              <a:rect l="l" t="t" r="r" b="b"/>
              <a:pathLst>
                <a:path w="27939" h="476250">
                  <a:moveTo>
                    <a:pt x="27940" y="467372"/>
                  </a:moveTo>
                  <a:lnTo>
                    <a:pt x="0" y="467372"/>
                  </a:lnTo>
                  <a:lnTo>
                    <a:pt x="0" y="476250"/>
                  </a:lnTo>
                  <a:lnTo>
                    <a:pt x="27940" y="476250"/>
                  </a:lnTo>
                  <a:lnTo>
                    <a:pt x="27940" y="467372"/>
                  </a:lnTo>
                  <a:close/>
                </a:path>
                <a:path w="27939" h="476250">
                  <a:moveTo>
                    <a:pt x="27940" y="463562"/>
                  </a:moveTo>
                  <a:lnTo>
                    <a:pt x="0" y="463562"/>
                  </a:lnTo>
                  <a:lnTo>
                    <a:pt x="0" y="467360"/>
                  </a:lnTo>
                  <a:lnTo>
                    <a:pt x="27940" y="467360"/>
                  </a:lnTo>
                  <a:lnTo>
                    <a:pt x="27940" y="463562"/>
                  </a:lnTo>
                  <a:close/>
                </a:path>
                <a:path w="27939" h="476250">
                  <a:moveTo>
                    <a:pt x="27940" y="461022"/>
                  </a:moveTo>
                  <a:lnTo>
                    <a:pt x="0" y="461022"/>
                  </a:lnTo>
                  <a:lnTo>
                    <a:pt x="0" y="463550"/>
                  </a:lnTo>
                  <a:lnTo>
                    <a:pt x="27940" y="463550"/>
                  </a:lnTo>
                  <a:lnTo>
                    <a:pt x="27940" y="461022"/>
                  </a:lnTo>
                  <a:close/>
                </a:path>
                <a:path w="27939" h="476250">
                  <a:moveTo>
                    <a:pt x="27940" y="457212"/>
                  </a:moveTo>
                  <a:lnTo>
                    <a:pt x="0" y="457212"/>
                  </a:lnTo>
                  <a:lnTo>
                    <a:pt x="0" y="461010"/>
                  </a:lnTo>
                  <a:lnTo>
                    <a:pt x="27940" y="461010"/>
                  </a:lnTo>
                  <a:lnTo>
                    <a:pt x="27940" y="457212"/>
                  </a:lnTo>
                  <a:close/>
                </a:path>
                <a:path w="27939" h="476250">
                  <a:moveTo>
                    <a:pt x="27940" y="448322"/>
                  </a:moveTo>
                  <a:lnTo>
                    <a:pt x="0" y="448322"/>
                  </a:lnTo>
                  <a:lnTo>
                    <a:pt x="0" y="457200"/>
                  </a:lnTo>
                  <a:lnTo>
                    <a:pt x="27940" y="457200"/>
                  </a:lnTo>
                  <a:lnTo>
                    <a:pt x="27940" y="448322"/>
                  </a:lnTo>
                  <a:close/>
                </a:path>
                <a:path w="27939" h="476250">
                  <a:moveTo>
                    <a:pt x="27940" y="429272"/>
                  </a:moveTo>
                  <a:lnTo>
                    <a:pt x="0" y="429272"/>
                  </a:lnTo>
                  <a:lnTo>
                    <a:pt x="0" y="448310"/>
                  </a:lnTo>
                  <a:lnTo>
                    <a:pt x="27940" y="448310"/>
                  </a:lnTo>
                  <a:lnTo>
                    <a:pt x="27940" y="429272"/>
                  </a:lnTo>
                  <a:close/>
                </a:path>
                <a:path w="27939" h="476250">
                  <a:moveTo>
                    <a:pt x="27940" y="422922"/>
                  </a:moveTo>
                  <a:lnTo>
                    <a:pt x="0" y="422922"/>
                  </a:lnTo>
                  <a:lnTo>
                    <a:pt x="0" y="429260"/>
                  </a:lnTo>
                  <a:lnTo>
                    <a:pt x="27940" y="429260"/>
                  </a:lnTo>
                  <a:lnTo>
                    <a:pt x="27940" y="422922"/>
                  </a:lnTo>
                  <a:close/>
                </a:path>
                <a:path w="27939" h="476250">
                  <a:moveTo>
                    <a:pt x="27940" y="416572"/>
                  </a:moveTo>
                  <a:lnTo>
                    <a:pt x="0" y="416572"/>
                  </a:lnTo>
                  <a:lnTo>
                    <a:pt x="0" y="422910"/>
                  </a:lnTo>
                  <a:lnTo>
                    <a:pt x="27940" y="422910"/>
                  </a:lnTo>
                  <a:lnTo>
                    <a:pt x="27940" y="416572"/>
                  </a:lnTo>
                  <a:close/>
                </a:path>
                <a:path w="27939" h="476250">
                  <a:moveTo>
                    <a:pt x="27940" y="412762"/>
                  </a:moveTo>
                  <a:lnTo>
                    <a:pt x="0" y="412762"/>
                  </a:lnTo>
                  <a:lnTo>
                    <a:pt x="0" y="416560"/>
                  </a:lnTo>
                  <a:lnTo>
                    <a:pt x="27940" y="416560"/>
                  </a:lnTo>
                  <a:lnTo>
                    <a:pt x="27940" y="412762"/>
                  </a:lnTo>
                  <a:close/>
                </a:path>
                <a:path w="27939" h="476250">
                  <a:moveTo>
                    <a:pt x="27940" y="410222"/>
                  </a:moveTo>
                  <a:lnTo>
                    <a:pt x="0" y="410222"/>
                  </a:lnTo>
                  <a:lnTo>
                    <a:pt x="0" y="412750"/>
                  </a:lnTo>
                  <a:lnTo>
                    <a:pt x="27940" y="412750"/>
                  </a:lnTo>
                  <a:lnTo>
                    <a:pt x="27940" y="410222"/>
                  </a:lnTo>
                  <a:close/>
                </a:path>
                <a:path w="27939" h="476250">
                  <a:moveTo>
                    <a:pt x="27940" y="406412"/>
                  </a:moveTo>
                  <a:lnTo>
                    <a:pt x="0" y="406412"/>
                  </a:lnTo>
                  <a:lnTo>
                    <a:pt x="0" y="410210"/>
                  </a:lnTo>
                  <a:lnTo>
                    <a:pt x="27940" y="410210"/>
                  </a:lnTo>
                  <a:lnTo>
                    <a:pt x="27940" y="406412"/>
                  </a:lnTo>
                  <a:close/>
                </a:path>
                <a:path w="27939" h="476250">
                  <a:moveTo>
                    <a:pt x="27940" y="403872"/>
                  </a:moveTo>
                  <a:lnTo>
                    <a:pt x="0" y="403872"/>
                  </a:lnTo>
                  <a:lnTo>
                    <a:pt x="0" y="406400"/>
                  </a:lnTo>
                  <a:lnTo>
                    <a:pt x="27940" y="406400"/>
                  </a:lnTo>
                  <a:lnTo>
                    <a:pt x="27940" y="403872"/>
                  </a:lnTo>
                  <a:close/>
                </a:path>
                <a:path w="27939" h="476250">
                  <a:moveTo>
                    <a:pt x="27940" y="397522"/>
                  </a:moveTo>
                  <a:lnTo>
                    <a:pt x="0" y="397522"/>
                  </a:lnTo>
                  <a:lnTo>
                    <a:pt x="0" y="403860"/>
                  </a:lnTo>
                  <a:lnTo>
                    <a:pt x="27940" y="403860"/>
                  </a:lnTo>
                  <a:lnTo>
                    <a:pt x="27940" y="397522"/>
                  </a:lnTo>
                  <a:close/>
                </a:path>
                <a:path w="27939" h="476250">
                  <a:moveTo>
                    <a:pt x="27940" y="393712"/>
                  </a:moveTo>
                  <a:lnTo>
                    <a:pt x="0" y="393712"/>
                  </a:lnTo>
                  <a:lnTo>
                    <a:pt x="0" y="397510"/>
                  </a:lnTo>
                  <a:lnTo>
                    <a:pt x="27940" y="397510"/>
                  </a:lnTo>
                  <a:lnTo>
                    <a:pt x="27940" y="393712"/>
                  </a:lnTo>
                  <a:close/>
                </a:path>
                <a:path w="27939" h="476250">
                  <a:moveTo>
                    <a:pt x="27940" y="391172"/>
                  </a:moveTo>
                  <a:lnTo>
                    <a:pt x="0" y="391172"/>
                  </a:lnTo>
                  <a:lnTo>
                    <a:pt x="0" y="393700"/>
                  </a:lnTo>
                  <a:lnTo>
                    <a:pt x="27940" y="393700"/>
                  </a:lnTo>
                  <a:lnTo>
                    <a:pt x="27940" y="391172"/>
                  </a:lnTo>
                  <a:close/>
                </a:path>
                <a:path w="27939" h="476250">
                  <a:moveTo>
                    <a:pt x="27940" y="387362"/>
                  </a:moveTo>
                  <a:lnTo>
                    <a:pt x="0" y="387362"/>
                  </a:lnTo>
                  <a:lnTo>
                    <a:pt x="0" y="391160"/>
                  </a:lnTo>
                  <a:lnTo>
                    <a:pt x="27940" y="391160"/>
                  </a:lnTo>
                  <a:lnTo>
                    <a:pt x="27940" y="387362"/>
                  </a:lnTo>
                  <a:close/>
                </a:path>
                <a:path w="27939" h="476250">
                  <a:moveTo>
                    <a:pt x="27940" y="384822"/>
                  </a:moveTo>
                  <a:lnTo>
                    <a:pt x="0" y="384822"/>
                  </a:lnTo>
                  <a:lnTo>
                    <a:pt x="0" y="387350"/>
                  </a:lnTo>
                  <a:lnTo>
                    <a:pt x="27940" y="387350"/>
                  </a:lnTo>
                  <a:lnTo>
                    <a:pt x="27940" y="384822"/>
                  </a:lnTo>
                  <a:close/>
                </a:path>
                <a:path w="27939" h="476250">
                  <a:moveTo>
                    <a:pt x="27940" y="365772"/>
                  </a:moveTo>
                  <a:lnTo>
                    <a:pt x="0" y="365772"/>
                  </a:lnTo>
                  <a:lnTo>
                    <a:pt x="0" y="384810"/>
                  </a:lnTo>
                  <a:lnTo>
                    <a:pt x="27940" y="384810"/>
                  </a:lnTo>
                  <a:lnTo>
                    <a:pt x="27940" y="365772"/>
                  </a:lnTo>
                  <a:close/>
                </a:path>
                <a:path w="27939" h="476250">
                  <a:moveTo>
                    <a:pt x="27940" y="359422"/>
                  </a:moveTo>
                  <a:lnTo>
                    <a:pt x="0" y="359422"/>
                  </a:lnTo>
                  <a:lnTo>
                    <a:pt x="0" y="365760"/>
                  </a:lnTo>
                  <a:lnTo>
                    <a:pt x="27940" y="365760"/>
                  </a:lnTo>
                  <a:lnTo>
                    <a:pt x="27940" y="359422"/>
                  </a:lnTo>
                  <a:close/>
                </a:path>
                <a:path w="27939" h="476250">
                  <a:moveTo>
                    <a:pt x="27940" y="355612"/>
                  </a:moveTo>
                  <a:lnTo>
                    <a:pt x="0" y="355612"/>
                  </a:lnTo>
                  <a:lnTo>
                    <a:pt x="0" y="359410"/>
                  </a:lnTo>
                  <a:lnTo>
                    <a:pt x="27940" y="359410"/>
                  </a:lnTo>
                  <a:lnTo>
                    <a:pt x="27940" y="355612"/>
                  </a:lnTo>
                  <a:close/>
                </a:path>
                <a:path w="27939" h="476250">
                  <a:moveTo>
                    <a:pt x="27940" y="346722"/>
                  </a:moveTo>
                  <a:lnTo>
                    <a:pt x="0" y="346722"/>
                  </a:lnTo>
                  <a:lnTo>
                    <a:pt x="0" y="355600"/>
                  </a:lnTo>
                  <a:lnTo>
                    <a:pt x="27940" y="355600"/>
                  </a:lnTo>
                  <a:lnTo>
                    <a:pt x="27940" y="346722"/>
                  </a:lnTo>
                  <a:close/>
                </a:path>
                <a:path w="27939" h="476250">
                  <a:moveTo>
                    <a:pt x="27940" y="340372"/>
                  </a:moveTo>
                  <a:lnTo>
                    <a:pt x="0" y="340372"/>
                  </a:lnTo>
                  <a:lnTo>
                    <a:pt x="0" y="346710"/>
                  </a:lnTo>
                  <a:lnTo>
                    <a:pt x="27940" y="346710"/>
                  </a:lnTo>
                  <a:lnTo>
                    <a:pt x="27940" y="340372"/>
                  </a:lnTo>
                  <a:close/>
                </a:path>
                <a:path w="27939" h="476250">
                  <a:moveTo>
                    <a:pt x="27940" y="334022"/>
                  </a:moveTo>
                  <a:lnTo>
                    <a:pt x="0" y="334022"/>
                  </a:lnTo>
                  <a:lnTo>
                    <a:pt x="0" y="340360"/>
                  </a:lnTo>
                  <a:lnTo>
                    <a:pt x="27940" y="340360"/>
                  </a:lnTo>
                  <a:lnTo>
                    <a:pt x="27940" y="334022"/>
                  </a:lnTo>
                  <a:close/>
                </a:path>
                <a:path w="27939" h="476250">
                  <a:moveTo>
                    <a:pt x="27940" y="330212"/>
                  </a:moveTo>
                  <a:lnTo>
                    <a:pt x="0" y="330212"/>
                  </a:lnTo>
                  <a:lnTo>
                    <a:pt x="0" y="334010"/>
                  </a:lnTo>
                  <a:lnTo>
                    <a:pt x="27940" y="334010"/>
                  </a:lnTo>
                  <a:lnTo>
                    <a:pt x="27940" y="330212"/>
                  </a:lnTo>
                  <a:close/>
                </a:path>
                <a:path w="27939" h="476250">
                  <a:moveTo>
                    <a:pt x="27940" y="327672"/>
                  </a:moveTo>
                  <a:lnTo>
                    <a:pt x="0" y="327672"/>
                  </a:lnTo>
                  <a:lnTo>
                    <a:pt x="0" y="330200"/>
                  </a:lnTo>
                  <a:lnTo>
                    <a:pt x="27940" y="330200"/>
                  </a:lnTo>
                  <a:lnTo>
                    <a:pt x="27940" y="327672"/>
                  </a:lnTo>
                  <a:close/>
                </a:path>
                <a:path w="27939" h="476250">
                  <a:moveTo>
                    <a:pt x="27940" y="317512"/>
                  </a:moveTo>
                  <a:lnTo>
                    <a:pt x="0" y="317512"/>
                  </a:lnTo>
                  <a:lnTo>
                    <a:pt x="0" y="327660"/>
                  </a:lnTo>
                  <a:lnTo>
                    <a:pt x="27940" y="327660"/>
                  </a:lnTo>
                  <a:lnTo>
                    <a:pt x="27940" y="317512"/>
                  </a:lnTo>
                  <a:close/>
                </a:path>
                <a:path w="27939" h="476250">
                  <a:moveTo>
                    <a:pt x="27940" y="314972"/>
                  </a:moveTo>
                  <a:lnTo>
                    <a:pt x="0" y="314972"/>
                  </a:lnTo>
                  <a:lnTo>
                    <a:pt x="0" y="317500"/>
                  </a:lnTo>
                  <a:lnTo>
                    <a:pt x="27940" y="317500"/>
                  </a:lnTo>
                  <a:lnTo>
                    <a:pt x="27940" y="314972"/>
                  </a:lnTo>
                  <a:close/>
                </a:path>
                <a:path w="27939" h="476250">
                  <a:moveTo>
                    <a:pt x="27940" y="311162"/>
                  </a:moveTo>
                  <a:lnTo>
                    <a:pt x="0" y="311162"/>
                  </a:lnTo>
                  <a:lnTo>
                    <a:pt x="0" y="314960"/>
                  </a:lnTo>
                  <a:lnTo>
                    <a:pt x="27940" y="314960"/>
                  </a:lnTo>
                  <a:lnTo>
                    <a:pt x="27940" y="311162"/>
                  </a:lnTo>
                  <a:close/>
                </a:path>
                <a:path w="27939" h="476250">
                  <a:moveTo>
                    <a:pt x="27940" y="304812"/>
                  </a:moveTo>
                  <a:lnTo>
                    <a:pt x="0" y="304812"/>
                  </a:lnTo>
                  <a:lnTo>
                    <a:pt x="0" y="311150"/>
                  </a:lnTo>
                  <a:lnTo>
                    <a:pt x="27940" y="311150"/>
                  </a:lnTo>
                  <a:lnTo>
                    <a:pt x="27940" y="304812"/>
                  </a:lnTo>
                  <a:close/>
                </a:path>
                <a:path w="27939" h="476250">
                  <a:moveTo>
                    <a:pt x="27940" y="292112"/>
                  </a:moveTo>
                  <a:lnTo>
                    <a:pt x="0" y="292112"/>
                  </a:lnTo>
                  <a:lnTo>
                    <a:pt x="0" y="304800"/>
                  </a:lnTo>
                  <a:lnTo>
                    <a:pt x="27940" y="304800"/>
                  </a:lnTo>
                  <a:lnTo>
                    <a:pt x="27940" y="292112"/>
                  </a:lnTo>
                  <a:close/>
                </a:path>
                <a:path w="27939" h="476250">
                  <a:moveTo>
                    <a:pt x="27940" y="289572"/>
                  </a:moveTo>
                  <a:lnTo>
                    <a:pt x="0" y="289572"/>
                  </a:lnTo>
                  <a:lnTo>
                    <a:pt x="0" y="292100"/>
                  </a:lnTo>
                  <a:lnTo>
                    <a:pt x="27940" y="292100"/>
                  </a:lnTo>
                  <a:lnTo>
                    <a:pt x="27940" y="289572"/>
                  </a:lnTo>
                  <a:close/>
                </a:path>
                <a:path w="27939" h="476250">
                  <a:moveTo>
                    <a:pt x="27940" y="285762"/>
                  </a:moveTo>
                  <a:lnTo>
                    <a:pt x="0" y="285762"/>
                  </a:lnTo>
                  <a:lnTo>
                    <a:pt x="0" y="289560"/>
                  </a:lnTo>
                  <a:lnTo>
                    <a:pt x="27940" y="289560"/>
                  </a:lnTo>
                  <a:lnTo>
                    <a:pt x="27940" y="285762"/>
                  </a:lnTo>
                  <a:close/>
                </a:path>
                <a:path w="27939" h="476250">
                  <a:moveTo>
                    <a:pt x="27940" y="283222"/>
                  </a:moveTo>
                  <a:lnTo>
                    <a:pt x="0" y="283222"/>
                  </a:lnTo>
                  <a:lnTo>
                    <a:pt x="0" y="285750"/>
                  </a:lnTo>
                  <a:lnTo>
                    <a:pt x="27940" y="285750"/>
                  </a:lnTo>
                  <a:lnTo>
                    <a:pt x="27940" y="283222"/>
                  </a:lnTo>
                  <a:close/>
                </a:path>
                <a:path w="27939" h="476250">
                  <a:moveTo>
                    <a:pt x="27940" y="279412"/>
                  </a:moveTo>
                  <a:lnTo>
                    <a:pt x="0" y="279412"/>
                  </a:lnTo>
                  <a:lnTo>
                    <a:pt x="0" y="283210"/>
                  </a:lnTo>
                  <a:lnTo>
                    <a:pt x="27940" y="283210"/>
                  </a:lnTo>
                  <a:lnTo>
                    <a:pt x="27940" y="279412"/>
                  </a:lnTo>
                  <a:close/>
                </a:path>
                <a:path w="27939" h="476250">
                  <a:moveTo>
                    <a:pt x="27940" y="273062"/>
                  </a:moveTo>
                  <a:lnTo>
                    <a:pt x="0" y="273062"/>
                  </a:lnTo>
                  <a:lnTo>
                    <a:pt x="0" y="279400"/>
                  </a:lnTo>
                  <a:lnTo>
                    <a:pt x="27940" y="279400"/>
                  </a:lnTo>
                  <a:lnTo>
                    <a:pt x="27940" y="273062"/>
                  </a:lnTo>
                  <a:close/>
                </a:path>
                <a:path w="27939" h="476250">
                  <a:moveTo>
                    <a:pt x="27940" y="234962"/>
                  </a:moveTo>
                  <a:lnTo>
                    <a:pt x="0" y="234962"/>
                  </a:lnTo>
                  <a:lnTo>
                    <a:pt x="0" y="273050"/>
                  </a:lnTo>
                  <a:lnTo>
                    <a:pt x="27940" y="273050"/>
                  </a:lnTo>
                  <a:lnTo>
                    <a:pt x="27940" y="234962"/>
                  </a:lnTo>
                  <a:close/>
                </a:path>
                <a:path w="27939" h="476250">
                  <a:moveTo>
                    <a:pt x="2794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7940" y="234950"/>
                  </a:lnTo>
                  <a:lnTo>
                    <a:pt x="27940" y="232422"/>
                  </a:lnTo>
                  <a:close/>
                </a:path>
                <a:path w="27939" h="476250">
                  <a:moveTo>
                    <a:pt x="2794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27940" y="232410"/>
                  </a:lnTo>
                  <a:lnTo>
                    <a:pt x="27940" y="226072"/>
                  </a:lnTo>
                  <a:close/>
                </a:path>
                <a:path w="27939" h="476250">
                  <a:moveTo>
                    <a:pt x="2794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27940" y="226060"/>
                  </a:lnTo>
                  <a:lnTo>
                    <a:pt x="27940" y="222262"/>
                  </a:lnTo>
                  <a:close/>
                </a:path>
                <a:path w="27939" h="476250">
                  <a:moveTo>
                    <a:pt x="2794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27940" y="222250"/>
                  </a:lnTo>
                  <a:lnTo>
                    <a:pt x="27940" y="219722"/>
                  </a:lnTo>
                  <a:close/>
                </a:path>
                <a:path w="27939" h="476250">
                  <a:moveTo>
                    <a:pt x="27940" y="213372"/>
                  </a:moveTo>
                  <a:lnTo>
                    <a:pt x="0" y="213372"/>
                  </a:lnTo>
                  <a:lnTo>
                    <a:pt x="0" y="219710"/>
                  </a:lnTo>
                  <a:lnTo>
                    <a:pt x="27940" y="219710"/>
                  </a:lnTo>
                  <a:lnTo>
                    <a:pt x="27940" y="213372"/>
                  </a:lnTo>
                  <a:close/>
                </a:path>
                <a:path w="27939" h="476250">
                  <a:moveTo>
                    <a:pt x="27940" y="207022"/>
                  </a:moveTo>
                  <a:lnTo>
                    <a:pt x="0" y="207022"/>
                  </a:lnTo>
                  <a:lnTo>
                    <a:pt x="0" y="213360"/>
                  </a:lnTo>
                  <a:lnTo>
                    <a:pt x="27940" y="213360"/>
                  </a:lnTo>
                  <a:lnTo>
                    <a:pt x="27940" y="207022"/>
                  </a:lnTo>
                  <a:close/>
                </a:path>
                <a:path w="27939" h="476250">
                  <a:moveTo>
                    <a:pt x="27940" y="195592"/>
                  </a:moveTo>
                  <a:lnTo>
                    <a:pt x="0" y="195592"/>
                  </a:lnTo>
                  <a:lnTo>
                    <a:pt x="0" y="207010"/>
                  </a:lnTo>
                  <a:lnTo>
                    <a:pt x="27940" y="207010"/>
                  </a:lnTo>
                  <a:lnTo>
                    <a:pt x="27940" y="195592"/>
                  </a:lnTo>
                  <a:close/>
                </a:path>
                <a:path w="27939" h="476250">
                  <a:moveTo>
                    <a:pt x="2794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7940" y="195580"/>
                  </a:lnTo>
                  <a:lnTo>
                    <a:pt x="27940" y="189242"/>
                  </a:lnTo>
                  <a:close/>
                </a:path>
                <a:path w="27939" h="476250">
                  <a:moveTo>
                    <a:pt x="27940" y="182892"/>
                  </a:moveTo>
                  <a:lnTo>
                    <a:pt x="0" y="182892"/>
                  </a:lnTo>
                  <a:lnTo>
                    <a:pt x="0" y="189230"/>
                  </a:lnTo>
                  <a:lnTo>
                    <a:pt x="27940" y="189230"/>
                  </a:lnTo>
                  <a:lnTo>
                    <a:pt x="27940" y="182892"/>
                  </a:lnTo>
                  <a:close/>
                </a:path>
                <a:path w="27939" h="476250">
                  <a:moveTo>
                    <a:pt x="27940" y="176542"/>
                  </a:moveTo>
                  <a:lnTo>
                    <a:pt x="0" y="176542"/>
                  </a:lnTo>
                  <a:lnTo>
                    <a:pt x="0" y="182880"/>
                  </a:lnTo>
                  <a:lnTo>
                    <a:pt x="27940" y="182880"/>
                  </a:lnTo>
                  <a:lnTo>
                    <a:pt x="27940" y="176542"/>
                  </a:lnTo>
                  <a:close/>
                </a:path>
                <a:path w="27939" h="476250">
                  <a:moveTo>
                    <a:pt x="27940" y="170192"/>
                  </a:moveTo>
                  <a:lnTo>
                    <a:pt x="0" y="170192"/>
                  </a:lnTo>
                  <a:lnTo>
                    <a:pt x="0" y="176530"/>
                  </a:lnTo>
                  <a:lnTo>
                    <a:pt x="27940" y="176530"/>
                  </a:lnTo>
                  <a:lnTo>
                    <a:pt x="27940" y="170192"/>
                  </a:lnTo>
                  <a:close/>
                </a:path>
                <a:path w="27939" h="476250">
                  <a:moveTo>
                    <a:pt x="27940" y="163842"/>
                  </a:moveTo>
                  <a:lnTo>
                    <a:pt x="0" y="163842"/>
                  </a:lnTo>
                  <a:lnTo>
                    <a:pt x="0" y="170180"/>
                  </a:lnTo>
                  <a:lnTo>
                    <a:pt x="27940" y="170180"/>
                  </a:lnTo>
                  <a:lnTo>
                    <a:pt x="27940" y="163842"/>
                  </a:lnTo>
                  <a:close/>
                </a:path>
                <a:path w="27939" h="476250">
                  <a:moveTo>
                    <a:pt x="27940" y="157492"/>
                  </a:moveTo>
                  <a:lnTo>
                    <a:pt x="0" y="157492"/>
                  </a:lnTo>
                  <a:lnTo>
                    <a:pt x="0" y="163830"/>
                  </a:lnTo>
                  <a:lnTo>
                    <a:pt x="27940" y="163830"/>
                  </a:lnTo>
                  <a:lnTo>
                    <a:pt x="27940" y="157492"/>
                  </a:lnTo>
                  <a:close/>
                </a:path>
                <a:path w="27939" h="476250">
                  <a:moveTo>
                    <a:pt x="2794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7940" y="157480"/>
                  </a:lnTo>
                  <a:lnTo>
                    <a:pt x="27940" y="151142"/>
                  </a:lnTo>
                  <a:close/>
                </a:path>
                <a:path w="27939" h="476250">
                  <a:moveTo>
                    <a:pt x="27940" y="138442"/>
                  </a:moveTo>
                  <a:lnTo>
                    <a:pt x="0" y="138442"/>
                  </a:lnTo>
                  <a:lnTo>
                    <a:pt x="0" y="151130"/>
                  </a:lnTo>
                  <a:lnTo>
                    <a:pt x="27940" y="151130"/>
                  </a:lnTo>
                  <a:lnTo>
                    <a:pt x="27940" y="138442"/>
                  </a:lnTo>
                  <a:close/>
                </a:path>
                <a:path w="27939" h="476250">
                  <a:moveTo>
                    <a:pt x="27940" y="132092"/>
                  </a:moveTo>
                  <a:lnTo>
                    <a:pt x="0" y="132092"/>
                  </a:lnTo>
                  <a:lnTo>
                    <a:pt x="0" y="138430"/>
                  </a:lnTo>
                  <a:lnTo>
                    <a:pt x="27940" y="138430"/>
                  </a:lnTo>
                  <a:lnTo>
                    <a:pt x="27940" y="132092"/>
                  </a:lnTo>
                  <a:close/>
                </a:path>
                <a:path w="27939" h="476250">
                  <a:moveTo>
                    <a:pt x="27940" y="125742"/>
                  </a:moveTo>
                  <a:lnTo>
                    <a:pt x="0" y="125742"/>
                  </a:lnTo>
                  <a:lnTo>
                    <a:pt x="0" y="132080"/>
                  </a:lnTo>
                  <a:lnTo>
                    <a:pt x="27940" y="132080"/>
                  </a:lnTo>
                  <a:lnTo>
                    <a:pt x="27940" y="125742"/>
                  </a:lnTo>
                  <a:close/>
                </a:path>
                <a:path w="27939" h="476250">
                  <a:moveTo>
                    <a:pt x="27940" y="119392"/>
                  </a:moveTo>
                  <a:lnTo>
                    <a:pt x="0" y="119392"/>
                  </a:lnTo>
                  <a:lnTo>
                    <a:pt x="0" y="125730"/>
                  </a:lnTo>
                  <a:lnTo>
                    <a:pt x="27940" y="125730"/>
                  </a:lnTo>
                  <a:lnTo>
                    <a:pt x="27940" y="119392"/>
                  </a:lnTo>
                  <a:close/>
                </a:path>
                <a:path w="27939" h="476250">
                  <a:moveTo>
                    <a:pt x="27940" y="113042"/>
                  </a:moveTo>
                  <a:lnTo>
                    <a:pt x="0" y="113042"/>
                  </a:lnTo>
                  <a:lnTo>
                    <a:pt x="0" y="119380"/>
                  </a:lnTo>
                  <a:lnTo>
                    <a:pt x="27940" y="119380"/>
                  </a:lnTo>
                  <a:lnTo>
                    <a:pt x="27940" y="113042"/>
                  </a:lnTo>
                  <a:close/>
                </a:path>
                <a:path w="27939" h="476250">
                  <a:moveTo>
                    <a:pt x="27940" y="106692"/>
                  </a:moveTo>
                  <a:lnTo>
                    <a:pt x="0" y="106692"/>
                  </a:lnTo>
                  <a:lnTo>
                    <a:pt x="0" y="113030"/>
                  </a:lnTo>
                  <a:lnTo>
                    <a:pt x="27940" y="113030"/>
                  </a:lnTo>
                  <a:lnTo>
                    <a:pt x="27940" y="106692"/>
                  </a:lnTo>
                  <a:close/>
                </a:path>
                <a:path w="27939" h="476250">
                  <a:moveTo>
                    <a:pt x="27940" y="100342"/>
                  </a:moveTo>
                  <a:lnTo>
                    <a:pt x="0" y="100342"/>
                  </a:lnTo>
                  <a:lnTo>
                    <a:pt x="0" y="106680"/>
                  </a:lnTo>
                  <a:lnTo>
                    <a:pt x="27940" y="106680"/>
                  </a:lnTo>
                  <a:lnTo>
                    <a:pt x="27940" y="100342"/>
                  </a:lnTo>
                  <a:close/>
                </a:path>
                <a:path w="27939" h="476250">
                  <a:moveTo>
                    <a:pt x="2794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7940" y="100330"/>
                  </a:lnTo>
                  <a:lnTo>
                    <a:pt x="27940" y="93992"/>
                  </a:lnTo>
                  <a:close/>
                </a:path>
                <a:path w="27939" h="476250">
                  <a:moveTo>
                    <a:pt x="2794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7940" y="93980"/>
                  </a:lnTo>
                  <a:lnTo>
                    <a:pt x="27940" y="87642"/>
                  </a:lnTo>
                  <a:close/>
                </a:path>
                <a:path w="27939" h="476250">
                  <a:moveTo>
                    <a:pt x="27940" y="81292"/>
                  </a:moveTo>
                  <a:lnTo>
                    <a:pt x="0" y="81292"/>
                  </a:lnTo>
                  <a:lnTo>
                    <a:pt x="0" y="87630"/>
                  </a:lnTo>
                  <a:lnTo>
                    <a:pt x="27940" y="87630"/>
                  </a:lnTo>
                  <a:lnTo>
                    <a:pt x="27940" y="81292"/>
                  </a:lnTo>
                  <a:close/>
                </a:path>
                <a:path w="27939" h="476250">
                  <a:moveTo>
                    <a:pt x="27940" y="68592"/>
                  </a:moveTo>
                  <a:lnTo>
                    <a:pt x="0" y="68592"/>
                  </a:lnTo>
                  <a:lnTo>
                    <a:pt x="0" y="81280"/>
                  </a:lnTo>
                  <a:lnTo>
                    <a:pt x="27940" y="81280"/>
                  </a:lnTo>
                  <a:lnTo>
                    <a:pt x="27940" y="68592"/>
                  </a:lnTo>
                  <a:close/>
                </a:path>
                <a:path w="27939" h="476250">
                  <a:moveTo>
                    <a:pt x="27940" y="62242"/>
                  </a:moveTo>
                  <a:lnTo>
                    <a:pt x="0" y="62242"/>
                  </a:lnTo>
                  <a:lnTo>
                    <a:pt x="0" y="68580"/>
                  </a:lnTo>
                  <a:lnTo>
                    <a:pt x="27940" y="68580"/>
                  </a:lnTo>
                  <a:lnTo>
                    <a:pt x="27940" y="62242"/>
                  </a:lnTo>
                  <a:close/>
                </a:path>
                <a:path w="27939" h="476250">
                  <a:moveTo>
                    <a:pt x="27940" y="55892"/>
                  </a:moveTo>
                  <a:lnTo>
                    <a:pt x="0" y="55892"/>
                  </a:lnTo>
                  <a:lnTo>
                    <a:pt x="0" y="62230"/>
                  </a:lnTo>
                  <a:lnTo>
                    <a:pt x="27940" y="62230"/>
                  </a:lnTo>
                  <a:lnTo>
                    <a:pt x="27940" y="55892"/>
                  </a:lnTo>
                  <a:close/>
                </a:path>
                <a:path w="27939" h="476250">
                  <a:moveTo>
                    <a:pt x="27940" y="49542"/>
                  </a:moveTo>
                  <a:lnTo>
                    <a:pt x="0" y="49542"/>
                  </a:lnTo>
                  <a:lnTo>
                    <a:pt x="0" y="55880"/>
                  </a:lnTo>
                  <a:lnTo>
                    <a:pt x="27940" y="55880"/>
                  </a:lnTo>
                  <a:lnTo>
                    <a:pt x="27940" y="49542"/>
                  </a:lnTo>
                  <a:close/>
                </a:path>
                <a:path w="27939" h="476250">
                  <a:moveTo>
                    <a:pt x="2794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7940" y="49530"/>
                  </a:lnTo>
                  <a:lnTo>
                    <a:pt x="27940" y="43192"/>
                  </a:lnTo>
                  <a:close/>
                </a:path>
                <a:path w="27939" h="476250">
                  <a:moveTo>
                    <a:pt x="2794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7940" y="43180"/>
                  </a:lnTo>
                  <a:lnTo>
                    <a:pt x="27940" y="36842"/>
                  </a:lnTo>
                  <a:close/>
                </a:path>
                <a:path w="27939" h="476250">
                  <a:moveTo>
                    <a:pt x="2794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7940" y="36830"/>
                  </a:lnTo>
                  <a:lnTo>
                    <a:pt x="27940" y="30492"/>
                  </a:lnTo>
                  <a:close/>
                </a:path>
                <a:path w="27939" h="476250">
                  <a:moveTo>
                    <a:pt x="27940" y="24142"/>
                  </a:moveTo>
                  <a:lnTo>
                    <a:pt x="0" y="24142"/>
                  </a:lnTo>
                  <a:lnTo>
                    <a:pt x="0" y="30480"/>
                  </a:lnTo>
                  <a:lnTo>
                    <a:pt x="27940" y="30480"/>
                  </a:lnTo>
                  <a:lnTo>
                    <a:pt x="27940" y="24142"/>
                  </a:lnTo>
                  <a:close/>
                </a:path>
                <a:path w="27939" h="476250">
                  <a:moveTo>
                    <a:pt x="2794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7940" y="24130"/>
                  </a:lnTo>
                  <a:lnTo>
                    <a:pt x="27940" y="17792"/>
                  </a:lnTo>
                  <a:close/>
                </a:path>
                <a:path w="27939" h="476250">
                  <a:moveTo>
                    <a:pt x="27940" y="5092"/>
                  </a:moveTo>
                  <a:lnTo>
                    <a:pt x="0" y="5092"/>
                  </a:lnTo>
                  <a:lnTo>
                    <a:pt x="0" y="17780"/>
                  </a:lnTo>
                  <a:lnTo>
                    <a:pt x="27940" y="17780"/>
                  </a:lnTo>
                  <a:lnTo>
                    <a:pt x="27940" y="5092"/>
                  </a:lnTo>
                  <a:close/>
                </a:path>
                <a:path w="27939" h="476250">
                  <a:moveTo>
                    <a:pt x="279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7940" y="5080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1A344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1" name="object 3701"/>
            <p:cNvSpPr/>
            <p:nvPr/>
          </p:nvSpPr>
          <p:spPr>
            <a:xfrm>
              <a:off x="3757930" y="5500382"/>
              <a:ext cx="27940" cy="181610"/>
            </a:xfrm>
            <a:custGeom>
              <a:avLst/>
              <a:gdLst/>
              <a:ahLst/>
              <a:cxnLst/>
              <a:rect l="l" t="t" r="r" b="b"/>
              <a:pathLst>
                <a:path w="27939" h="181610">
                  <a:moveTo>
                    <a:pt x="27940" y="180340"/>
                  </a:moveTo>
                  <a:lnTo>
                    <a:pt x="0" y="180340"/>
                  </a:lnTo>
                  <a:lnTo>
                    <a:pt x="0" y="181597"/>
                  </a:lnTo>
                  <a:lnTo>
                    <a:pt x="27940" y="181597"/>
                  </a:lnTo>
                  <a:lnTo>
                    <a:pt x="27940" y="180340"/>
                  </a:lnTo>
                  <a:close/>
                </a:path>
                <a:path w="27939" h="181610">
                  <a:moveTo>
                    <a:pt x="27940" y="173990"/>
                  </a:moveTo>
                  <a:lnTo>
                    <a:pt x="0" y="173990"/>
                  </a:lnTo>
                  <a:lnTo>
                    <a:pt x="0" y="180327"/>
                  </a:lnTo>
                  <a:lnTo>
                    <a:pt x="27940" y="180327"/>
                  </a:lnTo>
                  <a:lnTo>
                    <a:pt x="27940" y="173990"/>
                  </a:lnTo>
                  <a:close/>
                </a:path>
                <a:path w="27939" h="181610">
                  <a:moveTo>
                    <a:pt x="27940" y="171450"/>
                  </a:moveTo>
                  <a:lnTo>
                    <a:pt x="0" y="171450"/>
                  </a:lnTo>
                  <a:lnTo>
                    <a:pt x="0" y="173977"/>
                  </a:lnTo>
                  <a:lnTo>
                    <a:pt x="27940" y="173977"/>
                  </a:lnTo>
                  <a:lnTo>
                    <a:pt x="27940" y="171450"/>
                  </a:lnTo>
                  <a:close/>
                </a:path>
                <a:path w="27939" h="181610">
                  <a:moveTo>
                    <a:pt x="27940" y="167640"/>
                  </a:moveTo>
                  <a:lnTo>
                    <a:pt x="0" y="167640"/>
                  </a:lnTo>
                  <a:lnTo>
                    <a:pt x="0" y="171437"/>
                  </a:lnTo>
                  <a:lnTo>
                    <a:pt x="27940" y="171437"/>
                  </a:lnTo>
                  <a:lnTo>
                    <a:pt x="27940" y="167640"/>
                  </a:lnTo>
                  <a:close/>
                </a:path>
                <a:path w="27939" h="181610">
                  <a:moveTo>
                    <a:pt x="27940" y="165100"/>
                  </a:moveTo>
                  <a:lnTo>
                    <a:pt x="0" y="165100"/>
                  </a:lnTo>
                  <a:lnTo>
                    <a:pt x="0" y="167627"/>
                  </a:lnTo>
                  <a:lnTo>
                    <a:pt x="27940" y="167627"/>
                  </a:lnTo>
                  <a:lnTo>
                    <a:pt x="27940" y="165100"/>
                  </a:lnTo>
                  <a:close/>
                </a:path>
                <a:path w="27939" h="181610">
                  <a:moveTo>
                    <a:pt x="27940" y="161290"/>
                  </a:moveTo>
                  <a:lnTo>
                    <a:pt x="0" y="161290"/>
                  </a:lnTo>
                  <a:lnTo>
                    <a:pt x="0" y="165087"/>
                  </a:lnTo>
                  <a:lnTo>
                    <a:pt x="27940" y="165087"/>
                  </a:lnTo>
                  <a:lnTo>
                    <a:pt x="27940" y="161290"/>
                  </a:lnTo>
                  <a:close/>
                </a:path>
                <a:path w="27939" h="181610">
                  <a:moveTo>
                    <a:pt x="27940" y="154940"/>
                  </a:moveTo>
                  <a:lnTo>
                    <a:pt x="0" y="154940"/>
                  </a:lnTo>
                  <a:lnTo>
                    <a:pt x="0" y="161277"/>
                  </a:lnTo>
                  <a:lnTo>
                    <a:pt x="27940" y="161277"/>
                  </a:lnTo>
                  <a:lnTo>
                    <a:pt x="27940" y="154940"/>
                  </a:lnTo>
                  <a:close/>
                </a:path>
                <a:path w="27939" h="181610">
                  <a:moveTo>
                    <a:pt x="27940" y="152400"/>
                  </a:moveTo>
                  <a:lnTo>
                    <a:pt x="0" y="152400"/>
                  </a:lnTo>
                  <a:lnTo>
                    <a:pt x="0" y="154927"/>
                  </a:lnTo>
                  <a:lnTo>
                    <a:pt x="27940" y="154927"/>
                  </a:lnTo>
                  <a:lnTo>
                    <a:pt x="27940" y="152400"/>
                  </a:lnTo>
                  <a:close/>
                </a:path>
                <a:path w="27939" h="181610">
                  <a:moveTo>
                    <a:pt x="27940" y="148590"/>
                  </a:moveTo>
                  <a:lnTo>
                    <a:pt x="0" y="148590"/>
                  </a:lnTo>
                  <a:lnTo>
                    <a:pt x="0" y="152387"/>
                  </a:lnTo>
                  <a:lnTo>
                    <a:pt x="27940" y="152387"/>
                  </a:lnTo>
                  <a:lnTo>
                    <a:pt x="27940" y="148590"/>
                  </a:lnTo>
                  <a:close/>
                </a:path>
                <a:path w="27939" h="181610">
                  <a:moveTo>
                    <a:pt x="27940" y="146050"/>
                  </a:moveTo>
                  <a:lnTo>
                    <a:pt x="0" y="146050"/>
                  </a:lnTo>
                  <a:lnTo>
                    <a:pt x="0" y="148577"/>
                  </a:lnTo>
                  <a:lnTo>
                    <a:pt x="27940" y="148577"/>
                  </a:lnTo>
                  <a:lnTo>
                    <a:pt x="27940" y="146050"/>
                  </a:lnTo>
                  <a:close/>
                </a:path>
                <a:path w="27939" h="181610">
                  <a:moveTo>
                    <a:pt x="27940" y="142240"/>
                  </a:moveTo>
                  <a:lnTo>
                    <a:pt x="0" y="142240"/>
                  </a:lnTo>
                  <a:lnTo>
                    <a:pt x="0" y="146037"/>
                  </a:lnTo>
                  <a:lnTo>
                    <a:pt x="27940" y="146037"/>
                  </a:lnTo>
                  <a:lnTo>
                    <a:pt x="27940" y="142240"/>
                  </a:lnTo>
                  <a:close/>
                </a:path>
                <a:path w="27939" h="181610">
                  <a:moveTo>
                    <a:pt x="27940" y="135890"/>
                  </a:moveTo>
                  <a:lnTo>
                    <a:pt x="0" y="135890"/>
                  </a:lnTo>
                  <a:lnTo>
                    <a:pt x="0" y="142227"/>
                  </a:lnTo>
                  <a:lnTo>
                    <a:pt x="27940" y="142227"/>
                  </a:lnTo>
                  <a:lnTo>
                    <a:pt x="27940" y="135890"/>
                  </a:lnTo>
                  <a:close/>
                </a:path>
                <a:path w="27939" h="181610">
                  <a:moveTo>
                    <a:pt x="27940" y="133350"/>
                  </a:moveTo>
                  <a:lnTo>
                    <a:pt x="0" y="133350"/>
                  </a:lnTo>
                  <a:lnTo>
                    <a:pt x="0" y="135877"/>
                  </a:lnTo>
                  <a:lnTo>
                    <a:pt x="27940" y="135877"/>
                  </a:lnTo>
                  <a:lnTo>
                    <a:pt x="27940" y="133350"/>
                  </a:lnTo>
                  <a:close/>
                </a:path>
                <a:path w="27939" h="181610">
                  <a:moveTo>
                    <a:pt x="27940" y="129540"/>
                  </a:moveTo>
                  <a:lnTo>
                    <a:pt x="0" y="129540"/>
                  </a:lnTo>
                  <a:lnTo>
                    <a:pt x="0" y="133337"/>
                  </a:lnTo>
                  <a:lnTo>
                    <a:pt x="27940" y="133337"/>
                  </a:lnTo>
                  <a:lnTo>
                    <a:pt x="27940" y="129540"/>
                  </a:lnTo>
                  <a:close/>
                </a:path>
                <a:path w="27939" h="181610">
                  <a:moveTo>
                    <a:pt x="27940" y="127000"/>
                  </a:moveTo>
                  <a:lnTo>
                    <a:pt x="0" y="127000"/>
                  </a:lnTo>
                  <a:lnTo>
                    <a:pt x="0" y="129527"/>
                  </a:lnTo>
                  <a:lnTo>
                    <a:pt x="27940" y="129527"/>
                  </a:lnTo>
                  <a:lnTo>
                    <a:pt x="27940" y="127000"/>
                  </a:lnTo>
                  <a:close/>
                </a:path>
                <a:path w="27939" h="181610">
                  <a:moveTo>
                    <a:pt x="27940" y="120650"/>
                  </a:moveTo>
                  <a:lnTo>
                    <a:pt x="0" y="120650"/>
                  </a:lnTo>
                  <a:lnTo>
                    <a:pt x="0" y="126987"/>
                  </a:lnTo>
                  <a:lnTo>
                    <a:pt x="27940" y="126987"/>
                  </a:lnTo>
                  <a:lnTo>
                    <a:pt x="27940" y="120650"/>
                  </a:lnTo>
                  <a:close/>
                </a:path>
                <a:path w="27939" h="181610">
                  <a:moveTo>
                    <a:pt x="2794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27940" y="120637"/>
                  </a:lnTo>
                  <a:lnTo>
                    <a:pt x="27940" y="114300"/>
                  </a:lnTo>
                  <a:close/>
                </a:path>
                <a:path w="27939" h="181610">
                  <a:moveTo>
                    <a:pt x="27940" y="110490"/>
                  </a:moveTo>
                  <a:lnTo>
                    <a:pt x="0" y="110490"/>
                  </a:lnTo>
                  <a:lnTo>
                    <a:pt x="0" y="114287"/>
                  </a:lnTo>
                  <a:lnTo>
                    <a:pt x="27940" y="114287"/>
                  </a:lnTo>
                  <a:lnTo>
                    <a:pt x="27940" y="110490"/>
                  </a:lnTo>
                  <a:close/>
                </a:path>
                <a:path w="27939" h="181610">
                  <a:moveTo>
                    <a:pt x="27940" y="107950"/>
                  </a:moveTo>
                  <a:lnTo>
                    <a:pt x="0" y="107950"/>
                  </a:lnTo>
                  <a:lnTo>
                    <a:pt x="0" y="110477"/>
                  </a:lnTo>
                  <a:lnTo>
                    <a:pt x="27940" y="110477"/>
                  </a:lnTo>
                  <a:lnTo>
                    <a:pt x="27940" y="107950"/>
                  </a:lnTo>
                  <a:close/>
                </a:path>
                <a:path w="27939" h="181610">
                  <a:moveTo>
                    <a:pt x="27940" y="104140"/>
                  </a:moveTo>
                  <a:lnTo>
                    <a:pt x="0" y="104140"/>
                  </a:lnTo>
                  <a:lnTo>
                    <a:pt x="0" y="107937"/>
                  </a:lnTo>
                  <a:lnTo>
                    <a:pt x="27940" y="107937"/>
                  </a:lnTo>
                  <a:lnTo>
                    <a:pt x="27940" y="104140"/>
                  </a:lnTo>
                  <a:close/>
                </a:path>
                <a:path w="27939" h="181610">
                  <a:moveTo>
                    <a:pt x="27940" y="101600"/>
                  </a:moveTo>
                  <a:lnTo>
                    <a:pt x="0" y="101600"/>
                  </a:lnTo>
                  <a:lnTo>
                    <a:pt x="0" y="104127"/>
                  </a:lnTo>
                  <a:lnTo>
                    <a:pt x="27940" y="104127"/>
                  </a:lnTo>
                  <a:lnTo>
                    <a:pt x="27940" y="101600"/>
                  </a:lnTo>
                  <a:close/>
                </a:path>
                <a:path w="27939" h="181610">
                  <a:moveTo>
                    <a:pt x="27940" y="97790"/>
                  </a:moveTo>
                  <a:lnTo>
                    <a:pt x="0" y="97790"/>
                  </a:lnTo>
                  <a:lnTo>
                    <a:pt x="0" y="101587"/>
                  </a:lnTo>
                  <a:lnTo>
                    <a:pt x="27940" y="101587"/>
                  </a:lnTo>
                  <a:lnTo>
                    <a:pt x="27940" y="97790"/>
                  </a:lnTo>
                  <a:close/>
                </a:path>
                <a:path w="27939" h="181610">
                  <a:moveTo>
                    <a:pt x="27940" y="95250"/>
                  </a:moveTo>
                  <a:lnTo>
                    <a:pt x="0" y="95250"/>
                  </a:lnTo>
                  <a:lnTo>
                    <a:pt x="0" y="97777"/>
                  </a:lnTo>
                  <a:lnTo>
                    <a:pt x="27940" y="97777"/>
                  </a:lnTo>
                  <a:lnTo>
                    <a:pt x="27940" y="95250"/>
                  </a:lnTo>
                  <a:close/>
                </a:path>
                <a:path w="27939" h="181610">
                  <a:moveTo>
                    <a:pt x="27940" y="91440"/>
                  </a:moveTo>
                  <a:lnTo>
                    <a:pt x="0" y="91440"/>
                  </a:lnTo>
                  <a:lnTo>
                    <a:pt x="0" y="95237"/>
                  </a:lnTo>
                  <a:lnTo>
                    <a:pt x="27940" y="95237"/>
                  </a:lnTo>
                  <a:lnTo>
                    <a:pt x="27940" y="91440"/>
                  </a:lnTo>
                  <a:close/>
                </a:path>
                <a:path w="27939" h="181610">
                  <a:moveTo>
                    <a:pt x="27940" y="82550"/>
                  </a:moveTo>
                  <a:lnTo>
                    <a:pt x="0" y="82550"/>
                  </a:lnTo>
                  <a:lnTo>
                    <a:pt x="0" y="91427"/>
                  </a:lnTo>
                  <a:lnTo>
                    <a:pt x="27940" y="91427"/>
                  </a:lnTo>
                  <a:lnTo>
                    <a:pt x="27940" y="82550"/>
                  </a:lnTo>
                  <a:close/>
                </a:path>
                <a:path w="27939" h="181610">
                  <a:moveTo>
                    <a:pt x="27940" y="72390"/>
                  </a:moveTo>
                  <a:lnTo>
                    <a:pt x="0" y="72390"/>
                  </a:lnTo>
                  <a:lnTo>
                    <a:pt x="0" y="82537"/>
                  </a:lnTo>
                  <a:lnTo>
                    <a:pt x="27940" y="82537"/>
                  </a:lnTo>
                  <a:lnTo>
                    <a:pt x="27940" y="72390"/>
                  </a:lnTo>
                  <a:close/>
                </a:path>
                <a:path w="27939" h="181610">
                  <a:moveTo>
                    <a:pt x="27940" y="63500"/>
                  </a:moveTo>
                  <a:lnTo>
                    <a:pt x="0" y="63500"/>
                  </a:lnTo>
                  <a:lnTo>
                    <a:pt x="0" y="72377"/>
                  </a:lnTo>
                  <a:lnTo>
                    <a:pt x="27940" y="72377"/>
                  </a:lnTo>
                  <a:lnTo>
                    <a:pt x="27940" y="63500"/>
                  </a:lnTo>
                  <a:close/>
                </a:path>
                <a:path w="27939" h="181610">
                  <a:moveTo>
                    <a:pt x="27940" y="53340"/>
                  </a:moveTo>
                  <a:lnTo>
                    <a:pt x="0" y="53340"/>
                  </a:lnTo>
                  <a:lnTo>
                    <a:pt x="0" y="63487"/>
                  </a:lnTo>
                  <a:lnTo>
                    <a:pt x="27940" y="63487"/>
                  </a:lnTo>
                  <a:lnTo>
                    <a:pt x="27940" y="53340"/>
                  </a:lnTo>
                  <a:close/>
                </a:path>
                <a:path w="27939" h="181610">
                  <a:moveTo>
                    <a:pt x="27940" y="50800"/>
                  </a:moveTo>
                  <a:lnTo>
                    <a:pt x="0" y="50800"/>
                  </a:lnTo>
                  <a:lnTo>
                    <a:pt x="0" y="53327"/>
                  </a:lnTo>
                  <a:lnTo>
                    <a:pt x="27940" y="53327"/>
                  </a:lnTo>
                  <a:lnTo>
                    <a:pt x="27940" y="50800"/>
                  </a:lnTo>
                  <a:close/>
                </a:path>
                <a:path w="27939" h="181610">
                  <a:moveTo>
                    <a:pt x="27940" y="46990"/>
                  </a:moveTo>
                  <a:lnTo>
                    <a:pt x="0" y="46990"/>
                  </a:lnTo>
                  <a:lnTo>
                    <a:pt x="0" y="50787"/>
                  </a:lnTo>
                  <a:lnTo>
                    <a:pt x="27940" y="50787"/>
                  </a:lnTo>
                  <a:lnTo>
                    <a:pt x="27940" y="46990"/>
                  </a:lnTo>
                  <a:close/>
                </a:path>
                <a:path w="27939" h="181610">
                  <a:moveTo>
                    <a:pt x="27940" y="40640"/>
                  </a:moveTo>
                  <a:lnTo>
                    <a:pt x="0" y="40640"/>
                  </a:lnTo>
                  <a:lnTo>
                    <a:pt x="0" y="46977"/>
                  </a:lnTo>
                  <a:lnTo>
                    <a:pt x="27940" y="46977"/>
                  </a:lnTo>
                  <a:lnTo>
                    <a:pt x="27940" y="40640"/>
                  </a:lnTo>
                  <a:close/>
                </a:path>
                <a:path w="27939" h="181610">
                  <a:moveTo>
                    <a:pt x="27940" y="34290"/>
                  </a:moveTo>
                  <a:lnTo>
                    <a:pt x="0" y="34290"/>
                  </a:lnTo>
                  <a:lnTo>
                    <a:pt x="0" y="40627"/>
                  </a:lnTo>
                  <a:lnTo>
                    <a:pt x="27940" y="40627"/>
                  </a:lnTo>
                  <a:lnTo>
                    <a:pt x="27940" y="34290"/>
                  </a:lnTo>
                  <a:close/>
                </a:path>
                <a:path w="27939" h="181610">
                  <a:moveTo>
                    <a:pt x="27940" y="27940"/>
                  </a:moveTo>
                  <a:lnTo>
                    <a:pt x="0" y="27940"/>
                  </a:lnTo>
                  <a:lnTo>
                    <a:pt x="0" y="34277"/>
                  </a:lnTo>
                  <a:lnTo>
                    <a:pt x="27940" y="34277"/>
                  </a:lnTo>
                  <a:lnTo>
                    <a:pt x="27940" y="27940"/>
                  </a:lnTo>
                  <a:close/>
                </a:path>
                <a:path w="27939" h="181610">
                  <a:moveTo>
                    <a:pt x="27940" y="25400"/>
                  </a:moveTo>
                  <a:lnTo>
                    <a:pt x="0" y="25400"/>
                  </a:lnTo>
                  <a:lnTo>
                    <a:pt x="0" y="27927"/>
                  </a:lnTo>
                  <a:lnTo>
                    <a:pt x="27940" y="27927"/>
                  </a:lnTo>
                  <a:lnTo>
                    <a:pt x="27940" y="25400"/>
                  </a:lnTo>
                  <a:close/>
                </a:path>
                <a:path w="27939" h="181610">
                  <a:moveTo>
                    <a:pt x="2794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27940" y="25387"/>
                  </a:lnTo>
                  <a:lnTo>
                    <a:pt x="27940" y="21590"/>
                  </a:lnTo>
                  <a:close/>
                </a:path>
                <a:path w="27939" h="181610">
                  <a:moveTo>
                    <a:pt x="27940" y="15240"/>
                  </a:moveTo>
                  <a:lnTo>
                    <a:pt x="0" y="15240"/>
                  </a:lnTo>
                  <a:lnTo>
                    <a:pt x="0" y="21577"/>
                  </a:lnTo>
                  <a:lnTo>
                    <a:pt x="27940" y="21577"/>
                  </a:lnTo>
                  <a:lnTo>
                    <a:pt x="27940" y="15240"/>
                  </a:lnTo>
                  <a:close/>
                </a:path>
                <a:path w="27939" h="181610">
                  <a:moveTo>
                    <a:pt x="2794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7940" y="15227"/>
                  </a:lnTo>
                  <a:lnTo>
                    <a:pt x="27940" y="12700"/>
                  </a:lnTo>
                  <a:close/>
                </a:path>
                <a:path w="27939" h="181610">
                  <a:moveTo>
                    <a:pt x="2794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7940" y="12687"/>
                  </a:lnTo>
                  <a:lnTo>
                    <a:pt x="27940" y="8890"/>
                  </a:lnTo>
                  <a:close/>
                </a:path>
                <a:path w="27939" h="181610">
                  <a:moveTo>
                    <a:pt x="27940" y="0"/>
                  </a:moveTo>
                  <a:lnTo>
                    <a:pt x="0" y="0"/>
                  </a:lnTo>
                  <a:lnTo>
                    <a:pt x="0" y="8877"/>
                  </a:lnTo>
                  <a:lnTo>
                    <a:pt x="27940" y="8877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1A344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2" name="object 3702"/>
            <p:cNvSpPr/>
            <p:nvPr/>
          </p:nvSpPr>
          <p:spPr>
            <a:xfrm>
              <a:off x="3785870" y="5033010"/>
              <a:ext cx="29209" cy="476250"/>
            </a:xfrm>
            <a:custGeom>
              <a:avLst/>
              <a:gdLst/>
              <a:ahLst/>
              <a:cxnLst/>
              <a:rect l="l" t="t" r="r" b="b"/>
              <a:pathLst>
                <a:path w="29210" h="476250">
                  <a:moveTo>
                    <a:pt x="29210" y="467372"/>
                  </a:moveTo>
                  <a:lnTo>
                    <a:pt x="0" y="467372"/>
                  </a:lnTo>
                  <a:lnTo>
                    <a:pt x="0" y="476250"/>
                  </a:lnTo>
                  <a:lnTo>
                    <a:pt x="29210" y="476250"/>
                  </a:lnTo>
                  <a:lnTo>
                    <a:pt x="29210" y="467372"/>
                  </a:lnTo>
                  <a:close/>
                </a:path>
                <a:path w="29210" h="476250">
                  <a:moveTo>
                    <a:pt x="29210" y="463562"/>
                  </a:moveTo>
                  <a:lnTo>
                    <a:pt x="0" y="463562"/>
                  </a:lnTo>
                  <a:lnTo>
                    <a:pt x="0" y="467360"/>
                  </a:lnTo>
                  <a:lnTo>
                    <a:pt x="29210" y="467360"/>
                  </a:lnTo>
                  <a:lnTo>
                    <a:pt x="29210" y="463562"/>
                  </a:lnTo>
                  <a:close/>
                </a:path>
                <a:path w="29210" h="476250">
                  <a:moveTo>
                    <a:pt x="29210" y="461022"/>
                  </a:moveTo>
                  <a:lnTo>
                    <a:pt x="0" y="461022"/>
                  </a:lnTo>
                  <a:lnTo>
                    <a:pt x="0" y="463550"/>
                  </a:lnTo>
                  <a:lnTo>
                    <a:pt x="29210" y="463550"/>
                  </a:lnTo>
                  <a:lnTo>
                    <a:pt x="29210" y="461022"/>
                  </a:lnTo>
                  <a:close/>
                </a:path>
                <a:path w="29210" h="476250">
                  <a:moveTo>
                    <a:pt x="29210" y="457212"/>
                  </a:moveTo>
                  <a:lnTo>
                    <a:pt x="0" y="457212"/>
                  </a:lnTo>
                  <a:lnTo>
                    <a:pt x="0" y="461010"/>
                  </a:lnTo>
                  <a:lnTo>
                    <a:pt x="29210" y="461010"/>
                  </a:lnTo>
                  <a:lnTo>
                    <a:pt x="29210" y="457212"/>
                  </a:lnTo>
                  <a:close/>
                </a:path>
                <a:path w="29210" h="476250">
                  <a:moveTo>
                    <a:pt x="29210" y="448322"/>
                  </a:moveTo>
                  <a:lnTo>
                    <a:pt x="0" y="448322"/>
                  </a:lnTo>
                  <a:lnTo>
                    <a:pt x="0" y="457200"/>
                  </a:lnTo>
                  <a:lnTo>
                    <a:pt x="29210" y="457200"/>
                  </a:lnTo>
                  <a:lnTo>
                    <a:pt x="29210" y="448322"/>
                  </a:lnTo>
                  <a:close/>
                </a:path>
                <a:path w="29210" h="476250">
                  <a:moveTo>
                    <a:pt x="29210" y="429272"/>
                  </a:moveTo>
                  <a:lnTo>
                    <a:pt x="0" y="429272"/>
                  </a:lnTo>
                  <a:lnTo>
                    <a:pt x="0" y="448310"/>
                  </a:lnTo>
                  <a:lnTo>
                    <a:pt x="29210" y="448310"/>
                  </a:lnTo>
                  <a:lnTo>
                    <a:pt x="29210" y="429272"/>
                  </a:lnTo>
                  <a:close/>
                </a:path>
                <a:path w="29210" h="476250">
                  <a:moveTo>
                    <a:pt x="29210" y="422922"/>
                  </a:moveTo>
                  <a:lnTo>
                    <a:pt x="0" y="422922"/>
                  </a:lnTo>
                  <a:lnTo>
                    <a:pt x="0" y="429260"/>
                  </a:lnTo>
                  <a:lnTo>
                    <a:pt x="29210" y="429260"/>
                  </a:lnTo>
                  <a:lnTo>
                    <a:pt x="29210" y="422922"/>
                  </a:lnTo>
                  <a:close/>
                </a:path>
                <a:path w="29210" h="476250">
                  <a:moveTo>
                    <a:pt x="29210" y="416572"/>
                  </a:moveTo>
                  <a:lnTo>
                    <a:pt x="0" y="416572"/>
                  </a:lnTo>
                  <a:lnTo>
                    <a:pt x="0" y="422910"/>
                  </a:lnTo>
                  <a:lnTo>
                    <a:pt x="29210" y="422910"/>
                  </a:lnTo>
                  <a:lnTo>
                    <a:pt x="29210" y="416572"/>
                  </a:lnTo>
                  <a:close/>
                </a:path>
                <a:path w="29210" h="476250">
                  <a:moveTo>
                    <a:pt x="29210" y="412762"/>
                  </a:moveTo>
                  <a:lnTo>
                    <a:pt x="0" y="412762"/>
                  </a:lnTo>
                  <a:lnTo>
                    <a:pt x="0" y="416560"/>
                  </a:lnTo>
                  <a:lnTo>
                    <a:pt x="29210" y="416560"/>
                  </a:lnTo>
                  <a:lnTo>
                    <a:pt x="29210" y="412762"/>
                  </a:lnTo>
                  <a:close/>
                </a:path>
                <a:path w="29210" h="476250">
                  <a:moveTo>
                    <a:pt x="29210" y="410222"/>
                  </a:moveTo>
                  <a:lnTo>
                    <a:pt x="0" y="410222"/>
                  </a:lnTo>
                  <a:lnTo>
                    <a:pt x="0" y="412750"/>
                  </a:lnTo>
                  <a:lnTo>
                    <a:pt x="29210" y="412750"/>
                  </a:lnTo>
                  <a:lnTo>
                    <a:pt x="29210" y="410222"/>
                  </a:lnTo>
                  <a:close/>
                </a:path>
                <a:path w="29210" h="476250">
                  <a:moveTo>
                    <a:pt x="29210" y="406412"/>
                  </a:moveTo>
                  <a:lnTo>
                    <a:pt x="0" y="406412"/>
                  </a:lnTo>
                  <a:lnTo>
                    <a:pt x="0" y="410210"/>
                  </a:lnTo>
                  <a:lnTo>
                    <a:pt x="29210" y="410210"/>
                  </a:lnTo>
                  <a:lnTo>
                    <a:pt x="29210" y="406412"/>
                  </a:lnTo>
                  <a:close/>
                </a:path>
                <a:path w="29210" h="476250">
                  <a:moveTo>
                    <a:pt x="29210" y="403872"/>
                  </a:moveTo>
                  <a:lnTo>
                    <a:pt x="0" y="403872"/>
                  </a:lnTo>
                  <a:lnTo>
                    <a:pt x="0" y="406400"/>
                  </a:lnTo>
                  <a:lnTo>
                    <a:pt x="29210" y="406400"/>
                  </a:lnTo>
                  <a:lnTo>
                    <a:pt x="29210" y="403872"/>
                  </a:lnTo>
                  <a:close/>
                </a:path>
                <a:path w="29210" h="476250">
                  <a:moveTo>
                    <a:pt x="29210" y="397522"/>
                  </a:moveTo>
                  <a:lnTo>
                    <a:pt x="0" y="397522"/>
                  </a:lnTo>
                  <a:lnTo>
                    <a:pt x="0" y="403860"/>
                  </a:lnTo>
                  <a:lnTo>
                    <a:pt x="29210" y="403860"/>
                  </a:lnTo>
                  <a:lnTo>
                    <a:pt x="29210" y="397522"/>
                  </a:lnTo>
                  <a:close/>
                </a:path>
                <a:path w="29210" h="476250">
                  <a:moveTo>
                    <a:pt x="29210" y="393712"/>
                  </a:moveTo>
                  <a:lnTo>
                    <a:pt x="0" y="393712"/>
                  </a:lnTo>
                  <a:lnTo>
                    <a:pt x="0" y="397510"/>
                  </a:lnTo>
                  <a:lnTo>
                    <a:pt x="29210" y="397510"/>
                  </a:lnTo>
                  <a:lnTo>
                    <a:pt x="29210" y="393712"/>
                  </a:lnTo>
                  <a:close/>
                </a:path>
                <a:path w="29210" h="476250">
                  <a:moveTo>
                    <a:pt x="29210" y="391172"/>
                  </a:moveTo>
                  <a:lnTo>
                    <a:pt x="0" y="391172"/>
                  </a:lnTo>
                  <a:lnTo>
                    <a:pt x="0" y="393700"/>
                  </a:lnTo>
                  <a:lnTo>
                    <a:pt x="29210" y="393700"/>
                  </a:lnTo>
                  <a:lnTo>
                    <a:pt x="29210" y="391172"/>
                  </a:lnTo>
                  <a:close/>
                </a:path>
                <a:path w="29210" h="476250">
                  <a:moveTo>
                    <a:pt x="29210" y="387362"/>
                  </a:moveTo>
                  <a:lnTo>
                    <a:pt x="0" y="387362"/>
                  </a:lnTo>
                  <a:lnTo>
                    <a:pt x="0" y="391160"/>
                  </a:lnTo>
                  <a:lnTo>
                    <a:pt x="29210" y="391160"/>
                  </a:lnTo>
                  <a:lnTo>
                    <a:pt x="29210" y="387362"/>
                  </a:lnTo>
                  <a:close/>
                </a:path>
                <a:path w="29210" h="476250">
                  <a:moveTo>
                    <a:pt x="29210" y="384822"/>
                  </a:moveTo>
                  <a:lnTo>
                    <a:pt x="0" y="384822"/>
                  </a:lnTo>
                  <a:lnTo>
                    <a:pt x="0" y="387350"/>
                  </a:lnTo>
                  <a:lnTo>
                    <a:pt x="29210" y="387350"/>
                  </a:lnTo>
                  <a:lnTo>
                    <a:pt x="29210" y="384822"/>
                  </a:lnTo>
                  <a:close/>
                </a:path>
                <a:path w="29210" h="476250">
                  <a:moveTo>
                    <a:pt x="29210" y="365772"/>
                  </a:moveTo>
                  <a:lnTo>
                    <a:pt x="0" y="365772"/>
                  </a:lnTo>
                  <a:lnTo>
                    <a:pt x="0" y="384810"/>
                  </a:lnTo>
                  <a:lnTo>
                    <a:pt x="29210" y="384810"/>
                  </a:lnTo>
                  <a:lnTo>
                    <a:pt x="29210" y="365772"/>
                  </a:lnTo>
                  <a:close/>
                </a:path>
                <a:path w="29210" h="476250">
                  <a:moveTo>
                    <a:pt x="29210" y="359422"/>
                  </a:moveTo>
                  <a:lnTo>
                    <a:pt x="0" y="359422"/>
                  </a:lnTo>
                  <a:lnTo>
                    <a:pt x="0" y="365760"/>
                  </a:lnTo>
                  <a:lnTo>
                    <a:pt x="29210" y="365760"/>
                  </a:lnTo>
                  <a:lnTo>
                    <a:pt x="29210" y="359422"/>
                  </a:lnTo>
                  <a:close/>
                </a:path>
                <a:path w="29210" h="476250">
                  <a:moveTo>
                    <a:pt x="29210" y="355612"/>
                  </a:moveTo>
                  <a:lnTo>
                    <a:pt x="0" y="355612"/>
                  </a:lnTo>
                  <a:lnTo>
                    <a:pt x="0" y="359410"/>
                  </a:lnTo>
                  <a:lnTo>
                    <a:pt x="29210" y="359410"/>
                  </a:lnTo>
                  <a:lnTo>
                    <a:pt x="29210" y="355612"/>
                  </a:lnTo>
                  <a:close/>
                </a:path>
                <a:path w="29210" h="476250">
                  <a:moveTo>
                    <a:pt x="29210" y="346722"/>
                  </a:moveTo>
                  <a:lnTo>
                    <a:pt x="0" y="346722"/>
                  </a:lnTo>
                  <a:lnTo>
                    <a:pt x="0" y="355600"/>
                  </a:lnTo>
                  <a:lnTo>
                    <a:pt x="29210" y="355600"/>
                  </a:lnTo>
                  <a:lnTo>
                    <a:pt x="29210" y="346722"/>
                  </a:lnTo>
                  <a:close/>
                </a:path>
                <a:path w="29210" h="476250">
                  <a:moveTo>
                    <a:pt x="29210" y="340372"/>
                  </a:moveTo>
                  <a:lnTo>
                    <a:pt x="0" y="340372"/>
                  </a:lnTo>
                  <a:lnTo>
                    <a:pt x="0" y="346710"/>
                  </a:lnTo>
                  <a:lnTo>
                    <a:pt x="29210" y="346710"/>
                  </a:lnTo>
                  <a:lnTo>
                    <a:pt x="29210" y="340372"/>
                  </a:lnTo>
                  <a:close/>
                </a:path>
                <a:path w="29210" h="476250">
                  <a:moveTo>
                    <a:pt x="29210" y="334022"/>
                  </a:moveTo>
                  <a:lnTo>
                    <a:pt x="0" y="334022"/>
                  </a:lnTo>
                  <a:lnTo>
                    <a:pt x="0" y="340360"/>
                  </a:lnTo>
                  <a:lnTo>
                    <a:pt x="29210" y="340360"/>
                  </a:lnTo>
                  <a:lnTo>
                    <a:pt x="29210" y="334022"/>
                  </a:lnTo>
                  <a:close/>
                </a:path>
                <a:path w="29210" h="476250">
                  <a:moveTo>
                    <a:pt x="29210" y="330212"/>
                  </a:moveTo>
                  <a:lnTo>
                    <a:pt x="0" y="330212"/>
                  </a:lnTo>
                  <a:lnTo>
                    <a:pt x="0" y="334010"/>
                  </a:lnTo>
                  <a:lnTo>
                    <a:pt x="29210" y="334010"/>
                  </a:lnTo>
                  <a:lnTo>
                    <a:pt x="29210" y="330212"/>
                  </a:lnTo>
                  <a:close/>
                </a:path>
                <a:path w="29210" h="476250">
                  <a:moveTo>
                    <a:pt x="29210" y="327672"/>
                  </a:moveTo>
                  <a:lnTo>
                    <a:pt x="0" y="327672"/>
                  </a:lnTo>
                  <a:lnTo>
                    <a:pt x="0" y="330200"/>
                  </a:lnTo>
                  <a:lnTo>
                    <a:pt x="29210" y="330200"/>
                  </a:lnTo>
                  <a:lnTo>
                    <a:pt x="29210" y="327672"/>
                  </a:lnTo>
                  <a:close/>
                </a:path>
                <a:path w="29210" h="476250">
                  <a:moveTo>
                    <a:pt x="29210" y="317512"/>
                  </a:moveTo>
                  <a:lnTo>
                    <a:pt x="0" y="317512"/>
                  </a:lnTo>
                  <a:lnTo>
                    <a:pt x="0" y="327660"/>
                  </a:lnTo>
                  <a:lnTo>
                    <a:pt x="29210" y="327660"/>
                  </a:lnTo>
                  <a:lnTo>
                    <a:pt x="29210" y="317512"/>
                  </a:lnTo>
                  <a:close/>
                </a:path>
                <a:path w="29210" h="476250">
                  <a:moveTo>
                    <a:pt x="29210" y="314972"/>
                  </a:moveTo>
                  <a:lnTo>
                    <a:pt x="0" y="314972"/>
                  </a:lnTo>
                  <a:lnTo>
                    <a:pt x="0" y="317500"/>
                  </a:lnTo>
                  <a:lnTo>
                    <a:pt x="29210" y="317500"/>
                  </a:lnTo>
                  <a:lnTo>
                    <a:pt x="29210" y="314972"/>
                  </a:lnTo>
                  <a:close/>
                </a:path>
                <a:path w="29210" h="476250">
                  <a:moveTo>
                    <a:pt x="29210" y="311162"/>
                  </a:moveTo>
                  <a:lnTo>
                    <a:pt x="0" y="311162"/>
                  </a:lnTo>
                  <a:lnTo>
                    <a:pt x="0" y="314960"/>
                  </a:lnTo>
                  <a:lnTo>
                    <a:pt x="29210" y="314960"/>
                  </a:lnTo>
                  <a:lnTo>
                    <a:pt x="29210" y="311162"/>
                  </a:lnTo>
                  <a:close/>
                </a:path>
                <a:path w="29210" h="476250">
                  <a:moveTo>
                    <a:pt x="29210" y="304812"/>
                  </a:moveTo>
                  <a:lnTo>
                    <a:pt x="0" y="304812"/>
                  </a:lnTo>
                  <a:lnTo>
                    <a:pt x="0" y="311150"/>
                  </a:lnTo>
                  <a:lnTo>
                    <a:pt x="29210" y="311150"/>
                  </a:lnTo>
                  <a:lnTo>
                    <a:pt x="29210" y="304812"/>
                  </a:lnTo>
                  <a:close/>
                </a:path>
                <a:path w="29210" h="476250">
                  <a:moveTo>
                    <a:pt x="29210" y="292112"/>
                  </a:moveTo>
                  <a:lnTo>
                    <a:pt x="0" y="292112"/>
                  </a:lnTo>
                  <a:lnTo>
                    <a:pt x="0" y="304800"/>
                  </a:lnTo>
                  <a:lnTo>
                    <a:pt x="29210" y="304800"/>
                  </a:lnTo>
                  <a:lnTo>
                    <a:pt x="29210" y="292112"/>
                  </a:lnTo>
                  <a:close/>
                </a:path>
                <a:path w="29210" h="476250">
                  <a:moveTo>
                    <a:pt x="29210" y="289572"/>
                  </a:moveTo>
                  <a:lnTo>
                    <a:pt x="0" y="289572"/>
                  </a:lnTo>
                  <a:lnTo>
                    <a:pt x="0" y="292100"/>
                  </a:lnTo>
                  <a:lnTo>
                    <a:pt x="29210" y="292100"/>
                  </a:lnTo>
                  <a:lnTo>
                    <a:pt x="29210" y="289572"/>
                  </a:lnTo>
                  <a:close/>
                </a:path>
                <a:path w="29210" h="476250">
                  <a:moveTo>
                    <a:pt x="29210" y="285762"/>
                  </a:moveTo>
                  <a:lnTo>
                    <a:pt x="0" y="285762"/>
                  </a:lnTo>
                  <a:lnTo>
                    <a:pt x="0" y="289560"/>
                  </a:lnTo>
                  <a:lnTo>
                    <a:pt x="29210" y="289560"/>
                  </a:lnTo>
                  <a:lnTo>
                    <a:pt x="29210" y="285762"/>
                  </a:lnTo>
                  <a:close/>
                </a:path>
                <a:path w="29210" h="476250">
                  <a:moveTo>
                    <a:pt x="29210" y="283222"/>
                  </a:moveTo>
                  <a:lnTo>
                    <a:pt x="0" y="283222"/>
                  </a:lnTo>
                  <a:lnTo>
                    <a:pt x="0" y="285750"/>
                  </a:lnTo>
                  <a:lnTo>
                    <a:pt x="29210" y="285750"/>
                  </a:lnTo>
                  <a:lnTo>
                    <a:pt x="29210" y="283222"/>
                  </a:lnTo>
                  <a:close/>
                </a:path>
                <a:path w="29210" h="476250">
                  <a:moveTo>
                    <a:pt x="29210" y="279412"/>
                  </a:moveTo>
                  <a:lnTo>
                    <a:pt x="0" y="279412"/>
                  </a:lnTo>
                  <a:lnTo>
                    <a:pt x="0" y="283210"/>
                  </a:lnTo>
                  <a:lnTo>
                    <a:pt x="29210" y="283210"/>
                  </a:lnTo>
                  <a:lnTo>
                    <a:pt x="29210" y="279412"/>
                  </a:lnTo>
                  <a:close/>
                </a:path>
                <a:path w="29210" h="476250">
                  <a:moveTo>
                    <a:pt x="29210" y="273062"/>
                  </a:moveTo>
                  <a:lnTo>
                    <a:pt x="0" y="273062"/>
                  </a:lnTo>
                  <a:lnTo>
                    <a:pt x="0" y="279400"/>
                  </a:lnTo>
                  <a:lnTo>
                    <a:pt x="29210" y="279400"/>
                  </a:lnTo>
                  <a:lnTo>
                    <a:pt x="29210" y="273062"/>
                  </a:lnTo>
                  <a:close/>
                </a:path>
                <a:path w="29210" h="476250">
                  <a:moveTo>
                    <a:pt x="29210" y="234962"/>
                  </a:moveTo>
                  <a:lnTo>
                    <a:pt x="0" y="234962"/>
                  </a:lnTo>
                  <a:lnTo>
                    <a:pt x="0" y="273050"/>
                  </a:lnTo>
                  <a:lnTo>
                    <a:pt x="29210" y="273050"/>
                  </a:lnTo>
                  <a:lnTo>
                    <a:pt x="29210" y="234962"/>
                  </a:lnTo>
                  <a:close/>
                </a:path>
                <a:path w="29210" h="476250">
                  <a:moveTo>
                    <a:pt x="292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9210" y="234950"/>
                  </a:lnTo>
                  <a:lnTo>
                    <a:pt x="29210" y="232422"/>
                  </a:lnTo>
                  <a:close/>
                </a:path>
                <a:path w="29210" h="476250">
                  <a:moveTo>
                    <a:pt x="2921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29210" y="232410"/>
                  </a:lnTo>
                  <a:lnTo>
                    <a:pt x="29210" y="226072"/>
                  </a:lnTo>
                  <a:close/>
                </a:path>
                <a:path w="29210" h="476250">
                  <a:moveTo>
                    <a:pt x="2921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29210" y="226060"/>
                  </a:lnTo>
                  <a:lnTo>
                    <a:pt x="29210" y="222262"/>
                  </a:lnTo>
                  <a:close/>
                </a:path>
                <a:path w="29210" h="476250">
                  <a:moveTo>
                    <a:pt x="2921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29210" y="222250"/>
                  </a:lnTo>
                  <a:lnTo>
                    <a:pt x="29210" y="219722"/>
                  </a:lnTo>
                  <a:close/>
                </a:path>
                <a:path w="29210" h="476250">
                  <a:moveTo>
                    <a:pt x="29210" y="213372"/>
                  </a:moveTo>
                  <a:lnTo>
                    <a:pt x="0" y="213372"/>
                  </a:lnTo>
                  <a:lnTo>
                    <a:pt x="0" y="219710"/>
                  </a:lnTo>
                  <a:lnTo>
                    <a:pt x="29210" y="219710"/>
                  </a:lnTo>
                  <a:lnTo>
                    <a:pt x="29210" y="213372"/>
                  </a:lnTo>
                  <a:close/>
                </a:path>
                <a:path w="29210" h="476250">
                  <a:moveTo>
                    <a:pt x="29210" y="207022"/>
                  </a:moveTo>
                  <a:lnTo>
                    <a:pt x="0" y="207022"/>
                  </a:lnTo>
                  <a:lnTo>
                    <a:pt x="0" y="213360"/>
                  </a:lnTo>
                  <a:lnTo>
                    <a:pt x="29210" y="213360"/>
                  </a:lnTo>
                  <a:lnTo>
                    <a:pt x="29210" y="207022"/>
                  </a:lnTo>
                  <a:close/>
                </a:path>
                <a:path w="29210" h="476250">
                  <a:moveTo>
                    <a:pt x="29210" y="195592"/>
                  </a:moveTo>
                  <a:lnTo>
                    <a:pt x="0" y="195592"/>
                  </a:lnTo>
                  <a:lnTo>
                    <a:pt x="0" y="207010"/>
                  </a:lnTo>
                  <a:lnTo>
                    <a:pt x="29210" y="207010"/>
                  </a:lnTo>
                  <a:lnTo>
                    <a:pt x="29210" y="195592"/>
                  </a:lnTo>
                  <a:close/>
                </a:path>
                <a:path w="29210" h="476250">
                  <a:moveTo>
                    <a:pt x="2921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9210" y="195580"/>
                  </a:lnTo>
                  <a:lnTo>
                    <a:pt x="29210" y="189242"/>
                  </a:lnTo>
                  <a:close/>
                </a:path>
                <a:path w="29210" h="476250">
                  <a:moveTo>
                    <a:pt x="29210" y="182892"/>
                  </a:moveTo>
                  <a:lnTo>
                    <a:pt x="0" y="182892"/>
                  </a:lnTo>
                  <a:lnTo>
                    <a:pt x="0" y="189230"/>
                  </a:lnTo>
                  <a:lnTo>
                    <a:pt x="29210" y="189230"/>
                  </a:lnTo>
                  <a:lnTo>
                    <a:pt x="29210" y="182892"/>
                  </a:lnTo>
                  <a:close/>
                </a:path>
                <a:path w="29210" h="476250">
                  <a:moveTo>
                    <a:pt x="29210" y="176542"/>
                  </a:moveTo>
                  <a:lnTo>
                    <a:pt x="0" y="176542"/>
                  </a:lnTo>
                  <a:lnTo>
                    <a:pt x="0" y="182880"/>
                  </a:lnTo>
                  <a:lnTo>
                    <a:pt x="29210" y="182880"/>
                  </a:lnTo>
                  <a:lnTo>
                    <a:pt x="29210" y="176542"/>
                  </a:lnTo>
                  <a:close/>
                </a:path>
                <a:path w="29210" h="476250">
                  <a:moveTo>
                    <a:pt x="29210" y="170192"/>
                  </a:moveTo>
                  <a:lnTo>
                    <a:pt x="0" y="170192"/>
                  </a:lnTo>
                  <a:lnTo>
                    <a:pt x="0" y="176530"/>
                  </a:lnTo>
                  <a:lnTo>
                    <a:pt x="29210" y="176530"/>
                  </a:lnTo>
                  <a:lnTo>
                    <a:pt x="29210" y="170192"/>
                  </a:lnTo>
                  <a:close/>
                </a:path>
                <a:path w="29210" h="476250">
                  <a:moveTo>
                    <a:pt x="29210" y="163842"/>
                  </a:moveTo>
                  <a:lnTo>
                    <a:pt x="0" y="163842"/>
                  </a:lnTo>
                  <a:lnTo>
                    <a:pt x="0" y="170180"/>
                  </a:lnTo>
                  <a:lnTo>
                    <a:pt x="29210" y="170180"/>
                  </a:lnTo>
                  <a:lnTo>
                    <a:pt x="29210" y="163842"/>
                  </a:lnTo>
                  <a:close/>
                </a:path>
                <a:path w="29210" h="476250">
                  <a:moveTo>
                    <a:pt x="29210" y="157492"/>
                  </a:moveTo>
                  <a:lnTo>
                    <a:pt x="0" y="157492"/>
                  </a:lnTo>
                  <a:lnTo>
                    <a:pt x="0" y="163830"/>
                  </a:lnTo>
                  <a:lnTo>
                    <a:pt x="29210" y="163830"/>
                  </a:lnTo>
                  <a:lnTo>
                    <a:pt x="29210" y="157492"/>
                  </a:lnTo>
                  <a:close/>
                </a:path>
                <a:path w="29210" h="476250">
                  <a:moveTo>
                    <a:pt x="2921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9210" y="157480"/>
                  </a:lnTo>
                  <a:lnTo>
                    <a:pt x="29210" y="151142"/>
                  </a:lnTo>
                  <a:close/>
                </a:path>
                <a:path w="29210" h="476250">
                  <a:moveTo>
                    <a:pt x="29210" y="138442"/>
                  </a:moveTo>
                  <a:lnTo>
                    <a:pt x="0" y="138442"/>
                  </a:lnTo>
                  <a:lnTo>
                    <a:pt x="0" y="151130"/>
                  </a:lnTo>
                  <a:lnTo>
                    <a:pt x="29210" y="151130"/>
                  </a:lnTo>
                  <a:lnTo>
                    <a:pt x="29210" y="138442"/>
                  </a:lnTo>
                  <a:close/>
                </a:path>
                <a:path w="29210" h="476250">
                  <a:moveTo>
                    <a:pt x="29210" y="132092"/>
                  </a:moveTo>
                  <a:lnTo>
                    <a:pt x="0" y="132092"/>
                  </a:lnTo>
                  <a:lnTo>
                    <a:pt x="0" y="138430"/>
                  </a:lnTo>
                  <a:lnTo>
                    <a:pt x="29210" y="138430"/>
                  </a:lnTo>
                  <a:lnTo>
                    <a:pt x="29210" y="132092"/>
                  </a:lnTo>
                  <a:close/>
                </a:path>
                <a:path w="29210" h="476250">
                  <a:moveTo>
                    <a:pt x="29210" y="125742"/>
                  </a:moveTo>
                  <a:lnTo>
                    <a:pt x="0" y="125742"/>
                  </a:lnTo>
                  <a:lnTo>
                    <a:pt x="0" y="132080"/>
                  </a:lnTo>
                  <a:lnTo>
                    <a:pt x="29210" y="132080"/>
                  </a:lnTo>
                  <a:lnTo>
                    <a:pt x="29210" y="125742"/>
                  </a:lnTo>
                  <a:close/>
                </a:path>
                <a:path w="29210" h="476250">
                  <a:moveTo>
                    <a:pt x="29210" y="119392"/>
                  </a:moveTo>
                  <a:lnTo>
                    <a:pt x="0" y="119392"/>
                  </a:lnTo>
                  <a:lnTo>
                    <a:pt x="0" y="125730"/>
                  </a:lnTo>
                  <a:lnTo>
                    <a:pt x="29210" y="125730"/>
                  </a:lnTo>
                  <a:lnTo>
                    <a:pt x="29210" y="119392"/>
                  </a:lnTo>
                  <a:close/>
                </a:path>
                <a:path w="29210" h="476250">
                  <a:moveTo>
                    <a:pt x="29210" y="113042"/>
                  </a:moveTo>
                  <a:lnTo>
                    <a:pt x="0" y="113042"/>
                  </a:lnTo>
                  <a:lnTo>
                    <a:pt x="0" y="119380"/>
                  </a:lnTo>
                  <a:lnTo>
                    <a:pt x="29210" y="119380"/>
                  </a:lnTo>
                  <a:lnTo>
                    <a:pt x="29210" y="113042"/>
                  </a:lnTo>
                  <a:close/>
                </a:path>
                <a:path w="29210" h="476250">
                  <a:moveTo>
                    <a:pt x="29210" y="106692"/>
                  </a:moveTo>
                  <a:lnTo>
                    <a:pt x="0" y="106692"/>
                  </a:lnTo>
                  <a:lnTo>
                    <a:pt x="0" y="113030"/>
                  </a:lnTo>
                  <a:lnTo>
                    <a:pt x="29210" y="113030"/>
                  </a:lnTo>
                  <a:lnTo>
                    <a:pt x="29210" y="106692"/>
                  </a:lnTo>
                  <a:close/>
                </a:path>
                <a:path w="29210" h="476250">
                  <a:moveTo>
                    <a:pt x="29210" y="100342"/>
                  </a:moveTo>
                  <a:lnTo>
                    <a:pt x="0" y="100342"/>
                  </a:lnTo>
                  <a:lnTo>
                    <a:pt x="0" y="106680"/>
                  </a:lnTo>
                  <a:lnTo>
                    <a:pt x="29210" y="106680"/>
                  </a:lnTo>
                  <a:lnTo>
                    <a:pt x="29210" y="100342"/>
                  </a:lnTo>
                  <a:close/>
                </a:path>
                <a:path w="29210" h="476250">
                  <a:moveTo>
                    <a:pt x="2921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9210" y="100330"/>
                  </a:lnTo>
                  <a:lnTo>
                    <a:pt x="29210" y="93992"/>
                  </a:lnTo>
                  <a:close/>
                </a:path>
                <a:path w="29210" h="476250">
                  <a:moveTo>
                    <a:pt x="2921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9210" y="93980"/>
                  </a:lnTo>
                  <a:lnTo>
                    <a:pt x="29210" y="87642"/>
                  </a:lnTo>
                  <a:close/>
                </a:path>
                <a:path w="29210" h="476250">
                  <a:moveTo>
                    <a:pt x="29210" y="81292"/>
                  </a:moveTo>
                  <a:lnTo>
                    <a:pt x="0" y="81292"/>
                  </a:lnTo>
                  <a:lnTo>
                    <a:pt x="0" y="87630"/>
                  </a:lnTo>
                  <a:lnTo>
                    <a:pt x="29210" y="87630"/>
                  </a:lnTo>
                  <a:lnTo>
                    <a:pt x="29210" y="81292"/>
                  </a:lnTo>
                  <a:close/>
                </a:path>
                <a:path w="29210" h="476250">
                  <a:moveTo>
                    <a:pt x="29210" y="68592"/>
                  </a:moveTo>
                  <a:lnTo>
                    <a:pt x="0" y="68592"/>
                  </a:lnTo>
                  <a:lnTo>
                    <a:pt x="0" y="81280"/>
                  </a:lnTo>
                  <a:lnTo>
                    <a:pt x="29210" y="81280"/>
                  </a:lnTo>
                  <a:lnTo>
                    <a:pt x="29210" y="68592"/>
                  </a:lnTo>
                  <a:close/>
                </a:path>
                <a:path w="29210" h="476250">
                  <a:moveTo>
                    <a:pt x="29210" y="62242"/>
                  </a:moveTo>
                  <a:lnTo>
                    <a:pt x="0" y="62242"/>
                  </a:lnTo>
                  <a:lnTo>
                    <a:pt x="0" y="68580"/>
                  </a:lnTo>
                  <a:lnTo>
                    <a:pt x="29210" y="68580"/>
                  </a:lnTo>
                  <a:lnTo>
                    <a:pt x="29210" y="62242"/>
                  </a:lnTo>
                  <a:close/>
                </a:path>
                <a:path w="29210" h="476250">
                  <a:moveTo>
                    <a:pt x="29210" y="55892"/>
                  </a:moveTo>
                  <a:lnTo>
                    <a:pt x="0" y="55892"/>
                  </a:lnTo>
                  <a:lnTo>
                    <a:pt x="0" y="62230"/>
                  </a:lnTo>
                  <a:lnTo>
                    <a:pt x="29210" y="62230"/>
                  </a:lnTo>
                  <a:lnTo>
                    <a:pt x="29210" y="55892"/>
                  </a:lnTo>
                  <a:close/>
                </a:path>
                <a:path w="29210" h="476250">
                  <a:moveTo>
                    <a:pt x="29210" y="49542"/>
                  </a:moveTo>
                  <a:lnTo>
                    <a:pt x="0" y="49542"/>
                  </a:lnTo>
                  <a:lnTo>
                    <a:pt x="0" y="55880"/>
                  </a:lnTo>
                  <a:lnTo>
                    <a:pt x="29210" y="55880"/>
                  </a:lnTo>
                  <a:lnTo>
                    <a:pt x="29210" y="49542"/>
                  </a:lnTo>
                  <a:close/>
                </a:path>
                <a:path w="29210" h="476250">
                  <a:moveTo>
                    <a:pt x="2921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9210" y="49530"/>
                  </a:lnTo>
                  <a:lnTo>
                    <a:pt x="29210" y="43192"/>
                  </a:lnTo>
                  <a:close/>
                </a:path>
                <a:path w="29210" h="476250">
                  <a:moveTo>
                    <a:pt x="2921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9210" y="43180"/>
                  </a:lnTo>
                  <a:lnTo>
                    <a:pt x="29210" y="36842"/>
                  </a:lnTo>
                  <a:close/>
                </a:path>
                <a:path w="29210" h="476250">
                  <a:moveTo>
                    <a:pt x="2921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9210" y="36830"/>
                  </a:lnTo>
                  <a:lnTo>
                    <a:pt x="29210" y="30492"/>
                  </a:lnTo>
                  <a:close/>
                </a:path>
                <a:path w="29210" h="476250">
                  <a:moveTo>
                    <a:pt x="29210" y="24142"/>
                  </a:moveTo>
                  <a:lnTo>
                    <a:pt x="0" y="24142"/>
                  </a:lnTo>
                  <a:lnTo>
                    <a:pt x="0" y="30480"/>
                  </a:lnTo>
                  <a:lnTo>
                    <a:pt x="29210" y="30480"/>
                  </a:lnTo>
                  <a:lnTo>
                    <a:pt x="29210" y="24142"/>
                  </a:lnTo>
                  <a:close/>
                </a:path>
                <a:path w="29210" h="476250">
                  <a:moveTo>
                    <a:pt x="292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9210" y="24130"/>
                  </a:lnTo>
                  <a:lnTo>
                    <a:pt x="29210" y="17792"/>
                  </a:lnTo>
                  <a:close/>
                </a:path>
                <a:path w="29210" h="476250">
                  <a:moveTo>
                    <a:pt x="29210" y="5092"/>
                  </a:moveTo>
                  <a:lnTo>
                    <a:pt x="0" y="5092"/>
                  </a:lnTo>
                  <a:lnTo>
                    <a:pt x="0" y="17780"/>
                  </a:lnTo>
                  <a:lnTo>
                    <a:pt x="29210" y="17780"/>
                  </a:lnTo>
                  <a:lnTo>
                    <a:pt x="29210" y="5092"/>
                  </a:lnTo>
                  <a:close/>
                </a:path>
                <a:path w="29210" h="476250">
                  <a:moveTo>
                    <a:pt x="292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9210" y="5080"/>
                  </a:lnTo>
                  <a:lnTo>
                    <a:pt x="29210" y="0"/>
                  </a:lnTo>
                  <a:close/>
                </a:path>
              </a:pathLst>
            </a:custGeom>
            <a:solidFill>
              <a:srgbClr val="1A35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3" name="object 3703"/>
            <p:cNvSpPr/>
            <p:nvPr/>
          </p:nvSpPr>
          <p:spPr>
            <a:xfrm>
              <a:off x="3785870" y="5500382"/>
              <a:ext cx="29209" cy="181610"/>
            </a:xfrm>
            <a:custGeom>
              <a:avLst/>
              <a:gdLst/>
              <a:ahLst/>
              <a:cxnLst/>
              <a:rect l="l" t="t" r="r" b="b"/>
              <a:pathLst>
                <a:path w="29210" h="181610">
                  <a:moveTo>
                    <a:pt x="29210" y="180340"/>
                  </a:moveTo>
                  <a:lnTo>
                    <a:pt x="0" y="180340"/>
                  </a:lnTo>
                  <a:lnTo>
                    <a:pt x="0" y="181597"/>
                  </a:lnTo>
                  <a:lnTo>
                    <a:pt x="29210" y="181597"/>
                  </a:lnTo>
                  <a:lnTo>
                    <a:pt x="29210" y="180340"/>
                  </a:lnTo>
                  <a:close/>
                </a:path>
                <a:path w="29210" h="181610">
                  <a:moveTo>
                    <a:pt x="29210" y="173990"/>
                  </a:moveTo>
                  <a:lnTo>
                    <a:pt x="0" y="173990"/>
                  </a:lnTo>
                  <a:lnTo>
                    <a:pt x="0" y="180327"/>
                  </a:lnTo>
                  <a:lnTo>
                    <a:pt x="29210" y="180327"/>
                  </a:lnTo>
                  <a:lnTo>
                    <a:pt x="29210" y="173990"/>
                  </a:lnTo>
                  <a:close/>
                </a:path>
                <a:path w="29210" h="181610">
                  <a:moveTo>
                    <a:pt x="29210" y="171450"/>
                  </a:moveTo>
                  <a:lnTo>
                    <a:pt x="0" y="171450"/>
                  </a:lnTo>
                  <a:lnTo>
                    <a:pt x="0" y="173977"/>
                  </a:lnTo>
                  <a:lnTo>
                    <a:pt x="29210" y="173977"/>
                  </a:lnTo>
                  <a:lnTo>
                    <a:pt x="29210" y="171450"/>
                  </a:lnTo>
                  <a:close/>
                </a:path>
                <a:path w="29210" h="181610">
                  <a:moveTo>
                    <a:pt x="29210" y="167640"/>
                  </a:moveTo>
                  <a:lnTo>
                    <a:pt x="0" y="167640"/>
                  </a:lnTo>
                  <a:lnTo>
                    <a:pt x="0" y="171437"/>
                  </a:lnTo>
                  <a:lnTo>
                    <a:pt x="29210" y="171437"/>
                  </a:lnTo>
                  <a:lnTo>
                    <a:pt x="29210" y="167640"/>
                  </a:lnTo>
                  <a:close/>
                </a:path>
                <a:path w="29210" h="181610">
                  <a:moveTo>
                    <a:pt x="29210" y="165100"/>
                  </a:moveTo>
                  <a:lnTo>
                    <a:pt x="0" y="165100"/>
                  </a:lnTo>
                  <a:lnTo>
                    <a:pt x="0" y="167627"/>
                  </a:lnTo>
                  <a:lnTo>
                    <a:pt x="29210" y="167627"/>
                  </a:lnTo>
                  <a:lnTo>
                    <a:pt x="29210" y="165100"/>
                  </a:lnTo>
                  <a:close/>
                </a:path>
                <a:path w="29210" h="181610">
                  <a:moveTo>
                    <a:pt x="29210" y="161290"/>
                  </a:moveTo>
                  <a:lnTo>
                    <a:pt x="0" y="161290"/>
                  </a:lnTo>
                  <a:lnTo>
                    <a:pt x="0" y="165087"/>
                  </a:lnTo>
                  <a:lnTo>
                    <a:pt x="29210" y="165087"/>
                  </a:lnTo>
                  <a:lnTo>
                    <a:pt x="29210" y="161290"/>
                  </a:lnTo>
                  <a:close/>
                </a:path>
                <a:path w="29210" h="181610">
                  <a:moveTo>
                    <a:pt x="29210" y="154940"/>
                  </a:moveTo>
                  <a:lnTo>
                    <a:pt x="0" y="154940"/>
                  </a:lnTo>
                  <a:lnTo>
                    <a:pt x="0" y="161277"/>
                  </a:lnTo>
                  <a:lnTo>
                    <a:pt x="29210" y="161277"/>
                  </a:lnTo>
                  <a:lnTo>
                    <a:pt x="29210" y="154940"/>
                  </a:lnTo>
                  <a:close/>
                </a:path>
                <a:path w="29210" h="181610">
                  <a:moveTo>
                    <a:pt x="29210" y="152400"/>
                  </a:moveTo>
                  <a:lnTo>
                    <a:pt x="0" y="152400"/>
                  </a:lnTo>
                  <a:lnTo>
                    <a:pt x="0" y="154927"/>
                  </a:lnTo>
                  <a:lnTo>
                    <a:pt x="29210" y="154927"/>
                  </a:lnTo>
                  <a:lnTo>
                    <a:pt x="29210" y="152400"/>
                  </a:lnTo>
                  <a:close/>
                </a:path>
                <a:path w="29210" h="181610">
                  <a:moveTo>
                    <a:pt x="29210" y="148590"/>
                  </a:moveTo>
                  <a:lnTo>
                    <a:pt x="0" y="148590"/>
                  </a:lnTo>
                  <a:lnTo>
                    <a:pt x="0" y="152387"/>
                  </a:lnTo>
                  <a:lnTo>
                    <a:pt x="29210" y="152387"/>
                  </a:lnTo>
                  <a:lnTo>
                    <a:pt x="29210" y="148590"/>
                  </a:lnTo>
                  <a:close/>
                </a:path>
                <a:path w="29210" h="181610">
                  <a:moveTo>
                    <a:pt x="29210" y="146050"/>
                  </a:moveTo>
                  <a:lnTo>
                    <a:pt x="0" y="146050"/>
                  </a:lnTo>
                  <a:lnTo>
                    <a:pt x="0" y="148577"/>
                  </a:lnTo>
                  <a:lnTo>
                    <a:pt x="29210" y="148577"/>
                  </a:lnTo>
                  <a:lnTo>
                    <a:pt x="29210" y="146050"/>
                  </a:lnTo>
                  <a:close/>
                </a:path>
                <a:path w="29210" h="181610">
                  <a:moveTo>
                    <a:pt x="29210" y="142240"/>
                  </a:moveTo>
                  <a:lnTo>
                    <a:pt x="0" y="142240"/>
                  </a:lnTo>
                  <a:lnTo>
                    <a:pt x="0" y="146037"/>
                  </a:lnTo>
                  <a:lnTo>
                    <a:pt x="29210" y="146037"/>
                  </a:lnTo>
                  <a:lnTo>
                    <a:pt x="29210" y="142240"/>
                  </a:lnTo>
                  <a:close/>
                </a:path>
                <a:path w="29210" h="181610">
                  <a:moveTo>
                    <a:pt x="29210" y="135890"/>
                  </a:moveTo>
                  <a:lnTo>
                    <a:pt x="0" y="135890"/>
                  </a:lnTo>
                  <a:lnTo>
                    <a:pt x="0" y="142227"/>
                  </a:lnTo>
                  <a:lnTo>
                    <a:pt x="29210" y="142227"/>
                  </a:lnTo>
                  <a:lnTo>
                    <a:pt x="29210" y="135890"/>
                  </a:lnTo>
                  <a:close/>
                </a:path>
                <a:path w="29210" h="181610">
                  <a:moveTo>
                    <a:pt x="29210" y="133350"/>
                  </a:moveTo>
                  <a:lnTo>
                    <a:pt x="0" y="133350"/>
                  </a:lnTo>
                  <a:lnTo>
                    <a:pt x="0" y="135877"/>
                  </a:lnTo>
                  <a:lnTo>
                    <a:pt x="29210" y="135877"/>
                  </a:lnTo>
                  <a:lnTo>
                    <a:pt x="29210" y="133350"/>
                  </a:lnTo>
                  <a:close/>
                </a:path>
                <a:path w="29210" h="181610">
                  <a:moveTo>
                    <a:pt x="29210" y="129540"/>
                  </a:moveTo>
                  <a:lnTo>
                    <a:pt x="0" y="129540"/>
                  </a:lnTo>
                  <a:lnTo>
                    <a:pt x="0" y="133337"/>
                  </a:lnTo>
                  <a:lnTo>
                    <a:pt x="29210" y="133337"/>
                  </a:lnTo>
                  <a:lnTo>
                    <a:pt x="29210" y="129540"/>
                  </a:lnTo>
                  <a:close/>
                </a:path>
                <a:path w="29210" h="181610">
                  <a:moveTo>
                    <a:pt x="29210" y="127000"/>
                  </a:moveTo>
                  <a:lnTo>
                    <a:pt x="0" y="127000"/>
                  </a:lnTo>
                  <a:lnTo>
                    <a:pt x="0" y="129527"/>
                  </a:lnTo>
                  <a:lnTo>
                    <a:pt x="29210" y="129527"/>
                  </a:lnTo>
                  <a:lnTo>
                    <a:pt x="29210" y="127000"/>
                  </a:lnTo>
                  <a:close/>
                </a:path>
                <a:path w="29210" h="181610">
                  <a:moveTo>
                    <a:pt x="29210" y="120650"/>
                  </a:moveTo>
                  <a:lnTo>
                    <a:pt x="0" y="120650"/>
                  </a:lnTo>
                  <a:lnTo>
                    <a:pt x="0" y="126987"/>
                  </a:lnTo>
                  <a:lnTo>
                    <a:pt x="29210" y="126987"/>
                  </a:lnTo>
                  <a:lnTo>
                    <a:pt x="29210" y="120650"/>
                  </a:lnTo>
                  <a:close/>
                </a:path>
                <a:path w="29210" h="181610">
                  <a:moveTo>
                    <a:pt x="2921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29210" y="120637"/>
                  </a:lnTo>
                  <a:lnTo>
                    <a:pt x="29210" y="114300"/>
                  </a:lnTo>
                  <a:close/>
                </a:path>
                <a:path w="29210" h="181610">
                  <a:moveTo>
                    <a:pt x="29210" y="110490"/>
                  </a:moveTo>
                  <a:lnTo>
                    <a:pt x="0" y="110490"/>
                  </a:lnTo>
                  <a:lnTo>
                    <a:pt x="0" y="114287"/>
                  </a:lnTo>
                  <a:lnTo>
                    <a:pt x="29210" y="114287"/>
                  </a:lnTo>
                  <a:lnTo>
                    <a:pt x="29210" y="110490"/>
                  </a:lnTo>
                  <a:close/>
                </a:path>
                <a:path w="29210" h="181610">
                  <a:moveTo>
                    <a:pt x="29210" y="107950"/>
                  </a:moveTo>
                  <a:lnTo>
                    <a:pt x="0" y="107950"/>
                  </a:lnTo>
                  <a:lnTo>
                    <a:pt x="0" y="110477"/>
                  </a:lnTo>
                  <a:lnTo>
                    <a:pt x="29210" y="110477"/>
                  </a:lnTo>
                  <a:lnTo>
                    <a:pt x="29210" y="107950"/>
                  </a:lnTo>
                  <a:close/>
                </a:path>
                <a:path w="29210" h="181610">
                  <a:moveTo>
                    <a:pt x="29210" y="104140"/>
                  </a:moveTo>
                  <a:lnTo>
                    <a:pt x="0" y="104140"/>
                  </a:lnTo>
                  <a:lnTo>
                    <a:pt x="0" y="107937"/>
                  </a:lnTo>
                  <a:lnTo>
                    <a:pt x="29210" y="107937"/>
                  </a:lnTo>
                  <a:lnTo>
                    <a:pt x="29210" y="104140"/>
                  </a:lnTo>
                  <a:close/>
                </a:path>
                <a:path w="29210" h="181610">
                  <a:moveTo>
                    <a:pt x="29210" y="101600"/>
                  </a:moveTo>
                  <a:lnTo>
                    <a:pt x="0" y="101600"/>
                  </a:lnTo>
                  <a:lnTo>
                    <a:pt x="0" y="104127"/>
                  </a:lnTo>
                  <a:lnTo>
                    <a:pt x="29210" y="104127"/>
                  </a:lnTo>
                  <a:lnTo>
                    <a:pt x="29210" y="101600"/>
                  </a:lnTo>
                  <a:close/>
                </a:path>
                <a:path w="29210" h="181610">
                  <a:moveTo>
                    <a:pt x="29210" y="97790"/>
                  </a:moveTo>
                  <a:lnTo>
                    <a:pt x="0" y="97790"/>
                  </a:lnTo>
                  <a:lnTo>
                    <a:pt x="0" y="101587"/>
                  </a:lnTo>
                  <a:lnTo>
                    <a:pt x="29210" y="101587"/>
                  </a:lnTo>
                  <a:lnTo>
                    <a:pt x="29210" y="97790"/>
                  </a:lnTo>
                  <a:close/>
                </a:path>
                <a:path w="29210" h="181610">
                  <a:moveTo>
                    <a:pt x="29210" y="95250"/>
                  </a:moveTo>
                  <a:lnTo>
                    <a:pt x="0" y="95250"/>
                  </a:lnTo>
                  <a:lnTo>
                    <a:pt x="0" y="97777"/>
                  </a:lnTo>
                  <a:lnTo>
                    <a:pt x="29210" y="97777"/>
                  </a:lnTo>
                  <a:lnTo>
                    <a:pt x="29210" y="95250"/>
                  </a:lnTo>
                  <a:close/>
                </a:path>
                <a:path w="29210" h="181610">
                  <a:moveTo>
                    <a:pt x="29210" y="91440"/>
                  </a:moveTo>
                  <a:lnTo>
                    <a:pt x="0" y="91440"/>
                  </a:lnTo>
                  <a:lnTo>
                    <a:pt x="0" y="95237"/>
                  </a:lnTo>
                  <a:lnTo>
                    <a:pt x="29210" y="95237"/>
                  </a:lnTo>
                  <a:lnTo>
                    <a:pt x="29210" y="91440"/>
                  </a:lnTo>
                  <a:close/>
                </a:path>
                <a:path w="29210" h="181610">
                  <a:moveTo>
                    <a:pt x="29210" y="82550"/>
                  </a:moveTo>
                  <a:lnTo>
                    <a:pt x="0" y="82550"/>
                  </a:lnTo>
                  <a:lnTo>
                    <a:pt x="0" y="91427"/>
                  </a:lnTo>
                  <a:lnTo>
                    <a:pt x="29210" y="91427"/>
                  </a:lnTo>
                  <a:lnTo>
                    <a:pt x="29210" y="82550"/>
                  </a:lnTo>
                  <a:close/>
                </a:path>
                <a:path w="29210" h="181610">
                  <a:moveTo>
                    <a:pt x="29210" y="72390"/>
                  </a:moveTo>
                  <a:lnTo>
                    <a:pt x="0" y="72390"/>
                  </a:lnTo>
                  <a:lnTo>
                    <a:pt x="0" y="82537"/>
                  </a:lnTo>
                  <a:lnTo>
                    <a:pt x="29210" y="82537"/>
                  </a:lnTo>
                  <a:lnTo>
                    <a:pt x="29210" y="72390"/>
                  </a:lnTo>
                  <a:close/>
                </a:path>
                <a:path w="29210" h="181610">
                  <a:moveTo>
                    <a:pt x="29210" y="63500"/>
                  </a:moveTo>
                  <a:lnTo>
                    <a:pt x="0" y="63500"/>
                  </a:lnTo>
                  <a:lnTo>
                    <a:pt x="0" y="72377"/>
                  </a:lnTo>
                  <a:lnTo>
                    <a:pt x="29210" y="72377"/>
                  </a:lnTo>
                  <a:lnTo>
                    <a:pt x="29210" y="63500"/>
                  </a:lnTo>
                  <a:close/>
                </a:path>
                <a:path w="29210" h="181610">
                  <a:moveTo>
                    <a:pt x="29210" y="53340"/>
                  </a:moveTo>
                  <a:lnTo>
                    <a:pt x="0" y="53340"/>
                  </a:lnTo>
                  <a:lnTo>
                    <a:pt x="0" y="63487"/>
                  </a:lnTo>
                  <a:lnTo>
                    <a:pt x="29210" y="63487"/>
                  </a:lnTo>
                  <a:lnTo>
                    <a:pt x="29210" y="53340"/>
                  </a:lnTo>
                  <a:close/>
                </a:path>
                <a:path w="29210" h="181610">
                  <a:moveTo>
                    <a:pt x="29210" y="50800"/>
                  </a:moveTo>
                  <a:lnTo>
                    <a:pt x="0" y="50800"/>
                  </a:lnTo>
                  <a:lnTo>
                    <a:pt x="0" y="53327"/>
                  </a:lnTo>
                  <a:lnTo>
                    <a:pt x="29210" y="53327"/>
                  </a:lnTo>
                  <a:lnTo>
                    <a:pt x="29210" y="50800"/>
                  </a:lnTo>
                  <a:close/>
                </a:path>
                <a:path w="29210" h="181610">
                  <a:moveTo>
                    <a:pt x="29210" y="46990"/>
                  </a:moveTo>
                  <a:lnTo>
                    <a:pt x="0" y="46990"/>
                  </a:lnTo>
                  <a:lnTo>
                    <a:pt x="0" y="50787"/>
                  </a:lnTo>
                  <a:lnTo>
                    <a:pt x="29210" y="50787"/>
                  </a:lnTo>
                  <a:lnTo>
                    <a:pt x="29210" y="46990"/>
                  </a:lnTo>
                  <a:close/>
                </a:path>
                <a:path w="29210" h="181610">
                  <a:moveTo>
                    <a:pt x="29210" y="40640"/>
                  </a:moveTo>
                  <a:lnTo>
                    <a:pt x="0" y="40640"/>
                  </a:lnTo>
                  <a:lnTo>
                    <a:pt x="0" y="46977"/>
                  </a:lnTo>
                  <a:lnTo>
                    <a:pt x="29210" y="46977"/>
                  </a:lnTo>
                  <a:lnTo>
                    <a:pt x="29210" y="40640"/>
                  </a:lnTo>
                  <a:close/>
                </a:path>
                <a:path w="29210" h="181610">
                  <a:moveTo>
                    <a:pt x="29210" y="34290"/>
                  </a:moveTo>
                  <a:lnTo>
                    <a:pt x="0" y="34290"/>
                  </a:lnTo>
                  <a:lnTo>
                    <a:pt x="0" y="40627"/>
                  </a:lnTo>
                  <a:lnTo>
                    <a:pt x="29210" y="40627"/>
                  </a:lnTo>
                  <a:lnTo>
                    <a:pt x="29210" y="34290"/>
                  </a:lnTo>
                  <a:close/>
                </a:path>
                <a:path w="29210" h="181610">
                  <a:moveTo>
                    <a:pt x="29210" y="27940"/>
                  </a:moveTo>
                  <a:lnTo>
                    <a:pt x="0" y="27940"/>
                  </a:lnTo>
                  <a:lnTo>
                    <a:pt x="0" y="34277"/>
                  </a:lnTo>
                  <a:lnTo>
                    <a:pt x="29210" y="34277"/>
                  </a:lnTo>
                  <a:lnTo>
                    <a:pt x="29210" y="27940"/>
                  </a:lnTo>
                  <a:close/>
                </a:path>
                <a:path w="29210" h="181610">
                  <a:moveTo>
                    <a:pt x="29210" y="25400"/>
                  </a:moveTo>
                  <a:lnTo>
                    <a:pt x="0" y="25400"/>
                  </a:lnTo>
                  <a:lnTo>
                    <a:pt x="0" y="27927"/>
                  </a:lnTo>
                  <a:lnTo>
                    <a:pt x="29210" y="27927"/>
                  </a:lnTo>
                  <a:lnTo>
                    <a:pt x="29210" y="25400"/>
                  </a:lnTo>
                  <a:close/>
                </a:path>
                <a:path w="29210" h="181610">
                  <a:moveTo>
                    <a:pt x="2921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29210" y="25387"/>
                  </a:lnTo>
                  <a:lnTo>
                    <a:pt x="29210" y="21590"/>
                  </a:lnTo>
                  <a:close/>
                </a:path>
                <a:path w="29210" h="181610">
                  <a:moveTo>
                    <a:pt x="29210" y="15240"/>
                  </a:moveTo>
                  <a:lnTo>
                    <a:pt x="0" y="15240"/>
                  </a:lnTo>
                  <a:lnTo>
                    <a:pt x="0" y="21577"/>
                  </a:lnTo>
                  <a:lnTo>
                    <a:pt x="29210" y="21577"/>
                  </a:lnTo>
                  <a:lnTo>
                    <a:pt x="29210" y="15240"/>
                  </a:lnTo>
                  <a:close/>
                </a:path>
                <a:path w="29210" h="181610">
                  <a:moveTo>
                    <a:pt x="292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9210" y="15227"/>
                  </a:lnTo>
                  <a:lnTo>
                    <a:pt x="29210" y="12700"/>
                  </a:lnTo>
                  <a:close/>
                </a:path>
                <a:path w="29210" h="181610">
                  <a:moveTo>
                    <a:pt x="292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9210" y="12687"/>
                  </a:lnTo>
                  <a:lnTo>
                    <a:pt x="29210" y="8890"/>
                  </a:lnTo>
                  <a:close/>
                </a:path>
                <a:path w="29210" h="181610">
                  <a:moveTo>
                    <a:pt x="29210" y="0"/>
                  </a:moveTo>
                  <a:lnTo>
                    <a:pt x="0" y="0"/>
                  </a:lnTo>
                  <a:lnTo>
                    <a:pt x="0" y="8877"/>
                  </a:lnTo>
                  <a:lnTo>
                    <a:pt x="29210" y="8877"/>
                  </a:lnTo>
                  <a:lnTo>
                    <a:pt x="29210" y="0"/>
                  </a:lnTo>
                  <a:close/>
                </a:path>
              </a:pathLst>
            </a:custGeom>
            <a:solidFill>
              <a:srgbClr val="1A35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4" name="object 3704"/>
            <p:cNvSpPr/>
            <p:nvPr/>
          </p:nvSpPr>
          <p:spPr>
            <a:xfrm>
              <a:off x="3815080" y="5033010"/>
              <a:ext cx="27940" cy="476250"/>
            </a:xfrm>
            <a:custGeom>
              <a:avLst/>
              <a:gdLst/>
              <a:ahLst/>
              <a:cxnLst/>
              <a:rect l="l" t="t" r="r" b="b"/>
              <a:pathLst>
                <a:path w="27939" h="476250">
                  <a:moveTo>
                    <a:pt x="27940" y="467372"/>
                  </a:moveTo>
                  <a:lnTo>
                    <a:pt x="0" y="467372"/>
                  </a:lnTo>
                  <a:lnTo>
                    <a:pt x="0" y="476250"/>
                  </a:lnTo>
                  <a:lnTo>
                    <a:pt x="27940" y="476250"/>
                  </a:lnTo>
                  <a:lnTo>
                    <a:pt x="27940" y="467372"/>
                  </a:lnTo>
                  <a:close/>
                </a:path>
                <a:path w="27939" h="476250">
                  <a:moveTo>
                    <a:pt x="27940" y="463562"/>
                  </a:moveTo>
                  <a:lnTo>
                    <a:pt x="0" y="463562"/>
                  </a:lnTo>
                  <a:lnTo>
                    <a:pt x="0" y="467360"/>
                  </a:lnTo>
                  <a:lnTo>
                    <a:pt x="27940" y="467360"/>
                  </a:lnTo>
                  <a:lnTo>
                    <a:pt x="27940" y="463562"/>
                  </a:lnTo>
                  <a:close/>
                </a:path>
                <a:path w="27939" h="476250">
                  <a:moveTo>
                    <a:pt x="27940" y="461022"/>
                  </a:moveTo>
                  <a:lnTo>
                    <a:pt x="0" y="461022"/>
                  </a:lnTo>
                  <a:lnTo>
                    <a:pt x="0" y="463550"/>
                  </a:lnTo>
                  <a:lnTo>
                    <a:pt x="27940" y="463550"/>
                  </a:lnTo>
                  <a:lnTo>
                    <a:pt x="27940" y="461022"/>
                  </a:lnTo>
                  <a:close/>
                </a:path>
                <a:path w="27939" h="476250">
                  <a:moveTo>
                    <a:pt x="27940" y="457212"/>
                  </a:moveTo>
                  <a:lnTo>
                    <a:pt x="0" y="457212"/>
                  </a:lnTo>
                  <a:lnTo>
                    <a:pt x="0" y="461010"/>
                  </a:lnTo>
                  <a:lnTo>
                    <a:pt x="27940" y="461010"/>
                  </a:lnTo>
                  <a:lnTo>
                    <a:pt x="27940" y="457212"/>
                  </a:lnTo>
                  <a:close/>
                </a:path>
                <a:path w="27939" h="476250">
                  <a:moveTo>
                    <a:pt x="27940" y="448322"/>
                  </a:moveTo>
                  <a:lnTo>
                    <a:pt x="0" y="448322"/>
                  </a:lnTo>
                  <a:lnTo>
                    <a:pt x="0" y="457200"/>
                  </a:lnTo>
                  <a:lnTo>
                    <a:pt x="27940" y="457200"/>
                  </a:lnTo>
                  <a:lnTo>
                    <a:pt x="27940" y="448322"/>
                  </a:lnTo>
                  <a:close/>
                </a:path>
                <a:path w="27939" h="476250">
                  <a:moveTo>
                    <a:pt x="27940" y="429272"/>
                  </a:moveTo>
                  <a:lnTo>
                    <a:pt x="0" y="429272"/>
                  </a:lnTo>
                  <a:lnTo>
                    <a:pt x="0" y="448310"/>
                  </a:lnTo>
                  <a:lnTo>
                    <a:pt x="27940" y="448310"/>
                  </a:lnTo>
                  <a:lnTo>
                    <a:pt x="27940" y="429272"/>
                  </a:lnTo>
                  <a:close/>
                </a:path>
                <a:path w="27939" h="476250">
                  <a:moveTo>
                    <a:pt x="27940" y="422922"/>
                  </a:moveTo>
                  <a:lnTo>
                    <a:pt x="0" y="422922"/>
                  </a:lnTo>
                  <a:lnTo>
                    <a:pt x="0" y="429260"/>
                  </a:lnTo>
                  <a:lnTo>
                    <a:pt x="27940" y="429260"/>
                  </a:lnTo>
                  <a:lnTo>
                    <a:pt x="27940" y="422922"/>
                  </a:lnTo>
                  <a:close/>
                </a:path>
                <a:path w="27939" h="476250">
                  <a:moveTo>
                    <a:pt x="27940" y="416572"/>
                  </a:moveTo>
                  <a:lnTo>
                    <a:pt x="0" y="416572"/>
                  </a:lnTo>
                  <a:lnTo>
                    <a:pt x="0" y="422910"/>
                  </a:lnTo>
                  <a:lnTo>
                    <a:pt x="27940" y="422910"/>
                  </a:lnTo>
                  <a:lnTo>
                    <a:pt x="27940" y="416572"/>
                  </a:lnTo>
                  <a:close/>
                </a:path>
                <a:path w="27939" h="476250">
                  <a:moveTo>
                    <a:pt x="27940" y="412762"/>
                  </a:moveTo>
                  <a:lnTo>
                    <a:pt x="0" y="412762"/>
                  </a:lnTo>
                  <a:lnTo>
                    <a:pt x="0" y="416560"/>
                  </a:lnTo>
                  <a:lnTo>
                    <a:pt x="27940" y="416560"/>
                  </a:lnTo>
                  <a:lnTo>
                    <a:pt x="27940" y="412762"/>
                  </a:lnTo>
                  <a:close/>
                </a:path>
                <a:path w="27939" h="476250">
                  <a:moveTo>
                    <a:pt x="27940" y="410222"/>
                  </a:moveTo>
                  <a:lnTo>
                    <a:pt x="0" y="410222"/>
                  </a:lnTo>
                  <a:lnTo>
                    <a:pt x="0" y="412750"/>
                  </a:lnTo>
                  <a:lnTo>
                    <a:pt x="27940" y="412750"/>
                  </a:lnTo>
                  <a:lnTo>
                    <a:pt x="27940" y="410222"/>
                  </a:lnTo>
                  <a:close/>
                </a:path>
                <a:path w="27939" h="476250">
                  <a:moveTo>
                    <a:pt x="27940" y="406412"/>
                  </a:moveTo>
                  <a:lnTo>
                    <a:pt x="0" y="406412"/>
                  </a:lnTo>
                  <a:lnTo>
                    <a:pt x="0" y="410210"/>
                  </a:lnTo>
                  <a:lnTo>
                    <a:pt x="27940" y="410210"/>
                  </a:lnTo>
                  <a:lnTo>
                    <a:pt x="27940" y="406412"/>
                  </a:lnTo>
                  <a:close/>
                </a:path>
                <a:path w="27939" h="476250">
                  <a:moveTo>
                    <a:pt x="27940" y="403872"/>
                  </a:moveTo>
                  <a:lnTo>
                    <a:pt x="0" y="403872"/>
                  </a:lnTo>
                  <a:lnTo>
                    <a:pt x="0" y="406400"/>
                  </a:lnTo>
                  <a:lnTo>
                    <a:pt x="27940" y="406400"/>
                  </a:lnTo>
                  <a:lnTo>
                    <a:pt x="27940" y="403872"/>
                  </a:lnTo>
                  <a:close/>
                </a:path>
                <a:path w="27939" h="476250">
                  <a:moveTo>
                    <a:pt x="27940" y="397522"/>
                  </a:moveTo>
                  <a:lnTo>
                    <a:pt x="0" y="397522"/>
                  </a:lnTo>
                  <a:lnTo>
                    <a:pt x="0" y="403860"/>
                  </a:lnTo>
                  <a:lnTo>
                    <a:pt x="27940" y="403860"/>
                  </a:lnTo>
                  <a:lnTo>
                    <a:pt x="27940" y="397522"/>
                  </a:lnTo>
                  <a:close/>
                </a:path>
                <a:path w="27939" h="476250">
                  <a:moveTo>
                    <a:pt x="27940" y="393712"/>
                  </a:moveTo>
                  <a:lnTo>
                    <a:pt x="0" y="393712"/>
                  </a:lnTo>
                  <a:lnTo>
                    <a:pt x="0" y="397510"/>
                  </a:lnTo>
                  <a:lnTo>
                    <a:pt x="27940" y="397510"/>
                  </a:lnTo>
                  <a:lnTo>
                    <a:pt x="27940" y="393712"/>
                  </a:lnTo>
                  <a:close/>
                </a:path>
                <a:path w="27939" h="476250">
                  <a:moveTo>
                    <a:pt x="27940" y="391172"/>
                  </a:moveTo>
                  <a:lnTo>
                    <a:pt x="0" y="391172"/>
                  </a:lnTo>
                  <a:lnTo>
                    <a:pt x="0" y="393700"/>
                  </a:lnTo>
                  <a:lnTo>
                    <a:pt x="27940" y="393700"/>
                  </a:lnTo>
                  <a:lnTo>
                    <a:pt x="27940" y="391172"/>
                  </a:lnTo>
                  <a:close/>
                </a:path>
                <a:path w="27939" h="476250">
                  <a:moveTo>
                    <a:pt x="27940" y="387362"/>
                  </a:moveTo>
                  <a:lnTo>
                    <a:pt x="0" y="387362"/>
                  </a:lnTo>
                  <a:lnTo>
                    <a:pt x="0" y="391160"/>
                  </a:lnTo>
                  <a:lnTo>
                    <a:pt x="27940" y="391160"/>
                  </a:lnTo>
                  <a:lnTo>
                    <a:pt x="27940" y="387362"/>
                  </a:lnTo>
                  <a:close/>
                </a:path>
                <a:path w="27939" h="476250">
                  <a:moveTo>
                    <a:pt x="27940" y="384822"/>
                  </a:moveTo>
                  <a:lnTo>
                    <a:pt x="0" y="384822"/>
                  </a:lnTo>
                  <a:lnTo>
                    <a:pt x="0" y="387350"/>
                  </a:lnTo>
                  <a:lnTo>
                    <a:pt x="27940" y="387350"/>
                  </a:lnTo>
                  <a:lnTo>
                    <a:pt x="27940" y="384822"/>
                  </a:lnTo>
                  <a:close/>
                </a:path>
                <a:path w="27939" h="476250">
                  <a:moveTo>
                    <a:pt x="27940" y="365772"/>
                  </a:moveTo>
                  <a:lnTo>
                    <a:pt x="0" y="365772"/>
                  </a:lnTo>
                  <a:lnTo>
                    <a:pt x="0" y="384810"/>
                  </a:lnTo>
                  <a:lnTo>
                    <a:pt x="27940" y="384810"/>
                  </a:lnTo>
                  <a:lnTo>
                    <a:pt x="27940" y="365772"/>
                  </a:lnTo>
                  <a:close/>
                </a:path>
                <a:path w="27939" h="476250">
                  <a:moveTo>
                    <a:pt x="27940" y="359422"/>
                  </a:moveTo>
                  <a:lnTo>
                    <a:pt x="0" y="359422"/>
                  </a:lnTo>
                  <a:lnTo>
                    <a:pt x="0" y="365760"/>
                  </a:lnTo>
                  <a:lnTo>
                    <a:pt x="27940" y="365760"/>
                  </a:lnTo>
                  <a:lnTo>
                    <a:pt x="27940" y="359422"/>
                  </a:lnTo>
                  <a:close/>
                </a:path>
                <a:path w="27939" h="476250">
                  <a:moveTo>
                    <a:pt x="27940" y="355612"/>
                  </a:moveTo>
                  <a:lnTo>
                    <a:pt x="0" y="355612"/>
                  </a:lnTo>
                  <a:lnTo>
                    <a:pt x="0" y="359410"/>
                  </a:lnTo>
                  <a:lnTo>
                    <a:pt x="27940" y="359410"/>
                  </a:lnTo>
                  <a:lnTo>
                    <a:pt x="27940" y="355612"/>
                  </a:lnTo>
                  <a:close/>
                </a:path>
                <a:path w="27939" h="476250">
                  <a:moveTo>
                    <a:pt x="27940" y="346722"/>
                  </a:moveTo>
                  <a:lnTo>
                    <a:pt x="0" y="346722"/>
                  </a:lnTo>
                  <a:lnTo>
                    <a:pt x="0" y="355600"/>
                  </a:lnTo>
                  <a:lnTo>
                    <a:pt x="27940" y="355600"/>
                  </a:lnTo>
                  <a:lnTo>
                    <a:pt x="27940" y="346722"/>
                  </a:lnTo>
                  <a:close/>
                </a:path>
                <a:path w="27939" h="476250">
                  <a:moveTo>
                    <a:pt x="27940" y="340372"/>
                  </a:moveTo>
                  <a:lnTo>
                    <a:pt x="0" y="340372"/>
                  </a:lnTo>
                  <a:lnTo>
                    <a:pt x="0" y="346710"/>
                  </a:lnTo>
                  <a:lnTo>
                    <a:pt x="27940" y="346710"/>
                  </a:lnTo>
                  <a:lnTo>
                    <a:pt x="27940" y="340372"/>
                  </a:lnTo>
                  <a:close/>
                </a:path>
                <a:path w="27939" h="476250">
                  <a:moveTo>
                    <a:pt x="27940" y="334022"/>
                  </a:moveTo>
                  <a:lnTo>
                    <a:pt x="0" y="334022"/>
                  </a:lnTo>
                  <a:lnTo>
                    <a:pt x="0" y="340360"/>
                  </a:lnTo>
                  <a:lnTo>
                    <a:pt x="27940" y="340360"/>
                  </a:lnTo>
                  <a:lnTo>
                    <a:pt x="27940" y="334022"/>
                  </a:lnTo>
                  <a:close/>
                </a:path>
                <a:path w="27939" h="476250">
                  <a:moveTo>
                    <a:pt x="27940" y="330212"/>
                  </a:moveTo>
                  <a:lnTo>
                    <a:pt x="0" y="330212"/>
                  </a:lnTo>
                  <a:lnTo>
                    <a:pt x="0" y="334010"/>
                  </a:lnTo>
                  <a:lnTo>
                    <a:pt x="27940" y="334010"/>
                  </a:lnTo>
                  <a:lnTo>
                    <a:pt x="27940" y="330212"/>
                  </a:lnTo>
                  <a:close/>
                </a:path>
                <a:path w="27939" h="476250">
                  <a:moveTo>
                    <a:pt x="27940" y="327672"/>
                  </a:moveTo>
                  <a:lnTo>
                    <a:pt x="0" y="327672"/>
                  </a:lnTo>
                  <a:lnTo>
                    <a:pt x="0" y="330200"/>
                  </a:lnTo>
                  <a:lnTo>
                    <a:pt x="27940" y="330200"/>
                  </a:lnTo>
                  <a:lnTo>
                    <a:pt x="27940" y="327672"/>
                  </a:lnTo>
                  <a:close/>
                </a:path>
                <a:path w="27939" h="476250">
                  <a:moveTo>
                    <a:pt x="27940" y="317512"/>
                  </a:moveTo>
                  <a:lnTo>
                    <a:pt x="0" y="317512"/>
                  </a:lnTo>
                  <a:lnTo>
                    <a:pt x="0" y="327660"/>
                  </a:lnTo>
                  <a:lnTo>
                    <a:pt x="27940" y="327660"/>
                  </a:lnTo>
                  <a:lnTo>
                    <a:pt x="27940" y="317512"/>
                  </a:lnTo>
                  <a:close/>
                </a:path>
                <a:path w="27939" h="476250">
                  <a:moveTo>
                    <a:pt x="27940" y="314972"/>
                  </a:moveTo>
                  <a:lnTo>
                    <a:pt x="0" y="314972"/>
                  </a:lnTo>
                  <a:lnTo>
                    <a:pt x="0" y="317500"/>
                  </a:lnTo>
                  <a:lnTo>
                    <a:pt x="27940" y="317500"/>
                  </a:lnTo>
                  <a:lnTo>
                    <a:pt x="27940" y="314972"/>
                  </a:lnTo>
                  <a:close/>
                </a:path>
                <a:path w="27939" h="476250">
                  <a:moveTo>
                    <a:pt x="27940" y="311162"/>
                  </a:moveTo>
                  <a:lnTo>
                    <a:pt x="0" y="311162"/>
                  </a:lnTo>
                  <a:lnTo>
                    <a:pt x="0" y="314960"/>
                  </a:lnTo>
                  <a:lnTo>
                    <a:pt x="27940" y="314960"/>
                  </a:lnTo>
                  <a:lnTo>
                    <a:pt x="27940" y="311162"/>
                  </a:lnTo>
                  <a:close/>
                </a:path>
                <a:path w="27939" h="476250">
                  <a:moveTo>
                    <a:pt x="27940" y="304812"/>
                  </a:moveTo>
                  <a:lnTo>
                    <a:pt x="0" y="304812"/>
                  </a:lnTo>
                  <a:lnTo>
                    <a:pt x="0" y="311150"/>
                  </a:lnTo>
                  <a:lnTo>
                    <a:pt x="27940" y="311150"/>
                  </a:lnTo>
                  <a:lnTo>
                    <a:pt x="27940" y="304812"/>
                  </a:lnTo>
                  <a:close/>
                </a:path>
                <a:path w="27939" h="476250">
                  <a:moveTo>
                    <a:pt x="27940" y="292112"/>
                  </a:moveTo>
                  <a:lnTo>
                    <a:pt x="0" y="292112"/>
                  </a:lnTo>
                  <a:lnTo>
                    <a:pt x="0" y="304800"/>
                  </a:lnTo>
                  <a:lnTo>
                    <a:pt x="27940" y="304800"/>
                  </a:lnTo>
                  <a:lnTo>
                    <a:pt x="27940" y="292112"/>
                  </a:lnTo>
                  <a:close/>
                </a:path>
                <a:path w="27939" h="476250">
                  <a:moveTo>
                    <a:pt x="27940" y="289572"/>
                  </a:moveTo>
                  <a:lnTo>
                    <a:pt x="0" y="289572"/>
                  </a:lnTo>
                  <a:lnTo>
                    <a:pt x="0" y="292100"/>
                  </a:lnTo>
                  <a:lnTo>
                    <a:pt x="27940" y="292100"/>
                  </a:lnTo>
                  <a:lnTo>
                    <a:pt x="27940" y="289572"/>
                  </a:lnTo>
                  <a:close/>
                </a:path>
                <a:path w="27939" h="476250">
                  <a:moveTo>
                    <a:pt x="27940" y="285762"/>
                  </a:moveTo>
                  <a:lnTo>
                    <a:pt x="0" y="285762"/>
                  </a:lnTo>
                  <a:lnTo>
                    <a:pt x="0" y="289560"/>
                  </a:lnTo>
                  <a:lnTo>
                    <a:pt x="27940" y="289560"/>
                  </a:lnTo>
                  <a:lnTo>
                    <a:pt x="27940" y="285762"/>
                  </a:lnTo>
                  <a:close/>
                </a:path>
                <a:path w="27939" h="476250">
                  <a:moveTo>
                    <a:pt x="27940" y="283222"/>
                  </a:moveTo>
                  <a:lnTo>
                    <a:pt x="0" y="283222"/>
                  </a:lnTo>
                  <a:lnTo>
                    <a:pt x="0" y="285750"/>
                  </a:lnTo>
                  <a:lnTo>
                    <a:pt x="27940" y="285750"/>
                  </a:lnTo>
                  <a:lnTo>
                    <a:pt x="27940" y="283222"/>
                  </a:lnTo>
                  <a:close/>
                </a:path>
                <a:path w="27939" h="476250">
                  <a:moveTo>
                    <a:pt x="27940" y="279412"/>
                  </a:moveTo>
                  <a:lnTo>
                    <a:pt x="0" y="279412"/>
                  </a:lnTo>
                  <a:lnTo>
                    <a:pt x="0" y="283210"/>
                  </a:lnTo>
                  <a:lnTo>
                    <a:pt x="27940" y="283210"/>
                  </a:lnTo>
                  <a:lnTo>
                    <a:pt x="27940" y="279412"/>
                  </a:lnTo>
                  <a:close/>
                </a:path>
                <a:path w="27939" h="476250">
                  <a:moveTo>
                    <a:pt x="27940" y="273062"/>
                  </a:moveTo>
                  <a:lnTo>
                    <a:pt x="0" y="273062"/>
                  </a:lnTo>
                  <a:lnTo>
                    <a:pt x="0" y="279400"/>
                  </a:lnTo>
                  <a:lnTo>
                    <a:pt x="27940" y="279400"/>
                  </a:lnTo>
                  <a:lnTo>
                    <a:pt x="27940" y="273062"/>
                  </a:lnTo>
                  <a:close/>
                </a:path>
                <a:path w="27939" h="476250">
                  <a:moveTo>
                    <a:pt x="27940" y="234962"/>
                  </a:moveTo>
                  <a:lnTo>
                    <a:pt x="0" y="234962"/>
                  </a:lnTo>
                  <a:lnTo>
                    <a:pt x="0" y="273050"/>
                  </a:lnTo>
                  <a:lnTo>
                    <a:pt x="27940" y="273050"/>
                  </a:lnTo>
                  <a:lnTo>
                    <a:pt x="27940" y="234962"/>
                  </a:lnTo>
                  <a:close/>
                </a:path>
                <a:path w="27939" h="476250">
                  <a:moveTo>
                    <a:pt x="2794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7940" y="234950"/>
                  </a:lnTo>
                  <a:lnTo>
                    <a:pt x="27940" y="232422"/>
                  </a:lnTo>
                  <a:close/>
                </a:path>
                <a:path w="27939" h="476250">
                  <a:moveTo>
                    <a:pt x="2794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27940" y="232410"/>
                  </a:lnTo>
                  <a:lnTo>
                    <a:pt x="27940" y="226072"/>
                  </a:lnTo>
                  <a:close/>
                </a:path>
                <a:path w="27939" h="476250">
                  <a:moveTo>
                    <a:pt x="2794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27940" y="226060"/>
                  </a:lnTo>
                  <a:lnTo>
                    <a:pt x="27940" y="222262"/>
                  </a:lnTo>
                  <a:close/>
                </a:path>
                <a:path w="27939" h="476250">
                  <a:moveTo>
                    <a:pt x="2794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27940" y="222250"/>
                  </a:lnTo>
                  <a:lnTo>
                    <a:pt x="27940" y="219722"/>
                  </a:lnTo>
                  <a:close/>
                </a:path>
                <a:path w="27939" h="476250">
                  <a:moveTo>
                    <a:pt x="27940" y="213372"/>
                  </a:moveTo>
                  <a:lnTo>
                    <a:pt x="0" y="213372"/>
                  </a:lnTo>
                  <a:lnTo>
                    <a:pt x="0" y="219710"/>
                  </a:lnTo>
                  <a:lnTo>
                    <a:pt x="27940" y="219710"/>
                  </a:lnTo>
                  <a:lnTo>
                    <a:pt x="27940" y="213372"/>
                  </a:lnTo>
                  <a:close/>
                </a:path>
                <a:path w="27939" h="476250">
                  <a:moveTo>
                    <a:pt x="27940" y="207022"/>
                  </a:moveTo>
                  <a:lnTo>
                    <a:pt x="0" y="207022"/>
                  </a:lnTo>
                  <a:lnTo>
                    <a:pt x="0" y="213360"/>
                  </a:lnTo>
                  <a:lnTo>
                    <a:pt x="27940" y="213360"/>
                  </a:lnTo>
                  <a:lnTo>
                    <a:pt x="27940" y="207022"/>
                  </a:lnTo>
                  <a:close/>
                </a:path>
                <a:path w="27939" h="476250">
                  <a:moveTo>
                    <a:pt x="27940" y="195592"/>
                  </a:moveTo>
                  <a:lnTo>
                    <a:pt x="0" y="195592"/>
                  </a:lnTo>
                  <a:lnTo>
                    <a:pt x="0" y="207010"/>
                  </a:lnTo>
                  <a:lnTo>
                    <a:pt x="27940" y="207010"/>
                  </a:lnTo>
                  <a:lnTo>
                    <a:pt x="27940" y="195592"/>
                  </a:lnTo>
                  <a:close/>
                </a:path>
                <a:path w="27939" h="476250">
                  <a:moveTo>
                    <a:pt x="2794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7940" y="195580"/>
                  </a:lnTo>
                  <a:lnTo>
                    <a:pt x="27940" y="189242"/>
                  </a:lnTo>
                  <a:close/>
                </a:path>
                <a:path w="27939" h="476250">
                  <a:moveTo>
                    <a:pt x="27940" y="182892"/>
                  </a:moveTo>
                  <a:lnTo>
                    <a:pt x="0" y="182892"/>
                  </a:lnTo>
                  <a:lnTo>
                    <a:pt x="0" y="189230"/>
                  </a:lnTo>
                  <a:lnTo>
                    <a:pt x="27940" y="189230"/>
                  </a:lnTo>
                  <a:lnTo>
                    <a:pt x="27940" y="182892"/>
                  </a:lnTo>
                  <a:close/>
                </a:path>
                <a:path w="27939" h="476250">
                  <a:moveTo>
                    <a:pt x="27940" y="176542"/>
                  </a:moveTo>
                  <a:lnTo>
                    <a:pt x="0" y="176542"/>
                  </a:lnTo>
                  <a:lnTo>
                    <a:pt x="0" y="182880"/>
                  </a:lnTo>
                  <a:lnTo>
                    <a:pt x="27940" y="182880"/>
                  </a:lnTo>
                  <a:lnTo>
                    <a:pt x="27940" y="176542"/>
                  </a:lnTo>
                  <a:close/>
                </a:path>
                <a:path w="27939" h="476250">
                  <a:moveTo>
                    <a:pt x="27940" y="170192"/>
                  </a:moveTo>
                  <a:lnTo>
                    <a:pt x="0" y="170192"/>
                  </a:lnTo>
                  <a:lnTo>
                    <a:pt x="0" y="176530"/>
                  </a:lnTo>
                  <a:lnTo>
                    <a:pt x="27940" y="176530"/>
                  </a:lnTo>
                  <a:lnTo>
                    <a:pt x="27940" y="170192"/>
                  </a:lnTo>
                  <a:close/>
                </a:path>
                <a:path w="27939" h="476250">
                  <a:moveTo>
                    <a:pt x="27940" y="163842"/>
                  </a:moveTo>
                  <a:lnTo>
                    <a:pt x="0" y="163842"/>
                  </a:lnTo>
                  <a:lnTo>
                    <a:pt x="0" y="170180"/>
                  </a:lnTo>
                  <a:lnTo>
                    <a:pt x="27940" y="170180"/>
                  </a:lnTo>
                  <a:lnTo>
                    <a:pt x="27940" y="163842"/>
                  </a:lnTo>
                  <a:close/>
                </a:path>
                <a:path w="27939" h="476250">
                  <a:moveTo>
                    <a:pt x="27940" y="157492"/>
                  </a:moveTo>
                  <a:lnTo>
                    <a:pt x="0" y="157492"/>
                  </a:lnTo>
                  <a:lnTo>
                    <a:pt x="0" y="163830"/>
                  </a:lnTo>
                  <a:lnTo>
                    <a:pt x="27940" y="163830"/>
                  </a:lnTo>
                  <a:lnTo>
                    <a:pt x="27940" y="157492"/>
                  </a:lnTo>
                  <a:close/>
                </a:path>
                <a:path w="27939" h="476250">
                  <a:moveTo>
                    <a:pt x="2794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7940" y="157480"/>
                  </a:lnTo>
                  <a:lnTo>
                    <a:pt x="27940" y="151142"/>
                  </a:lnTo>
                  <a:close/>
                </a:path>
                <a:path w="27939" h="476250">
                  <a:moveTo>
                    <a:pt x="27940" y="138442"/>
                  </a:moveTo>
                  <a:lnTo>
                    <a:pt x="0" y="138442"/>
                  </a:lnTo>
                  <a:lnTo>
                    <a:pt x="0" y="151130"/>
                  </a:lnTo>
                  <a:lnTo>
                    <a:pt x="27940" y="151130"/>
                  </a:lnTo>
                  <a:lnTo>
                    <a:pt x="27940" y="138442"/>
                  </a:lnTo>
                  <a:close/>
                </a:path>
                <a:path w="27939" h="476250">
                  <a:moveTo>
                    <a:pt x="27940" y="132092"/>
                  </a:moveTo>
                  <a:lnTo>
                    <a:pt x="0" y="132092"/>
                  </a:lnTo>
                  <a:lnTo>
                    <a:pt x="0" y="138430"/>
                  </a:lnTo>
                  <a:lnTo>
                    <a:pt x="27940" y="138430"/>
                  </a:lnTo>
                  <a:lnTo>
                    <a:pt x="27940" y="132092"/>
                  </a:lnTo>
                  <a:close/>
                </a:path>
                <a:path w="27939" h="476250">
                  <a:moveTo>
                    <a:pt x="27940" y="125742"/>
                  </a:moveTo>
                  <a:lnTo>
                    <a:pt x="0" y="125742"/>
                  </a:lnTo>
                  <a:lnTo>
                    <a:pt x="0" y="132080"/>
                  </a:lnTo>
                  <a:lnTo>
                    <a:pt x="27940" y="132080"/>
                  </a:lnTo>
                  <a:lnTo>
                    <a:pt x="27940" y="125742"/>
                  </a:lnTo>
                  <a:close/>
                </a:path>
                <a:path w="27939" h="476250">
                  <a:moveTo>
                    <a:pt x="27940" y="119392"/>
                  </a:moveTo>
                  <a:lnTo>
                    <a:pt x="0" y="119392"/>
                  </a:lnTo>
                  <a:lnTo>
                    <a:pt x="0" y="125730"/>
                  </a:lnTo>
                  <a:lnTo>
                    <a:pt x="27940" y="125730"/>
                  </a:lnTo>
                  <a:lnTo>
                    <a:pt x="27940" y="119392"/>
                  </a:lnTo>
                  <a:close/>
                </a:path>
                <a:path w="27939" h="476250">
                  <a:moveTo>
                    <a:pt x="27940" y="113042"/>
                  </a:moveTo>
                  <a:lnTo>
                    <a:pt x="0" y="113042"/>
                  </a:lnTo>
                  <a:lnTo>
                    <a:pt x="0" y="119380"/>
                  </a:lnTo>
                  <a:lnTo>
                    <a:pt x="27940" y="119380"/>
                  </a:lnTo>
                  <a:lnTo>
                    <a:pt x="27940" y="113042"/>
                  </a:lnTo>
                  <a:close/>
                </a:path>
                <a:path w="27939" h="476250">
                  <a:moveTo>
                    <a:pt x="27940" y="106692"/>
                  </a:moveTo>
                  <a:lnTo>
                    <a:pt x="0" y="106692"/>
                  </a:lnTo>
                  <a:lnTo>
                    <a:pt x="0" y="113030"/>
                  </a:lnTo>
                  <a:lnTo>
                    <a:pt x="27940" y="113030"/>
                  </a:lnTo>
                  <a:lnTo>
                    <a:pt x="27940" y="106692"/>
                  </a:lnTo>
                  <a:close/>
                </a:path>
                <a:path w="27939" h="476250">
                  <a:moveTo>
                    <a:pt x="27940" y="100342"/>
                  </a:moveTo>
                  <a:lnTo>
                    <a:pt x="0" y="100342"/>
                  </a:lnTo>
                  <a:lnTo>
                    <a:pt x="0" y="106680"/>
                  </a:lnTo>
                  <a:lnTo>
                    <a:pt x="27940" y="106680"/>
                  </a:lnTo>
                  <a:lnTo>
                    <a:pt x="27940" y="100342"/>
                  </a:lnTo>
                  <a:close/>
                </a:path>
                <a:path w="27939" h="476250">
                  <a:moveTo>
                    <a:pt x="2794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7940" y="100330"/>
                  </a:lnTo>
                  <a:lnTo>
                    <a:pt x="27940" y="93992"/>
                  </a:lnTo>
                  <a:close/>
                </a:path>
                <a:path w="27939" h="476250">
                  <a:moveTo>
                    <a:pt x="2794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7940" y="93980"/>
                  </a:lnTo>
                  <a:lnTo>
                    <a:pt x="27940" y="87642"/>
                  </a:lnTo>
                  <a:close/>
                </a:path>
                <a:path w="27939" h="476250">
                  <a:moveTo>
                    <a:pt x="27940" y="81292"/>
                  </a:moveTo>
                  <a:lnTo>
                    <a:pt x="0" y="81292"/>
                  </a:lnTo>
                  <a:lnTo>
                    <a:pt x="0" y="87630"/>
                  </a:lnTo>
                  <a:lnTo>
                    <a:pt x="27940" y="87630"/>
                  </a:lnTo>
                  <a:lnTo>
                    <a:pt x="27940" y="81292"/>
                  </a:lnTo>
                  <a:close/>
                </a:path>
                <a:path w="27939" h="476250">
                  <a:moveTo>
                    <a:pt x="27940" y="68592"/>
                  </a:moveTo>
                  <a:lnTo>
                    <a:pt x="0" y="68592"/>
                  </a:lnTo>
                  <a:lnTo>
                    <a:pt x="0" y="81280"/>
                  </a:lnTo>
                  <a:lnTo>
                    <a:pt x="27940" y="81280"/>
                  </a:lnTo>
                  <a:lnTo>
                    <a:pt x="27940" y="68592"/>
                  </a:lnTo>
                  <a:close/>
                </a:path>
                <a:path w="27939" h="476250">
                  <a:moveTo>
                    <a:pt x="27940" y="62242"/>
                  </a:moveTo>
                  <a:lnTo>
                    <a:pt x="0" y="62242"/>
                  </a:lnTo>
                  <a:lnTo>
                    <a:pt x="0" y="68580"/>
                  </a:lnTo>
                  <a:lnTo>
                    <a:pt x="27940" y="68580"/>
                  </a:lnTo>
                  <a:lnTo>
                    <a:pt x="27940" y="62242"/>
                  </a:lnTo>
                  <a:close/>
                </a:path>
                <a:path w="27939" h="476250">
                  <a:moveTo>
                    <a:pt x="27940" y="55892"/>
                  </a:moveTo>
                  <a:lnTo>
                    <a:pt x="0" y="55892"/>
                  </a:lnTo>
                  <a:lnTo>
                    <a:pt x="0" y="62230"/>
                  </a:lnTo>
                  <a:lnTo>
                    <a:pt x="27940" y="62230"/>
                  </a:lnTo>
                  <a:lnTo>
                    <a:pt x="27940" y="55892"/>
                  </a:lnTo>
                  <a:close/>
                </a:path>
                <a:path w="27939" h="476250">
                  <a:moveTo>
                    <a:pt x="27940" y="49542"/>
                  </a:moveTo>
                  <a:lnTo>
                    <a:pt x="0" y="49542"/>
                  </a:lnTo>
                  <a:lnTo>
                    <a:pt x="0" y="55880"/>
                  </a:lnTo>
                  <a:lnTo>
                    <a:pt x="27940" y="55880"/>
                  </a:lnTo>
                  <a:lnTo>
                    <a:pt x="27940" y="49542"/>
                  </a:lnTo>
                  <a:close/>
                </a:path>
                <a:path w="27939" h="476250">
                  <a:moveTo>
                    <a:pt x="2794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7940" y="49530"/>
                  </a:lnTo>
                  <a:lnTo>
                    <a:pt x="27940" y="43192"/>
                  </a:lnTo>
                  <a:close/>
                </a:path>
                <a:path w="27939" h="476250">
                  <a:moveTo>
                    <a:pt x="2794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7940" y="43180"/>
                  </a:lnTo>
                  <a:lnTo>
                    <a:pt x="27940" y="36842"/>
                  </a:lnTo>
                  <a:close/>
                </a:path>
                <a:path w="27939" h="476250">
                  <a:moveTo>
                    <a:pt x="2794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7940" y="36830"/>
                  </a:lnTo>
                  <a:lnTo>
                    <a:pt x="27940" y="30492"/>
                  </a:lnTo>
                  <a:close/>
                </a:path>
                <a:path w="27939" h="476250">
                  <a:moveTo>
                    <a:pt x="27940" y="24142"/>
                  </a:moveTo>
                  <a:lnTo>
                    <a:pt x="0" y="24142"/>
                  </a:lnTo>
                  <a:lnTo>
                    <a:pt x="0" y="30480"/>
                  </a:lnTo>
                  <a:lnTo>
                    <a:pt x="27940" y="30480"/>
                  </a:lnTo>
                  <a:lnTo>
                    <a:pt x="27940" y="24142"/>
                  </a:lnTo>
                  <a:close/>
                </a:path>
                <a:path w="27939" h="476250">
                  <a:moveTo>
                    <a:pt x="2794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7940" y="24130"/>
                  </a:lnTo>
                  <a:lnTo>
                    <a:pt x="27940" y="17792"/>
                  </a:lnTo>
                  <a:close/>
                </a:path>
                <a:path w="27939" h="476250">
                  <a:moveTo>
                    <a:pt x="27940" y="5092"/>
                  </a:moveTo>
                  <a:lnTo>
                    <a:pt x="0" y="5092"/>
                  </a:lnTo>
                  <a:lnTo>
                    <a:pt x="0" y="17780"/>
                  </a:lnTo>
                  <a:lnTo>
                    <a:pt x="27940" y="17780"/>
                  </a:lnTo>
                  <a:lnTo>
                    <a:pt x="27940" y="5092"/>
                  </a:lnTo>
                  <a:close/>
                </a:path>
                <a:path w="27939" h="476250">
                  <a:moveTo>
                    <a:pt x="279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7940" y="5080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1A35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5" name="object 3705"/>
            <p:cNvSpPr/>
            <p:nvPr/>
          </p:nvSpPr>
          <p:spPr>
            <a:xfrm>
              <a:off x="3815080" y="5500382"/>
              <a:ext cx="27940" cy="181610"/>
            </a:xfrm>
            <a:custGeom>
              <a:avLst/>
              <a:gdLst/>
              <a:ahLst/>
              <a:cxnLst/>
              <a:rect l="l" t="t" r="r" b="b"/>
              <a:pathLst>
                <a:path w="27939" h="181610">
                  <a:moveTo>
                    <a:pt x="27940" y="180340"/>
                  </a:moveTo>
                  <a:lnTo>
                    <a:pt x="0" y="180340"/>
                  </a:lnTo>
                  <a:lnTo>
                    <a:pt x="0" y="181597"/>
                  </a:lnTo>
                  <a:lnTo>
                    <a:pt x="27940" y="181597"/>
                  </a:lnTo>
                  <a:lnTo>
                    <a:pt x="27940" y="180340"/>
                  </a:lnTo>
                  <a:close/>
                </a:path>
                <a:path w="27939" h="181610">
                  <a:moveTo>
                    <a:pt x="27940" y="173990"/>
                  </a:moveTo>
                  <a:lnTo>
                    <a:pt x="0" y="173990"/>
                  </a:lnTo>
                  <a:lnTo>
                    <a:pt x="0" y="180327"/>
                  </a:lnTo>
                  <a:lnTo>
                    <a:pt x="27940" y="180327"/>
                  </a:lnTo>
                  <a:lnTo>
                    <a:pt x="27940" y="173990"/>
                  </a:lnTo>
                  <a:close/>
                </a:path>
                <a:path w="27939" h="181610">
                  <a:moveTo>
                    <a:pt x="27940" y="171450"/>
                  </a:moveTo>
                  <a:lnTo>
                    <a:pt x="0" y="171450"/>
                  </a:lnTo>
                  <a:lnTo>
                    <a:pt x="0" y="173977"/>
                  </a:lnTo>
                  <a:lnTo>
                    <a:pt x="27940" y="173977"/>
                  </a:lnTo>
                  <a:lnTo>
                    <a:pt x="27940" y="171450"/>
                  </a:lnTo>
                  <a:close/>
                </a:path>
                <a:path w="27939" h="181610">
                  <a:moveTo>
                    <a:pt x="27940" y="167640"/>
                  </a:moveTo>
                  <a:lnTo>
                    <a:pt x="0" y="167640"/>
                  </a:lnTo>
                  <a:lnTo>
                    <a:pt x="0" y="171437"/>
                  </a:lnTo>
                  <a:lnTo>
                    <a:pt x="27940" y="171437"/>
                  </a:lnTo>
                  <a:lnTo>
                    <a:pt x="27940" y="167640"/>
                  </a:lnTo>
                  <a:close/>
                </a:path>
                <a:path w="27939" h="181610">
                  <a:moveTo>
                    <a:pt x="27940" y="165100"/>
                  </a:moveTo>
                  <a:lnTo>
                    <a:pt x="0" y="165100"/>
                  </a:lnTo>
                  <a:lnTo>
                    <a:pt x="0" y="167627"/>
                  </a:lnTo>
                  <a:lnTo>
                    <a:pt x="27940" y="167627"/>
                  </a:lnTo>
                  <a:lnTo>
                    <a:pt x="27940" y="165100"/>
                  </a:lnTo>
                  <a:close/>
                </a:path>
                <a:path w="27939" h="181610">
                  <a:moveTo>
                    <a:pt x="27940" y="161290"/>
                  </a:moveTo>
                  <a:lnTo>
                    <a:pt x="0" y="161290"/>
                  </a:lnTo>
                  <a:lnTo>
                    <a:pt x="0" y="165087"/>
                  </a:lnTo>
                  <a:lnTo>
                    <a:pt x="27940" y="165087"/>
                  </a:lnTo>
                  <a:lnTo>
                    <a:pt x="27940" y="161290"/>
                  </a:lnTo>
                  <a:close/>
                </a:path>
                <a:path w="27939" h="181610">
                  <a:moveTo>
                    <a:pt x="27940" y="154940"/>
                  </a:moveTo>
                  <a:lnTo>
                    <a:pt x="0" y="154940"/>
                  </a:lnTo>
                  <a:lnTo>
                    <a:pt x="0" y="161277"/>
                  </a:lnTo>
                  <a:lnTo>
                    <a:pt x="27940" y="161277"/>
                  </a:lnTo>
                  <a:lnTo>
                    <a:pt x="27940" y="154940"/>
                  </a:lnTo>
                  <a:close/>
                </a:path>
                <a:path w="27939" h="181610">
                  <a:moveTo>
                    <a:pt x="27940" y="152400"/>
                  </a:moveTo>
                  <a:lnTo>
                    <a:pt x="0" y="152400"/>
                  </a:lnTo>
                  <a:lnTo>
                    <a:pt x="0" y="154927"/>
                  </a:lnTo>
                  <a:lnTo>
                    <a:pt x="27940" y="154927"/>
                  </a:lnTo>
                  <a:lnTo>
                    <a:pt x="27940" y="152400"/>
                  </a:lnTo>
                  <a:close/>
                </a:path>
                <a:path w="27939" h="181610">
                  <a:moveTo>
                    <a:pt x="27940" y="148590"/>
                  </a:moveTo>
                  <a:lnTo>
                    <a:pt x="0" y="148590"/>
                  </a:lnTo>
                  <a:lnTo>
                    <a:pt x="0" y="152387"/>
                  </a:lnTo>
                  <a:lnTo>
                    <a:pt x="27940" y="152387"/>
                  </a:lnTo>
                  <a:lnTo>
                    <a:pt x="27940" y="148590"/>
                  </a:lnTo>
                  <a:close/>
                </a:path>
                <a:path w="27939" h="181610">
                  <a:moveTo>
                    <a:pt x="27940" y="146050"/>
                  </a:moveTo>
                  <a:lnTo>
                    <a:pt x="0" y="146050"/>
                  </a:lnTo>
                  <a:lnTo>
                    <a:pt x="0" y="148577"/>
                  </a:lnTo>
                  <a:lnTo>
                    <a:pt x="27940" y="148577"/>
                  </a:lnTo>
                  <a:lnTo>
                    <a:pt x="27940" y="146050"/>
                  </a:lnTo>
                  <a:close/>
                </a:path>
                <a:path w="27939" h="181610">
                  <a:moveTo>
                    <a:pt x="27940" y="142240"/>
                  </a:moveTo>
                  <a:lnTo>
                    <a:pt x="0" y="142240"/>
                  </a:lnTo>
                  <a:lnTo>
                    <a:pt x="0" y="146037"/>
                  </a:lnTo>
                  <a:lnTo>
                    <a:pt x="27940" y="146037"/>
                  </a:lnTo>
                  <a:lnTo>
                    <a:pt x="27940" y="142240"/>
                  </a:lnTo>
                  <a:close/>
                </a:path>
                <a:path w="27939" h="181610">
                  <a:moveTo>
                    <a:pt x="27940" y="135890"/>
                  </a:moveTo>
                  <a:lnTo>
                    <a:pt x="0" y="135890"/>
                  </a:lnTo>
                  <a:lnTo>
                    <a:pt x="0" y="142227"/>
                  </a:lnTo>
                  <a:lnTo>
                    <a:pt x="27940" y="142227"/>
                  </a:lnTo>
                  <a:lnTo>
                    <a:pt x="27940" y="135890"/>
                  </a:lnTo>
                  <a:close/>
                </a:path>
                <a:path w="27939" h="181610">
                  <a:moveTo>
                    <a:pt x="27940" y="133350"/>
                  </a:moveTo>
                  <a:lnTo>
                    <a:pt x="0" y="133350"/>
                  </a:lnTo>
                  <a:lnTo>
                    <a:pt x="0" y="135877"/>
                  </a:lnTo>
                  <a:lnTo>
                    <a:pt x="27940" y="135877"/>
                  </a:lnTo>
                  <a:lnTo>
                    <a:pt x="27940" y="133350"/>
                  </a:lnTo>
                  <a:close/>
                </a:path>
                <a:path w="27939" h="181610">
                  <a:moveTo>
                    <a:pt x="27940" y="129540"/>
                  </a:moveTo>
                  <a:lnTo>
                    <a:pt x="0" y="129540"/>
                  </a:lnTo>
                  <a:lnTo>
                    <a:pt x="0" y="133337"/>
                  </a:lnTo>
                  <a:lnTo>
                    <a:pt x="27940" y="133337"/>
                  </a:lnTo>
                  <a:lnTo>
                    <a:pt x="27940" y="129540"/>
                  </a:lnTo>
                  <a:close/>
                </a:path>
                <a:path w="27939" h="181610">
                  <a:moveTo>
                    <a:pt x="27940" y="127000"/>
                  </a:moveTo>
                  <a:lnTo>
                    <a:pt x="0" y="127000"/>
                  </a:lnTo>
                  <a:lnTo>
                    <a:pt x="0" y="129527"/>
                  </a:lnTo>
                  <a:lnTo>
                    <a:pt x="27940" y="129527"/>
                  </a:lnTo>
                  <a:lnTo>
                    <a:pt x="27940" y="127000"/>
                  </a:lnTo>
                  <a:close/>
                </a:path>
                <a:path w="27939" h="181610">
                  <a:moveTo>
                    <a:pt x="27940" y="120650"/>
                  </a:moveTo>
                  <a:lnTo>
                    <a:pt x="0" y="120650"/>
                  </a:lnTo>
                  <a:lnTo>
                    <a:pt x="0" y="126987"/>
                  </a:lnTo>
                  <a:lnTo>
                    <a:pt x="27940" y="126987"/>
                  </a:lnTo>
                  <a:lnTo>
                    <a:pt x="27940" y="120650"/>
                  </a:lnTo>
                  <a:close/>
                </a:path>
                <a:path w="27939" h="181610">
                  <a:moveTo>
                    <a:pt x="2794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27940" y="120637"/>
                  </a:lnTo>
                  <a:lnTo>
                    <a:pt x="27940" y="114300"/>
                  </a:lnTo>
                  <a:close/>
                </a:path>
                <a:path w="27939" h="181610">
                  <a:moveTo>
                    <a:pt x="27940" y="110490"/>
                  </a:moveTo>
                  <a:lnTo>
                    <a:pt x="0" y="110490"/>
                  </a:lnTo>
                  <a:lnTo>
                    <a:pt x="0" y="114287"/>
                  </a:lnTo>
                  <a:lnTo>
                    <a:pt x="27940" y="114287"/>
                  </a:lnTo>
                  <a:lnTo>
                    <a:pt x="27940" y="110490"/>
                  </a:lnTo>
                  <a:close/>
                </a:path>
                <a:path w="27939" h="181610">
                  <a:moveTo>
                    <a:pt x="27940" y="107950"/>
                  </a:moveTo>
                  <a:lnTo>
                    <a:pt x="0" y="107950"/>
                  </a:lnTo>
                  <a:lnTo>
                    <a:pt x="0" y="110477"/>
                  </a:lnTo>
                  <a:lnTo>
                    <a:pt x="27940" y="110477"/>
                  </a:lnTo>
                  <a:lnTo>
                    <a:pt x="27940" y="107950"/>
                  </a:lnTo>
                  <a:close/>
                </a:path>
                <a:path w="27939" h="181610">
                  <a:moveTo>
                    <a:pt x="27940" y="104140"/>
                  </a:moveTo>
                  <a:lnTo>
                    <a:pt x="0" y="104140"/>
                  </a:lnTo>
                  <a:lnTo>
                    <a:pt x="0" y="107937"/>
                  </a:lnTo>
                  <a:lnTo>
                    <a:pt x="27940" y="107937"/>
                  </a:lnTo>
                  <a:lnTo>
                    <a:pt x="27940" y="104140"/>
                  </a:lnTo>
                  <a:close/>
                </a:path>
                <a:path w="27939" h="181610">
                  <a:moveTo>
                    <a:pt x="27940" y="101600"/>
                  </a:moveTo>
                  <a:lnTo>
                    <a:pt x="0" y="101600"/>
                  </a:lnTo>
                  <a:lnTo>
                    <a:pt x="0" y="104127"/>
                  </a:lnTo>
                  <a:lnTo>
                    <a:pt x="27940" y="104127"/>
                  </a:lnTo>
                  <a:lnTo>
                    <a:pt x="27940" y="101600"/>
                  </a:lnTo>
                  <a:close/>
                </a:path>
                <a:path w="27939" h="181610">
                  <a:moveTo>
                    <a:pt x="27940" y="97790"/>
                  </a:moveTo>
                  <a:lnTo>
                    <a:pt x="0" y="97790"/>
                  </a:lnTo>
                  <a:lnTo>
                    <a:pt x="0" y="101587"/>
                  </a:lnTo>
                  <a:lnTo>
                    <a:pt x="27940" y="101587"/>
                  </a:lnTo>
                  <a:lnTo>
                    <a:pt x="27940" y="97790"/>
                  </a:lnTo>
                  <a:close/>
                </a:path>
                <a:path w="27939" h="181610">
                  <a:moveTo>
                    <a:pt x="27940" y="95250"/>
                  </a:moveTo>
                  <a:lnTo>
                    <a:pt x="0" y="95250"/>
                  </a:lnTo>
                  <a:lnTo>
                    <a:pt x="0" y="97777"/>
                  </a:lnTo>
                  <a:lnTo>
                    <a:pt x="27940" y="97777"/>
                  </a:lnTo>
                  <a:lnTo>
                    <a:pt x="27940" y="95250"/>
                  </a:lnTo>
                  <a:close/>
                </a:path>
                <a:path w="27939" h="181610">
                  <a:moveTo>
                    <a:pt x="27940" y="91440"/>
                  </a:moveTo>
                  <a:lnTo>
                    <a:pt x="0" y="91440"/>
                  </a:lnTo>
                  <a:lnTo>
                    <a:pt x="0" y="95237"/>
                  </a:lnTo>
                  <a:lnTo>
                    <a:pt x="27940" y="95237"/>
                  </a:lnTo>
                  <a:lnTo>
                    <a:pt x="27940" y="91440"/>
                  </a:lnTo>
                  <a:close/>
                </a:path>
                <a:path w="27939" h="181610">
                  <a:moveTo>
                    <a:pt x="27940" y="82550"/>
                  </a:moveTo>
                  <a:lnTo>
                    <a:pt x="0" y="82550"/>
                  </a:lnTo>
                  <a:lnTo>
                    <a:pt x="0" y="91427"/>
                  </a:lnTo>
                  <a:lnTo>
                    <a:pt x="27940" y="91427"/>
                  </a:lnTo>
                  <a:lnTo>
                    <a:pt x="27940" y="82550"/>
                  </a:lnTo>
                  <a:close/>
                </a:path>
                <a:path w="27939" h="181610">
                  <a:moveTo>
                    <a:pt x="27940" y="72390"/>
                  </a:moveTo>
                  <a:lnTo>
                    <a:pt x="0" y="72390"/>
                  </a:lnTo>
                  <a:lnTo>
                    <a:pt x="0" y="82537"/>
                  </a:lnTo>
                  <a:lnTo>
                    <a:pt x="27940" y="82537"/>
                  </a:lnTo>
                  <a:lnTo>
                    <a:pt x="27940" y="72390"/>
                  </a:lnTo>
                  <a:close/>
                </a:path>
                <a:path w="27939" h="181610">
                  <a:moveTo>
                    <a:pt x="27940" y="63500"/>
                  </a:moveTo>
                  <a:lnTo>
                    <a:pt x="0" y="63500"/>
                  </a:lnTo>
                  <a:lnTo>
                    <a:pt x="0" y="72377"/>
                  </a:lnTo>
                  <a:lnTo>
                    <a:pt x="27940" y="72377"/>
                  </a:lnTo>
                  <a:lnTo>
                    <a:pt x="27940" y="63500"/>
                  </a:lnTo>
                  <a:close/>
                </a:path>
                <a:path w="27939" h="181610">
                  <a:moveTo>
                    <a:pt x="27940" y="53340"/>
                  </a:moveTo>
                  <a:lnTo>
                    <a:pt x="0" y="53340"/>
                  </a:lnTo>
                  <a:lnTo>
                    <a:pt x="0" y="63487"/>
                  </a:lnTo>
                  <a:lnTo>
                    <a:pt x="27940" y="63487"/>
                  </a:lnTo>
                  <a:lnTo>
                    <a:pt x="27940" y="53340"/>
                  </a:lnTo>
                  <a:close/>
                </a:path>
                <a:path w="27939" h="181610">
                  <a:moveTo>
                    <a:pt x="27940" y="50800"/>
                  </a:moveTo>
                  <a:lnTo>
                    <a:pt x="0" y="50800"/>
                  </a:lnTo>
                  <a:lnTo>
                    <a:pt x="0" y="53327"/>
                  </a:lnTo>
                  <a:lnTo>
                    <a:pt x="27940" y="53327"/>
                  </a:lnTo>
                  <a:lnTo>
                    <a:pt x="27940" y="50800"/>
                  </a:lnTo>
                  <a:close/>
                </a:path>
                <a:path w="27939" h="181610">
                  <a:moveTo>
                    <a:pt x="27940" y="46990"/>
                  </a:moveTo>
                  <a:lnTo>
                    <a:pt x="0" y="46990"/>
                  </a:lnTo>
                  <a:lnTo>
                    <a:pt x="0" y="50787"/>
                  </a:lnTo>
                  <a:lnTo>
                    <a:pt x="27940" y="50787"/>
                  </a:lnTo>
                  <a:lnTo>
                    <a:pt x="27940" y="46990"/>
                  </a:lnTo>
                  <a:close/>
                </a:path>
                <a:path w="27939" h="181610">
                  <a:moveTo>
                    <a:pt x="27940" y="40640"/>
                  </a:moveTo>
                  <a:lnTo>
                    <a:pt x="0" y="40640"/>
                  </a:lnTo>
                  <a:lnTo>
                    <a:pt x="0" y="46977"/>
                  </a:lnTo>
                  <a:lnTo>
                    <a:pt x="27940" y="46977"/>
                  </a:lnTo>
                  <a:lnTo>
                    <a:pt x="27940" y="40640"/>
                  </a:lnTo>
                  <a:close/>
                </a:path>
                <a:path w="27939" h="181610">
                  <a:moveTo>
                    <a:pt x="27940" y="34290"/>
                  </a:moveTo>
                  <a:lnTo>
                    <a:pt x="0" y="34290"/>
                  </a:lnTo>
                  <a:lnTo>
                    <a:pt x="0" y="40627"/>
                  </a:lnTo>
                  <a:lnTo>
                    <a:pt x="27940" y="40627"/>
                  </a:lnTo>
                  <a:lnTo>
                    <a:pt x="27940" y="34290"/>
                  </a:lnTo>
                  <a:close/>
                </a:path>
                <a:path w="27939" h="181610">
                  <a:moveTo>
                    <a:pt x="27940" y="27940"/>
                  </a:moveTo>
                  <a:lnTo>
                    <a:pt x="0" y="27940"/>
                  </a:lnTo>
                  <a:lnTo>
                    <a:pt x="0" y="34277"/>
                  </a:lnTo>
                  <a:lnTo>
                    <a:pt x="27940" y="34277"/>
                  </a:lnTo>
                  <a:lnTo>
                    <a:pt x="27940" y="27940"/>
                  </a:lnTo>
                  <a:close/>
                </a:path>
                <a:path w="27939" h="181610">
                  <a:moveTo>
                    <a:pt x="27940" y="25400"/>
                  </a:moveTo>
                  <a:lnTo>
                    <a:pt x="0" y="25400"/>
                  </a:lnTo>
                  <a:lnTo>
                    <a:pt x="0" y="27927"/>
                  </a:lnTo>
                  <a:lnTo>
                    <a:pt x="27940" y="27927"/>
                  </a:lnTo>
                  <a:lnTo>
                    <a:pt x="27940" y="25400"/>
                  </a:lnTo>
                  <a:close/>
                </a:path>
                <a:path w="27939" h="181610">
                  <a:moveTo>
                    <a:pt x="2794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27940" y="25387"/>
                  </a:lnTo>
                  <a:lnTo>
                    <a:pt x="27940" y="21590"/>
                  </a:lnTo>
                  <a:close/>
                </a:path>
                <a:path w="27939" h="181610">
                  <a:moveTo>
                    <a:pt x="27940" y="15240"/>
                  </a:moveTo>
                  <a:lnTo>
                    <a:pt x="0" y="15240"/>
                  </a:lnTo>
                  <a:lnTo>
                    <a:pt x="0" y="21577"/>
                  </a:lnTo>
                  <a:lnTo>
                    <a:pt x="27940" y="21577"/>
                  </a:lnTo>
                  <a:lnTo>
                    <a:pt x="27940" y="15240"/>
                  </a:lnTo>
                  <a:close/>
                </a:path>
                <a:path w="27939" h="181610">
                  <a:moveTo>
                    <a:pt x="2794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7940" y="15227"/>
                  </a:lnTo>
                  <a:lnTo>
                    <a:pt x="27940" y="12700"/>
                  </a:lnTo>
                  <a:close/>
                </a:path>
                <a:path w="27939" h="181610">
                  <a:moveTo>
                    <a:pt x="2794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7940" y="12687"/>
                  </a:lnTo>
                  <a:lnTo>
                    <a:pt x="27940" y="8890"/>
                  </a:lnTo>
                  <a:close/>
                </a:path>
                <a:path w="27939" h="181610">
                  <a:moveTo>
                    <a:pt x="27940" y="0"/>
                  </a:moveTo>
                  <a:lnTo>
                    <a:pt x="0" y="0"/>
                  </a:lnTo>
                  <a:lnTo>
                    <a:pt x="0" y="8877"/>
                  </a:lnTo>
                  <a:lnTo>
                    <a:pt x="27940" y="8877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1A35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6" name="object 3706"/>
            <p:cNvSpPr/>
            <p:nvPr/>
          </p:nvSpPr>
          <p:spPr>
            <a:xfrm>
              <a:off x="3843020" y="5033010"/>
              <a:ext cx="27940" cy="476250"/>
            </a:xfrm>
            <a:custGeom>
              <a:avLst/>
              <a:gdLst/>
              <a:ahLst/>
              <a:cxnLst/>
              <a:rect l="l" t="t" r="r" b="b"/>
              <a:pathLst>
                <a:path w="27939" h="476250">
                  <a:moveTo>
                    <a:pt x="27940" y="467372"/>
                  </a:moveTo>
                  <a:lnTo>
                    <a:pt x="0" y="467372"/>
                  </a:lnTo>
                  <a:lnTo>
                    <a:pt x="0" y="476250"/>
                  </a:lnTo>
                  <a:lnTo>
                    <a:pt x="27940" y="476250"/>
                  </a:lnTo>
                  <a:lnTo>
                    <a:pt x="27940" y="467372"/>
                  </a:lnTo>
                  <a:close/>
                </a:path>
                <a:path w="27939" h="476250">
                  <a:moveTo>
                    <a:pt x="27940" y="463562"/>
                  </a:moveTo>
                  <a:lnTo>
                    <a:pt x="0" y="463562"/>
                  </a:lnTo>
                  <a:lnTo>
                    <a:pt x="0" y="467360"/>
                  </a:lnTo>
                  <a:lnTo>
                    <a:pt x="27940" y="467360"/>
                  </a:lnTo>
                  <a:lnTo>
                    <a:pt x="27940" y="463562"/>
                  </a:lnTo>
                  <a:close/>
                </a:path>
                <a:path w="27939" h="476250">
                  <a:moveTo>
                    <a:pt x="27940" y="461022"/>
                  </a:moveTo>
                  <a:lnTo>
                    <a:pt x="0" y="461022"/>
                  </a:lnTo>
                  <a:lnTo>
                    <a:pt x="0" y="463550"/>
                  </a:lnTo>
                  <a:lnTo>
                    <a:pt x="27940" y="463550"/>
                  </a:lnTo>
                  <a:lnTo>
                    <a:pt x="27940" y="461022"/>
                  </a:lnTo>
                  <a:close/>
                </a:path>
                <a:path w="27939" h="476250">
                  <a:moveTo>
                    <a:pt x="27940" y="457212"/>
                  </a:moveTo>
                  <a:lnTo>
                    <a:pt x="0" y="457212"/>
                  </a:lnTo>
                  <a:lnTo>
                    <a:pt x="0" y="461010"/>
                  </a:lnTo>
                  <a:lnTo>
                    <a:pt x="27940" y="461010"/>
                  </a:lnTo>
                  <a:lnTo>
                    <a:pt x="27940" y="457212"/>
                  </a:lnTo>
                  <a:close/>
                </a:path>
                <a:path w="27939" h="476250">
                  <a:moveTo>
                    <a:pt x="27940" y="448322"/>
                  </a:moveTo>
                  <a:lnTo>
                    <a:pt x="0" y="448322"/>
                  </a:lnTo>
                  <a:lnTo>
                    <a:pt x="0" y="457200"/>
                  </a:lnTo>
                  <a:lnTo>
                    <a:pt x="27940" y="457200"/>
                  </a:lnTo>
                  <a:lnTo>
                    <a:pt x="27940" y="448322"/>
                  </a:lnTo>
                  <a:close/>
                </a:path>
                <a:path w="27939" h="476250">
                  <a:moveTo>
                    <a:pt x="27940" y="429272"/>
                  </a:moveTo>
                  <a:lnTo>
                    <a:pt x="0" y="429272"/>
                  </a:lnTo>
                  <a:lnTo>
                    <a:pt x="0" y="448310"/>
                  </a:lnTo>
                  <a:lnTo>
                    <a:pt x="27940" y="448310"/>
                  </a:lnTo>
                  <a:lnTo>
                    <a:pt x="27940" y="429272"/>
                  </a:lnTo>
                  <a:close/>
                </a:path>
                <a:path w="27939" h="476250">
                  <a:moveTo>
                    <a:pt x="27940" y="422922"/>
                  </a:moveTo>
                  <a:lnTo>
                    <a:pt x="0" y="422922"/>
                  </a:lnTo>
                  <a:lnTo>
                    <a:pt x="0" y="429260"/>
                  </a:lnTo>
                  <a:lnTo>
                    <a:pt x="27940" y="429260"/>
                  </a:lnTo>
                  <a:lnTo>
                    <a:pt x="27940" y="422922"/>
                  </a:lnTo>
                  <a:close/>
                </a:path>
                <a:path w="27939" h="476250">
                  <a:moveTo>
                    <a:pt x="27940" y="416572"/>
                  </a:moveTo>
                  <a:lnTo>
                    <a:pt x="0" y="416572"/>
                  </a:lnTo>
                  <a:lnTo>
                    <a:pt x="0" y="422910"/>
                  </a:lnTo>
                  <a:lnTo>
                    <a:pt x="27940" y="422910"/>
                  </a:lnTo>
                  <a:lnTo>
                    <a:pt x="27940" y="416572"/>
                  </a:lnTo>
                  <a:close/>
                </a:path>
                <a:path w="27939" h="476250">
                  <a:moveTo>
                    <a:pt x="27940" y="412762"/>
                  </a:moveTo>
                  <a:lnTo>
                    <a:pt x="0" y="412762"/>
                  </a:lnTo>
                  <a:lnTo>
                    <a:pt x="0" y="416560"/>
                  </a:lnTo>
                  <a:lnTo>
                    <a:pt x="27940" y="416560"/>
                  </a:lnTo>
                  <a:lnTo>
                    <a:pt x="27940" y="412762"/>
                  </a:lnTo>
                  <a:close/>
                </a:path>
                <a:path w="27939" h="476250">
                  <a:moveTo>
                    <a:pt x="27940" y="410222"/>
                  </a:moveTo>
                  <a:lnTo>
                    <a:pt x="0" y="410222"/>
                  </a:lnTo>
                  <a:lnTo>
                    <a:pt x="0" y="412750"/>
                  </a:lnTo>
                  <a:lnTo>
                    <a:pt x="27940" y="412750"/>
                  </a:lnTo>
                  <a:lnTo>
                    <a:pt x="27940" y="410222"/>
                  </a:lnTo>
                  <a:close/>
                </a:path>
                <a:path w="27939" h="476250">
                  <a:moveTo>
                    <a:pt x="27940" y="406412"/>
                  </a:moveTo>
                  <a:lnTo>
                    <a:pt x="0" y="406412"/>
                  </a:lnTo>
                  <a:lnTo>
                    <a:pt x="0" y="410210"/>
                  </a:lnTo>
                  <a:lnTo>
                    <a:pt x="27940" y="410210"/>
                  </a:lnTo>
                  <a:lnTo>
                    <a:pt x="27940" y="406412"/>
                  </a:lnTo>
                  <a:close/>
                </a:path>
                <a:path w="27939" h="476250">
                  <a:moveTo>
                    <a:pt x="27940" y="403872"/>
                  </a:moveTo>
                  <a:lnTo>
                    <a:pt x="0" y="403872"/>
                  </a:lnTo>
                  <a:lnTo>
                    <a:pt x="0" y="406400"/>
                  </a:lnTo>
                  <a:lnTo>
                    <a:pt x="27940" y="406400"/>
                  </a:lnTo>
                  <a:lnTo>
                    <a:pt x="27940" y="403872"/>
                  </a:lnTo>
                  <a:close/>
                </a:path>
                <a:path w="27939" h="476250">
                  <a:moveTo>
                    <a:pt x="27940" y="397522"/>
                  </a:moveTo>
                  <a:lnTo>
                    <a:pt x="0" y="397522"/>
                  </a:lnTo>
                  <a:lnTo>
                    <a:pt x="0" y="403860"/>
                  </a:lnTo>
                  <a:lnTo>
                    <a:pt x="27940" y="403860"/>
                  </a:lnTo>
                  <a:lnTo>
                    <a:pt x="27940" y="397522"/>
                  </a:lnTo>
                  <a:close/>
                </a:path>
                <a:path w="27939" h="476250">
                  <a:moveTo>
                    <a:pt x="27940" y="393712"/>
                  </a:moveTo>
                  <a:lnTo>
                    <a:pt x="0" y="393712"/>
                  </a:lnTo>
                  <a:lnTo>
                    <a:pt x="0" y="397510"/>
                  </a:lnTo>
                  <a:lnTo>
                    <a:pt x="27940" y="397510"/>
                  </a:lnTo>
                  <a:lnTo>
                    <a:pt x="27940" y="393712"/>
                  </a:lnTo>
                  <a:close/>
                </a:path>
                <a:path w="27939" h="476250">
                  <a:moveTo>
                    <a:pt x="27940" y="391172"/>
                  </a:moveTo>
                  <a:lnTo>
                    <a:pt x="0" y="391172"/>
                  </a:lnTo>
                  <a:lnTo>
                    <a:pt x="0" y="393700"/>
                  </a:lnTo>
                  <a:lnTo>
                    <a:pt x="27940" y="393700"/>
                  </a:lnTo>
                  <a:lnTo>
                    <a:pt x="27940" y="391172"/>
                  </a:lnTo>
                  <a:close/>
                </a:path>
                <a:path w="27939" h="476250">
                  <a:moveTo>
                    <a:pt x="27940" y="387362"/>
                  </a:moveTo>
                  <a:lnTo>
                    <a:pt x="0" y="387362"/>
                  </a:lnTo>
                  <a:lnTo>
                    <a:pt x="0" y="391160"/>
                  </a:lnTo>
                  <a:lnTo>
                    <a:pt x="27940" y="391160"/>
                  </a:lnTo>
                  <a:lnTo>
                    <a:pt x="27940" y="387362"/>
                  </a:lnTo>
                  <a:close/>
                </a:path>
                <a:path w="27939" h="476250">
                  <a:moveTo>
                    <a:pt x="27940" y="384822"/>
                  </a:moveTo>
                  <a:lnTo>
                    <a:pt x="0" y="384822"/>
                  </a:lnTo>
                  <a:lnTo>
                    <a:pt x="0" y="387350"/>
                  </a:lnTo>
                  <a:lnTo>
                    <a:pt x="27940" y="387350"/>
                  </a:lnTo>
                  <a:lnTo>
                    <a:pt x="27940" y="384822"/>
                  </a:lnTo>
                  <a:close/>
                </a:path>
                <a:path w="27939" h="476250">
                  <a:moveTo>
                    <a:pt x="27940" y="365772"/>
                  </a:moveTo>
                  <a:lnTo>
                    <a:pt x="0" y="365772"/>
                  </a:lnTo>
                  <a:lnTo>
                    <a:pt x="0" y="384810"/>
                  </a:lnTo>
                  <a:lnTo>
                    <a:pt x="27940" y="384810"/>
                  </a:lnTo>
                  <a:lnTo>
                    <a:pt x="27940" y="365772"/>
                  </a:lnTo>
                  <a:close/>
                </a:path>
                <a:path w="27939" h="476250">
                  <a:moveTo>
                    <a:pt x="27940" y="359422"/>
                  </a:moveTo>
                  <a:lnTo>
                    <a:pt x="0" y="359422"/>
                  </a:lnTo>
                  <a:lnTo>
                    <a:pt x="0" y="365760"/>
                  </a:lnTo>
                  <a:lnTo>
                    <a:pt x="27940" y="365760"/>
                  </a:lnTo>
                  <a:lnTo>
                    <a:pt x="27940" y="359422"/>
                  </a:lnTo>
                  <a:close/>
                </a:path>
                <a:path w="27939" h="476250">
                  <a:moveTo>
                    <a:pt x="27940" y="355612"/>
                  </a:moveTo>
                  <a:lnTo>
                    <a:pt x="0" y="355612"/>
                  </a:lnTo>
                  <a:lnTo>
                    <a:pt x="0" y="359410"/>
                  </a:lnTo>
                  <a:lnTo>
                    <a:pt x="27940" y="359410"/>
                  </a:lnTo>
                  <a:lnTo>
                    <a:pt x="27940" y="355612"/>
                  </a:lnTo>
                  <a:close/>
                </a:path>
                <a:path w="27939" h="476250">
                  <a:moveTo>
                    <a:pt x="27940" y="346722"/>
                  </a:moveTo>
                  <a:lnTo>
                    <a:pt x="0" y="346722"/>
                  </a:lnTo>
                  <a:lnTo>
                    <a:pt x="0" y="355600"/>
                  </a:lnTo>
                  <a:lnTo>
                    <a:pt x="27940" y="355600"/>
                  </a:lnTo>
                  <a:lnTo>
                    <a:pt x="27940" y="346722"/>
                  </a:lnTo>
                  <a:close/>
                </a:path>
                <a:path w="27939" h="476250">
                  <a:moveTo>
                    <a:pt x="27940" y="340372"/>
                  </a:moveTo>
                  <a:lnTo>
                    <a:pt x="0" y="340372"/>
                  </a:lnTo>
                  <a:lnTo>
                    <a:pt x="0" y="346710"/>
                  </a:lnTo>
                  <a:lnTo>
                    <a:pt x="27940" y="346710"/>
                  </a:lnTo>
                  <a:lnTo>
                    <a:pt x="27940" y="340372"/>
                  </a:lnTo>
                  <a:close/>
                </a:path>
                <a:path w="27939" h="476250">
                  <a:moveTo>
                    <a:pt x="27940" y="334022"/>
                  </a:moveTo>
                  <a:lnTo>
                    <a:pt x="0" y="334022"/>
                  </a:lnTo>
                  <a:lnTo>
                    <a:pt x="0" y="340360"/>
                  </a:lnTo>
                  <a:lnTo>
                    <a:pt x="27940" y="340360"/>
                  </a:lnTo>
                  <a:lnTo>
                    <a:pt x="27940" y="334022"/>
                  </a:lnTo>
                  <a:close/>
                </a:path>
                <a:path w="27939" h="476250">
                  <a:moveTo>
                    <a:pt x="27940" y="330212"/>
                  </a:moveTo>
                  <a:lnTo>
                    <a:pt x="0" y="330212"/>
                  </a:lnTo>
                  <a:lnTo>
                    <a:pt x="0" y="334010"/>
                  </a:lnTo>
                  <a:lnTo>
                    <a:pt x="27940" y="334010"/>
                  </a:lnTo>
                  <a:lnTo>
                    <a:pt x="27940" y="330212"/>
                  </a:lnTo>
                  <a:close/>
                </a:path>
                <a:path w="27939" h="476250">
                  <a:moveTo>
                    <a:pt x="27940" y="327672"/>
                  </a:moveTo>
                  <a:lnTo>
                    <a:pt x="0" y="327672"/>
                  </a:lnTo>
                  <a:lnTo>
                    <a:pt x="0" y="330200"/>
                  </a:lnTo>
                  <a:lnTo>
                    <a:pt x="27940" y="330200"/>
                  </a:lnTo>
                  <a:lnTo>
                    <a:pt x="27940" y="327672"/>
                  </a:lnTo>
                  <a:close/>
                </a:path>
                <a:path w="27939" h="476250">
                  <a:moveTo>
                    <a:pt x="27940" y="317512"/>
                  </a:moveTo>
                  <a:lnTo>
                    <a:pt x="0" y="317512"/>
                  </a:lnTo>
                  <a:lnTo>
                    <a:pt x="0" y="327660"/>
                  </a:lnTo>
                  <a:lnTo>
                    <a:pt x="27940" y="327660"/>
                  </a:lnTo>
                  <a:lnTo>
                    <a:pt x="27940" y="317512"/>
                  </a:lnTo>
                  <a:close/>
                </a:path>
                <a:path w="27939" h="476250">
                  <a:moveTo>
                    <a:pt x="27940" y="314972"/>
                  </a:moveTo>
                  <a:lnTo>
                    <a:pt x="0" y="314972"/>
                  </a:lnTo>
                  <a:lnTo>
                    <a:pt x="0" y="317500"/>
                  </a:lnTo>
                  <a:lnTo>
                    <a:pt x="27940" y="317500"/>
                  </a:lnTo>
                  <a:lnTo>
                    <a:pt x="27940" y="314972"/>
                  </a:lnTo>
                  <a:close/>
                </a:path>
                <a:path w="27939" h="476250">
                  <a:moveTo>
                    <a:pt x="27940" y="311162"/>
                  </a:moveTo>
                  <a:lnTo>
                    <a:pt x="0" y="311162"/>
                  </a:lnTo>
                  <a:lnTo>
                    <a:pt x="0" y="314960"/>
                  </a:lnTo>
                  <a:lnTo>
                    <a:pt x="27940" y="314960"/>
                  </a:lnTo>
                  <a:lnTo>
                    <a:pt x="27940" y="311162"/>
                  </a:lnTo>
                  <a:close/>
                </a:path>
                <a:path w="27939" h="476250">
                  <a:moveTo>
                    <a:pt x="27940" y="304812"/>
                  </a:moveTo>
                  <a:lnTo>
                    <a:pt x="0" y="304812"/>
                  </a:lnTo>
                  <a:lnTo>
                    <a:pt x="0" y="311150"/>
                  </a:lnTo>
                  <a:lnTo>
                    <a:pt x="27940" y="311150"/>
                  </a:lnTo>
                  <a:lnTo>
                    <a:pt x="27940" y="304812"/>
                  </a:lnTo>
                  <a:close/>
                </a:path>
                <a:path w="27939" h="476250">
                  <a:moveTo>
                    <a:pt x="27940" y="292112"/>
                  </a:moveTo>
                  <a:lnTo>
                    <a:pt x="0" y="292112"/>
                  </a:lnTo>
                  <a:lnTo>
                    <a:pt x="0" y="304800"/>
                  </a:lnTo>
                  <a:lnTo>
                    <a:pt x="27940" y="304800"/>
                  </a:lnTo>
                  <a:lnTo>
                    <a:pt x="27940" y="292112"/>
                  </a:lnTo>
                  <a:close/>
                </a:path>
                <a:path w="27939" h="476250">
                  <a:moveTo>
                    <a:pt x="27940" y="289572"/>
                  </a:moveTo>
                  <a:lnTo>
                    <a:pt x="0" y="289572"/>
                  </a:lnTo>
                  <a:lnTo>
                    <a:pt x="0" y="292100"/>
                  </a:lnTo>
                  <a:lnTo>
                    <a:pt x="27940" y="292100"/>
                  </a:lnTo>
                  <a:lnTo>
                    <a:pt x="27940" y="289572"/>
                  </a:lnTo>
                  <a:close/>
                </a:path>
                <a:path w="27939" h="476250">
                  <a:moveTo>
                    <a:pt x="27940" y="285762"/>
                  </a:moveTo>
                  <a:lnTo>
                    <a:pt x="0" y="285762"/>
                  </a:lnTo>
                  <a:lnTo>
                    <a:pt x="0" y="289560"/>
                  </a:lnTo>
                  <a:lnTo>
                    <a:pt x="27940" y="289560"/>
                  </a:lnTo>
                  <a:lnTo>
                    <a:pt x="27940" y="285762"/>
                  </a:lnTo>
                  <a:close/>
                </a:path>
                <a:path w="27939" h="476250">
                  <a:moveTo>
                    <a:pt x="27940" y="283222"/>
                  </a:moveTo>
                  <a:lnTo>
                    <a:pt x="0" y="283222"/>
                  </a:lnTo>
                  <a:lnTo>
                    <a:pt x="0" y="285750"/>
                  </a:lnTo>
                  <a:lnTo>
                    <a:pt x="27940" y="285750"/>
                  </a:lnTo>
                  <a:lnTo>
                    <a:pt x="27940" y="283222"/>
                  </a:lnTo>
                  <a:close/>
                </a:path>
                <a:path w="27939" h="476250">
                  <a:moveTo>
                    <a:pt x="27940" y="279412"/>
                  </a:moveTo>
                  <a:lnTo>
                    <a:pt x="0" y="279412"/>
                  </a:lnTo>
                  <a:lnTo>
                    <a:pt x="0" y="283210"/>
                  </a:lnTo>
                  <a:lnTo>
                    <a:pt x="27940" y="283210"/>
                  </a:lnTo>
                  <a:lnTo>
                    <a:pt x="27940" y="279412"/>
                  </a:lnTo>
                  <a:close/>
                </a:path>
                <a:path w="27939" h="476250">
                  <a:moveTo>
                    <a:pt x="27940" y="273062"/>
                  </a:moveTo>
                  <a:lnTo>
                    <a:pt x="0" y="273062"/>
                  </a:lnTo>
                  <a:lnTo>
                    <a:pt x="0" y="279400"/>
                  </a:lnTo>
                  <a:lnTo>
                    <a:pt x="27940" y="279400"/>
                  </a:lnTo>
                  <a:lnTo>
                    <a:pt x="27940" y="273062"/>
                  </a:lnTo>
                  <a:close/>
                </a:path>
                <a:path w="27939" h="476250">
                  <a:moveTo>
                    <a:pt x="27940" y="234962"/>
                  </a:moveTo>
                  <a:lnTo>
                    <a:pt x="0" y="234962"/>
                  </a:lnTo>
                  <a:lnTo>
                    <a:pt x="0" y="273050"/>
                  </a:lnTo>
                  <a:lnTo>
                    <a:pt x="27940" y="273050"/>
                  </a:lnTo>
                  <a:lnTo>
                    <a:pt x="27940" y="234962"/>
                  </a:lnTo>
                  <a:close/>
                </a:path>
                <a:path w="27939" h="476250">
                  <a:moveTo>
                    <a:pt x="2794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7940" y="234950"/>
                  </a:lnTo>
                  <a:lnTo>
                    <a:pt x="27940" y="232422"/>
                  </a:lnTo>
                  <a:close/>
                </a:path>
                <a:path w="27939" h="476250">
                  <a:moveTo>
                    <a:pt x="2794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27940" y="232410"/>
                  </a:lnTo>
                  <a:lnTo>
                    <a:pt x="27940" y="226072"/>
                  </a:lnTo>
                  <a:close/>
                </a:path>
                <a:path w="27939" h="476250">
                  <a:moveTo>
                    <a:pt x="2794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27940" y="226060"/>
                  </a:lnTo>
                  <a:lnTo>
                    <a:pt x="27940" y="222262"/>
                  </a:lnTo>
                  <a:close/>
                </a:path>
                <a:path w="27939" h="476250">
                  <a:moveTo>
                    <a:pt x="2794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27940" y="222250"/>
                  </a:lnTo>
                  <a:lnTo>
                    <a:pt x="27940" y="219722"/>
                  </a:lnTo>
                  <a:close/>
                </a:path>
                <a:path w="27939" h="476250">
                  <a:moveTo>
                    <a:pt x="27940" y="213372"/>
                  </a:moveTo>
                  <a:lnTo>
                    <a:pt x="0" y="213372"/>
                  </a:lnTo>
                  <a:lnTo>
                    <a:pt x="0" y="219710"/>
                  </a:lnTo>
                  <a:lnTo>
                    <a:pt x="27940" y="219710"/>
                  </a:lnTo>
                  <a:lnTo>
                    <a:pt x="27940" y="213372"/>
                  </a:lnTo>
                  <a:close/>
                </a:path>
                <a:path w="27939" h="476250">
                  <a:moveTo>
                    <a:pt x="27940" y="207022"/>
                  </a:moveTo>
                  <a:lnTo>
                    <a:pt x="0" y="207022"/>
                  </a:lnTo>
                  <a:lnTo>
                    <a:pt x="0" y="213360"/>
                  </a:lnTo>
                  <a:lnTo>
                    <a:pt x="27940" y="213360"/>
                  </a:lnTo>
                  <a:lnTo>
                    <a:pt x="27940" y="207022"/>
                  </a:lnTo>
                  <a:close/>
                </a:path>
                <a:path w="27939" h="476250">
                  <a:moveTo>
                    <a:pt x="27940" y="195592"/>
                  </a:moveTo>
                  <a:lnTo>
                    <a:pt x="0" y="195592"/>
                  </a:lnTo>
                  <a:lnTo>
                    <a:pt x="0" y="207010"/>
                  </a:lnTo>
                  <a:lnTo>
                    <a:pt x="27940" y="207010"/>
                  </a:lnTo>
                  <a:lnTo>
                    <a:pt x="27940" y="195592"/>
                  </a:lnTo>
                  <a:close/>
                </a:path>
                <a:path w="27939" h="476250">
                  <a:moveTo>
                    <a:pt x="2794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7940" y="195580"/>
                  </a:lnTo>
                  <a:lnTo>
                    <a:pt x="27940" y="189242"/>
                  </a:lnTo>
                  <a:close/>
                </a:path>
                <a:path w="27939" h="476250">
                  <a:moveTo>
                    <a:pt x="27940" y="182892"/>
                  </a:moveTo>
                  <a:lnTo>
                    <a:pt x="0" y="182892"/>
                  </a:lnTo>
                  <a:lnTo>
                    <a:pt x="0" y="189230"/>
                  </a:lnTo>
                  <a:lnTo>
                    <a:pt x="27940" y="189230"/>
                  </a:lnTo>
                  <a:lnTo>
                    <a:pt x="27940" y="182892"/>
                  </a:lnTo>
                  <a:close/>
                </a:path>
                <a:path w="27939" h="476250">
                  <a:moveTo>
                    <a:pt x="27940" y="176542"/>
                  </a:moveTo>
                  <a:lnTo>
                    <a:pt x="0" y="176542"/>
                  </a:lnTo>
                  <a:lnTo>
                    <a:pt x="0" y="182880"/>
                  </a:lnTo>
                  <a:lnTo>
                    <a:pt x="27940" y="182880"/>
                  </a:lnTo>
                  <a:lnTo>
                    <a:pt x="27940" y="176542"/>
                  </a:lnTo>
                  <a:close/>
                </a:path>
                <a:path w="27939" h="476250">
                  <a:moveTo>
                    <a:pt x="27940" y="170192"/>
                  </a:moveTo>
                  <a:lnTo>
                    <a:pt x="0" y="170192"/>
                  </a:lnTo>
                  <a:lnTo>
                    <a:pt x="0" y="176530"/>
                  </a:lnTo>
                  <a:lnTo>
                    <a:pt x="27940" y="176530"/>
                  </a:lnTo>
                  <a:lnTo>
                    <a:pt x="27940" y="170192"/>
                  </a:lnTo>
                  <a:close/>
                </a:path>
                <a:path w="27939" h="476250">
                  <a:moveTo>
                    <a:pt x="27940" y="163842"/>
                  </a:moveTo>
                  <a:lnTo>
                    <a:pt x="0" y="163842"/>
                  </a:lnTo>
                  <a:lnTo>
                    <a:pt x="0" y="170180"/>
                  </a:lnTo>
                  <a:lnTo>
                    <a:pt x="27940" y="170180"/>
                  </a:lnTo>
                  <a:lnTo>
                    <a:pt x="27940" y="163842"/>
                  </a:lnTo>
                  <a:close/>
                </a:path>
                <a:path w="27939" h="476250">
                  <a:moveTo>
                    <a:pt x="27940" y="157492"/>
                  </a:moveTo>
                  <a:lnTo>
                    <a:pt x="0" y="157492"/>
                  </a:lnTo>
                  <a:lnTo>
                    <a:pt x="0" y="163830"/>
                  </a:lnTo>
                  <a:lnTo>
                    <a:pt x="27940" y="163830"/>
                  </a:lnTo>
                  <a:lnTo>
                    <a:pt x="27940" y="157492"/>
                  </a:lnTo>
                  <a:close/>
                </a:path>
                <a:path w="27939" h="476250">
                  <a:moveTo>
                    <a:pt x="2794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7940" y="157480"/>
                  </a:lnTo>
                  <a:lnTo>
                    <a:pt x="27940" y="151142"/>
                  </a:lnTo>
                  <a:close/>
                </a:path>
                <a:path w="27939" h="476250">
                  <a:moveTo>
                    <a:pt x="27940" y="138442"/>
                  </a:moveTo>
                  <a:lnTo>
                    <a:pt x="0" y="138442"/>
                  </a:lnTo>
                  <a:lnTo>
                    <a:pt x="0" y="151130"/>
                  </a:lnTo>
                  <a:lnTo>
                    <a:pt x="27940" y="151130"/>
                  </a:lnTo>
                  <a:lnTo>
                    <a:pt x="27940" y="138442"/>
                  </a:lnTo>
                  <a:close/>
                </a:path>
                <a:path w="27939" h="476250">
                  <a:moveTo>
                    <a:pt x="27940" y="132092"/>
                  </a:moveTo>
                  <a:lnTo>
                    <a:pt x="0" y="132092"/>
                  </a:lnTo>
                  <a:lnTo>
                    <a:pt x="0" y="138430"/>
                  </a:lnTo>
                  <a:lnTo>
                    <a:pt x="27940" y="138430"/>
                  </a:lnTo>
                  <a:lnTo>
                    <a:pt x="27940" y="132092"/>
                  </a:lnTo>
                  <a:close/>
                </a:path>
                <a:path w="27939" h="476250">
                  <a:moveTo>
                    <a:pt x="27940" y="125742"/>
                  </a:moveTo>
                  <a:lnTo>
                    <a:pt x="0" y="125742"/>
                  </a:lnTo>
                  <a:lnTo>
                    <a:pt x="0" y="132080"/>
                  </a:lnTo>
                  <a:lnTo>
                    <a:pt x="27940" y="132080"/>
                  </a:lnTo>
                  <a:lnTo>
                    <a:pt x="27940" y="125742"/>
                  </a:lnTo>
                  <a:close/>
                </a:path>
                <a:path w="27939" h="476250">
                  <a:moveTo>
                    <a:pt x="27940" y="119392"/>
                  </a:moveTo>
                  <a:lnTo>
                    <a:pt x="0" y="119392"/>
                  </a:lnTo>
                  <a:lnTo>
                    <a:pt x="0" y="125730"/>
                  </a:lnTo>
                  <a:lnTo>
                    <a:pt x="27940" y="125730"/>
                  </a:lnTo>
                  <a:lnTo>
                    <a:pt x="27940" y="119392"/>
                  </a:lnTo>
                  <a:close/>
                </a:path>
                <a:path w="27939" h="476250">
                  <a:moveTo>
                    <a:pt x="27940" y="113042"/>
                  </a:moveTo>
                  <a:lnTo>
                    <a:pt x="0" y="113042"/>
                  </a:lnTo>
                  <a:lnTo>
                    <a:pt x="0" y="119380"/>
                  </a:lnTo>
                  <a:lnTo>
                    <a:pt x="27940" y="119380"/>
                  </a:lnTo>
                  <a:lnTo>
                    <a:pt x="27940" y="113042"/>
                  </a:lnTo>
                  <a:close/>
                </a:path>
                <a:path w="27939" h="476250">
                  <a:moveTo>
                    <a:pt x="27940" y="106692"/>
                  </a:moveTo>
                  <a:lnTo>
                    <a:pt x="0" y="106692"/>
                  </a:lnTo>
                  <a:lnTo>
                    <a:pt x="0" y="113030"/>
                  </a:lnTo>
                  <a:lnTo>
                    <a:pt x="27940" y="113030"/>
                  </a:lnTo>
                  <a:lnTo>
                    <a:pt x="27940" y="106692"/>
                  </a:lnTo>
                  <a:close/>
                </a:path>
                <a:path w="27939" h="476250">
                  <a:moveTo>
                    <a:pt x="27940" y="100342"/>
                  </a:moveTo>
                  <a:lnTo>
                    <a:pt x="0" y="100342"/>
                  </a:lnTo>
                  <a:lnTo>
                    <a:pt x="0" y="106680"/>
                  </a:lnTo>
                  <a:lnTo>
                    <a:pt x="27940" y="106680"/>
                  </a:lnTo>
                  <a:lnTo>
                    <a:pt x="27940" y="100342"/>
                  </a:lnTo>
                  <a:close/>
                </a:path>
                <a:path w="27939" h="476250">
                  <a:moveTo>
                    <a:pt x="2794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7940" y="100330"/>
                  </a:lnTo>
                  <a:lnTo>
                    <a:pt x="27940" y="93992"/>
                  </a:lnTo>
                  <a:close/>
                </a:path>
                <a:path w="27939" h="476250">
                  <a:moveTo>
                    <a:pt x="2794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7940" y="93980"/>
                  </a:lnTo>
                  <a:lnTo>
                    <a:pt x="27940" y="87642"/>
                  </a:lnTo>
                  <a:close/>
                </a:path>
                <a:path w="27939" h="476250">
                  <a:moveTo>
                    <a:pt x="27940" y="81292"/>
                  </a:moveTo>
                  <a:lnTo>
                    <a:pt x="0" y="81292"/>
                  </a:lnTo>
                  <a:lnTo>
                    <a:pt x="0" y="87630"/>
                  </a:lnTo>
                  <a:lnTo>
                    <a:pt x="27940" y="87630"/>
                  </a:lnTo>
                  <a:lnTo>
                    <a:pt x="27940" y="81292"/>
                  </a:lnTo>
                  <a:close/>
                </a:path>
                <a:path w="27939" h="476250">
                  <a:moveTo>
                    <a:pt x="27940" y="68592"/>
                  </a:moveTo>
                  <a:lnTo>
                    <a:pt x="0" y="68592"/>
                  </a:lnTo>
                  <a:lnTo>
                    <a:pt x="0" y="81280"/>
                  </a:lnTo>
                  <a:lnTo>
                    <a:pt x="27940" y="81280"/>
                  </a:lnTo>
                  <a:lnTo>
                    <a:pt x="27940" y="68592"/>
                  </a:lnTo>
                  <a:close/>
                </a:path>
                <a:path w="27939" h="476250">
                  <a:moveTo>
                    <a:pt x="27940" y="62242"/>
                  </a:moveTo>
                  <a:lnTo>
                    <a:pt x="0" y="62242"/>
                  </a:lnTo>
                  <a:lnTo>
                    <a:pt x="0" y="68580"/>
                  </a:lnTo>
                  <a:lnTo>
                    <a:pt x="27940" y="68580"/>
                  </a:lnTo>
                  <a:lnTo>
                    <a:pt x="27940" y="62242"/>
                  </a:lnTo>
                  <a:close/>
                </a:path>
                <a:path w="27939" h="476250">
                  <a:moveTo>
                    <a:pt x="27940" y="55892"/>
                  </a:moveTo>
                  <a:lnTo>
                    <a:pt x="0" y="55892"/>
                  </a:lnTo>
                  <a:lnTo>
                    <a:pt x="0" y="62230"/>
                  </a:lnTo>
                  <a:lnTo>
                    <a:pt x="27940" y="62230"/>
                  </a:lnTo>
                  <a:lnTo>
                    <a:pt x="27940" y="55892"/>
                  </a:lnTo>
                  <a:close/>
                </a:path>
                <a:path w="27939" h="476250">
                  <a:moveTo>
                    <a:pt x="27940" y="49542"/>
                  </a:moveTo>
                  <a:lnTo>
                    <a:pt x="0" y="49542"/>
                  </a:lnTo>
                  <a:lnTo>
                    <a:pt x="0" y="55880"/>
                  </a:lnTo>
                  <a:lnTo>
                    <a:pt x="27940" y="55880"/>
                  </a:lnTo>
                  <a:lnTo>
                    <a:pt x="27940" y="49542"/>
                  </a:lnTo>
                  <a:close/>
                </a:path>
                <a:path w="27939" h="476250">
                  <a:moveTo>
                    <a:pt x="2794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7940" y="49530"/>
                  </a:lnTo>
                  <a:lnTo>
                    <a:pt x="27940" y="43192"/>
                  </a:lnTo>
                  <a:close/>
                </a:path>
                <a:path w="27939" h="476250">
                  <a:moveTo>
                    <a:pt x="2794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7940" y="43180"/>
                  </a:lnTo>
                  <a:lnTo>
                    <a:pt x="27940" y="36842"/>
                  </a:lnTo>
                  <a:close/>
                </a:path>
                <a:path w="27939" h="476250">
                  <a:moveTo>
                    <a:pt x="2794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7940" y="36830"/>
                  </a:lnTo>
                  <a:lnTo>
                    <a:pt x="27940" y="30492"/>
                  </a:lnTo>
                  <a:close/>
                </a:path>
                <a:path w="27939" h="476250">
                  <a:moveTo>
                    <a:pt x="27940" y="24142"/>
                  </a:moveTo>
                  <a:lnTo>
                    <a:pt x="0" y="24142"/>
                  </a:lnTo>
                  <a:lnTo>
                    <a:pt x="0" y="30480"/>
                  </a:lnTo>
                  <a:lnTo>
                    <a:pt x="27940" y="30480"/>
                  </a:lnTo>
                  <a:lnTo>
                    <a:pt x="27940" y="24142"/>
                  </a:lnTo>
                  <a:close/>
                </a:path>
                <a:path w="27939" h="476250">
                  <a:moveTo>
                    <a:pt x="2794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7940" y="24130"/>
                  </a:lnTo>
                  <a:lnTo>
                    <a:pt x="27940" y="17792"/>
                  </a:lnTo>
                  <a:close/>
                </a:path>
                <a:path w="27939" h="476250">
                  <a:moveTo>
                    <a:pt x="27940" y="5092"/>
                  </a:moveTo>
                  <a:lnTo>
                    <a:pt x="0" y="5092"/>
                  </a:lnTo>
                  <a:lnTo>
                    <a:pt x="0" y="17780"/>
                  </a:lnTo>
                  <a:lnTo>
                    <a:pt x="27940" y="17780"/>
                  </a:lnTo>
                  <a:lnTo>
                    <a:pt x="27940" y="5092"/>
                  </a:lnTo>
                  <a:close/>
                </a:path>
                <a:path w="27939" h="476250">
                  <a:moveTo>
                    <a:pt x="279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7940" y="5080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1B365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7" name="object 3707"/>
            <p:cNvSpPr/>
            <p:nvPr/>
          </p:nvSpPr>
          <p:spPr>
            <a:xfrm>
              <a:off x="3843020" y="5500382"/>
              <a:ext cx="27940" cy="181610"/>
            </a:xfrm>
            <a:custGeom>
              <a:avLst/>
              <a:gdLst/>
              <a:ahLst/>
              <a:cxnLst/>
              <a:rect l="l" t="t" r="r" b="b"/>
              <a:pathLst>
                <a:path w="27939" h="181610">
                  <a:moveTo>
                    <a:pt x="27940" y="180340"/>
                  </a:moveTo>
                  <a:lnTo>
                    <a:pt x="0" y="180340"/>
                  </a:lnTo>
                  <a:lnTo>
                    <a:pt x="0" y="181597"/>
                  </a:lnTo>
                  <a:lnTo>
                    <a:pt x="27940" y="181597"/>
                  </a:lnTo>
                  <a:lnTo>
                    <a:pt x="27940" y="180340"/>
                  </a:lnTo>
                  <a:close/>
                </a:path>
                <a:path w="27939" h="181610">
                  <a:moveTo>
                    <a:pt x="27940" y="173990"/>
                  </a:moveTo>
                  <a:lnTo>
                    <a:pt x="0" y="173990"/>
                  </a:lnTo>
                  <a:lnTo>
                    <a:pt x="0" y="180327"/>
                  </a:lnTo>
                  <a:lnTo>
                    <a:pt x="27940" y="180327"/>
                  </a:lnTo>
                  <a:lnTo>
                    <a:pt x="27940" y="173990"/>
                  </a:lnTo>
                  <a:close/>
                </a:path>
                <a:path w="27939" h="181610">
                  <a:moveTo>
                    <a:pt x="27940" y="171450"/>
                  </a:moveTo>
                  <a:lnTo>
                    <a:pt x="0" y="171450"/>
                  </a:lnTo>
                  <a:lnTo>
                    <a:pt x="0" y="173977"/>
                  </a:lnTo>
                  <a:lnTo>
                    <a:pt x="27940" y="173977"/>
                  </a:lnTo>
                  <a:lnTo>
                    <a:pt x="27940" y="171450"/>
                  </a:lnTo>
                  <a:close/>
                </a:path>
                <a:path w="27939" h="181610">
                  <a:moveTo>
                    <a:pt x="27940" y="167640"/>
                  </a:moveTo>
                  <a:lnTo>
                    <a:pt x="0" y="167640"/>
                  </a:lnTo>
                  <a:lnTo>
                    <a:pt x="0" y="171437"/>
                  </a:lnTo>
                  <a:lnTo>
                    <a:pt x="27940" y="171437"/>
                  </a:lnTo>
                  <a:lnTo>
                    <a:pt x="27940" y="167640"/>
                  </a:lnTo>
                  <a:close/>
                </a:path>
                <a:path w="27939" h="181610">
                  <a:moveTo>
                    <a:pt x="27940" y="165100"/>
                  </a:moveTo>
                  <a:lnTo>
                    <a:pt x="0" y="165100"/>
                  </a:lnTo>
                  <a:lnTo>
                    <a:pt x="0" y="167627"/>
                  </a:lnTo>
                  <a:lnTo>
                    <a:pt x="27940" y="167627"/>
                  </a:lnTo>
                  <a:lnTo>
                    <a:pt x="27940" y="165100"/>
                  </a:lnTo>
                  <a:close/>
                </a:path>
                <a:path w="27939" h="181610">
                  <a:moveTo>
                    <a:pt x="27940" y="161290"/>
                  </a:moveTo>
                  <a:lnTo>
                    <a:pt x="0" y="161290"/>
                  </a:lnTo>
                  <a:lnTo>
                    <a:pt x="0" y="165087"/>
                  </a:lnTo>
                  <a:lnTo>
                    <a:pt x="27940" y="165087"/>
                  </a:lnTo>
                  <a:lnTo>
                    <a:pt x="27940" y="161290"/>
                  </a:lnTo>
                  <a:close/>
                </a:path>
                <a:path w="27939" h="181610">
                  <a:moveTo>
                    <a:pt x="27940" y="154940"/>
                  </a:moveTo>
                  <a:lnTo>
                    <a:pt x="0" y="154940"/>
                  </a:lnTo>
                  <a:lnTo>
                    <a:pt x="0" y="161277"/>
                  </a:lnTo>
                  <a:lnTo>
                    <a:pt x="27940" y="161277"/>
                  </a:lnTo>
                  <a:lnTo>
                    <a:pt x="27940" y="154940"/>
                  </a:lnTo>
                  <a:close/>
                </a:path>
                <a:path w="27939" h="181610">
                  <a:moveTo>
                    <a:pt x="27940" y="152400"/>
                  </a:moveTo>
                  <a:lnTo>
                    <a:pt x="0" y="152400"/>
                  </a:lnTo>
                  <a:lnTo>
                    <a:pt x="0" y="154927"/>
                  </a:lnTo>
                  <a:lnTo>
                    <a:pt x="27940" y="154927"/>
                  </a:lnTo>
                  <a:lnTo>
                    <a:pt x="27940" y="152400"/>
                  </a:lnTo>
                  <a:close/>
                </a:path>
                <a:path w="27939" h="181610">
                  <a:moveTo>
                    <a:pt x="27940" y="148590"/>
                  </a:moveTo>
                  <a:lnTo>
                    <a:pt x="0" y="148590"/>
                  </a:lnTo>
                  <a:lnTo>
                    <a:pt x="0" y="152387"/>
                  </a:lnTo>
                  <a:lnTo>
                    <a:pt x="27940" y="152387"/>
                  </a:lnTo>
                  <a:lnTo>
                    <a:pt x="27940" y="148590"/>
                  </a:lnTo>
                  <a:close/>
                </a:path>
                <a:path w="27939" h="181610">
                  <a:moveTo>
                    <a:pt x="27940" y="146050"/>
                  </a:moveTo>
                  <a:lnTo>
                    <a:pt x="0" y="146050"/>
                  </a:lnTo>
                  <a:lnTo>
                    <a:pt x="0" y="148577"/>
                  </a:lnTo>
                  <a:lnTo>
                    <a:pt x="27940" y="148577"/>
                  </a:lnTo>
                  <a:lnTo>
                    <a:pt x="27940" y="146050"/>
                  </a:lnTo>
                  <a:close/>
                </a:path>
                <a:path w="27939" h="181610">
                  <a:moveTo>
                    <a:pt x="27940" y="142240"/>
                  </a:moveTo>
                  <a:lnTo>
                    <a:pt x="0" y="142240"/>
                  </a:lnTo>
                  <a:lnTo>
                    <a:pt x="0" y="146037"/>
                  </a:lnTo>
                  <a:lnTo>
                    <a:pt x="27940" y="146037"/>
                  </a:lnTo>
                  <a:lnTo>
                    <a:pt x="27940" y="142240"/>
                  </a:lnTo>
                  <a:close/>
                </a:path>
                <a:path w="27939" h="181610">
                  <a:moveTo>
                    <a:pt x="27940" y="135890"/>
                  </a:moveTo>
                  <a:lnTo>
                    <a:pt x="0" y="135890"/>
                  </a:lnTo>
                  <a:lnTo>
                    <a:pt x="0" y="142227"/>
                  </a:lnTo>
                  <a:lnTo>
                    <a:pt x="27940" y="142227"/>
                  </a:lnTo>
                  <a:lnTo>
                    <a:pt x="27940" y="135890"/>
                  </a:lnTo>
                  <a:close/>
                </a:path>
                <a:path w="27939" h="181610">
                  <a:moveTo>
                    <a:pt x="27940" y="133350"/>
                  </a:moveTo>
                  <a:lnTo>
                    <a:pt x="0" y="133350"/>
                  </a:lnTo>
                  <a:lnTo>
                    <a:pt x="0" y="135877"/>
                  </a:lnTo>
                  <a:lnTo>
                    <a:pt x="27940" y="135877"/>
                  </a:lnTo>
                  <a:lnTo>
                    <a:pt x="27940" y="133350"/>
                  </a:lnTo>
                  <a:close/>
                </a:path>
                <a:path w="27939" h="181610">
                  <a:moveTo>
                    <a:pt x="27940" y="129540"/>
                  </a:moveTo>
                  <a:lnTo>
                    <a:pt x="0" y="129540"/>
                  </a:lnTo>
                  <a:lnTo>
                    <a:pt x="0" y="133337"/>
                  </a:lnTo>
                  <a:lnTo>
                    <a:pt x="27940" y="133337"/>
                  </a:lnTo>
                  <a:lnTo>
                    <a:pt x="27940" y="129540"/>
                  </a:lnTo>
                  <a:close/>
                </a:path>
                <a:path w="27939" h="181610">
                  <a:moveTo>
                    <a:pt x="27940" y="127000"/>
                  </a:moveTo>
                  <a:lnTo>
                    <a:pt x="0" y="127000"/>
                  </a:lnTo>
                  <a:lnTo>
                    <a:pt x="0" y="129527"/>
                  </a:lnTo>
                  <a:lnTo>
                    <a:pt x="27940" y="129527"/>
                  </a:lnTo>
                  <a:lnTo>
                    <a:pt x="27940" y="127000"/>
                  </a:lnTo>
                  <a:close/>
                </a:path>
                <a:path w="27939" h="181610">
                  <a:moveTo>
                    <a:pt x="27940" y="120650"/>
                  </a:moveTo>
                  <a:lnTo>
                    <a:pt x="0" y="120650"/>
                  </a:lnTo>
                  <a:lnTo>
                    <a:pt x="0" y="126987"/>
                  </a:lnTo>
                  <a:lnTo>
                    <a:pt x="27940" y="126987"/>
                  </a:lnTo>
                  <a:lnTo>
                    <a:pt x="27940" y="120650"/>
                  </a:lnTo>
                  <a:close/>
                </a:path>
                <a:path w="27939" h="181610">
                  <a:moveTo>
                    <a:pt x="2794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27940" y="120637"/>
                  </a:lnTo>
                  <a:lnTo>
                    <a:pt x="27940" y="114300"/>
                  </a:lnTo>
                  <a:close/>
                </a:path>
                <a:path w="27939" h="181610">
                  <a:moveTo>
                    <a:pt x="27940" y="110490"/>
                  </a:moveTo>
                  <a:lnTo>
                    <a:pt x="0" y="110490"/>
                  </a:lnTo>
                  <a:lnTo>
                    <a:pt x="0" y="114287"/>
                  </a:lnTo>
                  <a:lnTo>
                    <a:pt x="27940" y="114287"/>
                  </a:lnTo>
                  <a:lnTo>
                    <a:pt x="27940" y="110490"/>
                  </a:lnTo>
                  <a:close/>
                </a:path>
                <a:path w="27939" h="181610">
                  <a:moveTo>
                    <a:pt x="27940" y="107950"/>
                  </a:moveTo>
                  <a:lnTo>
                    <a:pt x="0" y="107950"/>
                  </a:lnTo>
                  <a:lnTo>
                    <a:pt x="0" y="110477"/>
                  </a:lnTo>
                  <a:lnTo>
                    <a:pt x="27940" y="110477"/>
                  </a:lnTo>
                  <a:lnTo>
                    <a:pt x="27940" y="107950"/>
                  </a:lnTo>
                  <a:close/>
                </a:path>
                <a:path w="27939" h="181610">
                  <a:moveTo>
                    <a:pt x="27940" y="104140"/>
                  </a:moveTo>
                  <a:lnTo>
                    <a:pt x="0" y="104140"/>
                  </a:lnTo>
                  <a:lnTo>
                    <a:pt x="0" y="107937"/>
                  </a:lnTo>
                  <a:lnTo>
                    <a:pt x="27940" y="107937"/>
                  </a:lnTo>
                  <a:lnTo>
                    <a:pt x="27940" y="104140"/>
                  </a:lnTo>
                  <a:close/>
                </a:path>
                <a:path w="27939" h="181610">
                  <a:moveTo>
                    <a:pt x="27940" y="101600"/>
                  </a:moveTo>
                  <a:lnTo>
                    <a:pt x="0" y="101600"/>
                  </a:lnTo>
                  <a:lnTo>
                    <a:pt x="0" y="104127"/>
                  </a:lnTo>
                  <a:lnTo>
                    <a:pt x="27940" y="104127"/>
                  </a:lnTo>
                  <a:lnTo>
                    <a:pt x="27940" y="101600"/>
                  </a:lnTo>
                  <a:close/>
                </a:path>
                <a:path w="27939" h="181610">
                  <a:moveTo>
                    <a:pt x="27940" y="97790"/>
                  </a:moveTo>
                  <a:lnTo>
                    <a:pt x="0" y="97790"/>
                  </a:lnTo>
                  <a:lnTo>
                    <a:pt x="0" y="101587"/>
                  </a:lnTo>
                  <a:lnTo>
                    <a:pt x="27940" y="101587"/>
                  </a:lnTo>
                  <a:lnTo>
                    <a:pt x="27940" y="97790"/>
                  </a:lnTo>
                  <a:close/>
                </a:path>
                <a:path w="27939" h="181610">
                  <a:moveTo>
                    <a:pt x="27940" y="95250"/>
                  </a:moveTo>
                  <a:lnTo>
                    <a:pt x="0" y="95250"/>
                  </a:lnTo>
                  <a:lnTo>
                    <a:pt x="0" y="97777"/>
                  </a:lnTo>
                  <a:lnTo>
                    <a:pt x="27940" y="97777"/>
                  </a:lnTo>
                  <a:lnTo>
                    <a:pt x="27940" y="95250"/>
                  </a:lnTo>
                  <a:close/>
                </a:path>
                <a:path w="27939" h="181610">
                  <a:moveTo>
                    <a:pt x="27940" y="91440"/>
                  </a:moveTo>
                  <a:lnTo>
                    <a:pt x="0" y="91440"/>
                  </a:lnTo>
                  <a:lnTo>
                    <a:pt x="0" y="95237"/>
                  </a:lnTo>
                  <a:lnTo>
                    <a:pt x="27940" y="95237"/>
                  </a:lnTo>
                  <a:lnTo>
                    <a:pt x="27940" y="91440"/>
                  </a:lnTo>
                  <a:close/>
                </a:path>
                <a:path w="27939" h="181610">
                  <a:moveTo>
                    <a:pt x="27940" y="82550"/>
                  </a:moveTo>
                  <a:lnTo>
                    <a:pt x="0" y="82550"/>
                  </a:lnTo>
                  <a:lnTo>
                    <a:pt x="0" y="91427"/>
                  </a:lnTo>
                  <a:lnTo>
                    <a:pt x="27940" y="91427"/>
                  </a:lnTo>
                  <a:lnTo>
                    <a:pt x="27940" y="82550"/>
                  </a:lnTo>
                  <a:close/>
                </a:path>
                <a:path w="27939" h="181610">
                  <a:moveTo>
                    <a:pt x="27940" y="72390"/>
                  </a:moveTo>
                  <a:lnTo>
                    <a:pt x="0" y="72390"/>
                  </a:lnTo>
                  <a:lnTo>
                    <a:pt x="0" y="82537"/>
                  </a:lnTo>
                  <a:lnTo>
                    <a:pt x="27940" y="82537"/>
                  </a:lnTo>
                  <a:lnTo>
                    <a:pt x="27940" y="72390"/>
                  </a:lnTo>
                  <a:close/>
                </a:path>
                <a:path w="27939" h="181610">
                  <a:moveTo>
                    <a:pt x="27940" y="63500"/>
                  </a:moveTo>
                  <a:lnTo>
                    <a:pt x="0" y="63500"/>
                  </a:lnTo>
                  <a:lnTo>
                    <a:pt x="0" y="72377"/>
                  </a:lnTo>
                  <a:lnTo>
                    <a:pt x="27940" y="72377"/>
                  </a:lnTo>
                  <a:lnTo>
                    <a:pt x="27940" y="63500"/>
                  </a:lnTo>
                  <a:close/>
                </a:path>
                <a:path w="27939" h="181610">
                  <a:moveTo>
                    <a:pt x="27940" y="53340"/>
                  </a:moveTo>
                  <a:lnTo>
                    <a:pt x="0" y="53340"/>
                  </a:lnTo>
                  <a:lnTo>
                    <a:pt x="0" y="63487"/>
                  </a:lnTo>
                  <a:lnTo>
                    <a:pt x="27940" y="63487"/>
                  </a:lnTo>
                  <a:lnTo>
                    <a:pt x="27940" y="53340"/>
                  </a:lnTo>
                  <a:close/>
                </a:path>
                <a:path w="27939" h="181610">
                  <a:moveTo>
                    <a:pt x="27940" y="50800"/>
                  </a:moveTo>
                  <a:lnTo>
                    <a:pt x="0" y="50800"/>
                  </a:lnTo>
                  <a:lnTo>
                    <a:pt x="0" y="53327"/>
                  </a:lnTo>
                  <a:lnTo>
                    <a:pt x="27940" y="53327"/>
                  </a:lnTo>
                  <a:lnTo>
                    <a:pt x="27940" y="50800"/>
                  </a:lnTo>
                  <a:close/>
                </a:path>
                <a:path w="27939" h="181610">
                  <a:moveTo>
                    <a:pt x="27940" y="46990"/>
                  </a:moveTo>
                  <a:lnTo>
                    <a:pt x="0" y="46990"/>
                  </a:lnTo>
                  <a:lnTo>
                    <a:pt x="0" y="50787"/>
                  </a:lnTo>
                  <a:lnTo>
                    <a:pt x="27940" y="50787"/>
                  </a:lnTo>
                  <a:lnTo>
                    <a:pt x="27940" y="46990"/>
                  </a:lnTo>
                  <a:close/>
                </a:path>
                <a:path w="27939" h="181610">
                  <a:moveTo>
                    <a:pt x="27940" y="40640"/>
                  </a:moveTo>
                  <a:lnTo>
                    <a:pt x="0" y="40640"/>
                  </a:lnTo>
                  <a:lnTo>
                    <a:pt x="0" y="46977"/>
                  </a:lnTo>
                  <a:lnTo>
                    <a:pt x="27940" y="46977"/>
                  </a:lnTo>
                  <a:lnTo>
                    <a:pt x="27940" y="40640"/>
                  </a:lnTo>
                  <a:close/>
                </a:path>
                <a:path w="27939" h="181610">
                  <a:moveTo>
                    <a:pt x="27940" y="34290"/>
                  </a:moveTo>
                  <a:lnTo>
                    <a:pt x="0" y="34290"/>
                  </a:lnTo>
                  <a:lnTo>
                    <a:pt x="0" y="40627"/>
                  </a:lnTo>
                  <a:lnTo>
                    <a:pt x="27940" y="40627"/>
                  </a:lnTo>
                  <a:lnTo>
                    <a:pt x="27940" y="34290"/>
                  </a:lnTo>
                  <a:close/>
                </a:path>
                <a:path w="27939" h="181610">
                  <a:moveTo>
                    <a:pt x="27940" y="27940"/>
                  </a:moveTo>
                  <a:lnTo>
                    <a:pt x="0" y="27940"/>
                  </a:lnTo>
                  <a:lnTo>
                    <a:pt x="0" y="34277"/>
                  </a:lnTo>
                  <a:lnTo>
                    <a:pt x="27940" y="34277"/>
                  </a:lnTo>
                  <a:lnTo>
                    <a:pt x="27940" y="27940"/>
                  </a:lnTo>
                  <a:close/>
                </a:path>
                <a:path w="27939" h="181610">
                  <a:moveTo>
                    <a:pt x="27940" y="25400"/>
                  </a:moveTo>
                  <a:lnTo>
                    <a:pt x="0" y="25400"/>
                  </a:lnTo>
                  <a:lnTo>
                    <a:pt x="0" y="27927"/>
                  </a:lnTo>
                  <a:lnTo>
                    <a:pt x="27940" y="27927"/>
                  </a:lnTo>
                  <a:lnTo>
                    <a:pt x="27940" y="25400"/>
                  </a:lnTo>
                  <a:close/>
                </a:path>
                <a:path w="27939" h="181610">
                  <a:moveTo>
                    <a:pt x="2794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27940" y="25387"/>
                  </a:lnTo>
                  <a:lnTo>
                    <a:pt x="27940" y="21590"/>
                  </a:lnTo>
                  <a:close/>
                </a:path>
                <a:path w="27939" h="181610">
                  <a:moveTo>
                    <a:pt x="27940" y="15240"/>
                  </a:moveTo>
                  <a:lnTo>
                    <a:pt x="0" y="15240"/>
                  </a:lnTo>
                  <a:lnTo>
                    <a:pt x="0" y="21577"/>
                  </a:lnTo>
                  <a:lnTo>
                    <a:pt x="27940" y="21577"/>
                  </a:lnTo>
                  <a:lnTo>
                    <a:pt x="27940" y="15240"/>
                  </a:lnTo>
                  <a:close/>
                </a:path>
                <a:path w="27939" h="181610">
                  <a:moveTo>
                    <a:pt x="2794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7940" y="15227"/>
                  </a:lnTo>
                  <a:lnTo>
                    <a:pt x="27940" y="12700"/>
                  </a:lnTo>
                  <a:close/>
                </a:path>
                <a:path w="27939" h="181610">
                  <a:moveTo>
                    <a:pt x="2794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7940" y="12687"/>
                  </a:lnTo>
                  <a:lnTo>
                    <a:pt x="27940" y="8890"/>
                  </a:lnTo>
                  <a:close/>
                </a:path>
                <a:path w="27939" h="181610">
                  <a:moveTo>
                    <a:pt x="27940" y="0"/>
                  </a:moveTo>
                  <a:lnTo>
                    <a:pt x="0" y="0"/>
                  </a:lnTo>
                  <a:lnTo>
                    <a:pt x="0" y="8877"/>
                  </a:lnTo>
                  <a:lnTo>
                    <a:pt x="27940" y="8877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1B365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8" name="object 3708"/>
            <p:cNvSpPr/>
            <p:nvPr/>
          </p:nvSpPr>
          <p:spPr>
            <a:xfrm>
              <a:off x="3870960" y="5033010"/>
              <a:ext cx="27940" cy="476250"/>
            </a:xfrm>
            <a:custGeom>
              <a:avLst/>
              <a:gdLst/>
              <a:ahLst/>
              <a:cxnLst/>
              <a:rect l="l" t="t" r="r" b="b"/>
              <a:pathLst>
                <a:path w="27939" h="476250">
                  <a:moveTo>
                    <a:pt x="27940" y="467372"/>
                  </a:moveTo>
                  <a:lnTo>
                    <a:pt x="0" y="467372"/>
                  </a:lnTo>
                  <a:lnTo>
                    <a:pt x="0" y="476250"/>
                  </a:lnTo>
                  <a:lnTo>
                    <a:pt x="27940" y="476250"/>
                  </a:lnTo>
                  <a:lnTo>
                    <a:pt x="27940" y="467372"/>
                  </a:lnTo>
                  <a:close/>
                </a:path>
                <a:path w="27939" h="476250">
                  <a:moveTo>
                    <a:pt x="27940" y="463562"/>
                  </a:moveTo>
                  <a:lnTo>
                    <a:pt x="0" y="463562"/>
                  </a:lnTo>
                  <a:lnTo>
                    <a:pt x="0" y="467360"/>
                  </a:lnTo>
                  <a:lnTo>
                    <a:pt x="27940" y="467360"/>
                  </a:lnTo>
                  <a:lnTo>
                    <a:pt x="27940" y="463562"/>
                  </a:lnTo>
                  <a:close/>
                </a:path>
                <a:path w="27939" h="476250">
                  <a:moveTo>
                    <a:pt x="27940" y="461022"/>
                  </a:moveTo>
                  <a:lnTo>
                    <a:pt x="0" y="461022"/>
                  </a:lnTo>
                  <a:lnTo>
                    <a:pt x="0" y="463550"/>
                  </a:lnTo>
                  <a:lnTo>
                    <a:pt x="27940" y="463550"/>
                  </a:lnTo>
                  <a:lnTo>
                    <a:pt x="27940" y="461022"/>
                  </a:lnTo>
                  <a:close/>
                </a:path>
                <a:path w="27939" h="476250">
                  <a:moveTo>
                    <a:pt x="27940" y="457212"/>
                  </a:moveTo>
                  <a:lnTo>
                    <a:pt x="0" y="457212"/>
                  </a:lnTo>
                  <a:lnTo>
                    <a:pt x="0" y="461010"/>
                  </a:lnTo>
                  <a:lnTo>
                    <a:pt x="27940" y="461010"/>
                  </a:lnTo>
                  <a:lnTo>
                    <a:pt x="27940" y="457212"/>
                  </a:lnTo>
                  <a:close/>
                </a:path>
                <a:path w="27939" h="476250">
                  <a:moveTo>
                    <a:pt x="27940" y="448322"/>
                  </a:moveTo>
                  <a:lnTo>
                    <a:pt x="0" y="448322"/>
                  </a:lnTo>
                  <a:lnTo>
                    <a:pt x="0" y="457200"/>
                  </a:lnTo>
                  <a:lnTo>
                    <a:pt x="27940" y="457200"/>
                  </a:lnTo>
                  <a:lnTo>
                    <a:pt x="27940" y="448322"/>
                  </a:lnTo>
                  <a:close/>
                </a:path>
                <a:path w="27939" h="476250">
                  <a:moveTo>
                    <a:pt x="27940" y="429272"/>
                  </a:moveTo>
                  <a:lnTo>
                    <a:pt x="0" y="429272"/>
                  </a:lnTo>
                  <a:lnTo>
                    <a:pt x="0" y="448310"/>
                  </a:lnTo>
                  <a:lnTo>
                    <a:pt x="27940" y="448310"/>
                  </a:lnTo>
                  <a:lnTo>
                    <a:pt x="27940" y="429272"/>
                  </a:lnTo>
                  <a:close/>
                </a:path>
                <a:path w="27939" h="476250">
                  <a:moveTo>
                    <a:pt x="27940" y="422922"/>
                  </a:moveTo>
                  <a:lnTo>
                    <a:pt x="0" y="422922"/>
                  </a:lnTo>
                  <a:lnTo>
                    <a:pt x="0" y="429260"/>
                  </a:lnTo>
                  <a:lnTo>
                    <a:pt x="27940" y="429260"/>
                  </a:lnTo>
                  <a:lnTo>
                    <a:pt x="27940" y="422922"/>
                  </a:lnTo>
                  <a:close/>
                </a:path>
                <a:path w="27939" h="476250">
                  <a:moveTo>
                    <a:pt x="27940" y="416572"/>
                  </a:moveTo>
                  <a:lnTo>
                    <a:pt x="0" y="416572"/>
                  </a:lnTo>
                  <a:lnTo>
                    <a:pt x="0" y="422910"/>
                  </a:lnTo>
                  <a:lnTo>
                    <a:pt x="27940" y="422910"/>
                  </a:lnTo>
                  <a:lnTo>
                    <a:pt x="27940" y="416572"/>
                  </a:lnTo>
                  <a:close/>
                </a:path>
                <a:path w="27939" h="476250">
                  <a:moveTo>
                    <a:pt x="27940" y="412762"/>
                  </a:moveTo>
                  <a:lnTo>
                    <a:pt x="0" y="412762"/>
                  </a:lnTo>
                  <a:lnTo>
                    <a:pt x="0" y="416560"/>
                  </a:lnTo>
                  <a:lnTo>
                    <a:pt x="27940" y="416560"/>
                  </a:lnTo>
                  <a:lnTo>
                    <a:pt x="27940" y="412762"/>
                  </a:lnTo>
                  <a:close/>
                </a:path>
                <a:path w="27939" h="476250">
                  <a:moveTo>
                    <a:pt x="27940" y="410222"/>
                  </a:moveTo>
                  <a:lnTo>
                    <a:pt x="0" y="410222"/>
                  </a:lnTo>
                  <a:lnTo>
                    <a:pt x="0" y="412750"/>
                  </a:lnTo>
                  <a:lnTo>
                    <a:pt x="27940" y="412750"/>
                  </a:lnTo>
                  <a:lnTo>
                    <a:pt x="27940" y="410222"/>
                  </a:lnTo>
                  <a:close/>
                </a:path>
                <a:path w="27939" h="476250">
                  <a:moveTo>
                    <a:pt x="27940" y="406412"/>
                  </a:moveTo>
                  <a:lnTo>
                    <a:pt x="0" y="406412"/>
                  </a:lnTo>
                  <a:lnTo>
                    <a:pt x="0" y="410210"/>
                  </a:lnTo>
                  <a:lnTo>
                    <a:pt x="27940" y="410210"/>
                  </a:lnTo>
                  <a:lnTo>
                    <a:pt x="27940" y="406412"/>
                  </a:lnTo>
                  <a:close/>
                </a:path>
                <a:path w="27939" h="476250">
                  <a:moveTo>
                    <a:pt x="27940" y="403872"/>
                  </a:moveTo>
                  <a:lnTo>
                    <a:pt x="0" y="403872"/>
                  </a:lnTo>
                  <a:lnTo>
                    <a:pt x="0" y="406400"/>
                  </a:lnTo>
                  <a:lnTo>
                    <a:pt x="27940" y="406400"/>
                  </a:lnTo>
                  <a:lnTo>
                    <a:pt x="27940" y="403872"/>
                  </a:lnTo>
                  <a:close/>
                </a:path>
                <a:path w="27939" h="476250">
                  <a:moveTo>
                    <a:pt x="27940" y="397522"/>
                  </a:moveTo>
                  <a:lnTo>
                    <a:pt x="0" y="397522"/>
                  </a:lnTo>
                  <a:lnTo>
                    <a:pt x="0" y="403860"/>
                  </a:lnTo>
                  <a:lnTo>
                    <a:pt x="27940" y="403860"/>
                  </a:lnTo>
                  <a:lnTo>
                    <a:pt x="27940" y="397522"/>
                  </a:lnTo>
                  <a:close/>
                </a:path>
                <a:path w="27939" h="476250">
                  <a:moveTo>
                    <a:pt x="27940" y="393712"/>
                  </a:moveTo>
                  <a:lnTo>
                    <a:pt x="0" y="393712"/>
                  </a:lnTo>
                  <a:lnTo>
                    <a:pt x="0" y="397510"/>
                  </a:lnTo>
                  <a:lnTo>
                    <a:pt x="27940" y="397510"/>
                  </a:lnTo>
                  <a:lnTo>
                    <a:pt x="27940" y="393712"/>
                  </a:lnTo>
                  <a:close/>
                </a:path>
                <a:path w="27939" h="476250">
                  <a:moveTo>
                    <a:pt x="27940" y="391172"/>
                  </a:moveTo>
                  <a:lnTo>
                    <a:pt x="0" y="391172"/>
                  </a:lnTo>
                  <a:lnTo>
                    <a:pt x="0" y="393700"/>
                  </a:lnTo>
                  <a:lnTo>
                    <a:pt x="27940" y="393700"/>
                  </a:lnTo>
                  <a:lnTo>
                    <a:pt x="27940" y="391172"/>
                  </a:lnTo>
                  <a:close/>
                </a:path>
                <a:path w="27939" h="476250">
                  <a:moveTo>
                    <a:pt x="27940" y="387362"/>
                  </a:moveTo>
                  <a:lnTo>
                    <a:pt x="0" y="387362"/>
                  </a:lnTo>
                  <a:lnTo>
                    <a:pt x="0" y="391160"/>
                  </a:lnTo>
                  <a:lnTo>
                    <a:pt x="27940" y="391160"/>
                  </a:lnTo>
                  <a:lnTo>
                    <a:pt x="27940" y="387362"/>
                  </a:lnTo>
                  <a:close/>
                </a:path>
                <a:path w="27939" h="476250">
                  <a:moveTo>
                    <a:pt x="27940" y="384822"/>
                  </a:moveTo>
                  <a:lnTo>
                    <a:pt x="0" y="384822"/>
                  </a:lnTo>
                  <a:lnTo>
                    <a:pt x="0" y="387350"/>
                  </a:lnTo>
                  <a:lnTo>
                    <a:pt x="27940" y="387350"/>
                  </a:lnTo>
                  <a:lnTo>
                    <a:pt x="27940" y="384822"/>
                  </a:lnTo>
                  <a:close/>
                </a:path>
                <a:path w="27939" h="476250">
                  <a:moveTo>
                    <a:pt x="27940" y="365772"/>
                  </a:moveTo>
                  <a:lnTo>
                    <a:pt x="0" y="365772"/>
                  </a:lnTo>
                  <a:lnTo>
                    <a:pt x="0" y="384810"/>
                  </a:lnTo>
                  <a:lnTo>
                    <a:pt x="27940" y="384810"/>
                  </a:lnTo>
                  <a:lnTo>
                    <a:pt x="27940" y="365772"/>
                  </a:lnTo>
                  <a:close/>
                </a:path>
                <a:path w="27939" h="476250">
                  <a:moveTo>
                    <a:pt x="27940" y="359422"/>
                  </a:moveTo>
                  <a:lnTo>
                    <a:pt x="0" y="359422"/>
                  </a:lnTo>
                  <a:lnTo>
                    <a:pt x="0" y="365760"/>
                  </a:lnTo>
                  <a:lnTo>
                    <a:pt x="27940" y="365760"/>
                  </a:lnTo>
                  <a:lnTo>
                    <a:pt x="27940" y="359422"/>
                  </a:lnTo>
                  <a:close/>
                </a:path>
                <a:path w="27939" h="476250">
                  <a:moveTo>
                    <a:pt x="27940" y="355612"/>
                  </a:moveTo>
                  <a:lnTo>
                    <a:pt x="0" y="355612"/>
                  </a:lnTo>
                  <a:lnTo>
                    <a:pt x="0" y="359410"/>
                  </a:lnTo>
                  <a:lnTo>
                    <a:pt x="27940" y="359410"/>
                  </a:lnTo>
                  <a:lnTo>
                    <a:pt x="27940" y="355612"/>
                  </a:lnTo>
                  <a:close/>
                </a:path>
                <a:path w="27939" h="476250">
                  <a:moveTo>
                    <a:pt x="27940" y="346722"/>
                  </a:moveTo>
                  <a:lnTo>
                    <a:pt x="0" y="346722"/>
                  </a:lnTo>
                  <a:lnTo>
                    <a:pt x="0" y="355600"/>
                  </a:lnTo>
                  <a:lnTo>
                    <a:pt x="27940" y="355600"/>
                  </a:lnTo>
                  <a:lnTo>
                    <a:pt x="27940" y="346722"/>
                  </a:lnTo>
                  <a:close/>
                </a:path>
                <a:path w="27939" h="476250">
                  <a:moveTo>
                    <a:pt x="27940" y="340372"/>
                  </a:moveTo>
                  <a:lnTo>
                    <a:pt x="0" y="340372"/>
                  </a:lnTo>
                  <a:lnTo>
                    <a:pt x="0" y="346710"/>
                  </a:lnTo>
                  <a:lnTo>
                    <a:pt x="27940" y="346710"/>
                  </a:lnTo>
                  <a:lnTo>
                    <a:pt x="27940" y="340372"/>
                  </a:lnTo>
                  <a:close/>
                </a:path>
                <a:path w="27939" h="476250">
                  <a:moveTo>
                    <a:pt x="27940" y="334022"/>
                  </a:moveTo>
                  <a:lnTo>
                    <a:pt x="0" y="334022"/>
                  </a:lnTo>
                  <a:lnTo>
                    <a:pt x="0" y="340360"/>
                  </a:lnTo>
                  <a:lnTo>
                    <a:pt x="27940" y="340360"/>
                  </a:lnTo>
                  <a:lnTo>
                    <a:pt x="27940" y="334022"/>
                  </a:lnTo>
                  <a:close/>
                </a:path>
                <a:path w="27939" h="476250">
                  <a:moveTo>
                    <a:pt x="27940" y="330212"/>
                  </a:moveTo>
                  <a:lnTo>
                    <a:pt x="0" y="330212"/>
                  </a:lnTo>
                  <a:lnTo>
                    <a:pt x="0" y="334010"/>
                  </a:lnTo>
                  <a:lnTo>
                    <a:pt x="27940" y="334010"/>
                  </a:lnTo>
                  <a:lnTo>
                    <a:pt x="27940" y="330212"/>
                  </a:lnTo>
                  <a:close/>
                </a:path>
                <a:path w="27939" h="476250">
                  <a:moveTo>
                    <a:pt x="27940" y="327672"/>
                  </a:moveTo>
                  <a:lnTo>
                    <a:pt x="0" y="327672"/>
                  </a:lnTo>
                  <a:lnTo>
                    <a:pt x="0" y="330200"/>
                  </a:lnTo>
                  <a:lnTo>
                    <a:pt x="27940" y="330200"/>
                  </a:lnTo>
                  <a:lnTo>
                    <a:pt x="27940" y="327672"/>
                  </a:lnTo>
                  <a:close/>
                </a:path>
                <a:path w="27939" h="476250">
                  <a:moveTo>
                    <a:pt x="27940" y="317512"/>
                  </a:moveTo>
                  <a:lnTo>
                    <a:pt x="0" y="317512"/>
                  </a:lnTo>
                  <a:lnTo>
                    <a:pt x="0" y="327660"/>
                  </a:lnTo>
                  <a:lnTo>
                    <a:pt x="27940" y="327660"/>
                  </a:lnTo>
                  <a:lnTo>
                    <a:pt x="27940" y="317512"/>
                  </a:lnTo>
                  <a:close/>
                </a:path>
                <a:path w="27939" h="476250">
                  <a:moveTo>
                    <a:pt x="27940" y="314972"/>
                  </a:moveTo>
                  <a:lnTo>
                    <a:pt x="0" y="314972"/>
                  </a:lnTo>
                  <a:lnTo>
                    <a:pt x="0" y="317500"/>
                  </a:lnTo>
                  <a:lnTo>
                    <a:pt x="27940" y="317500"/>
                  </a:lnTo>
                  <a:lnTo>
                    <a:pt x="27940" y="314972"/>
                  </a:lnTo>
                  <a:close/>
                </a:path>
                <a:path w="27939" h="476250">
                  <a:moveTo>
                    <a:pt x="27940" y="311162"/>
                  </a:moveTo>
                  <a:lnTo>
                    <a:pt x="0" y="311162"/>
                  </a:lnTo>
                  <a:lnTo>
                    <a:pt x="0" y="314960"/>
                  </a:lnTo>
                  <a:lnTo>
                    <a:pt x="27940" y="314960"/>
                  </a:lnTo>
                  <a:lnTo>
                    <a:pt x="27940" y="311162"/>
                  </a:lnTo>
                  <a:close/>
                </a:path>
                <a:path w="27939" h="476250">
                  <a:moveTo>
                    <a:pt x="27940" y="304812"/>
                  </a:moveTo>
                  <a:lnTo>
                    <a:pt x="0" y="304812"/>
                  </a:lnTo>
                  <a:lnTo>
                    <a:pt x="0" y="311150"/>
                  </a:lnTo>
                  <a:lnTo>
                    <a:pt x="27940" y="311150"/>
                  </a:lnTo>
                  <a:lnTo>
                    <a:pt x="27940" y="304812"/>
                  </a:lnTo>
                  <a:close/>
                </a:path>
                <a:path w="27939" h="476250">
                  <a:moveTo>
                    <a:pt x="27940" y="292112"/>
                  </a:moveTo>
                  <a:lnTo>
                    <a:pt x="0" y="292112"/>
                  </a:lnTo>
                  <a:lnTo>
                    <a:pt x="0" y="304800"/>
                  </a:lnTo>
                  <a:lnTo>
                    <a:pt x="27940" y="304800"/>
                  </a:lnTo>
                  <a:lnTo>
                    <a:pt x="27940" y="292112"/>
                  </a:lnTo>
                  <a:close/>
                </a:path>
                <a:path w="27939" h="476250">
                  <a:moveTo>
                    <a:pt x="27940" y="289572"/>
                  </a:moveTo>
                  <a:lnTo>
                    <a:pt x="0" y="289572"/>
                  </a:lnTo>
                  <a:lnTo>
                    <a:pt x="0" y="292100"/>
                  </a:lnTo>
                  <a:lnTo>
                    <a:pt x="27940" y="292100"/>
                  </a:lnTo>
                  <a:lnTo>
                    <a:pt x="27940" y="289572"/>
                  </a:lnTo>
                  <a:close/>
                </a:path>
                <a:path w="27939" h="476250">
                  <a:moveTo>
                    <a:pt x="27940" y="285762"/>
                  </a:moveTo>
                  <a:lnTo>
                    <a:pt x="0" y="285762"/>
                  </a:lnTo>
                  <a:lnTo>
                    <a:pt x="0" y="289560"/>
                  </a:lnTo>
                  <a:lnTo>
                    <a:pt x="27940" y="289560"/>
                  </a:lnTo>
                  <a:lnTo>
                    <a:pt x="27940" y="285762"/>
                  </a:lnTo>
                  <a:close/>
                </a:path>
                <a:path w="27939" h="476250">
                  <a:moveTo>
                    <a:pt x="27940" y="283222"/>
                  </a:moveTo>
                  <a:lnTo>
                    <a:pt x="0" y="283222"/>
                  </a:lnTo>
                  <a:lnTo>
                    <a:pt x="0" y="285750"/>
                  </a:lnTo>
                  <a:lnTo>
                    <a:pt x="27940" y="285750"/>
                  </a:lnTo>
                  <a:lnTo>
                    <a:pt x="27940" y="283222"/>
                  </a:lnTo>
                  <a:close/>
                </a:path>
                <a:path w="27939" h="476250">
                  <a:moveTo>
                    <a:pt x="27940" y="279412"/>
                  </a:moveTo>
                  <a:lnTo>
                    <a:pt x="0" y="279412"/>
                  </a:lnTo>
                  <a:lnTo>
                    <a:pt x="0" y="283210"/>
                  </a:lnTo>
                  <a:lnTo>
                    <a:pt x="27940" y="283210"/>
                  </a:lnTo>
                  <a:lnTo>
                    <a:pt x="27940" y="279412"/>
                  </a:lnTo>
                  <a:close/>
                </a:path>
                <a:path w="27939" h="476250">
                  <a:moveTo>
                    <a:pt x="27940" y="273062"/>
                  </a:moveTo>
                  <a:lnTo>
                    <a:pt x="0" y="273062"/>
                  </a:lnTo>
                  <a:lnTo>
                    <a:pt x="0" y="279400"/>
                  </a:lnTo>
                  <a:lnTo>
                    <a:pt x="27940" y="279400"/>
                  </a:lnTo>
                  <a:lnTo>
                    <a:pt x="27940" y="273062"/>
                  </a:lnTo>
                  <a:close/>
                </a:path>
                <a:path w="27939" h="476250">
                  <a:moveTo>
                    <a:pt x="27940" y="234962"/>
                  </a:moveTo>
                  <a:lnTo>
                    <a:pt x="0" y="234962"/>
                  </a:lnTo>
                  <a:lnTo>
                    <a:pt x="0" y="273050"/>
                  </a:lnTo>
                  <a:lnTo>
                    <a:pt x="27940" y="273050"/>
                  </a:lnTo>
                  <a:lnTo>
                    <a:pt x="27940" y="234962"/>
                  </a:lnTo>
                  <a:close/>
                </a:path>
                <a:path w="27939" h="476250">
                  <a:moveTo>
                    <a:pt x="2794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7940" y="234950"/>
                  </a:lnTo>
                  <a:lnTo>
                    <a:pt x="27940" y="232422"/>
                  </a:lnTo>
                  <a:close/>
                </a:path>
                <a:path w="27939" h="476250">
                  <a:moveTo>
                    <a:pt x="2794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27940" y="232410"/>
                  </a:lnTo>
                  <a:lnTo>
                    <a:pt x="27940" y="226072"/>
                  </a:lnTo>
                  <a:close/>
                </a:path>
                <a:path w="27939" h="476250">
                  <a:moveTo>
                    <a:pt x="2794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27940" y="226060"/>
                  </a:lnTo>
                  <a:lnTo>
                    <a:pt x="27940" y="222262"/>
                  </a:lnTo>
                  <a:close/>
                </a:path>
                <a:path w="27939" h="476250">
                  <a:moveTo>
                    <a:pt x="2794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27940" y="222250"/>
                  </a:lnTo>
                  <a:lnTo>
                    <a:pt x="27940" y="219722"/>
                  </a:lnTo>
                  <a:close/>
                </a:path>
                <a:path w="27939" h="476250">
                  <a:moveTo>
                    <a:pt x="27940" y="213372"/>
                  </a:moveTo>
                  <a:lnTo>
                    <a:pt x="0" y="213372"/>
                  </a:lnTo>
                  <a:lnTo>
                    <a:pt x="0" y="219710"/>
                  </a:lnTo>
                  <a:lnTo>
                    <a:pt x="27940" y="219710"/>
                  </a:lnTo>
                  <a:lnTo>
                    <a:pt x="27940" y="213372"/>
                  </a:lnTo>
                  <a:close/>
                </a:path>
                <a:path w="27939" h="476250">
                  <a:moveTo>
                    <a:pt x="27940" y="207022"/>
                  </a:moveTo>
                  <a:lnTo>
                    <a:pt x="0" y="207022"/>
                  </a:lnTo>
                  <a:lnTo>
                    <a:pt x="0" y="213360"/>
                  </a:lnTo>
                  <a:lnTo>
                    <a:pt x="27940" y="213360"/>
                  </a:lnTo>
                  <a:lnTo>
                    <a:pt x="27940" y="207022"/>
                  </a:lnTo>
                  <a:close/>
                </a:path>
                <a:path w="27939" h="476250">
                  <a:moveTo>
                    <a:pt x="27940" y="195592"/>
                  </a:moveTo>
                  <a:lnTo>
                    <a:pt x="0" y="195592"/>
                  </a:lnTo>
                  <a:lnTo>
                    <a:pt x="0" y="207010"/>
                  </a:lnTo>
                  <a:lnTo>
                    <a:pt x="27940" y="207010"/>
                  </a:lnTo>
                  <a:lnTo>
                    <a:pt x="27940" y="195592"/>
                  </a:lnTo>
                  <a:close/>
                </a:path>
                <a:path w="27939" h="476250">
                  <a:moveTo>
                    <a:pt x="2794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7940" y="195580"/>
                  </a:lnTo>
                  <a:lnTo>
                    <a:pt x="27940" y="189242"/>
                  </a:lnTo>
                  <a:close/>
                </a:path>
                <a:path w="27939" h="476250">
                  <a:moveTo>
                    <a:pt x="27940" y="182892"/>
                  </a:moveTo>
                  <a:lnTo>
                    <a:pt x="0" y="182892"/>
                  </a:lnTo>
                  <a:lnTo>
                    <a:pt x="0" y="189230"/>
                  </a:lnTo>
                  <a:lnTo>
                    <a:pt x="27940" y="189230"/>
                  </a:lnTo>
                  <a:lnTo>
                    <a:pt x="27940" y="182892"/>
                  </a:lnTo>
                  <a:close/>
                </a:path>
                <a:path w="27939" h="476250">
                  <a:moveTo>
                    <a:pt x="27940" y="176542"/>
                  </a:moveTo>
                  <a:lnTo>
                    <a:pt x="0" y="176542"/>
                  </a:lnTo>
                  <a:lnTo>
                    <a:pt x="0" y="182880"/>
                  </a:lnTo>
                  <a:lnTo>
                    <a:pt x="27940" y="182880"/>
                  </a:lnTo>
                  <a:lnTo>
                    <a:pt x="27940" y="176542"/>
                  </a:lnTo>
                  <a:close/>
                </a:path>
                <a:path w="27939" h="476250">
                  <a:moveTo>
                    <a:pt x="27940" y="170192"/>
                  </a:moveTo>
                  <a:lnTo>
                    <a:pt x="0" y="170192"/>
                  </a:lnTo>
                  <a:lnTo>
                    <a:pt x="0" y="176530"/>
                  </a:lnTo>
                  <a:lnTo>
                    <a:pt x="27940" y="176530"/>
                  </a:lnTo>
                  <a:lnTo>
                    <a:pt x="27940" y="170192"/>
                  </a:lnTo>
                  <a:close/>
                </a:path>
                <a:path w="27939" h="476250">
                  <a:moveTo>
                    <a:pt x="27940" y="163842"/>
                  </a:moveTo>
                  <a:lnTo>
                    <a:pt x="0" y="163842"/>
                  </a:lnTo>
                  <a:lnTo>
                    <a:pt x="0" y="170180"/>
                  </a:lnTo>
                  <a:lnTo>
                    <a:pt x="27940" y="170180"/>
                  </a:lnTo>
                  <a:lnTo>
                    <a:pt x="27940" y="163842"/>
                  </a:lnTo>
                  <a:close/>
                </a:path>
                <a:path w="27939" h="476250">
                  <a:moveTo>
                    <a:pt x="27940" y="157492"/>
                  </a:moveTo>
                  <a:lnTo>
                    <a:pt x="0" y="157492"/>
                  </a:lnTo>
                  <a:lnTo>
                    <a:pt x="0" y="163830"/>
                  </a:lnTo>
                  <a:lnTo>
                    <a:pt x="27940" y="163830"/>
                  </a:lnTo>
                  <a:lnTo>
                    <a:pt x="27940" y="157492"/>
                  </a:lnTo>
                  <a:close/>
                </a:path>
                <a:path w="27939" h="476250">
                  <a:moveTo>
                    <a:pt x="2794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7940" y="157480"/>
                  </a:lnTo>
                  <a:lnTo>
                    <a:pt x="27940" y="151142"/>
                  </a:lnTo>
                  <a:close/>
                </a:path>
                <a:path w="27939" h="476250">
                  <a:moveTo>
                    <a:pt x="27940" y="138442"/>
                  </a:moveTo>
                  <a:lnTo>
                    <a:pt x="0" y="138442"/>
                  </a:lnTo>
                  <a:lnTo>
                    <a:pt x="0" y="151130"/>
                  </a:lnTo>
                  <a:lnTo>
                    <a:pt x="27940" y="151130"/>
                  </a:lnTo>
                  <a:lnTo>
                    <a:pt x="27940" y="138442"/>
                  </a:lnTo>
                  <a:close/>
                </a:path>
                <a:path w="27939" h="476250">
                  <a:moveTo>
                    <a:pt x="27940" y="132092"/>
                  </a:moveTo>
                  <a:lnTo>
                    <a:pt x="0" y="132092"/>
                  </a:lnTo>
                  <a:lnTo>
                    <a:pt x="0" y="138430"/>
                  </a:lnTo>
                  <a:lnTo>
                    <a:pt x="27940" y="138430"/>
                  </a:lnTo>
                  <a:lnTo>
                    <a:pt x="27940" y="132092"/>
                  </a:lnTo>
                  <a:close/>
                </a:path>
                <a:path w="27939" h="476250">
                  <a:moveTo>
                    <a:pt x="27940" y="125742"/>
                  </a:moveTo>
                  <a:lnTo>
                    <a:pt x="0" y="125742"/>
                  </a:lnTo>
                  <a:lnTo>
                    <a:pt x="0" y="132080"/>
                  </a:lnTo>
                  <a:lnTo>
                    <a:pt x="27940" y="132080"/>
                  </a:lnTo>
                  <a:lnTo>
                    <a:pt x="27940" y="125742"/>
                  </a:lnTo>
                  <a:close/>
                </a:path>
                <a:path w="27939" h="476250">
                  <a:moveTo>
                    <a:pt x="27940" y="119392"/>
                  </a:moveTo>
                  <a:lnTo>
                    <a:pt x="0" y="119392"/>
                  </a:lnTo>
                  <a:lnTo>
                    <a:pt x="0" y="125730"/>
                  </a:lnTo>
                  <a:lnTo>
                    <a:pt x="27940" y="125730"/>
                  </a:lnTo>
                  <a:lnTo>
                    <a:pt x="27940" y="119392"/>
                  </a:lnTo>
                  <a:close/>
                </a:path>
                <a:path w="27939" h="476250">
                  <a:moveTo>
                    <a:pt x="27940" y="113042"/>
                  </a:moveTo>
                  <a:lnTo>
                    <a:pt x="0" y="113042"/>
                  </a:lnTo>
                  <a:lnTo>
                    <a:pt x="0" y="119380"/>
                  </a:lnTo>
                  <a:lnTo>
                    <a:pt x="27940" y="119380"/>
                  </a:lnTo>
                  <a:lnTo>
                    <a:pt x="27940" y="113042"/>
                  </a:lnTo>
                  <a:close/>
                </a:path>
                <a:path w="27939" h="476250">
                  <a:moveTo>
                    <a:pt x="27940" y="106692"/>
                  </a:moveTo>
                  <a:lnTo>
                    <a:pt x="0" y="106692"/>
                  </a:lnTo>
                  <a:lnTo>
                    <a:pt x="0" y="113030"/>
                  </a:lnTo>
                  <a:lnTo>
                    <a:pt x="27940" y="113030"/>
                  </a:lnTo>
                  <a:lnTo>
                    <a:pt x="27940" y="106692"/>
                  </a:lnTo>
                  <a:close/>
                </a:path>
                <a:path w="27939" h="476250">
                  <a:moveTo>
                    <a:pt x="27940" y="100342"/>
                  </a:moveTo>
                  <a:lnTo>
                    <a:pt x="0" y="100342"/>
                  </a:lnTo>
                  <a:lnTo>
                    <a:pt x="0" y="106680"/>
                  </a:lnTo>
                  <a:lnTo>
                    <a:pt x="27940" y="106680"/>
                  </a:lnTo>
                  <a:lnTo>
                    <a:pt x="27940" y="100342"/>
                  </a:lnTo>
                  <a:close/>
                </a:path>
                <a:path w="27939" h="476250">
                  <a:moveTo>
                    <a:pt x="2794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7940" y="100330"/>
                  </a:lnTo>
                  <a:lnTo>
                    <a:pt x="27940" y="93992"/>
                  </a:lnTo>
                  <a:close/>
                </a:path>
                <a:path w="27939" h="476250">
                  <a:moveTo>
                    <a:pt x="2794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7940" y="93980"/>
                  </a:lnTo>
                  <a:lnTo>
                    <a:pt x="27940" y="87642"/>
                  </a:lnTo>
                  <a:close/>
                </a:path>
                <a:path w="27939" h="476250">
                  <a:moveTo>
                    <a:pt x="27940" y="81292"/>
                  </a:moveTo>
                  <a:lnTo>
                    <a:pt x="0" y="81292"/>
                  </a:lnTo>
                  <a:lnTo>
                    <a:pt x="0" y="87630"/>
                  </a:lnTo>
                  <a:lnTo>
                    <a:pt x="27940" y="87630"/>
                  </a:lnTo>
                  <a:lnTo>
                    <a:pt x="27940" y="81292"/>
                  </a:lnTo>
                  <a:close/>
                </a:path>
                <a:path w="27939" h="476250">
                  <a:moveTo>
                    <a:pt x="27940" y="68592"/>
                  </a:moveTo>
                  <a:lnTo>
                    <a:pt x="0" y="68592"/>
                  </a:lnTo>
                  <a:lnTo>
                    <a:pt x="0" y="81280"/>
                  </a:lnTo>
                  <a:lnTo>
                    <a:pt x="27940" y="81280"/>
                  </a:lnTo>
                  <a:lnTo>
                    <a:pt x="27940" y="68592"/>
                  </a:lnTo>
                  <a:close/>
                </a:path>
                <a:path w="27939" h="476250">
                  <a:moveTo>
                    <a:pt x="27940" y="62242"/>
                  </a:moveTo>
                  <a:lnTo>
                    <a:pt x="0" y="62242"/>
                  </a:lnTo>
                  <a:lnTo>
                    <a:pt x="0" y="68580"/>
                  </a:lnTo>
                  <a:lnTo>
                    <a:pt x="27940" y="68580"/>
                  </a:lnTo>
                  <a:lnTo>
                    <a:pt x="27940" y="62242"/>
                  </a:lnTo>
                  <a:close/>
                </a:path>
                <a:path w="27939" h="476250">
                  <a:moveTo>
                    <a:pt x="27940" y="55892"/>
                  </a:moveTo>
                  <a:lnTo>
                    <a:pt x="0" y="55892"/>
                  </a:lnTo>
                  <a:lnTo>
                    <a:pt x="0" y="62230"/>
                  </a:lnTo>
                  <a:lnTo>
                    <a:pt x="27940" y="62230"/>
                  </a:lnTo>
                  <a:lnTo>
                    <a:pt x="27940" y="55892"/>
                  </a:lnTo>
                  <a:close/>
                </a:path>
                <a:path w="27939" h="476250">
                  <a:moveTo>
                    <a:pt x="27940" y="49542"/>
                  </a:moveTo>
                  <a:lnTo>
                    <a:pt x="0" y="49542"/>
                  </a:lnTo>
                  <a:lnTo>
                    <a:pt x="0" y="55880"/>
                  </a:lnTo>
                  <a:lnTo>
                    <a:pt x="27940" y="55880"/>
                  </a:lnTo>
                  <a:lnTo>
                    <a:pt x="27940" y="49542"/>
                  </a:lnTo>
                  <a:close/>
                </a:path>
                <a:path w="27939" h="476250">
                  <a:moveTo>
                    <a:pt x="2794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7940" y="49530"/>
                  </a:lnTo>
                  <a:lnTo>
                    <a:pt x="27940" y="43192"/>
                  </a:lnTo>
                  <a:close/>
                </a:path>
                <a:path w="27939" h="476250">
                  <a:moveTo>
                    <a:pt x="2794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7940" y="43180"/>
                  </a:lnTo>
                  <a:lnTo>
                    <a:pt x="27940" y="36842"/>
                  </a:lnTo>
                  <a:close/>
                </a:path>
                <a:path w="27939" h="476250">
                  <a:moveTo>
                    <a:pt x="2794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7940" y="36830"/>
                  </a:lnTo>
                  <a:lnTo>
                    <a:pt x="27940" y="30492"/>
                  </a:lnTo>
                  <a:close/>
                </a:path>
                <a:path w="27939" h="476250">
                  <a:moveTo>
                    <a:pt x="27940" y="24142"/>
                  </a:moveTo>
                  <a:lnTo>
                    <a:pt x="0" y="24142"/>
                  </a:lnTo>
                  <a:lnTo>
                    <a:pt x="0" y="30480"/>
                  </a:lnTo>
                  <a:lnTo>
                    <a:pt x="27940" y="30480"/>
                  </a:lnTo>
                  <a:lnTo>
                    <a:pt x="27940" y="24142"/>
                  </a:lnTo>
                  <a:close/>
                </a:path>
                <a:path w="27939" h="476250">
                  <a:moveTo>
                    <a:pt x="2794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7940" y="24130"/>
                  </a:lnTo>
                  <a:lnTo>
                    <a:pt x="27940" y="17792"/>
                  </a:lnTo>
                  <a:close/>
                </a:path>
                <a:path w="27939" h="476250">
                  <a:moveTo>
                    <a:pt x="27940" y="5092"/>
                  </a:moveTo>
                  <a:lnTo>
                    <a:pt x="0" y="5092"/>
                  </a:lnTo>
                  <a:lnTo>
                    <a:pt x="0" y="17780"/>
                  </a:lnTo>
                  <a:lnTo>
                    <a:pt x="27940" y="17780"/>
                  </a:lnTo>
                  <a:lnTo>
                    <a:pt x="27940" y="5092"/>
                  </a:lnTo>
                  <a:close/>
                </a:path>
                <a:path w="27939" h="476250">
                  <a:moveTo>
                    <a:pt x="279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7940" y="5080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1B37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9" name="object 3709"/>
            <p:cNvSpPr/>
            <p:nvPr/>
          </p:nvSpPr>
          <p:spPr>
            <a:xfrm>
              <a:off x="3870960" y="5500382"/>
              <a:ext cx="27940" cy="181610"/>
            </a:xfrm>
            <a:custGeom>
              <a:avLst/>
              <a:gdLst/>
              <a:ahLst/>
              <a:cxnLst/>
              <a:rect l="l" t="t" r="r" b="b"/>
              <a:pathLst>
                <a:path w="27939" h="181610">
                  <a:moveTo>
                    <a:pt x="27940" y="180340"/>
                  </a:moveTo>
                  <a:lnTo>
                    <a:pt x="0" y="180340"/>
                  </a:lnTo>
                  <a:lnTo>
                    <a:pt x="0" y="181597"/>
                  </a:lnTo>
                  <a:lnTo>
                    <a:pt x="27940" y="181597"/>
                  </a:lnTo>
                  <a:lnTo>
                    <a:pt x="27940" y="180340"/>
                  </a:lnTo>
                  <a:close/>
                </a:path>
                <a:path w="27939" h="181610">
                  <a:moveTo>
                    <a:pt x="27940" y="173990"/>
                  </a:moveTo>
                  <a:lnTo>
                    <a:pt x="0" y="173990"/>
                  </a:lnTo>
                  <a:lnTo>
                    <a:pt x="0" y="180327"/>
                  </a:lnTo>
                  <a:lnTo>
                    <a:pt x="27940" y="180327"/>
                  </a:lnTo>
                  <a:lnTo>
                    <a:pt x="27940" y="173990"/>
                  </a:lnTo>
                  <a:close/>
                </a:path>
                <a:path w="27939" h="181610">
                  <a:moveTo>
                    <a:pt x="27940" y="171450"/>
                  </a:moveTo>
                  <a:lnTo>
                    <a:pt x="0" y="171450"/>
                  </a:lnTo>
                  <a:lnTo>
                    <a:pt x="0" y="173977"/>
                  </a:lnTo>
                  <a:lnTo>
                    <a:pt x="27940" y="173977"/>
                  </a:lnTo>
                  <a:lnTo>
                    <a:pt x="27940" y="171450"/>
                  </a:lnTo>
                  <a:close/>
                </a:path>
                <a:path w="27939" h="181610">
                  <a:moveTo>
                    <a:pt x="27940" y="167640"/>
                  </a:moveTo>
                  <a:lnTo>
                    <a:pt x="0" y="167640"/>
                  </a:lnTo>
                  <a:lnTo>
                    <a:pt x="0" y="171437"/>
                  </a:lnTo>
                  <a:lnTo>
                    <a:pt x="27940" y="171437"/>
                  </a:lnTo>
                  <a:lnTo>
                    <a:pt x="27940" y="167640"/>
                  </a:lnTo>
                  <a:close/>
                </a:path>
                <a:path w="27939" h="181610">
                  <a:moveTo>
                    <a:pt x="27940" y="165100"/>
                  </a:moveTo>
                  <a:lnTo>
                    <a:pt x="0" y="165100"/>
                  </a:lnTo>
                  <a:lnTo>
                    <a:pt x="0" y="167627"/>
                  </a:lnTo>
                  <a:lnTo>
                    <a:pt x="27940" y="167627"/>
                  </a:lnTo>
                  <a:lnTo>
                    <a:pt x="27940" y="165100"/>
                  </a:lnTo>
                  <a:close/>
                </a:path>
                <a:path w="27939" h="181610">
                  <a:moveTo>
                    <a:pt x="27940" y="161290"/>
                  </a:moveTo>
                  <a:lnTo>
                    <a:pt x="0" y="161290"/>
                  </a:lnTo>
                  <a:lnTo>
                    <a:pt x="0" y="165087"/>
                  </a:lnTo>
                  <a:lnTo>
                    <a:pt x="27940" y="165087"/>
                  </a:lnTo>
                  <a:lnTo>
                    <a:pt x="27940" y="161290"/>
                  </a:lnTo>
                  <a:close/>
                </a:path>
                <a:path w="27939" h="181610">
                  <a:moveTo>
                    <a:pt x="27940" y="154940"/>
                  </a:moveTo>
                  <a:lnTo>
                    <a:pt x="0" y="154940"/>
                  </a:lnTo>
                  <a:lnTo>
                    <a:pt x="0" y="161277"/>
                  </a:lnTo>
                  <a:lnTo>
                    <a:pt x="27940" y="161277"/>
                  </a:lnTo>
                  <a:lnTo>
                    <a:pt x="27940" y="154940"/>
                  </a:lnTo>
                  <a:close/>
                </a:path>
                <a:path w="27939" h="181610">
                  <a:moveTo>
                    <a:pt x="27940" y="152400"/>
                  </a:moveTo>
                  <a:lnTo>
                    <a:pt x="0" y="152400"/>
                  </a:lnTo>
                  <a:lnTo>
                    <a:pt x="0" y="154927"/>
                  </a:lnTo>
                  <a:lnTo>
                    <a:pt x="27940" y="154927"/>
                  </a:lnTo>
                  <a:lnTo>
                    <a:pt x="27940" y="152400"/>
                  </a:lnTo>
                  <a:close/>
                </a:path>
                <a:path w="27939" h="181610">
                  <a:moveTo>
                    <a:pt x="27940" y="148590"/>
                  </a:moveTo>
                  <a:lnTo>
                    <a:pt x="0" y="148590"/>
                  </a:lnTo>
                  <a:lnTo>
                    <a:pt x="0" y="152387"/>
                  </a:lnTo>
                  <a:lnTo>
                    <a:pt x="27940" y="152387"/>
                  </a:lnTo>
                  <a:lnTo>
                    <a:pt x="27940" y="148590"/>
                  </a:lnTo>
                  <a:close/>
                </a:path>
                <a:path w="27939" h="181610">
                  <a:moveTo>
                    <a:pt x="27940" y="146050"/>
                  </a:moveTo>
                  <a:lnTo>
                    <a:pt x="0" y="146050"/>
                  </a:lnTo>
                  <a:lnTo>
                    <a:pt x="0" y="148577"/>
                  </a:lnTo>
                  <a:lnTo>
                    <a:pt x="27940" y="148577"/>
                  </a:lnTo>
                  <a:lnTo>
                    <a:pt x="27940" y="146050"/>
                  </a:lnTo>
                  <a:close/>
                </a:path>
                <a:path w="27939" h="181610">
                  <a:moveTo>
                    <a:pt x="27940" y="142240"/>
                  </a:moveTo>
                  <a:lnTo>
                    <a:pt x="0" y="142240"/>
                  </a:lnTo>
                  <a:lnTo>
                    <a:pt x="0" y="146037"/>
                  </a:lnTo>
                  <a:lnTo>
                    <a:pt x="27940" y="146037"/>
                  </a:lnTo>
                  <a:lnTo>
                    <a:pt x="27940" y="142240"/>
                  </a:lnTo>
                  <a:close/>
                </a:path>
                <a:path w="27939" h="181610">
                  <a:moveTo>
                    <a:pt x="27940" y="135890"/>
                  </a:moveTo>
                  <a:lnTo>
                    <a:pt x="0" y="135890"/>
                  </a:lnTo>
                  <a:lnTo>
                    <a:pt x="0" y="142227"/>
                  </a:lnTo>
                  <a:lnTo>
                    <a:pt x="27940" y="142227"/>
                  </a:lnTo>
                  <a:lnTo>
                    <a:pt x="27940" y="135890"/>
                  </a:lnTo>
                  <a:close/>
                </a:path>
                <a:path w="27939" h="181610">
                  <a:moveTo>
                    <a:pt x="27940" y="133350"/>
                  </a:moveTo>
                  <a:lnTo>
                    <a:pt x="0" y="133350"/>
                  </a:lnTo>
                  <a:lnTo>
                    <a:pt x="0" y="135877"/>
                  </a:lnTo>
                  <a:lnTo>
                    <a:pt x="27940" y="135877"/>
                  </a:lnTo>
                  <a:lnTo>
                    <a:pt x="27940" y="133350"/>
                  </a:lnTo>
                  <a:close/>
                </a:path>
                <a:path w="27939" h="181610">
                  <a:moveTo>
                    <a:pt x="27940" y="129540"/>
                  </a:moveTo>
                  <a:lnTo>
                    <a:pt x="0" y="129540"/>
                  </a:lnTo>
                  <a:lnTo>
                    <a:pt x="0" y="133337"/>
                  </a:lnTo>
                  <a:lnTo>
                    <a:pt x="27940" y="133337"/>
                  </a:lnTo>
                  <a:lnTo>
                    <a:pt x="27940" y="129540"/>
                  </a:lnTo>
                  <a:close/>
                </a:path>
                <a:path w="27939" h="181610">
                  <a:moveTo>
                    <a:pt x="27940" y="127000"/>
                  </a:moveTo>
                  <a:lnTo>
                    <a:pt x="0" y="127000"/>
                  </a:lnTo>
                  <a:lnTo>
                    <a:pt x="0" y="129527"/>
                  </a:lnTo>
                  <a:lnTo>
                    <a:pt x="27940" y="129527"/>
                  </a:lnTo>
                  <a:lnTo>
                    <a:pt x="27940" y="127000"/>
                  </a:lnTo>
                  <a:close/>
                </a:path>
                <a:path w="27939" h="181610">
                  <a:moveTo>
                    <a:pt x="27940" y="120650"/>
                  </a:moveTo>
                  <a:lnTo>
                    <a:pt x="0" y="120650"/>
                  </a:lnTo>
                  <a:lnTo>
                    <a:pt x="0" y="126987"/>
                  </a:lnTo>
                  <a:lnTo>
                    <a:pt x="27940" y="126987"/>
                  </a:lnTo>
                  <a:lnTo>
                    <a:pt x="27940" y="120650"/>
                  </a:lnTo>
                  <a:close/>
                </a:path>
                <a:path w="27939" h="181610">
                  <a:moveTo>
                    <a:pt x="2794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27940" y="120637"/>
                  </a:lnTo>
                  <a:lnTo>
                    <a:pt x="27940" y="114300"/>
                  </a:lnTo>
                  <a:close/>
                </a:path>
                <a:path w="27939" h="181610">
                  <a:moveTo>
                    <a:pt x="27940" y="110490"/>
                  </a:moveTo>
                  <a:lnTo>
                    <a:pt x="0" y="110490"/>
                  </a:lnTo>
                  <a:lnTo>
                    <a:pt x="0" y="114287"/>
                  </a:lnTo>
                  <a:lnTo>
                    <a:pt x="27940" y="114287"/>
                  </a:lnTo>
                  <a:lnTo>
                    <a:pt x="27940" y="110490"/>
                  </a:lnTo>
                  <a:close/>
                </a:path>
                <a:path w="27939" h="181610">
                  <a:moveTo>
                    <a:pt x="27940" y="107950"/>
                  </a:moveTo>
                  <a:lnTo>
                    <a:pt x="0" y="107950"/>
                  </a:lnTo>
                  <a:lnTo>
                    <a:pt x="0" y="110477"/>
                  </a:lnTo>
                  <a:lnTo>
                    <a:pt x="27940" y="110477"/>
                  </a:lnTo>
                  <a:lnTo>
                    <a:pt x="27940" y="107950"/>
                  </a:lnTo>
                  <a:close/>
                </a:path>
                <a:path w="27939" h="181610">
                  <a:moveTo>
                    <a:pt x="27940" y="104140"/>
                  </a:moveTo>
                  <a:lnTo>
                    <a:pt x="0" y="104140"/>
                  </a:lnTo>
                  <a:lnTo>
                    <a:pt x="0" y="107937"/>
                  </a:lnTo>
                  <a:lnTo>
                    <a:pt x="27940" y="107937"/>
                  </a:lnTo>
                  <a:lnTo>
                    <a:pt x="27940" y="104140"/>
                  </a:lnTo>
                  <a:close/>
                </a:path>
                <a:path w="27939" h="181610">
                  <a:moveTo>
                    <a:pt x="27940" y="101600"/>
                  </a:moveTo>
                  <a:lnTo>
                    <a:pt x="0" y="101600"/>
                  </a:lnTo>
                  <a:lnTo>
                    <a:pt x="0" y="104127"/>
                  </a:lnTo>
                  <a:lnTo>
                    <a:pt x="27940" y="104127"/>
                  </a:lnTo>
                  <a:lnTo>
                    <a:pt x="27940" y="101600"/>
                  </a:lnTo>
                  <a:close/>
                </a:path>
                <a:path w="27939" h="181610">
                  <a:moveTo>
                    <a:pt x="27940" y="97790"/>
                  </a:moveTo>
                  <a:lnTo>
                    <a:pt x="0" y="97790"/>
                  </a:lnTo>
                  <a:lnTo>
                    <a:pt x="0" y="101587"/>
                  </a:lnTo>
                  <a:lnTo>
                    <a:pt x="27940" y="101587"/>
                  </a:lnTo>
                  <a:lnTo>
                    <a:pt x="27940" y="97790"/>
                  </a:lnTo>
                  <a:close/>
                </a:path>
                <a:path w="27939" h="181610">
                  <a:moveTo>
                    <a:pt x="27940" y="95250"/>
                  </a:moveTo>
                  <a:lnTo>
                    <a:pt x="0" y="95250"/>
                  </a:lnTo>
                  <a:lnTo>
                    <a:pt x="0" y="97777"/>
                  </a:lnTo>
                  <a:lnTo>
                    <a:pt x="27940" y="97777"/>
                  </a:lnTo>
                  <a:lnTo>
                    <a:pt x="27940" y="95250"/>
                  </a:lnTo>
                  <a:close/>
                </a:path>
                <a:path w="27939" h="181610">
                  <a:moveTo>
                    <a:pt x="27940" y="91440"/>
                  </a:moveTo>
                  <a:lnTo>
                    <a:pt x="0" y="91440"/>
                  </a:lnTo>
                  <a:lnTo>
                    <a:pt x="0" y="95237"/>
                  </a:lnTo>
                  <a:lnTo>
                    <a:pt x="27940" y="95237"/>
                  </a:lnTo>
                  <a:lnTo>
                    <a:pt x="27940" y="91440"/>
                  </a:lnTo>
                  <a:close/>
                </a:path>
                <a:path w="27939" h="181610">
                  <a:moveTo>
                    <a:pt x="27940" y="82550"/>
                  </a:moveTo>
                  <a:lnTo>
                    <a:pt x="0" y="82550"/>
                  </a:lnTo>
                  <a:lnTo>
                    <a:pt x="0" y="91427"/>
                  </a:lnTo>
                  <a:lnTo>
                    <a:pt x="27940" y="91427"/>
                  </a:lnTo>
                  <a:lnTo>
                    <a:pt x="27940" y="82550"/>
                  </a:lnTo>
                  <a:close/>
                </a:path>
                <a:path w="27939" h="181610">
                  <a:moveTo>
                    <a:pt x="27940" y="72390"/>
                  </a:moveTo>
                  <a:lnTo>
                    <a:pt x="0" y="72390"/>
                  </a:lnTo>
                  <a:lnTo>
                    <a:pt x="0" y="82537"/>
                  </a:lnTo>
                  <a:lnTo>
                    <a:pt x="27940" y="82537"/>
                  </a:lnTo>
                  <a:lnTo>
                    <a:pt x="27940" y="72390"/>
                  </a:lnTo>
                  <a:close/>
                </a:path>
                <a:path w="27939" h="181610">
                  <a:moveTo>
                    <a:pt x="27940" y="63500"/>
                  </a:moveTo>
                  <a:lnTo>
                    <a:pt x="0" y="63500"/>
                  </a:lnTo>
                  <a:lnTo>
                    <a:pt x="0" y="72377"/>
                  </a:lnTo>
                  <a:lnTo>
                    <a:pt x="27940" y="72377"/>
                  </a:lnTo>
                  <a:lnTo>
                    <a:pt x="27940" y="63500"/>
                  </a:lnTo>
                  <a:close/>
                </a:path>
                <a:path w="27939" h="181610">
                  <a:moveTo>
                    <a:pt x="27940" y="53340"/>
                  </a:moveTo>
                  <a:lnTo>
                    <a:pt x="0" y="53340"/>
                  </a:lnTo>
                  <a:lnTo>
                    <a:pt x="0" y="63487"/>
                  </a:lnTo>
                  <a:lnTo>
                    <a:pt x="27940" y="63487"/>
                  </a:lnTo>
                  <a:lnTo>
                    <a:pt x="27940" y="53340"/>
                  </a:lnTo>
                  <a:close/>
                </a:path>
                <a:path w="27939" h="181610">
                  <a:moveTo>
                    <a:pt x="27940" y="50800"/>
                  </a:moveTo>
                  <a:lnTo>
                    <a:pt x="0" y="50800"/>
                  </a:lnTo>
                  <a:lnTo>
                    <a:pt x="0" y="53327"/>
                  </a:lnTo>
                  <a:lnTo>
                    <a:pt x="27940" y="53327"/>
                  </a:lnTo>
                  <a:lnTo>
                    <a:pt x="27940" y="50800"/>
                  </a:lnTo>
                  <a:close/>
                </a:path>
                <a:path w="27939" h="181610">
                  <a:moveTo>
                    <a:pt x="27940" y="46990"/>
                  </a:moveTo>
                  <a:lnTo>
                    <a:pt x="0" y="46990"/>
                  </a:lnTo>
                  <a:lnTo>
                    <a:pt x="0" y="50787"/>
                  </a:lnTo>
                  <a:lnTo>
                    <a:pt x="27940" y="50787"/>
                  </a:lnTo>
                  <a:lnTo>
                    <a:pt x="27940" y="46990"/>
                  </a:lnTo>
                  <a:close/>
                </a:path>
                <a:path w="27939" h="181610">
                  <a:moveTo>
                    <a:pt x="27940" y="40640"/>
                  </a:moveTo>
                  <a:lnTo>
                    <a:pt x="0" y="40640"/>
                  </a:lnTo>
                  <a:lnTo>
                    <a:pt x="0" y="46977"/>
                  </a:lnTo>
                  <a:lnTo>
                    <a:pt x="27940" y="46977"/>
                  </a:lnTo>
                  <a:lnTo>
                    <a:pt x="27940" y="40640"/>
                  </a:lnTo>
                  <a:close/>
                </a:path>
                <a:path w="27939" h="181610">
                  <a:moveTo>
                    <a:pt x="27940" y="34290"/>
                  </a:moveTo>
                  <a:lnTo>
                    <a:pt x="0" y="34290"/>
                  </a:lnTo>
                  <a:lnTo>
                    <a:pt x="0" y="40627"/>
                  </a:lnTo>
                  <a:lnTo>
                    <a:pt x="27940" y="40627"/>
                  </a:lnTo>
                  <a:lnTo>
                    <a:pt x="27940" y="34290"/>
                  </a:lnTo>
                  <a:close/>
                </a:path>
                <a:path w="27939" h="181610">
                  <a:moveTo>
                    <a:pt x="27940" y="27940"/>
                  </a:moveTo>
                  <a:lnTo>
                    <a:pt x="0" y="27940"/>
                  </a:lnTo>
                  <a:lnTo>
                    <a:pt x="0" y="34277"/>
                  </a:lnTo>
                  <a:lnTo>
                    <a:pt x="27940" y="34277"/>
                  </a:lnTo>
                  <a:lnTo>
                    <a:pt x="27940" y="27940"/>
                  </a:lnTo>
                  <a:close/>
                </a:path>
                <a:path w="27939" h="181610">
                  <a:moveTo>
                    <a:pt x="27940" y="25400"/>
                  </a:moveTo>
                  <a:lnTo>
                    <a:pt x="0" y="25400"/>
                  </a:lnTo>
                  <a:lnTo>
                    <a:pt x="0" y="27927"/>
                  </a:lnTo>
                  <a:lnTo>
                    <a:pt x="27940" y="27927"/>
                  </a:lnTo>
                  <a:lnTo>
                    <a:pt x="27940" y="25400"/>
                  </a:lnTo>
                  <a:close/>
                </a:path>
                <a:path w="27939" h="181610">
                  <a:moveTo>
                    <a:pt x="2794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27940" y="25387"/>
                  </a:lnTo>
                  <a:lnTo>
                    <a:pt x="27940" y="21590"/>
                  </a:lnTo>
                  <a:close/>
                </a:path>
                <a:path w="27939" h="181610">
                  <a:moveTo>
                    <a:pt x="27940" y="15240"/>
                  </a:moveTo>
                  <a:lnTo>
                    <a:pt x="0" y="15240"/>
                  </a:lnTo>
                  <a:lnTo>
                    <a:pt x="0" y="21577"/>
                  </a:lnTo>
                  <a:lnTo>
                    <a:pt x="27940" y="21577"/>
                  </a:lnTo>
                  <a:lnTo>
                    <a:pt x="27940" y="15240"/>
                  </a:lnTo>
                  <a:close/>
                </a:path>
                <a:path w="27939" h="181610">
                  <a:moveTo>
                    <a:pt x="2794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7940" y="15227"/>
                  </a:lnTo>
                  <a:lnTo>
                    <a:pt x="27940" y="12700"/>
                  </a:lnTo>
                  <a:close/>
                </a:path>
                <a:path w="27939" h="181610">
                  <a:moveTo>
                    <a:pt x="2794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7940" y="12687"/>
                  </a:lnTo>
                  <a:lnTo>
                    <a:pt x="27940" y="8890"/>
                  </a:lnTo>
                  <a:close/>
                </a:path>
                <a:path w="27939" h="181610">
                  <a:moveTo>
                    <a:pt x="27940" y="0"/>
                  </a:moveTo>
                  <a:lnTo>
                    <a:pt x="0" y="0"/>
                  </a:lnTo>
                  <a:lnTo>
                    <a:pt x="0" y="8877"/>
                  </a:lnTo>
                  <a:lnTo>
                    <a:pt x="27940" y="8877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1B37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0" name="object 3710"/>
            <p:cNvSpPr/>
            <p:nvPr/>
          </p:nvSpPr>
          <p:spPr>
            <a:xfrm>
              <a:off x="3898900" y="5033010"/>
              <a:ext cx="29209" cy="476250"/>
            </a:xfrm>
            <a:custGeom>
              <a:avLst/>
              <a:gdLst/>
              <a:ahLst/>
              <a:cxnLst/>
              <a:rect l="l" t="t" r="r" b="b"/>
              <a:pathLst>
                <a:path w="29210" h="476250">
                  <a:moveTo>
                    <a:pt x="29210" y="467372"/>
                  </a:moveTo>
                  <a:lnTo>
                    <a:pt x="0" y="467372"/>
                  </a:lnTo>
                  <a:lnTo>
                    <a:pt x="0" y="476250"/>
                  </a:lnTo>
                  <a:lnTo>
                    <a:pt x="29210" y="476250"/>
                  </a:lnTo>
                  <a:lnTo>
                    <a:pt x="29210" y="467372"/>
                  </a:lnTo>
                  <a:close/>
                </a:path>
                <a:path w="29210" h="476250">
                  <a:moveTo>
                    <a:pt x="29210" y="463562"/>
                  </a:moveTo>
                  <a:lnTo>
                    <a:pt x="0" y="463562"/>
                  </a:lnTo>
                  <a:lnTo>
                    <a:pt x="0" y="467360"/>
                  </a:lnTo>
                  <a:lnTo>
                    <a:pt x="29210" y="467360"/>
                  </a:lnTo>
                  <a:lnTo>
                    <a:pt x="29210" y="463562"/>
                  </a:lnTo>
                  <a:close/>
                </a:path>
                <a:path w="29210" h="476250">
                  <a:moveTo>
                    <a:pt x="29210" y="461022"/>
                  </a:moveTo>
                  <a:lnTo>
                    <a:pt x="0" y="461022"/>
                  </a:lnTo>
                  <a:lnTo>
                    <a:pt x="0" y="463550"/>
                  </a:lnTo>
                  <a:lnTo>
                    <a:pt x="29210" y="463550"/>
                  </a:lnTo>
                  <a:lnTo>
                    <a:pt x="29210" y="461022"/>
                  </a:lnTo>
                  <a:close/>
                </a:path>
                <a:path w="29210" h="476250">
                  <a:moveTo>
                    <a:pt x="29210" y="457212"/>
                  </a:moveTo>
                  <a:lnTo>
                    <a:pt x="0" y="457212"/>
                  </a:lnTo>
                  <a:lnTo>
                    <a:pt x="0" y="461010"/>
                  </a:lnTo>
                  <a:lnTo>
                    <a:pt x="29210" y="461010"/>
                  </a:lnTo>
                  <a:lnTo>
                    <a:pt x="29210" y="457212"/>
                  </a:lnTo>
                  <a:close/>
                </a:path>
                <a:path w="29210" h="476250">
                  <a:moveTo>
                    <a:pt x="29210" y="448322"/>
                  </a:moveTo>
                  <a:lnTo>
                    <a:pt x="0" y="448322"/>
                  </a:lnTo>
                  <a:lnTo>
                    <a:pt x="0" y="457200"/>
                  </a:lnTo>
                  <a:lnTo>
                    <a:pt x="29210" y="457200"/>
                  </a:lnTo>
                  <a:lnTo>
                    <a:pt x="29210" y="448322"/>
                  </a:lnTo>
                  <a:close/>
                </a:path>
                <a:path w="29210" h="476250">
                  <a:moveTo>
                    <a:pt x="29210" y="429272"/>
                  </a:moveTo>
                  <a:lnTo>
                    <a:pt x="0" y="429272"/>
                  </a:lnTo>
                  <a:lnTo>
                    <a:pt x="0" y="448310"/>
                  </a:lnTo>
                  <a:lnTo>
                    <a:pt x="29210" y="448310"/>
                  </a:lnTo>
                  <a:lnTo>
                    <a:pt x="29210" y="429272"/>
                  </a:lnTo>
                  <a:close/>
                </a:path>
                <a:path w="29210" h="476250">
                  <a:moveTo>
                    <a:pt x="29210" y="422922"/>
                  </a:moveTo>
                  <a:lnTo>
                    <a:pt x="0" y="422922"/>
                  </a:lnTo>
                  <a:lnTo>
                    <a:pt x="0" y="429260"/>
                  </a:lnTo>
                  <a:lnTo>
                    <a:pt x="29210" y="429260"/>
                  </a:lnTo>
                  <a:lnTo>
                    <a:pt x="29210" y="422922"/>
                  </a:lnTo>
                  <a:close/>
                </a:path>
                <a:path w="29210" h="476250">
                  <a:moveTo>
                    <a:pt x="29210" y="416572"/>
                  </a:moveTo>
                  <a:lnTo>
                    <a:pt x="0" y="416572"/>
                  </a:lnTo>
                  <a:lnTo>
                    <a:pt x="0" y="422910"/>
                  </a:lnTo>
                  <a:lnTo>
                    <a:pt x="29210" y="422910"/>
                  </a:lnTo>
                  <a:lnTo>
                    <a:pt x="29210" y="416572"/>
                  </a:lnTo>
                  <a:close/>
                </a:path>
                <a:path w="29210" h="476250">
                  <a:moveTo>
                    <a:pt x="29210" y="412762"/>
                  </a:moveTo>
                  <a:lnTo>
                    <a:pt x="0" y="412762"/>
                  </a:lnTo>
                  <a:lnTo>
                    <a:pt x="0" y="416560"/>
                  </a:lnTo>
                  <a:lnTo>
                    <a:pt x="29210" y="416560"/>
                  </a:lnTo>
                  <a:lnTo>
                    <a:pt x="29210" y="412762"/>
                  </a:lnTo>
                  <a:close/>
                </a:path>
                <a:path w="29210" h="476250">
                  <a:moveTo>
                    <a:pt x="29210" y="410222"/>
                  </a:moveTo>
                  <a:lnTo>
                    <a:pt x="0" y="410222"/>
                  </a:lnTo>
                  <a:lnTo>
                    <a:pt x="0" y="412750"/>
                  </a:lnTo>
                  <a:lnTo>
                    <a:pt x="29210" y="412750"/>
                  </a:lnTo>
                  <a:lnTo>
                    <a:pt x="29210" y="410222"/>
                  </a:lnTo>
                  <a:close/>
                </a:path>
                <a:path w="29210" h="476250">
                  <a:moveTo>
                    <a:pt x="29210" y="406412"/>
                  </a:moveTo>
                  <a:lnTo>
                    <a:pt x="0" y="406412"/>
                  </a:lnTo>
                  <a:lnTo>
                    <a:pt x="0" y="410210"/>
                  </a:lnTo>
                  <a:lnTo>
                    <a:pt x="29210" y="410210"/>
                  </a:lnTo>
                  <a:lnTo>
                    <a:pt x="29210" y="406412"/>
                  </a:lnTo>
                  <a:close/>
                </a:path>
                <a:path w="29210" h="476250">
                  <a:moveTo>
                    <a:pt x="29210" y="403872"/>
                  </a:moveTo>
                  <a:lnTo>
                    <a:pt x="0" y="403872"/>
                  </a:lnTo>
                  <a:lnTo>
                    <a:pt x="0" y="406400"/>
                  </a:lnTo>
                  <a:lnTo>
                    <a:pt x="29210" y="406400"/>
                  </a:lnTo>
                  <a:lnTo>
                    <a:pt x="29210" y="403872"/>
                  </a:lnTo>
                  <a:close/>
                </a:path>
                <a:path w="29210" h="476250">
                  <a:moveTo>
                    <a:pt x="29210" y="397522"/>
                  </a:moveTo>
                  <a:lnTo>
                    <a:pt x="0" y="397522"/>
                  </a:lnTo>
                  <a:lnTo>
                    <a:pt x="0" y="403860"/>
                  </a:lnTo>
                  <a:lnTo>
                    <a:pt x="29210" y="403860"/>
                  </a:lnTo>
                  <a:lnTo>
                    <a:pt x="29210" y="397522"/>
                  </a:lnTo>
                  <a:close/>
                </a:path>
                <a:path w="29210" h="476250">
                  <a:moveTo>
                    <a:pt x="29210" y="393712"/>
                  </a:moveTo>
                  <a:lnTo>
                    <a:pt x="0" y="393712"/>
                  </a:lnTo>
                  <a:lnTo>
                    <a:pt x="0" y="397510"/>
                  </a:lnTo>
                  <a:lnTo>
                    <a:pt x="29210" y="397510"/>
                  </a:lnTo>
                  <a:lnTo>
                    <a:pt x="29210" y="393712"/>
                  </a:lnTo>
                  <a:close/>
                </a:path>
                <a:path w="29210" h="476250">
                  <a:moveTo>
                    <a:pt x="29210" y="391172"/>
                  </a:moveTo>
                  <a:lnTo>
                    <a:pt x="0" y="391172"/>
                  </a:lnTo>
                  <a:lnTo>
                    <a:pt x="0" y="393700"/>
                  </a:lnTo>
                  <a:lnTo>
                    <a:pt x="29210" y="393700"/>
                  </a:lnTo>
                  <a:lnTo>
                    <a:pt x="29210" y="391172"/>
                  </a:lnTo>
                  <a:close/>
                </a:path>
                <a:path w="29210" h="476250">
                  <a:moveTo>
                    <a:pt x="29210" y="387362"/>
                  </a:moveTo>
                  <a:lnTo>
                    <a:pt x="0" y="387362"/>
                  </a:lnTo>
                  <a:lnTo>
                    <a:pt x="0" y="391160"/>
                  </a:lnTo>
                  <a:lnTo>
                    <a:pt x="29210" y="391160"/>
                  </a:lnTo>
                  <a:lnTo>
                    <a:pt x="29210" y="387362"/>
                  </a:lnTo>
                  <a:close/>
                </a:path>
                <a:path w="29210" h="476250">
                  <a:moveTo>
                    <a:pt x="29210" y="384822"/>
                  </a:moveTo>
                  <a:lnTo>
                    <a:pt x="0" y="384822"/>
                  </a:lnTo>
                  <a:lnTo>
                    <a:pt x="0" y="387350"/>
                  </a:lnTo>
                  <a:lnTo>
                    <a:pt x="29210" y="387350"/>
                  </a:lnTo>
                  <a:lnTo>
                    <a:pt x="29210" y="384822"/>
                  </a:lnTo>
                  <a:close/>
                </a:path>
                <a:path w="29210" h="476250">
                  <a:moveTo>
                    <a:pt x="29210" y="365772"/>
                  </a:moveTo>
                  <a:lnTo>
                    <a:pt x="0" y="365772"/>
                  </a:lnTo>
                  <a:lnTo>
                    <a:pt x="0" y="384810"/>
                  </a:lnTo>
                  <a:lnTo>
                    <a:pt x="29210" y="384810"/>
                  </a:lnTo>
                  <a:lnTo>
                    <a:pt x="29210" y="365772"/>
                  </a:lnTo>
                  <a:close/>
                </a:path>
                <a:path w="29210" h="476250">
                  <a:moveTo>
                    <a:pt x="29210" y="359422"/>
                  </a:moveTo>
                  <a:lnTo>
                    <a:pt x="0" y="359422"/>
                  </a:lnTo>
                  <a:lnTo>
                    <a:pt x="0" y="365760"/>
                  </a:lnTo>
                  <a:lnTo>
                    <a:pt x="29210" y="365760"/>
                  </a:lnTo>
                  <a:lnTo>
                    <a:pt x="29210" y="359422"/>
                  </a:lnTo>
                  <a:close/>
                </a:path>
                <a:path w="29210" h="476250">
                  <a:moveTo>
                    <a:pt x="29210" y="355612"/>
                  </a:moveTo>
                  <a:lnTo>
                    <a:pt x="0" y="355612"/>
                  </a:lnTo>
                  <a:lnTo>
                    <a:pt x="0" y="359410"/>
                  </a:lnTo>
                  <a:lnTo>
                    <a:pt x="29210" y="359410"/>
                  </a:lnTo>
                  <a:lnTo>
                    <a:pt x="29210" y="355612"/>
                  </a:lnTo>
                  <a:close/>
                </a:path>
                <a:path w="29210" h="476250">
                  <a:moveTo>
                    <a:pt x="29210" y="346722"/>
                  </a:moveTo>
                  <a:lnTo>
                    <a:pt x="0" y="346722"/>
                  </a:lnTo>
                  <a:lnTo>
                    <a:pt x="0" y="355600"/>
                  </a:lnTo>
                  <a:lnTo>
                    <a:pt x="29210" y="355600"/>
                  </a:lnTo>
                  <a:lnTo>
                    <a:pt x="29210" y="346722"/>
                  </a:lnTo>
                  <a:close/>
                </a:path>
                <a:path w="29210" h="476250">
                  <a:moveTo>
                    <a:pt x="29210" y="340372"/>
                  </a:moveTo>
                  <a:lnTo>
                    <a:pt x="0" y="340372"/>
                  </a:lnTo>
                  <a:lnTo>
                    <a:pt x="0" y="346710"/>
                  </a:lnTo>
                  <a:lnTo>
                    <a:pt x="29210" y="346710"/>
                  </a:lnTo>
                  <a:lnTo>
                    <a:pt x="29210" y="340372"/>
                  </a:lnTo>
                  <a:close/>
                </a:path>
                <a:path w="29210" h="476250">
                  <a:moveTo>
                    <a:pt x="29210" y="334022"/>
                  </a:moveTo>
                  <a:lnTo>
                    <a:pt x="0" y="334022"/>
                  </a:lnTo>
                  <a:lnTo>
                    <a:pt x="0" y="340360"/>
                  </a:lnTo>
                  <a:lnTo>
                    <a:pt x="29210" y="340360"/>
                  </a:lnTo>
                  <a:lnTo>
                    <a:pt x="29210" y="334022"/>
                  </a:lnTo>
                  <a:close/>
                </a:path>
                <a:path w="29210" h="476250">
                  <a:moveTo>
                    <a:pt x="29210" y="330212"/>
                  </a:moveTo>
                  <a:lnTo>
                    <a:pt x="0" y="330212"/>
                  </a:lnTo>
                  <a:lnTo>
                    <a:pt x="0" y="334010"/>
                  </a:lnTo>
                  <a:lnTo>
                    <a:pt x="29210" y="334010"/>
                  </a:lnTo>
                  <a:lnTo>
                    <a:pt x="29210" y="330212"/>
                  </a:lnTo>
                  <a:close/>
                </a:path>
                <a:path w="29210" h="476250">
                  <a:moveTo>
                    <a:pt x="29210" y="327672"/>
                  </a:moveTo>
                  <a:lnTo>
                    <a:pt x="0" y="327672"/>
                  </a:lnTo>
                  <a:lnTo>
                    <a:pt x="0" y="330200"/>
                  </a:lnTo>
                  <a:lnTo>
                    <a:pt x="29210" y="330200"/>
                  </a:lnTo>
                  <a:lnTo>
                    <a:pt x="29210" y="327672"/>
                  </a:lnTo>
                  <a:close/>
                </a:path>
                <a:path w="29210" h="476250">
                  <a:moveTo>
                    <a:pt x="29210" y="317512"/>
                  </a:moveTo>
                  <a:lnTo>
                    <a:pt x="0" y="317512"/>
                  </a:lnTo>
                  <a:lnTo>
                    <a:pt x="0" y="327660"/>
                  </a:lnTo>
                  <a:lnTo>
                    <a:pt x="29210" y="327660"/>
                  </a:lnTo>
                  <a:lnTo>
                    <a:pt x="29210" y="317512"/>
                  </a:lnTo>
                  <a:close/>
                </a:path>
                <a:path w="29210" h="476250">
                  <a:moveTo>
                    <a:pt x="29210" y="314972"/>
                  </a:moveTo>
                  <a:lnTo>
                    <a:pt x="0" y="314972"/>
                  </a:lnTo>
                  <a:lnTo>
                    <a:pt x="0" y="317500"/>
                  </a:lnTo>
                  <a:lnTo>
                    <a:pt x="29210" y="317500"/>
                  </a:lnTo>
                  <a:lnTo>
                    <a:pt x="29210" y="314972"/>
                  </a:lnTo>
                  <a:close/>
                </a:path>
                <a:path w="29210" h="476250">
                  <a:moveTo>
                    <a:pt x="29210" y="311162"/>
                  </a:moveTo>
                  <a:lnTo>
                    <a:pt x="0" y="311162"/>
                  </a:lnTo>
                  <a:lnTo>
                    <a:pt x="0" y="314960"/>
                  </a:lnTo>
                  <a:lnTo>
                    <a:pt x="29210" y="314960"/>
                  </a:lnTo>
                  <a:lnTo>
                    <a:pt x="29210" y="311162"/>
                  </a:lnTo>
                  <a:close/>
                </a:path>
                <a:path w="29210" h="476250">
                  <a:moveTo>
                    <a:pt x="29210" y="304812"/>
                  </a:moveTo>
                  <a:lnTo>
                    <a:pt x="0" y="304812"/>
                  </a:lnTo>
                  <a:lnTo>
                    <a:pt x="0" y="311150"/>
                  </a:lnTo>
                  <a:lnTo>
                    <a:pt x="29210" y="311150"/>
                  </a:lnTo>
                  <a:lnTo>
                    <a:pt x="29210" y="304812"/>
                  </a:lnTo>
                  <a:close/>
                </a:path>
                <a:path w="29210" h="476250">
                  <a:moveTo>
                    <a:pt x="29210" y="292112"/>
                  </a:moveTo>
                  <a:lnTo>
                    <a:pt x="0" y="292112"/>
                  </a:lnTo>
                  <a:lnTo>
                    <a:pt x="0" y="304800"/>
                  </a:lnTo>
                  <a:lnTo>
                    <a:pt x="29210" y="304800"/>
                  </a:lnTo>
                  <a:lnTo>
                    <a:pt x="29210" y="292112"/>
                  </a:lnTo>
                  <a:close/>
                </a:path>
                <a:path w="29210" h="476250">
                  <a:moveTo>
                    <a:pt x="29210" y="289572"/>
                  </a:moveTo>
                  <a:lnTo>
                    <a:pt x="0" y="289572"/>
                  </a:lnTo>
                  <a:lnTo>
                    <a:pt x="0" y="292100"/>
                  </a:lnTo>
                  <a:lnTo>
                    <a:pt x="29210" y="292100"/>
                  </a:lnTo>
                  <a:lnTo>
                    <a:pt x="29210" y="289572"/>
                  </a:lnTo>
                  <a:close/>
                </a:path>
                <a:path w="29210" h="476250">
                  <a:moveTo>
                    <a:pt x="29210" y="285762"/>
                  </a:moveTo>
                  <a:lnTo>
                    <a:pt x="0" y="285762"/>
                  </a:lnTo>
                  <a:lnTo>
                    <a:pt x="0" y="289560"/>
                  </a:lnTo>
                  <a:lnTo>
                    <a:pt x="29210" y="289560"/>
                  </a:lnTo>
                  <a:lnTo>
                    <a:pt x="29210" y="285762"/>
                  </a:lnTo>
                  <a:close/>
                </a:path>
                <a:path w="29210" h="476250">
                  <a:moveTo>
                    <a:pt x="29210" y="283222"/>
                  </a:moveTo>
                  <a:lnTo>
                    <a:pt x="0" y="283222"/>
                  </a:lnTo>
                  <a:lnTo>
                    <a:pt x="0" y="285750"/>
                  </a:lnTo>
                  <a:lnTo>
                    <a:pt x="29210" y="285750"/>
                  </a:lnTo>
                  <a:lnTo>
                    <a:pt x="29210" y="283222"/>
                  </a:lnTo>
                  <a:close/>
                </a:path>
                <a:path w="29210" h="476250">
                  <a:moveTo>
                    <a:pt x="29210" y="279412"/>
                  </a:moveTo>
                  <a:lnTo>
                    <a:pt x="0" y="279412"/>
                  </a:lnTo>
                  <a:lnTo>
                    <a:pt x="0" y="283210"/>
                  </a:lnTo>
                  <a:lnTo>
                    <a:pt x="29210" y="283210"/>
                  </a:lnTo>
                  <a:lnTo>
                    <a:pt x="29210" y="279412"/>
                  </a:lnTo>
                  <a:close/>
                </a:path>
                <a:path w="29210" h="476250">
                  <a:moveTo>
                    <a:pt x="29210" y="273062"/>
                  </a:moveTo>
                  <a:lnTo>
                    <a:pt x="0" y="273062"/>
                  </a:lnTo>
                  <a:lnTo>
                    <a:pt x="0" y="279400"/>
                  </a:lnTo>
                  <a:lnTo>
                    <a:pt x="29210" y="279400"/>
                  </a:lnTo>
                  <a:lnTo>
                    <a:pt x="29210" y="273062"/>
                  </a:lnTo>
                  <a:close/>
                </a:path>
                <a:path w="29210" h="476250">
                  <a:moveTo>
                    <a:pt x="29210" y="234962"/>
                  </a:moveTo>
                  <a:lnTo>
                    <a:pt x="0" y="234962"/>
                  </a:lnTo>
                  <a:lnTo>
                    <a:pt x="0" y="273050"/>
                  </a:lnTo>
                  <a:lnTo>
                    <a:pt x="29210" y="273050"/>
                  </a:lnTo>
                  <a:lnTo>
                    <a:pt x="29210" y="234962"/>
                  </a:lnTo>
                  <a:close/>
                </a:path>
                <a:path w="29210" h="476250">
                  <a:moveTo>
                    <a:pt x="292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9210" y="234950"/>
                  </a:lnTo>
                  <a:lnTo>
                    <a:pt x="29210" y="232422"/>
                  </a:lnTo>
                  <a:close/>
                </a:path>
                <a:path w="29210" h="476250">
                  <a:moveTo>
                    <a:pt x="2921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29210" y="232410"/>
                  </a:lnTo>
                  <a:lnTo>
                    <a:pt x="29210" y="226072"/>
                  </a:lnTo>
                  <a:close/>
                </a:path>
                <a:path w="29210" h="476250">
                  <a:moveTo>
                    <a:pt x="2921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29210" y="226060"/>
                  </a:lnTo>
                  <a:lnTo>
                    <a:pt x="29210" y="222262"/>
                  </a:lnTo>
                  <a:close/>
                </a:path>
                <a:path w="29210" h="476250">
                  <a:moveTo>
                    <a:pt x="2921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29210" y="222250"/>
                  </a:lnTo>
                  <a:lnTo>
                    <a:pt x="29210" y="219722"/>
                  </a:lnTo>
                  <a:close/>
                </a:path>
                <a:path w="29210" h="476250">
                  <a:moveTo>
                    <a:pt x="29210" y="213372"/>
                  </a:moveTo>
                  <a:lnTo>
                    <a:pt x="0" y="213372"/>
                  </a:lnTo>
                  <a:lnTo>
                    <a:pt x="0" y="219710"/>
                  </a:lnTo>
                  <a:lnTo>
                    <a:pt x="29210" y="219710"/>
                  </a:lnTo>
                  <a:lnTo>
                    <a:pt x="29210" y="213372"/>
                  </a:lnTo>
                  <a:close/>
                </a:path>
                <a:path w="29210" h="476250">
                  <a:moveTo>
                    <a:pt x="29210" y="207022"/>
                  </a:moveTo>
                  <a:lnTo>
                    <a:pt x="0" y="207022"/>
                  </a:lnTo>
                  <a:lnTo>
                    <a:pt x="0" y="213360"/>
                  </a:lnTo>
                  <a:lnTo>
                    <a:pt x="29210" y="213360"/>
                  </a:lnTo>
                  <a:lnTo>
                    <a:pt x="29210" y="207022"/>
                  </a:lnTo>
                  <a:close/>
                </a:path>
                <a:path w="29210" h="476250">
                  <a:moveTo>
                    <a:pt x="29210" y="195592"/>
                  </a:moveTo>
                  <a:lnTo>
                    <a:pt x="0" y="195592"/>
                  </a:lnTo>
                  <a:lnTo>
                    <a:pt x="0" y="207010"/>
                  </a:lnTo>
                  <a:lnTo>
                    <a:pt x="29210" y="207010"/>
                  </a:lnTo>
                  <a:lnTo>
                    <a:pt x="29210" y="195592"/>
                  </a:lnTo>
                  <a:close/>
                </a:path>
                <a:path w="29210" h="476250">
                  <a:moveTo>
                    <a:pt x="2921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9210" y="195580"/>
                  </a:lnTo>
                  <a:lnTo>
                    <a:pt x="29210" y="189242"/>
                  </a:lnTo>
                  <a:close/>
                </a:path>
                <a:path w="29210" h="476250">
                  <a:moveTo>
                    <a:pt x="29210" y="182892"/>
                  </a:moveTo>
                  <a:lnTo>
                    <a:pt x="0" y="182892"/>
                  </a:lnTo>
                  <a:lnTo>
                    <a:pt x="0" y="189230"/>
                  </a:lnTo>
                  <a:lnTo>
                    <a:pt x="29210" y="189230"/>
                  </a:lnTo>
                  <a:lnTo>
                    <a:pt x="29210" y="182892"/>
                  </a:lnTo>
                  <a:close/>
                </a:path>
                <a:path w="29210" h="476250">
                  <a:moveTo>
                    <a:pt x="29210" y="176542"/>
                  </a:moveTo>
                  <a:lnTo>
                    <a:pt x="0" y="176542"/>
                  </a:lnTo>
                  <a:lnTo>
                    <a:pt x="0" y="182880"/>
                  </a:lnTo>
                  <a:lnTo>
                    <a:pt x="29210" y="182880"/>
                  </a:lnTo>
                  <a:lnTo>
                    <a:pt x="29210" y="176542"/>
                  </a:lnTo>
                  <a:close/>
                </a:path>
                <a:path w="29210" h="476250">
                  <a:moveTo>
                    <a:pt x="29210" y="170192"/>
                  </a:moveTo>
                  <a:lnTo>
                    <a:pt x="0" y="170192"/>
                  </a:lnTo>
                  <a:lnTo>
                    <a:pt x="0" y="176530"/>
                  </a:lnTo>
                  <a:lnTo>
                    <a:pt x="29210" y="176530"/>
                  </a:lnTo>
                  <a:lnTo>
                    <a:pt x="29210" y="170192"/>
                  </a:lnTo>
                  <a:close/>
                </a:path>
                <a:path w="29210" h="476250">
                  <a:moveTo>
                    <a:pt x="29210" y="163842"/>
                  </a:moveTo>
                  <a:lnTo>
                    <a:pt x="0" y="163842"/>
                  </a:lnTo>
                  <a:lnTo>
                    <a:pt x="0" y="170180"/>
                  </a:lnTo>
                  <a:lnTo>
                    <a:pt x="29210" y="170180"/>
                  </a:lnTo>
                  <a:lnTo>
                    <a:pt x="29210" y="163842"/>
                  </a:lnTo>
                  <a:close/>
                </a:path>
                <a:path w="29210" h="476250">
                  <a:moveTo>
                    <a:pt x="29210" y="157492"/>
                  </a:moveTo>
                  <a:lnTo>
                    <a:pt x="0" y="157492"/>
                  </a:lnTo>
                  <a:lnTo>
                    <a:pt x="0" y="163830"/>
                  </a:lnTo>
                  <a:lnTo>
                    <a:pt x="29210" y="163830"/>
                  </a:lnTo>
                  <a:lnTo>
                    <a:pt x="29210" y="157492"/>
                  </a:lnTo>
                  <a:close/>
                </a:path>
                <a:path w="29210" h="476250">
                  <a:moveTo>
                    <a:pt x="2921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9210" y="157480"/>
                  </a:lnTo>
                  <a:lnTo>
                    <a:pt x="29210" y="151142"/>
                  </a:lnTo>
                  <a:close/>
                </a:path>
                <a:path w="29210" h="476250">
                  <a:moveTo>
                    <a:pt x="29210" y="138442"/>
                  </a:moveTo>
                  <a:lnTo>
                    <a:pt x="0" y="138442"/>
                  </a:lnTo>
                  <a:lnTo>
                    <a:pt x="0" y="151130"/>
                  </a:lnTo>
                  <a:lnTo>
                    <a:pt x="29210" y="151130"/>
                  </a:lnTo>
                  <a:lnTo>
                    <a:pt x="29210" y="138442"/>
                  </a:lnTo>
                  <a:close/>
                </a:path>
                <a:path w="29210" h="476250">
                  <a:moveTo>
                    <a:pt x="29210" y="132092"/>
                  </a:moveTo>
                  <a:lnTo>
                    <a:pt x="0" y="132092"/>
                  </a:lnTo>
                  <a:lnTo>
                    <a:pt x="0" y="138430"/>
                  </a:lnTo>
                  <a:lnTo>
                    <a:pt x="29210" y="138430"/>
                  </a:lnTo>
                  <a:lnTo>
                    <a:pt x="29210" y="132092"/>
                  </a:lnTo>
                  <a:close/>
                </a:path>
                <a:path w="29210" h="476250">
                  <a:moveTo>
                    <a:pt x="29210" y="125742"/>
                  </a:moveTo>
                  <a:lnTo>
                    <a:pt x="0" y="125742"/>
                  </a:lnTo>
                  <a:lnTo>
                    <a:pt x="0" y="132080"/>
                  </a:lnTo>
                  <a:lnTo>
                    <a:pt x="29210" y="132080"/>
                  </a:lnTo>
                  <a:lnTo>
                    <a:pt x="29210" y="125742"/>
                  </a:lnTo>
                  <a:close/>
                </a:path>
                <a:path w="29210" h="476250">
                  <a:moveTo>
                    <a:pt x="29210" y="119392"/>
                  </a:moveTo>
                  <a:lnTo>
                    <a:pt x="0" y="119392"/>
                  </a:lnTo>
                  <a:lnTo>
                    <a:pt x="0" y="125730"/>
                  </a:lnTo>
                  <a:lnTo>
                    <a:pt x="29210" y="125730"/>
                  </a:lnTo>
                  <a:lnTo>
                    <a:pt x="29210" y="119392"/>
                  </a:lnTo>
                  <a:close/>
                </a:path>
                <a:path w="29210" h="476250">
                  <a:moveTo>
                    <a:pt x="29210" y="113042"/>
                  </a:moveTo>
                  <a:lnTo>
                    <a:pt x="0" y="113042"/>
                  </a:lnTo>
                  <a:lnTo>
                    <a:pt x="0" y="119380"/>
                  </a:lnTo>
                  <a:lnTo>
                    <a:pt x="29210" y="119380"/>
                  </a:lnTo>
                  <a:lnTo>
                    <a:pt x="29210" y="113042"/>
                  </a:lnTo>
                  <a:close/>
                </a:path>
                <a:path w="29210" h="476250">
                  <a:moveTo>
                    <a:pt x="29210" y="106692"/>
                  </a:moveTo>
                  <a:lnTo>
                    <a:pt x="0" y="106692"/>
                  </a:lnTo>
                  <a:lnTo>
                    <a:pt x="0" y="113030"/>
                  </a:lnTo>
                  <a:lnTo>
                    <a:pt x="29210" y="113030"/>
                  </a:lnTo>
                  <a:lnTo>
                    <a:pt x="29210" y="106692"/>
                  </a:lnTo>
                  <a:close/>
                </a:path>
                <a:path w="29210" h="476250">
                  <a:moveTo>
                    <a:pt x="29210" y="100342"/>
                  </a:moveTo>
                  <a:lnTo>
                    <a:pt x="0" y="100342"/>
                  </a:lnTo>
                  <a:lnTo>
                    <a:pt x="0" y="106680"/>
                  </a:lnTo>
                  <a:lnTo>
                    <a:pt x="29210" y="106680"/>
                  </a:lnTo>
                  <a:lnTo>
                    <a:pt x="29210" y="100342"/>
                  </a:lnTo>
                  <a:close/>
                </a:path>
                <a:path w="29210" h="476250">
                  <a:moveTo>
                    <a:pt x="2921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9210" y="100330"/>
                  </a:lnTo>
                  <a:lnTo>
                    <a:pt x="29210" y="93992"/>
                  </a:lnTo>
                  <a:close/>
                </a:path>
                <a:path w="29210" h="476250">
                  <a:moveTo>
                    <a:pt x="2921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9210" y="93980"/>
                  </a:lnTo>
                  <a:lnTo>
                    <a:pt x="29210" y="87642"/>
                  </a:lnTo>
                  <a:close/>
                </a:path>
                <a:path w="29210" h="476250">
                  <a:moveTo>
                    <a:pt x="29210" y="81292"/>
                  </a:moveTo>
                  <a:lnTo>
                    <a:pt x="0" y="81292"/>
                  </a:lnTo>
                  <a:lnTo>
                    <a:pt x="0" y="87630"/>
                  </a:lnTo>
                  <a:lnTo>
                    <a:pt x="29210" y="87630"/>
                  </a:lnTo>
                  <a:lnTo>
                    <a:pt x="29210" y="81292"/>
                  </a:lnTo>
                  <a:close/>
                </a:path>
                <a:path w="29210" h="476250">
                  <a:moveTo>
                    <a:pt x="29210" y="68592"/>
                  </a:moveTo>
                  <a:lnTo>
                    <a:pt x="0" y="68592"/>
                  </a:lnTo>
                  <a:lnTo>
                    <a:pt x="0" y="81280"/>
                  </a:lnTo>
                  <a:lnTo>
                    <a:pt x="29210" y="81280"/>
                  </a:lnTo>
                  <a:lnTo>
                    <a:pt x="29210" y="68592"/>
                  </a:lnTo>
                  <a:close/>
                </a:path>
                <a:path w="29210" h="476250">
                  <a:moveTo>
                    <a:pt x="29210" y="62242"/>
                  </a:moveTo>
                  <a:lnTo>
                    <a:pt x="0" y="62242"/>
                  </a:lnTo>
                  <a:lnTo>
                    <a:pt x="0" y="68580"/>
                  </a:lnTo>
                  <a:lnTo>
                    <a:pt x="29210" y="68580"/>
                  </a:lnTo>
                  <a:lnTo>
                    <a:pt x="29210" y="62242"/>
                  </a:lnTo>
                  <a:close/>
                </a:path>
                <a:path w="29210" h="476250">
                  <a:moveTo>
                    <a:pt x="29210" y="55892"/>
                  </a:moveTo>
                  <a:lnTo>
                    <a:pt x="0" y="55892"/>
                  </a:lnTo>
                  <a:lnTo>
                    <a:pt x="0" y="62230"/>
                  </a:lnTo>
                  <a:lnTo>
                    <a:pt x="29210" y="62230"/>
                  </a:lnTo>
                  <a:lnTo>
                    <a:pt x="29210" y="55892"/>
                  </a:lnTo>
                  <a:close/>
                </a:path>
                <a:path w="29210" h="476250">
                  <a:moveTo>
                    <a:pt x="29210" y="49542"/>
                  </a:moveTo>
                  <a:lnTo>
                    <a:pt x="0" y="49542"/>
                  </a:lnTo>
                  <a:lnTo>
                    <a:pt x="0" y="55880"/>
                  </a:lnTo>
                  <a:lnTo>
                    <a:pt x="29210" y="55880"/>
                  </a:lnTo>
                  <a:lnTo>
                    <a:pt x="29210" y="49542"/>
                  </a:lnTo>
                  <a:close/>
                </a:path>
                <a:path w="29210" h="476250">
                  <a:moveTo>
                    <a:pt x="2921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9210" y="49530"/>
                  </a:lnTo>
                  <a:lnTo>
                    <a:pt x="29210" y="43192"/>
                  </a:lnTo>
                  <a:close/>
                </a:path>
                <a:path w="29210" h="476250">
                  <a:moveTo>
                    <a:pt x="2921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9210" y="43180"/>
                  </a:lnTo>
                  <a:lnTo>
                    <a:pt x="29210" y="36842"/>
                  </a:lnTo>
                  <a:close/>
                </a:path>
                <a:path w="29210" h="476250">
                  <a:moveTo>
                    <a:pt x="2921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9210" y="36830"/>
                  </a:lnTo>
                  <a:lnTo>
                    <a:pt x="29210" y="30492"/>
                  </a:lnTo>
                  <a:close/>
                </a:path>
                <a:path w="29210" h="476250">
                  <a:moveTo>
                    <a:pt x="29210" y="24142"/>
                  </a:moveTo>
                  <a:lnTo>
                    <a:pt x="0" y="24142"/>
                  </a:lnTo>
                  <a:lnTo>
                    <a:pt x="0" y="30480"/>
                  </a:lnTo>
                  <a:lnTo>
                    <a:pt x="29210" y="30480"/>
                  </a:lnTo>
                  <a:lnTo>
                    <a:pt x="29210" y="24142"/>
                  </a:lnTo>
                  <a:close/>
                </a:path>
                <a:path w="29210" h="476250">
                  <a:moveTo>
                    <a:pt x="292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9210" y="24130"/>
                  </a:lnTo>
                  <a:lnTo>
                    <a:pt x="29210" y="17792"/>
                  </a:lnTo>
                  <a:close/>
                </a:path>
                <a:path w="29210" h="476250">
                  <a:moveTo>
                    <a:pt x="29210" y="5092"/>
                  </a:moveTo>
                  <a:lnTo>
                    <a:pt x="0" y="5092"/>
                  </a:lnTo>
                  <a:lnTo>
                    <a:pt x="0" y="17780"/>
                  </a:lnTo>
                  <a:lnTo>
                    <a:pt x="29210" y="17780"/>
                  </a:lnTo>
                  <a:lnTo>
                    <a:pt x="29210" y="5092"/>
                  </a:lnTo>
                  <a:close/>
                </a:path>
                <a:path w="29210" h="476250">
                  <a:moveTo>
                    <a:pt x="292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9210" y="5080"/>
                  </a:lnTo>
                  <a:lnTo>
                    <a:pt x="29210" y="0"/>
                  </a:lnTo>
                  <a:close/>
                </a:path>
              </a:pathLst>
            </a:custGeom>
            <a:solidFill>
              <a:srgbClr val="1B37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1" name="object 3711"/>
            <p:cNvSpPr/>
            <p:nvPr/>
          </p:nvSpPr>
          <p:spPr>
            <a:xfrm>
              <a:off x="3898900" y="5500382"/>
              <a:ext cx="29209" cy="181610"/>
            </a:xfrm>
            <a:custGeom>
              <a:avLst/>
              <a:gdLst/>
              <a:ahLst/>
              <a:cxnLst/>
              <a:rect l="l" t="t" r="r" b="b"/>
              <a:pathLst>
                <a:path w="29210" h="181610">
                  <a:moveTo>
                    <a:pt x="29210" y="180340"/>
                  </a:moveTo>
                  <a:lnTo>
                    <a:pt x="0" y="180340"/>
                  </a:lnTo>
                  <a:lnTo>
                    <a:pt x="0" y="181597"/>
                  </a:lnTo>
                  <a:lnTo>
                    <a:pt x="29210" y="181597"/>
                  </a:lnTo>
                  <a:lnTo>
                    <a:pt x="29210" y="180340"/>
                  </a:lnTo>
                  <a:close/>
                </a:path>
                <a:path w="29210" h="181610">
                  <a:moveTo>
                    <a:pt x="29210" y="173990"/>
                  </a:moveTo>
                  <a:lnTo>
                    <a:pt x="0" y="173990"/>
                  </a:lnTo>
                  <a:lnTo>
                    <a:pt x="0" y="180327"/>
                  </a:lnTo>
                  <a:lnTo>
                    <a:pt x="29210" y="180327"/>
                  </a:lnTo>
                  <a:lnTo>
                    <a:pt x="29210" y="173990"/>
                  </a:lnTo>
                  <a:close/>
                </a:path>
                <a:path w="29210" h="181610">
                  <a:moveTo>
                    <a:pt x="29210" y="171450"/>
                  </a:moveTo>
                  <a:lnTo>
                    <a:pt x="0" y="171450"/>
                  </a:lnTo>
                  <a:lnTo>
                    <a:pt x="0" y="173977"/>
                  </a:lnTo>
                  <a:lnTo>
                    <a:pt x="29210" y="173977"/>
                  </a:lnTo>
                  <a:lnTo>
                    <a:pt x="29210" y="171450"/>
                  </a:lnTo>
                  <a:close/>
                </a:path>
                <a:path w="29210" h="181610">
                  <a:moveTo>
                    <a:pt x="29210" y="167640"/>
                  </a:moveTo>
                  <a:lnTo>
                    <a:pt x="0" y="167640"/>
                  </a:lnTo>
                  <a:lnTo>
                    <a:pt x="0" y="171437"/>
                  </a:lnTo>
                  <a:lnTo>
                    <a:pt x="29210" y="171437"/>
                  </a:lnTo>
                  <a:lnTo>
                    <a:pt x="29210" y="167640"/>
                  </a:lnTo>
                  <a:close/>
                </a:path>
                <a:path w="29210" h="181610">
                  <a:moveTo>
                    <a:pt x="29210" y="165100"/>
                  </a:moveTo>
                  <a:lnTo>
                    <a:pt x="0" y="165100"/>
                  </a:lnTo>
                  <a:lnTo>
                    <a:pt x="0" y="167627"/>
                  </a:lnTo>
                  <a:lnTo>
                    <a:pt x="29210" y="167627"/>
                  </a:lnTo>
                  <a:lnTo>
                    <a:pt x="29210" y="165100"/>
                  </a:lnTo>
                  <a:close/>
                </a:path>
                <a:path w="29210" h="181610">
                  <a:moveTo>
                    <a:pt x="29210" y="161290"/>
                  </a:moveTo>
                  <a:lnTo>
                    <a:pt x="0" y="161290"/>
                  </a:lnTo>
                  <a:lnTo>
                    <a:pt x="0" y="165087"/>
                  </a:lnTo>
                  <a:lnTo>
                    <a:pt x="29210" y="165087"/>
                  </a:lnTo>
                  <a:lnTo>
                    <a:pt x="29210" y="161290"/>
                  </a:lnTo>
                  <a:close/>
                </a:path>
                <a:path w="29210" h="181610">
                  <a:moveTo>
                    <a:pt x="29210" y="154940"/>
                  </a:moveTo>
                  <a:lnTo>
                    <a:pt x="0" y="154940"/>
                  </a:lnTo>
                  <a:lnTo>
                    <a:pt x="0" y="161277"/>
                  </a:lnTo>
                  <a:lnTo>
                    <a:pt x="29210" y="161277"/>
                  </a:lnTo>
                  <a:lnTo>
                    <a:pt x="29210" y="154940"/>
                  </a:lnTo>
                  <a:close/>
                </a:path>
                <a:path w="29210" h="181610">
                  <a:moveTo>
                    <a:pt x="29210" y="152400"/>
                  </a:moveTo>
                  <a:lnTo>
                    <a:pt x="0" y="152400"/>
                  </a:lnTo>
                  <a:lnTo>
                    <a:pt x="0" y="154927"/>
                  </a:lnTo>
                  <a:lnTo>
                    <a:pt x="29210" y="154927"/>
                  </a:lnTo>
                  <a:lnTo>
                    <a:pt x="29210" y="152400"/>
                  </a:lnTo>
                  <a:close/>
                </a:path>
                <a:path w="29210" h="181610">
                  <a:moveTo>
                    <a:pt x="29210" y="148590"/>
                  </a:moveTo>
                  <a:lnTo>
                    <a:pt x="0" y="148590"/>
                  </a:lnTo>
                  <a:lnTo>
                    <a:pt x="0" y="152387"/>
                  </a:lnTo>
                  <a:lnTo>
                    <a:pt x="29210" y="152387"/>
                  </a:lnTo>
                  <a:lnTo>
                    <a:pt x="29210" y="148590"/>
                  </a:lnTo>
                  <a:close/>
                </a:path>
                <a:path w="29210" h="181610">
                  <a:moveTo>
                    <a:pt x="29210" y="146050"/>
                  </a:moveTo>
                  <a:lnTo>
                    <a:pt x="0" y="146050"/>
                  </a:lnTo>
                  <a:lnTo>
                    <a:pt x="0" y="148577"/>
                  </a:lnTo>
                  <a:lnTo>
                    <a:pt x="29210" y="148577"/>
                  </a:lnTo>
                  <a:lnTo>
                    <a:pt x="29210" y="146050"/>
                  </a:lnTo>
                  <a:close/>
                </a:path>
                <a:path w="29210" h="181610">
                  <a:moveTo>
                    <a:pt x="29210" y="142240"/>
                  </a:moveTo>
                  <a:lnTo>
                    <a:pt x="0" y="142240"/>
                  </a:lnTo>
                  <a:lnTo>
                    <a:pt x="0" y="146037"/>
                  </a:lnTo>
                  <a:lnTo>
                    <a:pt x="29210" y="146037"/>
                  </a:lnTo>
                  <a:lnTo>
                    <a:pt x="29210" y="142240"/>
                  </a:lnTo>
                  <a:close/>
                </a:path>
                <a:path w="29210" h="181610">
                  <a:moveTo>
                    <a:pt x="29210" y="135890"/>
                  </a:moveTo>
                  <a:lnTo>
                    <a:pt x="0" y="135890"/>
                  </a:lnTo>
                  <a:lnTo>
                    <a:pt x="0" y="142227"/>
                  </a:lnTo>
                  <a:lnTo>
                    <a:pt x="29210" y="142227"/>
                  </a:lnTo>
                  <a:lnTo>
                    <a:pt x="29210" y="135890"/>
                  </a:lnTo>
                  <a:close/>
                </a:path>
                <a:path w="29210" h="181610">
                  <a:moveTo>
                    <a:pt x="29210" y="133350"/>
                  </a:moveTo>
                  <a:lnTo>
                    <a:pt x="0" y="133350"/>
                  </a:lnTo>
                  <a:lnTo>
                    <a:pt x="0" y="135877"/>
                  </a:lnTo>
                  <a:lnTo>
                    <a:pt x="29210" y="135877"/>
                  </a:lnTo>
                  <a:lnTo>
                    <a:pt x="29210" y="133350"/>
                  </a:lnTo>
                  <a:close/>
                </a:path>
                <a:path w="29210" h="181610">
                  <a:moveTo>
                    <a:pt x="29210" y="129540"/>
                  </a:moveTo>
                  <a:lnTo>
                    <a:pt x="0" y="129540"/>
                  </a:lnTo>
                  <a:lnTo>
                    <a:pt x="0" y="133337"/>
                  </a:lnTo>
                  <a:lnTo>
                    <a:pt x="29210" y="133337"/>
                  </a:lnTo>
                  <a:lnTo>
                    <a:pt x="29210" y="129540"/>
                  </a:lnTo>
                  <a:close/>
                </a:path>
                <a:path w="29210" h="181610">
                  <a:moveTo>
                    <a:pt x="29210" y="127000"/>
                  </a:moveTo>
                  <a:lnTo>
                    <a:pt x="0" y="127000"/>
                  </a:lnTo>
                  <a:lnTo>
                    <a:pt x="0" y="129527"/>
                  </a:lnTo>
                  <a:lnTo>
                    <a:pt x="29210" y="129527"/>
                  </a:lnTo>
                  <a:lnTo>
                    <a:pt x="29210" y="127000"/>
                  </a:lnTo>
                  <a:close/>
                </a:path>
                <a:path w="29210" h="181610">
                  <a:moveTo>
                    <a:pt x="29210" y="120650"/>
                  </a:moveTo>
                  <a:lnTo>
                    <a:pt x="0" y="120650"/>
                  </a:lnTo>
                  <a:lnTo>
                    <a:pt x="0" y="126987"/>
                  </a:lnTo>
                  <a:lnTo>
                    <a:pt x="29210" y="126987"/>
                  </a:lnTo>
                  <a:lnTo>
                    <a:pt x="29210" y="120650"/>
                  </a:lnTo>
                  <a:close/>
                </a:path>
                <a:path w="29210" h="181610">
                  <a:moveTo>
                    <a:pt x="2921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29210" y="120637"/>
                  </a:lnTo>
                  <a:lnTo>
                    <a:pt x="29210" y="114300"/>
                  </a:lnTo>
                  <a:close/>
                </a:path>
                <a:path w="29210" h="181610">
                  <a:moveTo>
                    <a:pt x="29210" y="110490"/>
                  </a:moveTo>
                  <a:lnTo>
                    <a:pt x="0" y="110490"/>
                  </a:lnTo>
                  <a:lnTo>
                    <a:pt x="0" y="114287"/>
                  </a:lnTo>
                  <a:lnTo>
                    <a:pt x="29210" y="114287"/>
                  </a:lnTo>
                  <a:lnTo>
                    <a:pt x="29210" y="110490"/>
                  </a:lnTo>
                  <a:close/>
                </a:path>
                <a:path w="29210" h="181610">
                  <a:moveTo>
                    <a:pt x="29210" y="107950"/>
                  </a:moveTo>
                  <a:lnTo>
                    <a:pt x="0" y="107950"/>
                  </a:lnTo>
                  <a:lnTo>
                    <a:pt x="0" y="110477"/>
                  </a:lnTo>
                  <a:lnTo>
                    <a:pt x="29210" y="110477"/>
                  </a:lnTo>
                  <a:lnTo>
                    <a:pt x="29210" y="107950"/>
                  </a:lnTo>
                  <a:close/>
                </a:path>
                <a:path w="29210" h="181610">
                  <a:moveTo>
                    <a:pt x="29210" y="104140"/>
                  </a:moveTo>
                  <a:lnTo>
                    <a:pt x="0" y="104140"/>
                  </a:lnTo>
                  <a:lnTo>
                    <a:pt x="0" y="107937"/>
                  </a:lnTo>
                  <a:lnTo>
                    <a:pt x="29210" y="107937"/>
                  </a:lnTo>
                  <a:lnTo>
                    <a:pt x="29210" y="104140"/>
                  </a:lnTo>
                  <a:close/>
                </a:path>
                <a:path w="29210" h="181610">
                  <a:moveTo>
                    <a:pt x="29210" y="101600"/>
                  </a:moveTo>
                  <a:lnTo>
                    <a:pt x="0" y="101600"/>
                  </a:lnTo>
                  <a:lnTo>
                    <a:pt x="0" y="104127"/>
                  </a:lnTo>
                  <a:lnTo>
                    <a:pt x="29210" y="104127"/>
                  </a:lnTo>
                  <a:lnTo>
                    <a:pt x="29210" y="101600"/>
                  </a:lnTo>
                  <a:close/>
                </a:path>
                <a:path w="29210" h="181610">
                  <a:moveTo>
                    <a:pt x="29210" y="97790"/>
                  </a:moveTo>
                  <a:lnTo>
                    <a:pt x="0" y="97790"/>
                  </a:lnTo>
                  <a:lnTo>
                    <a:pt x="0" y="101587"/>
                  </a:lnTo>
                  <a:lnTo>
                    <a:pt x="29210" y="101587"/>
                  </a:lnTo>
                  <a:lnTo>
                    <a:pt x="29210" y="97790"/>
                  </a:lnTo>
                  <a:close/>
                </a:path>
                <a:path w="29210" h="181610">
                  <a:moveTo>
                    <a:pt x="29210" y="95250"/>
                  </a:moveTo>
                  <a:lnTo>
                    <a:pt x="0" y="95250"/>
                  </a:lnTo>
                  <a:lnTo>
                    <a:pt x="0" y="97777"/>
                  </a:lnTo>
                  <a:lnTo>
                    <a:pt x="29210" y="97777"/>
                  </a:lnTo>
                  <a:lnTo>
                    <a:pt x="29210" y="95250"/>
                  </a:lnTo>
                  <a:close/>
                </a:path>
                <a:path w="29210" h="181610">
                  <a:moveTo>
                    <a:pt x="29210" y="91440"/>
                  </a:moveTo>
                  <a:lnTo>
                    <a:pt x="0" y="91440"/>
                  </a:lnTo>
                  <a:lnTo>
                    <a:pt x="0" y="95237"/>
                  </a:lnTo>
                  <a:lnTo>
                    <a:pt x="29210" y="95237"/>
                  </a:lnTo>
                  <a:lnTo>
                    <a:pt x="29210" y="91440"/>
                  </a:lnTo>
                  <a:close/>
                </a:path>
                <a:path w="29210" h="181610">
                  <a:moveTo>
                    <a:pt x="29210" y="82550"/>
                  </a:moveTo>
                  <a:lnTo>
                    <a:pt x="0" y="82550"/>
                  </a:lnTo>
                  <a:lnTo>
                    <a:pt x="0" y="91427"/>
                  </a:lnTo>
                  <a:lnTo>
                    <a:pt x="29210" y="91427"/>
                  </a:lnTo>
                  <a:lnTo>
                    <a:pt x="29210" y="82550"/>
                  </a:lnTo>
                  <a:close/>
                </a:path>
                <a:path w="29210" h="181610">
                  <a:moveTo>
                    <a:pt x="29210" y="72390"/>
                  </a:moveTo>
                  <a:lnTo>
                    <a:pt x="0" y="72390"/>
                  </a:lnTo>
                  <a:lnTo>
                    <a:pt x="0" y="82537"/>
                  </a:lnTo>
                  <a:lnTo>
                    <a:pt x="29210" y="82537"/>
                  </a:lnTo>
                  <a:lnTo>
                    <a:pt x="29210" y="72390"/>
                  </a:lnTo>
                  <a:close/>
                </a:path>
                <a:path w="29210" h="181610">
                  <a:moveTo>
                    <a:pt x="29210" y="63500"/>
                  </a:moveTo>
                  <a:lnTo>
                    <a:pt x="0" y="63500"/>
                  </a:lnTo>
                  <a:lnTo>
                    <a:pt x="0" y="72377"/>
                  </a:lnTo>
                  <a:lnTo>
                    <a:pt x="29210" y="72377"/>
                  </a:lnTo>
                  <a:lnTo>
                    <a:pt x="29210" y="63500"/>
                  </a:lnTo>
                  <a:close/>
                </a:path>
                <a:path w="29210" h="181610">
                  <a:moveTo>
                    <a:pt x="29210" y="53340"/>
                  </a:moveTo>
                  <a:lnTo>
                    <a:pt x="0" y="53340"/>
                  </a:lnTo>
                  <a:lnTo>
                    <a:pt x="0" y="63487"/>
                  </a:lnTo>
                  <a:lnTo>
                    <a:pt x="29210" y="63487"/>
                  </a:lnTo>
                  <a:lnTo>
                    <a:pt x="29210" y="53340"/>
                  </a:lnTo>
                  <a:close/>
                </a:path>
                <a:path w="29210" h="181610">
                  <a:moveTo>
                    <a:pt x="29210" y="50800"/>
                  </a:moveTo>
                  <a:lnTo>
                    <a:pt x="0" y="50800"/>
                  </a:lnTo>
                  <a:lnTo>
                    <a:pt x="0" y="53327"/>
                  </a:lnTo>
                  <a:lnTo>
                    <a:pt x="29210" y="53327"/>
                  </a:lnTo>
                  <a:lnTo>
                    <a:pt x="29210" y="50800"/>
                  </a:lnTo>
                  <a:close/>
                </a:path>
                <a:path w="29210" h="181610">
                  <a:moveTo>
                    <a:pt x="29210" y="46990"/>
                  </a:moveTo>
                  <a:lnTo>
                    <a:pt x="0" y="46990"/>
                  </a:lnTo>
                  <a:lnTo>
                    <a:pt x="0" y="50787"/>
                  </a:lnTo>
                  <a:lnTo>
                    <a:pt x="29210" y="50787"/>
                  </a:lnTo>
                  <a:lnTo>
                    <a:pt x="29210" y="46990"/>
                  </a:lnTo>
                  <a:close/>
                </a:path>
                <a:path w="29210" h="181610">
                  <a:moveTo>
                    <a:pt x="29210" y="40640"/>
                  </a:moveTo>
                  <a:lnTo>
                    <a:pt x="0" y="40640"/>
                  </a:lnTo>
                  <a:lnTo>
                    <a:pt x="0" y="46977"/>
                  </a:lnTo>
                  <a:lnTo>
                    <a:pt x="29210" y="46977"/>
                  </a:lnTo>
                  <a:lnTo>
                    <a:pt x="29210" y="40640"/>
                  </a:lnTo>
                  <a:close/>
                </a:path>
                <a:path w="29210" h="181610">
                  <a:moveTo>
                    <a:pt x="29210" y="34290"/>
                  </a:moveTo>
                  <a:lnTo>
                    <a:pt x="0" y="34290"/>
                  </a:lnTo>
                  <a:lnTo>
                    <a:pt x="0" y="40627"/>
                  </a:lnTo>
                  <a:lnTo>
                    <a:pt x="29210" y="40627"/>
                  </a:lnTo>
                  <a:lnTo>
                    <a:pt x="29210" y="34290"/>
                  </a:lnTo>
                  <a:close/>
                </a:path>
                <a:path w="29210" h="181610">
                  <a:moveTo>
                    <a:pt x="29210" y="27940"/>
                  </a:moveTo>
                  <a:lnTo>
                    <a:pt x="0" y="27940"/>
                  </a:lnTo>
                  <a:lnTo>
                    <a:pt x="0" y="34277"/>
                  </a:lnTo>
                  <a:lnTo>
                    <a:pt x="29210" y="34277"/>
                  </a:lnTo>
                  <a:lnTo>
                    <a:pt x="29210" y="27940"/>
                  </a:lnTo>
                  <a:close/>
                </a:path>
                <a:path w="29210" h="181610">
                  <a:moveTo>
                    <a:pt x="29210" y="25400"/>
                  </a:moveTo>
                  <a:lnTo>
                    <a:pt x="0" y="25400"/>
                  </a:lnTo>
                  <a:lnTo>
                    <a:pt x="0" y="27927"/>
                  </a:lnTo>
                  <a:lnTo>
                    <a:pt x="29210" y="27927"/>
                  </a:lnTo>
                  <a:lnTo>
                    <a:pt x="29210" y="25400"/>
                  </a:lnTo>
                  <a:close/>
                </a:path>
                <a:path w="29210" h="181610">
                  <a:moveTo>
                    <a:pt x="2921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29210" y="25387"/>
                  </a:lnTo>
                  <a:lnTo>
                    <a:pt x="29210" y="21590"/>
                  </a:lnTo>
                  <a:close/>
                </a:path>
                <a:path w="29210" h="181610">
                  <a:moveTo>
                    <a:pt x="29210" y="15240"/>
                  </a:moveTo>
                  <a:lnTo>
                    <a:pt x="0" y="15240"/>
                  </a:lnTo>
                  <a:lnTo>
                    <a:pt x="0" y="21577"/>
                  </a:lnTo>
                  <a:lnTo>
                    <a:pt x="29210" y="21577"/>
                  </a:lnTo>
                  <a:lnTo>
                    <a:pt x="29210" y="15240"/>
                  </a:lnTo>
                  <a:close/>
                </a:path>
                <a:path w="29210" h="181610">
                  <a:moveTo>
                    <a:pt x="292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9210" y="15227"/>
                  </a:lnTo>
                  <a:lnTo>
                    <a:pt x="29210" y="12700"/>
                  </a:lnTo>
                  <a:close/>
                </a:path>
                <a:path w="29210" h="181610">
                  <a:moveTo>
                    <a:pt x="292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9210" y="12687"/>
                  </a:lnTo>
                  <a:lnTo>
                    <a:pt x="29210" y="8890"/>
                  </a:lnTo>
                  <a:close/>
                </a:path>
                <a:path w="29210" h="181610">
                  <a:moveTo>
                    <a:pt x="29210" y="0"/>
                  </a:moveTo>
                  <a:lnTo>
                    <a:pt x="0" y="0"/>
                  </a:lnTo>
                  <a:lnTo>
                    <a:pt x="0" y="8877"/>
                  </a:lnTo>
                  <a:lnTo>
                    <a:pt x="29210" y="8877"/>
                  </a:lnTo>
                  <a:lnTo>
                    <a:pt x="29210" y="0"/>
                  </a:lnTo>
                  <a:close/>
                </a:path>
              </a:pathLst>
            </a:custGeom>
            <a:solidFill>
              <a:srgbClr val="1B37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2" name="object 3712"/>
            <p:cNvSpPr/>
            <p:nvPr/>
          </p:nvSpPr>
          <p:spPr>
            <a:xfrm>
              <a:off x="3928110" y="5033010"/>
              <a:ext cx="27940" cy="476250"/>
            </a:xfrm>
            <a:custGeom>
              <a:avLst/>
              <a:gdLst/>
              <a:ahLst/>
              <a:cxnLst/>
              <a:rect l="l" t="t" r="r" b="b"/>
              <a:pathLst>
                <a:path w="27939" h="476250">
                  <a:moveTo>
                    <a:pt x="27940" y="467372"/>
                  </a:moveTo>
                  <a:lnTo>
                    <a:pt x="0" y="467372"/>
                  </a:lnTo>
                  <a:lnTo>
                    <a:pt x="0" y="476250"/>
                  </a:lnTo>
                  <a:lnTo>
                    <a:pt x="27940" y="476250"/>
                  </a:lnTo>
                  <a:lnTo>
                    <a:pt x="27940" y="467372"/>
                  </a:lnTo>
                  <a:close/>
                </a:path>
                <a:path w="27939" h="476250">
                  <a:moveTo>
                    <a:pt x="27940" y="463562"/>
                  </a:moveTo>
                  <a:lnTo>
                    <a:pt x="0" y="463562"/>
                  </a:lnTo>
                  <a:lnTo>
                    <a:pt x="0" y="467360"/>
                  </a:lnTo>
                  <a:lnTo>
                    <a:pt x="27940" y="467360"/>
                  </a:lnTo>
                  <a:lnTo>
                    <a:pt x="27940" y="463562"/>
                  </a:lnTo>
                  <a:close/>
                </a:path>
                <a:path w="27939" h="476250">
                  <a:moveTo>
                    <a:pt x="27940" y="461022"/>
                  </a:moveTo>
                  <a:lnTo>
                    <a:pt x="0" y="461022"/>
                  </a:lnTo>
                  <a:lnTo>
                    <a:pt x="0" y="463550"/>
                  </a:lnTo>
                  <a:lnTo>
                    <a:pt x="27940" y="463550"/>
                  </a:lnTo>
                  <a:lnTo>
                    <a:pt x="27940" y="461022"/>
                  </a:lnTo>
                  <a:close/>
                </a:path>
                <a:path w="27939" h="476250">
                  <a:moveTo>
                    <a:pt x="27940" y="457212"/>
                  </a:moveTo>
                  <a:lnTo>
                    <a:pt x="0" y="457212"/>
                  </a:lnTo>
                  <a:lnTo>
                    <a:pt x="0" y="461010"/>
                  </a:lnTo>
                  <a:lnTo>
                    <a:pt x="27940" y="461010"/>
                  </a:lnTo>
                  <a:lnTo>
                    <a:pt x="27940" y="457212"/>
                  </a:lnTo>
                  <a:close/>
                </a:path>
                <a:path w="27939" h="476250">
                  <a:moveTo>
                    <a:pt x="27940" y="448322"/>
                  </a:moveTo>
                  <a:lnTo>
                    <a:pt x="0" y="448322"/>
                  </a:lnTo>
                  <a:lnTo>
                    <a:pt x="0" y="457200"/>
                  </a:lnTo>
                  <a:lnTo>
                    <a:pt x="27940" y="457200"/>
                  </a:lnTo>
                  <a:lnTo>
                    <a:pt x="27940" y="448322"/>
                  </a:lnTo>
                  <a:close/>
                </a:path>
                <a:path w="27939" h="476250">
                  <a:moveTo>
                    <a:pt x="27940" y="429272"/>
                  </a:moveTo>
                  <a:lnTo>
                    <a:pt x="0" y="429272"/>
                  </a:lnTo>
                  <a:lnTo>
                    <a:pt x="0" y="448310"/>
                  </a:lnTo>
                  <a:lnTo>
                    <a:pt x="27940" y="448310"/>
                  </a:lnTo>
                  <a:lnTo>
                    <a:pt x="27940" y="429272"/>
                  </a:lnTo>
                  <a:close/>
                </a:path>
                <a:path w="27939" h="476250">
                  <a:moveTo>
                    <a:pt x="27940" y="422922"/>
                  </a:moveTo>
                  <a:lnTo>
                    <a:pt x="0" y="422922"/>
                  </a:lnTo>
                  <a:lnTo>
                    <a:pt x="0" y="429260"/>
                  </a:lnTo>
                  <a:lnTo>
                    <a:pt x="27940" y="429260"/>
                  </a:lnTo>
                  <a:lnTo>
                    <a:pt x="27940" y="422922"/>
                  </a:lnTo>
                  <a:close/>
                </a:path>
                <a:path w="27939" h="476250">
                  <a:moveTo>
                    <a:pt x="27940" y="416572"/>
                  </a:moveTo>
                  <a:lnTo>
                    <a:pt x="0" y="416572"/>
                  </a:lnTo>
                  <a:lnTo>
                    <a:pt x="0" y="422910"/>
                  </a:lnTo>
                  <a:lnTo>
                    <a:pt x="27940" y="422910"/>
                  </a:lnTo>
                  <a:lnTo>
                    <a:pt x="27940" y="416572"/>
                  </a:lnTo>
                  <a:close/>
                </a:path>
                <a:path w="27939" h="476250">
                  <a:moveTo>
                    <a:pt x="27940" y="412762"/>
                  </a:moveTo>
                  <a:lnTo>
                    <a:pt x="0" y="412762"/>
                  </a:lnTo>
                  <a:lnTo>
                    <a:pt x="0" y="416560"/>
                  </a:lnTo>
                  <a:lnTo>
                    <a:pt x="27940" y="416560"/>
                  </a:lnTo>
                  <a:lnTo>
                    <a:pt x="27940" y="412762"/>
                  </a:lnTo>
                  <a:close/>
                </a:path>
                <a:path w="27939" h="476250">
                  <a:moveTo>
                    <a:pt x="27940" y="410222"/>
                  </a:moveTo>
                  <a:lnTo>
                    <a:pt x="0" y="410222"/>
                  </a:lnTo>
                  <a:lnTo>
                    <a:pt x="0" y="412750"/>
                  </a:lnTo>
                  <a:lnTo>
                    <a:pt x="27940" y="412750"/>
                  </a:lnTo>
                  <a:lnTo>
                    <a:pt x="27940" y="410222"/>
                  </a:lnTo>
                  <a:close/>
                </a:path>
                <a:path w="27939" h="476250">
                  <a:moveTo>
                    <a:pt x="27940" y="406412"/>
                  </a:moveTo>
                  <a:lnTo>
                    <a:pt x="0" y="406412"/>
                  </a:lnTo>
                  <a:lnTo>
                    <a:pt x="0" y="410210"/>
                  </a:lnTo>
                  <a:lnTo>
                    <a:pt x="27940" y="410210"/>
                  </a:lnTo>
                  <a:lnTo>
                    <a:pt x="27940" y="406412"/>
                  </a:lnTo>
                  <a:close/>
                </a:path>
                <a:path w="27939" h="476250">
                  <a:moveTo>
                    <a:pt x="27940" y="403872"/>
                  </a:moveTo>
                  <a:lnTo>
                    <a:pt x="0" y="403872"/>
                  </a:lnTo>
                  <a:lnTo>
                    <a:pt x="0" y="406400"/>
                  </a:lnTo>
                  <a:lnTo>
                    <a:pt x="27940" y="406400"/>
                  </a:lnTo>
                  <a:lnTo>
                    <a:pt x="27940" y="403872"/>
                  </a:lnTo>
                  <a:close/>
                </a:path>
                <a:path w="27939" h="476250">
                  <a:moveTo>
                    <a:pt x="27940" y="397522"/>
                  </a:moveTo>
                  <a:lnTo>
                    <a:pt x="0" y="397522"/>
                  </a:lnTo>
                  <a:lnTo>
                    <a:pt x="0" y="403860"/>
                  </a:lnTo>
                  <a:lnTo>
                    <a:pt x="27940" y="403860"/>
                  </a:lnTo>
                  <a:lnTo>
                    <a:pt x="27940" y="397522"/>
                  </a:lnTo>
                  <a:close/>
                </a:path>
                <a:path w="27939" h="476250">
                  <a:moveTo>
                    <a:pt x="27940" y="393712"/>
                  </a:moveTo>
                  <a:lnTo>
                    <a:pt x="0" y="393712"/>
                  </a:lnTo>
                  <a:lnTo>
                    <a:pt x="0" y="397510"/>
                  </a:lnTo>
                  <a:lnTo>
                    <a:pt x="27940" y="397510"/>
                  </a:lnTo>
                  <a:lnTo>
                    <a:pt x="27940" y="393712"/>
                  </a:lnTo>
                  <a:close/>
                </a:path>
                <a:path w="27939" h="476250">
                  <a:moveTo>
                    <a:pt x="27940" y="391172"/>
                  </a:moveTo>
                  <a:lnTo>
                    <a:pt x="0" y="391172"/>
                  </a:lnTo>
                  <a:lnTo>
                    <a:pt x="0" y="393700"/>
                  </a:lnTo>
                  <a:lnTo>
                    <a:pt x="27940" y="393700"/>
                  </a:lnTo>
                  <a:lnTo>
                    <a:pt x="27940" y="391172"/>
                  </a:lnTo>
                  <a:close/>
                </a:path>
                <a:path w="27939" h="476250">
                  <a:moveTo>
                    <a:pt x="27940" y="387362"/>
                  </a:moveTo>
                  <a:lnTo>
                    <a:pt x="0" y="387362"/>
                  </a:lnTo>
                  <a:lnTo>
                    <a:pt x="0" y="391160"/>
                  </a:lnTo>
                  <a:lnTo>
                    <a:pt x="27940" y="391160"/>
                  </a:lnTo>
                  <a:lnTo>
                    <a:pt x="27940" y="387362"/>
                  </a:lnTo>
                  <a:close/>
                </a:path>
                <a:path w="27939" h="476250">
                  <a:moveTo>
                    <a:pt x="27940" y="384822"/>
                  </a:moveTo>
                  <a:lnTo>
                    <a:pt x="0" y="384822"/>
                  </a:lnTo>
                  <a:lnTo>
                    <a:pt x="0" y="387350"/>
                  </a:lnTo>
                  <a:lnTo>
                    <a:pt x="27940" y="387350"/>
                  </a:lnTo>
                  <a:lnTo>
                    <a:pt x="27940" y="384822"/>
                  </a:lnTo>
                  <a:close/>
                </a:path>
                <a:path w="27939" h="476250">
                  <a:moveTo>
                    <a:pt x="27940" y="365772"/>
                  </a:moveTo>
                  <a:lnTo>
                    <a:pt x="0" y="365772"/>
                  </a:lnTo>
                  <a:lnTo>
                    <a:pt x="0" y="384810"/>
                  </a:lnTo>
                  <a:lnTo>
                    <a:pt x="27940" y="384810"/>
                  </a:lnTo>
                  <a:lnTo>
                    <a:pt x="27940" y="365772"/>
                  </a:lnTo>
                  <a:close/>
                </a:path>
                <a:path w="27939" h="476250">
                  <a:moveTo>
                    <a:pt x="27940" y="359422"/>
                  </a:moveTo>
                  <a:lnTo>
                    <a:pt x="0" y="359422"/>
                  </a:lnTo>
                  <a:lnTo>
                    <a:pt x="0" y="365760"/>
                  </a:lnTo>
                  <a:lnTo>
                    <a:pt x="27940" y="365760"/>
                  </a:lnTo>
                  <a:lnTo>
                    <a:pt x="27940" y="359422"/>
                  </a:lnTo>
                  <a:close/>
                </a:path>
                <a:path w="27939" h="476250">
                  <a:moveTo>
                    <a:pt x="27940" y="355612"/>
                  </a:moveTo>
                  <a:lnTo>
                    <a:pt x="0" y="355612"/>
                  </a:lnTo>
                  <a:lnTo>
                    <a:pt x="0" y="359410"/>
                  </a:lnTo>
                  <a:lnTo>
                    <a:pt x="27940" y="359410"/>
                  </a:lnTo>
                  <a:lnTo>
                    <a:pt x="27940" y="355612"/>
                  </a:lnTo>
                  <a:close/>
                </a:path>
                <a:path w="27939" h="476250">
                  <a:moveTo>
                    <a:pt x="27940" y="346722"/>
                  </a:moveTo>
                  <a:lnTo>
                    <a:pt x="0" y="346722"/>
                  </a:lnTo>
                  <a:lnTo>
                    <a:pt x="0" y="355600"/>
                  </a:lnTo>
                  <a:lnTo>
                    <a:pt x="27940" y="355600"/>
                  </a:lnTo>
                  <a:lnTo>
                    <a:pt x="27940" y="346722"/>
                  </a:lnTo>
                  <a:close/>
                </a:path>
                <a:path w="27939" h="476250">
                  <a:moveTo>
                    <a:pt x="27940" y="340372"/>
                  </a:moveTo>
                  <a:lnTo>
                    <a:pt x="0" y="340372"/>
                  </a:lnTo>
                  <a:lnTo>
                    <a:pt x="0" y="346710"/>
                  </a:lnTo>
                  <a:lnTo>
                    <a:pt x="27940" y="346710"/>
                  </a:lnTo>
                  <a:lnTo>
                    <a:pt x="27940" y="340372"/>
                  </a:lnTo>
                  <a:close/>
                </a:path>
                <a:path w="27939" h="476250">
                  <a:moveTo>
                    <a:pt x="27940" y="334022"/>
                  </a:moveTo>
                  <a:lnTo>
                    <a:pt x="0" y="334022"/>
                  </a:lnTo>
                  <a:lnTo>
                    <a:pt x="0" y="340360"/>
                  </a:lnTo>
                  <a:lnTo>
                    <a:pt x="27940" y="340360"/>
                  </a:lnTo>
                  <a:lnTo>
                    <a:pt x="27940" y="334022"/>
                  </a:lnTo>
                  <a:close/>
                </a:path>
                <a:path w="27939" h="476250">
                  <a:moveTo>
                    <a:pt x="27940" y="330212"/>
                  </a:moveTo>
                  <a:lnTo>
                    <a:pt x="0" y="330212"/>
                  </a:lnTo>
                  <a:lnTo>
                    <a:pt x="0" y="334010"/>
                  </a:lnTo>
                  <a:lnTo>
                    <a:pt x="27940" y="334010"/>
                  </a:lnTo>
                  <a:lnTo>
                    <a:pt x="27940" y="330212"/>
                  </a:lnTo>
                  <a:close/>
                </a:path>
                <a:path w="27939" h="476250">
                  <a:moveTo>
                    <a:pt x="27940" y="327672"/>
                  </a:moveTo>
                  <a:lnTo>
                    <a:pt x="0" y="327672"/>
                  </a:lnTo>
                  <a:lnTo>
                    <a:pt x="0" y="330200"/>
                  </a:lnTo>
                  <a:lnTo>
                    <a:pt x="27940" y="330200"/>
                  </a:lnTo>
                  <a:lnTo>
                    <a:pt x="27940" y="327672"/>
                  </a:lnTo>
                  <a:close/>
                </a:path>
                <a:path w="27939" h="476250">
                  <a:moveTo>
                    <a:pt x="27940" y="317512"/>
                  </a:moveTo>
                  <a:lnTo>
                    <a:pt x="0" y="317512"/>
                  </a:lnTo>
                  <a:lnTo>
                    <a:pt x="0" y="327660"/>
                  </a:lnTo>
                  <a:lnTo>
                    <a:pt x="27940" y="327660"/>
                  </a:lnTo>
                  <a:lnTo>
                    <a:pt x="27940" y="317512"/>
                  </a:lnTo>
                  <a:close/>
                </a:path>
                <a:path w="27939" h="476250">
                  <a:moveTo>
                    <a:pt x="27940" y="314972"/>
                  </a:moveTo>
                  <a:lnTo>
                    <a:pt x="0" y="314972"/>
                  </a:lnTo>
                  <a:lnTo>
                    <a:pt x="0" y="317500"/>
                  </a:lnTo>
                  <a:lnTo>
                    <a:pt x="27940" y="317500"/>
                  </a:lnTo>
                  <a:lnTo>
                    <a:pt x="27940" y="314972"/>
                  </a:lnTo>
                  <a:close/>
                </a:path>
                <a:path w="27939" h="476250">
                  <a:moveTo>
                    <a:pt x="27940" y="311162"/>
                  </a:moveTo>
                  <a:lnTo>
                    <a:pt x="0" y="311162"/>
                  </a:lnTo>
                  <a:lnTo>
                    <a:pt x="0" y="314960"/>
                  </a:lnTo>
                  <a:lnTo>
                    <a:pt x="27940" y="314960"/>
                  </a:lnTo>
                  <a:lnTo>
                    <a:pt x="27940" y="311162"/>
                  </a:lnTo>
                  <a:close/>
                </a:path>
                <a:path w="27939" h="476250">
                  <a:moveTo>
                    <a:pt x="27940" y="304812"/>
                  </a:moveTo>
                  <a:lnTo>
                    <a:pt x="0" y="304812"/>
                  </a:lnTo>
                  <a:lnTo>
                    <a:pt x="0" y="311150"/>
                  </a:lnTo>
                  <a:lnTo>
                    <a:pt x="27940" y="311150"/>
                  </a:lnTo>
                  <a:lnTo>
                    <a:pt x="27940" y="304812"/>
                  </a:lnTo>
                  <a:close/>
                </a:path>
                <a:path w="27939" h="476250">
                  <a:moveTo>
                    <a:pt x="27940" y="292112"/>
                  </a:moveTo>
                  <a:lnTo>
                    <a:pt x="0" y="292112"/>
                  </a:lnTo>
                  <a:lnTo>
                    <a:pt x="0" y="304800"/>
                  </a:lnTo>
                  <a:lnTo>
                    <a:pt x="27940" y="304800"/>
                  </a:lnTo>
                  <a:lnTo>
                    <a:pt x="27940" y="292112"/>
                  </a:lnTo>
                  <a:close/>
                </a:path>
                <a:path w="27939" h="476250">
                  <a:moveTo>
                    <a:pt x="27940" y="289572"/>
                  </a:moveTo>
                  <a:lnTo>
                    <a:pt x="0" y="289572"/>
                  </a:lnTo>
                  <a:lnTo>
                    <a:pt x="0" y="292100"/>
                  </a:lnTo>
                  <a:lnTo>
                    <a:pt x="27940" y="292100"/>
                  </a:lnTo>
                  <a:lnTo>
                    <a:pt x="27940" y="289572"/>
                  </a:lnTo>
                  <a:close/>
                </a:path>
                <a:path w="27939" h="476250">
                  <a:moveTo>
                    <a:pt x="27940" y="285762"/>
                  </a:moveTo>
                  <a:lnTo>
                    <a:pt x="0" y="285762"/>
                  </a:lnTo>
                  <a:lnTo>
                    <a:pt x="0" y="289560"/>
                  </a:lnTo>
                  <a:lnTo>
                    <a:pt x="27940" y="289560"/>
                  </a:lnTo>
                  <a:lnTo>
                    <a:pt x="27940" y="285762"/>
                  </a:lnTo>
                  <a:close/>
                </a:path>
                <a:path w="27939" h="476250">
                  <a:moveTo>
                    <a:pt x="27940" y="283222"/>
                  </a:moveTo>
                  <a:lnTo>
                    <a:pt x="0" y="283222"/>
                  </a:lnTo>
                  <a:lnTo>
                    <a:pt x="0" y="285750"/>
                  </a:lnTo>
                  <a:lnTo>
                    <a:pt x="27940" y="285750"/>
                  </a:lnTo>
                  <a:lnTo>
                    <a:pt x="27940" y="283222"/>
                  </a:lnTo>
                  <a:close/>
                </a:path>
                <a:path w="27939" h="476250">
                  <a:moveTo>
                    <a:pt x="27940" y="279412"/>
                  </a:moveTo>
                  <a:lnTo>
                    <a:pt x="0" y="279412"/>
                  </a:lnTo>
                  <a:lnTo>
                    <a:pt x="0" y="283210"/>
                  </a:lnTo>
                  <a:lnTo>
                    <a:pt x="27940" y="283210"/>
                  </a:lnTo>
                  <a:lnTo>
                    <a:pt x="27940" y="279412"/>
                  </a:lnTo>
                  <a:close/>
                </a:path>
                <a:path w="27939" h="476250">
                  <a:moveTo>
                    <a:pt x="27940" y="273062"/>
                  </a:moveTo>
                  <a:lnTo>
                    <a:pt x="0" y="273062"/>
                  </a:lnTo>
                  <a:lnTo>
                    <a:pt x="0" y="279400"/>
                  </a:lnTo>
                  <a:lnTo>
                    <a:pt x="27940" y="279400"/>
                  </a:lnTo>
                  <a:lnTo>
                    <a:pt x="27940" y="273062"/>
                  </a:lnTo>
                  <a:close/>
                </a:path>
                <a:path w="27939" h="476250">
                  <a:moveTo>
                    <a:pt x="27940" y="234962"/>
                  </a:moveTo>
                  <a:lnTo>
                    <a:pt x="0" y="234962"/>
                  </a:lnTo>
                  <a:lnTo>
                    <a:pt x="0" y="273050"/>
                  </a:lnTo>
                  <a:lnTo>
                    <a:pt x="27940" y="273050"/>
                  </a:lnTo>
                  <a:lnTo>
                    <a:pt x="27940" y="234962"/>
                  </a:lnTo>
                  <a:close/>
                </a:path>
                <a:path w="27939" h="476250">
                  <a:moveTo>
                    <a:pt x="2794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7940" y="234950"/>
                  </a:lnTo>
                  <a:lnTo>
                    <a:pt x="27940" y="232422"/>
                  </a:lnTo>
                  <a:close/>
                </a:path>
                <a:path w="27939" h="476250">
                  <a:moveTo>
                    <a:pt x="2794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27940" y="232410"/>
                  </a:lnTo>
                  <a:lnTo>
                    <a:pt x="27940" y="226072"/>
                  </a:lnTo>
                  <a:close/>
                </a:path>
                <a:path w="27939" h="476250">
                  <a:moveTo>
                    <a:pt x="2794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27940" y="226060"/>
                  </a:lnTo>
                  <a:lnTo>
                    <a:pt x="27940" y="222262"/>
                  </a:lnTo>
                  <a:close/>
                </a:path>
                <a:path w="27939" h="476250">
                  <a:moveTo>
                    <a:pt x="2794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27940" y="222250"/>
                  </a:lnTo>
                  <a:lnTo>
                    <a:pt x="27940" y="219722"/>
                  </a:lnTo>
                  <a:close/>
                </a:path>
                <a:path w="27939" h="476250">
                  <a:moveTo>
                    <a:pt x="27940" y="213372"/>
                  </a:moveTo>
                  <a:lnTo>
                    <a:pt x="0" y="213372"/>
                  </a:lnTo>
                  <a:lnTo>
                    <a:pt x="0" y="219710"/>
                  </a:lnTo>
                  <a:lnTo>
                    <a:pt x="27940" y="219710"/>
                  </a:lnTo>
                  <a:lnTo>
                    <a:pt x="27940" y="213372"/>
                  </a:lnTo>
                  <a:close/>
                </a:path>
                <a:path w="27939" h="476250">
                  <a:moveTo>
                    <a:pt x="27940" y="207022"/>
                  </a:moveTo>
                  <a:lnTo>
                    <a:pt x="0" y="207022"/>
                  </a:lnTo>
                  <a:lnTo>
                    <a:pt x="0" y="213360"/>
                  </a:lnTo>
                  <a:lnTo>
                    <a:pt x="27940" y="213360"/>
                  </a:lnTo>
                  <a:lnTo>
                    <a:pt x="27940" y="207022"/>
                  </a:lnTo>
                  <a:close/>
                </a:path>
                <a:path w="27939" h="476250">
                  <a:moveTo>
                    <a:pt x="27940" y="195592"/>
                  </a:moveTo>
                  <a:lnTo>
                    <a:pt x="0" y="195592"/>
                  </a:lnTo>
                  <a:lnTo>
                    <a:pt x="0" y="207010"/>
                  </a:lnTo>
                  <a:lnTo>
                    <a:pt x="27940" y="207010"/>
                  </a:lnTo>
                  <a:lnTo>
                    <a:pt x="27940" y="195592"/>
                  </a:lnTo>
                  <a:close/>
                </a:path>
                <a:path w="27939" h="476250">
                  <a:moveTo>
                    <a:pt x="2794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7940" y="195580"/>
                  </a:lnTo>
                  <a:lnTo>
                    <a:pt x="27940" y="189242"/>
                  </a:lnTo>
                  <a:close/>
                </a:path>
                <a:path w="27939" h="476250">
                  <a:moveTo>
                    <a:pt x="27940" y="182892"/>
                  </a:moveTo>
                  <a:lnTo>
                    <a:pt x="0" y="182892"/>
                  </a:lnTo>
                  <a:lnTo>
                    <a:pt x="0" y="189230"/>
                  </a:lnTo>
                  <a:lnTo>
                    <a:pt x="27940" y="189230"/>
                  </a:lnTo>
                  <a:lnTo>
                    <a:pt x="27940" y="182892"/>
                  </a:lnTo>
                  <a:close/>
                </a:path>
                <a:path w="27939" h="476250">
                  <a:moveTo>
                    <a:pt x="27940" y="176542"/>
                  </a:moveTo>
                  <a:lnTo>
                    <a:pt x="0" y="176542"/>
                  </a:lnTo>
                  <a:lnTo>
                    <a:pt x="0" y="182880"/>
                  </a:lnTo>
                  <a:lnTo>
                    <a:pt x="27940" y="182880"/>
                  </a:lnTo>
                  <a:lnTo>
                    <a:pt x="27940" y="176542"/>
                  </a:lnTo>
                  <a:close/>
                </a:path>
                <a:path w="27939" h="476250">
                  <a:moveTo>
                    <a:pt x="27940" y="170192"/>
                  </a:moveTo>
                  <a:lnTo>
                    <a:pt x="0" y="170192"/>
                  </a:lnTo>
                  <a:lnTo>
                    <a:pt x="0" y="176530"/>
                  </a:lnTo>
                  <a:lnTo>
                    <a:pt x="27940" y="176530"/>
                  </a:lnTo>
                  <a:lnTo>
                    <a:pt x="27940" y="170192"/>
                  </a:lnTo>
                  <a:close/>
                </a:path>
                <a:path w="27939" h="476250">
                  <a:moveTo>
                    <a:pt x="27940" y="163842"/>
                  </a:moveTo>
                  <a:lnTo>
                    <a:pt x="0" y="163842"/>
                  </a:lnTo>
                  <a:lnTo>
                    <a:pt x="0" y="170180"/>
                  </a:lnTo>
                  <a:lnTo>
                    <a:pt x="27940" y="170180"/>
                  </a:lnTo>
                  <a:lnTo>
                    <a:pt x="27940" y="163842"/>
                  </a:lnTo>
                  <a:close/>
                </a:path>
                <a:path w="27939" h="476250">
                  <a:moveTo>
                    <a:pt x="27940" y="157492"/>
                  </a:moveTo>
                  <a:lnTo>
                    <a:pt x="0" y="157492"/>
                  </a:lnTo>
                  <a:lnTo>
                    <a:pt x="0" y="163830"/>
                  </a:lnTo>
                  <a:lnTo>
                    <a:pt x="27940" y="163830"/>
                  </a:lnTo>
                  <a:lnTo>
                    <a:pt x="27940" y="157492"/>
                  </a:lnTo>
                  <a:close/>
                </a:path>
                <a:path w="27939" h="476250">
                  <a:moveTo>
                    <a:pt x="2794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7940" y="157480"/>
                  </a:lnTo>
                  <a:lnTo>
                    <a:pt x="27940" y="151142"/>
                  </a:lnTo>
                  <a:close/>
                </a:path>
                <a:path w="27939" h="476250">
                  <a:moveTo>
                    <a:pt x="27940" y="138442"/>
                  </a:moveTo>
                  <a:lnTo>
                    <a:pt x="0" y="138442"/>
                  </a:lnTo>
                  <a:lnTo>
                    <a:pt x="0" y="151130"/>
                  </a:lnTo>
                  <a:lnTo>
                    <a:pt x="27940" y="151130"/>
                  </a:lnTo>
                  <a:lnTo>
                    <a:pt x="27940" y="138442"/>
                  </a:lnTo>
                  <a:close/>
                </a:path>
                <a:path w="27939" h="476250">
                  <a:moveTo>
                    <a:pt x="27940" y="132092"/>
                  </a:moveTo>
                  <a:lnTo>
                    <a:pt x="0" y="132092"/>
                  </a:lnTo>
                  <a:lnTo>
                    <a:pt x="0" y="138430"/>
                  </a:lnTo>
                  <a:lnTo>
                    <a:pt x="27940" y="138430"/>
                  </a:lnTo>
                  <a:lnTo>
                    <a:pt x="27940" y="132092"/>
                  </a:lnTo>
                  <a:close/>
                </a:path>
                <a:path w="27939" h="476250">
                  <a:moveTo>
                    <a:pt x="27940" y="125742"/>
                  </a:moveTo>
                  <a:lnTo>
                    <a:pt x="0" y="125742"/>
                  </a:lnTo>
                  <a:lnTo>
                    <a:pt x="0" y="132080"/>
                  </a:lnTo>
                  <a:lnTo>
                    <a:pt x="27940" y="132080"/>
                  </a:lnTo>
                  <a:lnTo>
                    <a:pt x="27940" y="125742"/>
                  </a:lnTo>
                  <a:close/>
                </a:path>
                <a:path w="27939" h="476250">
                  <a:moveTo>
                    <a:pt x="27940" y="119392"/>
                  </a:moveTo>
                  <a:lnTo>
                    <a:pt x="0" y="119392"/>
                  </a:lnTo>
                  <a:lnTo>
                    <a:pt x="0" y="125730"/>
                  </a:lnTo>
                  <a:lnTo>
                    <a:pt x="27940" y="125730"/>
                  </a:lnTo>
                  <a:lnTo>
                    <a:pt x="27940" y="119392"/>
                  </a:lnTo>
                  <a:close/>
                </a:path>
                <a:path w="27939" h="476250">
                  <a:moveTo>
                    <a:pt x="27940" y="113042"/>
                  </a:moveTo>
                  <a:lnTo>
                    <a:pt x="0" y="113042"/>
                  </a:lnTo>
                  <a:lnTo>
                    <a:pt x="0" y="119380"/>
                  </a:lnTo>
                  <a:lnTo>
                    <a:pt x="27940" y="119380"/>
                  </a:lnTo>
                  <a:lnTo>
                    <a:pt x="27940" y="113042"/>
                  </a:lnTo>
                  <a:close/>
                </a:path>
                <a:path w="27939" h="476250">
                  <a:moveTo>
                    <a:pt x="27940" y="106692"/>
                  </a:moveTo>
                  <a:lnTo>
                    <a:pt x="0" y="106692"/>
                  </a:lnTo>
                  <a:lnTo>
                    <a:pt x="0" y="113030"/>
                  </a:lnTo>
                  <a:lnTo>
                    <a:pt x="27940" y="113030"/>
                  </a:lnTo>
                  <a:lnTo>
                    <a:pt x="27940" y="106692"/>
                  </a:lnTo>
                  <a:close/>
                </a:path>
                <a:path w="27939" h="476250">
                  <a:moveTo>
                    <a:pt x="27940" y="100342"/>
                  </a:moveTo>
                  <a:lnTo>
                    <a:pt x="0" y="100342"/>
                  </a:lnTo>
                  <a:lnTo>
                    <a:pt x="0" y="106680"/>
                  </a:lnTo>
                  <a:lnTo>
                    <a:pt x="27940" y="106680"/>
                  </a:lnTo>
                  <a:lnTo>
                    <a:pt x="27940" y="100342"/>
                  </a:lnTo>
                  <a:close/>
                </a:path>
                <a:path w="27939" h="476250">
                  <a:moveTo>
                    <a:pt x="2794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7940" y="100330"/>
                  </a:lnTo>
                  <a:lnTo>
                    <a:pt x="27940" y="93992"/>
                  </a:lnTo>
                  <a:close/>
                </a:path>
                <a:path w="27939" h="476250">
                  <a:moveTo>
                    <a:pt x="2794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7940" y="93980"/>
                  </a:lnTo>
                  <a:lnTo>
                    <a:pt x="27940" y="87642"/>
                  </a:lnTo>
                  <a:close/>
                </a:path>
                <a:path w="27939" h="476250">
                  <a:moveTo>
                    <a:pt x="27940" y="81292"/>
                  </a:moveTo>
                  <a:lnTo>
                    <a:pt x="0" y="81292"/>
                  </a:lnTo>
                  <a:lnTo>
                    <a:pt x="0" y="87630"/>
                  </a:lnTo>
                  <a:lnTo>
                    <a:pt x="27940" y="87630"/>
                  </a:lnTo>
                  <a:lnTo>
                    <a:pt x="27940" y="81292"/>
                  </a:lnTo>
                  <a:close/>
                </a:path>
                <a:path w="27939" h="476250">
                  <a:moveTo>
                    <a:pt x="27940" y="68592"/>
                  </a:moveTo>
                  <a:lnTo>
                    <a:pt x="0" y="68592"/>
                  </a:lnTo>
                  <a:lnTo>
                    <a:pt x="0" y="81280"/>
                  </a:lnTo>
                  <a:lnTo>
                    <a:pt x="27940" y="81280"/>
                  </a:lnTo>
                  <a:lnTo>
                    <a:pt x="27940" y="68592"/>
                  </a:lnTo>
                  <a:close/>
                </a:path>
                <a:path w="27939" h="476250">
                  <a:moveTo>
                    <a:pt x="27940" y="62242"/>
                  </a:moveTo>
                  <a:lnTo>
                    <a:pt x="0" y="62242"/>
                  </a:lnTo>
                  <a:lnTo>
                    <a:pt x="0" y="68580"/>
                  </a:lnTo>
                  <a:lnTo>
                    <a:pt x="27940" y="68580"/>
                  </a:lnTo>
                  <a:lnTo>
                    <a:pt x="27940" y="62242"/>
                  </a:lnTo>
                  <a:close/>
                </a:path>
                <a:path w="27939" h="476250">
                  <a:moveTo>
                    <a:pt x="27940" y="55892"/>
                  </a:moveTo>
                  <a:lnTo>
                    <a:pt x="0" y="55892"/>
                  </a:lnTo>
                  <a:lnTo>
                    <a:pt x="0" y="62230"/>
                  </a:lnTo>
                  <a:lnTo>
                    <a:pt x="27940" y="62230"/>
                  </a:lnTo>
                  <a:lnTo>
                    <a:pt x="27940" y="55892"/>
                  </a:lnTo>
                  <a:close/>
                </a:path>
                <a:path w="27939" h="476250">
                  <a:moveTo>
                    <a:pt x="27940" y="49542"/>
                  </a:moveTo>
                  <a:lnTo>
                    <a:pt x="0" y="49542"/>
                  </a:lnTo>
                  <a:lnTo>
                    <a:pt x="0" y="55880"/>
                  </a:lnTo>
                  <a:lnTo>
                    <a:pt x="27940" y="55880"/>
                  </a:lnTo>
                  <a:lnTo>
                    <a:pt x="27940" y="49542"/>
                  </a:lnTo>
                  <a:close/>
                </a:path>
                <a:path w="27939" h="476250">
                  <a:moveTo>
                    <a:pt x="2794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7940" y="49530"/>
                  </a:lnTo>
                  <a:lnTo>
                    <a:pt x="27940" y="43192"/>
                  </a:lnTo>
                  <a:close/>
                </a:path>
                <a:path w="27939" h="476250">
                  <a:moveTo>
                    <a:pt x="2794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7940" y="43180"/>
                  </a:lnTo>
                  <a:lnTo>
                    <a:pt x="27940" y="36842"/>
                  </a:lnTo>
                  <a:close/>
                </a:path>
                <a:path w="27939" h="476250">
                  <a:moveTo>
                    <a:pt x="2794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7940" y="36830"/>
                  </a:lnTo>
                  <a:lnTo>
                    <a:pt x="27940" y="30492"/>
                  </a:lnTo>
                  <a:close/>
                </a:path>
                <a:path w="27939" h="476250">
                  <a:moveTo>
                    <a:pt x="27940" y="24142"/>
                  </a:moveTo>
                  <a:lnTo>
                    <a:pt x="0" y="24142"/>
                  </a:lnTo>
                  <a:lnTo>
                    <a:pt x="0" y="30480"/>
                  </a:lnTo>
                  <a:lnTo>
                    <a:pt x="27940" y="30480"/>
                  </a:lnTo>
                  <a:lnTo>
                    <a:pt x="27940" y="24142"/>
                  </a:lnTo>
                  <a:close/>
                </a:path>
                <a:path w="27939" h="476250">
                  <a:moveTo>
                    <a:pt x="2794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7940" y="24130"/>
                  </a:lnTo>
                  <a:lnTo>
                    <a:pt x="27940" y="17792"/>
                  </a:lnTo>
                  <a:close/>
                </a:path>
                <a:path w="27939" h="476250">
                  <a:moveTo>
                    <a:pt x="27940" y="5092"/>
                  </a:moveTo>
                  <a:lnTo>
                    <a:pt x="0" y="5092"/>
                  </a:lnTo>
                  <a:lnTo>
                    <a:pt x="0" y="17780"/>
                  </a:lnTo>
                  <a:lnTo>
                    <a:pt x="27940" y="17780"/>
                  </a:lnTo>
                  <a:lnTo>
                    <a:pt x="27940" y="5092"/>
                  </a:lnTo>
                  <a:close/>
                </a:path>
                <a:path w="27939" h="476250">
                  <a:moveTo>
                    <a:pt x="279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7940" y="5080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1C385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3" name="object 3713"/>
            <p:cNvSpPr/>
            <p:nvPr/>
          </p:nvSpPr>
          <p:spPr>
            <a:xfrm>
              <a:off x="3928110" y="5500382"/>
              <a:ext cx="27940" cy="181610"/>
            </a:xfrm>
            <a:custGeom>
              <a:avLst/>
              <a:gdLst/>
              <a:ahLst/>
              <a:cxnLst/>
              <a:rect l="l" t="t" r="r" b="b"/>
              <a:pathLst>
                <a:path w="27939" h="181610">
                  <a:moveTo>
                    <a:pt x="27940" y="180340"/>
                  </a:moveTo>
                  <a:lnTo>
                    <a:pt x="0" y="180340"/>
                  </a:lnTo>
                  <a:lnTo>
                    <a:pt x="0" y="181597"/>
                  </a:lnTo>
                  <a:lnTo>
                    <a:pt x="27940" y="181597"/>
                  </a:lnTo>
                  <a:lnTo>
                    <a:pt x="27940" y="180340"/>
                  </a:lnTo>
                  <a:close/>
                </a:path>
                <a:path w="27939" h="181610">
                  <a:moveTo>
                    <a:pt x="27940" y="173990"/>
                  </a:moveTo>
                  <a:lnTo>
                    <a:pt x="0" y="173990"/>
                  </a:lnTo>
                  <a:lnTo>
                    <a:pt x="0" y="180327"/>
                  </a:lnTo>
                  <a:lnTo>
                    <a:pt x="27940" y="180327"/>
                  </a:lnTo>
                  <a:lnTo>
                    <a:pt x="27940" y="173990"/>
                  </a:lnTo>
                  <a:close/>
                </a:path>
                <a:path w="27939" h="181610">
                  <a:moveTo>
                    <a:pt x="27940" y="171450"/>
                  </a:moveTo>
                  <a:lnTo>
                    <a:pt x="0" y="171450"/>
                  </a:lnTo>
                  <a:lnTo>
                    <a:pt x="0" y="173977"/>
                  </a:lnTo>
                  <a:lnTo>
                    <a:pt x="27940" y="173977"/>
                  </a:lnTo>
                  <a:lnTo>
                    <a:pt x="27940" y="171450"/>
                  </a:lnTo>
                  <a:close/>
                </a:path>
                <a:path w="27939" h="181610">
                  <a:moveTo>
                    <a:pt x="27940" y="167640"/>
                  </a:moveTo>
                  <a:lnTo>
                    <a:pt x="0" y="167640"/>
                  </a:lnTo>
                  <a:lnTo>
                    <a:pt x="0" y="171437"/>
                  </a:lnTo>
                  <a:lnTo>
                    <a:pt x="27940" y="171437"/>
                  </a:lnTo>
                  <a:lnTo>
                    <a:pt x="27940" y="167640"/>
                  </a:lnTo>
                  <a:close/>
                </a:path>
                <a:path w="27939" h="181610">
                  <a:moveTo>
                    <a:pt x="27940" y="165100"/>
                  </a:moveTo>
                  <a:lnTo>
                    <a:pt x="0" y="165100"/>
                  </a:lnTo>
                  <a:lnTo>
                    <a:pt x="0" y="167627"/>
                  </a:lnTo>
                  <a:lnTo>
                    <a:pt x="27940" y="167627"/>
                  </a:lnTo>
                  <a:lnTo>
                    <a:pt x="27940" y="165100"/>
                  </a:lnTo>
                  <a:close/>
                </a:path>
                <a:path w="27939" h="181610">
                  <a:moveTo>
                    <a:pt x="27940" y="161290"/>
                  </a:moveTo>
                  <a:lnTo>
                    <a:pt x="0" y="161290"/>
                  </a:lnTo>
                  <a:lnTo>
                    <a:pt x="0" y="165087"/>
                  </a:lnTo>
                  <a:lnTo>
                    <a:pt x="27940" y="165087"/>
                  </a:lnTo>
                  <a:lnTo>
                    <a:pt x="27940" y="161290"/>
                  </a:lnTo>
                  <a:close/>
                </a:path>
                <a:path w="27939" h="181610">
                  <a:moveTo>
                    <a:pt x="27940" y="154940"/>
                  </a:moveTo>
                  <a:lnTo>
                    <a:pt x="0" y="154940"/>
                  </a:lnTo>
                  <a:lnTo>
                    <a:pt x="0" y="161277"/>
                  </a:lnTo>
                  <a:lnTo>
                    <a:pt x="27940" y="161277"/>
                  </a:lnTo>
                  <a:lnTo>
                    <a:pt x="27940" y="154940"/>
                  </a:lnTo>
                  <a:close/>
                </a:path>
                <a:path w="27939" h="181610">
                  <a:moveTo>
                    <a:pt x="27940" y="152400"/>
                  </a:moveTo>
                  <a:lnTo>
                    <a:pt x="0" y="152400"/>
                  </a:lnTo>
                  <a:lnTo>
                    <a:pt x="0" y="154927"/>
                  </a:lnTo>
                  <a:lnTo>
                    <a:pt x="27940" y="154927"/>
                  </a:lnTo>
                  <a:lnTo>
                    <a:pt x="27940" y="152400"/>
                  </a:lnTo>
                  <a:close/>
                </a:path>
                <a:path w="27939" h="181610">
                  <a:moveTo>
                    <a:pt x="27940" y="148590"/>
                  </a:moveTo>
                  <a:lnTo>
                    <a:pt x="0" y="148590"/>
                  </a:lnTo>
                  <a:lnTo>
                    <a:pt x="0" y="152387"/>
                  </a:lnTo>
                  <a:lnTo>
                    <a:pt x="27940" y="152387"/>
                  </a:lnTo>
                  <a:lnTo>
                    <a:pt x="27940" y="148590"/>
                  </a:lnTo>
                  <a:close/>
                </a:path>
                <a:path w="27939" h="181610">
                  <a:moveTo>
                    <a:pt x="27940" y="146050"/>
                  </a:moveTo>
                  <a:lnTo>
                    <a:pt x="0" y="146050"/>
                  </a:lnTo>
                  <a:lnTo>
                    <a:pt x="0" y="148577"/>
                  </a:lnTo>
                  <a:lnTo>
                    <a:pt x="27940" y="148577"/>
                  </a:lnTo>
                  <a:lnTo>
                    <a:pt x="27940" y="146050"/>
                  </a:lnTo>
                  <a:close/>
                </a:path>
                <a:path w="27939" h="181610">
                  <a:moveTo>
                    <a:pt x="27940" y="142240"/>
                  </a:moveTo>
                  <a:lnTo>
                    <a:pt x="0" y="142240"/>
                  </a:lnTo>
                  <a:lnTo>
                    <a:pt x="0" y="146037"/>
                  </a:lnTo>
                  <a:lnTo>
                    <a:pt x="27940" y="146037"/>
                  </a:lnTo>
                  <a:lnTo>
                    <a:pt x="27940" y="142240"/>
                  </a:lnTo>
                  <a:close/>
                </a:path>
                <a:path w="27939" h="181610">
                  <a:moveTo>
                    <a:pt x="27940" y="135890"/>
                  </a:moveTo>
                  <a:lnTo>
                    <a:pt x="0" y="135890"/>
                  </a:lnTo>
                  <a:lnTo>
                    <a:pt x="0" y="142227"/>
                  </a:lnTo>
                  <a:lnTo>
                    <a:pt x="27940" y="142227"/>
                  </a:lnTo>
                  <a:lnTo>
                    <a:pt x="27940" y="135890"/>
                  </a:lnTo>
                  <a:close/>
                </a:path>
                <a:path w="27939" h="181610">
                  <a:moveTo>
                    <a:pt x="27940" y="133350"/>
                  </a:moveTo>
                  <a:lnTo>
                    <a:pt x="0" y="133350"/>
                  </a:lnTo>
                  <a:lnTo>
                    <a:pt x="0" y="135877"/>
                  </a:lnTo>
                  <a:lnTo>
                    <a:pt x="27940" y="135877"/>
                  </a:lnTo>
                  <a:lnTo>
                    <a:pt x="27940" y="133350"/>
                  </a:lnTo>
                  <a:close/>
                </a:path>
                <a:path w="27939" h="181610">
                  <a:moveTo>
                    <a:pt x="27940" y="129540"/>
                  </a:moveTo>
                  <a:lnTo>
                    <a:pt x="0" y="129540"/>
                  </a:lnTo>
                  <a:lnTo>
                    <a:pt x="0" y="133337"/>
                  </a:lnTo>
                  <a:lnTo>
                    <a:pt x="27940" y="133337"/>
                  </a:lnTo>
                  <a:lnTo>
                    <a:pt x="27940" y="129540"/>
                  </a:lnTo>
                  <a:close/>
                </a:path>
                <a:path w="27939" h="181610">
                  <a:moveTo>
                    <a:pt x="27940" y="127000"/>
                  </a:moveTo>
                  <a:lnTo>
                    <a:pt x="0" y="127000"/>
                  </a:lnTo>
                  <a:lnTo>
                    <a:pt x="0" y="129527"/>
                  </a:lnTo>
                  <a:lnTo>
                    <a:pt x="27940" y="129527"/>
                  </a:lnTo>
                  <a:lnTo>
                    <a:pt x="27940" y="127000"/>
                  </a:lnTo>
                  <a:close/>
                </a:path>
                <a:path w="27939" h="181610">
                  <a:moveTo>
                    <a:pt x="27940" y="120650"/>
                  </a:moveTo>
                  <a:lnTo>
                    <a:pt x="0" y="120650"/>
                  </a:lnTo>
                  <a:lnTo>
                    <a:pt x="0" y="126987"/>
                  </a:lnTo>
                  <a:lnTo>
                    <a:pt x="27940" y="126987"/>
                  </a:lnTo>
                  <a:lnTo>
                    <a:pt x="27940" y="120650"/>
                  </a:lnTo>
                  <a:close/>
                </a:path>
                <a:path w="27939" h="181610">
                  <a:moveTo>
                    <a:pt x="2794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27940" y="120637"/>
                  </a:lnTo>
                  <a:lnTo>
                    <a:pt x="27940" y="114300"/>
                  </a:lnTo>
                  <a:close/>
                </a:path>
                <a:path w="27939" h="181610">
                  <a:moveTo>
                    <a:pt x="27940" y="110490"/>
                  </a:moveTo>
                  <a:lnTo>
                    <a:pt x="0" y="110490"/>
                  </a:lnTo>
                  <a:lnTo>
                    <a:pt x="0" y="114287"/>
                  </a:lnTo>
                  <a:lnTo>
                    <a:pt x="27940" y="114287"/>
                  </a:lnTo>
                  <a:lnTo>
                    <a:pt x="27940" y="110490"/>
                  </a:lnTo>
                  <a:close/>
                </a:path>
                <a:path w="27939" h="181610">
                  <a:moveTo>
                    <a:pt x="27940" y="107950"/>
                  </a:moveTo>
                  <a:lnTo>
                    <a:pt x="0" y="107950"/>
                  </a:lnTo>
                  <a:lnTo>
                    <a:pt x="0" y="110477"/>
                  </a:lnTo>
                  <a:lnTo>
                    <a:pt x="27940" y="110477"/>
                  </a:lnTo>
                  <a:lnTo>
                    <a:pt x="27940" y="107950"/>
                  </a:lnTo>
                  <a:close/>
                </a:path>
                <a:path w="27939" h="181610">
                  <a:moveTo>
                    <a:pt x="27940" y="104140"/>
                  </a:moveTo>
                  <a:lnTo>
                    <a:pt x="0" y="104140"/>
                  </a:lnTo>
                  <a:lnTo>
                    <a:pt x="0" y="107937"/>
                  </a:lnTo>
                  <a:lnTo>
                    <a:pt x="27940" y="107937"/>
                  </a:lnTo>
                  <a:lnTo>
                    <a:pt x="27940" y="104140"/>
                  </a:lnTo>
                  <a:close/>
                </a:path>
                <a:path w="27939" h="181610">
                  <a:moveTo>
                    <a:pt x="27940" y="101600"/>
                  </a:moveTo>
                  <a:lnTo>
                    <a:pt x="0" y="101600"/>
                  </a:lnTo>
                  <a:lnTo>
                    <a:pt x="0" y="104127"/>
                  </a:lnTo>
                  <a:lnTo>
                    <a:pt x="27940" y="104127"/>
                  </a:lnTo>
                  <a:lnTo>
                    <a:pt x="27940" y="101600"/>
                  </a:lnTo>
                  <a:close/>
                </a:path>
                <a:path w="27939" h="181610">
                  <a:moveTo>
                    <a:pt x="27940" y="97790"/>
                  </a:moveTo>
                  <a:lnTo>
                    <a:pt x="0" y="97790"/>
                  </a:lnTo>
                  <a:lnTo>
                    <a:pt x="0" y="101587"/>
                  </a:lnTo>
                  <a:lnTo>
                    <a:pt x="27940" y="101587"/>
                  </a:lnTo>
                  <a:lnTo>
                    <a:pt x="27940" y="97790"/>
                  </a:lnTo>
                  <a:close/>
                </a:path>
                <a:path w="27939" h="181610">
                  <a:moveTo>
                    <a:pt x="27940" y="95250"/>
                  </a:moveTo>
                  <a:lnTo>
                    <a:pt x="0" y="95250"/>
                  </a:lnTo>
                  <a:lnTo>
                    <a:pt x="0" y="97777"/>
                  </a:lnTo>
                  <a:lnTo>
                    <a:pt x="27940" y="97777"/>
                  </a:lnTo>
                  <a:lnTo>
                    <a:pt x="27940" y="95250"/>
                  </a:lnTo>
                  <a:close/>
                </a:path>
                <a:path w="27939" h="181610">
                  <a:moveTo>
                    <a:pt x="27940" y="91440"/>
                  </a:moveTo>
                  <a:lnTo>
                    <a:pt x="0" y="91440"/>
                  </a:lnTo>
                  <a:lnTo>
                    <a:pt x="0" y="95237"/>
                  </a:lnTo>
                  <a:lnTo>
                    <a:pt x="27940" y="95237"/>
                  </a:lnTo>
                  <a:lnTo>
                    <a:pt x="27940" y="91440"/>
                  </a:lnTo>
                  <a:close/>
                </a:path>
                <a:path w="27939" h="181610">
                  <a:moveTo>
                    <a:pt x="27940" y="82550"/>
                  </a:moveTo>
                  <a:lnTo>
                    <a:pt x="0" y="82550"/>
                  </a:lnTo>
                  <a:lnTo>
                    <a:pt x="0" y="91427"/>
                  </a:lnTo>
                  <a:lnTo>
                    <a:pt x="27940" y="91427"/>
                  </a:lnTo>
                  <a:lnTo>
                    <a:pt x="27940" y="82550"/>
                  </a:lnTo>
                  <a:close/>
                </a:path>
                <a:path w="27939" h="181610">
                  <a:moveTo>
                    <a:pt x="27940" y="72390"/>
                  </a:moveTo>
                  <a:lnTo>
                    <a:pt x="0" y="72390"/>
                  </a:lnTo>
                  <a:lnTo>
                    <a:pt x="0" y="82537"/>
                  </a:lnTo>
                  <a:lnTo>
                    <a:pt x="27940" y="82537"/>
                  </a:lnTo>
                  <a:lnTo>
                    <a:pt x="27940" y="72390"/>
                  </a:lnTo>
                  <a:close/>
                </a:path>
                <a:path w="27939" h="181610">
                  <a:moveTo>
                    <a:pt x="27940" y="63500"/>
                  </a:moveTo>
                  <a:lnTo>
                    <a:pt x="0" y="63500"/>
                  </a:lnTo>
                  <a:lnTo>
                    <a:pt x="0" y="72377"/>
                  </a:lnTo>
                  <a:lnTo>
                    <a:pt x="27940" y="72377"/>
                  </a:lnTo>
                  <a:lnTo>
                    <a:pt x="27940" y="63500"/>
                  </a:lnTo>
                  <a:close/>
                </a:path>
                <a:path w="27939" h="181610">
                  <a:moveTo>
                    <a:pt x="27940" y="53340"/>
                  </a:moveTo>
                  <a:lnTo>
                    <a:pt x="0" y="53340"/>
                  </a:lnTo>
                  <a:lnTo>
                    <a:pt x="0" y="63487"/>
                  </a:lnTo>
                  <a:lnTo>
                    <a:pt x="27940" y="63487"/>
                  </a:lnTo>
                  <a:lnTo>
                    <a:pt x="27940" y="53340"/>
                  </a:lnTo>
                  <a:close/>
                </a:path>
                <a:path w="27939" h="181610">
                  <a:moveTo>
                    <a:pt x="27940" y="50800"/>
                  </a:moveTo>
                  <a:lnTo>
                    <a:pt x="0" y="50800"/>
                  </a:lnTo>
                  <a:lnTo>
                    <a:pt x="0" y="53327"/>
                  </a:lnTo>
                  <a:lnTo>
                    <a:pt x="27940" y="53327"/>
                  </a:lnTo>
                  <a:lnTo>
                    <a:pt x="27940" y="50800"/>
                  </a:lnTo>
                  <a:close/>
                </a:path>
                <a:path w="27939" h="181610">
                  <a:moveTo>
                    <a:pt x="27940" y="46990"/>
                  </a:moveTo>
                  <a:lnTo>
                    <a:pt x="0" y="46990"/>
                  </a:lnTo>
                  <a:lnTo>
                    <a:pt x="0" y="50787"/>
                  </a:lnTo>
                  <a:lnTo>
                    <a:pt x="27940" y="50787"/>
                  </a:lnTo>
                  <a:lnTo>
                    <a:pt x="27940" y="46990"/>
                  </a:lnTo>
                  <a:close/>
                </a:path>
                <a:path w="27939" h="181610">
                  <a:moveTo>
                    <a:pt x="27940" y="40640"/>
                  </a:moveTo>
                  <a:lnTo>
                    <a:pt x="0" y="40640"/>
                  </a:lnTo>
                  <a:lnTo>
                    <a:pt x="0" y="46977"/>
                  </a:lnTo>
                  <a:lnTo>
                    <a:pt x="27940" y="46977"/>
                  </a:lnTo>
                  <a:lnTo>
                    <a:pt x="27940" y="40640"/>
                  </a:lnTo>
                  <a:close/>
                </a:path>
                <a:path w="27939" h="181610">
                  <a:moveTo>
                    <a:pt x="27940" y="34290"/>
                  </a:moveTo>
                  <a:lnTo>
                    <a:pt x="0" y="34290"/>
                  </a:lnTo>
                  <a:lnTo>
                    <a:pt x="0" y="40627"/>
                  </a:lnTo>
                  <a:lnTo>
                    <a:pt x="27940" y="40627"/>
                  </a:lnTo>
                  <a:lnTo>
                    <a:pt x="27940" y="34290"/>
                  </a:lnTo>
                  <a:close/>
                </a:path>
                <a:path w="27939" h="181610">
                  <a:moveTo>
                    <a:pt x="27940" y="27940"/>
                  </a:moveTo>
                  <a:lnTo>
                    <a:pt x="0" y="27940"/>
                  </a:lnTo>
                  <a:lnTo>
                    <a:pt x="0" y="34277"/>
                  </a:lnTo>
                  <a:lnTo>
                    <a:pt x="27940" y="34277"/>
                  </a:lnTo>
                  <a:lnTo>
                    <a:pt x="27940" y="27940"/>
                  </a:lnTo>
                  <a:close/>
                </a:path>
                <a:path w="27939" h="181610">
                  <a:moveTo>
                    <a:pt x="27940" y="25400"/>
                  </a:moveTo>
                  <a:lnTo>
                    <a:pt x="0" y="25400"/>
                  </a:lnTo>
                  <a:lnTo>
                    <a:pt x="0" y="27927"/>
                  </a:lnTo>
                  <a:lnTo>
                    <a:pt x="27940" y="27927"/>
                  </a:lnTo>
                  <a:lnTo>
                    <a:pt x="27940" y="25400"/>
                  </a:lnTo>
                  <a:close/>
                </a:path>
                <a:path w="27939" h="181610">
                  <a:moveTo>
                    <a:pt x="2794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27940" y="25387"/>
                  </a:lnTo>
                  <a:lnTo>
                    <a:pt x="27940" y="21590"/>
                  </a:lnTo>
                  <a:close/>
                </a:path>
                <a:path w="27939" h="181610">
                  <a:moveTo>
                    <a:pt x="27940" y="15240"/>
                  </a:moveTo>
                  <a:lnTo>
                    <a:pt x="0" y="15240"/>
                  </a:lnTo>
                  <a:lnTo>
                    <a:pt x="0" y="21577"/>
                  </a:lnTo>
                  <a:lnTo>
                    <a:pt x="27940" y="21577"/>
                  </a:lnTo>
                  <a:lnTo>
                    <a:pt x="27940" y="15240"/>
                  </a:lnTo>
                  <a:close/>
                </a:path>
                <a:path w="27939" h="181610">
                  <a:moveTo>
                    <a:pt x="2794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7940" y="15227"/>
                  </a:lnTo>
                  <a:lnTo>
                    <a:pt x="27940" y="12700"/>
                  </a:lnTo>
                  <a:close/>
                </a:path>
                <a:path w="27939" h="181610">
                  <a:moveTo>
                    <a:pt x="2794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7940" y="12687"/>
                  </a:lnTo>
                  <a:lnTo>
                    <a:pt x="27940" y="8890"/>
                  </a:lnTo>
                  <a:close/>
                </a:path>
                <a:path w="27939" h="181610">
                  <a:moveTo>
                    <a:pt x="27940" y="0"/>
                  </a:moveTo>
                  <a:lnTo>
                    <a:pt x="0" y="0"/>
                  </a:lnTo>
                  <a:lnTo>
                    <a:pt x="0" y="8877"/>
                  </a:lnTo>
                  <a:lnTo>
                    <a:pt x="27940" y="8877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1C385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4" name="object 3714"/>
            <p:cNvSpPr/>
            <p:nvPr/>
          </p:nvSpPr>
          <p:spPr>
            <a:xfrm>
              <a:off x="3956050" y="5033010"/>
              <a:ext cx="27940" cy="476250"/>
            </a:xfrm>
            <a:custGeom>
              <a:avLst/>
              <a:gdLst/>
              <a:ahLst/>
              <a:cxnLst/>
              <a:rect l="l" t="t" r="r" b="b"/>
              <a:pathLst>
                <a:path w="27939" h="476250">
                  <a:moveTo>
                    <a:pt x="27940" y="467372"/>
                  </a:moveTo>
                  <a:lnTo>
                    <a:pt x="0" y="467372"/>
                  </a:lnTo>
                  <a:lnTo>
                    <a:pt x="0" y="476250"/>
                  </a:lnTo>
                  <a:lnTo>
                    <a:pt x="27940" y="476250"/>
                  </a:lnTo>
                  <a:lnTo>
                    <a:pt x="27940" y="467372"/>
                  </a:lnTo>
                  <a:close/>
                </a:path>
                <a:path w="27939" h="476250">
                  <a:moveTo>
                    <a:pt x="27940" y="463562"/>
                  </a:moveTo>
                  <a:lnTo>
                    <a:pt x="0" y="463562"/>
                  </a:lnTo>
                  <a:lnTo>
                    <a:pt x="0" y="467360"/>
                  </a:lnTo>
                  <a:lnTo>
                    <a:pt x="27940" y="467360"/>
                  </a:lnTo>
                  <a:lnTo>
                    <a:pt x="27940" y="463562"/>
                  </a:lnTo>
                  <a:close/>
                </a:path>
                <a:path w="27939" h="476250">
                  <a:moveTo>
                    <a:pt x="27940" y="461022"/>
                  </a:moveTo>
                  <a:lnTo>
                    <a:pt x="0" y="461022"/>
                  </a:lnTo>
                  <a:lnTo>
                    <a:pt x="0" y="463550"/>
                  </a:lnTo>
                  <a:lnTo>
                    <a:pt x="27940" y="463550"/>
                  </a:lnTo>
                  <a:lnTo>
                    <a:pt x="27940" y="461022"/>
                  </a:lnTo>
                  <a:close/>
                </a:path>
                <a:path w="27939" h="476250">
                  <a:moveTo>
                    <a:pt x="27940" y="457212"/>
                  </a:moveTo>
                  <a:lnTo>
                    <a:pt x="0" y="457212"/>
                  </a:lnTo>
                  <a:lnTo>
                    <a:pt x="0" y="461010"/>
                  </a:lnTo>
                  <a:lnTo>
                    <a:pt x="27940" y="461010"/>
                  </a:lnTo>
                  <a:lnTo>
                    <a:pt x="27940" y="457212"/>
                  </a:lnTo>
                  <a:close/>
                </a:path>
                <a:path w="27939" h="476250">
                  <a:moveTo>
                    <a:pt x="27940" y="448322"/>
                  </a:moveTo>
                  <a:lnTo>
                    <a:pt x="0" y="448322"/>
                  </a:lnTo>
                  <a:lnTo>
                    <a:pt x="0" y="457200"/>
                  </a:lnTo>
                  <a:lnTo>
                    <a:pt x="27940" y="457200"/>
                  </a:lnTo>
                  <a:lnTo>
                    <a:pt x="27940" y="448322"/>
                  </a:lnTo>
                  <a:close/>
                </a:path>
                <a:path w="27939" h="476250">
                  <a:moveTo>
                    <a:pt x="27940" y="429272"/>
                  </a:moveTo>
                  <a:lnTo>
                    <a:pt x="0" y="429272"/>
                  </a:lnTo>
                  <a:lnTo>
                    <a:pt x="0" y="448310"/>
                  </a:lnTo>
                  <a:lnTo>
                    <a:pt x="27940" y="448310"/>
                  </a:lnTo>
                  <a:lnTo>
                    <a:pt x="27940" y="429272"/>
                  </a:lnTo>
                  <a:close/>
                </a:path>
                <a:path w="27939" h="476250">
                  <a:moveTo>
                    <a:pt x="27940" y="422922"/>
                  </a:moveTo>
                  <a:lnTo>
                    <a:pt x="0" y="422922"/>
                  </a:lnTo>
                  <a:lnTo>
                    <a:pt x="0" y="429260"/>
                  </a:lnTo>
                  <a:lnTo>
                    <a:pt x="27940" y="429260"/>
                  </a:lnTo>
                  <a:lnTo>
                    <a:pt x="27940" y="422922"/>
                  </a:lnTo>
                  <a:close/>
                </a:path>
                <a:path w="27939" h="476250">
                  <a:moveTo>
                    <a:pt x="27940" y="416572"/>
                  </a:moveTo>
                  <a:lnTo>
                    <a:pt x="0" y="416572"/>
                  </a:lnTo>
                  <a:lnTo>
                    <a:pt x="0" y="422910"/>
                  </a:lnTo>
                  <a:lnTo>
                    <a:pt x="27940" y="422910"/>
                  </a:lnTo>
                  <a:lnTo>
                    <a:pt x="27940" y="416572"/>
                  </a:lnTo>
                  <a:close/>
                </a:path>
                <a:path w="27939" h="476250">
                  <a:moveTo>
                    <a:pt x="27940" y="412762"/>
                  </a:moveTo>
                  <a:lnTo>
                    <a:pt x="0" y="412762"/>
                  </a:lnTo>
                  <a:lnTo>
                    <a:pt x="0" y="416560"/>
                  </a:lnTo>
                  <a:lnTo>
                    <a:pt x="27940" y="416560"/>
                  </a:lnTo>
                  <a:lnTo>
                    <a:pt x="27940" y="412762"/>
                  </a:lnTo>
                  <a:close/>
                </a:path>
                <a:path w="27939" h="476250">
                  <a:moveTo>
                    <a:pt x="27940" y="410222"/>
                  </a:moveTo>
                  <a:lnTo>
                    <a:pt x="0" y="410222"/>
                  </a:lnTo>
                  <a:lnTo>
                    <a:pt x="0" y="412750"/>
                  </a:lnTo>
                  <a:lnTo>
                    <a:pt x="27940" y="412750"/>
                  </a:lnTo>
                  <a:lnTo>
                    <a:pt x="27940" y="410222"/>
                  </a:lnTo>
                  <a:close/>
                </a:path>
                <a:path w="27939" h="476250">
                  <a:moveTo>
                    <a:pt x="27940" y="406412"/>
                  </a:moveTo>
                  <a:lnTo>
                    <a:pt x="0" y="406412"/>
                  </a:lnTo>
                  <a:lnTo>
                    <a:pt x="0" y="410210"/>
                  </a:lnTo>
                  <a:lnTo>
                    <a:pt x="27940" y="410210"/>
                  </a:lnTo>
                  <a:lnTo>
                    <a:pt x="27940" y="406412"/>
                  </a:lnTo>
                  <a:close/>
                </a:path>
                <a:path w="27939" h="476250">
                  <a:moveTo>
                    <a:pt x="27940" y="403872"/>
                  </a:moveTo>
                  <a:lnTo>
                    <a:pt x="0" y="403872"/>
                  </a:lnTo>
                  <a:lnTo>
                    <a:pt x="0" y="406400"/>
                  </a:lnTo>
                  <a:lnTo>
                    <a:pt x="27940" y="406400"/>
                  </a:lnTo>
                  <a:lnTo>
                    <a:pt x="27940" y="403872"/>
                  </a:lnTo>
                  <a:close/>
                </a:path>
                <a:path w="27939" h="476250">
                  <a:moveTo>
                    <a:pt x="27940" y="397522"/>
                  </a:moveTo>
                  <a:lnTo>
                    <a:pt x="0" y="397522"/>
                  </a:lnTo>
                  <a:lnTo>
                    <a:pt x="0" y="403860"/>
                  </a:lnTo>
                  <a:lnTo>
                    <a:pt x="27940" y="403860"/>
                  </a:lnTo>
                  <a:lnTo>
                    <a:pt x="27940" y="397522"/>
                  </a:lnTo>
                  <a:close/>
                </a:path>
                <a:path w="27939" h="476250">
                  <a:moveTo>
                    <a:pt x="27940" y="393712"/>
                  </a:moveTo>
                  <a:lnTo>
                    <a:pt x="0" y="393712"/>
                  </a:lnTo>
                  <a:lnTo>
                    <a:pt x="0" y="397510"/>
                  </a:lnTo>
                  <a:lnTo>
                    <a:pt x="27940" y="397510"/>
                  </a:lnTo>
                  <a:lnTo>
                    <a:pt x="27940" y="393712"/>
                  </a:lnTo>
                  <a:close/>
                </a:path>
                <a:path w="27939" h="476250">
                  <a:moveTo>
                    <a:pt x="27940" y="391172"/>
                  </a:moveTo>
                  <a:lnTo>
                    <a:pt x="0" y="391172"/>
                  </a:lnTo>
                  <a:lnTo>
                    <a:pt x="0" y="393700"/>
                  </a:lnTo>
                  <a:lnTo>
                    <a:pt x="27940" y="393700"/>
                  </a:lnTo>
                  <a:lnTo>
                    <a:pt x="27940" y="391172"/>
                  </a:lnTo>
                  <a:close/>
                </a:path>
                <a:path w="27939" h="476250">
                  <a:moveTo>
                    <a:pt x="27940" y="387362"/>
                  </a:moveTo>
                  <a:lnTo>
                    <a:pt x="0" y="387362"/>
                  </a:lnTo>
                  <a:lnTo>
                    <a:pt x="0" y="391160"/>
                  </a:lnTo>
                  <a:lnTo>
                    <a:pt x="27940" y="391160"/>
                  </a:lnTo>
                  <a:lnTo>
                    <a:pt x="27940" y="387362"/>
                  </a:lnTo>
                  <a:close/>
                </a:path>
                <a:path w="27939" h="476250">
                  <a:moveTo>
                    <a:pt x="27940" y="384822"/>
                  </a:moveTo>
                  <a:lnTo>
                    <a:pt x="0" y="384822"/>
                  </a:lnTo>
                  <a:lnTo>
                    <a:pt x="0" y="387350"/>
                  </a:lnTo>
                  <a:lnTo>
                    <a:pt x="27940" y="387350"/>
                  </a:lnTo>
                  <a:lnTo>
                    <a:pt x="27940" y="384822"/>
                  </a:lnTo>
                  <a:close/>
                </a:path>
                <a:path w="27939" h="476250">
                  <a:moveTo>
                    <a:pt x="27940" y="365772"/>
                  </a:moveTo>
                  <a:lnTo>
                    <a:pt x="0" y="365772"/>
                  </a:lnTo>
                  <a:lnTo>
                    <a:pt x="0" y="384810"/>
                  </a:lnTo>
                  <a:lnTo>
                    <a:pt x="27940" y="384810"/>
                  </a:lnTo>
                  <a:lnTo>
                    <a:pt x="27940" y="365772"/>
                  </a:lnTo>
                  <a:close/>
                </a:path>
                <a:path w="27939" h="476250">
                  <a:moveTo>
                    <a:pt x="27940" y="359422"/>
                  </a:moveTo>
                  <a:lnTo>
                    <a:pt x="0" y="359422"/>
                  </a:lnTo>
                  <a:lnTo>
                    <a:pt x="0" y="365760"/>
                  </a:lnTo>
                  <a:lnTo>
                    <a:pt x="27940" y="365760"/>
                  </a:lnTo>
                  <a:lnTo>
                    <a:pt x="27940" y="359422"/>
                  </a:lnTo>
                  <a:close/>
                </a:path>
                <a:path w="27939" h="476250">
                  <a:moveTo>
                    <a:pt x="27940" y="355612"/>
                  </a:moveTo>
                  <a:lnTo>
                    <a:pt x="0" y="355612"/>
                  </a:lnTo>
                  <a:lnTo>
                    <a:pt x="0" y="359410"/>
                  </a:lnTo>
                  <a:lnTo>
                    <a:pt x="27940" y="359410"/>
                  </a:lnTo>
                  <a:lnTo>
                    <a:pt x="27940" y="355612"/>
                  </a:lnTo>
                  <a:close/>
                </a:path>
                <a:path w="27939" h="476250">
                  <a:moveTo>
                    <a:pt x="27940" y="346722"/>
                  </a:moveTo>
                  <a:lnTo>
                    <a:pt x="0" y="346722"/>
                  </a:lnTo>
                  <a:lnTo>
                    <a:pt x="0" y="355600"/>
                  </a:lnTo>
                  <a:lnTo>
                    <a:pt x="27940" y="355600"/>
                  </a:lnTo>
                  <a:lnTo>
                    <a:pt x="27940" y="346722"/>
                  </a:lnTo>
                  <a:close/>
                </a:path>
                <a:path w="27939" h="476250">
                  <a:moveTo>
                    <a:pt x="27940" y="340372"/>
                  </a:moveTo>
                  <a:lnTo>
                    <a:pt x="0" y="340372"/>
                  </a:lnTo>
                  <a:lnTo>
                    <a:pt x="0" y="346710"/>
                  </a:lnTo>
                  <a:lnTo>
                    <a:pt x="27940" y="346710"/>
                  </a:lnTo>
                  <a:lnTo>
                    <a:pt x="27940" y="340372"/>
                  </a:lnTo>
                  <a:close/>
                </a:path>
                <a:path w="27939" h="476250">
                  <a:moveTo>
                    <a:pt x="27940" y="334022"/>
                  </a:moveTo>
                  <a:lnTo>
                    <a:pt x="0" y="334022"/>
                  </a:lnTo>
                  <a:lnTo>
                    <a:pt x="0" y="340360"/>
                  </a:lnTo>
                  <a:lnTo>
                    <a:pt x="27940" y="340360"/>
                  </a:lnTo>
                  <a:lnTo>
                    <a:pt x="27940" y="334022"/>
                  </a:lnTo>
                  <a:close/>
                </a:path>
                <a:path w="27939" h="476250">
                  <a:moveTo>
                    <a:pt x="27940" y="330212"/>
                  </a:moveTo>
                  <a:lnTo>
                    <a:pt x="0" y="330212"/>
                  </a:lnTo>
                  <a:lnTo>
                    <a:pt x="0" y="334010"/>
                  </a:lnTo>
                  <a:lnTo>
                    <a:pt x="27940" y="334010"/>
                  </a:lnTo>
                  <a:lnTo>
                    <a:pt x="27940" y="330212"/>
                  </a:lnTo>
                  <a:close/>
                </a:path>
                <a:path w="27939" h="476250">
                  <a:moveTo>
                    <a:pt x="27940" y="327672"/>
                  </a:moveTo>
                  <a:lnTo>
                    <a:pt x="0" y="327672"/>
                  </a:lnTo>
                  <a:lnTo>
                    <a:pt x="0" y="330200"/>
                  </a:lnTo>
                  <a:lnTo>
                    <a:pt x="27940" y="330200"/>
                  </a:lnTo>
                  <a:lnTo>
                    <a:pt x="27940" y="327672"/>
                  </a:lnTo>
                  <a:close/>
                </a:path>
                <a:path w="27939" h="476250">
                  <a:moveTo>
                    <a:pt x="27940" y="317512"/>
                  </a:moveTo>
                  <a:lnTo>
                    <a:pt x="0" y="317512"/>
                  </a:lnTo>
                  <a:lnTo>
                    <a:pt x="0" y="327660"/>
                  </a:lnTo>
                  <a:lnTo>
                    <a:pt x="27940" y="327660"/>
                  </a:lnTo>
                  <a:lnTo>
                    <a:pt x="27940" y="317512"/>
                  </a:lnTo>
                  <a:close/>
                </a:path>
                <a:path w="27939" h="476250">
                  <a:moveTo>
                    <a:pt x="27940" y="314972"/>
                  </a:moveTo>
                  <a:lnTo>
                    <a:pt x="0" y="314972"/>
                  </a:lnTo>
                  <a:lnTo>
                    <a:pt x="0" y="317500"/>
                  </a:lnTo>
                  <a:lnTo>
                    <a:pt x="27940" y="317500"/>
                  </a:lnTo>
                  <a:lnTo>
                    <a:pt x="27940" y="314972"/>
                  </a:lnTo>
                  <a:close/>
                </a:path>
                <a:path w="27939" h="476250">
                  <a:moveTo>
                    <a:pt x="27940" y="311162"/>
                  </a:moveTo>
                  <a:lnTo>
                    <a:pt x="0" y="311162"/>
                  </a:lnTo>
                  <a:lnTo>
                    <a:pt x="0" y="314960"/>
                  </a:lnTo>
                  <a:lnTo>
                    <a:pt x="27940" y="314960"/>
                  </a:lnTo>
                  <a:lnTo>
                    <a:pt x="27940" y="311162"/>
                  </a:lnTo>
                  <a:close/>
                </a:path>
                <a:path w="27939" h="476250">
                  <a:moveTo>
                    <a:pt x="27940" y="304812"/>
                  </a:moveTo>
                  <a:lnTo>
                    <a:pt x="0" y="304812"/>
                  </a:lnTo>
                  <a:lnTo>
                    <a:pt x="0" y="311150"/>
                  </a:lnTo>
                  <a:lnTo>
                    <a:pt x="27940" y="311150"/>
                  </a:lnTo>
                  <a:lnTo>
                    <a:pt x="27940" y="304812"/>
                  </a:lnTo>
                  <a:close/>
                </a:path>
                <a:path w="27939" h="476250">
                  <a:moveTo>
                    <a:pt x="27940" y="292112"/>
                  </a:moveTo>
                  <a:lnTo>
                    <a:pt x="0" y="292112"/>
                  </a:lnTo>
                  <a:lnTo>
                    <a:pt x="0" y="304800"/>
                  </a:lnTo>
                  <a:lnTo>
                    <a:pt x="27940" y="304800"/>
                  </a:lnTo>
                  <a:lnTo>
                    <a:pt x="27940" y="292112"/>
                  </a:lnTo>
                  <a:close/>
                </a:path>
                <a:path w="27939" h="476250">
                  <a:moveTo>
                    <a:pt x="27940" y="289572"/>
                  </a:moveTo>
                  <a:lnTo>
                    <a:pt x="0" y="289572"/>
                  </a:lnTo>
                  <a:lnTo>
                    <a:pt x="0" y="292100"/>
                  </a:lnTo>
                  <a:lnTo>
                    <a:pt x="27940" y="292100"/>
                  </a:lnTo>
                  <a:lnTo>
                    <a:pt x="27940" y="289572"/>
                  </a:lnTo>
                  <a:close/>
                </a:path>
                <a:path w="27939" h="476250">
                  <a:moveTo>
                    <a:pt x="27940" y="285762"/>
                  </a:moveTo>
                  <a:lnTo>
                    <a:pt x="0" y="285762"/>
                  </a:lnTo>
                  <a:lnTo>
                    <a:pt x="0" y="289560"/>
                  </a:lnTo>
                  <a:lnTo>
                    <a:pt x="27940" y="289560"/>
                  </a:lnTo>
                  <a:lnTo>
                    <a:pt x="27940" y="285762"/>
                  </a:lnTo>
                  <a:close/>
                </a:path>
                <a:path w="27939" h="476250">
                  <a:moveTo>
                    <a:pt x="27940" y="283222"/>
                  </a:moveTo>
                  <a:lnTo>
                    <a:pt x="0" y="283222"/>
                  </a:lnTo>
                  <a:lnTo>
                    <a:pt x="0" y="285750"/>
                  </a:lnTo>
                  <a:lnTo>
                    <a:pt x="27940" y="285750"/>
                  </a:lnTo>
                  <a:lnTo>
                    <a:pt x="27940" y="283222"/>
                  </a:lnTo>
                  <a:close/>
                </a:path>
                <a:path w="27939" h="476250">
                  <a:moveTo>
                    <a:pt x="27940" y="279412"/>
                  </a:moveTo>
                  <a:lnTo>
                    <a:pt x="0" y="279412"/>
                  </a:lnTo>
                  <a:lnTo>
                    <a:pt x="0" y="283210"/>
                  </a:lnTo>
                  <a:lnTo>
                    <a:pt x="27940" y="283210"/>
                  </a:lnTo>
                  <a:lnTo>
                    <a:pt x="27940" y="279412"/>
                  </a:lnTo>
                  <a:close/>
                </a:path>
                <a:path w="27939" h="476250">
                  <a:moveTo>
                    <a:pt x="27940" y="273062"/>
                  </a:moveTo>
                  <a:lnTo>
                    <a:pt x="0" y="273062"/>
                  </a:lnTo>
                  <a:lnTo>
                    <a:pt x="0" y="279400"/>
                  </a:lnTo>
                  <a:lnTo>
                    <a:pt x="27940" y="279400"/>
                  </a:lnTo>
                  <a:lnTo>
                    <a:pt x="27940" y="273062"/>
                  </a:lnTo>
                  <a:close/>
                </a:path>
                <a:path w="27939" h="476250">
                  <a:moveTo>
                    <a:pt x="27940" y="234962"/>
                  </a:moveTo>
                  <a:lnTo>
                    <a:pt x="0" y="234962"/>
                  </a:lnTo>
                  <a:lnTo>
                    <a:pt x="0" y="273050"/>
                  </a:lnTo>
                  <a:lnTo>
                    <a:pt x="27940" y="273050"/>
                  </a:lnTo>
                  <a:lnTo>
                    <a:pt x="27940" y="234962"/>
                  </a:lnTo>
                  <a:close/>
                </a:path>
                <a:path w="27939" h="476250">
                  <a:moveTo>
                    <a:pt x="2794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7940" y="234950"/>
                  </a:lnTo>
                  <a:lnTo>
                    <a:pt x="27940" y="232422"/>
                  </a:lnTo>
                  <a:close/>
                </a:path>
                <a:path w="27939" h="476250">
                  <a:moveTo>
                    <a:pt x="2794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27940" y="232410"/>
                  </a:lnTo>
                  <a:lnTo>
                    <a:pt x="27940" y="226072"/>
                  </a:lnTo>
                  <a:close/>
                </a:path>
                <a:path w="27939" h="476250">
                  <a:moveTo>
                    <a:pt x="2794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27940" y="226060"/>
                  </a:lnTo>
                  <a:lnTo>
                    <a:pt x="27940" y="222262"/>
                  </a:lnTo>
                  <a:close/>
                </a:path>
                <a:path w="27939" h="476250">
                  <a:moveTo>
                    <a:pt x="2794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27940" y="222250"/>
                  </a:lnTo>
                  <a:lnTo>
                    <a:pt x="27940" y="219722"/>
                  </a:lnTo>
                  <a:close/>
                </a:path>
                <a:path w="27939" h="476250">
                  <a:moveTo>
                    <a:pt x="27940" y="213372"/>
                  </a:moveTo>
                  <a:lnTo>
                    <a:pt x="0" y="213372"/>
                  </a:lnTo>
                  <a:lnTo>
                    <a:pt x="0" y="219710"/>
                  </a:lnTo>
                  <a:lnTo>
                    <a:pt x="27940" y="219710"/>
                  </a:lnTo>
                  <a:lnTo>
                    <a:pt x="27940" y="213372"/>
                  </a:lnTo>
                  <a:close/>
                </a:path>
                <a:path w="27939" h="476250">
                  <a:moveTo>
                    <a:pt x="27940" y="207022"/>
                  </a:moveTo>
                  <a:lnTo>
                    <a:pt x="0" y="207022"/>
                  </a:lnTo>
                  <a:lnTo>
                    <a:pt x="0" y="213360"/>
                  </a:lnTo>
                  <a:lnTo>
                    <a:pt x="27940" y="213360"/>
                  </a:lnTo>
                  <a:lnTo>
                    <a:pt x="27940" y="207022"/>
                  </a:lnTo>
                  <a:close/>
                </a:path>
                <a:path w="27939" h="476250">
                  <a:moveTo>
                    <a:pt x="27940" y="195592"/>
                  </a:moveTo>
                  <a:lnTo>
                    <a:pt x="0" y="195592"/>
                  </a:lnTo>
                  <a:lnTo>
                    <a:pt x="0" y="207010"/>
                  </a:lnTo>
                  <a:lnTo>
                    <a:pt x="27940" y="207010"/>
                  </a:lnTo>
                  <a:lnTo>
                    <a:pt x="27940" y="195592"/>
                  </a:lnTo>
                  <a:close/>
                </a:path>
                <a:path w="27939" h="476250">
                  <a:moveTo>
                    <a:pt x="2794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7940" y="195580"/>
                  </a:lnTo>
                  <a:lnTo>
                    <a:pt x="27940" y="189242"/>
                  </a:lnTo>
                  <a:close/>
                </a:path>
                <a:path w="27939" h="476250">
                  <a:moveTo>
                    <a:pt x="27940" y="182892"/>
                  </a:moveTo>
                  <a:lnTo>
                    <a:pt x="0" y="182892"/>
                  </a:lnTo>
                  <a:lnTo>
                    <a:pt x="0" y="189230"/>
                  </a:lnTo>
                  <a:lnTo>
                    <a:pt x="27940" y="189230"/>
                  </a:lnTo>
                  <a:lnTo>
                    <a:pt x="27940" y="182892"/>
                  </a:lnTo>
                  <a:close/>
                </a:path>
                <a:path w="27939" h="476250">
                  <a:moveTo>
                    <a:pt x="27940" y="176542"/>
                  </a:moveTo>
                  <a:lnTo>
                    <a:pt x="0" y="176542"/>
                  </a:lnTo>
                  <a:lnTo>
                    <a:pt x="0" y="182880"/>
                  </a:lnTo>
                  <a:lnTo>
                    <a:pt x="27940" y="182880"/>
                  </a:lnTo>
                  <a:lnTo>
                    <a:pt x="27940" y="176542"/>
                  </a:lnTo>
                  <a:close/>
                </a:path>
                <a:path w="27939" h="476250">
                  <a:moveTo>
                    <a:pt x="27940" y="170192"/>
                  </a:moveTo>
                  <a:lnTo>
                    <a:pt x="0" y="170192"/>
                  </a:lnTo>
                  <a:lnTo>
                    <a:pt x="0" y="176530"/>
                  </a:lnTo>
                  <a:lnTo>
                    <a:pt x="27940" y="176530"/>
                  </a:lnTo>
                  <a:lnTo>
                    <a:pt x="27940" y="170192"/>
                  </a:lnTo>
                  <a:close/>
                </a:path>
                <a:path w="27939" h="476250">
                  <a:moveTo>
                    <a:pt x="27940" y="163842"/>
                  </a:moveTo>
                  <a:lnTo>
                    <a:pt x="0" y="163842"/>
                  </a:lnTo>
                  <a:lnTo>
                    <a:pt x="0" y="170180"/>
                  </a:lnTo>
                  <a:lnTo>
                    <a:pt x="27940" y="170180"/>
                  </a:lnTo>
                  <a:lnTo>
                    <a:pt x="27940" y="163842"/>
                  </a:lnTo>
                  <a:close/>
                </a:path>
                <a:path w="27939" h="476250">
                  <a:moveTo>
                    <a:pt x="27940" y="157492"/>
                  </a:moveTo>
                  <a:lnTo>
                    <a:pt x="0" y="157492"/>
                  </a:lnTo>
                  <a:lnTo>
                    <a:pt x="0" y="163830"/>
                  </a:lnTo>
                  <a:lnTo>
                    <a:pt x="27940" y="163830"/>
                  </a:lnTo>
                  <a:lnTo>
                    <a:pt x="27940" y="157492"/>
                  </a:lnTo>
                  <a:close/>
                </a:path>
                <a:path w="27939" h="476250">
                  <a:moveTo>
                    <a:pt x="2794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7940" y="157480"/>
                  </a:lnTo>
                  <a:lnTo>
                    <a:pt x="27940" y="151142"/>
                  </a:lnTo>
                  <a:close/>
                </a:path>
                <a:path w="27939" h="476250">
                  <a:moveTo>
                    <a:pt x="27940" y="138442"/>
                  </a:moveTo>
                  <a:lnTo>
                    <a:pt x="0" y="138442"/>
                  </a:lnTo>
                  <a:lnTo>
                    <a:pt x="0" y="151130"/>
                  </a:lnTo>
                  <a:lnTo>
                    <a:pt x="27940" y="151130"/>
                  </a:lnTo>
                  <a:lnTo>
                    <a:pt x="27940" y="138442"/>
                  </a:lnTo>
                  <a:close/>
                </a:path>
                <a:path w="27939" h="476250">
                  <a:moveTo>
                    <a:pt x="27940" y="132092"/>
                  </a:moveTo>
                  <a:lnTo>
                    <a:pt x="0" y="132092"/>
                  </a:lnTo>
                  <a:lnTo>
                    <a:pt x="0" y="138430"/>
                  </a:lnTo>
                  <a:lnTo>
                    <a:pt x="27940" y="138430"/>
                  </a:lnTo>
                  <a:lnTo>
                    <a:pt x="27940" y="132092"/>
                  </a:lnTo>
                  <a:close/>
                </a:path>
                <a:path w="27939" h="476250">
                  <a:moveTo>
                    <a:pt x="27940" y="125742"/>
                  </a:moveTo>
                  <a:lnTo>
                    <a:pt x="0" y="125742"/>
                  </a:lnTo>
                  <a:lnTo>
                    <a:pt x="0" y="132080"/>
                  </a:lnTo>
                  <a:lnTo>
                    <a:pt x="27940" y="132080"/>
                  </a:lnTo>
                  <a:lnTo>
                    <a:pt x="27940" y="125742"/>
                  </a:lnTo>
                  <a:close/>
                </a:path>
                <a:path w="27939" h="476250">
                  <a:moveTo>
                    <a:pt x="27940" y="119392"/>
                  </a:moveTo>
                  <a:lnTo>
                    <a:pt x="0" y="119392"/>
                  </a:lnTo>
                  <a:lnTo>
                    <a:pt x="0" y="125730"/>
                  </a:lnTo>
                  <a:lnTo>
                    <a:pt x="27940" y="125730"/>
                  </a:lnTo>
                  <a:lnTo>
                    <a:pt x="27940" y="119392"/>
                  </a:lnTo>
                  <a:close/>
                </a:path>
                <a:path w="27939" h="476250">
                  <a:moveTo>
                    <a:pt x="27940" y="113042"/>
                  </a:moveTo>
                  <a:lnTo>
                    <a:pt x="0" y="113042"/>
                  </a:lnTo>
                  <a:lnTo>
                    <a:pt x="0" y="119380"/>
                  </a:lnTo>
                  <a:lnTo>
                    <a:pt x="27940" y="119380"/>
                  </a:lnTo>
                  <a:lnTo>
                    <a:pt x="27940" y="113042"/>
                  </a:lnTo>
                  <a:close/>
                </a:path>
                <a:path w="27939" h="476250">
                  <a:moveTo>
                    <a:pt x="27940" y="106692"/>
                  </a:moveTo>
                  <a:lnTo>
                    <a:pt x="0" y="106692"/>
                  </a:lnTo>
                  <a:lnTo>
                    <a:pt x="0" y="113030"/>
                  </a:lnTo>
                  <a:lnTo>
                    <a:pt x="27940" y="113030"/>
                  </a:lnTo>
                  <a:lnTo>
                    <a:pt x="27940" y="106692"/>
                  </a:lnTo>
                  <a:close/>
                </a:path>
                <a:path w="27939" h="476250">
                  <a:moveTo>
                    <a:pt x="27940" y="100342"/>
                  </a:moveTo>
                  <a:lnTo>
                    <a:pt x="0" y="100342"/>
                  </a:lnTo>
                  <a:lnTo>
                    <a:pt x="0" y="106680"/>
                  </a:lnTo>
                  <a:lnTo>
                    <a:pt x="27940" y="106680"/>
                  </a:lnTo>
                  <a:lnTo>
                    <a:pt x="27940" y="100342"/>
                  </a:lnTo>
                  <a:close/>
                </a:path>
                <a:path w="27939" h="476250">
                  <a:moveTo>
                    <a:pt x="2794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7940" y="100330"/>
                  </a:lnTo>
                  <a:lnTo>
                    <a:pt x="27940" y="93992"/>
                  </a:lnTo>
                  <a:close/>
                </a:path>
                <a:path w="27939" h="476250">
                  <a:moveTo>
                    <a:pt x="2794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7940" y="93980"/>
                  </a:lnTo>
                  <a:lnTo>
                    <a:pt x="27940" y="87642"/>
                  </a:lnTo>
                  <a:close/>
                </a:path>
                <a:path w="27939" h="476250">
                  <a:moveTo>
                    <a:pt x="27940" y="81292"/>
                  </a:moveTo>
                  <a:lnTo>
                    <a:pt x="0" y="81292"/>
                  </a:lnTo>
                  <a:lnTo>
                    <a:pt x="0" y="87630"/>
                  </a:lnTo>
                  <a:lnTo>
                    <a:pt x="27940" y="87630"/>
                  </a:lnTo>
                  <a:lnTo>
                    <a:pt x="27940" y="81292"/>
                  </a:lnTo>
                  <a:close/>
                </a:path>
                <a:path w="27939" h="476250">
                  <a:moveTo>
                    <a:pt x="27940" y="68592"/>
                  </a:moveTo>
                  <a:lnTo>
                    <a:pt x="0" y="68592"/>
                  </a:lnTo>
                  <a:lnTo>
                    <a:pt x="0" y="81280"/>
                  </a:lnTo>
                  <a:lnTo>
                    <a:pt x="27940" y="81280"/>
                  </a:lnTo>
                  <a:lnTo>
                    <a:pt x="27940" y="68592"/>
                  </a:lnTo>
                  <a:close/>
                </a:path>
                <a:path w="27939" h="476250">
                  <a:moveTo>
                    <a:pt x="27940" y="62242"/>
                  </a:moveTo>
                  <a:lnTo>
                    <a:pt x="0" y="62242"/>
                  </a:lnTo>
                  <a:lnTo>
                    <a:pt x="0" y="68580"/>
                  </a:lnTo>
                  <a:lnTo>
                    <a:pt x="27940" y="68580"/>
                  </a:lnTo>
                  <a:lnTo>
                    <a:pt x="27940" y="62242"/>
                  </a:lnTo>
                  <a:close/>
                </a:path>
                <a:path w="27939" h="476250">
                  <a:moveTo>
                    <a:pt x="27940" y="55892"/>
                  </a:moveTo>
                  <a:lnTo>
                    <a:pt x="0" y="55892"/>
                  </a:lnTo>
                  <a:lnTo>
                    <a:pt x="0" y="62230"/>
                  </a:lnTo>
                  <a:lnTo>
                    <a:pt x="27940" y="62230"/>
                  </a:lnTo>
                  <a:lnTo>
                    <a:pt x="27940" y="55892"/>
                  </a:lnTo>
                  <a:close/>
                </a:path>
                <a:path w="27939" h="476250">
                  <a:moveTo>
                    <a:pt x="27940" y="49542"/>
                  </a:moveTo>
                  <a:lnTo>
                    <a:pt x="0" y="49542"/>
                  </a:lnTo>
                  <a:lnTo>
                    <a:pt x="0" y="55880"/>
                  </a:lnTo>
                  <a:lnTo>
                    <a:pt x="27940" y="55880"/>
                  </a:lnTo>
                  <a:lnTo>
                    <a:pt x="27940" y="49542"/>
                  </a:lnTo>
                  <a:close/>
                </a:path>
                <a:path w="27939" h="476250">
                  <a:moveTo>
                    <a:pt x="2794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7940" y="49530"/>
                  </a:lnTo>
                  <a:lnTo>
                    <a:pt x="27940" y="43192"/>
                  </a:lnTo>
                  <a:close/>
                </a:path>
                <a:path w="27939" h="476250">
                  <a:moveTo>
                    <a:pt x="2794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7940" y="43180"/>
                  </a:lnTo>
                  <a:lnTo>
                    <a:pt x="27940" y="36842"/>
                  </a:lnTo>
                  <a:close/>
                </a:path>
                <a:path w="27939" h="476250">
                  <a:moveTo>
                    <a:pt x="2794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7940" y="36830"/>
                  </a:lnTo>
                  <a:lnTo>
                    <a:pt x="27940" y="30492"/>
                  </a:lnTo>
                  <a:close/>
                </a:path>
                <a:path w="27939" h="476250">
                  <a:moveTo>
                    <a:pt x="27940" y="24142"/>
                  </a:moveTo>
                  <a:lnTo>
                    <a:pt x="0" y="24142"/>
                  </a:lnTo>
                  <a:lnTo>
                    <a:pt x="0" y="30480"/>
                  </a:lnTo>
                  <a:lnTo>
                    <a:pt x="27940" y="30480"/>
                  </a:lnTo>
                  <a:lnTo>
                    <a:pt x="27940" y="24142"/>
                  </a:lnTo>
                  <a:close/>
                </a:path>
                <a:path w="27939" h="476250">
                  <a:moveTo>
                    <a:pt x="2794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7940" y="24130"/>
                  </a:lnTo>
                  <a:lnTo>
                    <a:pt x="27940" y="17792"/>
                  </a:lnTo>
                  <a:close/>
                </a:path>
                <a:path w="27939" h="476250">
                  <a:moveTo>
                    <a:pt x="27940" y="5092"/>
                  </a:moveTo>
                  <a:lnTo>
                    <a:pt x="0" y="5092"/>
                  </a:lnTo>
                  <a:lnTo>
                    <a:pt x="0" y="17780"/>
                  </a:lnTo>
                  <a:lnTo>
                    <a:pt x="27940" y="17780"/>
                  </a:lnTo>
                  <a:lnTo>
                    <a:pt x="27940" y="5092"/>
                  </a:lnTo>
                  <a:close/>
                </a:path>
                <a:path w="27939" h="476250">
                  <a:moveTo>
                    <a:pt x="279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7940" y="5080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1C395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5" name="object 3715"/>
            <p:cNvSpPr/>
            <p:nvPr/>
          </p:nvSpPr>
          <p:spPr>
            <a:xfrm>
              <a:off x="3956050" y="5500382"/>
              <a:ext cx="27940" cy="181610"/>
            </a:xfrm>
            <a:custGeom>
              <a:avLst/>
              <a:gdLst/>
              <a:ahLst/>
              <a:cxnLst/>
              <a:rect l="l" t="t" r="r" b="b"/>
              <a:pathLst>
                <a:path w="27939" h="181610">
                  <a:moveTo>
                    <a:pt x="27940" y="180340"/>
                  </a:moveTo>
                  <a:lnTo>
                    <a:pt x="0" y="180340"/>
                  </a:lnTo>
                  <a:lnTo>
                    <a:pt x="0" y="181597"/>
                  </a:lnTo>
                  <a:lnTo>
                    <a:pt x="27940" y="181597"/>
                  </a:lnTo>
                  <a:lnTo>
                    <a:pt x="27940" y="180340"/>
                  </a:lnTo>
                  <a:close/>
                </a:path>
                <a:path w="27939" h="181610">
                  <a:moveTo>
                    <a:pt x="27940" y="173990"/>
                  </a:moveTo>
                  <a:lnTo>
                    <a:pt x="0" y="173990"/>
                  </a:lnTo>
                  <a:lnTo>
                    <a:pt x="0" y="180327"/>
                  </a:lnTo>
                  <a:lnTo>
                    <a:pt x="27940" y="180327"/>
                  </a:lnTo>
                  <a:lnTo>
                    <a:pt x="27940" y="173990"/>
                  </a:lnTo>
                  <a:close/>
                </a:path>
                <a:path w="27939" h="181610">
                  <a:moveTo>
                    <a:pt x="27940" y="171450"/>
                  </a:moveTo>
                  <a:lnTo>
                    <a:pt x="0" y="171450"/>
                  </a:lnTo>
                  <a:lnTo>
                    <a:pt x="0" y="173977"/>
                  </a:lnTo>
                  <a:lnTo>
                    <a:pt x="27940" y="173977"/>
                  </a:lnTo>
                  <a:lnTo>
                    <a:pt x="27940" y="171450"/>
                  </a:lnTo>
                  <a:close/>
                </a:path>
                <a:path w="27939" h="181610">
                  <a:moveTo>
                    <a:pt x="27940" y="167640"/>
                  </a:moveTo>
                  <a:lnTo>
                    <a:pt x="0" y="167640"/>
                  </a:lnTo>
                  <a:lnTo>
                    <a:pt x="0" y="171437"/>
                  </a:lnTo>
                  <a:lnTo>
                    <a:pt x="27940" y="171437"/>
                  </a:lnTo>
                  <a:lnTo>
                    <a:pt x="27940" y="167640"/>
                  </a:lnTo>
                  <a:close/>
                </a:path>
                <a:path w="27939" h="181610">
                  <a:moveTo>
                    <a:pt x="27940" y="165100"/>
                  </a:moveTo>
                  <a:lnTo>
                    <a:pt x="0" y="165100"/>
                  </a:lnTo>
                  <a:lnTo>
                    <a:pt x="0" y="167627"/>
                  </a:lnTo>
                  <a:lnTo>
                    <a:pt x="27940" y="167627"/>
                  </a:lnTo>
                  <a:lnTo>
                    <a:pt x="27940" y="165100"/>
                  </a:lnTo>
                  <a:close/>
                </a:path>
                <a:path w="27939" h="181610">
                  <a:moveTo>
                    <a:pt x="27940" y="161290"/>
                  </a:moveTo>
                  <a:lnTo>
                    <a:pt x="0" y="161290"/>
                  </a:lnTo>
                  <a:lnTo>
                    <a:pt x="0" y="165087"/>
                  </a:lnTo>
                  <a:lnTo>
                    <a:pt x="27940" y="165087"/>
                  </a:lnTo>
                  <a:lnTo>
                    <a:pt x="27940" y="161290"/>
                  </a:lnTo>
                  <a:close/>
                </a:path>
                <a:path w="27939" h="181610">
                  <a:moveTo>
                    <a:pt x="27940" y="154940"/>
                  </a:moveTo>
                  <a:lnTo>
                    <a:pt x="0" y="154940"/>
                  </a:lnTo>
                  <a:lnTo>
                    <a:pt x="0" y="161277"/>
                  </a:lnTo>
                  <a:lnTo>
                    <a:pt x="27940" y="161277"/>
                  </a:lnTo>
                  <a:lnTo>
                    <a:pt x="27940" y="154940"/>
                  </a:lnTo>
                  <a:close/>
                </a:path>
                <a:path w="27939" h="181610">
                  <a:moveTo>
                    <a:pt x="27940" y="152400"/>
                  </a:moveTo>
                  <a:lnTo>
                    <a:pt x="0" y="152400"/>
                  </a:lnTo>
                  <a:lnTo>
                    <a:pt x="0" y="154927"/>
                  </a:lnTo>
                  <a:lnTo>
                    <a:pt x="27940" y="154927"/>
                  </a:lnTo>
                  <a:lnTo>
                    <a:pt x="27940" y="152400"/>
                  </a:lnTo>
                  <a:close/>
                </a:path>
                <a:path w="27939" h="181610">
                  <a:moveTo>
                    <a:pt x="27940" y="148590"/>
                  </a:moveTo>
                  <a:lnTo>
                    <a:pt x="0" y="148590"/>
                  </a:lnTo>
                  <a:lnTo>
                    <a:pt x="0" y="152387"/>
                  </a:lnTo>
                  <a:lnTo>
                    <a:pt x="27940" y="152387"/>
                  </a:lnTo>
                  <a:lnTo>
                    <a:pt x="27940" y="148590"/>
                  </a:lnTo>
                  <a:close/>
                </a:path>
                <a:path w="27939" h="181610">
                  <a:moveTo>
                    <a:pt x="27940" y="146050"/>
                  </a:moveTo>
                  <a:lnTo>
                    <a:pt x="0" y="146050"/>
                  </a:lnTo>
                  <a:lnTo>
                    <a:pt x="0" y="148577"/>
                  </a:lnTo>
                  <a:lnTo>
                    <a:pt x="27940" y="148577"/>
                  </a:lnTo>
                  <a:lnTo>
                    <a:pt x="27940" y="146050"/>
                  </a:lnTo>
                  <a:close/>
                </a:path>
                <a:path w="27939" h="181610">
                  <a:moveTo>
                    <a:pt x="27940" y="142240"/>
                  </a:moveTo>
                  <a:lnTo>
                    <a:pt x="0" y="142240"/>
                  </a:lnTo>
                  <a:lnTo>
                    <a:pt x="0" y="146037"/>
                  </a:lnTo>
                  <a:lnTo>
                    <a:pt x="27940" y="146037"/>
                  </a:lnTo>
                  <a:lnTo>
                    <a:pt x="27940" y="142240"/>
                  </a:lnTo>
                  <a:close/>
                </a:path>
                <a:path w="27939" h="181610">
                  <a:moveTo>
                    <a:pt x="27940" y="135890"/>
                  </a:moveTo>
                  <a:lnTo>
                    <a:pt x="0" y="135890"/>
                  </a:lnTo>
                  <a:lnTo>
                    <a:pt x="0" y="142227"/>
                  </a:lnTo>
                  <a:lnTo>
                    <a:pt x="27940" y="142227"/>
                  </a:lnTo>
                  <a:lnTo>
                    <a:pt x="27940" y="135890"/>
                  </a:lnTo>
                  <a:close/>
                </a:path>
                <a:path w="27939" h="181610">
                  <a:moveTo>
                    <a:pt x="27940" y="133350"/>
                  </a:moveTo>
                  <a:lnTo>
                    <a:pt x="0" y="133350"/>
                  </a:lnTo>
                  <a:lnTo>
                    <a:pt x="0" y="135877"/>
                  </a:lnTo>
                  <a:lnTo>
                    <a:pt x="27940" y="135877"/>
                  </a:lnTo>
                  <a:lnTo>
                    <a:pt x="27940" y="133350"/>
                  </a:lnTo>
                  <a:close/>
                </a:path>
                <a:path w="27939" h="181610">
                  <a:moveTo>
                    <a:pt x="27940" y="129540"/>
                  </a:moveTo>
                  <a:lnTo>
                    <a:pt x="0" y="129540"/>
                  </a:lnTo>
                  <a:lnTo>
                    <a:pt x="0" y="133337"/>
                  </a:lnTo>
                  <a:lnTo>
                    <a:pt x="27940" y="133337"/>
                  </a:lnTo>
                  <a:lnTo>
                    <a:pt x="27940" y="129540"/>
                  </a:lnTo>
                  <a:close/>
                </a:path>
                <a:path w="27939" h="181610">
                  <a:moveTo>
                    <a:pt x="27940" y="127000"/>
                  </a:moveTo>
                  <a:lnTo>
                    <a:pt x="0" y="127000"/>
                  </a:lnTo>
                  <a:lnTo>
                    <a:pt x="0" y="129527"/>
                  </a:lnTo>
                  <a:lnTo>
                    <a:pt x="27940" y="129527"/>
                  </a:lnTo>
                  <a:lnTo>
                    <a:pt x="27940" y="127000"/>
                  </a:lnTo>
                  <a:close/>
                </a:path>
                <a:path w="27939" h="181610">
                  <a:moveTo>
                    <a:pt x="27940" y="120650"/>
                  </a:moveTo>
                  <a:lnTo>
                    <a:pt x="0" y="120650"/>
                  </a:lnTo>
                  <a:lnTo>
                    <a:pt x="0" y="126987"/>
                  </a:lnTo>
                  <a:lnTo>
                    <a:pt x="27940" y="126987"/>
                  </a:lnTo>
                  <a:lnTo>
                    <a:pt x="27940" y="120650"/>
                  </a:lnTo>
                  <a:close/>
                </a:path>
                <a:path w="27939" h="181610">
                  <a:moveTo>
                    <a:pt x="2794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27940" y="120637"/>
                  </a:lnTo>
                  <a:lnTo>
                    <a:pt x="27940" y="114300"/>
                  </a:lnTo>
                  <a:close/>
                </a:path>
                <a:path w="27939" h="181610">
                  <a:moveTo>
                    <a:pt x="27940" y="110490"/>
                  </a:moveTo>
                  <a:lnTo>
                    <a:pt x="0" y="110490"/>
                  </a:lnTo>
                  <a:lnTo>
                    <a:pt x="0" y="114287"/>
                  </a:lnTo>
                  <a:lnTo>
                    <a:pt x="27940" y="114287"/>
                  </a:lnTo>
                  <a:lnTo>
                    <a:pt x="27940" y="110490"/>
                  </a:lnTo>
                  <a:close/>
                </a:path>
                <a:path w="27939" h="181610">
                  <a:moveTo>
                    <a:pt x="27940" y="107950"/>
                  </a:moveTo>
                  <a:lnTo>
                    <a:pt x="0" y="107950"/>
                  </a:lnTo>
                  <a:lnTo>
                    <a:pt x="0" y="110477"/>
                  </a:lnTo>
                  <a:lnTo>
                    <a:pt x="27940" y="110477"/>
                  </a:lnTo>
                  <a:lnTo>
                    <a:pt x="27940" y="107950"/>
                  </a:lnTo>
                  <a:close/>
                </a:path>
                <a:path w="27939" h="181610">
                  <a:moveTo>
                    <a:pt x="27940" y="104140"/>
                  </a:moveTo>
                  <a:lnTo>
                    <a:pt x="0" y="104140"/>
                  </a:lnTo>
                  <a:lnTo>
                    <a:pt x="0" y="107937"/>
                  </a:lnTo>
                  <a:lnTo>
                    <a:pt x="27940" y="107937"/>
                  </a:lnTo>
                  <a:lnTo>
                    <a:pt x="27940" y="104140"/>
                  </a:lnTo>
                  <a:close/>
                </a:path>
                <a:path w="27939" h="181610">
                  <a:moveTo>
                    <a:pt x="27940" y="101600"/>
                  </a:moveTo>
                  <a:lnTo>
                    <a:pt x="0" y="101600"/>
                  </a:lnTo>
                  <a:lnTo>
                    <a:pt x="0" y="104127"/>
                  </a:lnTo>
                  <a:lnTo>
                    <a:pt x="27940" y="104127"/>
                  </a:lnTo>
                  <a:lnTo>
                    <a:pt x="27940" y="101600"/>
                  </a:lnTo>
                  <a:close/>
                </a:path>
                <a:path w="27939" h="181610">
                  <a:moveTo>
                    <a:pt x="27940" y="97790"/>
                  </a:moveTo>
                  <a:lnTo>
                    <a:pt x="0" y="97790"/>
                  </a:lnTo>
                  <a:lnTo>
                    <a:pt x="0" y="101587"/>
                  </a:lnTo>
                  <a:lnTo>
                    <a:pt x="27940" y="101587"/>
                  </a:lnTo>
                  <a:lnTo>
                    <a:pt x="27940" y="97790"/>
                  </a:lnTo>
                  <a:close/>
                </a:path>
                <a:path w="27939" h="181610">
                  <a:moveTo>
                    <a:pt x="27940" y="95250"/>
                  </a:moveTo>
                  <a:lnTo>
                    <a:pt x="0" y="95250"/>
                  </a:lnTo>
                  <a:lnTo>
                    <a:pt x="0" y="97777"/>
                  </a:lnTo>
                  <a:lnTo>
                    <a:pt x="27940" y="97777"/>
                  </a:lnTo>
                  <a:lnTo>
                    <a:pt x="27940" y="95250"/>
                  </a:lnTo>
                  <a:close/>
                </a:path>
                <a:path w="27939" h="181610">
                  <a:moveTo>
                    <a:pt x="27940" y="91440"/>
                  </a:moveTo>
                  <a:lnTo>
                    <a:pt x="0" y="91440"/>
                  </a:lnTo>
                  <a:lnTo>
                    <a:pt x="0" y="95237"/>
                  </a:lnTo>
                  <a:lnTo>
                    <a:pt x="27940" y="95237"/>
                  </a:lnTo>
                  <a:lnTo>
                    <a:pt x="27940" y="91440"/>
                  </a:lnTo>
                  <a:close/>
                </a:path>
                <a:path w="27939" h="181610">
                  <a:moveTo>
                    <a:pt x="27940" y="82550"/>
                  </a:moveTo>
                  <a:lnTo>
                    <a:pt x="0" y="82550"/>
                  </a:lnTo>
                  <a:lnTo>
                    <a:pt x="0" y="91427"/>
                  </a:lnTo>
                  <a:lnTo>
                    <a:pt x="27940" y="91427"/>
                  </a:lnTo>
                  <a:lnTo>
                    <a:pt x="27940" y="82550"/>
                  </a:lnTo>
                  <a:close/>
                </a:path>
                <a:path w="27939" h="181610">
                  <a:moveTo>
                    <a:pt x="27940" y="72390"/>
                  </a:moveTo>
                  <a:lnTo>
                    <a:pt x="0" y="72390"/>
                  </a:lnTo>
                  <a:lnTo>
                    <a:pt x="0" y="82537"/>
                  </a:lnTo>
                  <a:lnTo>
                    <a:pt x="27940" y="82537"/>
                  </a:lnTo>
                  <a:lnTo>
                    <a:pt x="27940" y="72390"/>
                  </a:lnTo>
                  <a:close/>
                </a:path>
                <a:path w="27939" h="181610">
                  <a:moveTo>
                    <a:pt x="27940" y="63500"/>
                  </a:moveTo>
                  <a:lnTo>
                    <a:pt x="0" y="63500"/>
                  </a:lnTo>
                  <a:lnTo>
                    <a:pt x="0" y="72377"/>
                  </a:lnTo>
                  <a:lnTo>
                    <a:pt x="27940" y="72377"/>
                  </a:lnTo>
                  <a:lnTo>
                    <a:pt x="27940" y="63500"/>
                  </a:lnTo>
                  <a:close/>
                </a:path>
                <a:path w="27939" h="181610">
                  <a:moveTo>
                    <a:pt x="27940" y="53340"/>
                  </a:moveTo>
                  <a:lnTo>
                    <a:pt x="0" y="53340"/>
                  </a:lnTo>
                  <a:lnTo>
                    <a:pt x="0" y="63487"/>
                  </a:lnTo>
                  <a:lnTo>
                    <a:pt x="27940" y="63487"/>
                  </a:lnTo>
                  <a:lnTo>
                    <a:pt x="27940" y="53340"/>
                  </a:lnTo>
                  <a:close/>
                </a:path>
                <a:path w="27939" h="181610">
                  <a:moveTo>
                    <a:pt x="27940" y="50800"/>
                  </a:moveTo>
                  <a:lnTo>
                    <a:pt x="0" y="50800"/>
                  </a:lnTo>
                  <a:lnTo>
                    <a:pt x="0" y="53327"/>
                  </a:lnTo>
                  <a:lnTo>
                    <a:pt x="27940" y="53327"/>
                  </a:lnTo>
                  <a:lnTo>
                    <a:pt x="27940" y="50800"/>
                  </a:lnTo>
                  <a:close/>
                </a:path>
                <a:path w="27939" h="181610">
                  <a:moveTo>
                    <a:pt x="27940" y="46990"/>
                  </a:moveTo>
                  <a:lnTo>
                    <a:pt x="0" y="46990"/>
                  </a:lnTo>
                  <a:lnTo>
                    <a:pt x="0" y="50787"/>
                  </a:lnTo>
                  <a:lnTo>
                    <a:pt x="27940" y="50787"/>
                  </a:lnTo>
                  <a:lnTo>
                    <a:pt x="27940" y="46990"/>
                  </a:lnTo>
                  <a:close/>
                </a:path>
                <a:path w="27939" h="181610">
                  <a:moveTo>
                    <a:pt x="27940" y="40640"/>
                  </a:moveTo>
                  <a:lnTo>
                    <a:pt x="0" y="40640"/>
                  </a:lnTo>
                  <a:lnTo>
                    <a:pt x="0" y="46977"/>
                  </a:lnTo>
                  <a:lnTo>
                    <a:pt x="27940" y="46977"/>
                  </a:lnTo>
                  <a:lnTo>
                    <a:pt x="27940" y="40640"/>
                  </a:lnTo>
                  <a:close/>
                </a:path>
                <a:path w="27939" h="181610">
                  <a:moveTo>
                    <a:pt x="27940" y="34290"/>
                  </a:moveTo>
                  <a:lnTo>
                    <a:pt x="0" y="34290"/>
                  </a:lnTo>
                  <a:lnTo>
                    <a:pt x="0" y="40627"/>
                  </a:lnTo>
                  <a:lnTo>
                    <a:pt x="27940" y="40627"/>
                  </a:lnTo>
                  <a:lnTo>
                    <a:pt x="27940" y="34290"/>
                  </a:lnTo>
                  <a:close/>
                </a:path>
                <a:path w="27939" h="181610">
                  <a:moveTo>
                    <a:pt x="27940" y="27940"/>
                  </a:moveTo>
                  <a:lnTo>
                    <a:pt x="0" y="27940"/>
                  </a:lnTo>
                  <a:lnTo>
                    <a:pt x="0" y="34277"/>
                  </a:lnTo>
                  <a:lnTo>
                    <a:pt x="27940" y="34277"/>
                  </a:lnTo>
                  <a:lnTo>
                    <a:pt x="27940" y="27940"/>
                  </a:lnTo>
                  <a:close/>
                </a:path>
                <a:path w="27939" h="181610">
                  <a:moveTo>
                    <a:pt x="27940" y="25400"/>
                  </a:moveTo>
                  <a:lnTo>
                    <a:pt x="0" y="25400"/>
                  </a:lnTo>
                  <a:lnTo>
                    <a:pt x="0" y="27927"/>
                  </a:lnTo>
                  <a:lnTo>
                    <a:pt x="27940" y="27927"/>
                  </a:lnTo>
                  <a:lnTo>
                    <a:pt x="27940" y="25400"/>
                  </a:lnTo>
                  <a:close/>
                </a:path>
                <a:path w="27939" h="181610">
                  <a:moveTo>
                    <a:pt x="2794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27940" y="25387"/>
                  </a:lnTo>
                  <a:lnTo>
                    <a:pt x="27940" y="21590"/>
                  </a:lnTo>
                  <a:close/>
                </a:path>
                <a:path w="27939" h="181610">
                  <a:moveTo>
                    <a:pt x="27940" y="15240"/>
                  </a:moveTo>
                  <a:lnTo>
                    <a:pt x="0" y="15240"/>
                  </a:lnTo>
                  <a:lnTo>
                    <a:pt x="0" y="21577"/>
                  </a:lnTo>
                  <a:lnTo>
                    <a:pt x="27940" y="21577"/>
                  </a:lnTo>
                  <a:lnTo>
                    <a:pt x="27940" y="15240"/>
                  </a:lnTo>
                  <a:close/>
                </a:path>
                <a:path w="27939" h="181610">
                  <a:moveTo>
                    <a:pt x="2794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7940" y="15227"/>
                  </a:lnTo>
                  <a:lnTo>
                    <a:pt x="27940" y="12700"/>
                  </a:lnTo>
                  <a:close/>
                </a:path>
                <a:path w="27939" h="181610">
                  <a:moveTo>
                    <a:pt x="2794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7940" y="12687"/>
                  </a:lnTo>
                  <a:lnTo>
                    <a:pt x="27940" y="8890"/>
                  </a:lnTo>
                  <a:close/>
                </a:path>
                <a:path w="27939" h="181610">
                  <a:moveTo>
                    <a:pt x="27940" y="0"/>
                  </a:moveTo>
                  <a:lnTo>
                    <a:pt x="0" y="0"/>
                  </a:lnTo>
                  <a:lnTo>
                    <a:pt x="0" y="8877"/>
                  </a:lnTo>
                  <a:lnTo>
                    <a:pt x="27940" y="8877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1C395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6" name="object 3716"/>
            <p:cNvSpPr/>
            <p:nvPr/>
          </p:nvSpPr>
          <p:spPr>
            <a:xfrm>
              <a:off x="3983990" y="5033010"/>
              <a:ext cx="27940" cy="476250"/>
            </a:xfrm>
            <a:custGeom>
              <a:avLst/>
              <a:gdLst/>
              <a:ahLst/>
              <a:cxnLst/>
              <a:rect l="l" t="t" r="r" b="b"/>
              <a:pathLst>
                <a:path w="27939" h="476250">
                  <a:moveTo>
                    <a:pt x="27940" y="467372"/>
                  </a:moveTo>
                  <a:lnTo>
                    <a:pt x="0" y="467372"/>
                  </a:lnTo>
                  <a:lnTo>
                    <a:pt x="0" y="476250"/>
                  </a:lnTo>
                  <a:lnTo>
                    <a:pt x="27940" y="476250"/>
                  </a:lnTo>
                  <a:lnTo>
                    <a:pt x="27940" y="467372"/>
                  </a:lnTo>
                  <a:close/>
                </a:path>
                <a:path w="27939" h="476250">
                  <a:moveTo>
                    <a:pt x="27940" y="463562"/>
                  </a:moveTo>
                  <a:lnTo>
                    <a:pt x="0" y="463562"/>
                  </a:lnTo>
                  <a:lnTo>
                    <a:pt x="0" y="467360"/>
                  </a:lnTo>
                  <a:lnTo>
                    <a:pt x="27940" y="467360"/>
                  </a:lnTo>
                  <a:lnTo>
                    <a:pt x="27940" y="463562"/>
                  </a:lnTo>
                  <a:close/>
                </a:path>
                <a:path w="27939" h="476250">
                  <a:moveTo>
                    <a:pt x="27940" y="461022"/>
                  </a:moveTo>
                  <a:lnTo>
                    <a:pt x="0" y="461022"/>
                  </a:lnTo>
                  <a:lnTo>
                    <a:pt x="0" y="463550"/>
                  </a:lnTo>
                  <a:lnTo>
                    <a:pt x="27940" y="463550"/>
                  </a:lnTo>
                  <a:lnTo>
                    <a:pt x="27940" y="461022"/>
                  </a:lnTo>
                  <a:close/>
                </a:path>
                <a:path w="27939" h="476250">
                  <a:moveTo>
                    <a:pt x="27940" y="457212"/>
                  </a:moveTo>
                  <a:lnTo>
                    <a:pt x="0" y="457212"/>
                  </a:lnTo>
                  <a:lnTo>
                    <a:pt x="0" y="461010"/>
                  </a:lnTo>
                  <a:lnTo>
                    <a:pt x="27940" y="461010"/>
                  </a:lnTo>
                  <a:lnTo>
                    <a:pt x="27940" y="457212"/>
                  </a:lnTo>
                  <a:close/>
                </a:path>
                <a:path w="27939" h="476250">
                  <a:moveTo>
                    <a:pt x="27940" y="448322"/>
                  </a:moveTo>
                  <a:lnTo>
                    <a:pt x="0" y="448322"/>
                  </a:lnTo>
                  <a:lnTo>
                    <a:pt x="0" y="457200"/>
                  </a:lnTo>
                  <a:lnTo>
                    <a:pt x="27940" y="457200"/>
                  </a:lnTo>
                  <a:lnTo>
                    <a:pt x="27940" y="448322"/>
                  </a:lnTo>
                  <a:close/>
                </a:path>
                <a:path w="27939" h="476250">
                  <a:moveTo>
                    <a:pt x="27940" y="429272"/>
                  </a:moveTo>
                  <a:lnTo>
                    <a:pt x="0" y="429272"/>
                  </a:lnTo>
                  <a:lnTo>
                    <a:pt x="0" y="448310"/>
                  </a:lnTo>
                  <a:lnTo>
                    <a:pt x="27940" y="448310"/>
                  </a:lnTo>
                  <a:lnTo>
                    <a:pt x="27940" y="429272"/>
                  </a:lnTo>
                  <a:close/>
                </a:path>
                <a:path w="27939" h="476250">
                  <a:moveTo>
                    <a:pt x="27940" y="422922"/>
                  </a:moveTo>
                  <a:lnTo>
                    <a:pt x="0" y="422922"/>
                  </a:lnTo>
                  <a:lnTo>
                    <a:pt x="0" y="429260"/>
                  </a:lnTo>
                  <a:lnTo>
                    <a:pt x="27940" y="429260"/>
                  </a:lnTo>
                  <a:lnTo>
                    <a:pt x="27940" y="422922"/>
                  </a:lnTo>
                  <a:close/>
                </a:path>
                <a:path w="27939" h="476250">
                  <a:moveTo>
                    <a:pt x="27940" y="416572"/>
                  </a:moveTo>
                  <a:lnTo>
                    <a:pt x="0" y="416572"/>
                  </a:lnTo>
                  <a:lnTo>
                    <a:pt x="0" y="422910"/>
                  </a:lnTo>
                  <a:lnTo>
                    <a:pt x="27940" y="422910"/>
                  </a:lnTo>
                  <a:lnTo>
                    <a:pt x="27940" y="416572"/>
                  </a:lnTo>
                  <a:close/>
                </a:path>
                <a:path w="27939" h="476250">
                  <a:moveTo>
                    <a:pt x="27940" y="412762"/>
                  </a:moveTo>
                  <a:lnTo>
                    <a:pt x="0" y="412762"/>
                  </a:lnTo>
                  <a:lnTo>
                    <a:pt x="0" y="416560"/>
                  </a:lnTo>
                  <a:lnTo>
                    <a:pt x="27940" y="416560"/>
                  </a:lnTo>
                  <a:lnTo>
                    <a:pt x="27940" y="412762"/>
                  </a:lnTo>
                  <a:close/>
                </a:path>
                <a:path w="27939" h="476250">
                  <a:moveTo>
                    <a:pt x="27940" y="410222"/>
                  </a:moveTo>
                  <a:lnTo>
                    <a:pt x="0" y="410222"/>
                  </a:lnTo>
                  <a:lnTo>
                    <a:pt x="0" y="412750"/>
                  </a:lnTo>
                  <a:lnTo>
                    <a:pt x="27940" y="412750"/>
                  </a:lnTo>
                  <a:lnTo>
                    <a:pt x="27940" y="410222"/>
                  </a:lnTo>
                  <a:close/>
                </a:path>
                <a:path w="27939" h="476250">
                  <a:moveTo>
                    <a:pt x="27940" y="406412"/>
                  </a:moveTo>
                  <a:lnTo>
                    <a:pt x="0" y="406412"/>
                  </a:lnTo>
                  <a:lnTo>
                    <a:pt x="0" y="410210"/>
                  </a:lnTo>
                  <a:lnTo>
                    <a:pt x="27940" y="410210"/>
                  </a:lnTo>
                  <a:lnTo>
                    <a:pt x="27940" y="406412"/>
                  </a:lnTo>
                  <a:close/>
                </a:path>
                <a:path w="27939" h="476250">
                  <a:moveTo>
                    <a:pt x="27940" y="403872"/>
                  </a:moveTo>
                  <a:lnTo>
                    <a:pt x="0" y="403872"/>
                  </a:lnTo>
                  <a:lnTo>
                    <a:pt x="0" y="406400"/>
                  </a:lnTo>
                  <a:lnTo>
                    <a:pt x="27940" y="406400"/>
                  </a:lnTo>
                  <a:lnTo>
                    <a:pt x="27940" y="403872"/>
                  </a:lnTo>
                  <a:close/>
                </a:path>
                <a:path w="27939" h="476250">
                  <a:moveTo>
                    <a:pt x="27940" y="397522"/>
                  </a:moveTo>
                  <a:lnTo>
                    <a:pt x="0" y="397522"/>
                  </a:lnTo>
                  <a:lnTo>
                    <a:pt x="0" y="403860"/>
                  </a:lnTo>
                  <a:lnTo>
                    <a:pt x="27940" y="403860"/>
                  </a:lnTo>
                  <a:lnTo>
                    <a:pt x="27940" y="397522"/>
                  </a:lnTo>
                  <a:close/>
                </a:path>
                <a:path w="27939" h="476250">
                  <a:moveTo>
                    <a:pt x="27940" y="393712"/>
                  </a:moveTo>
                  <a:lnTo>
                    <a:pt x="0" y="393712"/>
                  </a:lnTo>
                  <a:lnTo>
                    <a:pt x="0" y="397510"/>
                  </a:lnTo>
                  <a:lnTo>
                    <a:pt x="27940" y="397510"/>
                  </a:lnTo>
                  <a:lnTo>
                    <a:pt x="27940" y="393712"/>
                  </a:lnTo>
                  <a:close/>
                </a:path>
                <a:path w="27939" h="476250">
                  <a:moveTo>
                    <a:pt x="27940" y="391172"/>
                  </a:moveTo>
                  <a:lnTo>
                    <a:pt x="0" y="391172"/>
                  </a:lnTo>
                  <a:lnTo>
                    <a:pt x="0" y="393700"/>
                  </a:lnTo>
                  <a:lnTo>
                    <a:pt x="27940" y="393700"/>
                  </a:lnTo>
                  <a:lnTo>
                    <a:pt x="27940" y="391172"/>
                  </a:lnTo>
                  <a:close/>
                </a:path>
                <a:path w="27939" h="476250">
                  <a:moveTo>
                    <a:pt x="27940" y="387362"/>
                  </a:moveTo>
                  <a:lnTo>
                    <a:pt x="0" y="387362"/>
                  </a:lnTo>
                  <a:lnTo>
                    <a:pt x="0" y="391160"/>
                  </a:lnTo>
                  <a:lnTo>
                    <a:pt x="27940" y="391160"/>
                  </a:lnTo>
                  <a:lnTo>
                    <a:pt x="27940" y="387362"/>
                  </a:lnTo>
                  <a:close/>
                </a:path>
                <a:path w="27939" h="476250">
                  <a:moveTo>
                    <a:pt x="27940" y="384822"/>
                  </a:moveTo>
                  <a:lnTo>
                    <a:pt x="0" y="384822"/>
                  </a:lnTo>
                  <a:lnTo>
                    <a:pt x="0" y="387350"/>
                  </a:lnTo>
                  <a:lnTo>
                    <a:pt x="27940" y="387350"/>
                  </a:lnTo>
                  <a:lnTo>
                    <a:pt x="27940" y="384822"/>
                  </a:lnTo>
                  <a:close/>
                </a:path>
                <a:path w="27939" h="476250">
                  <a:moveTo>
                    <a:pt x="27940" y="365772"/>
                  </a:moveTo>
                  <a:lnTo>
                    <a:pt x="0" y="365772"/>
                  </a:lnTo>
                  <a:lnTo>
                    <a:pt x="0" y="384810"/>
                  </a:lnTo>
                  <a:lnTo>
                    <a:pt x="27940" y="384810"/>
                  </a:lnTo>
                  <a:lnTo>
                    <a:pt x="27940" y="365772"/>
                  </a:lnTo>
                  <a:close/>
                </a:path>
                <a:path w="27939" h="476250">
                  <a:moveTo>
                    <a:pt x="27940" y="359422"/>
                  </a:moveTo>
                  <a:lnTo>
                    <a:pt x="0" y="359422"/>
                  </a:lnTo>
                  <a:lnTo>
                    <a:pt x="0" y="365760"/>
                  </a:lnTo>
                  <a:lnTo>
                    <a:pt x="27940" y="365760"/>
                  </a:lnTo>
                  <a:lnTo>
                    <a:pt x="27940" y="359422"/>
                  </a:lnTo>
                  <a:close/>
                </a:path>
                <a:path w="27939" h="476250">
                  <a:moveTo>
                    <a:pt x="27940" y="355612"/>
                  </a:moveTo>
                  <a:lnTo>
                    <a:pt x="0" y="355612"/>
                  </a:lnTo>
                  <a:lnTo>
                    <a:pt x="0" y="359410"/>
                  </a:lnTo>
                  <a:lnTo>
                    <a:pt x="27940" y="359410"/>
                  </a:lnTo>
                  <a:lnTo>
                    <a:pt x="27940" y="355612"/>
                  </a:lnTo>
                  <a:close/>
                </a:path>
                <a:path w="27939" h="476250">
                  <a:moveTo>
                    <a:pt x="27940" y="346722"/>
                  </a:moveTo>
                  <a:lnTo>
                    <a:pt x="0" y="346722"/>
                  </a:lnTo>
                  <a:lnTo>
                    <a:pt x="0" y="355600"/>
                  </a:lnTo>
                  <a:lnTo>
                    <a:pt x="27940" y="355600"/>
                  </a:lnTo>
                  <a:lnTo>
                    <a:pt x="27940" y="346722"/>
                  </a:lnTo>
                  <a:close/>
                </a:path>
                <a:path w="27939" h="476250">
                  <a:moveTo>
                    <a:pt x="27940" y="340372"/>
                  </a:moveTo>
                  <a:lnTo>
                    <a:pt x="0" y="340372"/>
                  </a:lnTo>
                  <a:lnTo>
                    <a:pt x="0" y="346710"/>
                  </a:lnTo>
                  <a:lnTo>
                    <a:pt x="27940" y="346710"/>
                  </a:lnTo>
                  <a:lnTo>
                    <a:pt x="27940" y="340372"/>
                  </a:lnTo>
                  <a:close/>
                </a:path>
                <a:path w="27939" h="476250">
                  <a:moveTo>
                    <a:pt x="27940" y="334022"/>
                  </a:moveTo>
                  <a:lnTo>
                    <a:pt x="0" y="334022"/>
                  </a:lnTo>
                  <a:lnTo>
                    <a:pt x="0" y="340360"/>
                  </a:lnTo>
                  <a:lnTo>
                    <a:pt x="27940" y="340360"/>
                  </a:lnTo>
                  <a:lnTo>
                    <a:pt x="27940" y="334022"/>
                  </a:lnTo>
                  <a:close/>
                </a:path>
                <a:path w="27939" h="476250">
                  <a:moveTo>
                    <a:pt x="27940" y="330212"/>
                  </a:moveTo>
                  <a:lnTo>
                    <a:pt x="0" y="330212"/>
                  </a:lnTo>
                  <a:lnTo>
                    <a:pt x="0" y="334010"/>
                  </a:lnTo>
                  <a:lnTo>
                    <a:pt x="27940" y="334010"/>
                  </a:lnTo>
                  <a:lnTo>
                    <a:pt x="27940" y="330212"/>
                  </a:lnTo>
                  <a:close/>
                </a:path>
                <a:path w="27939" h="476250">
                  <a:moveTo>
                    <a:pt x="27940" y="327672"/>
                  </a:moveTo>
                  <a:lnTo>
                    <a:pt x="0" y="327672"/>
                  </a:lnTo>
                  <a:lnTo>
                    <a:pt x="0" y="330200"/>
                  </a:lnTo>
                  <a:lnTo>
                    <a:pt x="27940" y="330200"/>
                  </a:lnTo>
                  <a:lnTo>
                    <a:pt x="27940" y="327672"/>
                  </a:lnTo>
                  <a:close/>
                </a:path>
                <a:path w="27939" h="476250">
                  <a:moveTo>
                    <a:pt x="27940" y="317512"/>
                  </a:moveTo>
                  <a:lnTo>
                    <a:pt x="0" y="317512"/>
                  </a:lnTo>
                  <a:lnTo>
                    <a:pt x="0" y="327660"/>
                  </a:lnTo>
                  <a:lnTo>
                    <a:pt x="27940" y="327660"/>
                  </a:lnTo>
                  <a:lnTo>
                    <a:pt x="27940" y="317512"/>
                  </a:lnTo>
                  <a:close/>
                </a:path>
                <a:path w="27939" h="476250">
                  <a:moveTo>
                    <a:pt x="27940" y="314972"/>
                  </a:moveTo>
                  <a:lnTo>
                    <a:pt x="0" y="314972"/>
                  </a:lnTo>
                  <a:lnTo>
                    <a:pt x="0" y="317500"/>
                  </a:lnTo>
                  <a:lnTo>
                    <a:pt x="27940" y="317500"/>
                  </a:lnTo>
                  <a:lnTo>
                    <a:pt x="27940" y="314972"/>
                  </a:lnTo>
                  <a:close/>
                </a:path>
                <a:path w="27939" h="476250">
                  <a:moveTo>
                    <a:pt x="27940" y="311162"/>
                  </a:moveTo>
                  <a:lnTo>
                    <a:pt x="0" y="311162"/>
                  </a:lnTo>
                  <a:lnTo>
                    <a:pt x="0" y="314960"/>
                  </a:lnTo>
                  <a:lnTo>
                    <a:pt x="27940" y="314960"/>
                  </a:lnTo>
                  <a:lnTo>
                    <a:pt x="27940" y="311162"/>
                  </a:lnTo>
                  <a:close/>
                </a:path>
                <a:path w="27939" h="476250">
                  <a:moveTo>
                    <a:pt x="27940" y="304812"/>
                  </a:moveTo>
                  <a:lnTo>
                    <a:pt x="0" y="304812"/>
                  </a:lnTo>
                  <a:lnTo>
                    <a:pt x="0" y="311150"/>
                  </a:lnTo>
                  <a:lnTo>
                    <a:pt x="27940" y="311150"/>
                  </a:lnTo>
                  <a:lnTo>
                    <a:pt x="27940" y="304812"/>
                  </a:lnTo>
                  <a:close/>
                </a:path>
                <a:path w="27939" h="476250">
                  <a:moveTo>
                    <a:pt x="27940" y="292112"/>
                  </a:moveTo>
                  <a:lnTo>
                    <a:pt x="0" y="292112"/>
                  </a:lnTo>
                  <a:lnTo>
                    <a:pt x="0" y="304800"/>
                  </a:lnTo>
                  <a:lnTo>
                    <a:pt x="27940" y="304800"/>
                  </a:lnTo>
                  <a:lnTo>
                    <a:pt x="27940" y="292112"/>
                  </a:lnTo>
                  <a:close/>
                </a:path>
                <a:path w="27939" h="476250">
                  <a:moveTo>
                    <a:pt x="27940" y="289572"/>
                  </a:moveTo>
                  <a:lnTo>
                    <a:pt x="0" y="289572"/>
                  </a:lnTo>
                  <a:lnTo>
                    <a:pt x="0" y="292100"/>
                  </a:lnTo>
                  <a:lnTo>
                    <a:pt x="27940" y="292100"/>
                  </a:lnTo>
                  <a:lnTo>
                    <a:pt x="27940" y="289572"/>
                  </a:lnTo>
                  <a:close/>
                </a:path>
                <a:path w="27939" h="476250">
                  <a:moveTo>
                    <a:pt x="27940" y="285762"/>
                  </a:moveTo>
                  <a:lnTo>
                    <a:pt x="0" y="285762"/>
                  </a:lnTo>
                  <a:lnTo>
                    <a:pt x="0" y="289560"/>
                  </a:lnTo>
                  <a:lnTo>
                    <a:pt x="27940" y="289560"/>
                  </a:lnTo>
                  <a:lnTo>
                    <a:pt x="27940" y="285762"/>
                  </a:lnTo>
                  <a:close/>
                </a:path>
                <a:path w="27939" h="476250">
                  <a:moveTo>
                    <a:pt x="27940" y="283222"/>
                  </a:moveTo>
                  <a:lnTo>
                    <a:pt x="0" y="283222"/>
                  </a:lnTo>
                  <a:lnTo>
                    <a:pt x="0" y="285750"/>
                  </a:lnTo>
                  <a:lnTo>
                    <a:pt x="27940" y="285750"/>
                  </a:lnTo>
                  <a:lnTo>
                    <a:pt x="27940" y="283222"/>
                  </a:lnTo>
                  <a:close/>
                </a:path>
                <a:path w="27939" h="476250">
                  <a:moveTo>
                    <a:pt x="27940" y="279412"/>
                  </a:moveTo>
                  <a:lnTo>
                    <a:pt x="0" y="279412"/>
                  </a:lnTo>
                  <a:lnTo>
                    <a:pt x="0" y="283210"/>
                  </a:lnTo>
                  <a:lnTo>
                    <a:pt x="27940" y="283210"/>
                  </a:lnTo>
                  <a:lnTo>
                    <a:pt x="27940" y="279412"/>
                  </a:lnTo>
                  <a:close/>
                </a:path>
                <a:path w="27939" h="476250">
                  <a:moveTo>
                    <a:pt x="27940" y="273062"/>
                  </a:moveTo>
                  <a:lnTo>
                    <a:pt x="0" y="273062"/>
                  </a:lnTo>
                  <a:lnTo>
                    <a:pt x="0" y="279400"/>
                  </a:lnTo>
                  <a:lnTo>
                    <a:pt x="27940" y="279400"/>
                  </a:lnTo>
                  <a:lnTo>
                    <a:pt x="27940" y="273062"/>
                  </a:lnTo>
                  <a:close/>
                </a:path>
                <a:path w="27939" h="476250">
                  <a:moveTo>
                    <a:pt x="27940" y="234962"/>
                  </a:moveTo>
                  <a:lnTo>
                    <a:pt x="0" y="234962"/>
                  </a:lnTo>
                  <a:lnTo>
                    <a:pt x="0" y="273050"/>
                  </a:lnTo>
                  <a:lnTo>
                    <a:pt x="27940" y="273050"/>
                  </a:lnTo>
                  <a:lnTo>
                    <a:pt x="27940" y="234962"/>
                  </a:lnTo>
                  <a:close/>
                </a:path>
                <a:path w="27939" h="476250">
                  <a:moveTo>
                    <a:pt x="2794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7940" y="234950"/>
                  </a:lnTo>
                  <a:lnTo>
                    <a:pt x="27940" y="232422"/>
                  </a:lnTo>
                  <a:close/>
                </a:path>
                <a:path w="27939" h="476250">
                  <a:moveTo>
                    <a:pt x="2794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27940" y="232410"/>
                  </a:lnTo>
                  <a:lnTo>
                    <a:pt x="27940" y="226072"/>
                  </a:lnTo>
                  <a:close/>
                </a:path>
                <a:path w="27939" h="476250">
                  <a:moveTo>
                    <a:pt x="2794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27940" y="226060"/>
                  </a:lnTo>
                  <a:lnTo>
                    <a:pt x="27940" y="222262"/>
                  </a:lnTo>
                  <a:close/>
                </a:path>
                <a:path w="27939" h="476250">
                  <a:moveTo>
                    <a:pt x="2794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27940" y="222250"/>
                  </a:lnTo>
                  <a:lnTo>
                    <a:pt x="27940" y="219722"/>
                  </a:lnTo>
                  <a:close/>
                </a:path>
                <a:path w="27939" h="476250">
                  <a:moveTo>
                    <a:pt x="27940" y="213372"/>
                  </a:moveTo>
                  <a:lnTo>
                    <a:pt x="0" y="213372"/>
                  </a:lnTo>
                  <a:lnTo>
                    <a:pt x="0" y="219710"/>
                  </a:lnTo>
                  <a:lnTo>
                    <a:pt x="27940" y="219710"/>
                  </a:lnTo>
                  <a:lnTo>
                    <a:pt x="27940" y="213372"/>
                  </a:lnTo>
                  <a:close/>
                </a:path>
                <a:path w="27939" h="476250">
                  <a:moveTo>
                    <a:pt x="27940" y="207022"/>
                  </a:moveTo>
                  <a:lnTo>
                    <a:pt x="0" y="207022"/>
                  </a:lnTo>
                  <a:lnTo>
                    <a:pt x="0" y="213360"/>
                  </a:lnTo>
                  <a:lnTo>
                    <a:pt x="27940" y="213360"/>
                  </a:lnTo>
                  <a:lnTo>
                    <a:pt x="27940" y="207022"/>
                  </a:lnTo>
                  <a:close/>
                </a:path>
                <a:path w="27939" h="476250">
                  <a:moveTo>
                    <a:pt x="27940" y="195592"/>
                  </a:moveTo>
                  <a:lnTo>
                    <a:pt x="0" y="195592"/>
                  </a:lnTo>
                  <a:lnTo>
                    <a:pt x="0" y="207010"/>
                  </a:lnTo>
                  <a:lnTo>
                    <a:pt x="27940" y="207010"/>
                  </a:lnTo>
                  <a:lnTo>
                    <a:pt x="27940" y="195592"/>
                  </a:lnTo>
                  <a:close/>
                </a:path>
                <a:path w="27939" h="476250">
                  <a:moveTo>
                    <a:pt x="2794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7940" y="195580"/>
                  </a:lnTo>
                  <a:lnTo>
                    <a:pt x="27940" y="189242"/>
                  </a:lnTo>
                  <a:close/>
                </a:path>
                <a:path w="27939" h="476250">
                  <a:moveTo>
                    <a:pt x="27940" y="182892"/>
                  </a:moveTo>
                  <a:lnTo>
                    <a:pt x="0" y="182892"/>
                  </a:lnTo>
                  <a:lnTo>
                    <a:pt x="0" y="189230"/>
                  </a:lnTo>
                  <a:lnTo>
                    <a:pt x="27940" y="189230"/>
                  </a:lnTo>
                  <a:lnTo>
                    <a:pt x="27940" y="182892"/>
                  </a:lnTo>
                  <a:close/>
                </a:path>
                <a:path w="27939" h="476250">
                  <a:moveTo>
                    <a:pt x="27940" y="176542"/>
                  </a:moveTo>
                  <a:lnTo>
                    <a:pt x="0" y="176542"/>
                  </a:lnTo>
                  <a:lnTo>
                    <a:pt x="0" y="182880"/>
                  </a:lnTo>
                  <a:lnTo>
                    <a:pt x="27940" y="182880"/>
                  </a:lnTo>
                  <a:lnTo>
                    <a:pt x="27940" y="176542"/>
                  </a:lnTo>
                  <a:close/>
                </a:path>
                <a:path w="27939" h="476250">
                  <a:moveTo>
                    <a:pt x="27940" y="170192"/>
                  </a:moveTo>
                  <a:lnTo>
                    <a:pt x="0" y="170192"/>
                  </a:lnTo>
                  <a:lnTo>
                    <a:pt x="0" y="176530"/>
                  </a:lnTo>
                  <a:lnTo>
                    <a:pt x="27940" y="176530"/>
                  </a:lnTo>
                  <a:lnTo>
                    <a:pt x="27940" y="170192"/>
                  </a:lnTo>
                  <a:close/>
                </a:path>
                <a:path w="27939" h="476250">
                  <a:moveTo>
                    <a:pt x="27940" y="163842"/>
                  </a:moveTo>
                  <a:lnTo>
                    <a:pt x="0" y="163842"/>
                  </a:lnTo>
                  <a:lnTo>
                    <a:pt x="0" y="170180"/>
                  </a:lnTo>
                  <a:lnTo>
                    <a:pt x="27940" y="170180"/>
                  </a:lnTo>
                  <a:lnTo>
                    <a:pt x="27940" y="163842"/>
                  </a:lnTo>
                  <a:close/>
                </a:path>
                <a:path w="27939" h="476250">
                  <a:moveTo>
                    <a:pt x="27940" y="157492"/>
                  </a:moveTo>
                  <a:lnTo>
                    <a:pt x="0" y="157492"/>
                  </a:lnTo>
                  <a:lnTo>
                    <a:pt x="0" y="163830"/>
                  </a:lnTo>
                  <a:lnTo>
                    <a:pt x="27940" y="163830"/>
                  </a:lnTo>
                  <a:lnTo>
                    <a:pt x="27940" y="157492"/>
                  </a:lnTo>
                  <a:close/>
                </a:path>
                <a:path w="27939" h="476250">
                  <a:moveTo>
                    <a:pt x="2794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7940" y="157480"/>
                  </a:lnTo>
                  <a:lnTo>
                    <a:pt x="27940" y="151142"/>
                  </a:lnTo>
                  <a:close/>
                </a:path>
                <a:path w="27939" h="476250">
                  <a:moveTo>
                    <a:pt x="27940" y="138442"/>
                  </a:moveTo>
                  <a:lnTo>
                    <a:pt x="0" y="138442"/>
                  </a:lnTo>
                  <a:lnTo>
                    <a:pt x="0" y="151130"/>
                  </a:lnTo>
                  <a:lnTo>
                    <a:pt x="27940" y="151130"/>
                  </a:lnTo>
                  <a:lnTo>
                    <a:pt x="27940" y="138442"/>
                  </a:lnTo>
                  <a:close/>
                </a:path>
                <a:path w="27939" h="476250">
                  <a:moveTo>
                    <a:pt x="27940" y="132092"/>
                  </a:moveTo>
                  <a:lnTo>
                    <a:pt x="0" y="132092"/>
                  </a:lnTo>
                  <a:lnTo>
                    <a:pt x="0" y="138430"/>
                  </a:lnTo>
                  <a:lnTo>
                    <a:pt x="27940" y="138430"/>
                  </a:lnTo>
                  <a:lnTo>
                    <a:pt x="27940" y="132092"/>
                  </a:lnTo>
                  <a:close/>
                </a:path>
                <a:path w="27939" h="476250">
                  <a:moveTo>
                    <a:pt x="27940" y="125742"/>
                  </a:moveTo>
                  <a:lnTo>
                    <a:pt x="0" y="125742"/>
                  </a:lnTo>
                  <a:lnTo>
                    <a:pt x="0" y="132080"/>
                  </a:lnTo>
                  <a:lnTo>
                    <a:pt x="27940" y="132080"/>
                  </a:lnTo>
                  <a:lnTo>
                    <a:pt x="27940" y="125742"/>
                  </a:lnTo>
                  <a:close/>
                </a:path>
                <a:path w="27939" h="476250">
                  <a:moveTo>
                    <a:pt x="27940" y="119392"/>
                  </a:moveTo>
                  <a:lnTo>
                    <a:pt x="0" y="119392"/>
                  </a:lnTo>
                  <a:lnTo>
                    <a:pt x="0" y="125730"/>
                  </a:lnTo>
                  <a:lnTo>
                    <a:pt x="27940" y="125730"/>
                  </a:lnTo>
                  <a:lnTo>
                    <a:pt x="27940" y="119392"/>
                  </a:lnTo>
                  <a:close/>
                </a:path>
                <a:path w="27939" h="476250">
                  <a:moveTo>
                    <a:pt x="27940" y="113042"/>
                  </a:moveTo>
                  <a:lnTo>
                    <a:pt x="0" y="113042"/>
                  </a:lnTo>
                  <a:lnTo>
                    <a:pt x="0" y="119380"/>
                  </a:lnTo>
                  <a:lnTo>
                    <a:pt x="27940" y="119380"/>
                  </a:lnTo>
                  <a:lnTo>
                    <a:pt x="27940" y="113042"/>
                  </a:lnTo>
                  <a:close/>
                </a:path>
                <a:path w="27939" h="476250">
                  <a:moveTo>
                    <a:pt x="27940" y="106692"/>
                  </a:moveTo>
                  <a:lnTo>
                    <a:pt x="0" y="106692"/>
                  </a:lnTo>
                  <a:lnTo>
                    <a:pt x="0" y="113030"/>
                  </a:lnTo>
                  <a:lnTo>
                    <a:pt x="27940" y="113030"/>
                  </a:lnTo>
                  <a:lnTo>
                    <a:pt x="27940" y="106692"/>
                  </a:lnTo>
                  <a:close/>
                </a:path>
                <a:path w="27939" h="476250">
                  <a:moveTo>
                    <a:pt x="27940" y="100342"/>
                  </a:moveTo>
                  <a:lnTo>
                    <a:pt x="0" y="100342"/>
                  </a:lnTo>
                  <a:lnTo>
                    <a:pt x="0" y="106680"/>
                  </a:lnTo>
                  <a:lnTo>
                    <a:pt x="27940" y="106680"/>
                  </a:lnTo>
                  <a:lnTo>
                    <a:pt x="27940" y="100342"/>
                  </a:lnTo>
                  <a:close/>
                </a:path>
                <a:path w="27939" h="476250">
                  <a:moveTo>
                    <a:pt x="2794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7940" y="100330"/>
                  </a:lnTo>
                  <a:lnTo>
                    <a:pt x="27940" y="93992"/>
                  </a:lnTo>
                  <a:close/>
                </a:path>
                <a:path w="27939" h="476250">
                  <a:moveTo>
                    <a:pt x="2794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7940" y="93980"/>
                  </a:lnTo>
                  <a:lnTo>
                    <a:pt x="27940" y="87642"/>
                  </a:lnTo>
                  <a:close/>
                </a:path>
                <a:path w="27939" h="476250">
                  <a:moveTo>
                    <a:pt x="27940" y="81292"/>
                  </a:moveTo>
                  <a:lnTo>
                    <a:pt x="0" y="81292"/>
                  </a:lnTo>
                  <a:lnTo>
                    <a:pt x="0" y="87630"/>
                  </a:lnTo>
                  <a:lnTo>
                    <a:pt x="27940" y="87630"/>
                  </a:lnTo>
                  <a:lnTo>
                    <a:pt x="27940" y="81292"/>
                  </a:lnTo>
                  <a:close/>
                </a:path>
                <a:path w="27939" h="476250">
                  <a:moveTo>
                    <a:pt x="27940" y="68592"/>
                  </a:moveTo>
                  <a:lnTo>
                    <a:pt x="0" y="68592"/>
                  </a:lnTo>
                  <a:lnTo>
                    <a:pt x="0" y="81280"/>
                  </a:lnTo>
                  <a:lnTo>
                    <a:pt x="27940" y="81280"/>
                  </a:lnTo>
                  <a:lnTo>
                    <a:pt x="27940" y="68592"/>
                  </a:lnTo>
                  <a:close/>
                </a:path>
                <a:path w="27939" h="476250">
                  <a:moveTo>
                    <a:pt x="27940" y="62242"/>
                  </a:moveTo>
                  <a:lnTo>
                    <a:pt x="0" y="62242"/>
                  </a:lnTo>
                  <a:lnTo>
                    <a:pt x="0" y="68580"/>
                  </a:lnTo>
                  <a:lnTo>
                    <a:pt x="27940" y="68580"/>
                  </a:lnTo>
                  <a:lnTo>
                    <a:pt x="27940" y="62242"/>
                  </a:lnTo>
                  <a:close/>
                </a:path>
                <a:path w="27939" h="476250">
                  <a:moveTo>
                    <a:pt x="27940" y="55892"/>
                  </a:moveTo>
                  <a:lnTo>
                    <a:pt x="0" y="55892"/>
                  </a:lnTo>
                  <a:lnTo>
                    <a:pt x="0" y="62230"/>
                  </a:lnTo>
                  <a:lnTo>
                    <a:pt x="27940" y="62230"/>
                  </a:lnTo>
                  <a:lnTo>
                    <a:pt x="27940" y="55892"/>
                  </a:lnTo>
                  <a:close/>
                </a:path>
                <a:path w="27939" h="476250">
                  <a:moveTo>
                    <a:pt x="27940" y="49542"/>
                  </a:moveTo>
                  <a:lnTo>
                    <a:pt x="0" y="49542"/>
                  </a:lnTo>
                  <a:lnTo>
                    <a:pt x="0" y="55880"/>
                  </a:lnTo>
                  <a:lnTo>
                    <a:pt x="27940" y="55880"/>
                  </a:lnTo>
                  <a:lnTo>
                    <a:pt x="27940" y="49542"/>
                  </a:lnTo>
                  <a:close/>
                </a:path>
                <a:path w="27939" h="476250">
                  <a:moveTo>
                    <a:pt x="2794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7940" y="49530"/>
                  </a:lnTo>
                  <a:lnTo>
                    <a:pt x="27940" y="43192"/>
                  </a:lnTo>
                  <a:close/>
                </a:path>
                <a:path w="27939" h="476250">
                  <a:moveTo>
                    <a:pt x="2794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7940" y="43180"/>
                  </a:lnTo>
                  <a:lnTo>
                    <a:pt x="27940" y="36842"/>
                  </a:lnTo>
                  <a:close/>
                </a:path>
                <a:path w="27939" h="476250">
                  <a:moveTo>
                    <a:pt x="2794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7940" y="36830"/>
                  </a:lnTo>
                  <a:lnTo>
                    <a:pt x="27940" y="30492"/>
                  </a:lnTo>
                  <a:close/>
                </a:path>
                <a:path w="27939" h="476250">
                  <a:moveTo>
                    <a:pt x="27940" y="24142"/>
                  </a:moveTo>
                  <a:lnTo>
                    <a:pt x="0" y="24142"/>
                  </a:lnTo>
                  <a:lnTo>
                    <a:pt x="0" y="30480"/>
                  </a:lnTo>
                  <a:lnTo>
                    <a:pt x="27940" y="30480"/>
                  </a:lnTo>
                  <a:lnTo>
                    <a:pt x="27940" y="24142"/>
                  </a:lnTo>
                  <a:close/>
                </a:path>
                <a:path w="27939" h="476250">
                  <a:moveTo>
                    <a:pt x="2794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7940" y="24130"/>
                  </a:lnTo>
                  <a:lnTo>
                    <a:pt x="27940" y="17792"/>
                  </a:lnTo>
                  <a:close/>
                </a:path>
                <a:path w="27939" h="476250">
                  <a:moveTo>
                    <a:pt x="27940" y="5092"/>
                  </a:moveTo>
                  <a:lnTo>
                    <a:pt x="0" y="5092"/>
                  </a:lnTo>
                  <a:lnTo>
                    <a:pt x="0" y="17780"/>
                  </a:lnTo>
                  <a:lnTo>
                    <a:pt x="27940" y="17780"/>
                  </a:lnTo>
                  <a:lnTo>
                    <a:pt x="27940" y="5092"/>
                  </a:lnTo>
                  <a:close/>
                </a:path>
                <a:path w="27939" h="476250">
                  <a:moveTo>
                    <a:pt x="279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7940" y="5080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1C395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7" name="object 3717"/>
            <p:cNvSpPr/>
            <p:nvPr/>
          </p:nvSpPr>
          <p:spPr>
            <a:xfrm>
              <a:off x="3983990" y="5500382"/>
              <a:ext cx="27940" cy="181610"/>
            </a:xfrm>
            <a:custGeom>
              <a:avLst/>
              <a:gdLst/>
              <a:ahLst/>
              <a:cxnLst/>
              <a:rect l="l" t="t" r="r" b="b"/>
              <a:pathLst>
                <a:path w="27939" h="181610">
                  <a:moveTo>
                    <a:pt x="27940" y="180340"/>
                  </a:moveTo>
                  <a:lnTo>
                    <a:pt x="0" y="180340"/>
                  </a:lnTo>
                  <a:lnTo>
                    <a:pt x="0" y="181597"/>
                  </a:lnTo>
                  <a:lnTo>
                    <a:pt x="27940" y="181597"/>
                  </a:lnTo>
                  <a:lnTo>
                    <a:pt x="27940" y="180340"/>
                  </a:lnTo>
                  <a:close/>
                </a:path>
                <a:path w="27939" h="181610">
                  <a:moveTo>
                    <a:pt x="27940" y="173990"/>
                  </a:moveTo>
                  <a:lnTo>
                    <a:pt x="0" y="173990"/>
                  </a:lnTo>
                  <a:lnTo>
                    <a:pt x="0" y="180327"/>
                  </a:lnTo>
                  <a:lnTo>
                    <a:pt x="27940" y="180327"/>
                  </a:lnTo>
                  <a:lnTo>
                    <a:pt x="27940" y="173990"/>
                  </a:lnTo>
                  <a:close/>
                </a:path>
                <a:path w="27939" h="181610">
                  <a:moveTo>
                    <a:pt x="27940" y="171450"/>
                  </a:moveTo>
                  <a:lnTo>
                    <a:pt x="0" y="171450"/>
                  </a:lnTo>
                  <a:lnTo>
                    <a:pt x="0" y="173977"/>
                  </a:lnTo>
                  <a:lnTo>
                    <a:pt x="27940" y="173977"/>
                  </a:lnTo>
                  <a:lnTo>
                    <a:pt x="27940" y="171450"/>
                  </a:lnTo>
                  <a:close/>
                </a:path>
                <a:path w="27939" h="181610">
                  <a:moveTo>
                    <a:pt x="27940" y="167640"/>
                  </a:moveTo>
                  <a:lnTo>
                    <a:pt x="0" y="167640"/>
                  </a:lnTo>
                  <a:lnTo>
                    <a:pt x="0" y="171437"/>
                  </a:lnTo>
                  <a:lnTo>
                    <a:pt x="27940" y="171437"/>
                  </a:lnTo>
                  <a:lnTo>
                    <a:pt x="27940" y="167640"/>
                  </a:lnTo>
                  <a:close/>
                </a:path>
                <a:path w="27939" h="181610">
                  <a:moveTo>
                    <a:pt x="27940" y="165100"/>
                  </a:moveTo>
                  <a:lnTo>
                    <a:pt x="0" y="165100"/>
                  </a:lnTo>
                  <a:lnTo>
                    <a:pt x="0" y="167627"/>
                  </a:lnTo>
                  <a:lnTo>
                    <a:pt x="27940" y="167627"/>
                  </a:lnTo>
                  <a:lnTo>
                    <a:pt x="27940" y="165100"/>
                  </a:lnTo>
                  <a:close/>
                </a:path>
                <a:path w="27939" h="181610">
                  <a:moveTo>
                    <a:pt x="27940" y="161290"/>
                  </a:moveTo>
                  <a:lnTo>
                    <a:pt x="0" y="161290"/>
                  </a:lnTo>
                  <a:lnTo>
                    <a:pt x="0" y="165087"/>
                  </a:lnTo>
                  <a:lnTo>
                    <a:pt x="27940" y="165087"/>
                  </a:lnTo>
                  <a:lnTo>
                    <a:pt x="27940" y="161290"/>
                  </a:lnTo>
                  <a:close/>
                </a:path>
                <a:path w="27939" h="181610">
                  <a:moveTo>
                    <a:pt x="27940" y="154940"/>
                  </a:moveTo>
                  <a:lnTo>
                    <a:pt x="0" y="154940"/>
                  </a:lnTo>
                  <a:lnTo>
                    <a:pt x="0" y="161277"/>
                  </a:lnTo>
                  <a:lnTo>
                    <a:pt x="27940" y="161277"/>
                  </a:lnTo>
                  <a:lnTo>
                    <a:pt x="27940" y="154940"/>
                  </a:lnTo>
                  <a:close/>
                </a:path>
                <a:path w="27939" h="181610">
                  <a:moveTo>
                    <a:pt x="27940" y="152400"/>
                  </a:moveTo>
                  <a:lnTo>
                    <a:pt x="0" y="152400"/>
                  </a:lnTo>
                  <a:lnTo>
                    <a:pt x="0" y="154927"/>
                  </a:lnTo>
                  <a:lnTo>
                    <a:pt x="27940" y="154927"/>
                  </a:lnTo>
                  <a:lnTo>
                    <a:pt x="27940" y="152400"/>
                  </a:lnTo>
                  <a:close/>
                </a:path>
                <a:path w="27939" h="181610">
                  <a:moveTo>
                    <a:pt x="27940" y="148590"/>
                  </a:moveTo>
                  <a:lnTo>
                    <a:pt x="0" y="148590"/>
                  </a:lnTo>
                  <a:lnTo>
                    <a:pt x="0" y="152387"/>
                  </a:lnTo>
                  <a:lnTo>
                    <a:pt x="27940" y="152387"/>
                  </a:lnTo>
                  <a:lnTo>
                    <a:pt x="27940" y="148590"/>
                  </a:lnTo>
                  <a:close/>
                </a:path>
                <a:path w="27939" h="181610">
                  <a:moveTo>
                    <a:pt x="27940" y="146050"/>
                  </a:moveTo>
                  <a:lnTo>
                    <a:pt x="0" y="146050"/>
                  </a:lnTo>
                  <a:lnTo>
                    <a:pt x="0" y="148577"/>
                  </a:lnTo>
                  <a:lnTo>
                    <a:pt x="27940" y="148577"/>
                  </a:lnTo>
                  <a:lnTo>
                    <a:pt x="27940" y="146050"/>
                  </a:lnTo>
                  <a:close/>
                </a:path>
                <a:path w="27939" h="181610">
                  <a:moveTo>
                    <a:pt x="27940" y="142240"/>
                  </a:moveTo>
                  <a:lnTo>
                    <a:pt x="0" y="142240"/>
                  </a:lnTo>
                  <a:lnTo>
                    <a:pt x="0" y="146037"/>
                  </a:lnTo>
                  <a:lnTo>
                    <a:pt x="27940" y="146037"/>
                  </a:lnTo>
                  <a:lnTo>
                    <a:pt x="27940" y="142240"/>
                  </a:lnTo>
                  <a:close/>
                </a:path>
                <a:path w="27939" h="181610">
                  <a:moveTo>
                    <a:pt x="27940" y="135890"/>
                  </a:moveTo>
                  <a:lnTo>
                    <a:pt x="0" y="135890"/>
                  </a:lnTo>
                  <a:lnTo>
                    <a:pt x="0" y="142227"/>
                  </a:lnTo>
                  <a:lnTo>
                    <a:pt x="27940" y="142227"/>
                  </a:lnTo>
                  <a:lnTo>
                    <a:pt x="27940" y="135890"/>
                  </a:lnTo>
                  <a:close/>
                </a:path>
                <a:path w="27939" h="181610">
                  <a:moveTo>
                    <a:pt x="27940" y="133350"/>
                  </a:moveTo>
                  <a:lnTo>
                    <a:pt x="0" y="133350"/>
                  </a:lnTo>
                  <a:lnTo>
                    <a:pt x="0" y="135877"/>
                  </a:lnTo>
                  <a:lnTo>
                    <a:pt x="27940" y="135877"/>
                  </a:lnTo>
                  <a:lnTo>
                    <a:pt x="27940" y="133350"/>
                  </a:lnTo>
                  <a:close/>
                </a:path>
                <a:path w="27939" h="181610">
                  <a:moveTo>
                    <a:pt x="27940" y="129540"/>
                  </a:moveTo>
                  <a:lnTo>
                    <a:pt x="0" y="129540"/>
                  </a:lnTo>
                  <a:lnTo>
                    <a:pt x="0" y="133337"/>
                  </a:lnTo>
                  <a:lnTo>
                    <a:pt x="27940" y="133337"/>
                  </a:lnTo>
                  <a:lnTo>
                    <a:pt x="27940" y="129540"/>
                  </a:lnTo>
                  <a:close/>
                </a:path>
                <a:path w="27939" h="181610">
                  <a:moveTo>
                    <a:pt x="27940" y="127000"/>
                  </a:moveTo>
                  <a:lnTo>
                    <a:pt x="0" y="127000"/>
                  </a:lnTo>
                  <a:lnTo>
                    <a:pt x="0" y="129527"/>
                  </a:lnTo>
                  <a:lnTo>
                    <a:pt x="27940" y="129527"/>
                  </a:lnTo>
                  <a:lnTo>
                    <a:pt x="27940" y="127000"/>
                  </a:lnTo>
                  <a:close/>
                </a:path>
                <a:path w="27939" h="181610">
                  <a:moveTo>
                    <a:pt x="27940" y="120650"/>
                  </a:moveTo>
                  <a:lnTo>
                    <a:pt x="0" y="120650"/>
                  </a:lnTo>
                  <a:lnTo>
                    <a:pt x="0" y="126987"/>
                  </a:lnTo>
                  <a:lnTo>
                    <a:pt x="27940" y="126987"/>
                  </a:lnTo>
                  <a:lnTo>
                    <a:pt x="27940" y="120650"/>
                  </a:lnTo>
                  <a:close/>
                </a:path>
                <a:path w="27939" h="181610">
                  <a:moveTo>
                    <a:pt x="2794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27940" y="120637"/>
                  </a:lnTo>
                  <a:lnTo>
                    <a:pt x="27940" y="114300"/>
                  </a:lnTo>
                  <a:close/>
                </a:path>
                <a:path w="27939" h="181610">
                  <a:moveTo>
                    <a:pt x="27940" y="110490"/>
                  </a:moveTo>
                  <a:lnTo>
                    <a:pt x="0" y="110490"/>
                  </a:lnTo>
                  <a:lnTo>
                    <a:pt x="0" y="114287"/>
                  </a:lnTo>
                  <a:lnTo>
                    <a:pt x="27940" y="114287"/>
                  </a:lnTo>
                  <a:lnTo>
                    <a:pt x="27940" y="110490"/>
                  </a:lnTo>
                  <a:close/>
                </a:path>
                <a:path w="27939" h="181610">
                  <a:moveTo>
                    <a:pt x="27940" y="107950"/>
                  </a:moveTo>
                  <a:lnTo>
                    <a:pt x="0" y="107950"/>
                  </a:lnTo>
                  <a:lnTo>
                    <a:pt x="0" y="110477"/>
                  </a:lnTo>
                  <a:lnTo>
                    <a:pt x="27940" y="110477"/>
                  </a:lnTo>
                  <a:lnTo>
                    <a:pt x="27940" y="107950"/>
                  </a:lnTo>
                  <a:close/>
                </a:path>
                <a:path w="27939" h="181610">
                  <a:moveTo>
                    <a:pt x="27940" y="104140"/>
                  </a:moveTo>
                  <a:lnTo>
                    <a:pt x="0" y="104140"/>
                  </a:lnTo>
                  <a:lnTo>
                    <a:pt x="0" y="107937"/>
                  </a:lnTo>
                  <a:lnTo>
                    <a:pt x="27940" y="107937"/>
                  </a:lnTo>
                  <a:lnTo>
                    <a:pt x="27940" y="104140"/>
                  </a:lnTo>
                  <a:close/>
                </a:path>
                <a:path w="27939" h="181610">
                  <a:moveTo>
                    <a:pt x="27940" y="101600"/>
                  </a:moveTo>
                  <a:lnTo>
                    <a:pt x="0" y="101600"/>
                  </a:lnTo>
                  <a:lnTo>
                    <a:pt x="0" y="104127"/>
                  </a:lnTo>
                  <a:lnTo>
                    <a:pt x="27940" y="104127"/>
                  </a:lnTo>
                  <a:lnTo>
                    <a:pt x="27940" y="101600"/>
                  </a:lnTo>
                  <a:close/>
                </a:path>
                <a:path w="27939" h="181610">
                  <a:moveTo>
                    <a:pt x="27940" y="97790"/>
                  </a:moveTo>
                  <a:lnTo>
                    <a:pt x="0" y="97790"/>
                  </a:lnTo>
                  <a:lnTo>
                    <a:pt x="0" y="101587"/>
                  </a:lnTo>
                  <a:lnTo>
                    <a:pt x="27940" y="101587"/>
                  </a:lnTo>
                  <a:lnTo>
                    <a:pt x="27940" y="97790"/>
                  </a:lnTo>
                  <a:close/>
                </a:path>
                <a:path w="27939" h="181610">
                  <a:moveTo>
                    <a:pt x="27940" y="95250"/>
                  </a:moveTo>
                  <a:lnTo>
                    <a:pt x="0" y="95250"/>
                  </a:lnTo>
                  <a:lnTo>
                    <a:pt x="0" y="97777"/>
                  </a:lnTo>
                  <a:lnTo>
                    <a:pt x="27940" y="97777"/>
                  </a:lnTo>
                  <a:lnTo>
                    <a:pt x="27940" y="95250"/>
                  </a:lnTo>
                  <a:close/>
                </a:path>
                <a:path w="27939" h="181610">
                  <a:moveTo>
                    <a:pt x="27940" y="91440"/>
                  </a:moveTo>
                  <a:lnTo>
                    <a:pt x="0" y="91440"/>
                  </a:lnTo>
                  <a:lnTo>
                    <a:pt x="0" y="95237"/>
                  </a:lnTo>
                  <a:lnTo>
                    <a:pt x="27940" y="95237"/>
                  </a:lnTo>
                  <a:lnTo>
                    <a:pt x="27940" y="91440"/>
                  </a:lnTo>
                  <a:close/>
                </a:path>
                <a:path w="27939" h="181610">
                  <a:moveTo>
                    <a:pt x="27940" y="82550"/>
                  </a:moveTo>
                  <a:lnTo>
                    <a:pt x="0" y="82550"/>
                  </a:lnTo>
                  <a:lnTo>
                    <a:pt x="0" y="91427"/>
                  </a:lnTo>
                  <a:lnTo>
                    <a:pt x="27940" y="91427"/>
                  </a:lnTo>
                  <a:lnTo>
                    <a:pt x="27940" y="82550"/>
                  </a:lnTo>
                  <a:close/>
                </a:path>
                <a:path w="27939" h="181610">
                  <a:moveTo>
                    <a:pt x="27940" y="72390"/>
                  </a:moveTo>
                  <a:lnTo>
                    <a:pt x="0" y="72390"/>
                  </a:lnTo>
                  <a:lnTo>
                    <a:pt x="0" y="82537"/>
                  </a:lnTo>
                  <a:lnTo>
                    <a:pt x="27940" y="82537"/>
                  </a:lnTo>
                  <a:lnTo>
                    <a:pt x="27940" y="72390"/>
                  </a:lnTo>
                  <a:close/>
                </a:path>
                <a:path w="27939" h="181610">
                  <a:moveTo>
                    <a:pt x="27940" y="63500"/>
                  </a:moveTo>
                  <a:lnTo>
                    <a:pt x="0" y="63500"/>
                  </a:lnTo>
                  <a:lnTo>
                    <a:pt x="0" y="72377"/>
                  </a:lnTo>
                  <a:lnTo>
                    <a:pt x="27940" y="72377"/>
                  </a:lnTo>
                  <a:lnTo>
                    <a:pt x="27940" y="63500"/>
                  </a:lnTo>
                  <a:close/>
                </a:path>
                <a:path w="27939" h="181610">
                  <a:moveTo>
                    <a:pt x="27940" y="53340"/>
                  </a:moveTo>
                  <a:lnTo>
                    <a:pt x="0" y="53340"/>
                  </a:lnTo>
                  <a:lnTo>
                    <a:pt x="0" y="63487"/>
                  </a:lnTo>
                  <a:lnTo>
                    <a:pt x="27940" y="63487"/>
                  </a:lnTo>
                  <a:lnTo>
                    <a:pt x="27940" y="53340"/>
                  </a:lnTo>
                  <a:close/>
                </a:path>
                <a:path w="27939" h="181610">
                  <a:moveTo>
                    <a:pt x="27940" y="50800"/>
                  </a:moveTo>
                  <a:lnTo>
                    <a:pt x="0" y="50800"/>
                  </a:lnTo>
                  <a:lnTo>
                    <a:pt x="0" y="53327"/>
                  </a:lnTo>
                  <a:lnTo>
                    <a:pt x="27940" y="53327"/>
                  </a:lnTo>
                  <a:lnTo>
                    <a:pt x="27940" y="50800"/>
                  </a:lnTo>
                  <a:close/>
                </a:path>
                <a:path w="27939" h="181610">
                  <a:moveTo>
                    <a:pt x="27940" y="46990"/>
                  </a:moveTo>
                  <a:lnTo>
                    <a:pt x="0" y="46990"/>
                  </a:lnTo>
                  <a:lnTo>
                    <a:pt x="0" y="50787"/>
                  </a:lnTo>
                  <a:lnTo>
                    <a:pt x="27940" y="50787"/>
                  </a:lnTo>
                  <a:lnTo>
                    <a:pt x="27940" y="46990"/>
                  </a:lnTo>
                  <a:close/>
                </a:path>
                <a:path w="27939" h="181610">
                  <a:moveTo>
                    <a:pt x="27940" y="40640"/>
                  </a:moveTo>
                  <a:lnTo>
                    <a:pt x="0" y="40640"/>
                  </a:lnTo>
                  <a:lnTo>
                    <a:pt x="0" y="46977"/>
                  </a:lnTo>
                  <a:lnTo>
                    <a:pt x="27940" y="46977"/>
                  </a:lnTo>
                  <a:lnTo>
                    <a:pt x="27940" y="40640"/>
                  </a:lnTo>
                  <a:close/>
                </a:path>
                <a:path w="27939" h="181610">
                  <a:moveTo>
                    <a:pt x="27940" y="34290"/>
                  </a:moveTo>
                  <a:lnTo>
                    <a:pt x="0" y="34290"/>
                  </a:lnTo>
                  <a:lnTo>
                    <a:pt x="0" y="40627"/>
                  </a:lnTo>
                  <a:lnTo>
                    <a:pt x="27940" y="40627"/>
                  </a:lnTo>
                  <a:lnTo>
                    <a:pt x="27940" y="34290"/>
                  </a:lnTo>
                  <a:close/>
                </a:path>
                <a:path w="27939" h="181610">
                  <a:moveTo>
                    <a:pt x="27940" y="27940"/>
                  </a:moveTo>
                  <a:lnTo>
                    <a:pt x="0" y="27940"/>
                  </a:lnTo>
                  <a:lnTo>
                    <a:pt x="0" y="34277"/>
                  </a:lnTo>
                  <a:lnTo>
                    <a:pt x="27940" y="34277"/>
                  </a:lnTo>
                  <a:lnTo>
                    <a:pt x="27940" y="27940"/>
                  </a:lnTo>
                  <a:close/>
                </a:path>
                <a:path w="27939" h="181610">
                  <a:moveTo>
                    <a:pt x="27940" y="25400"/>
                  </a:moveTo>
                  <a:lnTo>
                    <a:pt x="0" y="25400"/>
                  </a:lnTo>
                  <a:lnTo>
                    <a:pt x="0" y="27927"/>
                  </a:lnTo>
                  <a:lnTo>
                    <a:pt x="27940" y="27927"/>
                  </a:lnTo>
                  <a:lnTo>
                    <a:pt x="27940" y="25400"/>
                  </a:lnTo>
                  <a:close/>
                </a:path>
                <a:path w="27939" h="181610">
                  <a:moveTo>
                    <a:pt x="2794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27940" y="25387"/>
                  </a:lnTo>
                  <a:lnTo>
                    <a:pt x="27940" y="21590"/>
                  </a:lnTo>
                  <a:close/>
                </a:path>
                <a:path w="27939" h="181610">
                  <a:moveTo>
                    <a:pt x="27940" y="15240"/>
                  </a:moveTo>
                  <a:lnTo>
                    <a:pt x="0" y="15240"/>
                  </a:lnTo>
                  <a:lnTo>
                    <a:pt x="0" y="21577"/>
                  </a:lnTo>
                  <a:lnTo>
                    <a:pt x="27940" y="21577"/>
                  </a:lnTo>
                  <a:lnTo>
                    <a:pt x="27940" y="15240"/>
                  </a:lnTo>
                  <a:close/>
                </a:path>
                <a:path w="27939" h="181610">
                  <a:moveTo>
                    <a:pt x="2794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7940" y="15227"/>
                  </a:lnTo>
                  <a:lnTo>
                    <a:pt x="27940" y="12700"/>
                  </a:lnTo>
                  <a:close/>
                </a:path>
                <a:path w="27939" h="181610">
                  <a:moveTo>
                    <a:pt x="2794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7940" y="12687"/>
                  </a:lnTo>
                  <a:lnTo>
                    <a:pt x="27940" y="8890"/>
                  </a:lnTo>
                  <a:close/>
                </a:path>
                <a:path w="27939" h="181610">
                  <a:moveTo>
                    <a:pt x="27940" y="0"/>
                  </a:moveTo>
                  <a:lnTo>
                    <a:pt x="0" y="0"/>
                  </a:lnTo>
                  <a:lnTo>
                    <a:pt x="0" y="8877"/>
                  </a:lnTo>
                  <a:lnTo>
                    <a:pt x="27940" y="8877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1C395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8" name="object 3718"/>
            <p:cNvSpPr/>
            <p:nvPr/>
          </p:nvSpPr>
          <p:spPr>
            <a:xfrm>
              <a:off x="4011930" y="5033010"/>
              <a:ext cx="29209" cy="476250"/>
            </a:xfrm>
            <a:custGeom>
              <a:avLst/>
              <a:gdLst/>
              <a:ahLst/>
              <a:cxnLst/>
              <a:rect l="l" t="t" r="r" b="b"/>
              <a:pathLst>
                <a:path w="29210" h="476250">
                  <a:moveTo>
                    <a:pt x="29210" y="467372"/>
                  </a:moveTo>
                  <a:lnTo>
                    <a:pt x="0" y="467372"/>
                  </a:lnTo>
                  <a:lnTo>
                    <a:pt x="0" y="476250"/>
                  </a:lnTo>
                  <a:lnTo>
                    <a:pt x="29210" y="476250"/>
                  </a:lnTo>
                  <a:lnTo>
                    <a:pt x="29210" y="467372"/>
                  </a:lnTo>
                  <a:close/>
                </a:path>
                <a:path w="29210" h="476250">
                  <a:moveTo>
                    <a:pt x="29210" y="463562"/>
                  </a:moveTo>
                  <a:lnTo>
                    <a:pt x="0" y="463562"/>
                  </a:lnTo>
                  <a:lnTo>
                    <a:pt x="0" y="467360"/>
                  </a:lnTo>
                  <a:lnTo>
                    <a:pt x="29210" y="467360"/>
                  </a:lnTo>
                  <a:lnTo>
                    <a:pt x="29210" y="463562"/>
                  </a:lnTo>
                  <a:close/>
                </a:path>
                <a:path w="29210" h="476250">
                  <a:moveTo>
                    <a:pt x="29210" y="461022"/>
                  </a:moveTo>
                  <a:lnTo>
                    <a:pt x="0" y="461022"/>
                  </a:lnTo>
                  <a:lnTo>
                    <a:pt x="0" y="463550"/>
                  </a:lnTo>
                  <a:lnTo>
                    <a:pt x="29210" y="463550"/>
                  </a:lnTo>
                  <a:lnTo>
                    <a:pt x="29210" y="461022"/>
                  </a:lnTo>
                  <a:close/>
                </a:path>
                <a:path w="29210" h="476250">
                  <a:moveTo>
                    <a:pt x="29210" y="457212"/>
                  </a:moveTo>
                  <a:lnTo>
                    <a:pt x="0" y="457212"/>
                  </a:lnTo>
                  <a:lnTo>
                    <a:pt x="0" y="461010"/>
                  </a:lnTo>
                  <a:lnTo>
                    <a:pt x="29210" y="461010"/>
                  </a:lnTo>
                  <a:lnTo>
                    <a:pt x="29210" y="457212"/>
                  </a:lnTo>
                  <a:close/>
                </a:path>
                <a:path w="29210" h="476250">
                  <a:moveTo>
                    <a:pt x="29210" y="448322"/>
                  </a:moveTo>
                  <a:lnTo>
                    <a:pt x="0" y="448322"/>
                  </a:lnTo>
                  <a:lnTo>
                    <a:pt x="0" y="457200"/>
                  </a:lnTo>
                  <a:lnTo>
                    <a:pt x="29210" y="457200"/>
                  </a:lnTo>
                  <a:lnTo>
                    <a:pt x="29210" y="448322"/>
                  </a:lnTo>
                  <a:close/>
                </a:path>
                <a:path w="29210" h="476250">
                  <a:moveTo>
                    <a:pt x="29210" y="429272"/>
                  </a:moveTo>
                  <a:lnTo>
                    <a:pt x="0" y="429272"/>
                  </a:lnTo>
                  <a:lnTo>
                    <a:pt x="0" y="448310"/>
                  </a:lnTo>
                  <a:lnTo>
                    <a:pt x="29210" y="448310"/>
                  </a:lnTo>
                  <a:lnTo>
                    <a:pt x="29210" y="429272"/>
                  </a:lnTo>
                  <a:close/>
                </a:path>
                <a:path w="29210" h="476250">
                  <a:moveTo>
                    <a:pt x="29210" y="422922"/>
                  </a:moveTo>
                  <a:lnTo>
                    <a:pt x="0" y="422922"/>
                  </a:lnTo>
                  <a:lnTo>
                    <a:pt x="0" y="429260"/>
                  </a:lnTo>
                  <a:lnTo>
                    <a:pt x="29210" y="429260"/>
                  </a:lnTo>
                  <a:lnTo>
                    <a:pt x="29210" y="422922"/>
                  </a:lnTo>
                  <a:close/>
                </a:path>
                <a:path w="29210" h="476250">
                  <a:moveTo>
                    <a:pt x="29210" y="416572"/>
                  </a:moveTo>
                  <a:lnTo>
                    <a:pt x="0" y="416572"/>
                  </a:lnTo>
                  <a:lnTo>
                    <a:pt x="0" y="422910"/>
                  </a:lnTo>
                  <a:lnTo>
                    <a:pt x="29210" y="422910"/>
                  </a:lnTo>
                  <a:lnTo>
                    <a:pt x="29210" y="416572"/>
                  </a:lnTo>
                  <a:close/>
                </a:path>
                <a:path w="29210" h="476250">
                  <a:moveTo>
                    <a:pt x="29210" y="412762"/>
                  </a:moveTo>
                  <a:lnTo>
                    <a:pt x="0" y="412762"/>
                  </a:lnTo>
                  <a:lnTo>
                    <a:pt x="0" y="416560"/>
                  </a:lnTo>
                  <a:lnTo>
                    <a:pt x="29210" y="416560"/>
                  </a:lnTo>
                  <a:lnTo>
                    <a:pt x="29210" y="412762"/>
                  </a:lnTo>
                  <a:close/>
                </a:path>
                <a:path w="29210" h="476250">
                  <a:moveTo>
                    <a:pt x="29210" y="410222"/>
                  </a:moveTo>
                  <a:lnTo>
                    <a:pt x="0" y="410222"/>
                  </a:lnTo>
                  <a:lnTo>
                    <a:pt x="0" y="412750"/>
                  </a:lnTo>
                  <a:lnTo>
                    <a:pt x="29210" y="412750"/>
                  </a:lnTo>
                  <a:lnTo>
                    <a:pt x="29210" y="410222"/>
                  </a:lnTo>
                  <a:close/>
                </a:path>
                <a:path w="29210" h="476250">
                  <a:moveTo>
                    <a:pt x="29210" y="406412"/>
                  </a:moveTo>
                  <a:lnTo>
                    <a:pt x="0" y="406412"/>
                  </a:lnTo>
                  <a:lnTo>
                    <a:pt x="0" y="410210"/>
                  </a:lnTo>
                  <a:lnTo>
                    <a:pt x="29210" y="410210"/>
                  </a:lnTo>
                  <a:lnTo>
                    <a:pt x="29210" y="406412"/>
                  </a:lnTo>
                  <a:close/>
                </a:path>
                <a:path w="29210" h="476250">
                  <a:moveTo>
                    <a:pt x="29210" y="403872"/>
                  </a:moveTo>
                  <a:lnTo>
                    <a:pt x="0" y="403872"/>
                  </a:lnTo>
                  <a:lnTo>
                    <a:pt x="0" y="406400"/>
                  </a:lnTo>
                  <a:lnTo>
                    <a:pt x="29210" y="406400"/>
                  </a:lnTo>
                  <a:lnTo>
                    <a:pt x="29210" y="403872"/>
                  </a:lnTo>
                  <a:close/>
                </a:path>
                <a:path w="29210" h="476250">
                  <a:moveTo>
                    <a:pt x="29210" y="397522"/>
                  </a:moveTo>
                  <a:lnTo>
                    <a:pt x="0" y="397522"/>
                  </a:lnTo>
                  <a:lnTo>
                    <a:pt x="0" y="403860"/>
                  </a:lnTo>
                  <a:lnTo>
                    <a:pt x="29210" y="403860"/>
                  </a:lnTo>
                  <a:lnTo>
                    <a:pt x="29210" y="397522"/>
                  </a:lnTo>
                  <a:close/>
                </a:path>
                <a:path w="29210" h="476250">
                  <a:moveTo>
                    <a:pt x="29210" y="393712"/>
                  </a:moveTo>
                  <a:lnTo>
                    <a:pt x="0" y="393712"/>
                  </a:lnTo>
                  <a:lnTo>
                    <a:pt x="0" y="397510"/>
                  </a:lnTo>
                  <a:lnTo>
                    <a:pt x="29210" y="397510"/>
                  </a:lnTo>
                  <a:lnTo>
                    <a:pt x="29210" y="393712"/>
                  </a:lnTo>
                  <a:close/>
                </a:path>
                <a:path w="29210" h="476250">
                  <a:moveTo>
                    <a:pt x="29210" y="391172"/>
                  </a:moveTo>
                  <a:lnTo>
                    <a:pt x="0" y="391172"/>
                  </a:lnTo>
                  <a:lnTo>
                    <a:pt x="0" y="393700"/>
                  </a:lnTo>
                  <a:lnTo>
                    <a:pt x="29210" y="393700"/>
                  </a:lnTo>
                  <a:lnTo>
                    <a:pt x="29210" y="391172"/>
                  </a:lnTo>
                  <a:close/>
                </a:path>
                <a:path w="29210" h="476250">
                  <a:moveTo>
                    <a:pt x="29210" y="387362"/>
                  </a:moveTo>
                  <a:lnTo>
                    <a:pt x="0" y="387362"/>
                  </a:lnTo>
                  <a:lnTo>
                    <a:pt x="0" y="391160"/>
                  </a:lnTo>
                  <a:lnTo>
                    <a:pt x="29210" y="391160"/>
                  </a:lnTo>
                  <a:lnTo>
                    <a:pt x="29210" y="387362"/>
                  </a:lnTo>
                  <a:close/>
                </a:path>
                <a:path w="29210" h="476250">
                  <a:moveTo>
                    <a:pt x="29210" y="384822"/>
                  </a:moveTo>
                  <a:lnTo>
                    <a:pt x="0" y="384822"/>
                  </a:lnTo>
                  <a:lnTo>
                    <a:pt x="0" y="387350"/>
                  </a:lnTo>
                  <a:lnTo>
                    <a:pt x="29210" y="387350"/>
                  </a:lnTo>
                  <a:lnTo>
                    <a:pt x="29210" y="384822"/>
                  </a:lnTo>
                  <a:close/>
                </a:path>
                <a:path w="29210" h="476250">
                  <a:moveTo>
                    <a:pt x="29210" y="365772"/>
                  </a:moveTo>
                  <a:lnTo>
                    <a:pt x="0" y="365772"/>
                  </a:lnTo>
                  <a:lnTo>
                    <a:pt x="0" y="384810"/>
                  </a:lnTo>
                  <a:lnTo>
                    <a:pt x="29210" y="384810"/>
                  </a:lnTo>
                  <a:lnTo>
                    <a:pt x="29210" y="365772"/>
                  </a:lnTo>
                  <a:close/>
                </a:path>
                <a:path w="29210" h="476250">
                  <a:moveTo>
                    <a:pt x="29210" y="359422"/>
                  </a:moveTo>
                  <a:lnTo>
                    <a:pt x="0" y="359422"/>
                  </a:lnTo>
                  <a:lnTo>
                    <a:pt x="0" y="365760"/>
                  </a:lnTo>
                  <a:lnTo>
                    <a:pt x="29210" y="365760"/>
                  </a:lnTo>
                  <a:lnTo>
                    <a:pt x="29210" y="359422"/>
                  </a:lnTo>
                  <a:close/>
                </a:path>
                <a:path w="29210" h="476250">
                  <a:moveTo>
                    <a:pt x="29210" y="355612"/>
                  </a:moveTo>
                  <a:lnTo>
                    <a:pt x="0" y="355612"/>
                  </a:lnTo>
                  <a:lnTo>
                    <a:pt x="0" y="359410"/>
                  </a:lnTo>
                  <a:lnTo>
                    <a:pt x="29210" y="359410"/>
                  </a:lnTo>
                  <a:lnTo>
                    <a:pt x="29210" y="355612"/>
                  </a:lnTo>
                  <a:close/>
                </a:path>
                <a:path w="29210" h="476250">
                  <a:moveTo>
                    <a:pt x="29210" y="346722"/>
                  </a:moveTo>
                  <a:lnTo>
                    <a:pt x="0" y="346722"/>
                  </a:lnTo>
                  <a:lnTo>
                    <a:pt x="0" y="355600"/>
                  </a:lnTo>
                  <a:lnTo>
                    <a:pt x="29210" y="355600"/>
                  </a:lnTo>
                  <a:lnTo>
                    <a:pt x="29210" y="346722"/>
                  </a:lnTo>
                  <a:close/>
                </a:path>
                <a:path w="29210" h="476250">
                  <a:moveTo>
                    <a:pt x="29210" y="340372"/>
                  </a:moveTo>
                  <a:lnTo>
                    <a:pt x="0" y="340372"/>
                  </a:lnTo>
                  <a:lnTo>
                    <a:pt x="0" y="346710"/>
                  </a:lnTo>
                  <a:lnTo>
                    <a:pt x="29210" y="346710"/>
                  </a:lnTo>
                  <a:lnTo>
                    <a:pt x="29210" y="340372"/>
                  </a:lnTo>
                  <a:close/>
                </a:path>
                <a:path w="29210" h="476250">
                  <a:moveTo>
                    <a:pt x="29210" y="334022"/>
                  </a:moveTo>
                  <a:lnTo>
                    <a:pt x="0" y="334022"/>
                  </a:lnTo>
                  <a:lnTo>
                    <a:pt x="0" y="340360"/>
                  </a:lnTo>
                  <a:lnTo>
                    <a:pt x="29210" y="340360"/>
                  </a:lnTo>
                  <a:lnTo>
                    <a:pt x="29210" y="334022"/>
                  </a:lnTo>
                  <a:close/>
                </a:path>
                <a:path w="29210" h="476250">
                  <a:moveTo>
                    <a:pt x="29210" y="330212"/>
                  </a:moveTo>
                  <a:lnTo>
                    <a:pt x="0" y="330212"/>
                  </a:lnTo>
                  <a:lnTo>
                    <a:pt x="0" y="334010"/>
                  </a:lnTo>
                  <a:lnTo>
                    <a:pt x="29210" y="334010"/>
                  </a:lnTo>
                  <a:lnTo>
                    <a:pt x="29210" y="330212"/>
                  </a:lnTo>
                  <a:close/>
                </a:path>
                <a:path w="29210" h="476250">
                  <a:moveTo>
                    <a:pt x="29210" y="327672"/>
                  </a:moveTo>
                  <a:lnTo>
                    <a:pt x="0" y="327672"/>
                  </a:lnTo>
                  <a:lnTo>
                    <a:pt x="0" y="330200"/>
                  </a:lnTo>
                  <a:lnTo>
                    <a:pt x="29210" y="330200"/>
                  </a:lnTo>
                  <a:lnTo>
                    <a:pt x="29210" y="327672"/>
                  </a:lnTo>
                  <a:close/>
                </a:path>
                <a:path w="29210" h="476250">
                  <a:moveTo>
                    <a:pt x="29210" y="317512"/>
                  </a:moveTo>
                  <a:lnTo>
                    <a:pt x="0" y="317512"/>
                  </a:lnTo>
                  <a:lnTo>
                    <a:pt x="0" y="327660"/>
                  </a:lnTo>
                  <a:lnTo>
                    <a:pt x="29210" y="327660"/>
                  </a:lnTo>
                  <a:lnTo>
                    <a:pt x="29210" y="317512"/>
                  </a:lnTo>
                  <a:close/>
                </a:path>
                <a:path w="29210" h="476250">
                  <a:moveTo>
                    <a:pt x="29210" y="314972"/>
                  </a:moveTo>
                  <a:lnTo>
                    <a:pt x="0" y="314972"/>
                  </a:lnTo>
                  <a:lnTo>
                    <a:pt x="0" y="317500"/>
                  </a:lnTo>
                  <a:lnTo>
                    <a:pt x="29210" y="317500"/>
                  </a:lnTo>
                  <a:lnTo>
                    <a:pt x="29210" y="314972"/>
                  </a:lnTo>
                  <a:close/>
                </a:path>
                <a:path w="29210" h="476250">
                  <a:moveTo>
                    <a:pt x="29210" y="311162"/>
                  </a:moveTo>
                  <a:lnTo>
                    <a:pt x="0" y="311162"/>
                  </a:lnTo>
                  <a:lnTo>
                    <a:pt x="0" y="314960"/>
                  </a:lnTo>
                  <a:lnTo>
                    <a:pt x="29210" y="314960"/>
                  </a:lnTo>
                  <a:lnTo>
                    <a:pt x="29210" y="311162"/>
                  </a:lnTo>
                  <a:close/>
                </a:path>
                <a:path w="29210" h="476250">
                  <a:moveTo>
                    <a:pt x="29210" y="304812"/>
                  </a:moveTo>
                  <a:lnTo>
                    <a:pt x="0" y="304812"/>
                  </a:lnTo>
                  <a:lnTo>
                    <a:pt x="0" y="311150"/>
                  </a:lnTo>
                  <a:lnTo>
                    <a:pt x="29210" y="311150"/>
                  </a:lnTo>
                  <a:lnTo>
                    <a:pt x="29210" y="304812"/>
                  </a:lnTo>
                  <a:close/>
                </a:path>
                <a:path w="29210" h="476250">
                  <a:moveTo>
                    <a:pt x="29210" y="292112"/>
                  </a:moveTo>
                  <a:lnTo>
                    <a:pt x="0" y="292112"/>
                  </a:lnTo>
                  <a:lnTo>
                    <a:pt x="0" y="304800"/>
                  </a:lnTo>
                  <a:lnTo>
                    <a:pt x="29210" y="304800"/>
                  </a:lnTo>
                  <a:lnTo>
                    <a:pt x="29210" y="292112"/>
                  </a:lnTo>
                  <a:close/>
                </a:path>
                <a:path w="29210" h="476250">
                  <a:moveTo>
                    <a:pt x="29210" y="289572"/>
                  </a:moveTo>
                  <a:lnTo>
                    <a:pt x="0" y="289572"/>
                  </a:lnTo>
                  <a:lnTo>
                    <a:pt x="0" y="292100"/>
                  </a:lnTo>
                  <a:lnTo>
                    <a:pt x="29210" y="292100"/>
                  </a:lnTo>
                  <a:lnTo>
                    <a:pt x="29210" y="289572"/>
                  </a:lnTo>
                  <a:close/>
                </a:path>
                <a:path w="29210" h="476250">
                  <a:moveTo>
                    <a:pt x="29210" y="285762"/>
                  </a:moveTo>
                  <a:lnTo>
                    <a:pt x="0" y="285762"/>
                  </a:lnTo>
                  <a:lnTo>
                    <a:pt x="0" y="289560"/>
                  </a:lnTo>
                  <a:lnTo>
                    <a:pt x="29210" y="289560"/>
                  </a:lnTo>
                  <a:lnTo>
                    <a:pt x="29210" y="285762"/>
                  </a:lnTo>
                  <a:close/>
                </a:path>
                <a:path w="29210" h="476250">
                  <a:moveTo>
                    <a:pt x="29210" y="283222"/>
                  </a:moveTo>
                  <a:lnTo>
                    <a:pt x="0" y="283222"/>
                  </a:lnTo>
                  <a:lnTo>
                    <a:pt x="0" y="285750"/>
                  </a:lnTo>
                  <a:lnTo>
                    <a:pt x="29210" y="285750"/>
                  </a:lnTo>
                  <a:lnTo>
                    <a:pt x="29210" y="283222"/>
                  </a:lnTo>
                  <a:close/>
                </a:path>
                <a:path w="29210" h="476250">
                  <a:moveTo>
                    <a:pt x="29210" y="279412"/>
                  </a:moveTo>
                  <a:lnTo>
                    <a:pt x="0" y="279412"/>
                  </a:lnTo>
                  <a:lnTo>
                    <a:pt x="0" y="283210"/>
                  </a:lnTo>
                  <a:lnTo>
                    <a:pt x="29210" y="283210"/>
                  </a:lnTo>
                  <a:lnTo>
                    <a:pt x="29210" y="279412"/>
                  </a:lnTo>
                  <a:close/>
                </a:path>
                <a:path w="29210" h="476250">
                  <a:moveTo>
                    <a:pt x="29210" y="273062"/>
                  </a:moveTo>
                  <a:lnTo>
                    <a:pt x="0" y="273062"/>
                  </a:lnTo>
                  <a:lnTo>
                    <a:pt x="0" y="279400"/>
                  </a:lnTo>
                  <a:lnTo>
                    <a:pt x="29210" y="279400"/>
                  </a:lnTo>
                  <a:lnTo>
                    <a:pt x="29210" y="273062"/>
                  </a:lnTo>
                  <a:close/>
                </a:path>
                <a:path w="29210" h="476250">
                  <a:moveTo>
                    <a:pt x="29210" y="234962"/>
                  </a:moveTo>
                  <a:lnTo>
                    <a:pt x="0" y="234962"/>
                  </a:lnTo>
                  <a:lnTo>
                    <a:pt x="0" y="273050"/>
                  </a:lnTo>
                  <a:lnTo>
                    <a:pt x="29210" y="273050"/>
                  </a:lnTo>
                  <a:lnTo>
                    <a:pt x="29210" y="234962"/>
                  </a:lnTo>
                  <a:close/>
                </a:path>
                <a:path w="29210" h="476250">
                  <a:moveTo>
                    <a:pt x="292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9210" y="234950"/>
                  </a:lnTo>
                  <a:lnTo>
                    <a:pt x="29210" y="232422"/>
                  </a:lnTo>
                  <a:close/>
                </a:path>
                <a:path w="29210" h="476250">
                  <a:moveTo>
                    <a:pt x="2921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29210" y="232410"/>
                  </a:lnTo>
                  <a:lnTo>
                    <a:pt x="29210" y="226072"/>
                  </a:lnTo>
                  <a:close/>
                </a:path>
                <a:path w="29210" h="476250">
                  <a:moveTo>
                    <a:pt x="2921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29210" y="226060"/>
                  </a:lnTo>
                  <a:lnTo>
                    <a:pt x="29210" y="222262"/>
                  </a:lnTo>
                  <a:close/>
                </a:path>
                <a:path w="29210" h="476250">
                  <a:moveTo>
                    <a:pt x="2921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29210" y="222250"/>
                  </a:lnTo>
                  <a:lnTo>
                    <a:pt x="29210" y="219722"/>
                  </a:lnTo>
                  <a:close/>
                </a:path>
                <a:path w="29210" h="476250">
                  <a:moveTo>
                    <a:pt x="29210" y="213372"/>
                  </a:moveTo>
                  <a:lnTo>
                    <a:pt x="0" y="213372"/>
                  </a:lnTo>
                  <a:lnTo>
                    <a:pt x="0" y="219710"/>
                  </a:lnTo>
                  <a:lnTo>
                    <a:pt x="29210" y="219710"/>
                  </a:lnTo>
                  <a:lnTo>
                    <a:pt x="29210" y="213372"/>
                  </a:lnTo>
                  <a:close/>
                </a:path>
                <a:path w="29210" h="476250">
                  <a:moveTo>
                    <a:pt x="29210" y="207022"/>
                  </a:moveTo>
                  <a:lnTo>
                    <a:pt x="0" y="207022"/>
                  </a:lnTo>
                  <a:lnTo>
                    <a:pt x="0" y="213360"/>
                  </a:lnTo>
                  <a:lnTo>
                    <a:pt x="29210" y="213360"/>
                  </a:lnTo>
                  <a:lnTo>
                    <a:pt x="29210" y="207022"/>
                  </a:lnTo>
                  <a:close/>
                </a:path>
                <a:path w="29210" h="476250">
                  <a:moveTo>
                    <a:pt x="29210" y="195592"/>
                  </a:moveTo>
                  <a:lnTo>
                    <a:pt x="0" y="195592"/>
                  </a:lnTo>
                  <a:lnTo>
                    <a:pt x="0" y="207010"/>
                  </a:lnTo>
                  <a:lnTo>
                    <a:pt x="29210" y="207010"/>
                  </a:lnTo>
                  <a:lnTo>
                    <a:pt x="29210" y="195592"/>
                  </a:lnTo>
                  <a:close/>
                </a:path>
                <a:path w="29210" h="476250">
                  <a:moveTo>
                    <a:pt x="2921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9210" y="195580"/>
                  </a:lnTo>
                  <a:lnTo>
                    <a:pt x="29210" y="189242"/>
                  </a:lnTo>
                  <a:close/>
                </a:path>
                <a:path w="29210" h="476250">
                  <a:moveTo>
                    <a:pt x="29210" y="182892"/>
                  </a:moveTo>
                  <a:lnTo>
                    <a:pt x="0" y="182892"/>
                  </a:lnTo>
                  <a:lnTo>
                    <a:pt x="0" y="189230"/>
                  </a:lnTo>
                  <a:lnTo>
                    <a:pt x="29210" y="189230"/>
                  </a:lnTo>
                  <a:lnTo>
                    <a:pt x="29210" y="182892"/>
                  </a:lnTo>
                  <a:close/>
                </a:path>
                <a:path w="29210" h="476250">
                  <a:moveTo>
                    <a:pt x="29210" y="176542"/>
                  </a:moveTo>
                  <a:lnTo>
                    <a:pt x="0" y="176542"/>
                  </a:lnTo>
                  <a:lnTo>
                    <a:pt x="0" y="182880"/>
                  </a:lnTo>
                  <a:lnTo>
                    <a:pt x="29210" y="182880"/>
                  </a:lnTo>
                  <a:lnTo>
                    <a:pt x="29210" y="176542"/>
                  </a:lnTo>
                  <a:close/>
                </a:path>
                <a:path w="29210" h="476250">
                  <a:moveTo>
                    <a:pt x="29210" y="170192"/>
                  </a:moveTo>
                  <a:lnTo>
                    <a:pt x="0" y="170192"/>
                  </a:lnTo>
                  <a:lnTo>
                    <a:pt x="0" y="176530"/>
                  </a:lnTo>
                  <a:lnTo>
                    <a:pt x="29210" y="176530"/>
                  </a:lnTo>
                  <a:lnTo>
                    <a:pt x="29210" y="170192"/>
                  </a:lnTo>
                  <a:close/>
                </a:path>
                <a:path w="29210" h="476250">
                  <a:moveTo>
                    <a:pt x="29210" y="163842"/>
                  </a:moveTo>
                  <a:lnTo>
                    <a:pt x="0" y="163842"/>
                  </a:lnTo>
                  <a:lnTo>
                    <a:pt x="0" y="170180"/>
                  </a:lnTo>
                  <a:lnTo>
                    <a:pt x="29210" y="170180"/>
                  </a:lnTo>
                  <a:lnTo>
                    <a:pt x="29210" y="163842"/>
                  </a:lnTo>
                  <a:close/>
                </a:path>
                <a:path w="29210" h="476250">
                  <a:moveTo>
                    <a:pt x="29210" y="157492"/>
                  </a:moveTo>
                  <a:lnTo>
                    <a:pt x="0" y="157492"/>
                  </a:lnTo>
                  <a:lnTo>
                    <a:pt x="0" y="163830"/>
                  </a:lnTo>
                  <a:lnTo>
                    <a:pt x="29210" y="163830"/>
                  </a:lnTo>
                  <a:lnTo>
                    <a:pt x="29210" y="157492"/>
                  </a:lnTo>
                  <a:close/>
                </a:path>
                <a:path w="29210" h="476250">
                  <a:moveTo>
                    <a:pt x="2921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9210" y="157480"/>
                  </a:lnTo>
                  <a:lnTo>
                    <a:pt x="29210" y="151142"/>
                  </a:lnTo>
                  <a:close/>
                </a:path>
                <a:path w="29210" h="476250">
                  <a:moveTo>
                    <a:pt x="29210" y="138442"/>
                  </a:moveTo>
                  <a:lnTo>
                    <a:pt x="0" y="138442"/>
                  </a:lnTo>
                  <a:lnTo>
                    <a:pt x="0" y="151130"/>
                  </a:lnTo>
                  <a:lnTo>
                    <a:pt x="29210" y="151130"/>
                  </a:lnTo>
                  <a:lnTo>
                    <a:pt x="29210" y="138442"/>
                  </a:lnTo>
                  <a:close/>
                </a:path>
                <a:path w="29210" h="476250">
                  <a:moveTo>
                    <a:pt x="29210" y="132092"/>
                  </a:moveTo>
                  <a:lnTo>
                    <a:pt x="0" y="132092"/>
                  </a:lnTo>
                  <a:lnTo>
                    <a:pt x="0" y="138430"/>
                  </a:lnTo>
                  <a:lnTo>
                    <a:pt x="29210" y="138430"/>
                  </a:lnTo>
                  <a:lnTo>
                    <a:pt x="29210" y="132092"/>
                  </a:lnTo>
                  <a:close/>
                </a:path>
                <a:path w="29210" h="476250">
                  <a:moveTo>
                    <a:pt x="29210" y="125742"/>
                  </a:moveTo>
                  <a:lnTo>
                    <a:pt x="0" y="125742"/>
                  </a:lnTo>
                  <a:lnTo>
                    <a:pt x="0" y="132080"/>
                  </a:lnTo>
                  <a:lnTo>
                    <a:pt x="29210" y="132080"/>
                  </a:lnTo>
                  <a:lnTo>
                    <a:pt x="29210" y="125742"/>
                  </a:lnTo>
                  <a:close/>
                </a:path>
                <a:path w="29210" h="476250">
                  <a:moveTo>
                    <a:pt x="29210" y="119392"/>
                  </a:moveTo>
                  <a:lnTo>
                    <a:pt x="0" y="119392"/>
                  </a:lnTo>
                  <a:lnTo>
                    <a:pt x="0" y="125730"/>
                  </a:lnTo>
                  <a:lnTo>
                    <a:pt x="29210" y="125730"/>
                  </a:lnTo>
                  <a:lnTo>
                    <a:pt x="29210" y="119392"/>
                  </a:lnTo>
                  <a:close/>
                </a:path>
                <a:path w="29210" h="476250">
                  <a:moveTo>
                    <a:pt x="29210" y="113042"/>
                  </a:moveTo>
                  <a:lnTo>
                    <a:pt x="0" y="113042"/>
                  </a:lnTo>
                  <a:lnTo>
                    <a:pt x="0" y="119380"/>
                  </a:lnTo>
                  <a:lnTo>
                    <a:pt x="29210" y="119380"/>
                  </a:lnTo>
                  <a:lnTo>
                    <a:pt x="29210" y="113042"/>
                  </a:lnTo>
                  <a:close/>
                </a:path>
                <a:path w="29210" h="476250">
                  <a:moveTo>
                    <a:pt x="29210" y="106692"/>
                  </a:moveTo>
                  <a:lnTo>
                    <a:pt x="0" y="106692"/>
                  </a:lnTo>
                  <a:lnTo>
                    <a:pt x="0" y="113030"/>
                  </a:lnTo>
                  <a:lnTo>
                    <a:pt x="29210" y="113030"/>
                  </a:lnTo>
                  <a:lnTo>
                    <a:pt x="29210" y="106692"/>
                  </a:lnTo>
                  <a:close/>
                </a:path>
                <a:path w="29210" h="476250">
                  <a:moveTo>
                    <a:pt x="29210" y="100342"/>
                  </a:moveTo>
                  <a:lnTo>
                    <a:pt x="0" y="100342"/>
                  </a:lnTo>
                  <a:lnTo>
                    <a:pt x="0" y="106680"/>
                  </a:lnTo>
                  <a:lnTo>
                    <a:pt x="29210" y="106680"/>
                  </a:lnTo>
                  <a:lnTo>
                    <a:pt x="29210" y="100342"/>
                  </a:lnTo>
                  <a:close/>
                </a:path>
                <a:path w="29210" h="476250">
                  <a:moveTo>
                    <a:pt x="2921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9210" y="100330"/>
                  </a:lnTo>
                  <a:lnTo>
                    <a:pt x="29210" y="93992"/>
                  </a:lnTo>
                  <a:close/>
                </a:path>
                <a:path w="29210" h="476250">
                  <a:moveTo>
                    <a:pt x="2921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9210" y="93980"/>
                  </a:lnTo>
                  <a:lnTo>
                    <a:pt x="29210" y="87642"/>
                  </a:lnTo>
                  <a:close/>
                </a:path>
                <a:path w="29210" h="476250">
                  <a:moveTo>
                    <a:pt x="29210" y="81292"/>
                  </a:moveTo>
                  <a:lnTo>
                    <a:pt x="0" y="81292"/>
                  </a:lnTo>
                  <a:lnTo>
                    <a:pt x="0" y="87630"/>
                  </a:lnTo>
                  <a:lnTo>
                    <a:pt x="29210" y="87630"/>
                  </a:lnTo>
                  <a:lnTo>
                    <a:pt x="29210" y="81292"/>
                  </a:lnTo>
                  <a:close/>
                </a:path>
                <a:path w="29210" h="476250">
                  <a:moveTo>
                    <a:pt x="29210" y="68592"/>
                  </a:moveTo>
                  <a:lnTo>
                    <a:pt x="0" y="68592"/>
                  </a:lnTo>
                  <a:lnTo>
                    <a:pt x="0" y="81280"/>
                  </a:lnTo>
                  <a:lnTo>
                    <a:pt x="29210" y="81280"/>
                  </a:lnTo>
                  <a:lnTo>
                    <a:pt x="29210" y="68592"/>
                  </a:lnTo>
                  <a:close/>
                </a:path>
                <a:path w="29210" h="476250">
                  <a:moveTo>
                    <a:pt x="29210" y="62242"/>
                  </a:moveTo>
                  <a:lnTo>
                    <a:pt x="0" y="62242"/>
                  </a:lnTo>
                  <a:lnTo>
                    <a:pt x="0" y="68580"/>
                  </a:lnTo>
                  <a:lnTo>
                    <a:pt x="29210" y="68580"/>
                  </a:lnTo>
                  <a:lnTo>
                    <a:pt x="29210" y="62242"/>
                  </a:lnTo>
                  <a:close/>
                </a:path>
                <a:path w="29210" h="476250">
                  <a:moveTo>
                    <a:pt x="29210" y="55892"/>
                  </a:moveTo>
                  <a:lnTo>
                    <a:pt x="0" y="55892"/>
                  </a:lnTo>
                  <a:lnTo>
                    <a:pt x="0" y="62230"/>
                  </a:lnTo>
                  <a:lnTo>
                    <a:pt x="29210" y="62230"/>
                  </a:lnTo>
                  <a:lnTo>
                    <a:pt x="29210" y="55892"/>
                  </a:lnTo>
                  <a:close/>
                </a:path>
                <a:path w="29210" h="476250">
                  <a:moveTo>
                    <a:pt x="29210" y="49542"/>
                  </a:moveTo>
                  <a:lnTo>
                    <a:pt x="0" y="49542"/>
                  </a:lnTo>
                  <a:lnTo>
                    <a:pt x="0" y="55880"/>
                  </a:lnTo>
                  <a:lnTo>
                    <a:pt x="29210" y="55880"/>
                  </a:lnTo>
                  <a:lnTo>
                    <a:pt x="29210" y="49542"/>
                  </a:lnTo>
                  <a:close/>
                </a:path>
                <a:path w="29210" h="476250">
                  <a:moveTo>
                    <a:pt x="2921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9210" y="49530"/>
                  </a:lnTo>
                  <a:lnTo>
                    <a:pt x="29210" y="43192"/>
                  </a:lnTo>
                  <a:close/>
                </a:path>
                <a:path w="29210" h="476250">
                  <a:moveTo>
                    <a:pt x="2921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9210" y="43180"/>
                  </a:lnTo>
                  <a:lnTo>
                    <a:pt x="29210" y="36842"/>
                  </a:lnTo>
                  <a:close/>
                </a:path>
                <a:path w="29210" h="476250">
                  <a:moveTo>
                    <a:pt x="2921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9210" y="36830"/>
                  </a:lnTo>
                  <a:lnTo>
                    <a:pt x="29210" y="30492"/>
                  </a:lnTo>
                  <a:close/>
                </a:path>
                <a:path w="29210" h="476250">
                  <a:moveTo>
                    <a:pt x="29210" y="24142"/>
                  </a:moveTo>
                  <a:lnTo>
                    <a:pt x="0" y="24142"/>
                  </a:lnTo>
                  <a:lnTo>
                    <a:pt x="0" y="30480"/>
                  </a:lnTo>
                  <a:lnTo>
                    <a:pt x="29210" y="30480"/>
                  </a:lnTo>
                  <a:lnTo>
                    <a:pt x="29210" y="24142"/>
                  </a:lnTo>
                  <a:close/>
                </a:path>
                <a:path w="29210" h="476250">
                  <a:moveTo>
                    <a:pt x="292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9210" y="24130"/>
                  </a:lnTo>
                  <a:lnTo>
                    <a:pt x="29210" y="17792"/>
                  </a:lnTo>
                  <a:close/>
                </a:path>
                <a:path w="29210" h="476250">
                  <a:moveTo>
                    <a:pt x="29210" y="5092"/>
                  </a:moveTo>
                  <a:lnTo>
                    <a:pt x="0" y="5092"/>
                  </a:lnTo>
                  <a:lnTo>
                    <a:pt x="0" y="17780"/>
                  </a:lnTo>
                  <a:lnTo>
                    <a:pt x="29210" y="17780"/>
                  </a:lnTo>
                  <a:lnTo>
                    <a:pt x="29210" y="5092"/>
                  </a:lnTo>
                  <a:close/>
                </a:path>
                <a:path w="29210" h="476250">
                  <a:moveTo>
                    <a:pt x="292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9210" y="5080"/>
                  </a:lnTo>
                  <a:lnTo>
                    <a:pt x="29210" y="0"/>
                  </a:lnTo>
                  <a:close/>
                </a:path>
              </a:pathLst>
            </a:custGeom>
            <a:solidFill>
              <a:srgbClr val="1D3A5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9" name="object 3719"/>
            <p:cNvSpPr/>
            <p:nvPr/>
          </p:nvSpPr>
          <p:spPr>
            <a:xfrm>
              <a:off x="4011930" y="5500382"/>
              <a:ext cx="29209" cy="181610"/>
            </a:xfrm>
            <a:custGeom>
              <a:avLst/>
              <a:gdLst/>
              <a:ahLst/>
              <a:cxnLst/>
              <a:rect l="l" t="t" r="r" b="b"/>
              <a:pathLst>
                <a:path w="29210" h="181610">
                  <a:moveTo>
                    <a:pt x="29210" y="180340"/>
                  </a:moveTo>
                  <a:lnTo>
                    <a:pt x="0" y="180340"/>
                  </a:lnTo>
                  <a:lnTo>
                    <a:pt x="0" y="181597"/>
                  </a:lnTo>
                  <a:lnTo>
                    <a:pt x="29210" y="181597"/>
                  </a:lnTo>
                  <a:lnTo>
                    <a:pt x="29210" y="180340"/>
                  </a:lnTo>
                  <a:close/>
                </a:path>
                <a:path w="29210" h="181610">
                  <a:moveTo>
                    <a:pt x="29210" y="173990"/>
                  </a:moveTo>
                  <a:lnTo>
                    <a:pt x="0" y="173990"/>
                  </a:lnTo>
                  <a:lnTo>
                    <a:pt x="0" y="180327"/>
                  </a:lnTo>
                  <a:lnTo>
                    <a:pt x="29210" y="180327"/>
                  </a:lnTo>
                  <a:lnTo>
                    <a:pt x="29210" y="173990"/>
                  </a:lnTo>
                  <a:close/>
                </a:path>
                <a:path w="29210" h="181610">
                  <a:moveTo>
                    <a:pt x="29210" y="171450"/>
                  </a:moveTo>
                  <a:lnTo>
                    <a:pt x="0" y="171450"/>
                  </a:lnTo>
                  <a:lnTo>
                    <a:pt x="0" y="173977"/>
                  </a:lnTo>
                  <a:lnTo>
                    <a:pt x="29210" y="173977"/>
                  </a:lnTo>
                  <a:lnTo>
                    <a:pt x="29210" y="171450"/>
                  </a:lnTo>
                  <a:close/>
                </a:path>
                <a:path w="29210" h="181610">
                  <a:moveTo>
                    <a:pt x="29210" y="167640"/>
                  </a:moveTo>
                  <a:lnTo>
                    <a:pt x="0" y="167640"/>
                  </a:lnTo>
                  <a:lnTo>
                    <a:pt x="0" y="171437"/>
                  </a:lnTo>
                  <a:lnTo>
                    <a:pt x="29210" y="171437"/>
                  </a:lnTo>
                  <a:lnTo>
                    <a:pt x="29210" y="167640"/>
                  </a:lnTo>
                  <a:close/>
                </a:path>
                <a:path w="29210" h="181610">
                  <a:moveTo>
                    <a:pt x="29210" y="165100"/>
                  </a:moveTo>
                  <a:lnTo>
                    <a:pt x="0" y="165100"/>
                  </a:lnTo>
                  <a:lnTo>
                    <a:pt x="0" y="167627"/>
                  </a:lnTo>
                  <a:lnTo>
                    <a:pt x="29210" y="167627"/>
                  </a:lnTo>
                  <a:lnTo>
                    <a:pt x="29210" y="165100"/>
                  </a:lnTo>
                  <a:close/>
                </a:path>
                <a:path w="29210" h="181610">
                  <a:moveTo>
                    <a:pt x="29210" y="161290"/>
                  </a:moveTo>
                  <a:lnTo>
                    <a:pt x="0" y="161290"/>
                  </a:lnTo>
                  <a:lnTo>
                    <a:pt x="0" y="165087"/>
                  </a:lnTo>
                  <a:lnTo>
                    <a:pt x="29210" y="165087"/>
                  </a:lnTo>
                  <a:lnTo>
                    <a:pt x="29210" y="161290"/>
                  </a:lnTo>
                  <a:close/>
                </a:path>
                <a:path w="29210" h="181610">
                  <a:moveTo>
                    <a:pt x="29210" y="154940"/>
                  </a:moveTo>
                  <a:lnTo>
                    <a:pt x="0" y="154940"/>
                  </a:lnTo>
                  <a:lnTo>
                    <a:pt x="0" y="161277"/>
                  </a:lnTo>
                  <a:lnTo>
                    <a:pt x="29210" y="161277"/>
                  </a:lnTo>
                  <a:lnTo>
                    <a:pt x="29210" y="154940"/>
                  </a:lnTo>
                  <a:close/>
                </a:path>
                <a:path w="29210" h="181610">
                  <a:moveTo>
                    <a:pt x="29210" y="152400"/>
                  </a:moveTo>
                  <a:lnTo>
                    <a:pt x="0" y="152400"/>
                  </a:lnTo>
                  <a:lnTo>
                    <a:pt x="0" y="154927"/>
                  </a:lnTo>
                  <a:lnTo>
                    <a:pt x="29210" y="154927"/>
                  </a:lnTo>
                  <a:lnTo>
                    <a:pt x="29210" y="152400"/>
                  </a:lnTo>
                  <a:close/>
                </a:path>
                <a:path w="29210" h="181610">
                  <a:moveTo>
                    <a:pt x="29210" y="148590"/>
                  </a:moveTo>
                  <a:lnTo>
                    <a:pt x="0" y="148590"/>
                  </a:lnTo>
                  <a:lnTo>
                    <a:pt x="0" y="152387"/>
                  </a:lnTo>
                  <a:lnTo>
                    <a:pt x="29210" y="152387"/>
                  </a:lnTo>
                  <a:lnTo>
                    <a:pt x="29210" y="148590"/>
                  </a:lnTo>
                  <a:close/>
                </a:path>
                <a:path w="29210" h="181610">
                  <a:moveTo>
                    <a:pt x="29210" y="146050"/>
                  </a:moveTo>
                  <a:lnTo>
                    <a:pt x="0" y="146050"/>
                  </a:lnTo>
                  <a:lnTo>
                    <a:pt x="0" y="148577"/>
                  </a:lnTo>
                  <a:lnTo>
                    <a:pt x="29210" y="148577"/>
                  </a:lnTo>
                  <a:lnTo>
                    <a:pt x="29210" y="146050"/>
                  </a:lnTo>
                  <a:close/>
                </a:path>
                <a:path w="29210" h="181610">
                  <a:moveTo>
                    <a:pt x="29210" y="142240"/>
                  </a:moveTo>
                  <a:lnTo>
                    <a:pt x="0" y="142240"/>
                  </a:lnTo>
                  <a:lnTo>
                    <a:pt x="0" y="146037"/>
                  </a:lnTo>
                  <a:lnTo>
                    <a:pt x="29210" y="146037"/>
                  </a:lnTo>
                  <a:lnTo>
                    <a:pt x="29210" y="142240"/>
                  </a:lnTo>
                  <a:close/>
                </a:path>
                <a:path w="29210" h="181610">
                  <a:moveTo>
                    <a:pt x="29210" y="135890"/>
                  </a:moveTo>
                  <a:lnTo>
                    <a:pt x="0" y="135890"/>
                  </a:lnTo>
                  <a:lnTo>
                    <a:pt x="0" y="142227"/>
                  </a:lnTo>
                  <a:lnTo>
                    <a:pt x="29210" y="142227"/>
                  </a:lnTo>
                  <a:lnTo>
                    <a:pt x="29210" y="135890"/>
                  </a:lnTo>
                  <a:close/>
                </a:path>
                <a:path w="29210" h="181610">
                  <a:moveTo>
                    <a:pt x="29210" y="133350"/>
                  </a:moveTo>
                  <a:lnTo>
                    <a:pt x="0" y="133350"/>
                  </a:lnTo>
                  <a:lnTo>
                    <a:pt x="0" y="135877"/>
                  </a:lnTo>
                  <a:lnTo>
                    <a:pt x="29210" y="135877"/>
                  </a:lnTo>
                  <a:lnTo>
                    <a:pt x="29210" y="133350"/>
                  </a:lnTo>
                  <a:close/>
                </a:path>
                <a:path w="29210" h="181610">
                  <a:moveTo>
                    <a:pt x="29210" y="129540"/>
                  </a:moveTo>
                  <a:lnTo>
                    <a:pt x="0" y="129540"/>
                  </a:lnTo>
                  <a:lnTo>
                    <a:pt x="0" y="133337"/>
                  </a:lnTo>
                  <a:lnTo>
                    <a:pt x="29210" y="133337"/>
                  </a:lnTo>
                  <a:lnTo>
                    <a:pt x="29210" y="129540"/>
                  </a:lnTo>
                  <a:close/>
                </a:path>
                <a:path w="29210" h="181610">
                  <a:moveTo>
                    <a:pt x="29210" y="127000"/>
                  </a:moveTo>
                  <a:lnTo>
                    <a:pt x="0" y="127000"/>
                  </a:lnTo>
                  <a:lnTo>
                    <a:pt x="0" y="129527"/>
                  </a:lnTo>
                  <a:lnTo>
                    <a:pt x="29210" y="129527"/>
                  </a:lnTo>
                  <a:lnTo>
                    <a:pt x="29210" y="127000"/>
                  </a:lnTo>
                  <a:close/>
                </a:path>
                <a:path w="29210" h="181610">
                  <a:moveTo>
                    <a:pt x="29210" y="120650"/>
                  </a:moveTo>
                  <a:lnTo>
                    <a:pt x="0" y="120650"/>
                  </a:lnTo>
                  <a:lnTo>
                    <a:pt x="0" y="126987"/>
                  </a:lnTo>
                  <a:lnTo>
                    <a:pt x="29210" y="126987"/>
                  </a:lnTo>
                  <a:lnTo>
                    <a:pt x="29210" y="120650"/>
                  </a:lnTo>
                  <a:close/>
                </a:path>
                <a:path w="29210" h="181610">
                  <a:moveTo>
                    <a:pt x="2921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29210" y="120637"/>
                  </a:lnTo>
                  <a:lnTo>
                    <a:pt x="29210" y="114300"/>
                  </a:lnTo>
                  <a:close/>
                </a:path>
                <a:path w="29210" h="181610">
                  <a:moveTo>
                    <a:pt x="29210" y="110490"/>
                  </a:moveTo>
                  <a:lnTo>
                    <a:pt x="0" y="110490"/>
                  </a:lnTo>
                  <a:lnTo>
                    <a:pt x="0" y="114287"/>
                  </a:lnTo>
                  <a:lnTo>
                    <a:pt x="29210" y="114287"/>
                  </a:lnTo>
                  <a:lnTo>
                    <a:pt x="29210" y="110490"/>
                  </a:lnTo>
                  <a:close/>
                </a:path>
                <a:path w="29210" h="181610">
                  <a:moveTo>
                    <a:pt x="29210" y="107950"/>
                  </a:moveTo>
                  <a:lnTo>
                    <a:pt x="0" y="107950"/>
                  </a:lnTo>
                  <a:lnTo>
                    <a:pt x="0" y="110477"/>
                  </a:lnTo>
                  <a:lnTo>
                    <a:pt x="29210" y="110477"/>
                  </a:lnTo>
                  <a:lnTo>
                    <a:pt x="29210" y="107950"/>
                  </a:lnTo>
                  <a:close/>
                </a:path>
                <a:path w="29210" h="181610">
                  <a:moveTo>
                    <a:pt x="29210" y="104140"/>
                  </a:moveTo>
                  <a:lnTo>
                    <a:pt x="0" y="104140"/>
                  </a:lnTo>
                  <a:lnTo>
                    <a:pt x="0" y="107937"/>
                  </a:lnTo>
                  <a:lnTo>
                    <a:pt x="29210" y="107937"/>
                  </a:lnTo>
                  <a:lnTo>
                    <a:pt x="29210" y="104140"/>
                  </a:lnTo>
                  <a:close/>
                </a:path>
                <a:path w="29210" h="181610">
                  <a:moveTo>
                    <a:pt x="29210" y="101600"/>
                  </a:moveTo>
                  <a:lnTo>
                    <a:pt x="0" y="101600"/>
                  </a:lnTo>
                  <a:lnTo>
                    <a:pt x="0" y="104127"/>
                  </a:lnTo>
                  <a:lnTo>
                    <a:pt x="29210" y="104127"/>
                  </a:lnTo>
                  <a:lnTo>
                    <a:pt x="29210" y="101600"/>
                  </a:lnTo>
                  <a:close/>
                </a:path>
                <a:path w="29210" h="181610">
                  <a:moveTo>
                    <a:pt x="29210" y="97790"/>
                  </a:moveTo>
                  <a:lnTo>
                    <a:pt x="0" y="97790"/>
                  </a:lnTo>
                  <a:lnTo>
                    <a:pt x="0" y="101587"/>
                  </a:lnTo>
                  <a:lnTo>
                    <a:pt x="29210" y="101587"/>
                  </a:lnTo>
                  <a:lnTo>
                    <a:pt x="29210" y="97790"/>
                  </a:lnTo>
                  <a:close/>
                </a:path>
                <a:path w="29210" h="181610">
                  <a:moveTo>
                    <a:pt x="29210" y="95250"/>
                  </a:moveTo>
                  <a:lnTo>
                    <a:pt x="0" y="95250"/>
                  </a:lnTo>
                  <a:lnTo>
                    <a:pt x="0" y="97777"/>
                  </a:lnTo>
                  <a:lnTo>
                    <a:pt x="29210" y="97777"/>
                  </a:lnTo>
                  <a:lnTo>
                    <a:pt x="29210" y="95250"/>
                  </a:lnTo>
                  <a:close/>
                </a:path>
                <a:path w="29210" h="181610">
                  <a:moveTo>
                    <a:pt x="29210" y="91440"/>
                  </a:moveTo>
                  <a:lnTo>
                    <a:pt x="0" y="91440"/>
                  </a:lnTo>
                  <a:lnTo>
                    <a:pt x="0" y="95237"/>
                  </a:lnTo>
                  <a:lnTo>
                    <a:pt x="29210" y="95237"/>
                  </a:lnTo>
                  <a:lnTo>
                    <a:pt x="29210" y="91440"/>
                  </a:lnTo>
                  <a:close/>
                </a:path>
                <a:path w="29210" h="181610">
                  <a:moveTo>
                    <a:pt x="29210" y="82550"/>
                  </a:moveTo>
                  <a:lnTo>
                    <a:pt x="0" y="82550"/>
                  </a:lnTo>
                  <a:lnTo>
                    <a:pt x="0" y="91427"/>
                  </a:lnTo>
                  <a:lnTo>
                    <a:pt x="29210" y="91427"/>
                  </a:lnTo>
                  <a:lnTo>
                    <a:pt x="29210" y="82550"/>
                  </a:lnTo>
                  <a:close/>
                </a:path>
                <a:path w="29210" h="181610">
                  <a:moveTo>
                    <a:pt x="29210" y="72390"/>
                  </a:moveTo>
                  <a:lnTo>
                    <a:pt x="0" y="72390"/>
                  </a:lnTo>
                  <a:lnTo>
                    <a:pt x="0" y="82537"/>
                  </a:lnTo>
                  <a:lnTo>
                    <a:pt x="29210" y="82537"/>
                  </a:lnTo>
                  <a:lnTo>
                    <a:pt x="29210" y="72390"/>
                  </a:lnTo>
                  <a:close/>
                </a:path>
                <a:path w="29210" h="181610">
                  <a:moveTo>
                    <a:pt x="29210" y="63500"/>
                  </a:moveTo>
                  <a:lnTo>
                    <a:pt x="0" y="63500"/>
                  </a:lnTo>
                  <a:lnTo>
                    <a:pt x="0" y="72377"/>
                  </a:lnTo>
                  <a:lnTo>
                    <a:pt x="29210" y="72377"/>
                  </a:lnTo>
                  <a:lnTo>
                    <a:pt x="29210" y="63500"/>
                  </a:lnTo>
                  <a:close/>
                </a:path>
                <a:path w="29210" h="181610">
                  <a:moveTo>
                    <a:pt x="29210" y="53340"/>
                  </a:moveTo>
                  <a:lnTo>
                    <a:pt x="0" y="53340"/>
                  </a:lnTo>
                  <a:lnTo>
                    <a:pt x="0" y="63487"/>
                  </a:lnTo>
                  <a:lnTo>
                    <a:pt x="29210" y="63487"/>
                  </a:lnTo>
                  <a:lnTo>
                    <a:pt x="29210" y="53340"/>
                  </a:lnTo>
                  <a:close/>
                </a:path>
                <a:path w="29210" h="181610">
                  <a:moveTo>
                    <a:pt x="29210" y="50800"/>
                  </a:moveTo>
                  <a:lnTo>
                    <a:pt x="0" y="50800"/>
                  </a:lnTo>
                  <a:lnTo>
                    <a:pt x="0" y="53327"/>
                  </a:lnTo>
                  <a:lnTo>
                    <a:pt x="29210" y="53327"/>
                  </a:lnTo>
                  <a:lnTo>
                    <a:pt x="29210" y="50800"/>
                  </a:lnTo>
                  <a:close/>
                </a:path>
                <a:path w="29210" h="181610">
                  <a:moveTo>
                    <a:pt x="29210" y="46990"/>
                  </a:moveTo>
                  <a:lnTo>
                    <a:pt x="0" y="46990"/>
                  </a:lnTo>
                  <a:lnTo>
                    <a:pt x="0" y="50787"/>
                  </a:lnTo>
                  <a:lnTo>
                    <a:pt x="29210" y="50787"/>
                  </a:lnTo>
                  <a:lnTo>
                    <a:pt x="29210" y="46990"/>
                  </a:lnTo>
                  <a:close/>
                </a:path>
                <a:path w="29210" h="181610">
                  <a:moveTo>
                    <a:pt x="29210" y="40640"/>
                  </a:moveTo>
                  <a:lnTo>
                    <a:pt x="0" y="40640"/>
                  </a:lnTo>
                  <a:lnTo>
                    <a:pt x="0" y="46977"/>
                  </a:lnTo>
                  <a:lnTo>
                    <a:pt x="29210" y="46977"/>
                  </a:lnTo>
                  <a:lnTo>
                    <a:pt x="29210" y="40640"/>
                  </a:lnTo>
                  <a:close/>
                </a:path>
                <a:path w="29210" h="181610">
                  <a:moveTo>
                    <a:pt x="29210" y="34290"/>
                  </a:moveTo>
                  <a:lnTo>
                    <a:pt x="0" y="34290"/>
                  </a:lnTo>
                  <a:lnTo>
                    <a:pt x="0" y="40627"/>
                  </a:lnTo>
                  <a:lnTo>
                    <a:pt x="29210" y="40627"/>
                  </a:lnTo>
                  <a:lnTo>
                    <a:pt x="29210" y="34290"/>
                  </a:lnTo>
                  <a:close/>
                </a:path>
                <a:path w="29210" h="181610">
                  <a:moveTo>
                    <a:pt x="29210" y="27940"/>
                  </a:moveTo>
                  <a:lnTo>
                    <a:pt x="0" y="27940"/>
                  </a:lnTo>
                  <a:lnTo>
                    <a:pt x="0" y="34277"/>
                  </a:lnTo>
                  <a:lnTo>
                    <a:pt x="29210" y="34277"/>
                  </a:lnTo>
                  <a:lnTo>
                    <a:pt x="29210" y="27940"/>
                  </a:lnTo>
                  <a:close/>
                </a:path>
                <a:path w="29210" h="181610">
                  <a:moveTo>
                    <a:pt x="29210" y="25400"/>
                  </a:moveTo>
                  <a:lnTo>
                    <a:pt x="0" y="25400"/>
                  </a:lnTo>
                  <a:lnTo>
                    <a:pt x="0" y="27927"/>
                  </a:lnTo>
                  <a:lnTo>
                    <a:pt x="29210" y="27927"/>
                  </a:lnTo>
                  <a:lnTo>
                    <a:pt x="29210" y="25400"/>
                  </a:lnTo>
                  <a:close/>
                </a:path>
                <a:path w="29210" h="181610">
                  <a:moveTo>
                    <a:pt x="2921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29210" y="25387"/>
                  </a:lnTo>
                  <a:lnTo>
                    <a:pt x="29210" y="21590"/>
                  </a:lnTo>
                  <a:close/>
                </a:path>
                <a:path w="29210" h="181610">
                  <a:moveTo>
                    <a:pt x="29210" y="15240"/>
                  </a:moveTo>
                  <a:lnTo>
                    <a:pt x="0" y="15240"/>
                  </a:lnTo>
                  <a:lnTo>
                    <a:pt x="0" y="21577"/>
                  </a:lnTo>
                  <a:lnTo>
                    <a:pt x="29210" y="21577"/>
                  </a:lnTo>
                  <a:lnTo>
                    <a:pt x="29210" y="15240"/>
                  </a:lnTo>
                  <a:close/>
                </a:path>
                <a:path w="29210" h="181610">
                  <a:moveTo>
                    <a:pt x="292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9210" y="15227"/>
                  </a:lnTo>
                  <a:lnTo>
                    <a:pt x="29210" y="12700"/>
                  </a:lnTo>
                  <a:close/>
                </a:path>
                <a:path w="29210" h="181610">
                  <a:moveTo>
                    <a:pt x="292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9210" y="12687"/>
                  </a:lnTo>
                  <a:lnTo>
                    <a:pt x="29210" y="8890"/>
                  </a:lnTo>
                  <a:close/>
                </a:path>
                <a:path w="29210" h="181610">
                  <a:moveTo>
                    <a:pt x="29210" y="0"/>
                  </a:moveTo>
                  <a:lnTo>
                    <a:pt x="0" y="0"/>
                  </a:lnTo>
                  <a:lnTo>
                    <a:pt x="0" y="8877"/>
                  </a:lnTo>
                  <a:lnTo>
                    <a:pt x="29210" y="8877"/>
                  </a:lnTo>
                  <a:lnTo>
                    <a:pt x="29210" y="0"/>
                  </a:lnTo>
                  <a:close/>
                </a:path>
              </a:pathLst>
            </a:custGeom>
            <a:solidFill>
              <a:srgbClr val="1D3A5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0" name="object 3720"/>
            <p:cNvSpPr/>
            <p:nvPr/>
          </p:nvSpPr>
          <p:spPr>
            <a:xfrm>
              <a:off x="4041140" y="5033010"/>
              <a:ext cx="27940" cy="476250"/>
            </a:xfrm>
            <a:custGeom>
              <a:avLst/>
              <a:gdLst/>
              <a:ahLst/>
              <a:cxnLst/>
              <a:rect l="l" t="t" r="r" b="b"/>
              <a:pathLst>
                <a:path w="27939" h="476250">
                  <a:moveTo>
                    <a:pt x="27940" y="467372"/>
                  </a:moveTo>
                  <a:lnTo>
                    <a:pt x="0" y="467372"/>
                  </a:lnTo>
                  <a:lnTo>
                    <a:pt x="0" y="476250"/>
                  </a:lnTo>
                  <a:lnTo>
                    <a:pt x="27940" y="476250"/>
                  </a:lnTo>
                  <a:lnTo>
                    <a:pt x="27940" y="467372"/>
                  </a:lnTo>
                  <a:close/>
                </a:path>
                <a:path w="27939" h="476250">
                  <a:moveTo>
                    <a:pt x="27940" y="463562"/>
                  </a:moveTo>
                  <a:lnTo>
                    <a:pt x="0" y="463562"/>
                  </a:lnTo>
                  <a:lnTo>
                    <a:pt x="0" y="467360"/>
                  </a:lnTo>
                  <a:lnTo>
                    <a:pt x="27940" y="467360"/>
                  </a:lnTo>
                  <a:lnTo>
                    <a:pt x="27940" y="463562"/>
                  </a:lnTo>
                  <a:close/>
                </a:path>
                <a:path w="27939" h="476250">
                  <a:moveTo>
                    <a:pt x="27940" y="461022"/>
                  </a:moveTo>
                  <a:lnTo>
                    <a:pt x="0" y="461022"/>
                  </a:lnTo>
                  <a:lnTo>
                    <a:pt x="0" y="463550"/>
                  </a:lnTo>
                  <a:lnTo>
                    <a:pt x="27940" y="463550"/>
                  </a:lnTo>
                  <a:lnTo>
                    <a:pt x="27940" y="461022"/>
                  </a:lnTo>
                  <a:close/>
                </a:path>
                <a:path w="27939" h="476250">
                  <a:moveTo>
                    <a:pt x="27940" y="457212"/>
                  </a:moveTo>
                  <a:lnTo>
                    <a:pt x="0" y="457212"/>
                  </a:lnTo>
                  <a:lnTo>
                    <a:pt x="0" y="461010"/>
                  </a:lnTo>
                  <a:lnTo>
                    <a:pt x="27940" y="461010"/>
                  </a:lnTo>
                  <a:lnTo>
                    <a:pt x="27940" y="457212"/>
                  </a:lnTo>
                  <a:close/>
                </a:path>
                <a:path w="27939" h="476250">
                  <a:moveTo>
                    <a:pt x="27940" y="448322"/>
                  </a:moveTo>
                  <a:lnTo>
                    <a:pt x="0" y="448322"/>
                  </a:lnTo>
                  <a:lnTo>
                    <a:pt x="0" y="457200"/>
                  </a:lnTo>
                  <a:lnTo>
                    <a:pt x="27940" y="457200"/>
                  </a:lnTo>
                  <a:lnTo>
                    <a:pt x="27940" y="448322"/>
                  </a:lnTo>
                  <a:close/>
                </a:path>
                <a:path w="27939" h="476250">
                  <a:moveTo>
                    <a:pt x="27940" y="429272"/>
                  </a:moveTo>
                  <a:lnTo>
                    <a:pt x="0" y="429272"/>
                  </a:lnTo>
                  <a:lnTo>
                    <a:pt x="0" y="448310"/>
                  </a:lnTo>
                  <a:lnTo>
                    <a:pt x="27940" y="448310"/>
                  </a:lnTo>
                  <a:lnTo>
                    <a:pt x="27940" y="429272"/>
                  </a:lnTo>
                  <a:close/>
                </a:path>
                <a:path w="27939" h="476250">
                  <a:moveTo>
                    <a:pt x="27940" y="422922"/>
                  </a:moveTo>
                  <a:lnTo>
                    <a:pt x="0" y="422922"/>
                  </a:lnTo>
                  <a:lnTo>
                    <a:pt x="0" y="429260"/>
                  </a:lnTo>
                  <a:lnTo>
                    <a:pt x="27940" y="429260"/>
                  </a:lnTo>
                  <a:lnTo>
                    <a:pt x="27940" y="422922"/>
                  </a:lnTo>
                  <a:close/>
                </a:path>
                <a:path w="27939" h="476250">
                  <a:moveTo>
                    <a:pt x="27940" y="416572"/>
                  </a:moveTo>
                  <a:lnTo>
                    <a:pt x="0" y="416572"/>
                  </a:lnTo>
                  <a:lnTo>
                    <a:pt x="0" y="422910"/>
                  </a:lnTo>
                  <a:lnTo>
                    <a:pt x="27940" y="422910"/>
                  </a:lnTo>
                  <a:lnTo>
                    <a:pt x="27940" y="416572"/>
                  </a:lnTo>
                  <a:close/>
                </a:path>
                <a:path w="27939" h="476250">
                  <a:moveTo>
                    <a:pt x="27940" y="412762"/>
                  </a:moveTo>
                  <a:lnTo>
                    <a:pt x="0" y="412762"/>
                  </a:lnTo>
                  <a:lnTo>
                    <a:pt x="0" y="416560"/>
                  </a:lnTo>
                  <a:lnTo>
                    <a:pt x="27940" y="416560"/>
                  </a:lnTo>
                  <a:lnTo>
                    <a:pt x="27940" y="412762"/>
                  </a:lnTo>
                  <a:close/>
                </a:path>
                <a:path w="27939" h="476250">
                  <a:moveTo>
                    <a:pt x="27940" y="410222"/>
                  </a:moveTo>
                  <a:lnTo>
                    <a:pt x="0" y="410222"/>
                  </a:lnTo>
                  <a:lnTo>
                    <a:pt x="0" y="412750"/>
                  </a:lnTo>
                  <a:lnTo>
                    <a:pt x="27940" y="412750"/>
                  </a:lnTo>
                  <a:lnTo>
                    <a:pt x="27940" y="410222"/>
                  </a:lnTo>
                  <a:close/>
                </a:path>
                <a:path w="27939" h="476250">
                  <a:moveTo>
                    <a:pt x="27940" y="406412"/>
                  </a:moveTo>
                  <a:lnTo>
                    <a:pt x="0" y="406412"/>
                  </a:lnTo>
                  <a:lnTo>
                    <a:pt x="0" y="410210"/>
                  </a:lnTo>
                  <a:lnTo>
                    <a:pt x="27940" y="410210"/>
                  </a:lnTo>
                  <a:lnTo>
                    <a:pt x="27940" y="406412"/>
                  </a:lnTo>
                  <a:close/>
                </a:path>
                <a:path w="27939" h="476250">
                  <a:moveTo>
                    <a:pt x="27940" y="403872"/>
                  </a:moveTo>
                  <a:lnTo>
                    <a:pt x="0" y="403872"/>
                  </a:lnTo>
                  <a:lnTo>
                    <a:pt x="0" y="406400"/>
                  </a:lnTo>
                  <a:lnTo>
                    <a:pt x="27940" y="406400"/>
                  </a:lnTo>
                  <a:lnTo>
                    <a:pt x="27940" y="403872"/>
                  </a:lnTo>
                  <a:close/>
                </a:path>
                <a:path w="27939" h="476250">
                  <a:moveTo>
                    <a:pt x="27940" y="397522"/>
                  </a:moveTo>
                  <a:lnTo>
                    <a:pt x="0" y="397522"/>
                  </a:lnTo>
                  <a:lnTo>
                    <a:pt x="0" y="403860"/>
                  </a:lnTo>
                  <a:lnTo>
                    <a:pt x="27940" y="403860"/>
                  </a:lnTo>
                  <a:lnTo>
                    <a:pt x="27940" y="397522"/>
                  </a:lnTo>
                  <a:close/>
                </a:path>
                <a:path w="27939" h="476250">
                  <a:moveTo>
                    <a:pt x="27940" y="393712"/>
                  </a:moveTo>
                  <a:lnTo>
                    <a:pt x="0" y="393712"/>
                  </a:lnTo>
                  <a:lnTo>
                    <a:pt x="0" y="397510"/>
                  </a:lnTo>
                  <a:lnTo>
                    <a:pt x="27940" y="397510"/>
                  </a:lnTo>
                  <a:lnTo>
                    <a:pt x="27940" y="393712"/>
                  </a:lnTo>
                  <a:close/>
                </a:path>
                <a:path w="27939" h="476250">
                  <a:moveTo>
                    <a:pt x="27940" y="391172"/>
                  </a:moveTo>
                  <a:lnTo>
                    <a:pt x="0" y="391172"/>
                  </a:lnTo>
                  <a:lnTo>
                    <a:pt x="0" y="393700"/>
                  </a:lnTo>
                  <a:lnTo>
                    <a:pt x="27940" y="393700"/>
                  </a:lnTo>
                  <a:lnTo>
                    <a:pt x="27940" y="391172"/>
                  </a:lnTo>
                  <a:close/>
                </a:path>
                <a:path w="27939" h="476250">
                  <a:moveTo>
                    <a:pt x="27940" y="387362"/>
                  </a:moveTo>
                  <a:lnTo>
                    <a:pt x="0" y="387362"/>
                  </a:lnTo>
                  <a:lnTo>
                    <a:pt x="0" y="391160"/>
                  </a:lnTo>
                  <a:lnTo>
                    <a:pt x="27940" y="391160"/>
                  </a:lnTo>
                  <a:lnTo>
                    <a:pt x="27940" y="387362"/>
                  </a:lnTo>
                  <a:close/>
                </a:path>
                <a:path w="27939" h="476250">
                  <a:moveTo>
                    <a:pt x="27940" y="384822"/>
                  </a:moveTo>
                  <a:lnTo>
                    <a:pt x="0" y="384822"/>
                  </a:lnTo>
                  <a:lnTo>
                    <a:pt x="0" y="387350"/>
                  </a:lnTo>
                  <a:lnTo>
                    <a:pt x="27940" y="387350"/>
                  </a:lnTo>
                  <a:lnTo>
                    <a:pt x="27940" y="384822"/>
                  </a:lnTo>
                  <a:close/>
                </a:path>
                <a:path w="27939" h="476250">
                  <a:moveTo>
                    <a:pt x="27940" y="365772"/>
                  </a:moveTo>
                  <a:lnTo>
                    <a:pt x="0" y="365772"/>
                  </a:lnTo>
                  <a:lnTo>
                    <a:pt x="0" y="384810"/>
                  </a:lnTo>
                  <a:lnTo>
                    <a:pt x="27940" y="384810"/>
                  </a:lnTo>
                  <a:lnTo>
                    <a:pt x="27940" y="365772"/>
                  </a:lnTo>
                  <a:close/>
                </a:path>
                <a:path w="27939" h="476250">
                  <a:moveTo>
                    <a:pt x="27940" y="359422"/>
                  </a:moveTo>
                  <a:lnTo>
                    <a:pt x="0" y="359422"/>
                  </a:lnTo>
                  <a:lnTo>
                    <a:pt x="0" y="365760"/>
                  </a:lnTo>
                  <a:lnTo>
                    <a:pt x="27940" y="365760"/>
                  </a:lnTo>
                  <a:lnTo>
                    <a:pt x="27940" y="359422"/>
                  </a:lnTo>
                  <a:close/>
                </a:path>
                <a:path w="27939" h="476250">
                  <a:moveTo>
                    <a:pt x="27940" y="355612"/>
                  </a:moveTo>
                  <a:lnTo>
                    <a:pt x="0" y="355612"/>
                  </a:lnTo>
                  <a:lnTo>
                    <a:pt x="0" y="359410"/>
                  </a:lnTo>
                  <a:lnTo>
                    <a:pt x="27940" y="359410"/>
                  </a:lnTo>
                  <a:lnTo>
                    <a:pt x="27940" y="355612"/>
                  </a:lnTo>
                  <a:close/>
                </a:path>
                <a:path w="27939" h="476250">
                  <a:moveTo>
                    <a:pt x="27940" y="346722"/>
                  </a:moveTo>
                  <a:lnTo>
                    <a:pt x="0" y="346722"/>
                  </a:lnTo>
                  <a:lnTo>
                    <a:pt x="0" y="355600"/>
                  </a:lnTo>
                  <a:lnTo>
                    <a:pt x="27940" y="355600"/>
                  </a:lnTo>
                  <a:lnTo>
                    <a:pt x="27940" y="346722"/>
                  </a:lnTo>
                  <a:close/>
                </a:path>
                <a:path w="27939" h="476250">
                  <a:moveTo>
                    <a:pt x="27940" y="340372"/>
                  </a:moveTo>
                  <a:lnTo>
                    <a:pt x="0" y="340372"/>
                  </a:lnTo>
                  <a:lnTo>
                    <a:pt x="0" y="346710"/>
                  </a:lnTo>
                  <a:lnTo>
                    <a:pt x="27940" y="346710"/>
                  </a:lnTo>
                  <a:lnTo>
                    <a:pt x="27940" y="340372"/>
                  </a:lnTo>
                  <a:close/>
                </a:path>
                <a:path w="27939" h="476250">
                  <a:moveTo>
                    <a:pt x="27940" y="334022"/>
                  </a:moveTo>
                  <a:lnTo>
                    <a:pt x="0" y="334022"/>
                  </a:lnTo>
                  <a:lnTo>
                    <a:pt x="0" y="340360"/>
                  </a:lnTo>
                  <a:lnTo>
                    <a:pt x="27940" y="340360"/>
                  </a:lnTo>
                  <a:lnTo>
                    <a:pt x="27940" y="334022"/>
                  </a:lnTo>
                  <a:close/>
                </a:path>
                <a:path w="27939" h="476250">
                  <a:moveTo>
                    <a:pt x="27940" y="330212"/>
                  </a:moveTo>
                  <a:lnTo>
                    <a:pt x="0" y="330212"/>
                  </a:lnTo>
                  <a:lnTo>
                    <a:pt x="0" y="334010"/>
                  </a:lnTo>
                  <a:lnTo>
                    <a:pt x="27940" y="334010"/>
                  </a:lnTo>
                  <a:lnTo>
                    <a:pt x="27940" y="330212"/>
                  </a:lnTo>
                  <a:close/>
                </a:path>
                <a:path w="27939" h="476250">
                  <a:moveTo>
                    <a:pt x="27940" y="327672"/>
                  </a:moveTo>
                  <a:lnTo>
                    <a:pt x="0" y="327672"/>
                  </a:lnTo>
                  <a:lnTo>
                    <a:pt x="0" y="330200"/>
                  </a:lnTo>
                  <a:lnTo>
                    <a:pt x="27940" y="330200"/>
                  </a:lnTo>
                  <a:lnTo>
                    <a:pt x="27940" y="327672"/>
                  </a:lnTo>
                  <a:close/>
                </a:path>
                <a:path w="27939" h="476250">
                  <a:moveTo>
                    <a:pt x="27940" y="317512"/>
                  </a:moveTo>
                  <a:lnTo>
                    <a:pt x="0" y="317512"/>
                  </a:lnTo>
                  <a:lnTo>
                    <a:pt x="0" y="327660"/>
                  </a:lnTo>
                  <a:lnTo>
                    <a:pt x="27940" y="327660"/>
                  </a:lnTo>
                  <a:lnTo>
                    <a:pt x="27940" y="317512"/>
                  </a:lnTo>
                  <a:close/>
                </a:path>
                <a:path w="27939" h="476250">
                  <a:moveTo>
                    <a:pt x="27940" y="314972"/>
                  </a:moveTo>
                  <a:lnTo>
                    <a:pt x="0" y="314972"/>
                  </a:lnTo>
                  <a:lnTo>
                    <a:pt x="0" y="317500"/>
                  </a:lnTo>
                  <a:lnTo>
                    <a:pt x="27940" y="317500"/>
                  </a:lnTo>
                  <a:lnTo>
                    <a:pt x="27940" y="314972"/>
                  </a:lnTo>
                  <a:close/>
                </a:path>
                <a:path w="27939" h="476250">
                  <a:moveTo>
                    <a:pt x="27940" y="311162"/>
                  </a:moveTo>
                  <a:lnTo>
                    <a:pt x="0" y="311162"/>
                  </a:lnTo>
                  <a:lnTo>
                    <a:pt x="0" y="314960"/>
                  </a:lnTo>
                  <a:lnTo>
                    <a:pt x="27940" y="314960"/>
                  </a:lnTo>
                  <a:lnTo>
                    <a:pt x="27940" y="311162"/>
                  </a:lnTo>
                  <a:close/>
                </a:path>
                <a:path w="27939" h="476250">
                  <a:moveTo>
                    <a:pt x="27940" y="304812"/>
                  </a:moveTo>
                  <a:lnTo>
                    <a:pt x="0" y="304812"/>
                  </a:lnTo>
                  <a:lnTo>
                    <a:pt x="0" y="311150"/>
                  </a:lnTo>
                  <a:lnTo>
                    <a:pt x="27940" y="311150"/>
                  </a:lnTo>
                  <a:lnTo>
                    <a:pt x="27940" y="304812"/>
                  </a:lnTo>
                  <a:close/>
                </a:path>
                <a:path w="27939" h="476250">
                  <a:moveTo>
                    <a:pt x="27940" y="292112"/>
                  </a:moveTo>
                  <a:lnTo>
                    <a:pt x="0" y="292112"/>
                  </a:lnTo>
                  <a:lnTo>
                    <a:pt x="0" y="304800"/>
                  </a:lnTo>
                  <a:lnTo>
                    <a:pt x="27940" y="304800"/>
                  </a:lnTo>
                  <a:lnTo>
                    <a:pt x="27940" y="292112"/>
                  </a:lnTo>
                  <a:close/>
                </a:path>
                <a:path w="27939" h="476250">
                  <a:moveTo>
                    <a:pt x="27940" y="289572"/>
                  </a:moveTo>
                  <a:lnTo>
                    <a:pt x="0" y="289572"/>
                  </a:lnTo>
                  <a:lnTo>
                    <a:pt x="0" y="292100"/>
                  </a:lnTo>
                  <a:lnTo>
                    <a:pt x="27940" y="292100"/>
                  </a:lnTo>
                  <a:lnTo>
                    <a:pt x="27940" y="289572"/>
                  </a:lnTo>
                  <a:close/>
                </a:path>
                <a:path w="27939" h="476250">
                  <a:moveTo>
                    <a:pt x="27940" y="285762"/>
                  </a:moveTo>
                  <a:lnTo>
                    <a:pt x="0" y="285762"/>
                  </a:lnTo>
                  <a:lnTo>
                    <a:pt x="0" y="289560"/>
                  </a:lnTo>
                  <a:lnTo>
                    <a:pt x="27940" y="289560"/>
                  </a:lnTo>
                  <a:lnTo>
                    <a:pt x="27940" y="285762"/>
                  </a:lnTo>
                  <a:close/>
                </a:path>
                <a:path w="27939" h="476250">
                  <a:moveTo>
                    <a:pt x="27940" y="283222"/>
                  </a:moveTo>
                  <a:lnTo>
                    <a:pt x="0" y="283222"/>
                  </a:lnTo>
                  <a:lnTo>
                    <a:pt x="0" y="285750"/>
                  </a:lnTo>
                  <a:lnTo>
                    <a:pt x="27940" y="285750"/>
                  </a:lnTo>
                  <a:lnTo>
                    <a:pt x="27940" y="283222"/>
                  </a:lnTo>
                  <a:close/>
                </a:path>
                <a:path w="27939" h="476250">
                  <a:moveTo>
                    <a:pt x="27940" y="279412"/>
                  </a:moveTo>
                  <a:lnTo>
                    <a:pt x="0" y="279412"/>
                  </a:lnTo>
                  <a:lnTo>
                    <a:pt x="0" y="283210"/>
                  </a:lnTo>
                  <a:lnTo>
                    <a:pt x="27940" y="283210"/>
                  </a:lnTo>
                  <a:lnTo>
                    <a:pt x="27940" y="279412"/>
                  </a:lnTo>
                  <a:close/>
                </a:path>
                <a:path w="27939" h="476250">
                  <a:moveTo>
                    <a:pt x="27940" y="273062"/>
                  </a:moveTo>
                  <a:lnTo>
                    <a:pt x="0" y="273062"/>
                  </a:lnTo>
                  <a:lnTo>
                    <a:pt x="0" y="279400"/>
                  </a:lnTo>
                  <a:lnTo>
                    <a:pt x="27940" y="279400"/>
                  </a:lnTo>
                  <a:lnTo>
                    <a:pt x="27940" y="273062"/>
                  </a:lnTo>
                  <a:close/>
                </a:path>
                <a:path w="27939" h="476250">
                  <a:moveTo>
                    <a:pt x="27940" y="234962"/>
                  </a:moveTo>
                  <a:lnTo>
                    <a:pt x="0" y="234962"/>
                  </a:lnTo>
                  <a:lnTo>
                    <a:pt x="0" y="273050"/>
                  </a:lnTo>
                  <a:lnTo>
                    <a:pt x="27940" y="273050"/>
                  </a:lnTo>
                  <a:lnTo>
                    <a:pt x="27940" y="234962"/>
                  </a:lnTo>
                  <a:close/>
                </a:path>
                <a:path w="27939" h="476250">
                  <a:moveTo>
                    <a:pt x="2794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7940" y="234950"/>
                  </a:lnTo>
                  <a:lnTo>
                    <a:pt x="27940" y="232422"/>
                  </a:lnTo>
                  <a:close/>
                </a:path>
                <a:path w="27939" h="476250">
                  <a:moveTo>
                    <a:pt x="2794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27940" y="232410"/>
                  </a:lnTo>
                  <a:lnTo>
                    <a:pt x="27940" y="226072"/>
                  </a:lnTo>
                  <a:close/>
                </a:path>
                <a:path w="27939" h="476250">
                  <a:moveTo>
                    <a:pt x="2794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27940" y="226060"/>
                  </a:lnTo>
                  <a:lnTo>
                    <a:pt x="27940" y="222262"/>
                  </a:lnTo>
                  <a:close/>
                </a:path>
                <a:path w="27939" h="476250">
                  <a:moveTo>
                    <a:pt x="2794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27940" y="222250"/>
                  </a:lnTo>
                  <a:lnTo>
                    <a:pt x="27940" y="219722"/>
                  </a:lnTo>
                  <a:close/>
                </a:path>
                <a:path w="27939" h="476250">
                  <a:moveTo>
                    <a:pt x="27940" y="213372"/>
                  </a:moveTo>
                  <a:lnTo>
                    <a:pt x="0" y="213372"/>
                  </a:lnTo>
                  <a:lnTo>
                    <a:pt x="0" y="219710"/>
                  </a:lnTo>
                  <a:lnTo>
                    <a:pt x="27940" y="219710"/>
                  </a:lnTo>
                  <a:lnTo>
                    <a:pt x="27940" y="213372"/>
                  </a:lnTo>
                  <a:close/>
                </a:path>
                <a:path w="27939" h="476250">
                  <a:moveTo>
                    <a:pt x="27940" y="207022"/>
                  </a:moveTo>
                  <a:lnTo>
                    <a:pt x="0" y="207022"/>
                  </a:lnTo>
                  <a:lnTo>
                    <a:pt x="0" y="213360"/>
                  </a:lnTo>
                  <a:lnTo>
                    <a:pt x="27940" y="213360"/>
                  </a:lnTo>
                  <a:lnTo>
                    <a:pt x="27940" y="207022"/>
                  </a:lnTo>
                  <a:close/>
                </a:path>
                <a:path w="27939" h="476250">
                  <a:moveTo>
                    <a:pt x="27940" y="195592"/>
                  </a:moveTo>
                  <a:lnTo>
                    <a:pt x="0" y="195592"/>
                  </a:lnTo>
                  <a:lnTo>
                    <a:pt x="0" y="207010"/>
                  </a:lnTo>
                  <a:lnTo>
                    <a:pt x="27940" y="207010"/>
                  </a:lnTo>
                  <a:lnTo>
                    <a:pt x="27940" y="195592"/>
                  </a:lnTo>
                  <a:close/>
                </a:path>
                <a:path w="27939" h="476250">
                  <a:moveTo>
                    <a:pt x="2794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7940" y="195580"/>
                  </a:lnTo>
                  <a:lnTo>
                    <a:pt x="27940" y="189242"/>
                  </a:lnTo>
                  <a:close/>
                </a:path>
                <a:path w="27939" h="476250">
                  <a:moveTo>
                    <a:pt x="27940" y="182892"/>
                  </a:moveTo>
                  <a:lnTo>
                    <a:pt x="0" y="182892"/>
                  </a:lnTo>
                  <a:lnTo>
                    <a:pt x="0" y="189230"/>
                  </a:lnTo>
                  <a:lnTo>
                    <a:pt x="27940" y="189230"/>
                  </a:lnTo>
                  <a:lnTo>
                    <a:pt x="27940" y="182892"/>
                  </a:lnTo>
                  <a:close/>
                </a:path>
                <a:path w="27939" h="476250">
                  <a:moveTo>
                    <a:pt x="27940" y="176542"/>
                  </a:moveTo>
                  <a:lnTo>
                    <a:pt x="0" y="176542"/>
                  </a:lnTo>
                  <a:lnTo>
                    <a:pt x="0" y="182880"/>
                  </a:lnTo>
                  <a:lnTo>
                    <a:pt x="27940" y="182880"/>
                  </a:lnTo>
                  <a:lnTo>
                    <a:pt x="27940" y="176542"/>
                  </a:lnTo>
                  <a:close/>
                </a:path>
                <a:path w="27939" h="476250">
                  <a:moveTo>
                    <a:pt x="27940" y="170192"/>
                  </a:moveTo>
                  <a:lnTo>
                    <a:pt x="0" y="170192"/>
                  </a:lnTo>
                  <a:lnTo>
                    <a:pt x="0" y="176530"/>
                  </a:lnTo>
                  <a:lnTo>
                    <a:pt x="27940" y="176530"/>
                  </a:lnTo>
                  <a:lnTo>
                    <a:pt x="27940" y="170192"/>
                  </a:lnTo>
                  <a:close/>
                </a:path>
                <a:path w="27939" h="476250">
                  <a:moveTo>
                    <a:pt x="27940" y="163842"/>
                  </a:moveTo>
                  <a:lnTo>
                    <a:pt x="0" y="163842"/>
                  </a:lnTo>
                  <a:lnTo>
                    <a:pt x="0" y="170180"/>
                  </a:lnTo>
                  <a:lnTo>
                    <a:pt x="27940" y="170180"/>
                  </a:lnTo>
                  <a:lnTo>
                    <a:pt x="27940" y="163842"/>
                  </a:lnTo>
                  <a:close/>
                </a:path>
                <a:path w="27939" h="476250">
                  <a:moveTo>
                    <a:pt x="27940" y="157492"/>
                  </a:moveTo>
                  <a:lnTo>
                    <a:pt x="0" y="157492"/>
                  </a:lnTo>
                  <a:lnTo>
                    <a:pt x="0" y="163830"/>
                  </a:lnTo>
                  <a:lnTo>
                    <a:pt x="27940" y="163830"/>
                  </a:lnTo>
                  <a:lnTo>
                    <a:pt x="27940" y="157492"/>
                  </a:lnTo>
                  <a:close/>
                </a:path>
                <a:path w="27939" h="476250">
                  <a:moveTo>
                    <a:pt x="2794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7940" y="157480"/>
                  </a:lnTo>
                  <a:lnTo>
                    <a:pt x="27940" y="151142"/>
                  </a:lnTo>
                  <a:close/>
                </a:path>
                <a:path w="27939" h="476250">
                  <a:moveTo>
                    <a:pt x="27940" y="138442"/>
                  </a:moveTo>
                  <a:lnTo>
                    <a:pt x="0" y="138442"/>
                  </a:lnTo>
                  <a:lnTo>
                    <a:pt x="0" y="151130"/>
                  </a:lnTo>
                  <a:lnTo>
                    <a:pt x="27940" y="151130"/>
                  </a:lnTo>
                  <a:lnTo>
                    <a:pt x="27940" y="138442"/>
                  </a:lnTo>
                  <a:close/>
                </a:path>
                <a:path w="27939" h="476250">
                  <a:moveTo>
                    <a:pt x="27940" y="132092"/>
                  </a:moveTo>
                  <a:lnTo>
                    <a:pt x="0" y="132092"/>
                  </a:lnTo>
                  <a:lnTo>
                    <a:pt x="0" y="138430"/>
                  </a:lnTo>
                  <a:lnTo>
                    <a:pt x="27940" y="138430"/>
                  </a:lnTo>
                  <a:lnTo>
                    <a:pt x="27940" y="132092"/>
                  </a:lnTo>
                  <a:close/>
                </a:path>
                <a:path w="27939" h="476250">
                  <a:moveTo>
                    <a:pt x="27940" y="125742"/>
                  </a:moveTo>
                  <a:lnTo>
                    <a:pt x="0" y="125742"/>
                  </a:lnTo>
                  <a:lnTo>
                    <a:pt x="0" y="132080"/>
                  </a:lnTo>
                  <a:lnTo>
                    <a:pt x="27940" y="132080"/>
                  </a:lnTo>
                  <a:lnTo>
                    <a:pt x="27940" y="125742"/>
                  </a:lnTo>
                  <a:close/>
                </a:path>
                <a:path w="27939" h="476250">
                  <a:moveTo>
                    <a:pt x="27940" y="119392"/>
                  </a:moveTo>
                  <a:lnTo>
                    <a:pt x="0" y="119392"/>
                  </a:lnTo>
                  <a:lnTo>
                    <a:pt x="0" y="125730"/>
                  </a:lnTo>
                  <a:lnTo>
                    <a:pt x="27940" y="125730"/>
                  </a:lnTo>
                  <a:lnTo>
                    <a:pt x="27940" y="119392"/>
                  </a:lnTo>
                  <a:close/>
                </a:path>
                <a:path w="27939" h="476250">
                  <a:moveTo>
                    <a:pt x="27940" y="113042"/>
                  </a:moveTo>
                  <a:lnTo>
                    <a:pt x="0" y="113042"/>
                  </a:lnTo>
                  <a:lnTo>
                    <a:pt x="0" y="119380"/>
                  </a:lnTo>
                  <a:lnTo>
                    <a:pt x="27940" y="119380"/>
                  </a:lnTo>
                  <a:lnTo>
                    <a:pt x="27940" y="113042"/>
                  </a:lnTo>
                  <a:close/>
                </a:path>
                <a:path w="27939" h="476250">
                  <a:moveTo>
                    <a:pt x="27940" y="106692"/>
                  </a:moveTo>
                  <a:lnTo>
                    <a:pt x="0" y="106692"/>
                  </a:lnTo>
                  <a:lnTo>
                    <a:pt x="0" y="113030"/>
                  </a:lnTo>
                  <a:lnTo>
                    <a:pt x="27940" y="113030"/>
                  </a:lnTo>
                  <a:lnTo>
                    <a:pt x="27940" y="106692"/>
                  </a:lnTo>
                  <a:close/>
                </a:path>
                <a:path w="27939" h="476250">
                  <a:moveTo>
                    <a:pt x="27940" y="100342"/>
                  </a:moveTo>
                  <a:lnTo>
                    <a:pt x="0" y="100342"/>
                  </a:lnTo>
                  <a:lnTo>
                    <a:pt x="0" y="106680"/>
                  </a:lnTo>
                  <a:lnTo>
                    <a:pt x="27940" y="106680"/>
                  </a:lnTo>
                  <a:lnTo>
                    <a:pt x="27940" y="100342"/>
                  </a:lnTo>
                  <a:close/>
                </a:path>
                <a:path w="27939" h="476250">
                  <a:moveTo>
                    <a:pt x="2794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7940" y="100330"/>
                  </a:lnTo>
                  <a:lnTo>
                    <a:pt x="27940" y="93992"/>
                  </a:lnTo>
                  <a:close/>
                </a:path>
                <a:path w="27939" h="476250">
                  <a:moveTo>
                    <a:pt x="2794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7940" y="93980"/>
                  </a:lnTo>
                  <a:lnTo>
                    <a:pt x="27940" y="87642"/>
                  </a:lnTo>
                  <a:close/>
                </a:path>
                <a:path w="27939" h="476250">
                  <a:moveTo>
                    <a:pt x="27940" y="81292"/>
                  </a:moveTo>
                  <a:lnTo>
                    <a:pt x="0" y="81292"/>
                  </a:lnTo>
                  <a:lnTo>
                    <a:pt x="0" y="87630"/>
                  </a:lnTo>
                  <a:lnTo>
                    <a:pt x="27940" y="87630"/>
                  </a:lnTo>
                  <a:lnTo>
                    <a:pt x="27940" y="81292"/>
                  </a:lnTo>
                  <a:close/>
                </a:path>
                <a:path w="27939" h="476250">
                  <a:moveTo>
                    <a:pt x="27940" y="68592"/>
                  </a:moveTo>
                  <a:lnTo>
                    <a:pt x="0" y="68592"/>
                  </a:lnTo>
                  <a:lnTo>
                    <a:pt x="0" y="81280"/>
                  </a:lnTo>
                  <a:lnTo>
                    <a:pt x="27940" y="81280"/>
                  </a:lnTo>
                  <a:lnTo>
                    <a:pt x="27940" y="68592"/>
                  </a:lnTo>
                  <a:close/>
                </a:path>
                <a:path w="27939" h="476250">
                  <a:moveTo>
                    <a:pt x="27940" y="62242"/>
                  </a:moveTo>
                  <a:lnTo>
                    <a:pt x="0" y="62242"/>
                  </a:lnTo>
                  <a:lnTo>
                    <a:pt x="0" y="68580"/>
                  </a:lnTo>
                  <a:lnTo>
                    <a:pt x="27940" y="68580"/>
                  </a:lnTo>
                  <a:lnTo>
                    <a:pt x="27940" y="62242"/>
                  </a:lnTo>
                  <a:close/>
                </a:path>
                <a:path w="27939" h="476250">
                  <a:moveTo>
                    <a:pt x="27940" y="55892"/>
                  </a:moveTo>
                  <a:lnTo>
                    <a:pt x="0" y="55892"/>
                  </a:lnTo>
                  <a:lnTo>
                    <a:pt x="0" y="62230"/>
                  </a:lnTo>
                  <a:lnTo>
                    <a:pt x="27940" y="62230"/>
                  </a:lnTo>
                  <a:lnTo>
                    <a:pt x="27940" y="55892"/>
                  </a:lnTo>
                  <a:close/>
                </a:path>
                <a:path w="27939" h="476250">
                  <a:moveTo>
                    <a:pt x="27940" y="49542"/>
                  </a:moveTo>
                  <a:lnTo>
                    <a:pt x="0" y="49542"/>
                  </a:lnTo>
                  <a:lnTo>
                    <a:pt x="0" y="55880"/>
                  </a:lnTo>
                  <a:lnTo>
                    <a:pt x="27940" y="55880"/>
                  </a:lnTo>
                  <a:lnTo>
                    <a:pt x="27940" y="49542"/>
                  </a:lnTo>
                  <a:close/>
                </a:path>
                <a:path w="27939" h="476250">
                  <a:moveTo>
                    <a:pt x="2794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7940" y="49530"/>
                  </a:lnTo>
                  <a:lnTo>
                    <a:pt x="27940" y="43192"/>
                  </a:lnTo>
                  <a:close/>
                </a:path>
                <a:path w="27939" h="476250">
                  <a:moveTo>
                    <a:pt x="2794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7940" y="43180"/>
                  </a:lnTo>
                  <a:lnTo>
                    <a:pt x="27940" y="36842"/>
                  </a:lnTo>
                  <a:close/>
                </a:path>
                <a:path w="27939" h="476250">
                  <a:moveTo>
                    <a:pt x="2794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7940" y="36830"/>
                  </a:lnTo>
                  <a:lnTo>
                    <a:pt x="27940" y="30492"/>
                  </a:lnTo>
                  <a:close/>
                </a:path>
                <a:path w="27939" h="476250">
                  <a:moveTo>
                    <a:pt x="27940" y="24142"/>
                  </a:moveTo>
                  <a:lnTo>
                    <a:pt x="0" y="24142"/>
                  </a:lnTo>
                  <a:lnTo>
                    <a:pt x="0" y="30480"/>
                  </a:lnTo>
                  <a:lnTo>
                    <a:pt x="27940" y="30480"/>
                  </a:lnTo>
                  <a:lnTo>
                    <a:pt x="27940" y="24142"/>
                  </a:lnTo>
                  <a:close/>
                </a:path>
                <a:path w="27939" h="476250">
                  <a:moveTo>
                    <a:pt x="2794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7940" y="24130"/>
                  </a:lnTo>
                  <a:lnTo>
                    <a:pt x="27940" y="17792"/>
                  </a:lnTo>
                  <a:close/>
                </a:path>
                <a:path w="27939" h="476250">
                  <a:moveTo>
                    <a:pt x="27940" y="5092"/>
                  </a:moveTo>
                  <a:lnTo>
                    <a:pt x="0" y="5092"/>
                  </a:lnTo>
                  <a:lnTo>
                    <a:pt x="0" y="17780"/>
                  </a:lnTo>
                  <a:lnTo>
                    <a:pt x="27940" y="17780"/>
                  </a:lnTo>
                  <a:lnTo>
                    <a:pt x="27940" y="5092"/>
                  </a:lnTo>
                  <a:close/>
                </a:path>
                <a:path w="27939" h="476250">
                  <a:moveTo>
                    <a:pt x="279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7940" y="5080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1D3B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1" name="object 3721"/>
            <p:cNvSpPr/>
            <p:nvPr/>
          </p:nvSpPr>
          <p:spPr>
            <a:xfrm>
              <a:off x="4041140" y="5500382"/>
              <a:ext cx="27940" cy="181610"/>
            </a:xfrm>
            <a:custGeom>
              <a:avLst/>
              <a:gdLst/>
              <a:ahLst/>
              <a:cxnLst/>
              <a:rect l="l" t="t" r="r" b="b"/>
              <a:pathLst>
                <a:path w="27939" h="181610">
                  <a:moveTo>
                    <a:pt x="27940" y="180340"/>
                  </a:moveTo>
                  <a:lnTo>
                    <a:pt x="0" y="180340"/>
                  </a:lnTo>
                  <a:lnTo>
                    <a:pt x="0" y="181597"/>
                  </a:lnTo>
                  <a:lnTo>
                    <a:pt x="27940" y="181597"/>
                  </a:lnTo>
                  <a:lnTo>
                    <a:pt x="27940" y="180340"/>
                  </a:lnTo>
                  <a:close/>
                </a:path>
                <a:path w="27939" h="181610">
                  <a:moveTo>
                    <a:pt x="27940" y="173990"/>
                  </a:moveTo>
                  <a:lnTo>
                    <a:pt x="0" y="173990"/>
                  </a:lnTo>
                  <a:lnTo>
                    <a:pt x="0" y="180327"/>
                  </a:lnTo>
                  <a:lnTo>
                    <a:pt x="27940" y="180327"/>
                  </a:lnTo>
                  <a:lnTo>
                    <a:pt x="27940" y="173990"/>
                  </a:lnTo>
                  <a:close/>
                </a:path>
                <a:path w="27939" h="181610">
                  <a:moveTo>
                    <a:pt x="27940" y="171450"/>
                  </a:moveTo>
                  <a:lnTo>
                    <a:pt x="0" y="171450"/>
                  </a:lnTo>
                  <a:lnTo>
                    <a:pt x="0" y="173977"/>
                  </a:lnTo>
                  <a:lnTo>
                    <a:pt x="27940" y="173977"/>
                  </a:lnTo>
                  <a:lnTo>
                    <a:pt x="27940" y="171450"/>
                  </a:lnTo>
                  <a:close/>
                </a:path>
                <a:path w="27939" h="181610">
                  <a:moveTo>
                    <a:pt x="27940" y="167640"/>
                  </a:moveTo>
                  <a:lnTo>
                    <a:pt x="0" y="167640"/>
                  </a:lnTo>
                  <a:lnTo>
                    <a:pt x="0" y="171437"/>
                  </a:lnTo>
                  <a:lnTo>
                    <a:pt x="27940" y="171437"/>
                  </a:lnTo>
                  <a:lnTo>
                    <a:pt x="27940" y="167640"/>
                  </a:lnTo>
                  <a:close/>
                </a:path>
                <a:path w="27939" h="181610">
                  <a:moveTo>
                    <a:pt x="27940" y="165100"/>
                  </a:moveTo>
                  <a:lnTo>
                    <a:pt x="0" y="165100"/>
                  </a:lnTo>
                  <a:lnTo>
                    <a:pt x="0" y="167627"/>
                  </a:lnTo>
                  <a:lnTo>
                    <a:pt x="27940" y="167627"/>
                  </a:lnTo>
                  <a:lnTo>
                    <a:pt x="27940" y="165100"/>
                  </a:lnTo>
                  <a:close/>
                </a:path>
                <a:path w="27939" h="181610">
                  <a:moveTo>
                    <a:pt x="27940" y="161290"/>
                  </a:moveTo>
                  <a:lnTo>
                    <a:pt x="0" y="161290"/>
                  </a:lnTo>
                  <a:lnTo>
                    <a:pt x="0" y="165087"/>
                  </a:lnTo>
                  <a:lnTo>
                    <a:pt x="27940" y="165087"/>
                  </a:lnTo>
                  <a:lnTo>
                    <a:pt x="27940" y="161290"/>
                  </a:lnTo>
                  <a:close/>
                </a:path>
                <a:path w="27939" h="181610">
                  <a:moveTo>
                    <a:pt x="27940" y="154940"/>
                  </a:moveTo>
                  <a:lnTo>
                    <a:pt x="0" y="154940"/>
                  </a:lnTo>
                  <a:lnTo>
                    <a:pt x="0" y="161277"/>
                  </a:lnTo>
                  <a:lnTo>
                    <a:pt x="27940" y="161277"/>
                  </a:lnTo>
                  <a:lnTo>
                    <a:pt x="27940" y="154940"/>
                  </a:lnTo>
                  <a:close/>
                </a:path>
                <a:path w="27939" h="181610">
                  <a:moveTo>
                    <a:pt x="27940" y="152400"/>
                  </a:moveTo>
                  <a:lnTo>
                    <a:pt x="0" y="152400"/>
                  </a:lnTo>
                  <a:lnTo>
                    <a:pt x="0" y="154927"/>
                  </a:lnTo>
                  <a:lnTo>
                    <a:pt x="27940" y="154927"/>
                  </a:lnTo>
                  <a:lnTo>
                    <a:pt x="27940" y="152400"/>
                  </a:lnTo>
                  <a:close/>
                </a:path>
                <a:path w="27939" h="181610">
                  <a:moveTo>
                    <a:pt x="27940" y="148590"/>
                  </a:moveTo>
                  <a:lnTo>
                    <a:pt x="0" y="148590"/>
                  </a:lnTo>
                  <a:lnTo>
                    <a:pt x="0" y="152387"/>
                  </a:lnTo>
                  <a:lnTo>
                    <a:pt x="27940" y="152387"/>
                  </a:lnTo>
                  <a:lnTo>
                    <a:pt x="27940" y="148590"/>
                  </a:lnTo>
                  <a:close/>
                </a:path>
                <a:path w="27939" h="181610">
                  <a:moveTo>
                    <a:pt x="27940" y="146050"/>
                  </a:moveTo>
                  <a:lnTo>
                    <a:pt x="0" y="146050"/>
                  </a:lnTo>
                  <a:lnTo>
                    <a:pt x="0" y="148577"/>
                  </a:lnTo>
                  <a:lnTo>
                    <a:pt x="27940" y="148577"/>
                  </a:lnTo>
                  <a:lnTo>
                    <a:pt x="27940" y="146050"/>
                  </a:lnTo>
                  <a:close/>
                </a:path>
                <a:path w="27939" h="181610">
                  <a:moveTo>
                    <a:pt x="27940" y="142240"/>
                  </a:moveTo>
                  <a:lnTo>
                    <a:pt x="0" y="142240"/>
                  </a:lnTo>
                  <a:lnTo>
                    <a:pt x="0" y="146037"/>
                  </a:lnTo>
                  <a:lnTo>
                    <a:pt x="27940" y="146037"/>
                  </a:lnTo>
                  <a:lnTo>
                    <a:pt x="27940" y="142240"/>
                  </a:lnTo>
                  <a:close/>
                </a:path>
                <a:path w="27939" h="181610">
                  <a:moveTo>
                    <a:pt x="27940" y="135890"/>
                  </a:moveTo>
                  <a:lnTo>
                    <a:pt x="0" y="135890"/>
                  </a:lnTo>
                  <a:lnTo>
                    <a:pt x="0" y="142227"/>
                  </a:lnTo>
                  <a:lnTo>
                    <a:pt x="27940" y="142227"/>
                  </a:lnTo>
                  <a:lnTo>
                    <a:pt x="27940" y="135890"/>
                  </a:lnTo>
                  <a:close/>
                </a:path>
                <a:path w="27939" h="181610">
                  <a:moveTo>
                    <a:pt x="27940" y="133350"/>
                  </a:moveTo>
                  <a:lnTo>
                    <a:pt x="0" y="133350"/>
                  </a:lnTo>
                  <a:lnTo>
                    <a:pt x="0" y="135877"/>
                  </a:lnTo>
                  <a:lnTo>
                    <a:pt x="27940" y="135877"/>
                  </a:lnTo>
                  <a:lnTo>
                    <a:pt x="27940" y="133350"/>
                  </a:lnTo>
                  <a:close/>
                </a:path>
                <a:path w="27939" h="181610">
                  <a:moveTo>
                    <a:pt x="27940" y="129540"/>
                  </a:moveTo>
                  <a:lnTo>
                    <a:pt x="0" y="129540"/>
                  </a:lnTo>
                  <a:lnTo>
                    <a:pt x="0" y="133337"/>
                  </a:lnTo>
                  <a:lnTo>
                    <a:pt x="27940" y="133337"/>
                  </a:lnTo>
                  <a:lnTo>
                    <a:pt x="27940" y="129540"/>
                  </a:lnTo>
                  <a:close/>
                </a:path>
                <a:path w="27939" h="181610">
                  <a:moveTo>
                    <a:pt x="27940" y="127000"/>
                  </a:moveTo>
                  <a:lnTo>
                    <a:pt x="0" y="127000"/>
                  </a:lnTo>
                  <a:lnTo>
                    <a:pt x="0" y="129527"/>
                  </a:lnTo>
                  <a:lnTo>
                    <a:pt x="27940" y="129527"/>
                  </a:lnTo>
                  <a:lnTo>
                    <a:pt x="27940" y="127000"/>
                  </a:lnTo>
                  <a:close/>
                </a:path>
                <a:path w="27939" h="181610">
                  <a:moveTo>
                    <a:pt x="27940" y="120650"/>
                  </a:moveTo>
                  <a:lnTo>
                    <a:pt x="0" y="120650"/>
                  </a:lnTo>
                  <a:lnTo>
                    <a:pt x="0" y="126987"/>
                  </a:lnTo>
                  <a:lnTo>
                    <a:pt x="27940" y="126987"/>
                  </a:lnTo>
                  <a:lnTo>
                    <a:pt x="27940" y="120650"/>
                  </a:lnTo>
                  <a:close/>
                </a:path>
                <a:path w="27939" h="181610">
                  <a:moveTo>
                    <a:pt x="2794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27940" y="120637"/>
                  </a:lnTo>
                  <a:lnTo>
                    <a:pt x="27940" y="114300"/>
                  </a:lnTo>
                  <a:close/>
                </a:path>
                <a:path w="27939" h="181610">
                  <a:moveTo>
                    <a:pt x="27940" y="110490"/>
                  </a:moveTo>
                  <a:lnTo>
                    <a:pt x="0" y="110490"/>
                  </a:lnTo>
                  <a:lnTo>
                    <a:pt x="0" y="114287"/>
                  </a:lnTo>
                  <a:lnTo>
                    <a:pt x="27940" y="114287"/>
                  </a:lnTo>
                  <a:lnTo>
                    <a:pt x="27940" y="110490"/>
                  </a:lnTo>
                  <a:close/>
                </a:path>
                <a:path w="27939" h="181610">
                  <a:moveTo>
                    <a:pt x="27940" y="107950"/>
                  </a:moveTo>
                  <a:lnTo>
                    <a:pt x="0" y="107950"/>
                  </a:lnTo>
                  <a:lnTo>
                    <a:pt x="0" y="110477"/>
                  </a:lnTo>
                  <a:lnTo>
                    <a:pt x="27940" y="110477"/>
                  </a:lnTo>
                  <a:lnTo>
                    <a:pt x="27940" y="107950"/>
                  </a:lnTo>
                  <a:close/>
                </a:path>
                <a:path w="27939" h="181610">
                  <a:moveTo>
                    <a:pt x="27940" y="104140"/>
                  </a:moveTo>
                  <a:lnTo>
                    <a:pt x="0" y="104140"/>
                  </a:lnTo>
                  <a:lnTo>
                    <a:pt x="0" y="107937"/>
                  </a:lnTo>
                  <a:lnTo>
                    <a:pt x="27940" y="107937"/>
                  </a:lnTo>
                  <a:lnTo>
                    <a:pt x="27940" y="104140"/>
                  </a:lnTo>
                  <a:close/>
                </a:path>
                <a:path w="27939" h="181610">
                  <a:moveTo>
                    <a:pt x="27940" y="101600"/>
                  </a:moveTo>
                  <a:lnTo>
                    <a:pt x="0" y="101600"/>
                  </a:lnTo>
                  <a:lnTo>
                    <a:pt x="0" y="104127"/>
                  </a:lnTo>
                  <a:lnTo>
                    <a:pt x="27940" y="104127"/>
                  </a:lnTo>
                  <a:lnTo>
                    <a:pt x="27940" y="101600"/>
                  </a:lnTo>
                  <a:close/>
                </a:path>
                <a:path w="27939" h="181610">
                  <a:moveTo>
                    <a:pt x="27940" y="97790"/>
                  </a:moveTo>
                  <a:lnTo>
                    <a:pt x="0" y="97790"/>
                  </a:lnTo>
                  <a:lnTo>
                    <a:pt x="0" y="101587"/>
                  </a:lnTo>
                  <a:lnTo>
                    <a:pt x="27940" y="101587"/>
                  </a:lnTo>
                  <a:lnTo>
                    <a:pt x="27940" y="97790"/>
                  </a:lnTo>
                  <a:close/>
                </a:path>
                <a:path w="27939" h="181610">
                  <a:moveTo>
                    <a:pt x="27940" y="95250"/>
                  </a:moveTo>
                  <a:lnTo>
                    <a:pt x="0" y="95250"/>
                  </a:lnTo>
                  <a:lnTo>
                    <a:pt x="0" y="97777"/>
                  </a:lnTo>
                  <a:lnTo>
                    <a:pt x="27940" y="97777"/>
                  </a:lnTo>
                  <a:lnTo>
                    <a:pt x="27940" y="95250"/>
                  </a:lnTo>
                  <a:close/>
                </a:path>
                <a:path w="27939" h="181610">
                  <a:moveTo>
                    <a:pt x="27940" y="91440"/>
                  </a:moveTo>
                  <a:lnTo>
                    <a:pt x="0" y="91440"/>
                  </a:lnTo>
                  <a:lnTo>
                    <a:pt x="0" y="95237"/>
                  </a:lnTo>
                  <a:lnTo>
                    <a:pt x="27940" y="95237"/>
                  </a:lnTo>
                  <a:lnTo>
                    <a:pt x="27940" y="91440"/>
                  </a:lnTo>
                  <a:close/>
                </a:path>
                <a:path w="27939" h="181610">
                  <a:moveTo>
                    <a:pt x="27940" y="82550"/>
                  </a:moveTo>
                  <a:lnTo>
                    <a:pt x="0" y="82550"/>
                  </a:lnTo>
                  <a:lnTo>
                    <a:pt x="0" y="91427"/>
                  </a:lnTo>
                  <a:lnTo>
                    <a:pt x="27940" y="91427"/>
                  </a:lnTo>
                  <a:lnTo>
                    <a:pt x="27940" y="82550"/>
                  </a:lnTo>
                  <a:close/>
                </a:path>
                <a:path w="27939" h="181610">
                  <a:moveTo>
                    <a:pt x="27940" y="72390"/>
                  </a:moveTo>
                  <a:lnTo>
                    <a:pt x="0" y="72390"/>
                  </a:lnTo>
                  <a:lnTo>
                    <a:pt x="0" y="82537"/>
                  </a:lnTo>
                  <a:lnTo>
                    <a:pt x="27940" y="82537"/>
                  </a:lnTo>
                  <a:lnTo>
                    <a:pt x="27940" y="72390"/>
                  </a:lnTo>
                  <a:close/>
                </a:path>
                <a:path w="27939" h="181610">
                  <a:moveTo>
                    <a:pt x="27940" y="63500"/>
                  </a:moveTo>
                  <a:lnTo>
                    <a:pt x="0" y="63500"/>
                  </a:lnTo>
                  <a:lnTo>
                    <a:pt x="0" y="72377"/>
                  </a:lnTo>
                  <a:lnTo>
                    <a:pt x="27940" y="72377"/>
                  </a:lnTo>
                  <a:lnTo>
                    <a:pt x="27940" y="63500"/>
                  </a:lnTo>
                  <a:close/>
                </a:path>
                <a:path w="27939" h="181610">
                  <a:moveTo>
                    <a:pt x="27940" y="53340"/>
                  </a:moveTo>
                  <a:lnTo>
                    <a:pt x="0" y="53340"/>
                  </a:lnTo>
                  <a:lnTo>
                    <a:pt x="0" y="63487"/>
                  </a:lnTo>
                  <a:lnTo>
                    <a:pt x="27940" y="63487"/>
                  </a:lnTo>
                  <a:lnTo>
                    <a:pt x="27940" y="53340"/>
                  </a:lnTo>
                  <a:close/>
                </a:path>
                <a:path w="27939" h="181610">
                  <a:moveTo>
                    <a:pt x="27940" y="50800"/>
                  </a:moveTo>
                  <a:lnTo>
                    <a:pt x="0" y="50800"/>
                  </a:lnTo>
                  <a:lnTo>
                    <a:pt x="0" y="53327"/>
                  </a:lnTo>
                  <a:lnTo>
                    <a:pt x="27940" y="53327"/>
                  </a:lnTo>
                  <a:lnTo>
                    <a:pt x="27940" y="50800"/>
                  </a:lnTo>
                  <a:close/>
                </a:path>
                <a:path w="27939" h="181610">
                  <a:moveTo>
                    <a:pt x="27940" y="46990"/>
                  </a:moveTo>
                  <a:lnTo>
                    <a:pt x="0" y="46990"/>
                  </a:lnTo>
                  <a:lnTo>
                    <a:pt x="0" y="50787"/>
                  </a:lnTo>
                  <a:lnTo>
                    <a:pt x="27940" y="50787"/>
                  </a:lnTo>
                  <a:lnTo>
                    <a:pt x="27940" y="46990"/>
                  </a:lnTo>
                  <a:close/>
                </a:path>
                <a:path w="27939" h="181610">
                  <a:moveTo>
                    <a:pt x="27940" y="40640"/>
                  </a:moveTo>
                  <a:lnTo>
                    <a:pt x="0" y="40640"/>
                  </a:lnTo>
                  <a:lnTo>
                    <a:pt x="0" y="46977"/>
                  </a:lnTo>
                  <a:lnTo>
                    <a:pt x="27940" y="46977"/>
                  </a:lnTo>
                  <a:lnTo>
                    <a:pt x="27940" y="40640"/>
                  </a:lnTo>
                  <a:close/>
                </a:path>
                <a:path w="27939" h="181610">
                  <a:moveTo>
                    <a:pt x="27940" y="34290"/>
                  </a:moveTo>
                  <a:lnTo>
                    <a:pt x="0" y="34290"/>
                  </a:lnTo>
                  <a:lnTo>
                    <a:pt x="0" y="40627"/>
                  </a:lnTo>
                  <a:lnTo>
                    <a:pt x="27940" y="40627"/>
                  </a:lnTo>
                  <a:lnTo>
                    <a:pt x="27940" y="34290"/>
                  </a:lnTo>
                  <a:close/>
                </a:path>
                <a:path w="27939" h="181610">
                  <a:moveTo>
                    <a:pt x="27940" y="27940"/>
                  </a:moveTo>
                  <a:lnTo>
                    <a:pt x="0" y="27940"/>
                  </a:lnTo>
                  <a:lnTo>
                    <a:pt x="0" y="34277"/>
                  </a:lnTo>
                  <a:lnTo>
                    <a:pt x="27940" y="34277"/>
                  </a:lnTo>
                  <a:lnTo>
                    <a:pt x="27940" y="27940"/>
                  </a:lnTo>
                  <a:close/>
                </a:path>
                <a:path w="27939" h="181610">
                  <a:moveTo>
                    <a:pt x="27940" y="25400"/>
                  </a:moveTo>
                  <a:lnTo>
                    <a:pt x="0" y="25400"/>
                  </a:lnTo>
                  <a:lnTo>
                    <a:pt x="0" y="27927"/>
                  </a:lnTo>
                  <a:lnTo>
                    <a:pt x="27940" y="27927"/>
                  </a:lnTo>
                  <a:lnTo>
                    <a:pt x="27940" y="25400"/>
                  </a:lnTo>
                  <a:close/>
                </a:path>
                <a:path w="27939" h="181610">
                  <a:moveTo>
                    <a:pt x="2794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27940" y="25387"/>
                  </a:lnTo>
                  <a:lnTo>
                    <a:pt x="27940" y="21590"/>
                  </a:lnTo>
                  <a:close/>
                </a:path>
                <a:path w="27939" h="181610">
                  <a:moveTo>
                    <a:pt x="27940" y="15240"/>
                  </a:moveTo>
                  <a:lnTo>
                    <a:pt x="0" y="15240"/>
                  </a:lnTo>
                  <a:lnTo>
                    <a:pt x="0" y="21577"/>
                  </a:lnTo>
                  <a:lnTo>
                    <a:pt x="27940" y="21577"/>
                  </a:lnTo>
                  <a:lnTo>
                    <a:pt x="27940" y="15240"/>
                  </a:lnTo>
                  <a:close/>
                </a:path>
                <a:path w="27939" h="181610">
                  <a:moveTo>
                    <a:pt x="2794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7940" y="15227"/>
                  </a:lnTo>
                  <a:lnTo>
                    <a:pt x="27940" y="12700"/>
                  </a:lnTo>
                  <a:close/>
                </a:path>
                <a:path w="27939" h="181610">
                  <a:moveTo>
                    <a:pt x="2794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7940" y="12687"/>
                  </a:lnTo>
                  <a:lnTo>
                    <a:pt x="27940" y="8890"/>
                  </a:lnTo>
                  <a:close/>
                </a:path>
                <a:path w="27939" h="181610">
                  <a:moveTo>
                    <a:pt x="27940" y="0"/>
                  </a:moveTo>
                  <a:lnTo>
                    <a:pt x="0" y="0"/>
                  </a:lnTo>
                  <a:lnTo>
                    <a:pt x="0" y="8877"/>
                  </a:lnTo>
                  <a:lnTo>
                    <a:pt x="27940" y="8877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1D3B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2" name="object 3722"/>
            <p:cNvSpPr/>
            <p:nvPr/>
          </p:nvSpPr>
          <p:spPr>
            <a:xfrm>
              <a:off x="4069080" y="5033010"/>
              <a:ext cx="27940" cy="476250"/>
            </a:xfrm>
            <a:custGeom>
              <a:avLst/>
              <a:gdLst/>
              <a:ahLst/>
              <a:cxnLst/>
              <a:rect l="l" t="t" r="r" b="b"/>
              <a:pathLst>
                <a:path w="27939" h="476250">
                  <a:moveTo>
                    <a:pt x="27940" y="467372"/>
                  </a:moveTo>
                  <a:lnTo>
                    <a:pt x="0" y="467372"/>
                  </a:lnTo>
                  <a:lnTo>
                    <a:pt x="0" y="476250"/>
                  </a:lnTo>
                  <a:lnTo>
                    <a:pt x="27940" y="476250"/>
                  </a:lnTo>
                  <a:lnTo>
                    <a:pt x="27940" y="467372"/>
                  </a:lnTo>
                  <a:close/>
                </a:path>
                <a:path w="27939" h="476250">
                  <a:moveTo>
                    <a:pt x="27940" y="463562"/>
                  </a:moveTo>
                  <a:lnTo>
                    <a:pt x="0" y="463562"/>
                  </a:lnTo>
                  <a:lnTo>
                    <a:pt x="0" y="467360"/>
                  </a:lnTo>
                  <a:lnTo>
                    <a:pt x="27940" y="467360"/>
                  </a:lnTo>
                  <a:lnTo>
                    <a:pt x="27940" y="463562"/>
                  </a:lnTo>
                  <a:close/>
                </a:path>
                <a:path w="27939" h="476250">
                  <a:moveTo>
                    <a:pt x="27940" y="461022"/>
                  </a:moveTo>
                  <a:lnTo>
                    <a:pt x="0" y="461022"/>
                  </a:lnTo>
                  <a:lnTo>
                    <a:pt x="0" y="463550"/>
                  </a:lnTo>
                  <a:lnTo>
                    <a:pt x="27940" y="463550"/>
                  </a:lnTo>
                  <a:lnTo>
                    <a:pt x="27940" y="461022"/>
                  </a:lnTo>
                  <a:close/>
                </a:path>
                <a:path w="27939" h="476250">
                  <a:moveTo>
                    <a:pt x="27940" y="457212"/>
                  </a:moveTo>
                  <a:lnTo>
                    <a:pt x="0" y="457212"/>
                  </a:lnTo>
                  <a:lnTo>
                    <a:pt x="0" y="461010"/>
                  </a:lnTo>
                  <a:lnTo>
                    <a:pt x="27940" y="461010"/>
                  </a:lnTo>
                  <a:lnTo>
                    <a:pt x="27940" y="457212"/>
                  </a:lnTo>
                  <a:close/>
                </a:path>
                <a:path w="27939" h="476250">
                  <a:moveTo>
                    <a:pt x="27940" y="448322"/>
                  </a:moveTo>
                  <a:lnTo>
                    <a:pt x="0" y="448322"/>
                  </a:lnTo>
                  <a:lnTo>
                    <a:pt x="0" y="457200"/>
                  </a:lnTo>
                  <a:lnTo>
                    <a:pt x="27940" y="457200"/>
                  </a:lnTo>
                  <a:lnTo>
                    <a:pt x="27940" y="448322"/>
                  </a:lnTo>
                  <a:close/>
                </a:path>
                <a:path w="27939" h="476250">
                  <a:moveTo>
                    <a:pt x="27940" y="429272"/>
                  </a:moveTo>
                  <a:lnTo>
                    <a:pt x="0" y="429272"/>
                  </a:lnTo>
                  <a:lnTo>
                    <a:pt x="0" y="448310"/>
                  </a:lnTo>
                  <a:lnTo>
                    <a:pt x="27940" y="448310"/>
                  </a:lnTo>
                  <a:lnTo>
                    <a:pt x="27940" y="429272"/>
                  </a:lnTo>
                  <a:close/>
                </a:path>
                <a:path w="27939" h="476250">
                  <a:moveTo>
                    <a:pt x="27940" y="422922"/>
                  </a:moveTo>
                  <a:lnTo>
                    <a:pt x="0" y="422922"/>
                  </a:lnTo>
                  <a:lnTo>
                    <a:pt x="0" y="429260"/>
                  </a:lnTo>
                  <a:lnTo>
                    <a:pt x="27940" y="429260"/>
                  </a:lnTo>
                  <a:lnTo>
                    <a:pt x="27940" y="422922"/>
                  </a:lnTo>
                  <a:close/>
                </a:path>
                <a:path w="27939" h="476250">
                  <a:moveTo>
                    <a:pt x="27940" y="416572"/>
                  </a:moveTo>
                  <a:lnTo>
                    <a:pt x="0" y="416572"/>
                  </a:lnTo>
                  <a:lnTo>
                    <a:pt x="0" y="422910"/>
                  </a:lnTo>
                  <a:lnTo>
                    <a:pt x="27940" y="422910"/>
                  </a:lnTo>
                  <a:lnTo>
                    <a:pt x="27940" y="416572"/>
                  </a:lnTo>
                  <a:close/>
                </a:path>
                <a:path w="27939" h="476250">
                  <a:moveTo>
                    <a:pt x="27940" y="412762"/>
                  </a:moveTo>
                  <a:lnTo>
                    <a:pt x="0" y="412762"/>
                  </a:lnTo>
                  <a:lnTo>
                    <a:pt x="0" y="416560"/>
                  </a:lnTo>
                  <a:lnTo>
                    <a:pt x="27940" y="416560"/>
                  </a:lnTo>
                  <a:lnTo>
                    <a:pt x="27940" y="412762"/>
                  </a:lnTo>
                  <a:close/>
                </a:path>
                <a:path w="27939" h="476250">
                  <a:moveTo>
                    <a:pt x="27940" y="410222"/>
                  </a:moveTo>
                  <a:lnTo>
                    <a:pt x="0" y="410222"/>
                  </a:lnTo>
                  <a:lnTo>
                    <a:pt x="0" y="412750"/>
                  </a:lnTo>
                  <a:lnTo>
                    <a:pt x="27940" y="412750"/>
                  </a:lnTo>
                  <a:lnTo>
                    <a:pt x="27940" y="410222"/>
                  </a:lnTo>
                  <a:close/>
                </a:path>
                <a:path w="27939" h="476250">
                  <a:moveTo>
                    <a:pt x="27940" y="406412"/>
                  </a:moveTo>
                  <a:lnTo>
                    <a:pt x="0" y="406412"/>
                  </a:lnTo>
                  <a:lnTo>
                    <a:pt x="0" y="410210"/>
                  </a:lnTo>
                  <a:lnTo>
                    <a:pt x="27940" y="410210"/>
                  </a:lnTo>
                  <a:lnTo>
                    <a:pt x="27940" y="406412"/>
                  </a:lnTo>
                  <a:close/>
                </a:path>
                <a:path w="27939" h="476250">
                  <a:moveTo>
                    <a:pt x="27940" y="403872"/>
                  </a:moveTo>
                  <a:lnTo>
                    <a:pt x="0" y="403872"/>
                  </a:lnTo>
                  <a:lnTo>
                    <a:pt x="0" y="406400"/>
                  </a:lnTo>
                  <a:lnTo>
                    <a:pt x="27940" y="406400"/>
                  </a:lnTo>
                  <a:lnTo>
                    <a:pt x="27940" y="403872"/>
                  </a:lnTo>
                  <a:close/>
                </a:path>
                <a:path w="27939" h="476250">
                  <a:moveTo>
                    <a:pt x="27940" y="397522"/>
                  </a:moveTo>
                  <a:lnTo>
                    <a:pt x="0" y="397522"/>
                  </a:lnTo>
                  <a:lnTo>
                    <a:pt x="0" y="403860"/>
                  </a:lnTo>
                  <a:lnTo>
                    <a:pt x="27940" y="403860"/>
                  </a:lnTo>
                  <a:lnTo>
                    <a:pt x="27940" y="397522"/>
                  </a:lnTo>
                  <a:close/>
                </a:path>
                <a:path w="27939" h="476250">
                  <a:moveTo>
                    <a:pt x="27940" y="393712"/>
                  </a:moveTo>
                  <a:lnTo>
                    <a:pt x="0" y="393712"/>
                  </a:lnTo>
                  <a:lnTo>
                    <a:pt x="0" y="397510"/>
                  </a:lnTo>
                  <a:lnTo>
                    <a:pt x="27940" y="397510"/>
                  </a:lnTo>
                  <a:lnTo>
                    <a:pt x="27940" y="393712"/>
                  </a:lnTo>
                  <a:close/>
                </a:path>
                <a:path w="27939" h="476250">
                  <a:moveTo>
                    <a:pt x="27940" y="391172"/>
                  </a:moveTo>
                  <a:lnTo>
                    <a:pt x="0" y="391172"/>
                  </a:lnTo>
                  <a:lnTo>
                    <a:pt x="0" y="393700"/>
                  </a:lnTo>
                  <a:lnTo>
                    <a:pt x="27940" y="393700"/>
                  </a:lnTo>
                  <a:lnTo>
                    <a:pt x="27940" y="391172"/>
                  </a:lnTo>
                  <a:close/>
                </a:path>
                <a:path w="27939" h="476250">
                  <a:moveTo>
                    <a:pt x="27940" y="387362"/>
                  </a:moveTo>
                  <a:lnTo>
                    <a:pt x="0" y="387362"/>
                  </a:lnTo>
                  <a:lnTo>
                    <a:pt x="0" y="391160"/>
                  </a:lnTo>
                  <a:lnTo>
                    <a:pt x="27940" y="391160"/>
                  </a:lnTo>
                  <a:lnTo>
                    <a:pt x="27940" y="387362"/>
                  </a:lnTo>
                  <a:close/>
                </a:path>
                <a:path w="27939" h="476250">
                  <a:moveTo>
                    <a:pt x="27940" y="384822"/>
                  </a:moveTo>
                  <a:lnTo>
                    <a:pt x="0" y="384822"/>
                  </a:lnTo>
                  <a:lnTo>
                    <a:pt x="0" y="387350"/>
                  </a:lnTo>
                  <a:lnTo>
                    <a:pt x="27940" y="387350"/>
                  </a:lnTo>
                  <a:lnTo>
                    <a:pt x="27940" y="384822"/>
                  </a:lnTo>
                  <a:close/>
                </a:path>
                <a:path w="27939" h="476250">
                  <a:moveTo>
                    <a:pt x="27940" y="365772"/>
                  </a:moveTo>
                  <a:lnTo>
                    <a:pt x="0" y="365772"/>
                  </a:lnTo>
                  <a:lnTo>
                    <a:pt x="0" y="384810"/>
                  </a:lnTo>
                  <a:lnTo>
                    <a:pt x="27940" y="384810"/>
                  </a:lnTo>
                  <a:lnTo>
                    <a:pt x="27940" y="365772"/>
                  </a:lnTo>
                  <a:close/>
                </a:path>
                <a:path w="27939" h="476250">
                  <a:moveTo>
                    <a:pt x="27940" y="359422"/>
                  </a:moveTo>
                  <a:lnTo>
                    <a:pt x="0" y="359422"/>
                  </a:lnTo>
                  <a:lnTo>
                    <a:pt x="0" y="365760"/>
                  </a:lnTo>
                  <a:lnTo>
                    <a:pt x="27940" y="365760"/>
                  </a:lnTo>
                  <a:lnTo>
                    <a:pt x="27940" y="359422"/>
                  </a:lnTo>
                  <a:close/>
                </a:path>
                <a:path w="27939" h="476250">
                  <a:moveTo>
                    <a:pt x="27940" y="355612"/>
                  </a:moveTo>
                  <a:lnTo>
                    <a:pt x="0" y="355612"/>
                  </a:lnTo>
                  <a:lnTo>
                    <a:pt x="0" y="359410"/>
                  </a:lnTo>
                  <a:lnTo>
                    <a:pt x="27940" y="359410"/>
                  </a:lnTo>
                  <a:lnTo>
                    <a:pt x="27940" y="355612"/>
                  </a:lnTo>
                  <a:close/>
                </a:path>
                <a:path w="27939" h="476250">
                  <a:moveTo>
                    <a:pt x="27940" y="346722"/>
                  </a:moveTo>
                  <a:lnTo>
                    <a:pt x="0" y="346722"/>
                  </a:lnTo>
                  <a:lnTo>
                    <a:pt x="0" y="355600"/>
                  </a:lnTo>
                  <a:lnTo>
                    <a:pt x="27940" y="355600"/>
                  </a:lnTo>
                  <a:lnTo>
                    <a:pt x="27940" y="346722"/>
                  </a:lnTo>
                  <a:close/>
                </a:path>
                <a:path w="27939" h="476250">
                  <a:moveTo>
                    <a:pt x="27940" y="340372"/>
                  </a:moveTo>
                  <a:lnTo>
                    <a:pt x="0" y="340372"/>
                  </a:lnTo>
                  <a:lnTo>
                    <a:pt x="0" y="346710"/>
                  </a:lnTo>
                  <a:lnTo>
                    <a:pt x="27940" y="346710"/>
                  </a:lnTo>
                  <a:lnTo>
                    <a:pt x="27940" y="340372"/>
                  </a:lnTo>
                  <a:close/>
                </a:path>
                <a:path w="27939" h="476250">
                  <a:moveTo>
                    <a:pt x="27940" y="334022"/>
                  </a:moveTo>
                  <a:lnTo>
                    <a:pt x="0" y="334022"/>
                  </a:lnTo>
                  <a:lnTo>
                    <a:pt x="0" y="340360"/>
                  </a:lnTo>
                  <a:lnTo>
                    <a:pt x="27940" y="340360"/>
                  </a:lnTo>
                  <a:lnTo>
                    <a:pt x="27940" y="334022"/>
                  </a:lnTo>
                  <a:close/>
                </a:path>
                <a:path w="27939" h="476250">
                  <a:moveTo>
                    <a:pt x="27940" y="330212"/>
                  </a:moveTo>
                  <a:lnTo>
                    <a:pt x="0" y="330212"/>
                  </a:lnTo>
                  <a:lnTo>
                    <a:pt x="0" y="334010"/>
                  </a:lnTo>
                  <a:lnTo>
                    <a:pt x="27940" y="334010"/>
                  </a:lnTo>
                  <a:lnTo>
                    <a:pt x="27940" y="330212"/>
                  </a:lnTo>
                  <a:close/>
                </a:path>
                <a:path w="27939" h="476250">
                  <a:moveTo>
                    <a:pt x="27940" y="327672"/>
                  </a:moveTo>
                  <a:lnTo>
                    <a:pt x="0" y="327672"/>
                  </a:lnTo>
                  <a:lnTo>
                    <a:pt x="0" y="330200"/>
                  </a:lnTo>
                  <a:lnTo>
                    <a:pt x="27940" y="330200"/>
                  </a:lnTo>
                  <a:lnTo>
                    <a:pt x="27940" y="327672"/>
                  </a:lnTo>
                  <a:close/>
                </a:path>
                <a:path w="27939" h="476250">
                  <a:moveTo>
                    <a:pt x="27940" y="317512"/>
                  </a:moveTo>
                  <a:lnTo>
                    <a:pt x="0" y="317512"/>
                  </a:lnTo>
                  <a:lnTo>
                    <a:pt x="0" y="327660"/>
                  </a:lnTo>
                  <a:lnTo>
                    <a:pt x="27940" y="327660"/>
                  </a:lnTo>
                  <a:lnTo>
                    <a:pt x="27940" y="317512"/>
                  </a:lnTo>
                  <a:close/>
                </a:path>
                <a:path w="27939" h="476250">
                  <a:moveTo>
                    <a:pt x="27940" y="314972"/>
                  </a:moveTo>
                  <a:lnTo>
                    <a:pt x="0" y="314972"/>
                  </a:lnTo>
                  <a:lnTo>
                    <a:pt x="0" y="317500"/>
                  </a:lnTo>
                  <a:lnTo>
                    <a:pt x="27940" y="317500"/>
                  </a:lnTo>
                  <a:lnTo>
                    <a:pt x="27940" y="314972"/>
                  </a:lnTo>
                  <a:close/>
                </a:path>
                <a:path w="27939" h="476250">
                  <a:moveTo>
                    <a:pt x="27940" y="311162"/>
                  </a:moveTo>
                  <a:lnTo>
                    <a:pt x="0" y="311162"/>
                  </a:lnTo>
                  <a:lnTo>
                    <a:pt x="0" y="314960"/>
                  </a:lnTo>
                  <a:lnTo>
                    <a:pt x="27940" y="314960"/>
                  </a:lnTo>
                  <a:lnTo>
                    <a:pt x="27940" y="311162"/>
                  </a:lnTo>
                  <a:close/>
                </a:path>
                <a:path w="27939" h="476250">
                  <a:moveTo>
                    <a:pt x="27940" y="304812"/>
                  </a:moveTo>
                  <a:lnTo>
                    <a:pt x="0" y="304812"/>
                  </a:lnTo>
                  <a:lnTo>
                    <a:pt x="0" y="311150"/>
                  </a:lnTo>
                  <a:lnTo>
                    <a:pt x="27940" y="311150"/>
                  </a:lnTo>
                  <a:lnTo>
                    <a:pt x="27940" y="304812"/>
                  </a:lnTo>
                  <a:close/>
                </a:path>
                <a:path w="27939" h="476250">
                  <a:moveTo>
                    <a:pt x="27940" y="292112"/>
                  </a:moveTo>
                  <a:lnTo>
                    <a:pt x="0" y="292112"/>
                  </a:lnTo>
                  <a:lnTo>
                    <a:pt x="0" y="304800"/>
                  </a:lnTo>
                  <a:lnTo>
                    <a:pt x="27940" y="304800"/>
                  </a:lnTo>
                  <a:lnTo>
                    <a:pt x="27940" y="292112"/>
                  </a:lnTo>
                  <a:close/>
                </a:path>
                <a:path w="27939" h="476250">
                  <a:moveTo>
                    <a:pt x="27940" y="289572"/>
                  </a:moveTo>
                  <a:lnTo>
                    <a:pt x="0" y="289572"/>
                  </a:lnTo>
                  <a:lnTo>
                    <a:pt x="0" y="292100"/>
                  </a:lnTo>
                  <a:lnTo>
                    <a:pt x="27940" y="292100"/>
                  </a:lnTo>
                  <a:lnTo>
                    <a:pt x="27940" y="289572"/>
                  </a:lnTo>
                  <a:close/>
                </a:path>
                <a:path w="27939" h="476250">
                  <a:moveTo>
                    <a:pt x="27940" y="285762"/>
                  </a:moveTo>
                  <a:lnTo>
                    <a:pt x="0" y="285762"/>
                  </a:lnTo>
                  <a:lnTo>
                    <a:pt x="0" y="289560"/>
                  </a:lnTo>
                  <a:lnTo>
                    <a:pt x="27940" y="289560"/>
                  </a:lnTo>
                  <a:lnTo>
                    <a:pt x="27940" y="285762"/>
                  </a:lnTo>
                  <a:close/>
                </a:path>
                <a:path w="27939" h="476250">
                  <a:moveTo>
                    <a:pt x="27940" y="283222"/>
                  </a:moveTo>
                  <a:lnTo>
                    <a:pt x="0" y="283222"/>
                  </a:lnTo>
                  <a:lnTo>
                    <a:pt x="0" y="285750"/>
                  </a:lnTo>
                  <a:lnTo>
                    <a:pt x="27940" y="285750"/>
                  </a:lnTo>
                  <a:lnTo>
                    <a:pt x="27940" y="283222"/>
                  </a:lnTo>
                  <a:close/>
                </a:path>
                <a:path w="27939" h="476250">
                  <a:moveTo>
                    <a:pt x="27940" y="279412"/>
                  </a:moveTo>
                  <a:lnTo>
                    <a:pt x="0" y="279412"/>
                  </a:lnTo>
                  <a:lnTo>
                    <a:pt x="0" y="283210"/>
                  </a:lnTo>
                  <a:lnTo>
                    <a:pt x="27940" y="283210"/>
                  </a:lnTo>
                  <a:lnTo>
                    <a:pt x="27940" y="279412"/>
                  </a:lnTo>
                  <a:close/>
                </a:path>
                <a:path w="27939" h="476250">
                  <a:moveTo>
                    <a:pt x="27940" y="273062"/>
                  </a:moveTo>
                  <a:lnTo>
                    <a:pt x="0" y="273062"/>
                  </a:lnTo>
                  <a:lnTo>
                    <a:pt x="0" y="279400"/>
                  </a:lnTo>
                  <a:lnTo>
                    <a:pt x="27940" y="279400"/>
                  </a:lnTo>
                  <a:lnTo>
                    <a:pt x="27940" y="273062"/>
                  </a:lnTo>
                  <a:close/>
                </a:path>
                <a:path w="27939" h="476250">
                  <a:moveTo>
                    <a:pt x="27940" y="234962"/>
                  </a:moveTo>
                  <a:lnTo>
                    <a:pt x="0" y="234962"/>
                  </a:lnTo>
                  <a:lnTo>
                    <a:pt x="0" y="273050"/>
                  </a:lnTo>
                  <a:lnTo>
                    <a:pt x="27940" y="273050"/>
                  </a:lnTo>
                  <a:lnTo>
                    <a:pt x="27940" y="234962"/>
                  </a:lnTo>
                  <a:close/>
                </a:path>
                <a:path w="27939" h="476250">
                  <a:moveTo>
                    <a:pt x="2794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7940" y="234950"/>
                  </a:lnTo>
                  <a:lnTo>
                    <a:pt x="27940" y="232422"/>
                  </a:lnTo>
                  <a:close/>
                </a:path>
                <a:path w="27939" h="476250">
                  <a:moveTo>
                    <a:pt x="2794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27940" y="232410"/>
                  </a:lnTo>
                  <a:lnTo>
                    <a:pt x="27940" y="226072"/>
                  </a:lnTo>
                  <a:close/>
                </a:path>
                <a:path w="27939" h="476250">
                  <a:moveTo>
                    <a:pt x="2794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27940" y="226060"/>
                  </a:lnTo>
                  <a:lnTo>
                    <a:pt x="27940" y="222262"/>
                  </a:lnTo>
                  <a:close/>
                </a:path>
                <a:path w="27939" h="476250">
                  <a:moveTo>
                    <a:pt x="2794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27940" y="222250"/>
                  </a:lnTo>
                  <a:lnTo>
                    <a:pt x="27940" y="219722"/>
                  </a:lnTo>
                  <a:close/>
                </a:path>
                <a:path w="27939" h="476250">
                  <a:moveTo>
                    <a:pt x="27940" y="213372"/>
                  </a:moveTo>
                  <a:lnTo>
                    <a:pt x="0" y="213372"/>
                  </a:lnTo>
                  <a:lnTo>
                    <a:pt x="0" y="219710"/>
                  </a:lnTo>
                  <a:lnTo>
                    <a:pt x="27940" y="219710"/>
                  </a:lnTo>
                  <a:lnTo>
                    <a:pt x="27940" y="213372"/>
                  </a:lnTo>
                  <a:close/>
                </a:path>
                <a:path w="27939" h="476250">
                  <a:moveTo>
                    <a:pt x="27940" y="207022"/>
                  </a:moveTo>
                  <a:lnTo>
                    <a:pt x="0" y="207022"/>
                  </a:lnTo>
                  <a:lnTo>
                    <a:pt x="0" y="213360"/>
                  </a:lnTo>
                  <a:lnTo>
                    <a:pt x="27940" y="213360"/>
                  </a:lnTo>
                  <a:lnTo>
                    <a:pt x="27940" y="207022"/>
                  </a:lnTo>
                  <a:close/>
                </a:path>
                <a:path w="27939" h="476250">
                  <a:moveTo>
                    <a:pt x="27940" y="195592"/>
                  </a:moveTo>
                  <a:lnTo>
                    <a:pt x="0" y="195592"/>
                  </a:lnTo>
                  <a:lnTo>
                    <a:pt x="0" y="207010"/>
                  </a:lnTo>
                  <a:lnTo>
                    <a:pt x="27940" y="207010"/>
                  </a:lnTo>
                  <a:lnTo>
                    <a:pt x="27940" y="195592"/>
                  </a:lnTo>
                  <a:close/>
                </a:path>
                <a:path w="27939" h="476250">
                  <a:moveTo>
                    <a:pt x="2794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7940" y="195580"/>
                  </a:lnTo>
                  <a:lnTo>
                    <a:pt x="27940" y="189242"/>
                  </a:lnTo>
                  <a:close/>
                </a:path>
                <a:path w="27939" h="476250">
                  <a:moveTo>
                    <a:pt x="27940" y="182892"/>
                  </a:moveTo>
                  <a:lnTo>
                    <a:pt x="0" y="182892"/>
                  </a:lnTo>
                  <a:lnTo>
                    <a:pt x="0" y="189230"/>
                  </a:lnTo>
                  <a:lnTo>
                    <a:pt x="27940" y="189230"/>
                  </a:lnTo>
                  <a:lnTo>
                    <a:pt x="27940" y="182892"/>
                  </a:lnTo>
                  <a:close/>
                </a:path>
                <a:path w="27939" h="476250">
                  <a:moveTo>
                    <a:pt x="27940" y="176542"/>
                  </a:moveTo>
                  <a:lnTo>
                    <a:pt x="0" y="176542"/>
                  </a:lnTo>
                  <a:lnTo>
                    <a:pt x="0" y="182880"/>
                  </a:lnTo>
                  <a:lnTo>
                    <a:pt x="27940" y="182880"/>
                  </a:lnTo>
                  <a:lnTo>
                    <a:pt x="27940" y="176542"/>
                  </a:lnTo>
                  <a:close/>
                </a:path>
                <a:path w="27939" h="476250">
                  <a:moveTo>
                    <a:pt x="27940" y="170192"/>
                  </a:moveTo>
                  <a:lnTo>
                    <a:pt x="0" y="170192"/>
                  </a:lnTo>
                  <a:lnTo>
                    <a:pt x="0" y="176530"/>
                  </a:lnTo>
                  <a:lnTo>
                    <a:pt x="27940" y="176530"/>
                  </a:lnTo>
                  <a:lnTo>
                    <a:pt x="27940" y="170192"/>
                  </a:lnTo>
                  <a:close/>
                </a:path>
                <a:path w="27939" h="476250">
                  <a:moveTo>
                    <a:pt x="27940" y="163842"/>
                  </a:moveTo>
                  <a:lnTo>
                    <a:pt x="0" y="163842"/>
                  </a:lnTo>
                  <a:lnTo>
                    <a:pt x="0" y="170180"/>
                  </a:lnTo>
                  <a:lnTo>
                    <a:pt x="27940" y="170180"/>
                  </a:lnTo>
                  <a:lnTo>
                    <a:pt x="27940" y="163842"/>
                  </a:lnTo>
                  <a:close/>
                </a:path>
                <a:path w="27939" h="476250">
                  <a:moveTo>
                    <a:pt x="27940" y="157492"/>
                  </a:moveTo>
                  <a:lnTo>
                    <a:pt x="0" y="157492"/>
                  </a:lnTo>
                  <a:lnTo>
                    <a:pt x="0" y="163830"/>
                  </a:lnTo>
                  <a:lnTo>
                    <a:pt x="27940" y="163830"/>
                  </a:lnTo>
                  <a:lnTo>
                    <a:pt x="27940" y="157492"/>
                  </a:lnTo>
                  <a:close/>
                </a:path>
                <a:path w="27939" h="476250">
                  <a:moveTo>
                    <a:pt x="2794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7940" y="157480"/>
                  </a:lnTo>
                  <a:lnTo>
                    <a:pt x="27940" y="151142"/>
                  </a:lnTo>
                  <a:close/>
                </a:path>
                <a:path w="27939" h="476250">
                  <a:moveTo>
                    <a:pt x="27940" y="138442"/>
                  </a:moveTo>
                  <a:lnTo>
                    <a:pt x="0" y="138442"/>
                  </a:lnTo>
                  <a:lnTo>
                    <a:pt x="0" y="151130"/>
                  </a:lnTo>
                  <a:lnTo>
                    <a:pt x="27940" y="151130"/>
                  </a:lnTo>
                  <a:lnTo>
                    <a:pt x="27940" y="138442"/>
                  </a:lnTo>
                  <a:close/>
                </a:path>
                <a:path w="27939" h="476250">
                  <a:moveTo>
                    <a:pt x="27940" y="132092"/>
                  </a:moveTo>
                  <a:lnTo>
                    <a:pt x="0" y="132092"/>
                  </a:lnTo>
                  <a:lnTo>
                    <a:pt x="0" y="138430"/>
                  </a:lnTo>
                  <a:lnTo>
                    <a:pt x="27940" y="138430"/>
                  </a:lnTo>
                  <a:lnTo>
                    <a:pt x="27940" y="132092"/>
                  </a:lnTo>
                  <a:close/>
                </a:path>
                <a:path w="27939" h="476250">
                  <a:moveTo>
                    <a:pt x="27940" y="125742"/>
                  </a:moveTo>
                  <a:lnTo>
                    <a:pt x="0" y="125742"/>
                  </a:lnTo>
                  <a:lnTo>
                    <a:pt x="0" y="132080"/>
                  </a:lnTo>
                  <a:lnTo>
                    <a:pt x="27940" y="132080"/>
                  </a:lnTo>
                  <a:lnTo>
                    <a:pt x="27940" y="125742"/>
                  </a:lnTo>
                  <a:close/>
                </a:path>
                <a:path w="27939" h="476250">
                  <a:moveTo>
                    <a:pt x="27940" y="119392"/>
                  </a:moveTo>
                  <a:lnTo>
                    <a:pt x="0" y="119392"/>
                  </a:lnTo>
                  <a:lnTo>
                    <a:pt x="0" y="125730"/>
                  </a:lnTo>
                  <a:lnTo>
                    <a:pt x="27940" y="125730"/>
                  </a:lnTo>
                  <a:lnTo>
                    <a:pt x="27940" y="119392"/>
                  </a:lnTo>
                  <a:close/>
                </a:path>
                <a:path w="27939" h="476250">
                  <a:moveTo>
                    <a:pt x="27940" y="113042"/>
                  </a:moveTo>
                  <a:lnTo>
                    <a:pt x="0" y="113042"/>
                  </a:lnTo>
                  <a:lnTo>
                    <a:pt x="0" y="119380"/>
                  </a:lnTo>
                  <a:lnTo>
                    <a:pt x="27940" y="119380"/>
                  </a:lnTo>
                  <a:lnTo>
                    <a:pt x="27940" y="113042"/>
                  </a:lnTo>
                  <a:close/>
                </a:path>
                <a:path w="27939" h="476250">
                  <a:moveTo>
                    <a:pt x="27940" y="106692"/>
                  </a:moveTo>
                  <a:lnTo>
                    <a:pt x="0" y="106692"/>
                  </a:lnTo>
                  <a:lnTo>
                    <a:pt x="0" y="113030"/>
                  </a:lnTo>
                  <a:lnTo>
                    <a:pt x="27940" y="113030"/>
                  </a:lnTo>
                  <a:lnTo>
                    <a:pt x="27940" y="106692"/>
                  </a:lnTo>
                  <a:close/>
                </a:path>
                <a:path w="27939" h="476250">
                  <a:moveTo>
                    <a:pt x="27940" y="100342"/>
                  </a:moveTo>
                  <a:lnTo>
                    <a:pt x="0" y="100342"/>
                  </a:lnTo>
                  <a:lnTo>
                    <a:pt x="0" y="106680"/>
                  </a:lnTo>
                  <a:lnTo>
                    <a:pt x="27940" y="106680"/>
                  </a:lnTo>
                  <a:lnTo>
                    <a:pt x="27940" y="100342"/>
                  </a:lnTo>
                  <a:close/>
                </a:path>
                <a:path w="27939" h="476250">
                  <a:moveTo>
                    <a:pt x="2794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7940" y="100330"/>
                  </a:lnTo>
                  <a:lnTo>
                    <a:pt x="27940" y="93992"/>
                  </a:lnTo>
                  <a:close/>
                </a:path>
                <a:path w="27939" h="476250">
                  <a:moveTo>
                    <a:pt x="2794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7940" y="93980"/>
                  </a:lnTo>
                  <a:lnTo>
                    <a:pt x="27940" y="87642"/>
                  </a:lnTo>
                  <a:close/>
                </a:path>
                <a:path w="27939" h="476250">
                  <a:moveTo>
                    <a:pt x="27940" y="81292"/>
                  </a:moveTo>
                  <a:lnTo>
                    <a:pt x="0" y="81292"/>
                  </a:lnTo>
                  <a:lnTo>
                    <a:pt x="0" y="87630"/>
                  </a:lnTo>
                  <a:lnTo>
                    <a:pt x="27940" y="87630"/>
                  </a:lnTo>
                  <a:lnTo>
                    <a:pt x="27940" y="81292"/>
                  </a:lnTo>
                  <a:close/>
                </a:path>
                <a:path w="27939" h="476250">
                  <a:moveTo>
                    <a:pt x="27940" y="68592"/>
                  </a:moveTo>
                  <a:lnTo>
                    <a:pt x="0" y="68592"/>
                  </a:lnTo>
                  <a:lnTo>
                    <a:pt x="0" y="81280"/>
                  </a:lnTo>
                  <a:lnTo>
                    <a:pt x="27940" y="81280"/>
                  </a:lnTo>
                  <a:lnTo>
                    <a:pt x="27940" y="68592"/>
                  </a:lnTo>
                  <a:close/>
                </a:path>
                <a:path w="27939" h="476250">
                  <a:moveTo>
                    <a:pt x="27940" y="62242"/>
                  </a:moveTo>
                  <a:lnTo>
                    <a:pt x="0" y="62242"/>
                  </a:lnTo>
                  <a:lnTo>
                    <a:pt x="0" y="68580"/>
                  </a:lnTo>
                  <a:lnTo>
                    <a:pt x="27940" y="68580"/>
                  </a:lnTo>
                  <a:lnTo>
                    <a:pt x="27940" y="62242"/>
                  </a:lnTo>
                  <a:close/>
                </a:path>
                <a:path w="27939" h="476250">
                  <a:moveTo>
                    <a:pt x="27940" y="55892"/>
                  </a:moveTo>
                  <a:lnTo>
                    <a:pt x="0" y="55892"/>
                  </a:lnTo>
                  <a:lnTo>
                    <a:pt x="0" y="62230"/>
                  </a:lnTo>
                  <a:lnTo>
                    <a:pt x="27940" y="62230"/>
                  </a:lnTo>
                  <a:lnTo>
                    <a:pt x="27940" y="55892"/>
                  </a:lnTo>
                  <a:close/>
                </a:path>
                <a:path w="27939" h="476250">
                  <a:moveTo>
                    <a:pt x="27940" y="49542"/>
                  </a:moveTo>
                  <a:lnTo>
                    <a:pt x="0" y="49542"/>
                  </a:lnTo>
                  <a:lnTo>
                    <a:pt x="0" y="55880"/>
                  </a:lnTo>
                  <a:lnTo>
                    <a:pt x="27940" y="55880"/>
                  </a:lnTo>
                  <a:lnTo>
                    <a:pt x="27940" y="49542"/>
                  </a:lnTo>
                  <a:close/>
                </a:path>
                <a:path w="27939" h="476250">
                  <a:moveTo>
                    <a:pt x="2794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7940" y="49530"/>
                  </a:lnTo>
                  <a:lnTo>
                    <a:pt x="27940" y="43192"/>
                  </a:lnTo>
                  <a:close/>
                </a:path>
                <a:path w="27939" h="476250">
                  <a:moveTo>
                    <a:pt x="2794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7940" y="43180"/>
                  </a:lnTo>
                  <a:lnTo>
                    <a:pt x="27940" y="36842"/>
                  </a:lnTo>
                  <a:close/>
                </a:path>
                <a:path w="27939" h="476250">
                  <a:moveTo>
                    <a:pt x="2794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7940" y="36830"/>
                  </a:lnTo>
                  <a:lnTo>
                    <a:pt x="27940" y="30492"/>
                  </a:lnTo>
                  <a:close/>
                </a:path>
                <a:path w="27939" h="476250">
                  <a:moveTo>
                    <a:pt x="27940" y="24142"/>
                  </a:moveTo>
                  <a:lnTo>
                    <a:pt x="0" y="24142"/>
                  </a:lnTo>
                  <a:lnTo>
                    <a:pt x="0" y="30480"/>
                  </a:lnTo>
                  <a:lnTo>
                    <a:pt x="27940" y="30480"/>
                  </a:lnTo>
                  <a:lnTo>
                    <a:pt x="27940" y="24142"/>
                  </a:lnTo>
                  <a:close/>
                </a:path>
                <a:path w="27939" h="476250">
                  <a:moveTo>
                    <a:pt x="2794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7940" y="24130"/>
                  </a:lnTo>
                  <a:lnTo>
                    <a:pt x="27940" y="17792"/>
                  </a:lnTo>
                  <a:close/>
                </a:path>
                <a:path w="27939" h="476250">
                  <a:moveTo>
                    <a:pt x="27940" y="5092"/>
                  </a:moveTo>
                  <a:lnTo>
                    <a:pt x="0" y="5092"/>
                  </a:lnTo>
                  <a:lnTo>
                    <a:pt x="0" y="17780"/>
                  </a:lnTo>
                  <a:lnTo>
                    <a:pt x="27940" y="17780"/>
                  </a:lnTo>
                  <a:lnTo>
                    <a:pt x="27940" y="5092"/>
                  </a:lnTo>
                  <a:close/>
                </a:path>
                <a:path w="27939" h="476250">
                  <a:moveTo>
                    <a:pt x="279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7940" y="5080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1D3B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3" name="object 3723"/>
            <p:cNvSpPr/>
            <p:nvPr/>
          </p:nvSpPr>
          <p:spPr>
            <a:xfrm>
              <a:off x="4069080" y="5500382"/>
              <a:ext cx="27940" cy="181610"/>
            </a:xfrm>
            <a:custGeom>
              <a:avLst/>
              <a:gdLst/>
              <a:ahLst/>
              <a:cxnLst/>
              <a:rect l="l" t="t" r="r" b="b"/>
              <a:pathLst>
                <a:path w="27939" h="181610">
                  <a:moveTo>
                    <a:pt x="27940" y="180340"/>
                  </a:moveTo>
                  <a:lnTo>
                    <a:pt x="0" y="180340"/>
                  </a:lnTo>
                  <a:lnTo>
                    <a:pt x="0" y="181597"/>
                  </a:lnTo>
                  <a:lnTo>
                    <a:pt x="27940" y="181597"/>
                  </a:lnTo>
                  <a:lnTo>
                    <a:pt x="27940" y="180340"/>
                  </a:lnTo>
                  <a:close/>
                </a:path>
                <a:path w="27939" h="181610">
                  <a:moveTo>
                    <a:pt x="27940" y="173990"/>
                  </a:moveTo>
                  <a:lnTo>
                    <a:pt x="0" y="173990"/>
                  </a:lnTo>
                  <a:lnTo>
                    <a:pt x="0" y="180327"/>
                  </a:lnTo>
                  <a:lnTo>
                    <a:pt x="27940" y="180327"/>
                  </a:lnTo>
                  <a:lnTo>
                    <a:pt x="27940" y="173990"/>
                  </a:lnTo>
                  <a:close/>
                </a:path>
                <a:path w="27939" h="181610">
                  <a:moveTo>
                    <a:pt x="27940" y="171450"/>
                  </a:moveTo>
                  <a:lnTo>
                    <a:pt x="0" y="171450"/>
                  </a:lnTo>
                  <a:lnTo>
                    <a:pt x="0" y="173977"/>
                  </a:lnTo>
                  <a:lnTo>
                    <a:pt x="27940" y="173977"/>
                  </a:lnTo>
                  <a:lnTo>
                    <a:pt x="27940" y="171450"/>
                  </a:lnTo>
                  <a:close/>
                </a:path>
                <a:path w="27939" h="181610">
                  <a:moveTo>
                    <a:pt x="27940" y="167640"/>
                  </a:moveTo>
                  <a:lnTo>
                    <a:pt x="0" y="167640"/>
                  </a:lnTo>
                  <a:lnTo>
                    <a:pt x="0" y="171437"/>
                  </a:lnTo>
                  <a:lnTo>
                    <a:pt x="27940" y="171437"/>
                  </a:lnTo>
                  <a:lnTo>
                    <a:pt x="27940" y="167640"/>
                  </a:lnTo>
                  <a:close/>
                </a:path>
                <a:path w="27939" h="181610">
                  <a:moveTo>
                    <a:pt x="27940" y="165100"/>
                  </a:moveTo>
                  <a:lnTo>
                    <a:pt x="0" y="165100"/>
                  </a:lnTo>
                  <a:lnTo>
                    <a:pt x="0" y="167627"/>
                  </a:lnTo>
                  <a:lnTo>
                    <a:pt x="27940" y="167627"/>
                  </a:lnTo>
                  <a:lnTo>
                    <a:pt x="27940" y="165100"/>
                  </a:lnTo>
                  <a:close/>
                </a:path>
                <a:path w="27939" h="181610">
                  <a:moveTo>
                    <a:pt x="27940" y="161290"/>
                  </a:moveTo>
                  <a:lnTo>
                    <a:pt x="0" y="161290"/>
                  </a:lnTo>
                  <a:lnTo>
                    <a:pt x="0" y="165087"/>
                  </a:lnTo>
                  <a:lnTo>
                    <a:pt x="27940" y="165087"/>
                  </a:lnTo>
                  <a:lnTo>
                    <a:pt x="27940" y="161290"/>
                  </a:lnTo>
                  <a:close/>
                </a:path>
                <a:path w="27939" h="181610">
                  <a:moveTo>
                    <a:pt x="27940" y="154940"/>
                  </a:moveTo>
                  <a:lnTo>
                    <a:pt x="0" y="154940"/>
                  </a:lnTo>
                  <a:lnTo>
                    <a:pt x="0" y="161277"/>
                  </a:lnTo>
                  <a:lnTo>
                    <a:pt x="27940" y="161277"/>
                  </a:lnTo>
                  <a:lnTo>
                    <a:pt x="27940" y="154940"/>
                  </a:lnTo>
                  <a:close/>
                </a:path>
                <a:path w="27939" h="181610">
                  <a:moveTo>
                    <a:pt x="27940" y="152400"/>
                  </a:moveTo>
                  <a:lnTo>
                    <a:pt x="0" y="152400"/>
                  </a:lnTo>
                  <a:lnTo>
                    <a:pt x="0" y="154927"/>
                  </a:lnTo>
                  <a:lnTo>
                    <a:pt x="27940" y="154927"/>
                  </a:lnTo>
                  <a:lnTo>
                    <a:pt x="27940" y="152400"/>
                  </a:lnTo>
                  <a:close/>
                </a:path>
                <a:path w="27939" h="181610">
                  <a:moveTo>
                    <a:pt x="27940" y="148590"/>
                  </a:moveTo>
                  <a:lnTo>
                    <a:pt x="0" y="148590"/>
                  </a:lnTo>
                  <a:lnTo>
                    <a:pt x="0" y="152387"/>
                  </a:lnTo>
                  <a:lnTo>
                    <a:pt x="27940" y="152387"/>
                  </a:lnTo>
                  <a:lnTo>
                    <a:pt x="27940" y="148590"/>
                  </a:lnTo>
                  <a:close/>
                </a:path>
                <a:path w="27939" h="181610">
                  <a:moveTo>
                    <a:pt x="27940" y="146050"/>
                  </a:moveTo>
                  <a:lnTo>
                    <a:pt x="0" y="146050"/>
                  </a:lnTo>
                  <a:lnTo>
                    <a:pt x="0" y="148577"/>
                  </a:lnTo>
                  <a:lnTo>
                    <a:pt x="27940" y="148577"/>
                  </a:lnTo>
                  <a:lnTo>
                    <a:pt x="27940" y="146050"/>
                  </a:lnTo>
                  <a:close/>
                </a:path>
                <a:path w="27939" h="181610">
                  <a:moveTo>
                    <a:pt x="27940" y="142240"/>
                  </a:moveTo>
                  <a:lnTo>
                    <a:pt x="0" y="142240"/>
                  </a:lnTo>
                  <a:lnTo>
                    <a:pt x="0" y="146037"/>
                  </a:lnTo>
                  <a:lnTo>
                    <a:pt x="27940" y="146037"/>
                  </a:lnTo>
                  <a:lnTo>
                    <a:pt x="27940" y="142240"/>
                  </a:lnTo>
                  <a:close/>
                </a:path>
                <a:path w="27939" h="181610">
                  <a:moveTo>
                    <a:pt x="27940" y="135890"/>
                  </a:moveTo>
                  <a:lnTo>
                    <a:pt x="0" y="135890"/>
                  </a:lnTo>
                  <a:lnTo>
                    <a:pt x="0" y="142227"/>
                  </a:lnTo>
                  <a:lnTo>
                    <a:pt x="27940" y="142227"/>
                  </a:lnTo>
                  <a:lnTo>
                    <a:pt x="27940" y="135890"/>
                  </a:lnTo>
                  <a:close/>
                </a:path>
                <a:path w="27939" h="181610">
                  <a:moveTo>
                    <a:pt x="27940" y="133350"/>
                  </a:moveTo>
                  <a:lnTo>
                    <a:pt x="0" y="133350"/>
                  </a:lnTo>
                  <a:lnTo>
                    <a:pt x="0" y="135877"/>
                  </a:lnTo>
                  <a:lnTo>
                    <a:pt x="27940" y="135877"/>
                  </a:lnTo>
                  <a:lnTo>
                    <a:pt x="27940" y="133350"/>
                  </a:lnTo>
                  <a:close/>
                </a:path>
                <a:path w="27939" h="181610">
                  <a:moveTo>
                    <a:pt x="27940" y="129540"/>
                  </a:moveTo>
                  <a:lnTo>
                    <a:pt x="0" y="129540"/>
                  </a:lnTo>
                  <a:lnTo>
                    <a:pt x="0" y="133337"/>
                  </a:lnTo>
                  <a:lnTo>
                    <a:pt x="27940" y="133337"/>
                  </a:lnTo>
                  <a:lnTo>
                    <a:pt x="27940" y="129540"/>
                  </a:lnTo>
                  <a:close/>
                </a:path>
                <a:path w="27939" h="181610">
                  <a:moveTo>
                    <a:pt x="27940" y="127000"/>
                  </a:moveTo>
                  <a:lnTo>
                    <a:pt x="0" y="127000"/>
                  </a:lnTo>
                  <a:lnTo>
                    <a:pt x="0" y="129527"/>
                  </a:lnTo>
                  <a:lnTo>
                    <a:pt x="27940" y="129527"/>
                  </a:lnTo>
                  <a:lnTo>
                    <a:pt x="27940" y="127000"/>
                  </a:lnTo>
                  <a:close/>
                </a:path>
                <a:path w="27939" h="181610">
                  <a:moveTo>
                    <a:pt x="27940" y="120650"/>
                  </a:moveTo>
                  <a:lnTo>
                    <a:pt x="0" y="120650"/>
                  </a:lnTo>
                  <a:lnTo>
                    <a:pt x="0" y="126987"/>
                  </a:lnTo>
                  <a:lnTo>
                    <a:pt x="27940" y="126987"/>
                  </a:lnTo>
                  <a:lnTo>
                    <a:pt x="27940" y="120650"/>
                  </a:lnTo>
                  <a:close/>
                </a:path>
                <a:path w="27939" h="181610">
                  <a:moveTo>
                    <a:pt x="2794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27940" y="120637"/>
                  </a:lnTo>
                  <a:lnTo>
                    <a:pt x="27940" y="114300"/>
                  </a:lnTo>
                  <a:close/>
                </a:path>
                <a:path w="27939" h="181610">
                  <a:moveTo>
                    <a:pt x="27940" y="110490"/>
                  </a:moveTo>
                  <a:lnTo>
                    <a:pt x="0" y="110490"/>
                  </a:lnTo>
                  <a:lnTo>
                    <a:pt x="0" y="114287"/>
                  </a:lnTo>
                  <a:lnTo>
                    <a:pt x="27940" y="114287"/>
                  </a:lnTo>
                  <a:lnTo>
                    <a:pt x="27940" y="110490"/>
                  </a:lnTo>
                  <a:close/>
                </a:path>
                <a:path w="27939" h="181610">
                  <a:moveTo>
                    <a:pt x="27940" y="107950"/>
                  </a:moveTo>
                  <a:lnTo>
                    <a:pt x="0" y="107950"/>
                  </a:lnTo>
                  <a:lnTo>
                    <a:pt x="0" y="110477"/>
                  </a:lnTo>
                  <a:lnTo>
                    <a:pt x="27940" y="110477"/>
                  </a:lnTo>
                  <a:lnTo>
                    <a:pt x="27940" y="107950"/>
                  </a:lnTo>
                  <a:close/>
                </a:path>
                <a:path w="27939" h="181610">
                  <a:moveTo>
                    <a:pt x="27940" y="104140"/>
                  </a:moveTo>
                  <a:lnTo>
                    <a:pt x="0" y="104140"/>
                  </a:lnTo>
                  <a:lnTo>
                    <a:pt x="0" y="107937"/>
                  </a:lnTo>
                  <a:lnTo>
                    <a:pt x="27940" y="107937"/>
                  </a:lnTo>
                  <a:lnTo>
                    <a:pt x="27940" y="104140"/>
                  </a:lnTo>
                  <a:close/>
                </a:path>
                <a:path w="27939" h="181610">
                  <a:moveTo>
                    <a:pt x="27940" y="101600"/>
                  </a:moveTo>
                  <a:lnTo>
                    <a:pt x="0" y="101600"/>
                  </a:lnTo>
                  <a:lnTo>
                    <a:pt x="0" y="104127"/>
                  </a:lnTo>
                  <a:lnTo>
                    <a:pt x="27940" y="104127"/>
                  </a:lnTo>
                  <a:lnTo>
                    <a:pt x="27940" y="101600"/>
                  </a:lnTo>
                  <a:close/>
                </a:path>
                <a:path w="27939" h="181610">
                  <a:moveTo>
                    <a:pt x="27940" y="97790"/>
                  </a:moveTo>
                  <a:lnTo>
                    <a:pt x="0" y="97790"/>
                  </a:lnTo>
                  <a:lnTo>
                    <a:pt x="0" y="101587"/>
                  </a:lnTo>
                  <a:lnTo>
                    <a:pt x="27940" y="101587"/>
                  </a:lnTo>
                  <a:lnTo>
                    <a:pt x="27940" y="97790"/>
                  </a:lnTo>
                  <a:close/>
                </a:path>
                <a:path w="27939" h="181610">
                  <a:moveTo>
                    <a:pt x="27940" y="95250"/>
                  </a:moveTo>
                  <a:lnTo>
                    <a:pt x="0" y="95250"/>
                  </a:lnTo>
                  <a:lnTo>
                    <a:pt x="0" y="97777"/>
                  </a:lnTo>
                  <a:lnTo>
                    <a:pt x="27940" y="97777"/>
                  </a:lnTo>
                  <a:lnTo>
                    <a:pt x="27940" y="95250"/>
                  </a:lnTo>
                  <a:close/>
                </a:path>
                <a:path w="27939" h="181610">
                  <a:moveTo>
                    <a:pt x="27940" y="91440"/>
                  </a:moveTo>
                  <a:lnTo>
                    <a:pt x="0" y="91440"/>
                  </a:lnTo>
                  <a:lnTo>
                    <a:pt x="0" y="95237"/>
                  </a:lnTo>
                  <a:lnTo>
                    <a:pt x="27940" y="95237"/>
                  </a:lnTo>
                  <a:lnTo>
                    <a:pt x="27940" y="91440"/>
                  </a:lnTo>
                  <a:close/>
                </a:path>
                <a:path w="27939" h="181610">
                  <a:moveTo>
                    <a:pt x="27940" y="82550"/>
                  </a:moveTo>
                  <a:lnTo>
                    <a:pt x="0" y="82550"/>
                  </a:lnTo>
                  <a:lnTo>
                    <a:pt x="0" y="91427"/>
                  </a:lnTo>
                  <a:lnTo>
                    <a:pt x="27940" y="91427"/>
                  </a:lnTo>
                  <a:lnTo>
                    <a:pt x="27940" y="82550"/>
                  </a:lnTo>
                  <a:close/>
                </a:path>
                <a:path w="27939" h="181610">
                  <a:moveTo>
                    <a:pt x="27940" y="72390"/>
                  </a:moveTo>
                  <a:lnTo>
                    <a:pt x="0" y="72390"/>
                  </a:lnTo>
                  <a:lnTo>
                    <a:pt x="0" y="82537"/>
                  </a:lnTo>
                  <a:lnTo>
                    <a:pt x="27940" y="82537"/>
                  </a:lnTo>
                  <a:lnTo>
                    <a:pt x="27940" y="72390"/>
                  </a:lnTo>
                  <a:close/>
                </a:path>
                <a:path w="27939" h="181610">
                  <a:moveTo>
                    <a:pt x="27940" y="63500"/>
                  </a:moveTo>
                  <a:lnTo>
                    <a:pt x="0" y="63500"/>
                  </a:lnTo>
                  <a:lnTo>
                    <a:pt x="0" y="72377"/>
                  </a:lnTo>
                  <a:lnTo>
                    <a:pt x="27940" y="72377"/>
                  </a:lnTo>
                  <a:lnTo>
                    <a:pt x="27940" y="63500"/>
                  </a:lnTo>
                  <a:close/>
                </a:path>
                <a:path w="27939" h="181610">
                  <a:moveTo>
                    <a:pt x="27940" y="53340"/>
                  </a:moveTo>
                  <a:lnTo>
                    <a:pt x="0" y="53340"/>
                  </a:lnTo>
                  <a:lnTo>
                    <a:pt x="0" y="63487"/>
                  </a:lnTo>
                  <a:lnTo>
                    <a:pt x="27940" y="63487"/>
                  </a:lnTo>
                  <a:lnTo>
                    <a:pt x="27940" y="53340"/>
                  </a:lnTo>
                  <a:close/>
                </a:path>
                <a:path w="27939" h="181610">
                  <a:moveTo>
                    <a:pt x="27940" y="50800"/>
                  </a:moveTo>
                  <a:lnTo>
                    <a:pt x="0" y="50800"/>
                  </a:lnTo>
                  <a:lnTo>
                    <a:pt x="0" y="53327"/>
                  </a:lnTo>
                  <a:lnTo>
                    <a:pt x="27940" y="53327"/>
                  </a:lnTo>
                  <a:lnTo>
                    <a:pt x="27940" y="50800"/>
                  </a:lnTo>
                  <a:close/>
                </a:path>
                <a:path w="27939" h="181610">
                  <a:moveTo>
                    <a:pt x="27940" y="46990"/>
                  </a:moveTo>
                  <a:lnTo>
                    <a:pt x="0" y="46990"/>
                  </a:lnTo>
                  <a:lnTo>
                    <a:pt x="0" y="50787"/>
                  </a:lnTo>
                  <a:lnTo>
                    <a:pt x="27940" y="50787"/>
                  </a:lnTo>
                  <a:lnTo>
                    <a:pt x="27940" y="46990"/>
                  </a:lnTo>
                  <a:close/>
                </a:path>
                <a:path w="27939" h="181610">
                  <a:moveTo>
                    <a:pt x="27940" y="40640"/>
                  </a:moveTo>
                  <a:lnTo>
                    <a:pt x="0" y="40640"/>
                  </a:lnTo>
                  <a:lnTo>
                    <a:pt x="0" y="46977"/>
                  </a:lnTo>
                  <a:lnTo>
                    <a:pt x="27940" y="46977"/>
                  </a:lnTo>
                  <a:lnTo>
                    <a:pt x="27940" y="40640"/>
                  </a:lnTo>
                  <a:close/>
                </a:path>
                <a:path w="27939" h="181610">
                  <a:moveTo>
                    <a:pt x="27940" y="34290"/>
                  </a:moveTo>
                  <a:lnTo>
                    <a:pt x="0" y="34290"/>
                  </a:lnTo>
                  <a:lnTo>
                    <a:pt x="0" y="40627"/>
                  </a:lnTo>
                  <a:lnTo>
                    <a:pt x="27940" y="40627"/>
                  </a:lnTo>
                  <a:lnTo>
                    <a:pt x="27940" y="34290"/>
                  </a:lnTo>
                  <a:close/>
                </a:path>
                <a:path w="27939" h="181610">
                  <a:moveTo>
                    <a:pt x="27940" y="27940"/>
                  </a:moveTo>
                  <a:lnTo>
                    <a:pt x="0" y="27940"/>
                  </a:lnTo>
                  <a:lnTo>
                    <a:pt x="0" y="34277"/>
                  </a:lnTo>
                  <a:lnTo>
                    <a:pt x="27940" y="34277"/>
                  </a:lnTo>
                  <a:lnTo>
                    <a:pt x="27940" y="27940"/>
                  </a:lnTo>
                  <a:close/>
                </a:path>
                <a:path w="27939" h="181610">
                  <a:moveTo>
                    <a:pt x="27940" y="25400"/>
                  </a:moveTo>
                  <a:lnTo>
                    <a:pt x="0" y="25400"/>
                  </a:lnTo>
                  <a:lnTo>
                    <a:pt x="0" y="27927"/>
                  </a:lnTo>
                  <a:lnTo>
                    <a:pt x="27940" y="27927"/>
                  </a:lnTo>
                  <a:lnTo>
                    <a:pt x="27940" y="25400"/>
                  </a:lnTo>
                  <a:close/>
                </a:path>
                <a:path w="27939" h="181610">
                  <a:moveTo>
                    <a:pt x="2794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27940" y="25387"/>
                  </a:lnTo>
                  <a:lnTo>
                    <a:pt x="27940" y="21590"/>
                  </a:lnTo>
                  <a:close/>
                </a:path>
                <a:path w="27939" h="181610">
                  <a:moveTo>
                    <a:pt x="27940" y="15240"/>
                  </a:moveTo>
                  <a:lnTo>
                    <a:pt x="0" y="15240"/>
                  </a:lnTo>
                  <a:lnTo>
                    <a:pt x="0" y="21577"/>
                  </a:lnTo>
                  <a:lnTo>
                    <a:pt x="27940" y="21577"/>
                  </a:lnTo>
                  <a:lnTo>
                    <a:pt x="27940" y="15240"/>
                  </a:lnTo>
                  <a:close/>
                </a:path>
                <a:path w="27939" h="181610">
                  <a:moveTo>
                    <a:pt x="2794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7940" y="15227"/>
                  </a:lnTo>
                  <a:lnTo>
                    <a:pt x="27940" y="12700"/>
                  </a:lnTo>
                  <a:close/>
                </a:path>
                <a:path w="27939" h="181610">
                  <a:moveTo>
                    <a:pt x="2794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7940" y="12687"/>
                  </a:lnTo>
                  <a:lnTo>
                    <a:pt x="27940" y="8890"/>
                  </a:lnTo>
                  <a:close/>
                </a:path>
                <a:path w="27939" h="181610">
                  <a:moveTo>
                    <a:pt x="27940" y="0"/>
                  </a:moveTo>
                  <a:lnTo>
                    <a:pt x="0" y="0"/>
                  </a:lnTo>
                  <a:lnTo>
                    <a:pt x="0" y="8877"/>
                  </a:lnTo>
                  <a:lnTo>
                    <a:pt x="27940" y="8877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1D3B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4" name="object 3724"/>
            <p:cNvSpPr/>
            <p:nvPr/>
          </p:nvSpPr>
          <p:spPr>
            <a:xfrm>
              <a:off x="4097020" y="5033010"/>
              <a:ext cx="29209" cy="476250"/>
            </a:xfrm>
            <a:custGeom>
              <a:avLst/>
              <a:gdLst/>
              <a:ahLst/>
              <a:cxnLst/>
              <a:rect l="l" t="t" r="r" b="b"/>
              <a:pathLst>
                <a:path w="29210" h="476250">
                  <a:moveTo>
                    <a:pt x="29210" y="467372"/>
                  </a:moveTo>
                  <a:lnTo>
                    <a:pt x="0" y="467372"/>
                  </a:lnTo>
                  <a:lnTo>
                    <a:pt x="0" y="476250"/>
                  </a:lnTo>
                  <a:lnTo>
                    <a:pt x="29210" y="476250"/>
                  </a:lnTo>
                  <a:lnTo>
                    <a:pt x="29210" y="467372"/>
                  </a:lnTo>
                  <a:close/>
                </a:path>
                <a:path w="29210" h="476250">
                  <a:moveTo>
                    <a:pt x="29210" y="463562"/>
                  </a:moveTo>
                  <a:lnTo>
                    <a:pt x="0" y="463562"/>
                  </a:lnTo>
                  <a:lnTo>
                    <a:pt x="0" y="467360"/>
                  </a:lnTo>
                  <a:lnTo>
                    <a:pt x="29210" y="467360"/>
                  </a:lnTo>
                  <a:lnTo>
                    <a:pt x="29210" y="463562"/>
                  </a:lnTo>
                  <a:close/>
                </a:path>
                <a:path w="29210" h="476250">
                  <a:moveTo>
                    <a:pt x="29210" y="461022"/>
                  </a:moveTo>
                  <a:lnTo>
                    <a:pt x="0" y="461022"/>
                  </a:lnTo>
                  <a:lnTo>
                    <a:pt x="0" y="463550"/>
                  </a:lnTo>
                  <a:lnTo>
                    <a:pt x="29210" y="463550"/>
                  </a:lnTo>
                  <a:lnTo>
                    <a:pt x="29210" y="461022"/>
                  </a:lnTo>
                  <a:close/>
                </a:path>
                <a:path w="29210" h="476250">
                  <a:moveTo>
                    <a:pt x="29210" y="457212"/>
                  </a:moveTo>
                  <a:lnTo>
                    <a:pt x="0" y="457212"/>
                  </a:lnTo>
                  <a:lnTo>
                    <a:pt x="0" y="461010"/>
                  </a:lnTo>
                  <a:lnTo>
                    <a:pt x="29210" y="461010"/>
                  </a:lnTo>
                  <a:lnTo>
                    <a:pt x="29210" y="457212"/>
                  </a:lnTo>
                  <a:close/>
                </a:path>
                <a:path w="29210" h="476250">
                  <a:moveTo>
                    <a:pt x="29210" y="448322"/>
                  </a:moveTo>
                  <a:lnTo>
                    <a:pt x="0" y="448322"/>
                  </a:lnTo>
                  <a:lnTo>
                    <a:pt x="0" y="457200"/>
                  </a:lnTo>
                  <a:lnTo>
                    <a:pt x="29210" y="457200"/>
                  </a:lnTo>
                  <a:lnTo>
                    <a:pt x="29210" y="448322"/>
                  </a:lnTo>
                  <a:close/>
                </a:path>
                <a:path w="29210" h="476250">
                  <a:moveTo>
                    <a:pt x="29210" y="429272"/>
                  </a:moveTo>
                  <a:lnTo>
                    <a:pt x="0" y="429272"/>
                  </a:lnTo>
                  <a:lnTo>
                    <a:pt x="0" y="448310"/>
                  </a:lnTo>
                  <a:lnTo>
                    <a:pt x="29210" y="448310"/>
                  </a:lnTo>
                  <a:lnTo>
                    <a:pt x="29210" y="429272"/>
                  </a:lnTo>
                  <a:close/>
                </a:path>
                <a:path w="29210" h="476250">
                  <a:moveTo>
                    <a:pt x="29210" y="422922"/>
                  </a:moveTo>
                  <a:lnTo>
                    <a:pt x="0" y="422922"/>
                  </a:lnTo>
                  <a:lnTo>
                    <a:pt x="0" y="429260"/>
                  </a:lnTo>
                  <a:lnTo>
                    <a:pt x="29210" y="429260"/>
                  </a:lnTo>
                  <a:lnTo>
                    <a:pt x="29210" y="422922"/>
                  </a:lnTo>
                  <a:close/>
                </a:path>
                <a:path w="29210" h="476250">
                  <a:moveTo>
                    <a:pt x="29210" y="416572"/>
                  </a:moveTo>
                  <a:lnTo>
                    <a:pt x="0" y="416572"/>
                  </a:lnTo>
                  <a:lnTo>
                    <a:pt x="0" y="422910"/>
                  </a:lnTo>
                  <a:lnTo>
                    <a:pt x="29210" y="422910"/>
                  </a:lnTo>
                  <a:lnTo>
                    <a:pt x="29210" y="416572"/>
                  </a:lnTo>
                  <a:close/>
                </a:path>
                <a:path w="29210" h="476250">
                  <a:moveTo>
                    <a:pt x="29210" y="412762"/>
                  </a:moveTo>
                  <a:lnTo>
                    <a:pt x="0" y="412762"/>
                  </a:lnTo>
                  <a:lnTo>
                    <a:pt x="0" y="416560"/>
                  </a:lnTo>
                  <a:lnTo>
                    <a:pt x="29210" y="416560"/>
                  </a:lnTo>
                  <a:lnTo>
                    <a:pt x="29210" y="412762"/>
                  </a:lnTo>
                  <a:close/>
                </a:path>
                <a:path w="29210" h="476250">
                  <a:moveTo>
                    <a:pt x="29210" y="410222"/>
                  </a:moveTo>
                  <a:lnTo>
                    <a:pt x="0" y="410222"/>
                  </a:lnTo>
                  <a:lnTo>
                    <a:pt x="0" y="412750"/>
                  </a:lnTo>
                  <a:lnTo>
                    <a:pt x="29210" y="412750"/>
                  </a:lnTo>
                  <a:lnTo>
                    <a:pt x="29210" y="410222"/>
                  </a:lnTo>
                  <a:close/>
                </a:path>
                <a:path w="29210" h="476250">
                  <a:moveTo>
                    <a:pt x="29210" y="406412"/>
                  </a:moveTo>
                  <a:lnTo>
                    <a:pt x="0" y="406412"/>
                  </a:lnTo>
                  <a:lnTo>
                    <a:pt x="0" y="410210"/>
                  </a:lnTo>
                  <a:lnTo>
                    <a:pt x="29210" y="410210"/>
                  </a:lnTo>
                  <a:lnTo>
                    <a:pt x="29210" y="406412"/>
                  </a:lnTo>
                  <a:close/>
                </a:path>
                <a:path w="29210" h="476250">
                  <a:moveTo>
                    <a:pt x="29210" y="403872"/>
                  </a:moveTo>
                  <a:lnTo>
                    <a:pt x="0" y="403872"/>
                  </a:lnTo>
                  <a:lnTo>
                    <a:pt x="0" y="406400"/>
                  </a:lnTo>
                  <a:lnTo>
                    <a:pt x="29210" y="406400"/>
                  </a:lnTo>
                  <a:lnTo>
                    <a:pt x="29210" y="403872"/>
                  </a:lnTo>
                  <a:close/>
                </a:path>
                <a:path w="29210" h="476250">
                  <a:moveTo>
                    <a:pt x="29210" y="397522"/>
                  </a:moveTo>
                  <a:lnTo>
                    <a:pt x="0" y="397522"/>
                  </a:lnTo>
                  <a:lnTo>
                    <a:pt x="0" y="403860"/>
                  </a:lnTo>
                  <a:lnTo>
                    <a:pt x="29210" y="403860"/>
                  </a:lnTo>
                  <a:lnTo>
                    <a:pt x="29210" y="397522"/>
                  </a:lnTo>
                  <a:close/>
                </a:path>
                <a:path w="29210" h="476250">
                  <a:moveTo>
                    <a:pt x="29210" y="393712"/>
                  </a:moveTo>
                  <a:lnTo>
                    <a:pt x="0" y="393712"/>
                  </a:lnTo>
                  <a:lnTo>
                    <a:pt x="0" y="397510"/>
                  </a:lnTo>
                  <a:lnTo>
                    <a:pt x="29210" y="397510"/>
                  </a:lnTo>
                  <a:lnTo>
                    <a:pt x="29210" y="393712"/>
                  </a:lnTo>
                  <a:close/>
                </a:path>
                <a:path w="29210" h="476250">
                  <a:moveTo>
                    <a:pt x="29210" y="391172"/>
                  </a:moveTo>
                  <a:lnTo>
                    <a:pt x="0" y="391172"/>
                  </a:lnTo>
                  <a:lnTo>
                    <a:pt x="0" y="393700"/>
                  </a:lnTo>
                  <a:lnTo>
                    <a:pt x="29210" y="393700"/>
                  </a:lnTo>
                  <a:lnTo>
                    <a:pt x="29210" y="391172"/>
                  </a:lnTo>
                  <a:close/>
                </a:path>
                <a:path w="29210" h="476250">
                  <a:moveTo>
                    <a:pt x="29210" y="387362"/>
                  </a:moveTo>
                  <a:lnTo>
                    <a:pt x="0" y="387362"/>
                  </a:lnTo>
                  <a:lnTo>
                    <a:pt x="0" y="391160"/>
                  </a:lnTo>
                  <a:lnTo>
                    <a:pt x="29210" y="391160"/>
                  </a:lnTo>
                  <a:lnTo>
                    <a:pt x="29210" y="387362"/>
                  </a:lnTo>
                  <a:close/>
                </a:path>
                <a:path w="29210" h="476250">
                  <a:moveTo>
                    <a:pt x="29210" y="384822"/>
                  </a:moveTo>
                  <a:lnTo>
                    <a:pt x="0" y="384822"/>
                  </a:lnTo>
                  <a:lnTo>
                    <a:pt x="0" y="387350"/>
                  </a:lnTo>
                  <a:lnTo>
                    <a:pt x="29210" y="387350"/>
                  </a:lnTo>
                  <a:lnTo>
                    <a:pt x="29210" y="384822"/>
                  </a:lnTo>
                  <a:close/>
                </a:path>
                <a:path w="29210" h="476250">
                  <a:moveTo>
                    <a:pt x="29210" y="365772"/>
                  </a:moveTo>
                  <a:lnTo>
                    <a:pt x="0" y="365772"/>
                  </a:lnTo>
                  <a:lnTo>
                    <a:pt x="0" y="384810"/>
                  </a:lnTo>
                  <a:lnTo>
                    <a:pt x="29210" y="384810"/>
                  </a:lnTo>
                  <a:lnTo>
                    <a:pt x="29210" y="365772"/>
                  </a:lnTo>
                  <a:close/>
                </a:path>
                <a:path w="29210" h="476250">
                  <a:moveTo>
                    <a:pt x="29210" y="359422"/>
                  </a:moveTo>
                  <a:lnTo>
                    <a:pt x="0" y="359422"/>
                  </a:lnTo>
                  <a:lnTo>
                    <a:pt x="0" y="365760"/>
                  </a:lnTo>
                  <a:lnTo>
                    <a:pt x="29210" y="365760"/>
                  </a:lnTo>
                  <a:lnTo>
                    <a:pt x="29210" y="359422"/>
                  </a:lnTo>
                  <a:close/>
                </a:path>
                <a:path w="29210" h="476250">
                  <a:moveTo>
                    <a:pt x="29210" y="355612"/>
                  </a:moveTo>
                  <a:lnTo>
                    <a:pt x="0" y="355612"/>
                  </a:lnTo>
                  <a:lnTo>
                    <a:pt x="0" y="359410"/>
                  </a:lnTo>
                  <a:lnTo>
                    <a:pt x="29210" y="359410"/>
                  </a:lnTo>
                  <a:lnTo>
                    <a:pt x="29210" y="355612"/>
                  </a:lnTo>
                  <a:close/>
                </a:path>
                <a:path w="29210" h="476250">
                  <a:moveTo>
                    <a:pt x="29210" y="346722"/>
                  </a:moveTo>
                  <a:lnTo>
                    <a:pt x="0" y="346722"/>
                  </a:lnTo>
                  <a:lnTo>
                    <a:pt x="0" y="355600"/>
                  </a:lnTo>
                  <a:lnTo>
                    <a:pt x="29210" y="355600"/>
                  </a:lnTo>
                  <a:lnTo>
                    <a:pt x="29210" y="346722"/>
                  </a:lnTo>
                  <a:close/>
                </a:path>
                <a:path w="29210" h="476250">
                  <a:moveTo>
                    <a:pt x="29210" y="340372"/>
                  </a:moveTo>
                  <a:lnTo>
                    <a:pt x="0" y="340372"/>
                  </a:lnTo>
                  <a:lnTo>
                    <a:pt x="0" y="346710"/>
                  </a:lnTo>
                  <a:lnTo>
                    <a:pt x="29210" y="346710"/>
                  </a:lnTo>
                  <a:lnTo>
                    <a:pt x="29210" y="340372"/>
                  </a:lnTo>
                  <a:close/>
                </a:path>
                <a:path w="29210" h="476250">
                  <a:moveTo>
                    <a:pt x="29210" y="334022"/>
                  </a:moveTo>
                  <a:lnTo>
                    <a:pt x="0" y="334022"/>
                  </a:lnTo>
                  <a:lnTo>
                    <a:pt x="0" y="340360"/>
                  </a:lnTo>
                  <a:lnTo>
                    <a:pt x="29210" y="340360"/>
                  </a:lnTo>
                  <a:lnTo>
                    <a:pt x="29210" y="334022"/>
                  </a:lnTo>
                  <a:close/>
                </a:path>
                <a:path w="29210" h="476250">
                  <a:moveTo>
                    <a:pt x="29210" y="330212"/>
                  </a:moveTo>
                  <a:lnTo>
                    <a:pt x="0" y="330212"/>
                  </a:lnTo>
                  <a:lnTo>
                    <a:pt x="0" y="334010"/>
                  </a:lnTo>
                  <a:lnTo>
                    <a:pt x="29210" y="334010"/>
                  </a:lnTo>
                  <a:lnTo>
                    <a:pt x="29210" y="330212"/>
                  </a:lnTo>
                  <a:close/>
                </a:path>
                <a:path w="29210" h="476250">
                  <a:moveTo>
                    <a:pt x="29210" y="327672"/>
                  </a:moveTo>
                  <a:lnTo>
                    <a:pt x="0" y="327672"/>
                  </a:lnTo>
                  <a:lnTo>
                    <a:pt x="0" y="330200"/>
                  </a:lnTo>
                  <a:lnTo>
                    <a:pt x="29210" y="330200"/>
                  </a:lnTo>
                  <a:lnTo>
                    <a:pt x="29210" y="327672"/>
                  </a:lnTo>
                  <a:close/>
                </a:path>
                <a:path w="29210" h="476250">
                  <a:moveTo>
                    <a:pt x="29210" y="317512"/>
                  </a:moveTo>
                  <a:lnTo>
                    <a:pt x="0" y="317512"/>
                  </a:lnTo>
                  <a:lnTo>
                    <a:pt x="0" y="327660"/>
                  </a:lnTo>
                  <a:lnTo>
                    <a:pt x="29210" y="327660"/>
                  </a:lnTo>
                  <a:lnTo>
                    <a:pt x="29210" y="317512"/>
                  </a:lnTo>
                  <a:close/>
                </a:path>
                <a:path w="29210" h="476250">
                  <a:moveTo>
                    <a:pt x="29210" y="314972"/>
                  </a:moveTo>
                  <a:lnTo>
                    <a:pt x="0" y="314972"/>
                  </a:lnTo>
                  <a:lnTo>
                    <a:pt x="0" y="317500"/>
                  </a:lnTo>
                  <a:lnTo>
                    <a:pt x="29210" y="317500"/>
                  </a:lnTo>
                  <a:lnTo>
                    <a:pt x="29210" y="314972"/>
                  </a:lnTo>
                  <a:close/>
                </a:path>
                <a:path w="29210" h="476250">
                  <a:moveTo>
                    <a:pt x="29210" y="311162"/>
                  </a:moveTo>
                  <a:lnTo>
                    <a:pt x="0" y="311162"/>
                  </a:lnTo>
                  <a:lnTo>
                    <a:pt x="0" y="314960"/>
                  </a:lnTo>
                  <a:lnTo>
                    <a:pt x="29210" y="314960"/>
                  </a:lnTo>
                  <a:lnTo>
                    <a:pt x="29210" y="311162"/>
                  </a:lnTo>
                  <a:close/>
                </a:path>
                <a:path w="29210" h="476250">
                  <a:moveTo>
                    <a:pt x="29210" y="304812"/>
                  </a:moveTo>
                  <a:lnTo>
                    <a:pt x="0" y="304812"/>
                  </a:lnTo>
                  <a:lnTo>
                    <a:pt x="0" y="311150"/>
                  </a:lnTo>
                  <a:lnTo>
                    <a:pt x="29210" y="311150"/>
                  </a:lnTo>
                  <a:lnTo>
                    <a:pt x="29210" y="304812"/>
                  </a:lnTo>
                  <a:close/>
                </a:path>
                <a:path w="29210" h="476250">
                  <a:moveTo>
                    <a:pt x="29210" y="292112"/>
                  </a:moveTo>
                  <a:lnTo>
                    <a:pt x="0" y="292112"/>
                  </a:lnTo>
                  <a:lnTo>
                    <a:pt x="0" y="304800"/>
                  </a:lnTo>
                  <a:lnTo>
                    <a:pt x="29210" y="304800"/>
                  </a:lnTo>
                  <a:lnTo>
                    <a:pt x="29210" y="292112"/>
                  </a:lnTo>
                  <a:close/>
                </a:path>
                <a:path w="29210" h="476250">
                  <a:moveTo>
                    <a:pt x="29210" y="289572"/>
                  </a:moveTo>
                  <a:lnTo>
                    <a:pt x="0" y="289572"/>
                  </a:lnTo>
                  <a:lnTo>
                    <a:pt x="0" y="292100"/>
                  </a:lnTo>
                  <a:lnTo>
                    <a:pt x="29210" y="292100"/>
                  </a:lnTo>
                  <a:lnTo>
                    <a:pt x="29210" y="289572"/>
                  </a:lnTo>
                  <a:close/>
                </a:path>
                <a:path w="29210" h="476250">
                  <a:moveTo>
                    <a:pt x="29210" y="285762"/>
                  </a:moveTo>
                  <a:lnTo>
                    <a:pt x="0" y="285762"/>
                  </a:lnTo>
                  <a:lnTo>
                    <a:pt x="0" y="289560"/>
                  </a:lnTo>
                  <a:lnTo>
                    <a:pt x="29210" y="289560"/>
                  </a:lnTo>
                  <a:lnTo>
                    <a:pt x="29210" y="285762"/>
                  </a:lnTo>
                  <a:close/>
                </a:path>
                <a:path w="29210" h="476250">
                  <a:moveTo>
                    <a:pt x="29210" y="283222"/>
                  </a:moveTo>
                  <a:lnTo>
                    <a:pt x="0" y="283222"/>
                  </a:lnTo>
                  <a:lnTo>
                    <a:pt x="0" y="285750"/>
                  </a:lnTo>
                  <a:lnTo>
                    <a:pt x="29210" y="285750"/>
                  </a:lnTo>
                  <a:lnTo>
                    <a:pt x="29210" y="283222"/>
                  </a:lnTo>
                  <a:close/>
                </a:path>
                <a:path w="29210" h="476250">
                  <a:moveTo>
                    <a:pt x="29210" y="279412"/>
                  </a:moveTo>
                  <a:lnTo>
                    <a:pt x="0" y="279412"/>
                  </a:lnTo>
                  <a:lnTo>
                    <a:pt x="0" y="283210"/>
                  </a:lnTo>
                  <a:lnTo>
                    <a:pt x="29210" y="283210"/>
                  </a:lnTo>
                  <a:lnTo>
                    <a:pt x="29210" y="279412"/>
                  </a:lnTo>
                  <a:close/>
                </a:path>
                <a:path w="29210" h="476250">
                  <a:moveTo>
                    <a:pt x="29210" y="273062"/>
                  </a:moveTo>
                  <a:lnTo>
                    <a:pt x="0" y="273062"/>
                  </a:lnTo>
                  <a:lnTo>
                    <a:pt x="0" y="279400"/>
                  </a:lnTo>
                  <a:lnTo>
                    <a:pt x="29210" y="279400"/>
                  </a:lnTo>
                  <a:lnTo>
                    <a:pt x="29210" y="273062"/>
                  </a:lnTo>
                  <a:close/>
                </a:path>
                <a:path w="29210" h="476250">
                  <a:moveTo>
                    <a:pt x="29210" y="234962"/>
                  </a:moveTo>
                  <a:lnTo>
                    <a:pt x="0" y="234962"/>
                  </a:lnTo>
                  <a:lnTo>
                    <a:pt x="0" y="273050"/>
                  </a:lnTo>
                  <a:lnTo>
                    <a:pt x="29210" y="273050"/>
                  </a:lnTo>
                  <a:lnTo>
                    <a:pt x="29210" y="234962"/>
                  </a:lnTo>
                  <a:close/>
                </a:path>
                <a:path w="29210" h="476250">
                  <a:moveTo>
                    <a:pt x="292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9210" y="234950"/>
                  </a:lnTo>
                  <a:lnTo>
                    <a:pt x="29210" y="232422"/>
                  </a:lnTo>
                  <a:close/>
                </a:path>
                <a:path w="29210" h="476250">
                  <a:moveTo>
                    <a:pt x="2921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29210" y="232410"/>
                  </a:lnTo>
                  <a:lnTo>
                    <a:pt x="29210" y="226072"/>
                  </a:lnTo>
                  <a:close/>
                </a:path>
                <a:path w="29210" h="476250">
                  <a:moveTo>
                    <a:pt x="2921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29210" y="226060"/>
                  </a:lnTo>
                  <a:lnTo>
                    <a:pt x="29210" y="222262"/>
                  </a:lnTo>
                  <a:close/>
                </a:path>
                <a:path w="29210" h="476250">
                  <a:moveTo>
                    <a:pt x="2921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29210" y="222250"/>
                  </a:lnTo>
                  <a:lnTo>
                    <a:pt x="29210" y="219722"/>
                  </a:lnTo>
                  <a:close/>
                </a:path>
                <a:path w="29210" h="476250">
                  <a:moveTo>
                    <a:pt x="29210" y="213372"/>
                  </a:moveTo>
                  <a:lnTo>
                    <a:pt x="0" y="213372"/>
                  </a:lnTo>
                  <a:lnTo>
                    <a:pt x="0" y="219710"/>
                  </a:lnTo>
                  <a:lnTo>
                    <a:pt x="29210" y="219710"/>
                  </a:lnTo>
                  <a:lnTo>
                    <a:pt x="29210" y="213372"/>
                  </a:lnTo>
                  <a:close/>
                </a:path>
                <a:path w="29210" h="476250">
                  <a:moveTo>
                    <a:pt x="29210" y="207022"/>
                  </a:moveTo>
                  <a:lnTo>
                    <a:pt x="0" y="207022"/>
                  </a:lnTo>
                  <a:lnTo>
                    <a:pt x="0" y="213360"/>
                  </a:lnTo>
                  <a:lnTo>
                    <a:pt x="29210" y="213360"/>
                  </a:lnTo>
                  <a:lnTo>
                    <a:pt x="29210" y="207022"/>
                  </a:lnTo>
                  <a:close/>
                </a:path>
                <a:path w="29210" h="476250">
                  <a:moveTo>
                    <a:pt x="29210" y="195592"/>
                  </a:moveTo>
                  <a:lnTo>
                    <a:pt x="0" y="195592"/>
                  </a:lnTo>
                  <a:lnTo>
                    <a:pt x="0" y="207010"/>
                  </a:lnTo>
                  <a:lnTo>
                    <a:pt x="29210" y="207010"/>
                  </a:lnTo>
                  <a:lnTo>
                    <a:pt x="29210" y="195592"/>
                  </a:lnTo>
                  <a:close/>
                </a:path>
                <a:path w="29210" h="476250">
                  <a:moveTo>
                    <a:pt x="2921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9210" y="195580"/>
                  </a:lnTo>
                  <a:lnTo>
                    <a:pt x="29210" y="189242"/>
                  </a:lnTo>
                  <a:close/>
                </a:path>
                <a:path w="29210" h="476250">
                  <a:moveTo>
                    <a:pt x="29210" y="182892"/>
                  </a:moveTo>
                  <a:lnTo>
                    <a:pt x="0" y="182892"/>
                  </a:lnTo>
                  <a:lnTo>
                    <a:pt x="0" y="189230"/>
                  </a:lnTo>
                  <a:lnTo>
                    <a:pt x="29210" y="189230"/>
                  </a:lnTo>
                  <a:lnTo>
                    <a:pt x="29210" y="182892"/>
                  </a:lnTo>
                  <a:close/>
                </a:path>
                <a:path w="29210" h="476250">
                  <a:moveTo>
                    <a:pt x="29210" y="176542"/>
                  </a:moveTo>
                  <a:lnTo>
                    <a:pt x="0" y="176542"/>
                  </a:lnTo>
                  <a:lnTo>
                    <a:pt x="0" y="182880"/>
                  </a:lnTo>
                  <a:lnTo>
                    <a:pt x="29210" y="182880"/>
                  </a:lnTo>
                  <a:lnTo>
                    <a:pt x="29210" y="176542"/>
                  </a:lnTo>
                  <a:close/>
                </a:path>
                <a:path w="29210" h="476250">
                  <a:moveTo>
                    <a:pt x="29210" y="170192"/>
                  </a:moveTo>
                  <a:lnTo>
                    <a:pt x="0" y="170192"/>
                  </a:lnTo>
                  <a:lnTo>
                    <a:pt x="0" y="176530"/>
                  </a:lnTo>
                  <a:lnTo>
                    <a:pt x="29210" y="176530"/>
                  </a:lnTo>
                  <a:lnTo>
                    <a:pt x="29210" y="170192"/>
                  </a:lnTo>
                  <a:close/>
                </a:path>
                <a:path w="29210" h="476250">
                  <a:moveTo>
                    <a:pt x="29210" y="163842"/>
                  </a:moveTo>
                  <a:lnTo>
                    <a:pt x="0" y="163842"/>
                  </a:lnTo>
                  <a:lnTo>
                    <a:pt x="0" y="170180"/>
                  </a:lnTo>
                  <a:lnTo>
                    <a:pt x="29210" y="170180"/>
                  </a:lnTo>
                  <a:lnTo>
                    <a:pt x="29210" y="163842"/>
                  </a:lnTo>
                  <a:close/>
                </a:path>
                <a:path w="29210" h="476250">
                  <a:moveTo>
                    <a:pt x="29210" y="157492"/>
                  </a:moveTo>
                  <a:lnTo>
                    <a:pt x="0" y="157492"/>
                  </a:lnTo>
                  <a:lnTo>
                    <a:pt x="0" y="163830"/>
                  </a:lnTo>
                  <a:lnTo>
                    <a:pt x="29210" y="163830"/>
                  </a:lnTo>
                  <a:lnTo>
                    <a:pt x="29210" y="157492"/>
                  </a:lnTo>
                  <a:close/>
                </a:path>
                <a:path w="29210" h="476250">
                  <a:moveTo>
                    <a:pt x="2921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9210" y="157480"/>
                  </a:lnTo>
                  <a:lnTo>
                    <a:pt x="29210" y="151142"/>
                  </a:lnTo>
                  <a:close/>
                </a:path>
                <a:path w="29210" h="476250">
                  <a:moveTo>
                    <a:pt x="29210" y="138442"/>
                  </a:moveTo>
                  <a:lnTo>
                    <a:pt x="0" y="138442"/>
                  </a:lnTo>
                  <a:lnTo>
                    <a:pt x="0" y="151130"/>
                  </a:lnTo>
                  <a:lnTo>
                    <a:pt x="29210" y="151130"/>
                  </a:lnTo>
                  <a:lnTo>
                    <a:pt x="29210" y="138442"/>
                  </a:lnTo>
                  <a:close/>
                </a:path>
                <a:path w="29210" h="476250">
                  <a:moveTo>
                    <a:pt x="29210" y="132092"/>
                  </a:moveTo>
                  <a:lnTo>
                    <a:pt x="0" y="132092"/>
                  </a:lnTo>
                  <a:lnTo>
                    <a:pt x="0" y="138430"/>
                  </a:lnTo>
                  <a:lnTo>
                    <a:pt x="29210" y="138430"/>
                  </a:lnTo>
                  <a:lnTo>
                    <a:pt x="29210" y="132092"/>
                  </a:lnTo>
                  <a:close/>
                </a:path>
                <a:path w="29210" h="476250">
                  <a:moveTo>
                    <a:pt x="29210" y="125742"/>
                  </a:moveTo>
                  <a:lnTo>
                    <a:pt x="0" y="125742"/>
                  </a:lnTo>
                  <a:lnTo>
                    <a:pt x="0" y="132080"/>
                  </a:lnTo>
                  <a:lnTo>
                    <a:pt x="29210" y="132080"/>
                  </a:lnTo>
                  <a:lnTo>
                    <a:pt x="29210" y="125742"/>
                  </a:lnTo>
                  <a:close/>
                </a:path>
                <a:path w="29210" h="476250">
                  <a:moveTo>
                    <a:pt x="29210" y="119392"/>
                  </a:moveTo>
                  <a:lnTo>
                    <a:pt x="0" y="119392"/>
                  </a:lnTo>
                  <a:lnTo>
                    <a:pt x="0" y="125730"/>
                  </a:lnTo>
                  <a:lnTo>
                    <a:pt x="29210" y="125730"/>
                  </a:lnTo>
                  <a:lnTo>
                    <a:pt x="29210" y="119392"/>
                  </a:lnTo>
                  <a:close/>
                </a:path>
                <a:path w="29210" h="476250">
                  <a:moveTo>
                    <a:pt x="29210" y="113042"/>
                  </a:moveTo>
                  <a:lnTo>
                    <a:pt x="0" y="113042"/>
                  </a:lnTo>
                  <a:lnTo>
                    <a:pt x="0" y="119380"/>
                  </a:lnTo>
                  <a:lnTo>
                    <a:pt x="29210" y="119380"/>
                  </a:lnTo>
                  <a:lnTo>
                    <a:pt x="29210" y="113042"/>
                  </a:lnTo>
                  <a:close/>
                </a:path>
                <a:path w="29210" h="476250">
                  <a:moveTo>
                    <a:pt x="29210" y="106692"/>
                  </a:moveTo>
                  <a:lnTo>
                    <a:pt x="0" y="106692"/>
                  </a:lnTo>
                  <a:lnTo>
                    <a:pt x="0" y="113030"/>
                  </a:lnTo>
                  <a:lnTo>
                    <a:pt x="29210" y="113030"/>
                  </a:lnTo>
                  <a:lnTo>
                    <a:pt x="29210" y="106692"/>
                  </a:lnTo>
                  <a:close/>
                </a:path>
                <a:path w="29210" h="476250">
                  <a:moveTo>
                    <a:pt x="29210" y="100342"/>
                  </a:moveTo>
                  <a:lnTo>
                    <a:pt x="0" y="100342"/>
                  </a:lnTo>
                  <a:lnTo>
                    <a:pt x="0" y="106680"/>
                  </a:lnTo>
                  <a:lnTo>
                    <a:pt x="29210" y="106680"/>
                  </a:lnTo>
                  <a:lnTo>
                    <a:pt x="29210" y="100342"/>
                  </a:lnTo>
                  <a:close/>
                </a:path>
                <a:path w="29210" h="476250">
                  <a:moveTo>
                    <a:pt x="2921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9210" y="100330"/>
                  </a:lnTo>
                  <a:lnTo>
                    <a:pt x="29210" y="93992"/>
                  </a:lnTo>
                  <a:close/>
                </a:path>
                <a:path w="29210" h="476250">
                  <a:moveTo>
                    <a:pt x="2921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9210" y="93980"/>
                  </a:lnTo>
                  <a:lnTo>
                    <a:pt x="29210" y="87642"/>
                  </a:lnTo>
                  <a:close/>
                </a:path>
                <a:path w="29210" h="476250">
                  <a:moveTo>
                    <a:pt x="29210" y="81292"/>
                  </a:moveTo>
                  <a:lnTo>
                    <a:pt x="0" y="81292"/>
                  </a:lnTo>
                  <a:lnTo>
                    <a:pt x="0" y="87630"/>
                  </a:lnTo>
                  <a:lnTo>
                    <a:pt x="29210" y="87630"/>
                  </a:lnTo>
                  <a:lnTo>
                    <a:pt x="29210" y="81292"/>
                  </a:lnTo>
                  <a:close/>
                </a:path>
                <a:path w="29210" h="476250">
                  <a:moveTo>
                    <a:pt x="29210" y="68592"/>
                  </a:moveTo>
                  <a:lnTo>
                    <a:pt x="0" y="68592"/>
                  </a:lnTo>
                  <a:lnTo>
                    <a:pt x="0" y="81280"/>
                  </a:lnTo>
                  <a:lnTo>
                    <a:pt x="29210" y="81280"/>
                  </a:lnTo>
                  <a:lnTo>
                    <a:pt x="29210" y="68592"/>
                  </a:lnTo>
                  <a:close/>
                </a:path>
                <a:path w="29210" h="476250">
                  <a:moveTo>
                    <a:pt x="29210" y="62242"/>
                  </a:moveTo>
                  <a:lnTo>
                    <a:pt x="0" y="62242"/>
                  </a:lnTo>
                  <a:lnTo>
                    <a:pt x="0" y="68580"/>
                  </a:lnTo>
                  <a:lnTo>
                    <a:pt x="29210" y="68580"/>
                  </a:lnTo>
                  <a:lnTo>
                    <a:pt x="29210" y="62242"/>
                  </a:lnTo>
                  <a:close/>
                </a:path>
                <a:path w="29210" h="476250">
                  <a:moveTo>
                    <a:pt x="29210" y="55892"/>
                  </a:moveTo>
                  <a:lnTo>
                    <a:pt x="0" y="55892"/>
                  </a:lnTo>
                  <a:lnTo>
                    <a:pt x="0" y="62230"/>
                  </a:lnTo>
                  <a:lnTo>
                    <a:pt x="29210" y="62230"/>
                  </a:lnTo>
                  <a:lnTo>
                    <a:pt x="29210" y="55892"/>
                  </a:lnTo>
                  <a:close/>
                </a:path>
                <a:path w="29210" h="476250">
                  <a:moveTo>
                    <a:pt x="29210" y="49542"/>
                  </a:moveTo>
                  <a:lnTo>
                    <a:pt x="0" y="49542"/>
                  </a:lnTo>
                  <a:lnTo>
                    <a:pt x="0" y="55880"/>
                  </a:lnTo>
                  <a:lnTo>
                    <a:pt x="29210" y="55880"/>
                  </a:lnTo>
                  <a:lnTo>
                    <a:pt x="29210" y="49542"/>
                  </a:lnTo>
                  <a:close/>
                </a:path>
                <a:path w="29210" h="476250">
                  <a:moveTo>
                    <a:pt x="2921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9210" y="49530"/>
                  </a:lnTo>
                  <a:lnTo>
                    <a:pt x="29210" y="43192"/>
                  </a:lnTo>
                  <a:close/>
                </a:path>
                <a:path w="29210" h="476250">
                  <a:moveTo>
                    <a:pt x="2921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9210" y="43180"/>
                  </a:lnTo>
                  <a:lnTo>
                    <a:pt x="29210" y="36842"/>
                  </a:lnTo>
                  <a:close/>
                </a:path>
                <a:path w="29210" h="476250">
                  <a:moveTo>
                    <a:pt x="2921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9210" y="36830"/>
                  </a:lnTo>
                  <a:lnTo>
                    <a:pt x="29210" y="30492"/>
                  </a:lnTo>
                  <a:close/>
                </a:path>
                <a:path w="29210" h="476250">
                  <a:moveTo>
                    <a:pt x="29210" y="24142"/>
                  </a:moveTo>
                  <a:lnTo>
                    <a:pt x="0" y="24142"/>
                  </a:lnTo>
                  <a:lnTo>
                    <a:pt x="0" y="30480"/>
                  </a:lnTo>
                  <a:lnTo>
                    <a:pt x="29210" y="30480"/>
                  </a:lnTo>
                  <a:lnTo>
                    <a:pt x="29210" y="24142"/>
                  </a:lnTo>
                  <a:close/>
                </a:path>
                <a:path w="29210" h="476250">
                  <a:moveTo>
                    <a:pt x="292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9210" y="24130"/>
                  </a:lnTo>
                  <a:lnTo>
                    <a:pt x="29210" y="17792"/>
                  </a:lnTo>
                  <a:close/>
                </a:path>
                <a:path w="29210" h="476250">
                  <a:moveTo>
                    <a:pt x="29210" y="5092"/>
                  </a:moveTo>
                  <a:lnTo>
                    <a:pt x="0" y="5092"/>
                  </a:lnTo>
                  <a:lnTo>
                    <a:pt x="0" y="17780"/>
                  </a:lnTo>
                  <a:lnTo>
                    <a:pt x="29210" y="17780"/>
                  </a:lnTo>
                  <a:lnTo>
                    <a:pt x="29210" y="5092"/>
                  </a:lnTo>
                  <a:close/>
                </a:path>
                <a:path w="29210" h="476250">
                  <a:moveTo>
                    <a:pt x="292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9210" y="5080"/>
                  </a:lnTo>
                  <a:lnTo>
                    <a:pt x="29210" y="0"/>
                  </a:lnTo>
                  <a:close/>
                </a:path>
              </a:pathLst>
            </a:custGeom>
            <a:solidFill>
              <a:srgbClr val="1E3C5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5" name="object 3725"/>
            <p:cNvSpPr/>
            <p:nvPr/>
          </p:nvSpPr>
          <p:spPr>
            <a:xfrm>
              <a:off x="4097020" y="5500382"/>
              <a:ext cx="29209" cy="181610"/>
            </a:xfrm>
            <a:custGeom>
              <a:avLst/>
              <a:gdLst/>
              <a:ahLst/>
              <a:cxnLst/>
              <a:rect l="l" t="t" r="r" b="b"/>
              <a:pathLst>
                <a:path w="29210" h="181610">
                  <a:moveTo>
                    <a:pt x="29210" y="180340"/>
                  </a:moveTo>
                  <a:lnTo>
                    <a:pt x="0" y="180340"/>
                  </a:lnTo>
                  <a:lnTo>
                    <a:pt x="0" y="181597"/>
                  </a:lnTo>
                  <a:lnTo>
                    <a:pt x="29210" y="181597"/>
                  </a:lnTo>
                  <a:lnTo>
                    <a:pt x="29210" y="180340"/>
                  </a:lnTo>
                  <a:close/>
                </a:path>
                <a:path w="29210" h="181610">
                  <a:moveTo>
                    <a:pt x="29210" y="173990"/>
                  </a:moveTo>
                  <a:lnTo>
                    <a:pt x="0" y="173990"/>
                  </a:lnTo>
                  <a:lnTo>
                    <a:pt x="0" y="180327"/>
                  </a:lnTo>
                  <a:lnTo>
                    <a:pt x="29210" y="180327"/>
                  </a:lnTo>
                  <a:lnTo>
                    <a:pt x="29210" y="173990"/>
                  </a:lnTo>
                  <a:close/>
                </a:path>
                <a:path w="29210" h="181610">
                  <a:moveTo>
                    <a:pt x="29210" y="171450"/>
                  </a:moveTo>
                  <a:lnTo>
                    <a:pt x="0" y="171450"/>
                  </a:lnTo>
                  <a:lnTo>
                    <a:pt x="0" y="173977"/>
                  </a:lnTo>
                  <a:lnTo>
                    <a:pt x="29210" y="173977"/>
                  </a:lnTo>
                  <a:lnTo>
                    <a:pt x="29210" y="171450"/>
                  </a:lnTo>
                  <a:close/>
                </a:path>
                <a:path w="29210" h="181610">
                  <a:moveTo>
                    <a:pt x="29210" y="167640"/>
                  </a:moveTo>
                  <a:lnTo>
                    <a:pt x="0" y="167640"/>
                  </a:lnTo>
                  <a:lnTo>
                    <a:pt x="0" y="171437"/>
                  </a:lnTo>
                  <a:lnTo>
                    <a:pt x="29210" y="171437"/>
                  </a:lnTo>
                  <a:lnTo>
                    <a:pt x="29210" y="167640"/>
                  </a:lnTo>
                  <a:close/>
                </a:path>
                <a:path w="29210" h="181610">
                  <a:moveTo>
                    <a:pt x="29210" y="165100"/>
                  </a:moveTo>
                  <a:lnTo>
                    <a:pt x="0" y="165100"/>
                  </a:lnTo>
                  <a:lnTo>
                    <a:pt x="0" y="167627"/>
                  </a:lnTo>
                  <a:lnTo>
                    <a:pt x="29210" y="167627"/>
                  </a:lnTo>
                  <a:lnTo>
                    <a:pt x="29210" y="165100"/>
                  </a:lnTo>
                  <a:close/>
                </a:path>
                <a:path w="29210" h="181610">
                  <a:moveTo>
                    <a:pt x="29210" y="161290"/>
                  </a:moveTo>
                  <a:lnTo>
                    <a:pt x="0" y="161290"/>
                  </a:lnTo>
                  <a:lnTo>
                    <a:pt x="0" y="165087"/>
                  </a:lnTo>
                  <a:lnTo>
                    <a:pt x="29210" y="165087"/>
                  </a:lnTo>
                  <a:lnTo>
                    <a:pt x="29210" y="161290"/>
                  </a:lnTo>
                  <a:close/>
                </a:path>
                <a:path w="29210" h="181610">
                  <a:moveTo>
                    <a:pt x="29210" y="154940"/>
                  </a:moveTo>
                  <a:lnTo>
                    <a:pt x="0" y="154940"/>
                  </a:lnTo>
                  <a:lnTo>
                    <a:pt x="0" y="161277"/>
                  </a:lnTo>
                  <a:lnTo>
                    <a:pt x="29210" y="161277"/>
                  </a:lnTo>
                  <a:lnTo>
                    <a:pt x="29210" y="154940"/>
                  </a:lnTo>
                  <a:close/>
                </a:path>
                <a:path w="29210" h="181610">
                  <a:moveTo>
                    <a:pt x="29210" y="152400"/>
                  </a:moveTo>
                  <a:lnTo>
                    <a:pt x="0" y="152400"/>
                  </a:lnTo>
                  <a:lnTo>
                    <a:pt x="0" y="154927"/>
                  </a:lnTo>
                  <a:lnTo>
                    <a:pt x="29210" y="154927"/>
                  </a:lnTo>
                  <a:lnTo>
                    <a:pt x="29210" y="152400"/>
                  </a:lnTo>
                  <a:close/>
                </a:path>
                <a:path w="29210" h="181610">
                  <a:moveTo>
                    <a:pt x="29210" y="148590"/>
                  </a:moveTo>
                  <a:lnTo>
                    <a:pt x="0" y="148590"/>
                  </a:lnTo>
                  <a:lnTo>
                    <a:pt x="0" y="152387"/>
                  </a:lnTo>
                  <a:lnTo>
                    <a:pt x="29210" y="152387"/>
                  </a:lnTo>
                  <a:lnTo>
                    <a:pt x="29210" y="148590"/>
                  </a:lnTo>
                  <a:close/>
                </a:path>
                <a:path w="29210" h="181610">
                  <a:moveTo>
                    <a:pt x="29210" y="146050"/>
                  </a:moveTo>
                  <a:lnTo>
                    <a:pt x="0" y="146050"/>
                  </a:lnTo>
                  <a:lnTo>
                    <a:pt x="0" y="148577"/>
                  </a:lnTo>
                  <a:lnTo>
                    <a:pt x="29210" y="148577"/>
                  </a:lnTo>
                  <a:lnTo>
                    <a:pt x="29210" y="146050"/>
                  </a:lnTo>
                  <a:close/>
                </a:path>
                <a:path w="29210" h="181610">
                  <a:moveTo>
                    <a:pt x="29210" y="142240"/>
                  </a:moveTo>
                  <a:lnTo>
                    <a:pt x="0" y="142240"/>
                  </a:lnTo>
                  <a:lnTo>
                    <a:pt x="0" y="146037"/>
                  </a:lnTo>
                  <a:lnTo>
                    <a:pt x="29210" y="146037"/>
                  </a:lnTo>
                  <a:lnTo>
                    <a:pt x="29210" y="142240"/>
                  </a:lnTo>
                  <a:close/>
                </a:path>
                <a:path w="29210" h="181610">
                  <a:moveTo>
                    <a:pt x="29210" y="135890"/>
                  </a:moveTo>
                  <a:lnTo>
                    <a:pt x="0" y="135890"/>
                  </a:lnTo>
                  <a:lnTo>
                    <a:pt x="0" y="142227"/>
                  </a:lnTo>
                  <a:lnTo>
                    <a:pt x="29210" y="142227"/>
                  </a:lnTo>
                  <a:lnTo>
                    <a:pt x="29210" y="135890"/>
                  </a:lnTo>
                  <a:close/>
                </a:path>
                <a:path w="29210" h="181610">
                  <a:moveTo>
                    <a:pt x="29210" y="133350"/>
                  </a:moveTo>
                  <a:lnTo>
                    <a:pt x="0" y="133350"/>
                  </a:lnTo>
                  <a:lnTo>
                    <a:pt x="0" y="135877"/>
                  </a:lnTo>
                  <a:lnTo>
                    <a:pt x="29210" y="135877"/>
                  </a:lnTo>
                  <a:lnTo>
                    <a:pt x="29210" y="133350"/>
                  </a:lnTo>
                  <a:close/>
                </a:path>
                <a:path w="29210" h="181610">
                  <a:moveTo>
                    <a:pt x="29210" y="129540"/>
                  </a:moveTo>
                  <a:lnTo>
                    <a:pt x="0" y="129540"/>
                  </a:lnTo>
                  <a:lnTo>
                    <a:pt x="0" y="133337"/>
                  </a:lnTo>
                  <a:lnTo>
                    <a:pt x="29210" y="133337"/>
                  </a:lnTo>
                  <a:lnTo>
                    <a:pt x="29210" y="129540"/>
                  </a:lnTo>
                  <a:close/>
                </a:path>
                <a:path w="29210" h="181610">
                  <a:moveTo>
                    <a:pt x="29210" y="127000"/>
                  </a:moveTo>
                  <a:lnTo>
                    <a:pt x="0" y="127000"/>
                  </a:lnTo>
                  <a:lnTo>
                    <a:pt x="0" y="129527"/>
                  </a:lnTo>
                  <a:lnTo>
                    <a:pt x="29210" y="129527"/>
                  </a:lnTo>
                  <a:lnTo>
                    <a:pt x="29210" y="127000"/>
                  </a:lnTo>
                  <a:close/>
                </a:path>
                <a:path w="29210" h="181610">
                  <a:moveTo>
                    <a:pt x="29210" y="120650"/>
                  </a:moveTo>
                  <a:lnTo>
                    <a:pt x="0" y="120650"/>
                  </a:lnTo>
                  <a:lnTo>
                    <a:pt x="0" y="126987"/>
                  </a:lnTo>
                  <a:lnTo>
                    <a:pt x="29210" y="126987"/>
                  </a:lnTo>
                  <a:lnTo>
                    <a:pt x="29210" y="120650"/>
                  </a:lnTo>
                  <a:close/>
                </a:path>
                <a:path w="29210" h="181610">
                  <a:moveTo>
                    <a:pt x="2921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29210" y="120637"/>
                  </a:lnTo>
                  <a:lnTo>
                    <a:pt x="29210" y="114300"/>
                  </a:lnTo>
                  <a:close/>
                </a:path>
                <a:path w="29210" h="181610">
                  <a:moveTo>
                    <a:pt x="29210" y="110490"/>
                  </a:moveTo>
                  <a:lnTo>
                    <a:pt x="0" y="110490"/>
                  </a:lnTo>
                  <a:lnTo>
                    <a:pt x="0" y="114287"/>
                  </a:lnTo>
                  <a:lnTo>
                    <a:pt x="29210" y="114287"/>
                  </a:lnTo>
                  <a:lnTo>
                    <a:pt x="29210" y="110490"/>
                  </a:lnTo>
                  <a:close/>
                </a:path>
                <a:path w="29210" h="181610">
                  <a:moveTo>
                    <a:pt x="29210" y="107950"/>
                  </a:moveTo>
                  <a:lnTo>
                    <a:pt x="0" y="107950"/>
                  </a:lnTo>
                  <a:lnTo>
                    <a:pt x="0" y="110477"/>
                  </a:lnTo>
                  <a:lnTo>
                    <a:pt x="29210" y="110477"/>
                  </a:lnTo>
                  <a:lnTo>
                    <a:pt x="29210" y="107950"/>
                  </a:lnTo>
                  <a:close/>
                </a:path>
                <a:path w="29210" h="181610">
                  <a:moveTo>
                    <a:pt x="29210" y="104140"/>
                  </a:moveTo>
                  <a:lnTo>
                    <a:pt x="0" y="104140"/>
                  </a:lnTo>
                  <a:lnTo>
                    <a:pt x="0" y="107937"/>
                  </a:lnTo>
                  <a:lnTo>
                    <a:pt x="29210" y="107937"/>
                  </a:lnTo>
                  <a:lnTo>
                    <a:pt x="29210" y="104140"/>
                  </a:lnTo>
                  <a:close/>
                </a:path>
                <a:path w="29210" h="181610">
                  <a:moveTo>
                    <a:pt x="29210" y="101600"/>
                  </a:moveTo>
                  <a:lnTo>
                    <a:pt x="0" y="101600"/>
                  </a:lnTo>
                  <a:lnTo>
                    <a:pt x="0" y="104127"/>
                  </a:lnTo>
                  <a:lnTo>
                    <a:pt x="29210" y="104127"/>
                  </a:lnTo>
                  <a:lnTo>
                    <a:pt x="29210" y="101600"/>
                  </a:lnTo>
                  <a:close/>
                </a:path>
                <a:path w="29210" h="181610">
                  <a:moveTo>
                    <a:pt x="29210" y="97790"/>
                  </a:moveTo>
                  <a:lnTo>
                    <a:pt x="0" y="97790"/>
                  </a:lnTo>
                  <a:lnTo>
                    <a:pt x="0" y="101587"/>
                  </a:lnTo>
                  <a:lnTo>
                    <a:pt x="29210" y="101587"/>
                  </a:lnTo>
                  <a:lnTo>
                    <a:pt x="29210" y="97790"/>
                  </a:lnTo>
                  <a:close/>
                </a:path>
                <a:path w="29210" h="181610">
                  <a:moveTo>
                    <a:pt x="29210" y="95250"/>
                  </a:moveTo>
                  <a:lnTo>
                    <a:pt x="0" y="95250"/>
                  </a:lnTo>
                  <a:lnTo>
                    <a:pt x="0" y="97777"/>
                  </a:lnTo>
                  <a:lnTo>
                    <a:pt x="29210" y="97777"/>
                  </a:lnTo>
                  <a:lnTo>
                    <a:pt x="29210" y="95250"/>
                  </a:lnTo>
                  <a:close/>
                </a:path>
                <a:path w="29210" h="181610">
                  <a:moveTo>
                    <a:pt x="29210" y="91440"/>
                  </a:moveTo>
                  <a:lnTo>
                    <a:pt x="0" y="91440"/>
                  </a:lnTo>
                  <a:lnTo>
                    <a:pt x="0" y="95237"/>
                  </a:lnTo>
                  <a:lnTo>
                    <a:pt x="29210" y="95237"/>
                  </a:lnTo>
                  <a:lnTo>
                    <a:pt x="29210" y="91440"/>
                  </a:lnTo>
                  <a:close/>
                </a:path>
                <a:path w="29210" h="181610">
                  <a:moveTo>
                    <a:pt x="29210" y="82550"/>
                  </a:moveTo>
                  <a:lnTo>
                    <a:pt x="0" y="82550"/>
                  </a:lnTo>
                  <a:lnTo>
                    <a:pt x="0" y="91427"/>
                  </a:lnTo>
                  <a:lnTo>
                    <a:pt x="29210" y="91427"/>
                  </a:lnTo>
                  <a:lnTo>
                    <a:pt x="29210" y="82550"/>
                  </a:lnTo>
                  <a:close/>
                </a:path>
                <a:path w="29210" h="181610">
                  <a:moveTo>
                    <a:pt x="29210" y="72390"/>
                  </a:moveTo>
                  <a:lnTo>
                    <a:pt x="0" y="72390"/>
                  </a:lnTo>
                  <a:lnTo>
                    <a:pt x="0" y="82537"/>
                  </a:lnTo>
                  <a:lnTo>
                    <a:pt x="29210" y="82537"/>
                  </a:lnTo>
                  <a:lnTo>
                    <a:pt x="29210" y="72390"/>
                  </a:lnTo>
                  <a:close/>
                </a:path>
                <a:path w="29210" h="181610">
                  <a:moveTo>
                    <a:pt x="29210" y="63500"/>
                  </a:moveTo>
                  <a:lnTo>
                    <a:pt x="0" y="63500"/>
                  </a:lnTo>
                  <a:lnTo>
                    <a:pt x="0" y="72377"/>
                  </a:lnTo>
                  <a:lnTo>
                    <a:pt x="29210" y="72377"/>
                  </a:lnTo>
                  <a:lnTo>
                    <a:pt x="29210" y="63500"/>
                  </a:lnTo>
                  <a:close/>
                </a:path>
                <a:path w="29210" h="181610">
                  <a:moveTo>
                    <a:pt x="29210" y="53340"/>
                  </a:moveTo>
                  <a:lnTo>
                    <a:pt x="0" y="53340"/>
                  </a:lnTo>
                  <a:lnTo>
                    <a:pt x="0" y="63487"/>
                  </a:lnTo>
                  <a:lnTo>
                    <a:pt x="29210" y="63487"/>
                  </a:lnTo>
                  <a:lnTo>
                    <a:pt x="29210" y="53340"/>
                  </a:lnTo>
                  <a:close/>
                </a:path>
                <a:path w="29210" h="181610">
                  <a:moveTo>
                    <a:pt x="29210" y="50800"/>
                  </a:moveTo>
                  <a:lnTo>
                    <a:pt x="0" y="50800"/>
                  </a:lnTo>
                  <a:lnTo>
                    <a:pt x="0" y="53327"/>
                  </a:lnTo>
                  <a:lnTo>
                    <a:pt x="29210" y="53327"/>
                  </a:lnTo>
                  <a:lnTo>
                    <a:pt x="29210" y="50800"/>
                  </a:lnTo>
                  <a:close/>
                </a:path>
                <a:path w="29210" h="181610">
                  <a:moveTo>
                    <a:pt x="29210" y="46990"/>
                  </a:moveTo>
                  <a:lnTo>
                    <a:pt x="0" y="46990"/>
                  </a:lnTo>
                  <a:lnTo>
                    <a:pt x="0" y="50787"/>
                  </a:lnTo>
                  <a:lnTo>
                    <a:pt x="29210" y="50787"/>
                  </a:lnTo>
                  <a:lnTo>
                    <a:pt x="29210" y="46990"/>
                  </a:lnTo>
                  <a:close/>
                </a:path>
                <a:path w="29210" h="181610">
                  <a:moveTo>
                    <a:pt x="29210" y="40640"/>
                  </a:moveTo>
                  <a:lnTo>
                    <a:pt x="0" y="40640"/>
                  </a:lnTo>
                  <a:lnTo>
                    <a:pt x="0" y="46977"/>
                  </a:lnTo>
                  <a:lnTo>
                    <a:pt x="29210" y="46977"/>
                  </a:lnTo>
                  <a:lnTo>
                    <a:pt x="29210" y="40640"/>
                  </a:lnTo>
                  <a:close/>
                </a:path>
                <a:path w="29210" h="181610">
                  <a:moveTo>
                    <a:pt x="29210" y="34290"/>
                  </a:moveTo>
                  <a:lnTo>
                    <a:pt x="0" y="34290"/>
                  </a:lnTo>
                  <a:lnTo>
                    <a:pt x="0" y="40627"/>
                  </a:lnTo>
                  <a:lnTo>
                    <a:pt x="29210" y="40627"/>
                  </a:lnTo>
                  <a:lnTo>
                    <a:pt x="29210" y="34290"/>
                  </a:lnTo>
                  <a:close/>
                </a:path>
                <a:path w="29210" h="181610">
                  <a:moveTo>
                    <a:pt x="29210" y="27940"/>
                  </a:moveTo>
                  <a:lnTo>
                    <a:pt x="0" y="27940"/>
                  </a:lnTo>
                  <a:lnTo>
                    <a:pt x="0" y="34277"/>
                  </a:lnTo>
                  <a:lnTo>
                    <a:pt x="29210" y="34277"/>
                  </a:lnTo>
                  <a:lnTo>
                    <a:pt x="29210" y="27940"/>
                  </a:lnTo>
                  <a:close/>
                </a:path>
                <a:path w="29210" h="181610">
                  <a:moveTo>
                    <a:pt x="29210" y="25400"/>
                  </a:moveTo>
                  <a:lnTo>
                    <a:pt x="0" y="25400"/>
                  </a:lnTo>
                  <a:lnTo>
                    <a:pt x="0" y="27927"/>
                  </a:lnTo>
                  <a:lnTo>
                    <a:pt x="29210" y="27927"/>
                  </a:lnTo>
                  <a:lnTo>
                    <a:pt x="29210" y="25400"/>
                  </a:lnTo>
                  <a:close/>
                </a:path>
                <a:path w="29210" h="181610">
                  <a:moveTo>
                    <a:pt x="2921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29210" y="25387"/>
                  </a:lnTo>
                  <a:lnTo>
                    <a:pt x="29210" y="21590"/>
                  </a:lnTo>
                  <a:close/>
                </a:path>
                <a:path w="29210" h="181610">
                  <a:moveTo>
                    <a:pt x="29210" y="15240"/>
                  </a:moveTo>
                  <a:lnTo>
                    <a:pt x="0" y="15240"/>
                  </a:lnTo>
                  <a:lnTo>
                    <a:pt x="0" y="21577"/>
                  </a:lnTo>
                  <a:lnTo>
                    <a:pt x="29210" y="21577"/>
                  </a:lnTo>
                  <a:lnTo>
                    <a:pt x="29210" y="15240"/>
                  </a:lnTo>
                  <a:close/>
                </a:path>
                <a:path w="29210" h="181610">
                  <a:moveTo>
                    <a:pt x="292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9210" y="15227"/>
                  </a:lnTo>
                  <a:lnTo>
                    <a:pt x="29210" y="12700"/>
                  </a:lnTo>
                  <a:close/>
                </a:path>
                <a:path w="29210" h="181610">
                  <a:moveTo>
                    <a:pt x="292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9210" y="12687"/>
                  </a:lnTo>
                  <a:lnTo>
                    <a:pt x="29210" y="8890"/>
                  </a:lnTo>
                  <a:close/>
                </a:path>
                <a:path w="29210" h="181610">
                  <a:moveTo>
                    <a:pt x="29210" y="0"/>
                  </a:moveTo>
                  <a:lnTo>
                    <a:pt x="0" y="0"/>
                  </a:lnTo>
                  <a:lnTo>
                    <a:pt x="0" y="8877"/>
                  </a:lnTo>
                  <a:lnTo>
                    <a:pt x="29210" y="8877"/>
                  </a:lnTo>
                  <a:lnTo>
                    <a:pt x="29210" y="0"/>
                  </a:lnTo>
                  <a:close/>
                </a:path>
              </a:pathLst>
            </a:custGeom>
            <a:solidFill>
              <a:srgbClr val="1E3C5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6" name="object 3726"/>
            <p:cNvSpPr/>
            <p:nvPr/>
          </p:nvSpPr>
          <p:spPr>
            <a:xfrm>
              <a:off x="4126230" y="5033010"/>
              <a:ext cx="27940" cy="476250"/>
            </a:xfrm>
            <a:custGeom>
              <a:avLst/>
              <a:gdLst/>
              <a:ahLst/>
              <a:cxnLst/>
              <a:rect l="l" t="t" r="r" b="b"/>
              <a:pathLst>
                <a:path w="27939" h="476250">
                  <a:moveTo>
                    <a:pt x="27940" y="467372"/>
                  </a:moveTo>
                  <a:lnTo>
                    <a:pt x="0" y="467372"/>
                  </a:lnTo>
                  <a:lnTo>
                    <a:pt x="0" y="476250"/>
                  </a:lnTo>
                  <a:lnTo>
                    <a:pt x="27940" y="476250"/>
                  </a:lnTo>
                  <a:lnTo>
                    <a:pt x="27940" y="467372"/>
                  </a:lnTo>
                  <a:close/>
                </a:path>
                <a:path w="27939" h="476250">
                  <a:moveTo>
                    <a:pt x="27940" y="463562"/>
                  </a:moveTo>
                  <a:lnTo>
                    <a:pt x="0" y="463562"/>
                  </a:lnTo>
                  <a:lnTo>
                    <a:pt x="0" y="467360"/>
                  </a:lnTo>
                  <a:lnTo>
                    <a:pt x="27940" y="467360"/>
                  </a:lnTo>
                  <a:lnTo>
                    <a:pt x="27940" y="463562"/>
                  </a:lnTo>
                  <a:close/>
                </a:path>
                <a:path w="27939" h="476250">
                  <a:moveTo>
                    <a:pt x="27940" y="461022"/>
                  </a:moveTo>
                  <a:lnTo>
                    <a:pt x="0" y="461022"/>
                  </a:lnTo>
                  <a:lnTo>
                    <a:pt x="0" y="463550"/>
                  </a:lnTo>
                  <a:lnTo>
                    <a:pt x="27940" y="463550"/>
                  </a:lnTo>
                  <a:lnTo>
                    <a:pt x="27940" y="461022"/>
                  </a:lnTo>
                  <a:close/>
                </a:path>
                <a:path w="27939" h="476250">
                  <a:moveTo>
                    <a:pt x="27940" y="457212"/>
                  </a:moveTo>
                  <a:lnTo>
                    <a:pt x="0" y="457212"/>
                  </a:lnTo>
                  <a:lnTo>
                    <a:pt x="0" y="461010"/>
                  </a:lnTo>
                  <a:lnTo>
                    <a:pt x="27940" y="461010"/>
                  </a:lnTo>
                  <a:lnTo>
                    <a:pt x="27940" y="457212"/>
                  </a:lnTo>
                  <a:close/>
                </a:path>
                <a:path w="27939" h="476250">
                  <a:moveTo>
                    <a:pt x="27940" y="448322"/>
                  </a:moveTo>
                  <a:lnTo>
                    <a:pt x="0" y="448322"/>
                  </a:lnTo>
                  <a:lnTo>
                    <a:pt x="0" y="457200"/>
                  </a:lnTo>
                  <a:lnTo>
                    <a:pt x="27940" y="457200"/>
                  </a:lnTo>
                  <a:lnTo>
                    <a:pt x="27940" y="448322"/>
                  </a:lnTo>
                  <a:close/>
                </a:path>
                <a:path w="27939" h="476250">
                  <a:moveTo>
                    <a:pt x="27940" y="429272"/>
                  </a:moveTo>
                  <a:lnTo>
                    <a:pt x="0" y="429272"/>
                  </a:lnTo>
                  <a:lnTo>
                    <a:pt x="0" y="448310"/>
                  </a:lnTo>
                  <a:lnTo>
                    <a:pt x="27940" y="448310"/>
                  </a:lnTo>
                  <a:lnTo>
                    <a:pt x="27940" y="429272"/>
                  </a:lnTo>
                  <a:close/>
                </a:path>
                <a:path w="27939" h="476250">
                  <a:moveTo>
                    <a:pt x="27940" y="422922"/>
                  </a:moveTo>
                  <a:lnTo>
                    <a:pt x="0" y="422922"/>
                  </a:lnTo>
                  <a:lnTo>
                    <a:pt x="0" y="429260"/>
                  </a:lnTo>
                  <a:lnTo>
                    <a:pt x="27940" y="429260"/>
                  </a:lnTo>
                  <a:lnTo>
                    <a:pt x="27940" y="422922"/>
                  </a:lnTo>
                  <a:close/>
                </a:path>
                <a:path w="27939" h="476250">
                  <a:moveTo>
                    <a:pt x="27940" y="416572"/>
                  </a:moveTo>
                  <a:lnTo>
                    <a:pt x="0" y="416572"/>
                  </a:lnTo>
                  <a:lnTo>
                    <a:pt x="0" y="422910"/>
                  </a:lnTo>
                  <a:lnTo>
                    <a:pt x="27940" y="422910"/>
                  </a:lnTo>
                  <a:lnTo>
                    <a:pt x="27940" y="416572"/>
                  </a:lnTo>
                  <a:close/>
                </a:path>
                <a:path w="27939" h="476250">
                  <a:moveTo>
                    <a:pt x="27940" y="412762"/>
                  </a:moveTo>
                  <a:lnTo>
                    <a:pt x="0" y="412762"/>
                  </a:lnTo>
                  <a:lnTo>
                    <a:pt x="0" y="416560"/>
                  </a:lnTo>
                  <a:lnTo>
                    <a:pt x="27940" y="416560"/>
                  </a:lnTo>
                  <a:lnTo>
                    <a:pt x="27940" y="412762"/>
                  </a:lnTo>
                  <a:close/>
                </a:path>
                <a:path w="27939" h="476250">
                  <a:moveTo>
                    <a:pt x="27940" y="410222"/>
                  </a:moveTo>
                  <a:lnTo>
                    <a:pt x="0" y="410222"/>
                  </a:lnTo>
                  <a:lnTo>
                    <a:pt x="0" y="412750"/>
                  </a:lnTo>
                  <a:lnTo>
                    <a:pt x="27940" y="412750"/>
                  </a:lnTo>
                  <a:lnTo>
                    <a:pt x="27940" y="410222"/>
                  </a:lnTo>
                  <a:close/>
                </a:path>
                <a:path w="27939" h="476250">
                  <a:moveTo>
                    <a:pt x="27940" y="406412"/>
                  </a:moveTo>
                  <a:lnTo>
                    <a:pt x="0" y="406412"/>
                  </a:lnTo>
                  <a:lnTo>
                    <a:pt x="0" y="410210"/>
                  </a:lnTo>
                  <a:lnTo>
                    <a:pt x="27940" y="410210"/>
                  </a:lnTo>
                  <a:lnTo>
                    <a:pt x="27940" y="406412"/>
                  </a:lnTo>
                  <a:close/>
                </a:path>
                <a:path w="27939" h="476250">
                  <a:moveTo>
                    <a:pt x="27940" y="403872"/>
                  </a:moveTo>
                  <a:lnTo>
                    <a:pt x="0" y="403872"/>
                  </a:lnTo>
                  <a:lnTo>
                    <a:pt x="0" y="406400"/>
                  </a:lnTo>
                  <a:lnTo>
                    <a:pt x="27940" y="406400"/>
                  </a:lnTo>
                  <a:lnTo>
                    <a:pt x="27940" y="403872"/>
                  </a:lnTo>
                  <a:close/>
                </a:path>
                <a:path w="27939" h="476250">
                  <a:moveTo>
                    <a:pt x="27940" y="397522"/>
                  </a:moveTo>
                  <a:lnTo>
                    <a:pt x="0" y="397522"/>
                  </a:lnTo>
                  <a:lnTo>
                    <a:pt x="0" y="403860"/>
                  </a:lnTo>
                  <a:lnTo>
                    <a:pt x="27940" y="403860"/>
                  </a:lnTo>
                  <a:lnTo>
                    <a:pt x="27940" y="397522"/>
                  </a:lnTo>
                  <a:close/>
                </a:path>
                <a:path w="27939" h="476250">
                  <a:moveTo>
                    <a:pt x="27940" y="393712"/>
                  </a:moveTo>
                  <a:lnTo>
                    <a:pt x="0" y="393712"/>
                  </a:lnTo>
                  <a:lnTo>
                    <a:pt x="0" y="397510"/>
                  </a:lnTo>
                  <a:lnTo>
                    <a:pt x="27940" y="397510"/>
                  </a:lnTo>
                  <a:lnTo>
                    <a:pt x="27940" y="393712"/>
                  </a:lnTo>
                  <a:close/>
                </a:path>
                <a:path w="27939" h="476250">
                  <a:moveTo>
                    <a:pt x="27940" y="391172"/>
                  </a:moveTo>
                  <a:lnTo>
                    <a:pt x="0" y="391172"/>
                  </a:lnTo>
                  <a:lnTo>
                    <a:pt x="0" y="393700"/>
                  </a:lnTo>
                  <a:lnTo>
                    <a:pt x="27940" y="393700"/>
                  </a:lnTo>
                  <a:lnTo>
                    <a:pt x="27940" y="391172"/>
                  </a:lnTo>
                  <a:close/>
                </a:path>
                <a:path w="27939" h="476250">
                  <a:moveTo>
                    <a:pt x="27940" y="387362"/>
                  </a:moveTo>
                  <a:lnTo>
                    <a:pt x="0" y="387362"/>
                  </a:lnTo>
                  <a:lnTo>
                    <a:pt x="0" y="391160"/>
                  </a:lnTo>
                  <a:lnTo>
                    <a:pt x="27940" y="391160"/>
                  </a:lnTo>
                  <a:lnTo>
                    <a:pt x="27940" y="387362"/>
                  </a:lnTo>
                  <a:close/>
                </a:path>
                <a:path w="27939" h="476250">
                  <a:moveTo>
                    <a:pt x="27940" y="384822"/>
                  </a:moveTo>
                  <a:lnTo>
                    <a:pt x="0" y="384822"/>
                  </a:lnTo>
                  <a:lnTo>
                    <a:pt x="0" y="387350"/>
                  </a:lnTo>
                  <a:lnTo>
                    <a:pt x="27940" y="387350"/>
                  </a:lnTo>
                  <a:lnTo>
                    <a:pt x="27940" y="384822"/>
                  </a:lnTo>
                  <a:close/>
                </a:path>
                <a:path w="27939" h="476250">
                  <a:moveTo>
                    <a:pt x="27940" y="365772"/>
                  </a:moveTo>
                  <a:lnTo>
                    <a:pt x="0" y="365772"/>
                  </a:lnTo>
                  <a:lnTo>
                    <a:pt x="0" y="384810"/>
                  </a:lnTo>
                  <a:lnTo>
                    <a:pt x="27940" y="384810"/>
                  </a:lnTo>
                  <a:lnTo>
                    <a:pt x="27940" y="365772"/>
                  </a:lnTo>
                  <a:close/>
                </a:path>
                <a:path w="27939" h="476250">
                  <a:moveTo>
                    <a:pt x="27940" y="359422"/>
                  </a:moveTo>
                  <a:lnTo>
                    <a:pt x="0" y="359422"/>
                  </a:lnTo>
                  <a:lnTo>
                    <a:pt x="0" y="365760"/>
                  </a:lnTo>
                  <a:lnTo>
                    <a:pt x="27940" y="365760"/>
                  </a:lnTo>
                  <a:lnTo>
                    <a:pt x="27940" y="359422"/>
                  </a:lnTo>
                  <a:close/>
                </a:path>
                <a:path w="27939" h="476250">
                  <a:moveTo>
                    <a:pt x="27940" y="355612"/>
                  </a:moveTo>
                  <a:lnTo>
                    <a:pt x="0" y="355612"/>
                  </a:lnTo>
                  <a:lnTo>
                    <a:pt x="0" y="359410"/>
                  </a:lnTo>
                  <a:lnTo>
                    <a:pt x="27940" y="359410"/>
                  </a:lnTo>
                  <a:lnTo>
                    <a:pt x="27940" y="355612"/>
                  </a:lnTo>
                  <a:close/>
                </a:path>
                <a:path w="27939" h="476250">
                  <a:moveTo>
                    <a:pt x="27940" y="346722"/>
                  </a:moveTo>
                  <a:lnTo>
                    <a:pt x="0" y="346722"/>
                  </a:lnTo>
                  <a:lnTo>
                    <a:pt x="0" y="355600"/>
                  </a:lnTo>
                  <a:lnTo>
                    <a:pt x="27940" y="355600"/>
                  </a:lnTo>
                  <a:lnTo>
                    <a:pt x="27940" y="346722"/>
                  </a:lnTo>
                  <a:close/>
                </a:path>
                <a:path w="27939" h="476250">
                  <a:moveTo>
                    <a:pt x="27940" y="340372"/>
                  </a:moveTo>
                  <a:lnTo>
                    <a:pt x="0" y="340372"/>
                  </a:lnTo>
                  <a:lnTo>
                    <a:pt x="0" y="346710"/>
                  </a:lnTo>
                  <a:lnTo>
                    <a:pt x="27940" y="346710"/>
                  </a:lnTo>
                  <a:lnTo>
                    <a:pt x="27940" y="340372"/>
                  </a:lnTo>
                  <a:close/>
                </a:path>
                <a:path w="27939" h="476250">
                  <a:moveTo>
                    <a:pt x="27940" y="334022"/>
                  </a:moveTo>
                  <a:lnTo>
                    <a:pt x="0" y="334022"/>
                  </a:lnTo>
                  <a:lnTo>
                    <a:pt x="0" y="340360"/>
                  </a:lnTo>
                  <a:lnTo>
                    <a:pt x="27940" y="340360"/>
                  </a:lnTo>
                  <a:lnTo>
                    <a:pt x="27940" y="334022"/>
                  </a:lnTo>
                  <a:close/>
                </a:path>
                <a:path w="27939" h="476250">
                  <a:moveTo>
                    <a:pt x="27940" y="330212"/>
                  </a:moveTo>
                  <a:lnTo>
                    <a:pt x="0" y="330212"/>
                  </a:lnTo>
                  <a:lnTo>
                    <a:pt x="0" y="334010"/>
                  </a:lnTo>
                  <a:lnTo>
                    <a:pt x="27940" y="334010"/>
                  </a:lnTo>
                  <a:lnTo>
                    <a:pt x="27940" y="330212"/>
                  </a:lnTo>
                  <a:close/>
                </a:path>
                <a:path w="27939" h="476250">
                  <a:moveTo>
                    <a:pt x="27940" y="327672"/>
                  </a:moveTo>
                  <a:lnTo>
                    <a:pt x="0" y="327672"/>
                  </a:lnTo>
                  <a:lnTo>
                    <a:pt x="0" y="330200"/>
                  </a:lnTo>
                  <a:lnTo>
                    <a:pt x="27940" y="330200"/>
                  </a:lnTo>
                  <a:lnTo>
                    <a:pt x="27940" y="327672"/>
                  </a:lnTo>
                  <a:close/>
                </a:path>
                <a:path w="27939" h="476250">
                  <a:moveTo>
                    <a:pt x="27940" y="317512"/>
                  </a:moveTo>
                  <a:lnTo>
                    <a:pt x="0" y="317512"/>
                  </a:lnTo>
                  <a:lnTo>
                    <a:pt x="0" y="327660"/>
                  </a:lnTo>
                  <a:lnTo>
                    <a:pt x="27940" y="327660"/>
                  </a:lnTo>
                  <a:lnTo>
                    <a:pt x="27940" y="317512"/>
                  </a:lnTo>
                  <a:close/>
                </a:path>
                <a:path w="27939" h="476250">
                  <a:moveTo>
                    <a:pt x="27940" y="314972"/>
                  </a:moveTo>
                  <a:lnTo>
                    <a:pt x="0" y="314972"/>
                  </a:lnTo>
                  <a:lnTo>
                    <a:pt x="0" y="317500"/>
                  </a:lnTo>
                  <a:lnTo>
                    <a:pt x="27940" y="317500"/>
                  </a:lnTo>
                  <a:lnTo>
                    <a:pt x="27940" y="314972"/>
                  </a:lnTo>
                  <a:close/>
                </a:path>
                <a:path w="27939" h="476250">
                  <a:moveTo>
                    <a:pt x="27940" y="311162"/>
                  </a:moveTo>
                  <a:lnTo>
                    <a:pt x="0" y="311162"/>
                  </a:lnTo>
                  <a:lnTo>
                    <a:pt x="0" y="314960"/>
                  </a:lnTo>
                  <a:lnTo>
                    <a:pt x="27940" y="314960"/>
                  </a:lnTo>
                  <a:lnTo>
                    <a:pt x="27940" y="311162"/>
                  </a:lnTo>
                  <a:close/>
                </a:path>
                <a:path w="27939" h="476250">
                  <a:moveTo>
                    <a:pt x="27940" y="304812"/>
                  </a:moveTo>
                  <a:lnTo>
                    <a:pt x="0" y="304812"/>
                  </a:lnTo>
                  <a:lnTo>
                    <a:pt x="0" y="311150"/>
                  </a:lnTo>
                  <a:lnTo>
                    <a:pt x="27940" y="311150"/>
                  </a:lnTo>
                  <a:lnTo>
                    <a:pt x="27940" y="304812"/>
                  </a:lnTo>
                  <a:close/>
                </a:path>
                <a:path w="27939" h="476250">
                  <a:moveTo>
                    <a:pt x="27940" y="292112"/>
                  </a:moveTo>
                  <a:lnTo>
                    <a:pt x="0" y="292112"/>
                  </a:lnTo>
                  <a:lnTo>
                    <a:pt x="0" y="304800"/>
                  </a:lnTo>
                  <a:lnTo>
                    <a:pt x="27940" y="304800"/>
                  </a:lnTo>
                  <a:lnTo>
                    <a:pt x="27940" y="292112"/>
                  </a:lnTo>
                  <a:close/>
                </a:path>
                <a:path w="27939" h="476250">
                  <a:moveTo>
                    <a:pt x="27940" y="289572"/>
                  </a:moveTo>
                  <a:lnTo>
                    <a:pt x="0" y="289572"/>
                  </a:lnTo>
                  <a:lnTo>
                    <a:pt x="0" y="292100"/>
                  </a:lnTo>
                  <a:lnTo>
                    <a:pt x="27940" y="292100"/>
                  </a:lnTo>
                  <a:lnTo>
                    <a:pt x="27940" y="289572"/>
                  </a:lnTo>
                  <a:close/>
                </a:path>
                <a:path w="27939" h="476250">
                  <a:moveTo>
                    <a:pt x="27940" y="285762"/>
                  </a:moveTo>
                  <a:lnTo>
                    <a:pt x="0" y="285762"/>
                  </a:lnTo>
                  <a:lnTo>
                    <a:pt x="0" y="289560"/>
                  </a:lnTo>
                  <a:lnTo>
                    <a:pt x="27940" y="289560"/>
                  </a:lnTo>
                  <a:lnTo>
                    <a:pt x="27940" y="285762"/>
                  </a:lnTo>
                  <a:close/>
                </a:path>
                <a:path w="27939" h="476250">
                  <a:moveTo>
                    <a:pt x="27940" y="283222"/>
                  </a:moveTo>
                  <a:lnTo>
                    <a:pt x="0" y="283222"/>
                  </a:lnTo>
                  <a:lnTo>
                    <a:pt x="0" y="285750"/>
                  </a:lnTo>
                  <a:lnTo>
                    <a:pt x="27940" y="285750"/>
                  </a:lnTo>
                  <a:lnTo>
                    <a:pt x="27940" y="283222"/>
                  </a:lnTo>
                  <a:close/>
                </a:path>
                <a:path w="27939" h="476250">
                  <a:moveTo>
                    <a:pt x="27940" y="279412"/>
                  </a:moveTo>
                  <a:lnTo>
                    <a:pt x="0" y="279412"/>
                  </a:lnTo>
                  <a:lnTo>
                    <a:pt x="0" y="283210"/>
                  </a:lnTo>
                  <a:lnTo>
                    <a:pt x="27940" y="283210"/>
                  </a:lnTo>
                  <a:lnTo>
                    <a:pt x="27940" y="279412"/>
                  </a:lnTo>
                  <a:close/>
                </a:path>
                <a:path w="27939" h="476250">
                  <a:moveTo>
                    <a:pt x="27940" y="273062"/>
                  </a:moveTo>
                  <a:lnTo>
                    <a:pt x="0" y="273062"/>
                  </a:lnTo>
                  <a:lnTo>
                    <a:pt x="0" y="279400"/>
                  </a:lnTo>
                  <a:lnTo>
                    <a:pt x="27940" y="279400"/>
                  </a:lnTo>
                  <a:lnTo>
                    <a:pt x="27940" y="273062"/>
                  </a:lnTo>
                  <a:close/>
                </a:path>
                <a:path w="27939" h="476250">
                  <a:moveTo>
                    <a:pt x="27940" y="234962"/>
                  </a:moveTo>
                  <a:lnTo>
                    <a:pt x="0" y="234962"/>
                  </a:lnTo>
                  <a:lnTo>
                    <a:pt x="0" y="273050"/>
                  </a:lnTo>
                  <a:lnTo>
                    <a:pt x="27940" y="273050"/>
                  </a:lnTo>
                  <a:lnTo>
                    <a:pt x="27940" y="234962"/>
                  </a:lnTo>
                  <a:close/>
                </a:path>
                <a:path w="27939" h="476250">
                  <a:moveTo>
                    <a:pt x="2794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7940" y="234950"/>
                  </a:lnTo>
                  <a:lnTo>
                    <a:pt x="27940" y="232422"/>
                  </a:lnTo>
                  <a:close/>
                </a:path>
                <a:path w="27939" h="476250">
                  <a:moveTo>
                    <a:pt x="2794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27940" y="232410"/>
                  </a:lnTo>
                  <a:lnTo>
                    <a:pt x="27940" y="226072"/>
                  </a:lnTo>
                  <a:close/>
                </a:path>
                <a:path w="27939" h="476250">
                  <a:moveTo>
                    <a:pt x="2794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27940" y="226060"/>
                  </a:lnTo>
                  <a:lnTo>
                    <a:pt x="27940" y="222262"/>
                  </a:lnTo>
                  <a:close/>
                </a:path>
                <a:path w="27939" h="476250">
                  <a:moveTo>
                    <a:pt x="2794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27940" y="222250"/>
                  </a:lnTo>
                  <a:lnTo>
                    <a:pt x="27940" y="219722"/>
                  </a:lnTo>
                  <a:close/>
                </a:path>
                <a:path w="27939" h="476250">
                  <a:moveTo>
                    <a:pt x="27940" y="213372"/>
                  </a:moveTo>
                  <a:lnTo>
                    <a:pt x="0" y="213372"/>
                  </a:lnTo>
                  <a:lnTo>
                    <a:pt x="0" y="219710"/>
                  </a:lnTo>
                  <a:lnTo>
                    <a:pt x="27940" y="219710"/>
                  </a:lnTo>
                  <a:lnTo>
                    <a:pt x="27940" y="213372"/>
                  </a:lnTo>
                  <a:close/>
                </a:path>
                <a:path w="27939" h="476250">
                  <a:moveTo>
                    <a:pt x="27940" y="207022"/>
                  </a:moveTo>
                  <a:lnTo>
                    <a:pt x="0" y="207022"/>
                  </a:lnTo>
                  <a:lnTo>
                    <a:pt x="0" y="213360"/>
                  </a:lnTo>
                  <a:lnTo>
                    <a:pt x="27940" y="213360"/>
                  </a:lnTo>
                  <a:lnTo>
                    <a:pt x="27940" y="207022"/>
                  </a:lnTo>
                  <a:close/>
                </a:path>
                <a:path w="27939" h="476250">
                  <a:moveTo>
                    <a:pt x="27940" y="195592"/>
                  </a:moveTo>
                  <a:lnTo>
                    <a:pt x="0" y="195592"/>
                  </a:lnTo>
                  <a:lnTo>
                    <a:pt x="0" y="207010"/>
                  </a:lnTo>
                  <a:lnTo>
                    <a:pt x="27940" y="207010"/>
                  </a:lnTo>
                  <a:lnTo>
                    <a:pt x="27940" y="195592"/>
                  </a:lnTo>
                  <a:close/>
                </a:path>
                <a:path w="27939" h="476250">
                  <a:moveTo>
                    <a:pt x="2794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7940" y="195580"/>
                  </a:lnTo>
                  <a:lnTo>
                    <a:pt x="27940" y="189242"/>
                  </a:lnTo>
                  <a:close/>
                </a:path>
                <a:path w="27939" h="476250">
                  <a:moveTo>
                    <a:pt x="27940" y="182892"/>
                  </a:moveTo>
                  <a:lnTo>
                    <a:pt x="0" y="182892"/>
                  </a:lnTo>
                  <a:lnTo>
                    <a:pt x="0" y="189230"/>
                  </a:lnTo>
                  <a:lnTo>
                    <a:pt x="27940" y="189230"/>
                  </a:lnTo>
                  <a:lnTo>
                    <a:pt x="27940" y="182892"/>
                  </a:lnTo>
                  <a:close/>
                </a:path>
                <a:path w="27939" h="476250">
                  <a:moveTo>
                    <a:pt x="27940" y="176542"/>
                  </a:moveTo>
                  <a:lnTo>
                    <a:pt x="0" y="176542"/>
                  </a:lnTo>
                  <a:lnTo>
                    <a:pt x="0" y="182880"/>
                  </a:lnTo>
                  <a:lnTo>
                    <a:pt x="27940" y="182880"/>
                  </a:lnTo>
                  <a:lnTo>
                    <a:pt x="27940" y="176542"/>
                  </a:lnTo>
                  <a:close/>
                </a:path>
                <a:path w="27939" h="476250">
                  <a:moveTo>
                    <a:pt x="27940" y="170192"/>
                  </a:moveTo>
                  <a:lnTo>
                    <a:pt x="0" y="170192"/>
                  </a:lnTo>
                  <a:lnTo>
                    <a:pt x="0" y="176530"/>
                  </a:lnTo>
                  <a:lnTo>
                    <a:pt x="27940" y="176530"/>
                  </a:lnTo>
                  <a:lnTo>
                    <a:pt x="27940" y="170192"/>
                  </a:lnTo>
                  <a:close/>
                </a:path>
                <a:path w="27939" h="476250">
                  <a:moveTo>
                    <a:pt x="27940" y="163842"/>
                  </a:moveTo>
                  <a:lnTo>
                    <a:pt x="0" y="163842"/>
                  </a:lnTo>
                  <a:lnTo>
                    <a:pt x="0" y="170180"/>
                  </a:lnTo>
                  <a:lnTo>
                    <a:pt x="27940" y="170180"/>
                  </a:lnTo>
                  <a:lnTo>
                    <a:pt x="27940" y="163842"/>
                  </a:lnTo>
                  <a:close/>
                </a:path>
                <a:path w="27939" h="476250">
                  <a:moveTo>
                    <a:pt x="27940" y="157492"/>
                  </a:moveTo>
                  <a:lnTo>
                    <a:pt x="0" y="157492"/>
                  </a:lnTo>
                  <a:lnTo>
                    <a:pt x="0" y="163830"/>
                  </a:lnTo>
                  <a:lnTo>
                    <a:pt x="27940" y="163830"/>
                  </a:lnTo>
                  <a:lnTo>
                    <a:pt x="27940" y="157492"/>
                  </a:lnTo>
                  <a:close/>
                </a:path>
                <a:path w="27939" h="476250">
                  <a:moveTo>
                    <a:pt x="2794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7940" y="157480"/>
                  </a:lnTo>
                  <a:lnTo>
                    <a:pt x="27940" y="151142"/>
                  </a:lnTo>
                  <a:close/>
                </a:path>
                <a:path w="27939" h="476250">
                  <a:moveTo>
                    <a:pt x="27940" y="138442"/>
                  </a:moveTo>
                  <a:lnTo>
                    <a:pt x="0" y="138442"/>
                  </a:lnTo>
                  <a:lnTo>
                    <a:pt x="0" y="151130"/>
                  </a:lnTo>
                  <a:lnTo>
                    <a:pt x="27940" y="151130"/>
                  </a:lnTo>
                  <a:lnTo>
                    <a:pt x="27940" y="138442"/>
                  </a:lnTo>
                  <a:close/>
                </a:path>
                <a:path w="27939" h="476250">
                  <a:moveTo>
                    <a:pt x="27940" y="132092"/>
                  </a:moveTo>
                  <a:lnTo>
                    <a:pt x="0" y="132092"/>
                  </a:lnTo>
                  <a:lnTo>
                    <a:pt x="0" y="138430"/>
                  </a:lnTo>
                  <a:lnTo>
                    <a:pt x="27940" y="138430"/>
                  </a:lnTo>
                  <a:lnTo>
                    <a:pt x="27940" y="132092"/>
                  </a:lnTo>
                  <a:close/>
                </a:path>
                <a:path w="27939" h="476250">
                  <a:moveTo>
                    <a:pt x="27940" y="125742"/>
                  </a:moveTo>
                  <a:lnTo>
                    <a:pt x="0" y="125742"/>
                  </a:lnTo>
                  <a:lnTo>
                    <a:pt x="0" y="132080"/>
                  </a:lnTo>
                  <a:lnTo>
                    <a:pt x="27940" y="132080"/>
                  </a:lnTo>
                  <a:lnTo>
                    <a:pt x="27940" y="125742"/>
                  </a:lnTo>
                  <a:close/>
                </a:path>
                <a:path w="27939" h="476250">
                  <a:moveTo>
                    <a:pt x="27940" y="119392"/>
                  </a:moveTo>
                  <a:lnTo>
                    <a:pt x="0" y="119392"/>
                  </a:lnTo>
                  <a:lnTo>
                    <a:pt x="0" y="125730"/>
                  </a:lnTo>
                  <a:lnTo>
                    <a:pt x="27940" y="125730"/>
                  </a:lnTo>
                  <a:lnTo>
                    <a:pt x="27940" y="119392"/>
                  </a:lnTo>
                  <a:close/>
                </a:path>
                <a:path w="27939" h="476250">
                  <a:moveTo>
                    <a:pt x="27940" y="113042"/>
                  </a:moveTo>
                  <a:lnTo>
                    <a:pt x="0" y="113042"/>
                  </a:lnTo>
                  <a:lnTo>
                    <a:pt x="0" y="119380"/>
                  </a:lnTo>
                  <a:lnTo>
                    <a:pt x="27940" y="119380"/>
                  </a:lnTo>
                  <a:lnTo>
                    <a:pt x="27940" y="113042"/>
                  </a:lnTo>
                  <a:close/>
                </a:path>
                <a:path w="27939" h="476250">
                  <a:moveTo>
                    <a:pt x="27940" y="106692"/>
                  </a:moveTo>
                  <a:lnTo>
                    <a:pt x="0" y="106692"/>
                  </a:lnTo>
                  <a:lnTo>
                    <a:pt x="0" y="113030"/>
                  </a:lnTo>
                  <a:lnTo>
                    <a:pt x="27940" y="113030"/>
                  </a:lnTo>
                  <a:lnTo>
                    <a:pt x="27940" y="106692"/>
                  </a:lnTo>
                  <a:close/>
                </a:path>
                <a:path w="27939" h="476250">
                  <a:moveTo>
                    <a:pt x="27940" y="100342"/>
                  </a:moveTo>
                  <a:lnTo>
                    <a:pt x="0" y="100342"/>
                  </a:lnTo>
                  <a:lnTo>
                    <a:pt x="0" y="106680"/>
                  </a:lnTo>
                  <a:lnTo>
                    <a:pt x="27940" y="106680"/>
                  </a:lnTo>
                  <a:lnTo>
                    <a:pt x="27940" y="100342"/>
                  </a:lnTo>
                  <a:close/>
                </a:path>
                <a:path w="27939" h="476250">
                  <a:moveTo>
                    <a:pt x="2794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7940" y="100330"/>
                  </a:lnTo>
                  <a:lnTo>
                    <a:pt x="27940" y="93992"/>
                  </a:lnTo>
                  <a:close/>
                </a:path>
                <a:path w="27939" h="476250">
                  <a:moveTo>
                    <a:pt x="2794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7940" y="93980"/>
                  </a:lnTo>
                  <a:lnTo>
                    <a:pt x="27940" y="87642"/>
                  </a:lnTo>
                  <a:close/>
                </a:path>
                <a:path w="27939" h="476250">
                  <a:moveTo>
                    <a:pt x="27940" y="81292"/>
                  </a:moveTo>
                  <a:lnTo>
                    <a:pt x="0" y="81292"/>
                  </a:lnTo>
                  <a:lnTo>
                    <a:pt x="0" y="87630"/>
                  </a:lnTo>
                  <a:lnTo>
                    <a:pt x="27940" y="87630"/>
                  </a:lnTo>
                  <a:lnTo>
                    <a:pt x="27940" y="81292"/>
                  </a:lnTo>
                  <a:close/>
                </a:path>
                <a:path w="27939" h="476250">
                  <a:moveTo>
                    <a:pt x="27940" y="68592"/>
                  </a:moveTo>
                  <a:lnTo>
                    <a:pt x="0" y="68592"/>
                  </a:lnTo>
                  <a:lnTo>
                    <a:pt x="0" y="81280"/>
                  </a:lnTo>
                  <a:lnTo>
                    <a:pt x="27940" y="81280"/>
                  </a:lnTo>
                  <a:lnTo>
                    <a:pt x="27940" y="68592"/>
                  </a:lnTo>
                  <a:close/>
                </a:path>
                <a:path w="27939" h="476250">
                  <a:moveTo>
                    <a:pt x="27940" y="62242"/>
                  </a:moveTo>
                  <a:lnTo>
                    <a:pt x="0" y="62242"/>
                  </a:lnTo>
                  <a:lnTo>
                    <a:pt x="0" y="68580"/>
                  </a:lnTo>
                  <a:lnTo>
                    <a:pt x="27940" y="68580"/>
                  </a:lnTo>
                  <a:lnTo>
                    <a:pt x="27940" y="62242"/>
                  </a:lnTo>
                  <a:close/>
                </a:path>
                <a:path w="27939" h="476250">
                  <a:moveTo>
                    <a:pt x="27940" y="55892"/>
                  </a:moveTo>
                  <a:lnTo>
                    <a:pt x="0" y="55892"/>
                  </a:lnTo>
                  <a:lnTo>
                    <a:pt x="0" y="62230"/>
                  </a:lnTo>
                  <a:lnTo>
                    <a:pt x="27940" y="62230"/>
                  </a:lnTo>
                  <a:lnTo>
                    <a:pt x="27940" y="55892"/>
                  </a:lnTo>
                  <a:close/>
                </a:path>
                <a:path w="27939" h="476250">
                  <a:moveTo>
                    <a:pt x="27940" y="49542"/>
                  </a:moveTo>
                  <a:lnTo>
                    <a:pt x="0" y="49542"/>
                  </a:lnTo>
                  <a:lnTo>
                    <a:pt x="0" y="55880"/>
                  </a:lnTo>
                  <a:lnTo>
                    <a:pt x="27940" y="55880"/>
                  </a:lnTo>
                  <a:lnTo>
                    <a:pt x="27940" y="49542"/>
                  </a:lnTo>
                  <a:close/>
                </a:path>
                <a:path w="27939" h="476250">
                  <a:moveTo>
                    <a:pt x="2794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7940" y="49530"/>
                  </a:lnTo>
                  <a:lnTo>
                    <a:pt x="27940" y="43192"/>
                  </a:lnTo>
                  <a:close/>
                </a:path>
                <a:path w="27939" h="476250">
                  <a:moveTo>
                    <a:pt x="2794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7940" y="43180"/>
                  </a:lnTo>
                  <a:lnTo>
                    <a:pt x="27940" y="36842"/>
                  </a:lnTo>
                  <a:close/>
                </a:path>
                <a:path w="27939" h="476250">
                  <a:moveTo>
                    <a:pt x="2794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7940" y="36830"/>
                  </a:lnTo>
                  <a:lnTo>
                    <a:pt x="27940" y="30492"/>
                  </a:lnTo>
                  <a:close/>
                </a:path>
                <a:path w="27939" h="476250">
                  <a:moveTo>
                    <a:pt x="27940" y="24142"/>
                  </a:moveTo>
                  <a:lnTo>
                    <a:pt x="0" y="24142"/>
                  </a:lnTo>
                  <a:lnTo>
                    <a:pt x="0" y="30480"/>
                  </a:lnTo>
                  <a:lnTo>
                    <a:pt x="27940" y="30480"/>
                  </a:lnTo>
                  <a:lnTo>
                    <a:pt x="27940" y="24142"/>
                  </a:lnTo>
                  <a:close/>
                </a:path>
                <a:path w="27939" h="476250">
                  <a:moveTo>
                    <a:pt x="2794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7940" y="24130"/>
                  </a:lnTo>
                  <a:lnTo>
                    <a:pt x="27940" y="17792"/>
                  </a:lnTo>
                  <a:close/>
                </a:path>
                <a:path w="27939" h="476250">
                  <a:moveTo>
                    <a:pt x="27940" y="5092"/>
                  </a:moveTo>
                  <a:lnTo>
                    <a:pt x="0" y="5092"/>
                  </a:lnTo>
                  <a:lnTo>
                    <a:pt x="0" y="17780"/>
                  </a:lnTo>
                  <a:lnTo>
                    <a:pt x="27940" y="17780"/>
                  </a:lnTo>
                  <a:lnTo>
                    <a:pt x="27940" y="5092"/>
                  </a:lnTo>
                  <a:close/>
                </a:path>
                <a:path w="27939" h="476250">
                  <a:moveTo>
                    <a:pt x="279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7940" y="5080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1E3D5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7" name="object 3727"/>
            <p:cNvSpPr/>
            <p:nvPr/>
          </p:nvSpPr>
          <p:spPr>
            <a:xfrm>
              <a:off x="4126230" y="5500382"/>
              <a:ext cx="27940" cy="181610"/>
            </a:xfrm>
            <a:custGeom>
              <a:avLst/>
              <a:gdLst/>
              <a:ahLst/>
              <a:cxnLst/>
              <a:rect l="l" t="t" r="r" b="b"/>
              <a:pathLst>
                <a:path w="27939" h="181610">
                  <a:moveTo>
                    <a:pt x="27940" y="180340"/>
                  </a:moveTo>
                  <a:lnTo>
                    <a:pt x="0" y="180340"/>
                  </a:lnTo>
                  <a:lnTo>
                    <a:pt x="0" y="181597"/>
                  </a:lnTo>
                  <a:lnTo>
                    <a:pt x="27940" y="181597"/>
                  </a:lnTo>
                  <a:lnTo>
                    <a:pt x="27940" y="180340"/>
                  </a:lnTo>
                  <a:close/>
                </a:path>
                <a:path w="27939" h="181610">
                  <a:moveTo>
                    <a:pt x="27940" y="173990"/>
                  </a:moveTo>
                  <a:lnTo>
                    <a:pt x="0" y="173990"/>
                  </a:lnTo>
                  <a:lnTo>
                    <a:pt x="0" y="180327"/>
                  </a:lnTo>
                  <a:lnTo>
                    <a:pt x="27940" y="180327"/>
                  </a:lnTo>
                  <a:lnTo>
                    <a:pt x="27940" y="173990"/>
                  </a:lnTo>
                  <a:close/>
                </a:path>
                <a:path w="27939" h="181610">
                  <a:moveTo>
                    <a:pt x="27940" y="171450"/>
                  </a:moveTo>
                  <a:lnTo>
                    <a:pt x="0" y="171450"/>
                  </a:lnTo>
                  <a:lnTo>
                    <a:pt x="0" y="173977"/>
                  </a:lnTo>
                  <a:lnTo>
                    <a:pt x="27940" y="173977"/>
                  </a:lnTo>
                  <a:lnTo>
                    <a:pt x="27940" y="171450"/>
                  </a:lnTo>
                  <a:close/>
                </a:path>
                <a:path w="27939" h="181610">
                  <a:moveTo>
                    <a:pt x="27940" y="167640"/>
                  </a:moveTo>
                  <a:lnTo>
                    <a:pt x="0" y="167640"/>
                  </a:lnTo>
                  <a:lnTo>
                    <a:pt x="0" y="171437"/>
                  </a:lnTo>
                  <a:lnTo>
                    <a:pt x="27940" y="171437"/>
                  </a:lnTo>
                  <a:lnTo>
                    <a:pt x="27940" y="167640"/>
                  </a:lnTo>
                  <a:close/>
                </a:path>
                <a:path w="27939" h="181610">
                  <a:moveTo>
                    <a:pt x="27940" y="165100"/>
                  </a:moveTo>
                  <a:lnTo>
                    <a:pt x="0" y="165100"/>
                  </a:lnTo>
                  <a:lnTo>
                    <a:pt x="0" y="167627"/>
                  </a:lnTo>
                  <a:lnTo>
                    <a:pt x="27940" y="167627"/>
                  </a:lnTo>
                  <a:lnTo>
                    <a:pt x="27940" y="165100"/>
                  </a:lnTo>
                  <a:close/>
                </a:path>
                <a:path w="27939" h="181610">
                  <a:moveTo>
                    <a:pt x="27940" y="161290"/>
                  </a:moveTo>
                  <a:lnTo>
                    <a:pt x="0" y="161290"/>
                  </a:lnTo>
                  <a:lnTo>
                    <a:pt x="0" y="165087"/>
                  </a:lnTo>
                  <a:lnTo>
                    <a:pt x="27940" y="165087"/>
                  </a:lnTo>
                  <a:lnTo>
                    <a:pt x="27940" y="161290"/>
                  </a:lnTo>
                  <a:close/>
                </a:path>
                <a:path w="27939" h="181610">
                  <a:moveTo>
                    <a:pt x="27940" y="154940"/>
                  </a:moveTo>
                  <a:lnTo>
                    <a:pt x="0" y="154940"/>
                  </a:lnTo>
                  <a:lnTo>
                    <a:pt x="0" y="161277"/>
                  </a:lnTo>
                  <a:lnTo>
                    <a:pt x="27940" y="161277"/>
                  </a:lnTo>
                  <a:lnTo>
                    <a:pt x="27940" y="154940"/>
                  </a:lnTo>
                  <a:close/>
                </a:path>
                <a:path w="27939" h="181610">
                  <a:moveTo>
                    <a:pt x="27940" y="152400"/>
                  </a:moveTo>
                  <a:lnTo>
                    <a:pt x="0" y="152400"/>
                  </a:lnTo>
                  <a:lnTo>
                    <a:pt x="0" y="154927"/>
                  </a:lnTo>
                  <a:lnTo>
                    <a:pt x="27940" y="154927"/>
                  </a:lnTo>
                  <a:lnTo>
                    <a:pt x="27940" y="152400"/>
                  </a:lnTo>
                  <a:close/>
                </a:path>
                <a:path w="27939" h="181610">
                  <a:moveTo>
                    <a:pt x="27940" y="148590"/>
                  </a:moveTo>
                  <a:lnTo>
                    <a:pt x="0" y="148590"/>
                  </a:lnTo>
                  <a:lnTo>
                    <a:pt x="0" y="152387"/>
                  </a:lnTo>
                  <a:lnTo>
                    <a:pt x="27940" y="152387"/>
                  </a:lnTo>
                  <a:lnTo>
                    <a:pt x="27940" y="148590"/>
                  </a:lnTo>
                  <a:close/>
                </a:path>
                <a:path w="27939" h="181610">
                  <a:moveTo>
                    <a:pt x="27940" y="146050"/>
                  </a:moveTo>
                  <a:lnTo>
                    <a:pt x="0" y="146050"/>
                  </a:lnTo>
                  <a:lnTo>
                    <a:pt x="0" y="148577"/>
                  </a:lnTo>
                  <a:lnTo>
                    <a:pt x="27940" y="148577"/>
                  </a:lnTo>
                  <a:lnTo>
                    <a:pt x="27940" y="146050"/>
                  </a:lnTo>
                  <a:close/>
                </a:path>
                <a:path w="27939" h="181610">
                  <a:moveTo>
                    <a:pt x="27940" y="142240"/>
                  </a:moveTo>
                  <a:lnTo>
                    <a:pt x="0" y="142240"/>
                  </a:lnTo>
                  <a:lnTo>
                    <a:pt x="0" y="146037"/>
                  </a:lnTo>
                  <a:lnTo>
                    <a:pt x="27940" y="146037"/>
                  </a:lnTo>
                  <a:lnTo>
                    <a:pt x="27940" y="142240"/>
                  </a:lnTo>
                  <a:close/>
                </a:path>
                <a:path w="27939" h="181610">
                  <a:moveTo>
                    <a:pt x="27940" y="135890"/>
                  </a:moveTo>
                  <a:lnTo>
                    <a:pt x="0" y="135890"/>
                  </a:lnTo>
                  <a:lnTo>
                    <a:pt x="0" y="142227"/>
                  </a:lnTo>
                  <a:lnTo>
                    <a:pt x="27940" y="142227"/>
                  </a:lnTo>
                  <a:lnTo>
                    <a:pt x="27940" y="135890"/>
                  </a:lnTo>
                  <a:close/>
                </a:path>
                <a:path w="27939" h="181610">
                  <a:moveTo>
                    <a:pt x="27940" y="133350"/>
                  </a:moveTo>
                  <a:lnTo>
                    <a:pt x="0" y="133350"/>
                  </a:lnTo>
                  <a:lnTo>
                    <a:pt x="0" y="135877"/>
                  </a:lnTo>
                  <a:lnTo>
                    <a:pt x="27940" y="135877"/>
                  </a:lnTo>
                  <a:lnTo>
                    <a:pt x="27940" y="133350"/>
                  </a:lnTo>
                  <a:close/>
                </a:path>
                <a:path w="27939" h="181610">
                  <a:moveTo>
                    <a:pt x="27940" y="129540"/>
                  </a:moveTo>
                  <a:lnTo>
                    <a:pt x="0" y="129540"/>
                  </a:lnTo>
                  <a:lnTo>
                    <a:pt x="0" y="133337"/>
                  </a:lnTo>
                  <a:lnTo>
                    <a:pt x="27940" y="133337"/>
                  </a:lnTo>
                  <a:lnTo>
                    <a:pt x="27940" y="129540"/>
                  </a:lnTo>
                  <a:close/>
                </a:path>
                <a:path w="27939" h="181610">
                  <a:moveTo>
                    <a:pt x="27940" y="127000"/>
                  </a:moveTo>
                  <a:lnTo>
                    <a:pt x="0" y="127000"/>
                  </a:lnTo>
                  <a:lnTo>
                    <a:pt x="0" y="129527"/>
                  </a:lnTo>
                  <a:lnTo>
                    <a:pt x="27940" y="129527"/>
                  </a:lnTo>
                  <a:lnTo>
                    <a:pt x="27940" y="127000"/>
                  </a:lnTo>
                  <a:close/>
                </a:path>
                <a:path w="27939" h="181610">
                  <a:moveTo>
                    <a:pt x="27940" y="120650"/>
                  </a:moveTo>
                  <a:lnTo>
                    <a:pt x="0" y="120650"/>
                  </a:lnTo>
                  <a:lnTo>
                    <a:pt x="0" y="126987"/>
                  </a:lnTo>
                  <a:lnTo>
                    <a:pt x="27940" y="126987"/>
                  </a:lnTo>
                  <a:lnTo>
                    <a:pt x="27940" y="120650"/>
                  </a:lnTo>
                  <a:close/>
                </a:path>
                <a:path w="27939" h="181610">
                  <a:moveTo>
                    <a:pt x="2794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27940" y="120637"/>
                  </a:lnTo>
                  <a:lnTo>
                    <a:pt x="27940" y="114300"/>
                  </a:lnTo>
                  <a:close/>
                </a:path>
                <a:path w="27939" h="181610">
                  <a:moveTo>
                    <a:pt x="27940" y="110490"/>
                  </a:moveTo>
                  <a:lnTo>
                    <a:pt x="0" y="110490"/>
                  </a:lnTo>
                  <a:lnTo>
                    <a:pt x="0" y="114287"/>
                  </a:lnTo>
                  <a:lnTo>
                    <a:pt x="27940" y="114287"/>
                  </a:lnTo>
                  <a:lnTo>
                    <a:pt x="27940" y="110490"/>
                  </a:lnTo>
                  <a:close/>
                </a:path>
                <a:path w="27939" h="181610">
                  <a:moveTo>
                    <a:pt x="27940" y="107950"/>
                  </a:moveTo>
                  <a:lnTo>
                    <a:pt x="0" y="107950"/>
                  </a:lnTo>
                  <a:lnTo>
                    <a:pt x="0" y="110477"/>
                  </a:lnTo>
                  <a:lnTo>
                    <a:pt x="27940" y="110477"/>
                  </a:lnTo>
                  <a:lnTo>
                    <a:pt x="27940" y="107950"/>
                  </a:lnTo>
                  <a:close/>
                </a:path>
                <a:path w="27939" h="181610">
                  <a:moveTo>
                    <a:pt x="27940" y="104140"/>
                  </a:moveTo>
                  <a:lnTo>
                    <a:pt x="0" y="104140"/>
                  </a:lnTo>
                  <a:lnTo>
                    <a:pt x="0" y="107937"/>
                  </a:lnTo>
                  <a:lnTo>
                    <a:pt x="27940" y="107937"/>
                  </a:lnTo>
                  <a:lnTo>
                    <a:pt x="27940" y="104140"/>
                  </a:lnTo>
                  <a:close/>
                </a:path>
                <a:path w="27939" h="181610">
                  <a:moveTo>
                    <a:pt x="27940" y="101600"/>
                  </a:moveTo>
                  <a:lnTo>
                    <a:pt x="0" y="101600"/>
                  </a:lnTo>
                  <a:lnTo>
                    <a:pt x="0" y="104127"/>
                  </a:lnTo>
                  <a:lnTo>
                    <a:pt x="27940" y="104127"/>
                  </a:lnTo>
                  <a:lnTo>
                    <a:pt x="27940" y="101600"/>
                  </a:lnTo>
                  <a:close/>
                </a:path>
                <a:path w="27939" h="181610">
                  <a:moveTo>
                    <a:pt x="27940" y="97790"/>
                  </a:moveTo>
                  <a:lnTo>
                    <a:pt x="0" y="97790"/>
                  </a:lnTo>
                  <a:lnTo>
                    <a:pt x="0" y="101587"/>
                  </a:lnTo>
                  <a:lnTo>
                    <a:pt x="27940" y="101587"/>
                  </a:lnTo>
                  <a:lnTo>
                    <a:pt x="27940" y="97790"/>
                  </a:lnTo>
                  <a:close/>
                </a:path>
                <a:path w="27939" h="181610">
                  <a:moveTo>
                    <a:pt x="27940" y="95250"/>
                  </a:moveTo>
                  <a:lnTo>
                    <a:pt x="0" y="95250"/>
                  </a:lnTo>
                  <a:lnTo>
                    <a:pt x="0" y="97777"/>
                  </a:lnTo>
                  <a:lnTo>
                    <a:pt x="27940" y="97777"/>
                  </a:lnTo>
                  <a:lnTo>
                    <a:pt x="27940" y="95250"/>
                  </a:lnTo>
                  <a:close/>
                </a:path>
                <a:path w="27939" h="181610">
                  <a:moveTo>
                    <a:pt x="27940" y="91440"/>
                  </a:moveTo>
                  <a:lnTo>
                    <a:pt x="0" y="91440"/>
                  </a:lnTo>
                  <a:lnTo>
                    <a:pt x="0" y="95237"/>
                  </a:lnTo>
                  <a:lnTo>
                    <a:pt x="27940" y="95237"/>
                  </a:lnTo>
                  <a:lnTo>
                    <a:pt x="27940" y="91440"/>
                  </a:lnTo>
                  <a:close/>
                </a:path>
                <a:path w="27939" h="181610">
                  <a:moveTo>
                    <a:pt x="27940" y="82550"/>
                  </a:moveTo>
                  <a:lnTo>
                    <a:pt x="0" y="82550"/>
                  </a:lnTo>
                  <a:lnTo>
                    <a:pt x="0" y="91427"/>
                  </a:lnTo>
                  <a:lnTo>
                    <a:pt x="27940" y="91427"/>
                  </a:lnTo>
                  <a:lnTo>
                    <a:pt x="27940" y="82550"/>
                  </a:lnTo>
                  <a:close/>
                </a:path>
                <a:path w="27939" h="181610">
                  <a:moveTo>
                    <a:pt x="27940" y="72390"/>
                  </a:moveTo>
                  <a:lnTo>
                    <a:pt x="0" y="72390"/>
                  </a:lnTo>
                  <a:lnTo>
                    <a:pt x="0" y="82537"/>
                  </a:lnTo>
                  <a:lnTo>
                    <a:pt x="27940" y="82537"/>
                  </a:lnTo>
                  <a:lnTo>
                    <a:pt x="27940" y="72390"/>
                  </a:lnTo>
                  <a:close/>
                </a:path>
                <a:path w="27939" h="181610">
                  <a:moveTo>
                    <a:pt x="27940" y="63500"/>
                  </a:moveTo>
                  <a:lnTo>
                    <a:pt x="0" y="63500"/>
                  </a:lnTo>
                  <a:lnTo>
                    <a:pt x="0" y="72377"/>
                  </a:lnTo>
                  <a:lnTo>
                    <a:pt x="27940" y="72377"/>
                  </a:lnTo>
                  <a:lnTo>
                    <a:pt x="27940" y="63500"/>
                  </a:lnTo>
                  <a:close/>
                </a:path>
                <a:path w="27939" h="181610">
                  <a:moveTo>
                    <a:pt x="27940" y="53340"/>
                  </a:moveTo>
                  <a:lnTo>
                    <a:pt x="0" y="53340"/>
                  </a:lnTo>
                  <a:lnTo>
                    <a:pt x="0" y="63487"/>
                  </a:lnTo>
                  <a:lnTo>
                    <a:pt x="27940" y="63487"/>
                  </a:lnTo>
                  <a:lnTo>
                    <a:pt x="27940" y="53340"/>
                  </a:lnTo>
                  <a:close/>
                </a:path>
                <a:path w="27939" h="181610">
                  <a:moveTo>
                    <a:pt x="27940" y="50800"/>
                  </a:moveTo>
                  <a:lnTo>
                    <a:pt x="0" y="50800"/>
                  </a:lnTo>
                  <a:lnTo>
                    <a:pt x="0" y="53327"/>
                  </a:lnTo>
                  <a:lnTo>
                    <a:pt x="27940" y="53327"/>
                  </a:lnTo>
                  <a:lnTo>
                    <a:pt x="27940" y="50800"/>
                  </a:lnTo>
                  <a:close/>
                </a:path>
                <a:path w="27939" h="181610">
                  <a:moveTo>
                    <a:pt x="27940" y="46990"/>
                  </a:moveTo>
                  <a:lnTo>
                    <a:pt x="0" y="46990"/>
                  </a:lnTo>
                  <a:lnTo>
                    <a:pt x="0" y="50787"/>
                  </a:lnTo>
                  <a:lnTo>
                    <a:pt x="27940" y="50787"/>
                  </a:lnTo>
                  <a:lnTo>
                    <a:pt x="27940" y="46990"/>
                  </a:lnTo>
                  <a:close/>
                </a:path>
                <a:path w="27939" h="181610">
                  <a:moveTo>
                    <a:pt x="27940" y="40640"/>
                  </a:moveTo>
                  <a:lnTo>
                    <a:pt x="0" y="40640"/>
                  </a:lnTo>
                  <a:lnTo>
                    <a:pt x="0" y="46977"/>
                  </a:lnTo>
                  <a:lnTo>
                    <a:pt x="27940" y="46977"/>
                  </a:lnTo>
                  <a:lnTo>
                    <a:pt x="27940" y="40640"/>
                  </a:lnTo>
                  <a:close/>
                </a:path>
                <a:path w="27939" h="181610">
                  <a:moveTo>
                    <a:pt x="27940" y="34290"/>
                  </a:moveTo>
                  <a:lnTo>
                    <a:pt x="0" y="34290"/>
                  </a:lnTo>
                  <a:lnTo>
                    <a:pt x="0" y="40627"/>
                  </a:lnTo>
                  <a:lnTo>
                    <a:pt x="27940" y="40627"/>
                  </a:lnTo>
                  <a:lnTo>
                    <a:pt x="27940" y="34290"/>
                  </a:lnTo>
                  <a:close/>
                </a:path>
                <a:path w="27939" h="181610">
                  <a:moveTo>
                    <a:pt x="27940" y="27940"/>
                  </a:moveTo>
                  <a:lnTo>
                    <a:pt x="0" y="27940"/>
                  </a:lnTo>
                  <a:lnTo>
                    <a:pt x="0" y="34277"/>
                  </a:lnTo>
                  <a:lnTo>
                    <a:pt x="27940" y="34277"/>
                  </a:lnTo>
                  <a:lnTo>
                    <a:pt x="27940" y="27940"/>
                  </a:lnTo>
                  <a:close/>
                </a:path>
                <a:path w="27939" h="181610">
                  <a:moveTo>
                    <a:pt x="27940" y="25400"/>
                  </a:moveTo>
                  <a:lnTo>
                    <a:pt x="0" y="25400"/>
                  </a:lnTo>
                  <a:lnTo>
                    <a:pt x="0" y="27927"/>
                  </a:lnTo>
                  <a:lnTo>
                    <a:pt x="27940" y="27927"/>
                  </a:lnTo>
                  <a:lnTo>
                    <a:pt x="27940" y="25400"/>
                  </a:lnTo>
                  <a:close/>
                </a:path>
                <a:path w="27939" h="181610">
                  <a:moveTo>
                    <a:pt x="2794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27940" y="25387"/>
                  </a:lnTo>
                  <a:lnTo>
                    <a:pt x="27940" y="21590"/>
                  </a:lnTo>
                  <a:close/>
                </a:path>
                <a:path w="27939" h="181610">
                  <a:moveTo>
                    <a:pt x="27940" y="15240"/>
                  </a:moveTo>
                  <a:lnTo>
                    <a:pt x="0" y="15240"/>
                  </a:lnTo>
                  <a:lnTo>
                    <a:pt x="0" y="21577"/>
                  </a:lnTo>
                  <a:lnTo>
                    <a:pt x="27940" y="21577"/>
                  </a:lnTo>
                  <a:lnTo>
                    <a:pt x="27940" y="15240"/>
                  </a:lnTo>
                  <a:close/>
                </a:path>
                <a:path w="27939" h="181610">
                  <a:moveTo>
                    <a:pt x="2794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7940" y="15227"/>
                  </a:lnTo>
                  <a:lnTo>
                    <a:pt x="27940" y="12700"/>
                  </a:lnTo>
                  <a:close/>
                </a:path>
                <a:path w="27939" h="181610">
                  <a:moveTo>
                    <a:pt x="2794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7940" y="12687"/>
                  </a:lnTo>
                  <a:lnTo>
                    <a:pt x="27940" y="8890"/>
                  </a:lnTo>
                  <a:close/>
                </a:path>
                <a:path w="27939" h="181610">
                  <a:moveTo>
                    <a:pt x="27940" y="0"/>
                  </a:moveTo>
                  <a:lnTo>
                    <a:pt x="0" y="0"/>
                  </a:lnTo>
                  <a:lnTo>
                    <a:pt x="0" y="8877"/>
                  </a:lnTo>
                  <a:lnTo>
                    <a:pt x="27940" y="8877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1E3D5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8" name="object 3728"/>
            <p:cNvSpPr/>
            <p:nvPr/>
          </p:nvSpPr>
          <p:spPr>
            <a:xfrm>
              <a:off x="4154170" y="5033010"/>
              <a:ext cx="27940" cy="476250"/>
            </a:xfrm>
            <a:custGeom>
              <a:avLst/>
              <a:gdLst/>
              <a:ahLst/>
              <a:cxnLst/>
              <a:rect l="l" t="t" r="r" b="b"/>
              <a:pathLst>
                <a:path w="27939" h="476250">
                  <a:moveTo>
                    <a:pt x="27940" y="467372"/>
                  </a:moveTo>
                  <a:lnTo>
                    <a:pt x="0" y="467372"/>
                  </a:lnTo>
                  <a:lnTo>
                    <a:pt x="0" y="476250"/>
                  </a:lnTo>
                  <a:lnTo>
                    <a:pt x="27940" y="476250"/>
                  </a:lnTo>
                  <a:lnTo>
                    <a:pt x="27940" y="467372"/>
                  </a:lnTo>
                  <a:close/>
                </a:path>
                <a:path w="27939" h="476250">
                  <a:moveTo>
                    <a:pt x="27940" y="463562"/>
                  </a:moveTo>
                  <a:lnTo>
                    <a:pt x="0" y="463562"/>
                  </a:lnTo>
                  <a:lnTo>
                    <a:pt x="0" y="467360"/>
                  </a:lnTo>
                  <a:lnTo>
                    <a:pt x="27940" y="467360"/>
                  </a:lnTo>
                  <a:lnTo>
                    <a:pt x="27940" y="463562"/>
                  </a:lnTo>
                  <a:close/>
                </a:path>
                <a:path w="27939" h="476250">
                  <a:moveTo>
                    <a:pt x="27940" y="461022"/>
                  </a:moveTo>
                  <a:lnTo>
                    <a:pt x="0" y="461022"/>
                  </a:lnTo>
                  <a:lnTo>
                    <a:pt x="0" y="463550"/>
                  </a:lnTo>
                  <a:lnTo>
                    <a:pt x="27940" y="463550"/>
                  </a:lnTo>
                  <a:lnTo>
                    <a:pt x="27940" y="461022"/>
                  </a:lnTo>
                  <a:close/>
                </a:path>
                <a:path w="27939" h="476250">
                  <a:moveTo>
                    <a:pt x="27940" y="457212"/>
                  </a:moveTo>
                  <a:lnTo>
                    <a:pt x="0" y="457212"/>
                  </a:lnTo>
                  <a:lnTo>
                    <a:pt x="0" y="461010"/>
                  </a:lnTo>
                  <a:lnTo>
                    <a:pt x="27940" y="461010"/>
                  </a:lnTo>
                  <a:lnTo>
                    <a:pt x="27940" y="457212"/>
                  </a:lnTo>
                  <a:close/>
                </a:path>
                <a:path w="27939" h="476250">
                  <a:moveTo>
                    <a:pt x="27940" y="448322"/>
                  </a:moveTo>
                  <a:lnTo>
                    <a:pt x="0" y="448322"/>
                  </a:lnTo>
                  <a:lnTo>
                    <a:pt x="0" y="457200"/>
                  </a:lnTo>
                  <a:lnTo>
                    <a:pt x="27940" y="457200"/>
                  </a:lnTo>
                  <a:lnTo>
                    <a:pt x="27940" y="448322"/>
                  </a:lnTo>
                  <a:close/>
                </a:path>
                <a:path w="27939" h="476250">
                  <a:moveTo>
                    <a:pt x="27940" y="429272"/>
                  </a:moveTo>
                  <a:lnTo>
                    <a:pt x="0" y="429272"/>
                  </a:lnTo>
                  <a:lnTo>
                    <a:pt x="0" y="448310"/>
                  </a:lnTo>
                  <a:lnTo>
                    <a:pt x="27940" y="448310"/>
                  </a:lnTo>
                  <a:lnTo>
                    <a:pt x="27940" y="429272"/>
                  </a:lnTo>
                  <a:close/>
                </a:path>
                <a:path w="27939" h="476250">
                  <a:moveTo>
                    <a:pt x="27940" y="422922"/>
                  </a:moveTo>
                  <a:lnTo>
                    <a:pt x="0" y="422922"/>
                  </a:lnTo>
                  <a:lnTo>
                    <a:pt x="0" y="429260"/>
                  </a:lnTo>
                  <a:lnTo>
                    <a:pt x="27940" y="429260"/>
                  </a:lnTo>
                  <a:lnTo>
                    <a:pt x="27940" y="422922"/>
                  </a:lnTo>
                  <a:close/>
                </a:path>
                <a:path w="27939" h="476250">
                  <a:moveTo>
                    <a:pt x="27940" y="416572"/>
                  </a:moveTo>
                  <a:lnTo>
                    <a:pt x="0" y="416572"/>
                  </a:lnTo>
                  <a:lnTo>
                    <a:pt x="0" y="422910"/>
                  </a:lnTo>
                  <a:lnTo>
                    <a:pt x="27940" y="422910"/>
                  </a:lnTo>
                  <a:lnTo>
                    <a:pt x="27940" y="416572"/>
                  </a:lnTo>
                  <a:close/>
                </a:path>
                <a:path w="27939" h="476250">
                  <a:moveTo>
                    <a:pt x="27940" y="412762"/>
                  </a:moveTo>
                  <a:lnTo>
                    <a:pt x="0" y="412762"/>
                  </a:lnTo>
                  <a:lnTo>
                    <a:pt x="0" y="416560"/>
                  </a:lnTo>
                  <a:lnTo>
                    <a:pt x="27940" y="416560"/>
                  </a:lnTo>
                  <a:lnTo>
                    <a:pt x="27940" y="412762"/>
                  </a:lnTo>
                  <a:close/>
                </a:path>
                <a:path w="27939" h="476250">
                  <a:moveTo>
                    <a:pt x="27940" y="410222"/>
                  </a:moveTo>
                  <a:lnTo>
                    <a:pt x="0" y="410222"/>
                  </a:lnTo>
                  <a:lnTo>
                    <a:pt x="0" y="412750"/>
                  </a:lnTo>
                  <a:lnTo>
                    <a:pt x="27940" y="412750"/>
                  </a:lnTo>
                  <a:lnTo>
                    <a:pt x="27940" y="410222"/>
                  </a:lnTo>
                  <a:close/>
                </a:path>
                <a:path w="27939" h="476250">
                  <a:moveTo>
                    <a:pt x="27940" y="406412"/>
                  </a:moveTo>
                  <a:lnTo>
                    <a:pt x="0" y="406412"/>
                  </a:lnTo>
                  <a:lnTo>
                    <a:pt x="0" y="410210"/>
                  </a:lnTo>
                  <a:lnTo>
                    <a:pt x="27940" y="410210"/>
                  </a:lnTo>
                  <a:lnTo>
                    <a:pt x="27940" y="406412"/>
                  </a:lnTo>
                  <a:close/>
                </a:path>
                <a:path w="27939" h="476250">
                  <a:moveTo>
                    <a:pt x="27940" y="403872"/>
                  </a:moveTo>
                  <a:lnTo>
                    <a:pt x="0" y="403872"/>
                  </a:lnTo>
                  <a:lnTo>
                    <a:pt x="0" y="406400"/>
                  </a:lnTo>
                  <a:lnTo>
                    <a:pt x="27940" y="406400"/>
                  </a:lnTo>
                  <a:lnTo>
                    <a:pt x="27940" y="403872"/>
                  </a:lnTo>
                  <a:close/>
                </a:path>
                <a:path w="27939" h="476250">
                  <a:moveTo>
                    <a:pt x="27940" y="397522"/>
                  </a:moveTo>
                  <a:lnTo>
                    <a:pt x="0" y="397522"/>
                  </a:lnTo>
                  <a:lnTo>
                    <a:pt x="0" y="403860"/>
                  </a:lnTo>
                  <a:lnTo>
                    <a:pt x="27940" y="403860"/>
                  </a:lnTo>
                  <a:lnTo>
                    <a:pt x="27940" y="397522"/>
                  </a:lnTo>
                  <a:close/>
                </a:path>
                <a:path w="27939" h="476250">
                  <a:moveTo>
                    <a:pt x="27940" y="393712"/>
                  </a:moveTo>
                  <a:lnTo>
                    <a:pt x="0" y="393712"/>
                  </a:lnTo>
                  <a:lnTo>
                    <a:pt x="0" y="397510"/>
                  </a:lnTo>
                  <a:lnTo>
                    <a:pt x="27940" y="397510"/>
                  </a:lnTo>
                  <a:lnTo>
                    <a:pt x="27940" y="393712"/>
                  </a:lnTo>
                  <a:close/>
                </a:path>
                <a:path w="27939" h="476250">
                  <a:moveTo>
                    <a:pt x="27940" y="391172"/>
                  </a:moveTo>
                  <a:lnTo>
                    <a:pt x="0" y="391172"/>
                  </a:lnTo>
                  <a:lnTo>
                    <a:pt x="0" y="393700"/>
                  </a:lnTo>
                  <a:lnTo>
                    <a:pt x="27940" y="393700"/>
                  </a:lnTo>
                  <a:lnTo>
                    <a:pt x="27940" y="391172"/>
                  </a:lnTo>
                  <a:close/>
                </a:path>
                <a:path w="27939" h="476250">
                  <a:moveTo>
                    <a:pt x="27940" y="387362"/>
                  </a:moveTo>
                  <a:lnTo>
                    <a:pt x="0" y="387362"/>
                  </a:lnTo>
                  <a:lnTo>
                    <a:pt x="0" y="391160"/>
                  </a:lnTo>
                  <a:lnTo>
                    <a:pt x="27940" y="391160"/>
                  </a:lnTo>
                  <a:lnTo>
                    <a:pt x="27940" y="387362"/>
                  </a:lnTo>
                  <a:close/>
                </a:path>
                <a:path w="27939" h="476250">
                  <a:moveTo>
                    <a:pt x="27940" y="384822"/>
                  </a:moveTo>
                  <a:lnTo>
                    <a:pt x="0" y="384822"/>
                  </a:lnTo>
                  <a:lnTo>
                    <a:pt x="0" y="387350"/>
                  </a:lnTo>
                  <a:lnTo>
                    <a:pt x="27940" y="387350"/>
                  </a:lnTo>
                  <a:lnTo>
                    <a:pt x="27940" y="384822"/>
                  </a:lnTo>
                  <a:close/>
                </a:path>
                <a:path w="27939" h="476250">
                  <a:moveTo>
                    <a:pt x="27940" y="365772"/>
                  </a:moveTo>
                  <a:lnTo>
                    <a:pt x="0" y="365772"/>
                  </a:lnTo>
                  <a:lnTo>
                    <a:pt x="0" y="384810"/>
                  </a:lnTo>
                  <a:lnTo>
                    <a:pt x="27940" y="384810"/>
                  </a:lnTo>
                  <a:lnTo>
                    <a:pt x="27940" y="365772"/>
                  </a:lnTo>
                  <a:close/>
                </a:path>
                <a:path w="27939" h="476250">
                  <a:moveTo>
                    <a:pt x="27940" y="359422"/>
                  </a:moveTo>
                  <a:lnTo>
                    <a:pt x="0" y="359422"/>
                  </a:lnTo>
                  <a:lnTo>
                    <a:pt x="0" y="365760"/>
                  </a:lnTo>
                  <a:lnTo>
                    <a:pt x="27940" y="365760"/>
                  </a:lnTo>
                  <a:lnTo>
                    <a:pt x="27940" y="359422"/>
                  </a:lnTo>
                  <a:close/>
                </a:path>
                <a:path w="27939" h="476250">
                  <a:moveTo>
                    <a:pt x="27940" y="355612"/>
                  </a:moveTo>
                  <a:lnTo>
                    <a:pt x="0" y="355612"/>
                  </a:lnTo>
                  <a:lnTo>
                    <a:pt x="0" y="359410"/>
                  </a:lnTo>
                  <a:lnTo>
                    <a:pt x="27940" y="359410"/>
                  </a:lnTo>
                  <a:lnTo>
                    <a:pt x="27940" y="355612"/>
                  </a:lnTo>
                  <a:close/>
                </a:path>
                <a:path w="27939" h="476250">
                  <a:moveTo>
                    <a:pt x="27940" y="346722"/>
                  </a:moveTo>
                  <a:lnTo>
                    <a:pt x="0" y="346722"/>
                  </a:lnTo>
                  <a:lnTo>
                    <a:pt x="0" y="355600"/>
                  </a:lnTo>
                  <a:lnTo>
                    <a:pt x="27940" y="355600"/>
                  </a:lnTo>
                  <a:lnTo>
                    <a:pt x="27940" y="346722"/>
                  </a:lnTo>
                  <a:close/>
                </a:path>
                <a:path w="27939" h="476250">
                  <a:moveTo>
                    <a:pt x="27940" y="340372"/>
                  </a:moveTo>
                  <a:lnTo>
                    <a:pt x="0" y="340372"/>
                  </a:lnTo>
                  <a:lnTo>
                    <a:pt x="0" y="346710"/>
                  </a:lnTo>
                  <a:lnTo>
                    <a:pt x="27940" y="346710"/>
                  </a:lnTo>
                  <a:lnTo>
                    <a:pt x="27940" y="340372"/>
                  </a:lnTo>
                  <a:close/>
                </a:path>
                <a:path w="27939" h="476250">
                  <a:moveTo>
                    <a:pt x="27940" y="334022"/>
                  </a:moveTo>
                  <a:lnTo>
                    <a:pt x="0" y="334022"/>
                  </a:lnTo>
                  <a:lnTo>
                    <a:pt x="0" y="340360"/>
                  </a:lnTo>
                  <a:lnTo>
                    <a:pt x="27940" y="340360"/>
                  </a:lnTo>
                  <a:lnTo>
                    <a:pt x="27940" y="334022"/>
                  </a:lnTo>
                  <a:close/>
                </a:path>
                <a:path w="27939" h="476250">
                  <a:moveTo>
                    <a:pt x="27940" y="330212"/>
                  </a:moveTo>
                  <a:lnTo>
                    <a:pt x="0" y="330212"/>
                  </a:lnTo>
                  <a:lnTo>
                    <a:pt x="0" y="334010"/>
                  </a:lnTo>
                  <a:lnTo>
                    <a:pt x="27940" y="334010"/>
                  </a:lnTo>
                  <a:lnTo>
                    <a:pt x="27940" y="330212"/>
                  </a:lnTo>
                  <a:close/>
                </a:path>
                <a:path w="27939" h="476250">
                  <a:moveTo>
                    <a:pt x="27940" y="327672"/>
                  </a:moveTo>
                  <a:lnTo>
                    <a:pt x="0" y="327672"/>
                  </a:lnTo>
                  <a:lnTo>
                    <a:pt x="0" y="330200"/>
                  </a:lnTo>
                  <a:lnTo>
                    <a:pt x="27940" y="330200"/>
                  </a:lnTo>
                  <a:lnTo>
                    <a:pt x="27940" y="327672"/>
                  </a:lnTo>
                  <a:close/>
                </a:path>
                <a:path w="27939" h="476250">
                  <a:moveTo>
                    <a:pt x="27940" y="317512"/>
                  </a:moveTo>
                  <a:lnTo>
                    <a:pt x="0" y="317512"/>
                  </a:lnTo>
                  <a:lnTo>
                    <a:pt x="0" y="327660"/>
                  </a:lnTo>
                  <a:lnTo>
                    <a:pt x="27940" y="327660"/>
                  </a:lnTo>
                  <a:lnTo>
                    <a:pt x="27940" y="317512"/>
                  </a:lnTo>
                  <a:close/>
                </a:path>
                <a:path w="27939" h="476250">
                  <a:moveTo>
                    <a:pt x="27940" y="314972"/>
                  </a:moveTo>
                  <a:lnTo>
                    <a:pt x="0" y="314972"/>
                  </a:lnTo>
                  <a:lnTo>
                    <a:pt x="0" y="317500"/>
                  </a:lnTo>
                  <a:lnTo>
                    <a:pt x="27940" y="317500"/>
                  </a:lnTo>
                  <a:lnTo>
                    <a:pt x="27940" y="314972"/>
                  </a:lnTo>
                  <a:close/>
                </a:path>
                <a:path w="27939" h="476250">
                  <a:moveTo>
                    <a:pt x="27940" y="311162"/>
                  </a:moveTo>
                  <a:lnTo>
                    <a:pt x="0" y="311162"/>
                  </a:lnTo>
                  <a:lnTo>
                    <a:pt x="0" y="314960"/>
                  </a:lnTo>
                  <a:lnTo>
                    <a:pt x="27940" y="314960"/>
                  </a:lnTo>
                  <a:lnTo>
                    <a:pt x="27940" y="311162"/>
                  </a:lnTo>
                  <a:close/>
                </a:path>
                <a:path w="27939" h="476250">
                  <a:moveTo>
                    <a:pt x="27940" y="304812"/>
                  </a:moveTo>
                  <a:lnTo>
                    <a:pt x="0" y="304812"/>
                  </a:lnTo>
                  <a:lnTo>
                    <a:pt x="0" y="311150"/>
                  </a:lnTo>
                  <a:lnTo>
                    <a:pt x="27940" y="311150"/>
                  </a:lnTo>
                  <a:lnTo>
                    <a:pt x="27940" y="304812"/>
                  </a:lnTo>
                  <a:close/>
                </a:path>
                <a:path w="27939" h="476250">
                  <a:moveTo>
                    <a:pt x="27940" y="292112"/>
                  </a:moveTo>
                  <a:lnTo>
                    <a:pt x="0" y="292112"/>
                  </a:lnTo>
                  <a:lnTo>
                    <a:pt x="0" y="304800"/>
                  </a:lnTo>
                  <a:lnTo>
                    <a:pt x="27940" y="304800"/>
                  </a:lnTo>
                  <a:lnTo>
                    <a:pt x="27940" y="292112"/>
                  </a:lnTo>
                  <a:close/>
                </a:path>
                <a:path w="27939" h="476250">
                  <a:moveTo>
                    <a:pt x="27940" y="289572"/>
                  </a:moveTo>
                  <a:lnTo>
                    <a:pt x="0" y="289572"/>
                  </a:lnTo>
                  <a:lnTo>
                    <a:pt x="0" y="292100"/>
                  </a:lnTo>
                  <a:lnTo>
                    <a:pt x="27940" y="292100"/>
                  </a:lnTo>
                  <a:lnTo>
                    <a:pt x="27940" y="289572"/>
                  </a:lnTo>
                  <a:close/>
                </a:path>
                <a:path w="27939" h="476250">
                  <a:moveTo>
                    <a:pt x="27940" y="285762"/>
                  </a:moveTo>
                  <a:lnTo>
                    <a:pt x="0" y="285762"/>
                  </a:lnTo>
                  <a:lnTo>
                    <a:pt x="0" y="289560"/>
                  </a:lnTo>
                  <a:lnTo>
                    <a:pt x="27940" y="289560"/>
                  </a:lnTo>
                  <a:lnTo>
                    <a:pt x="27940" y="285762"/>
                  </a:lnTo>
                  <a:close/>
                </a:path>
                <a:path w="27939" h="476250">
                  <a:moveTo>
                    <a:pt x="27940" y="283222"/>
                  </a:moveTo>
                  <a:lnTo>
                    <a:pt x="0" y="283222"/>
                  </a:lnTo>
                  <a:lnTo>
                    <a:pt x="0" y="285750"/>
                  </a:lnTo>
                  <a:lnTo>
                    <a:pt x="27940" y="285750"/>
                  </a:lnTo>
                  <a:lnTo>
                    <a:pt x="27940" y="283222"/>
                  </a:lnTo>
                  <a:close/>
                </a:path>
                <a:path w="27939" h="476250">
                  <a:moveTo>
                    <a:pt x="27940" y="279412"/>
                  </a:moveTo>
                  <a:lnTo>
                    <a:pt x="0" y="279412"/>
                  </a:lnTo>
                  <a:lnTo>
                    <a:pt x="0" y="283210"/>
                  </a:lnTo>
                  <a:lnTo>
                    <a:pt x="27940" y="283210"/>
                  </a:lnTo>
                  <a:lnTo>
                    <a:pt x="27940" y="279412"/>
                  </a:lnTo>
                  <a:close/>
                </a:path>
                <a:path w="27939" h="476250">
                  <a:moveTo>
                    <a:pt x="27940" y="273062"/>
                  </a:moveTo>
                  <a:lnTo>
                    <a:pt x="0" y="273062"/>
                  </a:lnTo>
                  <a:lnTo>
                    <a:pt x="0" y="279400"/>
                  </a:lnTo>
                  <a:lnTo>
                    <a:pt x="27940" y="279400"/>
                  </a:lnTo>
                  <a:lnTo>
                    <a:pt x="27940" y="273062"/>
                  </a:lnTo>
                  <a:close/>
                </a:path>
                <a:path w="27939" h="476250">
                  <a:moveTo>
                    <a:pt x="27940" y="234962"/>
                  </a:moveTo>
                  <a:lnTo>
                    <a:pt x="0" y="234962"/>
                  </a:lnTo>
                  <a:lnTo>
                    <a:pt x="0" y="273050"/>
                  </a:lnTo>
                  <a:lnTo>
                    <a:pt x="27940" y="273050"/>
                  </a:lnTo>
                  <a:lnTo>
                    <a:pt x="27940" y="234962"/>
                  </a:lnTo>
                  <a:close/>
                </a:path>
                <a:path w="27939" h="476250">
                  <a:moveTo>
                    <a:pt x="2794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7940" y="234950"/>
                  </a:lnTo>
                  <a:lnTo>
                    <a:pt x="27940" y="232422"/>
                  </a:lnTo>
                  <a:close/>
                </a:path>
                <a:path w="27939" h="476250">
                  <a:moveTo>
                    <a:pt x="2794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27940" y="232410"/>
                  </a:lnTo>
                  <a:lnTo>
                    <a:pt x="27940" y="226072"/>
                  </a:lnTo>
                  <a:close/>
                </a:path>
                <a:path w="27939" h="476250">
                  <a:moveTo>
                    <a:pt x="2794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27940" y="226060"/>
                  </a:lnTo>
                  <a:lnTo>
                    <a:pt x="27940" y="222262"/>
                  </a:lnTo>
                  <a:close/>
                </a:path>
                <a:path w="27939" h="476250">
                  <a:moveTo>
                    <a:pt x="2794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27940" y="222250"/>
                  </a:lnTo>
                  <a:lnTo>
                    <a:pt x="27940" y="219722"/>
                  </a:lnTo>
                  <a:close/>
                </a:path>
                <a:path w="27939" h="476250">
                  <a:moveTo>
                    <a:pt x="27940" y="213372"/>
                  </a:moveTo>
                  <a:lnTo>
                    <a:pt x="0" y="213372"/>
                  </a:lnTo>
                  <a:lnTo>
                    <a:pt x="0" y="219710"/>
                  </a:lnTo>
                  <a:lnTo>
                    <a:pt x="27940" y="219710"/>
                  </a:lnTo>
                  <a:lnTo>
                    <a:pt x="27940" y="213372"/>
                  </a:lnTo>
                  <a:close/>
                </a:path>
                <a:path w="27939" h="476250">
                  <a:moveTo>
                    <a:pt x="27940" y="207022"/>
                  </a:moveTo>
                  <a:lnTo>
                    <a:pt x="0" y="207022"/>
                  </a:lnTo>
                  <a:lnTo>
                    <a:pt x="0" y="213360"/>
                  </a:lnTo>
                  <a:lnTo>
                    <a:pt x="27940" y="213360"/>
                  </a:lnTo>
                  <a:lnTo>
                    <a:pt x="27940" y="207022"/>
                  </a:lnTo>
                  <a:close/>
                </a:path>
                <a:path w="27939" h="476250">
                  <a:moveTo>
                    <a:pt x="27940" y="195592"/>
                  </a:moveTo>
                  <a:lnTo>
                    <a:pt x="0" y="195592"/>
                  </a:lnTo>
                  <a:lnTo>
                    <a:pt x="0" y="207010"/>
                  </a:lnTo>
                  <a:lnTo>
                    <a:pt x="27940" y="207010"/>
                  </a:lnTo>
                  <a:lnTo>
                    <a:pt x="27940" y="195592"/>
                  </a:lnTo>
                  <a:close/>
                </a:path>
                <a:path w="27939" h="476250">
                  <a:moveTo>
                    <a:pt x="2794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7940" y="195580"/>
                  </a:lnTo>
                  <a:lnTo>
                    <a:pt x="27940" y="189242"/>
                  </a:lnTo>
                  <a:close/>
                </a:path>
                <a:path w="27939" h="476250">
                  <a:moveTo>
                    <a:pt x="27940" y="182892"/>
                  </a:moveTo>
                  <a:lnTo>
                    <a:pt x="0" y="182892"/>
                  </a:lnTo>
                  <a:lnTo>
                    <a:pt x="0" y="189230"/>
                  </a:lnTo>
                  <a:lnTo>
                    <a:pt x="27940" y="189230"/>
                  </a:lnTo>
                  <a:lnTo>
                    <a:pt x="27940" y="182892"/>
                  </a:lnTo>
                  <a:close/>
                </a:path>
                <a:path w="27939" h="476250">
                  <a:moveTo>
                    <a:pt x="27940" y="176542"/>
                  </a:moveTo>
                  <a:lnTo>
                    <a:pt x="0" y="176542"/>
                  </a:lnTo>
                  <a:lnTo>
                    <a:pt x="0" y="182880"/>
                  </a:lnTo>
                  <a:lnTo>
                    <a:pt x="27940" y="182880"/>
                  </a:lnTo>
                  <a:lnTo>
                    <a:pt x="27940" y="176542"/>
                  </a:lnTo>
                  <a:close/>
                </a:path>
                <a:path w="27939" h="476250">
                  <a:moveTo>
                    <a:pt x="27940" y="170192"/>
                  </a:moveTo>
                  <a:lnTo>
                    <a:pt x="0" y="170192"/>
                  </a:lnTo>
                  <a:lnTo>
                    <a:pt x="0" y="176530"/>
                  </a:lnTo>
                  <a:lnTo>
                    <a:pt x="27940" y="176530"/>
                  </a:lnTo>
                  <a:lnTo>
                    <a:pt x="27940" y="170192"/>
                  </a:lnTo>
                  <a:close/>
                </a:path>
                <a:path w="27939" h="476250">
                  <a:moveTo>
                    <a:pt x="27940" y="163842"/>
                  </a:moveTo>
                  <a:lnTo>
                    <a:pt x="0" y="163842"/>
                  </a:lnTo>
                  <a:lnTo>
                    <a:pt x="0" y="170180"/>
                  </a:lnTo>
                  <a:lnTo>
                    <a:pt x="27940" y="170180"/>
                  </a:lnTo>
                  <a:lnTo>
                    <a:pt x="27940" y="163842"/>
                  </a:lnTo>
                  <a:close/>
                </a:path>
                <a:path w="27939" h="476250">
                  <a:moveTo>
                    <a:pt x="27940" y="157492"/>
                  </a:moveTo>
                  <a:lnTo>
                    <a:pt x="0" y="157492"/>
                  </a:lnTo>
                  <a:lnTo>
                    <a:pt x="0" y="163830"/>
                  </a:lnTo>
                  <a:lnTo>
                    <a:pt x="27940" y="163830"/>
                  </a:lnTo>
                  <a:lnTo>
                    <a:pt x="27940" y="157492"/>
                  </a:lnTo>
                  <a:close/>
                </a:path>
                <a:path w="27939" h="476250">
                  <a:moveTo>
                    <a:pt x="2794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7940" y="157480"/>
                  </a:lnTo>
                  <a:lnTo>
                    <a:pt x="27940" y="151142"/>
                  </a:lnTo>
                  <a:close/>
                </a:path>
                <a:path w="27939" h="476250">
                  <a:moveTo>
                    <a:pt x="27940" y="138442"/>
                  </a:moveTo>
                  <a:lnTo>
                    <a:pt x="0" y="138442"/>
                  </a:lnTo>
                  <a:lnTo>
                    <a:pt x="0" y="151130"/>
                  </a:lnTo>
                  <a:lnTo>
                    <a:pt x="27940" y="151130"/>
                  </a:lnTo>
                  <a:lnTo>
                    <a:pt x="27940" y="138442"/>
                  </a:lnTo>
                  <a:close/>
                </a:path>
                <a:path w="27939" h="476250">
                  <a:moveTo>
                    <a:pt x="27940" y="132092"/>
                  </a:moveTo>
                  <a:lnTo>
                    <a:pt x="0" y="132092"/>
                  </a:lnTo>
                  <a:lnTo>
                    <a:pt x="0" y="138430"/>
                  </a:lnTo>
                  <a:lnTo>
                    <a:pt x="27940" y="138430"/>
                  </a:lnTo>
                  <a:lnTo>
                    <a:pt x="27940" y="132092"/>
                  </a:lnTo>
                  <a:close/>
                </a:path>
                <a:path w="27939" h="476250">
                  <a:moveTo>
                    <a:pt x="27940" y="125742"/>
                  </a:moveTo>
                  <a:lnTo>
                    <a:pt x="0" y="125742"/>
                  </a:lnTo>
                  <a:lnTo>
                    <a:pt x="0" y="132080"/>
                  </a:lnTo>
                  <a:lnTo>
                    <a:pt x="27940" y="132080"/>
                  </a:lnTo>
                  <a:lnTo>
                    <a:pt x="27940" y="125742"/>
                  </a:lnTo>
                  <a:close/>
                </a:path>
                <a:path w="27939" h="476250">
                  <a:moveTo>
                    <a:pt x="27940" y="119392"/>
                  </a:moveTo>
                  <a:lnTo>
                    <a:pt x="0" y="119392"/>
                  </a:lnTo>
                  <a:lnTo>
                    <a:pt x="0" y="125730"/>
                  </a:lnTo>
                  <a:lnTo>
                    <a:pt x="27940" y="125730"/>
                  </a:lnTo>
                  <a:lnTo>
                    <a:pt x="27940" y="119392"/>
                  </a:lnTo>
                  <a:close/>
                </a:path>
                <a:path w="27939" h="476250">
                  <a:moveTo>
                    <a:pt x="27940" y="113042"/>
                  </a:moveTo>
                  <a:lnTo>
                    <a:pt x="0" y="113042"/>
                  </a:lnTo>
                  <a:lnTo>
                    <a:pt x="0" y="119380"/>
                  </a:lnTo>
                  <a:lnTo>
                    <a:pt x="27940" y="119380"/>
                  </a:lnTo>
                  <a:lnTo>
                    <a:pt x="27940" y="113042"/>
                  </a:lnTo>
                  <a:close/>
                </a:path>
                <a:path w="27939" h="476250">
                  <a:moveTo>
                    <a:pt x="27940" y="106692"/>
                  </a:moveTo>
                  <a:lnTo>
                    <a:pt x="0" y="106692"/>
                  </a:lnTo>
                  <a:lnTo>
                    <a:pt x="0" y="113030"/>
                  </a:lnTo>
                  <a:lnTo>
                    <a:pt x="27940" y="113030"/>
                  </a:lnTo>
                  <a:lnTo>
                    <a:pt x="27940" y="106692"/>
                  </a:lnTo>
                  <a:close/>
                </a:path>
                <a:path w="27939" h="476250">
                  <a:moveTo>
                    <a:pt x="27940" y="100342"/>
                  </a:moveTo>
                  <a:lnTo>
                    <a:pt x="0" y="100342"/>
                  </a:lnTo>
                  <a:lnTo>
                    <a:pt x="0" y="106680"/>
                  </a:lnTo>
                  <a:lnTo>
                    <a:pt x="27940" y="106680"/>
                  </a:lnTo>
                  <a:lnTo>
                    <a:pt x="27940" y="100342"/>
                  </a:lnTo>
                  <a:close/>
                </a:path>
                <a:path w="27939" h="476250">
                  <a:moveTo>
                    <a:pt x="2794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7940" y="100330"/>
                  </a:lnTo>
                  <a:lnTo>
                    <a:pt x="27940" y="93992"/>
                  </a:lnTo>
                  <a:close/>
                </a:path>
                <a:path w="27939" h="476250">
                  <a:moveTo>
                    <a:pt x="2794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7940" y="93980"/>
                  </a:lnTo>
                  <a:lnTo>
                    <a:pt x="27940" y="87642"/>
                  </a:lnTo>
                  <a:close/>
                </a:path>
                <a:path w="27939" h="476250">
                  <a:moveTo>
                    <a:pt x="27940" y="81292"/>
                  </a:moveTo>
                  <a:lnTo>
                    <a:pt x="0" y="81292"/>
                  </a:lnTo>
                  <a:lnTo>
                    <a:pt x="0" y="87630"/>
                  </a:lnTo>
                  <a:lnTo>
                    <a:pt x="27940" y="87630"/>
                  </a:lnTo>
                  <a:lnTo>
                    <a:pt x="27940" y="81292"/>
                  </a:lnTo>
                  <a:close/>
                </a:path>
                <a:path w="27939" h="476250">
                  <a:moveTo>
                    <a:pt x="27940" y="68592"/>
                  </a:moveTo>
                  <a:lnTo>
                    <a:pt x="0" y="68592"/>
                  </a:lnTo>
                  <a:lnTo>
                    <a:pt x="0" y="81280"/>
                  </a:lnTo>
                  <a:lnTo>
                    <a:pt x="27940" y="81280"/>
                  </a:lnTo>
                  <a:lnTo>
                    <a:pt x="27940" y="68592"/>
                  </a:lnTo>
                  <a:close/>
                </a:path>
                <a:path w="27939" h="476250">
                  <a:moveTo>
                    <a:pt x="27940" y="62242"/>
                  </a:moveTo>
                  <a:lnTo>
                    <a:pt x="0" y="62242"/>
                  </a:lnTo>
                  <a:lnTo>
                    <a:pt x="0" y="68580"/>
                  </a:lnTo>
                  <a:lnTo>
                    <a:pt x="27940" y="68580"/>
                  </a:lnTo>
                  <a:lnTo>
                    <a:pt x="27940" y="62242"/>
                  </a:lnTo>
                  <a:close/>
                </a:path>
                <a:path w="27939" h="476250">
                  <a:moveTo>
                    <a:pt x="27940" y="55892"/>
                  </a:moveTo>
                  <a:lnTo>
                    <a:pt x="0" y="55892"/>
                  </a:lnTo>
                  <a:lnTo>
                    <a:pt x="0" y="62230"/>
                  </a:lnTo>
                  <a:lnTo>
                    <a:pt x="27940" y="62230"/>
                  </a:lnTo>
                  <a:lnTo>
                    <a:pt x="27940" y="55892"/>
                  </a:lnTo>
                  <a:close/>
                </a:path>
                <a:path w="27939" h="476250">
                  <a:moveTo>
                    <a:pt x="27940" y="49542"/>
                  </a:moveTo>
                  <a:lnTo>
                    <a:pt x="0" y="49542"/>
                  </a:lnTo>
                  <a:lnTo>
                    <a:pt x="0" y="55880"/>
                  </a:lnTo>
                  <a:lnTo>
                    <a:pt x="27940" y="55880"/>
                  </a:lnTo>
                  <a:lnTo>
                    <a:pt x="27940" y="49542"/>
                  </a:lnTo>
                  <a:close/>
                </a:path>
                <a:path w="27939" h="476250">
                  <a:moveTo>
                    <a:pt x="2794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7940" y="49530"/>
                  </a:lnTo>
                  <a:lnTo>
                    <a:pt x="27940" y="43192"/>
                  </a:lnTo>
                  <a:close/>
                </a:path>
                <a:path w="27939" h="476250">
                  <a:moveTo>
                    <a:pt x="2794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7940" y="43180"/>
                  </a:lnTo>
                  <a:lnTo>
                    <a:pt x="27940" y="36842"/>
                  </a:lnTo>
                  <a:close/>
                </a:path>
                <a:path w="27939" h="476250">
                  <a:moveTo>
                    <a:pt x="2794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7940" y="36830"/>
                  </a:lnTo>
                  <a:lnTo>
                    <a:pt x="27940" y="30492"/>
                  </a:lnTo>
                  <a:close/>
                </a:path>
                <a:path w="27939" h="476250">
                  <a:moveTo>
                    <a:pt x="27940" y="24142"/>
                  </a:moveTo>
                  <a:lnTo>
                    <a:pt x="0" y="24142"/>
                  </a:lnTo>
                  <a:lnTo>
                    <a:pt x="0" y="30480"/>
                  </a:lnTo>
                  <a:lnTo>
                    <a:pt x="27940" y="30480"/>
                  </a:lnTo>
                  <a:lnTo>
                    <a:pt x="27940" y="24142"/>
                  </a:lnTo>
                  <a:close/>
                </a:path>
                <a:path w="27939" h="476250">
                  <a:moveTo>
                    <a:pt x="2794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7940" y="24130"/>
                  </a:lnTo>
                  <a:lnTo>
                    <a:pt x="27940" y="17792"/>
                  </a:lnTo>
                  <a:close/>
                </a:path>
                <a:path w="27939" h="476250">
                  <a:moveTo>
                    <a:pt x="27940" y="5092"/>
                  </a:moveTo>
                  <a:lnTo>
                    <a:pt x="0" y="5092"/>
                  </a:lnTo>
                  <a:lnTo>
                    <a:pt x="0" y="17780"/>
                  </a:lnTo>
                  <a:lnTo>
                    <a:pt x="27940" y="17780"/>
                  </a:lnTo>
                  <a:lnTo>
                    <a:pt x="27940" y="5092"/>
                  </a:lnTo>
                  <a:close/>
                </a:path>
                <a:path w="27939" h="476250">
                  <a:moveTo>
                    <a:pt x="279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7940" y="5080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1E3D5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9" name="object 3729"/>
            <p:cNvSpPr/>
            <p:nvPr/>
          </p:nvSpPr>
          <p:spPr>
            <a:xfrm>
              <a:off x="4154170" y="5500382"/>
              <a:ext cx="27940" cy="181610"/>
            </a:xfrm>
            <a:custGeom>
              <a:avLst/>
              <a:gdLst/>
              <a:ahLst/>
              <a:cxnLst/>
              <a:rect l="l" t="t" r="r" b="b"/>
              <a:pathLst>
                <a:path w="27939" h="181610">
                  <a:moveTo>
                    <a:pt x="27940" y="180340"/>
                  </a:moveTo>
                  <a:lnTo>
                    <a:pt x="0" y="180340"/>
                  </a:lnTo>
                  <a:lnTo>
                    <a:pt x="0" y="181597"/>
                  </a:lnTo>
                  <a:lnTo>
                    <a:pt x="27940" y="181597"/>
                  </a:lnTo>
                  <a:lnTo>
                    <a:pt x="27940" y="180340"/>
                  </a:lnTo>
                  <a:close/>
                </a:path>
                <a:path w="27939" h="181610">
                  <a:moveTo>
                    <a:pt x="27940" y="173990"/>
                  </a:moveTo>
                  <a:lnTo>
                    <a:pt x="0" y="173990"/>
                  </a:lnTo>
                  <a:lnTo>
                    <a:pt x="0" y="180327"/>
                  </a:lnTo>
                  <a:lnTo>
                    <a:pt x="27940" y="180327"/>
                  </a:lnTo>
                  <a:lnTo>
                    <a:pt x="27940" y="173990"/>
                  </a:lnTo>
                  <a:close/>
                </a:path>
                <a:path w="27939" h="181610">
                  <a:moveTo>
                    <a:pt x="27940" y="171450"/>
                  </a:moveTo>
                  <a:lnTo>
                    <a:pt x="0" y="171450"/>
                  </a:lnTo>
                  <a:lnTo>
                    <a:pt x="0" y="173977"/>
                  </a:lnTo>
                  <a:lnTo>
                    <a:pt x="27940" y="173977"/>
                  </a:lnTo>
                  <a:lnTo>
                    <a:pt x="27940" y="171450"/>
                  </a:lnTo>
                  <a:close/>
                </a:path>
                <a:path w="27939" h="181610">
                  <a:moveTo>
                    <a:pt x="27940" y="167640"/>
                  </a:moveTo>
                  <a:lnTo>
                    <a:pt x="0" y="167640"/>
                  </a:lnTo>
                  <a:lnTo>
                    <a:pt x="0" y="171437"/>
                  </a:lnTo>
                  <a:lnTo>
                    <a:pt x="27940" y="171437"/>
                  </a:lnTo>
                  <a:lnTo>
                    <a:pt x="27940" y="167640"/>
                  </a:lnTo>
                  <a:close/>
                </a:path>
                <a:path w="27939" h="181610">
                  <a:moveTo>
                    <a:pt x="27940" y="165100"/>
                  </a:moveTo>
                  <a:lnTo>
                    <a:pt x="0" y="165100"/>
                  </a:lnTo>
                  <a:lnTo>
                    <a:pt x="0" y="167627"/>
                  </a:lnTo>
                  <a:lnTo>
                    <a:pt x="27940" y="167627"/>
                  </a:lnTo>
                  <a:lnTo>
                    <a:pt x="27940" y="165100"/>
                  </a:lnTo>
                  <a:close/>
                </a:path>
                <a:path w="27939" h="181610">
                  <a:moveTo>
                    <a:pt x="27940" y="161290"/>
                  </a:moveTo>
                  <a:lnTo>
                    <a:pt x="0" y="161290"/>
                  </a:lnTo>
                  <a:lnTo>
                    <a:pt x="0" y="165087"/>
                  </a:lnTo>
                  <a:lnTo>
                    <a:pt x="27940" y="165087"/>
                  </a:lnTo>
                  <a:lnTo>
                    <a:pt x="27940" y="161290"/>
                  </a:lnTo>
                  <a:close/>
                </a:path>
                <a:path w="27939" h="181610">
                  <a:moveTo>
                    <a:pt x="27940" y="154940"/>
                  </a:moveTo>
                  <a:lnTo>
                    <a:pt x="0" y="154940"/>
                  </a:lnTo>
                  <a:lnTo>
                    <a:pt x="0" y="161277"/>
                  </a:lnTo>
                  <a:lnTo>
                    <a:pt x="27940" y="161277"/>
                  </a:lnTo>
                  <a:lnTo>
                    <a:pt x="27940" y="154940"/>
                  </a:lnTo>
                  <a:close/>
                </a:path>
                <a:path w="27939" h="181610">
                  <a:moveTo>
                    <a:pt x="27940" y="152400"/>
                  </a:moveTo>
                  <a:lnTo>
                    <a:pt x="0" y="152400"/>
                  </a:lnTo>
                  <a:lnTo>
                    <a:pt x="0" y="154927"/>
                  </a:lnTo>
                  <a:lnTo>
                    <a:pt x="27940" y="154927"/>
                  </a:lnTo>
                  <a:lnTo>
                    <a:pt x="27940" y="152400"/>
                  </a:lnTo>
                  <a:close/>
                </a:path>
                <a:path w="27939" h="181610">
                  <a:moveTo>
                    <a:pt x="27940" y="148590"/>
                  </a:moveTo>
                  <a:lnTo>
                    <a:pt x="0" y="148590"/>
                  </a:lnTo>
                  <a:lnTo>
                    <a:pt x="0" y="152387"/>
                  </a:lnTo>
                  <a:lnTo>
                    <a:pt x="27940" y="152387"/>
                  </a:lnTo>
                  <a:lnTo>
                    <a:pt x="27940" y="148590"/>
                  </a:lnTo>
                  <a:close/>
                </a:path>
                <a:path w="27939" h="181610">
                  <a:moveTo>
                    <a:pt x="27940" y="146050"/>
                  </a:moveTo>
                  <a:lnTo>
                    <a:pt x="0" y="146050"/>
                  </a:lnTo>
                  <a:lnTo>
                    <a:pt x="0" y="148577"/>
                  </a:lnTo>
                  <a:lnTo>
                    <a:pt x="27940" y="148577"/>
                  </a:lnTo>
                  <a:lnTo>
                    <a:pt x="27940" y="146050"/>
                  </a:lnTo>
                  <a:close/>
                </a:path>
                <a:path w="27939" h="181610">
                  <a:moveTo>
                    <a:pt x="27940" y="142240"/>
                  </a:moveTo>
                  <a:lnTo>
                    <a:pt x="0" y="142240"/>
                  </a:lnTo>
                  <a:lnTo>
                    <a:pt x="0" y="146037"/>
                  </a:lnTo>
                  <a:lnTo>
                    <a:pt x="27940" y="146037"/>
                  </a:lnTo>
                  <a:lnTo>
                    <a:pt x="27940" y="142240"/>
                  </a:lnTo>
                  <a:close/>
                </a:path>
                <a:path w="27939" h="181610">
                  <a:moveTo>
                    <a:pt x="27940" y="135890"/>
                  </a:moveTo>
                  <a:lnTo>
                    <a:pt x="0" y="135890"/>
                  </a:lnTo>
                  <a:lnTo>
                    <a:pt x="0" y="142227"/>
                  </a:lnTo>
                  <a:lnTo>
                    <a:pt x="27940" y="142227"/>
                  </a:lnTo>
                  <a:lnTo>
                    <a:pt x="27940" y="135890"/>
                  </a:lnTo>
                  <a:close/>
                </a:path>
                <a:path w="27939" h="181610">
                  <a:moveTo>
                    <a:pt x="27940" y="133350"/>
                  </a:moveTo>
                  <a:lnTo>
                    <a:pt x="0" y="133350"/>
                  </a:lnTo>
                  <a:lnTo>
                    <a:pt x="0" y="135877"/>
                  </a:lnTo>
                  <a:lnTo>
                    <a:pt x="27940" y="135877"/>
                  </a:lnTo>
                  <a:lnTo>
                    <a:pt x="27940" y="133350"/>
                  </a:lnTo>
                  <a:close/>
                </a:path>
                <a:path w="27939" h="181610">
                  <a:moveTo>
                    <a:pt x="27940" y="129540"/>
                  </a:moveTo>
                  <a:lnTo>
                    <a:pt x="0" y="129540"/>
                  </a:lnTo>
                  <a:lnTo>
                    <a:pt x="0" y="133337"/>
                  </a:lnTo>
                  <a:lnTo>
                    <a:pt x="27940" y="133337"/>
                  </a:lnTo>
                  <a:lnTo>
                    <a:pt x="27940" y="129540"/>
                  </a:lnTo>
                  <a:close/>
                </a:path>
                <a:path w="27939" h="181610">
                  <a:moveTo>
                    <a:pt x="27940" y="127000"/>
                  </a:moveTo>
                  <a:lnTo>
                    <a:pt x="0" y="127000"/>
                  </a:lnTo>
                  <a:lnTo>
                    <a:pt x="0" y="129527"/>
                  </a:lnTo>
                  <a:lnTo>
                    <a:pt x="27940" y="129527"/>
                  </a:lnTo>
                  <a:lnTo>
                    <a:pt x="27940" y="127000"/>
                  </a:lnTo>
                  <a:close/>
                </a:path>
                <a:path w="27939" h="181610">
                  <a:moveTo>
                    <a:pt x="27940" y="120650"/>
                  </a:moveTo>
                  <a:lnTo>
                    <a:pt x="0" y="120650"/>
                  </a:lnTo>
                  <a:lnTo>
                    <a:pt x="0" y="126987"/>
                  </a:lnTo>
                  <a:lnTo>
                    <a:pt x="27940" y="126987"/>
                  </a:lnTo>
                  <a:lnTo>
                    <a:pt x="27940" y="120650"/>
                  </a:lnTo>
                  <a:close/>
                </a:path>
                <a:path w="27939" h="181610">
                  <a:moveTo>
                    <a:pt x="2794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27940" y="120637"/>
                  </a:lnTo>
                  <a:lnTo>
                    <a:pt x="27940" y="114300"/>
                  </a:lnTo>
                  <a:close/>
                </a:path>
                <a:path w="27939" h="181610">
                  <a:moveTo>
                    <a:pt x="27940" y="110490"/>
                  </a:moveTo>
                  <a:lnTo>
                    <a:pt x="0" y="110490"/>
                  </a:lnTo>
                  <a:lnTo>
                    <a:pt x="0" y="114287"/>
                  </a:lnTo>
                  <a:lnTo>
                    <a:pt x="27940" y="114287"/>
                  </a:lnTo>
                  <a:lnTo>
                    <a:pt x="27940" y="110490"/>
                  </a:lnTo>
                  <a:close/>
                </a:path>
                <a:path w="27939" h="181610">
                  <a:moveTo>
                    <a:pt x="27940" y="107950"/>
                  </a:moveTo>
                  <a:lnTo>
                    <a:pt x="0" y="107950"/>
                  </a:lnTo>
                  <a:lnTo>
                    <a:pt x="0" y="110477"/>
                  </a:lnTo>
                  <a:lnTo>
                    <a:pt x="27940" y="110477"/>
                  </a:lnTo>
                  <a:lnTo>
                    <a:pt x="27940" y="107950"/>
                  </a:lnTo>
                  <a:close/>
                </a:path>
                <a:path w="27939" h="181610">
                  <a:moveTo>
                    <a:pt x="27940" y="104140"/>
                  </a:moveTo>
                  <a:lnTo>
                    <a:pt x="0" y="104140"/>
                  </a:lnTo>
                  <a:lnTo>
                    <a:pt x="0" y="107937"/>
                  </a:lnTo>
                  <a:lnTo>
                    <a:pt x="27940" y="107937"/>
                  </a:lnTo>
                  <a:lnTo>
                    <a:pt x="27940" y="104140"/>
                  </a:lnTo>
                  <a:close/>
                </a:path>
                <a:path w="27939" h="181610">
                  <a:moveTo>
                    <a:pt x="27940" y="101600"/>
                  </a:moveTo>
                  <a:lnTo>
                    <a:pt x="0" y="101600"/>
                  </a:lnTo>
                  <a:lnTo>
                    <a:pt x="0" y="104127"/>
                  </a:lnTo>
                  <a:lnTo>
                    <a:pt x="27940" y="104127"/>
                  </a:lnTo>
                  <a:lnTo>
                    <a:pt x="27940" y="101600"/>
                  </a:lnTo>
                  <a:close/>
                </a:path>
                <a:path w="27939" h="181610">
                  <a:moveTo>
                    <a:pt x="27940" y="97790"/>
                  </a:moveTo>
                  <a:lnTo>
                    <a:pt x="0" y="97790"/>
                  </a:lnTo>
                  <a:lnTo>
                    <a:pt x="0" y="101587"/>
                  </a:lnTo>
                  <a:lnTo>
                    <a:pt x="27940" y="101587"/>
                  </a:lnTo>
                  <a:lnTo>
                    <a:pt x="27940" y="97790"/>
                  </a:lnTo>
                  <a:close/>
                </a:path>
                <a:path w="27939" h="181610">
                  <a:moveTo>
                    <a:pt x="27940" y="95250"/>
                  </a:moveTo>
                  <a:lnTo>
                    <a:pt x="0" y="95250"/>
                  </a:lnTo>
                  <a:lnTo>
                    <a:pt x="0" y="97777"/>
                  </a:lnTo>
                  <a:lnTo>
                    <a:pt x="27940" y="97777"/>
                  </a:lnTo>
                  <a:lnTo>
                    <a:pt x="27940" y="95250"/>
                  </a:lnTo>
                  <a:close/>
                </a:path>
                <a:path w="27939" h="181610">
                  <a:moveTo>
                    <a:pt x="27940" y="91440"/>
                  </a:moveTo>
                  <a:lnTo>
                    <a:pt x="0" y="91440"/>
                  </a:lnTo>
                  <a:lnTo>
                    <a:pt x="0" y="95237"/>
                  </a:lnTo>
                  <a:lnTo>
                    <a:pt x="27940" y="95237"/>
                  </a:lnTo>
                  <a:lnTo>
                    <a:pt x="27940" y="91440"/>
                  </a:lnTo>
                  <a:close/>
                </a:path>
                <a:path w="27939" h="181610">
                  <a:moveTo>
                    <a:pt x="27940" y="82550"/>
                  </a:moveTo>
                  <a:lnTo>
                    <a:pt x="0" y="82550"/>
                  </a:lnTo>
                  <a:lnTo>
                    <a:pt x="0" y="91427"/>
                  </a:lnTo>
                  <a:lnTo>
                    <a:pt x="27940" y="91427"/>
                  </a:lnTo>
                  <a:lnTo>
                    <a:pt x="27940" y="82550"/>
                  </a:lnTo>
                  <a:close/>
                </a:path>
                <a:path w="27939" h="181610">
                  <a:moveTo>
                    <a:pt x="27940" y="72390"/>
                  </a:moveTo>
                  <a:lnTo>
                    <a:pt x="0" y="72390"/>
                  </a:lnTo>
                  <a:lnTo>
                    <a:pt x="0" y="82537"/>
                  </a:lnTo>
                  <a:lnTo>
                    <a:pt x="27940" y="82537"/>
                  </a:lnTo>
                  <a:lnTo>
                    <a:pt x="27940" y="72390"/>
                  </a:lnTo>
                  <a:close/>
                </a:path>
                <a:path w="27939" h="181610">
                  <a:moveTo>
                    <a:pt x="27940" y="63500"/>
                  </a:moveTo>
                  <a:lnTo>
                    <a:pt x="0" y="63500"/>
                  </a:lnTo>
                  <a:lnTo>
                    <a:pt x="0" y="72377"/>
                  </a:lnTo>
                  <a:lnTo>
                    <a:pt x="27940" y="72377"/>
                  </a:lnTo>
                  <a:lnTo>
                    <a:pt x="27940" y="63500"/>
                  </a:lnTo>
                  <a:close/>
                </a:path>
                <a:path w="27939" h="181610">
                  <a:moveTo>
                    <a:pt x="27940" y="53340"/>
                  </a:moveTo>
                  <a:lnTo>
                    <a:pt x="0" y="53340"/>
                  </a:lnTo>
                  <a:lnTo>
                    <a:pt x="0" y="63487"/>
                  </a:lnTo>
                  <a:lnTo>
                    <a:pt x="27940" y="63487"/>
                  </a:lnTo>
                  <a:lnTo>
                    <a:pt x="27940" y="53340"/>
                  </a:lnTo>
                  <a:close/>
                </a:path>
                <a:path w="27939" h="181610">
                  <a:moveTo>
                    <a:pt x="27940" y="50800"/>
                  </a:moveTo>
                  <a:lnTo>
                    <a:pt x="0" y="50800"/>
                  </a:lnTo>
                  <a:lnTo>
                    <a:pt x="0" y="53327"/>
                  </a:lnTo>
                  <a:lnTo>
                    <a:pt x="27940" y="53327"/>
                  </a:lnTo>
                  <a:lnTo>
                    <a:pt x="27940" y="50800"/>
                  </a:lnTo>
                  <a:close/>
                </a:path>
                <a:path w="27939" h="181610">
                  <a:moveTo>
                    <a:pt x="27940" y="46990"/>
                  </a:moveTo>
                  <a:lnTo>
                    <a:pt x="0" y="46990"/>
                  </a:lnTo>
                  <a:lnTo>
                    <a:pt x="0" y="50787"/>
                  </a:lnTo>
                  <a:lnTo>
                    <a:pt x="27940" y="50787"/>
                  </a:lnTo>
                  <a:lnTo>
                    <a:pt x="27940" y="46990"/>
                  </a:lnTo>
                  <a:close/>
                </a:path>
                <a:path w="27939" h="181610">
                  <a:moveTo>
                    <a:pt x="27940" y="40640"/>
                  </a:moveTo>
                  <a:lnTo>
                    <a:pt x="0" y="40640"/>
                  </a:lnTo>
                  <a:lnTo>
                    <a:pt x="0" y="46977"/>
                  </a:lnTo>
                  <a:lnTo>
                    <a:pt x="27940" y="46977"/>
                  </a:lnTo>
                  <a:lnTo>
                    <a:pt x="27940" y="40640"/>
                  </a:lnTo>
                  <a:close/>
                </a:path>
                <a:path w="27939" h="181610">
                  <a:moveTo>
                    <a:pt x="27940" y="34290"/>
                  </a:moveTo>
                  <a:lnTo>
                    <a:pt x="0" y="34290"/>
                  </a:lnTo>
                  <a:lnTo>
                    <a:pt x="0" y="40627"/>
                  </a:lnTo>
                  <a:lnTo>
                    <a:pt x="27940" y="40627"/>
                  </a:lnTo>
                  <a:lnTo>
                    <a:pt x="27940" y="34290"/>
                  </a:lnTo>
                  <a:close/>
                </a:path>
                <a:path w="27939" h="181610">
                  <a:moveTo>
                    <a:pt x="27940" y="27940"/>
                  </a:moveTo>
                  <a:lnTo>
                    <a:pt x="0" y="27940"/>
                  </a:lnTo>
                  <a:lnTo>
                    <a:pt x="0" y="34277"/>
                  </a:lnTo>
                  <a:lnTo>
                    <a:pt x="27940" y="34277"/>
                  </a:lnTo>
                  <a:lnTo>
                    <a:pt x="27940" y="27940"/>
                  </a:lnTo>
                  <a:close/>
                </a:path>
                <a:path w="27939" h="181610">
                  <a:moveTo>
                    <a:pt x="27940" y="25400"/>
                  </a:moveTo>
                  <a:lnTo>
                    <a:pt x="0" y="25400"/>
                  </a:lnTo>
                  <a:lnTo>
                    <a:pt x="0" y="27927"/>
                  </a:lnTo>
                  <a:lnTo>
                    <a:pt x="27940" y="27927"/>
                  </a:lnTo>
                  <a:lnTo>
                    <a:pt x="27940" y="25400"/>
                  </a:lnTo>
                  <a:close/>
                </a:path>
                <a:path w="27939" h="181610">
                  <a:moveTo>
                    <a:pt x="2794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27940" y="25387"/>
                  </a:lnTo>
                  <a:lnTo>
                    <a:pt x="27940" y="21590"/>
                  </a:lnTo>
                  <a:close/>
                </a:path>
                <a:path w="27939" h="181610">
                  <a:moveTo>
                    <a:pt x="27940" y="15240"/>
                  </a:moveTo>
                  <a:lnTo>
                    <a:pt x="0" y="15240"/>
                  </a:lnTo>
                  <a:lnTo>
                    <a:pt x="0" y="21577"/>
                  </a:lnTo>
                  <a:lnTo>
                    <a:pt x="27940" y="21577"/>
                  </a:lnTo>
                  <a:lnTo>
                    <a:pt x="27940" y="15240"/>
                  </a:lnTo>
                  <a:close/>
                </a:path>
                <a:path w="27939" h="181610">
                  <a:moveTo>
                    <a:pt x="2794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7940" y="15227"/>
                  </a:lnTo>
                  <a:lnTo>
                    <a:pt x="27940" y="12700"/>
                  </a:lnTo>
                  <a:close/>
                </a:path>
                <a:path w="27939" h="181610">
                  <a:moveTo>
                    <a:pt x="2794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7940" y="12687"/>
                  </a:lnTo>
                  <a:lnTo>
                    <a:pt x="27940" y="8890"/>
                  </a:lnTo>
                  <a:close/>
                </a:path>
                <a:path w="27939" h="181610">
                  <a:moveTo>
                    <a:pt x="27940" y="0"/>
                  </a:moveTo>
                  <a:lnTo>
                    <a:pt x="0" y="0"/>
                  </a:lnTo>
                  <a:lnTo>
                    <a:pt x="0" y="8877"/>
                  </a:lnTo>
                  <a:lnTo>
                    <a:pt x="27940" y="8877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1E3D5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0" name="object 3730"/>
            <p:cNvSpPr/>
            <p:nvPr/>
          </p:nvSpPr>
          <p:spPr>
            <a:xfrm>
              <a:off x="4182110" y="5033010"/>
              <a:ext cx="27940" cy="476250"/>
            </a:xfrm>
            <a:custGeom>
              <a:avLst/>
              <a:gdLst/>
              <a:ahLst/>
              <a:cxnLst/>
              <a:rect l="l" t="t" r="r" b="b"/>
              <a:pathLst>
                <a:path w="27939" h="476250">
                  <a:moveTo>
                    <a:pt x="27940" y="467372"/>
                  </a:moveTo>
                  <a:lnTo>
                    <a:pt x="0" y="467372"/>
                  </a:lnTo>
                  <a:lnTo>
                    <a:pt x="0" y="476250"/>
                  </a:lnTo>
                  <a:lnTo>
                    <a:pt x="27940" y="476250"/>
                  </a:lnTo>
                  <a:lnTo>
                    <a:pt x="27940" y="467372"/>
                  </a:lnTo>
                  <a:close/>
                </a:path>
                <a:path w="27939" h="476250">
                  <a:moveTo>
                    <a:pt x="27940" y="463562"/>
                  </a:moveTo>
                  <a:lnTo>
                    <a:pt x="0" y="463562"/>
                  </a:lnTo>
                  <a:lnTo>
                    <a:pt x="0" y="467360"/>
                  </a:lnTo>
                  <a:lnTo>
                    <a:pt x="27940" y="467360"/>
                  </a:lnTo>
                  <a:lnTo>
                    <a:pt x="27940" y="463562"/>
                  </a:lnTo>
                  <a:close/>
                </a:path>
                <a:path w="27939" h="476250">
                  <a:moveTo>
                    <a:pt x="27940" y="461022"/>
                  </a:moveTo>
                  <a:lnTo>
                    <a:pt x="0" y="461022"/>
                  </a:lnTo>
                  <a:lnTo>
                    <a:pt x="0" y="463550"/>
                  </a:lnTo>
                  <a:lnTo>
                    <a:pt x="27940" y="463550"/>
                  </a:lnTo>
                  <a:lnTo>
                    <a:pt x="27940" y="461022"/>
                  </a:lnTo>
                  <a:close/>
                </a:path>
                <a:path w="27939" h="476250">
                  <a:moveTo>
                    <a:pt x="27940" y="457212"/>
                  </a:moveTo>
                  <a:lnTo>
                    <a:pt x="0" y="457212"/>
                  </a:lnTo>
                  <a:lnTo>
                    <a:pt x="0" y="461010"/>
                  </a:lnTo>
                  <a:lnTo>
                    <a:pt x="27940" y="461010"/>
                  </a:lnTo>
                  <a:lnTo>
                    <a:pt x="27940" y="457212"/>
                  </a:lnTo>
                  <a:close/>
                </a:path>
                <a:path w="27939" h="476250">
                  <a:moveTo>
                    <a:pt x="27940" y="448322"/>
                  </a:moveTo>
                  <a:lnTo>
                    <a:pt x="0" y="448322"/>
                  </a:lnTo>
                  <a:lnTo>
                    <a:pt x="0" y="457200"/>
                  </a:lnTo>
                  <a:lnTo>
                    <a:pt x="27940" y="457200"/>
                  </a:lnTo>
                  <a:lnTo>
                    <a:pt x="27940" y="448322"/>
                  </a:lnTo>
                  <a:close/>
                </a:path>
                <a:path w="27939" h="476250">
                  <a:moveTo>
                    <a:pt x="27940" y="429272"/>
                  </a:moveTo>
                  <a:lnTo>
                    <a:pt x="0" y="429272"/>
                  </a:lnTo>
                  <a:lnTo>
                    <a:pt x="0" y="448310"/>
                  </a:lnTo>
                  <a:lnTo>
                    <a:pt x="27940" y="448310"/>
                  </a:lnTo>
                  <a:lnTo>
                    <a:pt x="27940" y="429272"/>
                  </a:lnTo>
                  <a:close/>
                </a:path>
                <a:path w="27939" h="476250">
                  <a:moveTo>
                    <a:pt x="27940" y="422922"/>
                  </a:moveTo>
                  <a:lnTo>
                    <a:pt x="0" y="422922"/>
                  </a:lnTo>
                  <a:lnTo>
                    <a:pt x="0" y="429260"/>
                  </a:lnTo>
                  <a:lnTo>
                    <a:pt x="27940" y="429260"/>
                  </a:lnTo>
                  <a:lnTo>
                    <a:pt x="27940" y="422922"/>
                  </a:lnTo>
                  <a:close/>
                </a:path>
                <a:path w="27939" h="476250">
                  <a:moveTo>
                    <a:pt x="27940" y="416572"/>
                  </a:moveTo>
                  <a:lnTo>
                    <a:pt x="0" y="416572"/>
                  </a:lnTo>
                  <a:lnTo>
                    <a:pt x="0" y="422910"/>
                  </a:lnTo>
                  <a:lnTo>
                    <a:pt x="27940" y="422910"/>
                  </a:lnTo>
                  <a:lnTo>
                    <a:pt x="27940" y="416572"/>
                  </a:lnTo>
                  <a:close/>
                </a:path>
                <a:path w="27939" h="476250">
                  <a:moveTo>
                    <a:pt x="27940" y="412762"/>
                  </a:moveTo>
                  <a:lnTo>
                    <a:pt x="0" y="412762"/>
                  </a:lnTo>
                  <a:lnTo>
                    <a:pt x="0" y="416560"/>
                  </a:lnTo>
                  <a:lnTo>
                    <a:pt x="27940" y="416560"/>
                  </a:lnTo>
                  <a:lnTo>
                    <a:pt x="27940" y="412762"/>
                  </a:lnTo>
                  <a:close/>
                </a:path>
                <a:path w="27939" h="476250">
                  <a:moveTo>
                    <a:pt x="27940" y="410222"/>
                  </a:moveTo>
                  <a:lnTo>
                    <a:pt x="0" y="410222"/>
                  </a:lnTo>
                  <a:lnTo>
                    <a:pt x="0" y="412750"/>
                  </a:lnTo>
                  <a:lnTo>
                    <a:pt x="27940" y="412750"/>
                  </a:lnTo>
                  <a:lnTo>
                    <a:pt x="27940" y="410222"/>
                  </a:lnTo>
                  <a:close/>
                </a:path>
                <a:path w="27939" h="476250">
                  <a:moveTo>
                    <a:pt x="27940" y="406412"/>
                  </a:moveTo>
                  <a:lnTo>
                    <a:pt x="0" y="406412"/>
                  </a:lnTo>
                  <a:lnTo>
                    <a:pt x="0" y="410210"/>
                  </a:lnTo>
                  <a:lnTo>
                    <a:pt x="27940" y="410210"/>
                  </a:lnTo>
                  <a:lnTo>
                    <a:pt x="27940" y="406412"/>
                  </a:lnTo>
                  <a:close/>
                </a:path>
                <a:path w="27939" h="476250">
                  <a:moveTo>
                    <a:pt x="27940" y="403872"/>
                  </a:moveTo>
                  <a:lnTo>
                    <a:pt x="0" y="403872"/>
                  </a:lnTo>
                  <a:lnTo>
                    <a:pt x="0" y="406400"/>
                  </a:lnTo>
                  <a:lnTo>
                    <a:pt x="27940" y="406400"/>
                  </a:lnTo>
                  <a:lnTo>
                    <a:pt x="27940" y="403872"/>
                  </a:lnTo>
                  <a:close/>
                </a:path>
                <a:path w="27939" h="476250">
                  <a:moveTo>
                    <a:pt x="27940" y="397522"/>
                  </a:moveTo>
                  <a:lnTo>
                    <a:pt x="0" y="397522"/>
                  </a:lnTo>
                  <a:lnTo>
                    <a:pt x="0" y="403860"/>
                  </a:lnTo>
                  <a:lnTo>
                    <a:pt x="27940" y="403860"/>
                  </a:lnTo>
                  <a:lnTo>
                    <a:pt x="27940" y="397522"/>
                  </a:lnTo>
                  <a:close/>
                </a:path>
                <a:path w="27939" h="476250">
                  <a:moveTo>
                    <a:pt x="27940" y="393712"/>
                  </a:moveTo>
                  <a:lnTo>
                    <a:pt x="0" y="393712"/>
                  </a:lnTo>
                  <a:lnTo>
                    <a:pt x="0" y="397510"/>
                  </a:lnTo>
                  <a:lnTo>
                    <a:pt x="27940" y="397510"/>
                  </a:lnTo>
                  <a:lnTo>
                    <a:pt x="27940" y="393712"/>
                  </a:lnTo>
                  <a:close/>
                </a:path>
                <a:path w="27939" h="476250">
                  <a:moveTo>
                    <a:pt x="27940" y="391172"/>
                  </a:moveTo>
                  <a:lnTo>
                    <a:pt x="0" y="391172"/>
                  </a:lnTo>
                  <a:lnTo>
                    <a:pt x="0" y="393700"/>
                  </a:lnTo>
                  <a:lnTo>
                    <a:pt x="27940" y="393700"/>
                  </a:lnTo>
                  <a:lnTo>
                    <a:pt x="27940" y="391172"/>
                  </a:lnTo>
                  <a:close/>
                </a:path>
                <a:path w="27939" h="476250">
                  <a:moveTo>
                    <a:pt x="27940" y="387362"/>
                  </a:moveTo>
                  <a:lnTo>
                    <a:pt x="0" y="387362"/>
                  </a:lnTo>
                  <a:lnTo>
                    <a:pt x="0" y="391160"/>
                  </a:lnTo>
                  <a:lnTo>
                    <a:pt x="27940" y="391160"/>
                  </a:lnTo>
                  <a:lnTo>
                    <a:pt x="27940" y="387362"/>
                  </a:lnTo>
                  <a:close/>
                </a:path>
                <a:path w="27939" h="476250">
                  <a:moveTo>
                    <a:pt x="27940" y="384822"/>
                  </a:moveTo>
                  <a:lnTo>
                    <a:pt x="0" y="384822"/>
                  </a:lnTo>
                  <a:lnTo>
                    <a:pt x="0" y="387350"/>
                  </a:lnTo>
                  <a:lnTo>
                    <a:pt x="27940" y="387350"/>
                  </a:lnTo>
                  <a:lnTo>
                    <a:pt x="27940" y="384822"/>
                  </a:lnTo>
                  <a:close/>
                </a:path>
                <a:path w="27939" h="476250">
                  <a:moveTo>
                    <a:pt x="27940" y="365772"/>
                  </a:moveTo>
                  <a:lnTo>
                    <a:pt x="0" y="365772"/>
                  </a:lnTo>
                  <a:lnTo>
                    <a:pt x="0" y="384810"/>
                  </a:lnTo>
                  <a:lnTo>
                    <a:pt x="27940" y="384810"/>
                  </a:lnTo>
                  <a:lnTo>
                    <a:pt x="27940" y="365772"/>
                  </a:lnTo>
                  <a:close/>
                </a:path>
                <a:path w="27939" h="476250">
                  <a:moveTo>
                    <a:pt x="27940" y="359422"/>
                  </a:moveTo>
                  <a:lnTo>
                    <a:pt x="0" y="359422"/>
                  </a:lnTo>
                  <a:lnTo>
                    <a:pt x="0" y="365760"/>
                  </a:lnTo>
                  <a:lnTo>
                    <a:pt x="27940" y="365760"/>
                  </a:lnTo>
                  <a:lnTo>
                    <a:pt x="27940" y="359422"/>
                  </a:lnTo>
                  <a:close/>
                </a:path>
                <a:path w="27939" h="476250">
                  <a:moveTo>
                    <a:pt x="27940" y="355612"/>
                  </a:moveTo>
                  <a:lnTo>
                    <a:pt x="0" y="355612"/>
                  </a:lnTo>
                  <a:lnTo>
                    <a:pt x="0" y="359410"/>
                  </a:lnTo>
                  <a:lnTo>
                    <a:pt x="27940" y="359410"/>
                  </a:lnTo>
                  <a:lnTo>
                    <a:pt x="27940" y="355612"/>
                  </a:lnTo>
                  <a:close/>
                </a:path>
                <a:path w="27939" h="476250">
                  <a:moveTo>
                    <a:pt x="27940" y="346722"/>
                  </a:moveTo>
                  <a:lnTo>
                    <a:pt x="0" y="346722"/>
                  </a:lnTo>
                  <a:lnTo>
                    <a:pt x="0" y="355600"/>
                  </a:lnTo>
                  <a:lnTo>
                    <a:pt x="27940" y="355600"/>
                  </a:lnTo>
                  <a:lnTo>
                    <a:pt x="27940" y="346722"/>
                  </a:lnTo>
                  <a:close/>
                </a:path>
                <a:path w="27939" h="476250">
                  <a:moveTo>
                    <a:pt x="27940" y="340372"/>
                  </a:moveTo>
                  <a:lnTo>
                    <a:pt x="0" y="340372"/>
                  </a:lnTo>
                  <a:lnTo>
                    <a:pt x="0" y="346710"/>
                  </a:lnTo>
                  <a:lnTo>
                    <a:pt x="27940" y="346710"/>
                  </a:lnTo>
                  <a:lnTo>
                    <a:pt x="27940" y="340372"/>
                  </a:lnTo>
                  <a:close/>
                </a:path>
                <a:path w="27939" h="476250">
                  <a:moveTo>
                    <a:pt x="27940" y="334022"/>
                  </a:moveTo>
                  <a:lnTo>
                    <a:pt x="0" y="334022"/>
                  </a:lnTo>
                  <a:lnTo>
                    <a:pt x="0" y="340360"/>
                  </a:lnTo>
                  <a:lnTo>
                    <a:pt x="27940" y="340360"/>
                  </a:lnTo>
                  <a:lnTo>
                    <a:pt x="27940" y="334022"/>
                  </a:lnTo>
                  <a:close/>
                </a:path>
                <a:path w="27939" h="476250">
                  <a:moveTo>
                    <a:pt x="27940" y="330212"/>
                  </a:moveTo>
                  <a:lnTo>
                    <a:pt x="0" y="330212"/>
                  </a:lnTo>
                  <a:lnTo>
                    <a:pt x="0" y="334010"/>
                  </a:lnTo>
                  <a:lnTo>
                    <a:pt x="27940" y="334010"/>
                  </a:lnTo>
                  <a:lnTo>
                    <a:pt x="27940" y="330212"/>
                  </a:lnTo>
                  <a:close/>
                </a:path>
                <a:path w="27939" h="476250">
                  <a:moveTo>
                    <a:pt x="27940" y="327672"/>
                  </a:moveTo>
                  <a:lnTo>
                    <a:pt x="0" y="327672"/>
                  </a:lnTo>
                  <a:lnTo>
                    <a:pt x="0" y="330200"/>
                  </a:lnTo>
                  <a:lnTo>
                    <a:pt x="27940" y="330200"/>
                  </a:lnTo>
                  <a:lnTo>
                    <a:pt x="27940" y="327672"/>
                  </a:lnTo>
                  <a:close/>
                </a:path>
                <a:path w="27939" h="476250">
                  <a:moveTo>
                    <a:pt x="27940" y="317512"/>
                  </a:moveTo>
                  <a:lnTo>
                    <a:pt x="0" y="317512"/>
                  </a:lnTo>
                  <a:lnTo>
                    <a:pt x="0" y="327660"/>
                  </a:lnTo>
                  <a:lnTo>
                    <a:pt x="27940" y="327660"/>
                  </a:lnTo>
                  <a:lnTo>
                    <a:pt x="27940" y="317512"/>
                  </a:lnTo>
                  <a:close/>
                </a:path>
                <a:path w="27939" h="476250">
                  <a:moveTo>
                    <a:pt x="27940" y="314972"/>
                  </a:moveTo>
                  <a:lnTo>
                    <a:pt x="0" y="314972"/>
                  </a:lnTo>
                  <a:lnTo>
                    <a:pt x="0" y="317500"/>
                  </a:lnTo>
                  <a:lnTo>
                    <a:pt x="27940" y="317500"/>
                  </a:lnTo>
                  <a:lnTo>
                    <a:pt x="27940" y="314972"/>
                  </a:lnTo>
                  <a:close/>
                </a:path>
                <a:path w="27939" h="476250">
                  <a:moveTo>
                    <a:pt x="27940" y="311162"/>
                  </a:moveTo>
                  <a:lnTo>
                    <a:pt x="0" y="311162"/>
                  </a:lnTo>
                  <a:lnTo>
                    <a:pt x="0" y="314960"/>
                  </a:lnTo>
                  <a:lnTo>
                    <a:pt x="27940" y="314960"/>
                  </a:lnTo>
                  <a:lnTo>
                    <a:pt x="27940" y="311162"/>
                  </a:lnTo>
                  <a:close/>
                </a:path>
                <a:path w="27939" h="476250">
                  <a:moveTo>
                    <a:pt x="27940" y="304812"/>
                  </a:moveTo>
                  <a:lnTo>
                    <a:pt x="0" y="304812"/>
                  </a:lnTo>
                  <a:lnTo>
                    <a:pt x="0" y="311150"/>
                  </a:lnTo>
                  <a:lnTo>
                    <a:pt x="27940" y="311150"/>
                  </a:lnTo>
                  <a:lnTo>
                    <a:pt x="27940" y="304812"/>
                  </a:lnTo>
                  <a:close/>
                </a:path>
                <a:path w="27939" h="476250">
                  <a:moveTo>
                    <a:pt x="27940" y="292112"/>
                  </a:moveTo>
                  <a:lnTo>
                    <a:pt x="0" y="292112"/>
                  </a:lnTo>
                  <a:lnTo>
                    <a:pt x="0" y="304800"/>
                  </a:lnTo>
                  <a:lnTo>
                    <a:pt x="27940" y="304800"/>
                  </a:lnTo>
                  <a:lnTo>
                    <a:pt x="27940" y="292112"/>
                  </a:lnTo>
                  <a:close/>
                </a:path>
                <a:path w="27939" h="476250">
                  <a:moveTo>
                    <a:pt x="27940" y="289572"/>
                  </a:moveTo>
                  <a:lnTo>
                    <a:pt x="0" y="289572"/>
                  </a:lnTo>
                  <a:lnTo>
                    <a:pt x="0" y="292100"/>
                  </a:lnTo>
                  <a:lnTo>
                    <a:pt x="27940" y="292100"/>
                  </a:lnTo>
                  <a:lnTo>
                    <a:pt x="27940" y="289572"/>
                  </a:lnTo>
                  <a:close/>
                </a:path>
                <a:path w="27939" h="476250">
                  <a:moveTo>
                    <a:pt x="27940" y="285762"/>
                  </a:moveTo>
                  <a:lnTo>
                    <a:pt x="0" y="285762"/>
                  </a:lnTo>
                  <a:lnTo>
                    <a:pt x="0" y="289560"/>
                  </a:lnTo>
                  <a:lnTo>
                    <a:pt x="27940" y="289560"/>
                  </a:lnTo>
                  <a:lnTo>
                    <a:pt x="27940" y="285762"/>
                  </a:lnTo>
                  <a:close/>
                </a:path>
                <a:path w="27939" h="476250">
                  <a:moveTo>
                    <a:pt x="27940" y="283222"/>
                  </a:moveTo>
                  <a:lnTo>
                    <a:pt x="0" y="283222"/>
                  </a:lnTo>
                  <a:lnTo>
                    <a:pt x="0" y="285750"/>
                  </a:lnTo>
                  <a:lnTo>
                    <a:pt x="27940" y="285750"/>
                  </a:lnTo>
                  <a:lnTo>
                    <a:pt x="27940" y="283222"/>
                  </a:lnTo>
                  <a:close/>
                </a:path>
                <a:path w="27939" h="476250">
                  <a:moveTo>
                    <a:pt x="27940" y="279412"/>
                  </a:moveTo>
                  <a:lnTo>
                    <a:pt x="0" y="279412"/>
                  </a:lnTo>
                  <a:lnTo>
                    <a:pt x="0" y="283210"/>
                  </a:lnTo>
                  <a:lnTo>
                    <a:pt x="27940" y="283210"/>
                  </a:lnTo>
                  <a:lnTo>
                    <a:pt x="27940" y="279412"/>
                  </a:lnTo>
                  <a:close/>
                </a:path>
                <a:path w="27939" h="476250">
                  <a:moveTo>
                    <a:pt x="27940" y="273062"/>
                  </a:moveTo>
                  <a:lnTo>
                    <a:pt x="0" y="273062"/>
                  </a:lnTo>
                  <a:lnTo>
                    <a:pt x="0" y="279400"/>
                  </a:lnTo>
                  <a:lnTo>
                    <a:pt x="27940" y="279400"/>
                  </a:lnTo>
                  <a:lnTo>
                    <a:pt x="27940" y="273062"/>
                  </a:lnTo>
                  <a:close/>
                </a:path>
                <a:path w="27939" h="476250">
                  <a:moveTo>
                    <a:pt x="27940" y="234962"/>
                  </a:moveTo>
                  <a:lnTo>
                    <a:pt x="0" y="234962"/>
                  </a:lnTo>
                  <a:lnTo>
                    <a:pt x="0" y="273050"/>
                  </a:lnTo>
                  <a:lnTo>
                    <a:pt x="27940" y="273050"/>
                  </a:lnTo>
                  <a:lnTo>
                    <a:pt x="27940" y="234962"/>
                  </a:lnTo>
                  <a:close/>
                </a:path>
                <a:path w="27939" h="476250">
                  <a:moveTo>
                    <a:pt x="2794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7940" y="234950"/>
                  </a:lnTo>
                  <a:lnTo>
                    <a:pt x="27940" y="232422"/>
                  </a:lnTo>
                  <a:close/>
                </a:path>
                <a:path w="27939" h="476250">
                  <a:moveTo>
                    <a:pt x="2794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27940" y="232410"/>
                  </a:lnTo>
                  <a:lnTo>
                    <a:pt x="27940" y="226072"/>
                  </a:lnTo>
                  <a:close/>
                </a:path>
                <a:path w="27939" h="476250">
                  <a:moveTo>
                    <a:pt x="2794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27940" y="226060"/>
                  </a:lnTo>
                  <a:lnTo>
                    <a:pt x="27940" y="222262"/>
                  </a:lnTo>
                  <a:close/>
                </a:path>
                <a:path w="27939" h="476250">
                  <a:moveTo>
                    <a:pt x="2794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27940" y="222250"/>
                  </a:lnTo>
                  <a:lnTo>
                    <a:pt x="27940" y="219722"/>
                  </a:lnTo>
                  <a:close/>
                </a:path>
                <a:path w="27939" h="476250">
                  <a:moveTo>
                    <a:pt x="27940" y="213372"/>
                  </a:moveTo>
                  <a:lnTo>
                    <a:pt x="0" y="213372"/>
                  </a:lnTo>
                  <a:lnTo>
                    <a:pt x="0" y="219710"/>
                  </a:lnTo>
                  <a:lnTo>
                    <a:pt x="27940" y="219710"/>
                  </a:lnTo>
                  <a:lnTo>
                    <a:pt x="27940" y="213372"/>
                  </a:lnTo>
                  <a:close/>
                </a:path>
                <a:path w="27939" h="476250">
                  <a:moveTo>
                    <a:pt x="27940" y="207022"/>
                  </a:moveTo>
                  <a:lnTo>
                    <a:pt x="0" y="207022"/>
                  </a:lnTo>
                  <a:lnTo>
                    <a:pt x="0" y="213360"/>
                  </a:lnTo>
                  <a:lnTo>
                    <a:pt x="27940" y="213360"/>
                  </a:lnTo>
                  <a:lnTo>
                    <a:pt x="27940" y="207022"/>
                  </a:lnTo>
                  <a:close/>
                </a:path>
                <a:path w="27939" h="476250">
                  <a:moveTo>
                    <a:pt x="27940" y="195592"/>
                  </a:moveTo>
                  <a:lnTo>
                    <a:pt x="0" y="195592"/>
                  </a:lnTo>
                  <a:lnTo>
                    <a:pt x="0" y="207010"/>
                  </a:lnTo>
                  <a:lnTo>
                    <a:pt x="27940" y="207010"/>
                  </a:lnTo>
                  <a:lnTo>
                    <a:pt x="27940" y="195592"/>
                  </a:lnTo>
                  <a:close/>
                </a:path>
                <a:path w="27939" h="476250">
                  <a:moveTo>
                    <a:pt x="2794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7940" y="195580"/>
                  </a:lnTo>
                  <a:lnTo>
                    <a:pt x="27940" y="189242"/>
                  </a:lnTo>
                  <a:close/>
                </a:path>
                <a:path w="27939" h="476250">
                  <a:moveTo>
                    <a:pt x="27940" y="182892"/>
                  </a:moveTo>
                  <a:lnTo>
                    <a:pt x="0" y="182892"/>
                  </a:lnTo>
                  <a:lnTo>
                    <a:pt x="0" y="189230"/>
                  </a:lnTo>
                  <a:lnTo>
                    <a:pt x="27940" y="189230"/>
                  </a:lnTo>
                  <a:lnTo>
                    <a:pt x="27940" y="182892"/>
                  </a:lnTo>
                  <a:close/>
                </a:path>
                <a:path w="27939" h="476250">
                  <a:moveTo>
                    <a:pt x="27940" y="176542"/>
                  </a:moveTo>
                  <a:lnTo>
                    <a:pt x="0" y="176542"/>
                  </a:lnTo>
                  <a:lnTo>
                    <a:pt x="0" y="182880"/>
                  </a:lnTo>
                  <a:lnTo>
                    <a:pt x="27940" y="182880"/>
                  </a:lnTo>
                  <a:lnTo>
                    <a:pt x="27940" y="176542"/>
                  </a:lnTo>
                  <a:close/>
                </a:path>
                <a:path w="27939" h="476250">
                  <a:moveTo>
                    <a:pt x="27940" y="170192"/>
                  </a:moveTo>
                  <a:lnTo>
                    <a:pt x="0" y="170192"/>
                  </a:lnTo>
                  <a:lnTo>
                    <a:pt x="0" y="176530"/>
                  </a:lnTo>
                  <a:lnTo>
                    <a:pt x="27940" y="176530"/>
                  </a:lnTo>
                  <a:lnTo>
                    <a:pt x="27940" y="170192"/>
                  </a:lnTo>
                  <a:close/>
                </a:path>
                <a:path w="27939" h="476250">
                  <a:moveTo>
                    <a:pt x="27940" y="163842"/>
                  </a:moveTo>
                  <a:lnTo>
                    <a:pt x="0" y="163842"/>
                  </a:lnTo>
                  <a:lnTo>
                    <a:pt x="0" y="170180"/>
                  </a:lnTo>
                  <a:lnTo>
                    <a:pt x="27940" y="170180"/>
                  </a:lnTo>
                  <a:lnTo>
                    <a:pt x="27940" y="163842"/>
                  </a:lnTo>
                  <a:close/>
                </a:path>
                <a:path w="27939" h="476250">
                  <a:moveTo>
                    <a:pt x="27940" y="157492"/>
                  </a:moveTo>
                  <a:lnTo>
                    <a:pt x="0" y="157492"/>
                  </a:lnTo>
                  <a:lnTo>
                    <a:pt x="0" y="163830"/>
                  </a:lnTo>
                  <a:lnTo>
                    <a:pt x="27940" y="163830"/>
                  </a:lnTo>
                  <a:lnTo>
                    <a:pt x="27940" y="157492"/>
                  </a:lnTo>
                  <a:close/>
                </a:path>
                <a:path w="27939" h="476250">
                  <a:moveTo>
                    <a:pt x="2794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7940" y="157480"/>
                  </a:lnTo>
                  <a:lnTo>
                    <a:pt x="27940" y="151142"/>
                  </a:lnTo>
                  <a:close/>
                </a:path>
                <a:path w="27939" h="476250">
                  <a:moveTo>
                    <a:pt x="27940" y="138442"/>
                  </a:moveTo>
                  <a:lnTo>
                    <a:pt x="0" y="138442"/>
                  </a:lnTo>
                  <a:lnTo>
                    <a:pt x="0" y="151130"/>
                  </a:lnTo>
                  <a:lnTo>
                    <a:pt x="27940" y="151130"/>
                  </a:lnTo>
                  <a:lnTo>
                    <a:pt x="27940" y="138442"/>
                  </a:lnTo>
                  <a:close/>
                </a:path>
                <a:path w="27939" h="476250">
                  <a:moveTo>
                    <a:pt x="27940" y="132092"/>
                  </a:moveTo>
                  <a:lnTo>
                    <a:pt x="0" y="132092"/>
                  </a:lnTo>
                  <a:lnTo>
                    <a:pt x="0" y="138430"/>
                  </a:lnTo>
                  <a:lnTo>
                    <a:pt x="27940" y="138430"/>
                  </a:lnTo>
                  <a:lnTo>
                    <a:pt x="27940" y="132092"/>
                  </a:lnTo>
                  <a:close/>
                </a:path>
                <a:path w="27939" h="476250">
                  <a:moveTo>
                    <a:pt x="27940" y="125742"/>
                  </a:moveTo>
                  <a:lnTo>
                    <a:pt x="0" y="125742"/>
                  </a:lnTo>
                  <a:lnTo>
                    <a:pt x="0" y="132080"/>
                  </a:lnTo>
                  <a:lnTo>
                    <a:pt x="27940" y="132080"/>
                  </a:lnTo>
                  <a:lnTo>
                    <a:pt x="27940" y="125742"/>
                  </a:lnTo>
                  <a:close/>
                </a:path>
                <a:path w="27939" h="476250">
                  <a:moveTo>
                    <a:pt x="27940" y="119392"/>
                  </a:moveTo>
                  <a:lnTo>
                    <a:pt x="0" y="119392"/>
                  </a:lnTo>
                  <a:lnTo>
                    <a:pt x="0" y="125730"/>
                  </a:lnTo>
                  <a:lnTo>
                    <a:pt x="27940" y="125730"/>
                  </a:lnTo>
                  <a:lnTo>
                    <a:pt x="27940" y="119392"/>
                  </a:lnTo>
                  <a:close/>
                </a:path>
                <a:path w="27939" h="476250">
                  <a:moveTo>
                    <a:pt x="27940" y="113042"/>
                  </a:moveTo>
                  <a:lnTo>
                    <a:pt x="0" y="113042"/>
                  </a:lnTo>
                  <a:lnTo>
                    <a:pt x="0" y="119380"/>
                  </a:lnTo>
                  <a:lnTo>
                    <a:pt x="27940" y="119380"/>
                  </a:lnTo>
                  <a:lnTo>
                    <a:pt x="27940" y="113042"/>
                  </a:lnTo>
                  <a:close/>
                </a:path>
                <a:path w="27939" h="476250">
                  <a:moveTo>
                    <a:pt x="27940" y="106692"/>
                  </a:moveTo>
                  <a:lnTo>
                    <a:pt x="0" y="106692"/>
                  </a:lnTo>
                  <a:lnTo>
                    <a:pt x="0" y="113030"/>
                  </a:lnTo>
                  <a:lnTo>
                    <a:pt x="27940" y="113030"/>
                  </a:lnTo>
                  <a:lnTo>
                    <a:pt x="27940" y="106692"/>
                  </a:lnTo>
                  <a:close/>
                </a:path>
                <a:path w="27939" h="476250">
                  <a:moveTo>
                    <a:pt x="27940" y="100342"/>
                  </a:moveTo>
                  <a:lnTo>
                    <a:pt x="0" y="100342"/>
                  </a:lnTo>
                  <a:lnTo>
                    <a:pt x="0" y="106680"/>
                  </a:lnTo>
                  <a:lnTo>
                    <a:pt x="27940" y="106680"/>
                  </a:lnTo>
                  <a:lnTo>
                    <a:pt x="27940" y="100342"/>
                  </a:lnTo>
                  <a:close/>
                </a:path>
                <a:path w="27939" h="476250">
                  <a:moveTo>
                    <a:pt x="2794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7940" y="100330"/>
                  </a:lnTo>
                  <a:lnTo>
                    <a:pt x="27940" y="93992"/>
                  </a:lnTo>
                  <a:close/>
                </a:path>
                <a:path w="27939" h="476250">
                  <a:moveTo>
                    <a:pt x="2794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7940" y="93980"/>
                  </a:lnTo>
                  <a:lnTo>
                    <a:pt x="27940" y="87642"/>
                  </a:lnTo>
                  <a:close/>
                </a:path>
                <a:path w="27939" h="476250">
                  <a:moveTo>
                    <a:pt x="27940" y="81292"/>
                  </a:moveTo>
                  <a:lnTo>
                    <a:pt x="0" y="81292"/>
                  </a:lnTo>
                  <a:lnTo>
                    <a:pt x="0" y="87630"/>
                  </a:lnTo>
                  <a:lnTo>
                    <a:pt x="27940" y="87630"/>
                  </a:lnTo>
                  <a:lnTo>
                    <a:pt x="27940" y="81292"/>
                  </a:lnTo>
                  <a:close/>
                </a:path>
                <a:path w="27939" h="476250">
                  <a:moveTo>
                    <a:pt x="27940" y="68592"/>
                  </a:moveTo>
                  <a:lnTo>
                    <a:pt x="0" y="68592"/>
                  </a:lnTo>
                  <a:lnTo>
                    <a:pt x="0" y="81280"/>
                  </a:lnTo>
                  <a:lnTo>
                    <a:pt x="27940" y="81280"/>
                  </a:lnTo>
                  <a:lnTo>
                    <a:pt x="27940" y="68592"/>
                  </a:lnTo>
                  <a:close/>
                </a:path>
                <a:path w="27939" h="476250">
                  <a:moveTo>
                    <a:pt x="27940" y="62242"/>
                  </a:moveTo>
                  <a:lnTo>
                    <a:pt x="0" y="62242"/>
                  </a:lnTo>
                  <a:lnTo>
                    <a:pt x="0" y="68580"/>
                  </a:lnTo>
                  <a:lnTo>
                    <a:pt x="27940" y="68580"/>
                  </a:lnTo>
                  <a:lnTo>
                    <a:pt x="27940" y="62242"/>
                  </a:lnTo>
                  <a:close/>
                </a:path>
                <a:path w="27939" h="476250">
                  <a:moveTo>
                    <a:pt x="27940" y="55892"/>
                  </a:moveTo>
                  <a:lnTo>
                    <a:pt x="0" y="55892"/>
                  </a:lnTo>
                  <a:lnTo>
                    <a:pt x="0" y="62230"/>
                  </a:lnTo>
                  <a:lnTo>
                    <a:pt x="27940" y="62230"/>
                  </a:lnTo>
                  <a:lnTo>
                    <a:pt x="27940" y="55892"/>
                  </a:lnTo>
                  <a:close/>
                </a:path>
                <a:path w="27939" h="476250">
                  <a:moveTo>
                    <a:pt x="27940" y="49542"/>
                  </a:moveTo>
                  <a:lnTo>
                    <a:pt x="0" y="49542"/>
                  </a:lnTo>
                  <a:lnTo>
                    <a:pt x="0" y="55880"/>
                  </a:lnTo>
                  <a:lnTo>
                    <a:pt x="27940" y="55880"/>
                  </a:lnTo>
                  <a:lnTo>
                    <a:pt x="27940" y="49542"/>
                  </a:lnTo>
                  <a:close/>
                </a:path>
                <a:path w="27939" h="476250">
                  <a:moveTo>
                    <a:pt x="2794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7940" y="49530"/>
                  </a:lnTo>
                  <a:lnTo>
                    <a:pt x="27940" y="43192"/>
                  </a:lnTo>
                  <a:close/>
                </a:path>
                <a:path w="27939" h="476250">
                  <a:moveTo>
                    <a:pt x="2794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7940" y="43180"/>
                  </a:lnTo>
                  <a:lnTo>
                    <a:pt x="27940" y="36842"/>
                  </a:lnTo>
                  <a:close/>
                </a:path>
                <a:path w="27939" h="476250">
                  <a:moveTo>
                    <a:pt x="2794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7940" y="36830"/>
                  </a:lnTo>
                  <a:lnTo>
                    <a:pt x="27940" y="30492"/>
                  </a:lnTo>
                  <a:close/>
                </a:path>
                <a:path w="27939" h="476250">
                  <a:moveTo>
                    <a:pt x="27940" y="24142"/>
                  </a:moveTo>
                  <a:lnTo>
                    <a:pt x="0" y="24142"/>
                  </a:lnTo>
                  <a:lnTo>
                    <a:pt x="0" y="30480"/>
                  </a:lnTo>
                  <a:lnTo>
                    <a:pt x="27940" y="30480"/>
                  </a:lnTo>
                  <a:lnTo>
                    <a:pt x="27940" y="24142"/>
                  </a:lnTo>
                  <a:close/>
                </a:path>
                <a:path w="27939" h="476250">
                  <a:moveTo>
                    <a:pt x="2794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7940" y="24130"/>
                  </a:lnTo>
                  <a:lnTo>
                    <a:pt x="27940" y="17792"/>
                  </a:lnTo>
                  <a:close/>
                </a:path>
                <a:path w="27939" h="476250">
                  <a:moveTo>
                    <a:pt x="27940" y="5092"/>
                  </a:moveTo>
                  <a:lnTo>
                    <a:pt x="0" y="5092"/>
                  </a:lnTo>
                  <a:lnTo>
                    <a:pt x="0" y="17780"/>
                  </a:lnTo>
                  <a:lnTo>
                    <a:pt x="27940" y="17780"/>
                  </a:lnTo>
                  <a:lnTo>
                    <a:pt x="27940" y="5092"/>
                  </a:lnTo>
                  <a:close/>
                </a:path>
                <a:path w="27939" h="476250">
                  <a:moveTo>
                    <a:pt x="279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7940" y="5080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1F3E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1" name="object 3731"/>
            <p:cNvSpPr/>
            <p:nvPr/>
          </p:nvSpPr>
          <p:spPr>
            <a:xfrm>
              <a:off x="4182110" y="5500382"/>
              <a:ext cx="27940" cy="181610"/>
            </a:xfrm>
            <a:custGeom>
              <a:avLst/>
              <a:gdLst/>
              <a:ahLst/>
              <a:cxnLst/>
              <a:rect l="l" t="t" r="r" b="b"/>
              <a:pathLst>
                <a:path w="27939" h="181610">
                  <a:moveTo>
                    <a:pt x="27940" y="180340"/>
                  </a:moveTo>
                  <a:lnTo>
                    <a:pt x="0" y="180340"/>
                  </a:lnTo>
                  <a:lnTo>
                    <a:pt x="0" y="181597"/>
                  </a:lnTo>
                  <a:lnTo>
                    <a:pt x="27940" y="181597"/>
                  </a:lnTo>
                  <a:lnTo>
                    <a:pt x="27940" y="180340"/>
                  </a:lnTo>
                  <a:close/>
                </a:path>
                <a:path w="27939" h="181610">
                  <a:moveTo>
                    <a:pt x="27940" y="173990"/>
                  </a:moveTo>
                  <a:lnTo>
                    <a:pt x="0" y="173990"/>
                  </a:lnTo>
                  <a:lnTo>
                    <a:pt x="0" y="180327"/>
                  </a:lnTo>
                  <a:lnTo>
                    <a:pt x="27940" y="180327"/>
                  </a:lnTo>
                  <a:lnTo>
                    <a:pt x="27940" y="173990"/>
                  </a:lnTo>
                  <a:close/>
                </a:path>
                <a:path w="27939" h="181610">
                  <a:moveTo>
                    <a:pt x="27940" y="171450"/>
                  </a:moveTo>
                  <a:lnTo>
                    <a:pt x="0" y="171450"/>
                  </a:lnTo>
                  <a:lnTo>
                    <a:pt x="0" y="173977"/>
                  </a:lnTo>
                  <a:lnTo>
                    <a:pt x="27940" y="173977"/>
                  </a:lnTo>
                  <a:lnTo>
                    <a:pt x="27940" y="171450"/>
                  </a:lnTo>
                  <a:close/>
                </a:path>
                <a:path w="27939" h="181610">
                  <a:moveTo>
                    <a:pt x="27940" y="167640"/>
                  </a:moveTo>
                  <a:lnTo>
                    <a:pt x="0" y="167640"/>
                  </a:lnTo>
                  <a:lnTo>
                    <a:pt x="0" y="171437"/>
                  </a:lnTo>
                  <a:lnTo>
                    <a:pt x="27940" y="171437"/>
                  </a:lnTo>
                  <a:lnTo>
                    <a:pt x="27940" y="167640"/>
                  </a:lnTo>
                  <a:close/>
                </a:path>
                <a:path w="27939" h="181610">
                  <a:moveTo>
                    <a:pt x="27940" y="165100"/>
                  </a:moveTo>
                  <a:lnTo>
                    <a:pt x="0" y="165100"/>
                  </a:lnTo>
                  <a:lnTo>
                    <a:pt x="0" y="167627"/>
                  </a:lnTo>
                  <a:lnTo>
                    <a:pt x="27940" y="167627"/>
                  </a:lnTo>
                  <a:lnTo>
                    <a:pt x="27940" y="165100"/>
                  </a:lnTo>
                  <a:close/>
                </a:path>
                <a:path w="27939" h="181610">
                  <a:moveTo>
                    <a:pt x="27940" y="161290"/>
                  </a:moveTo>
                  <a:lnTo>
                    <a:pt x="0" y="161290"/>
                  </a:lnTo>
                  <a:lnTo>
                    <a:pt x="0" y="165087"/>
                  </a:lnTo>
                  <a:lnTo>
                    <a:pt x="27940" y="165087"/>
                  </a:lnTo>
                  <a:lnTo>
                    <a:pt x="27940" y="161290"/>
                  </a:lnTo>
                  <a:close/>
                </a:path>
                <a:path w="27939" h="181610">
                  <a:moveTo>
                    <a:pt x="27940" y="154940"/>
                  </a:moveTo>
                  <a:lnTo>
                    <a:pt x="0" y="154940"/>
                  </a:lnTo>
                  <a:lnTo>
                    <a:pt x="0" y="161277"/>
                  </a:lnTo>
                  <a:lnTo>
                    <a:pt x="27940" y="161277"/>
                  </a:lnTo>
                  <a:lnTo>
                    <a:pt x="27940" y="154940"/>
                  </a:lnTo>
                  <a:close/>
                </a:path>
                <a:path w="27939" h="181610">
                  <a:moveTo>
                    <a:pt x="27940" y="152400"/>
                  </a:moveTo>
                  <a:lnTo>
                    <a:pt x="0" y="152400"/>
                  </a:lnTo>
                  <a:lnTo>
                    <a:pt x="0" y="154927"/>
                  </a:lnTo>
                  <a:lnTo>
                    <a:pt x="27940" y="154927"/>
                  </a:lnTo>
                  <a:lnTo>
                    <a:pt x="27940" y="152400"/>
                  </a:lnTo>
                  <a:close/>
                </a:path>
                <a:path w="27939" h="181610">
                  <a:moveTo>
                    <a:pt x="27940" y="148590"/>
                  </a:moveTo>
                  <a:lnTo>
                    <a:pt x="0" y="148590"/>
                  </a:lnTo>
                  <a:lnTo>
                    <a:pt x="0" y="152387"/>
                  </a:lnTo>
                  <a:lnTo>
                    <a:pt x="27940" y="152387"/>
                  </a:lnTo>
                  <a:lnTo>
                    <a:pt x="27940" y="148590"/>
                  </a:lnTo>
                  <a:close/>
                </a:path>
                <a:path w="27939" h="181610">
                  <a:moveTo>
                    <a:pt x="27940" y="146050"/>
                  </a:moveTo>
                  <a:lnTo>
                    <a:pt x="0" y="146050"/>
                  </a:lnTo>
                  <a:lnTo>
                    <a:pt x="0" y="148577"/>
                  </a:lnTo>
                  <a:lnTo>
                    <a:pt x="27940" y="148577"/>
                  </a:lnTo>
                  <a:lnTo>
                    <a:pt x="27940" y="146050"/>
                  </a:lnTo>
                  <a:close/>
                </a:path>
                <a:path w="27939" h="181610">
                  <a:moveTo>
                    <a:pt x="27940" y="142240"/>
                  </a:moveTo>
                  <a:lnTo>
                    <a:pt x="0" y="142240"/>
                  </a:lnTo>
                  <a:lnTo>
                    <a:pt x="0" y="146037"/>
                  </a:lnTo>
                  <a:lnTo>
                    <a:pt x="27940" y="146037"/>
                  </a:lnTo>
                  <a:lnTo>
                    <a:pt x="27940" y="142240"/>
                  </a:lnTo>
                  <a:close/>
                </a:path>
                <a:path w="27939" h="181610">
                  <a:moveTo>
                    <a:pt x="27940" y="135890"/>
                  </a:moveTo>
                  <a:lnTo>
                    <a:pt x="0" y="135890"/>
                  </a:lnTo>
                  <a:lnTo>
                    <a:pt x="0" y="142227"/>
                  </a:lnTo>
                  <a:lnTo>
                    <a:pt x="27940" y="142227"/>
                  </a:lnTo>
                  <a:lnTo>
                    <a:pt x="27940" y="135890"/>
                  </a:lnTo>
                  <a:close/>
                </a:path>
                <a:path w="27939" h="181610">
                  <a:moveTo>
                    <a:pt x="27940" y="133350"/>
                  </a:moveTo>
                  <a:lnTo>
                    <a:pt x="0" y="133350"/>
                  </a:lnTo>
                  <a:lnTo>
                    <a:pt x="0" y="135877"/>
                  </a:lnTo>
                  <a:lnTo>
                    <a:pt x="27940" y="135877"/>
                  </a:lnTo>
                  <a:lnTo>
                    <a:pt x="27940" y="133350"/>
                  </a:lnTo>
                  <a:close/>
                </a:path>
                <a:path w="27939" h="181610">
                  <a:moveTo>
                    <a:pt x="27940" y="129540"/>
                  </a:moveTo>
                  <a:lnTo>
                    <a:pt x="0" y="129540"/>
                  </a:lnTo>
                  <a:lnTo>
                    <a:pt x="0" y="133337"/>
                  </a:lnTo>
                  <a:lnTo>
                    <a:pt x="27940" y="133337"/>
                  </a:lnTo>
                  <a:lnTo>
                    <a:pt x="27940" y="129540"/>
                  </a:lnTo>
                  <a:close/>
                </a:path>
                <a:path w="27939" h="181610">
                  <a:moveTo>
                    <a:pt x="27940" y="127000"/>
                  </a:moveTo>
                  <a:lnTo>
                    <a:pt x="0" y="127000"/>
                  </a:lnTo>
                  <a:lnTo>
                    <a:pt x="0" y="129527"/>
                  </a:lnTo>
                  <a:lnTo>
                    <a:pt x="27940" y="129527"/>
                  </a:lnTo>
                  <a:lnTo>
                    <a:pt x="27940" y="127000"/>
                  </a:lnTo>
                  <a:close/>
                </a:path>
                <a:path w="27939" h="181610">
                  <a:moveTo>
                    <a:pt x="27940" y="120650"/>
                  </a:moveTo>
                  <a:lnTo>
                    <a:pt x="0" y="120650"/>
                  </a:lnTo>
                  <a:lnTo>
                    <a:pt x="0" y="126987"/>
                  </a:lnTo>
                  <a:lnTo>
                    <a:pt x="27940" y="126987"/>
                  </a:lnTo>
                  <a:lnTo>
                    <a:pt x="27940" y="120650"/>
                  </a:lnTo>
                  <a:close/>
                </a:path>
                <a:path w="27939" h="181610">
                  <a:moveTo>
                    <a:pt x="2794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27940" y="120637"/>
                  </a:lnTo>
                  <a:lnTo>
                    <a:pt x="27940" y="114300"/>
                  </a:lnTo>
                  <a:close/>
                </a:path>
                <a:path w="27939" h="181610">
                  <a:moveTo>
                    <a:pt x="27940" y="110490"/>
                  </a:moveTo>
                  <a:lnTo>
                    <a:pt x="0" y="110490"/>
                  </a:lnTo>
                  <a:lnTo>
                    <a:pt x="0" y="114287"/>
                  </a:lnTo>
                  <a:lnTo>
                    <a:pt x="27940" y="114287"/>
                  </a:lnTo>
                  <a:lnTo>
                    <a:pt x="27940" y="110490"/>
                  </a:lnTo>
                  <a:close/>
                </a:path>
                <a:path w="27939" h="181610">
                  <a:moveTo>
                    <a:pt x="27940" y="107950"/>
                  </a:moveTo>
                  <a:lnTo>
                    <a:pt x="0" y="107950"/>
                  </a:lnTo>
                  <a:lnTo>
                    <a:pt x="0" y="110477"/>
                  </a:lnTo>
                  <a:lnTo>
                    <a:pt x="27940" y="110477"/>
                  </a:lnTo>
                  <a:lnTo>
                    <a:pt x="27940" y="107950"/>
                  </a:lnTo>
                  <a:close/>
                </a:path>
                <a:path w="27939" h="181610">
                  <a:moveTo>
                    <a:pt x="27940" y="104140"/>
                  </a:moveTo>
                  <a:lnTo>
                    <a:pt x="0" y="104140"/>
                  </a:lnTo>
                  <a:lnTo>
                    <a:pt x="0" y="107937"/>
                  </a:lnTo>
                  <a:lnTo>
                    <a:pt x="27940" y="107937"/>
                  </a:lnTo>
                  <a:lnTo>
                    <a:pt x="27940" y="104140"/>
                  </a:lnTo>
                  <a:close/>
                </a:path>
                <a:path w="27939" h="181610">
                  <a:moveTo>
                    <a:pt x="27940" y="101600"/>
                  </a:moveTo>
                  <a:lnTo>
                    <a:pt x="0" y="101600"/>
                  </a:lnTo>
                  <a:lnTo>
                    <a:pt x="0" y="104127"/>
                  </a:lnTo>
                  <a:lnTo>
                    <a:pt x="27940" y="104127"/>
                  </a:lnTo>
                  <a:lnTo>
                    <a:pt x="27940" y="101600"/>
                  </a:lnTo>
                  <a:close/>
                </a:path>
                <a:path w="27939" h="181610">
                  <a:moveTo>
                    <a:pt x="27940" y="97790"/>
                  </a:moveTo>
                  <a:lnTo>
                    <a:pt x="0" y="97790"/>
                  </a:lnTo>
                  <a:lnTo>
                    <a:pt x="0" y="101587"/>
                  </a:lnTo>
                  <a:lnTo>
                    <a:pt x="27940" y="101587"/>
                  </a:lnTo>
                  <a:lnTo>
                    <a:pt x="27940" y="97790"/>
                  </a:lnTo>
                  <a:close/>
                </a:path>
                <a:path w="27939" h="181610">
                  <a:moveTo>
                    <a:pt x="27940" y="95250"/>
                  </a:moveTo>
                  <a:lnTo>
                    <a:pt x="0" y="95250"/>
                  </a:lnTo>
                  <a:lnTo>
                    <a:pt x="0" y="97777"/>
                  </a:lnTo>
                  <a:lnTo>
                    <a:pt x="27940" y="97777"/>
                  </a:lnTo>
                  <a:lnTo>
                    <a:pt x="27940" y="95250"/>
                  </a:lnTo>
                  <a:close/>
                </a:path>
                <a:path w="27939" h="181610">
                  <a:moveTo>
                    <a:pt x="27940" y="91440"/>
                  </a:moveTo>
                  <a:lnTo>
                    <a:pt x="0" y="91440"/>
                  </a:lnTo>
                  <a:lnTo>
                    <a:pt x="0" y="95237"/>
                  </a:lnTo>
                  <a:lnTo>
                    <a:pt x="27940" y="95237"/>
                  </a:lnTo>
                  <a:lnTo>
                    <a:pt x="27940" y="91440"/>
                  </a:lnTo>
                  <a:close/>
                </a:path>
                <a:path w="27939" h="181610">
                  <a:moveTo>
                    <a:pt x="27940" y="82550"/>
                  </a:moveTo>
                  <a:lnTo>
                    <a:pt x="0" y="82550"/>
                  </a:lnTo>
                  <a:lnTo>
                    <a:pt x="0" y="91427"/>
                  </a:lnTo>
                  <a:lnTo>
                    <a:pt x="27940" y="91427"/>
                  </a:lnTo>
                  <a:lnTo>
                    <a:pt x="27940" y="82550"/>
                  </a:lnTo>
                  <a:close/>
                </a:path>
                <a:path w="27939" h="181610">
                  <a:moveTo>
                    <a:pt x="27940" y="72390"/>
                  </a:moveTo>
                  <a:lnTo>
                    <a:pt x="0" y="72390"/>
                  </a:lnTo>
                  <a:lnTo>
                    <a:pt x="0" y="82537"/>
                  </a:lnTo>
                  <a:lnTo>
                    <a:pt x="27940" y="82537"/>
                  </a:lnTo>
                  <a:lnTo>
                    <a:pt x="27940" y="72390"/>
                  </a:lnTo>
                  <a:close/>
                </a:path>
                <a:path w="27939" h="181610">
                  <a:moveTo>
                    <a:pt x="27940" y="63500"/>
                  </a:moveTo>
                  <a:lnTo>
                    <a:pt x="0" y="63500"/>
                  </a:lnTo>
                  <a:lnTo>
                    <a:pt x="0" y="72377"/>
                  </a:lnTo>
                  <a:lnTo>
                    <a:pt x="27940" y="72377"/>
                  </a:lnTo>
                  <a:lnTo>
                    <a:pt x="27940" y="63500"/>
                  </a:lnTo>
                  <a:close/>
                </a:path>
                <a:path w="27939" h="181610">
                  <a:moveTo>
                    <a:pt x="27940" y="53340"/>
                  </a:moveTo>
                  <a:lnTo>
                    <a:pt x="0" y="53340"/>
                  </a:lnTo>
                  <a:lnTo>
                    <a:pt x="0" y="63487"/>
                  </a:lnTo>
                  <a:lnTo>
                    <a:pt x="27940" y="63487"/>
                  </a:lnTo>
                  <a:lnTo>
                    <a:pt x="27940" y="53340"/>
                  </a:lnTo>
                  <a:close/>
                </a:path>
                <a:path w="27939" h="181610">
                  <a:moveTo>
                    <a:pt x="27940" y="50800"/>
                  </a:moveTo>
                  <a:lnTo>
                    <a:pt x="0" y="50800"/>
                  </a:lnTo>
                  <a:lnTo>
                    <a:pt x="0" y="53327"/>
                  </a:lnTo>
                  <a:lnTo>
                    <a:pt x="27940" y="53327"/>
                  </a:lnTo>
                  <a:lnTo>
                    <a:pt x="27940" y="50800"/>
                  </a:lnTo>
                  <a:close/>
                </a:path>
                <a:path w="27939" h="181610">
                  <a:moveTo>
                    <a:pt x="27940" y="46990"/>
                  </a:moveTo>
                  <a:lnTo>
                    <a:pt x="0" y="46990"/>
                  </a:lnTo>
                  <a:lnTo>
                    <a:pt x="0" y="50787"/>
                  </a:lnTo>
                  <a:lnTo>
                    <a:pt x="27940" y="50787"/>
                  </a:lnTo>
                  <a:lnTo>
                    <a:pt x="27940" y="46990"/>
                  </a:lnTo>
                  <a:close/>
                </a:path>
                <a:path w="27939" h="181610">
                  <a:moveTo>
                    <a:pt x="27940" y="40640"/>
                  </a:moveTo>
                  <a:lnTo>
                    <a:pt x="0" y="40640"/>
                  </a:lnTo>
                  <a:lnTo>
                    <a:pt x="0" y="46977"/>
                  </a:lnTo>
                  <a:lnTo>
                    <a:pt x="27940" y="46977"/>
                  </a:lnTo>
                  <a:lnTo>
                    <a:pt x="27940" y="40640"/>
                  </a:lnTo>
                  <a:close/>
                </a:path>
                <a:path w="27939" h="181610">
                  <a:moveTo>
                    <a:pt x="27940" y="34290"/>
                  </a:moveTo>
                  <a:lnTo>
                    <a:pt x="0" y="34290"/>
                  </a:lnTo>
                  <a:lnTo>
                    <a:pt x="0" y="40627"/>
                  </a:lnTo>
                  <a:lnTo>
                    <a:pt x="27940" y="40627"/>
                  </a:lnTo>
                  <a:lnTo>
                    <a:pt x="27940" y="34290"/>
                  </a:lnTo>
                  <a:close/>
                </a:path>
                <a:path w="27939" h="181610">
                  <a:moveTo>
                    <a:pt x="27940" y="27940"/>
                  </a:moveTo>
                  <a:lnTo>
                    <a:pt x="0" y="27940"/>
                  </a:lnTo>
                  <a:lnTo>
                    <a:pt x="0" y="34277"/>
                  </a:lnTo>
                  <a:lnTo>
                    <a:pt x="27940" y="34277"/>
                  </a:lnTo>
                  <a:lnTo>
                    <a:pt x="27940" y="27940"/>
                  </a:lnTo>
                  <a:close/>
                </a:path>
                <a:path w="27939" h="181610">
                  <a:moveTo>
                    <a:pt x="27940" y="25400"/>
                  </a:moveTo>
                  <a:lnTo>
                    <a:pt x="0" y="25400"/>
                  </a:lnTo>
                  <a:lnTo>
                    <a:pt x="0" y="27927"/>
                  </a:lnTo>
                  <a:lnTo>
                    <a:pt x="27940" y="27927"/>
                  </a:lnTo>
                  <a:lnTo>
                    <a:pt x="27940" y="25400"/>
                  </a:lnTo>
                  <a:close/>
                </a:path>
                <a:path w="27939" h="181610">
                  <a:moveTo>
                    <a:pt x="2794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27940" y="25387"/>
                  </a:lnTo>
                  <a:lnTo>
                    <a:pt x="27940" y="21590"/>
                  </a:lnTo>
                  <a:close/>
                </a:path>
                <a:path w="27939" h="181610">
                  <a:moveTo>
                    <a:pt x="27940" y="15240"/>
                  </a:moveTo>
                  <a:lnTo>
                    <a:pt x="0" y="15240"/>
                  </a:lnTo>
                  <a:lnTo>
                    <a:pt x="0" y="21577"/>
                  </a:lnTo>
                  <a:lnTo>
                    <a:pt x="27940" y="21577"/>
                  </a:lnTo>
                  <a:lnTo>
                    <a:pt x="27940" y="15240"/>
                  </a:lnTo>
                  <a:close/>
                </a:path>
                <a:path w="27939" h="181610">
                  <a:moveTo>
                    <a:pt x="2794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7940" y="15227"/>
                  </a:lnTo>
                  <a:lnTo>
                    <a:pt x="27940" y="12700"/>
                  </a:lnTo>
                  <a:close/>
                </a:path>
                <a:path w="27939" h="181610">
                  <a:moveTo>
                    <a:pt x="2794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7940" y="12687"/>
                  </a:lnTo>
                  <a:lnTo>
                    <a:pt x="27940" y="8890"/>
                  </a:lnTo>
                  <a:close/>
                </a:path>
                <a:path w="27939" h="181610">
                  <a:moveTo>
                    <a:pt x="27940" y="0"/>
                  </a:moveTo>
                  <a:lnTo>
                    <a:pt x="0" y="0"/>
                  </a:lnTo>
                  <a:lnTo>
                    <a:pt x="0" y="8877"/>
                  </a:lnTo>
                  <a:lnTo>
                    <a:pt x="27940" y="8877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1F3E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2" name="object 3732"/>
            <p:cNvSpPr/>
            <p:nvPr/>
          </p:nvSpPr>
          <p:spPr>
            <a:xfrm>
              <a:off x="4210050" y="5033010"/>
              <a:ext cx="29209" cy="476250"/>
            </a:xfrm>
            <a:custGeom>
              <a:avLst/>
              <a:gdLst/>
              <a:ahLst/>
              <a:cxnLst/>
              <a:rect l="l" t="t" r="r" b="b"/>
              <a:pathLst>
                <a:path w="29210" h="476250">
                  <a:moveTo>
                    <a:pt x="29210" y="467372"/>
                  </a:moveTo>
                  <a:lnTo>
                    <a:pt x="0" y="467372"/>
                  </a:lnTo>
                  <a:lnTo>
                    <a:pt x="0" y="476250"/>
                  </a:lnTo>
                  <a:lnTo>
                    <a:pt x="29210" y="476250"/>
                  </a:lnTo>
                  <a:lnTo>
                    <a:pt x="29210" y="467372"/>
                  </a:lnTo>
                  <a:close/>
                </a:path>
                <a:path w="29210" h="476250">
                  <a:moveTo>
                    <a:pt x="29210" y="463562"/>
                  </a:moveTo>
                  <a:lnTo>
                    <a:pt x="0" y="463562"/>
                  </a:lnTo>
                  <a:lnTo>
                    <a:pt x="0" y="467360"/>
                  </a:lnTo>
                  <a:lnTo>
                    <a:pt x="29210" y="467360"/>
                  </a:lnTo>
                  <a:lnTo>
                    <a:pt x="29210" y="463562"/>
                  </a:lnTo>
                  <a:close/>
                </a:path>
                <a:path w="29210" h="476250">
                  <a:moveTo>
                    <a:pt x="29210" y="461022"/>
                  </a:moveTo>
                  <a:lnTo>
                    <a:pt x="0" y="461022"/>
                  </a:lnTo>
                  <a:lnTo>
                    <a:pt x="0" y="463550"/>
                  </a:lnTo>
                  <a:lnTo>
                    <a:pt x="29210" y="463550"/>
                  </a:lnTo>
                  <a:lnTo>
                    <a:pt x="29210" y="461022"/>
                  </a:lnTo>
                  <a:close/>
                </a:path>
                <a:path w="29210" h="476250">
                  <a:moveTo>
                    <a:pt x="29210" y="457212"/>
                  </a:moveTo>
                  <a:lnTo>
                    <a:pt x="0" y="457212"/>
                  </a:lnTo>
                  <a:lnTo>
                    <a:pt x="0" y="461010"/>
                  </a:lnTo>
                  <a:lnTo>
                    <a:pt x="29210" y="461010"/>
                  </a:lnTo>
                  <a:lnTo>
                    <a:pt x="29210" y="457212"/>
                  </a:lnTo>
                  <a:close/>
                </a:path>
                <a:path w="29210" h="476250">
                  <a:moveTo>
                    <a:pt x="29210" y="448322"/>
                  </a:moveTo>
                  <a:lnTo>
                    <a:pt x="0" y="448322"/>
                  </a:lnTo>
                  <a:lnTo>
                    <a:pt x="0" y="457200"/>
                  </a:lnTo>
                  <a:lnTo>
                    <a:pt x="29210" y="457200"/>
                  </a:lnTo>
                  <a:lnTo>
                    <a:pt x="29210" y="448322"/>
                  </a:lnTo>
                  <a:close/>
                </a:path>
                <a:path w="29210" h="476250">
                  <a:moveTo>
                    <a:pt x="29210" y="429272"/>
                  </a:moveTo>
                  <a:lnTo>
                    <a:pt x="0" y="429272"/>
                  </a:lnTo>
                  <a:lnTo>
                    <a:pt x="0" y="448310"/>
                  </a:lnTo>
                  <a:lnTo>
                    <a:pt x="29210" y="448310"/>
                  </a:lnTo>
                  <a:lnTo>
                    <a:pt x="29210" y="429272"/>
                  </a:lnTo>
                  <a:close/>
                </a:path>
                <a:path w="29210" h="476250">
                  <a:moveTo>
                    <a:pt x="29210" y="422922"/>
                  </a:moveTo>
                  <a:lnTo>
                    <a:pt x="0" y="422922"/>
                  </a:lnTo>
                  <a:lnTo>
                    <a:pt x="0" y="429260"/>
                  </a:lnTo>
                  <a:lnTo>
                    <a:pt x="29210" y="429260"/>
                  </a:lnTo>
                  <a:lnTo>
                    <a:pt x="29210" y="422922"/>
                  </a:lnTo>
                  <a:close/>
                </a:path>
                <a:path w="29210" h="476250">
                  <a:moveTo>
                    <a:pt x="29210" y="416572"/>
                  </a:moveTo>
                  <a:lnTo>
                    <a:pt x="0" y="416572"/>
                  </a:lnTo>
                  <a:lnTo>
                    <a:pt x="0" y="422910"/>
                  </a:lnTo>
                  <a:lnTo>
                    <a:pt x="29210" y="422910"/>
                  </a:lnTo>
                  <a:lnTo>
                    <a:pt x="29210" y="416572"/>
                  </a:lnTo>
                  <a:close/>
                </a:path>
                <a:path w="29210" h="476250">
                  <a:moveTo>
                    <a:pt x="29210" y="412762"/>
                  </a:moveTo>
                  <a:lnTo>
                    <a:pt x="0" y="412762"/>
                  </a:lnTo>
                  <a:lnTo>
                    <a:pt x="0" y="416560"/>
                  </a:lnTo>
                  <a:lnTo>
                    <a:pt x="29210" y="416560"/>
                  </a:lnTo>
                  <a:lnTo>
                    <a:pt x="29210" y="412762"/>
                  </a:lnTo>
                  <a:close/>
                </a:path>
                <a:path w="29210" h="476250">
                  <a:moveTo>
                    <a:pt x="29210" y="410222"/>
                  </a:moveTo>
                  <a:lnTo>
                    <a:pt x="0" y="410222"/>
                  </a:lnTo>
                  <a:lnTo>
                    <a:pt x="0" y="412750"/>
                  </a:lnTo>
                  <a:lnTo>
                    <a:pt x="29210" y="412750"/>
                  </a:lnTo>
                  <a:lnTo>
                    <a:pt x="29210" y="410222"/>
                  </a:lnTo>
                  <a:close/>
                </a:path>
                <a:path w="29210" h="476250">
                  <a:moveTo>
                    <a:pt x="29210" y="406412"/>
                  </a:moveTo>
                  <a:lnTo>
                    <a:pt x="0" y="406412"/>
                  </a:lnTo>
                  <a:lnTo>
                    <a:pt x="0" y="410210"/>
                  </a:lnTo>
                  <a:lnTo>
                    <a:pt x="29210" y="410210"/>
                  </a:lnTo>
                  <a:lnTo>
                    <a:pt x="29210" y="406412"/>
                  </a:lnTo>
                  <a:close/>
                </a:path>
                <a:path w="29210" h="476250">
                  <a:moveTo>
                    <a:pt x="29210" y="403872"/>
                  </a:moveTo>
                  <a:lnTo>
                    <a:pt x="0" y="403872"/>
                  </a:lnTo>
                  <a:lnTo>
                    <a:pt x="0" y="406400"/>
                  </a:lnTo>
                  <a:lnTo>
                    <a:pt x="29210" y="406400"/>
                  </a:lnTo>
                  <a:lnTo>
                    <a:pt x="29210" y="403872"/>
                  </a:lnTo>
                  <a:close/>
                </a:path>
                <a:path w="29210" h="476250">
                  <a:moveTo>
                    <a:pt x="29210" y="397522"/>
                  </a:moveTo>
                  <a:lnTo>
                    <a:pt x="0" y="397522"/>
                  </a:lnTo>
                  <a:lnTo>
                    <a:pt x="0" y="403860"/>
                  </a:lnTo>
                  <a:lnTo>
                    <a:pt x="29210" y="403860"/>
                  </a:lnTo>
                  <a:lnTo>
                    <a:pt x="29210" y="397522"/>
                  </a:lnTo>
                  <a:close/>
                </a:path>
                <a:path w="29210" h="476250">
                  <a:moveTo>
                    <a:pt x="29210" y="393712"/>
                  </a:moveTo>
                  <a:lnTo>
                    <a:pt x="0" y="393712"/>
                  </a:lnTo>
                  <a:lnTo>
                    <a:pt x="0" y="397510"/>
                  </a:lnTo>
                  <a:lnTo>
                    <a:pt x="29210" y="397510"/>
                  </a:lnTo>
                  <a:lnTo>
                    <a:pt x="29210" y="393712"/>
                  </a:lnTo>
                  <a:close/>
                </a:path>
                <a:path w="29210" h="476250">
                  <a:moveTo>
                    <a:pt x="29210" y="391172"/>
                  </a:moveTo>
                  <a:lnTo>
                    <a:pt x="0" y="391172"/>
                  </a:lnTo>
                  <a:lnTo>
                    <a:pt x="0" y="393700"/>
                  </a:lnTo>
                  <a:lnTo>
                    <a:pt x="29210" y="393700"/>
                  </a:lnTo>
                  <a:lnTo>
                    <a:pt x="29210" y="391172"/>
                  </a:lnTo>
                  <a:close/>
                </a:path>
                <a:path w="29210" h="476250">
                  <a:moveTo>
                    <a:pt x="29210" y="387362"/>
                  </a:moveTo>
                  <a:lnTo>
                    <a:pt x="0" y="387362"/>
                  </a:lnTo>
                  <a:lnTo>
                    <a:pt x="0" y="391160"/>
                  </a:lnTo>
                  <a:lnTo>
                    <a:pt x="29210" y="391160"/>
                  </a:lnTo>
                  <a:lnTo>
                    <a:pt x="29210" y="387362"/>
                  </a:lnTo>
                  <a:close/>
                </a:path>
                <a:path w="29210" h="476250">
                  <a:moveTo>
                    <a:pt x="29210" y="384822"/>
                  </a:moveTo>
                  <a:lnTo>
                    <a:pt x="0" y="384822"/>
                  </a:lnTo>
                  <a:lnTo>
                    <a:pt x="0" y="387350"/>
                  </a:lnTo>
                  <a:lnTo>
                    <a:pt x="29210" y="387350"/>
                  </a:lnTo>
                  <a:lnTo>
                    <a:pt x="29210" y="384822"/>
                  </a:lnTo>
                  <a:close/>
                </a:path>
                <a:path w="29210" h="476250">
                  <a:moveTo>
                    <a:pt x="29210" y="365772"/>
                  </a:moveTo>
                  <a:lnTo>
                    <a:pt x="0" y="365772"/>
                  </a:lnTo>
                  <a:lnTo>
                    <a:pt x="0" y="384810"/>
                  </a:lnTo>
                  <a:lnTo>
                    <a:pt x="29210" y="384810"/>
                  </a:lnTo>
                  <a:lnTo>
                    <a:pt x="29210" y="365772"/>
                  </a:lnTo>
                  <a:close/>
                </a:path>
                <a:path w="29210" h="476250">
                  <a:moveTo>
                    <a:pt x="29210" y="359422"/>
                  </a:moveTo>
                  <a:lnTo>
                    <a:pt x="0" y="359422"/>
                  </a:lnTo>
                  <a:lnTo>
                    <a:pt x="0" y="365760"/>
                  </a:lnTo>
                  <a:lnTo>
                    <a:pt x="29210" y="365760"/>
                  </a:lnTo>
                  <a:lnTo>
                    <a:pt x="29210" y="359422"/>
                  </a:lnTo>
                  <a:close/>
                </a:path>
                <a:path w="29210" h="476250">
                  <a:moveTo>
                    <a:pt x="29210" y="355612"/>
                  </a:moveTo>
                  <a:lnTo>
                    <a:pt x="0" y="355612"/>
                  </a:lnTo>
                  <a:lnTo>
                    <a:pt x="0" y="359410"/>
                  </a:lnTo>
                  <a:lnTo>
                    <a:pt x="29210" y="359410"/>
                  </a:lnTo>
                  <a:lnTo>
                    <a:pt x="29210" y="355612"/>
                  </a:lnTo>
                  <a:close/>
                </a:path>
                <a:path w="29210" h="476250">
                  <a:moveTo>
                    <a:pt x="29210" y="346722"/>
                  </a:moveTo>
                  <a:lnTo>
                    <a:pt x="0" y="346722"/>
                  </a:lnTo>
                  <a:lnTo>
                    <a:pt x="0" y="355600"/>
                  </a:lnTo>
                  <a:lnTo>
                    <a:pt x="29210" y="355600"/>
                  </a:lnTo>
                  <a:lnTo>
                    <a:pt x="29210" y="346722"/>
                  </a:lnTo>
                  <a:close/>
                </a:path>
                <a:path w="29210" h="476250">
                  <a:moveTo>
                    <a:pt x="29210" y="340372"/>
                  </a:moveTo>
                  <a:lnTo>
                    <a:pt x="0" y="340372"/>
                  </a:lnTo>
                  <a:lnTo>
                    <a:pt x="0" y="346710"/>
                  </a:lnTo>
                  <a:lnTo>
                    <a:pt x="29210" y="346710"/>
                  </a:lnTo>
                  <a:lnTo>
                    <a:pt x="29210" y="340372"/>
                  </a:lnTo>
                  <a:close/>
                </a:path>
                <a:path w="29210" h="476250">
                  <a:moveTo>
                    <a:pt x="29210" y="334022"/>
                  </a:moveTo>
                  <a:lnTo>
                    <a:pt x="0" y="334022"/>
                  </a:lnTo>
                  <a:lnTo>
                    <a:pt x="0" y="340360"/>
                  </a:lnTo>
                  <a:lnTo>
                    <a:pt x="29210" y="340360"/>
                  </a:lnTo>
                  <a:lnTo>
                    <a:pt x="29210" y="334022"/>
                  </a:lnTo>
                  <a:close/>
                </a:path>
                <a:path w="29210" h="476250">
                  <a:moveTo>
                    <a:pt x="29210" y="330212"/>
                  </a:moveTo>
                  <a:lnTo>
                    <a:pt x="0" y="330212"/>
                  </a:lnTo>
                  <a:lnTo>
                    <a:pt x="0" y="334010"/>
                  </a:lnTo>
                  <a:lnTo>
                    <a:pt x="29210" y="334010"/>
                  </a:lnTo>
                  <a:lnTo>
                    <a:pt x="29210" y="330212"/>
                  </a:lnTo>
                  <a:close/>
                </a:path>
                <a:path w="29210" h="476250">
                  <a:moveTo>
                    <a:pt x="29210" y="327672"/>
                  </a:moveTo>
                  <a:lnTo>
                    <a:pt x="0" y="327672"/>
                  </a:lnTo>
                  <a:lnTo>
                    <a:pt x="0" y="330200"/>
                  </a:lnTo>
                  <a:lnTo>
                    <a:pt x="29210" y="330200"/>
                  </a:lnTo>
                  <a:lnTo>
                    <a:pt x="29210" y="327672"/>
                  </a:lnTo>
                  <a:close/>
                </a:path>
                <a:path w="29210" h="476250">
                  <a:moveTo>
                    <a:pt x="29210" y="317512"/>
                  </a:moveTo>
                  <a:lnTo>
                    <a:pt x="0" y="317512"/>
                  </a:lnTo>
                  <a:lnTo>
                    <a:pt x="0" y="327660"/>
                  </a:lnTo>
                  <a:lnTo>
                    <a:pt x="29210" y="327660"/>
                  </a:lnTo>
                  <a:lnTo>
                    <a:pt x="29210" y="317512"/>
                  </a:lnTo>
                  <a:close/>
                </a:path>
                <a:path w="29210" h="476250">
                  <a:moveTo>
                    <a:pt x="29210" y="314972"/>
                  </a:moveTo>
                  <a:lnTo>
                    <a:pt x="0" y="314972"/>
                  </a:lnTo>
                  <a:lnTo>
                    <a:pt x="0" y="317500"/>
                  </a:lnTo>
                  <a:lnTo>
                    <a:pt x="29210" y="317500"/>
                  </a:lnTo>
                  <a:lnTo>
                    <a:pt x="29210" y="314972"/>
                  </a:lnTo>
                  <a:close/>
                </a:path>
                <a:path w="29210" h="476250">
                  <a:moveTo>
                    <a:pt x="29210" y="311162"/>
                  </a:moveTo>
                  <a:lnTo>
                    <a:pt x="0" y="311162"/>
                  </a:lnTo>
                  <a:lnTo>
                    <a:pt x="0" y="314960"/>
                  </a:lnTo>
                  <a:lnTo>
                    <a:pt x="29210" y="314960"/>
                  </a:lnTo>
                  <a:lnTo>
                    <a:pt x="29210" y="311162"/>
                  </a:lnTo>
                  <a:close/>
                </a:path>
                <a:path w="29210" h="476250">
                  <a:moveTo>
                    <a:pt x="29210" y="304812"/>
                  </a:moveTo>
                  <a:lnTo>
                    <a:pt x="0" y="304812"/>
                  </a:lnTo>
                  <a:lnTo>
                    <a:pt x="0" y="311150"/>
                  </a:lnTo>
                  <a:lnTo>
                    <a:pt x="29210" y="311150"/>
                  </a:lnTo>
                  <a:lnTo>
                    <a:pt x="29210" y="304812"/>
                  </a:lnTo>
                  <a:close/>
                </a:path>
                <a:path w="29210" h="476250">
                  <a:moveTo>
                    <a:pt x="29210" y="292112"/>
                  </a:moveTo>
                  <a:lnTo>
                    <a:pt x="0" y="292112"/>
                  </a:lnTo>
                  <a:lnTo>
                    <a:pt x="0" y="304800"/>
                  </a:lnTo>
                  <a:lnTo>
                    <a:pt x="29210" y="304800"/>
                  </a:lnTo>
                  <a:lnTo>
                    <a:pt x="29210" y="292112"/>
                  </a:lnTo>
                  <a:close/>
                </a:path>
                <a:path w="29210" h="476250">
                  <a:moveTo>
                    <a:pt x="29210" y="289572"/>
                  </a:moveTo>
                  <a:lnTo>
                    <a:pt x="0" y="289572"/>
                  </a:lnTo>
                  <a:lnTo>
                    <a:pt x="0" y="292100"/>
                  </a:lnTo>
                  <a:lnTo>
                    <a:pt x="29210" y="292100"/>
                  </a:lnTo>
                  <a:lnTo>
                    <a:pt x="29210" y="289572"/>
                  </a:lnTo>
                  <a:close/>
                </a:path>
                <a:path w="29210" h="476250">
                  <a:moveTo>
                    <a:pt x="29210" y="285762"/>
                  </a:moveTo>
                  <a:lnTo>
                    <a:pt x="0" y="285762"/>
                  </a:lnTo>
                  <a:lnTo>
                    <a:pt x="0" y="289560"/>
                  </a:lnTo>
                  <a:lnTo>
                    <a:pt x="29210" y="289560"/>
                  </a:lnTo>
                  <a:lnTo>
                    <a:pt x="29210" y="285762"/>
                  </a:lnTo>
                  <a:close/>
                </a:path>
                <a:path w="29210" h="476250">
                  <a:moveTo>
                    <a:pt x="29210" y="283222"/>
                  </a:moveTo>
                  <a:lnTo>
                    <a:pt x="0" y="283222"/>
                  </a:lnTo>
                  <a:lnTo>
                    <a:pt x="0" y="285750"/>
                  </a:lnTo>
                  <a:lnTo>
                    <a:pt x="29210" y="285750"/>
                  </a:lnTo>
                  <a:lnTo>
                    <a:pt x="29210" y="283222"/>
                  </a:lnTo>
                  <a:close/>
                </a:path>
                <a:path w="29210" h="476250">
                  <a:moveTo>
                    <a:pt x="29210" y="279412"/>
                  </a:moveTo>
                  <a:lnTo>
                    <a:pt x="0" y="279412"/>
                  </a:lnTo>
                  <a:lnTo>
                    <a:pt x="0" y="283210"/>
                  </a:lnTo>
                  <a:lnTo>
                    <a:pt x="29210" y="283210"/>
                  </a:lnTo>
                  <a:lnTo>
                    <a:pt x="29210" y="279412"/>
                  </a:lnTo>
                  <a:close/>
                </a:path>
                <a:path w="29210" h="476250">
                  <a:moveTo>
                    <a:pt x="29210" y="273062"/>
                  </a:moveTo>
                  <a:lnTo>
                    <a:pt x="0" y="273062"/>
                  </a:lnTo>
                  <a:lnTo>
                    <a:pt x="0" y="279400"/>
                  </a:lnTo>
                  <a:lnTo>
                    <a:pt x="29210" y="279400"/>
                  </a:lnTo>
                  <a:lnTo>
                    <a:pt x="29210" y="273062"/>
                  </a:lnTo>
                  <a:close/>
                </a:path>
                <a:path w="29210" h="476250">
                  <a:moveTo>
                    <a:pt x="29210" y="234962"/>
                  </a:moveTo>
                  <a:lnTo>
                    <a:pt x="0" y="234962"/>
                  </a:lnTo>
                  <a:lnTo>
                    <a:pt x="0" y="273050"/>
                  </a:lnTo>
                  <a:lnTo>
                    <a:pt x="29210" y="273050"/>
                  </a:lnTo>
                  <a:lnTo>
                    <a:pt x="29210" y="234962"/>
                  </a:lnTo>
                  <a:close/>
                </a:path>
                <a:path w="29210" h="476250">
                  <a:moveTo>
                    <a:pt x="292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9210" y="234950"/>
                  </a:lnTo>
                  <a:lnTo>
                    <a:pt x="29210" y="232422"/>
                  </a:lnTo>
                  <a:close/>
                </a:path>
                <a:path w="29210" h="476250">
                  <a:moveTo>
                    <a:pt x="2921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29210" y="232410"/>
                  </a:lnTo>
                  <a:lnTo>
                    <a:pt x="29210" y="226072"/>
                  </a:lnTo>
                  <a:close/>
                </a:path>
                <a:path w="29210" h="476250">
                  <a:moveTo>
                    <a:pt x="2921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29210" y="226060"/>
                  </a:lnTo>
                  <a:lnTo>
                    <a:pt x="29210" y="222262"/>
                  </a:lnTo>
                  <a:close/>
                </a:path>
                <a:path w="29210" h="476250">
                  <a:moveTo>
                    <a:pt x="2921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29210" y="222250"/>
                  </a:lnTo>
                  <a:lnTo>
                    <a:pt x="29210" y="219722"/>
                  </a:lnTo>
                  <a:close/>
                </a:path>
                <a:path w="29210" h="476250">
                  <a:moveTo>
                    <a:pt x="29210" y="213372"/>
                  </a:moveTo>
                  <a:lnTo>
                    <a:pt x="0" y="213372"/>
                  </a:lnTo>
                  <a:lnTo>
                    <a:pt x="0" y="219710"/>
                  </a:lnTo>
                  <a:lnTo>
                    <a:pt x="29210" y="219710"/>
                  </a:lnTo>
                  <a:lnTo>
                    <a:pt x="29210" y="213372"/>
                  </a:lnTo>
                  <a:close/>
                </a:path>
                <a:path w="29210" h="476250">
                  <a:moveTo>
                    <a:pt x="29210" y="207022"/>
                  </a:moveTo>
                  <a:lnTo>
                    <a:pt x="0" y="207022"/>
                  </a:lnTo>
                  <a:lnTo>
                    <a:pt x="0" y="213360"/>
                  </a:lnTo>
                  <a:lnTo>
                    <a:pt x="29210" y="213360"/>
                  </a:lnTo>
                  <a:lnTo>
                    <a:pt x="29210" y="207022"/>
                  </a:lnTo>
                  <a:close/>
                </a:path>
                <a:path w="29210" h="476250">
                  <a:moveTo>
                    <a:pt x="29210" y="195592"/>
                  </a:moveTo>
                  <a:lnTo>
                    <a:pt x="0" y="195592"/>
                  </a:lnTo>
                  <a:lnTo>
                    <a:pt x="0" y="207010"/>
                  </a:lnTo>
                  <a:lnTo>
                    <a:pt x="29210" y="207010"/>
                  </a:lnTo>
                  <a:lnTo>
                    <a:pt x="29210" y="195592"/>
                  </a:lnTo>
                  <a:close/>
                </a:path>
                <a:path w="29210" h="476250">
                  <a:moveTo>
                    <a:pt x="2921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9210" y="195580"/>
                  </a:lnTo>
                  <a:lnTo>
                    <a:pt x="29210" y="189242"/>
                  </a:lnTo>
                  <a:close/>
                </a:path>
                <a:path w="29210" h="476250">
                  <a:moveTo>
                    <a:pt x="29210" y="182892"/>
                  </a:moveTo>
                  <a:lnTo>
                    <a:pt x="0" y="182892"/>
                  </a:lnTo>
                  <a:lnTo>
                    <a:pt x="0" y="189230"/>
                  </a:lnTo>
                  <a:lnTo>
                    <a:pt x="29210" y="189230"/>
                  </a:lnTo>
                  <a:lnTo>
                    <a:pt x="29210" y="182892"/>
                  </a:lnTo>
                  <a:close/>
                </a:path>
                <a:path w="29210" h="476250">
                  <a:moveTo>
                    <a:pt x="29210" y="176542"/>
                  </a:moveTo>
                  <a:lnTo>
                    <a:pt x="0" y="176542"/>
                  </a:lnTo>
                  <a:lnTo>
                    <a:pt x="0" y="182880"/>
                  </a:lnTo>
                  <a:lnTo>
                    <a:pt x="29210" y="182880"/>
                  </a:lnTo>
                  <a:lnTo>
                    <a:pt x="29210" y="176542"/>
                  </a:lnTo>
                  <a:close/>
                </a:path>
                <a:path w="29210" h="476250">
                  <a:moveTo>
                    <a:pt x="29210" y="170192"/>
                  </a:moveTo>
                  <a:lnTo>
                    <a:pt x="0" y="170192"/>
                  </a:lnTo>
                  <a:lnTo>
                    <a:pt x="0" y="176530"/>
                  </a:lnTo>
                  <a:lnTo>
                    <a:pt x="29210" y="176530"/>
                  </a:lnTo>
                  <a:lnTo>
                    <a:pt x="29210" y="170192"/>
                  </a:lnTo>
                  <a:close/>
                </a:path>
                <a:path w="29210" h="476250">
                  <a:moveTo>
                    <a:pt x="29210" y="163842"/>
                  </a:moveTo>
                  <a:lnTo>
                    <a:pt x="0" y="163842"/>
                  </a:lnTo>
                  <a:lnTo>
                    <a:pt x="0" y="170180"/>
                  </a:lnTo>
                  <a:lnTo>
                    <a:pt x="29210" y="170180"/>
                  </a:lnTo>
                  <a:lnTo>
                    <a:pt x="29210" y="163842"/>
                  </a:lnTo>
                  <a:close/>
                </a:path>
                <a:path w="29210" h="476250">
                  <a:moveTo>
                    <a:pt x="29210" y="157492"/>
                  </a:moveTo>
                  <a:lnTo>
                    <a:pt x="0" y="157492"/>
                  </a:lnTo>
                  <a:lnTo>
                    <a:pt x="0" y="163830"/>
                  </a:lnTo>
                  <a:lnTo>
                    <a:pt x="29210" y="163830"/>
                  </a:lnTo>
                  <a:lnTo>
                    <a:pt x="29210" y="157492"/>
                  </a:lnTo>
                  <a:close/>
                </a:path>
                <a:path w="29210" h="476250">
                  <a:moveTo>
                    <a:pt x="2921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9210" y="157480"/>
                  </a:lnTo>
                  <a:lnTo>
                    <a:pt x="29210" y="151142"/>
                  </a:lnTo>
                  <a:close/>
                </a:path>
                <a:path w="29210" h="476250">
                  <a:moveTo>
                    <a:pt x="29210" y="138442"/>
                  </a:moveTo>
                  <a:lnTo>
                    <a:pt x="0" y="138442"/>
                  </a:lnTo>
                  <a:lnTo>
                    <a:pt x="0" y="151130"/>
                  </a:lnTo>
                  <a:lnTo>
                    <a:pt x="29210" y="151130"/>
                  </a:lnTo>
                  <a:lnTo>
                    <a:pt x="29210" y="138442"/>
                  </a:lnTo>
                  <a:close/>
                </a:path>
                <a:path w="29210" h="476250">
                  <a:moveTo>
                    <a:pt x="29210" y="132092"/>
                  </a:moveTo>
                  <a:lnTo>
                    <a:pt x="0" y="132092"/>
                  </a:lnTo>
                  <a:lnTo>
                    <a:pt x="0" y="138430"/>
                  </a:lnTo>
                  <a:lnTo>
                    <a:pt x="29210" y="138430"/>
                  </a:lnTo>
                  <a:lnTo>
                    <a:pt x="29210" y="132092"/>
                  </a:lnTo>
                  <a:close/>
                </a:path>
                <a:path w="29210" h="476250">
                  <a:moveTo>
                    <a:pt x="29210" y="125742"/>
                  </a:moveTo>
                  <a:lnTo>
                    <a:pt x="0" y="125742"/>
                  </a:lnTo>
                  <a:lnTo>
                    <a:pt x="0" y="132080"/>
                  </a:lnTo>
                  <a:lnTo>
                    <a:pt x="29210" y="132080"/>
                  </a:lnTo>
                  <a:lnTo>
                    <a:pt x="29210" y="125742"/>
                  </a:lnTo>
                  <a:close/>
                </a:path>
                <a:path w="29210" h="476250">
                  <a:moveTo>
                    <a:pt x="29210" y="119392"/>
                  </a:moveTo>
                  <a:lnTo>
                    <a:pt x="0" y="119392"/>
                  </a:lnTo>
                  <a:lnTo>
                    <a:pt x="0" y="125730"/>
                  </a:lnTo>
                  <a:lnTo>
                    <a:pt x="29210" y="125730"/>
                  </a:lnTo>
                  <a:lnTo>
                    <a:pt x="29210" y="119392"/>
                  </a:lnTo>
                  <a:close/>
                </a:path>
                <a:path w="29210" h="476250">
                  <a:moveTo>
                    <a:pt x="29210" y="113042"/>
                  </a:moveTo>
                  <a:lnTo>
                    <a:pt x="0" y="113042"/>
                  </a:lnTo>
                  <a:lnTo>
                    <a:pt x="0" y="119380"/>
                  </a:lnTo>
                  <a:lnTo>
                    <a:pt x="29210" y="119380"/>
                  </a:lnTo>
                  <a:lnTo>
                    <a:pt x="29210" y="113042"/>
                  </a:lnTo>
                  <a:close/>
                </a:path>
                <a:path w="29210" h="476250">
                  <a:moveTo>
                    <a:pt x="29210" y="106692"/>
                  </a:moveTo>
                  <a:lnTo>
                    <a:pt x="0" y="106692"/>
                  </a:lnTo>
                  <a:lnTo>
                    <a:pt x="0" y="113030"/>
                  </a:lnTo>
                  <a:lnTo>
                    <a:pt x="29210" y="113030"/>
                  </a:lnTo>
                  <a:lnTo>
                    <a:pt x="29210" y="106692"/>
                  </a:lnTo>
                  <a:close/>
                </a:path>
                <a:path w="29210" h="476250">
                  <a:moveTo>
                    <a:pt x="29210" y="100342"/>
                  </a:moveTo>
                  <a:lnTo>
                    <a:pt x="0" y="100342"/>
                  </a:lnTo>
                  <a:lnTo>
                    <a:pt x="0" y="106680"/>
                  </a:lnTo>
                  <a:lnTo>
                    <a:pt x="29210" y="106680"/>
                  </a:lnTo>
                  <a:lnTo>
                    <a:pt x="29210" y="100342"/>
                  </a:lnTo>
                  <a:close/>
                </a:path>
                <a:path w="29210" h="476250">
                  <a:moveTo>
                    <a:pt x="2921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9210" y="100330"/>
                  </a:lnTo>
                  <a:lnTo>
                    <a:pt x="29210" y="93992"/>
                  </a:lnTo>
                  <a:close/>
                </a:path>
                <a:path w="29210" h="476250">
                  <a:moveTo>
                    <a:pt x="2921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9210" y="93980"/>
                  </a:lnTo>
                  <a:lnTo>
                    <a:pt x="29210" y="87642"/>
                  </a:lnTo>
                  <a:close/>
                </a:path>
                <a:path w="29210" h="476250">
                  <a:moveTo>
                    <a:pt x="29210" y="81292"/>
                  </a:moveTo>
                  <a:lnTo>
                    <a:pt x="0" y="81292"/>
                  </a:lnTo>
                  <a:lnTo>
                    <a:pt x="0" y="87630"/>
                  </a:lnTo>
                  <a:lnTo>
                    <a:pt x="29210" y="87630"/>
                  </a:lnTo>
                  <a:lnTo>
                    <a:pt x="29210" y="81292"/>
                  </a:lnTo>
                  <a:close/>
                </a:path>
                <a:path w="29210" h="476250">
                  <a:moveTo>
                    <a:pt x="29210" y="68592"/>
                  </a:moveTo>
                  <a:lnTo>
                    <a:pt x="0" y="68592"/>
                  </a:lnTo>
                  <a:lnTo>
                    <a:pt x="0" y="81280"/>
                  </a:lnTo>
                  <a:lnTo>
                    <a:pt x="29210" y="81280"/>
                  </a:lnTo>
                  <a:lnTo>
                    <a:pt x="29210" y="68592"/>
                  </a:lnTo>
                  <a:close/>
                </a:path>
                <a:path w="29210" h="476250">
                  <a:moveTo>
                    <a:pt x="29210" y="62242"/>
                  </a:moveTo>
                  <a:lnTo>
                    <a:pt x="0" y="62242"/>
                  </a:lnTo>
                  <a:lnTo>
                    <a:pt x="0" y="68580"/>
                  </a:lnTo>
                  <a:lnTo>
                    <a:pt x="29210" y="68580"/>
                  </a:lnTo>
                  <a:lnTo>
                    <a:pt x="29210" y="62242"/>
                  </a:lnTo>
                  <a:close/>
                </a:path>
                <a:path w="29210" h="476250">
                  <a:moveTo>
                    <a:pt x="29210" y="55892"/>
                  </a:moveTo>
                  <a:lnTo>
                    <a:pt x="0" y="55892"/>
                  </a:lnTo>
                  <a:lnTo>
                    <a:pt x="0" y="62230"/>
                  </a:lnTo>
                  <a:lnTo>
                    <a:pt x="29210" y="62230"/>
                  </a:lnTo>
                  <a:lnTo>
                    <a:pt x="29210" y="55892"/>
                  </a:lnTo>
                  <a:close/>
                </a:path>
                <a:path w="29210" h="476250">
                  <a:moveTo>
                    <a:pt x="29210" y="49542"/>
                  </a:moveTo>
                  <a:lnTo>
                    <a:pt x="0" y="49542"/>
                  </a:lnTo>
                  <a:lnTo>
                    <a:pt x="0" y="55880"/>
                  </a:lnTo>
                  <a:lnTo>
                    <a:pt x="29210" y="55880"/>
                  </a:lnTo>
                  <a:lnTo>
                    <a:pt x="29210" y="49542"/>
                  </a:lnTo>
                  <a:close/>
                </a:path>
                <a:path w="29210" h="476250">
                  <a:moveTo>
                    <a:pt x="2921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9210" y="49530"/>
                  </a:lnTo>
                  <a:lnTo>
                    <a:pt x="29210" y="43192"/>
                  </a:lnTo>
                  <a:close/>
                </a:path>
                <a:path w="29210" h="476250">
                  <a:moveTo>
                    <a:pt x="2921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9210" y="43180"/>
                  </a:lnTo>
                  <a:lnTo>
                    <a:pt x="29210" y="36842"/>
                  </a:lnTo>
                  <a:close/>
                </a:path>
                <a:path w="29210" h="476250">
                  <a:moveTo>
                    <a:pt x="2921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9210" y="36830"/>
                  </a:lnTo>
                  <a:lnTo>
                    <a:pt x="29210" y="30492"/>
                  </a:lnTo>
                  <a:close/>
                </a:path>
                <a:path w="29210" h="476250">
                  <a:moveTo>
                    <a:pt x="29210" y="24142"/>
                  </a:moveTo>
                  <a:lnTo>
                    <a:pt x="0" y="24142"/>
                  </a:lnTo>
                  <a:lnTo>
                    <a:pt x="0" y="30480"/>
                  </a:lnTo>
                  <a:lnTo>
                    <a:pt x="29210" y="30480"/>
                  </a:lnTo>
                  <a:lnTo>
                    <a:pt x="29210" y="24142"/>
                  </a:lnTo>
                  <a:close/>
                </a:path>
                <a:path w="29210" h="476250">
                  <a:moveTo>
                    <a:pt x="292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9210" y="24130"/>
                  </a:lnTo>
                  <a:lnTo>
                    <a:pt x="29210" y="17792"/>
                  </a:lnTo>
                  <a:close/>
                </a:path>
                <a:path w="29210" h="476250">
                  <a:moveTo>
                    <a:pt x="29210" y="5092"/>
                  </a:moveTo>
                  <a:lnTo>
                    <a:pt x="0" y="5092"/>
                  </a:lnTo>
                  <a:lnTo>
                    <a:pt x="0" y="17780"/>
                  </a:lnTo>
                  <a:lnTo>
                    <a:pt x="29210" y="17780"/>
                  </a:lnTo>
                  <a:lnTo>
                    <a:pt x="29210" y="5092"/>
                  </a:lnTo>
                  <a:close/>
                </a:path>
                <a:path w="29210" h="476250">
                  <a:moveTo>
                    <a:pt x="292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9210" y="5080"/>
                  </a:lnTo>
                  <a:lnTo>
                    <a:pt x="29210" y="0"/>
                  </a:lnTo>
                  <a:close/>
                </a:path>
              </a:pathLst>
            </a:custGeom>
            <a:solidFill>
              <a:srgbClr val="1F3F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3" name="object 3733"/>
            <p:cNvSpPr/>
            <p:nvPr/>
          </p:nvSpPr>
          <p:spPr>
            <a:xfrm>
              <a:off x="4210050" y="5500382"/>
              <a:ext cx="29209" cy="181610"/>
            </a:xfrm>
            <a:custGeom>
              <a:avLst/>
              <a:gdLst/>
              <a:ahLst/>
              <a:cxnLst/>
              <a:rect l="l" t="t" r="r" b="b"/>
              <a:pathLst>
                <a:path w="29210" h="181610">
                  <a:moveTo>
                    <a:pt x="29210" y="180340"/>
                  </a:moveTo>
                  <a:lnTo>
                    <a:pt x="0" y="180340"/>
                  </a:lnTo>
                  <a:lnTo>
                    <a:pt x="0" y="181597"/>
                  </a:lnTo>
                  <a:lnTo>
                    <a:pt x="29210" y="181597"/>
                  </a:lnTo>
                  <a:lnTo>
                    <a:pt x="29210" y="180340"/>
                  </a:lnTo>
                  <a:close/>
                </a:path>
                <a:path w="29210" h="181610">
                  <a:moveTo>
                    <a:pt x="29210" y="173990"/>
                  </a:moveTo>
                  <a:lnTo>
                    <a:pt x="0" y="173990"/>
                  </a:lnTo>
                  <a:lnTo>
                    <a:pt x="0" y="180327"/>
                  </a:lnTo>
                  <a:lnTo>
                    <a:pt x="29210" y="180327"/>
                  </a:lnTo>
                  <a:lnTo>
                    <a:pt x="29210" y="173990"/>
                  </a:lnTo>
                  <a:close/>
                </a:path>
                <a:path w="29210" h="181610">
                  <a:moveTo>
                    <a:pt x="29210" y="171450"/>
                  </a:moveTo>
                  <a:lnTo>
                    <a:pt x="0" y="171450"/>
                  </a:lnTo>
                  <a:lnTo>
                    <a:pt x="0" y="173977"/>
                  </a:lnTo>
                  <a:lnTo>
                    <a:pt x="29210" y="173977"/>
                  </a:lnTo>
                  <a:lnTo>
                    <a:pt x="29210" y="171450"/>
                  </a:lnTo>
                  <a:close/>
                </a:path>
                <a:path w="29210" h="181610">
                  <a:moveTo>
                    <a:pt x="29210" y="167640"/>
                  </a:moveTo>
                  <a:lnTo>
                    <a:pt x="0" y="167640"/>
                  </a:lnTo>
                  <a:lnTo>
                    <a:pt x="0" y="171437"/>
                  </a:lnTo>
                  <a:lnTo>
                    <a:pt x="29210" y="171437"/>
                  </a:lnTo>
                  <a:lnTo>
                    <a:pt x="29210" y="167640"/>
                  </a:lnTo>
                  <a:close/>
                </a:path>
                <a:path w="29210" h="181610">
                  <a:moveTo>
                    <a:pt x="29210" y="165100"/>
                  </a:moveTo>
                  <a:lnTo>
                    <a:pt x="0" y="165100"/>
                  </a:lnTo>
                  <a:lnTo>
                    <a:pt x="0" y="167627"/>
                  </a:lnTo>
                  <a:lnTo>
                    <a:pt x="29210" y="167627"/>
                  </a:lnTo>
                  <a:lnTo>
                    <a:pt x="29210" y="165100"/>
                  </a:lnTo>
                  <a:close/>
                </a:path>
                <a:path w="29210" h="181610">
                  <a:moveTo>
                    <a:pt x="29210" y="161290"/>
                  </a:moveTo>
                  <a:lnTo>
                    <a:pt x="0" y="161290"/>
                  </a:lnTo>
                  <a:lnTo>
                    <a:pt x="0" y="165087"/>
                  </a:lnTo>
                  <a:lnTo>
                    <a:pt x="29210" y="165087"/>
                  </a:lnTo>
                  <a:lnTo>
                    <a:pt x="29210" y="161290"/>
                  </a:lnTo>
                  <a:close/>
                </a:path>
                <a:path w="29210" h="181610">
                  <a:moveTo>
                    <a:pt x="29210" y="154940"/>
                  </a:moveTo>
                  <a:lnTo>
                    <a:pt x="0" y="154940"/>
                  </a:lnTo>
                  <a:lnTo>
                    <a:pt x="0" y="161277"/>
                  </a:lnTo>
                  <a:lnTo>
                    <a:pt x="29210" y="161277"/>
                  </a:lnTo>
                  <a:lnTo>
                    <a:pt x="29210" y="154940"/>
                  </a:lnTo>
                  <a:close/>
                </a:path>
                <a:path w="29210" h="181610">
                  <a:moveTo>
                    <a:pt x="29210" y="152400"/>
                  </a:moveTo>
                  <a:lnTo>
                    <a:pt x="0" y="152400"/>
                  </a:lnTo>
                  <a:lnTo>
                    <a:pt x="0" y="154927"/>
                  </a:lnTo>
                  <a:lnTo>
                    <a:pt x="29210" y="154927"/>
                  </a:lnTo>
                  <a:lnTo>
                    <a:pt x="29210" y="152400"/>
                  </a:lnTo>
                  <a:close/>
                </a:path>
                <a:path w="29210" h="181610">
                  <a:moveTo>
                    <a:pt x="29210" y="148590"/>
                  </a:moveTo>
                  <a:lnTo>
                    <a:pt x="0" y="148590"/>
                  </a:lnTo>
                  <a:lnTo>
                    <a:pt x="0" y="152387"/>
                  </a:lnTo>
                  <a:lnTo>
                    <a:pt x="29210" y="152387"/>
                  </a:lnTo>
                  <a:lnTo>
                    <a:pt x="29210" y="148590"/>
                  </a:lnTo>
                  <a:close/>
                </a:path>
                <a:path w="29210" h="181610">
                  <a:moveTo>
                    <a:pt x="29210" y="146050"/>
                  </a:moveTo>
                  <a:lnTo>
                    <a:pt x="0" y="146050"/>
                  </a:lnTo>
                  <a:lnTo>
                    <a:pt x="0" y="148577"/>
                  </a:lnTo>
                  <a:lnTo>
                    <a:pt x="29210" y="148577"/>
                  </a:lnTo>
                  <a:lnTo>
                    <a:pt x="29210" y="146050"/>
                  </a:lnTo>
                  <a:close/>
                </a:path>
                <a:path w="29210" h="181610">
                  <a:moveTo>
                    <a:pt x="29210" y="142240"/>
                  </a:moveTo>
                  <a:lnTo>
                    <a:pt x="0" y="142240"/>
                  </a:lnTo>
                  <a:lnTo>
                    <a:pt x="0" y="146037"/>
                  </a:lnTo>
                  <a:lnTo>
                    <a:pt x="29210" y="146037"/>
                  </a:lnTo>
                  <a:lnTo>
                    <a:pt x="29210" y="142240"/>
                  </a:lnTo>
                  <a:close/>
                </a:path>
                <a:path w="29210" h="181610">
                  <a:moveTo>
                    <a:pt x="29210" y="135890"/>
                  </a:moveTo>
                  <a:lnTo>
                    <a:pt x="0" y="135890"/>
                  </a:lnTo>
                  <a:lnTo>
                    <a:pt x="0" y="142227"/>
                  </a:lnTo>
                  <a:lnTo>
                    <a:pt x="29210" y="142227"/>
                  </a:lnTo>
                  <a:lnTo>
                    <a:pt x="29210" y="135890"/>
                  </a:lnTo>
                  <a:close/>
                </a:path>
                <a:path w="29210" h="181610">
                  <a:moveTo>
                    <a:pt x="29210" y="133350"/>
                  </a:moveTo>
                  <a:lnTo>
                    <a:pt x="0" y="133350"/>
                  </a:lnTo>
                  <a:lnTo>
                    <a:pt x="0" y="135877"/>
                  </a:lnTo>
                  <a:lnTo>
                    <a:pt x="29210" y="135877"/>
                  </a:lnTo>
                  <a:lnTo>
                    <a:pt x="29210" y="133350"/>
                  </a:lnTo>
                  <a:close/>
                </a:path>
                <a:path w="29210" h="181610">
                  <a:moveTo>
                    <a:pt x="29210" y="129540"/>
                  </a:moveTo>
                  <a:lnTo>
                    <a:pt x="0" y="129540"/>
                  </a:lnTo>
                  <a:lnTo>
                    <a:pt x="0" y="133337"/>
                  </a:lnTo>
                  <a:lnTo>
                    <a:pt x="29210" y="133337"/>
                  </a:lnTo>
                  <a:lnTo>
                    <a:pt x="29210" y="129540"/>
                  </a:lnTo>
                  <a:close/>
                </a:path>
                <a:path w="29210" h="181610">
                  <a:moveTo>
                    <a:pt x="29210" y="127000"/>
                  </a:moveTo>
                  <a:lnTo>
                    <a:pt x="0" y="127000"/>
                  </a:lnTo>
                  <a:lnTo>
                    <a:pt x="0" y="129527"/>
                  </a:lnTo>
                  <a:lnTo>
                    <a:pt x="29210" y="129527"/>
                  </a:lnTo>
                  <a:lnTo>
                    <a:pt x="29210" y="127000"/>
                  </a:lnTo>
                  <a:close/>
                </a:path>
                <a:path w="29210" h="181610">
                  <a:moveTo>
                    <a:pt x="29210" y="120650"/>
                  </a:moveTo>
                  <a:lnTo>
                    <a:pt x="0" y="120650"/>
                  </a:lnTo>
                  <a:lnTo>
                    <a:pt x="0" y="126987"/>
                  </a:lnTo>
                  <a:lnTo>
                    <a:pt x="29210" y="126987"/>
                  </a:lnTo>
                  <a:lnTo>
                    <a:pt x="29210" y="120650"/>
                  </a:lnTo>
                  <a:close/>
                </a:path>
                <a:path w="29210" h="181610">
                  <a:moveTo>
                    <a:pt x="2921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29210" y="120637"/>
                  </a:lnTo>
                  <a:lnTo>
                    <a:pt x="29210" y="114300"/>
                  </a:lnTo>
                  <a:close/>
                </a:path>
                <a:path w="29210" h="181610">
                  <a:moveTo>
                    <a:pt x="29210" y="110490"/>
                  </a:moveTo>
                  <a:lnTo>
                    <a:pt x="0" y="110490"/>
                  </a:lnTo>
                  <a:lnTo>
                    <a:pt x="0" y="114287"/>
                  </a:lnTo>
                  <a:lnTo>
                    <a:pt x="29210" y="114287"/>
                  </a:lnTo>
                  <a:lnTo>
                    <a:pt x="29210" y="110490"/>
                  </a:lnTo>
                  <a:close/>
                </a:path>
                <a:path w="29210" h="181610">
                  <a:moveTo>
                    <a:pt x="29210" y="107950"/>
                  </a:moveTo>
                  <a:lnTo>
                    <a:pt x="0" y="107950"/>
                  </a:lnTo>
                  <a:lnTo>
                    <a:pt x="0" y="110477"/>
                  </a:lnTo>
                  <a:lnTo>
                    <a:pt x="29210" y="110477"/>
                  </a:lnTo>
                  <a:lnTo>
                    <a:pt x="29210" y="107950"/>
                  </a:lnTo>
                  <a:close/>
                </a:path>
                <a:path w="29210" h="181610">
                  <a:moveTo>
                    <a:pt x="29210" y="104140"/>
                  </a:moveTo>
                  <a:lnTo>
                    <a:pt x="0" y="104140"/>
                  </a:lnTo>
                  <a:lnTo>
                    <a:pt x="0" y="107937"/>
                  </a:lnTo>
                  <a:lnTo>
                    <a:pt x="29210" y="107937"/>
                  </a:lnTo>
                  <a:lnTo>
                    <a:pt x="29210" y="104140"/>
                  </a:lnTo>
                  <a:close/>
                </a:path>
                <a:path w="29210" h="181610">
                  <a:moveTo>
                    <a:pt x="29210" y="101600"/>
                  </a:moveTo>
                  <a:lnTo>
                    <a:pt x="0" y="101600"/>
                  </a:lnTo>
                  <a:lnTo>
                    <a:pt x="0" y="104127"/>
                  </a:lnTo>
                  <a:lnTo>
                    <a:pt x="29210" y="104127"/>
                  </a:lnTo>
                  <a:lnTo>
                    <a:pt x="29210" y="101600"/>
                  </a:lnTo>
                  <a:close/>
                </a:path>
                <a:path w="29210" h="181610">
                  <a:moveTo>
                    <a:pt x="29210" y="97790"/>
                  </a:moveTo>
                  <a:lnTo>
                    <a:pt x="0" y="97790"/>
                  </a:lnTo>
                  <a:lnTo>
                    <a:pt x="0" y="101587"/>
                  </a:lnTo>
                  <a:lnTo>
                    <a:pt x="29210" y="101587"/>
                  </a:lnTo>
                  <a:lnTo>
                    <a:pt x="29210" y="97790"/>
                  </a:lnTo>
                  <a:close/>
                </a:path>
                <a:path w="29210" h="181610">
                  <a:moveTo>
                    <a:pt x="29210" y="95250"/>
                  </a:moveTo>
                  <a:lnTo>
                    <a:pt x="0" y="95250"/>
                  </a:lnTo>
                  <a:lnTo>
                    <a:pt x="0" y="97777"/>
                  </a:lnTo>
                  <a:lnTo>
                    <a:pt x="29210" y="97777"/>
                  </a:lnTo>
                  <a:lnTo>
                    <a:pt x="29210" y="95250"/>
                  </a:lnTo>
                  <a:close/>
                </a:path>
                <a:path w="29210" h="181610">
                  <a:moveTo>
                    <a:pt x="29210" y="91440"/>
                  </a:moveTo>
                  <a:lnTo>
                    <a:pt x="0" y="91440"/>
                  </a:lnTo>
                  <a:lnTo>
                    <a:pt x="0" y="95237"/>
                  </a:lnTo>
                  <a:lnTo>
                    <a:pt x="29210" y="95237"/>
                  </a:lnTo>
                  <a:lnTo>
                    <a:pt x="29210" y="91440"/>
                  </a:lnTo>
                  <a:close/>
                </a:path>
                <a:path w="29210" h="181610">
                  <a:moveTo>
                    <a:pt x="29210" y="82550"/>
                  </a:moveTo>
                  <a:lnTo>
                    <a:pt x="0" y="82550"/>
                  </a:lnTo>
                  <a:lnTo>
                    <a:pt x="0" y="91427"/>
                  </a:lnTo>
                  <a:lnTo>
                    <a:pt x="29210" y="91427"/>
                  </a:lnTo>
                  <a:lnTo>
                    <a:pt x="29210" y="82550"/>
                  </a:lnTo>
                  <a:close/>
                </a:path>
                <a:path w="29210" h="181610">
                  <a:moveTo>
                    <a:pt x="29210" y="72390"/>
                  </a:moveTo>
                  <a:lnTo>
                    <a:pt x="0" y="72390"/>
                  </a:lnTo>
                  <a:lnTo>
                    <a:pt x="0" y="82537"/>
                  </a:lnTo>
                  <a:lnTo>
                    <a:pt x="29210" y="82537"/>
                  </a:lnTo>
                  <a:lnTo>
                    <a:pt x="29210" y="72390"/>
                  </a:lnTo>
                  <a:close/>
                </a:path>
                <a:path w="29210" h="181610">
                  <a:moveTo>
                    <a:pt x="29210" y="63500"/>
                  </a:moveTo>
                  <a:lnTo>
                    <a:pt x="0" y="63500"/>
                  </a:lnTo>
                  <a:lnTo>
                    <a:pt x="0" y="72377"/>
                  </a:lnTo>
                  <a:lnTo>
                    <a:pt x="29210" y="72377"/>
                  </a:lnTo>
                  <a:lnTo>
                    <a:pt x="29210" y="63500"/>
                  </a:lnTo>
                  <a:close/>
                </a:path>
                <a:path w="29210" h="181610">
                  <a:moveTo>
                    <a:pt x="29210" y="53340"/>
                  </a:moveTo>
                  <a:lnTo>
                    <a:pt x="0" y="53340"/>
                  </a:lnTo>
                  <a:lnTo>
                    <a:pt x="0" y="63487"/>
                  </a:lnTo>
                  <a:lnTo>
                    <a:pt x="29210" y="63487"/>
                  </a:lnTo>
                  <a:lnTo>
                    <a:pt x="29210" y="53340"/>
                  </a:lnTo>
                  <a:close/>
                </a:path>
                <a:path w="29210" h="181610">
                  <a:moveTo>
                    <a:pt x="29210" y="50800"/>
                  </a:moveTo>
                  <a:lnTo>
                    <a:pt x="0" y="50800"/>
                  </a:lnTo>
                  <a:lnTo>
                    <a:pt x="0" y="53327"/>
                  </a:lnTo>
                  <a:lnTo>
                    <a:pt x="29210" y="53327"/>
                  </a:lnTo>
                  <a:lnTo>
                    <a:pt x="29210" y="50800"/>
                  </a:lnTo>
                  <a:close/>
                </a:path>
                <a:path w="29210" h="181610">
                  <a:moveTo>
                    <a:pt x="29210" y="46990"/>
                  </a:moveTo>
                  <a:lnTo>
                    <a:pt x="0" y="46990"/>
                  </a:lnTo>
                  <a:lnTo>
                    <a:pt x="0" y="50787"/>
                  </a:lnTo>
                  <a:lnTo>
                    <a:pt x="29210" y="50787"/>
                  </a:lnTo>
                  <a:lnTo>
                    <a:pt x="29210" y="46990"/>
                  </a:lnTo>
                  <a:close/>
                </a:path>
                <a:path w="29210" h="181610">
                  <a:moveTo>
                    <a:pt x="29210" y="40640"/>
                  </a:moveTo>
                  <a:lnTo>
                    <a:pt x="0" y="40640"/>
                  </a:lnTo>
                  <a:lnTo>
                    <a:pt x="0" y="46977"/>
                  </a:lnTo>
                  <a:lnTo>
                    <a:pt x="29210" y="46977"/>
                  </a:lnTo>
                  <a:lnTo>
                    <a:pt x="29210" y="40640"/>
                  </a:lnTo>
                  <a:close/>
                </a:path>
                <a:path w="29210" h="181610">
                  <a:moveTo>
                    <a:pt x="29210" y="34290"/>
                  </a:moveTo>
                  <a:lnTo>
                    <a:pt x="0" y="34290"/>
                  </a:lnTo>
                  <a:lnTo>
                    <a:pt x="0" y="40627"/>
                  </a:lnTo>
                  <a:lnTo>
                    <a:pt x="29210" y="40627"/>
                  </a:lnTo>
                  <a:lnTo>
                    <a:pt x="29210" y="34290"/>
                  </a:lnTo>
                  <a:close/>
                </a:path>
                <a:path w="29210" h="181610">
                  <a:moveTo>
                    <a:pt x="29210" y="27940"/>
                  </a:moveTo>
                  <a:lnTo>
                    <a:pt x="0" y="27940"/>
                  </a:lnTo>
                  <a:lnTo>
                    <a:pt x="0" y="34277"/>
                  </a:lnTo>
                  <a:lnTo>
                    <a:pt x="29210" y="34277"/>
                  </a:lnTo>
                  <a:lnTo>
                    <a:pt x="29210" y="27940"/>
                  </a:lnTo>
                  <a:close/>
                </a:path>
                <a:path w="29210" h="181610">
                  <a:moveTo>
                    <a:pt x="29210" y="25400"/>
                  </a:moveTo>
                  <a:lnTo>
                    <a:pt x="0" y="25400"/>
                  </a:lnTo>
                  <a:lnTo>
                    <a:pt x="0" y="27927"/>
                  </a:lnTo>
                  <a:lnTo>
                    <a:pt x="29210" y="27927"/>
                  </a:lnTo>
                  <a:lnTo>
                    <a:pt x="29210" y="25400"/>
                  </a:lnTo>
                  <a:close/>
                </a:path>
                <a:path w="29210" h="181610">
                  <a:moveTo>
                    <a:pt x="2921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29210" y="25387"/>
                  </a:lnTo>
                  <a:lnTo>
                    <a:pt x="29210" y="21590"/>
                  </a:lnTo>
                  <a:close/>
                </a:path>
                <a:path w="29210" h="181610">
                  <a:moveTo>
                    <a:pt x="29210" y="15240"/>
                  </a:moveTo>
                  <a:lnTo>
                    <a:pt x="0" y="15240"/>
                  </a:lnTo>
                  <a:lnTo>
                    <a:pt x="0" y="21577"/>
                  </a:lnTo>
                  <a:lnTo>
                    <a:pt x="29210" y="21577"/>
                  </a:lnTo>
                  <a:lnTo>
                    <a:pt x="29210" y="15240"/>
                  </a:lnTo>
                  <a:close/>
                </a:path>
                <a:path w="29210" h="181610">
                  <a:moveTo>
                    <a:pt x="292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9210" y="15227"/>
                  </a:lnTo>
                  <a:lnTo>
                    <a:pt x="29210" y="12700"/>
                  </a:lnTo>
                  <a:close/>
                </a:path>
                <a:path w="29210" h="181610">
                  <a:moveTo>
                    <a:pt x="292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9210" y="12687"/>
                  </a:lnTo>
                  <a:lnTo>
                    <a:pt x="29210" y="8890"/>
                  </a:lnTo>
                  <a:close/>
                </a:path>
                <a:path w="29210" h="181610">
                  <a:moveTo>
                    <a:pt x="29210" y="0"/>
                  </a:moveTo>
                  <a:lnTo>
                    <a:pt x="0" y="0"/>
                  </a:lnTo>
                  <a:lnTo>
                    <a:pt x="0" y="8877"/>
                  </a:lnTo>
                  <a:lnTo>
                    <a:pt x="29210" y="8877"/>
                  </a:lnTo>
                  <a:lnTo>
                    <a:pt x="29210" y="0"/>
                  </a:lnTo>
                  <a:close/>
                </a:path>
              </a:pathLst>
            </a:custGeom>
            <a:solidFill>
              <a:srgbClr val="1F3F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4" name="object 3734"/>
            <p:cNvSpPr/>
            <p:nvPr/>
          </p:nvSpPr>
          <p:spPr>
            <a:xfrm>
              <a:off x="4239260" y="5033010"/>
              <a:ext cx="27940" cy="476250"/>
            </a:xfrm>
            <a:custGeom>
              <a:avLst/>
              <a:gdLst/>
              <a:ahLst/>
              <a:cxnLst/>
              <a:rect l="l" t="t" r="r" b="b"/>
              <a:pathLst>
                <a:path w="27939" h="476250">
                  <a:moveTo>
                    <a:pt x="27940" y="467372"/>
                  </a:moveTo>
                  <a:lnTo>
                    <a:pt x="0" y="467372"/>
                  </a:lnTo>
                  <a:lnTo>
                    <a:pt x="0" y="476250"/>
                  </a:lnTo>
                  <a:lnTo>
                    <a:pt x="27940" y="476250"/>
                  </a:lnTo>
                  <a:lnTo>
                    <a:pt x="27940" y="467372"/>
                  </a:lnTo>
                  <a:close/>
                </a:path>
                <a:path w="27939" h="476250">
                  <a:moveTo>
                    <a:pt x="27940" y="463562"/>
                  </a:moveTo>
                  <a:lnTo>
                    <a:pt x="0" y="463562"/>
                  </a:lnTo>
                  <a:lnTo>
                    <a:pt x="0" y="467360"/>
                  </a:lnTo>
                  <a:lnTo>
                    <a:pt x="27940" y="467360"/>
                  </a:lnTo>
                  <a:lnTo>
                    <a:pt x="27940" y="463562"/>
                  </a:lnTo>
                  <a:close/>
                </a:path>
                <a:path w="27939" h="476250">
                  <a:moveTo>
                    <a:pt x="27940" y="461022"/>
                  </a:moveTo>
                  <a:lnTo>
                    <a:pt x="0" y="461022"/>
                  </a:lnTo>
                  <a:lnTo>
                    <a:pt x="0" y="463550"/>
                  </a:lnTo>
                  <a:lnTo>
                    <a:pt x="27940" y="463550"/>
                  </a:lnTo>
                  <a:lnTo>
                    <a:pt x="27940" y="461022"/>
                  </a:lnTo>
                  <a:close/>
                </a:path>
                <a:path w="27939" h="476250">
                  <a:moveTo>
                    <a:pt x="27940" y="457212"/>
                  </a:moveTo>
                  <a:lnTo>
                    <a:pt x="0" y="457212"/>
                  </a:lnTo>
                  <a:lnTo>
                    <a:pt x="0" y="461010"/>
                  </a:lnTo>
                  <a:lnTo>
                    <a:pt x="27940" y="461010"/>
                  </a:lnTo>
                  <a:lnTo>
                    <a:pt x="27940" y="457212"/>
                  </a:lnTo>
                  <a:close/>
                </a:path>
                <a:path w="27939" h="476250">
                  <a:moveTo>
                    <a:pt x="27940" y="448322"/>
                  </a:moveTo>
                  <a:lnTo>
                    <a:pt x="0" y="448322"/>
                  </a:lnTo>
                  <a:lnTo>
                    <a:pt x="0" y="457200"/>
                  </a:lnTo>
                  <a:lnTo>
                    <a:pt x="27940" y="457200"/>
                  </a:lnTo>
                  <a:lnTo>
                    <a:pt x="27940" y="448322"/>
                  </a:lnTo>
                  <a:close/>
                </a:path>
                <a:path w="27939" h="476250">
                  <a:moveTo>
                    <a:pt x="27940" y="429272"/>
                  </a:moveTo>
                  <a:lnTo>
                    <a:pt x="0" y="429272"/>
                  </a:lnTo>
                  <a:lnTo>
                    <a:pt x="0" y="448310"/>
                  </a:lnTo>
                  <a:lnTo>
                    <a:pt x="27940" y="448310"/>
                  </a:lnTo>
                  <a:lnTo>
                    <a:pt x="27940" y="429272"/>
                  </a:lnTo>
                  <a:close/>
                </a:path>
                <a:path w="27939" h="476250">
                  <a:moveTo>
                    <a:pt x="27940" y="422922"/>
                  </a:moveTo>
                  <a:lnTo>
                    <a:pt x="0" y="422922"/>
                  </a:lnTo>
                  <a:lnTo>
                    <a:pt x="0" y="429260"/>
                  </a:lnTo>
                  <a:lnTo>
                    <a:pt x="27940" y="429260"/>
                  </a:lnTo>
                  <a:lnTo>
                    <a:pt x="27940" y="422922"/>
                  </a:lnTo>
                  <a:close/>
                </a:path>
                <a:path w="27939" h="476250">
                  <a:moveTo>
                    <a:pt x="27940" y="416572"/>
                  </a:moveTo>
                  <a:lnTo>
                    <a:pt x="0" y="416572"/>
                  </a:lnTo>
                  <a:lnTo>
                    <a:pt x="0" y="422910"/>
                  </a:lnTo>
                  <a:lnTo>
                    <a:pt x="27940" y="422910"/>
                  </a:lnTo>
                  <a:lnTo>
                    <a:pt x="27940" y="416572"/>
                  </a:lnTo>
                  <a:close/>
                </a:path>
                <a:path w="27939" h="476250">
                  <a:moveTo>
                    <a:pt x="27940" y="412762"/>
                  </a:moveTo>
                  <a:lnTo>
                    <a:pt x="0" y="412762"/>
                  </a:lnTo>
                  <a:lnTo>
                    <a:pt x="0" y="416560"/>
                  </a:lnTo>
                  <a:lnTo>
                    <a:pt x="27940" y="416560"/>
                  </a:lnTo>
                  <a:lnTo>
                    <a:pt x="27940" y="412762"/>
                  </a:lnTo>
                  <a:close/>
                </a:path>
                <a:path w="27939" h="476250">
                  <a:moveTo>
                    <a:pt x="27940" y="410222"/>
                  </a:moveTo>
                  <a:lnTo>
                    <a:pt x="0" y="410222"/>
                  </a:lnTo>
                  <a:lnTo>
                    <a:pt x="0" y="412750"/>
                  </a:lnTo>
                  <a:lnTo>
                    <a:pt x="27940" y="412750"/>
                  </a:lnTo>
                  <a:lnTo>
                    <a:pt x="27940" y="410222"/>
                  </a:lnTo>
                  <a:close/>
                </a:path>
                <a:path w="27939" h="476250">
                  <a:moveTo>
                    <a:pt x="27940" y="406412"/>
                  </a:moveTo>
                  <a:lnTo>
                    <a:pt x="0" y="406412"/>
                  </a:lnTo>
                  <a:lnTo>
                    <a:pt x="0" y="410210"/>
                  </a:lnTo>
                  <a:lnTo>
                    <a:pt x="27940" y="410210"/>
                  </a:lnTo>
                  <a:lnTo>
                    <a:pt x="27940" y="406412"/>
                  </a:lnTo>
                  <a:close/>
                </a:path>
                <a:path w="27939" h="476250">
                  <a:moveTo>
                    <a:pt x="27940" y="403872"/>
                  </a:moveTo>
                  <a:lnTo>
                    <a:pt x="0" y="403872"/>
                  </a:lnTo>
                  <a:lnTo>
                    <a:pt x="0" y="406400"/>
                  </a:lnTo>
                  <a:lnTo>
                    <a:pt x="27940" y="406400"/>
                  </a:lnTo>
                  <a:lnTo>
                    <a:pt x="27940" y="403872"/>
                  </a:lnTo>
                  <a:close/>
                </a:path>
                <a:path w="27939" h="476250">
                  <a:moveTo>
                    <a:pt x="27940" y="397522"/>
                  </a:moveTo>
                  <a:lnTo>
                    <a:pt x="0" y="397522"/>
                  </a:lnTo>
                  <a:lnTo>
                    <a:pt x="0" y="403860"/>
                  </a:lnTo>
                  <a:lnTo>
                    <a:pt x="27940" y="403860"/>
                  </a:lnTo>
                  <a:lnTo>
                    <a:pt x="27940" y="397522"/>
                  </a:lnTo>
                  <a:close/>
                </a:path>
                <a:path w="27939" h="476250">
                  <a:moveTo>
                    <a:pt x="27940" y="393712"/>
                  </a:moveTo>
                  <a:lnTo>
                    <a:pt x="0" y="393712"/>
                  </a:lnTo>
                  <a:lnTo>
                    <a:pt x="0" y="397510"/>
                  </a:lnTo>
                  <a:lnTo>
                    <a:pt x="27940" y="397510"/>
                  </a:lnTo>
                  <a:lnTo>
                    <a:pt x="27940" y="393712"/>
                  </a:lnTo>
                  <a:close/>
                </a:path>
                <a:path w="27939" h="476250">
                  <a:moveTo>
                    <a:pt x="27940" y="391172"/>
                  </a:moveTo>
                  <a:lnTo>
                    <a:pt x="0" y="391172"/>
                  </a:lnTo>
                  <a:lnTo>
                    <a:pt x="0" y="393700"/>
                  </a:lnTo>
                  <a:lnTo>
                    <a:pt x="27940" y="393700"/>
                  </a:lnTo>
                  <a:lnTo>
                    <a:pt x="27940" y="391172"/>
                  </a:lnTo>
                  <a:close/>
                </a:path>
                <a:path w="27939" h="476250">
                  <a:moveTo>
                    <a:pt x="27940" y="387362"/>
                  </a:moveTo>
                  <a:lnTo>
                    <a:pt x="0" y="387362"/>
                  </a:lnTo>
                  <a:lnTo>
                    <a:pt x="0" y="391160"/>
                  </a:lnTo>
                  <a:lnTo>
                    <a:pt x="27940" y="391160"/>
                  </a:lnTo>
                  <a:lnTo>
                    <a:pt x="27940" y="387362"/>
                  </a:lnTo>
                  <a:close/>
                </a:path>
                <a:path w="27939" h="476250">
                  <a:moveTo>
                    <a:pt x="27940" y="384822"/>
                  </a:moveTo>
                  <a:lnTo>
                    <a:pt x="0" y="384822"/>
                  </a:lnTo>
                  <a:lnTo>
                    <a:pt x="0" y="387350"/>
                  </a:lnTo>
                  <a:lnTo>
                    <a:pt x="27940" y="387350"/>
                  </a:lnTo>
                  <a:lnTo>
                    <a:pt x="27940" y="384822"/>
                  </a:lnTo>
                  <a:close/>
                </a:path>
                <a:path w="27939" h="476250">
                  <a:moveTo>
                    <a:pt x="27940" y="365772"/>
                  </a:moveTo>
                  <a:lnTo>
                    <a:pt x="0" y="365772"/>
                  </a:lnTo>
                  <a:lnTo>
                    <a:pt x="0" y="384810"/>
                  </a:lnTo>
                  <a:lnTo>
                    <a:pt x="27940" y="384810"/>
                  </a:lnTo>
                  <a:lnTo>
                    <a:pt x="27940" y="365772"/>
                  </a:lnTo>
                  <a:close/>
                </a:path>
                <a:path w="27939" h="476250">
                  <a:moveTo>
                    <a:pt x="27940" y="359422"/>
                  </a:moveTo>
                  <a:lnTo>
                    <a:pt x="0" y="359422"/>
                  </a:lnTo>
                  <a:lnTo>
                    <a:pt x="0" y="365760"/>
                  </a:lnTo>
                  <a:lnTo>
                    <a:pt x="27940" y="365760"/>
                  </a:lnTo>
                  <a:lnTo>
                    <a:pt x="27940" y="359422"/>
                  </a:lnTo>
                  <a:close/>
                </a:path>
                <a:path w="27939" h="476250">
                  <a:moveTo>
                    <a:pt x="27940" y="355612"/>
                  </a:moveTo>
                  <a:lnTo>
                    <a:pt x="0" y="355612"/>
                  </a:lnTo>
                  <a:lnTo>
                    <a:pt x="0" y="359410"/>
                  </a:lnTo>
                  <a:lnTo>
                    <a:pt x="27940" y="359410"/>
                  </a:lnTo>
                  <a:lnTo>
                    <a:pt x="27940" y="355612"/>
                  </a:lnTo>
                  <a:close/>
                </a:path>
                <a:path w="27939" h="476250">
                  <a:moveTo>
                    <a:pt x="27940" y="346722"/>
                  </a:moveTo>
                  <a:lnTo>
                    <a:pt x="0" y="346722"/>
                  </a:lnTo>
                  <a:lnTo>
                    <a:pt x="0" y="355600"/>
                  </a:lnTo>
                  <a:lnTo>
                    <a:pt x="27940" y="355600"/>
                  </a:lnTo>
                  <a:lnTo>
                    <a:pt x="27940" y="346722"/>
                  </a:lnTo>
                  <a:close/>
                </a:path>
                <a:path w="27939" h="476250">
                  <a:moveTo>
                    <a:pt x="27940" y="340372"/>
                  </a:moveTo>
                  <a:lnTo>
                    <a:pt x="0" y="340372"/>
                  </a:lnTo>
                  <a:lnTo>
                    <a:pt x="0" y="346710"/>
                  </a:lnTo>
                  <a:lnTo>
                    <a:pt x="27940" y="346710"/>
                  </a:lnTo>
                  <a:lnTo>
                    <a:pt x="27940" y="340372"/>
                  </a:lnTo>
                  <a:close/>
                </a:path>
                <a:path w="27939" h="476250">
                  <a:moveTo>
                    <a:pt x="27940" y="334022"/>
                  </a:moveTo>
                  <a:lnTo>
                    <a:pt x="0" y="334022"/>
                  </a:lnTo>
                  <a:lnTo>
                    <a:pt x="0" y="340360"/>
                  </a:lnTo>
                  <a:lnTo>
                    <a:pt x="27940" y="340360"/>
                  </a:lnTo>
                  <a:lnTo>
                    <a:pt x="27940" y="334022"/>
                  </a:lnTo>
                  <a:close/>
                </a:path>
                <a:path w="27939" h="476250">
                  <a:moveTo>
                    <a:pt x="27940" y="330212"/>
                  </a:moveTo>
                  <a:lnTo>
                    <a:pt x="0" y="330212"/>
                  </a:lnTo>
                  <a:lnTo>
                    <a:pt x="0" y="334010"/>
                  </a:lnTo>
                  <a:lnTo>
                    <a:pt x="27940" y="334010"/>
                  </a:lnTo>
                  <a:lnTo>
                    <a:pt x="27940" y="330212"/>
                  </a:lnTo>
                  <a:close/>
                </a:path>
                <a:path w="27939" h="476250">
                  <a:moveTo>
                    <a:pt x="27940" y="327672"/>
                  </a:moveTo>
                  <a:lnTo>
                    <a:pt x="0" y="327672"/>
                  </a:lnTo>
                  <a:lnTo>
                    <a:pt x="0" y="330200"/>
                  </a:lnTo>
                  <a:lnTo>
                    <a:pt x="27940" y="330200"/>
                  </a:lnTo>
                  <a:lnTo>
                    <a:pt x="27940" y="327672"/>
                  </a:lnTo>
                  <a:close/>
                </a:path>
                <a:path w="27939" h="476250">
                  <a:moveTo>
                    <a:pt x="27940" y="317512"/>
                  </a:moveTo>
                  <a:lnTo>
                    <a:pt x="0" y="317512"/>
                  </a:lnTo>
                  <a:lnTo>
                    <a:pt x="0" y="327660"/>
                  </a:lnTo>
                  <a:lnTo>
                    <a:pt x="27940" y="327660"/>
                  </a:lnTo>
                  <a:lnTo>
                    <a:pt x="27940" y="317512"/>
                  </a:lnTo>
                  <a:close/>
                </a:path>
                <a:path w="27939" h="476250">
                  <a:moveTo>
                    <a:pt x="27940" y="314972"/>
                  </a:moveTo>
                  <a:lnTo>
                    <a:pt x="0" y="314972"/>
                  </a:lnTo>
                  <a:lnTo>
                    <a:pt x="0" y="317500"/>
                  </a:lnTo>
                  <a:lnTo>
                    <a:pt x="27940" y="317500"/>
                  </a:lnTo>
                  <a:lnTo>
                    <a:pt x="27940" y="314972"/>
                  </a:lnTo>
                  <a:close/>
                </a:path>
                <a:path w="27939" h="476250">
                  <a:moveTo>
                    <a:pt x="27940" y="311162"/>
                  </a:moveTo>
                  <a:lnTo>
                    <a:pt x="0" y="311162"/>
                  </a:lnTo>
                  <a:lnTo>
                    <a:pt x="0" y="314960"/>
                  </a:lnTo>
                  <a:lnTo>
                    <a:pt x="27940" y="314960"/>
                  </a:lnTo>
                  <a:lnTo>
                    <a:pt x="27940" y="311162"/>
                  </a:lnTo>
                  <a:close/>
                </a:path>
                <a:path w="27939" h="476250">
                  <a:moveTo>
                    <a:pt x="27940" y="304812"/>
                  </a:moveTo>
                  <a:lnTo>
                    <a:pt x="0" y="304812"/>
                  </a:lnTo>
                  <a:lnTo>
                    <a:pt x="0" y="311150"/>
                  </a:lnTo>
                  <a:lnTo>
                    <a:pt x="27940" y="311150"/>
                  </a:lnTo>
                  <a:lnTo>
                    <a:pt x="27940" y="304812"/>
                  </a:lnTo>
                  <a:close/>
                </a:path>
                <a:path w="27939" h="476250">
                  <a:moveTo>
                    <a:pt x="27940" y="292112"/>
                  </a:moveTo>
                  <a:lnTo>
                    <a:pt x="0" y="292112"/>
                  </a:lnTo>
                  <a:lnTo>
                    <a:pt x="0" y="304800"/>
                  </a:lnTo>
                  <a:lnTo>
                    <a:pt x="27940" y="304800"/>
                  </a:lnTo>
                  <a:lnTo>
                    <a:pt x="27940" y="292112"/>
                  </a:lnTo>
                  <a:close/>
                </a:path>
                <a:path w="27939" h="476250">
                  <a:moveTo>
                    <a:pt x="27940" y="289572"/>
                  </a:moveTo>
                  <a:lnTo>
                    <a:pt x="0" y="289572"/>
                  </a:lnTo>
                  <a:lnTo>
                    <a:pt x="0" y="292100"/>
                  </a:lnTo>
                  <a:lnTo>
                    <a:pt x="27940" y="292100"/>
                  </a:lnTo>
                  <a:lnTo>
                    <a:pt x="27940" y="289572"/>
                  </a:lnTo>
                  <a:close/>
                </a:path>
                <a:path w="27939" h="476250">
                  <a:moveTo>
                    <a:pt x="27940" y="285762"/>
                  </a:moveTo>
                  <a:lnTo>
                    <a:pt x="0" y="285762"/>
                  </a:lnTo>
                  <a:lnTo>
                    <a:pt x="0" y="289560"/>
                  </a:lnTo>
                  <a:lnTo>
                    <a:pt x="27940" y="289560"/>
                  </a:lnTo>
                  <a:lnTo>
                    <a:pt x="27940" y="285762"/>
                  </a:lnTo>
                  <a:close/>
                </a:path>
                <a:path w="27939" h="476250">
                  <a:moveTo>
                    <a:pt x="27940" y="283222"/>
                  </a:moveTo>
                  <a:lnTo>
                    <a:pt x="0" y="283222"/>
                  </a:lnTo>
                  <a:lnTo>
                    <a:pt x="0" y="285750"/>
                  </a:lnTo>
                  <a:lnTo>
                    <a:pt x="27940" y="285750"/>
                  </a:lnTo>
                  <a:lnTo>
                    <a:pt x="27940" y="283222"/>
                  </a:lnTo>
                  <a:close/>
                </a:path>
                <a:path w="27939" h="476250">
                  <a:moveTo>
                    <a:pt x="27940" y="279412"/>
                  </a:moveTo>
                  <a:lnTo>
                    <a:pt x="0" y="279412"/>
                  </a:lnTo>
                  <a:lnTo>
                    <a:pt x="0" y="283210"/>
                  </a:lnTo>
                  <a:lnTo>
                    <a:pt x="27940" y="283210"/>
                  </a:lnTo>
                  <a:lnTo>
                    <a:pt x="27940" y="279412"/>
                  </a:lnTo>
                  <a:close/>
                </a:path>
                <a:path w="27939" h="476250">
                  <a:moveTo>
                    <a:pt x="27940" y="273062"/>
                  </a:moveTo>
                  <a:lnTo>
                    <a:pt x="0" y="273062"/>
                  </a:lnTo>
                  <a:lnTo>
                    <a:pt x="0" y="279400"/>
                  </a:lnTo>
                  <a:lnTo>
                    <a:pt x="27940" y="279400"/>
                  </a:lnTo>
                  <a:lnTo>
                    <a:pt x="27940" y="273062"/>
                  </a:lnTo>
                  <a:close/>
                </a:path>
                <a:path w="27939" h="476250">
                  <a:moveTo>
                    <a:pt x="27940" y="234962"/>
                  </a:moveTo>
                  <a:lnTo>
                    <a:pt x="0" y="234962"/>
                  </a:lnTo>
                  <a:lnTo>
                    <a:pt x="0" y="273050"/>
                  </a:lnTo>
                  <a:lnTo>
                    <a:pt x="27940" y="273050"/>
                  </a:lnTo>
                  <a:lnTo>
                    <a:pt x="27940" y="234962"/>
                  </a:lnTo>
                  <a:close/>
                </a:path>
                <a:path w="27939" h="476250">
                  <a:moveTo>
                    <a:pt x="2794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7940" y="234950"/>
                  </a:lnTo>
                  <a:lnTo>
                    <a:pt x="27940" y="232422"/>
                  </a:lnTo>
                  <a:close/>
                </a:path>
                <a:path w="27939" h="476250">
                  <a:moveTo>
                    <a:pt x="2794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27940" y="232410"/>
                  </a:lnTo>
                  <a:lnTo>
                    <a:pt x="27940" y="226072"/>
                  </a:lnTo>
                  <a:close/>
                </a:path>
                <a:path w="27939" h="476250">
                  <a:moveTo>
                    <a:pt x="2794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27940" y="226060"/>
                  </a:lnTo>
                  <a:lnTo>
                    <a:pt x="27940" y="222262"/>
                  </a:lnTo>
                  <a:close/>
                </a:path>
                <a:path w="27939" h="476250">
                  <a:moveTo>
                    <a:pt x="2794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27940" y="222250"/>
                  </a:lnTo>
                  <a:lnTo>
                    <a:pt x="27940" y="219722"/>
                  </a:lnTo>
                  <a:close/>
                </a:path>
                <a:path w="27939" h="476250">
                  <a:moveTo>
                    <a:pt x="27940" y="213372"/>
                  </a:moveTo>
                  <a:lnTo>
                    <a:pt x="0" y="213372"/>
                  </a:lnTo>
                  <a:lnTo>
                    <a:pt x="0" y="219710"/>
                  </a:lnTo>
                  <a:lnTo>
                    <a:pt x="27940" y="219710"/>
                  </a:lnTo>
                  <a:lnTo>
                    <a:pt x="27940" y="213372"/>
                  </a:lnTo>
                  <a:close/>
                </a:path>
                <a:path w="27939" h="476250">
                  <a:moveTo>
                    <a:pt x="27940" y="207022"/>
                  </a:moveTo>
                  <a:lnTo>
                    <a:pt x="0" y="207022"/>
                  </a:lnTo>
                  <a:lnTo>
                    <a:pt x="0" y="213360"/>
                  </a:lnTo>
                  <a:lnTo>
                    <a:pt x="27940" y="213360"/>
                  </a:lnTo>
                  <a:lnTo>
                    <a:pt x="27940" y="207022"/>
                  </a:lnTo>
                  <a:close/>
                </a:path>
                <a:path w="27939" h="476250">
                  <a:moveTo>
                    <a:pt x="27940" y="195592"/>
                  </a:moveTo>
                  <a:lnTo>
                    <a:pt x="0" y="195592"/>
                  </a:lnTo>
                  <a:lnTo>
                    <a:pt x="0" y="207010"/>
                  </a:lnTo>
                  <a:lnTo>
                    <a:pt x="27940" y="207010"/>
                  </a:lnTo>
                  <a:lnTo>
                    <a:pt x="27940" y="195592"/>
                  </a:lnTo>
                  <a:close/>
                </a:path>
                <a:path w="27939" h="476250">
                  <a:moveTo>
                    <a:pt x="2794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7940" y="195580"/>
                  </a:lnTo>
                  <a:lnTo>
                    <a:pt x="27940" y="189242"/>
                  </a:lnTo>
                  <a:close/>
                </a:path>
                <a:path w="27939" h="476250">
                  <a:moveTo>
                    <a:pt x="27940" y="182892"/>
                  </a:moveTo>
                  <a:lnTo>
                    <a:pt x="0" y="182892"/>
                  </a:lnTo>
                  <a:lnTo>
                    <a:pt x="0" y="189230"/>
                  </a:lnTo>
                  <a:lnTo>
                    <a:pt x="27940" y="189230"/>
                  </a:lnTo>
                  <a:lnTo>
                    <a:pt x="27940" y="182892"/>
                  </a:lnTo>
                  <a:close/>
                </a:path>
                <a:path w="27939" h="476250">
                  <a:moveTo>
                    <a:pt x="27940" y="176542"/>
                  </a:moveTo>
                  <a:lnTo>
                    <a:pt x="0" y="176542"/>
                  </a:lnTo>
                  <a:lnTo>
                    <a:pt x="0" y="182880"/>
                  </a:lnTo>
                  <a:lnTo>
                    <a:pt x="27940" y="182880"/>
                  </a:lnTo>
                  <a:lnTo>
                    <a:pt x="27940" y="176542"/>
                  </a:lnTo>
                  <a:close/>
                </a:path>
                <a:path w="27939" h="476250">
                  <a:moveTo>
                    <a:pt x="27940" y="170192"/>
                  </a:moveTo>
                  <a:lnTo>
                    <a:pt x="0" y="170192"/>
                  </a:lnTo>
                  <a:lnTo>
                    <a:pt x="0" y="176530"/>
                  </a:lnTo>
                  <a:lnTo>
                    <a:pt x="27940" y="176530"/>
                  </a:lnTo>
                  <a:lnTo>
                    <a:pt x="27940" y="170192"/>
                  </a:lnTo>
                  <a:close/>
                </a:path>
                <a:path w="27939" h="476250">
                  <a:moveTo>
                    <a:pt x="27940" y="163842"/>
                  </a:moveTo>
                  <a:lnTo>
                    <a:pt x="0" y="163842"/>
                  </a:lnTo>
                  <a:lnTo>
                    <a:pt x="0" y="170180"/>
                  </a:lnTo>
                  <a:lnTo>
                    <a:pt x="27940" y="170180"/>
                  </a:lnTo>
                  <a:lnTo>
                    <a:pt x="27940" y="163842"/>
                  </a:lnTo>
                  <a:close/>
                </a:path>
                <a:path w="27939" h="476250">
                  <a:moveTo>
                    <a:pt x="27940" y="157492"/>
                  </a:moveTo>
                  <a:lnTo>
                    <a:pt x="0" y="157492"/>
                  </a:lnTo>
                  <a:lnTo>
                    <a:pt x="0" y="163830"/>
                  </a:lnTo>
                  <a:lnTo>
                    <a:pt x="27940" y="163830"/>
                  </a:lnTo>
                  <a:lnTo>
                    <a:pt x="27940" y="157492"/>
                  </a:lnTo>
                  <a:close/>
                </a:path>
                <a:path w="27939" h="476250">
                  <a:moveTo>
                    <a:pt x="2794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7940" y="157480"/>
                  </a:lnTo>
                  <a:lnTo>
                    <a:pt x="27940" y="151142"/>
                  </a:lnTo>
                  <a:close/>
                </a:path>
                <a:path w="27939" h="476250">
                  <a:moveTo>
                    <a:pt x="27940" y="138442"/>
                  </a:moveTo>
                  <a:lnTo>
                    <a:pt x="0" y="138442"/>
                  </a:lnTo>
                  <a:lnTo>
                    <a:pt x="0" y="151130"/>
                  </a:lnTo>
                  <a:lnTo>
                    <a:pt x="27940" y="151130"/>
                  </a:lnTo>
                  <a:lnTo>
                    <a:pt x="27940" y="138442"/>
                  </a:lnTo>
                  <a:close/>
                </a:path>
                <a:path w="27939" h="476250">
                  <a:moveTo>
                    <a:pt x="27940" y="132092"/>
                  </a:moveTo>
                  <a:lnTo>
                    <a:pt x="0" y="132092"/>
                  </a:lnTo>
                  <a:lnTo>
                    <a:pt x="0" y="138430"/>
                  </a:lnTo>
                  <a:lnTo>
                    <a:pt x="27940" y="138430"/>
                  </a:lnTo>
                  <a:lnTo>
                    <a:pt x="27940" y="132092"/>
                  </a:lnTo>
                  <a:close/>
                </a:path>
                <a:path w="27939" h="476250">
                  <a:moveTo>
                    <a:pt x="27940" y="125742"/>
                  </a:moveTo>
                  <a:lnTo>
                    <a:pt x="0" y="125742"/>
                  </a:lnTo>
                  <a:lnTo>
                    <a:pt x="0" y="132080"/>
                  </a:lnTo>
                  <a:lnTo>
                    <a:pt x="27940" y="132080"/>
                  </a:lnTo>
                  <a:lnTo>
                    <a:pt x="27940" y="125742"/>
                  </a:lnTo>
                  <a:close/>
                </a:path>
                <a:path w="27939" h="476250">
                  <a:moveTo>
                    <a:pt x="27940" y="119392"/>
                  </a:moveTo>
                  <a:lnTo>
                    <a:pt x="0" y="119392"/>
                  </a:lnTo>
                  <a:lnTo>
                    <a:pt x="0" y="125730"/>
                  </a:lnTo>
                  <a:lnTo>
                    <a:pt x="27940" y="125730"/>
                  </a:lnTo>
                  <a:lnTo>
                    <a:pt x="27940" y="119392"/>
                  </a:lnTo>
                  <a:close/>
                </a:path>
                <a:path w="27939" h="476250">
                  <a:moveTo>
                    <a:pt x="27940" y="113042"/>
                  </a:moveTo>
                  <a:lnTo>
                    <a:pt x="0" y="113042"/>
                  </a:lnTo>
                  <a:lnTo>
                    <a:pt x="0" y="119380"/>
                  </a:lnTo>
                  <a:lnTo>
                    <a:pt x="27940" y="119380"/>
                  </a:lnTo>
                  <a:lnTo>
                    <a:pt x="27940" y="113042"/>
                  </a:lnTo>
                  <a:close/>
                </a:path>
                <a:path w="27939" h="476250">
                  <a:moveTo>
                    <a:pt x="27940" y="106692"/>
                  </a:moveTo>
                  <a:lnTo>
                    <a:pt x="0" y="106692"/>
                  </a:lnTo>
                  <a:lnTo>
                    <a:pt x="0" y="113030"/>
                  </a:lnTo>
                  <a:lnTo>
                    <a:pt x="27940" y="113030"/>
                  </a:lnTo>
                  <a:lnTo>
                    <a:pt x="27940" y="106692"/>
                  </a:lnTo>
                  <a:close/>
                </a:path>
                <a:path w="27939" h="476250">
                  <a:moveTo>
                    <a:pt x="27940" y="100342"/>
                  </a:moveTo>
                  <a:lnTo>
                    <a:pt x="0" y="100342"/>
                  </a:lnTo>
                  <a:lnTo>
                    <a:pt x="0" y="106680"/>
                  </a:lnTo>
                  <a:lnTo>
                    <a:pt x="27940" y="106680"/>
                  </a:lnTo>
                  <a:lnTo>
                    <a:pt x="27940" y="100342"/>
                  </a:lnTo>
                  <a:close/>
                </a:path>
                <a:path w="27939" h="476250">
                  <a:moveTo>
                    <a:pt x="2794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7940" y="100330"/>
                  </a:lnTo>
                  <a:lnTo>
                    <a:pt x="27940" y="93992"/>
                  </a:lnTo>
                  <a:close/>
                </a:path>
                <a:path w="27939" h="476250">
                  <a:moveTo>
                    <a:pt x="2794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7940" y="93980"/>
                  </a:lnTo>
                  <a:lnTo>
                    <a:pt x="27940" y="87642"/>
                  </a:lnTo>
                  <a:close/>
                </a:path>
                <a:path w="27939" h="476250">
                  <a:moveTo>
                    <a:pt x="27940" y="81292"/>
                  </a:moveTo>
                  <a:lnTo>
                    <a:pt x="0" y="81292"/>
                  </a:lnTo>
                  <a:lnTo>
                    <a:pt x="0" y="87630"/>
                  </a:lnTo>
                  <a:lnTo>
                    <a:pt x="27940" y="87630"/>
                  </a:lnTo>
                  <a:lnTo>
                    <a:pt x="27940" y="81292"/>
                  </a:lnTo>
                  <a:close/>
                </a:path>
                <a:path w="27939" h="476250">
                  <a:moveTo>
                    <a:pt x="27940" y="68592"/>
                  </a:moveTo>
                  <a:lnTo>
                    <a:pt x="0" y="68592"/>
                  </a:lnTo>
                  <a:lnTo>
                    <a:pt x="0" y="81280"/>
                  </a:lnTo>
                  <a:lnTo>
                    <a:pt x="27940" y="81280"/>
                  </a:lnTo>
                  <a:lnTo>
                    <a:pt x="27940" y="68592"/>
                  </a:lnTo>
                  <a:close/>
                </a:path>
                <a:path w="27939" h="476250">
                  <a:moveTo>
                    <a:pt x="27940" y="62242"/>
                  </a:moveTo>
                  <a:lnTo>
                    <a:pt x="0" y="62242"/>
                  </a:lnTo>
                  <a:lnTo>
                    <a:pt x="0" y="68580"/>
                  </a:lnTo>
                  <a:lnTo>
                    <a:pt x="27940" y="68580"/>
                  </a:lnTo>
                  <a:lnTo>
                    <a:pt x="27940" y="62242"/>
                  </a:lnTo>
                  <a:close/>
                </a:path>
                <a:path w="27939" h="476250">
                  <a:moveTo>
                    <a:pt x="27940" y="55892"/>
                  </a:moveTo>
                  <a:lnTo>
                    <a:pt x="0" y="55892"/>
                  </a:lnTo>
                  <a:lnTo>
                    <a:pt x="0" y="62230"/>
                  </a:lnTo>
                  <a:lnTo>
                    <a:pt x="27940" y="62230"/>
                  </a:lnTo>
                  <a:lnTo>
                    <a:pt x="27940" y="55892"/>
                  </a:lnTo>
                  <a:close/>
                </a:path>
                <a:path w="27939" h="476250">
                  <a:moveTo>
                    <a:pt x="27940" y="49542"/>
                  </a:moveTo>
                  <a:lnTo>
                    <a:pt x="0" y="49542"/>
                  </a:lnTo>
                  <a:lnTo>
                    <a:pt x="0" y="55880"/>
                  </a:lnTo>
                  <a:lnTo>
                    <a:pt x="27940" y="55880"/>
                  </a:lnTo>
                  <a:lnTo>
                    <a:pt x="27940" y="49542"/>
                  </a:lnTo>
                  <a:close/>
                </a:path>
                <a:path w="27939" h="476250">
                  <a:moveTo>
                    <a:pt x="2794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7940" y="49530"/>
                  </a:lnTo>
                  <a:lnTo>
                    <a:pt x="27940" y="43192"/>
                  </a:lnTo>
                  <a:close/>
                </a:path>
                <a:path w="27939" h="476250">
                  <a:moveTo>
                    <a:pt x="2794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7940" y="43180"/>
                  </a:lnTo>
                  <a:lnTo>
                    <a:pt x="27940" y="36842"/>
                  </a:lnTo>
                  <a:close/>
                </a:path>
                <a:path w="27939" h="476250">
                  <a:moveTo>
                    <a:pt x="2794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7940" y="36830"/>
                  </a:lnTo>
                  <a:lnTo>
                    <a:pt x="27940" y="30492"/>
                  </a:lnTo>
                  <a:close/>
                </a:path>
                <a:path w="27939" h="476250">
                  <a:moveTo>
                    <a:pt x="27940" y="24142"/>
                  </a:moveTo>
                  <a:lnTo>
                    <a:pt x="0" y="24142"/>
                  </a:lnTo>
                  <a:lnTo>
                    <a:pt x="0" y="30480"/>
                  </a:lnTo>
                  <a:lnTo>
                    <a:pt x="27940" y="30480"/>
                  </a:lnTo>
                  <a:lnTo>
                    <a:pt x="27940" y="24142"/>
                  </a:lnTo>
                  <a:close/>
                </a:path>
                <a:path w="27939" h="476250">
                  <a:moveTo>
                    <a:pt x="2794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7940" y="24130"/>
                  </a:lnTo>
                  <a:lnTo>
                    <a:pt x="27940" y="17792"/>
                  </a:lnTo>
                  <a:close/>
                </a:path>
                <a:path w="27939" h="476250">
                  <a:moveTo>
                    <a:pt x="27940" y="5092"/>
                  </a:moveTo>
                  <a:lnTo>
                    <a:pt x="0" y="5092"/>
                  </a:lnTo>
                  <a:lnTo>
                    <a:pt x="0" y="17780"/>
                  </a:lnTo>
                  <a:lnTo>
                    <a:pt x="27940" y="17780"/>
                  </a:lnTo>
                  <a:lnTo>
                    <a:pt x="27940" y="5092"/>
                  </a:lnTo>
                  <a:close/>
                </a:path>
                <a:path w="27939" h="476250">
                  <a:moveTo>
                    <a:pt x="279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7940" y="5080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1F3F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5" name="object 3735"/>
            <p:cNvSpPr/>
            <p:nvPr/>
          </p:nvSpPr>
          <p:spPr>
            <a:xfrm>
              <a:off x="4239260" y="5500382"/>
              <a:ext cx="27940" cy="181610"/>
            </a:xfrm>
            <a:custGeom>
              <a:avLst/>
              <a:gdLst/>
              <a:ahLst/>
              <a:cxnLst/>
              <a:rect l="l" t="t" r="r" b="b"/>
              <a:pathLst>
                <a:path w="27939" h="181610">
                  <a:moveTo>
                    <a:pt x="27940" y="180340"/>
                  </a:moveTo>
                  <a:lnTo>
                    <a:pt x="0" y="180340"/>
                  </a:lnTo>
                  <a:lnTo>
                    <a:pt x="0" y="181597"/>
                  </a:lnTo>
                  <a:lnTo>
                    <a:pt x="27940" y="181597"/>
                  </a:lnTo>
                  <a:lnTo>
                    <a:pt x="27940" y="180340"/>
                  </a:lnTo>
                  <a:close/>
                </a:path>
                <a:path w="27939" h="181610">
                  <a:moveTo>
                    <a:pt x="27940" y="173990"/>
                  </a:moveTo>
                  <a:lnTo>
                    <a:pt x="0" y="173990"/>
                  </a:lnTo>
                  <a:lnTo>
                    <a:pt x="0" y="180327"/>
                  </a:lnTo>
                  <a:lnTo>
                    <a:pt x="27940" y="180327"/>
                  </a:lnTo>
                  <a:lnTo>
                    <a:pt x="27940" y="173990"/>
                  </a:lnTo>
                  <a:close/>
                </a:path>
                <a:path w="27939" h="181610">
                  <a:moveTo>
                    <a:pt x="27940" y="171450"/>
                  </a:moveTo>
                  <a:lnTo>
                    <a:pt x="0" y="171450"/>
                  </a:lnTo>
                  <a:lnTo>
                    <a:pt x="0" y="173977"/>
                  </a:lnTo>
                  <a:lnTo>
                    <a:pt x="27940" y="173977"/>
                  </a:lnTo>
                  <a:lnTo>
                    <a:pt x="27940" y="171450"/>
                  </a:lnTo>
                  <a:close/>
                </a:path>
                <a:path w="27939" h="181610">
                  <a:moveTo>
                    <a:pt x="27940" y="167640"/>
                  </a:moveTo>
                  <a:lnTo>
                    <a:pt x="0" y="167640"/>
                  </a:lnTo>
                  <a:lnTo>
                    <a:pt x="0" y="171437"/>
                  </a:lnTo>
                  <a:lnTo>
                    <a:pt x="27940" y="171437"/>
                  </a:lnTo>
                  <a:lnTo>
                    <a:pt x="27940" y="167640"/>
                  </a:lnTo>
                  <a:close/>
                </a:path>
                <a:path w="27939" h="181610">
                  <a:moveTo>
                    <a:pt x="27940" y="165100"/>
                  </a:moveTo>
                  <a:lnTo>
                    <a:pt x="0" y="165100"/>
                  </a:lnTo>
                  <a:lnTo>
                    <a:pt x="0" y="167627"/>
                  </a:lnTo>
                  <a:lnTo>
                    <a:pt x="27940" y="167627"/>
                  </a:lnTo>
                  <a:lnTo>
                    <a:pt x="27940" y="165100"/>
                  </a:lnTo>
                  <a:close/>
                </a:path>
                <a:path w="27939" h="181610">
                  <a:moveTo>
                    <a:pt x="27940" y="161290"/>
                  </a:moveTo>
                  <a:lnTo>
                    <a:pt x="0" y="161290"/>
                  </a:lnTo>
                  <a:lnTo>
                    <a:pt x="0" y="165087"/>
                  </a:lnTo>
                  <a:lnTo>
                    <a:pt x="27940" y="165087"/>
                  </a:lnTo>
                  <a:lnTo>
                    <a:pt x="27940" y="161290"/>
                  </a:lnTo>
                  <a:close/>
                </a:path>
                <a:path w="27939" h="181610">
                  <a:moveTo>
                    <a:pt x="27940" y="154940"/>
                  </a:moveTo>
                  <a:lnTo>
                    <a:pt x="0" y="154940"/>
                  </a:lnTo>
                  <a:lnTo>
                    <a:pt x="0" y="161277"/>
                  </a:lnTo>
                  <a:lnTo>
                    <a:pt x="27940" y="161277"/>
                  </a:lnTo>
                  <a:lnTo>
                    <a:pt x="27940" y="154940"/>
                  </a:lnTo>
                  <a:close/>
                </a:path>
                <a:path w="27939" h="181610">
                  <a:moveTo>
                    <a:pt x="27940" y="152400"/>
                  </a:moveTo>
                  <a:lnTo>
                    <a:pt x="0" y="152400"/>
                  </a:lnTo>
                  <a:lnTo>
                    <a:pt x="0" y="154927"/>
                  </a:lnTo>
                  <a:lnTo>
                    <a:pt x="27940" y="154927"/>
                  </a:lnTo>
                  <a:lnTo>
                    <a:pt x="27940" y="152400"/>
                  </a:lnTo>
                  <a:close/>
                </a:path>
                <a:path w="27939" h="181610">
                  <a:moveTo>
                    <a:pt x="27940" y="148590"/>
                  </a:moveTo>
                  <a:lnTo>
                    <a:pt x="0" y="148590"/>
                  </a:lnTo>
                  <a:lnTo>
                    <a:pt x="0" y="152387"/>
                  </a:lnTo>
                  <a:lnTo>
                    <a:pt x="27940" y="152387"/>
                  </a:lnTo>
                  <a:lnTo>
                    <a:pt x="27940" y="148590"/>
                  </a:lnTo>
                  <a:close/>
                </a:path>
                <a:path w="27939" h="181610">
                  <a:moveTo>
                    <a:pt x="27940" y="146050"/>
                  </a:moveTo>
                  <a:lnTo>
                    <a:pt x="0" y="146050"/>
                  </a:lnTo>
                  <a:lnTo>
                    <a:pt x="0" y="148577"/>
                  </a:lnTo>
                  <a:lnTo>
                    <a:pt x="27940" y="148577"/>
                  </a:lnTo>
                  <a:lnTo>
                    <a:pt x="27940" y="146050"/>
                  </a:lnTo>
                  <a:close/>
                </a:path>
                <a:path w="27939" h="181610">
                  <a:moveTo>
                    <a:pt x="27940" y="142240"/>
                  </a:moveTo>
                  <a:lnTo>
                    <a:pt x="0" y="142240"/>
                  </a:lnTo>
                  <a:lnTo>
                    <a:pt x="0" y="146037"/>
                  </a:lnTo>
                  <a:lnTo>
                    <a:pt x="27940" y="146037"/>
                  </a:lnTo>
                  <a:lnTo>
                    <a:pt x="27940" y="142240"/>
                  </a:lnTo>
                  <a:close/>
                </a:path>
                <a:path w="27939" h="181610">
                  <a:moveTo>
                    <a:pt x="27940" y="135890"/>
                  </a:moveTo>
                  <a:lnTo>
                    <a:pt x="0" y="135890"/>
                  </a:lnTo>
                  <a:lnTo>
                    <a:pt x="0" y="142227"/>
                  </a:lnTo>
                  <a:lnTo>
                    <a:pt x="27940" y="142227"/>
                  </a:lnTo>
                  <a:lnTo>
                    <a:pt x="27940" y="135890"/>
                  </a:lnTo>
                  <a:close/>
                </a:path>
                <a:path w="27939" h="181610">
                  <a:moveTo>
                    <a:pt x="27940" y="133350"/>
                  </a:moveTo>
                  <a:lnTo>
                    <a:pt x="0" y="133350"/>
                  </a:lnTo>
                  <a:lnTo>
                    <a:pt x="0" y="135877"/>
                  </a:lnTo>
                  <a:lnTo>
                    <a:pt x="27940" y="135877"/>
                  </a:lnTo>
                  <a:lnTo>
                    <a:pt x="27940" y="133350"/>
                  </a:lnTo>
                  <a:close/>
                </a:path>
                <a:path w="27939" h="181610">
                  <a:moveTo>
                    <a:pt x="27940" y="129540"/>
                  </a:moveTo>
                  <a:lnTo>
                    <a:pt x="0" y="129540"/>
                  </a:lnTo>
                  <a:lnTo>
                    <a:pt x="0" y="133337"/>
                  </a:lnTo>
                  <a:lnTo>
                    <a:pt x="27940" y="133337"/>
                  </a:lnTo>
                  <a:lnTo>
                    <a:pt x="27940" y="129540"/>
                  </a:lnTo>
                  <a:close/>
                </a:path>
                <a:path w="27939" h="181610">
                  <a:moveTo>
                    <a:pt x="27940" y="127000"/>
                  </a:moveTo>
                  <a:lnTo>
                    <a:pt x="0" y="127000"/>
                  </a:lnTo>
                  <a:lnTo>
                    <a:pt x="0" y="129527"/>
                  </a:lnTo>
                  <a:lnTo>
                    <a:pt x="27940" y="129527"/>
                  </a:lnTo>
                  <a:lnTo>
                    <a:pt x="27940" y="127000"/>
                  </a:lnTo>
                  <a:close/>
                </a:path>
                <a:path w="27939" h="181610">
                  <a:moveTo>
                    <a:pt x="27940" y="120650"/>
                  </a:moveTo>
                  <a:lnTo>
                    <a:pt x="0" y="120650"/>
                  </a:lnTo>
                  <a:lnTo>
                    <a:pt x="0" y="126987"/>
                  </a:lnTo>
                  <a:lnTo>
                    <a:pt x="27940" y="126987"/>
                  </a:lnTo>
                  <a:lnTo>
                    <a:pt x="27940" y="120650"/>
                  </a:lnTo>
                  <a:close/>
                </a:path>
                <a:path w="27939" h="181610">
                  <a:moveTo>
                    <a:pt x="2794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27940" y="120637"/>
                  </a:lnTo>
                  <a:lnTo>
                    <a:pt x="27940" y="114300"/>
                  </a:lnTo>
                  <a:close/>
                </a:path>
                <a:path w="27939" h="181610">
                  <a:moveTo>
                    <a:pt x="27940" y="110490"/>
                  </a:moveTo>
                  <a:lnTo>
                    <a:pt x="0" y="110490"/>
                  </a:lnTo>
                  <a:lnTo>
                    <a:pt x="0" y="114287"/>
                  </a:lnTo>
                  <a:lnTo>
                    <a:pt x="27940" y="114287"/>
                  </a:lnTo>
                  <a:lnTo>
                    <a:pt x="27940" y="110490"/>
                  </a:lnTo>
                  <a:close/>
                </a:path>
                <a:path w="27939" h="181610">
                  <a:moveTo>
                    <a:pt x="27940" y="107950"/>
                  </a:moveTo>
                  <a:lnTo>
                    <a:pt x="0" y="107950"/>
                  </a:lnTo>
                  <a:lnTo>
                    <a:pt x="0" y="110477"/>
                  </a:lnTo>
                  <a:lnTo>
                    <a:pt x="27940" y="110477"/>
                  </a:lnTo>
                  <a:lnTo>
                    <a:pt x="27940" y="107950"/>
                  </a:lnTo>
                  <a:close/>
                </a:path>
                <a:path w="27939" h="181610">
                  <a:moveTo>
                    <a:pt x="27940" y="104140"/>
                  </a:moveTo>
                  <a:lnTo>
                    <a:pt x="0" y="104140"/>
                  </a:lnTo>
                  <a:lnTo>
                    <a:pt x="0" y="107937"/>
                  </a:lnTo>
                  <a:lnTo>
                    <a:pt x="27940" y="107937"/>
                  </a:lnTo>
                  <a:lnTo>
                    <a:pt x="27940" y="104140"/>
                  </a:lnTo>
                  <a:close/>
                </a:path>
                <a:path w="27939" h="181610">
                  <a:moveTo>
                    <a:pt x="27940" y="101600"/>
                  </a:moveTo>
                  <a:lnTo>
                    <a:pt x="0" y="101600"/>
                  </a:lnTo>
                  <a:lnTo>
                    <a:pt x="0" y="104127"/>
                  </a:lnTo>
                  <a:lnTo>
                    <a:pt x="27940" y="104127"/>
                  </a:lnTo>
                  <a:lnTo>
                    <a:pt x="27940" y="101600"/>
                  </a:lnTo>
                  <a:close/>
                </a:path>
                <a:path w="27939" h="181610">
                  <a:moveTo>
                    <a:pt x="27940" y="97790"/>
                  </a:moveTo>
                  <a:lnTo>
                    <a:pt x="0" y="97790"/>
                  </a:lnTo>
                  <a:lnTo>
                    <a:pt x="0" y="101587"/>
                  </a:lnTo>
                  <a:lnTo>
                    <a:pt x="27940" y="101587"/>
                  </a:lnTo>
                  <a:lnTo>
                    <a:pt x="27940" y="97790"/>
                  </a:lnTo>
                  <a:close/>
                </a:path>
                <a:path w="27939" h="181610">
                  <a:moveTo>
                    <a:pt x="27940" y="95250"/>
                  </a:moveTo>
                  <a:lnTo>
                    <a:pt x="0" y="95250"/>
                  </a:lnTo>
                  <a:lnTo>
                    <a:pt x="0" y="97777"/>
                  </a:lnTo>
                  <a:lnTo>
                    <a:pt x="27940" y="97777"/>
                  </a:lnTo>
                  <a:lnTo>
                    <a:pt x="27940" y="95250"/>
                  </a:lnTo>
                  <a:close/>
                </a:path>
                <a:path w="27939" h="181610">
                  <a:moveTo>
                    <a:pt x="27940" y="91440"/>
                  </a:moveTo>
                  <a:lnTo>
                    <a:pt x="0" y="91440"/>
                  </a:lnTo>
                  <a:lnTo>
                    <a:pt x="0" y="95237"/>
                  </a:lnTo>
                  <a:lnTo>
                    <a:pt x="27940" y="95237"/>
                  </a:lnTo>
                  <a:lnTo>
                    <a:pt x="27940" y="91440"/>
                  </a:lnTo>
                  <a:close/>
                </a:path>
                <a:path w="27939" h="181610">
                  <a:moveTo>
                    <a:pt x="27940" y="82550"/>
                  </a:moveTo>
                  <a:lnTo>
                    <a:pt x="0" y="82550"/>
                  </a:lnTo>
                  <a:lnTo>
                    <a:pt x="0" y="91427"/>
                  </a:lnTo>
                  <a:lnTo>
                    <a:pt x="27940" y="91427"/>
                  </a:lnTo>
                  <a:lnTo>
                    <a:pt x="27940" y="82550"/>
                  </a:lnTo>
                  <a:close/>
                </a:path>
                <a:path w="27939" h="181610">
                  <a:moveTo>
                    <a:pt x="27940" y="72390"/>
                  </a:moveTo>
                  <a:lnTo>
                    <a:pt x="0" y="72390"/>
                  </a:lnTo>
                  <a:lnTo>
                    <a:pt x="0" y="82537"/>
                  </a:lnTo>
                  <a:lnTo>
                    <a:pt x="27940" y="82537"/>
                  </a:lnTo>
                  <a:lnTo>
                    <a:pt x="27940" y="72390"/>
                  </a:lnTo>
                  <a:close/>
                </a:path>
                <a:path w="27939" h="181610">
                  <a:moveTo>
                    <a:pt x="27940" y="63500"/>
                  </a:moveTo>
                  <a:lnTo>
                    <a:pt x="0" y="63500"/>
                  </a:lnTo>
                  <a:lnTo>
                    <a:pt x="0" y="72377"/>
                  </a:lnTo>
                  <a:lnTo>
                    <a:pt x="27940" y="72377"/>
                  </a:lnTo>
                  <a:lnTo>
                    <a:pt x="27940" y="63500"/>
                  </a:lnTo>
                  <a:close/>
                </a:path>
                <a:path w="27939" h="181610">
                  <a:moveTo>
                    <a:pt x="27940" y="53340"/>
                  </a:moveTo>
                  <a:lnTo>
                    <a:pt x="0" y="53340"/>
                  </a:lnTo>
                  <a:lnTo>
                    <a:pt x="0" y="63487"/>
                  </a:lnTo>
                  <a:lnTo>
                    <a:pt x="27940" y="63487"/>
                  </a:lnTo>
                  <a:lnTo>
                    <a:pt x="27940" y="53340"/>
                  </a:lnTo>
                  <a:close/>
                </a:path>
                <a:path w="27939" h="181610">
                  <a:moveTo>
                    <a:pt x="27940" y="50800"/>
                  </a:moveTo>
                  <a:lnTo>
                    <a:pt x="0" y="50800"/>
                  </a:lnTo>
                  <a:lnTo>
                    <a:pt x="0" y="53327"/>
                  </a:lnTo>
                  <a:lnTo>
                    <a:pt x="27940" y="53327"/>
                  </a:lnTo>
                  <a:lnTo>
                    <a:pt x="27940" y="50800"/>
                  </a:lnTo>
                  <a:close/>
                </a:path>
                <a:path w="27939" h="181610">
                  <a:moveTo>
                    <a:pt x="27940" y="46990"/>
                  </a:moveTo>
                  <a:lnTo>
                    <a:pt x="0" y="46990"/>
                  </a:lnTo>
                  <a:lnTo>
                    <a:pt x="0" y="50787"/>
                  </a:lnTo>
                  <a:lnTo>
                    <a:pt x="27940" y="50787"/>
                  </a:lnTo>
                  <a:lnTo>
                    <a:pt x="27940" y="46990"/>
                  </a:lnTo>
                  <a:close/>
                </a:path>
                <a:path w="27939" h="181610">
                  <a:moveTo>
                    <a:pt x="27940" y="40640"/>
                  </a:moveTo>
                  <a:lnTo>
                    <a:pt x="0" y="40640"/>
                  </a:lnTo>
                  <a:lnTo>
                    <a:pt x="0" y="46977"/>
                  </a:lnTo>
                  <a:lnTo>
                    <a:pt x="27940" y="46977"/>
                  </a:lnTo>
                  <a:lnTo>
                    <a:pt x="27940" y="40640"/>
                  </a:lnTo>
                  <a:close/>
                </a:path>
                <a:path w="27939" h="181610">
                  <a:moveTo>
                    <a:pt x="27940" y="34290"/>
                  </a:moveTo>
                  <a:lnTo>
                    <a:pt x="0" y="34290"/>
                  </a:lnTo>
                  <a:lnTo>
                    <a:pt x="0" y="40627"/>
                  </a:lnTo>
                  <a:lnTo>
                    <a:pt x="27940" y="40627"/>
                  </a:lnTo>
                  <a:lnTo>
                    <a:pt x="27940" y="34290"/>
                  </a:lnTo>
                  <a:close/>
                </a:path>
                <a:path w="27939" h="181610">
                  <a:moveTo>
                    <a:pt x="27940" y="27940"/>
                  </a:moveTo>
                  <a:lnTo>
                    <a:pt x="0" y="27940"/>
                  </a:lnTo>
                  <a:lnTo>
                    <a:pt x="0" y="34277"/>
                  </a:lnTo>
                  <a:lnTo>
                    <a:pt x="27940" y="34277"/>
                  </a:lnTo>
                  <a:lnTo>
                    <a:pt x="27940" y="27940"/>
                  </a:lnTo>
                  <a:close/>
                </a:path>
                <a:path w="27939" h="181610">
                  <a:moveTo>
                    <a:pt x="27940" y="25400"/>
                  </a:moveTo>
                  <a:lnTo>
                    <a:pt x="0" y="25400"/>
                  </a:lnTo>
                  <a:lnTo>
                    <a:pt x="0" y="27927"/>
                  </a:lnTo>
                  <a:lnTo>
                    <a:pt x="27940" y="27927"/>
                  </a:lnTo>
                  <a:lnTo>
                    <a:pt x="27940" y="25400"/>
                  </a:lnTo>
                  <a:close/>
                </a:path>
                <a:path w="27939" h="181610">
                  <a:moveTo>
                    <a:pt x="2794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27940" y="25387"/>
                  </a:lnTo>
                  <a:lnTo>
                    <a:pt x="27940" y="21590"/>
                  </a:lnTo>
                  <a:close/>
                </a:path>
                <a:path w="27939" h="181610">
                  <a:moveTo>
                    <a:pt x="27940" y="15240"/>
                  </a:moveTo>
                  <a:lnTo>
                    <a:pt x="0" y="15240"/>
                  </a:lnTo>
                  <a:lnTo>
                    <a:pt x="0" y="21577"/>
                  </a:lnTo>
                  <a:lnTo>
                    <a:pt x="27940" y="21577"/>
                  </a:lnTo>
                  <a:lnTo>
                    <a:pt x="27940" y="15240"/>
                  </a:lnTo>
                  <a:close/>
                </a:path>
                <a:path w="27939" h="181610">
                  <a:moveTo>
                    <a:pt x="2794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7940" y="15227"/>
                  </a:lnTo>
                  <a:lnTo>
                    <a:pt x="27940" y="12700"/>
                  </a:lnTo>
                  <a:close/>
                </a:path>
                <a:path w="27939" h="181610">
                  <a:moveTo>
                    <a:pt x="2794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7940" y="12687"/>
                  </a:lnTo>
                  <a:lnTo>
                    <a:pt x="27940" y="8890"/>
                  </a:lnTo>
                  <a:close/>
                </a:path>
                <a:path w="27939" h="181610">
                  <a:moveTo>
                    <a:pt x="27940" y="0"/>
                  </a:moveTo>
                  <a:lnTo>
                    <a:pt x="0" y="0"/>
                  </a:lnTo>
                  <a:lnTo>
                    <a:pt x="0" y="8877"/>
                  </a:lnTo>
                  <a:lnTo>
                    <a:pt x="27940" y="8877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1F3F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6" name="object 3736"/>
            <p:cNvSpPr/>
            <p:nvPr/>
          </p:nvSpPr>
          <p:spPr>
            <a:xfrm>
              <a:off x="4267200" y="5033010"/>
              <a:ext cx="27940" cy="476250"/>
            </a:xfrm>
            <a:custGeom>
              <a:avLst/>
              <a:gdLst/>
              <a:ahLst/>
              <a:cxnLst/>
              <a:rect l="l" t="t" r="r" b="b"/>
              <a:pathLst>
                <a:path w="27939" h="476250">
                  <a:moveTo>
                    <a:pt x="27940" y="467372"/>
                  </a:moveTo>
                  <a:lnTo>
                    <a:pt x="0" y="467372"/>
                  </a:lnTo>
                  <a:lnTo>
                    <a:pt x="0" y="476250"/>
                  </a:lnTo>
                  <a:lnTo>
                    <a:pt x="27940" y="476250"/>
                  </a:lnTo>
                  <a:lnTo>
                    <a:pt x="27940" y="467372"/>
                  </a:lnTo>
                  <a:close/>
                </a:path>
                <a:path w="27939" h="476250">
                  <a:moveTo>
                    <a:pt x="27940" y="463562"/>
                  </a:moveTo>
                  <a:lnTo>
                    <a:pt x="0" y="463562"/>
                  </a:lnTo>
                  <a:lnTo>
                    <a:pt x="0" y="467360"/>
                  </a:lnTo>
                  <a:lnTo>
                    <a:pt x="27940" y="467360"/>
                  </a:lnTo>
                  <a:lnTo>
                    <a:pt x="27940" y="463562"/>
                  </a:lnTo>
                  <a:close/>
                </a:path>
                <a:path w="27939" h="476250">
                  <a:moveTo>
                    <a:pt x="27940" y="461022"/>
                  </a:moveTo>
                  <a:lnTo>
                    <a:pt x="0" y="461022"/>
                  </a:lnTo>
                  <a:lnTo>
                    <a:pt x="0" y="463550"/>
                  </a:lnTo>
                  <a:lnTo>
                    <a:pt x="27940" y="463550"/>
                  </a:lnTo>
                  <a:lnTo>
                    <a:pt x="27940" y="461022"/>
                  </a:lnTo>
                  <a:close/>
                </a:path>
                <a:path w="27939" h="476250">
                  <a:moveTo>
                    <a:pt x="27940" y="457212"/>
                  </a:moveTo>
                  <a:lnTo>
                    <a:pt x="0" y="457212"/>
                  </a:lnTo>
                  <a:lnTo>
                    <a:pt x="0" y="461010"/>
                  </a:lnTo>
                  <a:lnTo>
                    <a:pt x="27940" y="461010"/>
                  </a:lnTo>
                  <a:lnTo>
                    <a:pt x="27940" y="457212"/>
                  </a:lnTo>
                  <a:close/>
                </a:path>
                <a:path w="27939" h="476250">
                  <a:moveTo>
                    <a:pt x="27940" y="448322"/>
                  </a:moveTo>
                  <a:lnTo>
                    <a:pt x="0" y="448322"/>
                  </a:lnTo>
                  <a:lnTo>
                    <a:pt x="0" y="457200"/>
                  </a:lnTo>
                  <a:lnTo>
                    <a:pt x="27940" y="457200"/>
                  </a:lnTo>
                  <a:lnTo>
                    <a:pt x="27940" y="448322"/>
                  </a:lnTo>
                  <a:close/>
                </a:path>
                <a:path w="27939" h="476250">
                  <a:moveTo>
                    <a:pt x="27940" y="429272"/>
                  </a:moveTo>
                  <a:lnTo>
                    <a:pt x="0" y="429272"/>
                  </a:lnTo>
                  <a:lnTo>
                    <a:pt x="0" y="448310"/>
                  </a:lnTo>
                  <a:lnTo>
                    <a:pt x="27940" y="448310"/>
                  </a:lnTo>
                  <a:lnTo>
                    <a:pt x="27940" y="429272"/>
                  </a:lnTo>
                  <a:close/>
                </a:path>
                <a:path w="27939" h="476250">
                  <a:moveTo>
                    <a:pt x="27940" y="422922"/>
                  </a:moveTo>
                  <a:lnTo>
                    <a:pt x="0" y="422922"/>
                  </a:lnTo>
                  <a:lnTo>
                    <a:pt x="0" y="429260"/>
                  </a:lnTo>
                  <a:lnTo>
                    <a:pt x="27940" y="429260"/>
                  </a:lnTo>
                  <a:lnTo>
                    <a:pt x="27940" y="422922"/>
                  </a:lnTo>
                  <a:close/>
                </a:path>
                <a:path w="27939" h="476250">
                  <a:moveTo>
                    <a:pt x="27940" y="416572"/>
                  </a:moveTo>
                  <a:lnTo>
                    <a:pt x="0" y="416572"/>
                  </a:lnTo>
                  <a:lnTo>
                    <a:pt x="0" y="422910"/>
                  </a:lnTo>
                  <a:lnTo>
                    <a:pt x="27940" y="422910"/>
                  </a:lnTo>
                  <a:lnTo>
                    <a:pt x="27940" y="416572"/>
                  </a:lnTo>
                  <a:close/>
                </a:path>
                <a:path w="27939" h="476250">
                  <a:moveTo>
                    <a:pt x="27940" y="412762"/>
                  </a:moveTo>
                  <a:lnTo>
                    <a:pt x="0" y="412762"/>
                  </a:lnTo>
                  <a:lnTo>
                    <a:pt x="0" y="416560"/>
                  </a:lnTo>
                  <a:lnTo>
                    <a:pt x="27940" y="416560"/>
                  </a:lnTo>
                  <a:lnTo>
                    <a:pt x="27940" y="412762"/>
                  </a:lnTo>
                  <a:close/>
                </a:path>
                <a:path w="27939" h="476250">
                  <a:moveTo>
                    <a:pt x="27940" y="410222"/>
                  </a:moveTo>
                  <a:lnTo>
                    <a:pt x="0" y="410222"/>
                  </a:lnTo>
                  <a:lnTo>
                    <a:pt x="0" y="412750"/>
                  </a:lnTo>
                  <a:lnTo>
                    <a:pt x="27940" y="412750"/>
                  </a:lnTo>
                  <a:lnTo>
                    <a:pt x="27940" y="410222"/>
                  </a:lnTo>
                  <a:close/>
                </a:path>
                <a:path w="27939" h="476250">
                  <a:moveTo>
                    <a:pt x="27940" y="406412"/>
                  </a:moveTo>
                  <a:lnTo>
                    <a:pt x="0" y="406412"/>
                  </a:lnTo>
                  <a:lnTo>
                    <a:pt x="0" y="410210"/>
                  </a:lnTo>
                  <a:lnTo>
                    <a:pt x="27940" y="410210"/>
                  </a:lnTo>
                  <a:lnTo>
                    <a:pt x="27940" y="406412"/>
                  </a:lnTo>
                  <a:close/>
                </a:path>
                <a:path w="27939" h="476250">
                  <a:moveTo>
                    <a:pt x="27940" y="403872"/>
                  </a:moveTo>
                  <a:lnTo>
                    <a:pt x="0" y="403872"/>
                  </a:lnTo>
                  <a:lnTo>
                    <a:pt x="0" y="406400"/>
                  </a:lnTo>
                  <a:lnTo>
                    <a:pt x="27940" y="406400"/>
                  </a:lnTo>
                  <a:lnTo>
                    <a:pt x="27940" y="403872"/>
                  </a:lnTo>
                  <a:close/>
                </a:path>
                <a:path w="27939" h="476250">
                  <a:moveTo>
                    <a:pt x="27940" y="397522"/>
                  </a:moveTo>
                  <a:lnTo>
                    <a:pt x="0" y="397522"/>
                  </a:lnTo>
                  <a:lnTo>
                    <a:pt x="0" y="403860"/>
                  </a:lnTo>
                  <a:lnTo>
                    <a:pt x="27940" y="403860"/>
                  </a:lnTo>
                  <a:lnTo>
                    <a:pt x="27940" y="397522"/>
                  </a:lnTo>
                  <a:close/>
                </a:path>
                <a:path w="27939" h="476250">
                  <a:moveTo>
                    <a:pt x="27940" y="393712"/>
                  </a:moveTo>
                  <a:lnTo>
                    <a:pt x="0" y="393712"/>
                  </a:lnTo>
                  <a:lnTo>
                    <a:pt x="0" y="397510"/>
                  </a:lnTo>
                  <a:lnTo>
                    <a:pt x="27940" y="397510"/>
                  </a:lnTo>
                  <a:lnTo>
                    <a:pt x="27940" y="393712"/>
                  </a:lnTo>
                  <a:close/>
                </a:path>
                <a:path w="27939" h="476250">
                  <a:moveTo>
                    <a:pt x="27940" y="391172"/>
                  </a:moveTo>
                  <a:lnTo>
                    <a:pt x="0" y="391172"/>
                  </a:lnTo>
                  <a:lnTo>
                    <a:pt x="0" y="393700"/>
                  </a:lnTo>
                  <a:lnTo>
                    <a:pt x="27940" y="393700"/>
                  </a:lnTo>
                  <a:lnTo>
                    <a:pt x="27940" y="391172"/>
                  </a:lnTo>
                  <a:close/>
                </a:path>
                <a:path w="27939" h="476250">
                  <a:moveTo>
                    <a:pt x="27940" y="387362"/>
                  </a:moveTo>
                  <a:lnTo>
                    <a:pt x="0" y="387362"/>
                  </a:lnTo>
                  <a:lnTo>
                    <a:pt x="0" y="391160"/>
                  </a:lnTo>
                  <a:lnTo>
                    <a:pt x="27940" y="391160"/>
                  </a:lnTo>
                  <a:lnTo>
                    <a:pt x="27940" y="387362"/>
                  </a:lnTo>
                  <a:close/>
                </a:path>
                <a:path w="27939" h="476250">
                  <a:moveTo>
                    <a:pt x="27940" y="384822"/>
                  </a:moveTo>
                  <a:lnTo>
                    <a:pt x="0" y="384822"/>
                  </a:lnTo>
                  <a:lnTo>
                    <a:pt x="0" y="387350"/>
                  </a:lnTo>
                  <a:lnTo>
                    <a:pt x="27940" y="387350"/>
                  </a:lnTo>
                  <a:lnTo>
                    <a:pt x="27940" y="384822"/>
                  </a:lnTo>
                  <a:close/>
                </a:path>
                <a:path w="27939" h="476250">
                  <a:moveTo>
                    <a:pt x="27940" y="365772"/>
                  </a:moveTo>
                  <a:lnTo>
                    <a:pt x="0" y="365772"/>
                  </a:lnTo>
                  <a:lnTo>
                    <a:pt x="0" y="384810"/>
                  </a:lnTo>
                  <a:lnTo>
                    <a:pt x="27940" y="384810"/>
                  </a:lnTo>
                  <a:lnTo>
                    <a:pt x="27940" y="365772"/>
                  </a:lnTo>
                  <a:close/>
                </a:path>
                <a:path w="27939" h="476250">
                  <a:moveTo>
                    <a:pt x="27940" y="359422"/>
                  </a:moveTo>
                  <a:lnTo>
                    <a:pt x="0" y="359422"/>
                  </a:lnTo>
                  <a:lnTo>
                    <a:pt x="0" y="365760"/>
                  </a:lnTo>
                  <a:lnTo>
                    <a:pt x="27940" y="365760"/>
                  </a:lnTo>
                  <a:lnTo>
                    <a:pt x="27940" y="359422"/>
                  </a:lnTo>
                  <a:close/>
                </a:path>
                <a:path w="27939" h="476250">
                  <a:moveTo>
                    <a:pt x="27940" y="355612"/>
                  </a:moveTo>
                  <a:lnTo>
                    <a:pt x="0" y="355612"/>
                  </a:lnTo>
                  <a:lnTo>
                    <a:pt x="0" y="359410"/>
                  </a:lnTo>
                  <a:lnTo>
                    <a:pt x="27940" y="359410"/>
                  </a:lnTo>
                  <a:lnTo>
                    <a:pt x="27940" y="355612"/>
                  </a:lnTo>
                  <a:close/>
                </a:path>
                <a:path w="27939" h="476250">
                  <a:moveTo>
                    <a:pt x="27940" y="346722"/>
                  </a:moveTo>
                  <a:lnTo>
                    <a:pt x="0" y="346722"/>
                  </a:lnTo>
                  <a:lnTo>
                    <a:pt x="0" y="355600"/>
                  </a:lnTo>
                  <a:lnTo>
                    <a:pt x="27940" y="355600"/>
                  </a:lnTo>
                  <a:lnTo>
                    <a:pt x="27940" y="346722"/>
                  </a:lnTo>
                  <a:close/>
                </a:path>
                <a:path w="27939" h="476250">
                  <a:moveTo>
                    <a:pt x="27940" y="340372"/>
                  </a:moveTo>
                  <a:lnTo>
                    <a:pt x="0" y="340372"/>
                  </a:lnTo>
                  <a:lnTo>
                    <a:pt x="0" y="346710"/>
                  </a:lnTo>
                  <a:lnTo>
                    <a:pt x="27940" y="346710"/>
                  </a:lnTo>
                  <a:lnTo>
                    <a:pt x="27940" y="340372"/>
                  </a:lnTo>
                  <a:close/>
                </a:path>
                <a:path w="27939" h="476250">
                  <a:moveTo>
                    <a:pt x="27940" y="334022"/>
                  </a:moveTo>
                  <a:lnTo>
                    <a:pt x="0" y="334022"/>
                  </a:lnTo>
                  <a:lnTo>
                    <a:pt x="0" y="340360"/>
                  </a:lnTo>
                  <a:lnTo>
                    <a:pt x="27940" y="340360"/>
                  </a:lnTo>
                  <a:lnTo>
                    <a:pt x="27940" y="334022"/>
                  </a:lnTo>
                  <a:close/>
                </a:path>
                <a:path w="27939" h="476250">
                  <a:moveTo>
                    <a:pt x="27940" y="330212"/>
                  </a:moveTo>
                  <a:lnTo>
                    <a:pt x="0" y="330212"/>
                  </a:lnTo>
                  <a:lnTo>
                    <a:pt x="0" y="334010"/>
                  </a:lnTo>
                  <a:lnTo>
                    <a:pt x="27940" y="334010"/>
                  </a:lnTo>
                  <a:lnTo>
                    <a:pt x="27940" y="330212"/>
                  </a:lnTo>
                  <a:close/>
                </a:path>
                <a:path w="27939" h="476250">
                  <a:moveTo>
                    <a:pt x="27940" y="327672"/>
                  </a:moveTo>
                  <a:lnTo>
                    <a:pt x="0" y="327672"/>
                  </a:lnTo>
                  <a:lnTo>
                    <a:pt x="0" y="330200"/>
                  </a:lnTo>
                  <a:lnTo>
                    <a:pt x="27940" y="330200"/>
                  </a:lnTo>
                  <a:lnTo>
                    <a:pt x="27940" y="327672"/>
                  </a:lnTo>
                  <a:close/>
                </a:path>
                <a:path w="27939" h="476250">
                  <a:moveTo>
                    <a:pt x="27940" y="317512"/>
                  </a:moveTo>
                  <a:lnTo>
                    <a:pt x="0" y="317512"/>
                  </a:lnTo>
                  <a:lnTo>
                    <a:pt x="0" y="327660"/>
                  </a:lnTo>
                  <a:lnTo>
                    <a:pt x="27940" y="327660"/>
                  </a:lnTo>
                  <a:lnTo>
                    <a:pt x="27940" y="317512"/>
                  </a:lnTo>
                  <a:close/>
                </a:path>
                <a:path w="27939" h="476250">
                  <a:moveTo>
                    <a:pt x="27940" y="314972"/>
                  </a:moveTo>
                  <a:lnTo>
                    <a:pt x="0" y="314972"/>
                  </a:lnTo>
                  <a:lnTo>
                    <a:pt x="0" y="317500"/>
                  </a:lnTo>
                  <a:lnTo>
                    <a:pt x="27940" y="317500"/>
                  </a:lnTo>
                  <a:lnTo>
                    <a:pt x="27940" y="314972"/>
                  </a:lnTo>
                  <a:close/>
                </a:path>
                <a:path w="27939" h="476250">
                  <a:moveTo>
                    <a:pt x="27940" y="311162"/>
                  </a:moveTo>
                  <a:lnTo>
                    <a:pt x="0" y="311162"/>
                  </a:lnTo>
                  <a:lnTo>
                    <a:pt x="0" y="314960"/>
                  </a:lnTo>
                  <a:lnTo>
                    <a:pt x="27940" y="314960"/>
                  </a:lnTo>
                  <a:lnTo>
                    <a:pt x="27940" y="311162"/>
                  </a:lnTo>
                  <a:close/>
                </a:path>
                <a:path w="27939" h="476250">
                  <a:moveTo>
                    <a:pt x="27940" y="304812"/>
                  </a:moveTo>
                  <a:lnTo>
                    <a:pt x="0" y="304812"/>
                  </a:lnTo>
                  <a:lnTo>
                    <a:pt x="0" y="311150"/>
                  </a:lnTo>
                  <a:lnTo>
                    <a:pt x="27940" y="311150"/>
                  </a:lnTo>
                  <a:lnTo>
                    <a:pt x="27940" y="304812"/>
                  </a:lnTo>
                  <a:close/>
                </a:path>
                <a:path w="27939" h="476250">
                  <a:moveTo>
                    <a:pt x="27940" y="292112"/>
                  </a:moveTo>
                  <a:lnTo>
                    <a:pt x="0" y="292112"/>
                  </a:lnTo>
                  <a:lnTo>
                    <a:pt x="0" y="304800"/>
                  </a:lnTo>
                  <a:lnTo>
                    <a:pt x="27940" y="304800"/>
                  </a:lnTo>
                  <a:lnTo>
                    <a:pt x="27940" y="292112"/>
                  </a:lnTo>
                  <a:close/>
                </a:path>
                <a:path w="27939" h="476250">
                  <a:moveTo>
                    <a:pt x="27940" y="289572"/>
                  </a:moveTo>
                  <a:lnTo>
                    <a:pt x="0" y="289572"/>
                  </a:lnTo>
                  <a:lnTo>
                    <a:pt x="0" y="292100"/>
                  </a:lnTo>
                  <a:lnTo>
                    <a:pt x="27940" y="292100"/>
                  </a:lnTo>
                  <a:lnTo>
                    <a:pt x="27940" y="289572"/>
                  </a:lnTo>
                  <a:close/>
                </a:path>
                <a:path w="27939" h="476250">
                  <a:moveTo>
                    <a:pt x="27940" y="285762"/>
                  </a:moveTo>
                  <a:lnTo>
                    <a:pt x="0" y="285762"/>
                  </a:lnTo>
                  <a:lnTo>
                    <a:pt x="0" y="289560"/>
                  </a:lnTo>
                  <a:lnTo>
                    <a:pt x="27940" y="289560"/>
                  </a:lnTo>
                  <a:lnTo>
                    <a:pt x="27940" y="285762"/>
                  </a:lnTo>
                  <a:close/>
                </a:path>
                <a:path w="27939" h="476250">
                  <a:moveTo>
                    <a:pt x="27940" y="283222"/>
                  </a:moveTo>
                  <a:lnTo>
                    <a:pt x="0" y="283222"/>
                  </a:lnTo>
                  <a:lnTo>
                    <a:pt x="0" y="285750"/>
                  </a:lnTo>
                  <a:lnTo>
                    <a:pt x="27940" y="285750"/>
                  </a:lnTo>
                  <a:lnTo>
                    <a:pt x="27940" y="283222"/>
                  </a:lnTo>
                  <a:close/>
                </a:path>
                <a:path w="27939" h="476250">
                  <a:moveTo>
                    <a:pt x="27940" y="279412"/>
                  </a:moveTo>
                  <a:lnTo>
                    <a:pt x="0" y="279412"/>
                  </a:lnTo>
                  <a:lnTo>
                    <a:pt x="0" y="283210"/>
                  </a:lnTo>
                  <a:lnTo>
                    <a:pt x="27940" y="283210"/>
                  </a:lnTo>
                  <a:lnTo>
                    <a:pt x="27940" y="279412"/>
                  </a:lnTo>
                  <a:close/>
                </a:path>
                <a:path w="27939" h="476250">
                  <a:moveTo>
                    <a:pt x="27940" y="273062"/>
                  </a:moveTo>
                  <a:lnTo>
                    <a:pt x="0" y="273062"/>
                  </a:lnTo>
                  <a:lnTo>
                    <a:pt x="0" y="279400"/>
                  </a:lnTo>
                  <a:lnTo>
                    <a:pt x="27940" y="279400"/>
                  </a:lnTo>
                  <a:lnTo>
                    <a:pt x="27940" y="273062"/>
                  </a:lnTo>
                  <a:close/>
                </a:path>
                <a:path w="27939" h="476250">
                  <a:moveTo>
                    <a:pt x="27940" y="234962"/>
                  </a:moveTo>
                  <a:lnTo>
                    <a:pt x="0" y="234962"/>
                  </a:lnTo>
                  <a:lnTo>
                    <a:pt x="0" y="273050"/>
                  </a:lnTo>
                  <a:lnTo>
                    <a:pt x="27940" y="273050"/>
                  </a:lnTo>
                  <a:lnTo>
                    <a:pt x="27940" y="234962"/>
                  </a:lnTo>
                  <a:close/>
                </a:path>
                <a:path w="27939" h="476250">
                  <a:moveTo>
                    <a:pt x="2794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7940" y="234950"/>
                  </a:lnTo>
                  <a:lnTo>
                    <a:pt x="27940" y="232422"/>
                  </a:lnTo>
                  <a:close/>
                </a:path>
                <a:path w="27939" h="476250">
                  <a:moveTo>
                    <a:pt x="2794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27940" y="232410"/>
                  </a:lnTo>
                  <a:lnTo>
                    <a:pt x="27940" y="226072"/>
                  </a:lnTo>
                  <a:close/>
                </a:path>
                <a:path w="27939" h="476250">
                  <a:moveTo>
                    <a:pt x="2794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27940" y="226060"/>
                  </a:lnTo>
                  <a:lnTo>
                    <a:pt x="27940" y="222262"/>
                  </a:lnTo>
                  <a:close/>
                </a:path>
                <a:path w="27939" h="476250">
                  <a:moveTo>
                    <a:pt x="2794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27940" y="222250"/>
                  </a:lnTo>
                  <a:lnTo>
                    <a:pt x="27940" y="219722"/>
                  </a:lnTo>
                  <a:close/>
                </a:path>
                <a:path w="27939" h="476250">
                  <a:moveTo>
                    <a:pt x="27940" y="213372"/>
                  </a:moveTo>
                  <a:lnTo>
                    <a:pt x="0" y="213372"/>
                  </a:lnTo>
                  <a:lnTo>
                    <a:pt x="0" y="219710"/>
                  </a:lnTo>
                  <a:lnTo>
                    <a:pt x="27940" y="219710"/>
                  </a:lnTo>
                  <a:lnTo>
                    <a:pt x="27940" y="213372"/>
                  </a:lnTo>
                  <a:close/>
                </a:path>
                <a:path w="27939" h="476250">
                  <a:moveTo>
                    <a:pt x="27940" y="207022"/>
                  </a:moveTo>
                  <a:lnTo>
                    <a:pt x="0" y="207022"/>
                  </a:lnTo>
                  <a:lnTo>
                    <a:pt x="0" y="213360"/>
                  </a:lnTo>
                  <a:lnTo>
                    <a:pt x="27940" y="213360"/>
                  </a:lnTo>
                  <a:lnTo>
                    <a:pt x="27940" y="207022"/>
                  </a:lnTo>
                  <a:close/>
                </a:path>
                <a:path w="27939" h="476250">
                  <a:moveTo>
                    <a:pt x="27940" y="195592"/>
                  </a:moveTo>
                  <a:lnTo>
                    <a:pt x="0" y="195592"/>
                  </a:lnTo>
                  <a:lnTo>
                    <a:pt x="0" y="207010"/>
                  </a:lnTo>
                  <a:lnTo>
                    <a:pt x="27940" y="207010"/>
                  </a:lnTo>
                  <a:lnTo>
                    <a:pt x="27940" y="195592"/>
                  </a:lnTo>
                  <a:close/>
                </a:path>
                <a:path w="27939" h="476250">
                  <a:moveTo>
                    <a:pt x="2794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7940" y="195580"/>
                  </a:lnTo>
                  <a:lnTo>
                    <a:pt x="27940" y="189242"/>
                  </a:lnTo>
                  <a:close/>
                </a:path>
                <a:path w="27939" h="476250">
                  <a:moveTo>
                    <a:pt x="27940" y="182892"/>
                  </a:moveTo>
                  <a:lnTo>
                    <a:pt x="0" y="182892"/>
                  </a:lnTo>
                  <a:lnTo>
                    <a:pt x="0" y="189230"/>
                  </a:lnTo>
                  <a:lnTo>
                    <a:pt x="27940" y="189230"/>
                  </a:lnTo>
                  <a:lnTo>
                    <a:pt x="27940" y="182892"/>
                  </a:lnTo>
                  <a:close/>
                </a:path>
                <a:path w="27939" h="476250">
                  <a:moveTo>
                    <a:pt x="27940" y="176542"/>
                  </a:moveTo>
                  <a:lnTo>
                    <a:pt x="0" y="176542"/>
                  </a:lnTo>
                  <a:lnTo>
                    <a:pt x="0" y="182880"/>
                  </a:lnTo>
                  <a:lnTo>
                    <a:pt x="27940" y="182880"/>
                  </a:lnTo>
                  <a:lnTo>
                    <a:pt x="27940" y="176542"/>
                  </a:lnTo>
                  <a:close/>
                </a:path>
                <a:path w="27939" h="476250">
                  <a:moveTo>
                    <a:pt x="27940" y="170192"/>
                  </a:moveTo>
                  <a:lnTo>
                    <a:pt x="0" y="170192"/>
                  </a:lnTo>
                  <a:lnTo>
                    <a:pt x="0" y="176530"/>
                  </a:lnTo>
                  <a:lnTo>
                    <a:pt x="27940" y="176530"/>
                  </a:lnTo>
                  <a:lnTo>
                    <a:pt x="27940" y="170192"/>
                  </a:lnTo>
                  <a:close/>
                </a:path>
                <a:path w="27939" h="476250">
                  <a:moveTo>
                    <a:pt x="27940" y="163842"/>
                  </a:moveTo>
                  <a:lnTo>
                    <a:pt x="0" y="163842"/>
                  </a:lnTo>
                  <a:lnTo>
                    <a:pt x="0" y="170180"/>
                  </a:lnTo>
                  <a:lnTo>
                    <a:pt x="27940" y="170180"/>
                  </a:lnTo>
                  <a:lnTo>
                    <a:pt x="27940" y="163842"/>
                  </a:lnTo>
                  <a:close/>
                </a:path>
                <a:path w="27939" h="476250">
                  <a:moveTo>
                    <a:pt x="27940" y="157492"/>
                  </a:moveTo>
                  <a:lnTo>
                    <a:pt x="0" y="157492"/>
                  </a:lnTo>
                  <a:lnTo>
                    <a:pt x="0" y="163830"/>
                  </a:lnTo>
                  <a:lnTo>
                    <a:pt x="27940" y="163830"/>
                  </a:lnTo>
                  <a:lnTo>
                    <a:pt x="27940" y="157492"/>
                  </a:lnTo>
                  <a:close/>
                </a:path>
                <a:path w="27939" h="476250">
                  <a:moveTo>
                    <a:pt x="2794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7940" y="157480"/>
                  </a:lnTo>
                  <a:lnTo>
                    <a:pt x="27940" y="151142"/>
                  </a:lnTo>
                  <a:close/>
                </a:path>
                <a:path w="27939" h="476250">
                  <a:moveTo>
                    <a:pt x="27940" y="138442"/>
                  </a:moveTo>
                  <a:lnTo>
                    <a:pt x="0" y="138442"/>
                  </a:lnTo>
                  <a:lnTo>
                    <a:pt x="0" y="151130"/>
                  </a:lnTo>
                  <a:lnTo>
                    <a:pt x="27940" y="151130"/>
                  </a:lnTo>
                  <a:lnTo>
                    <a:pt x="27940" y="138442"/>
                  </a:lnTo>
                  <a:close/>
                </a:path>
                <a:path w="27939" h="476250">
                  <a:moveTo>
                    <a:pt x="27940" y="132092"/>
                  </a:moveTo>
                  <a:lnTo>
                    <a:pt x="0" y="132092"/>
                  </a:lnTo>
                  <a:lnTo>
                    <a:pt x="0" y="138430"/>
                  </a:lnTo>
                  <a:lnTo>
                    <a:pt x="27940" y="138430"/>
                  </a:lnTo>
                  <a:lnTo>
                    <a:pt x="27940" y="132092"/>
                  </a:lnTo>
                  <a:close/>
                </a:path>
                <a:path w="27939" h="476250">
                  <a:moveTo>
                    <a:pt x="27940" y="125742"/>
                  </a:moveTo>
                  <a:lnTo>
                    <a:pt x="0" y="125742"/>
                  </a:lnTo>
                  <a:lnTo>
                    <a:pt x="0" y="132080"/>
                  </a:lnTo>
                  <a:lnTo>
                    <a:pt x="27940" y="132080"/>
                  </a:lnTo>
                  <a:lnTo>
                    <a:pt x="27940" y="125742"/>
                  </a:lnTo>
                  <a:close/>
                </a:path>
                <a:path w="27939" h="476250">
                  <a:moveTo>
                    <a:pt x="27940" y="119392"/>
                  </a:moveTo>
                  <a:lnTo>
                    <a:pt x="0" y="119392"/>
                  </a:lnTo>
                  <a:lnTo>
                    <a:pt x="0" y="125730"/>
                  </a:lnTo>
                  <a:lnTo>
                    <a:pt x="27940" y="125730"/>
                  </a:lnTo>
                  <a:lnTo>
                    <a:pt x="27940" y="119392"/>
                  </a:lnTo>
                  <a:close/>
                </a:path>
                <a:path w="27939" h="476250">
                  <a:moveTo>
                    <a:pt x="27940" y="113042"/>
                  </a:moveTo>
                  <a:lnTo>
                    <a:pt x="0" y="113042"/>
                  </a:lnTo>
                  <a:lnTo>
                    <a:pt x="0" y="119380"/>
                  </a:lnTo>
                  <a:lnTo>
                    <a:pt x="27940" y="119380"/>
                  </a:lnTo>
                  <a:lnTo>
                    <a:pt x="27940" y="113042"/>
                  </a:lnTo>
                  <a:close/>
                </a:path>
                <a:path w="27939" h="476250">
                  <a:moveTo>
                    <a:pt x="27940" y="106692"/>
                  </a:moveTo>
                  <a:lnTo>
                    <a:pt x="0" y="106692"/>
                  </a:lnTo>
                  <a:lnTo>
                    <a:pt x="0" y="113030"/>
                  </a:lnTo>
                  <a:lnTo>
                    <a:pt x="27940" y="113030"/>
                  </a:lnTo>
                  <a:lnTo>
                    <a:pt x="27940" y="106692"/>
                  </a:lnTo>
                  <a:close/>
                </a:path>
                <a:path w="27939" h="476250">
                  <a:moveTo>
                    <a:pt x="27940" y="100342"/>
                  </a:moveTo>
                  <a:lnTo>
                    <a:pt x="0" y="100342"/>
                  </a:lnTo>
                  <a:lnTo>
                    <a:pt x="0" y="106680"/>
                  </a:lnTo>
                  <a:lnTo>
                    <a:pt x="27940" y="106680"/>
                  </a:lnTo>
                  <a:lnTo>
                    <a:pt x="27940" y="100342"/>
                  </a:lnTo>
                  <a:close/>
                </a:path>
                <a:path w="27939" h="476250">
                  <a:moveTo>
                    <a:pt x="2794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7940" y="100330"/>
                  </a:lnTo>
                  <a:lnTo>
                    <a:pt x="27940" y="93992"/>
                  </a:lnTo>
                  <a:close/>
                </a:path>
                <a:path w="27939" h="476250">
                  <a:moveTo>
                    <a:pt x="2794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7940" y="93980"/>
                  </a:lnTo>
                  <a:lnTo>
                    <a:pt x="27940" y="87642"/>
                  </a:lnTo>
                  <a:close/>
                </a:path>
                <a:path w="27939" h="476250">
                  <a:moveTo>
                    <a:pt x="27940" y="81292"/>
                  </a:moveTo>
                  <a:lnTo>
                    <a:pt x="0" y="81292"/>
                  </a:lnTo>
                  <a:lnTo>
                    <a:pt x="0" y="87630"/>
                  </a:lnTo>
                  <a:lnTo>
                    <a:pt x="27940" y="87630"/>
                  </a:lnTo>
                  <a:lnTo>
                    <a:pt x="27940" y="81292"/>
                  </a:lnTo>
                  <a:close/>
                </a:path>
                <a:path w="27939" h="476250">
                  <a:moveTo>
                    <a:pt x="27940" y="68592"/>
                  </a:moveTo>
                  <a:lnTo>
                    <a:pt x="0" y="68592"/>
                  </a:lnTo>
                  <a:lnTo>
                    <a:pt x="0" y="81280"/>
                  </a:lnTo>
                  <a:lnTo>
                    <a:pt x="27940" y="81280"/>
                  </a:lnTo>
                  <a:lnTo>
                    <a:pt x="27940" y="68592"/>
                  </a:lnTo>
                  <a:close/>
                </a:path>
                <a:path w="27939" h="476250">
                  <a:moveTo>
                    <a:pt x="27940" y="62242"/>
                  </a:moveTo>
                  <a:lnTo>
                    <a:pt x="0" y="62242"/>
                  </a:lnTo>
                  <a:lnTo>
                    <a:pt x="0" y="68580"/>
                  </a:lnTo>
                  <a:lnTo>
                    <a:pt x="27940" y="68580"/>
                  </a:lnTo>
                  <a:lnTo>
                    <a:pt x="27940" y="62242"/>
                  </a:lnTo>
                  <a:close/>
                </a:path>
                <a:path w="27939" h="476250">
                  <a:moveTo>
                    <a:pt x="27940" y="55892"/>
                  </a:moveTo>
                  <a:lnTo>
                    <a:pt x="0" y="55892"/>
                  </a:lnTo>
                  <a:lnTo>
                    <a:pt x="0" y="62230"/>
                  </a:lnTo>
                  <a:lnTo>
                    <a:pt x="27940" y="62230"/>
                  </a:lnTo>
                  <a:lnTo>
                    <a:pt x="27940" y="55892"/>
                  </a:lnTo>
                  <a:close/>
                </a:path>
                <a:path w="27939" h="476250">
                  <a:moveTo>
                    <a:pt x="27940" y="49542"/>
                  </a:moveTo>
                  <a:lnTo>
                    <a:pt x="0" y="49542"/>
                  </a:lnTo>
                  <a:lnTo>
                    <a:pt x="0" y="55880"/>
                  </a:lnTo>
                  <a:lnTo>
                    <a:pt x="27940" y="55880"/>
                  </a:lnTo>
                  <a:lnTo>
                    <a:pt x="27940" y="49542"/>
                  </a:lnTo>
                  <a:close/>
                </a:path>
                <a:path w="27939" h="476250">
                  <a:moveTo>
                    <a:pt x="2794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7940" y="49530"/>
                  </a:lnTo>
                  <a:lnTo>
                    <a:pt x="27940" y="43192"/>
                  </a:lnTo>
                  <a:close/>
                </a:path>
                <a:path w="27939" h="476250">
                  <a:moveTo>
                    <a:pt x="2794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7940" y="43180"/>
                  </a:lnTo>
                  <a:lnTo>
                    <a:pt x="27940" y="36842"/>
                  </a:lnTo>
                  <a:close/>
                </a:path>
                <a:path w="27939" h="476250">
                  <a:moveTo>
                    <a:pt x="2794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7940" y="36830"/>
                  </a:lnTo>
                  <a:lnTo>
                    <a:pt x="27940" y="30492"/>
                  </a:lnTo>
                  <a:close/>
                </a:path>
                <a:path w="27939" h="476250">
                  <a:moveTo>
                    <a:pt x="27940" y="24142"/>
                  </a:moveTo>
                  <a:lnTo>
                    <a:pt x="0" y="24142"/>
                  </a:lnTo>
                  <a:lnTo>
                    <a:pt x="0" y="30480"/>
                  </a:lnTo>
                  <a:lnTo>
                    <a:pt x="27940" y="30480"/>
                  </a:lnTo>
                  <a:lnTo>
                    <a:pt x="27940" y="24142"/>
                  </a:lnTo>
                  <a:close/>
                </a:path>
                <a:path w="27939" h="476250">
                  <a:moveTo>
                    <a:pt x="2794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7940" y="24130"/>
                  </a:lnTo>
                  <a:lnTo>
                    <a:pt x="27940" y="17792"/>
                  </a:lnTo>
                  <a:close/>
                </a:path>
                <a:path w="27939" h="476250">
                  <a:moveTo>
                    <a:pt x="27940" y="5092"/>
                  </a:moveTo>
                  <a:lnTo>
                    <a:pt x="0" y="5092"/>
                  </a:lnTo>
                  <a:lnTo>
                    <a:pt x="0" y="17780"/>
                  </a:lnTo>
                  <a:lnTo>
                    <a:pt x="27940" y="17780"/>
                  </a:lnTo>
                  <a:lnTo>
                    <a:pt x="27940" y="5092"/>
                  </a:lnTo>
                  <a:close/>
                </a:path>
                <a:path w="27939" h="476250">
                  <a:moveTo>
                    <a:pt x="279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7940" y="5080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20406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7" name="object 3737"/>
            <p:cNvSpPr/>
            <p:nvPr/>
          </p:nvSpPr>
          <p:spPr>
            <a:xfrm>
              <a:off x="4267200" y="5500382"/>
              <a:ext cx="27940" cy="181610"/>
            </a:xfrm>
            <a:custGeom>
              <a:avLst/>
              <a:gdLst/>
              <a:ahLst/>
              <a:cxnLst/>
              <a:rect l="l" t="t" r="r" b="b"/>
              <a:pathLst>
                <a:path w="27939" h="181610">
                  <a:moveTo>
                    <a:pt x="27940" y="180340"/>
                  </a:moveTo>
                  <a:lnTo>
                    <a:pt x="0" y="180340"/>
                  </a:lnTo>
                  <a:lnTo>
                    <a:pt x="0" y="181597"/>
                  </a:lnTo>
                  <a:lnTo>
                    <a:pt x="27940" y="181597"/>
                  </a:lnTo>
                  <a:lnTo>
                    <a:pt x="27940" y="180340"/>
                  </a:lnTo>
                  <a:close/>
                </a:path>
                <a:path w="27939" h="181610">
                  <a:moveTo>
                    <a:pt x="27940" y="173990"/>
                  </a:moveTo>
                  <a:lnTo>
                    <a:pt x="0" y="173990"/>
                  </a:lnTo>
                  <a:lnTo>
                    <a:pt x="0" y="180327"/>
                  </a:lnTo>
                  <a:lnTo>
                    <a:pt x="27940" y="180327"/>
                  </a:lnTo>
                  <a:lnTo>
                    <a:pt x="27940" y="173990"/>
                  </a:lnTo>
                  <a:close/>
                </a:path>
                <a:path w="27939" h="181610">
                  <a:moveTo>
                    <a:pt x="27940" y="171450"/>
                  </a:moveTo>
                  <a:lnTo>
                    <a:pt x="0" y="171450"/>
                  </a:lnTo>
                  <a:lnTo>
                    <a:pt x="0" y="173977"/>
                  </a:lnTo>
                  <a:lnTo>
                    <a:pt x="27940" y="173977"/>
                  </a:lnTo>
                  <a:lnTo>
                    <a:pt x="27940" y="171450"/>
                  </a:lnTo>
                  <a:close/>
                </a:path>
                <a:path w="27939" h="181610">
                  <a:moveTo>
                    <a:pt x="27940" y="167640"/>
                  </a:moveTo>
                  <a:lnTo>
                    <a:pt x="0" y="167640"/>
                  </a:lnTo>
                  <a:lnTo>
                    <a:pt x="0" y="171437"/>
                  </a:lnTo>
                  <a:lnTo>
                    <a:pt x="27940" y="171437"/>
                  </a:lnTo>
                  <a:lnTo>
                    <a:pt x="27940" y="167640"/>
                  </a:lnTo>
                  <a:close/>
                </a:path>
                <a:path w="27939" h="181610">
                  <a:moveTo>
                    <a:pt x="27940" y="165100"/>
                  </a:moveTo>
                  <a:lnTo>
                    <a:pt x="0" y="165100"/>
                  </a:lnTo>
                  <a:lnTo>
                    <a:pt x="0" y="167627"/>
                  </a:lnTo>
                  <a:lnTo>
                    <a:pt x="27940" y="167627"/>
                  </a:lnTo>
                  <a:lnTo>
                    <a:pt x="27940" y="165100"/>
                  </a:lnTo>
                  <a:close/>
                </a:path>
                <a:path w="27939" h="181610">
                  <a:moveTo>
                    <a:pt x="27940" y="161290"/>
                  </a:moveTo>
                  <a:lnTo>
                    <a:pt x="0" y="161290"/>
                  </a:lnTo>
                  <a:lnTo>
                    <a:pt x="0" y="165087"/>
                  </a:lnTo>
                  <a:lnTo>
                    <a:pt x="27940" y="165087"/>
                  </a:lnTo>
                  <a:lnTo>
                    <a:pt x="27940" y="161290"/>
                  </a:lnTo>
                  <a:close/>
                </a:path>
                <a:path w="27939" h="181610">
                  <a:moveTo>
                    <a:pt x="27940" y="154940"/>
                  </a:moveTo>
                  <a:lnTo>
                    <a:pt x="0" y="154940"/>
                  </a:lnTo>
                  <a:lnTo>
                    <a:pt x="0" y="161277"/>
                  </a:lnTo>
                  <a:lnTo>
                    <a:pt x="27940" y="161277"/>
                  </a:lnTo>
                  <a:lnTo>
                    <a:pt x="27940" y="154940"/>
                  </a:lnTo>
                  <a:close/>
                </a:path>
                <a:path w="27939" h="181610">
                  <a:moveTo>
                    <a:pt x="27940" y="152400"/>
                  </a:moveTo>
                  <a:lnTo>
                    <a:pt x="0" y="152400"/>
                  </a:lnTo>
                  <a:lnTo>
                    <a:pt x="0" y="154927"/>
                  </a:lnTo>
                  <a:lnTo>
                    <a:pt x="27940" y="154927"/>
                  </a:lnTo>
                  <a:lnTo>
                    <a:pt x="27940" y="152400"/>
                  </a:lnTo>
                  <a:close/>
                </a:path>
                <a:path w="27939" h="181610">
                  <a:moveTo>
                    <a:pt x="27940" y="148590"/>
                  </a:moveTo>
                  <a:lnTo>
                    <a:pt x="0" y="148590"/>
                  </a:lnTo>
                  <a:lnTo>
                    <a:pt x="0" y="152387"/>
                  </a:lnTo>
                  <a:lnTo>
                    <a:pt x="27940" y="152387"/>
                  </a:lnTo>
                  <a:lnTo>
                    <a:pt x="27940" y="148590"/>
                  </a:lnTo>
                  <a:close/>
                </a:path>
                <a:path w="27939" h="181610">
                  <a:moveTo>
                    <a:pt x="27940" y="146050"/>
                  </a:moveTo>
                  <a:lnTo>
                    <a:pt x="0" y="146050"/>
                  </a:lnTo>
                  <a:lnTo>
                    <a:pt x="0" y="148577"/>
                  </a:lnTo>
                  <a:lnTo>
                    <a:pt x="27940" y="148577"/>
                  </a:lnTo>
                  <a:lnTo>
                    <a:pt x="27940" y="146050"/>
                  </a:lnTo>
                  <a:close/>
                </a:path>
                <a:path w="27939" h="181610">
                  <a:moveTo>
                    <a:pt x="27940" y="142240"/>
                  </a:moveTo>
                  <a:lnTo>
                    <a:pt x="0" y="142240"/>
                  </a:lnTo>
                  <a:lnTo>
                    <a:pt x="0" y="146037"/>
                  </a:lnTo>
                  <a:lnTo>
                    <a:pt x="27940" y="146037"/>
                  </a:lnTo>
                  <a:lnTo>
                    <a:pt x="27940" y="142240"/>
                  </a:lnTo>
                  <a:close/>
                </a:path>
                <a:path w="27939" h="181610">
                  <a:moveTo>
                    <a:pt x="27940" y="135890"/>
                  </a:moveTo>
                  <a:lnTo>
                    <a:pt x="0" y="135890"/>
                  </a:lnTo>
                  <a:lnTo>
                    <a:pt x="0" y="142227"/>
                  </a:lnTo>
                  <a:lnTo>
                    <a:pt x="27940" y="142227"/>
                  </a:lnTo>
                  <a:lnTo>
                    <a:pt x="27940" y="135890"/>
                  </a:lnTo>
                  <a:close/>
                </a:path>
                <a:path w="27939" h="181610">
                  <a:moveTo>
                    <a:pt x="27940" y="133350"/>
                  </a:moveTo>
                  <a:lnTo>
                    <a:pt x="0" y="133350"/>
                  </a:lnTo>
                  <a:lnTo>
                    <a:pt x="0" y="135877"/>
                  </a:lnTo>
                  <a:lnTo>
                    <a:pt x="27940" y="135877"/>
                  </a:lnTo>
                  <a:lnTo>
                    <a:pt x="27940" y="133350"/>
                  </a:lnTo>
                  <a:close/>
                </a:path>
                <a:path w="27939" h="181610">
                  <a:moveTo>
                    <a:pt x="27940" y="129540"/>
                  </a:moveTo>
                  <a:lnTo>
                    <a:pt x="0" y="129540"/>
                  </a:lnTo>
                  <a:lnTo>
                    <a:pt x="0" y="133337"/>
                  </a:lnTo>
                  <a:lnTo>
                    <a:pt x="27940" y="133337"/>
                  </a:lnTo>
                  <a:lnTo>
                    <a:pt x="27940" y="129540"/>
                  </a:lnTo>
                  <a:close/>
                </a:path>
                <a:path w="27939" h="181610">
                  <a:moveTo>
                    <a:pt x="27940" y="127000"/>
                  </a:moveTo>
                  <a:lnTo>
                    <a:pt x="0" y="127000"/>
                  </a:lnTo>
                  <a:lnTo>
                    <a:pt x="0" y="129527"/>
                  </a:lnTo>
                  <a:lnTo>
                    <a:pt x="27940" y="129527"/>
                  </a:lnTo>
                  <a:lnTo>
                    <a:pt x="27940" y="127000"/>
                  </a:lnTo>
                  <a:close/>
                </a:path>
                <a:path w="27939" h="181610">
                  <a:moveTo>
                    <a:pt x="27940" y="120650"/>
                  </a:moveTo>
                  <a:lnTo>
                    <a:pt x="0" y="120650"/>
                  </a:lnTo>
                  <a:lnTo>
                    <a:pt x="0" y="126987"/>
                  </a:lnTo>
                  <a:lnTo>
                    <a:pt x="27940" y="126987"/>
                  </a:lnTo>
                  <a:lnTo>
                    <a:pt x="27940" y="120650"/>
                  </a:lnTo>
                  <a:close/>
                </a:path>
                <a:path w="27939" h="181610">
                  <a:moveTo>
                    <a:pt x="2794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27940" y="120637"/>
                  </a:lnTo>
                  <a:lnTo>
                    <a:pt x="27940" y="114300"/>
                  </a:lnTo>
                  <a:close/>
                </a:path>
                <a:path w="27939" h="181610">
                  <a:moveTo>
                    <a:pt x="27940" y="110490"/>
                  </a:moveTo>
                  <a:lnTo>
                    <a:pt x="0" y="110490"/>
                  </a:lnTo>
                  <a:lnTo>
                    <a:pt x="0" y="114287"/>
                  </a:lnTo>
                  <a:lnTo>
                    <a:pt x="27940" y="114287"/>
                  </a:lnTo>
                  <a:lnTo>
                    <a:pt x="27940" y="110490"/>
                  </a:lnTo>
                  <a:close/>
                </a:path>
                <a:path w="27939" h="181610">
                  <a:moveTo>
                    <a:pt x="27940" y="107950"/>
                  </a:moveTo>
                  <a:lnTo>
                    <a:pt x="0" y="107950"/>
                  </a:lnTo>
                  <a:lnTo>
                    <a:pt x="0" y="110477"/>
                  </a:lnTo>
                  <a:lnTo>
                    <a:pt x="27940" y="110477"/>
                  </a:lnTo>
                  <a:lnTo>
                    <a:pt x="27940" y="107950"/>
                  </a:lnTo>
                  <a:close/>
                </a:path>
                <a:path w="27939" h="181610">
                  <a:moveTo>
                    <a:pt x="27940" y="104140"/>
                  </a:moveTo>
                  <a:lnTo>
                    <a:pt x="0" y="104140"/>
                  </a:lnTo>
                  <a:lnTo>
                    <a:pt x="0" y="107937"/>
                  </a:lnTo>
                  <a:lnTo>
                    <a:pt x="27940" y="107937"/>
                  </a:lnTo>
                  <a:lnTo>
                    <a:pt x="27940" y="104140"/>
                  </a:lnTo>
                  <a:close/>
                </a:path>
                <a:path w="27939" h="181610">
                  <a:moveTo>
                    <a:pt x="27940" y="101600"/>
                  </a:moveTo>
                  <a:lnTo>
                    <a:pt x="0" y="101600"/>
                  </a:lnTo>
                  <a:lnTo>
                    <a:pt x="0" y="104127"/>
                  </a:lnTo>
                  <a:lnTo>
                    <a:pt x="27940" y="104127"/>
                  </a:lnTo>
                  <a:lnTo>
                    <a:pt x="27940" y="101600"/>
                  </a:lnTo>
                  <a:close/>
                </a:path>
                <a:path w="27939" h="181610">
                  <a:moveTo>
                    <a:pt x="27940" y="97790"/>
                  </a:moveTo>
                  <a:lnTo>
                    <a:pt x="0" y="97790"/>
                  </a:lnTo>
                  <a:lnTo>
                    <a:pt x="0" y="101587"/>
                  </a:lnTo>
                  <a:lnTo>
                    <a:pt x="27940" y="101587"/>
                  </a:lnTo>
                  <a:lnTo>
                    <a:pt x="27940" y="97790"/>
                  </a:lnTo>
                  <a:close/>
                </a:path>
                <a:path w="27939" h="181610">
                  <a:moveTo>
                    <a:pt x="27940" y="95250"/>
                  </a:moveTo>
                  <a:lnTo>
                    <a:pt x="0" y="95250"/>
                  </a:lnTo>
                  <a:lnTo>
                    <a:pt x="0" y="97777"/>
                  </a:lnTo>
                  <a:lnTo>
                    <a:pt x="27940" y="97777"/>
                  </a:lnTo>
                  <a:lnTo>
                    <a:pt x="27940" y="95250"/>
                  </a:lnTo>
                  <a:close/>
                </a:path>
                <a:path w="27939" h="181610">
                  <a:moveTo>
                    <a:pt x="27940" y="91440"/>
                  </a:moveTo>
                  <a:lnTo>
                    <a:pt x="0" y="91440"/>
                  </a:lnTo>
                  <a:lnTo>
                    <a:pt x="0" y="95237"/>
                  </a:lnTo>
                  <a:lnTo>
                    <a:pt x="27940" y="95237"/>
                  </a:lnTo>
                  <a:lnTo>
                    <a:pt x="27940" y="91440"/>
                  </a:lnTo>
                  <a:close/>
                </a:path>
                <a:path w="27939" h="181610">
                  <a:moveTo>
                    <a:pt x="27940" y="82550"/>
                  </a:moveTo>
                  <a:lnTo>
                    <a:pt x="0" y="82550"/>
                  </a:lnTo>
                  <a:lnTo>
                    <a:pt x="0" y="91427"/>
                  </a:lnTo>
                  <a:lnTo>
                    <a:pt x="27940" y="91427"/>
                  </a:lnTo>
                  <a:lnTo>
                    <a:pt x="27940" y="82550"/>
                  </a:lnTo>
                  <a:close/>
                </a:path>
                <a:path w="27939" h="181610">
                  <a:moveTo>
                    <a:pt x="27940" y="72390"/>
                  </a:moveTo>
                  <a:lnTo>
                    <a:pt x="0" y="72390"/>
                  </a:lnTo>
                  <a:lnTo>
                    <a:pt x="0" y="82537"/>
                  </a:lnTo>
                  <a:lnTo>
                    <a:pt x="27940" y="82537"/>
                  </a:lnTo>
                  <a:lnTo>
                    <a:pt x="27940" y="72390"/>
                  </a:lnTo>
                  <a:close/>
                </a:path>
                <a:path w="27939" h="181610">
                  <a:moveTo>
                    <a:pt x="27940" y="63500"/>
                  </a:moveTo>
                  <a:lnTo>
                    <a:pt x="0" y="63500"/>
                  </a:lnTo>
                  <a:lnTo>
                    <a:pt x="0" y="72377"/>
                  </a:lnTo>
                  <a:lnTo>
                    <a:pt x="27940" y="72377"/>
                  </a:lnTo>
                  <a:lnTo>
                    <a:pt x="27940" y="63500"/>
                  </a:lnTo>
                  <a:close/>
                </a:path>
                <a:path w="27939" h="181610">
                  <a:moveTo>
                    <a:pt x="27940" y="53340"/>
                  </a:moveTo>
                  <a:lnTo>
                    <a:pt x="0" y="53340"/>
                  </a:lnTo>
                  <a:lnTo>
                    <a:pt x="0" y="63487"/>
                  </a:lnTo>
                  <a:lnTo>
                    <a:pt x="27940" y="63487"/>
                  </a:lnTo>
                  <a:lnTo>
                    <a:pt x="27940" y="53340"/>
                  </a:lnTo>
                  <a:close/>
                </a:path>
                <a:path w="27939" h="181610">
                  <a:moveTo>
                    <a:pt x="27940" y="50800"/>
                  </a:moveTo>
                  <a:lnTo>
                    <a:pt x="0" y="50800"/>
                  </a:lnTo>
                  <a:lnTo>
                    <a:pt x="0" y="53327"/>
                  </a:lnTo>
                  <a:lnTo>
                    <a:pt x="27940" y="53327"/>
                  </a:lnTo>
                  <a:lnTo>
                    <a:pt x="27940" y="50800"/>
                  </a:lnTo>
                  <a:close/>
                </a:path>
                <a:path w="27939" h="181610">
                  <a:moveTo>
                    <a:pt x="27940" y="46990"/>
                  </a:moveTo>
                  <a:lnTo>
                    <a:pt x="0" y="46990"/>
                  </a:lnTo>
                  <a:lnTo>
                    <a:pt x="0" y="50787"/>
                  </a:lnTo>
                  <a:lnTo>
                    <a:pt x="27940" y="50787"/>
                  </a:lnTo>
                  <a:lnTo>
                    <a:pt x="27940" y="46990"/>
                  </a:lnTo>
                  <a:close/>
                </a:path>
                <a:path w="27939" h="181610">
                  <a:moveTo>
                    <a:pt x="27940" y="40640"/>
                  </a:moveTo>
                  <a:lnTo>
                    <a:pt x="0" y="40640"/>
                  </a:lnTo>
                  <a:lnTo>
                    <a:pt x="0" y="46977"/>
                  </a:lnTo>
                  <a:lnTo>
                    <a:pt x="27940" y="46977"/>
                  </a:lnTo>
                  <a:lnTo>
                    <a:pt x="27940" y="40640"/>
                  </a:lnTo>
                  <a:close/>
                </a:path>
                <a:path w="27939" h="181610">
                  <a:moveTo>
                    <a:pt x="27940" y="34290"/>
                  </a:moveTo>
                  <a:lnTo>
                    <a:pt x="0" y="34290"/>
                  </a:lnTo>
                  <a:lnTo>
                    <a:pt x="0" y="40627"/>
                  </a:lnTo>
                  <a:lnTo>
                    <a:pt x="27940" y="40627"/>
                  </a:lnTo>
                  <a:lnTo>
                    <a:pt x="27940" y="34290"/>
                  </a:lnTo>
                  <a:close/>
                </a:path>
                <a:path w="27939" h="181610">
                  <a:moveTo>
                    <a:pt x="27940" y="27940"/>
                  </a:moveTo>
                  <a:lnTo>
                    <a:pt x="0" y="27940"/>
                  </a:lnTo>
                  <a:lnTo>
                    <a:pt x="0" y="34277"/>
                  </a:lnTo>
                  <a:lnTo>
                    <a:pt x="27940" y="34277"/>
                  </a:lnTo>
                  <a:lnTo>
                    <a:pt x="27940" y="27940"/>
                  </a:lnTo>
                  <a:close/>
                </a:path>
                <a:path w="27939" h="181610">
                  <a:moveTo>
                    <a:pt x="27940" y="25400"/>
                  </a:moveTo>
                  <a:lnTo>
                    <a:pt x="0" y="25400"/>
                  </a:lnTo>
                  <a:lnTo>
                    <a:pt x="0" y="27927"/>
                  </a:lnTo>
                  <a:lnTo>
                    <a:pt x="27940" y="27927"/>
                  </a:lnTo>
                  <a:lnTo>
                    <a:pt x="27940" y="25400"/>
                  </a:lnTo>
                  <a:close/>
                </a:path>
                <a:path w="27939" h="181610">
                  <a:moveTo>
                    <a:pt x="2794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27940" y="25387"/>
                  </a:lnTo>
                  <a:lnTo>
                    <a:pt x="27940" y="21590"/>
                  </a:lnTo>
                  <a:close/>
                </a:path>
                <a:path w="27939" h="181610">
                  <a:moveTo>
                    <a:pt x="27940" y="15240"/>
                  </a:moveTo>
                  <a:lnTo>
                    <a:pt x="0" y="15240"/>
                  </a:lnTo>
                  <a:lnTo>
                    <a:pt x="0" y="21577"/>
                  </a:lnTo>
                  <a:lnTo>
                    <a:pt x="27940" y="21577"/>
                  </a:lnTo>
                  <a:lnTo>
                    <a:pt x="27940" y="15240"/>
                  </a:lnTo>
                  <a:close/>
                </a:path>
                <a:path w="27939" h="181610">
                  <a:moveTo>
                    <a:pt x="2794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7940" y="15227"/>
                  </a:lnTo>
                  <a:lnTo>
                    <a:pt x="27940" y="12700"/>
                  </a:lnTo>
                  <a:close/>
                </a:path>
                <a:path w="27939" h="181610">
                  <a:moveTo>
                    <a:pt x="2794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7940" y="12687"/>
                  </a:lnTo>
                  <a:lnTo>
                    <a:pt x="27940" y="8890"/>
                  </a:lnTo>
                  <a:close/>
                </a:path>
                <a:path w="27939" h="181610">
                  <a:moveTo>
                    <a:pt x="27940" y="0"/>
                  </a:moveTo>
                  <a:lnTo>
                    <a:pt x="0" y="0"/>
                  </a:lnTo>
                  <a:lnTo>
                    <a:pt x="0" y="8877"/>
                  </a:lnTo>
                  <a:lnTo>
                    <a:pt x="27940" y="8877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20406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8" name="object 3738"/>
            <p:cNvSpPr/>
            <p:nvPr/>
          </p:nvSpPr>
          <p:spPr>
            <a:xfrm>
              <a:off x="4295140" y="5033010"/>
              <a:ext cx="27940" cy="476250"/>
            </a:xfrm>
            <a:custGeom>
              <a:avLst/>
              <a:gdLst/>
              <a:ahLst/>
              <a:cxnLst/>
              <a:rect l="l" t="t" r="r" b="b"/>
              <a:pathLst>
                <a:path w="27939" h="476250">
                  <a:moveTo>
                    <a:pt x="27940" y="467372"/>
                  </a:moveTo>
                  <a:lnTo>
                    <a:pt x="0" y="467372"/>
                  </a:lnTo>
                  <a:lnTo>
                    <a:pt x="0" y="476250"/>
                  </a:lnTo>
                  <a:lnTo>
                    <a:pt x="27940" y="476250"/>
                  </a:lnTo>
                  <a:lnTo>
                    <a:pt x="27940" y="467372"/>
                  </a:lnTo>
                  <a:close/>
                </a:path>
                <a:path w="27939" h="476250">
                  <a:moveTo>
                    <a:pt x="27940" y="463562"/>
                  </a:moveTo>
                  <a:lnTo>
                    <a:pt x="0" y="463562"/>
                  </a:lnTo>
                  <a:lnTo>
                    <a:pt x="0" y="467360"/>
                  </a:lnTo>
                  <a:lnTo>
                    <a:pt x="27940" y="467360"/>
                  </a:lnTo>
                  <a:lnTo>
                    <a:pt x="27940" y="463562"/>
                  </a:lnTo>
                  <a:close/>
                </a:path>
                <a:path w="27939" h="476250">
                  <a:moveTo>
                    <a:pt x="27940" y="461022"/>
                  </a:moveTo>
                  <a:lnTo>
                    <a:pt x="0" y="461022"/>
                  </a:lnTo>
                  <a:lnTo>
                    <a:pt x="0" y="463550"/>
                  </a:lnTo>
                  <a:lnTo>
                    <a:pt x="27940" y="463550"/>
                  </a:lnTo>
                  <a:lnTo>
                    <a:pt x="27940" y="461022"/>
                  </a:lnTo>
                  <a:close/>
                </a:path>
                <a:path w="27939" h="476250">
                  <a:moveTo>
                    <a:pt x="27940" y="457212"/>
                  </a:moveTo>
                  <a:lnTo>
                    <a:pt x="0" y="457212"/>
                  </a:lnTo>
                  <a:lnTo>
                    <a:pt x="0" y="461010"/>
                  </a:lnTo>
                  <a:lnTo>
                    <a:pt x="27940" y="461010"/>
                  </a:lnTo>
                  <a:lnTo>
                    <a:pt x="27940" y="457212"/>
                  </a:lnTo>
                  <a:close/>
                </a:path>
                <a:path w="27939" h="476250">
                  <a:moveTo>
                    <a:pt x="27940" y="448322"/>
                  </a:moveTo>
                  <a:lnTo>
                    <a:pt x="0" y="448322"/>
                  </a:lnTo>
                  <a:lnTo>
                    <a:pt x="0" y="457200"/>
                  </a:lnTo>
                  <a:lnTo>
                    <a:pt x="27940" y="457200"/>
                  </a:lnTo>
                  <a:lnTo>
                    <a:pt x="27940" y="448322"/>
                  </a:lnTo>
                  <a:close/>
                </a:path>
                <a:path w="27939" h="476250">
                  <a:moveTo>
                    <a:pt x="27940" y="429272"/>
                  </a:moveTo>
                  <a:lnTo>
                    <a:pt x="0" y="429272"/>
                  </a:lnTo>
                  <a:lnTo>
                    <a:pt x="0" y="448310"/>
                  </a:lnTo>
                  <a:lnTo>
                    <a:pt x="27940" y="448310"/>
                  </a:lnTo>
                  <a:lnTo>
                    <a:pt x="27940" y="429272"/>
                  </a:lnTo>
                  <a:close/>
                </a:path>
                <a:path w="27939" h="476250">
                  <a:moveTo>
                    <a:pt x="27940" y="422922"/>
                  </a:moveTo>
                  <a:lnTo>
                    <a:pt x="0" y="422922"/>
                  </a:lnTo>
                  <a:lnTo>
                    <a:pt x="0" y="429260"/>
                  </a:lnTo>
                  <a:lnTo>
                    <a:pt x="27940" y="429260"/>
                  </a:lnTo>
                  <a:lnTo>
                    <a:pt x="27940" y="422922"/>
                  </a:lnTo>
                  <a:close/>
                </a:path>
                <a:path w="27939" h="476250">
                  <a:moveTo>
                    <a:pt x="27940" y="416572"/>
                  </a:moveTo>
                  <a:lnTo>
                    <a:pt x="0" y="416572"/>
                  </a:lnTo>
                  <a:lnTo>
                    <a:pt x="0" y="422910"/>
                  </a:lnTo>
                  <a:lnTo>
                    <a:pt x="27940" y="422910"/>
                  </a:lnTo>
                  <a:lnTo>
                    <a:pt x="27940" y="416572"/>
                  </a:lnTo>
                  <a:close/>
                </a:path>
                <a:path w="27939" h="476250">
                  <a:moveTo>
                    <a:pt x="27940" y="412762"/>
                  </a:moveTo>
                  <a:lnTo>
                    <a:pt x="0" y="412762"/>
                  </a:lnTo>
                  <a:lnTo>
                    <a:pt x="0" y="416560"/>
                  </a:lnTo>
                  <a:lnTo>
                    <a:pt x="27940" y="416560"/>
                  </a:lnTo>
                  <a:lnTo>
                    <a:pt x="27940" y="412762"/>
                  </a:lnTo>
                  <a:close/>
                </a:path>
                <a:path w="27939" h="476250">
                  <a:moveTo>
                    <a:pt x="27940" y="410222"/>
                  </a:moveTo>
                  <a:lnTo>
                    <a:pt x="0" y="410222"/>
                  </a:lnTo>
                  <a:lnTo>
                    <a:pt x="0" y="412750"/>
                  </a:lnTo>
                  <a:lnTo>
                    <a:pt x="27940" y="412750"/>
                  </a:lnTo>
                  <a:lnTo>
                    <a:pt x="27940" y="410222"/>
                  </a:lnTo>
                  <a:close/>
                </a:path>
                <a:path w="27939" h="476250">
                  <a:moveTo>
                    <a:pt x="27940" y="406412"/>
                  </a:moveTo>
                  <a:lnTo>
                    <a:pt x="0" y="406412"/>
                  </a:lnTo>
                  <a:lnTo>
                    <a:pt x="0" y="410210"/>
                  </a:lnTo>
                  <a:lnTo>
                    <a:pt x="27940" y="410210"/>
                  </a:lnTo>
                  <a:lnTo>
                    <a:pt x="27940" y="406412"/>
                  </a:lnTo>
                  <a:close/>
                </a:path>
                <a:path w="27939" h="476250">
                  <a:moveTo>
                    <a:pt x="27940" y="403872"/>
                  </a:moveTo>
                  <a:lnTo>
                    <a:pt x="0" y="403872"/>
                  </a:lnTo>
                  <a:lnTo>
                    <a:pt x="0" y="406400"/>
                  </a:lnTo>
                  <a:lnTo>
                    <a:pt x="27940" y="406400"/>
                  </a:lnTo>
                  <a:lnTo>
                    <a:pt x="27940" y="403872"/>
                  </a:lnTo>
                  <a:close/>
                </a:path>
                <a:path w="27939" h="476250">
                  <a:moveTo>
                    <a:pt x="27940" y="397522"/>
                  </a:moveTo>
                  <a:lnTo>
                    <a:pt x="0" y="397522"/>
                  </a:lnTo>
                  <a:lnTo>
                    <a:pt x="0" y="403860"/>
                  </a:lnTo>
                  <a:lnTo>
                    <a:pt x="27940" y="403860"/>
                  </a:lnTo>
                  <a:lnTo>
                    <a:pt x="27940" y="397522"/>
                  </a:lnTo>
                  <a:close/>
                </a:path>
                <a:path w="27939" h="476250">
                  <a:moveTo>
                    <a:pt x="27940" y="393712"/>
                  </a:moveTo>
                  <a:lnTo>
                    <a:pt x="0" y="393712"/>
                  </a:lnTo>
                  <a:lnTo>
                    <a:pt x="0" y="397510"/>
                  </a:lnTo>
                  <a:lnTo>
                    <a:pt x="27940" y="397510"/>
                  </a:lnTo>
                  <a:lnTo>
                    <a:pt x="27940" y="393712"/>
                  </a:lnTo>
                  <a:close/>
                </a:path>
                <a:path w="27939" h="476250">
                  <a:moveTo>
                    <a:pt x="27940" y="391172"/>
                  </a:moveTo>
                  <a:lnTo>
                    <a:pt x="0" y="391172"/>
                  </a:lnTo>
                  <a:lnTo>
                    <a:pt x="0" y="393700"/>
                  </a:lnTo>
                  <a:lnTo>
                    <a:pt x="27940" y="393700"/>
                  </a:lnTo>
                  <a:lnTo>
                    <a:pt x="27940" y="391172"/>
                  </a:lnTo>
                  <a:close/>
                </a:path>
                <a:path w="27939" h="476250">
                  <a:moveTo>
                    <a:pt x="27940" y="387362"/>
                  </a:moveTo>
                  <a:lnTo>
                    <a:pt x="0" y="387362"/>
                  </a:lnTo>
                  <a:lnTo>
                    <a:pt x="0" y="391160"/>
                  </a:lnTo>
                  <a:lnTo>
                    <a:pt x="27940" y="391160"/>
                  </a:lnTo>
                  <a:lnTo>
                    <a:pt x="27940" y="387362"/>
                  </a:lnTo>
                  <a:close/>
                </a:path>
                <a:path w="27939" h="476250">
                  <a:moveTo>
                    <a:pt x="27940" y="384822"/>
                  </a:moveTo>
                  <a:lnTo>
                    <a:pt x="0" y="384822"/>
                  </a:lnTo>
                  <a:lnTo>
                    <a:pt x="0" y="387350"/>
                  </a:lnTo>
                  <a:lnTo>
                    <a:pt x="27940" y="387350"/>
                  </a:lnTo>
                  <a:lnTo>
                    <a:pt x="27940" y="384822"/>
                  </a:lnTo>
                  <a:close/>
                </a:path>
                <a:path w="27939" h="476250">
                  <a:moveTo>
                    <a:pt x="27940" y="365772"/>
                  </a:moveTo>
                  <a:lnTo>
                    <a:pt x="0" y="365772"/>
                  </a:lnTo>
                  <a:lnTo>
                    <a:pt x="0" y="384810"/>
                  </a:lnTo>
                  <a:lnTo>
                    <a:pt x="27940" y="384810"/>
                  </a:lnTo>
                  <a:lnTo>
                    <a:pt x="27940" y="365772"/>
                  </a:lnTo>
                  <a:close/>
                </a:path>
                <a:path w="27939" h="476250">
                  <a:moveTo>
                    <a:pt x="27940" y="359422"/>
                  </a:moveTo>
                  <a:lnTo>
                    <a:pt x="0" y="359422"/>
                  </a:lnTo>
                  <a:lnTo>
                    <a:pt x="0" y="365760"/>
                  </a:lnTo>
                  <a:lnTo>
                    <a:pt x="27940" y="365760"/>
                  </a:lnTo>
                  <a:lnTo>
                    <a:pt x="27940" y="359422"/>
                  </a:lnTo>
                  <a:close/>
                </a:path>
                <a:path w="27939" h="476250">
                  <a:moveTo>
                    <a:pt x="27940" y="355612"/>
                  </a:moveTo>
                  <a:lnTo>
                    <a:pt x="0" y="355612"/>
                  </a:lnTo>
                  <a:lnTo>
                    <a:pt x="0" y="359410"/>
                  </a:lnTo>
                  <a:lnTo>
                    <a:pt x="27940" y="359410"/>
                  </a:lnTo>
                  <a:lnTo>
                    <a:pt x="27940" y="355612"/>
                  </a:lnTo>
                  <a:close/>
                </a:path>
                <a:path w="27939" h="476250">
                  <a:moveTo>
                    <a:pt x="27940" y="346722"/>
                  </a:moveTo>
                  <a:lnTo>
                    <a:pt x="0" y="346722"/>
                  </a:lnTo>
                  <a:lnTo>
                    <a:pt x="0" y="355600"/>
                  </a:lnTo>
                  <a:lnTo>
                    <a:pt x="27940" y="355600"/>
                  </a:lnTo>
                  <a:lnTo>
                    <a:pt x="27940" y="346722"/>
                  </a:lnTo>
                  <a:close/>
                </a:path>
                <a:path w="27939" h="476250">
                  <a:moveTo>
                    <a:pt x="27940" y="340372"/>
                  </a:moveTo>
                  <a:lnTo>
                    <a:pt x="0" y="340372"/>
                  </a:lnTo>
                  <a:lnTo>
                    <a:pt x="0" y="346710"/>
                  </a:lnTo>
                  <a:lnTo>
                    <a:pt x="27940" y="346710"/>
                  </a:lnTo>
                  <a:lnTo>
                    <a:pt x="27940" y="340372"/>
                  </a:lnTo>
                  <a:close/>
                </a:path>
                <a:path w="27939" h="476250">
                  <a:moveTo>
                    <a:pt x="27940" y="334022"/>
                  </a:moveTo>
                  <a:lnTo>
                    <a:pt x="0" y="334022"/>
                  </a:lnTo>
                  <a:lnTo>
                    <a:pt x="0" y="340360"/>
                  </a:lnTo>
                  <a:lnTo>
                    <a:pt x="27940" y="340360"/>
                  </a:lnTo>
                  <a:lnTo>
                    <a:pt x="27940" y="334022"/>
                  </a:lnTo>
                  <a:close/>
                </a:path>
                <a:path w="27939" h="476250">
                  <a:moveTo>
                    <a:pt x="27940" y="330212"/>
                  </a:moveTo>
                  <a:lnTo>
                    <a:pt x="0" y="330212"/>
                  </a:lnTo>
                  <a:lnTo>
                    <a:pt x="0" y="334010"/>
                  </a:lnTo>
                  <a:lnTo>
                    <a:pt x="27940" y="334010"/>
                  </a:lnTo>
                  <a:lnTo>
                    <a:pt x="27940" y="330212"/>
                  </a:lnTo>
                  <a:close/>
                </a:path>
                <a:path w="27939" h="476250">
                  <a:moveTo>
                    <a:pt x="27940" y="327672"/>
                  </a:moveTo>
                  <a:lnTo>
                    <a:pt x="0" y="327672"/>
                  </a:lnTo>
                  <a:lnTo>
                    <a:pt x="0" y="330200"/>
                  </a:lnTo>
                  <a:lnTo>
                    <a:pt x="27940" y="330200"/>
                  </a:lnTo>
                  <a:lnTo>
                    <a:pt x="27940" y="327672"/>
                  </a:lnTo>
                  <a:close/>
                </a:path>
                <a:path w="27939" h="476250">
                  <a:moveTo>
                    <a:pt x="27940" y="317512"/>
                  </a:moveTo>
                  <a:lnTo>
                    <a:pt x="0" y="317512"/>
                  </a:lnTo>
                  <a:lnTo>
                    <a:pt x="0" y="327660"/>
                  </a:lnTo>
                  <a:lnTo>
                    <a:pt x="27940" y="327660"/>
                  </a:lnTo>
                  <a:lnTo>
                    <a:pt x="27940" y="317512"/>
                  </a:lnTo>
                  <a:close/>
                </a:path>
                <a:path w="27939" h="476250">
                  <a:moveTo>
                    <a:pt x="27940" y="314972"/>
                  </a:moveTo>
                  <a:lnTo>
                    <a:pt x="0" y="314972"/>
                  </a:lnTo>
                  <a:lnTo>
                    <a:pt x="0" y="317500"/>
                  </a:lnTo>
                  <a:lnTo>
                    <a:pt x="27940" y="317500"/>
                  </a:lnTo>
                  <a:lnTo>
                    <a:pt x="27940" y="314972"/>
                  </a:lnTo>
                  <a:close/>
                </a:path>
                <a:path w="27939" h="476250">
                  <a:moveTo>
                    <a:pt x="27940" y="311162"/>
                  </a:moveTo>
                  <a:lnTo>
                    <a:pt x="0" y="311162"/>
                  </a:lnTo>
                  <a:lnTo>
                    <a:pt x="0" y="314960"/>
                  </a:lnTo>
                  <a:lnTo>
                    <a:pt x="27940" y="314960"/>
                  </a:lnTo>
                  <a:lnTo>
                    <a:pt x="27940" y="311162"/>
                  </a:lnTo>
                  <a:close/>
                </a:path>
                <a:path w="27939" h="476250">
                  <a:moveTo>
                    <a:pt x="27940" y="304812"/>
                  </a:moveTo>
                  <a:lnTo>
                    <a:pt x="0" y="304812"/>
                  </a:lnTo>
                  <a:lnTo>
                    <a:pt x="0" y="311150"/>
                  </a:lnTo>
                  <a:lnTo>
                    <a:pt x="27940" y="311150"/>
                  </a:lnTo>
                  <a:lnTo>
                    <a:pt x="27940" y="304812"/>
                  </a:lnTo>
                  <a:close/>
                </a:path>
                <a:path w="27939" h="476250">
                  <a:moveTo>
                    <a:pt x="27940" y="292112"/>
                  </a:moveTo>
                  <a:lnTo>
                    <a:pt x="0" y="292112"/>
                  </a:lnTo>
                  <a:lnTo>
                    <a:pt x="0" y="304800"/>
                  </a:lnTo>
                  <a:lnTo>
                    <a:pt x="27940" y="304800"/>
                  </a:lnTo>
                  <a:lnTo>
                    <a:pt x="27940" y="292112"/>
                  </a:lnTo>
                  <a:close/>
                </a:path>
                <a:path w="27939" h="476250">
                  <a:moveTo>
                    <a:pt x="27940" y="289572"/>
                  </a:moveTo>
                  <a:lnTo>
                    <a:pt x="0" y="289572"/>
                  </a:lnTo>
                  <a:lnTo>
                    <a:pt x="0" y="292100"/>
                  </a:lnTo>
                  <a:lnTo>
                    <a:pt x="27940" y="292100"/>
                  </a:lnTo>
                  <a:lnTo>
                    <a:pt x="27940" y="289572"/>
                  </a:lnTo>
                  <a:close/>
                </a:path>
                <a:path w="27939" h="476250">
                  <a:moveTo>
                    <a:pt x="27940" y="285762"/>
                  </a:moveTo>
                  <a:lnTo>
                    <a:pt x="0" y="285762"/>
                  </a:lnTo>
                  <a:lnTo>
                    <a:pt x="0" y="289560"/>
                  </a:lnTo>
                  <a:lnTo>
                    <a:pt x="27940" y="289560"/>
                  </a:lnTo>
                  <a:lnTo>
                    <a:pt x="27940" y="285762"/>
                  </a:lnTo>
                  <a:close/>
                </a:path>
                <a:path w="27939" h="476250">
                  <a:moveTo>
                    <a:pt x="27940" y="283222"/>
                  </a:moveTo>
                  <a:lnTo>
                    <a:pt x="0" y="283222"/>
                  </a:lnTo>
                  <a:lnTo>
                    <a:pt x="0" y="285750"/>
                  </a:lnTo>
                  <a:lnTo>
                    <a:pt x="27940" y="285750"/>
                  </a:lnTo>
                  <a:lnTo>
                    <a:pt x="27940" y="283222"/>
                  </a:lnTo>
                  <a:close/>
                </a:path>
                <a:path w="27939" h="476250">
                  <a:moveTo>
                    <a:pt x="27940" y="279412"/>
                  </a:moveTo>
                  <a:lnTo>
                    <a:pt x="0" y="279412"/>
                  </a:lnTo>
                  <a:lnTo>
                    <a:pt x="0" y="283210"/>
                  </a:lnTo>
                  <a:lnTo>
                    <a:pt x="27940" y="283210"/>
                  </a:lnTo>
                  <a:lnTo>
                    <a:pt x="27940" y="279412"/>
                  </a:lnTo>
                  <a:close/>
                </a:path>
                <a:path w="27939" h="476250">
                  <a:moveTo>
                    <a:pt x="27940" y="273062"/>
                  </a:moveTo>
                  <a:lnTo>
                    <a:pt x="0" y="273062"/>
                  </a:lnTo>
                  <a:lnTo>
                    <a:pt x="0" y="279400"/>
                  </a:lnTo>
                  <a:lnTo>
                    <a:pt x="27940" y="279400"/>
                  </a:lnTo>
                  <a:lnTo>
                    <a:pt x="27940" y="273062"/>
                  </a:lnTo>
                  <a:close/>
                </a:path>
                <a:path w="27939" h="476250">
                  <a:moveTo>
                    <a:pt x="27940" y="234962"/>
                  </a:moveTo>
                  <a:lnTo>
                    <a:pt x="0" y="234962"/>
                  </a:lnTo>
                  <a:lnTo>
                    <a:pt x="0" y="273050"/>
                  </a:lnTo>
                  <a:lnTo>
                    <a:pt x="27940" y="273050"/>
                  </a:lnTo>
                  <a:lnTo>
                    <a:pt x="27940" y="234962"/>
                  </a:lnTo>
                  <a:close/>
                </a:path>
                <a:path w="27939" h="476250">
                  <a:moveTo>
                    <a:pt x="2794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7940" y="234950"/>
                  </a:lnTo>
                  <a:lnTo>
                    <a:pt x="27940" y="232422"/>
                  </a:lnTo>
                  <a:close/>
                </a:path>
                <a:path w="27939" h="476250">
                  <a:moveTo>
                    <a:pt x="2794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27940" y="232410"/>
                  </a:lnTo>
                  <a:lnTo>
                    <a:pt x="27940" y="226072"/>
                  </a:lnTo>
                  <a:close/>
                </a:path>
                <a:path w="27939" h="476250">
                  <a:moveTo>
                    <a:pt x="2794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27940" y="226060"/>
                  </a:lnTo>
                  <a:lnTo>
                    <a:pt x="27940" y="222262"/>
                  </a:lnTo>
                  <a:close/>
                </a:path>
                <a:path w="27939" h="476250">
                  <a:moveTo>
                    <a:pt x="2794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27940" y="222250"/>
                  </a:lnTo>
                  <a:lnTo>
                    <a:pt x="27940" y="219722"/>
                  </a:lnTo>
                  <a:close/>
                </a:path>
                <a:path w="27939" h="476250">
                  <a:moveTo>
                    <a:pt x="27940" y="213372"/>
                  </a:moveTo>
                  <a:lnTo>
                    <a:pt x="0" y="213372"/>
                  </a:lnTo>
                  <a:lnTo>
                    <a:pt x="0" y="219710"/>
                  </a:lnTo>
                  <a:lnTo>
                    <a:pt x="27940" y="219710"/>
                  </a:lnTo>
                  <a:lnTo>
                    <a:pt x="27940" y="213372"/>
                  </a:lnTo>
                  <a:close/>
                </a:path>
                <a:path w="27939" h="476250">
                  <a:moveTo>
                    <a:pt x="27940" y="207022"/>
                  </a:moveTo>
                  <a:lnTo>
                    <a:pt x="0" y="207022"/>
                  </a:lnTo>
                  <a:lnTo>
                    <a:pt x="0" y="213360"/>
                  </a:lnTo>
                  <a:lnTo>
                    <a:pt x="27940" y="213360"/>
                  </a:lnTo>
                  <a:lnTo>
                    <a:pt x="27940" y="207022"/>
                  </a:lnTo>
                  <a:close/>
                </a:path>
                <a:path w="27939" h="476250">
                  <a:moveTo>
                    <a:pt x="27940" y="195592"/>
                  </a:moveTo>
                  <a:lnTo>
                    <a:pt x="0" y="195592"/>
                  </a:lnTo>
                  <a:lnTo>
                    <a:pt x="0" y="207010"/>
                  </a:lnTo>
                  <a:lnTo>
                    <a:pt x="27940" y="207010"/>
                  </a:lnTo>
                  <a:lnTo>
                    <a:pt x="27940" y="195592"/>
                  </a:lnTo>
                  <a:close/>
                </a:path>
                <a:path w="27939" h="476250">
                  <a:moveTo>
                    <a:pt x="2794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7940" y="195580"/>
                  </a:lnTo>
                  <a:lnTo>
                    <a:pt x="27940" y="189242"/>
                  </a:lnTo>
                  <a:close/>
                </a:path>
                <a:path w="27939" h="476250">
                  <a:moveTo>
                    <a:pt x="27940" y="182892"/>
                  </a:moveTo>
                  <a:lnTo>
                    <a:pt x="0" y="182892"/>
                  </a:lnTo>
                  <a:lnTo>
                    <a:pt x="0" y="189230"/>
                  </a:lnTo>
                  <a:lnTo>
                    <a:pt x="27940" y="189230"/>
                  </a:lnTo>
                  <a:lnTo>
                    <a:pt x="27940" y="182892"/>
                  </a:lnTo>
                  <a:close/>
                </a:path>
                <a:path w="27939" h="476250">
                  <a:moveTo>
                    <a:pt x="27940" y="176542"/>
                  </a:moveTo>
                  <a:lnTo>
                    <a:pt x="0" y="176542"/>
                  </a:lnTo>
                  <a:lnTo>
                    <a:pt x="0" y="182880"/>
                  </a:lnTo>
                  <a:lnTo>
                    <a:pt x="27940" y="182880"/>
                  </a:lnTo>
                  <a:lnTo>
                    <a:pt x="27940" y="176542"/>
                  </a:lnTo>
                  <a:close/>
                </a:path>
                <a:path w="27939" h="476250">
                  <a:moveTo>
                    <a:pt x="27940" y="170192"/>
                  </a:moveTo>
                  <a:lnTo>
                    <a:pt x="0" y="170192"/>
                  </a:lnTo>
                  <a:lnTo>
                    <a:pt x="0" y="176530"/>
                  </a:lnTo>
                  <a:lnTo>
                    <a:pt x="27940" y="176530"/>
                  </a:lnTo>
                  <a:lnTo>
                    <a:pt x="27940" y="170192"/>
                  </a:lnTo>
                  <a:close/>
                </a:path>
                <a:path w="27939" h="476250">
                  <a:moveTo>
                    <a:pt x="27940" y="163842"/>
                  </a:moveTo>
                  <a:lnTo>
                    <a:pt x="0" y="163842"/>
                  </a:lnTo>
                  <a:lnTo>
                    <a:pt x="0" y="170180"/>
                  </a:lnTo>
                  <a:lnTo>
                    <a:pt x="27940" y="170180"/>
                  </a:lnTo>
                  <a:lnTo>
                    <a:pt x="27940" y="163842"/>
                  </a:lnTo>
                  <a:close/>
                </a:path>
                <a:path w="27939" h="476250">
                  <a:moveTo>
                    <a:pt x="27940" y="157492"/>
                  </a:moveTo>
                  <a:lnTo>
                    <a:pt x="0" y="157492"/>
                  </a:lnTo>
                  <a:lnTo>
                    <a:pt x="0" y="163830"/>
                  </a:lnTo>
                  <a:lnTo>
                    <a:pt x="27940" y="163830"/>
                  </a:lnTo>
                  <a:lnTo>
                    <a:pt x="27940" y="157492"/>
                  </a:lnTo>
                  <a:close/>
                </a:path>
                <a:path w="27939" h="476250">
                  <a:moveTo>
                    <a:pt x="2794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7940" y="157480"/>
                  </a:lnTo>
                  <a:lnTo>
                    <a:pt x="27940" y="151142"/>
                  </a:lnTo>
                  <a:close/>
                </a:path>
                <a:path w="27939" h="476250">
                  <a:moveTo>
                    <a:pt x="27940" y="138442"/>
                  </a:moveTo>
                  <a:lnTo>
                    <a:pt x="0" y="138442"/>
                  </a:lnTo>
                  <a:lnTo>
                    <a:pt x="0" y="151130"/>
                  </a:lnTo>
                  <a:lnTo>
                    <a:pt x="27940" y="151130"/>
                  </a:lnTo>
                  <a:lnTo>
                    <a:pt x="27940" y="138442"/>
                  </a:lnTo>
                  <a:close/>
                </a:path>
                <a:path w="27939" h="476250">
                  <a:moveTo>
                    <a:pt x="27940" y="132092"/>
                  </a:moveTo>
                  <a:lnTo>
                    <a:pt x="0" y="132092"/>
                  </a:lnTo>
                  <a:lnTo>
                    <a:pt x="0" y="138430"/>
                  </a:lnTo>
                  <a:lnTo>
                    <a:pt x="27940" y="138430"/>
                  </a:lnTo>
                  <a:lnTo>
                    <a:pt x="27940" y="132092"/>
                  </a:lnTo>
                  <a:close/>
                </a:path>
                <a:path w="27939" h="476250">
                  <a:moveTo>
                    <a:pt x="27940" y="125742"/>
                  </a:moveTo>
                  <a:lnTo>
                    <a:pt x="0" y="125742"/>
                  </a:lnTo>
                  <a:lnTo>
                    <a:pt x="0" y="132080"/>
                  </a:lnTo>
                  <a:lnTo>
                    <a:pt x="27940" y="132080"/>
                  </a:lnTo>
                  <a:lnTo>
                    <a:pt x="27940" y="125742"/>
                  </a:lnTo>
                  <a:close/>
                </a:path>
                <a:path w="27939" h="476250">
                  <a:moveTo>
                    <a:pt x="27940" y="119392"/>
                  </a:moveTo>
                  <a:lnTo>
                    <a:pt x="0" y="119392"/>
                  </a:lnTo>
                  <a:lnTo>
                    <a:pt x="0" y="125730"/>
                  </a:lnTo>
                  <a:lnTo>
                    <a:pt x="27940" y="125730"/>
                  </a:lnTo>
                  <a:lnTo>
                    <a:pt x="27940" y="119392"/>
                  </a:lnTo>
                  <a:close/>
                </a:path>
                <a:path w="27939" h="476250">
                  <a:moveTo>
                    <a:pt x="27940" y="113042"/>
                  </a:moveTo>
                  <a:lnTo>
                    <a:pt x="0" y="113042"/>
                  </a:lnTo>
                  <a:lnTo>
                    <a:pt x="0" y="119380"/>
                  </a:lnTo>
                  <a:lnTo>
                    <a:pt x="27940" y="119380"/>
                  </a:lnTo>
                  <a:lnTo>
                    <a:pt x="27940" y="113042"/>
                  </a:lnTo>
                  <a:close/>
                </a:path>
                <a:path w="27939" h="476250">
                  <a:moveTo>
                    <a:pt x="27940" y="106692"/>
                  </a:moveTo>
                  <a:lnTo>
                    <a:pt x="0" y="106692"/>
                  </a:lnTo>
                  <a:lnTo>
                    <a:pt x="0" y="113030"/>
                  </a:lnTo>
                  <a:lnTo>
                    <a:pt x="27940" y="113030"/>
                  </a:lnTo>
                  <a:lnTo>
                    <a:pt x="27940" y="106692"/>
                  </a:lnTo>
                  <a:close/>
                </a:path>
                <a:path w="27939" h="476250">
                  <a:moveTo>
                    <a:pt x="27940" y="100342"/>
                  </a:moveTo>
                  <a:lnTo>
                    <a:pt x="0" y="100342"/>
                  </a:lnTo>
                  <a:lnTo>
                    <a:pt x="0" y="106680"/>
                  </a:lnTo>
                  <a:lnTo>
                    <a:pt x="27940" y="106680"/>
                  </a:lnTo>
                  <a:lnTo>
                    <a:pt x="27940" y="100342"/>
                  </a:lnTo>
                  <a:close/>
                </a:path>
                <a:path w="27939" h="476250">
                  <a:moveTo>
                    <a:pt x="2794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7940" y="100330"/>
                  </a:lnTo>
                  <a:lnTo>
                    <a:pt x="27940" y="93992"/>
                  </a:lnTo>
                  <a:close/>
                </a:path>
                <a:path w="27939" h="476250">
                  <a:moveTo>
                    <a:pt x="2794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7940" y="93980"/>
                  </a:lnTo>
                  <a:lnTo>
                    <a:pt x="27940" y="87642"/>
                  </a:lnTo>
                  <a:close/>
                </a:path>
                <a:path w="27939" h="476250">
                  <a:moveTo>
                    <a:pt x="27940" y="81292"/>
                  </a:moveTo>
                  <a:lnTo>
                    <a:pt x="0" y="81292"/>
                  </a:lnTo>
                  <a:lnTo>
                    <a:pt x="0" y="87630"/>
                  </a:lnTo>
                  <a:lnTo>
                    <a:pt x="27940" y="87630"/>
                  </a:lnTo>
                  <a:lnTo>
                    <a:pt x="27940" y="81292"/>
                  </a:lnTo>
                  <a:close/>
                </a:path>
                <a:path w="27939" h="476250">
                  <a:moveTo>
                    <a:pt x="27940" y="68592"/>
                  </a:moveTo>
                  <a:lnTo>
                    <a:pt x="0" y="68592"/>
                  </a:lnTo>
                  <a:lnTo>
                    <a:pt x="0" y="81280"/>
                  </a:lnTo>
                  <a:lnTo>
                    <a:pt x="27940" y="81280"/>
                  </a:lnTo>
                  <a:lnTo>
                    <a:pt x="27940" y="68592"/>
                  </a:lnTo>
                  <a:close/>
                </a:path>
                <a:path w="27939" h="476250">
                  <a:moveTo>
                    <a:pt x="27940" y="62242"/>
                  </a:moveTo>
                  <a:lnTo>
                    <a:pt x="0" y="62242"/>
                  </a:lnTo>
                  <a:lnTo>
                    <a:pt x="0" y="68580"/>
                  </a:lnTo>
                  <a:lnTo>
                    <a:pt x="27940" y="68580"/>
                  </a:lnTo>
                  <a:lnTo>
                    <a:pt x="27940" y="62242"/>
                  </a:lnTo>
                  <a:close/>
                </a:path>
                <a:path w="27939" h="476250">
                  <a:moveTo>
                    <a:pt x="27940" y="55892"/>
                  </a:moveTo>
                  <a:lnTo>
                    <a:pt x="0" y="55892"/>
                  </a:lnTo>
                  <a:lnTo>
                    <a:pt x="0" y="62230"/>
                  </a:lnTo>
                  <a:lnTo>
                    <a:pt x="27940" y="62230"/>
                  </a:lnTo>
                  <a:lnTo>
                    <a:pt x="27940" y="55892"/>
                  </a:lnTo>
                  <a:close/>
                </a:path>
                <a:path w="27939" h="476250">
                  <a:moveTo>
                    <a:pt x="27940" y="49542"/>
                  </a:moveTo>
                  <a:lnTo>
                    <a:pt x="0" y="49542"/>
                  </a:lnTo>
                  <a:lnTo>
                    <a:pt x="0" y="55880"/>
                  </a:lnTo>
                  <a:lnTo>
                    <a:pt x="27940" y="55880"/>
                  </a:lnTo>
                  <a:lnTo>
                    <a:pt x="27940" y="49542"/>
                  </a:lnTo>
                  <a:close/>
                </a:path>
                <a:path w="27939" h="476250">
                  <a:moveTo>
                    <a:pt x="2794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7940" y="49530"/>
                  </a:lnTo>
                  <a:lnTo>
                    <a:pt x="27940" y="43192"/>
                  </a:lnTo>
                  <a:close/>
                </a:path>
                <a:path w="27939" h="476250">
                  <a:moveTo>
                    <a:pt x="2794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7940" y="43180"/>
                  </a:lnTo>
                  <a:lnTo>
                    <a:pt x="27940" y="36842"/>
                  </a:lnTo>
                  <a:close/>
                </a:path>
                <a:path w="27939" h="476250">
                  <a:moveTo>
                    <a:pt x="2794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7940" y="36830"/>
                  </a:lnTo>
                  <a:lnTo>
                    <a:pt x="27940" y="30492"/>
                  </a:lnTo>
                  <a:close/>
                </a:path>
                <a:path w="27939" h="476250">
                  <a:moveTo>
                    <a:pt x="27940" y="24142"/>
                  </a:moveTo>
                  <a:lnTo>
                    <a:pt x="0" y="24142"/>
                  </a:lnTo>
                  <a:lnTo>
                    <a:pt x="0" y="30480"/>
                  </a:lnTo>
                  <a:lnTo>
                    <a:pt x="27940" y="30480"/>
                  </a:lnTo>
                  <a:lnTo>
                    <a:pt x="27940" y="24142"/>
                  </a:lnTo>
                  <a:close/>
                </a:path>
                <a:path w="27939" h="476250">
                  <a:moveTo>
                    <a:pt x="2794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7940" y="24130"/>
                  </a:lnTo>
                  <a:lnTo>
                    <a:pt x="27940" y="17792"/>
                  </a:lnTo>
                  <a:close/>
                </a:path>
                <a:path w="27939" h="476250">
                  <a:moveTo>
                    <a:pt x="27940" y="5092"/>
                  </a:moveTo>
                  <a:lnTo>
                    <a:pt x="0" y="5092"/>
                  </a:lnTo>
                  <a:lnTo>
                    <a:pt x="0" y="17780"/>
                  </a:lnTo>
                  <a:lnTo>
                    <a:pt x="27940" y="17780"/>
                  </a:lnTo>
                  <a:lnTo>
                    <a:pt x="27940" y="5092"/>
                  </a:lnTo>
                  <a:close/>
                </a:path>
                <a:path w="27939" h="476250">
                  <a:moveTo>
                    <a:pt x="279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7940" y="5080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20416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9" name="object 3739"/>
            <p:cNvSpPr/>
            <p:nvPr/>
          </p:nvSpPr>
          <p:spPr>
            <a:xfrm>
              <a:off x="4295140" y="5500382"/>
              <a:ext cx="27940" cy="181610"/>
            </a:xfrm>
            <a:custGeom>
              <a:avLst/>
              <a:gdLst/>
              <a:ahLst/>
              <a:cxnLst/>
              <a:rect l="l" t="t" r="r" b="b"/>
              <a:pathLst>
                <a:path w="27939" h="181610">
                  <a:moveTo>
                    <a:pt x="27940" y="180340"/>
                  </a:moveTo>
                  <a:lnTo>
                    <a:pt x="0" y="180340"/>
                  </a:lnTo>
                  <a:lnTo>
                    <a:pt x="0" y="181597"/>
                  </a:lnTo>
                  <a:lnTo>
                    <a:pt x="27940" y="181597"/>
                  </a:lnTo>
                  <a:lnTo>
                    <a:pt x="27940" y="180340"/>
                  </a:lnTo>
                  <a:close/>
                </a:path>
                <a:path w="27939" h="181610">
                  <a:moveTo>
                    <a:pt x="27940" y="173990"/>
                  </a:moveTo>
                  <a:lnTo>
                    <a:pt x="0" y="173990"/>
                  </a:lnTo>
                  <a:lnTo>
                    <a:pt x="0" y="180327"/>
                  </a:lnTo>
                  <a:lnTo>
                    <a:pt x="27940" y="180327"/>
                  </a:lnTo>
                  <a:lnTo>
                    <a:pt x="27940" y="173990"/>
                  </a:lnTo>
                  <a:close/>
                </a:path>
                <a:path w="27939" h="181610">
                  <a:moveTo>
                    <a:pt x="27940" y="171450"/>
                  </a:moveTo>
                  <a:lnTo>
                    <a:pt x="0" y="171450"/>
                  </a:lnTo>
                  <a:lnTo>
                    <a:pt x="0" y="173977"/>
                  </a:lnTo>
                  <a:lnTo>
                    <a:pt x="27940" y="173977"/>
                  </a:lnTo>
                  <a:lnTo>
                    <a:pt x="27940" y="171450"/>
                  </a:lnTo>
                  <a:close/>
                </a:path>
                <a:path w="27939" h="181610">
                  <a:moveTo>
                    <a:pt x="27940" y="167640"/>
                  </a:moveTo>
                  <a:lnTo>
                    <a:pt x="0" y="167640"/>
                  </a:lnTo>
                  <a:lnTo>
                    <a:pt x="0" y="171437"/>
                  </a:lnTo>
                  <a:lnTo>
                    <a:pt x="27940" y="171437"/>
                  </a:lnTo>
                  <a:lnTo>
                    <a:pt x="27940" y="167640"/>
                  </a:lnTo>
                  <a:close/>
                </a:path>
                <a:path w="27939" h="181610">
                  <a:moveTo>
                    <a:pt x="27940" y="165100"/>
                  </a:moveTo>
                  <a:lnTo>
                    <a:pt x="0" y="165100"/>
                  </a:lnTo>
                  <a:lnTo>
                    <a:pt x="0" y="167627"/>
                  </a:lnTo>
                  <a:lnTo>
                    <a:pt x="27940" y="167627"/>
                  </a:lnTo>
                  <a:lnTo>
                    <a:pt x="27940" y="165100"/>
                  </a:lnTo>
                  <a:close/>
                </a:path>
                <a:path w="27939" h="181610">
                  <a:moveTo>
                    <a:pt x="27940" y="161290"/>
                  </a:moveTo>
                  <a:lnTo>
                    <a:pt x="0" y="161290"/>
                  </a:lnTo>
                  <a:lnTo>
                    <a:pt x="0" y="165087"/>
                  </a:lnTo>
                  <a:lnTo>
                    <a:pt x="27940" y="165087"/>
                  </a:lnTo>
                  <a:lnTo>
                    <a:pt x="27940" y="161290"/>
                  </a:lnTo>
                  <a:close/>
                </a:path>
                <a:path w="27939" h="181610">
                  <a:moveTo>
                    <a:pt x="27940" y="154940"/>
                  </a:moveTo>
                  <a:lnTo>
                    <a:pt x="0" y="154940"/>
                  </a:lnTo>
                  <a:lnTo>
                    <a:pt x="0" y="161277"/>
                  </a:lnTo>
                  <a:lnTo>
                    <a:pt x="27940" y="161277"/>
                  </a:lnTo>
                  <a:lnTo>
                    <a:pt x="27940" y="154940"/>
                  </a:lnTo>
                  <a:close/>
                </a:path>
                <a:path w="27939" h="181610">
                  <a:moveTo>
                    <a:pt x="27940" y="152400"/>
                  </a:moveTo>
                  <a:lnTo>
                    <a:pt x="0" y="152400"/>
                  </a:lnTo>
                  <a:lnTo>
                    <a:pt x="0" y="154927"/>
                  </a:lnTo>
                  <a:lnTo>
                    <a:pt x="27940" y="154927"/>
                  </a:lnTo>
                  <a:lnTo>
                    <a:pt x="27940" y="152400"/>
                  </a:lnTo>
                  <a:close/>
                </a:path>
                <a:path w="27939" h="181610">
                  <a:moveTo>
                    <a:pt x="27940" y="148590"/>
                  </a:moveTo>
                  <a:lnTo>
                    <a:pt x="0" y="148590"/>
                  </a:lnTo>
                  <a:lnTo>
                    <a:pt x="0" y="152387"/>
                  </a:lnTo>
                  <a:lnTo>
                    <a:pt x="27940" y="152387"/>
                  </a:lnTo>
                  <a:lnTo>
                    <a:pt x="27940" y="148590"/>
                  </a:lnTo>
                  <a:close/>
                </a:path>
                <a:path w="27939" h="181610">
                  <a:moveTo>
                    <a:pt x="27940" y="146050"/>
                  </a:moveTo>
                  <a:lnTo>
                    <a:pt x="0" y="146050"/>
                  </a:lnTo>
                  <a:lnTo>
                    <a:pt x="0" y="148577"/>
                  </a:lnTo>
                  <a:lnTo>
                    <a:pt x="27940" y="148577"/>
                  </a:lnTo>
                  <a:lnTo>
                    <a:pt x="27940" y="146050"/>
                  </a:lnTo>
                  <a:close/>
                </a:path>
                <a:path w="27939" h="181610">
                  <a:moveTo>
                    <a:pt x="27940" y="142240"/>
                  </a:moveTo>
                  <a:lnTo>
                    <a:pt x="0" y="142240"/>
                  </a:lnTo>
                  <a:lnTo>
                    <a:pt x="0" y="146037"/>
                  </a:lnTo>
                  <a:lnTo>
                    <a:pt x="27940" y="146037"/>
                  </a:lnTo>
                  <a:lnTo>
                    <a:pt x="27940" y="142240"/>
                  </a:lnTo>
                  <a:close/>
                </a:path>
                <a:path w="27939" h="181610">
                  <a:moveTo>
                    <a:pt x="27940" y="135890"/>
                  </a:moveTo>
                  <a:lnTo>
                    <a:pt x="0" y="135890"/>
                  </a:lnTo>
                  <a:lnTo>
                    <a:pt x="0" y="142227"/>
                  </a:lnTo>
                  <a:lnTo>
                    <a:pt x="27940" y="142227"/>
                  </a:lnTo>
                  <a:lnTo>
                    <a:pt x="27940" y="135890"/>
                  </a:lnTo>
                  <a:close/>
                </a:path>
                <a:path w="27939" h="181610">
                  <a:moveTo>
                    <a:pt x="27940" y="133350"/>
                  </a:moveTo>
                  <a:lnTo>
                    <a:pt x="0" y="133350"/>
                  </a:lnTo>
                  <a:lnTo>
                    <a:pt x="0" y="135877"/>
                  </a:lnTo>
                  <a:lnTo>
                    <a:pt x="27940" y="135877"/>
                  </a:lnTo>
                  <a:lnTo>
                    <a:pt x="27940" y="133350"/>
                  </a:lnTo>
                  <a:close/>
                </a:path>
                <a:path w="27939" h="181610">
                  <a:moveTo>
                    <a:pt x="27940" y="129540"/>
                  </a:moveTo>
                  <a:lnTo>
                    <a:pt x="0" y="129540"/>
                  </a:lnTo>
                  <a:lnTo>
                    <a:pt x="0" y="133337"/>
                  </a:lnTo>
                  <a:lnTo>
                    <a:pt x="27940" y="133337"/>
                  </a:lnTo>
                  <a:lnTo>
                    <a:pt x="27940" y="129540"/>
                  </a:lnTo>
                  <a:close/>
                </a:path>
                <a:path w="27939" h="181610">
                  <a:moveTo>
                    <a:pt x="27940" y="127000"/>
                  </a:moveTo>
                  <a:lnTo>
                    <a:pt x="0" y="127000"/>
                  </a:lnTo>
                  <a:lnTo>
                    <a:pt x="0" y="129527"/>
                  </a:lnTo>
                  <a:lnTo>
                    <a:pt x="27940" y="129527"/>
                  </a:lnTo>
                  <a:lnTo>
                    <a:pt x="27940" y="127000"/>
                  </a:lnTo>
                  <a:close/>
                </a:path>
                <a:path w="27939" h="181610">
                  <a:moveTo>
                    <a:pt x="27940" y="120650"/>
                  </a:moveTo>
                  <a:lnTo>
                    <a:pt x="0" y="120650"/>
                  </a:lnTo>
                  <a:lnTo>
                    <a:pt x="0" y="126987"/>
                  </a:lnTo>
                  <a:lnTo>
                    <a:pt x="27940" y="126987"/>
                  </a:lnTo>
                  <a:lnTo>
                    <a:pt x="27940" y="120650"/>
                  </a:lnTo>
                  <a:close/>
                </a:path>
                <a:path w="27939" h="181610">
                  <a:moveTo>
                    <a:pt x="2794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27940" y="120637"/>
                  </a:lnTo>
                  <a:lnTo>
                    <a:pt x="27940" y="114300"/>
                  </a:lnTo>
                  <a:close/>
                </a:path>
                <a:path w="27939" h="181610">
                  <a:moveTo>
                    <a:pt x="27940" y="110490"/>
                  </a:moveTo>
                  <a:lnTo>
                    <a:pt x="0" y="110490"/>
                  </a:lnTo>
                  <a:lnTo>
                    <a:pt x="0" y="114287"/>
                  </a:lnTo>
                  <a:lnTo>
                    <a:pt x="27940" y="114287"/>
                  </a:lnTo>
                  <a:lnTo>
                    <a:pt x="27940" y="110490"/>
                  </a:lnTo>
                  <a:close/>
                </a:path>
                <a:path w="27939" h="181610">
                  <a:moveTo>
                    <a:pt x="27940" y="107950"/>
                  </a:moveTo>
                  <a:lnTo>
                    <a:pt x="0" y="107950"/>
                  </a:lnTo>
                  <a:lnTo>
                    <a:pt x="0" y="110477"/>
                  </a:lnTo>
                  <a:lnTo>
                    <a:pt x="27940" y="110477"/>
                  </a:lnTo>
                  <a:lnTo>
                    <a:pt x="27940" y="107950"/>
                  </a:lnTo>
                  <a:close/>
                </a:path>
                <a:path w="27939" h="181610">
                  <a:moveTo>
                    <a:pt x="27940" y="104140"/>
                  </a:moveTo>
                  <a:lnTo>
                    <a:pt x="0" y="104140"/>
                  </a:lnTo>
                  <a:lnTo>
                    <a:pt x="0" y="107937"/>
                  </a:lnTo>
                  <a:lnTo>
                    <a:pt x="27940" y="107937"/>
                  </a:lnTo>
                  <a:lnTo>
                    <a:pt x="27940" y="104140"/>
                  </a:lnTo>
                  <a:close/>
                </a:path>
                <a:path w="27939" h="181610">
                  <a:moveTo>
                    <a:pt x="27940" y="101600"/>
                  </a:moveTo>
                  <a:lnTo>
                    <a:pt x="0" y="101600"/>
                  </a:lnTo>
                  <a:lnTo>
                    <a:pt x="0" y="104127"/>
                  </a:lnTo>
                  <a:lnTo>
                    <a:pt x="27940" y="104127"/>
                  </a:lnTo>
                  <a:lnTo>
                    <a:pt x="27940" y="101600"/>
                  </a:lnTo>
                  <a:close/>
                </a:path>
                <a:path w="27939" h="181610">
                  <a:moveTo>
                    <a:pt x="27940" y="97790"/>
                  </a:moveTo>
                  <a:lnTo>
                    <a:pt x="0" y="97790"/>
                  </a:lnTo>
                  <a:lnTo>
                    <a:pt x="0" y="101587"/>
                  </a:lnTo>
                  <a:lnTo>
                    <a:pt x="27940" y="101587"/>
                  </a:lnTo>
                  <a:lnTo>
                    <a:pt x="27940" y="97790"/>
                  </a:lnTo>
                  <a:close/>
                </a:path>
                <a:path w="27939" h="181610">
                  <a:moveTo>
                    <a:pt x="27940" y="95250"/>
                  </a:moveTo>
                  <a:lnTo>
                    <a:pt x="0" y="95250"/>
                  </a:lnTo>
                  <a:lnTo>
                    <a:pt x="0" y="97777"/>
                  </a:lnTo>
                  <a:lnTo>
                    <a:pt x="27940" y="97777"/>
                  </a:lnTo>
                  <a:lnTo>
                    <a:pt x="27940" y="95250"/>
                  </a:lnTo>
                  <a:close/>
                </a:path>
                <a:path w="27939" h="181610">
                  <a:moveTo>
                    <a:pt x="27940" y="91440"/>
                  </a:moveTo>
                  <a:lnTo>
                    <a:pt x="0" y="91440"/>
                  </a:lnTo>
                  <a:lnTo>
                    <a:pt x="0" y="95237"/>
                  </a:lnTo>
                  <a:lnTo>
                    <a:pt x="27940" y="95237"/>
                  </a:lnTo>
                  <a:lnTo>
                    <a:pt x="27940" y="91440"/>
                  </a:lnTo>
                  <a:close/>
                </a:path>
                <a:path w="27939" h="181610">
                  <a:moveTo>
                    <a:pt x="27940" y="82550"/>
                  </a:moveTo>
                  <a:lnTo>
                    <a:pt x="0" y="82550"/>
                  </a:lnTo>
                  <a:lnTo>
                    <a:pt x="0" y="91427"/>
                  </a:lnTo>
                  <a:lnTo>
                    <a:pt x="27940" y="91427"/>
                  </a:lnTo>
                  <a:lnTo>
                    <a:pt x="27940" y="82550"/>
                  </a:lnTo>
                  <a:close/>
                </a:path>
                <a:path w="27939" h="181610">
                  <a:moveTo>
                    <a:pt x="27940" y="72390"/>
                  </a:moveTo>
                  <a:lnTo>
                    <a:pt x="0" y="72390"/>
                  </a:lnTo>
                  <a:lnTo>
                    <a:pt x="0" y="82537"/>
                  </a:lnTo>
                  <a:lnTo>
                    <a:pt x="27940" y="82537"/>
                  </a:lnTo>
                  <a:lnTo>
                    <a:pt x="27940" y="72390"/>
                  </a:lnTo>
                  <a:close/>
                </a:path>
                <a:path w="27939" h="181610">
                  <a:moveTo>
                    <a:pt x="27940" y="63500"/>
                  </a:moveTo>
                  <a:lnTo>
                    <a:pt x="0" y="63500"/>
                  </a:lnTo>
                  <a:lnTo>
                    <a:pt x="0" y="72377"/>
                  </a:lnTo>
                  <a:lnTo>
                    <a:pt x="27940" y="72377"/>
                  </a:lnTo>
                  <a:lnTo>
                    <a:pt x="27940" y="63500"/>
                  </a:lnTo>
                  <a:close/>
                </a:path>
                <a:path w="27939" h="181610">
                  <a:moveTo>
                    <a:pt x="27940" y="53340"/>
                  </a:moveTo>
                  <a:lnTo>
                    <a:pt x="0" y="53340"/>
                  </a:lnTo>
                  <a:lnTo>
                    <a:pt x="0" y="63487"/>
                  </a:lnTo>
                  <a:lnTo>
                    <a:pt x="27940" y="63487"/>
                  </a:lnTo>
                  <a:lnTo>
                    <a:pt x="27940" y="53340"/>
                  </a:lnTo>
                  <a:close/>
                </a:path>
                <a:path w="27939" h="181610">
                  <a:moveTo>
                    <a:pt x="27940" y="50800"/>
                  </a:moveTo>
                  <a:lnTo>
                    <a:pt x="0" y="50800"/>
                  </a:lnTo>
                  <a:lnTo>
                    <a:pt x="0" y="53327"/>
                  </a:lnTo>
                  <a:lnTo>
                    <a:pt x="27940" y="53327"/>
                  </a:lnTo>
                  <a:lnTo>
                    <a:pt x="27940" y="50800"/>
                  </a:lnTo>
                  <a:close/>
                </a:path>
                <a:path w="27939" h="181610">
                  <a:moveTo>
                    <a:pt x="27940" y="46990"/>
                  </a:moveTo>
                  <a:lnTo>
                    <a:pt x="0" y="46990"/>
                  </a:lnTo>
                  <a:lnTo>
                    <a:pt x="0" y="50787"/>
                  </a:lnTo>
                  <a:lnTo>
                    <a:pt x="27940" y="50787"/>
                  </a:lnTo>
                  <a:lnTo>
                    <a:pt x="27940" y="46990"/>
                  </a:lnTo>
                  <a:close/>
                </a:path>
                <a:path w="27939" h="181610">
                  <a:moveTo>
                    <a:pt x="27940" y="40640"/>
                  </a:moveTo>
                  <a:lnTo>
                    <a:pt x="0" y="40640"/>
                  </a:lnTo>
                  <a:lnTo>
                    <a:pt x="0" y="46977"/>
                  </a:lnTo>
                  <a:lnTo>
                    <a:pt x="27940" y="46977"/>
                  </a:lnTo>
                  <a:lnTo>
                    <a:pt x="27940" y="40640"/>
                  </a:lnTo>
                  <a:close/>
                </a:path>
                <a:path w="27939" h="181610">
                  <a:moveTo>
                    <a:pt x="27940" y="34290"/>
                  </a:moveTo>
                  <a:lnTo>
                    <a:pt x="0" y="34290"/>
                  </a:lnTo>
                  <a:lnTo>
                    <a:pt x="0" y="40627"/>
                  </a:lnTo>
                  <a:lnTo>
                    <a:pt x="27940" y="40627"/>
                  </a:lnTo>
                  <a:lnTo>
                    <a:pt x="27940" y="34290"/>
                  </a:lnTo>
                  <a:close/>
                </a:path>
                <a:path w="27939" h="181610">
                  <a:moveTo>
                    <a:pt x="27940" y="27940"/>
                  </a:moveTo>
                  <a:lnTo>
                    <a:pt x="0" y="27940"/>
                  </a:lnTo>
                  <a:lnTo>
                    <a:pt x="0" y="34277"/>
                  </a:lnTo>
                  <a:lnTo>
                    <a:pt x="27940" y="34277"/>
                  </a:lnTo>
                  <a:lnTo>
                    <a:pt x="27940" y="27940"/>
                  </a:lnTo>
                  <a:close/>
                </a:path>
                <a:path w="27939" h="181610">
                  <a:moveTo>
                    <a:pt x="27940" y="25400"/>
                  </a:moveTo>
                  <a:lnTo>
                    <a:pt x="0" y="25400"/>
                  </a:lnTo>
                  <a:lnTo>
                    <a:pt x="0" y="27927"/>
                  </a:lnTo>
                  <a:lnTo>
                    <a:pt x="27940" y="27927"/>
                  </a:lnTo>
                  <a:lnTo>
                    <a:pt x="27940" y="25400"/>
                  </a:lnTo>
                  <a:close/>
                </a:path>
                <a:path w="27939" h="181610">
                  <a:moveTo>
                    <a:pt x="2794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27940" y="25387"/>
                  </a:lnTo>
                  <a:lnTo>
                    <a:pt x="27940" y="21590"/>
                  </a:lnTo>
                  <a:close/>
                </a:path>
                <a:path w="27939" h="181610">
                  <a:moveTo>
                    <a:pt x="27940" y="15240"/>
                  </a:moveTo>
                  <a:lnTo>
                    <a:pt x="0" y="15240"/>
                  </a:lnTo>
                  <a:lnTo>
                    <a:pt x="0" y="21577"/>
                  </a:lnTo>
                  <a:lnTo>
                    <a:pt x="27940" y="21577"/>
                  </a:lnTo>
                  <a:lnTo>
                    <a:pt x="27940" y="15240"/>
                  </a:lnTo>
                  <a:close/>
                </a:path>
                <a:path w="27939" h="181610">
                  <a:moveTo>
                    <a:pt x="2794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7940" y="15227"/>
                  </a:lnTo>
                  <a:lnTo>
                    <a:pt x="27940" y="12700"/>
                  </a:lnTo>
                  <a:close/>
                </a:path>
                <a:path w="27939" h="181610">
                  <a:moveTo>
                    <a:pt x="2794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7940" y="12687"/>
                  </a:lnTo>
                  <a:lnTo>
                    <a:pt x="27940" y="8890"/>
                  </a:lnTo>
                  <a:close/>
                </a:path>
                <a:path w="27939" h="181610">
                  <a:moveTo>
                    <a:pt x="27940" y="0"/>
                  </a:moveTo>
                  <a:lnTo>
                    <a:pt x="0" y="0"/>
                  </a:lnTo>
                  <a:lnTo>
                    <a:pt x="0" y="8877"/>
                  </a:lnTo>
                  <a:lnTo>
                    <a:pt x="27940" y="8877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20416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0" name="object 3740"/>
            <p:cNvSpPr/>
            <p:nvPr/>
          </p:nvSpPr>
          <p:spPr>
            <a:xfrm>
              <a:off x="4323080" y="5033010"/>
              <a:ext cx="29209" cy="476250"/>
            </a:xfrm>
            <a:custGeom>
              <a:avLst/>
              <a:gdLst/>
              <a:ahLst/>
              <a:cxnLst/>
              <a:rect l="l" t="t" r="r" b="b"/>
              <a:pathLst>
                <a:path w="29210" h="476250">
                  <a:moveTo>
                    <a:pt x="29210" y="467372"/>
                  </a:moveTo>
                  <a:lnTo>
                    <a:pt x="0" y="467372"/>
                  </a:lnTo>
                  <a:lnTo>
                    <a:pt x="0" y="476250"/>
                  </a:lnTo>
                  <a:lnTo>
                    <a:pt x="29210" y="476250"/>
                  </a:lnTo>
                  <a:lnTo>
                    <a:pt x="29210" y="467372"/>
                  </a:lnTo>
                  <a:close/>
                </a:path>
                <a:path w="29210" h="476250">
                  <a:moveTo>
                    <a:pt x="29210" y="463562"/>
                  </a:moveTo>
                  <a:lnTo>
                    <a:pt x="0" y="463562"/>
                  </a:lnTo>
                  <a:lnTo>
                    <a:pt x="0" y="467360"/>
                  </a:lnTo>
                  <a:lnTo>
                    <a:pt x="29210" y="467360"/>
                  </a:lnTo>
                  <a:lnTo>
                    <a:pt x="29210" y="463562"/>
                  </a:lnTo>
                  <a:close/>
                </a:path>
                <a:path w="29210" h="476250">
                  <a:moveTo>
                    <a:pt x="29210" y="461022"/>
                  </a:moveTo>
                  <a:lnTo>
                    <a:pt x="0" y="461022"/>
                  </a:lnTo>
                  <a:lnTo>
                    <a:pt x="0" y="463550"/>
                  </a:lnTo>
                  <a:lnTo>
                    <a:pt x="29210" y="463550"/>
                  </a:lnTo>
                  <a:lnTo>
                    <a:pt x="29210" y="461022"/>
                  </a:lnTo>
                  <a:close/>
                </a:path>
                <a:path w="29210" h="476250">
                  <a:moveTo>
                    <a:pt x="29210" y="457212"/>
                  </a:moveTo>
                  <a:lnTo>
                    <a:pt x="0" y="457212"/>
                  </a:lnTo>
                  <a:lnTo>
                    <a:pt x="0" y="461010"/>
                  </a:lnTo>
                  <a:lnTo>
                    <a:pt x="29210" y="461010"/>
                  </a:lnTo>
                  <a:lnTo>
                    <a:pt x="29210" y="457212"/>
                  </a:lnTo>
                  <a:close/>
                </a:path>
                <a:path w="29210" h="476250">
                  <a:moveTo>
                    <a:pt x="29210" y="448322"/>
                  </a:moveTo>
                  <a:lnTo>
                    <a:pt x="0" y="448322"/>
                  </a:lnTo>
                  <a:lnTo>
                    <a:pt x="0" y="457200"/>
                  </a:lnTo>
                  <a:lnTo>
                    <a:pt x="29210" y="457200"/>
                  </a:lnTo>
                  <a:lnTo>
                    <a:pt x="29210" y="448322"/>
                  </a:lnTo>
                  <a:close/>
                </a:path>
                <a:path w="29210" h="476250">
                  <a:moveTo>
                    <a:pt x="29210" y="429272"/>
                  </a:moveTo>
                  <a:lnTo>
                    <a:pt x="0" y="429272"/>
                  </a:lnTo>
                  <a:lnTo>
                    <a:pt x="0" y="448310"/>
                  </a:lnTo>
                  <a:lnTo>
                    <a:pt x="29210" y="448310"/>
                  </a:lnTo>
                  <a:lnTo>
                    <a:pt x="29210" y="429272"/>
                  </a:lnTo>
                  <a:close/>
                </a:path>
                <a:path w="29210" h="476250">
                  <a:moveTo>
                    <a:pt x="29210" y="422922"/>
                  </a:moveTo>
                  <a:lnTo>
                    <a:pt x="0" y="422922"/>
                  </a:lnTo>
                  <a:lnTo>
                    <a:pt x="0" y="429260"/>
                  </a:lnTo>
                  <a:lnTo>
                    <a:pt x="29210" y="429260"/>
                  </a:lnTo>
                  <a:lnTo>
                    <a:pt x="29210" y="422922"/>
                  </a:lnTo>
                  <a:close/>
                </a:path>
                <a:path w="29210" h="476250">
                  <a:moveTo>
                    <a:pt x="29210" y="416572"/>
                  </a:moveTo>
                  <a:lnTo>
                    <a:pt x="0" y="416572"/>
                  </a:lnTo>
                  <a:lnTo>
                    <a:pt x="0" y="422910"/>
                  </a:lnTo>
                  <a:lnTo>
                    <a:pt x="29210" y="422910"/>
                  </a:lnTo>
                  <a:lnTo>
                    <a:pt x="29210" y="416572"/>
                  </a:lnTo>
                  <a:close/>
                </a:path>
                <a:path w="29210" h="476250">
                  <a:moveTo>
                    <a:pt x="29210" y="412762"/>
                  </a:moveTo>
                  <a:lnTo>
                    <a:pt x="0" y="412762"/>
                  </a:lnTo>
                  <a:lnTo>
                    <a:pt x="0" y="416560"/>
                  </a:lnTo>
                  <a:lnTo>
                    <a:pt x="29210" y="416560"/>
                  </a:lnTo>
                  <a:lnTo>
                    <a:pt x="29210" y="412762"/>
                  </a:lnTo>
                  <a:close/>
                </a:path>
                <a:path w="29210" h="476250">
                  <a:moveTo>
                    <a:pt x="29210" y="410222"/>
                  </a:moveTo>
                  <a:lnTo>
                    <a:pt x="0" y="410222"/>
                  </a:lnTo>
                  <a:lnTo>
                    <a:pt x="0" y="412750"/>
                  </a:lnTo>
                  <a:lnTo>
                    <a:pt x="29210" y="412750"/>
                  </a:lnTo>
                  <a:lnTo>
                    <a:pt x="29210" y="410222"/>
                  </a:lnTo>
                  <a:close/>
                </a:path>
                <a:path w="29210" h="476250">
                  <a:moveTo>
                    <a:pt x="29210" y="406412"/>
                  </a:moveTo>
                  <a:lnTo>
                    <a:pt x="0" y="406412"/>
                  </a:lnTo>
                  <a:lnTo>
                    <a:pt x="0" y="410210"/>
                  </a:lnTo>
                  <a:lnTo>
                    <a:pt x="29210" y="410210"/>
                  </a:lnTo>
                  <a:lnTo>
                    <a:pt x="29210" y="406412"/>
                  </a:lnTo>
                  <a:close/>
                </a:path>
                <a:path w="29210" h="476250">
                  <a:moveTo>
                    <a:pt x="29210" y="403872"/>
                  </a:moveTo>
                  <a:lnTo>
                    <a:pt x="0" y="403872"/>
                  </a:lnTo>
                  <a:lnTo>
                    <a:pt x="0" y="406400"/>
                  </a:lnTo>
                  <a:lnTo>
                    <a:pt x="29210" y="406400"/>
                  </a:lnTo>
                  <a:lnTo>
                    <a:pt x="29210" y="403872"/>
                  </a:lnTo>
                  <a:close/>
                </a:path>
                <a:path w="29210" h="476250">
                  <a:moveTo>
                    <a:pt x="29210" y="397522"/>
                  </a:moveTo>
                  <a:lnTo>
                    <a:pt x="0" y="397522"/>
                  </a:lnTo>
                  <a:lnTo>
                    <a:pt x="0" y="403860"/>
                  </a:lnTo>
                  <a:lnTo>
                    <a:pt x="29210" y="403860"/>
                  </a:lnTo>
                  <a:lnTo>
                    <a:pt x="29210" y="397522"/>
                  </a:lnTo>
                  <a:close/>
                </a:path>
                <a:path w="29210" h="476250">
                  <a:moveTo>
                    <a:pt x="29210" y="393712"/>
                  </a:moveTo>
                  <a:lnTo>
                    <a:pt x="0" y="393712"/>
                  </a:lnTo>
                  <a:lnTo>
                    <a:pt x="0" y="397510"/>
                  </a:lnTo>
                  <a:lnTo>
                    <a:pt x="29210" y="397510"/>
                  </a:lnTo>
                  <a:lnTo>
                    <a:pt x="29210" y="393712"/>
                  </a:lnTo>
                  <a:close/>
                </a:path>
                <a:path w="29210" h="476250">
                  <a:moveTo>
                    <a:pt x="29210" y="391172"/>
                  </a:moveTo>
                  <a:lnTo>
                    <a:pt x="0" y="391172"/>
                  </a:lnTo>
                  <a:lnTo>
                    <a:pt x="0" y="393700"/>
                  </a:lnTo>
                  <a:lnTo>
                    <a:pt x="29210" y="393700"/>
                  </a:lnTo>
                  <a:lnTo>
                    <a:pt x="29210" y="391172"/>
                  </a:lnTo>
                  <a:close/>
                </a:path>
                <a:path w="29210" h="476250">
                  <a:moveTo>
                    <a:pt x="29210" y="387362"/>
                  </a:moveTo>
                  <a:lnTo>
                    <a:pt x="0" y="387362"/>
                  </a:lnTo>
                  <a:lnTo>
                    <a:pt x="0" y="391160"/>
                  </a:lnTo>
                  <a:lnTo>
                    <a:pt x="29210" y="391160"/>
                  </a:lnTo>
                  <a:lnTo>
                    <a:pt x="29210" y="387362"/>
                  </a:lnTo>
                  <a:close/>
                </a:path>
                <a:path w="29210" h="476250">
                  <a:moveTo>
                    <a:pt x="29210" y="384822"/>
                  </a:moveTo>
                  <a:lnTo>
                    <a:pt x="0" y="384822"/>
                  </a:lnTo>
                  <a:lnTo>
                    <a:pt x="0" y="387350"/>
                  </a:lnTo>
                  <a:lnTo>
                    <a:pt x="29210" y="387350"/>
                  </a:lnTo>
                  <a:lnTo>
                    <a:pt x="29210" y="384822"/>
                  </a:lnTo>
                  <a:close/>
                </a:path>
                <a:path w="29210" h="476250">
                  <a:moveTo>
                    <a:pt x="29210" y="365772"/>
                  </a:moveTo>
                  <a:lnTo>
                    <a:pt x="0" y="365772"/>
                  </a:lnTo>
                  <a:lnTo>
                    <a:pt x="0" y="384810"/>
                  </a:lnTo>
                  <a:lnTo>
                    <a:pt x="29210" y="384810"/>
                  </a:lnTo>
                  <a:lnTo>
                    <a:pt x="29210" y="365772"/>
                  </a:lnTo>
                  <a:close/>
                </a:path>
                <a:path w="29210" h="476250">
                  <a:moveTo>
                    <a:pt x="29210" y="359422"/>
                  </a:moveTo>
                  <a:lnTo>
                    <a:pt x="0" y="359422"/>
                  </a:lnTo>
                  <a:lnTo>
                    <a:pt x="0" y="365760"/>
                  </a:lnTo>
                  <a:lnTo>
                    <a:pt x="29210" y="365760"/>
                  </a:lnTo>
                  <a:lnTo>
                    <a:pt x="29210" y="359422"/>
                  </a:lnTo>
                  <a:close/>
                </a:path>
                <a:path w="29210" h="476250">
                  <a:moveTo>
                    <a:pt x="29210" y="355612"/>
                  </a:moveTo>
                  <a:lnTo>
                    <a:pt x="0" y="355612"/>
                  </a:lnTo>
                  <a:lnTo>
                    <a:pt x="0" y="359410"/>
                  </a:lnTo>
                  <a:lnTo>
                    <a:pt x="29210" y="359410"/>
                  </a:lnTo>
                  <a:lnTo>
                    <a:pt x="29210" y="355612"/>
                  </a:lnTo>
                  <a:close/>
                </a:path>
                <a:path w="29210" h="476250">
                  <a:moveTo>
                    <a:pt x="29210" y="346722"/>
                  </a:moveTo>
                  <a:lnTo>
                    <a:pt x="0" y="346722"/>
                  </a:lnTo>
                  <a:lnTo>
                    <a:pt x="0" y="355600"/>
                  </a:lnTo>
                  <a:lnTo>
                    <a:pt x="29210" y="355600"/>
                  </a:lnTo>
                  <a:lnTo>
                    <a:pt x="29210" y="346722"/>
                  </a:lnTo>
                  <a:close/>
                </a:path>
                <a:path w="29210" h="476250">
                  <a:moveTo>
                    <a:pt x="29210" y="340372"/>
                  </a:moveTo>
                  <a:lnTo>
                    <a:pt x="0" y="340372"/>
                  </a:lnTo>
                  <a:lnTo>
                    <a:pt x="0" y="346710"/>
                  </a:lnTo>
                  <a:lnTo>
                    <a:pt x="29210" y="346710"/>
                  </a:lnTo>
                  <a:lnTo>
                    <a:pt x="29210" y="340372"/>
                  </a:lnTo>
                  <a:close/>
                </a:path>
                <a:path w="29210" h="476250">
                  <a:moveTo>
                    <a:pt x="29210" y="334022"/>
                  </a:moveTo>
                  <a:lnTo>
                    <a:pt x="0" y="334022"/>
                  </a:lnTo>
                  <a:lnTo>
                    <a:pt x="0" y="340360"/>
                  </a:lnTo>
                  <a:lnTo>
                    <a:pt x="29210" y="340360"/>
                  </a:lnTo>
                  <a:lnTo>
                    <a:pt x="29210" y="334022"/>
                  </a:lnTo>
                  <a:close/>
                </a:path>
                <a:path w="29210" h="476250">
                  <a:moveTo>
                    <a:pt x="29210" y="330212"/>
                  </a:moveTo>
                  <a:lnTo>
                    <a:pt x="0" y="330212"/>
                  </a:lnTo>
                  <a:lnTo>
                    <a:pt x="0" y="334010"/>
                  </a:lnTo>
                  <a:lnTo>
                    <a:pt x="29210" y="334010"/>
                  </a:lnTo>
                  <a:lnTo>
                    <a:pt x="29210" y="330212"/>
                  </a:lnTo>
                  <a:close/>
                </a:path>
                <a:path w="29210" h="476250">
                  <a:moveTo>
                    <a:pt x="29210" y="327672"/>
                  </a:moveTo>
                  <a:lnTo>
                    <a:pt x="0" y="327672"/>
                  </a:lnTo>
                  <a:lnTo>
                    <a:pt x="0" y="330200"/>
                  </a:lnTo>
                  <a:lnTo>
                    <a:pt x="29210" y="330200"/>
                  </a:lnTo>
                  <a:lnTo>
                    <a:pt x="29210" y="327672"/>
                  </a:lnTo>
                  <a:close/>
                </a:path>
                <a:path w="29210" h="476250">
                  <a:moveTo>
                    <a:pt x="29210" y="317512"/>
                  </a:moveTo>
                  <a:lnTo>
                    <a:pt x="0" y="317512"/>
                  </a:lnTo>
                  <a:lnTo>
                    <a:pt x="0" y="327660"/>
                  </a:lnTo>
                  <a:lnTo>
                    <a:pt x="29210" y="327660"/>
                  </a:lnTo>
                  <a:lnTo>
                    <a:pt x="29210" y="317512"/>
                  </a:lnTo>
                  <a:close/>
                </a:path>
                <a:path w="29210" h="476250">
                  <a:moveTo>
                    <a:pt x="29210" y="314972"/>
                  </a:moveTo>
                  <a:lnTo>
                    <a:pt x="0" y="314972"/>
                  </a:lnTo>
                  <a:lnTo>
                    <a:pt x="0" y="317500"/>
                  </a:lnTo>
                  <a:lnTo>
                    <a:pt x="29210" y="317500"/>
                  </a:lnTo>
                  <a:lnTo>
                    <a:pt x="29210" y="314972"/>
                  </a:lnTo>
                  <a:close/>
                </a:path>
                <a:path w="29210" h="476250">
                  <a:moveTo>
                    <a:pt x="29210" y="311162"/>
                  </a:moveTo>
                  <a:lnTo>
                    <a:pt x="0" y="311162"/>
                  </a:lnTo>
                  <a:lnTo>
                    <a:pt x="0" y="314960"/>
                  </a:lnTo>
                  <a:lnTo>
                    <a:pt x="29210" y="314960"/>
                  </a:lnTo>
                  <a:lnTo>
                    <a:pt x="29210" y="311162"/>
                  </a:lnTo>
                  <a:close/>
                </a:path>
                <a:path w="29210" h="476250">
                  <a:moveTo>
                    <a:pt x="29210" y="304812"/>
                  </a:moveTo>
                  <a:lnTo>
                    <a:pt x="0" y="304812"/>
                  </a:lnTo>
                  <a:lnTo>
                    <a:pt x="0" y="311150"/>
                  </a:lnTo>
                  <a:lnTo>
                    <a:pt x="29210" y="311150"/>
                  </a:lnTo>
                  <a:lnTo>
                    <a:pt x="29210" y="304812"/>
                  </a:lnTo>
                  <a:close/>
                </a:path>
                <a:path w="29210" h="476250">
                  <a:moveTo>
                    <a:pt x="29210" y="292112"/>
                  </a:moveTo>
                  <a:lnTo>
                    <a:pt x="0" y="292112"/>
                  </a:lnTo>
                  <a:lnTo>
                    <a:pt x="0" y="304800"/>
                  </a:lnTo>
                  <a:lnTo>
                    <a:pt x="29210" y="304800"/>
                  </a:lnTo>
                  <a:lnTo>
                    <a:pt x="29210" y="292112"/>
                  </a:lnTo>
                  <a:close/>
                </a:path>
                <a:path w="29210" h="476250">
                  <a:moveTo>
                    <a:pt x="29210" y="289572"/>
                  </a:moveTo>
                  <a:lnTo>
                    <a:pt x="0" y="289572"/>
                  </a:lnTo>
                  <a:lnTo>
                    <a:pt x="0" y="292100"/>
                  </a:lnTo>
                  <a:lnTo>
                    <a:pt x="29210" y="292100"/>
                  </a:lnTo>
                  <a:lnTo>
                    <a:pt x="29210" y="289572"/>
                  </a:lnTo>
                  <a:close/>
                </a:path>
                <a:path w="29210" h="476250">
                  <a:moveTo>
                    <a:pt x="29210" y="285762"/>
                  </a:moveTo>
                  <a:lnTo>
                    <a:pt x="0" y="285762"/>
                  </a:lnTo>
                  <a:lnTo>
                    <a:pt x="0" y="289560"/>
                  </a:lnTo>
                  <a:lnTo>
                    <a:pt x="29210" y="289560"/>
                  </a:lnTo>
                  <a:lnTo>
                    <a:pt x="29210" y="285762"/>
                  </a:lnTo>
                  <a:close/>
                </a:path>
                <a:path w="29210" h="476250">
                  <a:moveTo>
                    <a:pt x="29210" y="283222"/>
                  </a:moveTo>
                  <a:lnTo>
                    <a:pt x="0" y="283222"/>
                  </a:lnTo>
                  <a:lnTo>
                    <a:pt x="0" y="285750"/>
                  </a:lnTo>
                  <a:lnTo>
                    <a:pt x="29210" y="285750"/>
                  </a:lnTo>
                  <a:lnTo>
                    <a:pt x="29210" y="283222"/>
                  </a:lnTo>
                  <a:close/>
                </a:path>
                <a:path w="29210" h="476250">
                  <a:moveTo>
                    <a:pt x="29210" y="279412"/>
                  </a:moveTo>
                  <a:lnTo>
                    <a:pt x="0" y="279412"/>
                  </a:lnTo>
                  <a:lnTo>
                    <a:pt x="0" y="283210"/>
                  </a:lnTo>
                  <a:lnTo>
                    <a:pt x="29210" y="283210"/>
                  </a:lnTo>
                  <a:lnTo>
                    <a:pt x="29210" y="279412"/>
                  </a:lnTo>
                  <a:close/>
                </a:path>
                <a:path w="29210" h="476250">
                  <a:moveTo>
                    <a:pt x="29210" y="273062"/>
                  </a:moveTo>
                  <a:lnTo>
                    <a:pt x="0" y="273062"/>
                  </a:lnTo>
                  <a:lnTo>
                    <a:pt x="0" y="279400"/>
                  </a:lnTo>
                  <a:lnTo>
                    <a:pt x="29210" y="279400"/>
                  </a:lnTo>
                  <a:lnTo>
                    <a:pt x="29210" y="273062"/>
                  </a:lnTo>
                  <a:close/>
                </a:path>
                <a:path w="29210" h="476250">
                  <a:moveTo>
                    <a:pt x="29210" y="234962"/>
                  </a:moveTo>
                  <a:lnTo>
                    <a:pt x="0" y="234962"/>
                  </a:lnTo>
                  <a:lnTo>
                    <a:pt x="0" y="273050"/>
                  </a:lnTo>
                  <a:lnTo>
                    <a:pt x="29210" y="273050"/>
                  </a:lnTo>
                  <a:lnTo>
                    <a:pt x="29210" y="234962"/>
                  </a:lnTo>
                  <a:close/>
                </a:path>
                <a:path w="29210" h="476250">
                  <a:moveTo>
                    <a:pt x="292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9210" y="234950"/>
                  </a:lnTo>
                  <a:lnTo>
                    <a:pt x="29210" y="232422"/>
                  </a:lnTo>
                  <a:close/>
                </a:path>
                <a:path w="29210" h="476250">
                  <a:moveTo>
                    <a:pt x="2921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29210" y="232410"/>
                  </a:lnTo>
                  <a:lnTo>
                    <a:pt x="29210" y="226072"/>
                  </a:lnTo>
                  <a:close/>
                </a:path>
                <a:path w="29210" h="476250">
                  <a:moveTo>
                    <a:pt x="2921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29210" y="226060"/>
                  </a:lnTo>
                  <a:lnTo>
                    <a:pt x="29210" y="222262"/>
                  </a:lnTo>
                  <a:close/>
                </a:path>
                <a:path w="29210" h="476250">
                  <a:moveTo>
                    <a:pt x="2921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29210" y="222250"/>
                  </a:lnTo>
                  <a:lnTo>
                    <a:pt x="29210" y="219722"/>
                  </a:lnTo>
                  <a:close/>
                </a:path>
                <a:path w="29210" h="476250">
                  <a:moveTo>
                    <a:pt x="29210" y="213372"/>
                  </a:moveTo>
                  <a:lnTo>
                    <a:pt x="0" y="213372"/>
                  </a:lnTo>
                  <a:lnTo>
                    <a:pt x="0" y="219710"/>
                  </a:lnTo>
                  <a:lnTo>
                    <a:pt x="29210" y="219710"/>
                  </a:lnTo>
                  <a:lnTo>
                    <a:pt x="29210" y="213372"/>
                  </a:lnTo>
                  <a:close/>
                </a:path>
                <a:path w="29210" h="476250">
                  <a:moveTo>
                    <a:pt x="29210" y="207022"/>
                  </a:moveTo>
                  <a:lnTo>
                    <a:pt x="0" y="207022"/>
                  </a:lnTo>
                  <a:lnTo>
                    <a:pt x="0" y="213360"/>
                  </a:lnTo>
                  <a:lnTo>
                    <a:pt x="29210" y="213360"/>
                  </a:lnTo>
                  <a:lnTo>
                    <a:pt x="29210" y="207022"/>
                  </a:lnTo>
                  <a:close/>
                </a:path>
                <a:path w="29210" h="476250">
                  <a:moveTo>
                    <a:pt x="29210" y="195592"/>
                  </a:moveTo>
                  <a:lnTo>
                    <a:pt x="0" y="195592"/>
                  </a:lnTo>
                  <a:lnTo>
                    <a:pt x="0" y="207010"/>
                  </a:lnTo>
                  <a:lnTo>
                    <a:pt x="29210" y="207010"/>
                  </a:lnTo>
                  <a:lnTo>
                    <a:pt x="29210" y="195592"/>
                  </a:lnTo>
                  <a:close/>
                </a:path>
                <a:path w="29210" h="476250">
                  <a:moveTo>
                    <a:pt x="2921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9210" y="195580"/>
                  </a:lnTo>
                  <a:lnTo>
                    <a:pt x="29210" y="189242"/>
                  </a:lnTo>
                  <a:close/>
                </a:path>
                <a:path w="29210" h="476250">
                  <a:moveTo>
                    <a:pt x="29210" y="182892"/>
                  </a:moveTo>
                  <a:lnTo>
                    <a:pt x="0" y="182892"/>
                  </a:lnTo>
                  <a:lnTo>
                    <a:pt x="0" y="189230"/>
                  </a:lnTo>
                  <a:lnTo>
                    <a:pt x="29210" y="189230"/>
                  </a:lnTo>
                  <a:lnTo>
                    <a:pt x="29210" y="182892"/>
                  </a:lnTo>
                  <a:close/>
                </a:path>
                <a:path w="29210" h="476250">
                  <a:moveTo>
                    <a:pt x="29210" y="176542"/>
                  </a:moveTo>
                  <a:lnTo>
                    <a:pt x="0" y="176542"/>
                  </a:lnTo>
                  <a:lnTo>
                    <a:pt x="0" y="182880"/>
                  </a:lnTo>
                  <a:lnTo>
                    <a:pt x="29210" y="182880"/>
                  </a:lnTo>
                  <a:lnTo>
                    <a:pt x="29210" y="176542"/>
                  </a:lnTo>
                  <a:close/>
                </a:path>
                <a:path w="29210" h="476250">
                  <a:moveTo>
                    <a:pt x="29210" y="170192"/>
                  </a:moveTo>
                  <a:lnTo>
                    <a:pt x="0" y="170192"/>
                  </a:lnTo>
                  <a:lnTo>
                    <a:pt x="0" y="176530"/>
                  </a:lnTo>
                  <a:lnTo>
                    <a:pt x="29210" y="176530"/>
                  </a:lnTo>
                  <a:lnTo>
                    <a:pt x="29210" y="170192"/>
                  </a:lnTo>
                  <a:close/>
                </a:path>
                <a:path w="29210" h="476250">
                  <a:moveTo>
                    <a:pt x="29210" y="163842"/>
                  </a:moveTo>
                  <a:lnTo>
                    <a:pt x="0" y="163842"/>
                  </a:lnTo>
                  <a:lnTo>
                    <a:pt x="0" y="170180"/>
                  </a:lnTo>
                  <a:lnTo>
                    <a:pt x="29210" y="170180"/>
                  </a:lnTo>
                  <a:lnTo>
                    <a:pt x="29210" y="163842"/>
                  </a:lnTo>
                  <a:close/>
                </a:path>
                <a:path w="29210" h="476250">
                  <a:moveTo>
                    <a:pt x="29210" y="157492"/>
                  </a:moveTo>
                  <a:lnTo>
                    <a:pt x="0" y="157492"/>
                  </a:lnTo>
                  <a:lnTo>
                    <a:pt x="0" y="163830"/>
                  </a:lnTo>
                  <a:lnTo>
                    <a:pt x="29210" y="163830"/>
                  </a:lnTo>
                  <a:lnTo>
                    <a:pt x="29210" y="157492"/>
                  </a:lnTo>
                  <a:close/>
                </a:path>
                <a:path w="29210" h="476250">
                  <a:moveTo>
                    <a:pt x="2921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9210" y="157480"/>
                  </a:lnTo>
                  <a:lnTo>
                    <a:pt x="29210" y="151142"/>
                  </a:lnTo>
                  <a:close/>
                </a:path>
                <a:path w="29210" h="476250">
                  <a:moveTo>
                    <a:pt x="29210" y="138442"/>
                  </a:moveTo>
                  <a:lnTo>
                    <a:pt x="0" y="138442"/>
                  </a:lnTo>
                  <a:lnTo>
                    <a:pt x="0" y="151130"/>
                  </a:lnTo>
                  <a:lnTo>
                    <a:pt x="29210" y="151130"/>
                  </a:lnTo>
                  <a:lnTo>
                    <a:pt x="29210" y="138442"/>
                  </a:lnTo>
                  <a:close/>
                </a:path>
                <a:path w="29210" h="476250">
                  <a:moveTo>
                    <a:pt x="29210" y="132092"/>
                  </a:moveTo>
                  <a:lnTo>
                    <a:pt x="0" y="132092"/>
                  </a:lnTo>
                  <a:lnTo>
                    <a:pt x="0" y="138430"/>
                  </a:lnTo>
                  <a:lnTo>
                    <a:pt x="29210" y="138430"/>
                  </a:lnTo>
                  <a:lnTo>
                    <a:pt x="29210" y="132092"/>
                  </a:lnTo>
                  <a:close/>
                </a:path>
                <a:path w="29210" h="476250">
                  <a:moveTo>
                    <a:pt x="29210" y="125742"/>
                  </a:moveTo>
                  <a:lnTo>
                    <a:pt x="0" y="125742"/>
                  </a:lnTo>
                  <a:lnTo>
                    <a:pt x="0" y="132080"/>
                  </a:lnTo>
                  <a:lnTo>
                    <a:pt x="29210" y="132080"/>
                  </a:lnTo>
                  <a:lnTo>
                    <a:pt x="29210" y="125742"/>
                  </a:lnTo>
                  <a:close/>
                </a:path>
                <a:path w="29210" h="476250">
                  <a:moveTo>
                    <a:pt x="29210" y="119392"/>
                  </a:moveTo>
                  <a:lnTo>
                    <a:pt x="0" y="119392"/>
                  </a:lnTo>
                  <a:lnTo>
                    <a:pt x="0" y="125730"/>
                  </a:lnTo>
                  <a:lnTo>
                    <a:pt x="29210" y="125730"/>
                  </a:lnTo>
                  <a:lnTo>
                    <a:pt x="29210" y="119392"/>
                  </a:lnTo>
                  <a:close/>
                </a:path>
                <a:path w="29210" h="476250">
                  <a:moveTo>
                    <a:pt x="29210" y="113042"/>
                  </a:moveTo>
                  <a:lnTo>
                    <a:pt x="0" y="113042"/>
                  </a:lnTo>
                  <a:lnTo>
                    <a:pt x="0" y="119380"/>
                  </a:lnTo>
                  <a:lnTo>
                    <a:pt x="29210" y="119380"/>
                  </a:lnTo>
                  <a:lnTo>
                    <a:pt x="29210" y="113042"/>
                  </a:lnTo>
                  <a:close/>
                </a:path>
                <a:path w="29210" h="476250">
                  <a:moveTo>
                    <a:pt x="29210" y="106692"/>
                  </a:moveTo>
                  <a:lnTo>
                    <a:pt x="0" y="106692"/>
                  </a:lnTo>
                  <a:lnTo>
                    <a:pt x="0" y="113030"/>
                  </a:lnTo>
                  <a:lnTo>
                    <a:pt x="29210" y="113030"/>
                  </a:lnTo>
                  <a:lnTo>
                    <a:pt x="29210" y="106692"/>
                  </a:lnTo>
                  <a:close/>
                </a:path>
                <a:path w="29210" h="476250">
                  <a:moveTo>
                    <a:pt x="29210" y="100342"/>
                  </a:moveTo>
                  <a:lnTo>
                    <a:pt x="0" y="100342"/>
                  </a:lnTo>
                  <a:lnTo>
                    <a:pt x="0" y="106680"/>
                  </a:lnTo>
                  <a:lnTo>
                    <a:pt x="29210" y="106680"/>
                  </a:lnTo>
                  <a:lnTo>
                    <a:pt x="29210" y="100342"/>
                  </a:lnTo>
                  <a:close/>
                </a:path>
                <a:path w="29210" h="476250">
                  <a:moveTo>
                    <a:pt x="2921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9210" y="100330"/>
                  </a:lnTo>
                  <a:lnTo>
                    <a:pt x="29210" y="93992"/>
                  </a:lnTo>
                  <a:close/>
                </a:path>
                <a:path w="29210" h="476250">
                  <a:moveTo>
                    <a:pt x="2921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9210" y="93980"/>
                  </a:lnTo>
                  <a:lnTo>
                    <a:pt x="29210" y="87642"/>
                  </a:lnTo>
                  <a:close/>
                </a:path>
                <a:path w="29210" h="476250">
                  <a:moveTo>
                    <a:pt x="29210" y="81292"/>
                  </a:moveTo>
                  <a:lnTo>
                    <a:pt x="0" y="81292"/>
                  </a:lnTo>
                  <a:lnTo>
                    <a:pt x="0" y="87630"/>
                  </a:lnTo>
                  <a:lnTo>
                    <a:pt x="29210" y="87630"/>
                  </a:lnTo>
                  <a:lnTo>
                    <a:pt x="29210" y="81292"/>
                  </a:lnTo>
                  <a:close/>
                </a:path>
                <a:path w="29210" h="476250">
                  <a:moveTo>
                    <a:pt x="29210" y="68592"/>
                  </a:moveTo>
                  <a:lnTo>
                    <a:pt x="0" y="68592"/>
                  </a:lnTo>
                  <a:lnTo>
                    <a:pt x="0" y="81280"/>
                  </a:lnTo>
                  <a:lnTo>
                    <a:pt x="29210" y="81280"/>
                  </a:lnTo>
                  <a:lnTo>
                    <a:pt x="29210" y="68592"/>
                  </a:lnTo>
                  <a:close/>
                </a:path>
                <a:path w="29210" h="476250">
                  <a:moveTo>
                    <a:pt x="29210" y="62242"/>
                  </a:moveTo>
                  <a:lnTo>
                    <a:pt x="0" y="62242"/>
                  </a:lnTo>
                  <a:lnTo>
                    <a:pt x="0" y="68580"/>
                  </a:lnTo>
                  <a:lnTo>
                    <a:pt x="29210" y="68580"/>
                  </a:lnTo>
                  <a:lnTo>
                    <a:pt x="29210" y="62242"/>
                  </a:lnTo>
                  <a:close/>
                </a:path>
                <a:path w="29210" h="476250">
                  <a:moveTo>
                    <a:pt x="29210" y="55892"/>
                  </a:moveTo>
                  <a:lnTo>
                    <a:pt x="0" y="55892"/>
                  </a:lnTo>
                  <a:lnTo>
                    <a:pt x="0" y="62230"/>
                  </a:lnTo>
                  <a:lnTo>
                    <a:pt x="29210" y="62230"/>
                  </a:lnTo>
                  <a:lnTo>
                    <a:pt x="29210" y="55892"/>
                  </a:lnTo>
                  <a:close/>
                </a:path>
                <a:path w="29210" h="476250">
                  <a:moveTo>
                    <a:pt x="29210" y="49542"/>
                  </a:moveTo>
                  <a:lnTo>
                    <a:pt x="0" y="49542"/>
                  </a:lnTo>
                  <a:lnTo>
                    <a:pt x="0" y="55880"/>
                  </a:lnTo>
                  <a:lnTo>
                    <a:pt x="29210" y="55880"/>
                  </a:lnTo>
                  <a:lnTo>
                    <a:pt x="29210" y="49542"/>
                  </a:lnTo>
                  <a:close/>
                </a:path>
                <a:path w="29210" h="476250">
                  <a:moveTo>
                    <a:pt x="2921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9210" y="49530"/>
                  </a:lnTo>
                  <a:lnTo>
                    <a:pt x="29210" y="43192"/>
                  </a:lnTo>
                  <a:close/>
                </a:path>
                <a:path w="29210" h="476250">
                  <a:moveTo>
                    <a:pt x="2921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9210" y="43180"/>
                  </a:lnTo>
                  <a:lnTo>
                    <a:pt x="29210" y="36842"/>
                  </a:lnTo>
                  <a:close/>
                </a:path>
                <a:path w="29210" h="476250">
                  <a:moveTo>
                    <a:pt x="2921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9210" y="36830"/>
                  </a:lnTo>
                  <a:lnTo>
                    <a:pt x="29210" y="30492"/>
                  </a:lnTo>
                  <a:close/>
                </a:path>
                <a:path w="29210" h="476250">
                  <a:moveTo>
                    <a:pt x="29210" y="24142"/>
                  </a:moveTo>
                  <a:lnTo>
                    <a:pt x="0" y="24142"/>
                  </a:lnTo>
                  <a:lnTo>
                    <a:pt x="0" y="30480"/>
                  </a:lnTo>
                  <a:lnTo>
                    <a:pt x="29210" y="30480"/>
                  </a:lnTo>
                  <a:lnTo>
                    <a:pt x="29210" y="24142"/>
                  </a:lnTo>
                  <a:close/>
                </a:path>
                <a:path w="29210" h="476250">
                  <a:moveTo>
                    <a:pt x="292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9210" y="24130"/>
                  </a:lnTo>
                  <a:lnTo>
                    <a:pt x="29210" y="17792"/>
                  </a:lnTo>
                  <a:close/>
                </a:path>
                <a:path w="29210" h="476250">
                  <a:moveTo>
                    <a:pt x="29210" y="5092"/>
                  </a:moveTo>
                  <a:lnTo>
                    <a:pt x="0" y="5092"/>
                  </a:lnTo>
                  <a:lnTo>
                    <a:pt x="0" y="17780"/>
                  </a:lnTo>
                  <a:lnTo>
                    <a:pt x="29210" y="17780"/>
                  </a:lnTo>
                  <a:lnTo>
                    <a:pt x="29210" y="5092"/>
                  </a:lnTo>
                  <a:close/>
                </a:path>
                <a:path w="29210" h="476250">
                  <a:moveTo>
                    <a:pt x="292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9210" y="5080"/>
                  </a:lnTo>
                  <a:lnTo>
                    <a:pt x="29210" y="0"/>
                  </a:lnTo>
                  <a:close/>
                </a:path>
              </a:pathLst>
            </a:custGeom>
            <a:solidFill>
              <a:srgbClr val="204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1" name="object 3741"/>
            <p:cNvSpPr/>
            <p:nvPr/>
          </p:nvSpPr>
          <p:spPr>
            <a:xfrm>
              <a:off x="4323080" y="5500382"/>
              <a:ext cx="29209" cy="181610"/>
            </a:xfrm>
            <a:custGeom>
              <a:avLst/>
              <a:gdLst/>
              <a:ahLst/>
              <a:cxnLst/>
              <a:rect l="l" t="t" r="r" b="b"/>
              <a:pathLst>
                <a:path w="29210" h="181610">
                  <a:moveTo>
                    <a:pt x="29210" y="180340"/>
                  </a:moveTo>
                  <a:lnTo>
                    <a:pt x="0" y="180340"/>
                  </a:lnTo>
                  <a:lnTo>
                    <a:pt x="0" y="181597"/>
                  </a:lnTo>
                  <a:lnTo>
                    <a:pt x="29210" y="181597"/>
                  </a:lnTo>
                  <a:lnTo>
                    <a:pt x="29210" y="180340"/>
                  </a:lnTo>
                  <a:close/>
                </a:path>
                <a:path w="29210" h="181610">
                  <a:moveTo>
                    <a:pt x="29210" y="173990"/>
                  </a:moveTo>
                  <a:lnTo>
                    <a:pt x="0" y="173990"/>
                  </a:lnTo>
                  <a:lnTo>
                    <a:pt x="0" y="180327"/>
                  </a:lnTo>
                  <a:lnTo>
                    <a:pt x="29210" y="180327"/>
                  </a:lnTo>
                  <a:lnTo>
                    <a:pt x="29210" y="173990"/>
                  </a:lnTo>
                  <a:close/>
                </a:path>
                <a:path w="29210" h="181610">
                  <a:moveTo>
                    <a:pt x="29210" y="171450"/>
                  </a:moveTo>
                  <a:lnTo>
                    <a:pt x="0" y="171450"/>
                  </a:lnTo>
                  <a:lnTo>
                    <a:pt x="0" y="173977"/>
                  </a:lnTo>
                  <a:lnTo>
                    <a:pt x="29210" y="173977"/>
                  </a:lnTo>
                  <a:lnTo>
                    <a:pt x="29210" y="171450"/>
                  </a:lnTo>
                  <a:close/>
                </a:path>
                <a:path w="29210" h="181610">
                  <a:moveTo>
                    <a:pt x="29210" y="167640"/>
                  </a:moveTo>
                  <a:lnTo>
                    <a:pt x="0" y="167640"/>
                  </a:lnTo>
                  <a:lnTo>
                    <a:pt x="0" y="171437"/>
                  </a:lnTo>
                  <a:lnTo>
                    <a:pt x="29210" y="171437"/>
                  </a:lnTo>
                  <a:lnTo>
                    <a:pt x="29210" y="167640"/>
                  </a:lnTo>
                  <a:close/>
                </a:path>
                <a:path w="29210" h="181610">
                  <a:moveTo>
                    <a:pt x="29210" y="165100"/>
                  </a:moveTo>
                  <a:lnTo>
                    <a:pt x="0" y="165100"/>
                  </a:lnTo>
                  <a:lnTo>
                    <a:pt x="0" y="167627"/>
                  </a:lnTo>
                  <a:lnTo>
                    <a:pt x="29210" y="167627"/>
                  </a:lnTo>
                  <a:lnTo>
                    <a:pt x="29210" y="165100"/>
                  </a:lnTo>
                  <a:close/>
                </a:path>
                <a:path w="29210" h="181610">
                  <a:moveTo>
                    <a:pt x="29210" y="161290"/>
                  </a:moveTo>
                  <a:lnTo>
                    <a:pt x="0" y="161290"/>
                  </a:lnTo>
                  <a:lnTo>
                    <a:pt x="0" y="165087"/>
                  </a:lnTo>
                  <a:lnTo>
                    <a:pt x="29210" y="165087"/>
                  </a:lnTo>
                  <a:lnTo>
                    <a:pt x="29210" y="161290"/>
                  </a:lnTo>
                  <a:close/>
                </a:path>
                <a:path w="29210" h="181610">
                  <a:moveTo>
                    <a:pt x="29210" y="154940"/>
                  </a:moveTo>
                  <a:lnTo>
                    <a:pt x="0" y="154940"/>
                  </a:lnTo>
                  <a:lnTo>
                    <a:pt x="0" y="161277"/>
                  </a:lnTo>
                  <a:lnTo>
                    <a:pt x="29210" y="161277"/>
                  </a:lnTo>
                  <a:lnTo>
                    <a:pt x="29210" y="154940"/>
                  </a:lnTo>
                  <a:close/>
                </a:path>
                <a:path w="29210" h="181610">
                  <a:moveTo>
                    <a:pt x="29210" y="152400"/>
                  </a:moveTo>
                  <a:lnTo>
                    <a:pt x="0" y="152400"/>
                  </a:lnTo>
                  <a:lnTo>
                    <a:pt x="0" y="154927"/>
                  </a:lnTo>
                  <a:lnTo>
                    <a:pt x="29210" y="154927"/>
                  </a:lnTo>
                  <a:lnTo>
                    <a:pt x="29210" y="152400"/>
                  </a:lnTo>
                  <a:close/>
                </a:path>
                <a:path w="29210" h="181610">
                  <a:moveTo>
                    <a:pt x="29210" y="148590"/>
                  </a:moveTo>
                  <a:lnTo>
                    <a:pt x="0" y="148590"/>
                  </a:lnTo>
                  <a:lnTo>
                    <a:pt x="0" y="152387"/>
                  </a:lnTo>
                  <a:lnTo>
                    <a:pt x="29210" y="152387"/>
                  </a:lnTo>
                  <a:lnTo>
                    <a:pt x="29210" y="148590"/>
                  </a:lnTo>
                  <a:close/>
                </a:path>
                <a:path w="29210" h="181610">
                  <a:moveTo>
                    <a:pt x="29210" y="146050"/>
                  </a:moveTo>
                  <a:lnTo>
                    <a:pt x="0" y="146050"/>
                  </a:lnTo>
                  <a:lnTo>
                    <a:pt x="0" y="148577"/>
                  </a:lnTo>
                  <a:lnTo>
                    <a:pt x="29210" y="148577"/>
                  </a:lnTo>
                  <a:lnTo>
                    <a:pt x="29210" y="146050"/>
                  </a:lnTo>
                  <a:close/>
                </a:path>
                <a:path w="29210" h="181610">
                  <a:moveTo>
                    <a:pt x="29210" y="142240"/>
                  </a:moveTo>
                  <a:lnTo>
                    <a:pt x="0" y="142240"/>
                  </a:lnTo>
                  <a:lnTo>
                    <a:pt x="0" y="146037"/>
                  </a:lnTo>
                  <a:lnTo>
                    <a:pt x="29210" y="146037"/>
                  </a:lnTo>
                  <a:lnTo>
                    <a:pt x="29210" y="142240"/>
                  </a:lnTo>
                  <a:close/>
                </a:path>
                <a:path w="29210" h="181610">
                  <a:moveTo>
                    <a:pt x="29210" y="135890"/>
                  </a:moveTo>
                  <a:lnTo>
                    <a:pt x="0" y="135890"/>
                  </a:lnTo>
                  <a:lnTo>
                    <a:pt x="0" y="142227"/>
                  </a:lnTo>
                  <a:lnTo>
                    <a:pt x="29210" y="142227"/>
                  </a:lnTo>
                  <a:lnTo>
                    <a:pt x="29210" y="135890"/>
                  </a:lnTo>
                  <a:close/>
                </a:path>
                <a:path w="29210" h="181610">
                  <a:moveTo>
                    <a:pt x="29210" y="133350"/>
                  </a:moveTo>
                  <a:lnTo>
                    <a:pt x="0" y="133350"/>
                  </a:lnTo>
                  <a:lnTo>
                    <a:pt x="0" y="135877"/>
                  </a:lnTo>
                  <a:lnTo>
                    <a:pt x="29210" y="135877"/>
                  </a:lnTo>
                  <a:lnTo>
                    <a:pt x="29210" y="133350"/>
                  </a:lnTo>
                  <a:close/>
                </a:path>
                <a:path w="29210" h="181610">
                  <a:moveTo>
                    <a:pt x="29210" y="129540"/>
                  </a:moveTo>
                  <a:lnTo>
                    <a:pt x="0" y="129540"/>
                  </a:lnTo>
                  <a:lnTo>
                    <a:pt x="0" y="133337"/>
                  </a:lnTo>
                  <a:lnTo>
                    <a:pt x="29210" y="133337"/>
                  </a:lnTo>
                  <a:lnTo>
                    <a:pt x="29210" y="129540"/>
                  </a:lnTo>
                  <a:close/>
                </a:path>
                <a:path w="29210" h="181610">
                  <a:moveTo>
                    <a:pt x="29210" y="127000"/>
                  </a:moveTo>
                  <a:lnTo>
                    <a:pt x="0" y="127000"/>
                  </a:lnTo>
                  <a:lnTo>
                    <a:pt x="0" y="129527"/>
                  </a:lnTo>
                  <a:lnTo>
                    <a:pt x="29210" y="129527"/>
                  </a:lnTo>
                  <a:lnTo>
                    <a:pt x="29210" y="127000"/>
                  </a:lnTo>
                  <a:close/>
                </a:path>
                <a:path w="29210" h="181610">
                  <a:moveTo>
                    <a:pt x="29210" y="120650"/>
                  </a:moveTo>
                  <a:lnTo>
                    <a:pt x="0" y="120650"/>
                  </a:lnTo>
                  <a:lnTo>
                    <a:pt x="0" y="126987"/>
                  </a:lnTo>
                  <a:lnTo>
                    <a:pt x="29210" y="126987"/>
                  </a:lnTo>
                  <a:lnTo>
                    <a:pt x="29210" y="120650"/>
                  </a:lnTo>
                  <a:close/>
                </a:path>
                <a:path w="29210" h="181610">
                  <a:moveTo>
                    <a:pt x="2921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29210" y="120637"/>
                  </a:lnTo>
                  <a:lnTo>
                    <a:pt x="29210" y="114300"/>
                  </a:lnTo>
                  <a:close/>
                </a:path>
                <a:path w="29210" h="181610">
                  <a:moveTo>
                    <a:pt x="29210" y="110490"/>
                  </a:moveTo>
                  <a:lnTo>
                    <a:pt x="0" y="110490"/>
                  </a:lnTo>
                  <a:lnTo>
                    <a:pt x="0" y="114287"/>
                  </a:lnTo>
                  <a:lnTo>
                    <a:pt x="29210" y="114287"/>
                  </a:lnTo>
                  <a:lnTo>
                    <a:pt x="29210" y="110490"/>
                  </a:lnTo>
                  <a:close/>
                </a:path>
                <a:path w="29210" h="181610">
                  <a:moveTo>
                    <a:pt x="29210" y="107950"/>
                  </a:moveTo>
                  <a:lnTo>
                    <a:pt x="0" y="107950"/>
                  </a:lnTo>
                  <a:lnTo>
                    <a:pt x="0" y="110477"/>
                  </a:lnTo>
                  <a:lnTo>
                    <a:pt x="29210" y="110477"/>
                  </a:lnTo>
                  <a:lnTo>
                    <a:pt x="29210" y="107950"/>
                  </a:lnTo>
                  <a:close/>
                </a:path>
                <a:path w="29210" h="181610">
                  <a:moveTo>
                    <a:pt x="29210" y="104140"/>
                  </a:moveTo>
                  <a:lnTo>
                    <a:pt x="0" y="104140"/>
                  </a:lnTo>
                  <a:lnTo>
                    <a:pt x="0" y="107937"/>
                  </a:lnTo>
                  <a:lnTo>
                    <a:pt x="29210" y="107937"/>
                  </a:lnTo>
                  <a:lnTo>
                    <a:pt x="29210" y="104140"/>
                  </a:lnTo>
                  <a:close/>
                </a:path>
                <a:path w="29210" h="181610">
                  <a:moveTo>
                    <a:pt x="29210" y="101600"/>
                  </a:moveTo>
                  <a:lnTo>
                    <a:pt x="0" y="101600"/>
                  </a:lnTo>
                  <a:lnTo>
                    <a:pt x="0" y="104127"/>
                  </a:lnTo>
                  <a:lnTo>
                    <a:pt x="29210" y="104127"/>
                  </a:lnTo>
                  <a:lnTo>
                    <a:pt x="29210" y="101600"/>
                  </a:lnTo>
                  <a:close/>
                </a:path>
                <a:path w="29210" h="181610">
                  <a:moveTo>
                    <a:pt x="29210" y="97790"/>
                  </a:moveTo>
                  <a:lnTo>
                    <a:pt x="0" y="97790"/>
                  </a:lnTo>
                  <a:lnTo>
                    <a:pt x="0" y="101587"/>
                  </a:lnTo>
                  <a:lnTo>
                    <a:pt x="29210" y="101587"/>
                  </a:lnTo>
                  <a:lnTo>
                    <a:pt x="29210" y="97790"/>
                  </a:lnTo>
                  <a:close/>
                </a:path>
                <a:path w="29210" h="181610">
                  <a:moveTo>
                    <a:pt x="29210" y="95250"/>
                  </a:moveTo>
                  <a:lnTo>
                    <a:pt x="0" y="95250"/>
                  </a:lnTo>
                  <a:lnTo>
                    <a:pt x="0" y="97777"/>
                  </a:lnTo>
                  <a:lnTo>
                    <a:pt x="29210" y="97777"/>
                  </a:lnTo>
                  <a:lnTo>
                    <a:pt x="29210" y="95250"/>
                  </a:lnTo>
                  <a:close/>
                </a:path>
                <a:path w="29210" h="181610">
                  <a:moveTo>
                    <a:pt x="29210" y="91440"/>
                  </a:moveTo>
                  <a:lnTo>
                    <a:pt x="0" y="91440"/>
                  </a:lnTo>
                  <a:lnTo>
                    <a:pt x="0" y="95237"/>
                  </a:lnTo>
                  <a:lnTo>
                    <a:pt x="29210" y="95237"/>
                  </a:lnTo>
                  <a:lnTo>
                    <a:pt x="29210" y="91440"/>
                  </a:lnTo>
                  <a:close/>
                </a:path>
                <a:path w="29210" h="181610">
                  <a:moveTo>
                    <a:pt x="29210" y="82550"/>
                  </a:moveTo>
                  <a:lnTo>
                    <a:pt x="0" y="82550"/>
                  </a:lnTo>
                  <a:lnTo>
                    <a:pt x="0" y="91427"/>
                  </a:lnTo>
                  <a:lnTo>
                    <a:pt x="29210" y="91427"/>
                  </a:lnTo>
                  <a:lnTo>
                    <a:pt x="29210" y="82550"/>
                  </a:lnTo>
                  <a:close/>
                </a:path>
                <a:path w="29210" h="181610">
                  <a:moveTo>
                    <a:pt x="29210" y="72390"/>
                  </a:moveTo>
                  <a:lnTo>
                    <a:pt x="0" y="72390"/>
                  </a:lnTo>
                  <a:lnTo>
                    <a:pt x="0" y="82537"/>
                  </a:lnTo>
                  <a:lnTo>
                    <a:pt x="29210" y="82537"/>
                  </a:lnTo>
                  <a:lnTo>
                    <a:pt x="29210" y="72390"/>
                  </a:lnTo>
                  <a:close/>
                </a:path>
                <a:path w="29210" h="181610">
                  <a:moveTo>
                    <a:pt x="29210" y="63500"/>
                  </a:moveTo>
                  <a:lnTo>
                    <a:pt x="0" y="63500"/>
                  </a:lnTo>
                  <a:lnTo>
                    <a:pt x="0" y="72377"/>
                  </a:lnTo>
                  <a:lnTo>
                    <a:pt x="29210" y="72377"/>
                  </a:lnTo>
                  <a:lnTo>
                    <a:pt x="29210" y="63500"/>
                  </a:lnTo>
                  <a:close/>
                </a:path>
                <a:path w="29210" h="181610">
                  <a:moveTo>
                    <a:pt x="29210" y="53340"/>
                  </a:moveTo>
                  <a:lnTo>
                    <a:pt x="0" y="53340"/>
                  </a:lnTo>
                  <a:lnTo>
                    <a:pt x="0" y="63487"/>
                  </a:lnTo>
                  <a:lnTo>
                    <a:pt x="29210" y="63487"/>
                  </a:lnTo>
                  <a:lnTo>
                    <a:pt x="29210" y="53340"/>
                  </a:lnTo>
                  <a:close/>
                </a:path>
                <a:path w="29210" h="181610">
                  <a:moveTo>
                    <a:pt x="29210" y="50800"/>
                  </a:moveTo>
                  <a:lnTo>
                    <a:pt x="0" y="50800"/>
                  </a:lnTo>
                  <a:lnTo>
                    <a:pt x="0" y="53327"/>
                  </a:lnTo>
                  <a:lnTo>
                    <a:pt x="29210" y="53327"/>
                  </a:lnTo>
                  <a:lnTo>
                    <a:pt x="29210" y="50800"/>
                  </a:lnTo>
                  <a:close/>
                </a:path>
                <a:path w="29210" h="181610">
                  <a:moveTo>
                    <a:pt x="29210" y="46990"/>
                  </a:moveTo>
                  <a:lnTo>
                    <a:pt x="0" y="46990"/>
                  </a:lnTo>
                  <a:lnTo>
                    <a:pt x="0" y="50787"/>
                  </a:lnTo>
                  <a:lnTo>
                    <a:pt x="29210" y="50787"/>
                  </a:lnTo>
                  <a:lnTo>
                    <a:pt x="29210" y="46990"/>
                  </a:lnTo>
                  <a:close/>
                </a:path>
                <a:path w="29210" h="181610">
                  <a:moveTo>
                    <a:pt x="29210" y="40640"/>
                  </a:moveTo>
                  <a:lnTo>
                    <a:pt x="0" y="40640"/>
                  </a:lnTo>
                  <a:lnTo>
                    <a:pt x="0" y="46977"/>
                  </a:lnTo>
                  <a:lnTo>
                    <a:pt x="29210" y="46977"/>
                  </a:lnTo>
                  <a:lnTo>
                    <a:pt x="29210" y="40640"/>
                  </a:lnTo>
                  <a:close/>
                </a:path>
                <a:path w="29210" h="181610">
                  <a:moveTo>
                    <a:pt x="29210" y="34290"/>
                  </a:moveTo>
                  <a:lnTo>
                    <a:pt x="0" y="34290"/>
                  </a:lnTo>
                  <a:lnTo>
                    <a:pt x="0" y="40627"/>
                  </a:lnTo>
                  <a:lnTo>
                    <a:pt x="29210" y="40627"/>
                  </a:lnTo>
                  <a:lnTo>
                    <a:pt x="29210" y="34290"/>
                  </a:lnTo>
                  <a:close/>
                </a:path>
                <a:path w="29210" h="181610">
                  <a:moveTo>
                    <a:pt x="29210" y="27940"/>
                  </a:moveTo>
                  <a:lnTo>
                    <a:pt x="0" y="27940"/>
                  </a:lnTo>
                  <a:lnTo>
                    <a:pt x="0" y="34277"/>
                  </a:lnTo>
                  <a:lnTo>
                    <a:pt x="29210" y="34277"/>
                  </a:lnTo>
                  <a:lnTo>
                    <a:pt x="29210" y="27940"/>
                  </a:lnTo>
                  <a:close/>
                </a:path>
                <a:path w="29210" h="181610">
                  <a:moveTo>
                    <a:pt x="29210" y="25400"/>
                  </a:moveTo>
                  <a:lnTo>
                    <a:pt x="0" y="25400"/>
                  </a:lnTo>
                  <a:lnTo>
                    <a:pt x="0" y="27927"/>
                  </a:lnTo>
                  <a:lnTo>
                    <a:pt x="29210" y="27927"/>
                  </a:lnTo>
                  <a:lnTo>
                    <a:pt x="29210" y="25400"/>
                  </a:lnTo>
                  <a:close/>
                </a:path>
                <a:path w="29210" h="181610">
                  <a:moveTo>
                    <a:pt x="2921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29210" y="25387"/>
                  </a:lnTo>
                  <a:lnTo>
                    <a:pt x="29210" y="21590"/>
                  </a:lnTo>
                  <a:close/>
                </a:path>
                <a:path w="29210" h="181610">
                  <a:moveTo>
                    <a:pt x="29210" y="15240"/>
                  </a:moveTo>
                  <a:lnTo>
                    <a:pt x="0" y="15240"/>
                  </a:lnTo>
                  <a:lnTo>
                    <a:pt x="0" y="21577"/>
                  </a:lnTo>
                  <a:lnTo>
                    <a:pt x="29210" y="21577"/>
                  </a:lnTo>
                  <a:lnTo>
                    <a:pt x="29210" y="15240"/>
                  </a:lnTo>
                  <a:close/>
                </a:path>
                <a:path w="29210" h="181610">
                  <a:moveTo>
                    <a:pt x="292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9210" y="15227"/>
                  </a:lnTo>
                  <a:lnTo>
                    <a:pt x="29210" y="12700"/>
                  </a:lnTo>
                  <a:close/>
                </a:path>
                <a:path w="29210" h="181610">
                  <a:moveTo>
                    <a:pt x="292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9210" y="12687"/>
                  </a:lnTo>
                  <a:lnTo>
                    <a:pt x="29210" y="8890"/>
                  </a:lnTo>
                  <a:close/>
                </a:path>
                <a:path w="29210" h="181610">
                  <a:moveTo>
                    <a:pt x="29210" y="0"/>
                  </a:moveTo>
                  <a:lnTo>
                    <a:pt x="0" y="0"/>
                  </a:lnTo>
                  <a:lnTo>
                    <a:pt x="0" y="8877"/>
                  </a:lnTo>
                  <a:lnTo>
                    <a:pt x="29210" y="8877"/>
                  </a:lnTo>
                  <a:lnTo>
                    <a:pt x="29210" y="0"/>
                  </a:lnTo>
                  <a:close/>
                </a:path>
              </a:pathLst>
            </a:custGeom>
            <a:solidFill>
              <a:srgbClr val="204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2" name="object 3742"/>
            <p:cNvSpPr/>
            <p:nvPr/>
          </p:nvSpPr>
          <p:spPr>
            <a:xfrm>
              <a:off x="4352290" y="5033010"/>
              <a:ext cx="27940" cy="476250"/>
            </a:xfrm>
            <a:custGeom>
              <a:avLst/>
              <a:gdLst/>
              <a:ahLst/>
              <a:cxnLst/>
              <a:rect l="l" t="t" r="r" b="b"/>
              <a:pathLst>
                <a:path w="27939" h="476250">
                  <a:moveTo>
                    <a:pt x="27940" y="467372"/>
                  </a:moveTo>
                  <a:lnTo>
                    <a:pt x="0" y="467372"/>
                  </a:lnTo>
                  <a:lnTo>
                    <a:pt x="0" y="476250"/>
                  </a:lnTo>
                  <a:lnTo>
                    <a:pt x="27940" y="476250"/>
                  </a:lnTo>
                  <a:lnTo>
                    <a:pt x="27940" y="467372"/>
                  </a:lnTo>
                  <a:close/>
                </a:path>
                <a:path w="27939" h="476250">
                  <a:moveTo>
                    <a:pt x="27940" y="463562"/>
                  </a:moveTo>
                  <a:lnTo>
                    <a:pt x="0" y="463562"/>
                  </a:lnTo>
                  <a:lnTo>
                    <a:pt x="0" y="467360"/>
                  </a:lnTo>
                  <a:lnTo>
                    <a:pt x="27940" y="467360"/>
                  </a:lnTo>
                  <a:lnTo>
                    <a:pt x="27940" y="463562"/>
                  </a:lnTo>
                  <a:close/>
                </a:path>
                <a:path w="27939" h="476250">
                  <a:moveTo>
                    <a:pt x="27940" y="461022"/>
                  </a:moveTo>
                  <a:lnTo>
                    <a:pt x="0" y="461022"/>
                  </a:lnTo>
                  <a:lnTo>
                    <a:pt x="0" y="463550"/>
                  </a:lnTo>
                  <a:lnTo>
                    <a:pt x="27940" y="463550"/>
                  </a:lnTo>
                  <a:lnTo>
                    <a:pt x="27940" y="461022"/>
                  </a:lnTo>
                  <a:close/>
                </a:path>
                <a:path w="27939" h="476250">
                  <a:moveTo>
                    <a:pt x="27940" y="457212"/>
                  </a:moveTo>
                  <a:lnTo>
                    <a:pt x="0" y="457212"/>
                  </a:lnTo>
                  <a:lnTo>
                    <a:pt x="0" y="461010"/>
                  </a:lnTo>
                  <a:lnTo>
                    <a:pt x="27940" y="461010"/>
                  </a:lnTo>
                  <a:lnTo>
                    <a:pt x="27940" y="457212"/>
                  </a:lnTo>
                  <a:close/>
                </a:path>
                <a:path w="27939" h="476250">
                  <a:moveTo>
                    <a:pt x="27940" y="448322"/>
                  </a:moveTo>
                  <a:lnTo>
                    <a:pt x="0" y="448322"/>
                  </a:lnTo>
                  <a:lnTo>
                    <a:pt x="0" y="457200"/>
                  </a:lnTo>
                  <a:lnTo>
                    <a:pt x="27940" y="457200"/>
                  </a:lnTo>
                  <a:lnTo>
                    <a:pt x="27940" y="448322"/>
                  </a:lnTo>
                  <a:close/>
                </a:path>
                <a:path w="27939" h="476250">
                  <a:moveTo>
                    <a:pt x="27940" y="429272"/>
                  </a:moveTo>
                  <a:lnTo>
                    <a:pt x="0" y="429272"/>
                  </a:lnTo>
                  <a:lnTo>
                    <a:pt x="0" y="448310"/>
                  </a:lnTo>
                  <a:lnTo>
                    <a:pt x="27940" y="448310"/>
                  </a:lnTo>
                  <a:lnTo>
                    <a:pt x="27940" y="429272"/>
                  </a:lnTo>
                  <a:close/>
                </a:path>
                <a:path w="27939" h="476250">
                  <a:moveTo>
                    <a:pt x="27940" y="422922"/>
                  </a:moveTo>
                  <a:lnTo>
                    <a:pt x="0" y="422922"/>
                  </a:lnTo>
                  <a:lnTo>
                    <a:pt x="0" y="429260"/>
                  </a:lnTo>
                  <a:lnTo>
                    <a:pt x="27940" y="429260"/>
                  </a:lnTo>
                  <a:lnTo>
                    <a:pt x="27940" y="422922"/>
                  </a:lnTo>
                  <a:close/>
                </a:path>
                <a:path w="27939" h="476250">
                  <a:moveTo>
                    <a:pt x="27940" y="416572"/>
                  </a:moveTo>
                  <a:lnTo>
                    <a:pt x="0" y="416572"/>
                  </a:lnTo>
                  <a:lnTo>
                    <a:pt x="0" y="422910"/>
                  </a:lnTo>
                  <a:lnTo>
                    <a:pt x="27940" y="422910"/>
                  </a:lnTo>
                  <a:lnTo>
                    <a:pt x="27940" y="416572"/>
                  </a:lnTo>
                  <a:close/>
                </a:path>
                <a:path w="27939" h="476250">
                  <a:moveTo>
                    <a:pt x="27940" y="412762"/>
                  </a:moveTo>
                  <a:lnTo>
                    <a:pt x="0" y="412762"/>
                  </a:lnTo>
                  <a:lnTo>
                    <a:pt x="0" y="416560"/>
                  </a:lnTo>
                  <a:lnTo>
                    <a:pt x="27940" y="416560"/>
                  </a:lnTo>
                  <a:lnTo>
                    <a:pt x="27940" y="412762"/>
                  </a:lnTo>
                  <a:close/>
                </a:path>
                <a:path w="27939" h="476250">
                  <a:moveTo>
                    <a:pt x="27940" y="410222"/>
                  </a:moveTo>
                  <a:lnTo>
                    <a:pt x="0" y="410222"/>
                  </a:lnTo>
                  <a:lnTo>
                    <a:pt x="0" y="412750"/>
                  </a:lnTo>
                  <a:lnTo>
                    <a:pt x="27940" y="412750"/>
                  </a:lnTo>
                  <a:lnTo>
                    <a:pt x="27940" y="410222"/>
                  </a:lnTo>
                  <a:close/>
                </a:path>
                <a:path w="27939" h="476250">
                  <a:moveTo>
                    <a:pt x="27940" y="406412"/>
                  </a:moveTo>
                  <a:lnTo>
                    <a:pt x="0" y="406412"/>
                  </a:lnTo>
                  <a:lnTo>
                    <a:pt x="0" y="410210"/>
                  </a:lnTo>
                  <a:lnTo>
                    <a:pt x="27940" y="410210"/>
                  </a:lnTo>
                  <a:lnTo>
                    <a:pt x="27940" y="406412"/>
                  </a:lnTo>
                  <a:close/>
                </a:path>
                <a:path w="27939" h="476250">
                  <a:moveTo>
                    <a:pt x="27940" y="403872"/>
                  </a:moveTo>
                  <a:lnTo>
                    <a:pt x="0" y="403872"/>
                  </a:lnTo>
                  <a:lnTo>
                    <a:pt x="0" y="406400"/>
                  </a:lnTo>
                  <a:lnTo>
                    <a:pt x="27940" y="406400"/>
                  </a:lnTo>
                  <a:lnTo>
                    <a:pt x="27940" y="403872"/>
                  </a:lnTo>
                  <a:close/>
                </a:path>
                <a:path w="27939" h="476250">
                  <a:moveTo>
                    <a:pt x="27940" y="397522"/>
                  </a:moveTo>
                  <a:lnTo>
                    <a:pt x="0" y="397522"/>
                  </a:lnTo>
                  <a:lnTo>
                    <a:pt x="0" y="403860"/>
                  </a:lnTo>
                  <a:lnTo>
                    <a:pt x="27940" y="403860"/>
                  </a:lnTo>
                  <a:lnTo>
                    <a:pt x="27940" y="397522"/>
                  </a:lnTo>
                  <a:close/>
                </a:path>
                <a:path w="27939" h="476250">
                  <a:moveTo>
                    <a:pt x="27940" y="393712"/>
                  </a:moveTo>
                  <a:lnTo>
                    <a:pt x="0" y="393712"/>
                  </a:lnTo>
                  <a:lnTo>
                    <a:pt x="0" y="397510"/>
                  </a:lnTo>
                  <a:lnTo>
                    <a:pt x="27940" y="397510"/>
                  </a:lnTo>
                  <a:lnTo>
                    <a:pt x="27940" y="393712"/>
                  </a:lnTo>
                  <a:close/>
                </a:path>
                <a:path w="27939" h="476250">
                  <a:moveTo>
                    <a:pt x="27940" y="391172"/>
                  </a:moveTo>
                  <a:lnTo>
                    <a:pt x="0" y="391172"/>
                  </a:lnTo>
                  <a:lnTo>
                    <a:pt x="0" y="393700"/>
                  </a:lnTo>
                  <a:lnTo>
                    <a:pt x="27940" y="393700"/>
                  </a:lnTo>
                  <a:lnTo>
                    <a:pt x="27940" y="391172"/>
                  </a:lnTo>
                  <a:close/>
                </a:path>
                <a:path w="27939" h="476250">
                  <a:moveTo>
                    <a:pt x="27940" y="387362"/>
                  </a:moveTo>
                  <a:lnTo>
                    <a:pt x="0" y="387362"/>
                  </a:lnTo>
                  <a:lnTo>
                    <a:pt x="0" y="391160"/>
                  </a:lnTo>
                  <a:lnTo>
                    <a:pt x="27940" y="391160"/>
                  </a:lnTo>
                  <a:lnTo>
                    <a:pt x="27940" y="387362"/>
                  </a:lnTo>
                  <a:close/>
                </a:path>
                <a:path w="27939" h="476250">
                  <a:moveTo>
                    <a:pt x="27940" y="384822"/>
                  </a:moveTo>
                  <a:lnTo>
                    <a:pt x="0" y="384822"/>
                  </a:lnTo>
                  <a:lnTo>
                    <a:pt x="0" y="387350"/>
                  </a:lnTo>
                  <a:lnTo>
                    <a:pt x="27940" y="387350"/>
                  </a:lnTo>
                  <a:lnTo>
                    <a:pt x="27940" y="384822"/>
                  </a:lnTo>
                  <a:close/>
                </a:path>
                <a:path w="27939" h="476250">
                  <a:moveTo>
                    <a:pt x="27940" y="365772"/>
                  </a:moveTo>
                  <a:lnTo>
                    <a:pt x="0" y="365772"/>
                  </a:lnTo>
                  <a:lnTo>
                    <a:pt x="0" y="384810"/>
                  </a:lnTo>
                  <a:lnTo>
                    <a:pt x="27940" y="384810"/>
                  </a:lnTo>
                  <a:lnTo>
                    <a:pt x="27940" y="365772"/>
                  </a:lnTo>
                  <a:close/>
                </a:path>
                <a:path w="27939" h="476250">
                  <a:moveTo>
                    <a:pt x="27940" y="359422"/>
                  </a:moveTo>
                  <a:lnTo>
                    <a:pt x="0" y="359422"/>
                  </a:lnTo>
                  <a:lnTo>
                    <a:pt x="0" y="365760"/>
                  </a:lnTo>
                  <a:lnTo>
                    <a:pt x="27940" y="365760"/>
                  </a:lnTo>
                  <a:lnTo>
                    <a:pt x="27940" y="359422"/>
                  </a:lnTo>
                  <a:close/>
                </a:path>
                <a:path w="27939" h="476250">
                  <a:moveTo>
                    <a:pt x="27940" y="355612"/>
                  </a:moveTo>
                  <a:lnTo>
                    <a:pt x="0" y="355612"/>
                  </a:lnTo>
                  <a:lnTo>
                    <a:pt x="0" y="359410"/>
                  </a:lnTo>
                  <a:lnTo>
                    <a:pt x="27940" y="359410"/>
                  </a:lnTo>
                  <a:lnTo>
                    <a:pt x="27940" y="355612"/>
                  </a:lnTo>
                  <a:close/>
                </a:path>
                <a:path w="27939" h="476250">
                  <a:moveTo>
                    <a:pt x="27940" y="346722"/>
                  </a:moveTo>
                  <a:lnTo>
                    <a:pt x="0" y="346722"/>
                  </a:lnTo>
                  <a:lnTo>
                    <a:pt x="0" y="355600"/>
                  </a:lnTo>
                  <a:lnTo>
                    <a:pt x="27940" y="355600"/>
                  </a:lnTo>
                  <a:lnTo>
                    <a:pt x="27940" y="346722"/>
                  </a:lnTo>
                  <a:close/>
                </a:path>
                <a:path w="27939" h="476250">
                  <a:moveTo>
                    <a:pt x="27940" y="340372"/>
                  </a:moveTo>
                  <a:lnTo>
                    <a:pt x="0" y="340372"/>
                  </a:lnTo>
                  <a:lnTo>
                    <a:pt x="0" y="346710"/>
                  </a:lnTo>
                  <a:lnTo>
                    <a:pt x="27940" y="346710"/>
                  </a:lnTo>
                  <a:lnTo>
                    <a:pt x="27940" y="340372"/>
                  </a:lnTo>
                  <a:close/>
                </a:path>
                <a:path w="27939" h="476250">
                  <a:moveTo>
                    <a:pt x="27940" y="334022"/>
                  </a:moveTo>
                  <a:lnTo>
                    <a:pt x="0" y="334022"/>
                  </a:lnTo>
                  <a:lnTo>
                    <a:pt x="0" y="340360"/>
                  </a:lnTo>
                  <a:lnTo>
                    <a:pt x="27940" y="340360"/>
                  </a:lnTo>
                  <a:lnTo>
                    <a:pt x="27940" y="334022"/>
                  </a:lnTo>
                  <a:close/>
                </a:path>
                <a:path w="27939" h="476250">
                  <a:moveTo>
                    <a:pt x="27940" y="330212"/>
                  </a:moveTo>
                  <a:lnTo>
                    <a:pt x="0" y="330212"/>
                  </a:lnTo>
                  <a:lnTo>
                    <a:pt x="0" y="334010"/>
                  </a:lnTo>
                  <a:lnTo>
                    <a:pt x="27940" y="334010"/>
                  </a:lnTo>
                  <a:lnTo>
                    <a:pt x="27940" y="330212"/>
                  </a:lnTo>
                  <a:close/>
                </a:path>
                <a:path w="27939" h="476250">
                  <a:moveTo>
                    <a:pt x="27940" y="327672"/>
                  </a:moveTo>
                  <a:lnTo>
                    <a:pt x="0" y="327672"/>
                  </a:lnTo>
                  <a:lnTo>
                    <a:pt x="0" y="330200"/>
                  </a:lnTo>
                  <a:lnTo>
                    <a:pt x="27940" y="330200"/>
                  </a:lnTo>
                  <a:lnTo>
                    <a:pt x="27940" y="327672"/>
                  </a:lnTo>
                  <a:close/>
                </a:path>
                <a:path w="27939" h="476250">
                  <a:moveTo>
                    <a:pt x="27940" y="317512"/>
                  </a:moveTo>
                  <a:lnTo>
                    <a:pt x="0" y="317512"/>
                  </a:lnTo>
                  <a:lnTo>
                    <a:pt x="0" y="327660"/>
                  </a:lnTo>
                  <a:lnTo>
                    <a:pt x="27940" y="327660"/>
                  </a:lnTo>
                  <a:lnTo>
                    <a:pt x="27940" y="317512"/>
                  </a:lnTo>
                  <a:close/>
                </a:path>
                <a:path w="27939" h="476250">
                  <a:moveTo>
                    <a:pt x="27940" y="314972"/>
                  </a:moveTo>
                  <a:lnTo>
                    <a:pt x="0" y="314972"/>
                  </a:lnTo>
                  <a:lnTo>
                    <a:pt x="0" y="317500"/>
                  </a:lnTo>
                  <a:lnTo>
                    <a:pt x="27940" y="317500"/>
                  </a:lnTo>
                  <a:lnTo>
                    <a:pt x="27940" y="314972"/>
                  </a:lnTo>
                  <a:close/>
                </a:path>
                <a:path w="27939" h="476250">
                  <a:moveTo>
                    <a:pt x="27940" y="311162"/>
                  </a:moveTo>
                  <a:lnTo>
                    <a:pt x="0" y="311162"/>
                  </a:lnTo>
                  <a:lnTo>
                    <a:pt x="0" y="314960"/>
                  </a:lnTo>
                  <a:lnTo>
                    <a:pt x="27940" y="314960"/>
                  </a:lnTo>
                  <a:lnTo>
                    <a:pt x="27940" y="311162"/>
                  </a:lnTo>
                  <a:close/>
                </a:path>
                <a:path w="27939" h="476250">
                  <a:moveTo>
                    <a:pt x="27940" y="304812"/>
                  </a:moveTo>
                  <a:lnTo>
                    <a:pt x="0" y="304812"/>
                  </a:lnTo>
                  <a:lnTo>
                    <a:pt x="0" y="311150"/>
                  </a:lnTo>
                  <a:lnTo>
                    <a:pt x="27940" y="311150"/>
                  </a:lnTo>
                  <a:lnTo>
                    <a:pt x="27940" y="304812"/>
                  </a:lnTo>
                  <a:close/>
                </a:path>
                <a:path w="27939" h="476250">
                  <a:moveTo>
                    <a:pt x="27940" y="292112"/>
                  </a:moveTo>
                  <a:lnTo>
                    <a:pt x="0" y="292112"/>
                  </a:lnTo>
                  <a:lnTo>
                    <a:pt x="0" y="304800"/>
                  </a:lnTo>
                  <a:lnTo>
                    <a:pt x="27940" y="304800"/>
                  </a:lnTo>
                  <a:lnTo>
                    <a:pt x="27940" y="292112"/>
                  </a:lnTo>
                  <a:close/>
                </a:path>
                <a:path w="27939" h="476250">
                  <a:moveTo>
                    <a:pt x="27940" y="289572"/>
                  </a:moveTo>
                  <a:lnTo>
                    <a:pt x="0" y="289572"/>
                  </a:lnTo>
                  <a:lnTo>
                    <a:pt x="0" y="292100"/>
                  </a:lnTo>
                  <a:lnTo>
                    <a:pt x="27940" y="292100"/>
                  </a:lnTo>
                  <a:lnTo>
                    <a:pt x="27940" y="289572"/>
                  </a:lnTo>
                  <a:close/>
                </a:path>
                <a:path w="27939" h="476250">
                  <a:moveTo>
                    <a:pt x="27940" y="285762"/>
                  </a:moveTo>
                  <a:lnTo>
                    <a:pt x="0" y="285762"/>
                  </a:lnTo>
                  <a:lnTo>
                    <a:pt x="0" y="289560"/>
                  </a:lnTo>
                  <a:lnTo>
                    <a:pt x="27940" y="289560"/>
                  </a:lnTo>
                  <a:lnTo>
                    <a:pt x="27940" y="285762"/>
                  </a:lnTo>
                  <a:close/>
                </a:path>
                <a:path w="27939" h="476250">
                  <a:moveTo>
                    <a:pt x="27940" y="283222"/>
                  </a:moveTo>
                  <a:lnTo>
                    <a:pt x="0" y="283222"/>
                  </a:lnTo>
                  <a:lnTo>
                    <a:pt x="0" y="285750"/>
                  </a:lnTo>
                  <a:lnTo>
                    <a:pt x="27940" y="285750"/>
                  </a:lnTo>
                  <a:lnTo>
                    <a:pt x="27940" y="283222"/>
                  </a:lnTo>
                  <a:close/>
                </a:path>
                <a:path w="27939" h="476250">
                  <a:moveTo>
                    <a:pt x="27940" y="279412"/>
                  </a:moveTo>
                  <a:lnTo>
                    <a:pt x="0" y="279412"/>
                  </a:lnTo>
                  <a:lnTo>
                    <a:pt x="0" y="283210"/>
                  </a:lnTo>
                  <a:lnTo>
                    <a:pt x="27940" y="283210"/>
                  </a:lnTo>
                  <a:lnTo>
                    <a:pt x="27940" y="279412"/>
                  </a:lnTo>
                  <a:close/>
                </a:path>
                <a:path w="27939" h="476250">
                  <a:moveTo>
                    <a:pt x="27940" y="273062"/>
                  </a:moveTo>
                  <a:lnTo>
                    <a:pt x="0" y="273062"/>
                  </a:lnTo>
                  <a:lnTo>
                    <a:pt x="0" y="279400"/>
                  </a:lnTo>
                  <a:lnTo>
                    <a:pt x="27940" y="279400"/>
                  </a:lnTo>
                  <a:lnTo>
                    <a:pt x="27940" y="273062"/>
                  </a:lnTo>
                  <a:close/>
                </a:path>
                <a:path w="27939" h="476250">
                  <a:moveTo>
                    <a:pt x="27940" y="234962"/>
                  </a:moveTo>
                  <a:lnTo>
                    <a:pt x="0" y="234962"/>
                  </a:lnTo>
                  <a:lnTo>
                    <a:pt x="0" y="273050"/>
                  </a:lnTo>
                  <a:lnTo>
                    <a:pt x="27940" y="273050"/>
                  </a:lnTo>
                  <a:lnTo>
                    <a:pt x="27940" y="234962"/>
                  </a:lnTo>
                  <a:close/>
                </a:path>
                <a:path w="27939" h="476250">
                  <a:moveTo>
                    <a:pt x="2794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7940" y="234950"/>
                  </a:lnTo>
                  <a:lnTo>
                    <a:pt x="27940" y="232422"/>
                  </a:lnTo>
                  <a:close/>
                </a:path>
                <a:path w="27939" h="476250">
                  <a:moveTo>
                    <a:pt x="2794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27940" y="232410"/>
                  </a:lnTo>
                  <a:lnTo>
                    <a:pt x="27940" y="226072"/>
                  </a:lnTo>
                  <a:close/>
                </a:path>
                <a:path w="27939" h="476250">
                  <a:moveTo>
                    <a:pt x="2794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27940" y="226060"/>
                  </a:lnTo>
                  <a:lnTo>
                    <a:pt x="27940" y="222262"/>
                  </a:lnTo>
                  <a:close/>
                </a:path>
                <a:path w="27939" h="476250">
                  <a:moveTo>
                    <a:pt x="2794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27940" y="222250"/>
                  </a:lnTo>
                  <a:lnTo>
                    <a:pt x="27940" y="219722"/>
                  </a:lnTo>
                  <a:close/>
                </a:path>
                <a:path w="27939" h="476250">
                  <a:moveTo>
                    <a:pt x="27940" y="213372"/>
                  </a:moveTo>
                  <a:lnTo>
                    <a:pt x="0" y="213372"/>
                  </a:lnTo>
                  <a:lnTo>
                    <a:pt x="0" y="219710"/>
                  </a:lnTo>
                  <a:lnTo>
                    <a:pt x="27940" y="219710"/>
                  </a:lnTo>
                  <a:lnTo>
                    <a:pt x="27940" y="213372"/>
                  </a:lnTo>
                  <a:close/>
                </a:path>
                <a:path w="27939" h="476250">
                  <a:moveTo>
                    <a:pt x="27940" y="207022"/>
                  </a:moveTo>
                  <a:lnTo>
                    <a:pt x="0" y="207022"/>
                  </a:lnTo>
                  <a:lnTo>
                    <a:pt x="0" y="213360"/>
                  </a:lnTo>
                  <a:lnTo>
                    <a:pt x="27940" y="213360"/>
                  </a:lnTo>
                  <a:lnTo>
                    <a:pt x="27940" y="207022"/>
                  </a:lnTo>
                  <a:close/>
                </a:path>
                <a:path w="27939" h="476250">
                  <a:moveTo>
                    <a:pt x="27940" y="195592"/>
                  </a:moveTo>
                  <a:lnTo>
                    <a:pt x="0" y="195592"/>
                  </a:lnTo>
                  <a:lnTo>
                    <a:pt x="0" y="207010"/>
                  </a:lnTo>
                  <a:lnTo>
                    <a:pt x="27940" y="207010"/>
                  </a:lnTo>
                  <a:lnTo>
                    <a:pt x="27940" y="195592"/>
                  </a:lnTo>
                  <a:close/>
                </a:path>
                <a:path w="27939" h="476250">
                  <a:moveTo>
                    <a:pt x="2794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7940" y="195580"/>
                  </a:lnTo>
                  <a:lnTo>
                    <a:pt x="27940" y="189242"/>
                  </a:lnTo>
                  <a:close/>
                </a:path>
                <a:path w="27939" h="476250">
                  <a:moveTo>
                    <a:pt x="27940" y="182892"/>
                  </a:moveTo>
                  <a:lnTo>
                    <a:pt x="0" y="182892"/>
                  </a:lnTo>
                  <a:lnTo>
                    <a:pt x="0" y="189230"/>
                  </a:lnTo>
                  <a:lnTo>
                    <a:pt x="27940" y="189230"/>
                  </a:lnTo>
                  <a:lnTo>
                    <a:pt x="27940" y="182892"/>
                  </a:lnTo>
                  <a:close/>
                </a:path>
                <a:path w="27939" h="476250">
                  <a:moveTo>
                    <a:pt x="27940" y="176542"/>
                  </a:moveTo>
                  <a:lnTo>
                    <a:pt x="0" y="176542"/>
                  </a:lnTo>
                  <a:lnTo>
                    <a:pt x="0" y="182880"/>
                  </a:lnTo>
                  <a:lnTo>
                    <a:pt x="27940" y="182880"/>
                  </a:lnTo>
                  <a:lnTo>
                    <a:pt x="27940" y="176542"/>
                  </a:lnTo>
                  <a:close/>
                </a:path>
                <a:path w="27939" h="476250">
                  <a:moveTo>
                    <a:pt x="27940" y="170192"/>
                  </a:moveTo>
                  <a:lnTo>
                    <a:pt x="0" y="170192"/>
                  </a:lnTo>
                  <a:lnTo>
                    <a:pt x="0" y="176530"/>
                  </a:lnTo>
                  <a:lnTo>
                    <a:pt x="27940" y="176530"/>
                  </a:lnTo>
                  <a:lnTo>
                    <a:pt x="27940" y="170192"/>
                  </a:lnTo>
                  <a:close/>
                </a:path>
                <a:path w="27939" h="476250">
                  <a:moveTo>
                    <a:pt x="27940" y="163842"/>
                  </a:moveTo>
                  <a:lnTo>
                    <a:pt x="0" y="163842"/>
                  </a:lnTo>
                  <a:lnTo>
                    <a:pt x="0" y="170180"/>
                  </a:lnTo>
                  <a:lnTo>
                    <a:pt x="27940" y="170180"/>
                  </a:lnTo>
                  <a:lnTo>
                    <a:pt x="27940" y="163842"/>
                  </a:lnTo>
                  <a:close/>
                </a:path>
                <a:path w="27939" h="476250">
                  <a:moveTo>
                    <a:pt x="27940" y="157492"/>
                  </a:moveTo>
                  <a:lnTo>
                    <a:pt x="0" y="157492"/>
                  </a:lnTo>
                  <a:lnTo>
                    <a:pt x="0" y="163830"/>
                  </a:lnTo>
                  <a:lnTo>
                    <a:pt x="27940" y="163830"/>
                  </a:lnTo>
                  <a:lnTo>
                    <a:pt x="27940" y="157492"/>
                  </a:lnTo>
                  <a:close/>
                </a:path>
                <a:path w="27939" h="476250">
                  <a:moveTo>
                    <a:pt x="2794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7940" y="157480"/>
                  </a:lnTo>
                  <a:lnTo>
                    <a:pt x="27940" y="151142"/>
                  </a:lnTo>
                  <a:close/>
                </a:path>
                <a:path w="27939" h="476250">
                  <a:moveTo>
                    <a:pt x="27940" y="138442"/>
                  </a:moveTo>
                  <a:lnTo>
                    <a:pt x="0" y="138442"/>
                  </a:lnTo>
                  <a:lnTo>
                    <a:pt x="0" y="151130"/>
                  </a:lnTo>
                  <a:lnTo>
                    <a:pt x="27940" y="151130"/>
                  </a:lnTo>
                  <a:lnTo>
                    <a:pt x="27940" y="138442"/>
                  </a:lnTo>
                  <a:close/>
                </a:path>
                <a:path w="27939" h="476250">
                  <a:moveTo>
                    <a:pt x="27940" y="132092"/>
                  </a:moveTo>
                  <a:lnTo>
                    <a:pt x="0" y="132092"/>
                  </a:lnTo>
                  <a:lnTo>
                    <a:pt x="0" y="138430"/>
                  </a:lnTo>
                  <a:lnTo>
                    <a:pt x="27940" y="138430"/>
                  </a:lnTo>
                  <a:lnTo>
                    <a:pt x="27940" y="132092"/>
                  </a:lnTo>
                  <a:close/>
                </a:path>
                <a:path w="27939" h="476250">
                  <a:moveTo>
                    <a:pt x="27940" y="125742"/>
                  </a:moveTo>
                  <a:lnTo>
                    <a:pt x="0" y="125742"/>
                  </a:lnTo>
                  <a:lnTo>
                    <a:pt x="0" y="132080"/>
                  </a:lnTo>
                  <a:lnTo>
                    <a:pt x="27940" y="132080"/>
                  </a:lnTo>
                  <a:lnTo>
                    <a:pt x="27940" y="125742"/>
                  </a:lnTo>
                  <a:close/>
                </a:path>
                <a:path w="27939" h="476250">
                  <a:moveTo>
                    <a:pt x="27940" y="119392"/>
                  </a:moveTo>
                  <a:lnTo>
                    <a:pt x="0" y="119392"/>
                  </a:lnTo>
                  <a:lnTo>
                    <a:pt x="0" y="125730"/>
                  </a:lnTo>
                  <a:lnTo>
                    <a:pt x="27940" y="125730"/>
                  </a:lnTo>
                  <a:lnTo>
                    <a:pt x="27940" y="119392"/>
                  </a:lnTo>
                  <a:close/>
                </a:path>
                <a:path w="27939" h="476250">
                  <a:moveTo>
                    <a:pt x="27940" y="113042"/>
                  </a:moveTo>
                  <a:lnTo>
                    <a:pt x="0" y="113042"/>
                  </a:lnTo>
                  <a:lnTo>
                    <a:pt x="0" y="119380"/>
                  </a:lnTo>
                  <a:lnTo>
                    <a:pt x="27940" y="119380"/>
                  </a:lnTo>
                  <a:lnTo>
                    <a:pt x="27940" y="113042"/>
                  </a:lnTo>
                  <a:close/>
                </a:path>
                <a:path w="27939" h="476250">
                  <a:moveTo>
                    <a:pt x="27940" y="106692"/>
                  </a:moveTo>
                  <a:lnTo>
                    <a:pt x="0" y="106692"/>
                  </a:lnTo>
                  <a:lnTo>
                    <a:pt x="0" y="113030"/>
                  </a:lnTo>
                  <a:lnTo>
                    <a:pt x="27940" y="113030"/>
                  </a:lnTo>
                  <a:lnTo>
                    <a:pt x="27940" y="106692"/>
                  </a:lnTo>
                  <a:close/>
                </a:path>
                <a:path w="27939" h="476250">
                  <a:moveTo>
                    <a:pt x="27940" y="100342"/>
                  </a:moveTo>
                  <a:lnTo>
                    <a:pt x="0" y="100342"/>
                  </a:lnTo>
                  <a:lnTo>
                    <a:pt x="0" y="106680"/>
                  </a:lnTo>
                  <a:lnTo>
                    <a:pt x="27940" y="106680"/>
                  </a:lnTo>
                  <a:lnTo>
                    <a:pt x="27940" y="100342"/>
                  </a:lnTo>
                  <a:close/>
                </a:path>
                <a:path w="27939" h="476250">
                  <a:moveTo>
                    <a:pt x="2794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7940" y="100330"/>
                  </a:lnTo>
                  <a:lnTo>
                    <a:pt x="27940" y="93992"/>
                  </a:lnTo>
                  <a:close/>
                </a:path>
                <a:path w="27939" h="476250">
                  <a:moveTo>
                    <a:pt x="2794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7940" y="93980"/>
                  </a:lnTo>
                  <a:lnTo>
                    <a:pt x="27940" y="87642"/>
                  </a:lnTo>
                  <a:close/>
                </a:path>
                <a:path w="27939" h="476250">
                  <a:moveTo>
                    <a:pt x="27940" y="81292"/>
                  </a:moveTo>
                  <a:lnTo>
                    <a:pt x="0" y="81292"/>
                  </a:lnTo>
                  <a:lnTo>
                    <a:pt x="0" y="87630"/>
                  </a:lnTo>
                  <a:lnTo>
                    <a:pt x="27940" y="87630"/>
                  </a:lnTo>
                  <a:lnTo>
                    <a:pt x="27940" y="81292"/>
                  </a:lnTo>
                  <a:close/>
                </a:path>
                <a:path w="27939" h="476250">
                  <a:moveTo>
                    <a:pt x="27940" y="68592"/>
                  </a:moveTo>
                  <a:lnTo>
                    <a:pt x="0" y="68592"/>
                  </a:lnTo>
                  <a:lnTo>
                    <a:pt x="0" y="81280"/>
                  </a:lnTo>
                  <a:lnTo>
                    <a:pt x="27940" y="81280"/>
                  </a:lnTo>
                  <a:lnTo>
                    <a:pt x="27940" y="68592"/>
                  </a:lnTo>
                  <a:close/>
                </a:path>
                <a:path w="27939" h="476250">
                  <a:moveTo>
                    <a:pt x="27940" y="62242"/>
                  </a:moveTo>
                  <a:lnTo>
                    <a:pt x="0" y="62242"/>
                  </a:lnTo>
                  <a:lnTo>
                    <a:pt x="0" y="68580"/>
                  </a:lnTo>
                  <a:lnTo>
                    <a:pt x="27940" y="68580"/>
                  </a:lnTo>
                  <a:lnTo>
                    <a:pt x="27940" y="62242"/>
                  </a:lnTo>
                  <a:close/>
                </a:path>
                <a:path w="27939" h="476250">
                  <a:moveTo>
                    <a:pt x="27940" y="55892"/>
                  </a:moveTo>
                  <a:lnTo>
                    <a:pt x="0" y="55892"/>
                  </a:lnTo>
                  <a:lnTo>
                    <a:pt x="0" y="62230"/>
                  </a:lnTo>
                  <a:lnTo>
                    <a:pt x="27940" y="62230"/>
                  </a:lnTo>
                  <a:lnTo>
                    <a:pt x="27940" y="55892"/>
                  </a:lnTo>
                  <a:close/>
                </a:path>
                <a:path w="27939" h="476250">
                  <a:moveTo>
                    <a:pt x="27940" y="49542"/>
                  </a:moveTo>
                  <a:lnTo>
                    <a:pt x="0" y="49542"/>
                  </a:lnTo>
                  <a:lnTo>
                    <a:pt x="0" y="55880"/>
                  </a:lnTo>
                  <a:lnTo>
                    <a:pt x="27940" y="55880"/>
                  </a:lnTo>
                  <a:lnTo>
                    <a:pt x="27940" y="49542"/>
                  </a:lnTo>
                  <a:close/>
                </a:path>
                <a:path w="27939" h="476250">
                  <a:moveTo>
                    <a:pt x="2794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7940" y="49530"/>
                  </a:lnTo>
                  <a:lnTo>
                    <a:pt x="27940" y="43192"/>
                  </a:lnTo>
                  <a:close/>
                </a:path>
                <a:path w="27939" h="476250">
                  <a:moveTo>
                    <a:pt x="2794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7940" y="43180"/>
                  </a:lnTo>
                  <a:lnTo>
                    <a:pt x="27940" y="36842"/>
                  </a:lnTo>
                  <a:close/>
                </a:path>
                <a:path w="27939" h="476250">
                  <a:moveTo>
                    <a:pt x="2794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7940" y="36830"/>
                  </a:lnTo>
                  <a:lnTo>
                    <a:pt x="27940" y="30492"/>
                  </a:lnTo>
                  <a:close/>
                </a:path>
                <a:path w="27939" h="476250">
                  <a:moveTo>
                    <a:pt x="27940" y="24142"/>
                  </a:moveTo>
                  <a:lnTo>
                    <a:pt x="0" y="24142"/>
                  </a:lnTo>
                  <a:lnTo>
                    <a:pt x="0" y="30480"/>
                  </a:lnTo>
                  <a:lnTo>
                    <a:pt x="27940" y="30480"/>
                  </a:lnTo>
                  <a:lnTo>
                    <a:pt x="27940" y="24142"/>
                  </a:lnTo>
                  <a:close/>
                </a:path>
                <a:path w="27939" h="476250">
                  <a:moveTo>
                    <a:pt x="2794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7940" y="24130"/>
                  </a:lnTo>
                  <a:lnTo>
                    <a:pt x="27940" y="17792"/>
                  </a:lnTo>
                  <a:close/>
                </a:path>
                <a:path w="27939" h="476250">
                  <a:moveTo>
                    <a:pt x="27940" y="5092"/>
                  </a:moveTo>
                  <a:lnTo>
                    <a:pt x="0" y="5092"/>
                  </a:lnTo>
                  <a:lnTo>
                    <a:pt x="0" y="17780"/>
                  </a:lnTo>
                  <a:lnTo>
                    <a:pt x="27940" y="17780"/>
                  </a:lnTo>
                  <a:lnTo>
                    <a:pt x="27940" y="5092"/>
                  </a:lnTo>
                  <a:close/>
                </a:path>
                <a:path w="27939" h="476250">
                  <a:moveTo>
                    <a:pt x="279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7940" y="5080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21426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3" name="object 3743"/>
            <p:cNvSpPr/>
            <p:nvPr/>
          </p:nvSpPr>
          <p:spPr>
            <a:xfrm>
              <a:off x="4352290" y="5500382"/>
              <a:ext cx="27940" cy="181610"/>
            </a:xfrm>
            <a:custGeom>
              <a:avLst/>
              <a:gdLst/>
              <a:ahLst/>
              <a:cxnLst/>
              <a:rect l="l" t="t" r="r" b="b"/>
              <a:pathLst>
                <a:path w="27939" h="181610">
                  <a:moveTo>
                    <a:pt x="27940" y="180340"/>
                  </a:moveTo>
                  <a:lnTo>
                    <a:pt x="0" y="180340"/>
                  </a:lnTo>
                  <a:lnTo>
                    <a:pt x="0" y="181597"/>
                  </a:lnTo>
                  <a:lnTo>
                    <a:pt x="27940" y="181597"/>
                  </a:lnTo>
                  <a:lnTo>
                    <a:pt x="27940" y="180340"/>
                  </a:lnTo>
                  <a:close/>
                </a:path>
                <a:path w="27939" h="181610">
                  <a:moveTo>
                    <a:pt x="27940" y="173990"/>
                  </a:moveTo>
                  <a:lnTo>
                    <a:pt x="0" y="173990"/>
                  </a:lnTo>
                  <a:lnTo>
                    <a:pt x="0" y="180327"/>
                  </a:lnTo>
                  <a:lnTo>
                    <a:pt x="27940" y="180327"/>
                  </a:lnTo>
                  <a:lnTo>
                    <a:pt x="27940" y="173990"/>
                  </a:lnTo>
                  <a:close/>
                </a:path>
                <a:path w="27939" h="181610">
                  <a:moveTo>
                    <a:pt x="27940" y="171450"/>
                  </a:moveTo>
                  <a:lnTo>
                    <a:pt x="0" y="171450"/>
                  </a:lnTo>
                  <a:lnTo>
                    <a:pt x="0" y="173977"/>
                  </a:lnTo>
                  <a:lnTo>
                    <a:pt x="27940" y="173977"/>
                  </a:lnTo>
                  <a:lnTo>
                    <a:pt x="27940" y="171450"/>
                  </a:lnTo>
                  <a:close/>
                </a:path>
                <a:path w="27939" h="181610">
                  <a:moveTo>
                    <a:pt x="27940" y="167640"/>
                  </a:moveTo>
                  <a:lnTo>
                    <a:pt x="0" y="167640"/>
                  </a:lnTo>
                  <a:lnTo>
                    <a:pt x="0" y="171437"/>
                  </a:lnTo>
                  <a:lnTo>
                    <a:pt x="27940" y="171437"/>
                  </a:lnTo>
                  <a:lnTo>
                    <a:pt x="27940" y="167640"/>
                  </a:lnTo>
                  <a:close/>
                </a:path>
                <a:path w="27939" h="181610">
                  <a:moveTo>
                    <a:pt x="27940" y="165100"/>
                  </a:moveTo>
                  <a:lnTo>
                    <a:pt x="0" y="165100"/>
                  </a:lnTo>
                  <a:lnTo>
                    <a:pt x="0" y="167627"/>
                  </a:lnTo>
                  <a:lnTo>
                    <a:pt x="27940" y="167627"/>
                  </a:lnTo>
                  <a:lnTo>
                    <a:pt x="27940" y="165100"/>
                  </a:lnTo>
                  <a:close/>
                </a:path>
                <a:path w="27939" h="181610">
                  <a:moveTo>
                    <a:pt x="27940" y="161290"/>
                  </a:moveTo>
                  <a:lnTo>
                    <a:pt x="0" y="161290"/>
                  </a:lnTo>
                  <a:lnTo>
                    <a:pt x="0" y="165087"/>
                  </a:lnTo>
                  <a:lnTo>
                    <a:pt x="27940" y="165087"/>
                  </a:lnTo>
                  <a:lnTo>
                    <a:pt x="27940" y="161290"/>
                  </a:lnTo>
                  <a:close/>
                </a:path>
                <a:path w="27939" h="181610">
                  <a:moveTo>
                    <a:pt x="27940" y="154940"/>
                  </a:moveTo>
                  <a:lnTo>
                    <a:pt x="0" y="154940"/>
                  </a:lnTo>
                  <a:lnTo>
                    <a:pt x="0" y="161277"/>
                  </a:lnTo>
                  <a:lnTo>
                    <a:pt x="27940" y="161277"/>
                  </a:lnTo>
                  <a:lnTo>
                    <a:pt x="27940" y="154940"/>
                  </a:lnTo>
                  <a:close/>
                </a:path>
                <a:path w="27939" h="181610">
                  <a:moveTo>
                    <a:pt x="27940" y="152400"/>
                  </a:moveTo>
                  <a:lnTo>
                    <a:pt x="0" y="152400"/>
                  </a:lnTo>
                  <a:lnTo>
                    <a:pt x="0" y="154927"/>
                  </a:lnTo>
                  <a:lnTo>
                    <a:pt x="27940" y="154927"/>
                  </a:lnTo>
                  <a:lnTo>
                    <a:pt x="27940" y="152400"/>
                  </a:lnTo>
                  <a:close/>
                </a:path>
                <a:path w="27939" h="181610">
                  <a:moveTo>
                    <a:pt x="27940" y="148590"/>
                  </a:moveTo>
                  <a:lnTo>
                    <a:pt x="0" y="148590"/>
                  </a:lnTo>
                  <a:lnTo>
                    <a:pt x="0" y="152387"/>
                  </a:lnTo>
                  <a:lnTo>
                    <a:pt x="27940" y="152387"/>
                  </a:lnTo>
                  <a:lnTo>
                    <a:pt x="27940" y="148590"/>
                  </a:lnTo>
                  <a:close/>
                </a:path>
                <a:path w="27939" h="181610">
                  <a:moveTo>
                    <a:pt x="27940" y="146050"/>
                  </a:moveTo>
                  <a:lnTo>
                    <a:pt x="0" y="146050"/>
                  </a:lnTo>
                  <a:lnTo>
                    <a:pt x="0" y="148577"/>
                  </a:lnTo>
                  <a:lnTo>
                    <a:pt x="27940" y="148577"/>
                  </a:lnTo>
                  <a:lnTo>
                    <a:pt x="27940" y="146050"/>
                  </a:lnTo>
                  <a:close/>
                </a:path>
                <a:path w="27939" h="181610">
                  <a:moveTo>
                    <a:pt x="27940" y="142240"/>
                  </a:moveTo>
                  <a:lnTo>
                    <a:pt x="0" y="142240"/>
                  </a:lnTo>
                  <a:lnTo>
                    <a:pt x="0" y="146037"/>
                  </a:lnTo>
                  <a:lnTo>
                    <a:pt x="27940" y="146037"/>
                  </a:lnTo>
                  <a:lnTo>
                    <a:pt x="27940" y="142240"/>
                  </a:lnTo>
                  <a:close/>
                </a:path>
                <a:path w="27939" h="181610">
                  <a:moveTo>
                    <a:pt x="27940" y="135890"/>
                  </a:moveTo>
                  <a:lnTo>
                    <a:pt x="0" y="135890"/>
                  </a:lnTo>
                  <a:lnTo>
                    <a:pt x="0" y="142227"/>
                  </a:lnTo>
                  <a:lnTo>
                    <a:pt x="27940" y="142227"/>
                  </a:lnTo>
                  <a:lnTo>
                    <a:pt x="27940" y="135890"/>
                  </a:lnTo>
                  <a:close/>
                </a:path>
                <a:path w="27939" h="181610">
                  <a:moveTo>
                    <a:pt x="27940" y="133350"/>
                  </a:moveTo>
                  <a:lnTo>
                    <a:pt x="0" y="133350"/>
                  </a:lnTo>
                  <a:lnTo>
                    <a:pt x="0" y="135877"/>
                  </a:lnTo>
                  <a:lnTo>
                    <a:pt x="27940" y="135877"/>
                  </a:lnTo>
                  <a:lnTo>
                    <a:pt x="27940" y="133350"/>
                  </a:lnTo>
                  <a:close/>
                </a:path>
                <a:path w="27939" h="181610">
                  <a:moveTo>
                    <a:pt x="27940" y="129540"/>
                  </a:moveTo>
                  <a:lnTo>
                    <a:pt x="0" y="129540"/>
                  </a:lnTo>
                  <a:lnTo>
                    <a:pt x="0" y="133337"/>
                  </a:lnTo>
                  <a:lnTo>
                    <a:pt x="27940" y="133337"/>
                  </a:lnTo>
                  <a:lnTo>
                    <a:pt x="27940" y="129540"/>
                  </a:lnTo>
                  <a:close/>
                </a:path>
                <a:path w="27939" h="181610">
                  <a:moveTo>
                    <a:pt x="27940" y="127000"/>
                  </a:moveTo>
                  <a:lnTo>
                    <a:pt x="0" y="127000"/>
                  </a:lnTo>
                  <a:lnTo>
                    <a:pt x="0" y="129527"/>
                  </a:lnTo>
                  <a:lnTo>
                    <a:pt x="27940" y="129527"/>
                  </a:lnTo>
                  <a:lnTo>
                    <a:pt x="27940" y="127000"/>
                  </a:lnTo>
                  <a:close/>
                </a:path>
                <a:path w="27939" h="181610">
                  <a:moveTo>
                    <a:pt x="27940" y="120650"/>
                  </a:moveTo>
                  <a:lnTo>
                    <a:pt x="0" y="120650"/>
                  </a:lnTo>
                  <a:lnTo>
                    <a:pt x="0" y="126987"/>
                  </a:lnTo>
                  <a:lnTo>
                    <a:pt x="27940" y="126987"/>
                  </a:lnTo>
                  <a:lnTo>
                    <a:pt x="27940" y="120650"/>
                  </a:lnTo>
                  <a:close/>
                </a:path>
                <a:path w="27939" h="181610">
                  <a:moveTo>
                    <a:pt x="2794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27940" y="120637"/>
                  </a:lnTo>
                  <a:lnTo>
                    <a:pt x="27940" y="114300"/>
                  </a:lnTo>
                  <a:close/>
                </a:path>
                <a:path w="27939" h="181610">
                  <a:moveTo>
                    <a:pt x="27940" y="110490"/>
                  </a:moveTo>
                  <a:lnTo>
                    <a:pt x="0" y="110490"/>
                  </a:lnTo>
                  <a:lnTo>
                    <a:pt x="0" y="114287"/>
                  </a:lnTo>
                  <a:lnTo>
                    <a:pt x="27940" y="114287"/>
                  </a:lnTo>
                  <a:lnTo>
                    <a:pt x="27940" y="110490"/>
                  </a:lnTo>
                  <a:close/>
                </a:path>
                <a:path w="27939" h="181610">
                  <a:moveTo>
                    <a:pt x="27940" y="107950"/>
                  </a:moveTo>
                  <a:lnTo>
                    <a:pt x="0" y="107950"/>
                  </a:lnTo>
                  <a:lnTo>
                    <a:pt x="0" y="110477"/>
                  </a:lnTo>
                  <a:lnTo>
                    <a:pt x="27940" y="110477"/>
                  </a:lnTo>
                  <a:lnTo>
                    <a:pt x="27940" y="107950"/>
                  </a:lnTo>
                  <a:close/>
                </a:path>
                <a:path w="27939" h="181610">
                  <a:moveTo>
                    <a:pt x="27940" y="104140"/>
                  </a:moveTo>
                  <a:lnTo>
                    <a:pt x="0" y="104140"/>
                  </a:lnTo>
                  <a:lnTo>
                    <a:pt x="0" y="107937"/>
                  </a:lnTo>
                  <a:lnTo>
                    <a:pt x="27940" y="107937"/>
                  </a:lnTo>
                  <a:lnTo>
                    <a:pt x="27940" y="104140"/>
                  </a:lnTo>
                  <a:close/>
                </a:path>
                <a:path w="27939" h="181610">
                  <a:moveTo>
                    <a:pt x="27940" y="101600"/>
                  </a:moveTo>
                  <a:lnTo>
                    <a:pt x="0" y="101600"/>
                  </a:lnTo>
                  <a:lnTo>
                    <a:pt x="0" y="104127"/>
                  </a:lnTo>
                  <a:lnTo>
                    <a:pt x="27940" y="104127"/>
                  </a:lnTo>
                  <a:lnTo>
                    <a:pt x="27940" y="101600"/>
                  </a:lnTo>
                  <a:close/>
                </a:path>
                <a:path w="27939" h="181610">
                  <a:moveTo>
                    <a:pt x="27940" y="97790"/>
                  </a:moveTo>
                  <a:lnTo>
                    <a:pt x="0" y="97790"/>
                  </a:lnTo>
                  <a:lnTo>
                    <a:pt x="0" y="101587"/>
                  </a:lnTo>
                  <a:lnTo>
                    <a:pt x="27940" y="101587"/>
                  </a:lnTo>
                  <a:lnTo>
                    <a:pt x="27940" y="97790"/>
                  </a:lnTo>
                  <a:close/>
                </a:path>
                <a:path w="27939" h="181610">
                  <a:moveTo>
                    <a:pt x="27940" y="95250"/>
                  </a:moveTo>
                  <a:lnTo>
                    <a:pt x="0" y="95250"/>
                  </a:lnTo>
                  <a:lnTo>
                    <a:pt x="0" y="97777"/>
                  </a:lnTo>
                  <a:lnTo>
                    <a:pt x="27940" y="97777"/>
                  </a:lnTo>
                  <a:lnTo>
                    <a:pt x="27940" y="95250"/>
                  </a:lnTo>
                  <a:close/>
                </a:path>
                <a:path w="27939" h="181610">
                  <a:moveTo>
                    <a:pt x="27940" y="91440"/>
                  </a:moveTo>
                  <a:lnTo>
                    <a:pt x="0" y="91440"/>
                  </a:lnTo>
                  <a:lnTo>
                    <a:pt x="0" y="95237"/>
                  </a:lnTo>
                  <a:lnTo>
                    <a:pt x="27940" y="95237"/>
                  </a:lnTo>
                  <a:lnTo>
                    <a:pt x="27940" y="91440"/>
                  </a:lnTo>
                  <a:close/>
                </a:path>
                <a:path w="27939" h="181610">
                  <a:moveTo>
                    <a:pt x="27940" y="82550"/>
                  </a:moveTo>
                  <a:lnTo>
                    <a:pt x="0" y="82550"/>
                  </a:lnTo>
                  <a:lnTo>
                    <a:pt x="0" y="91427"/>
                  </a:lnTo>
                  <a:lnTo>
                    <a:pt x="27940" y="91427"/>
                  </a:lnTo>
                  <a:lnTo>
                    <a:pt x="27940" y="82550"/>
                  </a:lnTo>
                  <a:close/>
                </a:path>
                <a:path w="27939" h="181610">
                  <a:moveTo>
                    <a:pt x="27940" y="72390"/>
                  </a:moveTo>
                  <a:lnTo>
                    <a:pt x="0" y="72390"/>
                  </a:lnTo>
                  <a:lnTo>
                    <a:pt x="0" y="82537"/>
                  </a:lnTo>
                  <a:lnTo>
                    <a:pt x="27940" y="82537"/>
                  </a:lnTo>
                  <a:lnTo>
                    <a:pt x="27940" y="72390"/>
                  </a:lnTo>
                  <a:close/>
                </a:path>
                <a:path w="27939" h="181610">
                  <a:moveTo>
                    <a:pt x="27940" y="63500"/>
                  </a:moveTo>
                  <a:lnTo>
                    <a:pt x="0" y="63500"/>
                  </a:lnTo>
                  <a:lnTo>
                    <a:pt x="0" y="72377"/>
                  </a:lnTo>
                  <a:lnTo>
                    <a:pt x="27940" y="72377"/>
                  </a:lnTo>
                  <a:lnTo>
                    <a:pt x="27940" y="63500"/>
                  </a:lnTo>
                  <a:close/>
                </a:path>
                <a:path w="27939" h="181610">
                  <a:moveTo>
                    <a:pt x="27940" y="53340"/>
                  </a:moveTo>
                  <a:lnTo>
                    <a:pt x="0" y="53340"/>
                  </a:lnTo>
                  <a:lnTo>
                    <a:pt x="0" y="63487"/>
                  </a:lnTo>
                  <a:lnTo>
                    <a:pt x="27940" y="63487"/>
                  </a:lnTo>
                  <a:lnTo>
                    <a:pt x="27940" y="53340"/>
                  </a:lnTo>
                  <a:close/>
                </a:path>
                <a:path w="27939" h="181610">
                  <a:moveTo>
                    <a:pt x="27940" y="50800"/>
                  </a:moveTo>
                  <a:lnTo>
                    <a:pt x="0" y="50800"/>
                  </a:lnTo>
                  <a:lnTo>
                    <a:pt x="0" y="53327"/>
                  </a:lnTo>
                  <a:lnTo>
                    <a:pt x="27940" y="53327"/>
                  </a:lnTo>
                  <a:lnTo>
                    <a:pt x="27940" y="50800"/>
                  </a:lnTo>
                  <a:close/>
                </a:path>
                <a:path w="27939" h="181610">
                  <a:moveTo>
                    <a:pt x="27940" y="46990"/>
                  </a:moveTo>
                  <a:lnTo>
                    <a:pt x="0" y="46990"/>
                  </a:lnTo>
                  <a:lnTo>
                    <a:pt x="0" y="50787"/>
                  </a:lnTo>
                  <a:lnTo>
                    <a:pt x="27940" y="50787"/>
                  </a:lnTo>
                  <a:lnTo>
                    <a:pt x="27940" y="46990"/>
                  </a:lnTo>
                  <a:close/>
                </a:path>
                <a:path w="27939" h="181610">
                  <a:moveTo>
                    <a:pt x="27940" y="40640"/>
                  </a:moveTo>
                  <a:lnTo>
                    <a:pt x="0" y="40640"/>
                  </a:lnTo>
                  <a:lnTo>
                    <a:pt x="0" y="46977"/>
                  </a:lnTo>
                  <a:lnTo>
                    <a:pt x="27940" y="46977"/>
                  </a:lnTo>
                  <a:lnTo>
                    <a:pt x="27940" y="40640"/>
                  </a:lnTo>
                  <a:close/>
                </a:path>
                <a:path w="27939" h="181610">
                  <a:moveTo>
                    <a:pt x="27940" y="34290"/>
                  </a:moveTo>
                  <a:lnTo>
                    <a:pt x="0" y="34290"/>
                  </a:lnTo>
                  <a:lnTo>
                    <a:pt x="0" y="40627"/>
                  </a:lnTo>
                  <a:lnTo>
                    <a:pt x="27940" y="40627"/>
                  </a:lnTo>
                  <a:lnTo>
                    <a:pt x="27940" y="34290"/>
                  </a:lnTo>
                  <a:close/>
                </a:path>
                <a:path w="27939" h="181610">
                  <a:moveTo>
                    <a:pt x="27940" y="27940"/>
                  </a:moveTo>
                  <a:lnTo>
                    <a:pt x="0" y="27940"/>
                  </a:lnTo>
                  <a:lnTo>
                    <a:pt x="0" y="34277"/>
                  </a:lnTo>
                  <a:lnTo>
                    <a:pt x="27940" y="34277"/>
                  </a:lnTo>
                  <a:lnTo>
                    <a:pt x="27940" y="27940"/>
                  </a:lnTo>
                  <a:close/>
                </a:path>
                <a:path w="27939" h="181610">
                  <a:moveTo>
                    <a:pt x="27940" y="25400"/>
                  </a:moveTo>
                  <a:lnTo>
                    <a:pt x="0" y="25400"/>
                  </a:lnTo>
                  <a:lnTo>
                    <a:pt x="0" y="27927"/>
                  </a:lnTo>
                  <a:lnTo>
                    <a:pt x="27940" y="27927"/>
                  </a:lnTo>
                  <a:lnTo>
                    <a:pt x="27940" y="25400"/>
                  </a:lnTo>
                  <a:close/>
                </a:path>
                <a:path w="27939" h="181610">
                  <a:moveTo>
                    <a:pt x="2794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27940" y="25387"/>
                  </a:lnTo>
                  <a:lnTo>
                    <a:pt x="27940" y="21590"/>
                  </a:lnTo>
                  <a:close/>
                </a:path>
                <a:path w="27939" h="181610">
                  <a:moveTo>
                    <a:pt x="27940" y="15240"/>
                  </a:moveTo>
                  <a:lnTo>
                    <a:pt x="0" y="15240"/>
                  </a:lnTo>
                  <a:lnTo>
                    <a:pt x="0" y="21577"/>
                  </a:lnTo>
                  <a:lnTo>
                    <a:pt x="27940" y="21577"/>
                  </a:lnTo>
                  <a:lnTo>
                    <a:pt x="27940" y="15240"/>
                  </a:lnTo>
                  <a:close/>
                </a:path>
                <a:path w="27939" h="181610">
                  <a:moveTo>
                    <a:pt x="2794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7940" y="15227"/>
                  </a:lnTo>
                  <a:lnTo>
                    <a:pt x="27940" y="12700"/>
                  </a:lnTo>
                  <a:close/>
                </a:path>
                <a:path w="27939" h="181610">
                  <a:moveTo>
                    <a:pt x="2794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7940" y="12687"/>
                  </a:lnTo>
                  <a:lnTo>
                    <a:pt x="27940" y="8890"/>
                  </a:lnTo>
                  <a:close/>
                </a:path>
                <a:path w="27939" h="181610">
                  <a:moveTo>
                    <a:pt x="27940" y="0"/>
                  </a:moveTo>
                  <a:lnTo>
                    <a:pt x="0" y="0"/>
                  </a:lnTo>
                  <a:lnTo>
                    <a:pt x="0" y="8877"/>
                  </a:lnTo>
                  <a:lnTo>
                    <a:pt x="27940" y="8877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21426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4" name="object 3744"/>
            <p:cNvSpPr/>
            <p:nvPr/>
          </p:nvSpPr>
          <p:spPr>
            <a:xfrm>
              <a:off x="4380230" y="5033010"/>
              <a:ext cx="27940" cy="476250"/>
            </a:xfrm>
            <a:custGeom>
              <a:avLst/>
              <a:gdLst/>
              <a:ahLst/>
              <a:cxnLst/>
              <a:rect l="l" t="t" r="r" b="b"/>
              <a:pathLst>
                <a:path w="27939" h="476250">
                  <a:moveTo>
                    <a:pt x="27940" y="467372"/>
                  </a:moveTo>
                  <a:lnTo>
                    <a:pt x="0" y="467372"/>
                  </a:lnTo>
                  <a:lnTo>
                    <a:pt x="0" y="476250"/>
                  </a:lnTo>
                  <a:lnTo>
                    <a:pt x="27940" y="476250"/>
                  </a:lnTo>
                  <a:lnTo>
                    <a:pt x="27940" y="467372"/>
                  </a:lnTo>
                  <a:close/>
                </a:path>
                <a:path w="27939" h="476250">
                  <a:moveTo>
                    <a:pt x="27940" y="463562"/>
                  </a:moveTo>
                  <a:lnTo>
                    <a:pt x="0" y="463562"/>
                  </a:lnTo>
                  <a:lnTo>
                    <a:pt x="0" y="467360"/>
                  </a:lnTo>
                  <a:lnTo>
                    <a:pt x="27940" y="467360"/>
                  </a:lnTo>
                  <a:lnTo>
                    <a:pt x="27940" y="463562"/>
                  </a:lnTo>
                  <a:close/>
                </a:path>
                <a:path w="27939" h="476250">
                  <a:moveTo>
                    <a:pt x="27940" y="461022"/>
                  </a:moveTo>
                  <a:lnTo>
                    <a:pt x="0" y="461022"/>
                  </a:lnTo>
                  <a:lnTo>
                    <a:pt x="0" y="463550"/>
                  </a:lnTo>
                  <a:lnTo>
                    <a:pt x="27940" y="463550"/>
                  </a:lnTo>
                  <a:lnTo>
                    <a:pt x="27940" y="461022"/>
                  </a:lnTo>
                  <a:close/>
                </a:path>
                <a:path w="27939" h="476250">
                  <a:moveTo>
                    <a:pt x="27940" y="457212"/>
                  </a:moveTo>
                  <a:lnTo>
                    <a:pt x="0" y="457212"/>
                  </a:lnTo>
                  <a:lnTo>
                    <a:pt x="0" y="461010"/>
                  </a:lnTo>
                  <a:lnTo>
                    <a:pt x="27940" y="461010"/>
                  </a:lnTo>
                  <a:lnTo>
                    <a:pt x="27940" y="457212"/>
                  </a:lnTo>
                  <a:close/>
                </a:path>
                <a:path w="27939" h="476250">
                  <a:moveTo>
                    <a:pt x="27940" y="448322"/>
                  </a:moveTo>
                  <a:lnTo>
                    <a:pt x="0" y="448322"/>
                  </a:lnTo>
                  <a:lnTo>
                    <a:pt x="0" y="457200"/>
                  </a:lnTo>
                  <a:lnTo>
                    <a:pt x="27940" y="457200"/>
                  </a:lnTo>
                  <a:lnTo>
                    <a:pt x="27940" y="448322"/>
                  </a:lnTo>
                  <a:close/>
                </a:path>
                <a:path w="27939" h="476250">
                  <a:moveTo>
                    <a:pt x="27940" y="429272"/>
                  </a:moveTo>
                  <a:lnTo>
                    <a:pt x="0" y="429272"/>
                  </a:lnTo>
                  <a:lnTo>
                    <a:pt x="0" y="448310"/>
                  </a:lnTo>
                  <a:lnTo>
                    <a:pt x="27940" y="448310"/>
                  </a:lnTo>
                  <a:lnTo>
                    <a:pt x="27940" y="429272"/>
                  </a:lnTo>
                  <a:close/>
                </a:path>
                <a:path w="27939" h="476250">
                  <a:moveTo>
                    <a:pt x="27940" y="422922"/>
                  </a:moveTo>
                  <a:lnTo>
                    <a:pt x="0" y="422922"/>
                  </a:lnTo>
                  <a:lnTo>
                    <a:pt x="0" y="429260"/>
                  </a:lnTo>
                  <a:lnTo>
                    <a:pt x="27940" y="429260"/>
                  </a:lnTo>
                  <a:lnTo>
                    <a:pt x="27940" y="422922"/>
                  </a:lnTo>
                  <a:close/>
                </a:path>
                <a:path w="27939" h="476250">
                  <a:moveTo>
                    <a:pt x="27940" y="416572"/>
                  </a:moveTo>
                  <a:lnTo>
                    <a:pt x="0" y="416572"/>
                  </a:lnTo>
                  <a:lnTo>
                    <a:pt x="0" y="422910"/>
                  </a:lnTo>
                  <a:lnTo>
                    <a:pt x="27940" y="422910"/>
                  </a:lnTo>
                  <a:lnTo>
                    <a:pt x="27940" y="416572"/>
                  </a:lnTo>
                  <a:close/>
                </a:path>
                <a:path w="27939" h="476250">
                  <a:moveTo>
                    <a:pt x="27940" y="412762"/>
                  </a:moveTo>
                  <a:lnTo>
                    <a:pt x="0" y="412762"/>
                  </a:lnTo>
                  <a:lnTo>
                    <a:pt x="0" y="416560"/>
                  </a:lnTo>
                  <a:lnTo>
                    <a:pt x="27940" y="416560"/>
                  </a:lnTo>
                  <a:lnTo>
                    <a:pt x="27940" y="412762"/>
                  </a:lnTo>
                  <a:close/>
                </a:path>
                <a:path w="27939" h="476250">
                  <a:moveTo>
                    <a:pt x="27940" y="410222"/>
                  </a:moveTo>
                  <a:lnTo>
                    <a:pt x="0" y="410222"/>
                  </a:lnTo>
                  <a:lnTo>
                    <a:pt x="0" y="412750"/>
                  </a:lnTo>
                  <a:lnTo>
                    <a:pt x="27940" y="412750"/>
                  </a:lnTo>
                  <a:lnTo>
                    <a:pt x="27940" y="410222"/>
                  </a:lnTo>
                  <a:close/>
                </a:path>
                <a:path w="27939" h="476250">
                  <a:moveTo>
                    <a:pt x="27940" y="406412"/>
                  </a:moveTo>
                  <a:lnTo>
                    <a:pt x="0" y="406412"/>
                  </a:lnTo>
                  <a:lnTo>
                    <a:pt x="0" y="410210"/>
                  </a:lnTo>
                  <a:lnTo>
                    <a:pt x="27940" y="410210"/>
                  </a:lnTo>
                  <a:lnTo>
                    <a:pt x="27940" y="406412"/>
                  </a:lnTo>
                  <a:close/>
                </a:path>
                <a:path w="27939" h="476250">
                  <a:moveTo>
                    <a:pt x="27940" y="403872"/>
                  </a:moveTo>
                  <a:lnTo>
                    <a:pt x="0" y="403872"/>
                  </a:lnTo>
                  <a:lnTo>
                    <a:pt x="0" y="406400"/>
                  </a:lnTo>
                  <a:lnTo>
                    <a:pt x="27940" y="406400"/>
                  </a:lnTo>
                  <a:lnTo>
                    <a:pt x="27940" y="403872"/>
                  </a:lnTo>
                  <a:close/>
                </a:path>
                <a:path w="27939" h="476250">
                  <a:moveTo>
                    <a:pt x="27940" y="397522"/>
                  </a:moveTo>
                  <a:lnTo>
                    <a:pt x="0" y="397522"/>
                  </a:lnTo>
                  <a:lnTo>
                    <a:pt x="0" y="403860"/>
                  </a:lnTo>
                  <a:lnTo>
                    <a:pt x="27940" y="403860"/>
                  </a:lnTo>
                  <a:lnTo>
                    <a:pt x="27940" y="397522"/>
                  </a:lnTo>
                  <a:close/>
                </a:path>
                <a:path w="27939" h="476250">
                  <a:moveTo>
                    <a:pt x="27940" y="393712"/>
                  </a:moveTo>
                  <a:lnTo>
                    <a:pt x="0" y="393712"/>
                  </a:lnTo>
                  <a:lnTo>
                    <a:pt x="0" y="397510"/>
                  </a:lnTo>
                  <a:lnTo>
                    <a:pt x="27940" y="397510"/>
                  </a:lnTo>
                  <a:lnTo>
                    <a:pt x="27940" y="393712"/>
                  </a:lnTo>
                  <a:close/>
                </a:path>
                <a:path w="27939" h="476250">
                  <a:moveTo>
                    <a:pt x="27940" y="391172"/>
                  </a:moveTo>
                  <a:lnTo>
                    <a:pt x="0" y="391172"/>
                  </a:lnTo>
                  <a:lnTo>
                    <a:pt x="0" y="393700"/>
                  </a:lnTo>
                  <a:lnTo>
                    <a:pt x="27940" y="393700"/>
                  </a:lnTo>
                  <a:lnTo>
                    <a:pt x="27940" y="391172"/>
                  </a:lnTo>
                  <a:close/>
                </a:path>
                <a:path w="27939" h="476250">
                  <a:moveTo>
                    <a:pt x="27940" y="387362"/>
                  </a:moveTo>
                  <a:lnTo>
                    <a:pt x="0" y="387362"/>
                  </a:lnTo>
                  <a:lnTo>
                    <a:pt x="0" y="391160"/>
                  </a:lnTo>
                  <a:lnTo>
                    <a:pt x="27940" y="391160"/>
                  </a:lnTo>
                  <a:lnTo>
                    <a:pt x="27940" y="387362"/>
                  </a:lnTo>
                  <a:close/>
                </a:path>
                <a:path w="27939" h="476250">
                  <a:moveTo>
                    <a:pt x="27940" y="384822"/>
                  </a:moveTo>
                  <a:lnTo>
                    <a:pt x="0" y="384822"/>
                  </a:lnTo>
                  <a:lnTo>
                    <a:pt x="0" y="387350"/>
                  </a:lnTo>
                  <a:lnTo>
                    <a:pt x="27940" y="387350"/>
                  </a:lnTo>
                  <a:lnTo>
                    <a:pt x="27940" y="384822"/>
                  </a:lnTo>
                  <a:close/>
                </a:path>
                <a:path w="27939" h="476250">
                  <a:moveTo>
                    <a:pt x="27940" y="365772"/>
                  </a:moveTo>
                  <a:lnTo>
                    <a:pt x="0" y="365772"/>
                  </a:lnTo>
                  <a:lnTo>
                    <a:pt x="0" y="384810"/>
                  </a:lnTo>
                  <a:lnTo>
                    <a:pt x="27940" y="384810"/>
                  </a:lnTo>
                  <a:lnTo>
                    <a:pt x="27940" y="365772"/>
                  </a:lnTo>
                  <a:close/>
                </a:path>
                <a:path w="27939" h="476250">
                  <a:moveTo>
                    <a:pt x="27940" y="359422"/>
                  </a:moveTo>
                  <a:lnTo>
                    <a:pt x="0" y="359422"/>
                  </a:lnTo>
                  <a:lnTo>
                    <a:pt x="0" y="365760"/>
                  </a:lnTo>
                  <a:lnTo>
                    <a:pt x="27940" y="365760"/>
                  </a:lnTo>
                  <a:lnTo>
                    <a:pt x="27940" y="359422"/>
                  </a:lnTo>
                  <a:close/>
                </a:path>
                <a:path w="27939" h="476250">
                  <a:moveTo>
                    <a:pt x="27940" y="355612"/>
                  </a:moveTo>
                  <a:lnTo>
                    <a:pt x="0" y="355612"/>
                  </a:lnTo>
                  <a:lnTo>
                    <a:pt x="0" y="359410"/>
                  </a:lnTo>
                  <a:lnTo>
                    <a:pt x="27940" y="359410"/>
                  </a:lnTo>
                  <a:lnTo>
                    <a:pt x="27940" y="355612"/>
                  </a:lnTo>
                  <a:close/>
                </a:path>
                <a:path w="27939" h="476250">
                  <a:moveTo>
                    <a:pt x="27940" y="346722"/>
                  </a:moveTo>
                  <a:lnTo>
                    <a:pt x="0" y="346722"/>
                  </a:lnTo>
                  <a:lnTo>
                    <a:pt x="0" y="355600"/>
                  </a:lnTo>
                  <a:lnTo>
                    <a:pt x="27940" y="355600"/>
                  </a:lnTo>
                  <a:lnTo>
                    <a:pt x="27940" y="346722"/>
                  </a:lnTo>
                  <a:close/>
                </a:path>
                <a:path w="27939" h="476250">
                  <a:moveTo>
                    <a:pt x="27940" y="340372"/>
                  </a:moveTo>
                  <a:lnTo>
                    <a:pt x="0" y="340372"/>
                  </a:lnTo>
                  <a:lnTo>
                    <a:pt x="0" y="346710"/>
                  </a:lnTo>
                  <a:lnTo>
                    <a:pt x="27940" y="346710"/>
                  </a:lnTo>
                  <a:lnTo>
                    <a:pt x="27940" y="340372"/>
                  </a:lnTo>
                  <a:close/>
                </a:path>
                <a:path w="27939" h="476250">
                  <a:moveTo>
                    <a:pt x="27940" y="334022"/>
                  </a:moveTo>
                  <a:lnTo>
                    <a:pt x="0" y="334022"/>
                  </a:lnTo>
                  <a:lnTo>
                    <a:pt x="0" y="340360"/>
                  </a:lnTo>
                  <a:lnTo>
                    <a:pt x="27940" y="340360"/>
                  </a:lnTo>
                  <a:lnTo>
                    <a:pt x="27940" y="334022"/>
                  </a:lnTo>
                  <a:close/>
                </a:path>
                <a:path w="27939" h="476250">
                  <a:moveTo>
                    <a:pt x="27940" y="330212"/>
                  </a:moveTo>
                  <a:lnTo>
                    <a:pt x="0" y="330212"/>
                  </a:lnTo>
                  <a:lnTo>
                    <a:pt x="0" y="334010"/>
                  </a:lnTo>
                  <a:lnTo>
                    <a:pt x="27940" y="334010"/>
                  </a:lnTo>
                  <a:lnTo>
                    <a:pt x="27940" y="330212"/>
                  </a:lnTo>
                  <a:close/>
                </a:path>
                <a:path w="27939" h="476250">
                  <a:moveTo>
                    <a:pt x="27940" y="327672"/>
                  </a:moveTo>
                  <a:lnTo>
                    <a:pt x="0" y="327672"/>
                  </a:lnTo>
                  <a:lnTo>
                    <a:pt x="0" y="330200"/>
                  </a:lnTo>
                  <a:lnTo>
                    <a:pt x="27940" y="330200"/>
                  </a:lnTo>
                  <a:lnTo>
                    <a:pt x="27940" y="327672"/>
                  </a:lnTo>
                  <a:close/>
                </a:path>
                <a:path w="27939" h="476250">
                  <a:moveTo>
                    <a:pt x="27940" y="317512"/>
                  </a:moveTo>
                  <a:lnTo>
                    <a:pt x="0" y="317512"/>
                  </a:lnTo>
                  <a:lnTo>
                    <a:pt x="0" y="327660"/>
                  </a:lnTo>
                  <a:lnTo>
                    <a:pt x="27940" y="327660"/>
                  </a:lnTo>
                  <a:lnTo>
                    <a:pt x="27940" y="317512"/>
                  </a:lnTo>
                  <a:close/>
                </a:path>
                <a:path w="27939" h="476250">
                  <a:moveTo>
                    <a:pt x="27940" y="314972"/>
                  </a:moveTo>
                  <a:lnTo>
                    <a:pt x="0" y="314972"/>
                  </a:lnTo>
                  <a:lnTo>
                    <a:pt x="0" y="317500"/>
                  </a:lnTo>
                  <a:lnTo>
                    <a:pt x="27940" y="317500"/>
                  </a:lnTo>
                  <a:lnTo>
                    <a:pt x="27940" y="314972"/>
                  </a:lnTo>
                  <a:close/>
                </a:path>
                <a:path w="27939" h="476250">
                  <a:moveTo>
                    <a:pt x="27940" y="311162"/>
                  </a:moveTo>
                  <a:lnTo>
                    <a:pt x="0" y="311162"/>
                  </a:lnTo>
                  <a:lnTo>
                    <a:pt x="0" y="314960"/>
                  </a:lnTo>
                  <a:lnTo>
                    <a:pt x="27940" y="314960"/>
                  </a:lnTo>
                  <a:lnTo>
                    <a:pt x="27940" y="311162"/>
                  </a:lnTo>
                  <a:close/>
                </a:path>
                <a:path w="27939" h="476250">
                  <a:moveTo>
                    <a:pt x="27940" y="304812"/>
                  </a:moveTo>
                  <a:lnTo>
                    <a:pt x="0" y="304812"/>
                  </a:lnTo>
                  <a:lnTo>
                    <a:pt x="0" y="311150"/>
                  </a:lnTo>
                  <a:lnTo>
                    <a:pt x="27940" y="311150"/>
                  </a:lnTo>
                  <a:lnTo>
                    <a:pt x="27940" y="304812"/>
                  </a:lnTo>
                  <a:close/>
                </a:path>
                <a:path w="27939" h="476250">
                  <a:moveTo>
                    <a:pt x="27940" y="292112"/>
                  </a:moveTo>
                  <a:lnTo>
                    <a:pt x="0" y="292112"/>
                  </a:lnTo>
                  <a:lnTo>
                    <a:pt x="0" y="304800"/>
                  </a:lnTo>
                  <a:lnTo>
                    <a:pt x="27940" y="304800"/>
                  </a:lnTo>
                  <a:lnTo>
                    <a:pt x="27940" y="292112"/>
                  </a:lnTo>
                  <a:close/>
                </a:path>
                <a:path w="27939" h="476250">
                  <a:moveTo>
                    <a:pt x="27940" y="289572"/>
                  </a:moveTo>
                  <a:lnTo>
                    <a:pt x="0" y="289572"/>
                  </a:lnTo>
                  <a:lnTo>
                    <a:pt x="0" y="292100"/>
                  </a:lnTo>
                  <a:lnTo>
                    <a:pt x="27940" y="292100"/>
                  </a:lnTo>
                  <a:lnTo>
                    <a:pt x="27940" y="289572"/>
                  </a:lnTo>
                  <a:close/>
                </a:path>
                <a:path w="27939" h="476250">
                  <a:moveTo>
                    <a:pt x="27940" y="285762"/>
                  </a:moveTo>
                  <a:lnTo>
                    <a:pt x="0" y="285762"/>
                  </a:lnTo>
                  <a:lnTo>
                    <a:pt x="0" y="289560"/>
                  </a:lnTo>
                  <a:lnTo>
                    <a:pt x="27940" y="289560"/>
                  </a:lnTo>
                  <a:lnTo>
                    <a:pt x="27940" y="285762"/>
                  </a:lnTo>
                  <a:close/>
                </a:path>
                <a:path w="27939" h="476250">
                  <a:moveTo>
                    <a:pt x="27940" y="283222"/>
                  </a:moveTo>
                  <a:lnTo>
                    <a:pt x="0" y="283222"/>
                  </a:lnTo>
                  <a:lnTo>
                    <a:pt x="0" y="285750"/>
                  </a:lnTo>
                  <a:lnTo>
                    <a:pt x="27940" y="285750"/>
                  </a:lnTo>
                  <a:lnTo>
                    <a:pt x="27940" y="283222"/>
                  </a:lnTo>
                  <a:close/>
                </a:path>
                <a:path w="27939" h="476250">
                  <a:moveTo>
                    <a:pt x="27940" y="279412"/>
                  </a:moveTo>
                  <a:lnTo>
                    <a:pt x="0" y="279412"/>
                  </a:lnTo>
                  <a:lnTo>
                    <a:pt x="0" y="283210"/>
                  </a:lnTo>
                  <a:lnTo>
                    <a:pt x="27940" y="283210"/>
                  </a:lnTo>
                  <a:lnTo>
                    <a:pt x="27940" y="279412"/>
                  </a:lnTo>
                  <a:close/>
                </a:path>
                <a:path w="27939" h="476250">
                  <a:moveTo>
                    <a:pt x="27940" y="273062"/>
                  </a:moveTo>
                  <a:lnTo>
                    <a:pt x="0" y="273062"/>
                  </a:lnTo>
                  <a:lnTo>
                    <a:pt x="0" y="279400"/>
                  </a:lnTo>
                  <a:lnTo>
                    <a:pt x="27940" y="279400"/>
                  </a:lnTo>
                  <a:lnTo>
                    <a:pt x="27940" y="273062"/>
                  </a:lnTo>
                  <a:close/>
                </a:path>
                <a:path w="27939" h="476250">
                  <a:moveTo>
                    <a:pt x="27940" y="234962"/>
                  </a:moveTo>
                  <a:lnTo>
                    <a:pt x="0" y="234962"/>
                  </a:lnTo>
                  <a:lnTo>
                    <a:pt x="0" y="273050"/>
                  </a:lnTo>
                  <a:lnTo>
                    <a:pt x="27940" y="273050"/>
                  </a:lnTo>
                  <a:lnTo>
                    <a:pt x="27940" y="234962"/>
                  </a:lnTo>
                  <a:close/>
                </a:path>
                <a:path w="27939" h="476250">
                  <a:moveTo>
                    <a:pt x="2794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7940" y="234950"/>
                  </a:lnTo>
                  <a:lnTo>
                    <a:pt x="27940" y="232422"/>
                  </a:lnTo>
                  <a:close/>
                </a:path>
                <a:path w="27939" h="476250">
                  <a:moveTo>
                    <a:pt x="2794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27940" y="232410"/>
                  </a:lnTo>
                  <a:lnTo>
                    <a:pt x="27940" y="226072"/>
                  </a:lnTo>
                  <a:close/>
                </a:path>
                <a:path w="27939" h="476250">
                  <a:moveTo>
                    <a:pt x="2794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27940" y="226060"/>
                  </a:lnTo>
                  <a:lnTo>
                    <a:pt x="27940" y="222262"/>
                  </a:lnTo>
                  <a:close/>
                </a:path>
                <a:path w="27939" h="476250">
                  <a:moveTo>
                    <a:pt x="2794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27940" y="222250"/>
                  </a:lnTo>
                  <a:lnTo>
                    <a:pt x="27940" y="219722"/>
                  </a:lnTo>
                  <a:close/>
                </a:path>
                <a:path w="27939" h="476250">
                  <a:moveTo>
                    <a:pt x="27940" y="213372"/>
                  </a:moveTo>
                  <a:lnTo>
                    <a:pt x="0" y="213372"/>
                  </a:lnTo>
                  <a:lnTo>
                    <a:pt x="0" y="219710"/>
                  </a:lnTo>
                  <a:lnTo>
                    <a:pt x="27940" y="219710"/>
                  </a:lnTo>
                  <a:lnTo>
                    <a:pt x="27940" y="213372"/>
                  </a:lnTo>
                  <a:close/>
                </a:path>
                <a:path w="27939" h="476250">
                  <a:moveTo>
                    <a:pt x="27940" y="207022"/>
                  </a:moveTo>
                  <a:lnTo>
                    <a:pt x="0" y="207022"/>
                  </a:lnTo>
                  <a:lnTo>
                    <a:pt x="0" y="213360"/>
                  </a:lnTo>
                  <a:lnTo>
                    <a:pt x="27940" y="213360"/>
                  </a:lnTo>
                  <a:lnTo>
                    <a:pt x="27940" y="207022"/>
                  </a:lnTo>
                  <a:close/>
                </a:path>
                <a:path w="27939" h="476250">
                  <a:moveTo>
                    <a:pt x="27940" y="195592"/>
                  </a:moveTo>
                  <a:lnTo>
                    <a:pt x="0" y="195592"/>
                  </a:lnTo>
                  <a:lnTo>
                    <a:pt x="0" y="207010"/>
                  </a:lnTo>
                  <a:lnTo>
                    <a:pt x="27940" y="207010"/>
                  </a:lnTo>
                  <a:lnTo>
                    <a:pt x="27940" y="195592"/>
                  </a:lnTo>
                  <a:close/>
                </a:path>
                <a:path w="27939" h="476250">
                  <a:moveTo>
                    <a:pt x="2794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7940" y="195580"/>
                  </a:lnTo>
                  <a:lnTo>
                    <a:pt x="27940" y="189242"/>
                  </a:lnTo>
                  <a:close/>
                </a:path>
                <a:path w="27939" h="476250">
                  <a:moveTo>
                    <a:pt x="27940" y="182892"/>
                  </a:moveTo>
                  <a:lnTo>
                    <a:pt x="0" y="182892"/>
                  </a:lnTo>
                  <a:lnTo>
                    <a:pt x="0" y="189230"/>
                  </a:lnTo>
                  <a:lnTo>
                    <a:pt x="27940" y="189230"/>
                  </a:lnTo>
                  <a:lnTo>
                    <a:pt x="27940" y="182892"/>
                  </a:lnTo>
                  <a:close/>
                </a:path>
                <a:path w="27939" h="476250">
                  <a:moveTo>
                    <a:pt x="27940" y="176542"/>
                  </a:moveTo>
                  <a:lnTo>
                    <a:pt x="0" y="176542"/>
                  </a:lnTo>
                  <a:lnTo>
                    <a:pt x="0" y="182880"/>
                  </a:lnTo>
                  <a:lnTo>
                    <a:pt x="27940" y="182880"/>
                  </a:lnTo>
                  <a:lnTo>
                    <a:pt x="27940" y="176542"/>
                  </a:lnTo>
                  <a:close/>
                </a:path>
                <a:path w="27939" h="476250">
                  <a:moveTo>
                    <a:pt x="27940" y="170192"/>
                  </a:moveTo>
                  <a:lnTo>
                    <a:pt x="0" y="170192"/>
                  </a:lnTo>
                  <a:lnTo>
                    <a:pt x="0" y="176530"/>
                  </a:lnTo>
                  <a:lnTo>
                    <a:pt x="27940" y="176530"/>
                  </a:lnTo>
                  <a:lnTo>
                    <a:pt x="27940" y="170192"/>
                  </a:lnTo>
                  <a:close/>
                </a:path>
                <a:path w="27939" h="476250">
                  <a:moveTo>
                    <a:pt x="27940" y="163842"/>
                  </a:moveTo>
                  <a:lnTo>
                    <a:pt x="0" y="163842"/>
                  </a:lnTo>
                  <a:lnTo>
                    <a:pt x="0" y="170180"/>
                  </a:lnTo>
                  <a:lnTo>
                    <a:pt x="27940" y="170180"/>
                  </a:lnTo>
                  <a:lnTo>
                    <a:pt x="27940" y="163842"/>
                  </a:lnTo>
                  <a:close/>
                </a:path>
                <a:path w="27939" h="476250">
                  <a:moveTo>
                    <a:pt x="27940" y="157492"/>
                  </a:moveTo>
                  <a:lnTo>
                    <a:pt x="0" y="157492"/>
                  </a:lnTo>
                  <a:lnTo>
                    <a:pt x="0" y="163830"/>
                  </a:lnTo>
                  <a:lnTo>
                    <a:pt x="27940" y="163830"/>
                  </a:lnTo>
                  <a:lnTo>
                    <a:pt x="27940" y="157492"/>
                  </a:lnTo>
                  <a:close/>
                </a:path>
                <a:path w="27939" h="476250">
                  <a:moveTo>
                    <a:pt x="2794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7940" y="157480"/>
                  </a:lnTo>
                  <a:lnTo>
                    <a:pt x="27940" y="151142"/>
                  </a:lnTo>
                  <a:close/>
                </a:path>
                <a:path w="27939" h="476250">
                  <a:moveTo>
                    <a:pt x="27940" y="138442"/>
                  </a:moveTo>
                  <a:lnTo>
                    <a:pt x="0" y="138442"/>
                  </a:lnTo>
                  <a:lnTo>
                    <a:pt x="0" y="151130"/>
                  </a:lnTo>
                  <a:lnTo>
                    <a:pt x="27940" y="151130"/>
                  </a:lnTo>
                  <a:lnTo>
                    <a:pt x="27940" y="138442"/>
                  </a:lnTo>
                  <a:close/>
                </a:path>
                <a:path w="27939" h="476250">
                  <a:moveTo>
                    <a:pt x="27940" y="132092"/>
                  </a:moveTo>
                  <a:lnTo>
                    <a:pt x="0" y="132092"/>
                  </a:lnTo>
                  <a:lnTo>
                    <a:pt x="0" y="138430"/>
                  </a:lnTo>
                  <a:lnTo>
                    <a:pt x="27940" y="138430"/>
                  </a:lnTo>
                  <a:lnTo>
                    <a:pt x="27940" y="132092"/>
                  </a:lnTo>
                  <a:close/>
                </a:path>
                <a:path w="27939" h="476250">
                  <a:moveTo>
                    <a:pt x="27940" y="125742"/>
                  </a:moveTo>
                  <a:lnTo>
                    <a:pt x="0" y="125742"/>
                  </a:lnTo>
                  <a:lnTo>
                    <a:pt x="0" y="132080"/>
                  </a:lnTo>
                  <a:lnTo>
                    <a:pt x="27940" y="132080"/>
                  </a:lnTo>
                  <a:lnTo>
                    <a:pt x="27940" y="125742"/>
                  </a:lnTo>
                  <a:close/>
                </a:path>
                <a:path w="27939" h="476250">
                  <a:moveTo>
                    <a:pt x="27940" y="119392"/>
                  </a:moveTo>
                  <a:lnTo>
                    <a:pt x="0" y="119392"/>
                  </a:lnTo>
                  <a:lnTo>
                    <a:pt x="0" y="125730"/>
                  </a:lnTo>
                  <a:lnTo>
                    <a:pt x="27940" y="125730"/>
                  </a:lnTo>
                  <a:lnTo>
                    <a:pt x="27940" y="119392"/>
                  </a:lnTo>
                  <a:close/>
                </a:path>
                <a:path w="27939" h="476250">
                  <a:moveTo>
                    <a:pt x="27940" y="113042"/>
                  </a:moveTo>
                  <a:lnTo>
                    <a:pt x="0" y="113042"/>
                  </a:lnTo>
                  <a:lnTo>
                    <a:pt x="0" y="119380"/>
                  </a:lnTo>
                  <a:lnTo>
                    <a:pt x="27940" y="119380"/>
                  </a:lnTo>
                  <a:lnTo>
                    <a:pt x="27940" y="113042"/>
                  </a:lnTo>
                  <a:close/>
                </a:path>
                <a:path w="27939" h="476250">
                  <a:moveTo>
                    <a:pt x="27940" y="106692"/>
                  </a:moveTo>
                  <a:lnTo>
                    <a:pt x="0" y="106692"/>
                  </a:lnTo>
                  <a:lnTo>
                    <a:pt x="0" y="113030"/>
                  </a:lnTo>
                  <a:lnTo>
                    <a:pt x="27940" y="113030"/>
                  </a:lnTo>
                  <a:lnTo>
                    <a:pt x="27940" y="106692"/>
                  </a:lnTo>
                  <a:close/>
                </a:path>
                <a:path w="27939" h="476250">
                  <a:moveTo>
                    <a:pt x="27940" y="100342"/>
                  </a:moveTo>
                  <a:lnTo>
                    <a:pt x="0" y="100342"/>
                  </a:lnTo>
                  <a:lnTo>
                    <a:pt x="0" y="106680"/>
                  </a:lnTo>
                  <a:lnTo>
                    <a:pt x="27940" y="106680"/>
                  </a:lnTo>
                  <a:lnTo>
                    <a:pt x="27940" y="100342"/>
                  </a:lnTo>
                  <a:close/>
                </a:path>
                <a:path w="27939" h="476250">
                  <a:moveTo>
                    <a:pt x="2794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7940" y="100330"/>
                  </a:lnTo>
                  <a:lnTo>
                    <a:pt x="27940" y="93992"/>
                  </a:lnTo>
                  <a:close/>
                </a:path>
                <a:path w="27939" h="476250">
                  <a:moveTo>
                    <a:pt x="2794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7940" y="93980"/>
                  </a:lnTo>
                  <a:lnTo>
                    <a:pt x="27940" y="87642"/>
                  </a:lnTo>
                  <a:close/>
                </a:path>
                <a:path w="27939" h="476250">
                  <a:moveTo>
                    <a:pt x="27940" y="81292"/>
                  </a:moveTo>
                  <a:lnTo>
                    <a:pt x="0" y="81292"/>
                  </a:lnTo>
                  <a:lnTo>
                    <a:pt x="0" y="87630"/>
                  </a:lnTo>
                  <a:lnTo>
                    <a:pt x="27940" y="87630"/>
                  </a:lnTo>
                  <a:lnTo>
                    <a:pt x="27940" y="81292"/>
                  </a:lnTo>
                  <a:close/>
                </a:path>
                <a:path w="27939" h="476250">
                  <a:moveTo>
                    <a:pt x="27940" y="68592"/>
                  </a:moveTo>
                  <a:lnTo>
                    <a:pt x="0" y="68592"/>
                  </a:lnTo>
                  <a:lnTo>
                    <a:pt x="0" y="81280"/>
                  </a:lnTo>
                  <a:lnTo>
                    <a:pt x="27940" y="81280"/>
                  </a:lnTo>
                  <a:lnTo>
                    <a:pt x="27940" y="68592"/>
                  </a:lnTo>
                  <a:close/>
                </a:path>
                <a:path w="27939" h="476250">
                  <a:moveTo>
                    <a:pt x="27940" y="62242"/>
                  </a:moveTo>
                  <a:lnTo>
                    <a:pt x="0" y="62242"/>
                  </a:lnTo>
                  <a:lnTo>
                    <a:pt x="0" y="68580"/>
                  </a:lnTo>
                  <a:lnTo>
                    <a:pt x="27940" y="68580"/>
                  </a:lnTo>
                  <a:lnTo>
                    <a:pt x="27940" y="62242"/>
                  </a:lnTo>
                  <a:close/>
                </a:path>
                <a:path w="27939" h="476250">
                  <a:moveTo>
                    <a:pt x="27940" y="55892"/>
                  </a:moveTo>
                  <a:lnTo>
                    <a:pt x="0" y="55892"/>
                  </a:lnTo>
                  <a:lnTo>
                    <a:pt x="0" y="62230"/>
                  </a:lnTo>
                  <a:lnTo>
                    <a:pt x="27940" y="62230"/>
                  </a:lnTo>
                  <a:lnTo>
                    <a:pt x="27940" y="55892"/>
                  </a:lnTo>
                  <a:close/>
                </a:path>
                <a:path w="27939" h="476250">
                  <a:moveTo>
                    <a:pt x="27940" y="49542"/>
                  </a:moveTo>
                  <a:lnTo>
                    <a:pt x="0" y="49542"/>
                  </a:lnTo>
                  <a:lnTo>
                    <a:pt x="0" y="55880"/>
                  </a:lnTo>
                  <a:lnTo>
                    <a:pt x="27940" y="55880"/>
                  </a:lnTo>
                  <a:lnTo>
                    <a:pt x="27940" y="49542"/>
                  </a:lnTo>
                  <a:close/>
                </a:path>
                <a:path w="27939" h="476250">
                  <a:moveTo>
                    <a:pt x="2794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7940" y="49530"/>
                  </a:lnTo>
                  <a:lnTo>
                    <a:pt x="27940" y="43192"/>
                  </a:lnTo>
                  <a:close/>
                </a:path>
                <a:path w="27939" h="476250">
                  <a:moveTo>
                    <a:pt x="2794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7940" y="43180"/>
                  </a:lnTo>
                  <a:lnTo>
                    <a:pt x="27940" y="36842"/>
                  </a:lnTo>
                  <a:close/>
                </a:path>
                <a:path w="27939" h="476250">
                  <a:moveTo>
                    <a:pt x="2794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7940" y="36830"/>
                  </a:lnTo>
                  <a:lnTo>
                    <a:pt x="27940" y="30492"/>
                  </a:lnTo>
                  <a:close/>
                </a:path>
                <a:path w="27939" h="476250">
                  <a:moveTo>
                    <a:pt x="27940" y="24142"/>
                  </a:moveTo>
                  <a:lnTo>
                    <a:pt x="0" y="24142"/>
                  </a:lnTo>
                  <a:lnTo>
                    <a:pt x="0" y="30480"/>
                  </a:lnTo>
                  <a:lnTo>
                    <a:pt x="27940" y="30480"/>
                  </a:lnTo>
                  <a:lnTo>
                    <a:pt x="27940" y="24142"/>
                  </a:lnTo>
                  <a:close/>
                </a:path>
                <a:path w="27939" h="476250">
                  <a:moveTo>
                    <a:pt x="2794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7940" y="24130"/>
                  </a:lnTo>
                  <a:lnTo>
                    <a:pt x="27940" y="17792"/>
                  </a:lnTo>
                  <a:close/>
                </a:path>
                <a:path w="27939" h="476250">
                  <a:moveTo>
                    <a:pt x="27940" y="5092"/>
                  </a:moveTo>
                  <a:lnTo>
                    <a:pt x="0" y="5092"/>
                  </a:lnTo>
                  <a:lnTo>
                    <a:pt x="0" y="17780"/>
                  </a:lnTo>
                  <a:lnTo>
                    <a:pt x="27940" y="17780"/>
                  </a:lnTo>
                  <a:lnTo>
                    <a:pt x="27940" y="5092"/>
                  </a:lnTo>
                  <a:close/>
                </a:path>
                <a:path w="27939" h="476250">
                  <a:moveTo>
                    <a:pt x="279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7940" y="5080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214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5" name="object 3745"/>
            <p:cNvSpPr/>
            <p:nvPr/>
          </p:nvSpPr>
          <p:spPr>
            <a:xfrm>
              <a:off x="4380230" y="5033010"/>
              <a:ext cx="55880" cy="648970"/>
            </a:xfrm>
            <a:custGeom>
              <a:avLst/>
              <a:gdLst/>
              <a:ahLst/>
              <a:cxnLst/>
              <a:rect l="l" t="t" r="r" b="b"/>
              <a:pathLst>
                <a:path w="55879" h="648970">
                  <a:moveTo>
                    <a:pt x="27940" y="647712"/>
                  </a:moveTo>
                  <a:lnTo>
                    <a:pt x="0" y="647712"/>
                  </a:lnTo>
                  <a:lnTo>
                    <a:pt x="0" y="648970"/>
                  </a:lnTo>
                  <a:lnTo>
                    <a:pt x="27940" y="648970"/>
                  </a:lnTo>
                  <a:lnTo>
                    <a:pt x="27940" y="647712"/>
                  </a:lnTo>
                  <a:close/>
                </a:path>
                <a:path w="55879" h="648970">
                  <a:moveTo>
                    <a:pt x="27940" y="641362"/>
                  </a:moveTo>
                  <a:lnTo>
                    <a:pt x="0" y="641362"/>
                  </a:lnTo>
                  <a:lnTo>
                    <a:pt x="0" y="647700"/>
                  </a:lnTo>
                  <a:lnTo>
                    <a:pt x="27940" y="647700"/>
                  </a:lnTo>
                  <a:lnTo>
                    <a:pt x="27940" y="641362"/>
                  </a:lnTo>
                  <a:close/>
                </a:path>
                <a:path w="55879" h="648970">
                  <a:moveTo>
                    <a:pt x="27940" y="638822"/>
                  </a:moveTo>
                  <a:lnTo>
                    <a:pt x="0" y="638822"/>
                  </a:lnTo>
                  <a:lnTo>
                    <a:pt x="0" y="641350"/>
                  </a:lnTo>
                  <a:lnTo>
                    <a:pt x="27940" y="641350"/>
                  </a:lnTo>
                  <a:lnTo>
                    <a:pt x="27940" y="638822"/>
                  </a:lnTo>
                  <a:close/>
                </a:path>
                <a:path w="55879" h="648970">
                  <a:moveTo>
                    <a:pt x="27940" y="635012"/>
                  </a:moveTo>
                  <a:lnTo>
                    <a:pt x="0" y="635012"/>
                  </a:lnTo>
                  <a:lnTo>
                    <a:pt x="0" y="638810"/>
                  </a:lnTo>
                  <a:lnTo>
                    <a:pt x="27940" y="638810"/>
                  </a:lnTo>
                  <a:lnTo>
                    <a:pt x="27940" y="635012"/>
                  </a:lnTo>
                  <a:close/>
                </a:path>
                <a:path w="55879" h="648970">
                  <a:moveTo>
                    <a:pt x="27940" y="632472"/>
                  </a:moveTo>
                  <a:lnTo>
                    <a:pt x="0" y="632472"/>
                  </a:lnTo>
                  <a:lnTo>
                    <a:pt x="0" y="635000"/>
                  </a:lnTo>
                  <a:lnTo>
                    <a:pt x="27940" y="635000"/>
                  </a:lnTo>
                  <a:lnTo>
                    <a:pt x="27940" y="632472"/>
                  </a:lnTo>
                  <a:close/>
                </a:path>
                <a:path w="55879" h="648970">
                  <a:moveTo>
                    <a:pt x="27940" y="628662"/>
                  </a:moveTo>
                  <a:lnTo>
                    <a:pt x="0" y="628662"/>
                  </a:lnTo>
                  <a:lnTo>
                    <a:pt x="0" y="632460"/>
                  </a:lnTo>
                  <a:lnTo>
                    <a:pt x="27940" y="632460"/>
                  </a:lnTo>
                  <a:lnTo>
                    <a:pt x="27940" y="628662"/>
                  </a:lnTo>
                  <a:close/>
                </a:path>
                <a:path w="55879" h="648970">
                  <a:moveTo>
                    <a:pt x="27940" y="622312"/>
                  </a:moveTo>
                  <a:lnTo>
                    <a:pt x="0" y="622312"/>
                  </a:lnTo>
                  <a:lnTo>
                    <a:pt x="0" y="628650"/>
                  </a:lnTo>
                  <a:lnTo>
                    <a:pt x="27940" y="628650"/>
                  </a:lnTo>
                  <a:lnTo>
                    <a:pt x="27940" y="622312"/>
                  </a:lnTo>
                  <a:close/>
                </a:path>
                <a:path w="55879" h="648970">
                  <a:moveTo>
                    <a:pt x="27940" y="619772"/>
                  </a:moveTo>
                  <a:lnTo>
                    <a:pt x="0" y="619772"/>
                  </a:lnTo>
                  <a:lnTo>
                    <a:pt x="0" y="622300"/>
                  </a:lnTo>
                  <a:lnTo>
                    <a:pt x="27940" y="622300"/>
                  </a:lnTo>
                  <a:lnTo>
                    <a:pt x="27940" y="619772"/>
                  </a:lnTo>
                  <a:close/>
                </a:path>
                <a:path w="55879" h="648970">
                  <a:moveTo>
                    <a:pt x="27940" y="615962"/>
                  </a:moveTo>
                  <a:lnTo>
                    <a:pt x="0" y="615962"/>
                  </a:lnTo>
                  <a:lnTo>
                    <a:pt x="0" y="619760"/>
                  </a:lnTo>
                  <a:lnTo>
                    <a:pt x="27940" y="619760"/>
                  </a:lnTo>
                  <a:lnTo>
                    <a:pt x="27940" y="615962"/>
                  </a:lnTo>
                  <a:close/>
                </a:path>
                <a:path w="55879" h="648970">
                  <a:moveTo>
                    <a:pt x="27940" y="613422"/>
                  </a:moveTo>
                  <a:lnTo>
                    <a:pt x="0" y="613422"/>
                  </a:lnTo>
                  <a:lnTo>
                    <a:pt x="0" y="615950"/>
                  </a:lnTo>
                  <a:lnTo>
                    <a:pt x="27940" y="615950"/>
                  </a:lnTo>
                  <a:lnTo>
                    <a:pt x="27940" y="613422"/>
                  </a:lnTo>
                  <a:close/>
                </a:path>
                <a:path w="55879" h="648970">
                  <a:moveTo>
                    <a:pt x="27940" y="609612"/>
                  </a:moveTo>
                  <a:lnTo>
                    <a:pt x="0" y="609612"/>
                  </a:lnTo>
                  <a:lnTo>
                    <a:pt x="0" y="613410"/>
                  </a:lnTo>
                  <a:lnTo>
                    <a:pt x="27940" y="613410"/>
                  </a:lnTo>
                  <a:lnTo>
                    <a:pt x="27940" y="609612"/>
                  </a:lnTo>
                  <a:close/>
                </a:path>
                <a:path w="55879" h="648970">
                  <a:moveTo>
                    <a:pt x="27940" y="603262"/>
                  </a:moveTo>
                  <a:lnTo>
                    <a:pt x="0" y="603262"/>
                  </a:lnTo>
                  <a:lnTo>
                    <a:pt x="0" y="609600"/>
                  </a:lnTo>
                  <a:lnTo>
                    <a:pt x="27940" y="609600"/>
                  </a:lnTo>
                  <a:lnTo>
                    <a:pt x="27940" y="603262"/>
                  </a:lnTo>
                  <a:close/>
                </a:path>
                <a:path w="55879" h="648970">
                  <a:moveTo>
                    <a:pt x="27940" y="600722"/>
                  </a:moveTo>
                  <a:lnTo>
                    <a:pt x="0" y="600722"/>
                  </a:lnTo>
                  <a:lnTo>
                    <a:pt x="0" y="603250"/>
                  </a:lnTo>
                  <a:lnTo>
                    <a:pt x="27940" y="603250"/>
                  </a:lnTo>
                  <a:lnTo>
                    <a:pt x="27940" y="600722"/>
                  </a:lnTo>
                  <a:close/>
                </a:path>
                <a:path w="55879" h="648970">
                  <a:moveTo>
                    <a:pt x="27940" y="596912"/>
                  </a:moveTo>
                  <a:lnTo>
                    <a:pt x="0" y="596912"/>
                  </a:lnTo>
                  <a:lnTo>
                    <a:pt x="0" y="600710"/>
                  </a:lnTo>
                  <a:lnTo>
                    <a:pt x="27940" y="600710"/>
                  </a:lnTo>
                  <a:lnTo>
                    <a:pt x="27940" y="596912"/>
                  </a:lnTo>
                  <a:close/>
                </a:path>
                <a:path w="55879" h="648970">
                  <a:moveTo>
                    <a:pt x="27940" y="594372"/>
                  </a:moveTo>
                  <a:lnTo>
                    <a:pt x="0" y="594372"/>
                  </a:lnTo>
                  <a:lnTo>
                    <a:pt x="0" y="596900"/>
                  </a:lnTo>
                  <a:lnTo>
                    <a:pt x="27940" y="596900"/>
                  </a:lnTo>
                  <a:lnTo>
                    <a:pt x="27940" y="594372"/>
                  </a:lnTo>
                  <a:close/>
                </a:path>
                <a:path w="55879" h="648970">
                  <a:moveTo>
                    <a:pt x="27940" y="588022"/>
                  </a:moveTo>
                  <a:lnTo>
                    <a:pt x="0" y="588022"/>
                  </a:lnTo>
                  <a:lnTo>
                    <a:pt x="0" y="594360"/>
                  </a:lnTo>
                  <a:lnTo>
                    <a:pt x="27940" y="594360"/>
                  </a:lnTo>
                  <a:lnTo>
                    <a:pt x="27940" y="588022"/>
                  </a:lnTo>
                  <a:close/>
                </a:path>
                <a:path w="55879" h="648970">
                  <a:moveTo>
                    <a:pt x="27940" y="581672"/>
                  </a:moveTo>
                  <a:lnTo>
                    <a:pt x="0" y="581672"/>
                  </a:lnTo>
                  <a:lnTo>
                    <a:pt x="0" y="588010"/>
                  </a:lnTo>
                  <a:lnTo>
                    <a:pt x="27940" y="588010"/>
                  </a:lnTo>
                  <a:lnTo>
                    <a:pt x="27940" y="581672"/>
                  </a:lnTo>
                  <a:close/>
                </a:path>
                <a:path w="55879" h="648970">
                  <a:moveTo>
                    <a:pt x="27940" y="577862"/>
                  </a:moveTo>
                  <a:lnTo>
                    <a:pt x="0" y="577862"/>
                  </a:lnTo>
                  <a:lnTo>
                    <a:pt x="0" y="581660"/>
                  </a:lnTo>
                  <a:lnTo>
                    <a:pt x="27940" y="581660"/>
                  </a:lnTo>
                  <a:lnTo>
                    <a:pt x="27940" y="577862"/>
                  </a:lnTo>
                  <a:close/>
                </a:path>
                <a:path w="55879" h="648970">
                  <a:moveTo>
                    <a:pt x="27940" y="575322"/>
                  </a:moveTo>
                  <a:lnTo>
                    <a:pt x="0" y="575322"/>
                  </a:lnTo>
                  <a:lnTo>
                    <a:pt x="0" y="577850"/>
                  </a:lnTo>
                  <a:lnTo>
                    <a:pt x="27940" y="577850"/>
                  </a:lnTo>
                  <a:lnTo>
                    <a:pt x="27940" y="575322"/>
                  </a:lnTo>
                  <a:close/>
                </a:path>
                <a:path w="55879" h="648970">
                  <a:moveTo>
                    <a:pt x="27940" y="571512"/>
                  </a:moveTo>
                  <a:lnTo>
                    <a:pt x="0" y="571512"/>
                  </a:lnTo>
                  <a:lnTo>
                    <a:pt x="0" y="575310"/>
                  </a:lnTo>
                  <a:lnTo>
                    <a:pt x="27940" y="575310"/>
                  </a:lnTo>
                  <a:lnTo>
                    <a:pt x="27940" y="571512"/>
                  </a:lnTo>
                  <a:close/>
                </a:path>
                <a:path w="55879" h="648970">
                  <a:moveTo>
                    <a:pt x="27940" y="568972"/>
                  </a:moveTo>
                  <a:lnTo>
                    <a:pt x="0" y="568972"/>
                  </a:lnTo>
                  <a:lnTo>
                    <a:pt x="0" y="571500"/>
                  </a:lnTo>
                  <a:lnTo>
                    <a:pt x="27940" y="571500"/>
                  </a:lnTo>
                  <a:lnTo>
                    <a:pt x="27940" y="568972"/>
                  </a:lnTo>
                  <a:close/>
                </a:path>
                <a:path w="55879" h="648970">
                  <a:moveTo>
                    <a:pt x="27940" y="565162"/>
                  </a:moveTo>
                  <a:lnTo>
                    <a:pt x="0" y="565162"/>
                  </a:lnTo>
                  <a:lnTo>
                    <a:pt x="0" y="568960"/>
                  </a:lnTo>
                  <a:lnTo>
                    <a:pt x="27940" y="568960"/>
                  </a:lnTo>
                  <a:lnTo>
                    <a:pt x="27940" y="565162"/>
                  </a:lnTo>
                  <a:close/>
                </a:path>
                <a:path w="55879" h="648970">
                  <a:moveTo>
                    <a:pt x="27940" y="562622"/>
                  </a:moveTo>
                  <a:lnTo>
                    <a:pt x="0" y="562622"/>
                  </a:lnTo>
                  <a:lnTo>
                    <a:pt x="0" y="565150"/>
                  </a:lnTo>
                  <a:lnTo>
                    <a:pt x="27940" y="565150"/>
                  </a:lnTo>
                  <a:lnTo>
                    <a:pt x="27940" y="562622"/>
                  </a:lnTo>
                  <a:close/>
                </a:path>
                <a:path w="55879" h="648970">
                  <a:moveTo>
                    <a:pt x="27940" y="558812"/>
                  </a:moveTo>
                  <a:lnTo>
                    <a:pt x="0" y="558812"/>
                  </a:lnTo>
                  <a:lnTo>
                    <a:pt x="0" y="562610"/>
                  </a:lnTo>
                  <a:lnTo>
                    <a:pt x="27940" y="562610"/>
                  </a:lnTo>
                  <a:lnTo>
                    <a:pt x="27940" y="558812"/>
                  </a:lnTo>
                  <a:close/>
                </a:path>
                <a:path w="55879" h="648970">
                  <a:moveTo>
                    <a:pt x="27940" y="549922"/>
                  </a:moveTo>
                  <a:lnTo>
                    <a:pt x="0" y="549922"/>
                  </a:lnTo>
                  <a:lnTo>
                    <a:pt x="0" y="558800"/>
                  </a:lnTo>
                  <a:lnTo>
                    <a:pt x="27940" y="558800"/>
                  </a:lnTo>
                  <a:lnTo>
                    <a:pt x="27940" y="549922"/>
                  </a:lnTo>
                  <a:close/>
                </a:path>
                <a:path w="55879" h="648970">
                  <a:moveTo>
                    <a:pt x="27940" y="539762"/>
                  </a:moveTo>
                  <a:lnTo>
                    <a:pt x="0" y="539762"/>
                  </a:lnTo>
                  <a:lnTo>
                    <a:pt x="0" y="549910"/>
                  </a:lnTo>
                  <a:lnTo>
                    <a:pt x="27940" y="549910"/>
                  </a:lnTo>
                  <a:lnTo>
                    <a:pt x="27940" y="539762"/>
                  </a:lnTo>
                  <a:close/>
                </a:path>
                <a:path w="55879" h="648970">
                  <a:moveTo>
                    <a:pt x="27940" y="530872"/>
                  </a:moveTo>
                  <a:lnTo>
                    <a:pt x="0" y="530872"/>
                  </a:lnTo>
                  <a:lnTo>
                    <a:pt x="0" y="539750"/>
                  </a:lnTo>
                  <a:lnTo>
                    <a:pt x="27940" y="539750"/>
                  </a:lnTo>
                  <a:lnTo>
                    <a:pt x="27940" y="530872"/>
                  </a:lnTo>
                  <a:close/>
                </a:path>
                <a:path w="55879" h="648970">
                  <a:moveTo>
                    <a:pt x="27940" y="520712"/>
                  </a:moveTo>
                  <a:lnTo>
                    <a:pt x="0" y="520712"/>
                  </a:lnTo>
                  <a:lnTo>
                    <a:pt x="0" y="530860"/>
                  </a:lnTo>
                  <a:lnTo>
                    <a:pt x="27940" y="530860"/>
                  </a:lnTo>
                  <a:lnTo>
                    <a:pt x="27940" y="520712"/>
                  </a:lnTo>
                  <a:close/>
                </a:path>
                <a:path w="55879" h="648970">
                  <a:moveTo>
                    <a:pt x="27940" y="518172"/>
                  </a:moveTo>
                  <a:lnTo>
                    <a:pt x="0" y="518172"/>
                  </a:lnTo>
                  <a:lnTo>
                    <a:pt x="0" y="520700"/>
                  </a:lnTo>
                  <a:lnTo>
                    <a:pt x="27940" y="520700"/>
                  </a:lnTo>
                  <a:lnTo>
                    <a:pt x="27940" y="518172"/>
                  </a:lnTo>
                  <a:close/>
                </a:path>
                <a:path w="55879" h="648970">
                  <a:moveTo>
                    <a:pt x="27940" y="514362"/>
                  </a:moveTo>
                  <a:lnTo>
                    <a:pt x="0" y="514362"/>
                  </a:lnTo>
                  <a:lnTo>
                    <a:pt x="0" y="518160"/>
                  </a:lnTo>
                  <a:lnTo>
                    <a:pt x="27940" y="518160"/>
                  </a:lnTo>
                  <a:lnTo>
                    <a:pt x="27940" y="514362"/>
                  </a:lnTo>
                  <a:close/>
                </a:path>
                <a:path w="55879" h="648970">
                  <a:moveTo>
                    <a:pt x="27940" y="508012"/>
                  </a:moveTo>
                  <a:lnTo>
                    <a:pt x="0" y="508012"/>
                  </a:lnTo>
                  <a:lnTo>
                    <a:pt x="0" y="514350"/>
                  </a:lnTo>
                  <a:lnTo>
                    <a:pt x="27940" y="514350"/>
                  </a:lnTo>
                  <a:lnTo>
                    <a:pt x="27940" y="508012"/>
                  </a:lnTo>
                  <a:close/>
                </a:path>
                <a:path w="55879" h="648970">
                  <a:moveTo>
                    <a:pt x="27940" y="501662"/>
                  </a:moveTo>
                  <a:lnTo>
                    <a:pt x="0" y="501662"/>
                  </a:lnTo>
                  <a:lnTo>
                    <a:pt x="0" y="508000"/>
                  </a:lnTo>
                  <a:lnTo>
                    <a:pt x="27940" y="508000"/>
                  </a:lnTo>
                  <a:lnTo>
                    <a:pt x="27940" y="501662"/>
                  </a:lnTo>
                  <a:close/>
                </a:path>
                <a:path w="55879" h="648970">
                  <a:moveTo>
                    <a:pt x="27940" y="495312"/>
                  </a:moveTo>
                  <a:lnTo>
                    <a:pt x="0" y="495312"/>
                  </a:lnTo>
                  <a:lnTo>
                    <a:pt x="0" y="501650"/>
                  </a:lnTo>
                  <a:lnTo>
                    <a:pt x="27940" y="501650"/>
                  </a:lnTo>
                  <a:lnTo>
                    <a:pt x="27940" y="495312"/>
                  </a:lnTo>
                  <a:close/>
                </a:path>
                <a:path w="55879" h="648970">
                  <a:moveTo>
                    <a:pt x="27940" y="492772"/>
                  </a:moveTo>
                  <a:lnTo>
                    <a:pt x="0" y="492772"/>
                  </a:lnTo>
                  <a:lnTo>
                    <a:pt x="0" y="495300"/>
                  </a:lnTo>
                  <a:lnTo>
                    <a:pt x="27940" y="495300"/>
                  </a:lnTo>
                  <a:lnTo>
                    <a:pt x="27940" y="492772"/>
                  </a:lnTo>
                  <a:close/>
                </a:path>
                <a:path w="55879" h="648970">
                  <a:moveTo>
                    <a:pt x="27940" y="488962"/>
                  </a:moveTo>
                  <a:lnTo>
                    <a:pt x="0" y="488962"/>
                  </a:lnTo>
                  <a:lnTo>
                    <a:pt x="0" y="492760"/>
                  </a:lnTo>
                  <a:lnTo>
                    <a:pt x="27940" y="492760"/>
                  </a:lnTo>
                  <a:lnTo>
                    <a:pt x="27940" y="488962"/>
                  </a:lnTo>
                  <a:close/>
                </a:path>
                <a:path w="55879" h="648970">
                  <a:moveTo>
                    <a:pt x="27940" y="482612"/>
                  </a:moveTo>
                  <a:lnTo>
                    <a:pt x="0" y="482612"/>
                  </a:lnTo>
                  <a:lnTo>
                    <a:pt x="0" y="488950"/>
                  </a:lnTo>
                  <a:lnTo>
                    <a:pt x="27940" y="488950"/>
                  </a:lnTo>
                  <a:lnTo>
                    <a:pt x="27940" y="482612"/>
                  </a:lnTo>
                  <a:close/>
                </a:path>
                <a:path w="55879" h="648970">
                  <a:moveTo>
                    <a:pt x="27940" y="480072"/>
                  </a:moveTo>
                  <a:lnTo>
                    <a:pt x="0" y="480072"/>
                  </a:lnTo>
                  <a:lnTo>
                    <a:pt x="0" y="482600"/>
                  </a:lnTo>
                  <a:lnTo>
                    <a:pt x="27940" y="482600"/>
                  </a:lnTo>
                  <a:lnTo>
                    <a:pt x="27940" y="480072"/>
                  </a:lnTo>
                  <a:close/>
                </a:path>
                <a:path w="55879" h="648970">
                  <a:moveTo>
                    <a:pt x="27940" y="476262"/>
                  </a:moveTo>
                  <a:lnTo>
                    <a:pt x="0" y="476262"/>
                  </a:lnTo>
                  <a:lnTo>
                    <a:pt x="0" y="480060"/>
                  </a:lnTo>
                  <a:lnTo>
                    <a:pt x="27940" y="480060"/>
                  </a:lnTo>
                  <a:lnTo>
                    <a:pt x="27940" y="476262"/>
                  </a:lnTo>
                  <a:close/>
                </a:path>
                <a:path w="55879" h="648970">
                  <a:moveTo>
                    <a:pt x="27940" y="467372"/>
                  </a:moveTo>
                  <a:lnTo>
                    <a:pt x="0" y="467372"/>
                  </a:lnTo>
                  <a:lnTo>
                    <a:pt x="0" y="476250"/>
                  </a:lnTo>
                  <a:lnTo>
                    <a:pt x="27940" y="476250"/>
                  </a:lnTo>
                  <a:lnTo>
                    <a:pt x="27940" y="467372"/>
                  </a:lnTo>
                  <a:close/>
                </a:path>
                <a:path w="55879" h="648970">
                  <a:moveTo>
                    <a:pt x="55880" y="219722"/>
                  </a:moveTo>
                  <a:lnTo>
                    <a:pt x="27940" y="219722"/>
                  </a:lnTo>
                  <a:lnTo>
                    <a:pt x="27940" y="222250"/>
                  </a:lnTo>
                  <a:lnTo>
                    <a:pt x="55880" y="222250"/>
                  </a:lnTo>
                  <a:lnTo>
                    <a:pt x="55880" y="219722"/>
                  </a:lnTo>
                  <a:close/>
                </a:path>
                <a:path w="55879" h="648970">
                  <a:moveTo>
                    <a:pt x="55880" y="213372"/>
                  </a:moveTo>
                  <a:lnTo>
                    <a:pt x="27940" y="213372"/>
                  </a:lnTo>
                  <a:lnTo>
                    <a:pt x="27940" y="219710"/>
                  </a:lnTo>
                  <a:lnTo>
                    <a:pt x="55880" y="219710"/>
                  </a:lnTo>
                  <a:lnTo>
                    <a:pt x="55880" y="213372"/>
                  </a:lnTo>
                  <a:close/>
                </a:path>
                <a:path w="55879" h="648970">
                  <a:moveTo>
                    <a:pt x="55880" y="207022"/>
                  </a:moveTo>
                  <a:lnTo>
                    <a:pt x="27940" y="207022"/>
                  </a:lnTo>
                  <a:lnTo>
                    <a:pt x="27940" y="213360"/>
                  </a:lnTo>
                  <a:lnTo>
                    <a:pt x="55880" y="213360"/>
                  </a:lnTo>
                  <a:lnTo>
                    <a:pt x="55880" y="207022"/>
                  </a:lnTo>
                  <a:close/>
                </a:path>
                <a:path w="55879" h="648970">
                  <a:moveTo>
                    <a:pt x="55880" y="195592"/>
                  </a:moveTo>
                  <a:lnTo>
                    <a:pt x="27940" y="195592"/>
                  </a:lnTo>
                  <a:lnTo>
                    <a:pt x="27940" y="207010"/>
                  </a:lnTo>
                  <a:lnTo>
                    <a:pt x="55880" y="207010"/>
                  </a:lnTo>
                  <a:lnTo>
                    <a:pt x="55880" y="195592"/>
                  </a:lnTo>
                  <a:close/>
                </a:path>
                <a:path w="55879" h="648970">
                  <a:moveTo>
                    <a:pt x="55880" y="189242"/>
                  </a:moveTo>
                  <a:lnTo>
                    <a:pt x="27940" y="189242"/>
                  </a:lnTo>
                  <a:lnTo>
                    <a:pt x="27940" y="195580"/>
                  </a:lnTo>
                  <a:lnTo>
                    <a:pt x="55880" y="195580"/>
                  </a:lnTo>
                  <a:lnTo>
                    <a:pt x="55880" y="189242"/>
                  </a:lnTo>
                  <a:close/>
                </a:path>
                <a:path w="55879" h="648970">
                  <a:moveTo>
                    <a:pt x="55880" y="182892"/>
                  </a:moveTo>
                  <a:lnTo>
                    <a:pt x="27940" y="182892"/>
                  </a:lnTo>
                  <a:lnTo>
                    <a:pt x="27940" y="189230"/>
                  </a:lnTo>
                  <a:lnTo>
                    <a:pt x="55880" y="189230"/>
                  </a:lnTo>
                  <a:lnTo>
                    <a:pt x="55880" y="182892"/>
                  </a:lnTo>
                  <a:close/>
                </a:path>
                <a:path w="55879" h="648970">
                  <a:moveTo>
                    <a:pt x="55880" y="176542"/>
                  </a:moveTo>
                  <a:lnTo>
                    <a:pt x="27940" y="176542"/>
                  </a:lnTo>
                  <a:lnTo>
                    <a:pt x="27940" y="182880"/>
                  </a:lnTo>
                  <a:lnTo>
                    <a:pt x="55880" y="182880"/>
                  </a:lnTo>
                  <a:lnTo>
                    <a:pt x="55880" y="176542"/>
                  </a:lnTo>
                  <a:close/>
                </a:path>
                <a:path w="55879" h="648970">
                  <a:moveTo>
                    <a:pt x="55880" y="170192"/>
                  </a:moveTo>
                  <a:lnTo>
                    <a:pt x="27940" y="170192"/>
                  </a:lnTo>
                  <a:lnTo>
                    <a:pt x="27940" y="176530"/>
                  </a:lnTo>
                  <a:lnTo>
                    <a:pt x="55880" y="176530"/>
                  </a:lnTo>
                  <a:lnTo>
                    <a:pt x="55880" y="170192"/>
                  </a:lnTo>
                  <a:close/>
                </a:path>
                <a:path w="55879" h="648970">
                  <a:moveTo>
                    <a:pt x="55880" y="163842"/>
                  </a:moveTo>
                  <a:lnTo>
                    <a:pt x="27940" y="163842"/>
                  </a:lnTo>
                  <a:lnTo>
                    <a:pt x="27940" y="170180"/>
                  </a:lnTo>
                  <a:lnTo>
                    <a:pt x="55880" y="170180"/>
                  </a:lnTo>
                  <a:lnTo>
                    <a:pt x="55880" y="163842"/>
                  </a:lnTo>
                  <a:close/>
                </a:path>
                <a:path w="55879" h="648970">
                  <a:moveTo>
                    <a:pt x="55880" y="157492"/>
                  </a:moveTo>
                  <a:lnTo>
                    <a:pt x="27940" y="157492"/>
                  </a:lnTo>
                  <a:lnTo>
                    <a:pt x="27940" y="163830"/>
                  </a:lnTo>
                  <a:lnTo>
                    <a:pt x="55880" y="163830"/>
                  </a:lnTo>
                  <a:lnTo>
                    <a:pt x="55880" y="157492"/>
                  </a:lnTo>
                  <a:close/>
                </a:path>
                <a:path w="55879" h="648970">
                  <a:moveTo>
                    <a:pt x="55880" y="151142"/>
                  </a:moveTo>
                  <a:lnTo>
                    <a:pt x="27940" y="151142"/>
                  </a:lnTo>
                  <a:lnTo>
                    <a:pt x="27940" y="157480"/>
                  </a:lnTo>
                  <a:lnTo>
                    <a:pt x="55880" y="157480"/>
                  </a:lnTo>
                  <a:lnTo>
                    <a:pt x="55880" y="151142"/>
                  </a:lnTo>
                  <a:close/>
                </a:path>
                <a:path w="55879" h="648970">
                  <a:moveTo>
                    <a:pt x="55880" y="138442"/>
                  </a:moveTo>
                  <a:lnTo>
                    <a:pt x="27940" y="138442"/>
                  </a:lnTo>
                  <a:lnTo>
                    <a:pt x="27940" y="151130"/>
                  </a:lnTo>
                  <a:lnTo>
                    <a:pt x="55880" y="151130"/>
                  </a:lnTo>
                  <a:lnTo>
                    <a:pt x="55880" y="138442"/>
                  </a:lnTo>
                  <a:close/>
                </a:path>
                <a:path w="55879" h="648970">
                  <a:moveTo>
                    <a:pt x="55880" y="132092"/>
                  </a:moveTo>
                  <a:lnTo>
                    <a:pt x="27940" y="132092"/>
                  </a:lnTo>
                  <a:lnTo>
                    <a:pt x="27940" y="138430"/>
                  </a:lnTo>
                  <a:lnTo>
                    <a:pt x="55880" y="138430"/>
                  </a:lnTo>
                  <a:lnTo>
                    <a:pt x="55880" y="132092"/>
                  </a:lnTo>
                  <a:close/>
                </a:path>
                <a:path w="55879" h="648970">
                  <a:moveTo>
                    <a:pt x="55880" y="125742"/>
                  </a:moveTo>
                  <a:lnTo>
                    <a:pt x="27940" y="125742"/>
                  </a:lnTo>
                  <a:lnTo>
                    <a:pt x="27940" y="132080"/>
                  </a:lnTo>
                  <a:lnTo>
                    <a:pt x="55880" y="132080"/>
                  </a:lnTo>
                  <a:lnTo>
                    <a:pt x="55880" y="125742"/>
                  </a:lnTo>
                  <a:close/>
                </a:path>
                <a:path w="55879" h="648970">
                  <a:moveTo>
                    <a:pt x="55880" y="119392"/>
                  </a:moveTo>
                  <a:lnTo>
                    <a:pt x="27940" y="119392"/>
                  </a:lnTo>
                  <a:lnTo>
                    <a:pt x="27940" y="125730"/>
                  </a:lnTo>
                  <a:lnTo>
                    <a:pt x="55880" y="125730"/>
                  </a:lnTo>
                  <a:lnTo>
                    <a:pt x="55880" y="119392"/>
                  </a:lnTo>
                  <a:close/>
                </a:path>
                <a:path w="55879" h="648970">
                  <a:moveTo>
                    <a:pt x="55880" y="113042"/>
                  </a:moveTo>
                  <a:lnTo>
                    <a:pt x="27940" y="113042"/>
                  </a:lnTo>
                  <a:lnTo>
                    <a:pt x="27940" y="119380"/>
                  </a:lnTo>
                  <a:lnTo>
                    <a:pt x="55880" y="119380"/>
                  </a:lnTo>
                  <a:lnTo>
                    <a:pt x="55880" y="113042"/>
                  </a:lnTo>
                  <a:close/>
                </a:path>
                <a:path w="55879" h="648970">
                  <a:moveTo>
                    <a:pt x="55880" y="106692"/>
                  </a:moveTo>
                  <a:lnTo>
                    <a:pt x="27940" y="106692"/>
                  </a:lnTo>
                  <a:lnTo>
                    <a:pt x="27940" y="113030"/>
                  </a:lnTo>
                  <a:lnTo>
                    <a:pt x="55880" y="113030"/>
                  </a:lnTo>
                  <a:lnTo>
                    <a:pt x="55880" y="106692"/>
                  </a:lnTo>
                  <a:close/>
                </a:path>
                <a:path w="55879" h="648970">
                  <a:moveTo>
                    <a:pt x="55880" y="100342"/>
                  </a:moveTo>
                  <a:lnTo>
                    <a:pt x="27940" y="100342"/>
                  </a:lnTo>
                  <a:lnTo>
                    <a:pt x="27940" y="106680"/>
                  </a:lnTo>
                  <a:lnTo>
                    <a:pt x="55880" y="106680"/>
                  </a:lnTo>
                  <a:lnTo>
                    <a:pt x="55880" y="100342"/>
                  </a:lnTo>
                  <a:close/>
                </a:path>
                <a:path w="55879" h="648970">
                  <a:moveTo>
                    <a:pt x="55880" y="93992"/>
                  </a:moveTo>
                  <a:lnTo>
                    <a:pt x="27940" y="93992"/>
                  </a:lnTo>
                  <a:lnTo>
                    <a:pt x="27940" y="100330"/>
                  </a:lnTo>
                  <a:lnTo>
                    <a:pt x="55880" y="100330"/>
                  </a:lnTo>
                  <a:lnTo>
                    <a:pt x="55880" y="93992"/>
                  </a:lnTo>
                  <a:close/>
                </a:path>
                <a:path w="55879" h="648970">
                  <a:moveTo>
                    <a:pt x="55880" y="87642"/>
                  </a:moveTo>
                  <a:lnTo>
                    <a:pt x="27940" y="87642"/>
                  </a:lnTo>
                  <a:lnTo>
                    <a:pt x="27940" y="93980"/>
                  </a:lnTo>
                  <a:lnTo>
                    <a:pt x="55880" y="93980"/>
                  </a:lnTo>
                  <a:lnTo>
                    <a:pt x="55880" y="87642"/>
                  </a:lnTo>
                  <a:close/>
                </a:path>
                <a:path w="55879" h="648970">
                  <a:moveTo>
                    <a:pt x="55880" y="81292"/>
                  </a:moveTo>
                  <a:lnTo>
                    <a:pt x="27940" y="81292"/>
                  </a:lnTo>
                  <a:lnTo>
                    <a:pt x="27940" y="87630"/>
                  </a:lnTo>
                  <a:lnTo>
                    <a:pt x="55880" y="87630"/>
                  </a:lnTo>
                  <a:lnTo>
                    <a:pt x="55880" y="81292"/>
                  </a:lnTo>
                  <a:close/>
                </a:path>
                <a:path w="55879" h="648970">
                  <a:moveTo>
                    <a:pt x="55880" y="68592"/>
                  </a:moveTo>
                  <a:lnTo>
                    <a:pt x="27940" y="68592"/>
                  </a:lnTo>
                  <a:lnTo>
                    <a:pt x="27940" y="81280"/>
                  </a:lnTo>
                  <a:lnTo>
                    <a:pt x="55880" y="81280"/>
                  </a:lnTo>
                  <a:lnTo>
                    <a:pt x="55880" y="68592"/>
                  </a:lnTo>
                  <a:close/>
                </a:path>
                <a:path w="55879" h="648970">
                  <a:moveTo>
                    <a:pt x="55880" y="62242"/>
                  </a:moveTo>
                  <a:lnTo>
                    <a:pt x="27940" y="62242"/>
                  </a:lnTo>
                  <a:lnTo>
                    <a:pt x="27940" y="68580"/>
                  </a:lnTo>
                  <a:lnTo>
                    <a:pt x="55880" y="68580"/>
                  </a:lnTo>
                  <a:lnTo>
                    <a:pt x="55880" y="62242"/>
                  </a:lnTo>
                  <a:close/>
                </a:path>
                <a:path w="55879" h="648970">
                  <a:moveTo>
                    <a:pt x="55880" y="55892"/>
                  </a:moveTo>
                  <a:lnTo>
                    <a:pt x="27940" y="55892"/>
                  </a:lnTo>
                  <a:lnTo>
                    <a:pt x="27940" y="62230"/>
                  </a:lnTo>
                  <a:lnTo>
                    <a:pt x="55880" y="62230"/>
                  </a:lnTo>
                  <a:lnTo>
                    <a:pt x="55880" y="55892"/>
                  </a:lnTo>
                  <a:close/>
                </a:path>
                <a:path w="55879" h="648970">
                  <a:moveTo>
                    <a:pt x="55880" y="49542"/>
                  </a:moveTo>
                  <a:lnTo>
                    <a:pt x="27940" y="49542"/>
                  </a:lnTo>
                  <a:lnTo>
                    <a:pt x="27940" y="55880"/>
                  </a:lnTo>
                  <a:lnTo>
                    <a:pt x="55880" y="55880"/>
                  </a:lnTo>
                  <a:lnTo>
                    <a:pt x="55880" y="49542"/>
                  </a:lnTo>
                  <a:close/>
                </a:path>
                <a:path w="55879" h="648970">
                  <a:moveTo>
                    <a:pt x="55880" y="43192"/>
                  </a:moveTo>
                  <a:lnTo>
                    <a:pt x="27940" y="43192"/>
                  </a:lnTo>
                  <a:lnTo>
                    <a:pt x="27940" y="49530"/>
                  </a:lnTo>
                  <a:lnTo>
                    <a:pt x="55880" y="49530"/>
                  </a:lnTo>
                  <a:lnTo>
                    <a:pt x="55880" y="43192"/>
                  </a:lnTo>
                  <a:close/>
                </a:path>
                <a:path w="55879" h="648970">
                  <a:moveTo>
                    <a:pt x="55880" y="36842"/>
                  </a:moveTo>
                  <a:lnTo>
                    <a:pt x="27940" y="36842"/>
                  </a:lnTo>
                  <a:lnTo>
                    <a:pt x="27940" y="43180"/>
                  </a:lnTo>
                  <a:lnTo>
                    <a:pt x="55880" y="43180"/>
                  </a:lnTo>
                  <a:lnTo>
                    <a:pt x="55880" y="36842"/>
                  </a:lnTo>
                  <a:close/>
                </a:path>
                <a:path w="55879" h="648970">
                  <a:moveTo>
                    <a:pt x="55880" y="30492"/>
                  </a:moveTo>
                  <a:lnTo>
                    <a:pt x="27940" y="30492"/>
                  </a:lnTo>
                  <a:lnTo>
                    <a:pt x="27940" y="36830"/>
                  </a:lnTo>
                  <a:lnTo>
                    <a:pt x="55880" y="36830"/>
                  </a:lnTo>
                  <a:lnTo>
                    <a:pt x="55880" y="30492"/>
                  </a:lnTo>
                  <a:close/>
                </a:path>
                <a:path w="55879" h="648970">
                  <a:moveTo>
                    <a:pt x="55880" y="24142"/>
                  </a:moveTo>
                  <a:lnTo>
                    <a:pt x="27940" y="24142"/>
                  </a:lnTo>
                  <a:lnTo>
                    <a:pt x="27940" y="30480"/>
                  </a:lnTo>
                  <a:lnTo>
                    <a:pt x="55880" y="30480"/>
                  </a:lnTo>
                  <a:lnTo>
                    <a:pt x="55880" y="24142"/>
                  </a:lnTo>
                  <a:close/>
                </a:path>
                <a:path w="55879" h="648970">
                  <a:moveTo>
                    <a:pt x="55880" y="17792"/>
                  </a:moveTo>
                  <a:lnTo>
                    <a:pt x="27940" y="17792"/>
                  </a:lnTo>
                  <a:lnTo>
                    <a:pt x="27940" y="24130"/>
                  </a:lnTo>
                  <a:lnTo>
                    <a:pt x="55880" y="24130"/>
                  </a:lnTo>
                  <a:lnTo>
                    <a:pt x="55880" y="17792"/>
                  </a:lnTo>
                  <a:close/>
                </a:path>
                <a:path w="55879" h="648970">
                  <a:moveTo>
                    <a:pt x="55880" y="5092"/>
                  </a:moveTo>
                  <a:lnTo>
                    <a:pt x="27940" y="5092"/>
                  </a:lnTo>
                  <a:lnTo>
                    <a:pt x="27940" y="17780"/>
                  </a:lnTo>
                  <a:lnTo>
                    <a:pt x="55880" y="17780"/>
                  </a:lnTo>
                  <a:lnTo>
                    <a:pt x="55880" y="5092"/>
                  </a:lnTo>
                  <a:close/>
                </a:path>
                <a:path w="55879" h="648970">
                  <a:moveTo>
                    <a:pt x="55880" y="0"/>
                  </a:moveTo>
                  <a:lnTo>
                    <a:pt x="27940" y="0"/>
                  </a:lnTo>
                  <a:lnTo>
                    <a:pt x="27940" y="5080"/>
                  </a:lnTo>
                  <a:lnTo>
                    <a:pt x="55880" y="5080"/>
                  </a:lnTo>
                  <a:lnTo>
                    <a:pt x="55880" y="0"/>
                  </a:lnTo>
                  <a:close/>
                </a:path>
              </a:pathLst>
            </a:custGeom>
            <a:solidFill>
              <a:srgbClr val="214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6" name="object 3746"/>
            <p:cNvSpPr/>
            <p:nvPr/>
          </p:nvSpPr>
          <p:spPr>
            <a:xfrm>
              <a:off x="4408170" y="5252732"/>
              <a:ext cx="27940" cy="402590"/>
            </a:xfrm>
            <a:custGeom>
              <a:avLst/>
              <a:gdLst/>
              <a:ahLst/>
              <a:cxnLst/>
              <a:rect l="l" t="t" r="r" b="b"/>
              <a:pathLst>
                <a:path w="27939" h="402589">
                  <a:moveTo>
                    <a:pt x="27940" y="400050"/>
                  </a:moveTo>
                  <a:lnTo>
                    <a:pt x="0" y="400050"/>
                  </a:lnTo>
                  <a:lnTo>
                    <a:pt x="0" y="402577"/>
                  </a:lnTo>
                  <a:lnTo>
                    <a:pt x="27940" y="402577"/>
                  </a:lnTo>
                  <a:lnTo>
                    <a:pt x="27940" y="400050"/>
                  </a:lnTo>
                  <a:close/>
                </a:path>
                <a:path w="27939" h="402589">
                  <a:moveTo>
                    <a:pt x="27940" y="396240"/>
                  </a:moveTo>
                  <a:lnTo>
                    <a:pt x="0" y="396240"/>
                  </a:lnTo>
                  <a:lnTo>
                    <a:pt x="0" y="400037"/>
                  </a:lnTo>
                  <a:lnTo>
                    <a:pt x="27940" y="400037"/>
                  </a:lnTo>
                  <a:lnTo>
                    <a:pt x="27940" y="396240"/>
                  </a:lnTo>
                  <a:close/>
                </a:path>
                <a:path w="27939" h="402589">
                  <a:moveTo>
                    <a:pt x="27940" y="393700"/>
                  </a:moveTo>
                  <a:lnTo>
                    <a:pt x="0" y="393700"/>
                  </a:lnTo>
                  <a:lnTo>
                    <a:pt x="0" y="396227"/>
                  </a:lnTo>
                  <a:lnTo>
                    <a:pt x="27940" y="396227"/>
                  </a:lnTo>
                  <a:lnTo>
                    <a:pt x="27940" y="393700"/>
                  </a:lnTo>
                  <a:close/>
                </a:path>
                <a:path w="27939" h="402589">
                  <a:moveTo>
                    <a:pt x="27940" y="389890"/>
                  </a:moveTo>
                  <a:lnTo>
                    <a:pt x="0" y="389890"/>
                  </a:lnTo>
                  <a:lnTo>
                    <a:pt x="0" y="393687"/>
                  </a:lnTo>
                  <a:lnTo>
                    <a:pt x="27940" y="393687"/>
                  </a:lnTo>
                  <a:lnTo>
                    <a:pt x="27940" y="389890"/>
                  </a:lnTo>
                  <a:close/>
                </a:path>
                <a:path w="27939" h="402589">
                  <a:moveTo>
                    <a:pt x="27940" y="383540"/>
                  </a:moveTo>
                  <a:lnTo>
                    <a:pt x="0" y="383540"/>
                  </a:lnTo>
                  <a:lnTo>
                    <a:pt x="0" y="389877"/>
                  </a:lnTo>
                  <a:lnTo>
                    <a:pt x="27940" y="389877"/>
                  </a:lnTo>
                  <a:lnTo>
                    <a:pt x="27940" y="383540"/>
                  </a:lnTo>
                  <a:close/>
                </a:path>
                <a:path w="27939" h="402589">
                  <a:moveTo>
                    <a:pt x="27940" y="381000"/>
                  </a:moveTo>
                  <a:lnTo>
                    <a:pt x="0" y="381000"/>
                  </a:lnTo>
                  <a:lnTo>
                    <a:pt x="0" y="383527"/>
                  </a:lnTo>
                  <a:lnTo>
                    <a:pt x="27940" y="383527"/>
                  </a:lnTo>
                  <a:lnTo>
                    <a:pt x="27940" y="381000"/>
                  </a:lnTo>
                  <a:close/>
                </a:path>
                <a:path w="27939" h="402589">
                  <a:moveTo>
                    <a:pt x="27940" y="377190"/>
                  </a:moveTo>
                  <a:lnTo>
                    <a:pt x="0" y="377190"/>
                  </a:lnTo>
                  <a:lnTo>
                    <a:pt x="0" y="380987"/>
                  </a:lnTo>
                  <a:lnTo>
                    <a:pt x="27940" y="380987"/>
                  </a:lnTo>
                  <a:lnTo>
                    <a:pt x="27940" y="377190"/>
                  </a:lnTo>
                  <a:close/>
                </a:path>
                <a:path w="27939" h="402589">
                  <a:moveTo>
                    <a:pt x="27940" y="374650"/>
                  </a:moveTo>
                  <a:lnTo>
                    <a:pt x="0" y="374650"/>
                  </a:lnTo>
                  <a:lnTo>
                    <a:pt x="0" y="377177"/>
                  </a:lnTo>
                  <a:lnTo>
                    <a:pt x="27940" y="377177"/>
                  </a:lnTo>
                  <a:lnTo>
                    <a:pt x="27940" y="374650"/>
                  </a:lnTo>
                  <a:close/>
                </a:path>
                <a:path w="27939" h="402589">
                  <a:moveTo>
                    <a:pt x="27940" y="368300"/>
                  </a:moveTo>
                  <a:lnTo>
                    <a:pt x="0" y="368300"/>
                  </a:lnTo>
                  <a:lnTo>
                    <a:pt x="0" y="374637"/>
                  </a:lnTo>
                  <a:lnTo>
                    <a:pt x="27940" y="374637"/>
                  </a:lnTo>
                  <a:lnTo>
                    <a:pt x="27940" y="368300"/>
                  </a:lnTo>
                  <a:close/>
                </a:path>
                <a:path w="27939" h="402589">
                  <a:moveTo>
                    <a:pt x="27940" y="361950"/>
                  </a:moveTo>
                  <a:lnTo>
                    <a:pt x="0" y="361950"/>
                  </a:lnTo>
                  <a:lnTo>
                    <a:pt x="0" y="368287"/>
                  </a:lnTo>
                  <a:lnTo>
                    <a:pt x="27940" y="368287"/>
                  </a:lnTo>
                  <a:lnTo>
                    <a:pt x="27940" y="361950"/>
                  </a:lnTo>
                  <a:close/>
                </a:path>
                <a:path w="27939" h="402589">
                  <a:moveTo>
                    <a:pt x="27940" y="358140"/>
                  </a:moveTo>
                  <a:lnTo>
                    <a:pt x="0" y="358140"/>
                  </a:lnTo>
                  <a:lnTo>
                    <a:pt x="0" y="361937"/>
                  </a:lnTo>
                  <a:lnTo>
                    <a:pt x="27940" y="361937"/>
                  </a:lnTo>
                  <a:lnTo>
                    <a:pt x="27940" y="358140"/>
                  </a:lnTo>
                  <a:close/>
                </a:path>
                <a:path w="27939" h="402589">
                  <a:moveTo>
                    <a:pt x="27940" y="355600"/>
                  </a:moveTo>
                  <a:lnTo>
                    <a:pt x="0" y="355600"/>
                  </a:lnTo>
                  <a:lnTo>
                    <a:pt x="0" y="358127"/>
                  </a:lnTo>
                  <a:lnTo>
                    <a:pt x="27940" y="358127"/>
                  </a:lnTo>
                  <a:lnTo>
                    <a:pt x="27940" y="355600"/>
                  </a:lnTo>
                  <a:close/>
                </a:path>
                <a:path w="27939" h="402589">
                  <a:moveTo>
                    <a:pt x="27940" y="351790"/>
                  </a:moveTo>
                  <a:lnTo>
                    <a:pt x="0" y="351790"/>
                  </a:lnTo>
                  <a:lnTo>
                    <a:pt x="0" y="355587"/>
                  </a:lnTo>
                  <a:lnTo>
                    <a:pt x="27940" y="355587"/>
                  </a:lnTo>
                  <a:lnTo>
                    <a:pt x="27940" y="351790"/>
                  </a:lnTo>
                  <a:close/>
                </a:path>
                <a:path w="27939" h="402589">
                  <a:moveTo>
                    <a:pt x="27940" y="349250"/>
                  </a:moveTo>
                  <a:lnTo>
                    <a:pt x="0" y="349250"/>
                  </a:lnTo>
                  <a:lnTo>
                    <a:pt x="0" y="351777"/>
                  </a:lnTo>
                  <a:lnTo>
                    <a:pt x="27940" y="351777"/>
                  </a:lnTo>
                  <a:lnTo>
                    <a:pt x="27940" y="349250"/>
                  </a:lnTo>
                  <a:close/>
                </a:path>
                <a:path w="27939" h="402589">
                  <a:moveTo>
                    <a:pt x="27940" y="345440"/>
                  </a:moveTo>
                  <a:lnTo>
                    <a:pt x="0" y="345440"/>
                  </a:lnTo>
                  <a:lnTo>
                    <a:pt x="0" y="349237"/>
                  </a:lnTo>
                  <a:lnTo>
                    <a:pt x="27940" y="349237"/>
                  </a:lnTo>
                  <a:lnTo>
                    <a:pt x="27940" y="345440"/>
                  </a:lnTo>
                  <a:close/>
                </a:path>
                <a:path w="27939" h="402589">
                  <a:moveTo>
                    <a:pt x="27940" y="342900"/>
                  </a:moveTo>
                  <a:lnTo>
                    <a:pt x="0" y="342900"/>
                  </a:lnTo>
                  <a:lnTo>
                    <a:pt x="0" y="345427"/>
                  </a:lnTo>
                  <a:lnTo>
                    <a:pt x="27940" y="345427"/>
                  </a:lnTo>
                  <a:lnTo>
                    <a:pt x="27940" y="342900"/>
                  </a:lnTo>
                  <a:close/>
                </a:path>
                <a:path w="27939" h="402589">
                  <a:moveTo>
                    <a:pt x="27940" y="339090"/>
                  </a:moveTo>
                  <a:lnTo>
                    <a:pt x="0" y="339090"/>
                  </a:lnTo>
                  <a:lnTo>
                    <a:pt x="0" y="342887"/>
                  </a:lnTo>
                  <a:lnTo>
                    <a:pt x="27940" y="342887"/>
                  </a:lnTo>
                  <a:lnTo>
                    <a:pt x="27940" y="339090"/>
                  </a:lnTo>
                  <a:close/>
                </a:path>
                <a:path w="27939" h="402589">
                  <a:moveTo>
                    <a:pt x="27940" y="330200"/>
                  </a:moveTo>
                  <a:lnTo>
                    <a:pt x="0" y="330200"/>
                  </a:lnTo>
                  <a:lnTo>
                    <a:pt x="0" y="339077"/>
                  </a:lnTo>
                  <a:lnTo>
                    <a:pt x="27940" y="339077"/>
                  </a:lnTo>
                  <a:lnTo>
                    <a:pt x="27940" y="330200"/>
                  </a:lnTo>
                  <a:close/>
                </a:path>
                <a:path w="27939" h="402589">
                  <a:moveTo>
                    <a:pt x="27940" y="320040"/>
                  </a:moveTo>
                  <a:lnTo>
                    <a:pt x="0" y="320040"/>
                  </a:lnTo>
                  <a:lnTo>
                    <a:pt x="0" y="330187"/>
                  </a:lnTo>
                  <a:lnTo>
                    <a:pt x="27940" y="330187"/>
                  </a:lnTo>
                  <a:lnTo>
                    <a:pt x="27940" y="320040"/>
                  </a:lnTo>
                  <a:close/>
                </a:path>
                <a:path w="27939" h="402589">
                  <a:moveTo>
                    <a:pt x="27940" y="311150"/>
                  </a:moveTo>
                  <a:lnTo>
                    <a:pt x="0" y="311150"/>
                  </a:lnTo>
                  <a:lnTo>
                    <a:pt x="0" y="320027"/>
                  </a:lnTo>
                  <a:lnTo>
                    <a:pt x="27940" y="320027"/>
                  </a:lnTo>
                  <a:lnTo>
                    <a:pt x="27940" y="311150"/>
                  </a:lnTo>
                  <a:close/>
                </a:path>
                <a:path w="27939" h="402589">
                  <a:moveTo>
                    <a:pt x="27940" y="300990"/>
                  </a:moveTo>
                  <a:lnTo>
                    <a:pt x="0" y="300990"/>
                  </a:lnTo>
                  <a:lnTo>
                    <a:pt x="0" y="311137"/>
                  </a:lnTo>
                  <a:lnTo>
                    <a:pt x="27940" y="311137"/>
                  </a:lnTo>
                  <a:lnTo>
                    <a:pt x="27940" y="300990"/>
                  </a:lnTo>
                  <a:close/>
                </a:path>
                <a:path w="27939" h="402589">
                  <a:moveTo>
                    <a:pt x="27940" y="298450"/>
                  </a:moveTo>
                  <a:lnTo>
                    <a:pt x="0" y="298450"/>
                  </a:lnTo>
                  <a:lnTo>
                    <a:pt x="0" y="300977"/>
                  </a:lnTo>
                  <a:lnTo>
                    <a:pt x="27940" y="300977"/>
                  </a:lnTo>
                  <a:lnTo>
                    <a:pt x="27940" y="298450"/>
                  </a:lnTo>
                  <a:close/>
                </a:path>
                <a:path w="27939" h="402589">
                  <a:moveTo>
                    <a:pt x="27940" y="294640"/>
                  </a:moveTo>
                  <a:lnTo>
                    <a:pt x="0" y="294640"/>
                  </a:lnTo>
                  <a:lnTo>
                    <a:pt x="0" y="298437"/>
                  </a:lnTo>
                  <a:lnTo>
                    <a:pt x="27940" y="298437"/>
                  </a:lnTo>
                  <a:lnTo>
                    <a:pt x="27940" y="294640"/>
                  </a:lnTo>
                  <a:close/>
                </a:path>
                <a:path w="27939" h="402589">
                  <a:moveTo>
                    <a:pt x="27940" y="288290"/>
                  </a:moveTo>
                  <a:lnTo>
                    <a:pt x="0" y="288290"/>
                  </a:lnTo>
                  <a:lnTo>
                    <a:pt x="0" y="294627"/>
                  </a:lnTo>
                  <a:lnTo>
                    <a:pt x="27940" y="294627"/>
                  </a:lnTo>
                  <a:lnTo>
                    <a:pt x="27940" y="288290"/>
                  </a:lnTo>
                  <a:close/>
                </a:path>
                <a:path w="27939" h="402589">
                  <a:moveTo>
                    <a:pt x="27940" y="281940"/>
                  </a:moveTo>
                  <a:lnTo>
                    <a:pt x="0" y="281940"/>
                  </a:lnTo>
                  <a:lnTo>
                    <a:pt x="0" y="288277"/>
                  </a:lnTo>
                  <a:lnTo>
                    <a:pt x="27940" y="288277"/>
                  </a:lnTo>
                  <a:lnTo>
                    <a:pt x="27940" y="281940"/>
                  </a:lnTo>
                  <a:close/>
                </a:path>
                <a:path w="27939" h="402589">
                  <a:moveTo>
                    <a:pt x="27940" y="275590"/>
                  </a:moveTo>
                  <a:lnTo>
                    <a:pt x="0" y="275590"/>
                  </a:lnTo>
                  <a:lnTo>
                    <a:pt x="0" y="281927"/>
                  </a:lnTo>
                  <a:lnTo>
                    <a:pt x="27940" y="281927"/>
                  </a:lnTo>
                  <a:lnTo>
                    <a:pt x="27940" y="275590"/>
                  </a:lnTo>
                  <a:close/>
                </a:path>
                <a:path w="27939" h="402589">
                  <a:moveTo>
                    <a:pt x="27940" y="273050"/>
                  </a:moveTo>
                  <a:lnTo>
                    <a:pt x="0" y="273050"/>
                  </a:lnTo>
                  <a:lnTo>
                    <a:pt x="0" y="275577"/>
                  </a:lnTo>
                  <a:lnTo>
                    <a:pt x="27940" y="275577"/>
                  </a:lnTo>
                  <a:lnTo>
                    <a:pt x="27940" y="273050"/>
                  </a:lnTo>
                  <a:close/>
                </a:path>
                <a:path w="27939" h="402589">
                  <a:moveTo>
                    <a:pt x="27940" y="269240"/>
                  </a:moveTo>
                  <a:lnTo>
                    <a:pt x="0" y="269240"/>
                  </a:lnTo>
                  <a:lnTo>
                    <a:pt x="0" y="273037"/>
                  </a:lnTo>
                  <a:lnTo>
                    <a:pt x="27940" y="273037"/>
                  </a:lnTo>
                  <a:lnTo>
                    <a:pt x="27940" y="269240"/>
                  </a:lnTo>
                  <a:close/>
                </a:path>
                <a:path w="27939" h="402589">
                  <a:moveTo>
                    <a:pt x="27940" y="262890"/>
                  </a:moveTo>
                  <a:lnTo>
                    <a:pt x="0" y="262890"/>
                  </a:lnTo>
                  <a:lnTo>
                    <a:pt x="0" y="269227"/>
                  </a:lnTo>
                  <a:lnTo>
                    <a:pt x="27940" y="269227"/>
                  </a:lnTo>
                  <a:lnTo>
                    <a:pt x="27940" y="262890"/>
                  </a:lnTo>
                  <a:close/>
                </a:path>
                <a:path w="27939" h="402589">
                  <a:moveTo>
                    <a:pt x="27940" y="260350"/>
                  </a:moveTo>
                  <a:lnTo>
                    <a:pt x="0" y="260350"/>
                  </a:lnTo>
                  <a:lnTo>
                    <a:pt x="0" y="262877"/>
                  </a:lnTo>
                  <a:lnTo>
                    <a:pt x="27940" y="262877"/>
                  </a:lnTo>
                  <a:lnTo>
                    <a:pt x="27940" y="260350"/>
                  </a:lnTo>
                  <a:close/>
                </a:path>
                <a:path w="27939" h="402589">
                  <a:moveTo>
                    <a:pt x="27940" y="256540"/>
                  </a:moveTo>
                  <a:lnTo>
                    <a:pt x="0" y="256540"/>
                  </a:lnTo>
                  <a:lnTo>
                    <a:pt x="0" y="260337"/>
                  </a:lnTo>
                  <a:lnTo>
                    <a:pt x="27940" y="260337"/>
                  </a:lnTo>
                  <a:lnTo>
                    <a:pt x="27940" y="256540"/>
                  </a:lnTo>
                  <a:close/>
                </a:path>
                <a:path w="27939" h="402589">
                  <a:moveTo>
                    <a:pt x="27940" y="247650"/>
                  </a:moveTo>
                  <a:lnTo>
                    <a:pt x="0" y="247650"/>
                  </a:lnTo>
                  <a:lnTo>
                    <a:pt x="0" y="256527"/>
                  </a:lnTo>
                  <a:lnTo>
                    <a:pt x="27940" y="256527"/>
                  </a:lnTo>
                  <a:lnTo>
                    <a:pt x="27940" y="247650"/>
                  </a:lnTo>
                  <a:close/>
                </a:path>
                <a:path w="27939" h="402589">
                  <a:moveTo>
                    <a:pt x="27940" y="243840"/>
                  </a:moveTo>
                  <a:lnTo>
                    <a:pt x="0" y="243840"/>
                  </a:lnTo>
                  <a:lnTo>
                    <a:pt x="0" y="247637"/>
                  </a:lnTo>
                  <a:lnTo>
                    <a:pt x="27940" y="247637"/>
                  </a:lnTo>
                  <a:lnTo>
                    <a:pt x="27940" y="243840"/>
                  </a:lnTo>
                  <a:close/>
                </a:path>
                <a:path w="27939" h="402589">
                  <a:moveTo>
                    <a:pt x="27940" y="241300"/>
                  </a:moveTo>
                  <a:lnTo>
                    <a:pt x="0" y="241300"/>
                  </a:lnTo>
                  <a:lnTo>
                    <a:pt x="0" y="243827"/>
                  </a:lnTo>
                  <a:lnTo>
                    <a:pt x="27940" y="243827"/>
                  </a:lnTo>
                  <a:lnTo>
                    <a:pt x="27940" y="241300"/>
                  </a:lnTo>
                  <a:close/>
                </a:path>
                <a:path w="27939" h="402589">
                  <a:moveTo>
                    <a:pt x="27940" y="237490"/>
                  </a:moveTo>
                  <a:lnTo>
                    <a:pt x="0" y="237490"/>
                  </a:lnTo>
                  <a:lnTo>
                    <a:pt x="0" y="241287"/>
                  </a:lnTo>
                  <a:lnTo>
                    <a:pt x="27940" y="241287"/>
                  </a:lnTo>
                  <a:lnTo>
                    <a:pt x="27940" y="237490"/>
                  </a:lnTo>
                  <a:close/>
                </a:path>
                <a:path w="27939" h="402589">
                  <a:moveTo>
                    <a:pt x="27940" y="228600"/>
                  </a:moveTo>
                  <a:lnTo>
                    <a:pt x="0" y="228600"/>
                  </a:lnTo>
                  <a:lnTo>
                    <a:pt x="0" y="237477"/>
                  </a:lnTo>
                  <a:lnTo>
                    <a:pt x="27940" y="237477"/>
                  </a:lnTo>
                  <a:lnTo>
                    <a:pt x="27940" y="228600"/>
                  </a:lnTo>
                  <a:close/>
                </a:path>
                <a:path w="27939" h="402589">
                  <a:moveTo>
                    <a:pt x="27940" y="209550"/>
                  </a:moveTo>
                  <a:lnTo>
                    <a:pt x="0" y="209550"/>
                  </a:lnTo>
                  <a:lnTo>
                    <a:pt x="0" y="228587"/>
                  </a:lnTo>
                  <a:lnTo>
                    <a:pt x="27940" y="228587"/>
                  </a:lnTo>
                  <a:lnTo>
                    <a:pt x="27940" y="209550"/>
                  </a:lnTo>
                  <a:close/>
                </a:path>
                <a:path w="27939" h="402589">
                  <a:moveTo>
                    <a:pt x="27940" y="203200"/>
                  </a:moveTo>
                  <a:lnTo>
                    <a:pt x="0" y="203200"/>
                  </a:lnTo>
                  <a:lnTo>
                    <a:pt x="0" y="209537"/>
                  </a:lnTo>
                  <a:lnTo>
                    <a:pt x="27940" y="209537"/>
                  </a:lnTo>
                  <a:lnTo>
                    <a:pt x="27940" y="203200"/>
                  </a:lnTo>
                  <a:close/>
                </a:path>
                <a:path w="27939" h="402589">
                  <a:moveTo>
                    <a:pt x="27940" y="196850"/>
                  </a:moveTo>
                  <a:lnTo>
                    <a:pt x="0" y="196850"/>
                  </a:lnTo>
                  <a:lnTo>
                    <a:pt x="0" y="203187"/>
                  </a:lnTo>
                  <a:lnTo>
                    <a:pt x="27940" y="203187"/>
                  </a:lnTo>
                  <a:lnTo>
                    <a:pt x="27940" y="196850"/>
                  </a:lnTo>
                  <a:close/>
                </a:path>
                <a:path w="27939" h="402589">
                  <a:moveTo>
                    <a:pt x="27940" y="193040"/>
                  </a:moveTo>
                  <a:lnTo>
                    <a:pt x="0" y="193040"/>
                  </a:lnTo>
                  <a:lnTo>
                    <a:pt x="0" y="196837"/>
                  </a:lnTo>
                  <a:lnTo>
                    <a:pt x="27940" y="196837"/>
                  </a:lnTo>
                  <a:lnTo>
                    <a:pt x="27940" y="193040"/>
                  </a:lnTo>
                  <a:close/>
                </a:path>
                <a:path w="27939" h="402589">
                  <a:moveTo>
                    <a:pt x="27940" y="190500"/>
                  </a:moveTo>
                  <a:lnTo>
                    <a:pt x="0" y="190500"/>
                  </a:lnTo>
                  <a:lnTo>
                    <a:pt x="0" y="193027"/>
                  </a:lnTo>
                  <a:lnTo>
                    <a:pt x="27940" y="193027"/>
                  </a:lnTo>
                  <a:lnTo>
                    <a:pt x="27940" y="190500"/>
                  </a:lnTo>
                  <a:close/>
                </a:path>
                <a:path w="27939" h="402589">
                  <a:moveTo>
                    <a:pt x="27940" y="186690"/>
                  </a:moveTo>
                  <a:lnTo>
                    <a:pt x="0" y="186690"/>
                  </a:lnTo>
                  <a:lnTo>
                    <a:pt x="0" y="190487"/>
                  </a:lnTo>
                  <a:lnTo>
                    <a:pt x="27940" y="190487"/>
                  </a:lnTo>
                  <a:lnTo>
                    <a:pt x="27940" y="186690"/>
                  </a:lnTo>
                  <a:close/>
                </a:path>
                <a:path w="27939" h="402589">
                  <a:moveTo>
                    <a:pt x="27940" y="184150"/>
                  </a:moveTo>
                  <a:lnTo>
                    <a:pt x="0" y="184150"/>
                  </a:lnTo>
                  <a:lnTo>
                    <a:pt x="0" y="186677"/>
                  </a:lnTo>
                  <a:lnTo>
                    <a:pt x="27940" y="186677"/>
                  </a:lnTo>
                  <a:lnTo>
                    <a:pt x="27940" y="184150"/>
                  </a:lnTo>
                  <a:close/>
                </a:path>
                <a:path w="27939" h="402589">
                  <a:moveTo>
                    <a:pt x="27940" y="177800"/>
                  </a:moveTo>
                  <a:lnTo>
                    <a:pt x="0" y="177800"/>
                  </a:lnTo>
                  <a:lnTo>
                    <a:pt x="0" y="184137"/>
                  </a:lnTo>
                  <a:lnTo>
                    <a:pt x="27940" y="184137"/>
                  </a:lnTo>
                  <a:lnTo>
                    <a:pt x="27940" y="177800"/>
                  </a:lnTo>
                  <a:close/>
                </a:path>
                <a:path w="27939" h="402589">
                  <a:moveTo>
                    <a:pt x="27940" y="173990"/>
                  </a:moveTo>
                  <a:lnTo>
                    <a:pt x="0" y="173990"/>
                  </a:lnTo>
                  <a:lnTo>
                    <a:pt x="0" y="177787"/>
                  </a:lnTo>
                  <a:lnTo>
                    <a:pt x="27940" y="177787"/>
                  </a:lnTo>
                  <a:lnTo>
                    <a:pt x="27940" y="173990"/>
                  </a:lnTo>
                  <a:close/>
                </a:path>
                <a:path w="27939" h="402589">
                  <a:moveTo>
                    <a:pt x="27940" y="171450"/>
                  </a:moveTo>
                  <a:lnTo>
                    <a:pt x="0" y="171450"/>
                  </a:lnTo>
                  <a:lnTo>
                    <a:pt x="0" y="173977"/>
                  </a:lnTo>
                  <a:lnTo>
                    <a:pt x="27940" y="173977"/>
                  </a:lnTo>
                  <a:lnTo>
                    <a:pt x="27940" y="171450"/>
                  </a:lnTo>
                  <a:close/>
                </a:path>
                <a:path w="27939" h="402589">
                  <a:moveTo>
                    <a:pt x="27940" y="167640"/>
                  </a:moveTo>
                  <a:lnTo>
                    <a:pt x="0" y="167640"/>
                  </a:lnTo>
                  <a:lnTo>
                    <a:pt x="0" y="171437"/>
                  </a:lnTo>
                  <a:lnTo>
                    <a:pt x="27940" y="171437"/>
                  </a:lnTo>
                  <a:lnTo>
                    <a:pt x="27940" y="167640"/>
                  </a:lnTo>
                  <a:close/>
                </a:path>
                <a:path w="27939" h="402589">
                  <a:moveTo>
                    <a:pt x="27940" y="165100"/>
                  </a:moveTo>
                  <a:lnTo>
                    <a:pt x="0" y="165100"/>
                  </a:lnTo>
                  <a:lnTo>
                    <a:pt x="0" y="167627"/>
                  </a:lnTo>
                  <a:lnTo>
                    <a:pt x="27940" y="167627"/>
                  </a:lnTo>
                  <a:lnTo>
                    <a:pt x="27940" y="165100"/>
                  </a:lnTo>
                  <a:close/>
                </a:path>
                <a:path w="27939" h="402589">
                  <a:moveTo>
                    <a:pt x="27940" y="146050"/>
                  </a:moveTo>
                  <a:lnTo>
                    <a:pt x="0" y="146050"/>
                  </a:lnTo>
                  <a:lnTo>
                    <a:pt x="0" y="165087"/>
                  </a:lnTo>
                  <a:lnTo>
                    <a:pt x="27940" y="165087"/>
                  </a:lnTo>
                  <a:lnTo>
                    <a:pt x="27940" y="146050"/>
                  </a:lnTo>
                  <a:close/>
                </a:path>
                <a:path w="27939" h="402589">
                  <a:moveTo>
                    <a:pt x="27940" y="139700"/>
                  </a:moveTo>
                  <a:lnTo>
                    <a:pt x="0" y="139700"/>
                  </a:lnTo>
                  <a:lnTo>
                    <a:pt x="0" y="146037"/>
                  </a:lnTo>
                  <a:lnTo>
                    <a:pt x="27940" y="146037"/>
                  </a:lnTo>
                  <a:lnTo>
                    <a:pt x="27940" y="139700"/>
                  </a:lnTo>
                  <a:close/>
                </a:path>
                <a:path w="27939" h="402589">
                  <a:moveTo>
                    <a:pt x="27940" y="135890"/>
                  </a:moveTo>
                  <a:lnTo>
                    <a:pt x="0" y="135890"/>
                  </a:lnTo>
                  <a:lnTo>
                    <a:pt x="0" y="139687"/>
                  </a:lnTo>
                  <a:lnTo>
                    <a:pt x="27940" y="139687"/>
                  </a:lnTo>
                  <a:lnTo>
                    <a:pt x="27940" y="135890"/>
                  </a:lnTo>
                  <a:close/>
                </a:path>
                <a:path w="27939" h="402589">
                  <a:moveTo>
                    <a:pt x="27940" y="127000"/>
                  </a:moveTo>
                  <a:lnTo>
                    <a:pt x="0" y="127000"/>
                  </a:lnTo>
                  <a:lnTo>
                    <a:pt x="0" y="135877"/>
                  </a:lnTo>
                  <a:lnTo>
                    <a:pt x="27940" y="135877"/>
                  </a:lnTo>
                  <a:lnTo>
                    <a:pt x="27940" y="127000"/>
                  </a:lnTo>
                  <a:close/>
                </a:path>
                <a:path w="27939" h="402589">
                  <a:moveTo>
                    <a:pt x="27940" y="120650"/>
                  </a:moveTo>
                  <a:lnTo>
                    <a:pt x="0" y="120650"/>
                  </a:lnTo>
                  <a:lnTo>
                    <a:pt x="0" y="126987"/>
                  </a:lnTo>
                  <a:lnTo>
                    <a:pt x="27940" y="126987"/>
                  </a:lnTo>
                  <a:lnTo>
                    <a:pt x="27940" y="120650"/>
                  </a:lnTo>
                  <a:close/>
                </a:path>
                <a:path w="27939" h="402589">
                  <a:moveTo>
                    <a:pt x="2794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27940" y="120637"/>
                  </a:lnTo>
                  <a:lnTo>
                    <a:pt x="27940" y="114300"/>
                  </a:lnTo>
                  <a:close/>
                </a:path>
                <a:path w="27939" h="402589">
                  <a:moveTo>
                    <a:pt x="27940" y="110490"/>
                  </a:moveTo>
                  <a:lnTo>
                    <a:pt x="0" y="110490"/>
                  </a:lnTo>
                  <a:lnTo>
                    <a:pt x="0" y="114287"/>
                  </a:lnTo>
                  <a:lnTo>
                    <a:pt x="27940" y="114287"/>
                  </a:lnTo>
                  <a:lnTo>
                    <a:pt x="27940" y="110490"/>
                  </a:lnTo>
                  <a:close/>
                </a:path>
                <a:path w="27939" h="402589">
                  <a:moveTo>
                    <a:pt x="27940" y="107950"/>
                  </a:moveTo>
                  <a:lnTo>
                    <a:pt x="0" y="107950"/>
                  </a:lnTo>
                  <a:lnTo>
                    <a:pt x="0" y="110477"/>
                  </a:lnTo>
                  <a:lnTo>
                    <a:pt x="27940" y="110477"/>
                  </a:lnTo>
                  <a:lnTo>
                    <a:pt x="27940" y="107950"/>
                  </a:lnTo>
                  <a:close/>
                </a:path>
                <a:path w="27939" h="402589">
                  <a:moveTo>
                    <a:pt x="27940" y="97790"/>
                  </a:moveTo>
                  <a:lnTo>
                    <a:pt x="0" y="97790"/>
                  </a:lnTo>
                  <a:lnTo>
                    <a:pt x="0" y="107937"/>
                  </a:lnTo>
                  <a:lnTo>
                    <a:pt x="27940" y="107937"/>
                  </a:lnTo>
                  <a:lnTo>
                    <a:pt x="27940" y="97790"/>
                  </a:lnTo>
                  <a:close/>
                </a:path>
                <a:path w="27939" h="402589">
                  <a:moveTo>
                    <a:pt x="27940" y="95250"/>
                  </a:moveTo>
                  <a:lnTo>
                    <a:pt x="0" y="95250"/>
                  </a:lnTo>
                  <a:lnTo>
                    <a:pt x="0" y="97777"/>
                  </a:lnTo>
                  <a:lnTo>
                    <a:pt x="27940" y="97777"/>
                  </a:lnTo>
                  <a:lnTo>
                    <a:pt x="27940" y="95250"/>
                  </a:lnTo>
                  <a:close/>
                </a:path>
                <a:path w="27939" h="402589">
                  <a:moveTo>
                    <a:pt x="27940" y="91440"/>
                  </a:moveTo>
                  <a:lnTo>
                    <a:pt x="0" y="91440"/>
                  </a:lnTo>
                  <a:lnTo>
                    <a:pt x="0" y="95237"/>
                  </a:lnTo>
                  <a:lnTo>
                    <a:pt x="27940" y="95237"/>
                  </a:lnTo>
                  <a:lnTo>
                    <a:pt x="27940" y="91440"/>
                  </a:lnTo>
                  <a:close/>
                </a:path>
                <a:path w="27939" h="402589">
                  <a:moveTo>
                    <a:pt x="27940" y="85090"/>
                  </a:moveTo>
                  <a:lnTo>
                    <a:pt x="0" y="85090"/>
                  </a:lnTo>
                  <a:lnTo>
                    <a:pt x="0" y="91427"/>
                  </a:lnTo>
                  <a:lnTo>
                    <a:pt x="27940" y="91427"/>
                  </a:lnTo>
                  <a:lnTo>
                    <a:pt x="27940" y="85090"/>
                  </a:lnTo>
                  <a:close/>
                </a:path>
                <a:path w="27939" h="402589">
                  <a:moveTo>
                    <a:pt x="27940" y="72390"/>
                  </a:moveTo>
                  <a:lnTo>
                    <a:pt x="0" y="72390"/>
                  </a:lnTo>
                  <a:lnTo>
                    <a:pt x="0" y="85077"/>
                  </a:lnTo>
                  <a:lnTo>
                    <a:pt x="27940" y="85077"/>
                  </a:lnTo>
                  <a:lnTo>
                    <a:pt x="27940" y="72390"/>
                  </a:lnTo>
                  <a:close/>
                </a:path>
                <a:path w="27939" h="402589">
                  <a:moveTo>
                    <a:pt x="27940" y="69850"/>
                  </a:moveTo>
                  <a:lnTo>
                    <a:pt x="0" y="69850"/>
                  </a:lnTo>
                  <a:lnTo>
                    <a:pt x="0" y="72377"/>
                  </a:lnTo>
                  <a:lnTo>
                    <a:pt x="27940" y="72377"/>
                  </a:lnTo>
                  <a:lnTo>
                    <a:pt x="27940" y="69850"/>
                  </a:lnTo>
                  <a:close/>
                </a:path>
                <a:path w="27939" h="402589">
                  <a:moveTo>
                    <a:pt x="27940" y="66040"/>
                  </a:moveTo>
                  <a:lnTo>
                    <a:pt x="0" y="66040"/>
                  </a:lnTo>
                  <a:lnTo>
                    <a:pt x="0" y="69837"/>
                  </a:lnTo>
                  <a:lnTo>
                    <a:pt x="27940" y="69837"/>
                  </a:lnTo>
                  <a:lnTo>
                    <a:pt x="27940" y="66040"/>
                  </a:lnTo>
                  <a:close/>
                </a:path>
                <a:path w="27939" h="402589">
                  <a:moveTo>
                    <a:pt x="27940" y="63500"/>
                  </a:moveTo>
                  <a:lnTo>
                    <a:pt x="0" y="63500"/>
                  </a:lnTo>
                  <a:lnTo>
                    <a:pt x="0" y="66027"/>
                  </a:lnTo>
                  <a:lnTo>
                    <a:pt x="27940" y="66027"/>
                  </a:lnTo>
                  <a:lnTo>
                    <a:pt x="27940" y="63500"/>
                  </a:lnTo>
                  <a:close/>
                </a:path>
                <a:path w="27939" h="402589">
                  <a:moveTo>
                    <a:pt x="27940" y="59690"/>
                  </a:moveTo>
                  <a:lnTo>
                    <a:pt x="0" y="59690"/>
                  </a:lnTo>
                  <a:lnTo>
                    <a:pt x="0" y="63487"/>
                  </a:lnTo>
                  <a:lnTo>
                    <a:pt x="27940" y="63487"/>
                  </a:lnTo>
                  <a:lnTo>
                    <a:pt x="27940" y="59690"/>
                  </a:lnTo>
                  <a:close/>
                </a:path>
                <a:path w="27939" h="402589">
                  <a:moveTo>
                    <a:pt x="27940" y="53340"/>
                  </a:moveTo>
                  <a:lnTo>
                    <a:pt x="0" y="53340"/>
                  </a:lnTo>
                  <a:lnTo>
                    <a:pt x="0" y="59677"/>
                  </a:lnTo>
                  <a:lnTo>
                    <a:pt x="27940" y="59677"/>
                  </a:lnTo>
                  <a:lnTo>
                    <a:pt x="27940" y="53340"/>
                  </a:lnTo>
                  <a:close/>
                </a:path>
                <a:path w="27939" h="402589">
                  <a:moveTo>
                    <a:pt x="27940" y="15240"/>
                  </a:moveTo>
                  <a:lnTo>
                    <a:pt x="0" y="15240"/>
                  </a:lnTo>
                  <a:lnTo>
                    <a:pt x="0" y="53327"/>
                  </a:lnTo>
                  <a:lnTo>
                    <a:pt x="27940" y="53327"/>
                  </a:lnTo>
                  <a:lnTo>
                    <a:pt x="27940" y="15240"/>
                  </a:lnTo>
                  <a:close/>
                </a:path>
                <a:path w="27939" h="402589">
                  <a:moveTo>
                    <a:pt x="2794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7940" y="15227"/>
                  </a:lnTo>
                  <a:lnTo>
                    <a:pt x="27940" y="12700"/>
                  </a:lnTo>
                  <a:close/>
                </a:path>
                <a:path w="27939" h="402589">
                  <a:moveTo>
                    <a:pt x="2794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27940" y="12687"/>
                  </a:lnTo>
                  <a:lnTo>
                    <a:pt x="27940" y="6350"/>
                  </a:lnTo>
                  <a:close/>
                </a:path>
                <a:path w="27939" h="402589">
                  <a:moveTo>
                    <a:pt x="2794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27940" y="6337"/>
                  </a:lnTo>
                  <a:lnTo>
                    <a:pt x="27940" y="2540"/>
                  </a:lnTo>
                  <a:close/>
                </a:path>
                <a:path w="27939" h="402589">
                  <a:moveTo>
                    <a:pt x="2794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27940" y="2527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214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7" name="object 3747"/>
            <p:cNvSpPr/>
            <p:nvPr/>
          </p:nvSpPr>
          <p:spPr>
            <a:xfrm>
              <a:off x="4408170" y="5652782"/>
              <a:ext cx="27940" cy="29209"/>
            </a:xfrm>
            <a:custGeom>
              <a:avLst/>
              <a:gdLst/>
              <a:ahLst/>
              <a:cxnLst/>
              <a:rect l="l" t="t" r="r" b="b"/>
              <a:pathLst>
                <a:path w="27939" h="29210">
                  <a:moveTo>
                    <a:pt x="27940" y="27940"/>
                  </a:moveTo>
                  <a:lnTo>
                    <a:pt x="0" y="27940"/>
                  </a:lnTo>
                  <a:lnTo>
                    <a:pt x="0" y="29197"/>
                  </a:lnTo>
                  <a:lnTo>
                    <a:pt x="27940" y="29197"/>
                  </a:lnTo>
                  <a:lnTo>
                    <a:pt x="27940" y="27940"/>
                  </a:lnTo>
                  <a:close/>
                </a:path>
                <a:path w="27939" h="29210">
                  <a:moveTo>
                    <a:pt x="27940" y="21590"/>
                  </a:moveTo>
                  <a:lnTo>
                    <a:pt x="0" y="21590"/>
                  </a:lnTo>
                  <a:lnTo>
                    <a:pt x="0" y="27927"/>
                  </a:lnTo>
                  <a:lnTo>
                    <a:pt x="27940" y="27927"/>
                  </a:lnTo>
                  <a:lnTo>
                    <a:pt x="27940" y="21590"/>
                  </a:lnTo>
                  <a:close/>
                </a:path>
                <a:path w="27939" h="29210">
                  <a:moveTo>
                    <a:pt x="2794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27940" y="21577"/>
                  </a:lnTo>
                  <a:lnTo>
                    <a:pt x="27940" y="19050"/>
                  </a:lnTo>
                  <a:close/>
                </a:path>
                <a:path w="27939" h="29210">
                  <a:moveTo>
                    <a:pt x="2794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27940" y="19037"/>
                  </a:lnTo>
                  <a:lnTo>
                    <a:pt x="27940" y="15240"/>
                  </a:lnTo>
                  <a:close/>
                </a:path>
                <a:path w="27939" h="29210">
                  <a:moveTo>
                    <a:pt x="2794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7940" y="15227"/>
                  </a:lnTo>
                  <a:lnTo>
                    <a:pt x="27940" y="12700"/>
                  </a:lnTo>
                  <a:close/>
                </a:path>
                <a:path w="27939" h="29210">
                  <a:moveTo>
                    <a:pt x="2794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7940" y="12687"/>
                  </a:lnTo>
                  <a:lnTo>
                    <a:pt x="27940" y="8890"/>
                  </a:lnTo>
                  <a:close/>
                </a:path>
                <a:path w="27939" h="29210">
                  <a:moveTo>
                    <a:pt x="27940" y="2540"/>
                  </a:moveTo>
                  <a:lnTo>
                    <a:pt x="0" y="2540"/>
                  </a:lnTo>
                  <a:lnTo>
                    <a:pt x="0" y="8877"/>
                  </a:lnTo>
                  <a:lnTo>
                    <a:pt x="27940" y="8877"/>
                  </a:lnTo>
                  <a:lnTo>
                    <a:pt x="27940" y="2540"/>
                  </a:lnTo>
                  <a:close/>
                </a:path>
                <a:path w="27939" h="29210">
                  <a:moveTo>
                    <a:pt x="2794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27940" y="2527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214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8" name="object 3748"/>
            <p:cNvSpPr/>
            <p:nvPr/>
          </p:nvSpPr>
          <p:spPr>
            <a:xfrm>
              <a:off x="4436110" y="5033010"/>
              <a:ext cx="29209" cy="476250"/>
            </a:xfrm>
            <a:custGeom>
              <a:avLst/>
              <a:gdLst/>
              <a:ahLst/>
              <a:cxnLst/>
              <a:rect l="l" t="t" r="r" b="b"/>
              <a:pathLst>
                <a:path w="29210" h="476250">
                  <a:moveTo>
                    <a:pt x="29210" y="467372"/>
                  </a:moveTo>
                  <a:lnTo>
                    <a:pt x="0" y="467372"/>
                  </a:lnTo>
                  <a:lnTo>
                    <a:pt x="0" y="476250"/>
                  </a:lnTo>
                  <a:lnTo>
                    <a:pt x="29210" y="476250"/>
                  </a:lnTo>
                  <a:lnTo>
                    <a:pt x="29210" y="467372"/>
                  </a:lnTo>
                  <a:close/>
                </a:path>
                <a:path w="29210" h="476250">
                  <a:moveTo>
                    <a:pt x="29210" y="463562"/>
                  </a:moveTo>
                  <a:lnTo>
                    <a:pt x="0" y="463562"/>
                  </a:lnTo>
                  <a:lnTo>
                    <a:pt x="0" y="467360"/>
                  </a:lnTo>
                  <a:lnTo>
                    <a:pt x="29210" y="467360"/>
                  </a:lnTo>
                  <a:lnTo>
                    <a:pt x="29210" y="463562"/>
                  </a:lnTo>
                  <a:close/>
                </a:path>
                <a:path w="29210" h="476250">
                  <a:moveTo>
                    <a:pt x="29210" y="461022"/>
                  </a:moveTo>
                  <a:lnTo>
                    <a:pt x="0" y="461022"/>
                  </a:lnTo>
                  <a:lnTo>
                    <a:pt x="0" y="463550"/>
                  </a:lnTo>
                  <a:lnTo>
                    <a:pt x="29210" y="463550"/>
                  </a:lnTo>
                  <a:lnTo>
                    <a:pt x="29210" y="461022"/>
                  </a:lnTo>
                  <a:close/>
                </a:path>
                <a:path w="29210" h="476250">
                  <a:moveTo>
                    <a:pt x="29210" y="457212"/>
                  </a:moveTo>
                  <a:lnTo>
                    <a:pt x="0" y="457212"/>
                  </a:lnTo>
                  <a:lnTo>
                    <a:pt x="0" y="461010"/>
                  </a:lnTo>
                  <a:lnTo>
                    <a:pt x="29210" y="461010"/>
                  </a:lnTo>
                  <a:lnTo>
                    <a:pt x="29210" y="457212"/>
                  </a:lnTo>
                  <a:close/>
                </a:path>
                <a:path w="29210" h="476250">
                  <a:moveTo>
                    <a:pt x="29210" y="448322"/>
                  </a:moveTo>
                  <a:lnTo>
                    <a:pt x="0" y="448322"/>
                  </a:lnTo>
                  <a:lnTo>
                    <a:pt x="0" y="457200"/>
                  </a:lnTo>
                  <a:lnTo>
                    <a:pt x="29210" y="457200"/>
                  </a:lnTo>
                  <a:lnTo>
                    <a:pt x="29210" y="448322"/>
                  </a:lnTo>
                  <a:close/>
                </a:path>
                <a:path w="29210" h="476250">
                  <a:moveTo>
                    <a:pt x="29210" y="429272"/>
                  </a:moveTo>
                  <a:lnTo>
                    <a:pt x="0" y="429272"/>
                  </a:lnTo>
                  <a:lnTo>
                    <a:pt x="0" y="448310"/>
                  </a:lnTo>
                  <a:lnTo>
                    <a:pt x="29210" y="448310"/>
                  </a:lnTo>
                  <a:lnTo>
                    <a:pt x="29210" y="429272"/>
                  </a:lnTo>
                  <a:close/>
                </a:path>
                <a:path w="29210" h="476250">
                  <a:moveTo>
                    <a:pt x="29210" y="422922"/>
                  </a:moveTo>
                  <a:lnTo>
                    <a:pt x="0" y="422922"/>
                  </a:lnTo>
                  <a:lnTo>
                    <a:pt x="0" y="429260"/>
                  </a:lnTo>
                  <a:lnTo>
                    <a:pt x="29210" y="429260"/>
                  </a:lnTo>
                  <a:lnTo>
                    <a:pt x="29210" y="422922"/>
                  </a:lnTo>
                  <a:close/>
                </a:path>
                <a:path w="29210" h="476250">
                  <a:moveTo>
                    <a:pt x="29210" y="416572"/>
                  </a:moveTo>
                  <a:lnTo>
                    <a:pt x="0" y="416572"/>
                  </a:lnTo>
                  <a:lnTo>
                    <a:pt x="0" y="422910"/>
                  </a:lnTo>
                  <a:lnTo>
                    <a:pt x="29210" y="422910"/>
                  </a:lnTo>
                  <a:lnTo>
                    <a:pt x="29210" y="416572"/>
                  </a:lnTo>
                  <a:close/>
                </a:path>
                <a:path w="29210" h="476250">
                  <a:moveTo>
                    <a:pt x="29210" y="412762"/>
                  </a:moveTo>
                  <a:lnTo>
                    <a:pt x="0" y="412762"/>
                  </a:lnTo>
                  <a:lnTo>
                    <a:pt x="0" y="416560"/>
                  </a:lnTo>
                  <a:lnTo>
                    <a:pt x="29210" y="416560"/>
                  </a:lnTo>
                  <a:lnTo>
                    <a:pt x="29210" y="412762"/>
                  </a:lnTo>
                  <a:close/>
                </a:path>
                <a:path w="29210" h="476250">
                  <a:moveTo>
                    <a:pt x="29210" y="410222"/>
                  </a:moveTo>
                  <a:lnTo>
                    <a:pt x="0" y="410222"/>
                  </a:lnTo>
                  <a:lnTo>
                    <a:pt x="0" y="412750"/>
                  </a:lnTo>
                  <a:lnTo>
                    <a:pt x="29210" y="412750"/>
                  </a:lnTo>
                  <a:lnTo>
                    <a:pt x="29210" y="410222"/>
                  </a:lnTo>
                  <a:close/>
                </a:path>
                <a:path w="29210" h="476250">
                  <a:moveTo>
                    <a:pt x="29210" y="406412"/>
                  </a:moveTo>
                  <a:lnTo>
                    <a:pt x="0" y="406412"/>
                  </a:lnTo>
                  <a:lnTo>
                    <a:pt x="0" y="410210"/>
                  </a:lnTo>
                  <a:lnTo>
                    <a:pt x="29210" y="410210"/>
                  </a:lnTo>
                  <a:lnTo>
                    <a:pt x="29210" y="406412"/>
                  </a:lnTo>
                  <a:close/>
                </a:path>
                <a:path w="29210" h="476250">
                  <a:moveTo>
                    <a:pt x="29210" y="403872"/>
                  </a:moveTo>
                  <a:lnTo>
                    <a:pt x="0" y="403872"/>
                  </a:lnTo>
                  <a:lnTo>
                    <a:pt x="0" y="406400"/>
                  </a:lnTo>
                  <a:lnTo>
                    <a:pt x="29210" y="406400"/>
                  </a:lnTo>
                  <a:lnTo>
                    <a:pt x="29210" y="403872"/>
                  </a:lnTo>
                  <a:close/>
                </a:path>
                <a:path w="29210" h="476250">
                  <a:moveTo>
                    <a:pt x="29210" y="397522"/>
                  </a:moveTo>
                  <a:lnTo>
                    <a:pt x="0" y="397522"/>
                  </a:lnTo>
                  <a:lnTo>
                    <a:pt x="0" y="403860"/>
                  </a:lnTo>
                  <a:lnTo>
                    <a:pt x="29210" y="403860"/>
                  </a:lnTo>
                  <a:lnTo>
                    <a:pt x="29210" y="397522"/>
                  </a:lnTo>
                  <a:close/>
                </a:path>
                <a:path w="29210" h="476250">
                  <a:moveTo>
                    <a:pt x="29210" y="393712"/>
                  </a:moveTo>
                  <a:lnTo>
                    <a:pt x="0" y="393712"/>
                  </a:lnTo>
                  <a:lnTo>
                    <a:pt x="0" y="397510"/>
                  </a:lnTo>
                  <a:lnTo>
                    <a:pt x="29210" y="397510"/>
                  </a:lnTo>
                  <a:lnTo>
                    <a:pt x="29210" y="393712"/>
                  </a:lnTo>
                  <a:close/>
                </a:path>
                <a:path w="29210" h="476250">
                  <a:moveTo>
                    <a:pt x="29210" y="391172"/>
                  </a:moveTo>
                  <a:lnTo>
                    <a:pt x="0" y="391172"/>
                  </a:lnTo>
                  <a:lnTo>
                    <a:pt x="0" y="393700"/>
                  </a:lnTo>
                  <a:lnTo>
                    <a:pt x="29210" y="393700"/>
                  </a:lnTo>
                  <a:lnTo>
                    <a:pt x="29210" y="391172"/>
                  </a:lnTo>
                  <a:close/>
                </a:path>
                <a:path w="29210" h="476250">
                  <a:moveTo>
                    <a:pt x="29210" y="387362"/>
                  </a:moveTo>
                  <a:lnTo>
                    <a:pt x="0" y="387362"/>
                  </a:lnTo>
                  <a:lnTo>
                    <a:pt x="0" y="391160"/>
                  </a:lnTo>
                  <a:lnTo>
                    <a:pt x="29210" y="391160"/>
                  </a:lnTo>
                  <a:lnTo>
                    <a:pt x="29210" y="387362"/>
                  </a:lnTo>
                  <a:close/>
                </a:path>
                <a:path w="29210" h="476250">
                  <a:moveTo>
                    <a:pt x="29210" y="384822"/>
                  </a:moveTo>
                  <a:lnTo>
                    <a:pt x="0" y="384822"/>
                  </a:lnTo>
                  <a:lnTo>
                    <a:pt x="0" y="387350"/>
                  </a:lnTo>
                  <a:lnTo>
                    <a:pt x="29210" y="387350"/>
                  </a:lnTo>
                  <a:lnTo>
                    <a:pt x="29210" y="384822"/>
                  </a:lnTo>
                  <a:close/>
                </a:path>
                <a:path w="29210" h="476250">
                  <a:moveTo>
                    <a:pt x="29210" y="365772"/>
                  </a:moveTo>
                  <a:lnTo>
                    <a:pt x="0" y="365772"/>
                  </a:lnTo>
                  <a:lnTo>
                    <a:pt x="0" y="384810"/>
                  </a:lnTo>
                  <a:lnTo>
                    <a:pt x="29210" y="384810"/>
                  </a:lnTo>
                  <a:lnTo>
                    <a:pt x="29210" y="365772"/>
                  </a:lnTo>
                  <a:close/>
                </a:path>
                <a:path w="29210" h="476250">
                  <a:moveTo>
                    <a:pt x="29210" y="359422"/>
                  </a:moveTo>
                  <a:lnTo>
                    <a:pt x="0" y="359422"/>
                  </a:lnTo>
                  <a:lnTo>
                    <a:pt x="0" y="365760"/>
                  </a:lnTo>
                  <a:lnTo>
                    <a:pt x="29210" y="365760"/>
                  </a:lnTo>
                  <a:lnTo>
                    <a:pt x="29210" y="359422"/>
                  </a:lnTo>
                  <a:close/>
                </a:path>
                <a:path w="29210" h="476250">
                  <a:moveTo>
                    <a:pt x="29210" y="355612"/>
                  </a:moveTo>
                  <a:lnTo>
                    <a:pt x="0" y="355612"/>
                  </a:lnTo>
                  <a:lnTo>
                    <a:pt x="0" y="359410"/>
                  </a:lnTo>
                  <a:lnTo>
                    <a:pt x="29210" y="359410"/>
                  </a:lnTo>
                  <a:lnTo>
                    <a:pt x="29210" y="355612"/>
                  </a:lnTo>
                  <a:close/>
                </a:path>
                <a:path w="29210" h="476250">
                  <a:moveTo>
                    <a:pt x="29210" y="346722"/>
                  </a:moveTo>
                  <a:lnTo>
                    <a:pt x="0" y="346722"/>
                  </a:lnTo>
                  <a:lnTo>
                    <a:pt x="0" y="355600"/>
                  </a:lnTo>
                  <a:lnTo>
                    <a:pt x="29210" y="355600"/>
                  </a:lnTo>
                  <a:lnTo>
                    <a:pt x="29210" y="346722"/>
                  </a:lnTo>
                  <a:close/>
                </a:path>
                <a:path w="29210" h="476250">
                  <a:moveTo>
                    <a:pt x="29210" y="340372"/>
                  </a:moveTo>
                  <a:lnTo>
                    <a:pt x="0" y="340372"/>
                  </a:lnTo>
                  <a:lnTo>
                    <a:pt x="0" y="346710"/>
                  </a:lnTo>
                  <a:lnTo>
                    <a:pt x="29210" y="346710"/>
                  </a:lnTo>
                  <a:lnTo>
                    <a:pt x="29210" y="340372"/>
                  </a:lnTo>
                  <a:close/>
                </a:path>
                <a:path w="29210" h="476250">
                  <a:moveTo>
                    <a:pt x="29210" y="334022"/>
                  </a:moveTo>
                  <a:lnTo>
                    <a:pt x="0" y="334022"/>
                  </a:lnTo>
                  <a:lnTo>
                    <a:pt x="0" y="340360"/>
                  </a:lnTo>
                  <a:lnTo>
                    <a:pt x="29210" y="340360"/>
                  </a:lnTo>
                  <a:lnTo>
                    <a:pt x="29210" y="334022"/>
                  </a:lnTo>
                  <a:close/>
                </a:path>
                <a:path w="29210" h="476250">
                  <a:moveTo>
                    <a:pt x="29210" y="330212"/>
                  </a:moveTo>
                  <a:lnTo>
                    <a:pt x="0" y="330212"/>
                  </a:lnTo>
                  <a:lnTo>
                    <a:pt x="0" y="334010"/>
                  </a:lnTo>
                  <a:lnTo>
                    <a:pt x="29210" y="334010"/>
                  </a:lnTo>
                  <a:lnTo>
                    <a:pt x="29210" y="330212"/>
                  </a:lnTo>
                  <a:close/>
                </a:path>
                <a:path w="29210" h="476250">
                  <a:moveTo>
                    <a:pt x="29210" y="327672"/>
                  </a:moveTo>
                  <a:lnTo>
                    <a:pt x="0" y="327672"/>
                  </a:lnTo>
                  <a:lnTo>
                    <a:pt x="0" y="330200"/>
                  </a:lnTo>
                  <a:lnTo>
                    <a:pt x="29210" y="330200"/>
                  </a:lnTo>
                  <a:lnTo>
                    <a:pt x="29210" y="327672"/>
                  </a:lnTo>
                  <a:close/>
                </a:path>
                <a:path w="29210" h="476250">
                  <a:moveTo>
                    <a:pt x="29210" y="317512"/>
                  </a:moveTo>
                  <a:lnTo>
                    <a:pt x="0" y="317512"/>
                  </a:lnTo>
                  <a:lnTo>
                    <a:pt x="0" y="327660"/>
                  </a:lnTo>
                  <a:lnTo>
                    <a:pt x="29210" y="327660"/>
                  </a:lnTo>
                  <a:lnTo>
                    <a:pt x="29210" y="317512"/>
                  </a:lnTo>
                  <a:close/>
                </a:path>
                <a:path w="29210" h="476250">
                  <a:moveTo>
                    <a:pt x="29210" y="314972"/>
                  </a:moveTo>
                  <a:lnTo>
                    <a:pt x="0" y="314972"/>
                  </a:lnTo>
                  <a:lnTo>
                    <a:pt x="0" y="317500"/>
                  </a:lnTo>
                  <a:lnTo>
                    <a:pt x="29210" y="317500"/>
                  </a:lnTo>
                  <a:lnTo>
                    <a:pt x="29210" y="314972"/>
                  </a:lnTo>
                  <a:close/>
                </a:path>
                <a:path w="29210" h="476250">
                  <a:moveTo>
                    <a:pt x="29210" y="311162"/>
                  </a:moveTo>
                  <a:lnTo>
                    <a:pt x="0" y="311162"/>
                  </a:lnTo>
                  <a:lnTo>
                    <a:pt x="0" y="314960"/>
                  </a:lnTo>
                  <a:lnTo>
                    <a:pt x="29210" y="314960"/>
                  </a:lnTo>
                  <a:lnTo>
                    <a:pt x="29210" y="311162"/>
                  </a:lnTo>
                  <a:close/>
                </a:path>
                <a:path w="29210" h="476250">
                  <a:moveTo>
                    <a:pt x="29210" y="304812"/>
                  </a:moveTo>
                  <a:lnTo>
                    <a:pt x="0" y="304812"/>
                  </a:lnTo>
                  <a:lnTo>
                    <a:pt x="0" y="311150"/>
                  </a:lnTo>
                  <a:lnTo>
                    <a:pt x="29210" y="311150"/>
                  </a:lnTo>
                  <a:lnTo>
                    <a:pt x="29210" y="304812"/>
                  </a:lnTo>
                  <a:close/>
                </a:path>
                <a:path w="29210" h="476250">
                  <a:moveTo>
                    <a:pt x="29210" y="292112"/>
                  </a:moveTo>
                  <a:lnTo>
                    <a:pt x="0" y="292112"/>
                  </a:lnTo>
                  <a:lnTo>
                    <a:pt x="0" y="304800"/>
                  </a:lnTo>
                  <a:lnTo>
                    <a:pt x="29210" y="304800"/>
                  </a:lnTo>
                  <a:lnTo>
                    <a:pt x="29210" y="292112"/>
                  </a:lnTo>
                  <a:close/>
                </a:path>
                <a:path w="29210" h="476250">
                  <a:moveTo>
                    <a:pt x="29210" y="289572"/>
                  </a:moveTo>
                  <a:lnTo>
                    <a:pt x="0" y="289572"/>
                  </a:lnTo>
                  <a:lnTo>
                    <a:pt x="0" y="292100"/>
                  </a:lnTo>
                  <a:lnTo>
                    <a:pt x="29210" y="292100"/>
                  </a:lnTo>
                  <a:lnTo>
                    <a:pt x="29210" y="289572"/>
                  </a:lnTo>
                  <a:close/>
                </a:path>
                <a:path w="29210" h="476250">
                  <a:moveTo>
                    <a:pt x="29210" y="285762"/>
                  </a:moveTo>
                  <a:lnTo>
                    <a:pt x="0" y="285762"/>
                  </a:lnTo>
                  <a:lnTo>
                    <a:pt x="0" y="289560"/>
                  </a:lnTo>
                  <a:lnTo>
                    <a:pt x="29210" y="289560"/>
                  </a:lnTo>
                  <a:lnTo>
                    <a:pt x="29210" y="285762"/>
                  </a:lnTo>
                  <a:close/>
                </a:path>
                <a:path w="29210" h="476250">
                  <a:moveTo>
                    <a:pt x="29210" y="283222"/>
                  </a:moveTo>
                  <a:lnTo>
                    <a:pt x="0" y="283222"/>
                  </a:lnTo>
                  <a:lnTo>
                    <a:pt x="0" y="285750"/>
                  </a:lnTo>
                  <a:lnTo>
                    <a:pt x="29210" y="285750"/>
                  </a:lnTo>
                  <a:lnTo>
                    <a:pt x="29210" y="283222"/>
                  </a:lnTo>
                  <a:close/>
                </a:path>
                <a:path w="29210" h="476250">
                  <a:moveTo>
                    <a:pt x="29210" y="279412"/>
                  </a:moveTo>
                  <a:lnTo>
                    <a:pt x="0" y="279412"/>
                  </a:lnTo>
                  <a:lnTo>
                    <a:pt x="0" y="283210"/>
                  </a:lnTo>
                  <a:lnTo>
                    <a:pt x="29210" y="283210"/>
                  </a:lnTo>
                  <a:lnTo>
                    <a:pt x="29210" y="279412"/>
                  </a:lnTo>
                  <a:close/>
                </a:path>
                <a:path w="29210" h="476250">
                  <a:moveTo>
                    <a:pt x="29210" y="273062"/>
                  </a:moveTo>
                  <a:lnTo>
                    <a:pt x="0" y="273062"/>
                  </a:lnTo>
                  <a:lnTo>
                    <a:pt x="0" y="279400"/>
                  </a:lnTo>
                  <a:lnTo>
                    <a:pt x="29210" y="279400"/>
                  </a:lnTo>
                  <a:lnTo>
                    <a:pt x="29210" y="273062"/>
                  </a:lnTo>
                  <a:close/>
                </a:path>
                <a:path w="29210" h="476250">
                  <a:moveTo>
                    <a:pt x="29210" y="234962"/>
                  </a:moveTo>
                  <a:lnTo>
                    <a:pt x="0" y="234962"/>
                  </a:lnTo>
                  <a:lnTo>
                    <a:pt x="0" y="273050"/>
                  </a:lnTo>
                  <a:lnTo>
                    <a:pt x="29210" y="273050"/>
                  </a:lnTo>
                  <a:lnTo>
                    <a:pt x="29210" y="234962"/>
                  </a:lnTo>
                  <a:close/>
                </a:path>
                <a:path w="29210" h="476250">
                  <a:moveTo>
                    <a:pt x="292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9210" y="234950"/>
                  </a:lnTo>
                  <a:lnTo>
                    <a:pt x="29210" y="232422"/>
                  </a:lnTo>
                  <a:close/>
                </a:path>
                <a:path w="29210" h="476250">
                  <a:moveTo>
                    <a:pt x="2921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29210" y="232410"/>
                  </a:lnTo>
                  <a:lnTo>
                    <a:pt x="29210" y="226072"/>
                  </a:lnTo>
                  <a:close/>
                </a:path>
                <a:path w="29210" h="476250">
                  <a:moveTo>
                    <a:pt x="2921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29210" y="226060"/>
                  </a:lnTo>
                  <a:lnTo>
                    <a:pt x="29210" y="222262"/>
                  </a:lnTo>
                  <a:close/>
                </a:path>
                <a:path w="29210" h="476250">
                  <a:moveTo>
                    <a:pt x="2921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29210" y="222250"/>
                  </a:lnTo>
                  <a:lnTo>
                    <a:pt x="29210" y="219722"/>
                  </a:lnTo>
                  <a:close/>
                </a:path>
                <a:path w="29210" h="476250">
                  <a:moveTo>
                    <a:pt x="29210" y="213372"/>
                  </a:moveTo>
                  <a:lnTo>
                    <a:pt x="0" y="213372"/>
                  </a:lnTo>
                  <a:lnTo>
                    <a:pt x="0" y="219710"/>
                  </a:lnTo>
                  <a:lnTo>
                    <a:pt x="29210" y="219710"/>
                  </a:lnTo>
                  <a:lnTo>
                    <a:pt x="29210" y="213372"/>
                  </a:lnTo>
                  <a:close/>
                </a:path>
                <a:path w="29210" h="476250">
                  <a:moveTo>
                    <a:pt x="29210" y="207022"/>
                  </a:moveTo>
                  <a:lnTo>
                    <a:pt x="0" y="207022"/>
                  </a:lnTo>
                  <a:lnTo>
                    <a:pt x="0" y="213360"/>
                  </a:lnTo>
                  <a:lnTo>
                    <a:pt x="29210" y="213360"/>
                  </a:lnTo>
                  <a:lnTo>
                    <a:pt x="29210" y="207022"/>
                  </a:lnTo>
                  <a:close/>
                </a:path>
                <a:path w="29210" h="476250">
                  <a:moveTo>
                    <a:pt x="29210" y="195592"/>
                  </a:moveTo>
                  <a:lnTo>
                    <a:pt x="0" y="195592"/>
                  </a:lnTo>
                  <a:lnTo>
                    <a:pt x="0" y="207010"/>
                  </a:lnTo>
                  <a:lnTo>
                    <a:pt x="29210" y="207010"/>
                  </a:lnTo>
                  <a:lnTo>
                    <a:pt x="29210" y="195592"/>
                  </a:lnTo>
                  <a:close/>
                </a:path>
                <a:path w="29210" h="476250">
                  <a:moveTo>
                    <a:pt x="2921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9210" y="195580"/>
                  </a:lnTo>
                  <a:lnTo>
                    <a:pt x="29210" y="189242"/>
                  </a:lnTo>
                  <a:close/>
                </a:path>
                <a:path w="29210" h="476250">
                  <a:moveTo>
                    <a:pt x="29210" y="182892"/>
                  </a:moveTo>
                  <a:lnTo>
                    <a:pt x="0" y="182892"/>
                  </a:lnTo>
                  <a:lnTo>
                    <a:pt x="0" y="189230"/>
                  </a:lnTo>
                  <a:lnTo>
                    <a:pt x="29210" y="189230"/>
                  </a:lnTo>
                  <a:lnTo>
                    <a:pt x="29210" y="182892"/>
                  </a:lnTo>
                  <a:close/>
                </a:path>
                <a:path w="29210" h="476250">
                  <a:moveTo>
                    <a:pt x="29210" y="176542"/>
                  </a:moveTo>
                  <a:lnTo>
                    <a:pt x="0" y="176542"/>
                  </a:lnTo>
                  <a:lnTo>
                    <a:pt x="0" y="182880"/>
                  </a:lnTo>
                  <a:lnTo>
                    <a:pt x="29210" y="182880"/>
                  </a:lnTo>
                  <a:lnTo>
                    <a:pt x="29210" y="176542"/>
                  </a:lnTo>
                  <a:close/>
                </a:path>
                <a:path w="29210" h="476250">
                  <a:moveTo>
                    <a:pt x="29210" y="170192"/>
                  </a:moveTo>
                  <a:lnTo>
                    <a:pt x="0" y="170192"/>
                  </a:lnTo>
                  <a:lnTo>
                    <a:pt x="0" y="176530"/>
                  </a:lnTo>
                  <a:lnTo>
                    <a:pt x="29210" y="176530"/>
                  </a:lnTo>
                  <a:lnTo>
                    <a:pt x="29210" y="170192"/>
                  </a:lnTo>
                  <a:close/>
                </a:path>
                <a:path w="29210" h="476250">
                  <a:moveTo>
                    <a:pt x="29210" y="163842"/>
                  </a:moveTo>
                  <a:lnTo>
                    <a:pt x="0" y="163842"/>
                  </a:lnTo>
                  <a:lnTo>
                    <a:pt x="0" y="170180"/>
                  </a:lnTo>
                  <a:lnTo>
                    <a:pt x="29210" y="170180"/>
                  </a:lnTo>
                  <a:lnTo>
                    <a:pt x="29210" y="163842"/>
                  </a:lnTo>
                  <a:close/>
                </a:path>
                <a:path w="29210" h="476250">
                  <a:moveTo>
                    <a:pt x="29210" y="157492"/>
                  </a:moveTo>
                  <a:lnTo>
                    <a:pt x="0" y="157492"/>
                  </a:lnTo>
                  <a:lnTo>
                    <a:pt x="0" y="163830"/>
                  </a:lnTo>
                  <a:lnTo>
                    <a:pt x="29210" y="163830"/>
                  </a:lnTo>
                  <a:lnTo>
                    <a:pt x="29210" y="157492"/>
                  </a:lnTo>
                  <a:close/>
                </a:path>
                <a:path w="29210" h="476250">
                  <a:moveTo>
                    <a:pt x="2921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9210" y="157480"/>
                  </a:lnTo>
                  <a:lnTo>
                    <a:pt x="29210" y="151142"/>
                  </a:lnTo>
                  <a:close/>
                </a:path>
                <a:path w="29210" h="476250">
                  <a:moveTo>
                    <a:pt x="29210" y="138442"/>
                  </a:moveTo>
                  <a:lnTo>
                    <a:pt x="0" y="138442"/>
                  </a:lnTo>
                  <a:lnTo>
                    <a:pt x="0" y="151130"/>
                  </a:lnTo>
                  <a:lnTo>
                    <a:pt x="29210" y="151130"/>
                  </a:lnTo>
                  <a:lnTo>
                    <a:pt x="29210" y="138442"/>
                  </a:lnTo>
                  <a:close/>
                </a:path>
                <a:path w="29210" h="476250">
                  <a:moveTo>
                    <a:pt x="29210" y="132092"/>
                  </a:moveTo>
                  <a:lnTo>
                    <a:pt x="0" y="132092"/>
                  </a:lnTo>
                  <a:lnTo>
                    <a:pt x="0" y="138430"/>
                  </a:lnTo>
                  <a:lnTo>
                    <a:pt x="29210" y="138430"/>
                  </a:lnTo>
                  <a:lnTo>
                    <a:pt x="29210" y="132092"/>
                  </a:lnTo>
                  <a:close/>
                </a:path>
                <a:path w="29210" h="476250">
                  <a:moveTo>
                    <a:pt x="29210" y="125742"/>
                  </a:moveTo>
                  <a:lnTo>
                    <a:pt x="0" y="125742"/>
                  </a:lnTo>
                  <a:lnTo>
                    <a:pt x="0" y="132080"/>
                  </a:lnTo>
                  <a:lnTo>
                    <a:pt x="29210" y="132080"/>
                  </a:lnTo>
                  <a:lnTo>
                    <a:pt x="29210" y="125742"/>
                  </a:lnTo>
                  <a:close/>
                </a:path>
                <a:path w="29210" h="476250">
                  <a:moveTo>
                    <a:pt x="29210" y="119392"/>
                  </a:moveTo>
                  <a:lnTo>
                    <a:pt x="0" y="119392"/>
                  </a:lnTo>
                  <a:lnTo>
                    <a:pt x="0" y="125730"/>
                  </a:lnTo>
                  <a:lnTo>
                    <a:pt x="29210" y="125730"/>
                  </a:lnTo>
                  <a:lnTo>
                    <a:pt x="29210" y="119392"/>
                  </a:lnTo>
                  <a:close/>
                </a:path>
                <a:path w="29210" h="476250">
                  <a:moveTo>
                    <a:pt x="29210" y="113042"/>
                  </a:moveTo>
                  <a:lnTo>
                    <a:pt x="0" y="113042"/>
                  </a:lnTo>
                  <a:lnTo>
                    <a:pt x="0" y="119380"/>
                  </a:lnTo>
                  <a:lnTo>
                    <a:pt x="29210" y="119380"/>
                  </a:lnTo>
                  <a:lnTo>
                    <a:pt x="29210" y="113042"/>
                  </a:lnTo>
                  <a:close/>
                </a:path>
                <a:path w="29210" h="476250">
                  <a:moveTo>
                    <a:pt x="29210" y="106692"/>
                  </a:moveTo>
                  <a:lnTo>
                    <a:pt x="0" y="106692"/>
                  </a:lnTo>
                  <a:lnTo>
                    <a:pt x="0" y="113030"/>
                  </a:lnTo>
                  <a:lnTo>
                    <a:pt x="29210" y="113030"/>
                  </a:lnTo>
                  <a:lnTo>
                    <a:pt x="29210" y="106692"/>
                  </a:lnTo>
                  <a:close/>
                </a:path>
                <a:path w="29210" h="476250">
                  <a:moveTo>
                    <a:pt x="29210" y="100342"/>
                  </a:moveTo>
                  <a:lnTo>
                    <a:pt x="0" y="100342"/>
                  </a:lnTo>
                  <a:lnTo>
                    <a:pt x="0" y="106680"/>
                  </a:lnTo>
                  <a:lnTo>
                    <a:pt x="29210" y="106680"/>
                  </a:lnTo>
                  <a:lnTo>
                    <a:pt x="29210" y="100342"/>
                  </a:lnTo>
                  <a:close/>
                </a:path>
                <a:path w="29210" h="476250">
                  <a:moveTo>
                    <a:pt x="2921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9210" y="100330"/>
                  </a:lnTo>
                  <a:lnTo>
                    <a:pt x="29210" y="93992"/>
                  </a:lnTo>
                  <a:close/>
                </a:path>
                <a:path w="29210" h="476250">
                  <a:moveTo>
                    <a:pt x="2921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9210" y="93980"/>
                  </a:lnTo>
                  <a:lnTo>
                    <a:pt x="29210" y="87642"/>
                  </a:lnTo>
                  <a:close/>
                </a:path>
                <a:path w="29210" h="476250">
                  <a:moveTo>
                    <a:pt x="29210" y="81292"/>
                  </a:moveTo>
                  <a:lnTo>
                    <a:pt x="0" y="81292"/>
                  </a:lnTo>
                  <a:lnTo>
                    <a:pt x="0" y="87630"/>
                  </a:lnTo>
                  <a:lnTo>
                    <a:pt x="29210" y="87630"/>
                  </a:lnTo>
                  <a:lnTo>
                    <a:pt x="29210" y="81292"/>
                  </a:lnTo>
                  <a:close/>
                </a:path>
                <a:path w="29210" h="476250">
                  <a:moveTo>
                    <a:pt x="29210" y="68592"/>
                  </a:moveTo>
                  <a:lnTo>
                    <a:pt x="0" y="68592"/>
                  </a:lnTo>
                  <a:lnTo>
                    <a:pt x="0" y="81280"/>
                  </a:lnTo>
                  <a:lnTo>
                    <a:pt x="29210" y="81280"/>
                  </a:lnTo>
                  <a:lnTo>
                    <a:pt x="29210" y="68592"/>
                  </a:lnTo>
                  <a:close/>
                </a:path>
                <a:path w="29210" h="476250">
                  <a:moveTo>
                    <a:pt x="29210" y="62242"/>
                  </a:moveTo>
                  <a:lnTo>
                    <a:pt x="0" y="62242"/>
                  </a:lnTo>
                  <a:lnTo>
                    <a:pt x="0" y="68580"/>
                  </a:lnTo>
                  <a:lnTo>
                    <a:pt x="29210" y="68580"/>
                  </a:lnTo>
                  <a:lnTo>
                    <a:pt x="29210" y="62242"/>
                  </a:lnTo>
                  <a:close/>
                </a:path>
                <a:path w="29210" h="476250">
                  <a:moveTo>
                    <a:pt x="29210" y="55892"/>
                  </a:moveTo>
                  <a:lnTo>
                    <a:pt x="0" y="55892"/>
                  </a:lnTo>
                  <a:lnTo>
                    <a:pt x="0" y="62230"/>
                  </a:lnTo>
                  <a:lnTo>
                    <a:pt x="29210" y="62230"/>
                  </a:lnTo>
                  <a:lnTo>
                    <a:pt x="29210" y="55892"/>
                  </a:lnTo>
                  <a:close/>
                </a:path>
                <a:path w="29210" h="476250">
                  <a:moveTo>
                    <a:pt x="29210" y="49542"/>
                  </a:moveTo>
                  <a:lnTo>
                    <a:pt x="0" y="49542"/>
                  </a:lnTo>
                  <a:lnTo>
                    <a:pt x="0" y="55880"/>
                  </a:lnTo>
                  <a:lnTo>
                    <a:pt x="29210" y="55880"/>
                  </a:lnTo>
                  <a:lnTo>
                    <a:pt x="29210" y="49542"/>
                  </a:lnTo>
                  <a:close/>
                </a:path>
                <a:path w="29210" h="476250">
                  <a:moveTo>
                    <a:pt x="2921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9210" y="49530"/>
                  </a:lnTo>
                  <a:lnTo>
                    <a:pt x="29210" y="43192"/>
                  </a:lnTo>
                  <a:close/>
                </a:path>
                <a:path w="29210" h="476250">
                  <a:moveTo>
                    <a:pt x="2921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9210" y="43180"/>
                  </a:lnTo>
                  <a:lnTo>
                    <a:pt x="29210" y="36842"/>
                  </a:lnTo>
                  <a:close/>
                </a:path>
                <a:path w="29210" h="476250">
                  <a:moveTo>
                    <a:pt x="2921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9210" y="36830"/>
                  </a:lnTo>
                  <a:lnTo>
                    <a:pt x="29210" y="30492"/>
                  </a:lnTo>
                  <a:close/>
                </a:path>
                <a:path w="29210" h="476250">
                  <a:moveTo>
                    <a:pt x="29210" y="24142"/>
                  </a:moveTo>
                  <a:lnTo>
                    <a:pt x="0" y="24142"/>
                  </a:lnTo>
                  <a:lnTo>
                    <a:pt x="0" y="30480"/>
                  </a:lnTo>
                  <a:lnTo>
                    <a:pt x="29210" y="30480"/>
                  </a:lnTo>
                  <a:lnTo>
                    <a:pt x="29210" y="24142"/>
                  </a:lnTo>
                  <a:close/>
                </a:path>
                <a:path w="29210" h="476250">
                  <a:moveTo>
                    <a:pt x="292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9210" y="24130"/>
                  </a:lnTo>
                  <a:lnTo>
                    <a:pt x="29210" y="17792"/>
                  </a:lnTo>
                  <a:close/>
                </a:path>
                <a:path w="29210" h="476250">
                  <a:moveTo>
                    <a:pt x="29210" y="5092"/>
                  </a:moveTo>
                  <a:lnTo>
                    <a:pt x="0" y="5092"/>
                  </a:lnTo>
                  <a:lnTo>
                    <a:pt x="0" y="17780"/>
                  </a:lnTo>
                  <a:lnTo>
                    <a:pt x="29210" y="17780"/>
                  </a:lnTo>
                  <a:lnTo>
                    <a:pt x="29210" y="5092"/>
                  </a:lnTo>
                  <a:close/>
                </a:path>
                <a:path w="29210" h="476250">
                  <a:moveTo>
                    <a:pt x="292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9210" y="5080"/>
                  </a:lnTo>
                  <a:lnTo>
                    <a:pt x="29210" y="0"/>
                  </a:lnTo>
                  <a:close/>
                </a:path>
              </a:pathLst>
            </a:custGeom>
            <a:solidFill>
              <a:srgbClr val="2244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9" name="object 3749"/>
            <p:cNvSpPr/>
            <p:nvPr/>
          </p:nvSpPr>
          <p:spPr>
            <a:xfrm>
              <a:off x="4436110" y="5500382"/>
              <a:ext cx="29209" cy="181610"/>
            </a:xfrm>
            <a:custGeom>
              <a:avLst/>
              <a:gdLst/>
              <a:ahLst/>
              <a:cxnLst/>
              <a:rect l="l" t="t" r="r" b="b"/>
              <a:pathLst>
                <a:path w="29210" h="181610">
                  <a:moveTo>
                    <a:pt x="29210" y="180340"/>
                  </a:moveTo>
                  <a:lnTo>
                    <a:pt x="0" y="180340"/>
                  </a:lnTo>
                  <a:lnTo>
                    <a:pt x="0" y="181597"/>
                  </a:lnTo>
                  <a:lnTo>
                    <a:pt x="29210" y="181597"/>
                  </a:lnTo>
                  <a:lnTo>
                    <a:pt x="29210" y="180340"/>
                  </a:lnTo>
                  <a:close/>
                </a:path>
                <a:path w="29210" h="181610">
                  <a:moveTo>
                    <a:pt x="29210" y="173990"/>
                  </a:moveTo>
                  <a:lnTo>
                    <a:pt x="0" y="173990"/>
                  </a:lnTo>
                  <a:lnTo>
                    <a:pt x="0" y="180327"/>
                  </a:lnTo>
                  <a:lnTo>
                    <a:pt x="29210" y="180327"/>
                  </a:lnTo>
                  <a:lnTo>
                    <a:pt x="29210" y="173990"/>
                  </a:lnTo>
                  <a:close/>
                </a:path>
                <a:path w="29210" h="181610">
                  <a:moveTo>
                    <a:pt x="29210" y="171450"/>
                  </a:moveTo>
                  <a:lnTo>
                    <a:pt x="0" y="171450"/>
                  </a:lnTo>
                  <a:lnTo>
                    <a:pt x="0" y="173977"/>
                  </a:lnTo>
                  <a:lnTo>
                    <a:pt x="29210" y="173977"/>
                  </a:lnTo>
                  <a:lnTo>
                    <a:pt x="29210" y="171450"/>
                  </a:lnTo>
                  <a:close/>
                </a:path>
                <a:path w="29210" h="181610">
                  <a:moveTo>
                    <a:pt x="29210" y="167640"/>
                  </a:moveTo>
                  <a:lnTo>
                    <a:pt x="0" y="167640"/>
                  </a:lnTo>
                  <a:lnTo>
                    <a:pt x="0" y="171437"/>
                  </a:lnTo>
                  <a:lnTo>
                    <a:pt x="29210" y="171437"/>
                  </a:lnTo>
                  <a:lnTo>
                    <a:pt x="29210" y="167640"/>
                  </a:lnTo>
                  <a:close/>
                </a:path>
                <a:path w="29210" h="181610">
                  <a:moveTo>
                    <a:pt x="29210" y="165100"/>
                  </a:moveTo>
                  <a:lnTo>
                    <a:pt x="0" y="165100"/>
                  </a:lnTo>
                  <a:lnTo>
                    <a:pt x="0" y="167627"/>
                  </a:lnTo>
                  <a:lnTo>
                    <a:pt x="29210" y="167627"/>
                  </a:lnTo>
                  <a:lnTo>
                    <a:pt x="29210" y="165100"/>
                  </a:lnTo>
                  <a:close/>
                </a:path>
                <a:path w="29210" h="181610">
                  <a:moveTo>
                    <a:pt x="29210" y="161290"/>
                  </a:moveTo>
                  <a:lnTo>
                    <a:pt x="0" y="161290"/>
                  </a:lnTo>
                  <a:lnTo>
                    <a:pt x="0" y="165087"/>
                  </a:lnTo>
                  <a:lnTo>
                    <a:pt x="29210" y="165087"/>
                  </a:lnTo>
                  <a:lnTo>
                    <a:pt x="29210" y="161290"/>
                  </a:lnTo>
                  <a:close/>
                </a:path>
                <a:path w="29210" h="181610">
                  <a:moveTo>
                    <a:pt x="29210" y="154940"/>
                  </a:moveTo>
                  <a:lnTo>
                    <a:pt x="0" y="154940"/>
                  </a:lnTo>
                  <a:lnTo>
                    <a:pt x="0" y="161277"/>
                  </a:lnTo>
                  <a:lnTo>
                    <a:pt x="29210" y="161277"/>
                  </a:lnTo>
                  <a:lnTo>
                    <a:pt x="29210" y="154940"/>
                  </a:lnTo>
                  <a:close/>
                </a:path>
                <a:path w="29210" h="181610">
                  <a:moveTo>
                    <a:pt x="29210" y="152400"/>
                  </a:moveTo>
                  <a:lnTo>
                    <a:pt x="0" y="152400"/>
                  </a:lnTo>
                  <a:lnTo>
                    <a:pt x="0" y="154927"/>
                  </a:lnTo>
                  <a:lnTo>
                    <a:pt x="29210" y="154927"/>
                  </a:lnTo>
                  <a:lnTo>
                    <a:pt x="29210" y="152400"/>
                  </a:lnTo>
                  <a:close/>
                </a:path>
                <a:path w="29210" h="181610">
                  <a:moveTo>
                    <a:pt x="29210" y="148590"/>
                  </a:moveTo>
                  <a:lnTo>
                    <a:pt x="0" y="148590"/>
                  </a:lnTo>
                  <a:lnTo>
                    <a:pt x="0" y="152387"/>
                  </a:lnTo>
                  <a:lnTo>
                    <a:pt x="29210" y="152387"/>
                  </a:lnTo>
                  <a:lnTo>
                    <a:pt x="29210" y="148590"/>
                  </a:lnTo>
                  <a:close/>
                </a:path>
                <a:path w="29210" h="181610">
                  <a:moveTo>
                    <a:pt x="29210" y="146050"/>
                  </a:moveTo>
                  <a:lnTo>
                    <a:pt x="0" y="146050"/>
                  </a:lnTo>
                  <a:lnTo>
                    <a:pt x="0" y="148577"/>
                  </a:lnTo>
                  <a:lnTo>
                    <a:pt x="29210" y="148577"/>
                  </a:lnTo>
                  <a:lnTo>
                    <a:pt x="29210" y="146050"/>
                  </a:lnTo>
                  <a:close/>
                </a:path>
                <a:path w="29210" h="181610">
                  <a:moveTo>
                    <a:pt x="29210" y="142240"/>
                  </a:moveTo>
                  <a:lnTo>
                    <a:pt x="0" y="142240"/>
                  </a:lnTo>
                  <a:lnTo>
                    <a:pt x="0" y="146037"/>
                  </a:lnTo>
                  <a:lnTo>
                    <a:pt x="29210" y="146037"/>
                  </a:lnTo>
                  <a:lnTo>
                    <a:pt x="29210" y="142240"/>
                  </a:lnTo>
                  <a:close/>
                </a:path>
                <a:path w="29210" h="181610">
                  <a:moveTo>
                    <a:pt x="29210" y="135890"/>
                  </a:moveTo>
                  <a:lnTo>
                    <a:pt x="0" y="135890"/>
                  </a:lnTo>
                  <a:lnTo>
                    <a:pt x="0" y="142227"/>
                  </a:lnTo>
                  <a:lnTo>
                    <a:pt x="29210" y="142227"/>
                  </a:lnTo>
                  <a:lnTo>
                    <a:pt x="29210" y="135890"/>
                  </a:lnTo>
                  <a:close/>
                </a:path>
                <a:path w="29210" h="181610">
                  <a:moveTo>
                    <a:pt x="29210" y="133350"/>
                  </a:moveTo>
                  <a:lnTo>
                    <a:pt x="0" y="133350"/>
                  </a:lnTo>
                  <a:lnTo>
                    <a:pt x="0" y="135877"/>
                  </a:lnTo>
                  <a:lnTo>
                    <a:pt x="29210" y="135877"/>
                  </a:lnTo>
                  <a:lnTo>
                    <a:pt x="29210" y="133350"/>
                  </a:lnTo>
                  <a:close/>
                </a:path>
                <a:path w="29210" h="181610">
                  <a:moveTo>
                    <a:pt x="29210" y="129540"/>
                  </a:moveTo>
                  <a:lnTo>
                    <a:pt x="0" y="129540"/>
                  </a:lnTo>
                  <a:lnTo>
                    <a:pt x="0" y="133337"/>
                  </a:lnTo>
                  <a:lnTo>
                    <a:pt x="29210" y="133337"/>
                  </a:lnTo>
                  <a:lnTo>
                    <a:pt x="29210" y="129540"/>
                  </a:lnTo>
                  <a:close/>
                </a:path>
                <a:path w="29210" h="181610">
                  <a:moveTo>
                    <a:pt x="29210" y="127000"/>
                  </a:moveTo>
                  <a:lnTo>
                    <a:pt x="0" y="127000"/>
                  </a:lnTo>
                  <a:lnTo>
                    <a:pt x="0" y="129527"/>
                  </a:lnTo>
                  <a:lnTo>
                    <a:pt x="29210" y="129527"/>
                  </a:lnTo>
                  <a:lnTo>
                    <a:pt x="29210" y="127000"/>
                  </a:lnTo>
                  <a:close/>
                </a:path>
                <a:path w="29210" h="181610">
                  <a:moveTo>
                    <a:pt x="29210" y="120650"/>
                  </a:moveTo>
                  <a:lnTo>
                    <a:pt x="0" y="120650"/>
                  </a:lnTo>
                  <a:lnTo>
                    <a:pt x="0" y="126987"/>
                  </a:lnTo>
                  <a:lnTo>
                    <a:pt x="29210" y="126987"/>
                  </a:lnTo>
                  <a:lnTo>
                    <a:pt x="29210" y="120650"/>
                  </a:lnTo>
                  <a:close/>
                </a:path>
                <a:path w="29210" h="181610">
                  <a:moveTo>
                    <a:pt x="2921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29210" y="120637"/>
                  </a:lnTo>
                  <a:lnTo>
                    <a:pt x="29210" y="114300"/>
                  </a:lnTo>
                  <a:close/>
                </a:path>
                <a:path w="29210" h="181610">
                  <a:moveTo>
                    <a:pt x="29210" y="110490"/>
                  </a:moveTo>
                  <a:lnTo>
                    <a:pt x="0" y="110490"/>
                  </a:lnTo>
                  <a:lnTo>
                    <a:pt x="0" y="114287"/>
                  </a:lnTo>
                  <a:lnTo>
                    <a:pt x="29210" y="114287"/>
                  </a:lnTo>
                  <a:lnTo>
                    <a:pt x="29210" y="110490"/>
                  </a:lnTo>
                  <a:close/>
                </a:path>
                <a:path w="29210" h="181610">
                  <a:moveTo>
                    <a:pt x="29210" y="107950"/>
                  </a:moveTo>
                  <a:lnTo>
                    <a:pt x="0" y="107950"/>
                  </a:lnTo>
                  <a:lnTo>
                    <a:pt x="0" y="110477"/>
                  </a:lnTo>
                  <a:lnTo>
                    <a:pt x="29210" y="110477"/>
                  </a:lnTo>
                  <a:lnTo>
                    <a:pt x="29210" y="107950"/>
                  </a:lnTo>
                  <a:close/>
                </a:path>
                <a:path w="29210" h="181610">
                  <a:moveTo>
                    <a:pt x="29210" y="104140"/>
                  </a:moveTo>
                  <a:lnTo>
                    <a:pt x="0" y="104140"/>
                  </a:lnTo>
                  <a:lnTo>
                    <a:pt x="0" y="107937"/>
                  </a:lnTo>
                  <a:lnTo>
                    <a:pt x="29210" y="107937"/>
                  </a:lnTo>
                  <a:lnTo>
                    <a:pt x="29210" y="104140"/>
                  </a:lnTo>
                  <a:close/>
                </a:path>
                <a:path w="29210" h="181610">
                  <a:moveTo>
                    <a:pt x="29210" y="101600"/>
                  </a:moveTo>
                  <a:lnTo>
                    <a:pt x="0" y="101600"/>
                  </a:lnTo>
                  <a:lnTo>
                    <a:pt x="0" y="104127"/>
                  </a:lnTo>
                  <a:lnTo>
                    <a:pt x="29210" y="104127"/>
                  </a:lnTo>
                  <a:lnTo>
                    <a:pt x="29210" y="101600"/>
                  </a:lnTo>
                  <a:close/>
                </a:path>
                <a:path w="29210" h="181610">
                  <a:moveTo>
                    <a:pt x="29210" y="97790"/>
                  </a:moveTo>
                  <a:lnTo>
                    <a:pt x="0" y="97790"/>
                  </a:lnTo>
                  <a:lnTo>
                    <a:pt x="0" y="101587"/>
                  </a:lnTo>
                  <a:lnTo>
                    <a:pt x="29210" y="101587"/>
                  </a:lnTo>
                  <a:lnTo>
                    <a:pt x="29210" y="97790"/>
                  </a:lnTo>
                  <a:close/>
                </a:path>
                <a:path w="29210" h="181610">
                  <a:moveTo>
                    <a:pt x="29210" y="95250"/>
                  </a:moveTo>
                  <a:lnTo>
                    <a:pt x="0" y="95250"/>
                  </a:lnTo>
                  <a:lnTo>
                    <a:pt x="0" y="97777"/>
                  </a:lnTo>
                  <a:lnTo>
                    <a:pt x="29210" y="97777"/>
                  </a:lnTo>
                  <a:lnTo>
                    <a:pt x="29210" y="95250"/>
                  </a:lnTo>
                  <a:close/>
                </a:path>
                <a:path w="29210" h="181610">
                  <a:moveTo>
                    <a:pt x="29210" y="91440"/>
                  </a:moveTo>
                  <a:lnTo>
                    <a:pt x="0" y="91440"/>
                  </a:lnTo>
                  <a:lnTo>
                    <a:pt x="0" y="95237"/>
                  </a:lnTo>
                  <a:lnTo>
                    <a:pt x="29210" y="95237"/>
                  </a:lnTo>
                  <a:lnTo>
                    <a:pt x="29210" y="91440"/>
                  </a:lnTo>
                  <a:close/>
                </a:path>
                <a:path w="29210" h="181610">
                  <a:moveTo>
                    <a:pt x="29210" y="82550"/>
                  </a:moveTo>
                  <a:lnTo>
                    <a:pt x="0" y="82550"/>
                  </a:lnTo>
                  <a:lnTo>
                    <a:pt x="0" y="91427"/>
                  </a:lnTo>
                  <a:lnTo>
                    <a:pt x="29210" y="91427"/>
                  </a:lnTo>
                  <a:lnTo>
                    <a:pt x="29210" y="82550"/>
                  </a:lnTo>
                  <a:close/>
                </a:path>
                <a:path w="29210" h="181610">
                  <a:moveTo>
                    <a:pt x="29210" y="72390"/>
                  </a:moveTo>
                  <a:lnTo>
                    <a:pt x="0" y="72390"/>
                  </a:lnTo>
                  <a:lnTo>
                    <a:pt x="0" y="82537"/>
                  </a:lnTo>
                  <a:lnTo>
                    <a:pt x="29210" y="82537"/>
                  </a:lnTo>
                  <a:lnTo>
                    <a:pt x="29210" y="72390"/>
                  </a:lnTo>
                  <a:close/>
                </a:path>
                <a:path w="29210" h="181610">
                  <a:moveTo>
                    <a:pt x="29210" y="63500"/>
                  </a:moveTo>
                  <a:lnTo>
                    <a:pt x="0" y="63500"/>
                  </a:lnTo>
                  <a:lnTo>
                    <a:pt x="0" y="72377"/>
                  </a:lnTo>
                  <a:lnTo>
                    <a:pt x="29210" y="72377"/>
                  </a:lnTo>
                  <a:lnTo>
                    <a:pt x="29210" y="63500"/>
                  </a:lnTo>
                  <a:close/>
                </a:path>
                <a:path w="29210" h="181610">
                  <a:moveTo>
                    <a:pt x="29210" y="53340"/>
                  </a:moveTo>
                  <a:lnTo>
                    <a:pt x="0" y="53340"/>
                  </a:lnTo>
                  <a:lnTo>
                    <a:pt x="0" y="63487"/>
                  </a:lnTo>
                  <a:lnTo>
                    <a:pt x="29210" y="63487"/>
                  </a:lnTo>
                  <a:lnTo>
                    <a:pt x="29210" y="53340"/>
                  </a:lnTo>
                  <a:close/>
                </a:path>
                <a:path w="29210" h="181610">
                  <a:moveTo>
                    <a:pt x="29210" y="50800"/>
                  </a:moveTo>
                  <a:lnTo>
                    <a:pt x="0" y="50800"/>
                  </a:lnTo>
                  <a:lnTo>
                    <a:pt x="0" y="53327"/>
                  </a:lnTo>
                  <a:lnTo>
                    <a:pt x="29210" y="53327"/>
                  </a:lnTo>
                  <a:lnTo>
                    <a:pt x="29210" y="50800"/>
                  </a:lnTo>
                  <a:close/>
                </a:path>
                <a:path w="29210" h="181610">
                  <a:moveTo>
                    <a:pt x="29210" y="46990"/>
                  </a:moveTo>
                  <a:lnTo>
                    <a:pt x="0" y="46990"/>
                  </a:lnTo>
                  <a:lnTo>
                    <a:pt x="0" y="50787"/>
                  </a:lnTo>
                  <a:lnTo>
                    <a:pt x="29210" y="50787"/>
                  </a:lnTo>
                  <a:lnTo>
                    <a:pt x="29210" y="46990"/>
                  </a:lnTo>
                  <a:close/>
                </a:path>
                <a:path w="29210" h="181610">
                  <a:moveTo>
                    <a:pt x="29210" y="40640"/>
                  </a:moveTo>
                  <a:lnTo>
                    <a:pt x="0" y="40640"/>
                  </a:lnTo>
                  <a:lnTo>
                    <a:pt x="0" y="46977"/>
                  </a:lnTo>
                  <a:lnTo>
                    <a:pt x="29210" y="46977"/>
                  </a:lnTo>
                  <a:lnTo>
                    <a:pt x="29210" y="40640"/>
                  </a:lnTo>
                  <a:close/>
                </a:path>
                <a:path w="29210" h="181610">
                  <a:moveTo>
                    <a:pt x="29210" y="34290"/>
                  </a:moveTo>
                  <a:lnTo>
                    <a:pt x="0" y="34290"/>
                  </a:lnTo>
                  <a:lnTo>
                    <a:pt x="0" y="40627"/>
                  </a:lnTo>
                  <a:lnTo>
                    <a:pt x="29210" y="40627"/>
                  </a:lnTo>
                  <a:lnTo>
                    <a:pt x="29210" y="34290"/>
                  </a:lnTo>
                  <a:close/>
                </a:path>
                <a:path w="29210" h="181610">
                  <a:moveTo>
                    <a:pt x="29210" y="27940"/>
                  </a:moveTo>
                  <a:lnTo>
                    <a:pt x="0" y="27940"/>
                  </a:lnTo>
                  <a:lnTo>
                    <a:pt x="0" y="34277"/>
                  </a:lnTo>
                  <a:lnTo>
                    <a:pt x="29210" y="34277"/>
                  </a:lnTo>
                  <a:lnTo>
                    <a:pt x="29210" y="27940"/>
                  </a:lnTo>
                  <a:close/>
                </a:path>
                <a:path w="29210" h="181610">
                  <a:moveTo>
                    <a:pt x="29210" y="25400"/>
                  </a:moveTo>
                  <a:lnTo>
                    <a:pt x="0" y="25400"/>
                  </a:lnTo>
                  <a:lnTo>
                    <a:pt x="0" y="27927"/>
                  </a:lnTo>
                  <a:lnTo>
                    <a:pt x="29210" y="27927"/>
                  </a:lnTo>
                  <a:lnTo>
                    <a:pt x="29210" y="25400"/>
                  </a:lnTo>
                  <a:close/>
                </a:path>
                <a:path w="29210" h="181610">
                  <a:moveTo>
                    <a:pt x="2921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29210" y="25387"/>
                  </a:lnTo>
                  <a:lnTo>
                    <a:pt x="29210" y="21590"/>
                  </a:lnTo>
                  <a:close/>
                </a:path>
                <a:path w="29210" h="181610">
                  <a:moveTo>
                    <a:pt x="29210" y="15240"/>
                  </a:moveTo>
                  <a:lnTo>
                    <a:pt x="0" y="15240"/>
                  </a:lnTo>
                  <a:lnTo>
                    <a:pt x="0" y="21577"/>
                  </a:lnTo>
                  <a:lnTo>
                    <a:pt x="29210" y="21577"/>
                  </a:lnTo>
                  <a:lnTo>
                    <a:pt x="29210" y="15240"/>
                  </a:lnTo>
                  <a:close/>
                </a:path>
                <a:path w="29210" h="181610">
                  <a:moveTo>
                    <a:pt x="292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9210" y="15227"/>
                  </a:lnTo>
                  <a:lnTo>
                    <a:pt x="29210" y="12700"/>
                  </a:lnTo>
                  <a:close/>
                </a:path>
                <a:path w="29210" h="181610">
                  <a:moveTo>
                    <a:pt x="292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9210" y="12687"/>
                  </a:lnTo>
                  <a:lnTo>
                    <a:pt x="29210" y="8890"/>
                  </a:lnTo>
                  <a:close/>
                </a:path>
                <a:path w="29210" h="181610">
                  <a:moveTo>
                    <a:pt x="29210" y="0"/>
                  </a:moveTo>
                  <a:lnTo>
                    <a:pt x="0" y="0"/>
                  </a:lnTo>
                  <a:lnTo>
                    <a:pt x="0" y="8877"/>
                  </a:lnTo>
                  <a:lnTo>
                    <a:pt x="29210" y="8877"/>
                  </a:lnTo>
                  <a:lnTo>
                    <a:pt x="29210" y="0"/>
                  </a:lnTo>
                  <a:close/>
                </a:path>
              </a:pathLst>
            </a:custGeom>
            <a:solidFill>
              <a:srgbClr val="2244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0" name="object 3750"/>
            <p:cNvSpPr/>
            <p:nvPr/>
          </p:nvSpPr>
          <p:spPr>
            <a:xfrm>
              <a:off x="4465320" y="5033010"/>
              <a:ext cx="27940" cy="476250"/>
            </a:xfrm>
            <a:custGeom>
              <a:avLst/>
              <a:gdLst/>
              <a:ahLst/>
              <a:cxnLst/>
              <a:rect l="l" t="t" r="r" b="b"/>
              <a:pathLst>
                <a:path w="27939" h="476250">
                  <a:moveTo>
                    <a:pt x="27940" y="467372"/>
                  </a:moveTo>
                  <a:lnTo>
                    <a:pt x="0" y="467372"/>
                  </a:lnTo>
                  <a:lnTo>
                    <a:pt x="0" y="476250"/>
                  </a:lnTo>
                  <a:lnTo>
                    <a:pt x="27940" y="476250"/>
                  </a:lnTo>
                  <a:lnTo>
                    <a:pt x="27940" y="467372"/>
                  </a:lnTo>
                  <a:close/>
                </a:path>
                <a:path w="27939" h="476250">
                  <a:moveTo>
                    <a:pt x="27940" y="463562"/>
                  </a:moveTo>
                  <a:lnTo>
                    <a:pt x="0" y="463562"/>
                  </a:lnTo>
                  <a:lnTo>
                    <a:pt x="0" y="467360"/>
                  </a:lnTo>
                  <a:lnTo>
                    <a:pt x="27940" y="467360"/>
                  </a:lnTo>
                  <a:lnTo>
                    <a:pt x="27940" y="463562"/>
                  </a:lnTo>
                  <a:close/>
                </a:path>
                <a:path w="27939" h="476250">
                  <a:moveTo>
                    <a:pt x="27940" y="461022"/>
                  </a:moveTo>
                  <a:lnTo>
                    <a:pt x="0" y="461022"/>
                  </a:lnTo>
                  <a:lnTo>
                    <a:pt x="0" y="463550"/>
                  </a:lnTo>
                  <a:lnTo>
                    <a:pt x="27940" y="463550"/>
                  </a:lnTo>
                  <a:lnTo>
                    <a:pt x="27940" y="461022"/>
                  </a:lnTo>
                  <a:close/>
                </a:path>
                <a:path w="27939" h="476250">
                  <a:moveTo>
                    <a:pt x="27940" y="457212"/>
                  </a:moveTo>
                  <a:lnTo>
                    <a:pt x="0" y="457212"/>
                  </a:lnTo>
                  <a:lnTo>
                    <a:pt x="0" y="461010"/>
                  </a:lnTo>
                  <a:lnTo>
                    <a:pt x="27940" y="461010"/>
                  </a:lnTo>
                  <a:lnTo>
                    <a:pt x="27940" y="457212"/>
                  </a:lnTo>
                  <a:close/>
                </a:path>
                <a:path w="27939" h="476250">
                  <a:moveTo>
                    <a:pt x="27940" y="448322"/>
                  </a:moveTo>
                  <a:lnTo>
                    <a:pt x="0" y="448322"/>
                  </a:lnTo>
                  <a:lnTo>
                    <a:pt x="0" y="457200"/>
                  </a:lnTo>
                  <a:lnTo>
                    <a:pt x="27940" y="457200"/>
                  </a:lnTo>
                  <a:lnTo>
                    <a:pt x="27940" y="448322"/>
                  </a:lnTo>
                  <a:close/>
                </a:path>
                <a:path w="27939" h="476250">
                  <a:moveTo>
                    <a:pt x="27940" y="429272"/>
                  </a:moveTo>
                  <a:lnTo>
                    <a:pt x="0" y="429272"/>
                  </a:lnTo>
                  <a:lnTo>
                    <a:pt x="0" y="448310"/>
                  </a:lnTo>
                  <a:lnTo>
                    <a:pt x="27940" y="448310"/>
                  </a:lnTo>
                  <a:lnTo>
                    <a:pt x="27940" y="429272"/>
                  </a:lnTo>
                  <a:close/>
                </a:path>
                <a:path w="27939" h="476250">
                  <a:moveTo>
                    <a:pt x="27940" y="422922"/>
                  </a:moveTo>
                  <a:lnTo>
                    <a:pt x="0" y="422922"/>
                  </a:lnTo>
                  <a:lnTo>
                    <a:pt x="0" y="429260"/>
                  </a:lnTo>
                  <a:lnTo>
                    <a:pt x="27940" y="429260"/>
                  </a:lnTo>
                  <a:lnTo>
                    <a:pt x="27940" y="422922"/>
                  </a:lnTo>
                  <a:close/>
                </a:path>
                <a:path w="27939" h="476250">
                  <a:moveTo>
                    <a:pt x="27940" y="416572"/>
                  </a:moveTo>
                  <a:lnTo>
                    <a:pt x="0" y="416572"/>
                  </a:lnTo>
                  <a:lnTo>
                    <a:pt x="0" y="422910"/>
                  </a:lnTo>
                  <a:lnTo>
                    <a:pt x="27940" y="422910"/>
                  </a:lnTo>
                  <a:lnTo>
                    <a:pt x="27940" y="416572"/>
                  </a:lnTo>
                  <a:close/>
                </a:path>
                <a:path w="27939" h="476250">
                  <a:moveTo>
                    <a:pt x="27940" y="412762"/>
                  </a:moveTo>
                  <a:lnTo>
                    <a:pt x="0" y="412762"/>
                  </a:lnTo>
                  <a:lnTo>
                    <a:pt x="0" y="416560"/>
                  </a:lnTo>
                  <a:lnTo>
                    <a:pt x="27940" y="416560"/>
                  </a:lnTo>
                  <a:lnTo>
                    <a:pt x="27940" y="412762"/>
                  </a:lnTo>
                  <a:close/>
                </a:path>
                <a:path w="27939" h="476250">
                  <a:moveTo>
                    <a:pt x="27940" y="410222"/>
                  </a:moveTo>
                  <a:lnTo>
                    <a:pt x="0" y="410222"/>
                  </a:lnTo>
                  <a:lnTo>
                    <a:pt x="0" y="412750"/>
                  </a:lnTo>
                  <a:lnTo>
                    <a:pt x="27940" y="412750"/>
                  </a:lnTo>
                  <a:lnTo>
                    <a:pt x="27940" y="410222"/>
                  </a:lnTo>
                  <a:close/>
                </a:path>
                <a:path w="27939" h="476250">
                  <a:moveTo>
                    <a:pt x="27940" y="406412"/>
                  </a:moveTo>
                  <a:lnTo>
                    <a:pt x="0" y="406412"/>
                  </a:lnTo>
                  <a:lnTo>
                    <a:pt x="0" y="410210"/>
                  </a:lnTo>
                  <a:lnTo>
                    <a:pt x="27940" y="410210"/>
                  </a:lnTo>
                  <a:lnTo>
                    <a:pt x="27940" y="406412"/>
                  </a:lnTo>
                  <a:close/>
                </a:path>
                <a:path w="27939" h="476250">
                  <a:moveTo>
                    <a:pt x="27940" y="403872"/>
                  </a:moveTo>
                  <a:lnTo>
                    <a:pt x="0" y="403872"/>
                  </a:lnTo>
                  <a:lnTo>
                    <a:pt x="0" y="406400"/>
                  </a:lnTo>
                  <a:lnTo>
                    <a:pt x="27940" y="406400"/>
                  </a:lnTo>
                  <a:lnTo>
                    <a:pt x="27940" y="403872"/>
                  </a:lnTo>
                  <a:close/>
                </a:path>
                <a:path w="27939" h="476250">
                  <a:moveTo>
                    <a:pt x="27940" y="397522"/>
                  </a:moveTo>
                  <a:lnTo>
                    <a:pt x="0" y="397522"/>
                  </a:lnTo>
                  <a:lnTo>
                    <a:pt x="0" y="403860"/>
                  </a:lnTo>
                  <a:lnTo>
                    <a:pt x="27940" y="403860"/>
                  </a:lnTo>
                  <a:lnTo>
                    <a:pt x="27940" y="397522"/>
                  </a:lnTo>
                  <a:close/>
                </a:path>
                <a:path w="27939" h="476250">
                  <a:moveTo>
                    <a:pt x="27940" y="393712"/>
                  </a:moveTo>
                  <a:lnTo>
                    <a:pt x="0" y="393712"/>
                  </a:lnTo>
                  <a:lnTo>
                    <a:pt x="0" y="397510"/>
                  </a:lnTo>
                  <a:lnTo>
                    <a:pt x="27940" y="397510"/>
                  </a:lnTo>
                  <a:lnTo>
                    <a:pt x="27940" y="393712"/>
                  </a:lnTo>
                  <a:close/>
                </a:path>
                <a:path w="27939" h="476250">
                  <a:moveTo>
                    <a:pt x="27940" y="391172"/>
                  </a:moveTo>
                  <a:lnTo>
                    <a:pt x="0" y="391172"/>
                  </a:lnTo>
                  <a:lnTo>
                    <a:pt x="0" y="393700"/>
                  </a:lnTo>
                  <a:lnTo>
                    <a:pt x="27940" y="393700"/>
                  </a:lnTo>
                  <a:lnTo>
                    <a:pt x="27940" y="391172"/>
                  </a:lnTo>
                  <a:close/>
                </a:path>
                <a:path w="27939" h="476250">
                  <a:moveTo>
                    <a:pt x="27940" y="387362"/>
                  </a:moveTo>
                  <a:lnTo>
                    <a:pt x="0" y="387362"/>
                  </a:lnTo>
                  <a:lnTo>
                    <a:pt x="0" y="391160"/>
                  </a:lnTo>
                  <a:lnTo>
                    <a:pt x="27940" y="391160"/>
                  </a:lnTo>
                  <a:lnTo>
                    <a:pt x="27940" y="387362"/>
                  </a:lnTo>
                  <a:close/>
                </a:path>
                <a:path w="27939" h="476250">
                  <a:moveTo>
                    <a:pt x="27940" y="384822"/>
                  </a:moveTo>
                  <a:lnTo>
                    <a:pt x="0" y="384822"/>
                  </a:lnTo>
                  <a:lnTo>
                    <a:pt x="0" y="387350"/>
                  </a:lnTo>
                  <a:lnTo>
                    <a:pt x="27940" y="387350"/>
                  </a:lnTo>
                  <a:lnTo>
                    <a:pt x="27940" y="384822"/>
                  </a:lnTo>
                  <a:close/>
                </a:path>
                <a:path w="27939" h="476250">
                  <a:moveTo>
                    <a:pt x="27940" y="365772"/>
                  </a:moveTo>
                  <a:lnTo>
                    <a:pt x="0" y="365772"/>
                  </a:lnTo>
                  <a:lnTo>
                    <a:pt x="0" y="384810"/>
                  </a:lnTo>
                  <a:lnTo>
                    <a:pt x="27940" y="384810"/>
                  </a:lnTo>
                  <a:lnTo>
                    <a:pt x="27940" y="365772"/>
                  </a:lnTo>
                  <a:close/>
                </a:path>
                <a:path w="27939" h="476250">
                  <a:moveTo>
                    <a:pt x="27940" y="359422"/>
                  </a:moveTo>
                  <a:lnTo>
                    <a:pt x="0" y="359422"/>
                  </a:lnTo>
                  <a:lnTo>
                    <a:pt x="0" y="365760"/>
                  </a:lnTo>
                  <a:lnTo>
                    <a:pt x="27940" y="365760"/>
                  </a:lnTo>
                  <a:lnTo>
                    <a:pt x="27940" y="359422"/>
                  </a:lnTo>
                  <a:close/>
                </a:path>
                <a:path w="27939" h="476250">
                  <a:moveTo>
                    <a:pt x="27940" y="355612"/>
                  </a:moveTo>
                  <a:lnTo>
                    <a:pt x="0" y="355612"/>
                  </a:lnTo>
                  <a:lnTo>
                    <a:pt x="0" y="359410"/>
                  </a:lnTo>
                  <a:lnTo>
                    <a:pt x="27940" y="359410"/>
                  </a:lnTo>
                  <a:lnTo>
                    <a:pt x="27940" y="355612"/>
                  </a:lnTo>
                  <a:close/>
                </a:path>
                <a:path w="27939" h="476250">
                  <a:moveTo>
                    <a:pt x="27940" y="346722"/>
                  </a:moveTo>
                  <a:lnTo>
                    <a:pt x="0" y="346722"/>
                  </a:lnTo>
                  <a:lnTo>
                    <a:pt x="0" y="355600"/>
                  </a:lnTo>
                  <a:lnTo>
                    <a:pt x="27940" y="355600"/>
                  </a:lnTo>
                  <a:lnTo>
                    <a:pt x="27940" y="346722"/>
                  </a:lnTo>
                  <a:close/>
                </a:path>
                <a:path w="27939" h="476250">
                  <a:moveTo>
                    <a:pt x="27940" y="340372"/>
                  </a:moveTo>
                  <a:lnTo>
                    <a:pt x="0" y="340372"/>
                  </a:lnTo>
                  <a:lnTo>
                    <a:pt x="0" y="346710"/>
                  </a:lnTo>
                  <a:lnTo>
                    <a:pt x="27940" y="346710"/>
                  </a:lnTo>
                  <a:lnTo>
                    <a:pt x="27940" y="340372"/>
                  </a:lnTo>
                  <a:close/>
                </a:path>
                <a:path w="27939" h="476250">
                  <a:moveTo>
                    <a:pt x="27940" y="334022"/>
                  </a:moveTo>
                  <a:lnTo>
                    <a:pt x="0" y="334022"/>
                  </a:lnTo>
                  <a:lnTo>
                    <a:pt x="0" y="340360"/>
                  </a:lnTo>
                  <a:lnTo>
                    <a:pt x="27940" y="340360"/>
                  </a:lnTo>
                  <a:lnTo>
                    <a:pt x="27940" y="334022"/>
                  </a:lnTo>
                  <a:close/>
                </a:path>
                <a:path w="27939" h="476250">
                  <a:moveTo>
                    <a:pt x="27940" y="330212"/>
                  </a:moveTo>
                  <a:lnTo>
                    <a:pt x="0" y="330212"/>
                  </a:lnTo>
                  <a:lnTo>
                    <a:pt x="0" y="334010"/>
                  </a:lnTo>
                  <a:lnTo>
                    <a:pt x="27940" y="334010"/>
                  </a:lnTo>
                  <a:lnTo>
                    <a:pt x="27940" y="330212"/>
                  </a:lnTo>
                  <a:close/>
                </a:path>
                <a:path w="27939" h="476250">
                  <a:moveTo>
                    <a:pt x="27940" y="327672"/>
                  </a:moveTo>
                  <a:lnTo>
                    <a:pt x="0" y="327672"/>
                  </a:lnTo>
                  <a:lnTo>
                    <a:pt x="0" y="330200"/>
                  </a:lnTo>
                  <a:lnTo>
                    <a:pt x="27940" y="330200"/>
                  </a:lnTo>
                  <a:lnTo>
                    <a:pt x="27940" y="327672"/>
                  </a:lnTo>
                  <a:close/>
                </a:path>
                <a:path w="27939" h="476250">
                  <a:moveTo>
                    <a:pt x="27940" y="317512"/>
                  </a:moveTo>
                  <a:lnTo>
                    <a:pt x="0" y="317512"/>
                  </a:lnTo>
                  <a:lnTo>
                    <a:pt x="0" y="327660"/>
                  </a:lnTo>
                  <a:lnTo>
                    <a:pt x="27940" y="327660"/>
                  </a:lnTo>
                  <a:lnTo>
                    <a:pt x="27940" y="317512"/>
                  </a:lnTo>
                  <a:close/>
                </a:path>
                <a:path w="27939" h="476250">
                  <a:moveTo>
                    <a:pt x="27940" y="314972"/>
                  </a:moveTo>
                  <a:lnTo>
                    <a:pt x="0" y="314972"/>
                  </a:lnTo>
                  <a:lnTo>
                    <a:pt x="0" y="317500"/>
                  </a:lnTo>
                  <a:lnTo>
                    <a:pt x="27940" y="317500"/>
                  </a:lnTo>
                  <a:lnTo>
                    <a:pt x="27940" y="314972"/>
                  </a:lnTo>
                  <a:close/>
                </a:path>
                <a:path w="27939" h="476250">
                  <a:moveTo>
                    <a:pt x="27940" y="311162"/>
                  </a:moveTo>
                  <a:lnTo>
                    <a:pt x="0" y="311162"/>
                  </a:lnTo>
                  <a:lnTo>
                    <a:pt x="0" y="314960"/>
                  </a:lnTo>
                  <a:lnTo>
                    <a:pt x="27940" y="314960"/>
                  </a:lnTo>
                  <a:lnTo>
                    <a:pt x="27940" y="311162"/>
                  </a:lnTo>
                  <a:close/>
                </a:path>
                <a:path w="27939" h="476250">
                  <a:moveTo>
                    <a:pt x="27940" y="304812"/>
                  </a:moveTo>
                  <a:lnTo>
                    <a:pt x="0" y="304812"/>
                  </a:lnTo>
                  <a:lnTo>
                    <a:pt x="0" y="311150"/>
                  </a:lnTo>
                  <a:lnTo>
                    <a:pt x="27940" y="311150"/>
                  </a:lnTo>
                  <a:lnTo>
                    <a:pt x="27940" y="304812"/>
                  </a:lnTo>
                  <a:close/>
                </a:path>
                <a:path w="27939" h="476250">
                  <a:moveTo>
                    <a:pt x="27940" y="292112"/>
                  </a:moveTo>
                  <a:lnTo>
                    <a:pt x="0" y="292112"/>
                  </a:lnTo>
                  <a:lnTo>
                    <a:pt x="0" y="304800"/>
                  </a:lnTo>
                  <a:lnTo>
                    <a:pt x="27940" y="304800"/>
                  </a:lnTo>
                  <a:lnTo>
                    <a:pt x="27940" y="292112"/>
                  </a:lnTo>
                  <a:close/>
                </a:path>
                <a:path w="27939" h="476250">
                  <a:moveTo>
                    <a:pt x="27940" y="289572"/>
                  </a:moveTo>
                  <a:lnTo>
                    <a:pt x="0" y="289572"/>
                  </a:lnTo>
                  <a:lnTo>
                    <a:pt x="0" y="292100"/>
                  </a:lnTo>
                  <a:lnTo>
                    <a:pt x="27940" y="292100"/>
                  </a:lnTo>
                  <a:lnTo>
                    <a:pt x="27940" y="289572"/>
                  </a:lnTo>
                  <a:close/>
                </a:path>
                <a:path w="27939" h="476250">
                  <a:moveTo>
                    <a:pt x="27940" y="285762"/>
                  </a:moveTo>
                  <a:lnTo>
                    <a:pt x="0" y="285762"/>
                  </a:lnTo>
                  <a:lnTo>
                    <a:pt x="0" y="289560"/>
                  </a:lnTo>
                  <a:lnTo>
                    <a:pt x="27940" y="289560"/>
                  </a:lnTo>
                  <a:lnTo>
                    <a:pt x="27940" y="285762"/>
                  </a:lnTo>
                  <a:close/>
                </a:path>
                <a:path w="27939" h="476250">
                  <a:moveTo>
                    <a:pt x="27940" y="283222"/>
                  </a:moveTo>
                  <a:lnTo>
                    <a:pt x="0" y="283222"/>
                  </a:lnTo>
                  <a:lnTo>
                    <a:pt x="0" y="285750"/>
                  </a:lnTo>
                  <a:lnTo>
                    <a:pt x="27940" y="285750"/>
                  </a:lnTo>
                  <a:lnTo>
                    <a:pt x="27940" y="283222"/>
                  </a:lnTo>
                  <a:close/>
                </a:path>
                <a:path w="27939" h="476250">
                  <a:moveTo>
                    <a:pt x="27940" y="279412"/>
                  </a:moveTo>
                  <a:lnTo>
                    <a:pt x="0" y="279412"/>
                  </a:lnTo>
                  <a:lnTo>
                    <a:pt x="0" y="283210"/>
                  </a:lnTo>
                  <a:lnTo>
                    <a:pt x="27940" y="283210"/>
                  </a:lnTo>
                  <a:lnTo>
                    <a:pt x="27940" y="279412"/>
                  </a:lnTo>
                  <a:close/>
                </a:path>
                <a:path w="27939" h="476250">
                  <a:moveTo>
                    <a:pt x="27940" y="273062"/>
                  </a:moveTo>
                  <a:lnTo>
                    <a:pt x="0" y="273062"/>
                  </a:lnTo>
                  <a:lnTo>
                    <a:pt x="0" y="279400"/>
                  </a:lnTo>
                  <a:lnTo>
                    <a:pt x="27940" y="279400"/>
                  </a:lnTo>
                  <a:lnTo>
                    <a:pt x="27940" y="273062"/>
                  </a:lnTo>
                  <a:close/>
                </a:path>
                <a:path w="27939" h="476250">
                  <a:moveTo>
                    <a:pt x="27940" y="234962"/>
                  </a:moveTo>
                  <a:lnTo>
                    <a:pt x="0" y="234962"/>
                  </a:lnTo>
                  <a:lnTo>
                    <a:pt x="0" y="273050"/>
                  </a:lnTo>
                  <a:lnTo>
                    <a:pt x="27940" y="273050"/>
                  </a:lnTo>
                  <a:lnTo>
                    <a:pt x="27940" y="234962"/>
                  </a:lnTo>
                  <a:close/>
                </a:path>
                <a:path w="27939" h="476250">
                  <a:moveTo>
                    <a:pt x="2794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7940" y="234950"/>
                  </a:lnTo>
                  <a:lnTo>
                    <a:pt x="27940" y="232422"/>
                  </a:lnTo>
                  <a:close/>
                </a:path>
                <a:path w="27939" h="476250">
                  <a:moveTo>
                    <a:pt x="2794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27940" y="232410"/>
                  </a:lnTo>
                  <a:lnTo>
                    <a:pt x="27940" y="226072"/>
                  </a:lnTo>
                  <a:close/>
                </a:path>
                <a:path w="27939" h="476250">
                  <a:moveTo>
                    <a:pt x="2794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27940" y="226060"/>
                  </a:lnTo>
                  <a:lnTo>
                    <a:pt x="27940" y="222262"/>
                  </a:lnTo>
                  <a:close/>
                </a:path>
                <a:path w="27939" h="476250">
                  <a:moveTo>
                    <a:pt x="2794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27940" y="222250"/>
                  </a:lnTo>
                  <a:lnTo>
                    <a:pt x="27940" y="219722"/>
                  </a:lnTo>
                  <a:close/>
                </a:path>
                <a:path w="27939" h="476250">
                  <a:moveTo>
                    <a:pt x="27940" y="213372"/>
                  </a:moveTo>
                  <a:lnTo>
                    <a:pt x="0" y="213372"/>
                  </a:lnTo>
                  <a:lnTo>
                    <a:pt x="0" y="219710"/>
                  </a:lnTo>
                  <a:lnTo>
                    <a:pt x="27940" y="219710"/>
                  </a:lnTo>
                  <a:lnTo>
                    <a:pt x="27940" y="213372"/>
                  </a:lnTo>
                  <a:close/>
                </a:path>
                <a:path w="27939" h="476250">
                  <a:moveTo>
                    <a:pt x="27940" y="207022"/>
                  </a:moveTo>
                  <a:lnTo>
                    <a:pt x="0" y="207022"/>
                  </a:lnTo>
                  <a:lnTo>
                    <a:pt x="0" y="213360"/>
                  </a:lnTo>
                  <a:lnTo>
                    <a:pt x="27940" y="213360"/>
                  </a:lnTo>
                  <a:lnTo>
                    <a:pt x="27940" y="207022"/>
                  </a:lnTo>
                  <a:close/>
                </a:path>
                <a:path w="27939" h="476250">
                  <a:moveTo>
                    <a:pt x="27940" y="195592"/>
                  </a:moveTo>
                  <a:lnTo>
                    <a:pt x="0" y="195592"/>
                  </a:lnTo>
                  <a:lnTo>
                    <a:pt x="0" y="207010"/>
                  </a:lnTo>
                  <a:lnTo>
                    <a:pt x="27940" y="207010"/>
                  </a:lnTo>
                  <a:lnTo>
                    <a:pt x="27940" y="195592"/>
                  </a:lnTo>
                  <a:close/>
                </a:path>
                <a:path w="27939" h="476250">
                  <a:moveTo>
                    <a:pt x="2794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7940" y="195580"/>
                  </a:lnTo>
                  <a:lnTo>
                    <a:pt x="27940" y="189242"/>
                  </a:lnTo>
                  <a:close/>
                </a:path>
                <a:path w="27939" h="476250">
                  <a:moveTo>
                    <a:pt x="27940" y="182892"/>
                  </a:moveTo>
                  <a:lnTo>
                    <a:pt x="0" y="182892"/>
                  </a:lnTo>
                  <a:lnTo>
                    <a:pt x="0" y="189230"/>
                  </a:lnTo>
                  <a:lnTo>
                    <a:pt x="27940" y="189230"/>
                  </a:lnTo>
                  <a:lnTo>
                    <a:pt x="27940" y="182892"/>
                  </a:lnTo>
                  <a:close/>
                </a:path>
                <a:path w="27939" h="476250">
                  <a:moveTo>
                    <a:pt x="27940" y="176542"/>
                  </a:moveTo>
                  <a:lnTo>
                    <a:pt x="0" y="176542"/>
                  </a:lnTo>
                  <a:lnTo>
                    <a:pt x="0" y="182880"/>
                  </a:lnTo>
                  <a:lnTo>
                    <a:pt x="27940" y="182880"/>
                  </a:lnTo>
                  <a:lnTo>
                    <a:pt x="27940" y="176542"/>
                  </a:lnTo>
                  <a:close/>
                </a:path>
                <a:path w="27939" h="476250">
                  <a:moveTo>
                    <a:pt x="27940" y="170192"/>
                  </a:moveTo>
                  <a:lnTo>
                    <a:pt x="0" y="170192"/>
                  </a:lnTo>
                  <a:lnTo>
                    <a:pt x="0" y="176530"/>
                  </a:lnTo>
                  <a:lnTo>
                    <a:pt x="27940" y="176530"/>
                  </a:lnTo>
                  <a:lnTo>
                    <a:pt x="27940" y="170192"/>
                  </a:lnTo>
                  <a:close/>
                </a:path>
                <a:path w="27939" h="476250">
                  <a:moveTo>
                    <a:pt x="27940" y="163842"/>
                  </a:moveTo>
                  <a:lnTo>
                    <a:pt x="0" y="163842"/>
                  </a:lnTo>
                  <a:lnTo>
                    <a:pt x="0" y="170180"/>
                  </a:lnTo>
                  <a:lnTo>
                    <a:pt x="27940" y="170180"/>
                  </a:lnTo>
                  <a:lnTo>
                    <a:pt x="27940" y="163842"/>
                  </a:lnTo>
                  <a:close/>
                </a:path>
                <a:path w="27939" h="476250">
                  <a:moveTo>
                    <a:pt x="27940" y="157492"/>
                  </a:moveTo>
                  <a:lnTo>
                    <a:pt x="0" y="157492"/>
                  </a:lnTo>
                  <a:lnTo>
                    <a:pt x="0" y="163830"/>
                  </a:lnTo>
                  <a:lnTo>
                    <a:pt x="27940" y="163830"/>
                  </a:lnTo>
                  <a:lnTo>
                    <a:pt x="27940" y="157492"/>
                  </a:lnTo>
                  <a:close/>
                </a:path>
                <a:path w="27939" h="476250">
                  <a:moveTo>
                    <a:pt x="2794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7940" y="157480"/>
                  </a:lnTo>
                  <a:lnTo>
                    <a:pt x="27940" y="151142"/>
                  </a:lnTo>
                  <a:close/>
                </a:path>
                <a:path w="27939" h="476250">
                  <a:moveTo>
                    <a:pt x="27940" y="138442"/>
                  </a:moveTo>
                  <a:lnTo>
                    <a:pt x="0" y="138442"/>
                  </a:lnTo>
                  <a:lnTo>
                    <a:pt x="0" y="151130"/>
                  </a:lnTo>
                  <a:lnTo>
                    <a:pt x="27940" y="151130"/>
                  </a:lnTo>
                  <a:lnTo>
                    <a:pt x="27940" y="138442"/>
                  </a:lnTo>
                  <a:close/>
                </a:path>
                <a:path w="27939" h="476250">
                  <a:moveTo>
                    <a:pt x="27940" y="132092"/>
                  </a:moveTo>
                  <a:lnTo>
                    <a:pt x="0" y="132092"/>
                  </a:lnTo>
                  <a:lnTo>
                    <a:pt x="0" y="138430"/>
                  </a:lnTo>
                  <a:lnTo>
                    <a:pt x="27940" y="138430"/>
                  </a:lnTo>
                  <a:lnTo>
                    <a:pt x="27940" y="132092"/>
                  </a:lnTo>
                  <a:close/>
                </a:path>
                <a:path w="27939" h="476250">
                  <a:moveTo>
                    <a:pt x="27940" y="125742"/>
                  </a:moveTo>
                  <a:lnTo>
                    <a:pt x="0" y="125742"/>
                  </a:lnTo>
                  <a:lnTo>
                    <a:pt x="0" y="132080"/>
                  </a:lnTo>
                  <a:lnTo>
                    <a:pt x="27940" y="132080"/>
                  </a:lnTo>
                  <a:lnTo>
                    <a:pt x="27940" y="125742"/>
                  </a:lnTo>
                  <a:close/>
                </a:path>
                <a:path w="27939" h="476250">
                  <a:moveTo>
                    <a:pt x="27940" y="119392"/>
                  </a:moveTo>
                  <a:lnTo>
                    <a:pt x="0" y="119392"/>
                  </a:lnTo>
                  <a:lnTo>
                    <a:pt x="0" y="125730"/>
                  </a:lnTo>
                  <a:lnTo>
                    <a:pt x="27940" y="125730"/>
                  </a:lnTo>
                  <a:lnTo>
                    <a:pt x="27940" y="119392"/>
                  </a:lnTo>
                  <a:close/>
                </a:path>
                <a:path w="27939" h="476250">
                  <a:moveTo>
                    <a:pt x="27940" y="113042"/>
                  </a:moveTo>
                  <a:lnTo>
                    <a:pt x="0" y="113042"/>
                  </a:lnTo>
                  <a:lnTo>
                    <a:pt x="0" y="119380"/>
                  </a:lnTo>
                  <a:lnTo>
                    <a:pt x="27940" y="119380"/>
                  </a:lnTo>
                  <a:lnTo>
                    <a:pt x="27940" y="113042"/>
                  </a:lnTo>
                  <a:close/>
                </a:path>
                <a:path w="27939" h="476250">
                  <a:moveTo>
                    <a:pt x="27940" y="106692"/>
                  </a:moveTo>
                  <a:lnTo>
                    <a:pt x="0" y="106692"/>
                  </a:lnTo>
                  <a:lnTo>
                    <a:pt x="0" y="113030"/>
                  </a:lnTo>
                  <a:lnTo>
                    <a:pt x="27940" y="113030"/>
                  </a:lnTo>
                  <a:lnTo>
                    <a:pt x="27940" y="106692"/>
                  </a:lnTo>
                  <a:close/>
                </a:path>
                <a:path w="27939" h="476250">
                  <a:moveTo>
                    <a:pt x="27940" y="100342"/>
                  </a:moveTo>
                  <a:lnTo>
                    <a:pt x="0" y="100342"/>
                  </a:lnTo>
                  <a:lnTo>
                    <a:pt x="0" y="106680"/>
                  </a:lnTo>
                  <a:lnTo>
                    <a:pt x="27940" y="106680"/>
                  </a:lnTo>
                  <a:lnTo>
                    <a:pt x="27940" y="100342"/>
                  </a:lnTo>
                  <a:close/>
                </a:path>
                <a:path w="27939" h="476250">
                  <a:moveTo>
                    <a:pt x="2794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7940" y="100330"/>
                  </a:lnTo>
                  <a:lnTo>
                    <a:pt x="27940" y="93992"/>
                  </a:lnTo>
                  <a:close/>
                </a:path>
                <a:path w="27939" h="476250">
                  <a:moveTo>
                    <a:pt x="2794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7940" y="93980"/>
                  </a:lnTo>
                  <a:lnTo>
                    <a:pt x="27940" y="87642"/>
                  </a:lnTo>
                  <a:close/>
                </a:path>
                <a:path w="27939" h="476250">
                  <a:moveTo>
                    <a:pt x="27940" y="81292"/>
                  </a:moveTo>
                  <a:lnTo>
                    <a:pt x="0" y="81292"/>
                  </a:lnTo>
                  <a:lnTo>
                    <a:pt x="0" y="87630"/>
                  </a:lnTo>
                  <a:lnTo>
                    <a:pt x="27940" y="87630"/>
                  </a:lnTo>
                  <a:lnTo>
                    <a:pt x="27940" y="81292"/>
                  </a:lnTo>
                  <a:close/>
                </a:path>
                <a:path w="27939" h="476250">
                  <a:moveTo>
                    <a:pt x="27940" y="68592"/>
                  </a:moveTo>
                  <a:lnTo>
                    <a:pt x="0" y="68592"/>
                  </a:lnTo>
                  <a:lnTo>
                    <a:pt x="0" y="81280"/>
                  </a:lnTo>
                  <a:lnTo>
                    <a:pt x="27940" y="81280"/>
                  </a:lnTo>
                  <a:lnTo>
                    <a:pt x="27940" y="68592"/>
                  </a:lnTo>
                  <a:close/>
                </a:path>
                <a:path w="27939" h="476250">
                  <a:moveTo>
                    <a:pt x="27940" y="62242"/>
                  </a:moveTo>
                  <a:lnTo>
                    <a:pt x="0" y="62242"/>
                  </a:lnTo>
                  <a:lnTo>
                    <a:pt x="0" y="68580"/>
                  </a:lnTo>
                  <a:lnTo>
                    <a:pt x="27940" y="68580"/>
                  </a:lnTo>
                  <a:lnTo>
                    <a:pt x="27940" y="62242"/>
                  </a:lnTo>
                  <a:close/>
                </a:path>
                <a:path w="27939" h="476250">
                  <a:moveTo>
                    <a:pt x="27940" y="55892"/>
                  </a:moveTo>
                  <a:lnTo>
                    <a:pt x="0" y="55892"/>
                  </a:lnTo>
                  <a:lnTo>
                    <a:pt x="0" y="62230"/>
                  </a:lnTo>
                  <a:lnTo>
                    <a:pt x="27940" y="62230"/>
                  </a:lnTo>
                  <a:lnTo>
                    <a:pt x="27940" y="55892"/>
                  </a:lnTo>
                  <a:close/>
                </a:path>
                <a:path w="27939" h="476250">
                  <a:moveTo>
                    <a:pt x="27940" y="49542"/>
                  </a:moveTo>
                  <a:lnTo>
                    <a:pt x="0" y="49542"/>
                  </a:lnTo>
                  <a:lnTo>
                    <a:pt x="0" y="55880"/>
                  </a:lnTo>
                  <a:lnTo>
                    <a:pt x="27940" y="55880"/>
                  </a:lnTo>
                  <a:lnTo>
                    <a:pt x="27940" y="49542"/>
                  </a:lnTo>
                  <a:close/>
                </a:path>
                <a:path w="27939" h="476250">
                  <a:moveTo>
                    <a:pt x="2794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7940" y="49530"/>
                  </a:lnTo>
                  <a:lnTo>
                    <a:pt x="27940" y="43192"/>
                  </a:lnTo>
                  <a:close/>
                </a:path>
                <a:path w="27939" h="476250">
                  <a:moveTo>
                    <a:pt x="2794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7940" y="43180"/>
                  </a:lnTo>
                  <a:lnTo>
                    <a:pt x="27940" y="36842"/>
                  </a:lnTo>
                  <a:close/>
                </a:path>
                <a:path w="27939" h="476250">
                  <a:moveTo>
                    <a:pt x="2794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7940" y="36830"/>
                  </a:lnTo>
                  <a:lnTo>
                    <a:pt x="27940" y="30492"/>
                  </a:lnTo>
                  <a:close/>
                </a:path>
                <a:path w="27939" h="476250">
                  <a:moveTo>
                    <a:pt x="27940" y="24142"/>
                  </a:moveTo>
                  <a:lnTo>
                    <a:pt x="0" y="24142"/>
                  </a:lnTo>
                  <a:lnTo>
                    <a:pt x="0" y="30480"/>
                  </a:lnTo>
                  <a:lnTo>
                    <a:pt x="27940" y="30480"/>
                  </a:lnTo>
                  <a:lnTo>
                    <a:pt x="27940" y="24142"/>
                  </a:lnTo>
                  <a:close/>
                </a:path>
                <a:path w="27939" h="476250">
                  <a:moveTo>
                    <a:pt x="2794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7940" y="24130"/>
                  </a:lnTo>
                  <a:lnTo>
                    <a:pt x="27940" y="17792"/>
                  </a:lnTo>
                  <a:close/>
                </a:path>
                <a:path w="27939" h="476250">
                  <a:moveTo>
                    <a:pt x="27940" y="5092"/>
                  </a:moveTo>
                  <a:lnTo>
                    <a:pt x="0" y="5092"/>
                  </a:lnTo>
                  <a:lnTo>
                    <a:pt x="0" y="17780"/>
                  </a:lnTo>
                  <a:lnTo>
                    <a:pt x="27940" y="17780"/>
                  </a:lnTo>
                  <a:lnTo>
                    <a:pt x="27940" y="5092"/>
                  </a:lnTo>
                  <a:close/>
                </a:path>
                <a:path w="27939" h="476250">
                  <a:moveTo>
                    <a:pt x="279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7940" y="5080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22456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1" name="object 3751"/>
            <p:cNvSpPr/>
            <p:nvPr/>
          </p:nvSpPr>
          <p:spPr>
            <a:xfrm>
              <a:off x="4465320" y="5500382"/>
              <a:ext cx="27940" cy="181610"/>
            </a:xfrm>
            <a:custGeom>
              <a:avLst/>
              <a:gdLst/>
              <a:ahLst/>
              <a:cxnLst/>
              <a:rect l="l" t="t" r="r" b="b"/>
              <a:pathLst>
                <a:path w="27939" h="181610">
                  <a:moveTo>
                    <a:pt x="27940" y="180340"/>
                  </a:moveTo>
                  <a:lnTo>
                    <a:pt x="0" y="180340"/>
                  </a:lnTo>
                  <a:lnTo>
                    <a:pt x="0" y="181597"/>
                  </a:lnTo>
                  <a:lnTo>
                    <a:pt x="27940" y="181597"/>
                  </a:lnTo>
                  <a:lnTo>
                    <a:pt x="27940" y="180340"/>
                  </a:lnTo>
                  <a:close/>
                </a:path>
                <a:path w="27939" h="181610">
                  <a:moveTo>
                    <a:pt x="27940" y="173990"/>
                  </a:moveTo>
                  <a:lnTo>
                    <a:pt x="0" y="173990"/>
                  </a:lnTo>
                  <a:lnTo>
                    <a:pt x="0" y="180327"/>
                  </a:lnTo>
                  <a:lnTo>
                    <a:pt x="27940" y="180327"/>
                  </a:lnTo>
                  <a:lnTo>
                    <a:pt x="27940" y="173990"/>
                  </a:lnTo>
                  <a:close/>
                </a:path>
                <a:path w="27939" h="181610">
                  <a:moveTo>
                    <a:pt x="27940" y="171450"/>
                  </a:moveTo>
                  <a:lnTo>
                    <a:pt x="0" y="171450"/>
                  </a:lnTo>
                  <a:lnTo>
                    <a:pt x="0" y="173977"/>
                  </a:lnTo>
                  <a:lnTo>
                    <a:pt x="27940" y="173977"/>
                  </a:lnTo>
                  <a:lnTo>
                    <a:pt x="27940" y="171450"/>
                  </a:lnTo>
                  <a:close/>
                </a:path>
                <a:path w="27939" h="181610">
                  <a:moveTo>
                    <a:pt x="27940" y="167640"/>
                  </a:moveTo>
                  <a:lnTo>
                    <a:pt x="0" y="167640"/>
                  </a:lnTo>
                  <a:lnTo>
                    <a:pt x="0" y="171437"/>
                  </a:lnTo>
                  <a:lnTo>
                    <a:pt x="27940" y="171437"/>
                  </a:lnTo>
                  <a:lnTo>
                    <a:pt x="27940" y="167640"/>
                  </a:lnTo>
                  <a:close/>
                </a:path>
                <a:path w="27939" h="181610">
                  <a:moveTo>
                    <a:pt x="27940" y="165100"/>
                  </a:moveTo>
                  <a:lnTo>
                    <a:pt x="0" y="165100"/>
                  </a:lnTo>
                  <a:lnTo>
                    <a:pt x="0" y="167627"/>
                  </a:lnTo>
                  <a:lnTo>
                    <a:pt x="27940" y="167627"/>
                  </a:lnTo>
                  <a:lnTo>
                    <a:pt x="27940" y="165100"/>
                  </a:lnTo>
                  <a:close/>
                </a:path>
                <a:path w="27939" h="181610">
                  <a:moveTo>
                    <a:pt x="27940" y="161290"/>
                  </a:moveTo>
                  <a:lnTo>
                    <a:pt x="0" y="161290"/>
                  </a:lnTo>
                  <a:lnTo>
                    <a:pt x="0" y="165087"/>
                  </a:lnTo>
                  <a:lnTo>
                    <a:pt x="27940" y="165087"/>
                  </a:lnTo>
                  <a:lnTo>
                    <a:pt x="27940" y="161290"/>
                  </a:lnTo>
                  <a:close/>
                </a:path>
                <a:path w="27939" h="181610">
                  <a:moveTo>
                    <a:pt x="27940" y="154940"/>
                  </a:moveTo>
                  <a:lnTo>
                    <a:pt x="0" y="154940"/>
                  </a:lnTo>
                  <a:lnTo>
                    <a:pt x="0" y="161277"/>
                  </a:lnTo>
                  <a:lnTo>
                    <a:pt x="27940" y="161277"/>
                  </a:lnTo>
                  <a:lnTo>
                    <a:pt x="27940" y="154940"/>
                  </a:lnTo>
                  <a:close/>
                </a:path>
                <a:path w="27939" h="181610">
                  <a:moveTo>
                    <a:pt x="27940" y="152400"/>
                  </a:moveTo>
                  <a:lnTo>
                    <a:pt x="0" y="152400"/>
                  </a:lnTo>
                  <a:lnTo>
                    <a:pt x="0" y="154927"/>
                  </a:lnTo>
                  <a:lnTo>
                    <a:pt x="27940" y="154927"/>
                  </a:lnTo>
                  <a:lnTo>
                    <a:pt x="27940" y="152400"/>
                  </a:lnTo>
                  <a:close/>
                </a:path>
                <a:path w="27939" h="181610">
                  <a:moveTo>
                    <a:pt x="27940" y="148590"/>
                  </a:moveTo>
                  <a:lnTo>
                    <a:pt x="0" y="148590"/>
                  </a:lnTo>
                  <a:lnTo>
                    <a:pt x="0" y="152387"/>
                  </a:lnTo>
                  <a:lnTo>
                    <a:pt x="27940" y="152387"/>
                  </a:lnTo>
                  <a:lnTo>
                    <a:pt x="27940" y="148590"/>
                  </a:lnTo>
                  <a:close/>
                </a:path>
                <a:path w="27939" h="181610">
                  <a:moveTo>
                    <a:pt x="27940" y="146050"/>
                  </a:moveTo>
                  <a:lnTo>
                    <a:pt x="0" y="146050"/>
                  </a:lnTo>
                  <a:lnTo>
                    <a:pt x="0" y="148577"/>
                  </a:lnTo>
                  <a:lnTo>
                    <a:pt x="27940" y="148577"/>
                  </a:lnTo>
                  <a:lnTo>
                    <a:pt x="27940" y="146050"/>
                  </a:lnTo>
                  <a:close/>
                </a:path>
                <a:path w="27939" h="181610">
                  <a:moveTo>
                    <a:pt x="27940" y="142240"/>
                  </a:moveTo>
                  <a:lnTo>
                    <a:pt x="0" y="142240"/>
                  </a:lnTo>
                  <a:lnTo>
                    <a:pt x="0" y="146037"/>
                  </a:lnTo>
                  <a:lnTo>
                    <a:pt x="27940" y="146037"/>
                  </a:lnTo>
                  <a:lnTo>
                    <a:pt x="27940" y="142240"/>
                  </a:lnTo>
                  <a:close/>
                </a:path>
                <a:path w="27939" h="181610">
                  <a:moveTo>
                    <a:pt x="27940" y="135890"/>
                  </a:moveTo>
                  <a:lnTo>
                    <a:pt x="0" y="135890"/>
                  </a:lnTo>
                  <a:lnTo>
                    <a:pt x="0" y="142227"/>
                  </a:lnTo>
                  <a:lnTo>
                    <a:pt x="27940" y="142227"/>
                  </a:lnTo>
                  <a:lnTo>
                    <a:pt x="27940" y="135890"/>
                  </a:lnTo>
                  <a:close/>
                </a:path>
                <a:path w="27939" h="181610">
                  <a:moveTo>
                    <a:pt x="27940" y="133350"/>
                  </a:moveTo>
                  <a:lnTo>
                    <a:pt x="0" y="133350"/>
                  </a:lnTo>
                  <a:lnTo>
                    <a:pt x="0" y="135877"/>
                  </a:lnTo>
                  <a:lnTo>
                    <a:pt x="27940" y="135877"/>
                  </a:lnTo>
                  <a:lnTo>
                    <a:pt x="27940" y="133350"/>
                  </a:lnTo>
                  <a:close/>
                </a:path>
                <a:path w="27939" h="181610">
                  <a:moveTo>
                    <a:pt x="27940" y="129540"/>
                  </a:moveTo>
                  <a:lnTo>
                    <a:pt x="0" y="129540"/>
                  </a:lnTo>
                  <a:lnTo>
                    <a:pt x="0" y="133337"/>
                  </a:lnTo>
                  <a:lnTo>
                    <a:pt x="27940" y="133337"/>
                  </a:lnTo>
                  <a:lnTo>
                    <a:pt x="27940" y="129540"/>
                  </a:lnTo>
                  <a:close/>
                </a:path>
                <a:path w="27939" h="181610">
                  <a:moveTo>
                    <a:pt x="27940" y="127000"/>
                  </a:moveTo>
                  <a:lnTo>
                    <a:pt x="0" y="127000"/>
                  </a:lnTo>
                  <a:lnTo>
                    <a:pt x="0" y="129527"/>
                  </a:lnTo>
                  <a:lnTo>
                    <a:pt x="27940" y="129527"/>
                  </a:lnTo>
                  <a:lnTo>
                    <a:pt x="27940" y="127000"/>
                  </a:lnTo>
                  <a:close/>
                </a:path>
                <a:path w="27939" h="181610">
                  <a:moveTo>
                    <a:pt x="27940" y="120650"/>
                  </a:moveTo>
                  <a:lnTo>
                    <a:pt x="0" y="120650"/>
                  </a:lnTo>
                  <a:lnTo>
                    <a:pt x="0" y="126987"/>
                  </a:lnTo>
                  <a:lnTo>
                    <a:pt x="27940" y="126987"/>
                  </a:lnTo>
                  <a:lnTo>
                    <a:pt x="27940" y="120650"/>
                  </a:lnTo>
                  <a:close/>
                </a:path>
                <a:path w="27939" h="181610">
                  <a:moveTo>
                    <a:pt x="2794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27940" y="120637"/>
                  </a:lnTo>
                  <a:lnTo>
                    <a:pt x="27940" y="114300"/>
                  </a:lnTo>
                  <a:close/>
                </a:path>
                <a:path w="27939" h="181610">
                  <a:moveTo>
                    <a:pt x="27940" y="110490"/>
                  </a:moveTo>
                  <a:lnTo>
                    <a:pt x="0" y="110490"/>
                  </a:lnTo>
                  <a:lnTo>
                    <a:pt x="0" y="114287"/>
                  </a:lnTo>
                  <a:lnTo>
                    <a:pt x="27940" y="114287"/>
                  </a:lnTo>
                  <a:lnTo>
                    <a:pt x="27940" y="110490"/>
                  </a:lnTo>
                  <a:close/>
                </a:path>
                <a:path w="27939" h="181610">
                  <a:moveTo>
                    <a:pt x="27940" y="107950"/>
                  </a:moveTo>
                  <a:lnTo>
                    <a:pt x="0" y="107950"/>
                  </a:lnTo>
                  <a:lnTo>
                    <a:pt x="0" y="110477"/>
                  </a:lnTo>
                  <a:lnTo>
                    <a:pt x="27940" y="110477"/>
                  </a:lnTo>
                  <a:lnTo>
                    <a:pt x="27940" y="107950"/>
                  </a:lnTo>
                  <a:close/>
                </a:path>
                <a:path w="27939" h="181610">
                  <a:moveTo>
                    <a:pt x="27940" y="104140"/>
                  </a:moveTo>
                  <a:lnTo>
                    <a:pt x="0" y="104140"/>
                  </a:lnTo>
                  <a:lnTo>
                    <a:pt x="0" y="107937"/>
                  </a:lnTo>
                  <a:lnTo>
                    <a:pt x="27940" y="107937"/>
                  </a:lnTo>
                  <a:lnTo>
                    <a:pt x="27940" y="104140"/>
                  </a:lnTo>
                  <a:close/>
                </a:path>
                <a:path w="27939" h="181610">
                  <a:moveTo>
                    <a:pt x="27940" y="101600"/>
                  </a:moveTo>
                  <a:lnTo>
                    <a:pt x="0" y="101600"/>
                  </a:lnTo>
                  <a:lnTo>
                    <a:pt x="0" y="104127"/>
                  </a:lnTo>
                  <a:lnTo>
                    <a:pt x="27940" y="104127"/>
                  </a:lnTo>
                  <a:lnTo>
                    <a:pt x="27940" y="101600"/>
                  </a:lnTo>
                  <a:close/>
                </a:path>
                <a:path w="27939" h="181610">
                  <a:moveTo>
                    <a:pt x="27940" y="97790"/>
                  </a:moveTo>
                  <a:lnTo>
                    <a:pt x="0" y="97790"/>
                  </a:lnTo>
                  <a:lnTo>
                    <a:pt x="0" y="101587"/>
                  </a:lnTo>
                  <a:lnTo>
                    <a:pt x="27940" y="101587"/>
                  </a:lnTo>
                  <a:lnTo>
                    <a:pt x="27940" y="97790"/>
                  </a:lnTo>
                  <a:close/>
                </a:path>
                <a:path w="27939" h="181610">
                  <a:moveTo>
                    <a:pt x="27940" y="95250"/>
                  </a:moveTo>
                  <a:lnTo>
                    <a:pt x="0" y="95250"/>
                  </a:lnTo>
                  <a:lnTo>
                    <a:pt x="0" y="97777"/>
                  </a:lnTo>
                  <a:lnTo>
                    <a:pt x="27940" y="97777"/>
                  </a:lnTo>
                  <a:lnTo>
                    <a:pt x="27940" y="95250"/>
                  </a:lnTo>
                  <a:close/>
                </a:path>
                <a:path w="27939" h="181610">
                  <a:moveTo>
                    <a:pt x="27940" y="91440"/>
                  </a:moveTo>
                  <a:lnTo>
                    <a:pt x="0" y="91440"/>
                  </a:lnTo>
                  <a:lnTo>
                    <a:pt x="0" y="95237"/>
                  </a:lnTo>
                  <a:lnTo>
                    <a:pt x="27940" y="95237"/>
                  </a:lnTo>
                  <a:lnTo>
                    <a:pt x="27940" y="91440"/>
                  </a:lnTo>
                  <a:close/>
                </a:path>
                <a:path w="27939" h="181610">
                  <a:moveTo>
                    <a:pt x="27940" y="82550"/>
                  </a:moveTo>
                  <a:lnTo>
                    <a:pt x="0" y="82550"/>
                  </a:lnTo>
                  <a:lnTo>
                    <a:pt x="0" y="91427"/>
                  </a:lnTo>
                  <a:lnTo>
                    <a:pt x="27940" y="91427"/>
                  </a:lnTo>
                  <a:lnTo>
                    <a:pt x="27940" y="82550"/>
                  </a:lnTo>
                  <a:close/>
                </a:path>
                <a:path w="27939" h="181610">
                  <a:moveTo>
                    <a:pt x="27940" y="72390"/>
                  </a:moveTo>
                  <a:lnTo>
                    <a:pt x="0" y="72390"/>
                  </a:lnTo>
                  <a:lnTo>
                    <a:pt x="0" y="82537"/>
                  </a:lnTo>
                  <a:lnTo>
                    <a:pt x="27940" y="82537"/>
                  </a:lnTo>
                  <a:lnTo>
                    <a:pt x="27940" y="72390"/>
                  </a:lnTo>
                  <a:close/>
                </a:path>
                <a:path w="27939" h="181610">
                  <a:moveTo>
                    <a:pt x="27940" y="63500"/>
                  </a:moveTo>
                  <a:lnTo>
                    <a:pt x="0" y="63500"/>
                  </a:lnTo>
                  <a:lnTo>
                    <a:pt x="0" y="72377"/>
                  </a:lnTo>
                  <a:lnTo>
                    <a:pt x="27940" y="72377"/>
                  </a:lnTo>
                  <a:lnTo>
                    <a:pt x="27940" y="63500"/>
                  </a:lnTo>
                  <a:close/>
                </a:path>
                <a:path w="27939" h="181610">
                  <a:moveTo>
                    <a:pt x="27940" y="53340"/>
                  </a:moveTo>
                  <a:lnTo>
                    <a:pt x="0" y="53340"/>
                  </a:lnTo>
                  <a:lnTo>
                    <a:pt x="0" y="63487"/>
                  </a:lnTo>
                  <a:lnTo>
                    <a:pt x="27940" y="63487"/>
                  </a:lnTo>
                  <a:lnTo>
                    <a:pt x="27940" y="53340"/>
                  </a:lnTo>
                  <a:close/>
                </a:path>
                <a:path w="27939" h="181610">
                  <a:moveTo>
                    <a:pt x="27940" y="50800"/>
                  </a:moveTo>
                  <a:lnTo>
                    <a:pt x="0" y="50800"/>
                  </a:lnTo>
                  <a:lnTo>
                    <a:pt x="0" y="53327"/>
                  </a:lnTo>
                  <a:lnTo>
                    <a:pt x="27940" y="53327"/>
                  </a:lnTo>
                  <a:lnTo>
                    <a:pt x="27940" y="50800"/>
                  </a:lnTo>
                  <a:close/>
                </a:path>
                <a:path w="27939" h="181610">
                  <a:moveTo>
                    <a:pt x="27940" y="46990"/>
                  </a:moveTo>
                  <a:lnTo>
                    <a:pt x="0" y="46990"/>
                  </a:lnTo>
                  <a:lnTo>
                    <a:pt x="0" y="50787"/>
                  </a:lnTo>
                  <a:lnTo>
                    <a:pt x="27940" y="50787"/>
                  </a:lnTo>
                  <a:lnTo>
                    <a:pt x="27940" y="46990"/>
                  </a:lnTo>
                  <a:close/>
                </a:path>
                <a:path w="27939" h="181610">
                  <a:moveTo>
                    <a:pt x="27940" y="40640"/>
                  </a:moveTo>
                  <a:lnTo>
                    <a:pt x="0" y="40640"/>
                  </a:lnTo>
                  <a:lnTo>
                    <a:pt x="0" y="46977"/>
                  </a:lnTo>
                  <a:lnTo>
                    <a:pt x="27940" y="46977"/>
                  </a:lnTo>
                  <a:lnTo>
                    <a:pt x="27940" y="40640"/>
                  </a:lnTo>
                  <a:close/>
                </a:path>
                <a:path w="27939" h="181610">
                  <a:moveTo>
                    <a:pt x="27940" y="34290"/>
                  </a:moveTo>
                  <a:lnTo>
                    <a:pt x="0" y="34290"/>
                  </a:lnTo>
                  <a:lnTo>
                    <a:pt x="0" y="40627"/>
                  </a:lnTo>
                  <a:lnTo>
                    <a:pt x="27940" y="40627"/>
                  </a:lnTo>
                  <a:lnTo>
                    <a:pt x="27940" y="34290"/>
                  </a:lnTo>
                  <a:close/>
                </a:path>
                <a:path w="27939" h="181610">
                  <a:moveTo>
                    <a:pt x="27940" y="27940"/>
                  </a:moveTo>
                  <a:lnTo>
                    <a:pt x="0" y="27940"/>
                  </a:lnTo>
                  <a:lnTo>
                    <a:pt x="0" y="34277"/>
                  </a:lnTo>
                  <a:lnTo>
                    <a:pt x="27940" y="34277"/>
                  </a:lnTo>
                  <a:lnTo>
                    <a:pt x="27940" y="27940"/>
                  </a:lnTo>
                  <a:close/>
                </a:path>
                <a:path w="27939" h="181610">
                  <a:moveTo>
                    <a:pt x="27940" y="25400"/>
                  </a:moveTo>
                  <a:lnTo>
                    <a:pt x="0" y="25400"/>
                  </a:lnTo>
                  <a:lnTo>
                    <a:pt x="0" y="27927"/>
                  </a:lnTo>
                  <a:lnTo>
                    <a:pt x="27940" y="27927"/>
                  </a:lnTo>
                  <a:lnTo>
                    <a:pt x="27940" y="25400"/>
                  </a:lnTo>
                  <a:close/>
                </a:path>
                <a:path w="27939" h="181610">
                  <a:moveTo>
                    <a:pt x="2794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27940" y="25387"/>
                  </a:lnTo>
                  <a:lnTo>
                    <a:pt x="27940" y="21590"/>
                  </a:lnTo>
                  <a:close/>
                </a:path>
                <a:path w="27939" h="181610">
                  <a:moveTo>
                    <a:pt x="27940" y="15240"/>
                  </a:moveTo>
                  <a:lnTo>
                    <a:pt x="0" y="15240"/>
                  </a:lnTo>
                  <a:lnTo>
                    <a:pt x="0" y="21577"/>
                  </a:lnTo>
                  <a:lnTo>
                    <a:pt x="27940" y="21577"/>
                  </a:lnTo>
                  <a:lnTo>
                    <a:pt x="27940" y="15240"/>
                  </a:lnTo>
                  <a:close/>
                </a:path>
                <a:path w="27939" h="181610">
                  <a:moveTo>
                    <a:pt x="2794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7940" y="15227"/>
                  </a:lnTo>
                  <a:lnTo>
                    <a:pt x="27940" y="12700"/>
                  </a:lnTo>
                  <a:close/>
                </a:path>
                <a:path w="27939" h="181610">
                  <a:moveTo>
                    <a:pt x="2794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7940" y="12687"/>
                  </a:lnTo>
                  <a:lnTo>
                    <a:pt x="27940" y="8890"/>
                  </a:lnTo>
                  <a:close/>
                </a:path>
                <a:path w="27939" h="181610">
                  <a:moveTo>
                    <a:pt x="27940" y="0"/>
                  </a:moveTo>
                  <a:lnTo>
                    <a:pt x="0" y="0"/>
                  </a:lnTo>
                  <a:lnTo>
                    <a:pt x="0" y="8877"/>
                  </a:lnTo>
                  <a:lnTo>
                    <a:pt x="27940" y="8877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22456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2" name="object 3752"/>
            <p:cNvSpPr/>
            <p:nvPr/>
          </p:nvSpPr>
          <p:spPr>
            <a:xfrm>
              <a:off x="4493260" y="5033010"/>
              <a:ext cx="27940" cy="476250"/>
            </a:xfrm>
            <a:custGeom>
              <a:avLst/>
              <a:gdLst/>
              <a:ahLst/>
              <a:cxnLst/>
              <a:rect l="l" t="t" r="r" b="b"/>
              <a:pathLst>
                <a:path w="27939" h="476250">
                  <a:moveTo>
                    <a:pt x="27940" y="467372"/>
                  </a:moveTo>
                  <a:lnTo>
                    <a:pt x="0" y="467372"/>
                  </a:lnTo>
                  <a:lnTo>
                    <a:pt x="0" y="476250"/>
                  </a:lnTo>
                  <a:lnTo>
                    <a:pt x="27940" y="476250"/>
                  </a:lnTo>
                  <a:lnTo>
                    <a:pt x="27940" y="467372"/>
                  </a:lnTo>
                  <a:close/>
                </a:path>
                <a:path w="27939" h="476250">
                  <a:moveTo>
                    <a:pt x="27940" y="463562"/>
                  </a:moveTo>
                  <a:lnTo>
                    <a:pt x="0" y="463562"/>
                  </a:lnTo>
                  <a:lnTo>
                    <a:pt x="0" y="467360"/>
                  </a:lnTo>
                  <a:lnTo>
                    <a:pt x="27940" y="467360"/>
                  </a:lnTo>
                  <a:lnTo>
                    <a:pt x="27940" y="463562"/>
                  </a:lnTo>
                  <a:close/>
                </a:path>
                <a:path w="27939" h="476250">
                  <a:moveTo>
                    <a:pt x="27940" y="461022"/>
                  </a:moveTo>
                  <a:lnTo>
                    <a:pt x="0" y="461022"/>
                  </a:lnTo>
                  <a:lnTo>
                    <a:pt x="0" y="463550"/>
                  </a:lnTo>
                  <a:lnTo>
                    <a:pt x="27940" y="463550"/>
                  </a:lnTo>
                  <a:lnTo>
                    <a:pt x="27940" y="461022"/>
                  </a:lnTo>
                  <a:close/>
                </a:path>
                <a:path w="27939" h="476250">
                  <a:moveTo>
                    <a:pt x="27940" y="457212"/>
                  </a:moveTo>
                  <a:lnTo>
                    <a:pt x="0" y="457212"/>
                  </a:lnTo>
                  <a:lnTo>
                    <a:pt x="0" y="461010"/>
                  </a:lnTo>
                  <a:lnTo>
                    <a:pt x="27940" y="461010"/>
                  </a:lnTo>
                  <a:lnTo>
                    <a:pt x="27940" y="457212"/>
                  </a:lnTo>
                  <a:close/>
                </a:path>
                <a:path w="27939" h="476250">
                  <a:moveTo>
                    <a:pt x="27940" y="448322"/>
                  </a:moveTo>
                  <a:lnTo>
                    <a:pt x="0" y="448322"/>
                  </a:lnTo>
                  <a:lnTo>
                    <a:pt x="0" y="457200"/>
                  </a:lnTo>
                  <a:lnTo>
                    <a:pt x="27940" y="457200"/>
                  </a:lnTo>
                  <a:lnTo>
                    <a:pt x="27940" y="448322"/>
                  </a:lnTo>
                  <a:close/>
                </a:path>
                <a:path w="27939" h="476250">
                  <a:moveTo>
                    <a:pt x="27940" y="429272"/>
                  </a:moveTo>
                  <a:lnTo>
                    <a:pt x="0" y="429272"/>
                  </a:lnTo>
                  <a:lnTo>
                    <a:pt x="0" y="448310"/>
                  </a:lnTo>
                  <a:lnTo>
                    <a:pt x="27940" y="448310"/>
                  </a:lnTo>
                  <a:lnTo>
                    <a:pt x="27940" y="429272"/>
                  </a:lnTo>
                  <a:close/>
                </a:path>
                <a:path w="27939" h="476250">
                  <a:moveTo>
                    <a:pt x="27940" y="422922"/>
                  </a:moveTo>
                  <a:lnTo>
                    <a:pt x="0" y="422922"/>
                  </a:lnTo>
                  <a:lnTo>
                    <a:pt x="0" y="429260"/>
                  </a:lnTo>
                  <a:lnTo>
                    <a:pt x="27940" y="429260"/>
                  </a:lnTo>
                  <a:lnTo>
                    <a:pt x="27940" y="422922"/>
                  </a:lnTo>
                  <a:close/>
                </a:path>
                <a:path w="27939" h="476250">
                  <a:moveTo>
                    <a:pt x="27940" y="416572"/>
                  </a:moveTo>
                  <a:lnTo>
                    <a:pt x="0" y="416572"/>
                  </a:lnTo>
                  <a:lnTo>
                    <a:pt x="0" y="422910"/>
                  </a:lnTo>
                  <a:lnTo>
                    <a:pt x="27940" y="422910"/>
                  </a:lnTo>
                  <a:lnTo>
                    <a:pt x="27940" y="416572"/>
                  </a:lnTo>
                  <a:close/>
                </a:path>
                <a:path w="27939" h="476250">
                  <a:moveTo>
                    <a:pt x="27940" y="412762"/>
                  </a:moveTo>
                  <a:lnTo>
                    <a:pt x="0" y="412762"/>
                  </a:lnTo>
                  <a:lnTo>
                    <a:pt x="0" y="416560"/>
                  </a:lnTo>
                  <a:lnTo>
                    <a:pt x="27940" y="416560"/>
                  </a:lnTo>
                  <a:lnTo>
                    <a:pt x="27940" y="412762"/>
                  </a:lnTo>
                  <a:close/>
                </a:path>
                <a:path w="27939" h="476250">
                  <a:moveTo>
                    <a:pt x="27940" y="410222"/>
                  </a:moveTo>
                  <a:lnTo>
                    <a:pt x="0" y="410222"/>
                  </a:lnTo>
                  <a:lnTo>
                    <a:pt x="0" y="412750"/>
                  </a:lnTo>
                  <a:lnTo>
                    <a:pt x="27940" y="412750"/>
                  </a:lnTo>
                  <a:lnTo>
                    <a:pt x="27940" y="410222"/>
                  </a:lnTo>
                  <a:close/>
                </a:path>
                <a:path w="27939" h="476250">
                  <a:moveTo>
                    <a:pt x="27940" y="406412"/>
                  </a:moveTo>
                  <a:lnTo>
                    <a:pt x="0" y="406412"/>
                  </a:lnTo>
                  <a:lnTo>
                    <a:pt x="0" y="410210"/>
                  </a:lnTo>
                  <a:lnTo>
                    <a:pt x="27940" y="410210"/>
                  </a:lnTo>
                  <a:lnTo>
                    <a:pt x="27940" y="406412"/>
                  </a:lnTo>
                  <a:close/>
                </a:path>
                <a:path w="27939" h="476250">
                  <a:moveTo>
                    <a:pt x="27940" y="403872"/>
                  </a:moveTo>
                  <a:lnTo>
                    <a:pt x="0" y="403872"/>
                  </a:lnTo>
                  <a:lnTo>
                    <a:pt x="0" y="406400"/>
                  </a:lnTo>
                  <a:lnTo>
                    <a:pt x="27940" y="406400"/>
                  </a:lnTo>
                  <a:lnTo>
                    <a:pt x="27940" y="403872"/>
                  </a:lnTo>
                  <a:close/>
                </a:path>
                <a:path w="27939" h="476250">
                  <a:moveTo>
                    <a:pt x="27940" y="397522"/>
                  </a:moveTo>
                  <a:lnTo>
                    <a:pt x="0" y="397522"/>
                  </a:lnTo>
                  <a:lnTo>
                    <a:pt x="0" y="403860"/>
                  </a:lnTo>
                  <a:lnTo>
                    <a:pt x="27940" y="403860"/>
                  </a:lnTo>
                  <a:lnTo>
                    <a:pt x="27940" y="397522"/>
                  </a:lnTo>
                  <a:close/>
                </a:path>
                <a:path w="27939" h="476250">
                  <a:moveTo>
                    <a:pt x="27940" y="393712"/>
                  </a:moveTo>
                  <a:lnTo>
                    <a:pt x="0" y="393712"/>
                  </a:lnTo>
                  <a:lnTo>
                    <a:pt x="0" y="397510"/>
                  </a:lnTo>
                  <a:lnTo>
                    <a:pt x="27940" y="397510"/>
                  </a:lnTo>
                  <a:lnTo>
                    <a:pt x="27940" y="393712"/>
                  </a:lnTo>
                  <a:close/>
                </a:path>
                <a:path w="27939" h="476250">
                  <a:moveTo>
                    <a:pt x="27940" y="391172"/>
                  </a:moveTo>
                  <a:lnTo>
                    <a:pt x="0" y="391172"/>
                  </a:lnTo>
                  <a:lnTo>
                    <a:pt x="0" y="393700"/>
                  </a:lnTo>
                  <a:lnTo>
                    <a:pt x="27940" y="393700"/>
                  </a:lnTo>
                  <a:lnTo>
                    <a:pt x="27940" y="391172"/>
                  </a:lnTo>
                  <a:close/>
                </a:path>
                <a:path w="27939" h="476250">
                  <a:moveTo>
                    <a:pt x="27940" y="387362"/>
                  </a:moveTo>
                  <a:lnTo>
                    <a:pt x="0" y="387362"/>
                  </a:lnTo>
                  <a:lnTo>
                    <a:pt x="0" y="391160"/>
                  </a:lnTo>
                  <a:lnTo>
                    <a:pt x="27940" y="391160"/>
                  </a:lnTo>
                  <a:lnTo>
                    <a:pt x="27940" y="387362"/>
                  </a:lnTo>
                  <a:close/>
                </a:path>
                <a:path w="27939" h="476250">
                  <a:moveTo>
                    <a:pt x="27940" y="384822"/>
                  </a:moveTo>
                  <a:lnTo>
                    <a:pt x="0" y="384822"/>
                  </a:lnTo>
                  <a:lnTo>
                    <a:pt x="0" y="387350"/>
                  </a:lnTo>
                  <a:lnTo>
                    <a:pt x="27940" y="387350"/>
                  </a:lnTo>
                  <a:lnTo>
                    <a:pt x="27940" y="384822"/>
                  </a:lnTo>
                  <a:close/>
                </a:path>
                <a:path w="27939" h="476250">
                  <a:moveTo>
                    <a:pt x="27940" y="365772"/>
                  </a:moveTo>
                  <a:lnTo>
                    <a:pt x="0" y="365772"/>
                  </a:lnTo>
                  <a:lnTo>
                    <a:pt x="0" y="384810"/>
                  </a:lnTo>
                  <a:lnTo>
                    <a:pt x="27940" y="384810"/>
                  </a:lnTo>
                  <a:lnTo>
                    <a:pt x="27940" y="365772"/>
                  </a:lnTo>
                  <a:close/>
                </a:path>
                <a:path w="27939" h="476250">
                  <a:moveTo>
                    <a:pt x="27940" y="359422"/>
                  </a:moveTo>
                  <a:lnTo>
                    <a:pt x="0" y="359422"/>
                  </a:lnTo>
                  <a:lnTo>
                    <a:pt x="0" y="365760"/>
                  </a:lnTo>
                  <a:lnTo>
                    <a:pt x="27940" y="365760"/>
                  </a:lnTo>
                  <a:lnTo>
                    <a:pt x="27940" y="359422"/>
                  </a:lnTo>
                  <a:close/>
                </a:path>
                <a:path w="27939" h="476250">
                  <a:moveTo>
                    <a:pt x="27940" y="355612"/>
                  </a:moveTo>
                  <a:lnTo>
                    <a:pt x="0" y="355612"/>
                  </a:lnTo>
                  <a:lnTo>
                    <a:pt x="0" y="359410"/>
                  </a:lnTo>
                  <a:lnTo>
                    <a:pt x="27940" y="359410"/>
                  </a:lnTo>
                  <a:lnTo>
                    <a:pt x="27940" y="355612"/>
                  </a:lnTo>
                  <a:close/>
                </a:path>
                <a:path w="27939" h="476250">
                  <a:moveTo>
                    <a:pt x="27940" y="346722"/>
                  </a:moveTo>
                  <a:lnTo>
                    <a:pt x="0" y="346722"/>
                  </a:lnTo>
                  <a:lnTo>
                    <a:pt x="0" y="355600"/>
                  </a:lnTo>
                  <a:lnTo>
                    <a:pt x="27940" y="355600"/>
                  </a:lnTo>
                  <a:lnTo>
                    <a:pt x="27940" y="346722"/>
                  </a:lnTo>
                  <a:close/>
                </a:path>
                <a:path w="27939" h="476250">
                  <a:moveTo>
                    <a:pt x="27940" y="340372"/>
                  </a:moveTo>
                  <a:lnTo>
                    <a:pt x="0" y="340372"/>
                  </a:lnTo>
                  <a:lnTo>
                    <a:pt x="0" y="346710"/>
                  </a:lnTo>
                  <a:lnTo>
                    <a:pt x="27940" y="346710"/>
                  </a:lnTo>
                  <a:lnTo>
                    <a:pt x="27940" y="340372"/>
                  </a:lnTo>
                  <a:close/>
                </a:path>
                <a:path w="27939" h="476250">
                  <a:moveTo>
                    <a:pt x="27940" y="334022"/>
                  </a:moveTo>
                  <a:lnTo>
                    <a:pt x="0" y="334022"/>
                  </a:lnTo>
                  <a:lnTo>
                    <a:pt x="0" y="340360"/>
                  </a:lnTo>
                  <a:lnTo>
                    <a:pt x="27940" y="340360"/>
                  </a:lnTo>
                  <a:lnTo>
                    <a:pt x="27940" y="334022"/>
                  </a:lnTo>
                  <a:close/>
                </a:path>
                <a:path w="27939" h="476250">
                  <a:moveTo>
                    <a:pt x="27940" y="330212"/>
                  </a:moveTo>
                  <a:lnTo>
                    <a:pt x="0" y="330212"/>
                  </a:lnTo>
                  <a:lnTo>
                    <a:pt x="0" y="334010"/>
                  </a:lnTo>
                  <a:lnTo>
                    <a:pt x="27940" y="334010"/>
                  </a:lnTo>
                  <a:lnTo>
                    <a:pt x="27940" y="330212"/>
                  </a:lnTo>
                  <a:close/>
                </a:path>
                <a:path w="27939" h="476250">
                  <a:moveTo>
                    <a:pt x="27940" y="327672"/>
                  </a:moveTo>
                  <a:lnTo>
                    <a:pt x="0" y="327672"/>
                  </a:lnTo>
                  <a:lnTo>
                    <a:pt x="0" y="330200"/>
                  </a:lnTo>
                  <a:lnTo>
                    <a:pt x="27940" y="330200"/>
                  </a:lnTo>
                  <a:lnTo>
                    <a:pt x="27940" y="327672"/>
                  </a:lnTo>
                  <a:close/>
                </a:path>
                <a:path w="27939" h="476250">
                  <a:moveTo>
                    <a:pt x="27940" y="317512"/>
                  </a:moveTo>
                  <a:lnTo>
                    <a:pt x="0" y="317512"/>
                  </a:lnTo>
                  <a:lnTo>
                    <a:pt x="0" y="327660"/>
                  </a:lnTo>
                  <a:lnTo>
                    <a:pt x="27940" y="327660"/>
                  </a:lnTo>
                  <a:lnTo>
                    <a:pt x="27940" y="317512"/>
                  </a:lnTo>
                  <a:close/>
                </a:path>
                <a:path w="27939" h="476250">
                  <a:moveTo>
                    <a:pt x="27940" y="314972"/>
                  </a:moveTo>
                  <a:lnTo>
                    <a:pt x="0" y="314972"/>
                  </a:lnTo>
                  <a:lnTo>
                    <a:pt x="0" y="317500"/>
                  </a:lnTo>
                  <a:lnTo>
                    <a:pt x="27940" y="317500"/>
                  </a:lnTo>
                  <a:lnTo>
                    <a:pt x="27940" y="314972"/>
                  </a:lnTo>
                  <a:close/>
                </a:path>
                <a:path w="27939" h="476250">
                  <a:moveTo>
                    <a:pt x="27940" y="311162"/>
                  </a:moveTo>
                  <a:lnTo>
                    <a:pt x="0" y="311162"/>
                  </a:lnTo>
                  <a:lnTo>
                    <a:pt x="0" y="314960"/>
                  </a:lnTo>
                  <a:lnTo>
                    <a:pt x="27940" y="314960"/>
                  </a:lnTo>
                  <a:lnTo>
                    <a:pt x="27940" y="311162"/>
                  </a:lnTo>
                  <a:close/>
                </a:path>
                <a:path w="27939" h="476250">
                  <a:moveTo>
                    <a:pt x="27940" y="304812"/>
                  </a:moveTo>
                  <a:lnTo>
                    <a:pt x="0" y="304812"/>
                  </a:lnTo>
                  <a:lnTo>
                    <a:pt x="0" y="311150"/>
                  </a:lnTo>
                  <a:lnTo>
                    <a:pt x="27940" y="311150"/>
                  </a:lnTo>
                  <a:lnTo>
                    <a:pt x="27940" y="304812"/>
                  </a:lnTo>
                  <a:close/>
                </a:path>
                <a:path w="27939" h="476250">
                  <a:moveTo>
                    <a:pt x="27940" y="292112"/>
                  </a:moveTo>
                  <a:lnTo>
                    <a:pt x="0" y="292112"/>
                  </a:lnTo>
                  <a:lnTo>
                    <a:pt x="0" y="304800"/>
                  </a:lnTo>
                  <a:lnTo>
                    <a:pt x="27940" y="304800"/>
                  </a:lnTo>
                  <a:lnTo>
                    <a:pt x="27940" y="292112"/>
                  </a:lnTo>
                  <a:close/>
                </a:path>
                <a:path w="27939" h="476250">
                  <a:moveTo>
                    <a:pt x="27940" y="289572"/>
                  </a:moveTo>
                  <a:lnTo>
                    <a:pt x="0" y="289572"/>
                  </a:lnTo>
                  <a:lnTo>
                    <a:pt x="0" y="292100"/>
                  </a:lnTo>
                  <a:lnTo>
                    <a:pt x="27940" y="292100"/>
                  </a:lnTo>
                  <a:lnTo>
                    <a:pt x="27940" y="289572"/>
                  </a:lnTo>
                  <a:close/>
                </a:path>
                <a:path w="27939" h="476250">
                  <a:moveTo>
                    <a:pt x="27940" y="285762"/>
                  </a:moveTo>
                  <a:lnTo>
                    <a:pt x="0" y="285762"/>
                  </a:lnTo>
                  <a:lnTo>
                    <a:pt x="0" y="289560"/>
                  </a:lnTo>
                  <a:lnTo>
                    <a:pt x="27940" y="289560"/>
                  </a:lnTo>
                  <a:lnTo>
                    <a:pt x="27940" y="285762"/>
                  </a:lnTo>
                  <a:close/>
                </a:path>
                <a:path w="27939" h="476250">
                  <a:moveTo>
                    <a:pt x="27940" y="283222"/>
                  </a:moveTo>
                  <a:lnTo>
                    <a:pt x="0" y="283222"/>
                  </a:lnTo>
                  <a:lnTo>
                    <a:pt x="0" y="285750"/>
                  </a:lnTo>
                  <a:lnTo>
                    <a:pt x="27940" y="285750"/>
                  </a:lnTo>
                  <a:lnTo>
                    <a:pt x="27940" y="283222"/>
                  </a:lnTo>
                  <a:close/>
                </a:path>
                <a:path w="27939" h="476250">
                  <a:moveTo>
                    <a:pt x="27940" y="279412"/>
                  </a:moveTo>
                  <a:lnTo>
                    <a:pt x="0" y="279412"/>
                  </a:lnTo>
                  <a:lnTo>
                    <a:pt x="0" y="283210"/>
                  </a:lnTo>
                  <a:lnTo>
                    <a:pt x="27940" y="283210"/>
                  </a:lnTo>
                  <a:lnTo>
                    <a:pt x="27940" y="279412"/>
                  </a:lnTo>
                  <a:close/>
                </a:path>
                <a:path w="27939" h="476250">
                  <a:moveTo>
                    <a:pt x="27940" y="273062"/>
                  </a:moveTo>
                  <a:lnTo>
                    <a:pt x="0" y="273062"/>
                  </a:lnTo>
                  <a:lnTo>
                    <a:pt x="0" y="279400"/>
                  </a:lnTo>
                  <a:lnTo>
                    <a:pt x="27940" y="279400"/>
                  </a:lnTo>
                  <a:lnTo>
                    <a:pt x="27940" y="273062"/>
                  </a:lnTo>
                  <a:close/>
                </a:path>
                <a:path w="27939" h="476250">
                  <a:moveTo>
                    <a:pt x="27940" y="234962"/>
                  </a:moveTo>
                  <a:lnTo>
                    <a:pt x="0" y="234962"/>
                  </a:lnTo>
                  <a:lnTo>
                    <a:pt x="0" y="273050"/>
                  </a:lnTo>
                  <a:lnTo>
                    <a:pt x="27940" y="273050"/>
                  </a:lnTo>
                  <a:lnTo>
                    <a:pt x="27940" y="234962"/>
                  </a:lnTo>
                  <a:close/>
                </a:path>
                <a:path w="27939" h="476250">
                  <a:moveTo>
                    <a:pt x="2794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7940" y="234950"/>
                  </a:lnTo>
                  <a:lnTo>
                    <a:pt x="27940" y="232422"/>
                  </a:lnTo>
                  <a:close/>
                </a:path>
                <a:path w="27939" h="476250">
                  <a:moveTo>
                    <a:pt x="2794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27940" y="232410"/>
                  </a:lnTo>
                  <a:lnTo>
                    <a:pt x="27940" y="226072"/>
                  </a:lnTo>
                  <a:close/>
                </a:path>
                <a:path w="27939" h="476250">
                  <a:moveTo>
                    <a:pt x="2794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27940" y="226060"/>
                  </a:lnTo>
                  <a:lnTo>
                    <a:pt x="27940" y="222262"/>
                  </a:lnTo>
                  <a:close/>
                </a:path>
                <a:path w="27939" h="476250">
                  <a:moveTo>
                    <a:pt x="2794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27940" y="222250"/>
                  </a:lnTo>
                  <a:lnTo>
                    <a:pt x="27940" y="219722"/>
                  </a:lnTo>
                  <a:close/>
                </a:path>
                <a:path w="27939" h="476250">
                  <a:moveTo>
                    <a:pt x="27940" y="213372"/>
                  </a:moveTo>
                  <a:lnTo>
                    <a:pt x="0" y="213372"/>
                  </a:lnTo>
                  <a:lnTo>
                    <a:pt x="0" y="219710"/>
                  </a:lnTo>
                  <a:lnTo>
                    <a:pt x="27940" y="219710"/>
                  </a:lnTo>
                  <a:lnTo>
                    <a:pt x="27940" y="213372"/>
                  </a:lnTo>
                  <a:close/>
                </a:path>
                <a:path w="27939" h="476250">
                  <a:moveTo>
                    <a:pt x="27940" y="207022"/>
                  </a:moveTo>
                  <a:lnTo>
                    <a:pt x="0" y="207022"/>
                  </a:lnTo>
                  <a:lnTo>
                    <a:pt x="0" y="213360"/>
                  </a:lnTo>
                  <a:lnTo>
                    <a:pt x="27940" y="213360"/>
                  </a:lnTo>
                  <a:lnTo>
                    <a:pt x="27940" y="207022"/>
                  </a:lnTo>
                  <a:close/>
                </a:path>
                <a:path w="27939" h="476250">
                  <a:moveTo>
                    <a:pt x="27940" y="195592"/>
                  </a:moveTo>
                  <a:lnTo>
                    <a:pt x="0" y="195592"/>
                  </a:lnTo>
                  <a:lnTo>
                    <a:pt x="0" y="207010"/>
                  </a:lnTo>
                  <a:lnTo>
                    <a:pt x="27940" y="207010"/>
                  </a:lnTo>
                  <a:lnTo>
                    <a:pt x="27940" y="195592"/>
                  </a:lnTo>
                  <a:close/>
                </a:path>
                <a:path w="27939" h="476250">
                  <a:moveTo>
                    <a:pt x="2794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7940" y="195580"/>
                  </a:lnTo>
                  <a:lnTo>
                    <a:pt x="27940" y="189242"/>
                  </a:lnTo>
                  <a:close/>
                </a:path>
                <a:path w="27939" h="476250">
                  <a:moveTo>
                    <a:pt x="27940" y="182892"/>
                  </a:moveTo>
                  <a:lnTo>
                    <a:pt x="0" y="182892"/>
                  </a:lnTo>
                  <a:lnTo>
                    <a:pt x="0" y="189230"/>
                  </a:lnTo>
                  <a:lnTo>
                    <a:pt x="27940" y="189230"/>
                  </a:lnTo>
                  <a:lnTo>
                    <a:pt x="27940" y="182892"/>
                  </a:lnTo>
                  <a:close/>
                </a:path>
                <a:path w="27939" h="476250">
                  <a:moveTo>
                    <a:pt x="27940" y="176542"/>
                  </a:moveTo>
                  <a:lnTo>
                    <a:pt x="0" y="176542"/>
                  </a:lnTo>
                  <a:lnTo>
                    <a:pt x="0" y="182880"/>
                  </a:lnTo>
                  <a:lnTo>
                    <a:pt x="27940" y="182880"/>
                  </a:lnTo>
                  <a:lnTo>
                    <a:pt x="27940" y="176542"/>
                  </a:lnTo>
                  <a:close/>
                </a:path>
                <a:path w="27939" h="476250">
                  <a:moveTo>
                    <a:pt x="27940" y="170192"/>
                  </a:moveTo>
                  <a:lnTo>
                    <a:pt x="0" y="170192"/>
                  </a:lnTo>
                  <a:lnTo>
                    <a:pt x="0" y="176530"/>
                  </a:lnTo>
                  <a:lnTo>
                    <a:pt x="27940" y="176530"/>
                  </a:lnTo>
                  <a:lnTo>
                    <a:pt x="27940" y="170192"/>
                  </a:lnTo>
                  <a:close/>
                </a:path>
                <a:path w="27939" h="476250">
                  <a:moveTo>
                    <a:pt x="27940" y="163842"/>
                  </a:moveTo>
                  <a:lnTo>
                    <a:pt x="0" y="163842"/>
                  </a:lnTo>
                  <a:lnTo>
                    <a:pt x="0" y="170180"/>
                  </a:lnTo>
                  <a:lnTo>
                    <a:pt x="27940" y="170180"/>
                  </a:lnTo>
                  <a:lnTo>
                    <a:pt x="27940" y="163842"/>
                  </a:lnTo>
                  <a:close/>
                </a:path>
                <a:path w="27939" h="476250">
                  <a:moveTo>
                    <a:pt x="27940" y="157492"/>
                  </a:moveTo>
                  <a:lnTo>
                    <a:pt x="0" y="157492"/>
                  </a:lnTo>
                  <a:lnTo>
                    <a:pt x="0" y="163830"/>
                  </a:lnTo>
                  <a:lnTo>
                    <a:pt x="27940" y="163830"/>
                  </a:lnTo>
                  <a:lnTo>
                    <a:pt x="27940" y="157492"/>
                  </a:lnTo>
                  <a:close/>
                </a:path>
                <a:path w="27939" h="476250">
                  <a:moveTo>
                    <a:pt x="2794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7940" y="157480"/>
                  </a:lnTo>
                  <a:lnTo>
                    <a:pt x="27940" y="151142"/>
                  </a:lnTo>
                  <a:close/>
                </a:path>
                <a:path w="27939" h="476250">
                  <a:moveTo>
                    <a:pt x="27940" y="138442"/>
                  </a:moveTo>
                  <a:lnTo>
                    <a:pt x="0" y="138442"/>
                  </a:lnTo>
                  <a:lnTo>
                    <a:pt x="0" y="151130"/>
                  </a:lnTo>
                  <a:lnTo>
                    <a:pt x="27940" y="151130"/>
                  </a:lnTo>
                  <a:lnTo>
                    <a:pt x="27940" y="138442"/>
                  </a:lnTo>
                  <a:close/>
                </a:path>
                <a:path w="27939" h="476250">
                  <a:moveTo>
                    <a:pt x="27940" y="132092"/>
                  </a:moveTo>
                  <a:lnTo>
                    <a:pt x="0" y="132092"/>
                  </a:lnTo>
                  <a:lnTo>
                    <a:pt x="0" y="138430"/>
                  </a:lnTo>
                  <a:lnTo>
                    <a:pt x="27940" y="138430"/>
                  </a:lnTo>
                  <a:lnTo>
                    <a:pt x="27940" y="132092"/>
                  </a:lnTo>
                  <a:close/>
                </a:path>
                <a:path w="27939" h="476250">
                  <a:moveTo>
                    <a:pt x="27940" y="125742"/>
                  </a:moveTo>
                  <a:lnTo>
                    <a:pt x="0" y="125742"/>
                  </a:lnTo>
                  <a:lnTo>
                    <a:pt x="0" y="132080"/>
                  </a:lnTo>
                  <a:lnTo>
                    <a:pt x="27940" y="132080"/>
                  </a:lnTo>
                  <a:lnTo>
                    <a:pt x="27940" y="125742"/>
                  </a:lnTo>
                  <a:close/>
                </a:path>
                <a:path w="27939" h="476250">
                  <a:moveTo>
                    <a:pt x="27940" y="119392"/>
                  </a:moveTo>
                  <a:lnTo>
                    <a:pt x="0" y="119392"/>
                  </a:lnTo>
                  <a:lnTo>
                    <a:pt x="0" y="125730"/>
                  </a:lnTo>
                  <a:lnTo>
                    <a:pt x="27940" y="125730"/>
                  </a:lnTo>
                  <a:lnTo>
                    <a:pt x="27940" y="119392"/>
                  </a:lnTo>
                  <a:close/>
                </a:path>
                <a:path w="27939" h="476250">
                  <a:moveTo>
                    <a:pt x="27940" y="113042"/>
                  </a:moveTo>
                  <a:lnTo>
                    <a:pt x="0" y="113042"/>
                  </a:lnTo>
                  <a:lnTo>
                    <a:pt x="0" y="119380"/>
                  </a:lnTo>
                  <a:lnTo>
                    <a:pt x="27940" y="119380"/>
                  </a:lnTo>
                  <a:lnTo>
                    <a:pt x="27940" y="113042"/>
                  </a:lnTo>
                  <a:close/>
                </a:path>
                <a:path w="27939" h="476250">
                  <a:moveTo>
                    <a:pt x="27940" y="106692"/>
                  </a:moveTo>
                  <a:lnTo>
                    <a:pt x="0" y="106692"/>
                  </a:lnTo>
                  <a:lnTo>
                    <a:pt x="0" y="113030"/>
                  </a:lnTo>
                  <a:lnTo>
                    <a:pt x="27940" y="113030"/>
                  </a:lnTo>
                  <a:lnTo>
                    <a:pt x="27940" y="106692"/>
                  </a:lnTo>
                  <a:close/>
                </a:path>
                <a:path w="27939" h="476250">
                  <a:moveTo>
                    <a:pt x="27940" y="100342"/>
                  </a:moveTo>
                  <a:lnTo>
                    <a:pt x="0" y="100342"/>
                  </a:lnTo>
                  <a:lnTo>
                    <a:pt x="0" y="106680"/>
                  </a:lnTo>
                  <a:lnTo>
                    <a:pt x="27940" y="106680"/>
                  </a:lnTo>
                  <a:lnTo>
                    <a:pt x="27940" y="100342"/>
                  </a:lnTo>
                  <a:close/>
                </a:path>
                <a:path w="27939" h="476250">
                  <a:moveTo>
                    <a:pt x="2794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7940" y="100330"/>
                  </a:lnTo>
                  <a:lnTo>
                    <a:pt x="27940" y="93992"/>
                  </a:lnTo>
                  <a:close/>
                </a:path>
                <a:path w="27939" h="476250">
                  <a:moveTo>
                    <a:pt x="2794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7940" y="93980"/>
                  </a:lnTo>
                  <a:lnTo>
                    <a:pt x="27940" y="87642"/>
                  </a:lnTo>
                  <a:close/>
                </a:path>
                <a:path w="27939" h="476250">
                  <a:moveTo>
                    <a:pt x="27940" y="81292"/>
                  </a:moveTo>
                  <a:lnTo>
                    <a:pt x="0" y="81292"/>
                  </a:lnTo>
                  <a:lnTo>
                    <a:pt x="0" y="87630"/>
                  </a:lnTo>
                  <a:lnTo>
                    <a:pt x="27940" y="87630"/>
                  </a:lnTo>
                  <a:lnTo>
                    <a:pt x="27940" y="81292"/>
                  </a:lnTo>
                  <a:close/>
                </a:path>
                <a:path w="27939" h="476250">
                  <a:moveTo>
                    <a:pt x="27940" y="68592"/>
                  </a:moveTo>
                  <a:lnTo>
                    <a:pt x="0" y="68592"/>
                  </a:lnTo>
                  <a:lnTo>
                    <a:pt x="0" y="81280"/>
                  </a:lnTo>
                  <a:lnTo>
                    <a:pt x="27940" y="81280"/>
                  </a:lnTo>
                  <a:lnTo>
                    <a:pt x="27940" y="68592"/>
                  </a:lnTo>
                  <a:close/>
                </a:path>
                <a:path w="27939" h="476250">
                  <a:moveTo>
                    <a:pt x="27940" y="62242"/>
                  </a:moveTo>
                  <a:lnTo>
                    <a:pt x="0" y="62242"/>
                  </a:lnTo>
                  <a:lnTo>
                    <a:pt x="0" y="68580"/>
                  </a:lnTo>
                  <a:lnTo>
                    <a:pt x="27940" y="68580"/>
                  </a:lnTo>
                  <a:lnTo>
                    <a:pt x="27940" y="62242"/>
                  </a:lnTo>
                  <a:close/>
                </a:path>
                <a:path w="27939" h="476250">
                  <a:moveTo>
                    <a:pt x="27940" y="55892"/>
                  </a:moveTo>
                  <a:lnTo>
                    <a:pt x="0" y="55892"/>
                  </a:lnTo>
                  <a:lnTo>
                    <a:pt x="0" y="62230"/>
                  </a:lnTo>
                  <a:lnTo>
                    <a:pt x="27940" y="62230"/>
                  </a:lnTo>
                  <a:lnTo>
                    <a:pt x="27940" y="55892"/>
                  </a:lnTo>
                  <a:close/>
                </a:path>
                <a:path w="27939" h="476250">
                  <a:moveTo>
                    <a:pt x="27940" y="49542"/>
                  </a:moveTo>
                  <a:lnTo>
                    <a:pt x="0" y="49542"/>
                  </a:lnTo>
                  <a:lnTo>
                    <a:pt x="0" y="55880"/>
                  </a:lnTo>
                  <a:lnTo>
                    <a:pt x="27940" y="55880"/>
                  </a:lnTo>
                  <a:lnTo>
                    <a:pt x="27940" y="49542"/>
                  </a:lnTo>
                  <a:close/>
                </a:path>
                <a:path w="27939" h="476250">
                  <a:moveTo>
                    <a:pt x="2794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7940" y="49530"/>
                  </a:lnTo>
                  <a:lnTo>
                    <a:pt x="27940" y="43192"/>
                  </a:lnTo>
                  <a:close/>
                </a:path>
                <a:path w="27939" h="476250">
                  <a:moveTo>
                    <a:pt x="2794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7940" y="43180"/>
                  </a:lnTo>
                  <a:lnTo>
                    <a:pt x="27940" y="36842"/>
                  </a:lnTo>
                  <a:close/>
                </a:path>
                <a:path w="27939" h="476250">
                  <a:moveTo>
                    <a:pt x="2794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7940" y="36830"/>
                  </a:lnTo>
                  <a:lnTo>
                    <a:pt x="27940" y="30492"/>
                  </a:lnTo>
                  <a:close/>
                </a:path>
                <a:path w="27939" h="476250">
                  <a:moveTo>
                    <a:pt x="27940" y="24142"/>
                  </a:moveTo>
                  <a:lnTo>
                    <a:pt x="0" y="24142"/>
                  </a:lnTo>
                  <a:lnTo>
                    <a:pt x="0" y="30480"/>
                  </a:lnTo>
                  <a:lnTo>
                    <a:pt x="27940" y="30480"/>
                  </a:lnTo>
                  <a:lnTo>
                    <a:pt x="27940" y="24142"/>
                  </a:lnTo>
                  <a:close/>
                </a:path>
                <a:path w="27939" h="476250">
                  <a:moveTo>
                    <a:pt x="2794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7940" y="24130"/>
                  </a:lnTo>
                  <a:lnTo>
                    <a:pt x="27940" y="17792"/>
                  </a:lnTo>
                  <a:close/>
                </a:path>
                <a:path w="27939" h="476250">
                  <a:moveTo>
                    <a:pt x="27940" y="5092"/>
                  </a:moveTo>
                  <a:lnTo>
                    <a:pt x="0" y="5092"/>
                  </a:lnTo>
                  <a:lnTo>
                    <a:pt x="0" y="17780"/>
                  </a:lnTo>
                  <a:lnTo>
                    <a:pt x="27940" y="17780"/>
                  </a:lnTo>
                  <a:lnTo>
                    <a:pt x="27940" y="5092"/>
                  </a:lnTo>
                  <a:close/>
                </a:path>
                <a:path w="27939" h="476250">
                  <a:moveTo>
                    <a:pt x="279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7940" y="5080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2245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3" name="object 3753"/>
            <p:cNvSpPr/>
            <p:nvPr/>
          </p:nvSpPr>
          <p:spPr>
            <a:xfrm>
              <a:off x="4493260" y="5500382"/>
              <a:ext cx="27940" cy="181610"/>
            </a:xfrm>
            <a:custGeom>
              <a:avLst/>
              <a:gdLst/>
              <a:ahLst/>
              <a:cxnLst/>
              <a:rect l="l" t="t" r="r" b="b"/>
              <a:pathLst>
                <a:path w="27939" h="181610">
                  <a:moveTo>
                    <a:pt x="27940" y="180340"/>
                  </a:moveTo>
                  <a:lnTo>
                    <a:pt x="0" y="180340"/>
                  </a:lnTo>
                  <a:lnTo>
                    <a:pt x="0" y="181597"/>
                  </a:lnTo>
                  <a:lnTo>
                    <a:pt x="27940" y="181597"/>
                  </a:lnTo>
                  <a:lnTo>
                    <a:pt x="27940" y="180340"/>
                  </a:lnTo>
                  <a:close/>
                </a:path>
                <a:path w="27939" h="181610">
                  <a:moveTo>
                    <a:pt x="27940" y="173990"/>
                  </a:moveTo>
                  <a:lnTo>
                    <a:pt x="0" y="173990"/>
                  </a:lnTo>
                  <a:lnTo>
                    <a:pt x="0" y="180327"/>
                  </a:lnTo>
                  <a:lnTo>
                    <a:pt x="27940" y="180327"/>
                  </a:lnTo>
                  <a:lnTo>
                    <a:pt x="27940" y="173990"/>
                  </a:lnTo>
                  <a:close/>
                </a:path>
                <a:path w="27939" h="181610">
                  <a:moveTo>
                    <a:pt x="27940" y="171450"/>
                  </a:moveTo>
                  <a:lnTo>
                    <a:pt x="0" y="171450"/>
                  </a:lnTo>
                  <a:lnTo>
                    <a:pt x="0" y="173977"/>
                  </a:lnTo>
                  <a:lnTo>
                    <a:pt x="27940" y="173977"/>
                  </a:lnTo>
                  <a:lnTo>
                    <a:pt x="27940" y="171450"/>
                  </a:lnTo>
                  <a:close/>
                </a:path>
                <a:path w="27939" h="181610">
                  <a:moveTo>
                    <a:pt x="27940" y="167640"/>
                  </a:moveTo>
                  <a:lnTo>
                    <a:pt x="0" y="167640"/>
                  </a:lnTo>
                  <a:lnTo>
                    <a:pt x="0" y="171437"/>
                  </a:lnTo>
                  <a:lnTo>
                    <a:pt x="27940" y="171437"/>
                  </a:lnTo>
                  <a:lnTo>
                    <a:pt x="27940" y="167640"/>
                  </a:lnTo>
                  <a:close/>
                </a:path>
                <a:path w="27939" h="181610">
                  <a:moveTo>
                    <a:pt x="27940" y="165100"/>
                  </a:moveTo>
                  <a:lnTo>
                    <a:pt x="0" y="165100"/>
                  </a:lnTo>
                  <a:lnTo>
                    <a:pt x="0" y="167627"/>
                  </a:lnTo>
                  <a:lnTo>
                    <a:pt x="27940" y="167627"/>
                  </a:lnTo>
                  <a:lnTo>
                    <a:pt x="27940" y="165100"/>
                  </a:lnTo>
                  <a:close/>
                </a:path>
                <a:path w="27939" h="181610">
                  <a:moveTo>
                    <a:pt x="27940" y="161290"/>
                  </a:moveTo>
                  <a:lnTo>
                    <a:pt x="0" y="161290"/>
                  </a:lnTo>
                  <a:lnTo>
                    <a:pt x="0" y="165087"/>
                  </a:lnTo>
                  <a:lnTo>
                    <a:pt x="27940" y="165087"/>
                  </a:lnTo>
                  <a:lnTo>
                    <a:pt x="27940" y="161290"/>
                  </a:lnTo>
                  <a:close/>
                </a:path>
                <a:path w="27939" h="181610">
                  <a:moveTo>
                    <a:pt x="27940" y="154940"/>
                  </a:moveTo>
                  <a:lnTo>
                    <a:pt x="0" y="154940"/>
                  </a:lnTo>
                  <a:lnTo>
                    <a:pt x="0" y="161277"/>
                  </a:lnTo>
                  <a:lnTo>
                    <a:pt x="27940" y="161277"/>
                  </a:lnTo>
                  <a:lnTo>
                    <a:pt x="27940" y="154940"/>
                  </a:lnTo>
                  <a:close/>
                </a:path>
                <a:path w="27939" h="181610">
                  <a:moveTo>
                    <a:pt x="27940" y="152400"/>
                  </a:moveTo>
                  <a:lnTo>
                    <a:pt x="0" y="152400"/>
                  </a:lnTo>
                  <a:lnTo>
                    <a:pt x="0" y="154927"/>
                  </a:lnTo>
                  <a:lnTo>
                    <a:pt x="27940" y="154927"/>
                  </a:lnTo>
                  <a:lnTo>
                    <a:pt x="27940" y="152400"/>
                  </a:lnTo>
                  <a:close/>
                </a:path>
                <a:path w="27939" h="181610">
                  <a:moveTo>
                    <a:pt x="27940" y="148590"/>
                  </a:moveTo>
                  <a:lnTo>
                    <a:pt x="0" y="148590"/>
                  </a:lnTo>
                  <a:lnTo>
                    <a:pt x="0" y="152387"/>
                  </a:lnTo>
                  <a:lnTo>
                    <a:pt x="27940" y="152387"/>
                  </a:lnTo>
                  <a:lnTo>
                    <a:pt x="27940" y="148590"/>
                  </a:lnTo>
                  <a:close/>
                </a:path>
                <a:path w="27939" h="181610">
                  <a:moveTo>
                    <a:pt x="27940" y="146050"/>
                  </a:moveTo>
                  <a:lnTo>
                    <a:pt x="0" y="146050"/>
                  </a:lnTo>
                  <a:lnTo>
                    <a:pt x="0" y="148577"/>
                  </a:lnTo>
                  <a:lnTo>
                    <a:pt x="27940" y="148577"/>
                  </a:lnTo>
                  <a:lnTo>
                    <a:pt x="27940" y="146050"/>
                  </a:lnTo>
                  <a:close/>
                </a:path>
                <a:path w="27939" h="181610">
                  <a:moveTo>
                    <a:pt x="27940" y="142240"/>
                  </a:moveTo>
                  <a:lnTo>
                    <a:pt x="0" y="142240"/>
                  </a:lnTo>
                  <a:lnTo>
                    <a:pt x="0" y="146037"/>
                  </a:lnTo>
                  <a:lnTo>
                    <a:pt x="27940" y="146037"/>
                  </a:lnTo>
                  <a:lnTo>
                    <a:pt x="27940" y="142240"/>
                  </a:lnTo>
                  <a:close/>
                </a:path>
                <a:path w="27939" h="181610">
                  <a:moveTo>
                    <a:pt x="27940" y="135890"/>
                  </a:moveTo>
                  <a:lnTo>
                    <a:pt x="0" y="135890"/>
                  </a:lnTo>
                  <a:lnTo>
                    <a:pt x="0" y="142227"/>
                  </a:lnTo>
                  <a:lnTo>
                    <a:pt x="27940" y="142227"/>
                  </a:lnTo>
                  <a:lnTo>
                    <a:pt x="27940" y="135890"/>
                  </a:lnTo>
                  <a:close/>
                </a:path>
                <a:path w="27939" h="181610">
                  <a:moveTo>
                    <a:pt x="27940" y="133350"/>
                  </a:moveTo>
                  <a:lnTo>
                    <a:pt x="0" y="133350"/>
                  </a:lnTo>
                  <a:lnTo>
                    <a:pt x="0" y="135877"/>
                  </a:lnTo>
                  <a:lnTo>
                    <a:pt x="27940" y="135877"/>
                  </a:lnTo>
                  <a:lnTo>
                    <a:pt x="27940" y="133350"/>
                  </a:lnTo>
                  <a:close/>
                </a:path>
                <a:path w="27939" h="181610">
                  <a:moveTo>
                    <a:pt x="27940" y="129540"/>
                  </a:moveTo>
                  <a:lnTo>
                    <a:pt x="0" y="129540"/>
                  </a:lnTo>
                  <a:lnTo>
                    <a:pt x="0" y="133337"/>
                  </a:lnTo>
                  <a:lnTo>
                    <a:pt x="27940" y="133337"/>
                  </a:lnTo>
                  <a:lnTo>
                    <a:pt x="27940" y="129540"/>
                  </a:lnTo>
                  <a:close/>
                </a:path>
                <a:path w="27939" h="181610">
                  <a:moveTo>
                    <a:pt x="27940" y="127000"/>
                  </a:moveTo>
                  <a:lnTo>
                    <a:pt x="0" y="127000"/>
                  </a:lnTo>
                  <a:lnTo>
                    <a:pt x="0" y="129527"/>
                  </a:lnTo>
                  <a:lnTo>
                    <a:pt x="27940" y="129527"/>
                  </a:lnTo>
                  <a:lnTo>
                    <a:pt x="27940" y="127000"/>
                  </a:lnTo>
                  <a:close/>
                </a:path>
                <a:path w="27939" h="181610">
                  <a:moveTo>
                    <a:pt x="27940" y="120650"/>
                  </a:moveTo>
                  <a:lnTo>
                    <a:pt x="0" y="120650"/>
                  </a:lnTo>
                  <a:lnTo>
                    <a:pt x="0" y="126987"/>
                  </a:lnTo>
                  <a:lnTo>
                    <a:pt x="27940" y="126987"/>
                  </a:lnTo>
                  <a:lnTo>
                    <a:pt x="27940" y="120650"/>
                  </a:lnTo>
                  <a:close/>
                </a:path>
                <a:path w="27939" h="181610">
                  <a:moveTo>
                    <a:pt x="2794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27940" y="120637"/>
                  </a:lnTo>
                  <a:lnTo>
                    <a:pt x="27940" y="114300"/>
                  </a:lnTo>
                  <a:close/>
                </a:path>
                <a:path w="27939" h="181610">
                  <a:moveTo>
                    <a:pt x="27940" y="110490"/>
                  </a:moveTo>
                  <a:lnTo>
                    <a:pt x="0" y="110490"/>
                  </a:lnTo>
                  <a:lnTo>
                    <a:pt x="0" y="114287"/>
                  </a:lnTo>
                  <a:lnTo>
                    <a:pt x="27940" y="114287"/>
                  </a:lnTo>
                  <a:lnTo>
                    <a:pt x="27940" y="110490"/>
                  </a:lnTo>
                  <a:close/>
                </a:path>
                <a:path w="27939" h="181610">
                  <a:moveTo>
                    <a:pt x="27940" y="107950"/>
                  </a:moveTo>
                  <a:lnTo>
                    <a:pt x="0" y="107950"/>
                  </a:lnTo>
                  <a:lnTo>
                    <a:pt x="0" y="110477"/>
                  </a:lnTo>
                  <a:lnTo>
                    <a:pt x="27940" y="110477"/>
                  </a:lnTo>
                  <a:lnTo>
                    <a:pt x="27940" y="107950"/>
                  </a:lnTo>
                  <a:close/>
                </a:path>
                <a:path w="27939" h="181610">
                  <a:moveTo>
                    <a:pt x="27940" y="104140"/>
                  </a:moveTo>
                  <a:lnTo>
                    <a:pt x="0" y="104140"/>
                  </a:lnTo>
                  <a:lnTo>
                    <a:pt x="0" y="107937"/>
                  </a:lnTo>
                  <a:lnTo>
                    <a:pt x="27940" y="107937"/>
                  </a:lnTo>
                  <a:lnTo>
                    <a:pt x="27940" y="104140"/>
                  </a:lnTo>
                  <a:close/>
                </a:path>
                <a:path w="27939" h="181610">
                  <a:moveTo>
                    <a:pt x="27940" y="101600"/>
                  </a:moveTo>
                  <a:lnTo>
                    <a:pt x="0" y="101600"/>
                  </a:lnTo>
                  <a:lnTo>
                    <a:pt x="0" y="104127"/>
                  </a:lnTo>
                  <a:lnTo>
                    <a:pt x="27940" y="104127"/>
                  </a:lnTo>
                  <a:lnTo>
                    <a:pt x="27940" y="101600"/>
                  </a:lnTo>
                  <a:close/>
                </a:path>
                <a:path w="27939" h="181610">
                  <a:moveTo>
                    <a:pt x="27940" y="97790"/>
                  </a:moveTo>
                  <a:lnTo>
                    <a:pt x="0" y="97790"/>
                  </a:lnTo>
                  <a:lnTo>
                    <a:pt x="0" y="101587"/>
                  </a:lnTo>
                  <a:lnTo>
                    <a:pt x="27940" y="101587"/>
                  </a:lnTo>
                  <a:lnTo>
                    <a:pt x="27940" y="97790"/>
                  </a:lnTo>
                  <a:close/>
                </a:path>
                <a:path w="27939" h="181610">
                  <a:moveTo>
                    <a:pt x="27940" y="95250"/>
                  </a:moveTo>
                  <a:lnTo>
                    <a:pt x="0" y="95250"/>
                  </a:lnTo>
                  <a:lnTo>
                    <a:pt x="0" y="97777"/>
                  </a:lnTo>
                  <a:lnTo>
                    <a:pt x="27940" y="97777"/>
                  </a:lnTo>
                  <a:lnTo>
                    <a:pt x="27940" y="95250"/>
                  </a:lnTo>
                  <a:close/>
                </a:path>
                <a:path w="27939" h="181610">
                  <a:moveTo>
                    <a:pt x="27940" y="91440"/>
                  </a:moveTo>
                  <a:lnTo>
                    <a:pt x="0" y="91440"/>
                  </a:lnTo>
                  <a:lnTo>
                    <a:pt x="0" y="95237"/>
                  </a:lnTo>
                  <a:lnTo>
                    <a:pt x="27940" y="95237"/>
                  </a:lnTo>
                  <a:lnTo>
                    <a:pt x="27940" y="91440"/>
                  </a:lnTo>
                  <a:close/>
                </a:path>
                <a:path w="27939" h="181610">
                  <a:moveTo>
                    <a:pt x="27940" y="82550"/>
                  </a:moveTo>
                  <a:lnTo>
                    <a:pt x="0" y="82550"/>
                  </a:lnTo>
                  <a:lnTo>
                    <a:pt x="0" y="91427"/>
                  </a:lnTo>
                  <a:lnTo>
                    <a:pt x="27940" y="91427"/>
                  </a:lnTo>
                  <a:lnTo>
                    <a:pt x="27940" y="82550"/>
                  </a:lnTo>
                  <a:close/>
                </a:path>
                <a:path w="27939" h="181610">
                  <a:moveTo>
                    <a:pt x="27940" y="72390"/>
                  </a:moveTo>
                  <a:lnTo>
                    <a:pt x="0" y="72390"/>
                  </a:lnTo>
                  <a:lnTo>
                    <a:pt x="0" y="82537"/>
                  </a:lnTo>
                  <a:lnTo>
                    <a:pt x="27940" y="82537"/>
                  </a:lnTo>
                  <a:lnTo>
                    <a:pt x="27940" y="72390"/>
                  </a:lnTo>
                  <a:close/>
                </a:path>
                <a:path w="27939" h="181610">
                  <a:moveTo>
                    <a:pt x="27940" y="63500"/>
                  </a:moveTo>
                  <a:lnTo>
                    <a:pt x="0" y="63500"/>
                  </a:lnTo>
                  <a:lnTo>
                    <a:pt x="0" y="72377"/>
                  </a:lnTo>
                  <a:lnTo>
                    <a:pt x="27940" y="72377"/>
                  </a:lnTo>
                  <a:lnTo>
                    <a:pt x="27940" y="63500"/>
                  </a:lnTo>
                  <a:close/>
                </a:path>
                <a:path w="27939" h="181610">
                  <a:moveTo>
                    <a:pt x="27940" y="53340"/>
                  </a:moveTo>
                  <a:lnTo>
                    <a:pt x="0" y="53340"/>
                  </a:lnTo>
                  <a:lnTo>
                    <a:pt x="0" y="63487"/>
                  </a:lnTo>
                  <a:lnTo>
                    <a:pt x="27940" y="63487"/>
                  </a:lnTo>
                  <a:lnTo>
                    <a:pt x="27940" y="53340"/>
                  </a:lnTo>
                  <a:close/>
                </a:path>
                <a:path w="27939" h="181610">
                  <a:moveTo>
                    <a:pt x="27940" y="50800"/>
                  </a:moveTo>
                  <a:lnTo>
                    <a:pt x="0" y="50800"/>
                  </a:lnTo>
                  <a:lnTo>
                    <a:pt x="0" y="53327"/>
                  </a:lnTo>
                  <a:lnTo>
                    <a:pt x="27940" y="53327"/>
                  </a:lnTo>
                  <a:lnTo>
                    <a:pt x="27940" y="50800"/>
                  </a:lnTo>
                  <a:close/>
                </a:path>
                <a:path w="27939" h="181610">
                  <a:moveTo>
                    <a:pt x="27940" y="46990"/>
                  </a:moveTo>
                  <a:lnTo>
                    <a:pt x="0" y="46990"/>
                  </a:lnTo>
                  <a:lnTo>
                    <a:pt x="0" y="50787"/>
                  </a:lnTo>
                  <a:lnTo>
                    <a:pt x="27940" y="50787"/>
                  </a:lnTo>
                  <a:lnTo>
                    <a:pt x="27940" y="46990"/>
                  </a:lnTo>
                  <a:close/>
                </a:path>
                <a:path w="27939" h="181610">
                  <a:moveTo>
                    <a:pt x="27940" y="40640"/>
                  </a:moveTo>
                  <a:lnTo>
                    <a:pt x="0" y="40640"/>
                  </a:lnTo>
                  <a:lnTo>
                    <a:pt x="0" y="46977"/>
                  </a:lnTo>
                  <a:lnTo>
                    <a:pt x="27940" y="46977"/>
                  </a:lnTo>
                  <a:lnTo>
                    <a:pt x="27940" y="40640"/>
                  </a:lnTo>
                  <a:close/>
                </a:path>
                <a:path w="27939" h="181610">
                  <a:moveTo>
                    <a:pt x="27940" y="34290"/>
                  </a:moveTo>
                  <a:lnTo>
                    <a:pt x="0" y="34290"/>
                  </a:lnTo>
                  <a:lnTo>
                    <a:pt x="0" y="40627"/>
                  </a:lnTo>
                  <a:lnTo>
                    <a:pt x="27940" y="40627"/>
                  </a:lnTo>
                  <a:lnTo>
                    <a:pt x="27940" y="34290"/>
                  </a:lnTo>
                  <a:close/>
                </a:path>
                <a:path w="27939" h="181610">
                  <a:moveTo>
                    <a:pt x="27940" y="27940"/>
                  </a:moveTo>
                  <a:lnTo>
                    <a:pt x="0" y="27940"/>
                  </a:lnTo>
                  <a:lnTo>
                    <a:pt x="0" y="34277"/>
                  </a:lnTo>
                  <a:lnTo>
                    <a:pt x="27940" y="34277"/>
                  </a:lnTo>
                  <a:lnTo>
                    <a:pt x="27940" y="27940"/>
                  </a:lnTo>
                  <a:close/>
                </a:path>
                <a:path w="27939" h="181610">
                  <a:moveTo>
                    <a:pt x="27940" y="25400"/>
                  </a:moveTo>
                  <a:lnTo>
                    <a:pt x="0" y="25400"/>
                  </a:lnTo>
                  <a:lnTo>
                    <a:pt x="0" y="27927"/>
                  </a:lnTo>
                  <a:lnTo>
                    <a:pt x="27940" y="27927"/>
                  </a:lnTo>
                  <a:lnTo>
                    <a:pt x="27940" y="25400"/>
                  </a:lnTo>
                  <a:close/>
                </a:path>
                <a:path w="27939" h="181610">
                  <a:moveTo>
                    <a:pt x="2794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27940" y="25387"/>
                  </a:lnTo>
                  <a:lnTo>
                    <a:pt x="27940" y="21590"/>
                  </a:lnTo>
                  <a:close/>
                </a:path>
                <a:path w="27939" h="181610">
                  <a:moveTo>
                    <a:pt x="27940" y="15240"/>
                  </a:moveTo>
                  <a:lnTo>
                    <a:pt x="0" y="15240"/>
                  </a:lnTo>
                  <a:lnTo>
                    <a:pt x="0" y="21577"/>
                  </a:lnTo>
                  <a:lnTo>
                    <a:pt x="27940" y="21577"/>
                  </a:lnTo>
                  <a:lnTo>
                    <a:pt x="27940" y="15240"/>
                  </a:lnTo>
                  <a:close/>
                </a:path>
                <a:path w="27939" h="181610">
                  <a:moveTo>
                    <a:pt x="2794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7940" y="15227"/>
                  </a:lnTo>
                  <a:lnTo>
                    <a:pt x="27940" y="12700"/>
                  </a:lnTo>
                  <a:close/>
                </a:path>
                <a:path w="27939" h="181610">
                  <a:moveTo>
                    <a:pt x="2794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7940" y="12687"/>
                  </a:lnTo>
                  <a:lnTo>
                    <a:pt x="27940" y="8890"/>
                  </a:lnTo>
                  <a:close/>
                </a:path>
                <a:path w="27939" h="181610">
                  <a:moveTo>
                    <a:pt x="27940" y="0"/>
                  </a:moveTo>
                  <a:lnTo>
                    <a:pt x="0" y="0"/>
                  </a:lnTo>
                  <a:lnTo>
                    <a:pt x="0" y="8877"/>
                  </a:lnTo>
                  <a:lnTo>
                    <a:pt x="27940" y="8877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2245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4" name="object 3754"/>
            <p:cNvSpPr/>
            <p:nvPr/>
          </p:nvSpPr>
          <p:spPr>
            <a:xfrm>
              <a:off x="4521200" y="5033010"/>
              <a:ext cx="27940" cy="476250"/>
            </a:xfrm>
            <a:custGeom>
              <a:avLst/>
              <a:gdLst/>
              <a:ahLst/>
              <a:cxnLst/>
              <a:rect l="l" t="t" r="r" b="b"/>
              <a:pathLst>
                <a:path w="27939" h="476250">
                  <a:moveTo>
                    <a:pt x="27940" y="467372"/>
                  </a:moveTo>
                  <a:lnTo>
                    <a:pt x="0" y="467372"/>
                  </a:lnTo>
                  <a:lnTo>
                    <a:pt x="0" y="476250"/>
                  </a:lnTo>
                  <a:lnTo>
                    <a:pt x="27940" y="476250"/>
                  </a:lnTo>
                  <a:lnTo>
                    <a:pt x="27940" y="467372"/>
                  </a:lnTo>
                  <a:close/>
                </a:path>
                <a:path w="27939" h="476250">
                  <a:moveTo>
                    <a:pt x="27940" y="463562"/>
                  </a:moveTo>
                  <a:lnTo>
                    <a:pt x="0" y="463562"/>
                  </a:lnTo>
                  <a:lnTo>
                    <a:pt x="0" y="467360"/>
                  </a:lnTo>
                  <a:lnTo>
                    <a:pt x="27940" y="467360"/>
                  </a:lnTo>
                  <a:lnTo>
                    <a:pt x="27940" y="463562"/>
                  </a:lnTo>
                  <a:close/>
                </a:path>
                <a:path w="27939" h="476250">
                  <a:moveTo>
                    <a:pt x="27940" y="461022"/>
                  </a:moveTo>
                  <a:lnTo>
                    <a:pt x="0" y="461022"/>
                  </a:lnTo>
                  <a:lnTo>
                    <a:pt x="0" y="463550"/>
                  </a:lnTo>
                  <a:lnTo>
                    <a:pt x="27940" y="463550"/>
                  </a:lnTo>
                  <a:lnTo>
                    <a:pt x="27940" y="461022"/>
                  </a:lnTo>
                  <a:close/>
                </a:path>
                <a:path w="27939" h="476250">
                  <a:moveTo>
                    <a:pt x="27940" y="457212"/>
                  </a:moveTo>
                  <a:lnTo>
                    <a:pt x="0" y="457212"/>
                  </a:lnTo>
                  <a:lnTo>
                    <a:pt x="0" y="461010"/>
                  </a:lnTo>
                  <a:lnTo>
                    <a:pt x="27940" y="461010"/>
                  </a:lnTo>
                  <a:lnTo>
                    <a:pt x="27940" y="457212"/>
                  </a:lnTo>
                  <a:close/>
                </a:path>
                <a:path w="27939" h="476250">
                  <a:moveTo>
                    <a:pt x="27940" y="448322"/>
                  </a:moveTo>
                  <a:lnTo>
                    <a:pt x="0" y="448322"/>
                  </a:lnTo>
                  <a:lnTo>
                    <a:pt x="0" y="457200"/>
                  </a:lnTo>
                  <a:lnTo>
                    <a:pt x="27940" y="457200"/>
                  </a:lnTo>
                  <a:lnTo>
                    <a:pt x="27940" y="448322"/>
                  </a:lnTo>
                  <a:close/>
                </a:path>
                <a:path w="27939" h="476250">
                  <a:moveTo>
                    <a:pt x="27940" y="429272"/>
                  </a:moveTo>
                  <a:lnTo>
                    <a:pt x="0" y="429272"/>
                  </a:lnTo>
                  <a:lnTo>
                    <a:pt x="0" y="448310"/>
                  </a:lnTo>
                  <a:lnTo>
                    <a:pt x="27940" y="448310"/>
                  </a:lnTo>
                  <a:lnTo>
                    <a:pt x="27940" y="429272"/>
                  </a:lnTo>
                  <a:close/>
                </a:path>
                <a:path w="27939" h="476250">
                  <a:moveTo>
                    <a:pt x="27940" y="422922"/>
                  </a:moveTo>
                  <a:lnTo>
                    <a:pt x="0" y="422922"/>
                  </a:lnTo>
                  <a:lnTo>
                    <a:pt x="0" y="429260"/>
                  </a:lnTo>
                  <a:lnTo>
                    <a:pt x="27940" y="429260"/>
                  </a:lnTo>
                  <a:lnTo>
                    <a:pt x="27940" y="422922"/>
                  </a:lnTo>
                  <a:close/>
                </a:path>
                <a:path w="27939" h="476250">
                  <a:moveTo>
                    <a:pt x="27940" y="416572"/>
                  </a:moveTo>
                  <a:lnTo>
                    <a:pt x="0" y="416572"/>
                  </a:lnTo>
                  <a:lnTo>
                    <a:pt x="0" y="422910"/>
                  </a:lnTo>
                  <a:lnTo>
                    <a:pt x="27940" y="422910"/>
                  </a:lnTo>
                  <a:lnTo>
                    <a:pt x="27940" y="416572"/>
                  </a:lnTo>
                  <a:close/>
                </a:path>
                <a:path w="27939" h="476250">
                  <a:moveTo>
                    <a:pt x="27940" y="412762"/>
                  </a:moveTo>
                  <a:lnTo>
                    <a:pt x="0" y="412762"/>
                  </a:lnTo>
                  <a:lnTo>
                    <a:pt x="0" y="416560"/>
                  </a:lnTo>
                  <a:lnTo>
                    <a:pt x="27940" y="416560"/>
                  </a:lnTo>
                  <a:lnTo>
                    <a:pt x="27940" y="412762"/>
                  </a:lnTo>
                  <a:close/>
                </a:path>
                <a:path w="27939" h="476250">
                  <a:moveTo>
                    <a:pt x="27940" y="410222"/>
                  </a:moveTo>
                  <a:lnTo>
                    <a:pt x="0" y="410222"/>
                  </a:lnTo>
                  <a:lnTo>
                    <a:pt x="0" y="412750"/>
                  </a:lnTo>
                  <a:lnTo>
                    <a:pt x="27940" y="412750"/>
                  </a:lnTo>
                  <a:lnTo>
                    <a:pt x="27940" y="410222"/>
                  </a:lnTo>
                  <a:close/>
                </a:path>
                <a:path w="27939" h="476250">
                  <a:moveTo>
                    <a:pt x="27940" y="406412"/>
                  </a:moveTo>
                  <a:lnTo>
                    <a:pt x="0" y="406412"/>
                  </a:lnTo>
                  <a:lnTo>
                    <a:pt x="0" y="410210"/>
                  </a:lnTo>
                  <a:lnTo>
                    <a:pt x="27940" y="410210"/>
                  </a:lnTo>
                  <a:lnTo>
                    <a:pt x="27940" y="406412"/>
                  </a:lnTo>
                  <a:close/>
                </a:path>
                <a:path w="27939" h="476250">
                  <a:moveTo>
                    <a:pt x="27940" y="403872"/>
                  </a:moveTo>
                  <a:lnTo>
                    <a:pt x="0" y="403872"/>
                  </a:lnTo>
                  <a:lnTo>
                    <a:pt x="0" y="406400"/>
                  </a:lnTo>
                  <a:lnTo>
                    <a:pt x="27940" y="406400"/>
                  </a:lnTo>
                  <a:lnTo>
                    <a:pt x="27940" y="403872"/>
                  </a:lnTo>
                  <a:close/>
                </a:path>
                <a:path w="27939" h="476250">
                  <a:moveTo>
                    <a:pt x="27940" y="397522"/>
                  </a:moveTo>
                  <a:lnTo>
                    <a:pt x="0" y="397522"/>
                  </a:lnTo>
                  <a:lnTo>
                    <a:pt x="0" y="403860"/>
                  </a:lnTo>
                  <a:lnTo>
                    <a:pt x="27940" y="403860"/>
                  </a:lnTo>
                  <a:lnTo>
                    <a:pt x="27940" y="397522"/>
                  </a:lnTo>
                  <a:close/>
                </a:path>
                <a:path w="27939" h="476250">
                  <a:moveTo>
                    <a:pt x="27940" y="393712"/>
                  </a:moveTo>
                  <a:lnTo>
                    <a:pt x="0" y="393712"/>
                  </a:lnTo>
                  <a:lnTo>
                    <a:pt x="0" y="397510"/>
                  </a:lnTo>
                  <a:lnTo>
                    <a:pt x="27940" y="397510"/>
                  </a:lnTo>
                  <a:lnTo>
                    <a:pt x="27940" y="393712"/>
                  </a:lnTo>
                  <a:close/>
                </a:path>
                <a:path w="27939" h="476250">
                  <a:moveTo>
                    <a:pt x="27940" y="391172"/>
                  </a:moveTo>
                  <a:lnTo>
                    <a:pt x="0" y="391172"/>
                  </a:lnTo>
                  <a:lnTo>
                    <a:pt x="0" y="393700"/>
                  </a:lnTo>
                  <a:lnTo>
                    <a:pt x="27940" y="393700"/>
                  </a:lnTo>
                  <a:lnTo>
                    <a:pt x="27940" y="391172"/>
                  </a:lnTo>
                  <a:close/>
                </a:path>
                <a:path w="27939" h="476250">
                  <a:moveTo>
                    <a:pt x="27940" y="387362"/>
                  </a:moveTo>
                  <a:lnTo>
                    <a:pt x="0" y="387362"/>
                  </a:lnTo>
                  <a:lnTo>
                    <a:pt x="0" y="391160"/>
                  </a:lnTo>
                  <a:lnTo>
                    <a:pt x="27940" y="391160"/>
                  </a:lnTo>
                  <a:lnTo>
                    <a:pt x="27940" y="387362"/>
                  </a:lnTo>
                  <a:close/>
                </a:path>
                <a:path w="27939" h="476250">
                  <a:moveTo>
                    <a:pt x="27940" y="384822"/>
                  </a:moveTo>
                  <a:lnTo>
                    <a:pt x="0" y="384822"/>
                  </a:lnTo>
                  <a:lnTo>
                    <a:pt x="0" y="387350"/>
                  </a:lnTo>
                  <a:lnTo>
                    <a:pt x="27940" y="387350"/>
                  </a:lnTo>
                  <a:lnTo>
                    <a:pt x="27940" y="384822"/>
                  </a:lnTo>
                  <a:close/>
                </a:path>
                <a:path w="27939" h="476250">
                  <a:moveTo>
                    <a:pt x="27940" y="365772"/>
                  </a:moveTo>
                  <a:lnTo>
                    <a:pt x="0" y="365772"/>
                  </a:lnTo>
                  <a:lnTo>
                    <a:pt x="0" y="384810"/>
                  </a:lnTo>
                  <a:lnTo>
                    <a:pt x="27940" y="384810"/>
                  </a:lnTo>
                  <a:lnTo>
                    <a:pt x="27940" y="365772"/>
                  </a:lnTo>
                  <a:close/>
                </a:path>
                <a:path w="27939" h="476250">
                  <a:moveTo>
                    <a:pt x="27940" y="359422"/>
                  </a:moveTo>
                  <a:lnTo>
                    <a:pt x="0" y="359422"/>
                  </a:lnTo>
                  <a:lnTo>
                    <a:pt x="0" y="365760"/>
                  </a:lnTo>
                  <a:lnTo>
                    <a:pt x="27940" y="365760"/>
                  </a:lnTo>
                  <a:lnTo>
                    <a:pt x="27940" y="359422"/>
                  </a:lnTo>
                  <a:close/>
                </a:path>
                <a:path w="27939" h="476250">
                  <a:moveTo>
                    <a:pt x="27940" y="355612"/>
                  </a:moveTo>
                  <a:lnTo>
                    <a:pt x="0" y="355612"/>
                  </a:lnTo>
                  <a:lnTo>
                    <a:pt x="0" y="359410"/>
                  </a:lnTo>
                  <a:lnTo>
                    <a:pt x="27940" y="359410"/>
                  </a:lnTo>
                  <a:lnTo>
                    <a:pt x="27940" y="355612"/>
                  </a:lnTo>
                  <a:close/>
                </a:path>
                <a:path w="27939" h="476250">
                  <a:moveTo>
                    <a:pt x="27940" y="346722"/>
                  </a:moveTo>
                  <a:lnTo>
                    <a:pt x="0" y="346722"/>
                  </a:lnTo>
                  <a:lnTo>
                    <a:pt x="0" y="355600"/>
                  </a:lnTo>
                  <a:lnTo>
                    <a:pt x="27940" y="355600"/>
                  </a:lnTo>
                  <a:lnTo>
                    <a:pt x="27940" y="346722"/>
                  </a:lnTo>
                  <a:close/>
                </a:path>
                <a:path w="27939" h="476250">
                  <a:moveTo>
                    <a:pt x="27940" y="340372"/>
                  </a:moveTo>
                  <a:lnTo>
                    <a:pt x="0" y="340372"/>
                  </a:lnTo>
                  <a:lnTo>
                    <a:pt x="0" y="346710"/>
                  </a:lnTo>
                  <a:lnTo>
                    <a:pt x="27940" y="346710"/>
                  </a:lnTo>
                  <a:lnTo>
                    <a:pt x="27940" y="340372"/>
                  </a:lnTo>
                  <a:close/>
                </a:path>
                <a:path w="27939" h="476250">
                  <a:moveTo>
                    <a:pt x="27940" y="334022"/>
                  </a:moveTo>
                  <a:lnTo>
                    <a:pt x="0" y="334022"/>
                  </a:lnTo>
                  <a:lnTo>
                    <a:pt x="0" y="340360"/>
                  </a:lnTo>
                  <a:lnTo>
                    <a:pt x="27940" y="340360"/>
                  </a:lnTo>
                  <a:lnTo>
                    <a:pt x="27940" y="334022"/>
                  </a:lnTo>
                  <a:close/>
                </a:path>
                <a:path w="27939" h="476250">
                  <a:moveTo>
                    <a:pt x="27940" y="330212"/>
                  </a:moveTo>
                  <a:lnTo>
                    <a:pt x="0" y="330212"/>
                  </a:lnTo>
                  <a:lnTo>
                    <a:pt x="0" y="334010"/>
                  </a:lnTo>
                  <a:lnTo>
                    <a:pt x="27940" y="334010"/>
                  </a:lnTo>
                  <a:lnTo>
                    <a:pt x="27940" y="330212"/>
                  </a:lnTo>
                  <a:close/>
                </a:path>
                <a:path w="27939" h="476250">
                  <a:moveTo>
                    <a:pt x="27940" y="327672"/>
                  </a:moveTo>
                  <a:lnTo>
                    <a:pt x="0" y="327672"/>
                  </a:lnTo>
                  <a:lnTo>
                    <a:pt x="0" y="330200"/>
                  </a:lnTo>
                  <a:lnTo>
                    <a:pt x="27940" y="330200"/>
                  </a:lnTo>
                  <a:lnTo>
                    <a:pt x="27940" y="327672"/>
                  </a:lnTo>
                  <a:close/>
                </a:path>
                <a:path w="27939" h="476250">
                  <a:moveTo>
                    <a:pt x="27940" y="317512"/>
                  </a:moveTo>
                  <a:lnTo>
                    <a:pt x="0" y="317512"/>
                  </a:lnTo>
                  <a:lnTo>
                    <a:pt x="0" y="327660"/>
                  </a:lnTo>
                  <a:lnTo>
                    <a:pt x="27940" y="327660"/>
                  </a:lnTo>
                  <a:lnTo>
                    <a:pt x="27940" y="317512"/>
                  </a:lnTo>
                  <a:close/>
                </a:path>
                <a:path w="27939" h="476250">
                  <a:moveTo>
                    <a:pt x="27940" y="314972"/>
                  </a:moveTo>
                  <a:lnTo>
                    <a:pt x="0" y="314972"/>
                  </a:lnTo>
                  <a:lnTo>
                    <a:pt x="0" y="317500"/>
                  </a:lnTo>
                  <a:lnTo>
                    <a:pt x="27940" y="317500"/>
                  </a:lnTo>
                  <a:lnTo>
                    <a:pt x="27940" y="314972"/>
                  </a:lnTo>
                  <a:close/>
                </a:path>
                <a:path w="27939" h="476250">
                  <a:moveTo>
                    <a:pt x="27940" y="311162"/>
                  </a:moveTo>
                  <a:lnTo>
                    <a:pt x="0" y="311162"/>
                  </a:lnTo>
                  <a:lnTo>
                    <a:pt x="0" y="314960"/>
                  </a:lnTo>
                  <a:lnTo>
                    <a:pt x="27940" y="314960"/>
                  </a:lnTo>
                  <a:lnTo>
                    <a:pt x="27940" y="311162"/>
                  </a:lnTo>
                  <a:close/>
                </a:path>
                <a:path w="27939" h="476250">
                  <a:moveTo>
                    <a:pt x="27940" y="304812"/>
                  </a:moveTo>
                  <a:lnTo>
                    <a:pt x="0" y="304812"/>
                  </a:lnTo>
                  <a:lnTo>
                    <a:pt x="0" y="311150"/>
                  </a:lnTo>
                  <a:lnTo>
                    <a:pt x="27940" y="311150"/>
                  </a:lnTo>
                  <a:lnTo>
                    <a:pt x="27940" y="304812"/>
                  </a:lnTo>
                  <a:close/>
                </a:path>
                <a:path w="27939" h="476250">
                  <a:moveTo>
                    <a:pt x="27940" y="292112"/>
                  </a:moveTo>
                  <a:lnTo>
                    <a:pt x="0" y="292112"/>
                  </a:lnTo>
                  <a:lnTo>
                    <a:pt x="0" y="304800"/>
                  </a:lnTo>
                  <a:lnTo>
                    <a:pt x="27940" y="304800"/>
                  </a:lnTo>
                  <a:lnTo>
                    <a:pt x="27940" y="292112"/>
                  </a:lnTo>
                  <a:close/>
                </a:path>
                <a:path w="27939" h="476250">
                  <a:moveTo>
                    <a:pt x="27940" y="289572"/>
                  </a:moveTo>
                  <a:lnTo>
                    <a:pt x="0" y="289572"/>
                  </a:lnTo>
                  <a:lnTo>
                    <a:pt x="0" y="292100"/>
                  </a:lnTo>
                  <a:lnTo>
                    <a:pt x="27940" y="292100"/>
                  </a:lnTo>
                  <a:lnTo>
                    <a:pt x="27940" y="289572"/>
                  </a:lnTo>
                  <a:close/>
                </a:path>
                <a:path w="27939" h="476250">
                  <a:moveTo>
                    <a:pt x="27940" y="285762"/>
                  </a:moveTo>
                  <a:lnTo>
                    <a:pt x="0" y="285762"/>
                  </a:lnTo>
                  <a:lnTo>
                    <a:pt x="0" y="289560"/>
                  </a:lnTo>
                  <a:lnTo>
                    <a:pt x="27940" y="289560"/>
                  </a:lnTo>
                  <a:lnTo>
                    <a:pt x="27940" y="285762"/>
                  </a:lnTo>
                  <a:close/>
                </a:path>
                <a:path w="27939" h="476250">
                  <a:moveTo>
                    <a:pt x="27940" y="283222"/>
                  </a:moveTo>
                  <a:lnTo>
                    <a:pt x="0" y="283222"/>
                  </a:lnTo>
                  <a:lnTo>
                    <a:pt x="0" y="285750"/>
                  </a:lnTo>
                  <a:lnTo>
                    <a:pt x="27940" y="285750"/>
                  </a:lnTo>
                  <a:lnTo>
                    <a:pt x="27940" y="283222"/>
                  </a:lnTo>
                  <a:close/>
                </a:path>
                <a:path w="27939" h="476250">
                  <a:moveTo>
                    <a:pt x="27940" y="279412"/>
                  </a:moveTo>
                  <a:lnTo>
                    <a:pt x="0" y="279412"/>
                  </a:lnTo>
                  <a:lnTo>
                    <a:pt x="0" y="283210"/>
                  </a:lnTo>
                  <a:lnTo>
                    <a:pt x="27940" y="283210"/>
                  </a:lnTo>
                  <a:lnTo>
                    <a:pt x="27940" y="279412"/>
                  </a:lnTo>
                  <a:close/>
                </a:path>
                <a:path w="27939" h="476250">
                  <a:moveTo>
                    <a:pt x="27940" y="273062"/>
                  </a:moveTo>
                  <a:lnTo>
                    <a:pt x="0" y="273062"/>
                  </a:lnTo>
                  <a:lnTo>
                    <a:pt x="0" y="279400"/>
                  </a:lnTo>
                  <a:lnTo>
                    <a:pt x="27940" y="279400"/>
                  </a:lnTo>
                  <a:lnTo>
                    <a:pt x="27940" y="273062"/>
                  </a:lnTo>
                  <a:close/>
                </a:path>
                <a:path w="27939" h="476250">
                  <a:moveTo>
                    <a:pt x="27940" y="234962"/>
                  </a:moveTo>
                  <a:lnTo>
                    <a:pt x="0" y="234962"/>
                  </a:lnTo>
                  <a:lnTo>
                    <a:pt x="0" y="273050"/>
                  </a:lnTo>
                  <a:lnTo>
                    <a:pt x="27940" y="273050"/>
                  </a:lnTo>
                  <a:lnTo>
                    <a:pt x="27940" y="234962"/>
                  </a:lnTo>
                  <a:close/>
                </a:path>
                <a:path w="27939" h="476250">
                  <a:moveTo>
                    <a:pt x="2794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7940" y="234950"/>
                  </a:lnTo>
                  <a:lnTo>
                    <a:pt x="27940" y="232422"/>
                  </a:lnTo>
                  <a:close/>
                </a:path>
                <a:path w="27939" h="476250">
                  <a:moveTo>
                    <a:pt x="2794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27940" y="232410"/>
                  </a:lnTo>
                  <a:lnTo>
                    <a:pt x="27940" y="226072"/>
                  </a:lnTo>
                  <a:close/>
                </a:path>
                <a:path w="27939" h="476250">
                  <a:moveTo>
                    <a:pt x="2794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27940" y="226060"/>
                  </a:lnTo>
                  <a:lnTo>
                    <a:pt x="27940" y="222262"/>
                  </a:lnTo>
                  <a:close/>
                </a:path>
                <a:path w="27939" h="476250">
                  <a:moveTo>
                    <a:pt x="2794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27940" y="222250"/>
                  </a:lnTo>
                  <a:lnTo>
                    <a:pt x="27940" y="219722"/>
                  </a:lnTo>
                  <a:close/>
                </a:path>
                <a:path w="27939" h="476250">
                  <a:moveTo>
                    <a:pt x="27940" y="213372"/>
                  </a:moveTo>
                  <a:lnTo>
                    <a:pt x="0" y="213372"/>
                  </a:lnTo>
                  <a:lnTo>
                    <a:pt x="0" y="219710"/>
                  </a:lnTo>
                  <a:lnTo>
                    <a:pt x="27940" y="219710"/>
                  </a:lnTo>
                  <a:lnTo>
                    <a:pt x="27940" y="213372"/>
                  </a:lnTo>
                  <a:close/>
                </a:path>
                <a:path w="27939" h="476250">
                  <a:moveTo>
                    <a:pt x="27940" y="207022"/>
                  </a:moveTo>
                  <a:lnTo>
                    <a:pt x="0" y="207022"/>
                  </a:lnTo>
                  <a:lnTo>
                    <a:pt x="0" y="213360"/>
                  </a:lnTo>
                  <a:lnTo>
                    <a:pt x="27940" y="213360"/>
                  </a:lnTo>
                  <a:lnTo>
                    <a:pt x="27940" y="207022"/>
                  </a:lnTo>
                  <a:close/>
                </a:path>
                <a:path w="27939" h="476250">
                  <a:moveTo>
                    <a:pt x="27940" y="195592"/>
                  </a:moveTo>
                  <a:lnTo>
                    <a:pt x="0" y="195592"/>
                  </a:lnTo>
                  <a:lnTo>
                    <a:pt x="0" y="207010"/>
                  </a:lnTo>
                  <a:lnTo>
                    <a:pt x="27940" y="207010"/>
                  </a:lnTo>
                  <a:lnTo>
                    <a:pt x="27940" y="195592"/>
                  </a:lnTo>
                  <a:close/>
                </a:path>
                <a:path w="27939" h="476250">
                  <a:moveTo>
                    <a:pt x="2794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7940" y="195580"/>
                  </a:lnTo>
                  <a:lnTo>
                    <a:pt x="27940" y="189242"/>
                  </a:lnTo>
                  <a:close/>
                </a:path>
                <a:path w="27939" h="476250">
                  <a:moveTo>
                    <a:pt x="27940" y="182892"/>
                  </a:moveTo>
                  <a:lnTo>
                    <a:pt x="0" y="182892"/>
                  </a:lnTo>
                  <a:lnTo>
                    <a:pt x="0" y="189230"/>
                  </a:lnTo>
                  <a:lnTo>
                    <a:pt x="27940" y="189230"/>
                  </a:lnTo>
                  <a:lnTo>
                    <a:pt x="27940" y="182892"/>
                  </a:lnTo>
                  <a:close/>
                </a:path>
                <a:path w="27939" h="476250">
                  <a:moveTo>
                    <a:pt x="27940" y="176542"/>
                  </a:moveTo>
                  <a:lnTo>
                    <a:pt x="0" y="176542"/>
                  </a:lnTo>
                  <a:lnTo>
                    <a:pt x="0" y="182880"/>
                  </a:lnTo>
                  <a:lnTo>
                    <a:pt x="27940" y="182880"/>
                  </a:lnTo>
                  <a:lnTo>
                    <a:pt x="27940" y="176542"/>
                  </a:lnTo>
                  <a:close/>
                </a:path>
                <a:path w="27939" h="476250">
                  <a:moveTo>
                    <a:pt x="27940" y="170192"/>
                  </a:moveTo>
                  <a:lnTo>
                    <a:pt x="0" y="170192"/>
                  </a:lnTo>
                  <a:lnTo>
                    <a:pt x="0" y="176530"/>
                  </a:lnTo>
                  <a:lnTo>
                    <a:pt x="27940" y="176530"/>
                  </a:lnTo>
                  <a:lnTo>
                    <a:pt x="27940" y="170192"/>
                  </a:lnTo>
                  <a:close/>
                </a:path>
                <a:path w="27939" h="476250">
                  <a:moveTo>
                    <a:pt x="27940" y="163842"/>
                  </a:moveTo>
                  <a:lnTo>
                    <a:pt x="0" y="163842"/>
                  </a:lnTo>
                  <a:lnTo>
                    <a:pt x="0" y="170180"/>
                  </a:lnTo>
                  <a:lnTo>
                    <a:pt x="27940" y="170180"/>
                  </a:lnTo>
                  <a:lnTo>
                    <a:pt x="27940" y="163842"/>
                  </a:lnTo>
                  <a:close/>
                </a:path>
                <a:path w="27939" h="476250">
                  <a:moveTo>
                    <a:pt x="27940" y="157492"/>
                  </a:moveTo>
                  <a:lnTo>
                    <a:pt x="0" y="157492"/>
                  </a:lnTo>
                  <a:lnTo>
                    <a:pt x="0" y="163830"/>
                  </a:lnTo>
                  <a:lnTo>
                    <a:pt x="27940" y="163830"/>
                  </a:lnTo>
                  <a:lnTo>
                    <a:pt x="27940" y="157492"/>
                  </a:lnTo>
                  <a:close/>
                </a:path>
                <a:path w="27939" h="476250">
                  <a:moveTo>
                    <a:pt x="2794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7940" y="157480"/>
                  </a:lnTo>
                  <a:lnTo>
                    <a:pt x="27940" y="151142"/>
                  </a:lnTo>
                  <a:close/>
                </a:path>
                <a:path w="27939" h="476250">
                  <a:moveTo>
                    <a:pt x="27940" y="138442"/>
                  </a:moveTo>
                  <a:lnTo>
                    <a:pt x="0" y="138442"/>
                  </a:lnTo>
                  <a:lnTo>
                    <a:pt x="0" y="151130"/>
                  </a:lnTo>
                  <a:lnTo>
                    <a:pt x="27940" y="151130"/>
                  </a:lnTo>
                  <a:lnTo>
                    <a:pt x="27940" y="138442"/>
                  </a:lnTo>
                  <a:close/>
                </a:path>
                <a:path w="27939" h="476250">
                  <a:moveTo>
                    <a:pt x="27940" y="132092"/>
                  </a:moveTo>
                  <a:lnTo>
                    <a:pt x="0" y="132092"/>
                  </a:lnTo>
                  <a:lnTo>
                    <a:pt x="0" y="138430"/>
                  </a:lnTo>
                  <a:lnTo>
                    <a:pt x="27940" y="138430"/>
                  </a:lnTo>
                  <a:lnTo>
                    <a:pt x="27940" y="132092"/>
                  </a:lnTo>
                  <a:close/>
                </a:path>
                <a:path w="27939" h="476250">
                  <a:moveTo>
                    <a:pt x="27940" y="125742"/>
                  </a:moveTo>
                  <a:lnTo>
                    <a:pt x="0" y="125742"/>
                  </a:lnTo>
                  <a:lnTo>
                    <a:pt x="0" y="132080"/>
                  </a:lnTo>
                  <a:lnTo>
                    <a:pt x="27940" y="132080"/>
                  </a:lnTo>
                  <a:lnTo>
                    <a:pt x="27940" y="125742"/>
                  </a:lnTo>
                  <a:close/>
                </a:path>
                <a:path w="27939" h="476250">
                  <a:moveTo>
                    <a:pt x="27940" y="119392"/>
                  </a:moveTo>
                  <a:lnTo>
                    <a:pt x="0" y="119392"/>
                  </a:lnTo>
                  <a:lnTo>
                    <a:pt x="0" y="125730"/>
                  </a:lnTo>
                  <a:lnTo>
                    <a:pt x="27940" y="125730"/>
                  </a:lnTo>
                  <a:lnTo>
                    <a:pt x="27940" y="119392"/>
                  </a:lnTo>
                  <a:close/>
                </a:path>
                <a:path w="27939" h="476250">
                  <a:moveTo>
                    <a:pt x="27940" y="113042"/>
                  </a:moveTo>
                  <a:lnTo>
                    <a:pt x="0" y="113042"/>
                  </a:lnTo>
                  <a:lnTo>
                    <a:pt x="0" y="119380"/>
                  </a:lnTo>
                  <a:lnTo>
                    <a:pt x="27940" y="119380"/>
                  </a:lnTo>
                  <a:lnTo>
                    <a:pt x="27940" y="113042"/>
                  </a:lnTo>
                  <a:close/>
                </a:path>
                <a:path w="27939" h="476250">
                  <a:moveTo>
                    <a:pt x="27940" y="106692"/>
                  </a:moveTo>
                  <a:lnTo>
                    <a:pt x="0" y="106692"/>
                  </a:lnTo>
                  <a:lnTo>
                    <a:pt x="0" y="113030"/>
                  </a:lnTo>
                  <a:lnTo>
                    <a:pt x="27940" y="113030"/>
                  </a:lnTo>
                  <a:lnTo>
                    <a:pt x="27940" y="106692"/>
                  </a:lnTo>
                  <a:close/>
                </a:path>
                <a:path w="27939" h="476250">
                  <a:moveTo>
                    <a:pt x="27940" y="100342"/>
                  </a:moveTo>
                  <a:lnTo>
                    <a:pt x="0" y="100342"/>
                  </a:lnTo>
                  <a:lnTo>
                    <a:pt x="0" y="106680"/>
                  </a:lnTo>
                  <a:lnTo>
                    <a:pt x="27940" y="106680"/>
                  </a:lnTo>
                  <a:lnTo>
                    <a:pt x="27940" y="100342"/>
                  </a:lnTo>
                  <a:close/>
                </a:path>
                <a:path w="27939" h="476250">
                  <a:moveTo>
                    <a:pt x="2794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7940" y="100330"/>
                  </a:lnTo>
                  <a:lnTo>
                    <a:pt x="27940" y="93992"/>
                  </a:lnTo>
                  <a:close/>
                </a:path>
                <a:path w="27939" h="476250">
                  <a:moveTo>
                    <a:pt x="2794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7940" y="93980"/>
                  </a:lnTo>
                  <a:lnTo>
                    <a:pt x="27940" y="87642"/>
                  </a:lnTo>
                  <a:close/>
                </a:path>
                <a:path w="27939" h="476250">
                  <a:moveTo>
                    <a:pt x="27940" y="81292"/>
                  </a:moveTo>
                  <a:lnTo>
                    <a:pt x="0" y="81292"/>
                  </a:lnTo>
                  <a:lnTo>
                    <a:pt x="0" y="87630"/>
                  </a:lnTo>
                  <a:lnTo>
                    <a:pt x="27940" y="87630"/>
                  </a:lnTo>
                  <a:lnTo>
                    <a:pt x="27940" y="81292"/>
                  </a:lnTo>
                  <a:close/>
                </a:path>
                <a:path w="27939" h="476250">
                  <a:moveTo>
                    <a:pt x="27940" y="68592"/>
                  </a:moveTo>
                  <a:lnTo>
                    <a:pt x="0" y="68592"/>
                  </a:lnTo>
                  <a:lnTo>
                    <a:pt x="0" y="81280"/>
                  </a:lnTo>
                  <a:lnTo>
                    <a:pt x="27940" y="81280"/>
                  </a:lnTo>
                  <a:lnTo>
                    <a:pt x="27940" y="68592"/>
                  </a:lnTo>
                  <a:close/>
                </a:path>
                <a:path w="27939" h="476250">
                  <a:moveTo>
                    <a:pt x="27940" y="62242"/>
                  </a:moveTo>
                  <a:lnTo>
                    <a:pt x="0" y="62242"/>
                  </a:lnTo>
                  <a:lnTo>
                    <a:pt x="0" y="68580"/>
                  </a:lnTo>
                  <a:lnTo>
                    <a:pt x="27940" y="68580"/>
                  </a:lnTo>
                  <a:lnTo>
                    <a:pt x="27940" y="62242"/>
                  </a:lnTo>
                  <a:close/>
                </a:path>
                <a:path w="27939" h="476250">
                  <a:moveTo>
                    <a:pt x="27940" y="55892"/>
                  </a:moveTo>
                  <a:lnTo>
                    <a:pt x="0" y="55892"/>
                  </a:lnTo>
                  <a:lnTo>
                    <a:pt x="0" y="62230"/>
                  </a:lnTo>
                  <a:lnTo>
                    <a:pt x="27940" y="62230"/>
                  </a:lnTo>
                  <a:lnTo>
                    <a:pt x="27940" y="55892"/>
                  </a:lnTo>
                  <a:close/>
                </a:path>
                <a:path w="27939" h="476250">
                  <a:moveTo>
                    <a:pt x="27940" y="49542"/>
                  </a:moveTo>
                  <a:lnTo>
                    <a:pt x="0" y="49542"/>
                  </a:lnTo>
                  <a:lnTo>
                    <a:pt x="0" y="55880"/>
                  </a:lnTo>
                  <a:lnTo>
                    <a:pt x="27940" y="55880"/>
                  </a:lnTo>
                  <a:lnTo>
                    <a:pt x="27940" y="49542"/>
                  </a:lnTo>
                  <a:close/>
                </a:path>
                <a:path w="27939" h="476250">
                  <a:moveTo>
                    <a:pt x="2794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7940" y="49530"/>
                  </a:lnTo>
                  <a:lnTo>
                    <a:pt x="27940" y="43192"/>
                  </a:lnTo>
                  <a:close/>
                </a:path>
                <a:path w="27939" h="476250">
                  <a:moveTo>
                    <a:pt x="2794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7940" y="43180"/>
                  </a:lnTo>
                  <a:lnTo>
                    <a:pt x="27940" y="36842"/>
                  </a:lnTo>
                  <a:close/>
                </a:path>
                <a:path w="27939" h="476250">
                  <a:moveTo>
                    <a:pt x="2794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7940" y="36830"/>
                  </a:lnTo>
                  <a:lnTo>
                    <a:pt x="27940" y="30492"/>
                  </a:lnTo>
                  <a:close/>
                </a:path>
                <a:path w="27939" h="476250">
                  <a:moveTo>
                    <a:pt x="27940" y="24142"/>
                  </a:moveTo>
                  <a:lnTo>
                    <a:pt x="0" y="24142"/>
                  </a:lnTo>
                  <a:lnTo>
                    <a:pt x="0" y="30480"/>
                  </a:lnTo>
                  <a:lnTo>
                    <a:pt x="27940" y="30480"/>
                  </a:lnTo>
                  <a:lnTo>
                    <a:pt x="27940" y="24142"/>
                  </a:lnTo>
                  <a:close/>
                </a:path>
                <a:path w="27939" h="476250">
                  <a:moveTo>
                    <a:pt x="2794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7940" y="24130"/>
                  </a:lnTo>
                  <a:lnTo>
                    <a:pt x="27940" y="17792"/>
                  </a:lnTo>
                  <a:close/>
                </a:path>
                <a:path w="27939" h="476250">
                  <a:moveTo>
                    <a:pt x="27940" y="5092"/>
                  </a:moveTo>
                  <a:lnTo>
                    <a:pt x="0" y="5092"/>
                  </a:lnTo>
                  <a:lnTo>
                    <a:pt x="0" y="17780"/>
                  </a:lnTo>
                  <a:lnTo>
                    <a:pt x="27940" y="17780"/>
                  </a:lnTo>
                  <a:lnTo>
                    <a:pt x="27940" y="5092"/>
                  </a:lnTo>
                  <a:close/>
                </a:path>
                <a:path w="27939" h="476250">
                  <a:moveTo>
                    <a:pt x="279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7940" y="5080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2346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5" name="object 3755"/>
            <p:cNvSpPr/>
            <p:nvPr/>
          </p:nvSpPr>
          <p:spPr>
            <a:xfrm>
              <a:off x="4521200" y="5500382"/>
              <a:ext cx="27940" cy="181610"/>
            </a:xfrm>
            <a:custGeom>
              <a:avLst/>
              <a:gdLst/>
              <a:ahLst/>
              <a:cxnLst/>
              <a:rect l="l" t="t" r="r" b="b"/>
              <a:pathLst>
                <a:path w="27939" h="181610">
                  <a:moveTo>
                    <a:pt x="27940" y="180340"/>
                  </a:moveTo>
                  <a:lnTo>
                    <a:pt x="0" y="180340"/>
                  </a:lnTo>
                  <a:lnTo>
                    <a:pt x="0" y="181597"/>
                  </a:lnTo>
                  <a:lnTo>
                    <a:pt x="27940" y="181597"/>
                  </a:lnTo>
                  <a:lnTo>
                    <a:pt x="27940" y="180340"/>
                  </a:lnTo>
                  <a:close/>
                </a:path>
                <a:path w="27939" h="181610">
                  <a:moveTo>
                    <a:pt x="27940" y="173990"/>
                  </a:moveTo>
                  <a:lnTo>
                    <a:pt x="0" y="173990"/>
                  </a:lnTo>
                  <a:lnTo>
                    <a:pt x="0" y="180327"/>
                  </a:lnTo>
                  <a:lnTo>
                    <a:pt x="27940" y="180327"/>
                  </a:lnTo>
                  <a:lnTo>
                    <a:pt x="27940" y="173990"/>
                  </a:lnTo>
                  <a:close/>
                </a:path>
                <a:path w="27939" h="181610">
                  <a:moveTo>
                    <a:pt x="27940" y="171450"/>
                  </a:moveTo>
                  <a:lnTo>
                    <a:pt x="0" y="171450"/>
                  </a:lnTo>
                  <a:lnTo>
                    <a:pt x="0" y="173977"/>
                  </a:lnTo>
                  <a:lnTo>
                    <a:pt x="27940" y="173977"/>
                  </a:lnTo>
                  <a:lnTo>
                    <a:pt x="27940" y="171450"/>
                  </a:lnTo>
                  <a:close/>
                </a:path>
                <a:path w="27939" h="181610">
                  <a:moveTo>
                    <a:pt x="27940" y="167640"/>
                  </a:moveTo>
                  <a:lnTo>
                    <a:pt x="0" y="167640"/>
                  </a:lnTo>
                  <a:lnTo>
                    <a:pt x="0" y="171437"/>
                  </a:lnTo>
                  <a:lnTo>
                    <a:pt x="27940" y="171437"/>
                  </a:lnTo>
                  <a:lnTo>
                    <a:pt x="27940" y="167640"/>
                  </a:lnTo>
                  <a:close/>
                </a:path>
                <a:path w="27939" h="181610">
                  <a:moveTo>
                    <a:pt x="27940" y="165100"/>
                  </a:moveTo>
                  <a:lnTo>
                    <a:pt x="0" y="165100"/>
                  </a:lnTo>
                  <a:lnTo>
                    <a:pt x="0" y="167627"/>
                  </a:lnTo>
                  <a:lnTo>
                    <a:pt x="27940" y="167627"/>
                  </a:lnTo>
                  <a:lnTo>
                    <a:pt x="27940" y="165100"/>
                  </a:lnTo>
                  <a:close/>
                </a:path>
                <a:path w="27939" h="181610">
                  <a:moveTo>
                    <a:pt x="27940" y="161290"/>
                  </a:moveTo>
                  <a:lnTo>
                    <a:pt x="0" y="161290"/>
                  </a:lnTo>
                  <a:lnTo>
                    <a:pt x="0" y="165087"/>
                  </a:lnTo>
                  <a:lnTo>
                    <a:pt x="27940" y="165087"/>
                  </a:lnTo>
                  <a:lnTo>
                    <a:pt x="27940" y="161290"/>
                  </a:lnTo>
                  <a:close/>
                </a:path>
                <a:path w="27939" h="181610">
                  <a:moveTo>
                    <a:pt x="27940" y="154940"/>
                  </a:moveTo>
                  <a:lnTo>
                    <a:pt x="0" y="154940"/>
                  </a:lnTo>
                  <a:lnTo>
                    <a:pt x="0" y="161277"/>
                  </a:lnTo>
                  <a:lnTo>
                    <a:pt x="27940" y="161277"/>
                  </a:lnTo>
                  <a:lnTo>
                    <a:pt x="27940" y="154940"/>
                  </a:lnTo>
                  <a:close/>
                </a:path>
                <a:path w="27939" h="181610">
                  <a:moveTo>
                    <a:pt x="27940" y="152400"/>
                  </a:moveTo>
                  <a:lnTo>
                    <a:pt x="0" y="152400"/>
                  </a:lnTo>
                  <a:lnTo>
                    <a:pt x="0" y="154927"/>
                  </a:lnTo>
                  <a:lnTo>
                    <a:pt x="27940" y="154927"/>
                  </a:lnTo>
                  <a:lnTo>
                    <a:pt x="27940" y="152400"/>
                  </a:lnTo>
                  <a:close/>
                </a:path>
                <a:path w="27939" h="181610">
                  <a:moveTo>
                    <a:pt x="27940" y="148590"/>
                  </a:moveTo>
                  <a:lnTo>
                    <a:pt x="0" y="148590"/>
                  </a:lnTo>
                  <a:lnTo>
                    <a:pt x="0" y="152387"/>
                  </a:lnTo>
                  <a:lnTo>
                    <a:pt x="27940" y="152387"/>
                  </a:lnTo>
                  <a:lnTo>
                    <a:pt x="27940" y="148590"/>
                  </a:lnTo>
                  <a:close/>
                </a:path>
                <a:path w="27939" h="181610">
                  <a:moveTo>
                    <a:pt x="27940" y="146050"/>
                  </a:moveTo>
                  <a:lnTo>
                    <a:pt x="0" y="146050"/>
                  </a:lnTo>
                  <a:lnTo>
                    <a:pt x="0" y="148577"/>
                  </a:lnTo>
                  <a:lnTo>
                    <a:pt x="27940" y="148577"/>
                  </a:lnTo>
                  <a:lnTo>
                    <a:pt x="27940" y="146050"/>
                  </a:lnTo>
                  <a:close/>
                </a:path>
                <a:path w="27939" h="181610">
                  <a:moveTo>
                    <a:pt x="27940" y="142240"/>
                  </a:moveTo>
                  <a:lnTo>
                    <a:pt x="0" y="142240"/>
                  </a:lnTo>
                  <a:lnTo>
                    <a:pt x="0" y="146037"/>
                  </a:lnTo>
                  <a:lnTo>
                    <a:pt x="27940" y="146037"/>
                  </a:lnTo>
                  <a:lnTo>
                    <a:pt x="27940" y="142240"/>
                  </a:lnTo>
                  <a:close/>
                </a:path>
                <a:path w="27939" h="181610">
                  <a:moveTo>
                    <a:pt x="27940" y="135890"/>
                  </a:moveTo>
                  <a:lnTo>
                    <a:pt x="0" y="135890"/>
                  </a:lnTo>
                  <a:lnTo>
                    <a:pt x="0" y="142227"/>
                  </a:lnTo>
                  <a:lnTo>
                    <a:pt x="27940" y="142227"/>
                  </a:lnTo>
                  <a:lnTo>
                    <a:pt x="27940" y="135890"/>
                  </a:lnTo>
                  <a:close/>
                </a:path>
                <a:path w="27939" h="181610">
                  <a:moveTo>
                    <a:pt x="27940" y="133350"/>
                  </a:moveTo>
                  <a:lnTo>
                    <a:pt x="0" y="133350"/>
                  </a:lnTo>
                  <a:lnTo>
                    <a:pt x="0" y="135877"/>
                  </a:lnTo>
                  <a:lnTo>
                    <a:pt x="27940" y="135877"/>
                  </a:lnTo>
                  <a:lnTo>
                    <a:pt x="27940" y="133350"/>
                  </a:lnTo>
                  <a:close/>
                </a:path>
                <a:path w="27939" h="181610">
                  <a:moveTo>
                    <a:pt x="27940" y="129540"/>
                  </a:moveTo>
                  <a:lnTo>
                    <a:pt x="0" y="129540"/>
                  </a:lnTo>
                  <a:lnTo>
                    <a:pt x="0" y="133337"/>
                  </a:lnTo>
                  <a:lnTo>
                    <a:pt x="27940" y="133337"/>
                  </a:lnTo>
                  <a:lnTo>
                    <a:pt x="27940" y="129540"/>
                  </a:lnTo>
                  <a:close/>
                </a:path>
                <a:path w="27939" h="181610">
                  <a:moveTo>
                    <a:pt x="27940" y="127000"/>
                  </a:moveTo>
                  <a:lnTo>
                    <a:pt x="0" y="127000"/>
                  </a:lnTo>
                  <a:lnTo>
                    <a:pt x="0" y="129527"/>
                  </a:lnTo>
                  <a:lnTo>
                    <a:pt x="27940" y="129527"/>
                  </a:lnTo>
                  <a:lnTo>
                    <a:pt x="27940" y="127000"/>
                  </a:lnTo>
                  <a:close/>
                </a:path>
                <a:path w="27939" h="181610">
                  <a:moveTo>
                    <a:pt x="27940" y="120650"/>
                  </a:moveTo>
                  <a:lnTo>
                    <a:pt x="0" y="120650"/>
                  </a:lnTo>
                  <a:lnTo>
                    <a:pt x="0" y="126987"/>
                  </a:lnTo>
                  <a:lnTo>
                    <a:pt x="27940" y="126987"/>
                  </a:lnTo>
                  <a:lnTo>
                    <a:pt x="27940" y="120650"/>
                  </a:lnTo>
                  <a:close/>
                </a:path>
                <a:path w="27939" h="181610">
                  <a:moveTo>
                    <a:pt x="2794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27940" y="120637"/>
                  </a:lnTo>
                  <a:lnTo>
                    <a:pt x="27940" y="114300"/>
                  </a:lnTo>
                  <a:close/>
                </a:path>
                <a:path w="27939" h="181610">
                  <a:moveTo>
                    <a:pt x="27940" y="110490"/>
                  </a:moveTo>
                  <a:lnTo>
                    <a:pt x="0" y="110490"/>
                  </a:lnTo>
                  <a:lnTo>
                    <a:pt x="0" y="114287"/>
                  </a:lnTo>
                  <a:lnTo>
                    <a:pt x="27940" y="114287"/>
                  </a:lnTo>
                  <a:lnTo>
                    <a:pt x="27940" y="110490"/>
                  </a:lnTo>
                  <a:close/>
                </a:path>
                <a:path w="27939" h="181610">
                  <a:moveTo>
                    <a:pt x="27940" y="107950"/>
                  </a:moveTo>
                  <a:lnTo>
                    <a:pt x="0" y="107950"/>
                  </a:lnTo>
                  <a:lnTo>
                    <a:pt x="0" y="110477"/>
                  </a:lnTo>
                  <a:lnTo>
                    <a:pt x="27940" y="110477"/>
                  </a:lnTo>
                  <a:lnTo>
                    <a:pt x="27940" y="107950"/>
                  </a:lnTo>
                  <a:close/>
                </a:path>
                <a:path w="27939" h="181610">
                  <a:moveTo>
                    <a:pt x="27940" y="104140"/>
                  </a:moveTo>
                  <a:lnTo>
                    <a:pt x="0" y="104140"/>
                  </a:lnTo>
                  <a:lnTo>
                    <a:pt x="0" y="107937"/>
                  </a:lnTo>
                  <a:lnTo>
                    <a:pt x="27940" y="107937"/>
                  </a:lnTo>
                  <a:lnTo>
                    <a:pt x="27940" y="104140"/>
                  </a:lnTo>
                  <a:close/>
                </a:path>
                <a:path w="27939" h="181610">
                  <a:moveTo>
                    <a:pt x="27940" y="101600"/>
                  </a:moveTo>
                  <a:lnTo>
                    <a:pt x="0" y="101600"/>
                  </a:lnTo>
                  <a:lnTo>
                    <a:pt x="0" y="104127"/>
                  </a:lnTo>
                  <a:lnTo>
                    <a:pt x="27940" y="104127"/>
                  </a:lnTo>
                  <a:lnTo>
                    <a:pt x="27940" y="101600"/>
                  </a:lnTo>
                  <a:close/>
                </a:path>
                <a:path w="27939" h="181610">
                  <a:moveTo>
                    <a:pt x="27940" y="97790"/>
                  </a:moveTo>
                  <a:lnTo>
                    <a:pt x="0" y="97790"/>
                  </a:lnTo>
                  <a:lnTo>
                    <a:pt x="0" y="101587"/>
                  </a:lnTo>
                  <a:lnTo>
                    <a:pt x="27940" y="101587"/>
                  </a:lnTo>
                  <a:lnTo>
                    <a:pt x="27940" y="97790"/>
                  </a:lnTo>
                  <a:close/>
                </a:path>
                <a:path w="27939" h="181610">
                  <a:moveTo>
                    <a:pt x="27940" y="95250"/>
                  </a:moveTo>
                  <a:lnTo>
                    <a:pt x="0" y="95250"/>
                  </a:lnTo>
                  <a:lnTo>
                    <a:pt x="0" y="97777"/>
                  </a:lnTo>
                  <a:lnTo>
                    <a:pt x="27940" y="97777"/>
                  </a:lnTo>
                  <a:lnTo>
                    <a:pt x="27940" y="95250"/>
                  </a:lnTo>
                  <a:close/>
                </a:path>
                <a:path w="27939" h="181610">
                  <a:moveTo>
                    <a:pt x="27940" y="91440"/>
                  </a:moveTo>
                  <a:lnTo>
                    <a:pt x="0" y="91440"/>
                  </a:lnTo>
                  <a:lnTo>
                    <a:pt x="0" y="95237"/>
                  </a:lnTo>
                  <a:lnTo>
                    <a:pt x="27940" y="95237"/>
                  </a:lnTo>
                  <a:lnTo>
                    <a:pt x="27940" y="91440"/>
                  </a:lnTo>
                  <a:close/>
                </a:path>
                <a:path w="27939" h="181610">
                  <a:moveTo>
                    <a:pt x="27940" y="82550"/>
                  </a:moveTo>
                  <a:lnTo>
                    <a:pt x="0" y="82550"/>
                  </a:lnTo>
                  <a:lnTo>
                    <a:pt x="0" y="91427"/>
                  </a:lnTo>
                  <a:lnTo>
                    <a:pt x="27940" y="91427"/>
                  </a:lnTo>
                  <a:lnTo>
                    <a:pt x="27940" y="82550"/>
                  </a:lnTo>
                  <a:close/>
                </a:path>
                <a:path w="27939" h="181610">
                  <a:moveTo>
                    <a:pt x="27940" y="72390"/>
                  </a:moveTo>
                  <a:lnTo>
                    <a:pt x="0" y="72390"/>
                  </a:lnTo>
                  <a:lnTo>
                    <a:pt x="0" y="82537"/>
                  </a:lnTo>
                  <a:lnTo>
                    <a:pt x="27940" y="82537"/>
                  </a:lnTo>
                  <a:lnTo>
                    <a:pt x="27940" y="72390"/>
                  </a:lnTo>
                  <a:close/>
                </a:path>
                <a:path w="27939" h="181610">
                  <a:moveTo>
                    <a:pt x="27940" y="63500"/>
                  </a:moveTo>
                  <a:lnTo>
                    <a:pt x="0" y="63500"/>
                  </a:lnTo>
                  <a:lnTo>
                    <a:pt x="0" y="72377"/>
                  </a:lnTo>
                  <a:lnTo>
                    <a:pt x="27940" y="72377"/>
                  </a:lnTo>
                  <a:lnTo>
                    <a:pt x="27940" y="63500"/>
                  </a:lnTo>
                  <a:close/>
                </a:path>
                <a:path w="27939" h="181610">
                  <a:moveTo>
                    <a:pt x="27940" y="53340"/>
                  </a:moveTo>
                  <a:lnTo>
                    <a:pt x="0" y="53340"/>
                  </a:lnTo>
                  <a:lnTo>
                    <a:pt x="0" y="63487"/>
                  </a:lnTo>
                  <a:lnTo>
                    <a:pt x="27940" y="63487"/>
                  </a:lnTo>
                  <a:lnTo>
                    <a:pt x="27940" y="53340"/>
                  </a:lnTo>
                  <a:close/>
                </a:path>
                <a:path w="27939" h="181610">
                  <a:moveTo>
                    <a:pt x="27940" y="50800"/>
                  </a:moveTo>
                  <a:lnTo>
                    <a:pt x="0" y="50800"/>
                  </a:lnTo>
                  <a:lnTo>
                    <a:pt x="0" y="53327"/>
                  </a:lnTo>
                  <a:lnTo>
                    <a:pt x="27940" y="53327"/>
                  </a:lnTo>
                  <a:lnTo>
                    <a:pt x="27940" y="50800"/>
                  </a:lnTo>
                  <a:close/>
                </a:path>
                <a:path w="27939" h="181610">
                  <a:moveTo>
                    <a:pt x="27940" y="46990"/>
                  </a:moveTo>
                  <a:lnTo>
                    <a:pt x="0" y="46990"/>
                  </a:lnTo>
                  <a:lnTo>
                    <a:pt x="0" y="50787"/>
                  </a:lnTo>
                  <a:lnTo>
                    <a:pt x="27940" y="50787"/>
                  </a:lnTo>
                  <a:lnTo>
                    <a:pt x="27940" y="46990"/>
                  </a:lnTo>
                  <a:close/>
                </a:path>
                <a:path w="27939" h="181610">
                  <a:moveTo>
                    <a:pt x="27940" y="40640"/>
                  </a:moveTo>
                  <a:lnTo>
                    <a:pt x="0" y="40640"/>
                  </a:lnTo>
                  <a:lnTo>
                    <a:pt x="0" y="46977"/>
                  </a:lnTo>
                  <a:lnTo>
                    <a:pt x="27940" y="46977"/>
                  </a:lnTo>
                  <a:lnTo>
                    <a:pt x="27940" y="40640"/>
                  </a:lnTo>
                  <a:close/>
                </a:path>
                <a:path w="27939" h="181610">
                  <a:moveTo>
                    <a:pt x="27940" y="34290"/>
                  </a:moveTo>
                  <a:lnTo>
                    <a:pt x="0" y="34290"/>
                  </a:lnTo>
                  <a:lnTo>
                    <a:pt x="0" y="40627"/>
                  </a:lnTo>
                  <a:lnTo>
                    <a:pt x="27940" y="40627"/>
                  </a:lnTo>
                  <a:lnTo>
                    <a:pt x="27940" y="34290"/>
                  </a:lnTo>
                  <a:close/>
                </a:path>
                <a:path w="27939" h="181610">
                  <a:moveTo>
                    <a:pt x="27940" y="27940"/>
                  </a:moveTo>
                  <a:lnTo>
                    <a:pt x="0" y="27940"/>
                  </a:lnTo>
                  <a:lnTo>
                    <a:pt x="0" y="34277"/>
                  </a:lnTo>
                  <a:lnTo>
                    <a:pt x="27940" y="34277"/>
                  </a:lnTo>
                  <a:lnTo>
                    <a:pt x="27940" y="27940"/>
                  </a:lnTo>
                  <a:close/>
                </a:path>
                <a:path w="27939" h="181610">
                  <a:moveTo>
                    <a:pt x="27940" y="25400"/>
                  </a:moveTo>
                  <a:lnTo>
                    <a:pt x="0" y="25400"/>
                  </a:lnTo>
                  <a:lnTo>
                    <a:pt x="0" y="27927"/>
                  </a:lnTo>
                  <a:lnTo>
                    <a:pt x="27940" y="27927"/>
                  </a:lnTo>
                  <a:lnTo>
                    <a:pt x="27940" y="25400"/>
                  </a:lnTo>
                  <a:close/>
                </a:path>
                <a:path w="27939" h="181610">
                  <a:moveTo>
                    <a:pt x="2794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27940" y="25387"/>
                  </a:lnTo>
                  <a:lnTo>
                    <a:pt x="27940" y="21590"/>
                  </a:lnTo>
                  <a:close/>
                </a:path>
                <a:path w="27939" h="181610">
                  <a:moveTo>
                    <a:pt x="27940" y="15240"/>
                  </a:moveTo>
                  <a:lnTo>
                    <a:pt x="0" y="15240"/>
                  </a:lnTo>
                  <a:lnTo>
                    <a:pt x="0" y="21577"/>
                  </a:lnTo>
                  <a:lnTo>
                    <a:pt x="27940" y="21577"/>
                  </a:lnTo>
                  <a:lnTo>
                    <a:pt x="27940" y="15240"/>
                  </a:lnTo>
                  <a:close/>
                </a:path>
                <a:path w="27939" h="181610">
                  <a:moveTo>
                    <a:pt x="2794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7940" y="15227"/>
                  </a:lnTo>
                  <a:lnTo>
                    <a:pt x="27940" y="12700"/>
                  </a:lnTo>
                  <a:close/>
                </a:path>
                <a:path w="27939" h="181610">
                  <a:moveTo>
                    <a:pt x="2794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7940" y="12687"/>
                  </a:lnTo>
                  <a:lnTo>
                    <a:pt x="27940" y="8890"/>
                  </a:lnTo>
                  <a:close/>
                </a:path>
                <a:path w="27939" h="181610">
                  <a:moveTo>
                    <a:pt x="27940" y="0"/>
                  </a:moveTo>
                  <a:lnTo>
                    <a:pt x="0" y="0"/>
                  </a:lnTo>
                  <a:lnTo>
                    <a:pt x="0" y="8877"/>
                  </a:lnTo>
                  <a:lnTo>
                    <a:pt x="27940" y="8877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2346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6" name="object 3756"/>
            <p:cNvSpPr/>
            <p:nvPr/>
          </p:nvSpPr>
          <p:spPr>
            <a:xfrm>
              <a:off x="4549140" y="5033010"/>
              <a:ext cx="29209" cy="476250"/>
            </a:xfrm>
            <a:custGeom>
              <a:avLst/>
              <a:gdLst/>
              <a:ahLst/>
              <a:cxnLst/>
              <a:rect l="l" t="t" r="r" b="b"/>
              <a:pathLst>
                <a:path w="29210" h="476250">
                  <a:moveTo>
                    <a:pt x="29210" y="467372"/>
                  </a:moveTo>
                  <a:lnTo>
                    <a:pt x="0" y="467372"/>
                  </a:lnTo>
                  <a:lnTo>
                    <a:pt x="0" y="476250"/>
                  </a:lnTo>
                  <a:lnTo>
                    <a:pt x="29210" y="476250"/>
                  </a:lnTo>
                  <a:lnTo>
                    <a:pt x="29210" y="467372"/>
                  </a:lnTo>
                  <a:close/>
                </a:path>
                <a:path w="29210" h="476250">
                  <a:moveTo>
                    <a:pt x="29210" y="463562"/>
                  </a:moveTo>
                  <a:lnTo>
                    <a:pt x="0" y="463562"/>
                  </a:lnTo>
                  <a:lnTo>
                    <a:pt x="0" y="467360"/>
                  </a:lnTo>
                  <a:lnTo>
                    <a:pt x="29210" y="467360"/>
                  </a:lnTo>
                  <a:lnTo>
                    <a:pt x="29210" y="463562"/>
                  </a:lnTo>
                  <a:close/>
                </a:path>
                <a:path w="29210" h="476250">
                  <a:moveTo>
                    <a:pt x="29210" y="461022"/>
                  </a:moveTo>
                  <a:lnTo>
                    <a:pt x="0" y="461022"/>
                  </a:lnTo>
                  <a:lnTo>
                    <a:pt x="0" y="463550"/>
                  </a:lnTo>
                  <a:lnTo>
                    <a:pt x="29210" y="463550"/>
                  </a:lnTo>
                  <a:lnTo>
                    <a:pt x="29210" y="461022"/>
                  </a:lnTo>
                  <a:close/>
                </a:path>
                <a:path w="29210" h="476250">
                  <a:moveTo>
                    <a:pt x="29210" y="457212"/>
                  </a:moveTo>
                  <a:lnTo>
                    <a:pt x="0" y="457212"/>
                  </a:lnTo>
                  <a:lnTo>
                    <a:pt x="0" y="461010"/>
                  </a:lnTo>
                  <a:lnTo>
                    <a:pt x="29210" y="461010"/>
                  </a:lnTo>
                  <a:lnTo>
                    <a:pt x="29210" y="457212"/>
                  </a:lnTo>
                  <a:close/>
                </a:path>
                <a:path w="29210" h="476250">
                  <a:moveTo>
                    <a:pt x="29210" y="448322"/>
                  </a:moveTo>
                  <a:lnTo>
                    <a:pt x="0" y="448322"/>
                  </a:lnTo>
                  <a:lnTo>
                    <a:pt x="0" y="457200"/>
                  </a:lnTo>
                  <a:lnTo>
                    <a:pt x="29210" y="457200"/>
                  </a:lnTo>
                  <a:lnTo>
                    <a:pt x="29210" y="448322"/>
                  </a:lnTo>
                  <a:close/>
                </a:path>
                <a:path w="29210" h="476250">
                  <a:moveTo>
                    <a:pt x="29210" y="429272"/>
                  </a:moveTo>
                  <a:lnTo>
                    <a:pt x="0" y="429272"/>
                  </a:lnTo>
                  <a:lnTo>
                    <a:pt x="0" y="448310"/>
                  </a:lnTo>
                  <a:lnTo>
                    <a:pt x="29210" y="448310"/>
                  </a:lnTo>
                  <a:lnTo>
                    <a:pt x="29210" y="429272"/>
                  </a:lnTo>
                  <a:close/>
                </a:path>
                <a:path w="29210" h="476250">
                  <a:moveTo>
                    <a:pt x="29210" y="422922"/>
                  </a:moveTo>
                  <a:lnTo>
                    <a:pt x="0" y="422922"/>
                  </a:lnTo>
                  <a:lnTo>
                    <a:pt x="0" y="429260"/>
                  </a:lnTo>
                  <a:lnTo>
                    <a:pt x="29210" y="429260"/>
                  </a:lnTo>
                  <a:lnTo>
                    <a:pt x="29210" y="422922"/>
                  </a:lnTo>
                  <a:close/>
                </a:path>
                <a:path w="29210" h="476250">
                  <a:moveTo>
                    <a:pt x="29210" y="416572"/>
                  </a:moveTo>
                  <a:lnTo>
                    <a:pt x="0" y="416572"/>
                  </a:lnTo>
                  <a:lnTo>
                    <a:pt x="0" y="422910"/>
                  </a:lnTo>
                  <a:lnTo>
                    <a:pt x="29210" y="422910"/>
                  </a:lnTo>
                  <a:lnTo>
                    <a:pt x="29210" y="416572"/>
                  </a:lnTo>
                  <a:close/>
                </a:path>
                <a:path w="29210" h="476250">
                  <a:moveTo>
                    <a:pt x="29210" y="412762"/>
                  </a:moveTo>
                  <a:lnTo>
                    <a:pt x="0" y="412762"/>
                  </a:lnTo>
                  <a:lnTo>
                    <a:pt x="0" y="416560"/>
                  </a:lnTo>
                  <a:lnTo>
                    <a:pt x="29210" y="416560"/>
                  </a:lnTo>
                  <a:lnTo>
                    <a:pt x="29210" y="412762"/>
                  </a:lnTo>
                  <a:close/>
                </a:path>
                <a:path w="29210" h="476250">
                  <a:moveTo>
                    <a:pt x="29210" y="410222"/>
                  </a:moveTo>
                  <a:lnTo>
                    <a:pt x="0" y="410222"/>
                  </a:lnTo>
                  <a:lnTo>
                    <a:pt x="0" y="412750"/>
                  </a:lnTo>
                  <a:lnTo>
                    <a:pt x="29210" y="412750"/>
                  </a:lnTo>
                  <a:lnTo>
                    <a:pt x="29210" y="410222"/>
                  </a:lnTo>
                  <a:close/>
                </a:path>
                <a:path w="29210" h="476250">
                  <a:moveTo>
                    <a:pt x="29210" y="406412"/>
                  </a:moveTo>
                  <a:lnTo>
                    <a:pt x="0" y="406412"/>
                  </a:lnTo>
                  <a:lnTo>
                    <a:pt x="0" y="410210"/>
                  </a:lnTo>
                  <a:lnTo>
                    <a:pt x="29210" y="410210"/>
                  </a:lnTo>
                  <a:lnTo>
                    <a:pt x="29210" y="406412"/>
                  </a:lnTo>
                  <a:close/>
                </a:path>
                <a:path w="29210" h="476250">
                  <a:moveTo>
                    <a:pt x="29210" y="403872"/>
                  </a:moveTo>
                  <a:lnTo>
                    <a:pt x="0" y="403872"/>
                  </a:lnTo>
                  <a:lnTo>
                    <a:pt x="0" y="406400"/>
                  </a:lnTo>
                  <a:lnTo>
                    <a:pt x="29210" y="406400"/>
                  </a:lnTo>
                  <a:lnTo>
                    <a:pt x="29210" y="403872"/>
                  </a:lnTo>
                  <a:close/>
                </a:path>
                <a:path w="29210" h="476250">
                  <a:moveTo>
                    <a:pt x="29210" y="397522"/>
                  </a:moveTo>
                  <a:lnTo>
                    <a:pt x="0" y="397522"/>
                  </a:lnTo>
                  <a:lnTo>
                    <a:pt x="0" y="403860"/>
                  </a:lnTo>
                  <a:lnTo>
                    <a:pt x="29210" y="403860"/>
                  </a:lnTo>
                  <a:lnTo>
                    <a:pt x="29210" y="397522"/>
                  </a:lnTo>
                  <a:close/>
                </a:path>
                <a:path w="29210" h="476250">
                  <a:moveTo>
                    <a:pt x="29210" y="393712"/>
                  </a:moveTo>
                  <a:lnTo>
                    <a:pt x="0" y="393712"/>
                  </a:lnTo>
                  <a:lnTo>
                    <a:pt x="0" y="397510"/>
                  </a:lnTo>
                  <a:lnTo>
                    <a:pt x="29210" y="397510"/>
                  </a:lnTo>
                  <a:lnTo>
                    <a:pt x="29210" y="393712"/>
                  </a:lnTo>
                  <a:close/>
                </a:path>
                <a:path w="29210" h="476250">
                  <a:moveTo>
                    <a:pt x="29210" y="391172"/>
                  </a:moveTo>
                  <a:lnTo>
                    <a:pt x="0" y="391172"/>
                  </a:lnTo>
                  <a:lnTo>
                    <a:pt x="0" y="393700"/>
                  </a:lnTo>
                  <a:lnTo>
                    <a:pt x="29210" y="393700"/>
                  </a:lnTo>
                  <a:lnTo>
                    <a:pt x="29210" y="391172"/>
                  </a:lnTo>
                  <a:close/>
                </a:path>
                <a:path w="29210" h="476250">
                  <a:moveTo>
                    <a:pt x="29210" y="387362"/>
                  </a:moveTo>
                  <a:lnTo>
                    <a:pt x="0" y="387362"/>
                  </a:lnTo>
                  <a:lnTo>
                    <a:pt x="0" y="391160"/>
                  </a:lnTo>
                  <a:lnTo>
                    <a:pt x="29210" y="391160"/>
                  </a:lnTo>
                  <a:lnTo>
                    <a:pt x="29210" y="387362"/>
                  </a:lnTo>
                  <a:close/>
                </a:path>
                <a:path w="29210" h="476250">
                  <a:moveTo>
                    <a:pt x="29210" y="384822"/>
                  </a:moveTo>
                  <a:lnTo>
                    <a:pt x="0" y="384822"/>
                  </a:lnTo>
                  <a:lnTo>
                    <a:pt x="0" y="387350"/>
                  </a:lnTo>
                  <a:lnTo>
                    <a:pt x="29210" y="387350"/>
                  </a:lnTo>
                  <a:lnTo>
                    <a:pt x="29210" y="384822"/>
                  </a:lnTo>
                  <a:close/>
                </a:path>
                <a:path w="29210" h="476250">
                  <a:moveTo>
                    <a:pt x="29210" y="365772"/>
                  </a:moveTo>
                  <a:lnTo>
                    <a:pt x="0" y="365772"/>
                  </a:lnTo>
                  <a:lnTo>
                    <a:pt x="0" y="384810"/>
                  </a:lnTo>
                  <a:lnTo>
                    <a:pt x="29210" y="384810"/>
                  </a:lnTo>
                  <a:lnTo>
                    <a:pt x="29210" y="365772"/>
                  </a:lnTo>
                  <a:close/>
                </a:path>
                <a:path w="29210" h="476250">
                  <a:moveTo>
                    <a:pt x="29210" y="359422"/>
                  </a:moveTo>
                  <a:lnTo>
                    <a:pt x="0" y="359422"/>
                  </a:lnTo>
                  <a:lnTo>
                    <a:pt x="0" y="365760"/>
                  </a:lnTo>
                  <a:lnTo>
                    <a:pt x="29210" y="365760"/>
                  </a:lnTo>
                  <a:lnTo>
                    <a:pt x="29210" y="359422"/>
                  </a:lnTo>
                  <a:close/>
                </a:path>
                <a:path w="29210" h="476250">
                  <a:moveTo>
                    <a:pt x="29210" y="355612"/>
                  </a:moveTo>
                  <a:lnTo>
                    <a:pt x="0" y="355612"/>
                  </a:lnTo>
                  <a:lnTo>
                    <a:pt x="0" y="359410"/>
                  </a:lnTo>
                  <a:lnTo>
                    <a:pt x="29210" y="359410"/>
                  </a:lnTo>
                  <a:lnTo>
                    <a:pt x="29210" y="355612"/>
                  </a:lnTo>
                  <a:close/>
                </a:path>
                <a:path w="29210" h="476250">
                  <a:moveTo>
                    <a:pt x="29210" y="346722"/>
                  </a:moveTo>
                  <a:lnTo>
                    <a:pt x="0" y="346722"/>
                  </a:lnTo>
                  <a:lnTo>
                    <a:pt x="0" y="355600"/>
                  </a:lnTo>
                  <a:lnTo>
                    <a:pt x="29210" y="355600"/>
                  </a:lnTo>
                  <a:lnTo>
                    <a:pt x="29210" y="346722"/>
                  </a:lnTo>
                  <a:close/>
                </a:path>
                <a:path w="29210" h="476250">
                  <a:moveTo>
                    <a:pt x="29210" y="340372"/>
                  </a:moveTo>
                  <a:lnTo>
                    <a:pt x="0" y="340372"/>
                  </a:lnTo>
                  <a:lnTo>
                    <a:pt x="0" y="346710"/>
                  </a:lnTo>
                  <a:lnTo>
                    <a:pt x="29210" y="346710"/>
                  </a:lnTo>
                  <a:lnTo>
                    <a:pt x="29210" y="340372"/>
                  </a:lnTo>
                  <a:close/>
                </a:path>
                <a:path w="29210" h="476250">
                  <a:moveTo>
                    <a:pt x="29210" y="334022"/>
                  </a:moveTo>
                  <a:lnTo>
                    <a:pt x="0" y="334022"/>
                  </a:lnTo>
                  <a:lnTo>
                    <a:pt x="0" y="340360"/>
                  </a:lnTo>
                  <a:lnTo>
                    <a:pt x="29210" y="340360"/>
                  </a:lnTo>
                  <a:lnTo>
                    <a:pt x="29210" y="334022"/>
                  </a:lnTo>
                  <a:close/>
                </a:path>
                <a:path w="29210" h="476250">
                  <a:moveTo>
                    <a:pt x="29210" y="330212"/>
                  </a:moveTo>
                  <a:lnTo>
                    <a:pt x="0" y="330212"/>
                  </a:lnTo>
                  <a:lnTo>
                    <a:pt x="0" y="334010"/>
                  </a:lnTo>
                  <a:lnTo>
                    <a:pt x="29210" y="334010"/>
                  </a:lnTo>
                  <a:lnTo>
                    <a:pt x="29210" y="330212"/>
                  </a:lnTo>
                  <a:close/>
                </a:path>
                <a:path w="29210" h="476250">
                  <a:moveTo>
                    <a:pt x="29210" y="327672"/>
                  </a:moveTo>
                  <a:lnTo>
                    <a:pt x="0" y="327672"/>
                  </a:lnTo>
                  <a:lnTo>
                    <a:pt x="0" y="330200"/>
                  </a:lnTo>
                  <a:lnTo>
                    <a:pt x="29210" y="330200"/>
                  </a:lnTo>
                  <a:lnTo>
                    <a:pt x="29210" y="327672"/>
                  </a:lnTo>
                  <a:close/>
                </a:path>
                <a:path w="29210" h="476250">
                  <a:moveTo>
                    <a:pt x="29210" y="317512"/>
                  </a:moveTo>
                  <a:lnTo>
                    <a:pt x="0" y="317512"/>
                  </a:lnTo>
                  <a:lnTo>
                    <a:pt x="0" y="327660"/>
                  </a:lnTo>
                  <a:lnTo>
                    <a:pt x="29210" y="327660"/>
                  </a:lnTo>
                  <a:lnTo>
                    <a:pt x="29210" y="317512"/>
                  </a:lnTo>
                  <a:close/>
                </a:path>
                <a:path w="29210" h="476250">
                  <a:moveTo>
                    <a:pt x="29210" y="314972"/>
                  </a:moveTo>
                  <a:lnTo>
                    <a:pt x="0" y="314972"/>
                  </a:lnTo>
                  <a:lnTo>
                    <a:pt x="0" y="317500"/>
                  </a:lnTo>
                  <a:lnTo>
                    <a:pt x="29210" y="317500"/>
                  </a:lnTo>
                  <a:lnTo>
                    <a:pt x="29210" y="314972"/>
                  </a:lnTo>
                  <a:close/>
                </a:path>
                <a:path w="29210" h="476250">
                  <a:moveTo>
                    <a:pt x="29210" y="311162"/>
                  </a:moveTo>
                  <a:lnTo>
                    <a:pt x="0" y="311162"/>
                  </a:lnTo>
                  <a:lnTo>
                    <a:pt x="0" y="314960"/>
                  </a:lnTo>
                  <a:lnTo>
                    <a:pt x="29210" y="314960"/>
                  </a:lnTo>
                  <a:lnTo>
                    <a:pt x="29210" y="311162"/>
                  </a:lnTo>
                  <a:close/>
                </a:path>
                <a:path w="29210" h="476250">
                  <a:moveTo>
                    <a:pt x="29210" y="304812"/>
                  </a:moveTo>
                  <a:lnTo>
                    <a:pt x="0" y="304812"/>
                  </a:lnTo>
                  <a:lnTo>
                    <a:pt x="0" y="311150"/>
                  </a:lnTo>
                  <a:lnTo>
                    <a:pt x="29210" y="311150"/>
                  </a:lnTo>
                  <a:lnTo>
                    <a:pt x="29210" y="304812"/>
                  </a:lnTo>
                  <a:close/>
                </a:path>
                <a:path w="29210" h="476250">
                  <a:moveTo>
                    <a:pt x="29210" y="292112"/>
                  </a:moveTo>
                  <a:lnTo>
                    <a:pt x="0" y="292112"/>
                  </a:lnTo>
                  <a:lnTo>
                    <a:pt x="0" y="304800"/>
                  </a:lnTo>
                  <a:lnTo>
                    <a:pt x="29210" y="304800"/>
                  </a:lnTo>
                  <a:lnTo>
                    <a:pt x="29210" y="292112"/>
                  </a:lnTo>
                  <a:close/>
                </a:path>
                <a:path w="29210" h="476250">
                  <a:moveTo>
                    <a:pt x="29210" y="289572"/>
                  </a:moveTo>
                  <a:lnTo>
                    <a:pt x="0" y="289572"/>
                  </a:lnTo>
                  <a:lnTo>
                    <a:pt x="0" y="292100"/>
                  </a:lnTo>
                  <a:lnTo>
                    <a:pt x="29210" y="292100"/>
                  </a:lnTo>
                  <a:lnTo>
                    <a:pt x="29210" y="289572"/>
                  </a:lnTo>
                  <a:close/>
                </a:path>
                <a:path w="29210" h="476250">
                  <a:moveTo>
                    <a:pt x="29210" y="285762"/>
                  </a:moveTo>
                  <a:lnTo>
                    <a:pt x="0" y="285762"/>
                  </a:lnTo>
                  <a:lnTo>
                    <a:pt x="0" y="289560"/>
                  </a:lnTo>
                  <a:lnTo>
                    <a:pt x="29210" y="289560"/>
                  </a:lnTo>
                  <a:lnTo>
                    <a:pt x="29210" y="285762"/>
                  </a:lnTo>
                  <a:close/>
                </a:path>
                <a:path w="29210" h="476250">
                  <a:moveTo>
                    <a:pt x="29210" y="283222"/>
                  </a:moveTo>
                  <a:lnTo>
                    <a:pt x="0" y="283222"/>
                  </a:lnTo>
                  <a:lnTo>
                    <a:pt x="0" y="285750"/>
                  </a:lnTo>
                  <a:lnTo>
                    <a:pt x="29210" y="285750"/>
                  </a:lnTo>
                  <a:lnTo>
                    <a:pt x="29210" y="283222"/>
                  </a:lnTo>
                  <a:close/>
                </a:path>
                <a:path w="29210" h="476250">
                  <a:moveTo>
                    <a:pt x="29210" y="279412"/>
                  </a:moveTo>
                  <a:lnTo>
                    <a:pt x="0" y="279412"/>
                  </a:lnTo>
                  <a:lnTo>
                    <a:pt x="0" y="283210"/>
                  </a:lnTo>
                  <a:lnTo>
                    <a:pt x="29210" y="283210"/>
                  </a:lnTo>
                  <a:lnTo>
                    <a:pt x="29210" y="279412"/>
                  </a:lnTo>
                  <a:close/>
                </a:path>
                <a:path w="29210" h="476250">
                  <a:moveTo>
                    <a:pt x="29210" y="273062"/>
                  </a:moveTo>
                  <a:lnTo>
                    <a:pt x="0" y="273062"/>
                  </a:lnTo>
                  <a:lnTo>
                    <a:pt x="0" y="279400"/>
                  </a:lnTo>
                  <a:lnTo>
                    <a:pt x="29210" y="279400"/>
                  </a:lnTo>
                  <a:lnTo>
                    <a:pt x="29210" y="273062"/>
                  </a:lnTo>
                  <a:close/>
                </a:path>
                <a:path w="29210" h="476250">
                  <a:moveTo>
                    <a:pt x="29210" y="234962"/>
                  </a:moveTo>
                  <a:lnTo>
                    <a:pt x="0" y="234962"/>
                  </a:lnTo>
                  <a:lnTo>
                    <a:pt x="0" y="273050"/>
                  </a:lnTo>
                  <a:lnTo>
                    <a:pt x="29210" y="273050"/>
                  </a:lnTo>
                  <a:lnTo>
                    <a:pt x="29210" y="234962"/>
                  </a:lnTo>
                  <a:close/>
                </a:path>
                <a:path w="29210" h="476250">
                  <a:moveTo>
                    <a:pt x="292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9210" y="234950"/>
                  </a:lnTo>
                  <a:lnTo>
                    <a:pt x="29210" y="232422"/>
                  </a:lnTo>
                  <a:close/>
                </a:path>
                <a:path w="29210" h="476250">
                  <a:moveTo>
                    <a:pt x="2921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29210" y="232410"/>
                  </a:lnTo>
                  <a:lnTo>
                    <a:pt x="29210" y="226072"/>
                  </a:lnTo>
                  <a:close/>
                </a:path>
                <a:path w="29210" h="476250">
                  <a:moveTo>
                    <a:pt x="2921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29210" y="226060"/>
                  </a:lnTo>
                  <a:lnTo>
                    <a:pt x="29210" y="222262"/>
                  </a:lnTo>
                  <a:close/>
                </a:path>
                <a:path w="29210" h="476250">
                  <a:moveTo>
                    <a:pt x="2921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29210" y="222250"/>
                  </a:lnTo>
                  <a:lnTo>
                    <a:pt x="29210" y="219722"/>
                  </a:lnTo>
                  <a:close/>
                </a:path>
                <a:path w="29210" h="476250">
                  <a:moveTo>
                    <a:pt x="29210" y="213372"/>
                  </a:moveTo>
                  <a:lnTo>
                    <a:pt x="0" y="213372"/>
                  </a:lnTo>
                  <a:lnTo>
                    <a:pt x="0" y="219710"/>
                  </a:lnTo>
                  <a:lnTo>
                    <a:pt x="29210" y="219710"/>
                  </a:lnTo>
                  <a:lnTo>
                    <a:pt x="29210" y="213372"/>
                  </a:lnTo>
                  <a:close/>
                </a:path>
                <a:path w="29210" h="476250">
                  <a:moveTo>
                    <a:pt x="29210" y="207022"/>
                  </a:moveTo>
                  <a:lnTo>
                    <a:pt x="0" y="207022"/>
                  </a:lnTo>
                  <a:lnTo>
                    <a:pt x="0" y="213360"/>
                  </a:lnTo>
                  <a:lnTo>
                    <a:pt x="29210" y="213360"/>
                  </a:lnTo>
                  <a:lnTo>
                    <a:pt x="29210" y="207022"/>
                  </a:lnTo>
                  <a:close/>
                </a:path>
                <a:path w="29210" h="476250">
                  <a:moveTo>
                    <a:pt x="29210" y="195592"/>
                  </a:moveTo>
                  <a:lnTo>
                    <a:pt x="0" y="195592"/>
                  </a:lnTo>
                  <a:lnTo>
                    <a:pt x="0" y="207010"/>
                  </a:lnTo>
                  <a:lnTo>
                    <a:pt x="29210" y="207010"/>
                  </a:lnTo>
                  <a:lnTo>
                    <a:pt x="29210" y="195592"/>
                  </a:lnTo>
                  <a:close/>
                </a:path>
                <a:path w="29210" h="476250">
                  <a:moveTo>
                    <a:pt x="2921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9210" y="195580"/>
                  </a:lnTo>
                  <a:lnTo>
                    <a:pt x="29210" y="189242"/>
                  </a:lnTo>
                  <a:close/>
                </a:path>
                <a:path w="29210" h="476250">
                  <a:moveTo>
                    <a:pt x="29210" y="182892"/>
                  </a:moveTo>
                  <a:lnTo>
                    <a:pt x="0" y="182892"/>
                  </a:lnTo>
                  <a:lnTo>
                    <a:pt x="0" y="189230"/>
                  </a:lnTo>
                  <a:lnTo>
                    <a:pt x="29210" y="189230"/>
                  </a:lnTo>
                  <a:lnTo>
                    <a:pt x="29210" y="182892"/>
                  </a:lnTo>
                  <a:close/>
                </a:path>
                <a:path w="29210" h="476250">
                  <a:moveTo>
                    <a:pt x="29210" y="176542"/>
                  </a:moveTo>
                  <a:lnTo>
                    <a:pt x="0" y="176542"/>
                  </a:lnTo>
                  <a:lnTo>
                    <a:pt x="0" y="182880"/>
                  </a:lnTo>
                  <a:lnTo>
                    <a:pt x="29210" y="182880"/>
                  </a:lnTo>
                  <a:lnTo>
                    <a:pt x="29210" y="176542"/>
                  </a:lnTo>
                  <a:close/>
                </a:path>
                <a:path w="29210" h="476250">
                  <a:moveTo>
                    <a:pt x="29210" y="170192"/>
                  </a:moveTo>
                  <a:lnTo>
                    <a:pt x="0" y="170192"/>
                  </a:lnTo>
                  <a:lnTo>
                    <a:pt x="0" y="176530"/>
                  </a:lnTo>
                  <a:lnTo>
                    <a:pt x="29210" y="176530"/>
                  </a:lnTo>
                  <a:lnTo>
                    <a:pt x="29210" y="170192"/>
                  </a:lnTo>
                  <a:close/>
                </a:path>
                <a:path w="29210" h="476250">
                  <a:moveTo>
                    <a:pt x="29210" y="163842"/>
                  </a:moveTo>
                  <a:lnTo>
                    <a:pt x="0" y="163842"/>
                  </a:lnTo>
                  <a:lnTo>
                    <a:pt x="0" y="170180"/>
                  </a:lnTo>
                  <a:lnTo>
                    <a:pt x="29210" y="170180"/>
                  </a:lnTo>
                  <a:lnTo>
                    <a:pt x="29210" y="163842"/>
                  </a:lnTo>
                  <a:close/>
                </a:path>
                <a:path w="29210" h="476250">
                  <a:moveTo>
                    <a:pt x="29210" y="157492"/>
                  </a:moveTo>
                  <a:lnTo>
                    <a:pt x="0" y="157492"/>
                  </a:lnTo>
                  <a:lnTo>
                    <a:pt x="0" y="163830"/>
                  </a:lnTo>
                  <a:lnTo>
                    <a:pt x="29210" y="163830"/>
                  </a:lnTo>
                  <a:lnTo>
                    <a:pt x="29210" y="157492"/>
                  </a:lnTo>
                  <a:close/>
                </a:path>
                <a:path w="29210" h="476250">
                  <a:moveTo>
                    <a:pt x="2921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9210" y="157480"/>
                  </a:lnTo>
                  <a:lnTo>
                    <a:pt x="29210" y="151142"/>
                  </a:lnTo>
                  <a:close/>
                </a:path>
                <a:path w="29210" h="476250">
                  <a:moveTo>
                    <a:pt x="29210" y="138442"/>
                  </a:moveTo>
                  <a:lnTo>
                    <a:pt x="0" y="138442"/>
                  </a:lnTo>
                  <a:lnTo>
                    <a:pt x="0" y="151130"/>
                  </a:lnTo>
                  <a:lnTo>
                    <a:pt x="29210" y="151130"/>
                  </a:lnTo>
                  <a:lnTo>
                    <a:pt x="29210" y="138442"/>
                  </a:lnTo>
                  <a:close/>
                </a:path>
                <a:path w="29210" h="476250">
                  <a:moveTo>
                    <a:pt x="29210" y="132092"/>
                  </a:moveTo>
                  <a:lnTo>
                    <a:pt x="0" y="132092"/>
                  </a:lnTo>
                  <a:lnTo>
                    <a:pt x="0" y="138430"/>
                  </a:lnTo>
                  <a:lnTo>
                    <a:pt x="29210" y="138430"/>
                  </a:lnTo>
                  <a:lnTo>
                    <a:pt x="29210" y="132092"/>
                  </a:lnTo>
                  <a:close/>
                </a:path>
                <a:path w="29210" h="476250">
                  <a:moveTo>
                    <a:pt x="29210" y="125742"/>
                  </a:moveTo>
                  <a:lnTo>
                    <a:pt x="0" y="125742"/>
                  </a:lnTo>
                  <a:lnTo>
                    <a:pt x="0" y="132080"/>
                  </a:lnTo>
                  <a:lnTo>
                    <a:pt x="29210" y="132080"/>
                  </a:lnTo>
                  <a:lnTo>
                    <a:pt x="29210" y="125742"/>
                  </a:lnTo>
                  <a:close/>
                </a:path>
                <a:path w="29210" h="476250">
                  <a:moveTo>
                    <a:pt x="29210" y="119392"/>
                  </a:moveTo>
                  <a:lnTo>
                    <a:pt x="0" y="119392"/>
                  </a:lnTo>
                  <a:lnTo>
                    <a:pt x="0" y="125730"/>
                  </a:lnTo>
                  <a:lnTo>
                    <a:pt x="29210" y="125730"/>
                  </a:lnTo>
                  <a:lnTo>
                    <a:pt x="29210" y="119392"/>
                  </a:lnTo>
                  <a:close/>
                </a:path>
                <a:path w="29210" h="476250">
                  <a:moveTo>
                    <a:pt x="29210" y="113042"/>
                  </a:moveTo>
                  <a:lnTo>
                    <a:pt x="0" y="113042"/>
                  </a:lnTo>
                  <a:lnTo>
                    <a:pt x="0" y="119380"/>
                  </a:lnTo>
                  <a:lnTo>
                    <a:pt x="29210" y="119380"/>
                  </a:lnTo>
                  <a:lnTo>
                    <a:pt x="29210" y="113042"/>
                  </a:lnTo>
                  <a:close/>
                </a:path>
                <a:path w="29210" h="476250">
                  <a:moveTo>
                    <a:pt x="29210" y="106692"/>
                  </a:moveTo>
                  <a:lnTo>
                    <a:pt x="0" y="106692"/>
                  </a:lnTo>
                  <a:lnTo>
                    <a:pt x="0" y="113030"/>
                  </a:lnTo>
                  <a:lnTo>
                    <a:pt x="29210" y="113030"/>
                  </a:lnTo>
                  <a:lnTo>
                    <a:pt x="29210" y="106692"/>
                  </a:lnTo>
                  <a:close/>
                </a:path>
                <a:path w="29210" h="476250">
                  <a:moveTo>
                    <a:pt x="29210" y="100342"/>
                  </a:moveTo>
                  <a:lnTo>
                    <a:pt x="0" y="100342"/>
                  </a:lnTo>
                  <a:lnTo>
                    <a:pt x="0" y="106680"/>
                  </a:lnTo>
                  <a:lnTo>
                    <a:pt x="29210" y="106680"/>
                  </a:lnTo>
                  <a:lnTo>
                    <a:pt x="29210" y="100342"/>
                  </a:lnTo>
                  <a:close/>
                </a:path>
                <a:path w="29210" h="476250">
                  <a:moveTo>
                    <a:pt x="2921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9210" y="100330"/>
                  </a:lnTo>
                  <a:lnTo>
                    <a:pt x="29210" y="93992"/>
                  </a:lnTo>
                  <a:close/>
                </a:path>
                <a:path w="29210" h="476250">
                  <a:moveTo>
                    <a:pt x="2921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9210" y="93980"/>
                  </a:lnTo>
                  <a:lnTo>
                    <a:pt x="29210" y="87642"/>
                  </a:lnTo>
                  <a:close/>
                </a:path>
                <a:path w="29210" h="476250">
                  <a:moveTo>
                    <a:pt x="29210" y="81292"/>
                  </a:moveTo>
                  <a:lnTo>
                    <a:pt x="0" y="81292"/>
                  </a:lnTo>
                  <a:lnTo>
                    <a:pt x="0" y="87630"/>
                  </a:lnTo>
                  <a:lnTo>
                    <a:pt x="29210" y="87630"/>
                  </a:lnTo>
                  <a:lnTo>
                    <a:pt x="29210" y="81292"/>
                  </a:lnTo>
                  <a:close/>
                </a:path>
                <a:path w="29210" h="476250">
                  <a:moveTo>
                    <a:pt x="29210" y="68592"/>
                  </a:moveTo>
                  <a:lnTo>
                    <a:pt x="0" y="68592"/>
                  </a:lnTo>
                  <a:lnTo>
                    <a:pt x="0" y="81280"/>
                  </a:lnTo>
                  <a:lnTo>
                    <a:pt x="29210" y="81280"/>
                  </a:lnTo>
                  <a:lnTo>
                    <a:pt x="29210" y="68592"/>
                  </a:lnTo>
                  <a:close/>
                </a:path>
                <a:path w="29210" h="476250">
                  <a:moveTo>
                    <a:pt x="29210" y="62242"/>
                  </a:moveTo>
                  <a:lnTo>
                    <a:pt x="0" y="62242"/>
                  </a:lnTo>
                  <a:lnTo>
                    <a:pt x="0" y="68580"/>
                  </a:lnTo>
                  <a:lnTo>
                    <a:pt x="29210" y="68580"/>
                  </a:lnTo>
                  <a:lnTo>
                    <a:pt x="29210" y="62242"/>
                  </a:lnTo>
                  <a:close/>
                </a:path>
                <a:path w="29210" h="476250">
                  <a:moveTo>
                    <a:pt x="29210" y="55892"/>
                  </a:moveTo>
                  <a:lnTo>
                    <a:pt x="0" y="55892"/>
                  </a:lnTo>
                  <a:lnTo>
                    <a:pt x="0" y="62230"/>
                  </a:lnTo>
                  <a:lnTo>
                    <a:pt x="29210" y="62230"/>
                  </a:lnTo>
                  <a:lnTo>
                    <a:pt x="29210" y="55892"/>
                  </a:lnTo>
                  <a:close/>
                </a:path>
                <a:path w="29210" h="476250">
                  <a:moveTo>
                    <a:pt x="29210" y="49542"/>
                  </a:moveTo>
                  <a:lnTo>
                    <a:pt x="0" y="49542"/>
                  </a:lnTo>
                  <a:lnTo>
                    <a:pt x="0" y="55880"/>
                  </a:lnTo>
                  <a:lnTo>
                    <a:pt x="29210" y="55880"/>
                  </a:lnTo>
                  <a:lnTo>
                    <a:pt x="29210" y="49542"/>
                  </a:lnTo>
                  <a:close/>
                </a:path>
                <a:path w="29210" h="476250">
                  <a:moveTo>
                    <a:pt x="2921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9210" y="49530"/>
                  </a:lnTo>
                  <a:lnTo>
                    <a:pt x="29210" y="43192"/>
                  </a:lnTo>
                  <a:close/>
                </a:path>
                <a:path w="29210" h="476250">
                  <a:moveTo>
                    <a:pt x="2921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9210" y="43180"/>
                  </a:lnTo>
                  <a:lnTo>
                    <a:pt x="29210" y="36842"/>
                  </a:lnTo>
                  <a:close/>
                </a:path>
                <a:path w="29210" h="476250">
                  <a:moveTo>
                    <a:pt x="2921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9210" y="36830"/>
                  </a:lnTo>
                  <a:lnTo>
                    <a:pt x="29210" y="30492"/>
                  </a:lnTo>
                  <a:close/>
                </a:path>
                <a:path w="29210" h="476250">
                  <a:moveTo>
                    <a:pt x="29210" y="24142"/>
                  </a:moveTo>
                  <a:lnTo>
                    <a:pt x="0" y="24142"/>
                  </a:lnTo>
                  <a:lnTo>
                    <a:pt x="0" y="30480"/>
                  </a:lnTo>
                  <a:lnTo>
                    <a:pt x="29210" y="30480"/>
                  </a:lnTo>
                  <a:lnTo>
                    <a:pt x="29210" y="24142"/>
                  </a:lnTo>
                  <a:close/>
                </a:path>
                <a:path w="29210" h="476250">
                  <a:moveTo>
                    <a:pt x="292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9210" y="24130"/>
                  </a:lnTo>
                  <a:lnTo>
                    <a:pt x="29210" y="17792"/>
                  </a:lnTo>
                  <a:close/>
                </a:path>
                <a:path w="29210" h="476250">
                  <a:moveTo>
                    <a:pt x="29210" y="5092"/>
                  </a:moveTo>
                  <a:lnTo>
                    <a:pt x="0" y="5092"/>
                  </a:lnTo>
                  <a:lnTo>
                    <a:pt x="0" y="17780"/>
                  </a:lnTo>
                  <a:lnTo>
                    <a:pt x="29210" y="17780"/>
                  </a:lnTo>
                  <a:lnTo>
                    <a:pt x="29210" y="5092"/>
                  </a:lnTo>
                  <a:close/>
                </a:path>
                <a:path w="29210" h="476250">
                  <a:moveTo>
                    <a:pt x="292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9210" y="5080"/>
                  </a:lnTo>
                  <a:lnTo>
                    <a:pt x="29210" y="0"/>
                  </a:lnTo>
                  <a:close/>
                </a:path>
              </a:pathLst>
            </a:custGeom>
            <a:solidFill>
              <a:srgbClr val="2347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7" name="object 3757"/>
            <p:cNvSpPr/>
            <p:nvPr/>
          </p:nvSpPr>
          <p:spPr>
            <a:xfrm>
              <a:off x="4549140" y="5500382"/>
              <a:ext cx="29209" cy="181610"/>
            </a:xfrm>
            <a:custGeom>
              <a:avLst/>
              <a:gdLst/>
              <a:ahLst/>
              <a:cxnLst/>
              <a:rect l="l" t="t" r="r" b="b"/>
              <a:pathLst>
                <a:path w="29210" h="181610">
                  <a:moveTo>
                    <a:pt x="29210" y="180340"/>
                  </a:moveTo>
                  <a:lnTo>
                    <a:pt x="0" y="180340"/>
                  </a:lnTo>
                  <a:lnTo>
                    <a:pt x="0" y="181597"/>
                  </a:lnTo>
                  <a:lnTo>
                    <a:pt x="29210" y="181597"/>
                  </a:lnTo>
                  <a:lnTo>
                    <a:pt x="29210" y="180340"/>
                  </a:lnTo>
                  <a:close/>
                </a:path>
                <a:path w="29210" h="181610">
                  <a:moveTo>
                    <a:pt x="29210" y="173990"/>
                  </a:moveTo>
                  <a:lnTo>
                    <a:pt x="0" y="173990"/>
                  </a:lnTo>
                  <a:lnTo>
                    <a:pt x="0" y="180327"/>
                  </a:lnTo>
                  <a:lnTo>
                    <a:pt x="29210" y="180327"/>
                  </a:lnTo>
                  <a:lnTo>
                    <a:pt x="29210" y="173990"/>
                  </a:lnTo>
                  <a:close/>
                </a:path>
                <a:path w="29210" h="181610">
                  <a:moveTo>
                    <a:pt x="29210" y="171450"/>
                  </a:moveTo>
                  <a:lnTo>
                    <a:pt x="0" y="171450"/>
                  </a:lnTo>
                  <a:lnTo>
                    <a:pt x="0" y="173977"/>
                  </a:lnTo>
                  <a:lnTo>
                    <a:pt x="29210" y="173977"/>
                  </a:lnTo>
                  <a:lnTo>
                    <a:pt x="29210" y="171450"/>
                  </a:lnTo>
                  <a:close/>
                </a:path>
                <a:path w="29210" h="181610">
                  <a:moveTo>
                    <a:pt x="29210" y="167640"/>
                  </a:moveTo>
                  <a:lnTo>
                    <a:pt x="0" y="167640"/>
                  </a:lnTo>
                  <a:lnTo>
                    <a:pt x="0" y="171437"/>
                  </a:lnTo>
                  <a:lnTo>
                    <a:pt x="29210" y="171437"/>
                  </a:lnTo>
                  <a:lnTo>
                    <a:pt x="29210" y="167640"/>
                  </a:lnTo>
                  <a:close/>
                </a:path>
                <a:path w="29210" h="181610">
                  <a:moveTo>
                    <a:pt x="29210" y="165100"/>
                  </a:moveTo>
                  <a:lnTo>
                    <a:pt x="0" y="165100"/>
                  </a:lnTo>
                  <a:lnTo>
                    <a:pt x="0" y="167627"/>
                  </a:lnTo>
                  <a:lnTo>
                    <a:pt x="29210" y="167627"/>
                  </a:lnTo>
                  <a:lnTo>
                    <a:pt x="29210" y="165100"/>
                  </a:lnTo>
                  <a:close/>
                </a:path>
                <a:path w="29210" h="181610">
                  <a:moveTo>
                    <a:pt x="29210" y="161290"/>
                  </a:moveTo>
                  <a:lnTo>
                    <a:pt x="0" y="161290"/>
                  </a:lnTo>
                  <a:lnTo>
                    <a:pt x="0" y="165087"/>
                  </a:lnTo>
                  <a:lnTo>
                    <a:pt x="29210" y="165087"/>
                  </a:lnTo>
                  <a:lnTo>
                    <a:pt x="29210" y="161290"/>
                  </a:lnTo>
                  <a:close/>
                </a:path>
                <a:path w="29210" h="181610">
                  <a:moveTo>
                    <a:pt x="29210" y="154940"/>
                  </a:moveTo>
                  <a:lnTo>
                    <a:pt x="0" y="154940"/>
                  </a:lnTo>
                  <a:lnTo>
                    <a:pt x="0" y="161277"/>
                  </a:lnTo>
                  <a:lnTo>
                    <a:pt x="29210" y="161277"/>
                  </a:lnTo>
                  <a:lnTo>
                    <a:pt x="29210" y="154940"/>
                  </a:lnTo>
                  <a:close/>
                </a:path>
                <a:path w="29210" h="181610">
                  <a:moveTo>
                    <a:pt x="29210" y="152400"/>
                  </a:moveTo>
                  <a:lnTo>
                    <a:pt x="0" y="152400"/>
                  </a:lnTo>
                  <a:lnTo>
                    <a:pt x="0" y="154927"/>
                  </a:lnTo>
                  <a:lnTo>
                    <a:pt x="29210" y="154927"/>
                  </a:lnTo>
                  <a:lnTo>
                    <a:pt x="29210" y="152400"/>
                  </a:lnTo>
                  <a:close/>
                </a:path>
                <a:path w="29210" h="181610">
                  <a:moveTo>
                    <a:pt x="29210" y="148590"/>
                  </a:moveTo>
                  <a:lnTo>
                    <a:pt x="0" y="148590"/>
                  </a:lnTo>
                  <a:lnTo>
                    <a:pt x="0" y="152387"/>
                  </a:lnTo>
                  <a:lnTo>
                    <a:pt x="29210" y="152387"/>
                  </a:lnTo>
                  <a:lnTo>
                    <a:pt x="29210" y="148590"/>
                  </a:lnTo>
                  <a:close/>
                </a:path>
                <a:path w="29210" h="181610">
                  <a:moveTo>
                    <a:pt x="29210" y="146050"/>
                  </a:moveTo>
                  <a:lnTo>
                    <a:pt x="0" y="146050"/>
                  </a:lnTo>
                  <a:lnTo>
                    <a:pt x="0" y="148577"/>
                  </a:lnTo>
                  <a:lnTo>
                    <a:pt x="29210" y="148577"/>
                  </a:lnTo>
                  <a:lnTo>
                    <a:pt x="29210" y="146050"/>
                  </a:lnTo>
                  <a:close/>
                </a:path>
                <a:path w="29210" h="181610">
                  <a:moveTo>
                    <a:pt x="29210" y="142240"/>
                  </a:moveTo>
                  <a:lnTo>
                    <a:pt x="0" y="142240"/>
                  </a:lnTo>
                  <a:lnTo>
                    <a:pt x="0" y="146037"/>
                  </a:lnTo>
                  <a:lnTo>
                    <a:pt x="29210" y="146037"/>
                  </a:lnTo>
                  <a:lnTo>
                    <a:pt x="29210" y="142240"/>
                  </a:lnTo>
                  <a:close/>
                </a:path>
                <a:path w="29210" h="181610">
                  <a:moveTo>
                    <a:pt x="29210" y="135890"/>
                  </a:moveTo>
                  <a:lnTo>
                    <a:pt x="0" y="135890"/>
                  </a:lnTo>
                  <a:lnTo>
                    <a:pt x="0" y="142227"/>
                  </a:lnTo>
                  <a:lnTo>
                    <a:pt x="29210" y="142227"/>
                  </a:lnTo>
                  <a:lnTo>
                    <a:pt x="29210" y="135890"/>
                  </a:lnTo>
                  <a:close/>
                </a:path>
                <a:path w="29210" h="181610">
                  <a:moveTo>
                    <a:pt x="29210" y="133350"/>
                  </a:moveTo>
                  <a:lnTo>
                    <a:pt x="0" y="133350"/>
                  </a:lnTo>
                  <a:lnTo>
                    <a:pt x="0" y="135877"/>
                  </a:lnTo>
                  <a:lnTo>
                    <a:pt x="29210" y="135877"/>
                  </a:lnTo>
                  <a:lnTo>
                    <a:pt x="29210" y="133350"/>
                  </a:lnTo>
                  <a:close/>
                </a:path>
                <a:path w="29210" h="181610">
                  <a:moveTo>
                    <a:pt x="29210" y="129540"/>
                  </a:moveTo>
                  <a:lnTo>
                    <a:pt x="0" y="129540"/>
                  </a:lnTo>
                  <a:lnTo>
                    <a:pt x="0" y="133337"/>
                  </a:lnTo>
                  <a:lnTo>
                    <a:pt x="29210" y="133337"/>
                  </a:lnTo>
                  <a:lnTo>
                    <a:pt x="29210" y="129540"/>
                  </a:lnTo>
                  <a:close/>
                </a:path>
                <a:path w="29210" h="181610">
                  <a:moveTo>
                    <a:pt x="29210" y="127000"/>
                  </a:moveTo>
                  <a:lnTo>
                    <a:pt x="0" y="127000"/>
                  </a:lnTo>
                  <a:lnTo>
                    <a:pt x="0" y="129527"/>
                  </a:lnTo>
                  <a:lnTo>
                    <a:pt x="29210" y="129527"/>
                  </a:lnTo>
                  <a:lnTo>
                    <a:pt x="29210" y="127000"/>
                  </a:lnTo>
                  <a:close/>
                </a:path>
                <a:path w="29210" h="181610">
                  <a:moveTo>
                    <a:pt x="29210" y="120650"/>
                  </a:moveTo>
                  <a:lnTo>
                    <a:pt x="0" y="120650"/>
                  </a:lnTo>
                  <a:lnTo>
                    <a:pt x="0" y="126987"/>
                  </a:lnTo>
                  <a:lnTo>
                    <a:pt x="29210" y="126987"/>
                  </a:lnTo>
                  <a:lnTo>
                    <a:pt x="29210" y="120650"/>
                  </a:lnTo>
                  <a:close/>
                </a:path>
                <a:path w="29210" h="181610">
                  <a:moveTo>
                    <a:pt x="2921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29210" y="120637"/>
                  </a:lnTo>
                  <a:lnTo>
                    <a:pt x="29210" y="114300"/>
                  </a:lnTo>
                  <a:close/>
                </a:path>
                <a:path w="29210" h="181610">
                  <a:moveTo>
                    <a:pt x="29210" y="110490"/>
                  </a:moveTo>
                  <a:lnTo>
                    <a:pt x="0" y="110490"/>
                  </a:lnTo>
                  <a:lnTo>
                    <a:pt x="0" y="114287"/>
                  </a:lnTo>
                  <a:lnTo>
                    <a:pt x="29210" y="114287"/>
                  </a:lnTo>
                  <a:lnTo>
                    <a:pt x="29210" y="110490"/>
                  </a:lnTo>
                  <a:close/>
                </a:path>
                <a:path w="29210" h="181610">
                  <a:moveTo>
                    <a:pt x="29210" y="107950"/>
                  </a:moveTo>
                  <a:lnTo>
                    <a:pt x="0" y="107950"/>
                  </a:lnTo>
                  <a:lnTo>
                    <a:pt x="0" y="110477"/>
                  </a:lnTo>
                  <a:lnTo>
                    <a:pt x="29210" y="110477"/>
                  </a:lnTo>
                  <a:lnTo>
                    <a:pt x="29210" y="107950"/>
                  </a:lnTo>
                  <a:close/>
                </a:path>
                <a:path w="29210" h="181610">
                  <a:moveTo>
                    <a:pt x="29210" y="104140"/>
                  </a:moveTo>
                  <a:lnTo>
                    <a:pt x="0" y="104140"/>
                  </a:lnTo>
                  <a:lnTo>
                    <a:pt x="0" y="107937"/>
                  </a:lnTo>
                  <a:lnTo>
                    <a:pt x="29210" y="107937"/>
                  </a:lnTo>
                  <a:lnTo>
                    <a:pt x="29210" y="104140"/>
                  </a:lnTo>
                  <a:close/>
                </a:path>
                <a:path w="29210" h="181610">
                  <a:moveTo>
                    <a:pt x="29210" y="101600"/>
                  </a:moveTo>
                  <a:lnTo>
                    <a:pt x="0" y="101600"/>
                  </a:lnTo>
                  <a:lnTo>
                    <a:pt x="0" y="104127"/>
                  </a:lnTo>
                  <a:lnTo>
                    <a:pt x="29210" y="104127"/>
                  </a:lnTo>
                  <a:lnTo>
                    <a:pt x="29210" y="101600"/>
                  </a:lnTo>
                  <a:close/>
                </a:path>
                <a:path w="29210" h="181610">
                  <a:moveTo>
                    <a:pt x="29210" y="97790"/>
                  </a:moveTo>
                  <a:lnTo>
                    <a:pt x="0" y="97790"/>
                  </a:lnTo>
                  <a:lnTo>
                    <a:pt x="0" y="101587"/>
                  </a:lnTo>
                  <a:lnTo>
                    <a:pt x="29210" y="101587"/>
                  </a:lnTo>
                  <a:lnTo>
                    <a:pt x="29210" y="97790"/>
                  </a:lnTo>
                  <a:close/>
                </a:path>
                <a:path w="29210" h="181610">
                  <a:moveTo>
                    <a:pt x="29210" y="95250"/>
                  </a:moveTo>
                  <a:lnTo>
                    <a:pt x="0" y="95250"/>
                  </a:lnTo>
                  <a:lnTo>
                    <a:pt x="0" y="97777"/>
                  </a:lnTo>
                  <a:lnTo>
                    <a:pt x="29210" y="97777"/>
                  </a:lnTo>
                  <a:lnTo>
                    <a:pt x="29210" y="95250"/>
                  </a:lnTo>
                  <a:close/>
                </a:path>
                <a:path w="29210" h="181610">
                  <a:moveTo>
                    <a:pt x="29210" y="91440"/>
                  </a:moveTo>
                  <a:lnTo>
                    <a:pt x="0" y="91440"/>
                  </a:lnTo>
                  <a:lnTo>
                    <a:pt x="0" y="95237"/>
                  </a:lnTo>
                  <a:lnTo>
                    <a:pt x="29210" y="95237"/>
                  </a:lnTo>
                  <a:lnTo>
                    <a:pt x="29210" y="91440"/>
                  </a:lnTo>
                  <a:close/>
                </a:path>
                <a:path w="29210" h="181610">
                  <a:moveTo>
                    <a:pt x="29210" y="82550"/>
                  </a:moveTo>
                  <a:lnTo>
                    <a:pt x="0" y="82550"/>
                  </a:lnTo>
                  <a:lnTo>
                    <a:pt x="0" y="91427"/>
                  </a:lnTo>
                  <a:lnTo>
                    <a:pt x="29210" y="91427"/>
                  </a:lnTo>
                  <a:lnTo>
                    <a:pt x="29210" y="82550"/>
                  </a:lnTo>
                  <a:close/>
                </a:path>
                <a:path w="29210" h="181610">
                  <a:moveTo>
                    <a:pt x="29210" y="72390"/>
                  </a:moveTo>
                  <a:lnTo>
                    <a:pt x="0" y="72390"/>
                  </a:lnTo>
                  <a:lnTo>
                    <a:pt x="0" y="82537"/>
                  </a:lnTo>
                  <a:lnTo>
                    <a:pt x="29210" y="82537"/>
                  </a:lnTo>
                  <a:lnTo>
                    <a:pt x="29210" y="72390"/>
                  </a:lnTo>
                  <a:close/>
                </a:path>
                <a:path w="29210" h="181610">
                  <a:moveTo>
                    <a:pt x="29210" y="63500"/>
                  </a:moveTo>
                  <a:lnTo>
                    <a:pt x="0" y="63500"/>
                  </a:lnTo>
                  <a:lnTo>
                    <a:pt x="0" y="72377"/>
                  </a:lnTo>
                  <a:lnTo>
                    <a:pt x="29210" y="72377"/>
                  </a:lnTo>
                  <a:lnTo>
                    <a:pt x="29210" y="63500"/>
                  </a:lnTo>
                  <a:close/>
                </a:path>
                <a:path w="29210" h="181610">
                  <a:moveTo>
                    <a:pt x="29210" y="53340"/>
                  </a:moveTo>
                  <a:lnTo>
                    <a:pt x="0" y="53340"/>
                  </a:lnTo>
                  <a:lnTo>
                    <a:pt x="0" y="63487"/>
                  </a:lnTo>
                  <a:lnTo>
                    <a:pt x="29210" y="63487"/>
                  </a:lnTo>
                  <a:lnTo>
                    <a:pt x="29210" y="53340"/>
                  </a:lnTo>
                  <a:close/>
                </a:path>
                <a:path w="29210" h="181610">
                  <a:moveTo>
                    <a:pt x="29210" y="50800"/>
                  </a:moveTo>
                  <a:lnTo>
                    <a:pt x="0" y="50800"/>
                  </a:lnTo>
                  <a:lnTo>
                    <a:pt x="0" y="53327"/>
                  </a:lnTo>
                  <a:lnTo>
                    <a:pt x="29210" y="53327"/>
                  </a:lnTo>
                  <a:lnTo>
                    <a:pt x="29210" y="50800"/>
                  </a:lnTo>
                  <a:close/>
                </a:path>
                <a:path w="29210" h="181610">
                  <a:moveTo>
                    <a:pt x="29210" y="46990"/>
                  </a:moveTo>
                  <a:lnTo>
                    <a:pt x="0" y="46990"/>
                  </a:lnTo>
                  <a:lnTo>
                    <a:pt x="0" y="50787"/>
                  </a:lnTo>
                  <a:lnTo>
                    <a:pt x="29210" y="50787"/>
                  </a:lnTo>
                  <a:lnTo>
                    <a:pt x="29210" y="46990"/>
                  </a:lnTo>
                  <a:close/>
                </a:path>
                <a:path w="29210" h="181610">
                  <a:moveTo>
                    <a:pt x="29210" y="40640"/>
                  </a:moveTo>
                  <a:lnTo>
                    <a:pt x="0" y="40640"/>
                  </a:lnTo>
                  <a:lnTo>
                    <a:pt x="0" y="46977"/>
                  </a:lnTo>
                  <a:lnTo>
                    <a:pt x="29210" y="46977"/>
                  </a:lnTo>
                  <a:lnTo>
                    <a:pt x="29210" y="40640"/>
                  </a:lnTo>
                  <a:close/>
                </a:path>
                <a:path w="29210" h="181610">
                  <a:moveTo>
                    <a:pt x="29210" y="34290"/>
                  </a:moveTo>
                  <a:lnTo>
                    <a:pt x="0" y="34290"/>
                  </a:lnTo>
                  <a:lnTo>
                    <a:pt x="0" y="40627"/>
                  </a:lnTo>
                  <a:lnTo>
                    <a:pt x="29210" y="40627"/>
                  </a:lnTo>
                  <a:lnTo>
                    <a:pt x="29210" y="34290"/>
                  </a:lnTo>
                  <a:close/>
                </a:path>
                <a:path w="29210" h="181610">
                  <a:moveTo>
                    <a:pt x="29210" y="27940"/>
                  </a:moveTo>
                  <a:lnTo>
                    <a:pt x="0" y="27940"/>
                  </a:lnTo>
                  <a:lnTo>
                    <a:pt x="0" y="34277"/>
                  </a:lnTo>
                  <a:lnTo>
                    <a:pt x="29210" y="34277"/>
                  </a:lnTo>
                  <a:lnTo>
                    <a:pt x="29210" y="27940"/>
                  </a:lnTo>
                  <a:close/>
                </a:path>
                <a:path w="29210" h="181610">
                  <a:moveTo>
                    <a:pt x="29210" y="25400"/>
                  </a:moveTo>
                  <a:lnTo>
                    <a:pt x="0" y="25400"/>
                  </a:lnTo>
                  <a:lnTo>
                    <a:pt x="0" y="27927"/>
                  </a:lnTo>
                  <a:lnTo>
                    <a:pt x="29210" y="27927"/>
                  </a:lnTo>
                  <a:lnTo>
                    <a:pt x="29210" y="25400"/>
                  </a:lnTo>
                  <a:close/>
                </a:path>
                <a:path w="29210" h="181610">
                  <a:moveTo>
                    <a:pt x="2921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29210" y="25387"/>
                  </a:lnTo>
                  <a:lnTo>
                    <a:pt x="29210" y="21590"/>
                  </a:lnTo>
                  <a:close/>
                </a:path>
                <a:path w="29210" h="181610">
                  <a:moveTo>
                    <a:pt x="29210" y="15240"/>
                  </a:moveTo>
                  <a:lnTo>
                    <a:pt x="0" y="15240"/>
                  </a:lnTo>
                  <a:lnTo>
                    <a:pt x="0" y="21577"/>
                  </a:lnTo>
                  <a:lnTo>
                    <a:pt x="29210" y="21577"/>
                  </a:lnTo>
                  <a:lnTo>
                    <a:pt x="29210" y="15240"/>
                  </a:lnTo>
                  <a:close/>
                </a:path>
                <a:path w="29210" h="181610">
                  <a:moveTo>
                    <a:pt x="292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9210" y="15227"/>
                  </a:lnTo>
                  <a:lnTo>
                    <a:pt x="29210" y="12700"/>
                  </a:lnTo>
                  <a:close/>
                </a:path>
                <a:path w="29210" h="181610">
                  <a:moveTo>
                    <a:pt x="292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9210" y="12687"/>
                  </a:lnTo>
                  <a:lnTo>
                    <a:pt x="29210" y="8890"/>
                  </a:lnTo>
                  <a:close/>
                </a:path>
                <a:path w="29210" h="181610">
                  <a:moveTo>
                    <a:pt x="29210" y="0"/>
                  </a:moveTo>
                  <a:lnTo>
                    <a:pt x="0" y="0"/>
                  </a:lnTo>
                  <a:lnTo>
                    <a:pt x="0" y="8877"/>
                  </a:lnTo>
                  <a:lnTo>
                    <a:pt x="29210" y="8877"/>
                  </a:lnTo>
                  <a:lnTo>
                    <a:pt x="29210" y="0"/>
                  </a:lnTo>
                  <a:close/>
                </a:path>
              </a:pathLst>
            </a:custGeom>
            <a:solidFill>
              <a:srgbClr val="2347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8" name="object 3758"/>
            <p:cNvSpPr/>
            <p:nvPr/>
          </p:nvSpPr>
          <p:spPr>
            <a:xfrm>
              <a:off x="4578350" y="5033010"/>
              <a:ext cx="27940" cy="476250"/>
            </a:xfrm>
            <a:custGeom>
              <a:avLst/>
              <a:gdLst/>
              <a:ahLst/>
              <a:cxnLst/>
              <a:rect l="l" t="t" r="r" b="b"/>
              <a:pathLst>
                <a:path w="27939" h="476250">
                  <a:moveTo>
                    <a:pt x="27940" y="467372"/>
                  </a:moveTo>
                  <a:lnTo>
                    <a:pt x="0" y="467372"/>
                  </a:lnTo>
                  <a:lnTo>
                    <a:pt x="0" y="476250"/>
                  </a:lnTo>
                  <a:lnTo>
                    <a:pt x="27940" y="476250"/>
                  </a:lnTo>
                  <a:lnTo>
                    <a:pt x="27940" y="467372"/>
                  </a:lnTo>
                  <a:close/>
                </a:path>
                <a:path w="27939" h="476250">
                  <a:moveTo>
                    <a:pt x="27940" y="463562"/>
                  </a:moveTo>
                  <a:lnTo>
                    <a:pt x="0" y="463562"/>
                  </a:lnTo>
                  <a:lnTo>
                    <a:pt x="0" y="467360"/>
                  </a:lnTo>
                  <a:lnTo>
                    <a:pt x="27940" y="467360"/>
                  </a:lnTo>
                  <a:lnTo>
                    <a:pt x="27940" y="463562"/>
                  </a:lnTo>
                  <a:close/>
                </a:path>
                <a:path w="27939" h="476250">
                  <a:moveTo>
                    <a:pt x="27940" y="461022"/>
                  </a:moveTo>
                  <a:lnTo>
                    <a:pt x="0" y="461022"/>
                  </a:lnTo>
                  <a:lnTo>
                    <a:pt x="0" y="463550"/>
                  </a:lnTo>
                  <a:lnTo>
                    <a:pt x="27940" y="463550"/>
                  </a:lnTo>
                  <a:lnTo>
                    <a:pt x="27940" y="461022"/>
                  </a:lnTo>
                  <a:close/>
                </a:path>
                <a:path w="27939" h="476250">
                  <a:moveTo>
                    <a:pt x="27940" y="457212"/>
                  </a:moveTo>
                  <a:lnTo>
                    <a:pt x="0" y="457212"/>
                  </a:lnTo>
                  <a:lnTo>
                    <a:pt x="0" y="461010"/>
                  </a:lnTo>
                  <a:lnTo>
                    <a:pt x="27940" y="461010"/>
                  </a:lnTo>
                  <a:lnTo>
                    <a:pt x="27940" y="457212"/>
                  </a:lnTo>
                  <a:close/>
                </a:path>
                <a:path w="27939" h="476250">
                  <a:moveTo>
                    <a:pt x="27940" y="448322"/>
                  </a:moveTo>
                  <a:lnTo>
                    <a:pt x="0" y="448322"/>
                  </a:lnTo>
                  <a:lnTo>
                    <a:pt x="0" y="457200"/>
                  </a:lnTo>
                  <a:lnTo>
                    <a:pt x="27940" y="457200"/>
                  </a:lnTo>
                  <a:lnTo>
                    <a:pt x="27940" y="448322"/>
                  </a:lnTo>
                  <a:close/>
                </a:path>
                <a:path w="27939" h="476250">
                  <a:moveTo>
                    <a:pt x="27940" y="429272"/>
                  </a:moveTo>
                  <a:lnTo>
                    <a:pt x="0" y="429272"/>
                  </a:lnTo>
                  <a:lnTo>
                    <a:pt x="0" y="448310"/>
                  </a:lnTo>
                  <a:lnTo>
                    <a:pt x="27940" y="448310"/>
                  </a:lnTo>
                  <a:lnTo>
                    <a:pt x="27940" y="429272"/>
                  </a:lnTo>
                  <a:close/>
                </a:path>
                <a:path w="27939" h="476250">
                  <a:moveTo>
                    <a:pt x="27940" y="422922"/>
                  </a:moveTo>
                  <a:lnTo>
                    <a:pt x="0" y="422922"/>
                  </a:lnTo>
                  <a:lnTo>
                    <a:pt x="0" y="429260"/>
                  </a:lnTo>
                  <a:lnTo>
                    <a:pt x="27940" y="429260"/>
                  </a:lnTo>
                  <a:lnTo>
                    <a:pt x="27940" y="422922"/>
                  </a:lnTo>
                  <a:close/>
                </a:path>
                <a:path w="27939" h="476250">
                  <a:moveTo>
                    <a:pt x="27940" y="416572"/>
                  </a:moveTo>
                  <a:lnTo>
                    <a:pt x="0" y="416572"/>
                  </a:lnTo>
                  <a:lnTo>
                    <a:pt x="0" y="422910"/>
                  </a:lnTo>
                  <a:lnTo>
                    <a:pt x="27940" y="422910"/>
                  </a:lnTo>
                  <a:lnTo>
                    <a:pt x="27940" y="416572"/>
                  </a:lnTo>
                  <a:close/>
                </a:path>
                <a:path w="27939" h="476250">
                  <a:moveTo>
                    <a:pt x="27940" y="412762"/>
                  </a:moveTo>
                  <a:lnTo>
                    <a:pt x="0" y="412762"/>
                  </a:lnTo>
                  <a:lnTo>
                    <a:pt x="0" y="416560"/>
                  </a:lnTo>
                  <a:lnTo>
                    <a:pt x="27940" y="416560"/>
                  </a:lnTo>
                  <a:lnTo>
                    <a:pt x="27940" y="412762"/>
                  </a:lnTo>
                  <a:close/>
                </a:path>
                <a:path w="27939" h="476250">
                  <a:moveTo>
                    <a:pt x="27940" y="410222"/>
                  </a:moveTo>
                  <a:lnTo>
                    <a:pt x="0" y="410222"/>
                  </a:lnTo>
                  <a:lnTo>
                    <a:pt x="0" y="412750"/>
                  </a:lnTo>
                  <a:lnTo>
                    <a:pt x="27940" y="412750"/>
                  </a:lnTo>
                  <a:lnTo>
                    <a:pt x="27940" y="410222"/>
                  </a:lnTo>
                  <a:close/>
                </a:path>
                <a:path w="27939" h="476250">
                  <a:moveTo>
                    <a:pt x="27940" y="406412"/>
                  </a:moveTo>
                  <a:lnTo>
                    <a:pt x="0" y="406412"/>
                  </a:lnTo>
                  <a:lnTo>
                    <a:pt x="0" y="410210"/>
                  </a:lnTo>
                  <a:lnTo>
                    <a:pt x="27940" y="410210"/>
                  </a:lnTo>
                  <a:lnTo>
                    <a:pt x="27940" y="406412"/>
                  </a:lnTo>
                  <a:close/>
                </a:path>
                <a:path w="27939" h="476250">
                  <a:moveTo>
                    <a:pt x="27940" y="403872"/>
                  </a:moveTo>
                  <a:lnTo>
                    <a:pt x="0" y="403872"/>
                  </a:lnTo>
                  <a:lnTo>
                    <a:pt x="0" y="406400"/>
                  </a:lnTo>
                  <a:lnTo>
                    <a:pt x="27940" y="406400"/>
                  </a:lnTo>
                  <a:lnTo>
                    <a:pt x="27940" y="403872"/>
                  </a:lnTo>
                  <a:close/>
                </a:path>
                <a:path w="27939" h="476250">
                  <a:moveTo>
                    <a:pt x="27940" y="397522"/>
                  </a:moveTo>
                  <a:lnTo>
                    <a:pt x="0" y="397522"/>
                  </a:lnTo>
                  <a:lnTo>
                    <a:pt x="0" y="403860"/>
                  </a:lnTo>
                  <a:lnTo>
                    <a:pt x="27940" y="403860"/>
                  </a:lnTo>
                  <a:lnTo>
                    <a:pt x="27940" y="397522"/>
                  </a:lnTo>
                  <a:close/>
                </a:path>
                <a:path w="27939" h="476250">
                  <a:moveTo>
                    <a:pt x="27940" y="393712"/>
                  </a:moveTo>
                  <a:lnTo>
                    <a:pt x="0" y="393712"/>
                  </a:lnTo>
                  <a:lnTo>
                    <a:pt x="0" y="397510"/>
                  </a:lnTo>
                  <a:lnTo>
                    <a:pt x="27940" y="397510"/>
                  </a:lnTo>
                  <a:lnTo>
                    <a:pt x="27940" y="393712"/>
                  </a:lnTo>
                  <a:close/>
                </a:path>
                <a:path w="27939" h="476250">
                  <a:moveTo>
                    <a:pt x="27940" y="391172"/>
                  </a:moveTo>
                  <a:lnTo>
                    <a:pt x="0" y="391172"/>
                  </a:lnTo>
                  <a:lnTo>
                    <a:pt x="0" y="393700"/>
                  </a:lnTo>
                  <a:lnTo>
                    <a:pt x="27940" y="393700"/>
                  </a:lnTo>
                  <a:lnTo>
                    <a:pt x="27940" y="391172"/>
                  </a:lnTo>
                  <a:close/>
                </a:path>
                <a:path w="27939" h="476250">
                  <a:moveTo>
                    <a:pt x="27940" y="387362"/>
                  </a:moveTo>
                  <a:lnTo>
                    <a:pt x="0" y="387362"/>
                  </a:lnTo>
                  <a:lnTo>
                    <a:pt x="0" y="391160"/>
                  </a:lnTo>
                  <a:lnTo>
                    <a:pt x="27940" y="391160"/>
                  </a:lnTo>
                  <a:lnTo>
                    <a:pt x="27940" y="387362"/>
                  </a:lnTo>
                  <a:close/>
                </a:path>
                <a:path w="27939" h="476250">
                  <a:moveTo>
                    <a:pt x="27940" y="384822"/>
                  </a:moveTo>
                  <a:lnTo>
                    <a:pt x="0" y="384822"/>
                  </a:lnTo>
                  <a:lnTo>
                    <a:pt x="0" y="387350"/>
                  </a:lnTo>
                  <a:lnTo>
                    <a:pt x="27940" y="387350"/>
                  </a:lnTo>
                  <a:lnTo>
                    <a:pt x="27940" y="384822"/>
                  </a:lnTo>
                  <a:close/>
                </a:path>
                <a:path w="27939" h="476250">
                  <a:moveTo>
                    <a:pt x="27940" y="365772"/>
                  </a:moveTo>
                  <a:lnTo>
                    <a:pt x="0" y="365772"/>
                  </a:lnTo>
                  <a:lnTo>
                    <a:pt x="0" y="384810"/>
                  </a:lnTo>
                  <a:lnTo>
                    <a:pt x="27940" y="384810"/>
                  </a:lnTo>
                  <a:lnTo>
                    <a:pt x="27940" y="365772"/>
                  </a:lnTo>
                  <a:close/>
                </a:path>
                <a:path w="27939" h="476250">
                  <a:moveTo>
                    <a:pt x="27940" y="359422"/>
                  </a:moveTo>
                  <a:lnTo>
                    <a:pt x="0" y="359422"/>
                  </a:lnTo>
                  <a:lnTo>
                    <a:pt x="0" y="365760"/>
                  </a:lnTo>
                  <a:lnTo>
                    <a:pt x="27940" y="365760"/>
                  </a:lnTo>
                  <a:lnTo>
                    <a:pt x="27940" y="359422"/>
                  </a:lnTo>
                  <a:close/>
                </a:path>
                <a:path w="27939" h="476250">
                  <a:moveTo>
                    <a:pt x="27940" y="355612"/>
                  </a:moveTo>
                  <a:lnTo>
                    <a:pt x="0" y="355612"/>
                  </a:lnTo>
                  <a:lnTo>
                    <a:pt x="0" y="359410"/>
                  </a:lnTo>
                  <a:lnTo>
                    <a:pt x="27940" y="359410"/>
                  </a:lnTo>
                  <a:lnTo>
                    <a:pt x="27940" y="355612"/>
                  </a:lnTo>
                  <a:close/>
                </a:path>
                <a:path w="27939" h="476250">
                  <a:moveTo>
                    <a:pt x="27940" y="346722"/>
                  </a:moveTo>
                  <a:lnTo>
                    <a:pt x="0" y="346722"/>
                  </a:lnTo>
                  <a:lnTo>
                    <a:pt x="0" y="355600"/>
                  </a:lnTo>
                  <a:lnTo>
                    <a:pt x="27940" y="355600"/>
                  </a:lnTo>
                  <a:lnTo>
                    <a:pt x="27940" y="346722"/>
                  </a:lnTo>
                  <a:close/>
                </a:path>
                <a:path w="27939" h="476250">
                  <a:moveTo>
                    <a:pt x="27940" y="340372"/>
                  </a:moveTo>
                  <a:lnTo>
                    <a:pt x="0" y="340372"/>
                  </a:lnTo>
                  <a:lnTo>
                    <a:pt x="0" y="346710"/>
                  </a:lnTo>
                  <a:lnTo>
                    <a:pt x="27940" y="346710"/>
                  </a:lnTo>
                  <a:lnTo>
                    <a:pt x="27940" y="340372"/>
                  </a:lnTo>
                  <a:close/>
                </a:path>
                <a:path w="27939" h="476250">
                  <a:moveTo>
                    <a:pt x="27940" y="334022"/>
                  </a:moveTo>
                  <a:lnTo>
                    <a:pt x="0" y="334022"/>
                  </a:lnTo>
                  <a:lnTo>
                    <a:pt x="0" y="340360"/>
                  </a:lnTo>
                  <a:lnTo>
                    <a:pt x="27940" y="340360"/>
                  </a:lnTo>
                  <a:lnTo>
                    <a:pt x="27940" y="334022"/>
                  </a:lnTo>
                  <a:close/>
                </a:path>
                <a:path w="27939" h="476250">
                  <a:moveTo>
                    <a:pt x="27940" y="330212"/>
                  </a:moveTo>
                  <a:lnTo>
                    <a:pt x="0" y="330212"/>
                  </a:lnTo>
                  <a:lnTo>
                    <a:pt x="0" y="334010"/>
                  </a:lnTo>
                  <a:lnTo>
                    <a:pt x="27940" y="334010"/>
                  </a:lnTo>
                  <a:lnTo>
                    <a:pt x="27940" y="330212"/>
                  </a:lnTo>
                  <a:close/>
                </a:path>
                <a:path w="27939" h="476250">
                  <a:moveTo>
                    <a:pt x="27940" y="327672"/>
                  </a:moveTo>
                  <a:lnTo>
                    <a:pt x="0" y="327672"/>
                  </a:lnTo>
                  <a:lnTo>
                    <a:pt x="0" y="330200"/>
                  </a:lnTo>
                  <a:lnTo>
                    <a:pt x="27940" y="330200"/>
                  </a:lnTo>
                  <a:lnTo>
                    <a:pt x="27940" y="327672"/>
                  </a:lnTo>
                  <a:close/>
                </a:path>
                <a:path w="27939" h="476250">
                  <a:moveTo>
                    <a:pt x="27940" y="317512"/>
                  </a:moveTo>
                  <a:lnTo>
                    <a:pt x="0" y="317512"/>
                  </a:lnTo>
                  <a:lnTo>
                    <a:pt x="0" y="327660"/>
                  </a:lnTo>
                  <a:lnTo>
                    <a:pt x="27940" y="327660"/>
                  </a:lnTo>
                  <a:lnTo>
                    <a:pt x="27940" y="317512"/>
                  </a:lnTo>
                  <a:close/>
                </a:path>
                <a:path w="27939" h="476250">
                  <a:moveTo>
                    <a:pt x="27940" y="314972"/>
                  </a:moveTo>
                  <a:lnTo>
                    <a:pt x="0" y="314972"/>
                  </a:lnTo>
                  <a:lnTo>
                    <a:pt x="0" y="317500"/>
                  </a:lnTo>
                  <a:lnTo>
                    <a:pt x="27940" y="317500"/>
                  </a:lnTo>
                  <a:lnTo>
                    <a:pt x="27940" y="314972"/>
                  </a:lnTo>
                  <a:close/>
                </a:path>
                <a:path w="27939" h="476250">
                  <a:moveTo>
                    <a:pt x="27940" y="311162"/>
                  </a:moveTo>
                  <a:lnTo>
                    <a:pt x="0" y="311162"/>
                  </a:lnTo>
                  <a:lnTo>
                    <a:pt x="0" y="314960"/>
                  </a:lnTo>
                  <a:lnTo>
                    <a:pt x="27940" y="314960"/>
                  </a:lnTo>
                  <a:lnTo>
                    <a:pt x="27940" y="311162"/>
                  </a:lnTo>
                  <a:close/>
                </a:path>
                <a:path w="27939" h="476250">
                  <a:moveTo>
                    <a:pt x="27940" y="304812"/>
                  </a:moveTo>
                  <a:lnTo>
                    <a:pt x="0" y="304812"/>
                  </a:lnTo>
                  <a:lnTo>
                    <a:pt x="0" y="311150"/>
                  </a:lnTo>
                  <a:lnTo>
                    <a:pt x="27940" y="311150"/>
                  </a:lnTo>
                  <a:lnTo>
                    <a:pt x="27940" y="304812"/>
                  </a:lnTo>
                  <a:close/>
                </a:path>
                <a:path w="27939" h="476250">
                  <a:moveTo>
                    <a:pt x="27940" y="292112"/>
                  </a:moveTo>
                  <a:lnTo>
                    <a:pt x="0" y="292112"/>
                  </a:lnTo>
                  <a:lnTo>
                    <a:pt x="0" y="304800"/>
                  </a:lnTo>
                  <a:lnTo>
                    <a:pt x="27940" y="304800"/>
                  </a:lnTo>
                  <a:lnTo>
                    <a:pt x="27940" y="292112"/>
                  </a:lnTo>
                  <a:close/>
                </a:path>
                <a:path w="27939" h="476250">
                  <a:moveTo>
                    <a:pt x="27940" y="289572"/>
                  </a:moveTo>
                  <a:lnTo>
                    <a:pt x="0" y="289572"/>
                  </a:lnTo>
                  <a:lnTo>
                    <a:pt x="0" y="292100"/>
                  </a:lnTo>
                  <a:lnTo>
                    <a:pt x="27940" y="292100"/>
                  </a:lnTo>
                  <a:lnTo>
                    <a:pt x="27940" y="289572"/>
                  </a:lnTo>
                  <a:close/>
                </a:path>
                <a:path w="27939" h="476250">
                  <a:moveTo>
                    <a:pt x="27940" y="285762"/>
                  </a:moveTo>
                  <a:lnTo>
                    <a:pt x="0" y="285762"/>
                  </a:lnTo>
                  <a:lnTo>
                    <a:pt x="0" y="289560"/>
                  </a:lnTo>
                  <a:lnTo>
                    <a:pt x="27940" y="289560"/>
                  </a:lnTo>
                  <a:lnTo>
                    <a:pt x="27940" y="285762"/>
                  </a:lnTo>
                  <a:close/>
                </a:path>
                <a:path w="27939" h="476250">
                  <a:moveTo>
                    <a:pt x="27940" y="283222"/>
                  </a:moveTo>
                  <a:lnTo>
                    <a:pt x="0" y="283222"/>
                  </a:lnTo>
                  <a:lnTo>
                    <a:pt x="0" y="285750"/>
                  </a:lnTo>
                  <a:lnTo>
                    <a:pt x="27940" y="285750"/>
                  </a:lnTo>
                  <a:lnTo>
                    <a:pt x="27940" y="283222"/>
                  </a:lnTo>
                  <a:close/>
                </a:path>
                <a:path w="27939" h="476250">
                  <a:moveTo>
                    <a:pt x="27940" y="279412"/>
                  </a:moveTo>
                  <a:lnTo>
                    <a:pt x="0" y="279412"/>
                  </a:lnTo>
                  <a:lnTo>
                    <a:pt x="0" y="283210"/>
                  </a:lnTo>
                  <a:lnTo>
                    <a:pt x="27940" y="283210"/>
                  </a:lnTo>
                  <a:lnTo>
                    <a:pt x="27940" y="279412"/>
                  </a:lnTo>
                  <a:close/>
                </a:path>
                <a:path w="27939" h="476250">
                  <a:moveTo>
                    <a:pt x="27940" y="273062"/>
                  </a:moveTo>
                  <a:lnTo>
                    <a:pt x="0" y="273062"/>
                  </a:lnTo>
                  <a:lnTo>
                    <a:pt x="0" y="279400"/>
                  </a:lnTo>
                  <a:lnTo>
                    <a:pt x="27940" y="279400"/>
                  </a:lnTo>
                  <a:lnTo>
                    <a:pt x="27940" y="273062"/>
                  </a:lnTo>
                  <a:close/>
                </a:path>
                <a:path w="27939" h="476250">
                  <a:moveTo>
                    <a:pt x="27940" y="234962"/>
                  </a:moveTo>
                  <a:lnTo>
                    <a:pt x="0" y="234962"/>
                  </a:lnTo>
                  <a:lnTo>
                    <a:pt x="0" y="273050"/>
                  </a:lnTo>
                  <a:lnTo>
                    <a:pt x="27940" y="273050"/>
                  </a:lnTo>
                  <a:lnTo>
                    <a:pt x="27940" y="234962"/>
                  </a:lnTo>
                  <a:close/>
                </a:path>
                <a:path w="27939" h="476250">
                  <a:moveTo>
                    <a:pt x="2794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7940" y="234950"/>
                  </a:lnTo>
                  <a:lnTo>
                    <a:pt x="27940" y="232422"/>
                  </a:lnTo>
                  <a:close/>
                </a:path>
                <a:path w="27939" h="476250">
                  <a:moveTo>
                    <a:pt x="2794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27940" y="232410"/>
                  </a:lnTo>
                  <a:lnTo>
                    <a:pt x="27940" y="226072"/>
                  </a:lnTo>
                  <a:close/>
                </a:path>
                <a:path w="27939" h="476250">
                  <a:moveTo>
                    <a:pt x="2794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27940" y="226060"/>
                  </a:lnTo>
                  <a:lnTo>
                    <a:pt x="27940" y="222262"/>
                  </a:lnTo>
                  <a:close/>
                </a:path>
                <a:path w="27939" h="476250">
                  <a:moveTo>
                    <a:pt x="2794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27940" y="222250"/>
                  </a:lnTo>
                  <a:lnTo>
                    <a:pt x="27940" y="219722"/>
                  </a:lnTo>
                  <a:close/>
                </a:path>
                <a:path w="27939" h="476250">
                  <a:moveTo>
                    <a:pt x="27940" y="213372"/>
                  </a:moveTo>
                  <a:lnTo>
                    <a:pt x="0" y="213372"/>
                  </a:lnTo>
                  <a:lnTo>
                    <a:pt x="0" y="219710"/>
                  </a:lnTo>
                  <a:lnTo>
                    <a:pt x="27940" y="219710"/>
                  </a:lnTo>
                  <a:lnTo>
                    <a:pt x="27940" y="213372"/>
                  </a:lnTo>
                  <a:close/>
                </a:path>
                <a:path w="27939" h="476250">
                  <a:moveTo>
                    <a:pt x="27940" y="207022"/>
                  </a:moveTo>
                  <a:lnTo>
                    <a:pt x="0" y="207022"/>
                  </a:lnTo>
                  <a:lnTo>
                    <a:pt x="0" y="213360"/>
                  </a:lnTo>
                  <a:lnTo>
                    <a:pt x="27940" y="213360"/>
                  </a:lnTo>
                  <a:lnTo>
                    <a:pt x="27940" y="207022"/>
                  </a:lnTo>
                  <a:close/>
                </a:path>
                <a:path w="27939" h="476250">
                  <a:moveTo>
                    <a:pt x="27940" y="195592"/>
                  </a:moveTo>
                  <a:lnTo>
                    <a:pt x="0" y="195592"/>
                  </a:lnTo>
                  <a:lnTo>
                    <a:pt x="0" y="207010"/>
                  </a:lnTo>
                  <a:lnTo>
                    <a:pt x="27940" y="207010"/>
                  </a:lnTo>
                  <a:lnTo>
                    <a:pt x="27940" y="195592"/>
                  </a:lnTo>
                  <a:close/>
                </a:path>
                <a:path w="27939" h="476250">
                  <a:moveTo>
                    <a:pt x="2794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7940" y="195580"/>
                  </a:lnTo>
                  <a:lnTo>
                    <a:pt x="27940" y="189242"/>
                  </a:lnTo>
                  <a:close/>
                </a:path>
                <a:path w="27939" h="476250">
                  <a:moveTo>
                    <a:pt x="27940" y="182892"/>
                  </a:moveTo>
                  <a:lnTo>
                    <a:pt x="0" y="182892"/>
                  </a:lnTo>
                  <a:lnTo>
                    <a:pt x="0" y="189230"/>
                  </a:lnTo>
                  <a:lnTo>
                    <a:pt x="27940" y="189230"/>
                  </a:lnTo>
                  <a:lnTo>
                    <a:pt x="27940" y="182892"/>
                  </a:lnTo>
                  <a:close/>
                </a:path>
                <a:path w="27939" h="476250">
                  <a:moveTo>
                    <a:pt x="27940" y="176542"/>
                  </a:moveTo>
                  <a:lnTo>
                    <a:pt x="0" y="176542"/>
                  </a:lnTo>
                  <a:lnTo>
                    <a:pt x="0" y="182880"/>
                  </a:lnTo>
                  <a:lnTo>
                    <a:pt x="27940" y="182880"/>
                  </a:lnTo>
                  <a:lnTo>
                    <a:pt x="27940" y="176542"/>
                  </a:lnTo>
                  <a:close/>
                </a:path>
                <a:path w="27939" h="476250">
                  <a:moveTo>
                    <a:pt x="27940" y="170192"/>
                  </a:moveTo>
                  <a:lnTo>
                    <a:pt x="0" y="170192"/>
                  </a:lnTo>
                  <a:lnTo>
                    <a:pt x="0" y="176530"/>
                  </a:lnTo>
                  <a:lnTo>
                    <a:pt x="27940" y="176530"/>
                  </a:lnTo>
                  <a:lnTo>
                    <a:pt x="27940" y="170192"/>
                  </a:lnTo>
                  <a:close/>
                </a:path>
                <a:path w="27939" h="476250">
                  <a:moveTo>
                    <a:pt x="27940" y="163842"/>
                  </a:moveTo>
                  <a:lnTo>
                    <a:pt x="0" y="163842"/>
                  </a:lnTo>
                  <a:lnTo>
                    <a:pt x="0" y="170180"/>
                  </a:lnTo>
                  <a:lnTo>
                    <a:pt x="27940" y="170180"/>
                  </a:lnTo>
                  <a:lnTo>
                    <a:pt x="27940" y="163842"/>
                  </a:lnTo>
                  <a:close/>
                </a:path>
                <a:path w="27939" h="476250">
                  <a:moveTo>
                    <a:pt x="27940" y="157492"/>
                  </a:moveTo>
                  <a:lnTo>
                    <a:pt x="0" y="157492"/>
                  </a:lnTo>
                  <a:lnTo>
                    <a:pt x="0" y="163830"/>
                  </a:lnTo>
                  <a:lnTo>
                    <a:pt x="27940" y="163830"/>
                  </a:lnTo>
                  <a:lnTo>
                    <a:pt x="27940" y="157492"/>
                  </a:lnTo>
                  <a:close/>
                </a:path>
                <a:path w="27939" h="476250">
                  <a:moveTo>
                    <a:pt x="2794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7940" y="157480"/>
                  </a:lnTo>
                  <a:lnTo>
                    <a:pt x="27940" y="151142"/>
                  </a:lnTo>
                  <a:close/>
                </a:path>
                <a:path w="27939" h="476250">
                  <a:moveTo>
                    <a:pt x="27940" y="138442"/>
                  </a:moveTo>
                  <a:lnTo>
                    <a:pt x="0" y="138442"/>
                  </a:lnTo>
                  <a:lnTo>
                    <a:pt x="0" y="151130"/>
                  </a:lnTo>
                  <a:lnTo>
                    <a:pt x="27940" y="151130"/>
                  </a:lnTo>
                  <a:lnTo>
                    <a:pt x="27940" y="138442"/>
                  </a:lnTo>
                  <a:close/>
                </a:path>
                <a:path w="27939" h="476250">
                  <a:moveTo>
                    <a:pt x="27940" y="132092"/>
                  </a:moveTo>
                  <a:lnTo>
                    <a:pt x="0" y="132092"/>
                  </a:lnTo>
                  <a:lnTo>
                    <a:pt x="0" y="138430"/>
                  </a:lnTo>
                  <a:lnTo>
                    <a:pt x="27940" y="138430"/>
                  </a:lnTo>
                  <a:lnTo>
                    <a:pt x="27940" y="132092"/>
                  </a:lnTo>
                  <a:close/>
                </a:path>
                <a:path w="27939" h="476250">
                  <a:moveTo>
                    <a:pt x="27940" y="125742"/>
                  </a:moveTo>
                  <a:lnTo>
                    <a:pt x="0" y="125742"/>
                  </a:lnTo>
                  <a:lnTo>
                    <a:pt x="0" y="132080"/>
                  </a:lnTo>
                  <a:lnTo>
                    <a:pt x="27940" y="132080"/>
                  </a:lnTo>
                  <a:lnTo>
                    <a:pt x="27940" y="125742"/>
                  </a:lnTo>
                  <a:close/>
                </a:path>
                <a:path w="27939" h="476250">
                  <a:moveTo>
                    <a:pt x="27940" y="119392"/>
                  </a:moveTo>
                  <a:lnTo>
                    <a:pt x="0" y="119392"/>
                  </a:lnTo>
                  <a:lnTo>
                    <a:pt x="0" y="125730"/>
                  </a:lnTo>
                  <a:lnTo>
                    <a:pt x="27940" y="125730"/>
                  </a:lnTo>
                  <a:lnTo>
                    <a:pt x="27940" y="119392"/>
                  </a:lnTo>
                  <a:close/>
                </a:path>
                <a:path w="27939" h="476250">
                  <a:moveTo>
                    <a:pt x="27940" y="113042"/>
                  </a:moveTo>
                  <a:lnTo>
                    <a:pt x="0" y="113042"/>
                  </a:lnTo>
                  <a:lnTo>
                    <a:pt x="0" y="119380"/>
                  </a:lnTo>
                  <a:lnTo>
                    <a:pt x="27940" y="119380"/>
                  </a:lnTo>
                  <a:lnTo>
                    <a:pt x="27940" y="113042"/>
                  </a:lnTo>
                  <a:close/>
                </a:path>
                <a:path w="27939" h="476250">
                  <a:moveTo>
                    <a:pt x="27940" y="106692"/>
                  </a:moveTo>
                  <a:lnTo>
                    <a:pt x="0" y="106692"/>
                  </a:lnTo>
                  <a:lnTo>
                    <a:pt x="0" y="113030"/>
                  </a:lnTo>
                  <a:lnTo>
                    <a:pt x="27940" y="113030"/>
                  </a:lnTo>
                  <a:lnTo>
                    <a:pt x="27940" y="106692"/>
                  </a:lnTo>
                  <a:close/>
                </a:path>
                <a:path w="27939" h="476250">
                  <a:moveTo>
                    <a:pt x="27940" y="100342"/>
                  </a:moveTo>
                  <a:lnTo>
                    <a:pt x="0" y="100342"/>
                  </a:lnTo>
                  <a:lnTo>
                    <a:pt x="0" y="106680"/>
                  </a:lnTo>
                  <a:lnTo>
                    <a:pt x="27940" y="106680"/>
                  </a:lnTo>
                  <a:lnTo>
                    <a:pt x="27940" y="100342"/>
                  </a:lnTo>
                  <a:close/>
                </a:path>
                <a:path w="27939" h="476250">
                  <a:moveTo>
                    <a:pt x="2794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7940" y="100330"/>
                  </a:lnTo>
                  <a:lnTo>
                    <a:pt x="27940" y="93992"/>
                  </a:lnTo>
                  <a:close/>
                </a:path>
                <a:path w="27939" h="476250">
                  <a:moveTo>
                    <a:pt x="2794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7940" y="93980"/>
                  </a:lnTo>
                  <a:lnTo>
                    <a:pt x="27940" y="87642"/>
                  </a:lnTo>
                  <a:close/>
                </a:path>
                <a:path w="27939" h="476250">
                  <a:moveTo>
                    <a:pt x="27940" y="81292"/>
                  </a:moveTo>
                  <a:lnTo>
                    <a:pt x="0" y="81292"/>
                  </a:lnTo>
                  <a:lnTo>
                    <a:pt x="0" y="87630"/>
                  </a:lnTo>
                  <a:lnTo>
                    <a:pt x="27940" y="87630"/>
                  </a:lnTo>
                  <a:lnTo>
                    <a:pt x="27940" y="81292"/>
                  </a:lnTo>
                  <a:close/>
                </a:path>
                <a:path w="27939" h="476250">
                  <a:moveTo>
                    <a:pt x="27940" y="68592"/>
                  </a:moveTo>
                  <a:lnTo>
                    <a:pt x="0" y="68592"/>
                  </a:lnTo>
                  <a:lnTo>
                    <a:pt x="0" y="81280"/>
                  </a:lnTo>
                  <a:lnTo>
                    <a:pt x="27940" y="81280"/>
                  </a:lnTo>
                  <a:lnTo>
                    <a:pt x="27940" y="68592"/>
                  </a:lnTo>
                  <a:close/>
                </a:path>
                <a:path w="27939" h="476250">
                  <a:moveTo>
                    <a:pt x="27940" y="62242"/>
                  </a:moveTo>
                  <a:lnTo>
                    <a:pt x="0" y="62242"/>
                  </a:lnTo>
                  <a:lnTo>
                    <a:pt x="0" y="68580"/>
                  </a:lnTo>
                  <a:lnTo>
                    <a:pt x="27940" y="68580"/>
                  </a:lnTo>
                  <a:lnTo>
                    <a:pt x="27940" y="62242"/>
                  </a:lnTo>
                  <a:close/>
                </a:path>
                <a:path w="27939" h="476250">
                  <a:moveTo>
                    <a:pt x="27940" y="55892"/>
                  </a:moveTo>
                  <a:lnTo>
                    <a:pt x="0" y="55892"/>
                  </a:lnTo>
                  <a:lnTo>
                    <a:pt x="0" y="62230"/>
                  </a:lnTo>
                  <a:lnTo>
                    <a:pt x="27940" y="62230"/>
                  </a:lnTo>
                  <a:lnTo>
                    <a:pt x="27940" y="55892"/>
                  </a:lnTo>
                  <a:close/>
                </a:path>
                <a:path w="27939" h="476250">
                  <a:moveTo>
                    <a:pt x="27940" y="49542"/>
                  </a:moveTo>
                  <a:lnTo>
                    <a:pt x="0" y="49542"/>
                  </a:lnTo>
                  <a:lnTo>
                    <a:pt x="0" y="55880"/>
                  </a:lnTo>
                  <a:lnTo>
                    <a:pt x="27940" y="55880"/>
                  </a:lnTo>
                  <a:lnTo>
                    <a:pt x="27940" y="49542"/>
                  </a:lnTo>
                  <a:close/>
                </a:path>
                <a:path w="27939" h="476250">
                  <a:moveTo>
                    <a:pt x="2794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7940" y="49530"/>
                  </a:lnTo>
                  <a:lnTo>
                    <a:pt x="27940" y="43192"/>
                  </a:lnTo>
                  <a:close/>
                </a:path>
                <a:path w="27939" h="476250">
                  <a:moveTo>
                    <a:pt x="2794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7940" y="43180"/>
                  </a:lnTo>
                  <a:lnTo>
                    <a:pt x="27940" y="36842"/>
                  </a:lnTo>
                  <a:close/>
                </a:path>
                <a:path w="27939" h="476250">
                  <a:moveTo>
                    <a:pt x="2794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7940" y="36830"/>
                  </a:lnTo>
                  <a:lnTo>
                    <a:pt x="27940" y="30492"/>
                  </a:lnTo>
                  <a:close/>
                </a:path>
                <a:path w="27939" h="476250">
                  <a:moveTo>
                    <a:pt x="27940" y="24142"/>
                  </a:moveTo>
                  <a:lnTo>
                    <a:pt x="0" y="24142"/>
                  </a:lnTo>
                  <a:lnTo>
                    <a:pt x="0" y="30480"/>
                  </a:lnTo>
                  <a:lnTo>
                    <a:pt x="27940" y="30480"/>
                  </a:lnTo>
                  <a:lnTo>
                    <a:pt x="27940" y="24142"/>
                  </a:lnTo>
                  <a:close/>
                </a:path>
                <a:path w="27939" h="476250">
                  <a:moveTo>
                    <a:pt x="2794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7940" y="24130"/>
                  </a:lnTo>
                  <a:lnTo>
                    <a:pt x="27940" y="17792"/>
                  </a:lnTo>
                  <a:close/>
                </a:path>
                <a:path w="27939" h="476250">
                  <a:moveTo>
                    <a:pt x="27940" y="5092"/>
                  </a:moveTo>
                  <a:lnTo>
                    <a:pt x="0" y="5092"/>
                  </a:lnTo>
                  <a:lnTo>
                    <a:pt x="0" y="17780"/>
                  </a:lnTo>
                  <a:lnTo>
                    <a:pt x="27940" y="17780"/>
                  </a:lnTo>
                  <a:lnTo>
                    <a:pt x="27940" y="5092"/>
                  </a:lnTo>
                  <a:close/>
                </a:path>
                <a:path w="27939" h="476250">
                  <a:moveTo>
                    <a:pt x="279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7940" y="5080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23476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9" name="object 3759"/>
            <p:cNvSpPr/>
            <p:nvPr/>
          </p:nvSpPr>
          <p:spPr>
            <a:xfrm>
              <a:off x="4578350" y="5500382"/>
              <a:ext cx="27940" cy="181610"/>
            </a:xfrm>
            <a:custGeom>
              <a:avLst/>
              <a:gdLst/>
              <a:ahLst/>
              <a:cxnLst/>
              <a:rect l="l" t="t" r="r" b="b"/>
              <a:pathLst>
                <a:path w="27939" h="181610">
                  <a:moveTo>
                    <a:pt x="27940" y="180340"/>
                  </a:moveTo>
                  <a:lnTo>
                    <a:pt x="0" y="180340"/>
                  </a:lnTo>
                  <a:lnTo>
                    <a:pt x="0" y="181597"/>
                  </a:lnTo>
                  <a:lnTo>
                    <a:pt x="27940" y="181597"/>
                  </a:lnTo>
                  <a:lnTo>
                    <a:pt x="27940" y="180340"/>
                  </a:lnTo>
                  <a:close/>
                </a:path>
                <a:path w="27939" h="181610">
                  <a:moveTo>
                    <a:pt x="27940" y="173990"/>
                  </a:moveTo>
                  <a:lnTo>
                    <a:pt x="0" y="173990"/>
                  </a:lnTo>
                  <a:lnTo>
                    <a:pt x="0" y="180327"/>
                  </a:lnTo>
                  <a:lnTo>
                    <a:pt x="27940" y="180327"/>
                  </a:lnTo>
                  <a:lnTo>
                    <a:pt x="27940" y="173990"/>
                  </a:lnTo>
                  <a:close/>
                </a:path>
                <a:path w="27939" h="181610">
                  <a:moveTo>
                    <a:pt x="27940" y="171450"/>
                  </a:moveTo>
                  <a:lnTo>
                    <a:pt x="0" y="171450"/>
                  </a:lnTo>
                  <a:lnTo>
                    <a:pt x="0" y="173977"/>
                  </a:lnTo>
                  <a:lnTo>
                    <a:pt x="27940" y="173977"/>
                  </a:lnTo>
                  <a:lnTo>
                    <a:pt x="27940" y="171450"/>
                  </a:lnTo>
                  <a:close/>
                </a:path>
                <a:path w="27939" h="181610">
                  <a:moveTo>
                    <a:pt x="27940" y="167640"/>
                  </a:moveTo>
                  <a:lnTo>
                    <a:pt x="0" y="167640"/>
                  </a:lnTo>
                  <a:lnTo>
                    <a:pt x="0" y="171437"/>
                  </a:lnTo>
                  <a:lnTo>
                    <a:pt x="27940" y="171437"/>
                  </a:lnTo>
                  <a:lnTo>
                    <a:pt x="27940" y="167640"/>
                  </a:lnTo>
                  <a:close/>
                </a:path>
                <a:path w="27939" h="181610">
                  <a:moveTo>
                    <a:pt x="27940" y="165100"/>
                  </a:moveTo>
                  <a:lnTo>
                    <a:pt x="0" y="165100"/>
                  </a:lnTo>
                  <a:lnTo>
                    <a:pt x="0" y="167627"/>
                  </a:lnTo>
                  <a:lnTo>
                    <a:pt x="27940" y="167627"/>
                  </a:lnTo>
                  <a:lnTo>
                    <a:pt x="27940" y="165100"/>
                  </a:lnTo>
                  <a:close/>
                </a:path>
                <a:path w="27939" h="181610">
                  <a:moveTo>
                    <a:pt x="27940" y="161290"/>
                  </a:moveTo>
                  <a:lnTo>
                    <a:pt x="0" y="161290"/>
                  </a:lnTo>
                  <a:lnTo>
                    <a:pt x="0" y="165087"/>
                  </a:lnTo>
                  <a:lnTo>
                    <a:pt x="27940" y="165087"/>
                  </a:lnTo>
                  <a:lnTo>
                    <a:pt x="27940" y="161290"/>
                  </a:lnTo>
                  <a:close/>
                </a:path>
                <a:path w="27939" h="181610">
                  <a:moveTo>
                    <a:pt x="27940" y="154940"/>
                  </a:moveTo>
                  <a:lnTo>
                    <a:pt x="0" y="154940"/>
                  </a:lnTo>
                  <a:lnTo>
                    <a:pt x="0" y="161277"/>
                  </a:lnTo>
                  <a:lnTo>
                    <a:pt x="27940" y="161277"/>
                  </a:lnTo>
                  <a:lnTo>
                    <a:pt x="27940" y="154940"/>
                  </a:lnTo>
                  <a:close/>
                </a:path>
                <a:path w="27939" h="181610">
                  <a:moveTo>
                    <a:pt x="27940" y="152400"/>
                  </a:moveTo>
                  <a:lnTo>
                    <a:pt x="0" y="152400"/>
                  </a:lnTo>
                  <a:lnTo>
                    <a:pt x="0" y="154927"/>
                  </a:lnTo>
                  <a:lnTo>
                    <a:pt x="27940" y="154927"/>
                  </a:lnTo>
                  <a:lnTo>
                    <a:pt x="27940" y="152400"/>
                  </a:lnTo>
                  <a:close/>
                </a:path>
                <a:path w="27939" h="181610">
                  <a:moveTo>
                    <a:pt x="27940" y="148590"/>
                  </a:moveTo>
                  <a:lnTo>
                    <a:pt x="0" y="148590"/>
                  </a:lnTo>
                  <a:lnTo>
                    <a:pt x="0" y="152387"/>
                  </a:lnTo>
                  <a:lnTo>
                    <a:pt x="27940" y="152387"/>
                  </a:lnTo>
                  <a:lnTo>
                    <a:pt x="27940" y="148590"/>
                  </a:lnTo>
                  <a:close/>
                </a:path>
                <a:path w="27939" h="181610">
                  <a:moveTo>
                    <a:pt x="27940" y="146050"/>
                  </a:moveTo>
                  <a:lnTo>
                    <a:pt x="0" y="146050"/>
                  </a:lnTo>
                  <a:lnTo>
                    <a:pt x="0" y="148577"/>
                  </a:lnTo>
                  <a:lnTo>
                    <a:pt x="27940" y="148577"/>
                  </a:lnTo>
                  <a:lnTo>
                    <a:pt x="27940" y="146050"/>
                  </a:lnTo>
                  <a:close/>
                </a:path>
                <a:path w="27939" h="181610">
                  <a:moveTo>
                    <a:pt x="27940" y="142240"/>
                  </a:moveTo>
                  <a:lnTo>
                    <a:pt x="0" y="142240"/>
                  </a:lnTo>
                  <a:lnTo>
                    <a:pt x="0" y="146037"/>
                  </a:lnTo>
                  <a:lnTo>
                    <a:pt x="27940" y="146037"/>
                  </a:lnTo>
                  <a:lnTo>
                    <a:pt x="27940" y="142240"/>
                  </a:lnTo>
                  <a:close/>
                </a:path>
                <a:path w="27939" h="181610">
                  <a:moveTo>
                    <a:pt x="27940" y="135890"/>
                  </a:moveTo>
                  <a:lnTo>
                    <a:pt x="0" y="135890"/>
                  </a:lnTo>
                  <a:lnTo>
                    <a:pt x="0" y="142227"/>
                  </a:lnTo>
                  <a:lnTo>
                    <a:pt x="27940" y="142227"/>
                  </a:lnTo>
                  <a:lnTo>
                    <a:pt x="27940" y="135890"/>
                  </a:lnTo>
                  <a:close/>
                </a:path>
                <a:path w="27939" h="181610">
                  <a:moveTo>
                    <a:pt x="27940" y="133350"/>
                  </a:moveTo>
                  <a:lnTo>
                    <a:pt x="0" y="133350"/>
                  </a:lnTo>
                  <a:lnTo>
                    <a:pt x="0" y="135877"/>
                  </a:lnTo>
                  <a:lnTo>
                    <a:pt x="27940" y="135877"/>
                  </a:lnTo>
                  <a:lnTo>
                    <a:pt x="27940" y="133350"/>
                  </a:lnTo>
                  <a:close/>
                </a:path>
                <a:path w="27939" h="181610">
                  <a:moveTo>
                    <a:pt x="27940" y="129540"/>
                  </a:moveTo>
                  <a:lnTo>
                    <a:pt x="0" y="129540"/>
                  </a:lnTo>
                  <a:lnTo>
                    <a:pt x="0" y="133337"/>
                  </a:lnTo>
                  <a:lnTo>
                    <a:pt x="27940" y="133337"/>
                  </a:lnTo>
                  <a:lnTo>
                    <a:pt x="27940" y="129540"/>
                  </a:lnTo>
                  <a:close/>
                </a:path>
                <a:path w="27939" h="181610">
                  <a:moveTo>
                    <a:pt x="27940" y="127000"/>
                  </a:moveTo>
                  <a:lnTo>
                    <a:pt x="0" y="127000"/>
                  </a:lnTo>
                  <a:lnTo>
                    <a:pt x="0" y="129527"/>
                  </a:lnTo>
                  <a:lnTo>
                    <a:pt x="27940" y="129527"/>
                  </a:lnTo>
                  <a:lnTo>
                    <a:pt x="27940" y="127000"/>
                  </a:lnTo>
                  <a:close/>
                </a:path>
                <a:path w="27939" h="181610">
                  <a:moveTo>
                    <a:pt x="27940" y="120650"/>
                  </a:moveTo>
                  <a:lnTo>
                    <a:pt x="0" y="120650"/>
                  </a:lnTo>
                  <a:lnTo>
                    <a:pt x="0" y="126987"/>
                  </a:lnTo>
                  <a:lnTo>
                    <a:pt x="27940" y="126987"/>
                  </a:lnTo>
                  <a:lnTo>
                    <a:pt x="27940" y="120650"/>
                  </a:lnTo>
                  <a:close/>
                </a:path>
                <a:path w="27939" h="181610">
                  <a:moveTo>
                    <a:pt x="2794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27940" y="120637"/>
                  </a:lnTo>
                  <a:lnTo>
                    <a:pt x="27940" y="114300"/>
                  </a:lnTo>
                  <a:close/>
                </a:path>
                <a:path w="27939" h="181610">
                  <a:moveTo>
                    <a:pt x="27940" y="110490"/>
                  </a:moveTo>
                  <a:lnTo>
                    <a:pt x="0" y="110490"/>
                  </a:lnTo>
                  <a:lnTo>
                    <a:pt x="0" y="114287"/>
                  </a:lnTo>
                  <a:lnTo>
                    <a:pt x="27940" y="114287"/>
                  </a:lnTo>
                  <a:lnTo>
                    <a:pt x="27940" y="110490"/>
                  </a:lnTo>
                  <a:close/>
                </a:path>
                <a:path w="27939" h="181610">
                  <a:moveTo>
                    <a:pt x="27940" y="107950"/>
                  </a:moveTo>
                  <a:lnTo>
                    <a:pt x="0" y="107950"/>
                  </a:lnTo>
                  <a:lnTo>
                    <a:pt x="0" y="110477"/>
                  </a:lnTo>
                  <a:lnTo>
                    <a:pt x="27940" y="110477"/>
                  </a:lnTo>
                  <a:lnTo>
                    <a:pt x="27940" y="107950"/>
                  </a:lnTo>
                  <a:close/>
                </a:path>
                <a:path w="27939" h="181610">
                  <a:moveTo>
                    <a:pt x="27940" y="104140"/>
                  </a:moveTo>
                  <a:lnTo>
                    <a:pt x="0" y="104140"/>
                  </a:lnTo>
                  <a:lnTo>
                    <a:pt x="0" y="107937"/>
                  </a:lnTo>
                  <a:lnTo>
                    <a:pt x="27940" y="107937"/>
                  </a:lnTo>
                  <a:lnTo>
                    <a:pt x="27940" y="104140"/>
                  </a:lnTo>
                  <a:close/>
                </a:path>
                <a:path w="27939" h="181610">
                  <a:moveTo>
                    <a:pt x="27940" y="101600"/>
                  </a:moveTo>
                  <a:lnTo>
                    <a:pt x="0" y="101600"/>
                  </a:lnTo>
                  <a:lnTo>
                    <a:pt x="0" y="104127"/>
                  </a:lnTo>
                  <a:lnTo>
                    <a:pt x="27940" y="104127"/>
                  </a:lnTo>
                  <a:lnTo>
                    <a:pt x="27940" y="101600"/>
                  </a:lnTo>
                  <a:close/>
                </a:path>
                <a:path w="27939" h="181610">
                  <a:moveTo>
                    <a:pt x="27940" y="97790"/>
                  </a:moveTo>
                  <a:lnTo>
                    <a:pt x="0" y="97790"/>
                  </a:lnTo>
                  <a:lnTo>
                    <a:pt x="0" y="101587"/>
                  </a:lnTo>
                  <a:lnTo>
                    <a:pt x="27940" y="101587"/>
                  </a:lnTo>
                  <a:lnTo>
                    <a:pt x="27940" y="97790"/>
                  </a:lnTo>
                  <a:close/>
                </a:path>
                <a:path w="27939" h="181610">
                  <a:moveTo>
                    <a:pt x="27940" y="95250"/>
                  </a:moveTo>
                  <a:lnTo>
                    <a:pt x="0" y="95250"/>
                  </a:lnTo>
                  <a:lnTo>
                    <a:pt x="0" y="97777"/>
                  </a:lnTo>
                  <a:lnTo>
                    <a:pt x="27940" y="97777"/>
                  </a:lnTo>
                  <a:lnTo>
                    <a:pt x="27940" y="95250"/>
                  </a:lnTo>
                  <a:close/>
                </a:path>
                <a:path w="27939" h="181610">
                  <a:moveTo>
                    <a:pt x="27940" y="91440"/>
                  </a:moveTo>
                  <a:lnTo>
                    <a:pt x="0" y="91440"/>
                  </a:lnTo>
                  <a:lnTo>
                    <a:pt x="0" y="95237"/>
                  </a:lnTo>
                  <a:lnTo>
                    <a:pt x="27940" y="95237"/>
                  </a:lnTo>
                  <a:lnTo>
                    <a:pt x="27940" y="91440"/>
                  </a:lnTo>
                  <a:close/>
                </a:path>
                <a:path w="27939" h="181610">
                  <a:moveTo>
                    <a:pt x="27940" y="82550"/>
                  </a:moveTo>
                  <a:lnTo>
                    <a:pt x="0" y="82550"/>
                  </a:lnTo>
                  <a:lnTo>
                    <a:pt x="0" y="91427"/>
                  </a:lnTo>
                  <a:lnTo>
                    <a:pt x="27940" y="91427"/>
                  </a:lnTo>
                  <a:lnTo>
                    <a:pt x="27940" y="82550"/>
                  </a:lnTo>
                  <a:close/>
                </a:path>
                <a:path w="27939" h="181610">
                  <a:moveTo>
                    <a:pt x="27940" y="72390"/>
                  </a:moveTo>
                  <a:lnTo>
                    <a:pt x="0" y="72390"/>
                  </a:lnTo>
                  <a:lnTo>
                    <a:pt x="0" y="82537"/>
                  </a:lnTo>
                  <a:lnTo>
                    <a:pt x="27940" y="82537"/>
                  </a:lnTo>
                  <a:lnTo>
                    <a:pt x="27940" y="72390"/>
                  </a:lnTo>
                  <a:close/>
                </a:path>
                <a:path w="27939" h="181610">
                  <a:moveTo>
                    <a:pt x="27940" y="63500"/>
                  </a:moveTo>
                  <a:lnTo>
                    <a:pt x="0" y="63500"/>
                  </a:lnTo>
                  <a:lnTo>
                    <a:pt x="0" y="72377"/>
                  </a:lnTo>
                  <a:lnTo>
                    <a:pt x="27940" y="72377"/>
                  </a:lnTo>
                  <a:lnTo>
                    <a:pt x="27940" y="63500"/>
                  </a:lnTo>
                  <a:close/>
                </a:path>
                <a:path w="27939" h="181610">
                  <a:moveTo>
                    <a:pt x="27940" y="53340"/>
                  </a:moveTo>
                  <a:lnTo>
                    <a:pt x="0" y="53340"/>
                  </a:lnTo>
                  <a:lnTo>
                    <a:pt x="0" y="63487"/>
                  </a:lnTo>
                  <a:lnTo>
                    <a:pt x="27940" y="63487"/>
                  </a:lnTo>
                  <a:lnTo>
                    <a:pt x="27940" y="53340"/>
                  </a:lnTo>
                  <a:close/>
                </a:path>
                <a:path w="27939" h="181610">
                  <a:moveTo>
                    <a:pt x="27940" y="50800"/>
                  </a:moveTo>
                  <a:lnTo>
                    <a:pt x="0" y="50800"/>
                  </a:lnTo>
                  <a:lnTo>
                    <a:pt x="0" y="53327"/>
                  </a:lnTo>
                  <a:lnTo>
                    <a:pt x="27940" y="53327"/>
                  </a:lnTo>
                  <a:lnTo>
                    <a:pt x="27940" y="50800"/>
                  </a:lnTo>
                  <a:close/>
                </a:path>
                <a:path w="27939" h="181610">
                  <a:moveTo>
                    <a:pt x="27940" y="46990"/>
                  </a:moveTo>
                  <a:lnTo>
                    <a:pt x="0" y="46990"/>
                  </a:lnTo>
                  <a:lnTo>
                    <a:pt x="0" y="50787"/>
                  </a:lnTo>
                  <a:lnTo>
                    <a:pt x="27940" y="50787"/>
                  </a:lnTo>
                  <a:lnTo>
                    <a:pt x="27940" y="46990"/>
                  </a:lnTo>
                  <a:close/>
                </a:path>
                <a:path w="27939" h="181610">
                  <a:moveTo>
                    <a:pt x="27940" y="40640"/>
                  </a:moveTo>
                  <a:lnTo>
                    <a:pt x="0" y="40640"/>
                  </a:lnTo>
                  <a:lnTo>
                    <a:pt x="0" y="46977"/>
                  </a:lnTo>
                  <a:lnTo>
                    <a:pt x="27940" y="46977"/>
                  </a:lnTo>
                  <a:lnTo>
                    <a:pt x="27940" y="40640"/>
                  </a:lnTo>
                  <a:close/>
                </a:path>
                <a:path w="27939" h="181610">
                  <a:moveTo>
                    <a:pt x="27940" y="34290"/>
                  </a:moveTo>
                  <a:lnTo>
                    <a:pt x="0" y="34290"/>
                  </a:lnTo>
                  <a:lnTo>
                    <a:pt x="0" y="40627"/>
                  </a:lnTo>
                  <a:lnTo>
                    <a:pt x="27940" y="40627"/>
                  </a:lnTo>
                  <a:lnTo>
                    <a:pt x="27940" y="34290"/>
                  </a:lnTo>
                  <a:close/>
                </a:path>
                <a:path w="27939" h="181610">
                  <a:moveTo>
                    <a:pt x="27940" y="27940"/>
                  </a:moveTo>
                  <a:lnTo>
                    <a:pt x="0" y="27940"/>
                  </a:lnTo>
                  <a:lnTo>
                    <a:pt x="0" y="34277"/>
                  </a:lnTo>
                  <a:lnTo>
                    <a:pt x="27940" y="34277"/>
                  </a:lnTo>
                  <a:lnTo>
                    <a:pt x="27940" y="27940"/>
                  </a:lnTo>
                  <a:close/>
                </a:path>
                <a:path w="27939" h="181610">
                  <a:moveTo>
                    <a:pt x="27940" y="25400"/>
                  </a:moveTo>
                  <a:lnTo>
                    <a:pt x="0" y="25400"/>
                  </a:lnTo>
                  <a:lnTo>
                    <a:pt x="0" y="27927"/>
                  </a:lnTo>
                  <a:lnTo>
                    <a:pt x="27940" y="27927"/>
                  </a:lnTo>
                  <a:lnTo>
                    <a:pt x="27940" y="25400"/>
                  </a:lnTo>
                  <a:close/>
                </a:path>
                <a:path w="27939" h="181610">
                  <a:moveTo>
                    <a:pt x="2794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27940" y="25387"/>
                  </a:lnTo>
                  <a:lnTo>
                    <a:pt x="27940" y="21590"/>
                  </a:lnTo>
                  <a:close/>
                </a:path>
                <a:path w="27939" h="181610">
                  <a:moveTo>
                    <a:pt x="27940" y="15240"/>
                  </a:moveTo>
                  <a:lnTo>
                    <a:pt x="0" y="15240"/>
                  </a:lnTo>
                  <a:lnTo>
                    <a:pt x="0" y="21577"/>
                  </a:lnTo>
                  <a:lnTo>
                    <a:pt x="27940" y="21577"/>
                  </a:lnTo>
                  <a:lnTo>
                    <a:pt x="27940" y="15240"/>
                  </a:lnTo>
                  <a:close/>
                </a:path>
                <a:path w="27939" h="181610">
                  <a:moveTo>
                    <a:pt x="2794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7940" y="15227"/>
                  </a:lnTo>
                  <a:lnTo>
                    <a:pt x="27940" y="12700"/>
                  </a:lnTo>
                  <a:close/>
                </a:path>
                <a:path w="27939" h="181610">
                  <a:moveTo>
                    <a:pt x="2794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7940" y="12687"/>
                  </a:lnTo>
                  <a:lnTo>
                    <a:pt x="27940" y="8890"/>
                  </a:lnTo>
                  <a:close/>
                </a:path>
                <a:path w="27939" h="181610">
                  <a:moveTo>
                    <a:pt x="27940" y="0"/>
                  </a:moveTo>
                  <a:lnTo>
                    <a:pt x="0" y="0"/>
                  </a:lnTo>
                  <a:lnTo>
                    <a:pt x="0" y="8877"/>
                  </a:lnTo>
                  <a:lnTo>
                    <a:pt x="27940" y="8877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23476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0" name="object 3760"/>
            <p:cNvSpPr/>
            <p:nvPr/>
          </p:nvSpPr>
          <p:spPr>
            <a:xfrm>
              <a:off x="4606290" y="5033010"/>
              <a:ext cx="27940" cy="476250"/>
            </a:xfrm>
            <a:custGeom>
              <a:avLst/>
              <a:gdLst/>
              <a:ahLst/>
              <a:cxnLst/>
              <a:rect l="l" t="t" r="r" b="b"/>
              <a:pathLst>
                <a:path w="27939" h="476250">
                  <a:moveTo>
                    <a:pt x="27940" y="467372"/>
                  </a:moveTo>
                  <a:lnTo>
                    <a:pt x="0" y="467372"/>
                  </a:lnTo>
                  <a:lnTo>
                    <a:pt x="0" y="476250"/>
                  </a:lnTo>
                  <a:lnTo>
                    <a:pt x="27940" y="476250"/>
                  </a:lnTo>
                  <a:lnTo>
                    <a:pt x="27940" y="467372"/>
                  </a:lnTo>
                  <a:close/>
                </a:path>
                <a:path w="27939" h="476250">
                  <a:moveTo>
                    <a:pt x="27940" y="463562"/>
                  </a:moveTo>
                  <a:lnTo>
                    <a:pt x="0" y="463562"/>
                  </a:lnTo>
                  <a:lnTo>
                    <a:pt x="0" y="467360"/>
                  </a:lnTo>
                  <a:lnTo>
                    <a:pt x="27940" y="467360"/>
                  </a:lnTo>
                  <a:lnTo>
                    <a:pt x="27940" y="463562"/>
                  </a:lnTo>
                  <a:close/>
                </a:path>
                <a:path w="27939" h="476250">
                  <a:moveTo>
                    <a:pt x="27940" y="461022"/>
                  </a:moveTo>
                  <a:lnTo>
                    <a:pt x="0" y="461022"/>
                  </a:lnTo>
                  <a:lnTo>
                    <a:pt x="0" y="463550"/>
                  </a:lnTo>
                  <a:lnTo>
                    <a:pt x="27940" y="463550"/>
                  </a:lnTo>
                  <a:lnTo>
                    <a:pt x="27940" y="461022"/>
                  </a:lnTo>
                  <a:close/>
                </a:path>
                <a:path w="27939" h="476250">
                  <a:moveTo>
                    <a:pt x="27940" y="457212"/>
                  </a:moveTo>
                  <a:lnTo>
                    <a:pt x="0" y="457212"/>
                  </a:lnTo>
                  <a:lnTo>
                    <a:pt x="0" y="461010"/>
                  </a:lnTo>
                  <a:lnTo>
                    <a:pt x="27940" y="461010"/>
                  </a:lnTo>
                  <a:lnTo>
                    <a:pt x="27940" y="457212"/>
                  </a:lnTo>
                  <a:close/>
                </a:path>
                <a:path w="27939" h="476250">
                  <a:moveTo>
                    <a:pt x="27940" y="448322"/>
                  </a:moveTo>
                  <a:lnTo>
                    <a:pt x="0" y="448322"/>
                  </a:lnTo>
                  <a:lnTo>
                    <a:pt x="0" y="457200"/>
                  </a:lnTo>
                  <a:lnTo>
                    <a:pt x="27940" y="457200"/>
                  </a:lnTo>
                  <a:lnTo>
                    <a:pt x="27940" y="448322"/>
                  </a:lnTo>
                  <a:close/>
                </a:path>
                <a:path w="27939" h="476250">
                  <a:moveTo>
                    <a:pt x="27940" y="429272"/>
                  </a:moveTo>
                  <a:lnTo>
                    <a:pt x="0" y="429272"/>
                  </a:lnTo>
                  <a:lnTo>
                    <a:pt x="0" y="448310"/>
                  </a:lnTo>
                  <a:lnTo>
                    <a:pt x="27940" y="448310"/>
                  </a:lnTo>
                  <a:lnTo>
                    <a:pt x="27940" y="429272"/>
                  </a:lnTo>
                  <a:close/>
                </a:path>
                <a:path w="27939" h="476250">
                  <a:moveTo>
                    <a:pt x="27940" y="422922"/>
                  </a:moveTo>
                  <a:lnTo>
                    <a:pt x="0" y="422922"/>
                  </a:lnTo>
                  <a:lnTo>
                    <a:pt x="0" y="429260"/>
                  </a:lnTo>
                  <a:lnTo>
                    <a:pt x="27940" y="429260"/>
                  </a:lnTo>
                  <a:lnTo>
                    <a:pt x="27940" y="422922"/>
                  </a:lnTo>
                  <a:close/>
                </a:path>
                <a:path w="27939" h="476250">
                  <a:moveTo>
                    <a:pt x="27940" y="416572"/>
                  </a:moveTo>
                  <a:lnTo>
                    <a:pt x="0" y="416572"/>
                  </a:lnTo>
                  <a:lnTo>
                    <a:pt x="0" y="422910"/>
                  </a:lnTo>
                  <a:lnTo>
                    <a:pt x="27940" y="422910"/>
                  </a:lnTo>
                  <a:lnTo>
                    <a:pt x="27940" y="416572"/>
                  </a:lnTo>
                  <a:close/>
                </a:path>
                <a:path w="27939" h="476250">
                  <a:moveTo>
                    <a:pt x="27940" y="412762"/>
                  </a:moveTo>
                  <a:lnTo>
                    <a:pt x="0" y="412762"/>
                  </a:lnTo>
                  <a:lnTo>
                    <a:pt x="0" y="416560"/>
                  </a:lnTo>
                  <a:lnTo>
                    <a:pt x="27940" y="416560"/>
                  </a:lnTo>
                  <a:lnTo>
                    <a:pt x="27940" y="412762"/>
                  </a:lnTo>
                  <a:close/>
                </a:path>
                <a:path w="27939" h="476250">
                  <a:moveTo>
                    <a:pt x="27940" y="410222"/>
                  </a:moveTo>
                  <a:lnTo>
                    <a:pt x="0" y="410222"/>
                  </a:lnTo>
                  <a:lnTo>
                    <a:pt x="0" y="412750"/>
                  </a:lnTo>
                  <a:lnTo>
                    <a:pt x="27940" y="412750"/>
                  </a:lnTo>
                  <a:lnTo>
                    <a:pt x="27940" y="410222"/>
                  </a:lnTo>
                  <a:close/>
                </a:path>
                <a:path w="27939" h="476250">
                  <a:moveTo>
                    <a:pt x="27940" y="406412"/>
                  </a:moveTo>
                  <a:lnTo>
                    <a:pt x="0" y="406412"/>
                  </a:lnTo>
                  <a:lnTo>
                    <a:pt x="0" y="410210"/>
                  </a:lnTo>
                  <a:lnTo>
                    <a:pt x="27940" y="410210"/>
                  </a:lnTo>
                  <a:lnTo>
                    <a:pt x="27940" y="406412"/>
                  </a:lnTo>
                  <a:close/>
                </a:path>
                <a:path w="27939" h="476250">
                  <a:moveTo>
                    <a:pt x="27940" y="403872"/>
                  </a:moveTo>
                  <a:lnTo>
                    <a:pt x="0" y="403872"/>
                  </a:lnTo>
                  <a:lnTo>
                    <a:pt x="0" y="406400"/>
                  </a:lnTo>
                  <a:lnTo>
                    <a:pt x="27940" y="406400"/>
                  </a:lnTo>
                  <a:lnTo>
                    <a:pt x="27940" y="403872"/>
                  </a:lnTo>
                  <a:close/>
                </a:path>
                <a:path w="27939" h="476250">
                  <a:moveTo>
                    <a:pt x="27940" y="397522"/>
                  </a:moveTo>
                  <a:lnTo>
                    <a:pt x="0" y="397522"/>
                  </a:lnTo>
                  <a:lnTo>
                    <a:pt x="0" y="403860"/>
                  </a:lnTo>
                  <a:lnTo>
                    <a:pt x="27940" y="403860"/>
                  </a:lnTo>
                  <a:lnTo>
                    <a:pt x="27940" y="397522"/>
                  </a:lnTo>
                  <a:close/>
                </a:path>
                <a:path w="27939" h="476250">
                  <a:moveTo>
                    <a:pt x="27940" y="393712"/>
                  </a:moveTo>
                  <a:lnTo>
                    <a:pt x="0" y="393712"/>
                  </a:lnTo>
                  <a:lnTo>
                    <a:pt x="0" y="397510"/>
                  </a:lnTo>
                  <a:lnTo>
                    <a:pt x="27940" y="397510"/>
                  </a:lnTo>
                  <a:lnTo>
                    <a:pt x="27940" y="393712"/>
                  </a:lnTo>
                  <a:close/>
                </a:path>
                <a:path w="27939" h="476250">
                  <a:moveTo>
                    <a:pt x="27940" y="391172"/>
                  </a:moveTo>
                  <a:lnTo>
                    <a:pt x="0" y="391172"/>
                  </a:lnTo>
                  <a:lnTo>
                    <a:pt x="0" y="393700"/>
                  </a:lnTo>
                  <a:lnTo>
                    <a:pt x="27940" y="393700"/>
                  </a:lnTo>
                  <a:lnTo>
                    <a:pt x="27940" y="391172"/>
                  </a:lnTo>
                  <a:close/>
                </a:path>
                <a:path w="27939" h="476250">
                  <a:moveTo>
                    <a:pt x="27940" y="387362"/>
                  </a:moveTo>
                  <a:lnTo>
                    <a:pt x="0" y="387362"/>
                  </a:lnTo>
                  <a:lnTo>
                    <a:pt x="0" y="391160"/>
                  </a:lnTo>
                  <a:lnTo>
                    <a:pt x="27940" y="391160"/>
                  </a:lnTo>
                  <a:lnTo>
                    <a:pt x="27940" y="387362"/>
                  </a:lnTo>
                  <a:close/>
                </a:path>
                <a:path w="27939" h="476250">
                  <a:moveTo>
                    <a:pt x="27940" y="384822"/>
                  </a:moveTo>
                  <a:lnTo>
                    <a:pt x="0" y="384822"/>
                  </a:lnTo>
                  <a:lnTo>
                    <a:pt x="0" y="387350"/>
                  </a:lnTo>
                  <a:lnTo>
                    <a:pt x="27940" y="387350"/>
                  </a:lnTo>
                  <a:lnTo>
                    <a:pt x="27940" y="384822"/>
                  </a:lnTo>
                  <a:close/>
                </a:path>
                <a:path w="27939" h="476250">
                  <a:moveTo>
                    <a:pt x="27940" y="365772"/>
                  </a:moveTo>
                  <a:lnTo>
                    <a:pt x="0" y="365772"/>
                  </a:lnTo>
                  <a:lnTo>
                    <a:pt x="0" y="384810"/>
                  </a:lnTo>
                  <a:lnTo>
                    <a:pt x="27940" y="384810"/>
                  </a:lnTo>
                  <a:lnTo>
                    <a:pt x="27940" y="365772"/>
                  </a:lnTo>
                  <a:close/>
                </a:path>
                <a:path w="27939" h="476250">
                  <a:moveTo>
                    <a:pt x="27940" y="359422"/>
                  </a:moveTo>
                  <a:lnTo>
                    <a:pt x="0" y="359422"/>
                  </a:lnTo>
                  <a:lnTo>
                    <a:pt x="0" y="365760"/>
                  </a:lnTo>
                  <a:lnTo>
                    <a:pt x="27940" y="365760"/>
                  </a:lnTo>
                  <a:lnTo>
                    <a:pt x="27940" y="359422"/>
                  </a:lnTo>
                  <a:close/>
                </a:path>
                <a:path w="27939" h="476250">
                  <a:moveTo>
                    <a:pt x="27940" y="355612"/>
                  </a:moveTo>
                  <a:lnTo>
                    <a:pt x="0" y="355612"/>
                  </a:lnTo>
                  <a:lnTo>
                    <a:pt x="0" y="359410"/>
                  </a:lnTo>
                  <a:lnTo>
                    <a:pt x="27940" y="359410"/>
                  </a:lnTo>
                  <a:lnTo>
                    <a:pt x="27940" y="355612"/>
                  </a:lnTo>
                  <a:close/>
                </a:path>
                <a:path w="27939" h="476250">
                  <a:moveTo>
                    <a:pt x="27940" y="346722"/>
                  </a:moveTo>
                  <a:lnTo>
                    <a:pt x="0" y="346722"/>
                  </a:lnTo>
                  <a:lnTo>
                    <a:pt x="0" y="355600"/>
                  </a:lnTo>
                  <a:lnTo>
                    <a:pt x="27940" y="355600"/>
                  </a:lnTo>
                  <a:lnTo>
                    <a:pt x="27940" y="346722"/>
                  </a:lnTo>
                  <a:close/>
                </a:path>
                <a:path w="27939" h="476250">
                  <a:moveTo>
                    <a:pt x="27940" y="340372"/>
                  </a:moveTo>
                  <a:lnTo>
                    <a:pt x="0" y="340372"/>
                  </a:lnTo>
                  <a:lnTo>
                    <a:pt x="0" y="346710"/>
                  </a:lnTo>
                  <a:lnTo>
                    <a:pt x="27940" y="346710"/>
                  </a:lnTo>
                  <a:lnTo>
                    <a:pt x="27940" y="340372"/>
                  </a:lnTo>
                  <a:close/>
                </a:path>
                <a:path w="27939" h="476250">
                  <a:moveTo>
                    <a:pt x="27940" y="334022"/>
                  </a:moveTo>
                  <a:lnTo>
                    <a:pt x="0" y="334022"/>
                  </a:lnTo>
                  <a:lnTo>
                    <a:pt x="0" y="340360"/>
                  </a:lnTo>
                  <a:lnTo>
                    <a:pt x="27940" y="340360"/>
                  </a:lnTo>
                  <a:lnTo>
                    <a:pt x="27940" y="334022"/>
                  </a:lnTo>
                  <a:close/>
                </a:path>
                <a:path w="27939" h="476250">
                  <a:moveTo>
                    <a:pt x="27940" y="330212"/>
                  </a:moveTo>
                  <a:lnTo>
                    <a:pt x="0" y="330212"/>
                  </a:lnTo>
                  <a:lnTo>
                    <a:pt x="0" y="334010"/>
                  </a:lnTo>
                  <a:lnTo>
                    <a:pt x="27940" y="334010"/>
                  </a:lnTo>
                  <a:lnTo>
                    <a:pt x="27940" y="330212"/>
                  </a:lnTo>
                  <a:close/>
                </a:path>
                <a:path w="27939" h="476250">
                  <a:moveTo>
                    <a:pt x="27940" y="327672"/>
                  </a:moveTo>
                  <a:lnTo>
                    <a:pt x="0" y="327672"/>
                  </a:lnTo>
                  <a:lnTo>
                    <a:pt x="0" y="330200"/>
                  </a:lnTo>
                  <a:lnTo>
                    <a:pt x="27940" y="330200"/>
                  </a:lnTo>
                  <a:lnTo>
                    <a:pt x="27940" y="327672"/>
                  </a:lnTo>
                  <a:close/>
                </a:path>
                <a:path w="27939" h="476250">
                  <a:moveTo>
                    <a:pt x="27940" y="317512"/>
                  </a:moveTo>
                  <a:lnTo>
                    <a:pt x="0" y="317512"/>
                  </a:lnTo>
                  <a:lnTo>
                    <a:pt x="0" y="327660"/>
                  </a:lnTo>
                  <a:lnTo>
                    <a:pt x="27940" y="327660"/>
                  </a:lnTo>
                  <a:lnTo>
                    <a:pt x="27940" y="317512"/>
                  </a:lnTo>
                  <a:close/>
                </a:path>
                <a:path w="27939" h="476250">
                  <a:moveTo>
                    <a:pt x="27940" y="314972"/>
                  </a:moveTo>
                  <a:lnTo>
                    <a:pt x="0" y="314972"/>
                  </a:lnTo>
                  <a:lnTo>
                    <a:pt x="0" y="317500"/>
                  </a:lnTo>
                  <a:lnTo>
                    <a:pt x="27940" y="317500"/>
                  </a:lnTo>
                  <a:lnTo>
                    <a:pt x="27940" y="314972"/>
                  </a:lnTo>
                  <a:close/>
                </a:path>
                <a:path w="27939" h="476250">
                  <a:moveTo>
                    <a:pt x="27940" y="311162"/>
                  </a:moveTo>
                  <a:lnTo>
                    <a:pt x="0" y="311162"/>
                  </a:lnTo>
                  <a:lnTo>
                    <a:pt x="0" y="314960"/>
                  </a:lnTo>
                  <a:lnTo>
                    <a:pt x="27940" y="314960"/>
                  </a:lnTo>
                  <a:lnTo>
                    <a:pt x="27940" y="311162"/>
                  </a:lnTo>
                  <a:close/>
                </a:path>
                <a:path w="27939" h="476250">
                  <a:moveTo>
                    <a:pt x="27940" y="304812"/>
                  </a:moveTo>
                  <a:lnTo>
                    <a:pt x="0" y="304812"/>
                  </a:lnTo>
                  <a:lnTo>
                    <a:pt x="0" y="311150"/>
                  </a:lnTo>
                  <a:lnTo>
                    <a:pt x="27940" y="311150"/>
                  </a:lnTo>
                  <a:lnTo>
                    <a:pt x="27940" y="304812"/>
                  </a:lnTo>
                  <a:close/>
                </a:path>
                <a:path w="27939" h="476250">
                  <a:moveTo>
                    <a:pt x="27940" y="292112"/>
                  </a:moveTo>
                  <a:lnTo>
                    <a:pt x="0" y="292112"/>
                  </a:lnTo>
                  <a:lnTo>
                    <a:pt x="0" y="304800"/>
                  </a:lnTo>
                  <a:lnTo>
                    <a:pt x="27940" y="304800"/>
                  </a:lnTo>
                  <a:lnTo>
                    <a:pt x="27940" y="292112"/>
                  </a:lnTo>
                  <a:close/>
                </a:path>
                <a:path w="27939" h="476250">
                  <a:moveTo>
                    <a:pt x="27940" y="289572"/>
                  </a:moveTo>
                  <a:lnTo>
                    <a:pt x="0" y="289572"/>
                  </a:lnTo>
                  <a:lnTo>
                    <a:pt x="0" y="292100"/>
                  </a:lnTo>
                  <a:lnTo>
                    <a:pt x="27940" y="292100"/>
                  </a:lnTo>
                  <a:lnTo>
                    <a:pt x="27940" y="289572"/>
                  </a:lnTo>
                  <a:close/>
                </a:path>
                <a:path w="27939" h="476250">
                  <a:moveTo>
                    <a:pt x="27940" y="285762"/>
                  </a:moveTo>
                  <a:lnTo>
                    <a:pt x="0" y="285762"/>
                  </a:lnTo>
                  <a:lnTo>
                    <a:pt x="0" y="289560"/>
                  </a:lnTo>
                  <a:lnTo>
                    <a:pt x="27940" y="289560"/>
                  </a:lnTo>
                  <a:lnTo>
                    <a:pt x="27940" y="285762"/>
                  </a:lnTo>
                  <a:close/>
                </a:path>
                <a:path w="27939" h="476250">
                  <a:moveTo>
                    <a:pt x="27940" y="283222"/>
                  </a:moveTo>
                  <a:lnTo>
                    <a:pt x="0" y="283222"/>
                  </a:lnTo>
                  <a:lnTo>
                    <a:pt x="0" y="285750"/>
                  </a:lnTo>
                  <a:lnTo>
                    <a:pt x="27940" y="285750"/>
                  </a:lnTo>
                  <a:lnTo>
                    <a:pt x="27940" y="283222"/>
                  </a:lnTo>
                  <a:close/>
                </a:path>
                <a:path w="27939" h="476250">
                  <a:moveTo>
                    <a:pt x="27940" y="279412"/>
                  </a:moveTo>
                  <a:lnTo>
                    <a:pt x="0" y="279412"/>
                  </a:lnTo>
                  <a:lnTo>
                    <a:pt x="0" y="283210"/>
                  </a:lnTo>
                  <a:lnTo>
                    <a:pt x="27940" y="283210"/>
                  </a:lnTo>
                  <a:lnTo>
                    <a:pt x="27940" y="279412"/>
                  </a:lnTo>
                  <a:close/>
                </a:path>
                <a:path w="27939" h="476250">
                  <a:moveTo>
                    <a:pt x="27940" y="273062"/>
                  </a:moveTo>
                  <a:lnTo>
                    <a:pt x="0" y="273062"/>
                  </a:lnTo>
                  <a:lnTo>
                    <a:pt x="0" y="279400"/>
                  </a:lnTo>
                  <a:lnTo>
                    <a:pt x="27940" y="279400"/>
                  </a:lnTo>
                  <a:lnTo>
                    <a:pt x="27940" y="273062"/>
                  </a:lnTo>
                  <a:close/>
                </a:path>
                <a:path w="27939" h="476250">
                  <a:moveTo>
                    <a:pt x="27940" y="234962"/>
                  </a:moveTo>
                  <a:lnTo>
                    <a:pt x="0" y="234962"/>
                  </a:lnTo>
                  <a:lnTo>
                    <a:pt x="0" y="273050"/>
                  </a:lnTo>
                  <a:lnTo>
                    <a:pt x="27940" y="273050"/>
                  </a:lnTo>
                  <a:lnTo>
                    <a:pt x="27940" y="234962"/>
                  </a:lnTo>
                  <a:close/>
                </a:path>
                <a:path w="27939" h="476250">
                  <a:moveTo>
                    <a:pt x="2794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7940" y="234950"/>
                  </a:lnTo>
                  <a:lnTo>
                    <a:pt x="27940" y="232422"/>
                  </a:lnTo>
                  <a:close/>
                </a:path>
                <a:path w="27939" h="476250">
                  <a:moveTo>
                    <a:pt x="2794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27940" y="232410"/>
                  </a:lnTo>
                  <a:lnTo>
                    <a:pt x="27940" y="226072"/>
                  </a:lnTo>
                  <a:close/>
                </a:path>
                <a:path w="27939" h="476250">
                  <a:moveTo>
                    <a:pt x="2794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27940" y="226060"/>
                  </a:lnTo>
                  <a:lnTo>
                    <a:pt x="27940" y="222262"/>
                  </a:lnTo>
                  <a:close/>
                </a:path>
                <a:path w="27939" h="476250">
                  <a:moveTo>
                    <a:pt x="2794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27940" y="222250"/>
                  </a:lnTo>
                  <a:lnTo>
                    <a:pt x="27940" y="219722"/>
                  </a:lnTo>
                  <a:close/>
                </a:path>
                <a:path w="27939" h="476250">
                  <a:moveTo>
                    <a:pt x="27940" y="213372"/>
                  </a:moveTo>
                  <a:lnTo>
                    <a:pt x="0" y="213372"/>
                  </a:lnTo>
                  <a:lnTo>
                    <a:pt x="0" y="219710"/>
                  </a:lnTo>
                  <a:lnTo>
                    <a:pt x="27940" y="219710"/>
                  </a:lnTo>
                  <a:lnTo>
                    <a:pt x="27940" y="213372"/>
                  </a:lnTo>
                  <a:close/>
                </a:path>
                <a:path w="27939" h="476250">
                  <a:moveTo>
                    <a:pt x="27940" y="207022"/>
                  </a:moveTo>
                  <a:lnTo>
                    <a:pt x="0" y="207022"/>
                  </a:lnTo>
                  <a:lnTo>
                    <a:pt x="0" y="213360"/>
                  </a:lnTo>
                  <a:lnTo>
                    <a:pt x="27940" y="213360"/>
                  </a:lnTo>
                  <a:lnTo>
                    <a:pt x="27940" y="207022"/>
                  </a:lnTo>
                  <a:close/>
                </a:path>
                <a:path w="27939" h="476250">
                  <a:moveTo>
                    <a:pt x="27940" y="195592"/>
                  </a:moveTo>
                  <a:lnTo>
                    <a:pt x="0" y="195592"/>
                  </a:lnTo>
                  <a:lnTo>
                    <a:pt x="0" y="207010"/>
                  </a:lnTo>
                  <a:lnTo>
                    <a:pt x="27940" y="207010"/>
                  </a:lnTo>
                  <a:lnTo>
                    <a:pt x="27940" y="195592"/>
                  </a:lnTo>
                  <a:close/>
                </a:path>
                <a:path w="27939" h="476250">
                  <a:moveTo>
                    <a:pt x="2794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7940" y="195580"/>
                  </a:lnTo>
                  <a:lnTo>
                    <a:pt x="27940" y="189242"/>
                  </a:lnTo>
                  <a:close/>
                </a:path>
                <a:path w="27939" h="476250">
                  <a:moveTo>
                    <a:pt x="27940" y="182892"/>
                  </a:moveTo>
                  <a:lnTo>
                    <a:pt x="0" y="182892"/>
                  </a:lnTo>
                  <a:lnTo>
                    <a:pt x="0" y="189230"/>
                  </a:lnTo>
                  <a:lnTo>
                    <a:pt x="27940" y="189230"/>
                  </a:lnTo>
                  <a:lnTo>
                    <a:pt x="27940" y="182892"/>
                  </a:lnTo>
                  <a:close/>
                </a:path>
                <a:path w="27939" h="476250">
                  <a:moveTo>
                    <a:pt x="27940" y="176542"/>
                  </a:moveTo>
                  <a:lnTo>
                    <a:pt x="0" y="176542"/>
                  </a:lnTo>
                  <a:lnTo>
                    <a:pt x="0" y="182880"/>
                  </a:lnTo>
                  <a:lnTo>
                    <a:pt x="27940" y="182880"/>
                  </a:lnTo>
                  <a:lnTo>
                    <a:pt x="27940" y="176542"/>
                  </a:lnTo>
                  <a:close/>
                </a:path>
                <a:path w="27939" h="476250">
                  <a:moveTo>
                    <a:pt x="27940" y="170192"/>
                  </a:moveTo>
                  <a:lnTo>
                    <a:pt x="0" y="170192"/>
                  </a:lnTo>
                  <a:lnTo>
                    <a:pt x="0" y="176530"/>
                  </a:lnTo>
                  <a:lnTo>
                    <a:pt x="27940" y="176530"/>
                  </a:lnTo>
                  <a:lnTo>
                    <a:pt x="27940" y="170192"/>
                  </a:lnTo>
                  <a:close/>
                </a:path>
                <a:path w="27939" h="476250">
                  <a:moveTo>
                    <a:pt x="27940" y="163842"/>
                  </a:moveTo>
                  <a:lnTo>
                    <a:pt x="0" y="163842"/>
                  </a:lnTo>
                  <a:lnTo>
                    <a:pt x="0" y="170180"/>
                  </a:lnTo>
                  <a:lnTo>
                    <a:pt x="27940" y="170180"/>
                  </a:lnTo>
                  <a:lnTo>
                    <a:pt x="27940" y="163842"/>
                  </a:lnTo>
                  <a:close/>
                </a:path>
                <a:path w="27939" h="476250">
                  <a:moveTo>
                    <a:pt x="27940" y="157492"/>
                  </a:moveTo>
                  <a:lnTo>
                    <a:pt x="0" y="157492"/>
                  </a:lnTo>
                  <a:lnTo>
                    <a:pt x="0" y="163830"/>
                  </a:lnTo>
                  <a:lnTo>
                    <a:pt x="27940" y="163830"/>
                  </a:lnTo>
                  <a:lnTo>
                    <a:pt x="27940" y="157492"/>
                  </a:lnTo>
                  <a:close/>
                </a:path>
                <a:path w="27939" h="476250">
                  <a:moveTo>
                    <a:pt x="2794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7940" y="157480"/>
                  </a:lnTo>
                  <a:lnTo>
                    <a:pt x="27940" y="151142"/>
                  </a:lnTo>
                  <a:close/>
                </a:path>
                <a:path w="27939" h="476250">
                  <a:moveTo>
                    <a:pt x="27940" y="138442"/>
                  </a:moveTo>
                  <a:lnTo>
                    <a:pt x="0" y="138442"/>
                  </a:lnTo>
                  <a:lnTo>
                    <a:pt x="0" y="151130"/>
                  </a:lnTo>
                  <a:lnTo>
                    <a:pt x="27940" y="151130"/>
                  </a:lnTo>
                  <a:lnTo>
                    <a:pt x="27940" y="138442"/>
                  </a:lnTo>
                  <a:close/>
                </a:path>
                <a:path w="27939" h="476250">
                  <a:moveTo>
                    <a:pt x="27940" y="132092"/>
                  </a:moveTo>
                  <a:lnTo>
                    <a:pt x="0" y="132092"/>
                  </a:lnTo>
                  <a:lnTo>
                    <a:pt x="0" y="138430"/>
                  </a:lnTo>
                  <a:lnTo>
                    <a:pt x="27940" y="138430"/>
                  </a:lnTo>
                  <a:lnTo>
                    <a:pt x="27940" y="132092"/>
                  </a:lnTo>
                  <a:close/>
                </a:path>
                <a:path w="27939" h="476250">
                  <a:moveTo>
                    <a:pt x="27940" y="125742"/>
                  </a:moveTo>
                  <a:lnTo>
                    <a:pt x="0" y="125742"/>
                  </a:lnTo>
                  <a:lnTo>
                    <a:pt x="0" y="132080"/>
                  </a:lnTo>
                  <a:lnTo>
                    <a:pt x="27940" y="132080"/>
                  </a:lnTo>
                  <a:lnTo>
                    <a:pt x="27940" y="125742"/>
                  </a:lnTo>
                  <a:close/>
                </a:path>
                <a:path w="27939" h="476250">
                  <a:moveTo>
                    <a:pt x="27940" y="119392"/>
                  </a:moveTo>
                  <a:lnTo>
                    <a:pt x="0" y="119392"/>
                  </a:lnTo>
                  <a:lnTo>
                    <a:pt x="0" y="125730"/>
                  </a:lnTo>
                  <a:lnTo>
                    <a:pt x="27940" y="125730"/>
                  </a:lnTo>
                  <a:lnTo>
                    <a:pt x="27940" y="119392"/>
                  </a:lnTo>
                  <a:close/>
                </a:path>
                <a:path w="27939" h="476250">
                  <a:moveTo>
                    <a:pt x="27940" y="113042"/>
                  </a:moveTo>
                  <a:lnTo>
                    <a:pt x="0" y="113042"/>
                  </a:lnTo>
                  <a:lnTo>
                    <a:pt x="0" y="119380"/>
                  </a:lnTo>
                  <a:lnTo>
                    <a:pt x="27940" y="119380"/>
                  </a:lnTo>
                  <a:lnTo>
                    <a:pt x="27940" y="113042"/>
                  </a:lnTo>
                  <a:close/>
                </a:path>
                <a:path w="27939" h="476250">
                  <a:moveTo>
                    <a:pt x="27940" y="106692"/>
                  </a:moveTo>
                  <a:lnTo>
                    <a:pt x="0" y="106692"/>
                  </a:lnTo>
                  <a:lnTo>
                    <a:pt x="0" y="113030"/>
                  </a:lnTo>
                  <a:lnTo>
                    <a:pt x="27940" y="113030"/>
                  </a:lnTo>
                  <a:lnTo>
                    <a:pt x="27940" y="106692"/>
                  </a:lnTo>
                  <a:close/>
                </a:path>
                <a:path w="27939" h="476250">
                  <a:moveTo>
                    <a:pt x="27940" y="100342"/>
                  </a:moveTo>
                  <a:lnTo>
                    <a:pt x="0" y="100342"/>
                  </a:lnTo>
                  <a:lnTo>
                    <a:pt x="0" y="106680"/>
                  </a:lnTo>
                  <a:lnTo>
                    <a:pt x="27940" y="106680"/>
                  </a:lnTo>
                  <a:lnTo>
                    <a:pt x="27940" y="100342"/>
                  </a:lnTo>
                  <a:close/>
                </a:path>
                <a:path w="27939" h="476250">
                  <a:moveTo>
                    <a:pt x="2794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7940" y="100330"/>
                  </a:lnTo>
                  <a:lnTo>
                    <a:pt x="27940" y="93992"/>
                  </a:lnTo>
                  <a:close/>
                </a:path>
                <a:path w="27939" h="476250">
                  <a:moveTo>
                    <a:pt x="2794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7940" y="93980"/>
                  </a:lnTo>
                  <a:lnTo>
                    <a:pt x="27940" y="87642"/>
                  </a:lnTo>
                  <a:close/>
                </a:path>
                <a:path w="27939" h="476250">
                  <a:moveTo>
                    <a:pt x="27940" y="81292"/>
                  </a:moveTo>
                  <a:lnTo>
                    <a:pt x="0" y="81292"/>
                  </a:lnTo>
                  <a:lnTo>
                    <a:pt x="0" y="87630"/>
                  </a:lnTo>
                  <a:lnTo>
                    <a:pt x="27940" y="87630"/>
                  </a:lnTo>
                  <a:lnTo>
                    <a:pt x="27940" y="81292"/>
                  </a:lnTo>
                  <a:close/>
                </a:path>
                <a:path w="27939" h="476250">
                  <a:moveTo>
                    <a:pt x="27940" y="68592"/>
                  </a:moveTo>
                  <a:lnTo>
                    <a:pt x="0" y="68592"/>
                  </a:lnTo>
                  <a:lnTo>
                    <a:pt x="0" y="81280"/>
                  </a:lnTo>
                  <a:lnTo>
                    <a:pt x="27940" y="81280"/>
                  </a:lnTo>
                  <a:lnTo>
                    <a:pt x="27940" y="68592"/>
                  </a:lnTo>
                  <a:close/>
                </a:path>
                <a:path w="27939" h="476250">
                  <a:moveTo>
                    <a:pt x="27940" y="62242"/>
                  </a:moveTo>
                  <a:lnTo>
                    <a:pt x="0" y="62242"/>
                  </a:lnTo>
                  <a:lnTo>
                    <a:pt x="0" y="68580"/>
                  </a:lnTo>
                  <a:lnTo>
                    <a:pt x="27940" y="68580"/>
                  </a:lnTo>
                  <a:lnTo>
                    <a:pt x="27940" y="62242"/>
                  </a:lnTo>
                  <a:close/>
                </a:path>
                <a:path w="27939" h="476250">
                  <a:moveTo>
                    <a:pt x="27940" y="55892"/>
                  </a:moveTo>
                  <a:lnTo>
                    <a:pt x="0" y="55892"/>
                  </a:lnTo>
                  <a:lnTo>
                    <a:pt x="0" y="62230"/>
                  </a:lnTo>
                  <a:lnTo>
                    <a:pt x="27940" y="62230"/>
                  </a:lnTo>
                  <a:lnTo>
                    <a:pt x="27940" y="55892"/>
                  </a:lnTo>
                  <a:close/>
                </a:path>
                <a:path w="27939" h="476250">
                  <a:moveTo>
                    <a:pt x="27940" y="49542"/>
                  </a:moveTo>
                  <a:lnTo>
                    <a:pt x="0" y="49542"/>
                  </a:lnTo>
                  <a:lnTo>
                    <a:pt x="0" y="55880"/>
                  </a:lnTo>
                  <a:lnTo>
                    <a:pt x="27940" y="55880"/>
                  </a:lnTo>
                  <a:lnTo>
                    <a:pt x="27940" y="49542"/>
                  </a:lnTo>
                  <a:close/>
                </a:path>
                <a:path w="27939" h="476250">
                  <a:moveTo>
                    <a:pt x="2794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7940" y="49530"/>
                  </a:lnTo>
                  <a:lnTo>
                    <a:pt x="27940" y="43192"/>
                  </a:lnTo>
                  <a:close/>
                </a:path>
                <a:path w="27939" h="476250">
                  <a:moveTo>
                    <a:pt x="2794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7940" y="43180"/>
                  </a:lnTo>
                  <a:lnTo>
                    <a:pt x="27940" y="36842"/>
                  </a:lnTo>
                  <a:close/>
                </a:path>
                <a:path w="27939" h="476250">
                  <a:moveTo>
                    <a:pt x="2794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7940" y="36830"/>
                  </a:lnTo>
                  <a:lnTo>
                    <a:pt x="27940" y="30492"/>
                  </a:lnTo>
                  <a:close/>
                </a:path>
                <a:path w="27939" h="476250">
                  <a:moveTo>
                    <a:pt x="27940" y="24142"/>
                  </a:moveTo>
                  <a:lnTo>
                    <a:pt x="0" y="24142"/>
                  </a:lnTo>
                  <a:lnTo>
                    <a:pt x="0" y="30480"/>
                  </a:lnTo>
                  <a:lnTo>
                    <a:pt x="27940" y="30480"/>
                  </a:lnTo>
                  <a:lnTo>
                    <a:pt x="27940" y="24142"/>
                  </a:lnTo>
                  <a:close/>
                </a:path>
                <a:path w="27939" h="476250">
                  <a:moveTo>
                    <a:pt x="2794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7940" y="24130"/>
                  </a:lnTo>
                  <a:lnTo>
                    <a:pt x="27940" y="17792"/>
                  </a:lnTo>
                  <a:close/>
                </a:path>
                <a:path w="27939" h="476250">
                  <a:moveTo>
                    <a:pt x="27940" y="5092"/>
                  </a:moveTo>
                  <a:lnTo>
                    <a:pt x="0" y="5092"/>
                  </a:lnTo>
                  <a:lnTo>
                    <a:pt x="0" y="17780"/>
                  </a:lnTo>
                  <a:lnTo>
                    <a:pt x="27940" y="17780"/>
                  </a:lnTo>
                  <a:lnTo>
                    <a:pt x="27940" y="5092"/>
                  </a:lnTo>
                  <a:close/>
                </a:path>
                <a:path w="27939" h="476250">
                  <a:moveTo>
                    <a:pt x="279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7940" y="5080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2448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1" name="object 3761"/>
            <p:cNvSpPr/>
            <p:nvPr/>
          </p:nvSpPr>
          <p:spPr>
            <a:xfrm>
              <a:off x="4606290" y="5500382"/>
              <a:ext cx="27940" cy="181610"/>
            </a:xfrm>
            <a:custGeom>
              <a:avLst/>
              <a:gdLst/>
              <a:ahLst/>
              <a:cxnLst/>
              <a:rect l="l" t="t" r="r" b="b"/>
              <a:pathLst>
                <a:path w="27939" h="181610">
                  <a:moveTo>
                    <a:pt x="27940" y="180340"/>
                  </a:moveTo>
                  <a:lnTo>
                    <a:pt x="0" y="180340"/>
                  </a:lnTo>
                  <a:lnTo>
                    <a:pt x="0" y="181597"/>
                  </a:lnTo>
                  <a:lnTo>
                    <a:pt x="27940" y="181597"/>
                  </a:lnTo>
                  <a:lnTo>
                    <a:pt x="27940" y="180340"/>
                  </a:lnTo>
                  <a:close/>
                </a:path>
                <a:path w="27939" h="181610">
                  <a:moveTo>
                    <a:pt x="27940" y="173990"/>
                  </a:moveTo>
                  <a:lnTo>
                    <a:pt x="0" y="173990"/>
                  </a:lnTo>
                  <a:lnTo>
                    <a:pt x="0" y="180327"/>
                  </a:lnTo>
                  <a:lnTo>
                    <a:pt x="27940" y="180327"/>
                  </a:lnTo>
                  <a:lnTo>
                    <a:pt x="27940" y="173990"/>
                  </a:lnTo>
                  <a:close/>
                </a:path>
                <a:path w="27939" h="181610">
                  <a:moveTo>
                    <a:pt x="27940" y="171450"/>
                  </a:moveTo>
                  <a:lnTo>
                    <a:pt x="0" y="171450"/>
                  </a:lnTo>
                  <a:lnTo>
                    <a:pt x="0" y="173977"/>
                  </a:lnTo>
                  <a:lnTo>
                    <a:pt x="27940" y="173977"/>
                  </a:lnTo>
                  <a:lnTo>
                    <a:pt x="27940" y="171450"/>
                  </a:lnTo>
                  <a:close/>
                </a:path>
                <a:path w="27939" h="181610">
                  <a:moveTo>
                    <a:pt x="27940" y="167640"/>
                  </a:moveTo>
                  <a:lnTo>
                    <a:pt x="0" y="167640"/>
                  </a:lnTo>
                  <a:lnTo>
                    <a:pt x="0" y="171437"/>
                  </a:lnTo>
                  <a:lnTo>
                    <a:pt x="27940" y="171437"/>
                  </a:lnTo>
                  <a:lnTo>
                    <a:pt x="27940" y="167640"/>
                  </a:lnTo>
                  <a:close/>
                </a:path>
                <a:path w="27939" h="181610">
                  <a:moveTo>
                    <a:pt x="27940" y="165100"/>
                  </a:moveTo>
                  <a:lnTo>
                    <a:pt x="0" y="165100"/>
                  </a:lnTo>
                  <a:lnTo>
                    <a:pt x="0" y="167627"/>
                  </a:lnTo>
                  <a:lnTo>
                    <a:pt x="27940" y="167627"/>
                  </a:lnTo>
                  <a:lnTo>
                    <a:pt x="27940" y="165100"/>
                  </a:lnTo>
                  <a:close/>
                </a:path>
                <a:path w="27939" h="181610">
                  <a:moveTo>
                    <a:pt x="27940" y="161290"/>
                  </a:moveTo>
                  <a:lnTo>
                    <a:pt x="0" y="161290"/>
                  </a:lnTo>
                  <a:lnTo>
                    <a:pt x="0" y="165087"/>
                  </a:lnTo>
                  <a:lnTo>
                    <a:pt x="27940" y="165087"/>
                  </a:lnTo>
                  <a:lnTo>
                    <a:pt x="27940" y="161290"/>
                  </a:lnTo>
                  <a:close/>
                </a:path>
                <a:path w="27939" h="181610">
                  <a:moveTo>
                    <a:pt x="27940" y="154940"/>
                  </a:moveTo>
                  <a:lnTo>
                    <a:pt x="0" y="154940"/>
                  </a:lnTo>
                  <a:lnTo>
                    <a:pt x="0" y="161277"/>
                  </a:lnTo>
                  <a:lnTo>
                    <a:pt x="27940" y="161277"/>
                  </a:lnTo>
                  <a:lnTo>
                    <a:pt x="27940" y="154940"/>
                  </a:lnTo>
                  <a:close/>
                </a:path>
                <a:path w="27939" h="181610">
                  <a:moveTo>
                    <a:pt x="27940" y="152400"/>
                  </a:moveTo>
                  <a:lnTo>
                    <a:pt x="0" y="152400"/>
                  </a:lnTo>
                  <a:lnTo>
                    <a:pt x="0" y="154927"/>
                  </a:lnTo>
                  <a:lnTo>
                    <a:pt x="27940" y="154927"/>
                  </a:lnTo>
                  <a:lnTo>
                    <a:pt x="27940" y="152400"/>
                  </a:lnTo>
                  <a:close/>
                </a:path>
                <a:path w="27939" h="181610">
                  <a:moveTo>
                    <a:pt x="27940" y="148590"/>
                  </a:moveTo>
                  <a:lnTo>
                    <a:pt x="0" y="148590"/>
                  </a:lnTo>
                  <a:lnTo>
                    <a:pt x="0" y="152387"/>
                  </a:lnTo>
                  <a:lnTo>
                    <a:pt x="27940" y="152387"/>
                  </a:lnTo>
                  <a:lnTo>
                    <a:pt x="27940" y="148590"/>
                  </a:lnTo>
                  <a:close/>
                </a:path>
                <a:path w="27939" h="181610">
                  <a:moveTo>
                    <a:pt x="27940" y="146050"/>
                  </a:moveTo>
                  <a:lnTo>
                    <a:pt x="0" y="146050"/>
                  </a:lnTo>
                  <a:lnTo>
                    <a:pt x="0" y="148577"/>
                  </a:lnTo>
                  <a:lnTo>
                    <a:pt x="27940" y="148577"/>
                  </a:lnTo>
                  <a:lnTo>
                    <a:pt x="27940" y="146050"/>
                  </a:lnTo>
                  <a:close/>
                </a:path>
                <a:path w="27939" h="181610">
                  <a:moveTo>
                    <a:pt x="27940" y="142240"/>
                  </a:moveTo>
                  <a:lnTo>
                    <a:pt x="0" y="142240"/>
                  </a:lnTo>
                  <a:lnTo>
                    <a:pt x="0" y="146037"/>
                  </a:lnTo>
                  <a:lnTo>
                    <a:pt x="27940" y="146037"/>
                  </a:lnTo>
                  <a:lnTo>
                    <a:pt x="27940" y="142240"/>
                  </a:lnTo>
                  <a:close/>
                </a:path>
                <a:path w="27939" h="181610">
                  <a:moveTo>
                    <a:pt x="27940" y="135890"/>
                  </a:moveTo>
                  <a:lnTo>
                    <a:pt x="0" y="135890"/>
                  </a:lnTo>
                  <a:lnTo>
                    <a:pt x="0" y="142227"/>
                  </a:lnTo>
                  <a:lnTo>
                    <a:pt x="27940" y="142227"/>
                  </a:lnTo>
                  <a:lnTo>
                    <a:pt x="27940" y="135890"/>
                  </a:lnTo>
                  <a:close/>
                </a:path>
                <a:path w="27939" h="181610">
                  <a:moveTo>
                    <a:pt x="27940" y="133350"/>
                  </a:moveTo>
                  <a:lnTo>
                    <a:pt x="0" y="133350"/>
                  </a:lnTo>
                  <a:lnTo>
                    <a:pt x="0" y="135877"/>
                  </a:lnTo>
                  <a:lnTo>
                    <a:pt x="27940" y="135877"/>
                  </a:lnTo>
                  <a:lnTo>
                    <a:pt x="27940" y="133350"/>
                  </a:lnTo>
                  <a:close/>
                </a:path>
                <a:path w="27939" h="181610">
                  <a:moveTo>
                    <a:pt x="27940" y="129540"/>
                  </a:moveTo>
                  <a:lnTo>
                    <a:pt x="0" y="129540"/>
                  </a:lnTo>
                  <a:lnTo>
                    <a:pt x="0" y="133337"/>
                  </a:lnTo>
                  <a:lnTo>
                    <a:pt x="27940" y="133337"/>
                  </a:lnTo>
                  <a:lnTo>
                    <a:pt x="27940" y="129540"/>
                  </a:lnTo>
                  <a:close/>
                </a:path>
                <a:path w="27939" h="181610">
                  <a:moveTo>
                    <a:pt x="27940" y="127000"/>
                  </a:moveTo>
                  <a:lnTo>
                    <a:pt x="0" y="127000"/>
                  </a:lnTo>
                  <a:lnTo>
                    <a:pt x="0" y="129527"/>
                  </a:lnTo>
                  <a:lnTo>
                    <a:pt x="27940" y="129527"/>
                  </a:lnTo>
                  <a:lnTo>
                    <a:pt x="27940" y="127000"/>
                  </a:lnTo>
                  <a:close/>
                </a:path>
                <a:path w="27939" h="181610">
                  <a:moveTo>
                    <a:pt x="27940" y="120650"/>
                  </a:moveTo>
                  <a:lnTo>
                    <a:pt x="0" y="120650"/>
                  </a:lnTo>
                  <a:lnTo>
                    <a:pt x="0" y="126987"/>
                  </a:lnTo>
                  <a:lnTo>
                    <a:pt x="27940" y="126987"/>
                  </a:lnTo>
                  <a:lnTo>
                    <a:pt x="27940" y="120650"/>
                  </a:lnTo>
                  <a:close/>
                </a:path>
                <a:path w="27939" h="181610">
                  <a:moveTo>
                    <a:pt x="2794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27940" y="120637"/>
                  </a:lnTo>
                  <a:lnTo>
                    <a:pt x="27940" y="114300"/>
                  </a:lnTo>
                  <a:close/>
                </a:path>
                <a:path w="27939" h="181610">
                  <a:moveTo>
                    <a:pt x="27940" y="110490"/>
                  </a:moveTo>
                  <a:lnTo>
                    <a:pt x="0" y="110490"/>
                  </a:lnTo>
                  <a:lnTo>
                    <a:pt x="0" y="114287"/>
                  </a:lnTo>
                  <a:lnTo>
                    <a:pt x="27940" y="114287"/>
                  </a:lnTo>
                  <a:lnTo>
                    <a:pt x="27940" y="110490"/>
                  </a:lnTo>
                  <a:close/>
                </a:path>
                <a:path w="27939" h="181610">
                  <a:moveTo>
                    <a:pt x="27940" y="107950"/>
                  </a:moveTo>
                  <a:lnTo>
                    <a:pt x="0" y="107950"/>
                  </a:lnTo>
                  <a:lnTo>
                    <a:pt x="0" y="110477"/>
                  </a:lnTo>
                  <a:lnTo>
                    <a:pt x="27940" y="110477"/>
                  </a:lnTo>
                  <a:lnTo>
                    <a:pt x="27940" y="107950"/>
                  </a:lnTo>
                  <a:close/>
                </a:path>
                <a:path w="27939" h="181610">
                  <a:moveTo>
                    <a:pt x="27940" y="104140"/>
                  </a:moveTo>
                  <a:lnTo>
                    <a:pt x="0" y="104140"/>
                  </a:lnTo>
                  <a:lnTo>
                    <a:pt x="0" y="107937"/>
                  </a:lnTo>
                  <a:lnTo>
                    <a:pt x="27940" y="107937"/>
                  </a:lnTo>
                  <a:lnTo>
                    <a:pt x="27940" y="104140"/>
                  </a:lnTo>
                  <a:close/>
                </a:path>
                <a:path w="27939" h="181610">
                  <a:moveTo>
                    <a:pt x="27940" y="101600"/>
                  </a:moveTo>
                  <a:lnTo>
                    <a:pt x="0" y="101600"/>
                  </a:lnTo>
                  <a:lnTo>
                    <a:pt x="0" y="104127"/>
                  </a:lnTo>
                  <a:lnTo>
                    <a:pt x="27940" y="104127"/>
                  </a:lnTo>
                  <a:lnTo>
                    <a:pt x="27940" y="101600"/>
                  </a:lnTo>
                  <a:close/>
                </a:path>
                <a:path w="27939" h="181610">
                  <a:moveTo>
                    <a:pt x="27940" y="97790"/>
                  </a:moveTo>
                  <a:lnTo>
                    <a:pt x="0" y="97790"/>
                  </a:lnTo>
                  <a:lnTo>
                    <a:pt x="0" y="101587"/>
                  </a:lnTo>
                  <a:lnTo>
                    <a:pt x="27940" y="101587"/>
                  </a:lnTo>
                  <a:lnTo>
                    <a:pt x="27940" y="97790"/>
                  </a:lnTo>
                  <a:close/>
                </a:path>
                <a:path w="27939" h="181610">
                  <a:moveTo>
                    <a:pt x="27940" y="95250"/>
                  </a:moveTo>
                  <a:lnTo>
                    <a:pt x="0" y="95250"/>
                  </a:lnTo>
                  <a:lnTo>
                    <a:pt x="0" y="97777"/>
                  </a:lnTo>
                  <a:lnTo>
                    <a:pt x="27940" y="97777"/>
                  </a:lnTo>
                  <a:lnTo>
                    <a:pt x="27940" y="95250"/>
                  </a:lnTo>
                  <a:close/>
                </a:path>
                <a:path w="27939" h="181610">
                  <a:moveTo>
                    <a:pt x="27940" y="91440"/>
                  </a:moveTo>
                  <a:lnTo>
                    <a:pt x="0" y="91440"/>
                  </a:lnTo>
                  <a:lnTo>
                    <a:pt x="0" y="95237"/>
                  </a:lnTo>
                  <a:lnTo>
                    <a:pt x="27940" y="95237"/>
                  </a:lnTo>
                  <a:lnTo>
                    <a:pt x="27940" y="91440"/>
                  </a:lnTo>
                  <a:close/>
                </a:path>
                <a:path w="27939" h="181610">
                  <a:moveTo>
                    <a:pt x="27940" y="82550"/>
                  </a:moveTo>
                  <a:lnTo>
                    <a:pt x="0" y="82550"/>
                  </a:lnTo>
                  <a:lnTo>
                    <a:pt x="0" y="91427"/>
                  </a:lnTo>
                  <a:lnTo>
                    <a:pt x="27940" y="91427"/>
                  </a:lnTo>
                  <a:lnTo>
                    <a:pt x="27940" y="82550"/>
                  </a:lnTo>
                  <a:close/>
                </a:path>
                <a:path w="27939" h="181610">
                  <a:moveTo>
                    <a:pt x="27940" y="72390"/>
                  </a:moveTo>
                  <a:lnTo>
                    <a:pt x="0" y="72390"/>
                  </a:lnTo>
                  <a:lnTo>
                    <a:pt x="0" y="82537"/>
                  </a:lnTo>
                  <a:lnTo>
                    <a:pt x="27940" y="82537"/>
                  </a:lnTo>
                  <a:lnTo>
                    <a:pt x="27940" y="72390"/>
                  </a:lnTo>
                  <a:close/>
                </a:path>
                <a:path w="27939" h="181610">
                  <a:moveTo>
                    <a:pt x="27940" y="63500"/>
                  </a:moveTo>
                  <a:lnTo>
                    <a:pt x="0" y="63500"/>
                  </a:lnTo>
                  <a:lnTo>
                    <a:pt x="0" y="72377"/>
                  </a:lnTo>
                  <a:lnTo>
                    <a:pt x="27940" y="72377"/>
                  </a:lnTo>
                  <a:lnTo>
                    <a:pt x="27940" y="63500"/>
                  </a:lnTo>
                  <a:close/>
                </a:path>
                <a:path w="27939" h="181610">
                  <a:moveTo>
                    <a:pt x="27940" y="53340"/>
                  </a:moveTo>
                  <a:lnTo>
                    <a:pt x="0" y="53340"/>
                  </a:lnTo>
                  <a:lnTo>
                    <a:pt x="0" y="63487"/>
                  </a:lnTo>
                  <a:lnTo>
                    <a:pt x="27940" y="63487"/>
                  </a:lnTo>
                  <a:lnTo>
                    <a:pt x="27940" y="53340"/>
                  </a:lnTo>
                  <a:close/>
                </a:path>
                <a:path w="27939" h="181610">
                  <a:moveTo>
                    <a:pt x="27940" y="50800"/>
                  </a:moveTo>
                  <a:lnTo>
                    <a:pt x="0" y="50800"/>
                  </a:lnTo>
                  <a:lnTo>
                    <a:pt x="0" y="53327"/>
                  </a:lnTo>
                  <a:lnTo>
                    <a:pt x="27940" y="53327"/>
                  </a:lnTo>
                  <a:lnTo>
                    <a:pt x="27940" y="50800"/>
                  </a:lnTo>
                  <a:close/>
                </a:path>
                <a:path w="27939" h="181610">
                  <a:moveTo>
                    <a:pt x="27940" y="46990"/>
                  </a:moveTo>
                  <a:lnTo>
                    <a:pt x="0" y="46990"/>
                  </a:lnTo>
                  <a:lnTo>
                    <a:pt x="0" y="50787"/>
                  </a:lnTo>
                  <a:lnTo>
                    <a:pt x="27940" y="50787"/>
                  </a:lnTo>
                  <a:lnTo>
                    <a:pt x="27940" y="46990"/>
                  </a:lnTo>
                  <a:close/>
                </a:path>
                <a:path w="27939" h="181610">
                  <a:moveTo>
                    <a:pt x="27940" y="40640"/>
                  </a:moveTo>
                  <a:lnTo>
                    <a:pt x="0" y="40640"/>
                  </a:lnTo>
                  <a:lnTo>
                    <a:pt x="0" y="46977"/>
                  </a:lnTo>
                  <a:lnTo>
                    <a:pt x="27940" y="46977"/>
                  </a:lnTo>
                  <a:lnTo>
                    <a:pt x="27940" y="40640"/>
                  </a:lnTo>
                  <a:close/>
                </a:path>
                <a:path w="27939" h="181610">
                  <a:moveTo>
                    <a:pt x="27940" y="34290"/>
                  </a:moveTo>
                  <a:lnTo>
                    <a:pt x="0" y="34290"/>
                  </a:lnTo>
                  <a:lnTo>
                    <a:pt x="0" y="40627"/>
                  </a:lnTo>
                  <a:lnTo>
                    <a:pt x="27940" y="40627"/>
                  </a:lnTo>
                  <a:lnTo>
                    <a:pt x="27940" y="34290"/>
                  </a:lnTo>
                  <a:close/>
                </a:path>
                <a:path w="27939" h="181610">
                  <a:moveTo>
                    <a:pt x="27940" y="27940"/>
                  </a:moveTo>
                  <a:lnTo>
                    <a:pt x="0" y="27940"/>
                  </a:lnTo>
                  <a:lnTo>
                    <a:pt x="0" y="34277"/>
                  </a:lnTo>
                  <a:lnTo>
                    <a:pt x="27940" y="34277"/>
                  </a:lnTo>
                  <a:lnTo>
                    <a:pt x="27940" y="27940"/>
                  </a:lnTo>
                  <a:close/>
                </a:path>
                <a:path w="27939" h="181610">
                  <a:moveTo>
                    <a:pt x="27940" y="25400"/>
                  </a:moveTo>
                  <a:lnTo>
                    <a:pt x="0" y="25400"/>
                  </a:lnTo>
                  <a:lnTo>
                    <a:pt x="0" y="27927"/>
                  </a:lnTo>
                  <a:lnTo>
                    <a:pt x="27940" y="27927"/>
                  </a:lnTo>
                  <a:lnTo>
                    <a:pt x="27940" y="25400"/>
                  </a:lnTo>
                  <a:close/>
                </a:path>
                <a:path w="27939" h="181610">
                  <a:moveTo>
                    <a:pt x="2794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27940" y="25387"/>
                  </a:lnTo>
                  <a:lnTo>
                    <a:pt x="27940" y="21590"/>
                  </a:lnTo>
                  <a:close/>
                </a:path>
                <a:path w="27939" h="181610">
                  <a:moveTo>
                    <a:pt x="27940" y="15240"/>
                  </a:moveTo>
                  <a:lnTo>
                    <a:pt x="0" y="15240"/>
                  </a:lnTo>
                  <a:lnTo>
                    <a:pt x="0" y="21577"/>
                  </a:lnTo>
                  <a:lnTo>
                    <a:pt x="27940" y="21577"/>
                  </a:lnTo>
                  <a:lnTo>
                    <a:pt x="27940" y="15240"/>
                  </a:lnTo>
                  <a:close/>
                </a:path>
                <a:path w="27939" h="181610">
                  <a:moveTo>
                    <a:pt x="2794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7940" y="15227"/>
                  </a:lnTo>
                  <a:lnTo>
                    <a:pt x="27940" y="12700"/>
                  </a:lnTo>
                  <a:close/>
                </a:path>
                <a:path w="27939" h="181610">
                  <a:moveTo>
                    <a:pt x="2794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7940" y="12687"/>
                  </a:lnTo>
                  <a:lnTo>
                    <a:pt x="27940" y="8890"/>
                  </a:lnTo>
                  <a:close/>
                </a:path>
                <a:path w="27939" h="181610">
                  <a:moveTo>
                    <a:pt x="27940" y="0"/>
                  </a:moveTo>
                  <a:lnTo>
                    <a:pt x="0" y="0"/>
                  </a:lnTo>
                  <a:lnTo>
                    <a:pt x="0" y="8877"/>
                  </a:lnTo>
                  <a:lnTo>
                    <a:pt x="27940" y="8877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2448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2" name="object 3762"/>
            <p:cNvSpPr/>
            <p:nvPr/>
          </p:nvSpPr>
          <p:spPr>
            <a:xfrm>
              <a:off x="4634230" y="5033010"/>
              <a:ext cx="27940" cy="476250"/>
            </a:xfrm>
            <a:custGeom>
              <a:avLst/>
              <a:gdLst/>
              <a:ahLst/>
              <a:cxnLst/>
              <a:rect l="l" t="t" r="r" b="b"/>
              <a:pathLst>
                <a:path w="27939" h="476250">
                  <a:moveTo>
                    <a:pt x="27940" y="467372"/>
                  </a:moveTo>
                  <a:lnTo>
                    <a:pt x="0" y="467372"/>
                  </a:lnTo>
                  <a:lnTo>
                    <a:pt x="0" y="476250"/>
                  </a:lnTo>
                  <a:lnTo>
                    <a:pt x="27940" y="476250"/>
                  </a:lnTo>
                  <a:lnTo>
                    <a:pt x="27940" y="467372"/>
                  </a:lnTo>
                  <a:close/>
                </a:path>
                <a:path w="27939" h="476250">
                  <a:moveTo>
                    <a:pt x="27940" y="463562"/>
                  </a:moveTo>
                  <a:lnTo>
                    <a:pt x="0" y="463562"/>
                  </a:lnTo>
                  <a:lnTo>
                    <a:pt x="0" y="467360"/>
                  </a:lnTo>
                  <a:lnTo>
                    <a:pt x="27940" y="467360"/>
                  </a:lnTo>
                  <a:lnTo>
                    <a:pt x="27940" y="463562"/>
                  </a:lnTo>
                  <a:close/>
                </a:path>
                <a:path w="27939" h="476250">
                  <a:moveTo>
                    <a:pt x="27940" y="461022"/>
                  </a:moveTo>
                  <a:lnTo>
                    <a:pt x="0" y="461022"/>
                  </a:lnTo>
                  <a:lnTo>
                    <a:pt x="0" y="463550"/>
                  </a:lnTo>
                  <a:lnTo>
                    <a:pt x="27940" y="463550"/>
                  </a:lnTo>
                  <a:lnTo>
                    <a:pt x="27940" y="461022"/>
                  </a:lnTo>
                  <a:close/>
                </a:path>
                <a:path w="27939" h="476250">
                  <a:moveTo>
                    <a:pt x="27940" y="457212"/>
                  </a:moveTo>
                  <a:lnTo>
                    <a:pt x="0" y="457212"/>
                  </a:lnTo>
                  <a:lnTo>
                    <a:pt x="0" y="461010"/>
                  </a:lnTo>
                  <a:lnTo>
                    <a:pt x="27940" y="461010"/>
                  </a:lnTo>
                  <a:lnTo>
                    <a:pt x="27940" y="457212"/>
                  </a:lnTo>
                  <a:close/>
                </a:path>
                <a:path w="27939" h="476250">
                  <a:moveTo>
                    <a:pt x="27940" y="448322"/>
                  </a:moveTo>
                  <a:lnTo>
                    <a:pt x="0" y="448322"/>
                  </a:lnTo>
                  <a:lnTo>
                    <a:pt x="0" y="457200"/>
                  </a:lnTo>
                  <a:lnTo>
                    <a:pt x="27940" y="457200"/>
                  </a:lnTo>
                  <a:lnTo>
                    <a:pt x="27940" y="448322"/>
                  </a:lnTo>
                  <a:close/>
                </a:path>
                <a:path w="27939" h="476250">
                  <a:moveTo>
                    <a:pt x="27940" y="429272"/>
                  </a:moveTo>
                  <a:lnTo>
                    <a:pt x="0" y="429272"/>
                  </a:lnTo>
                  <a:lnTo>
                    <a:pt x="0" y="448310"/>
                  </a:lnTo>
                  <a:lnTo>
                    <a:pt x="27940" y="448310"/>
                  </a:lnTo>
                  <a:lnTo>
                    <a:pt x="27940" y="429272"/>
                  </a:lnTo>
                  <a:close/>
                </a:path>
                <a:path w="27939" h="476250">
                  <a:moveTo>
                    <a:pt x="27940" y="422922"/>
                  </a:moveTo>
                  <a:lnTo>
                    <a:pt x="0" y="422922"/>
                  </a:lnTo>
                  <a:lnTo>
                    <a:pt x="0" y="429260"/>
                  </a:lnTo>
                  <a:lnTo>
                    <a:pt x="27940" y="429260"/>
                  </a:lnTo>
                  <a:lnTo>
                    <a:pt x="27940" y="422922"/>
                  </a:lnTo>
                  <a:close/>
                </a:path>
                <a:path w="27939" h="476250">
                  <a:moveTo>
                    <a:pt x="27940" y="416572"/>
                  </a:moveTo>
                  <a:lnTo>
                    <a:pt x="0" y="416572"/>
                  </a:lnTo>
                  <a:lnTo>
                    <a:pt x="0" y="422910"/>
                  </a:lnTo>
                  <a:lnTo>
                    <a:pt x="27940" y="422910"/>
                  </a:lnTo>
                  <a:lnTo>
                    <a:pt x="27940" y="416572"/>
                  </a:lnTo>
                  <a:close/>
                </a:path>
                <a:path w="27939" h="476250">
                  <a:moveTo>
                    <a:pt x="27940" y="412762"/>
                  </a:moveTo>
                  <a:lnTo>
                    <a:pt x="0" y="412762"/>
                  </a:lnTo>
                  <a:lnTo>
                    <a:pt x="0" y="416560"/>
                  </a:lnTo>
                  <a:lnTo>
                    <a:pt x="27940" y="416560"/>
                  </a:lnTo>
                  <a:lnTo>
                    <a:pt x="27940" y="412762"/>
                  </a:lnTo>
                  <a:close/>
                </a:path>
                <a:path w="27939" h="476250">
                  <a:moveTo>
                    <a:pt x="27940" y="410222"/>
                  </a:moveTo>
                  <a:lnTo>
                    <a:pt x="0" y="410222"/>
                  </a:lnTo>
                  <a:lnTo>
                    <a:pt x="0" y="412750"/>
                  </a:lnTo>
                  <a:lnTo>
                    <a:pt x="27940" y="412750"/>
                  </a:lnTo>
                  <a:lnTo>
                    <a:pt x="27940" y="410222"/>
                  </a:lnTo>
                  <a:close/>
                </a:path>
                <a:path w="27939" h="476250">
                  <a:moveTo>
                    <a:pt x="27940" y="406412"/>
                  </a:moveTo>
                  <a:lnTo>
                    <a:pt x="0" y="406412"/>
                  </a:lnTo>
                  <a:lnTo>
                    <a:pt x="0" y="410210"/>
                  </a:lnTo>
                  <a:lnTo>
                    <a:pt x="27940" y="410210"/>
                  </a:lnTo>
                  <a:lnTo>
                    <a:pt x="27940" y="406412"/>
                  </a:lnTo>
                  <a:close/>
                </a:path>
                <a:path w="27939" h="476250">
                  <a:moveTo>
                    <a:pt x="27940" y="403872"/>
                  </a:moveTo>
                  <a:lnTo>
                    <a:pt x="0" y="403872"/>
                  </a:lnTo>
                  <a:lnTo>
                    <a:pt x="0" y="406400"/>
                  </a:lnTo>
                  <a:lnTo>
                    <a:pt x="27940" y="406400"/>
                  </a:lnTo>
                  <a:lnTo>
                    <a:pt x="27940" y="403872"/>
                  </a:lnTo>
                  <a:close/>
                </a:path>
                <a:path w="27939" h="476250">
                  <a:moveTo>
                    <a:pt x="27940" y="397522"/>
                  </a:moveTo>
                  <a:lnTo>
                    <a:pt x="0" y="397522"/>
                  </a:lnTo>
                  <a:lnTo>
                    <a:pt x="0" y="403860"/>
                  </a:lnTo>
                  <a:lnTo>
                    <a:pt x="27940" y="403860"/>
                  </a:lnTo>
                  <a:lnTo>
                    <a:pt x="27940" y="397522"/>
                  </a:lnTo>
                  <a:close/>
                </a:path>
                <a:path w="27939" h="476250">
                  <a:moveTo>
                    <a:pt x="27940" y="393712"/>
                  </a:moveTo>
                  <a:lnTo>
                    <a:pt x="0" y="393712"/>
                  </a:lnTo>
                  <a:lnTo>
                    <a:pt x="0" y="397510"/>
                  </a:lnTo>
                  <a:lnTo>
                    <a:pt x="27940" y="397510"/>
                  </a:lnTo>
                  <a:lnTo>
                    <a:pt x="27940" y="393712"/>
                  </a:lnTo>
                  <a:close/>
                </a:path>
                <a:path w="27939" h="476250">
                  <a:moveTo>
                    <a:pt x="27940" y="391172"/>
                  </a:moveTo>
                  <a:lnTo>
                    <a:pt x="0" y="391172"/>
                  </a:lnTo>
                  <a:lnTo>
                    <a:pt x="0" y="393700"/>
                  </a:lnTo>
                  <a:lnTo>
                    <a:pt x="27940" y="393700"/>
                  </a:lnTo>
                  <a:lnTo>
                    <a:pt x="27940" y="391172"/>
                  </a:lnTo>
                  <a:close/>
                </a:path>
                <a:path w="27939" h="476250">
                  <a:moveTo>
                    <a:pt x="27940" y="387362"/>
                  </a:moveTo>
                  <a:lnTo>
                    <a:pt x="0" y="387362"/>
                  </a:lnTo>
                  <a:lnTo>
                    <a:pt x="0" y="391160"/>
                  </a:lnTo>
                  <a:lnTo>
                    <a:pt x="27940" y="391160"/>
                  </a:lnTo>
                  <a:lnTo>
                    <a:pt x="27940" y="387362"/>
                  </a:lnTo>
                  <a:close/>
                </a:path>
                <a:path w="27939" h="476250">
                  <a:moveTo>
                    <a:pt x="27940" y="384822"/>
                  </a:moveTo>
                  <a:lnTo>
                    <a:pt x="0" y="384822"/>
                  </a:lnTo>
                  <a:lnTo>
                    <a:pt x="0" y="387350"/>
                  </a:lnTo>
                  <a:lnTo>
                    <a:pt x="27940" y="387350"/>
                  </a:lnTo>
                  <a:lnTo>
                    <a:pt x="27940" y="384822"/>
                  </a:lnTo>
                  <a:close/>
                </a:path>
                <a:path w="27939" h="476250">
                  <a:moveTo>
                    <a:pt x="27940" y="365772"/>
                  </a:moveTo>
                  <a:lnTo>
                    <a:pt x="0" y="365772"/>
                  </a:lnTo>
                  <a:lnTo>
                    <a:pt x="0" y="384810"/>
                  </a:lnTo>
                  <a:lnTo>
                    <a:pt x="27940" y="384810"/>
                  </a:lnTo>
                  <a:lnTo>
                    <a:pt x="27940" y="365772"/>
                  </a:lnTo>
                  <a:close/>
                </a:path>
                <a:path w="27939" h="476250">
                  <a:moveTo>
                    <a:pt x="27940" y="359422"/>
                  </a:moveTo>
                  <a:lnTo>
                    <a:pt x="0" y="359422"/>
                  </a:lnTo>
                  <a:lnTo>
                    <a:pt x="0" y="365760"/>
                  </a:lnTo>
                  <a:lnTo>
                    <a:pt x="27940" y="365760"/>
                  </a:lnTo>
                  <a:lnTo>
                    <a:pt x="27940" y="359422"/>
                  </a:lnTo>
                  <a:close/>
                </a:path>
                <a:path w="27939" h="476250">
                  <a:moveTo>
                    <a:pt x="27940" y="355612"/>
                  </a:moveTo>
                  <a:lnTo>
                    <a:pt x="0" y="355612"/>
                  </a:lnTo>
                  <a:lnTo>
                    <a:pt x="0" y="359410"/>
                  </a:lnTo>
                  <a:lnTo>
                    <a:pt x="27940" y="359410"/>
                  </a:lnTo>
                  <a:lnTo>
                    <a:pt x="27940" y="355612"/>
                  </a:lnTo>
                  <a:close/>
                </a:path>
                <a:path w="27939" h="476250">
                  <a:moveTo>
                    <a:pt x="27940" y="346722"/>
                  </a:moveTo>
                  <a:lnTo>
                    <a:pt x="0" y="346722"/>
                  </a:lnTo>
                  <a:lnTo>
                    <a:pt x="0" y="355600"/>
                  </a:lnTo>
                  <a:lnTo>
                    <a:pt x="27940" y="355600"/>
                  </a:lnTo>
                  <a:lnTo>
                    <a:pt x="27940" y="346722"/>
                  </a:lnTo>
                  <a:close/>
                </a:path>
                <a:path w="27939" h="476250">
                  <a:moveTo>
                    <a:pt x="27940" y="340372"/>
                  </a:moveTo>
                  <a:lnTo>
                    <a:pt x="0" y="340372"/>
                  </a:lnTo>
                  <a:lnTo>
                    <a:pt x="0" y="346710"/>
                  </a:lnTo>
                  <a:lnTo>
                    <a:pt x="27940" y="346710"/>
                  </a:lnTo>
                  <a:lnTo>
                    <a:pt x="27940" y="340372"/>
                  </a:lnTo>
                  <a:close/>
                </a:path>
                <a:path w="27939" h="476250">
                  <a:moveTo>
                    <a:pt x="27940" y="334022"/>
                  </a:moveTo>
                  <a:lnTo>
                    <a:pt x="0" y="334022"/>
                  </a:lnTo>
                  <a:lnTo>
                    <a:pt x="0" y="340360"/>
                  </a:lnTo>
                  <a:lnTo>
                    <a:pt x="27940" y="340360"/>
                  </a:lnTo>
                  <a:lnTo>
                    <a:pt x="27940" y="334022"/>
                  </a:lnTo>
                  <a:close/>
                </a:path>
                <a:path w="27939" h="476250">
                  <a:moveTo>
                    <a:pt x="27940" y="330212"/>
                  </a:moveTo>
                  <a:lnTo>
                    <a:pt x="0" y="330212"/>
                  </a:lnTo>
                  <a:lnTo>
                    <a:pt x="0" y="334010"/>
                  </a:lnTo>
                  <a:lnTo>
                    <a:pt x="27940" y="334010"/>
                  </a:lnTo>
                  <a:lnTo>
                    <a:pt x="27940" y="330212"/>
                  </a:lnTo>
                  <a:close/>
                </a:path>
                <a:path w="27939" h="476250">
                  <a:moveTo>
                    <a:pt x="27940" y="327672"/>
                  </a:moveTo>
                  <a:lnTo>
                    <a:pt x="0" y="327672"/>
                  </a:lnTo>
                  <a:lnTo>
                    <a:pt x="0" y="330200"/>
                  </a:lnTo>
                  <a:lnTo>
                    <a:pt x="27940" y="330200"/>
                  </a:lnTo>
                  <a:lnTo>
                    <a:pt x="27940" y="327672"/>
                  </a:lnTo>
                  <a:close/>
                </a:path>
                <a:path w="27939" h="476250">
                  <a:moveTo>
                    <a:pt x="27940" y="317512"/>
                  </a:moveTo>
                  <a:lnTo>
                    <a:pt x="0" y="317512"/>
                  </a:lnTo>
                  <a:lnTo>
                    <a:pt x="0" y="327660"/>
                  </a:lnTo>
                  <a:lnTo>
                    <a:pt x="27940" y="327660"/>
                  </a:lnTo>
                  <a:lnTo>
                    <a:pt x="27940" y="317512"/>
                  </a:lnTo>
                  <a:close/>
                </a:path>
                <a:path w="27939" h="476250">
                  <a:moveTo>
                    <a:pt x="27940" y="314972"/>
                  </a:moveTo>
                  <a:lnTo>
                    <a:pt x="0" y="314972"/>
                  </a:lnTo>
                  <a:lnTo>
                    <a:pt x="0" y="317500"/>
                  </a:lnTo>
                  <a:lnTo>
                    <a:pt x="27940" y="317500"/>
                  </a:lnTo>
                  <a:lnTo>
                    <a:pt x="27940" y="314972"/>
                  </a:lnTo>
                  <a:close/>
                </a:path>
                <a:path w="27939" h="476250">
                  <a:moveTo>
                    <a:pt x="27940" y="311162"/>
                  </a:moveTo>
                  <a:lnTo>
                    <a:pt x="0" y="311162"/>
                  </a:lnTo>
                  <a:lnTo>
                    <a:pt x="0" y="314960"/>
                  </a:lnTo>
                  <a:lnTo>
                    <a:pt x="27940" y="314960"/>
                  </a:lnTo>
                  <a:lnTo>
                    <a:pt x="27940" y="311162"/>
                  </a:lnTo>
                  <a:close/>
                </a:path>
                <a:path w="27939" h="476250">
                  <a:moveTo>
                    <a:pt x="27940" y="304812"/>
                  </a:moveTo>
                  <a:lnTo>
                    <a:pt x="0" y="304812"/>
                  </a:lnTo>
                  <a:lnTo>
                    <a:pt x="0" y="311150"/>
                  </a:lnTo>
                  <a:lnTo>
                    <a:pt x="27940" y="311150"/>
                  </a:lnTo>
                  <a:lnTo>
                    <a:pt x="27940" y="304812"/>
                  </a:lnTo>
                  <a:close/>
                </a:path>
                <a:path w="27939" h="476250">
                  <a:moveTo>
                    <a:pt x="27940" y="292112"/>
                  </a:moveTo>
                  <a:lnTo>
                    <a:pt x="0" y="292112"/>
                  </a:lnTo>
                  <a:lnTo>
                    <a:pt x="0" y="304800"/>
                  </a:lnTo>
                  <a:lnTo>
                    <a:pt x="27940" y="304800"/>
                  </a:lnTo>
                  <a:lnTo>
                    <a:pt x="27940" y="292112"/>
                  </a:lnTo>
                  <a:close/>
                </a:path>
                <a:path w="27939" h="476250">
                  <a:moveTo>
                    <a:pt x="27940" y="289572"/>
                  </a:moveTo>
                  <a:lnTo>
                    <a:pt x="0" y="289572"/>
                  </a:lnTo>
                  <a:lnTo>
                    <a:pt x="0" y="292100"/>
                  </a:lnTo>
                  <a:lnTo>
                    <a:pt x="27940" y="292100"/>
                  </a:lnTo>
                  <a:lnTo>
                    <a:pt x="27940" y="289572"/>
                  </a:lnTo>
                  <a:close/>
                </a:path>
                <a:path w="27939" h="476250">
                  <a:moveTo>
                    <a:pt x="27940" y="285762"/>
                  </a:moveTo>
                  <a:lnTo>
                    <a:pt x="0" y="285762"/>
                  </a:lnTo>
                  <a:lnTo>
                    <a:pt x="0" y="289560"/>
                  </a:lnTo>
                  <a:lnTo>
                    <a:pt x="27940" y="289560"/>
                  </a:lnTo>
                  <a:lnTo>
                    <a:pt x="27940" y="285762"/>
                  </a:lnTo>
                  <a:close/>
                </a:path>
                <a:path w="27939" h="476250">
                  <a:moveTo>
                    <a:pt x="27940" y="283222"/>
                  </a:moveTo>
                  <a:lnTo>
                    <a:pt x="0" y="283222"/>
                  </a:lnTo>
                  <a:lnTo>
                    <a:pt x="0" y="285750"/>
                  </a:lnTo>
                  <a:lnTo>
                    <a:pt x="27940" y="285750"/>
                  </a:lnTo>
                  <a:lnTo>
                    <a:pt x="27940" y="283222"/>
                  </a:lnTo>
                  <a:close/>
                </a:path>
                <a:path w="27939" h="476250">
                  <a:moveTo>
                    <a:pt x="27940" y="279412"/>
                  </a:moveTo>
                  <a:lnTo>
                    <a:pt x="0" y="279412"/>
                  </a:lnTo>
                  <a:lnTo>
                    <a:pt x="0" y="283210"/>
                  </a:lnTo>
                  <a:lnTo>
                    <a:pt x="27940" y="283210"/>
                  </a:lnTo>
                  <a:lnTo>
                    <a:pt x="27940" y="279412"/>
                  </a:lnTo>
                  <a:close/>
                </a:path>
                <a:path w="27939" h="476250">
                  <a:moveTo>
                    <a:pt x="27940" y="273062"/>
                  </a:moveTo>
                  <a:lnTo>
                    <a:pt x="0" y="273062"/>
                  </a:lnTo>
                  <a:lnTo>
                    <a:pt x="0" y="279400"/>
                  </a:lnTo>
                  <a:lnTo>
                    <a:pt x="27940" y="279400"/>
                  </a:lnTo>
                  <a:lnTo>
                    <a:pt x="27940" y="273062"/>
                  </a:lnTo>
                  <a:close/>
                </a:path>
                <a:path w="27939" h="476250">
                  <a:moveTo>
                    <a:pt x="27940" y="234962"/>
                  </a:moveTo>
                  <a:lnTo>
                    <a:pt x="0" y="234962"/>
                  </a:lnTo>
                  <a:lnTo>
                    <a:pt x="0" y="273050"/>
                  </a:lnTo>
                  <a:lnTo>
                    <a:pt x="27940" y="273050"/>
                  </a:lnTo>
                  <a:lnTo>
                    <a:pt x="27940" y="234962"/>
                  </a:lnTo>
                  <a:close/>
                </a:path>
                <a:path w="27939" h="476250">
                  <a:moveTo>
                    <a:pt x="2794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7940" y="234950"/>
                  </a:lnTo>
                  <a:lnTo>
                    <a:pt x="27940" y="232422"/>
                  </a:lnTo>
                  <a:close/>
                </a:path>
                <a:path w="27939" h="476250">
                  <a:moveTo>
                    <a:pt x="2794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27940" y="232410"/>
                  </a:lnTo>
                  <a:lnTo>
                    <a:pt x="27940" y="226072"/>
                  </a:lnTo>
                  <a:close/>
                </a:path>
                <a:path w="27939" h="476250">
                  <a:moveTo>
                    <a:pt x="2794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27940" y="226060"/>
                  </a:lnTo>
                  <a:lnTo>
                    <a:pt x="27940" y="222262"/>
                  </a:lnTo>
                  <a:close/>
                </a:path>
                <a:path w="27939" h="476250">
                  <a:moveTo>
                    <a:pt x="2794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27940" y="222250"/>
                  </a:lnTo>
                  <a:lnTo>
                    <a:pt x="27940" y="219722"/>
                  </a:lnTo>
                  <a:close/>
                </a:path>
                <a:path w="27939" h="476250">
                  <a:moveTo>
                    <a:pt x="27940" y="213372"/>
                  </a:moveTo>
                  <a:lnTo>
                    <a:pt x="0" y="213372"/>
                  </a:lnTo>
                  <a:lnTo>
                    <a:pt x="0" y="219710"/>
                  </a:lnTo>
                  <a:lnTo>
                    <a:pt x="27940" y="219710"/>
                  </a:lnTo>
                  <a:lnTo>
                    <a:pt x="27940" y="213372"/>
                  </a:lnTo>
                  <a:close/>
                </a:path>
                <a:path w="27939" h="476250">
                  <a:moveTo>
                    <a:pt x="27940" y="207022"/>
                  </a:moveTo>
                  <a:lnTo>
                    <a:pt x="0" y="207022"/>
                  </a:lnTo>
                  <a:lnTo>
                    <a:pt x="0" y="213360"/>
                  </a:lnTo>
                  <a:lnTo>
                    <a:pt x="27940" y="213360"/>
                  </a:lnTo>
                  <a:lnTo>
                    <a:pt x="27940" y="207022"/>
                  </a:lnTo>
                  <a:close/>
                </a:path>
                <a:path w="27939" h="476250">
                  <a:moveTo>
                    <a:pt x="27940" y="195592"/>
                  </a:moveTo>
                  <a:lnTo>
                    <a:pt x="0" y="195592"/>
                  </a:lnTo>
                  <a:lnTo>
                    <a:pt x="0" y="207010"/>
                  </a:lnTo>
                  <a:lnTo>
                    <a:pt x="27940" y="207010"/>
                  </a:lnTo>
                  <a:lnTo>
                    <a:pt x="27940" y="195592"/>
                  </a:lnTo>
                  <a:close/>
                </a:path>
                <a:path w="27939" h="476250">
                  <a:moveTo>
                    <a:pt x="2794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7940" y="195580"/>
                  </a:lnTo>
                  <a:lnTo>
                    <a:pt x="27940" y="189242"/>
                  </a:lnTo>
                  <a:close/>
                </a:path>
                <a:path w="27939" h="476250">
                  <a:moveTo>
                    <a:pt x="27940" y="182892"/>
                  </a:moveTo>
                  <a:lnTo>
                    <a:pt x="0" y="182892"/>
                  </a:lnTo>
                  <a:lnTo>
                    <a:pt x="0" y="189230"/>
                  </a:lnTo>
                  <a:lnTo>
                    <a:pt x="27940" y="189230"/>
                  </a:lnTo>
                  <a:lnTo>
                    <a:pt x="27940" y="182892"/>
                  </a:lnTo>
                  <a:close/>
                </a:path>
                <a:path w="27939" h="476250">
                  <a:moveTo>
                    <a:pt x="27940" y="176542"/>
                  </a:moveTo>
                  <a:lnTo>
                    <a:pt x="0" y="176542"/>
                  </a:lnTo>
                  <a:lnTo>
                    <a:pt x="0" y="182880"/>
                  </a:lnTo>
                  <a:lnTo>
                    <a:pt x="27940" y="182880"/>
                  </a:lnTo>
                  <a:lnTo>
                    <a:pt x="27940" y="176542"/>
                  </a:lnTo>
                  <a:close/>
                </a:path>
                <a:path w="27939" h="476250">
                  <a:moveTo>
                    <a:pt x="27940" y="170192"/>
                  </a:moveTo>
                  <a:lnTo>
                    <a:pt x="0" y="170192"/>
                  </a:lnTo>
                  <a:lnTo>
                    <a:pt x="0" y="176530"/>
                  </a:lnTo>
                  <a:lnTo>
                    <a:pt x="27940" y="176530"/>
                  </a:lnTo>
                  <a:lnTo>
                    <a:pt x="27940" y="170192"/>
                  </a:lnTo>
                  <a:close/>
                </a:path>
                <a:path w="27939" h="476250">
                  <a:moveTo>
                    <a:pt x="27940" y="163842"/>
                  </a:moveTo>
                  <a:lnTo>
                    <a:pt x="0" y="163842"/>
                  </a:lnTo>
                  <a:lnTo>
                    <a:pt x="0" y="170180"/>
                  </a:lnTo>
                  <a:lnTo>
                    <a:pt x="27940" y="170180"/>
                  </a:lnTo>
                  <a:lnTo>
                    <a:pt x="27940" y="163842"/>
                  </a:lnTo>
                  <a:close/>
                </a:path>
                <a:path w="27939" h="476250">
                  <a:moveTo>
                    <a:pt x="27940" y="157492"/>
                  </a:moveTo>
                  <a:lnTo>
                    <a:pt x="0" y="157492"/>
                  </a:lnTo>
                  <a:lnTo>
                    <a:pt x="0" y="163830"/>
                  </a:lnTo>
                  <a:lnTo>
                    <a:pt x="27940" y="163830"/>
                  </a:lnTo>
                  <a:lnTo>
                    <a:pt x="27940" y="157492"/>
                  </a:lnTo>
                  <a:close/>
                </a:path>
                <a:path w="27939" h="476250">
                  <a:moveTo>
                    <a:pt x="2794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7940" y="157480"/>
                  </a:lnTo>
                  <a:lnTo>
                    <a:pt x="27940" y="151142"/>
                  </a:lnTo>
                  <a:close/>
                </a:path>
                <a:path w="27939" h="476250">
                  <a:moveTo>
                    <a:pt x="27940" y="138442"/>
                  </a:moveTo>
                  <a:lnTo>
                    <a:pt x="0" y="138442"/>
                  </a:lnTo>
                  <a:lnTo>
                    <a:pt x="0" y="151130"/>
                  </a:lnTo>
                  <a:lnTo>
                    <a:pt x="27940" y="151130"/>
                  </a:lnTo>
                  <a:lnTo>
                    <a:pt x="27940" y="138442"/>
                  </a:lnTo>
                  <a:close/>
                </a:path>
                <a:path w="27939" h="476250">
                  <a:moveTo>
                    <a:pt x="27940" y="132092"/>
                  </a:moveTo>
                  <a:lnTo>
                    <a:pt x="0" y="132092"/>
                  </a:lnTo>
                  <a:lnTo>
                    <a:pt x="0" y="138430"/>
                  </a:lnTo>
                  <a:lnTo>
                    <a:pt x="27940" y="138430"/>
                  </a:lnTo>
                  <a:lnTo>
                    <a:pt x="27940" y="132092"/>
                  </a:lnTo>
                  <a:close/>
                </a:path>
                <a:path w="27939" h="476250">
                  <a:moveTo>
                    <a:pt x="27940" y="125742"/>
                  </a:moveTo>
                  <a:lnTo>
                    <a:pt x="0" y="125742"/>
                  </a:lnTo>
                  <a:lnTo>
                    <a:pt x="0" y="132080"/>
                  </a:lnTo>
                  <a:lnTo>
                    <a:pt x="27940" y="132080"/>
                  </a:lnTo>
                  <a:lnTo>
                    <a:pt x="27940" y="125742"/>
                  </a:lnTo>
                  <a:close/>
                </a:path>
                <a:path w="27939" h="476250">
                  <a:moveTo>
                    <a:pt x="27940" y="119392"/>
                  </a:moveTo>
                  <a:lnTo>
                    <a:pt x="0" y="119392"/>
                  </a:lnTo>
                  <a:lnTo>
                    <a:pt x="0" y="125730"/>
                  </a:lnTo>
                  <a:lnTo>
                    <a:pt x="27940" y="125730"/>
                  </a:lnTo>
                  <a:lnTo>
                    <a:pt x="27940" y="119392"/>
                  </a:lnTo>
                  <a:close/>
                </a:path>
                <a:path w="27939" h="476250">
                  <a:moveTo>
                    <a:pt x="27940" y="113042"/>
                  </a:moveTo>
                  <a:lnTo>
                    <a:pt x="0" y="113042"/>
                  </a:lnTo>
                  <a:lnTo>
                    <a:pt x="0" y="119380"/>
                  </a:lnTo>
                  <a:lnTo>
                    <a:pt x="27940" y="119380"/>
                  </a:lnTo>
                  <a:lnTo>
                    <a:pt x="27940" y="113042"/>
                  </a:lnTo>
                  <a:close/>
                </a:path>
                <a:path w="27939" h="476250">
                  <a:moveTo>
                    <a:pt x="27940" y="106692"/>
                  </a:moveTo>
                  <a:lnTo>
                    <a:pt x="0" y="106692"/>
                  </a:lnTo>
                  <a:lnTo>
                    <a:pt x="0" y="113030"/>
                  </a:lnTo>
                  <a:lnTo>
                    <a:pt x="27940" y="113030"/>
                  </a:lnTo>
                  <a:lnTo>
                    <a:pt x="27940" y="106692"/>
                  </a:lnTo>
                  <a:close/>
                </a:path>
                <a:path w="27939" h="476250">
                  <a:moveTo>
                    <a:pt x="27940" y="100342"/>
                  </a:moveTo>
                  <a:lnTo>
                    <a:pt x="0" y="100342"/>
                  </a:lnTo>
                  <a:lnTo>
                    <a:pt x="0" y="106680"/>
                  </a:lnTo>
                  <a:lnTo>
                    <a:pt x="27940" y="106680"/>
                  </a:lnTo>
                  <a:lnTo>
                    <a:pt x="27940" y="100342"/>
                  </a:lnTo>
                  <a:close/>
                </a:path>
                <a:path w="27939" h="476250">
                  <a:moveTo>
                    <a:pt x="2794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7940" y="100330"/>
                  </a:lnTo>
                  <a:lnTo>
                    <a:pt x="27940" y="93992"/>
                  </a:lnTo>
                  <a:close/>
                </a:path>
                <a:path w="27939" h="476250">
                  <a:moveTo>
                    <a:pt x="2794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7940" y="93980"/>
                  </a:lnTo>
                  <a:lnTo>
                    <a:pt x="27940" y="87642"/>
                  </a:lnTo>
                  <a:close/>
                </a:path>
                <a:path w="27939" h="476250">
                  <a:moveTo>
                    <a:pt x="27940" y="81292"/>
                  </a:moveTo>
                  <a:lnTo>
                    <a:pt x="0" y="81292"/>
                  </a:lnTo>
                  <a:lnTo>
                    <a:pt x="0" y="87630"/>
                  </a:lnTo>
                  <a:lnTo>
                    <a:pt x="27940" y="87630"/>
                  </a:lnTo>
                  <a:lnTo>
                    <a:pt x="27940" y="81292"/>
                  </a:lnTo>
                  <a:close/>
                </a:path>
                <a:path w="27939" h="476250">
                  <a:moveTo>
                    <a:pt x="27940" y="68592"/>
                  </a:moveTo>
                  <a:lnTo>
                    <a:pt x="0" y="68592"/>
                  </a:lnTo>
                  <a:lnTo>
                    <a:pt x="0" y="81280"/>
                  </a:lnTo>
                  <a:lnTo>
                    <a:pt x="27940" y="81280"/>
                  </a:lnTo>
                  <a:lnTo>
                    <a:pt x="27940" y="68592"/>
                  </a:lnTo>
                  <a:close/>
                </a:path>
                <a:path w="27939" h="476250">
                  <a:moveTo>
                    <a:pt x="27940" y="62242"/>
                  </a:moveTo>
                  <a:lnTo>
                    <a:pt x="0" y="62242"/>
                  </a:lnTo>
                  <a:lnTo>
                    <a:pt x="0" y="68580"/>
                  </a:lnTo>
                  <a:lnTo>
                    <a:pt x="27940" y="68580"/>
                  </a:lnTo>
                  <a:lnTo>
                    <a:pt x="27940" y="62242"/>
                  </a:lnTo>
                  <a:close/>
                </a:path>
                <a:path w="27939" h="476250">
                  <a:moveTo>
                    <a:pt x="27940" y="55892"/>
                  </a:moveTo>
                  <a:lnTo>
                    <a:pt x="0" y="55892"/>
                  </a:lnTo>
                  <a:lnTo>
                    <a:pt x="0" y="62230"/>
                  </a:lnTo>
                  <a:lnTo>
                    <a:pt x="27940" y="62230"/>
                  </a:lnTo>
                  <a:lnTo>
                    <a:pt x="27940" y="55892"/>
                  </a:lnTo>
                  <a:close/>
                </a:path>
                <a:path w="27939" h="476250">
                  <a:moveTo>
                    <a:pt x="27940" y="49542"/>
                  </a:moveTo>
                  <a:lnTo>
                    <a:pt x="0" y="49542"/>
                  </a:lnTo>
                  <a:lnTo>
                    <a:pt x="0" y="55880"/>
                  </a:lnTo>
                  <a:lnTo>
                    <a:pt x="27940" y="55880"/>
                  </a:lnTo>
                  <a:lnTo>
                    <a:pt x="27940" y="49542"/>
                  </a:lnTo>
                  <a:close/>
                </a:path>
                <a:path w="27939" h="476250">
                  <a:moveTo>
                    <a:pt x="2794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7940" y="49530"/>
                  </a:lnTo>
                  <a:lnTo>
                    <a:pt x="27940" y="43192"/>
                  </a:lnTo>
                  <a:close/>
                </a:path>
                <a:path w="27939" h="476250">
                  <a:moveTo>
                    <a:pt x="2794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7940" y="43180"/>
                  </a:lnTo>
                  <a:lnTo>
                    <a:pt x="27940" y="36842"/>
                  </a:lnTo>
                  <a:close/>
                </a:path>
                <a:path w="27939" h="476250">
                  <a:moveTo>
                    <a:pt x="2794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7940" y="36830"/>
                  </a:lnTo>
                  <a:lnTo>
                    <a:pt x="27940" y="30492"/>
                  </a:lnTo>
                  <a:close/>
                </a:path>
                <a:path w="27939" h="476250">
                  <a:moveTo>
                    <a:pt x="27940" y="24142"/>
                  </a:moveTo>
                  <a:lnTo>
                    <a:pt x="0" y="24142"/>
                  </a:lnTo>
                  <a:lnTo>
                    <a:pt x="0" y="30480"/>
                  </a:lnTo>
                  <a:lnTo>
                    <a:pt x="27940" y="30480"/>
                  </a:lnTo>
                  <a:lnTo>
                    <a:pt x="27940" y="24142"/>
                  </a:lnTo>
                  <a:close/>
                </a:path>
                <a:path w="27939" h="476250">
                  <a:moveTo>
                    <a:pt x="2794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7940" y="24130"/>
                  </a:lnTo>
                  <a:lnTo>
                    <a:pt x="27940" y="17792"/>
                  </a:lnTo>
                  <a:close/>
                </a:path>
                <a:path w="27939" h="476250">
                  <a:moveTo>
                    <a:pt x="27940" y="5092"/>
                  </a:moveTo>
                  <a:lnTo>
                    <a:pt x="0" y="5092"/>
                  </a:lnTo>
                  <a:lnTo>
                    <a:pt x="0" y="17780"/>
                  </a:lnTo>
                  <a:lnTo>
                    <a:pt x="27940" y="17780"/>
                  </a:lnTo>
                  <a:lnTo>
                    <a:pt x="27940" y="5092"/>
                  </a:lnTo>
                  <a:close/>
                </a:path>
                <a:path w="27939" h="476250">
                  <a:moveTo>
                    <a:pt x="279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7940" y="5080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24496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3" name="object 3763"/>
            <p:cNvSpPr/>
            <p:nvPr/>
          </p:nvSpPr>
          <p:spPr>
            <a:xfrm>
              <a:off x="4634230" y="5500382"/>
              <a:ext cx="27940" cy="181610"/>
            </a:xfrm>
            <a:custGeom>
              <a:avLst/>
              <a:gdLst/>
              <a:ahLst/>
              <a:cxnLst/>
              <a:rect l="l" t="t" r="r" b="b"/>
              <a:pathLst>
                <a:path w="27939" h="181610">
                  <a:moveTo>
                    <a:pt x="27940" y="180340"/>
                  </a:moveTo>
                  <a:lnTo>
                    <a:pt x="0" y="180340"/>
                  </a:lnTo>
                  <a:lnTo>
                    <a:pt x="0" y="181597"/>
                  </a:lnTo>
                  <a:lnTo>
                    <a:pt x="27940" y="181597"/>
                  </a:lnTo>
                  <a:lnTo>
                    <a:pt x="27940" y="180340"/>
                  </a:lnTo>
                  <a:close/>
                </a:path>
                <a:path w="27939" h="181610">
                  <a:moveTo>
                    <a:pt x="27940" y="173990"/>
                  </a:moveTo>
                  <a:lnTo>
                    <a:pt x="0" y="173990"/>
                  </a:lnTo>
                  <a:lnTo>
                    <a:pt x="0" y="180327"/>
                  </a:lnTo>
                  <a:lnTo>
                    <a:pt x="27940" y="180327"/>
                  </a:lnTo>
                  <a:lnTo>
                    <a:pt x="27940" y="173990"/>
                  </a:lnTo>
                  <a:close/>
                </a:path>
                <a:path w="27939" h="181610">
                  <a:moveTo>
                    <a:pt x="27940" y="171450"/>
                  </a:moveTo>
                  <a:lnTo>
                    <a:pt x="0" y="171450"/>
                  </a:lnTo>
                  <a:lnTo>
                    <a:pt x="0" y="173977"/>
                  </a:lnTo>
                  <a:lnTo>
                    <a:pt x="27940" y="173977"/>
                  </a:lnTo>
                  <a:lnTo>
                    <a:pt x="27940" y="171450"/>
                  </a:lnTo>
                  <a:close/>
                </a:path>
                <a:path w="27939" h="181610">
                  <a:moveTo>
                    <a:pt x="27940" y="167640"/>
                  </a:moveTo>
                  <a:lnTo>
                    <a:pt x="0" y="167640"/>
                  </a:lnTo>
                  <a:lnTo>
                    <a:pt x="0" y="171437"/>
                  </a:lnTo>
                  <a:lnTo>
                    <a:pt x="27940" y="171437"/>
                  </a:lnTo>
                  <a:lnTo>
                    <a:pt x="27940" y="167640"/>
                  </a:lnTo>
                  <a:close/>
                </a:path>
                <a:path w="27939" h="181610">
                  <a:moveTo>
                    <a:pt x="27940" y="165100"/>
                  </a:moveTo>
                  <a:lnTo>
                    <a:pt x="0" y="165100"/>
                  </a:lnTo>
                  <a:lnTo>
                    <a:pt x="0" y="167627"/>
                  </a:lnTo>
                  <a:lnTo>
                    <a:pt x="27940" y="167627"/>
                  </a:lnTo>
                  <a:lnTo>
                    <a:pt x="27940" y="165100"/>
                  </a:lnTo>
                  <a:close/>
                </a:path>
                <a:path w="27939" h="181610">
                  <a:moveTo>
                    <a:pt x="27940" y="161290"/>
                  </a:moveTo>
                  <a:lnTo>
                    <a:pt x="0" y="161290"/>
                  </a:lnTo>
                  <a:lnTo>
                    <a:pt x="0" y="165087"/>
                  </a:lnTo>
                  <a:lnTo>
                    <a:pt x="27940" y="165087"/>
                  </a:lnTo>
                  <a:lnTo>
                    <a:pt x="27940" y="161290"/>
                  </a:lnTo>
                  <a:close/>
                </a:path>
                <a:path w="27939" h="181610">
                  <a:moveTo>
                    <a:pt x="27940" y="154940"/>
                  </a:moveTo>
                  <a:lnTo>
                    <a:pt x="0" y="154940"/>
                  </a:lnTo>
                  <a:lnTo>
                    <a:pt x="0" y="161277"/>
                  </a:lnTo>
                  <a:lnTo>
                    <a:pt x="27940" y="161277"/>
                  </a:lnTo>
                  <a:lnTo>
                    <a:pt x="27940" y="154940"/>
                  </a:lnTo>
                  <a:close/>
                </a:path>
                <a:path w="27939" h="181610">
                  <a:moveTo>
                    <a:pt x="27940" y="152400"/>
                  </a:moveTo>
                  <a:lnTo>
                    <a:pt x="0" y="152400"/>
                  </a:lnTo>
                  <a:lnTo>
                    <a:pt x="0" y="154927"/>
                  </a:lnTo>
                  <a:lnTo>
                    <a:pt x="27940" y="154927"/>
                  </a:lnTo>
                  <a:lnTo>
                    <a:pt x="27940" y="152400"/>
                  </a:lnTo>
                  <a:close/>
                </a:path>
                <a:path w="27939" h="181610">
                  <a:moveTo>
                    <a:pt x="27940" y="148590"/>
                  </a:moveTo>
                  <a:lnTo>
                    <a:pt x="0" y="148590"/>
                  </a:lnTo>
                  <a:lnTo>
                    <a:pt x="0" y="152387"/>
                  </a:lnTo>
                  <a:lnTo>
                    <a:pt x="27940" y="152387"/>
                  </a:lnTo>
                  <a:lnTo>
                    <a:pt x="27940" y="148590"/>
                  </a:lnTo>
                  <a:close/>
                </a:path>
                <a:path w="27939" h="181610">
                  <a:moveTo>
                    <a:pt x="27940" y="146050"/>
                  </a:moveTo>
                  <a:lnTo>
                    <a:pt x="0" y="146050"/>
                  </a:lnTo>
                  <a:lnTo>
                    <a:pt x="0" y="148577"/>
                  </a:lnTo>
                  <a:lnTo>
                    <a:pt x="27940" y="148577"/>
                  </a:lnTo>
                  <a:lnTo>
                    <a:pt x="27940" y="146050"/>
                  </a:lnTo>
                  <a:close/>
                </a:path>
                <a:path w="27939" h="181610">
                  <a:moveTo>
                    <a:pt x="27940" y="142240"/>
                  </a:moveTo>
                  <a:lnTo>
                    <a:pt x="0" y="142240"/>
                  </a:lnTo>
                  <a:lnTo>
                    <a:pt x="0" y="146037"/>
                  </a:lnTo>
                  <a:lnTo>
                    <a:pt x="27940" y="146037"/>
                  </a:lnTo>
                  <a:lnTo>
                    <a:pt x="27940" y="142240"/>
                  </a:lnTo>
                  <a:close/>
                </a:path>
                <a:path w="27939" h="181610">
                  <a:moveTo>
                    <a:pt x="27940" y="135890"/>
                  </a:moveTo>
                  <a:lnTo>
                    <a:pt x="0" y="135890"/>
                  </a:lnTo>
                  <a:lnTo>
                    <a:pt x="0" y="142227"/>
                  </a:lnTo>
                  <a:lnTo>
                    <a:pt x="27940" y="142227"/>
                  </a:lnTo>
                  <a:lnTo>
                    <a:pt x="27940" y="135890"/>
                  </a:lnTo>
                  <a:close/>
                </a:path>
                <a:path w="27939" h="181610">
                  <a:moveTo>
                    <a:pt x="27940" y="133350"/>
                  </a:moveTo>
                  <a:lnTo>
                    <a:pt x="0" y="133350"/>
                  </a:lnTo>
                  <a:lnTo>
                    <a:pt x="0" y="135877"/>
                  </a:lnTo>
                  <a:lnTo>
                    <a:pt x="27940" y="135877"/>
                  </a:lnTo>
                  <a:lnTo>
                    <a:pt x="27940" y="133350"/>
                  </a:lnTo>
                  <a:close/>
                </a:path>
                <a:path w="27939" h="181610">
                  <a:moveTo>
                    <a:pt x="27940" y="129540"/>
                  </a:moveTo>
                  <a:lnTo>
                    <a:pt x="0" y="129540"/>
                  </a:lnTo>
                  <a:lnTo>
                    <a:pt x="0" y="133337"/>
                  </a:lnTo>
                  <a:lnTo>
                    <a:pt x="27940" y="133337"/>
                  </a:lnTo>
                  <a:lnTo>
                    <a:pt x="27940" y="129540"/>
                  </a:lnTo>
                  <a:close/>
                </a:path>
                <a:path w="27939" h="181610">
                  <a:moveTo>
                    <a:pt x="27940" y="127000"/>
                  </a:moveTo>
                  <a:lnTo>
                    <a:pt x="0" y="127000"/>
                  </a:lnTo>
                  <a:lnTo>
                    <a:pt x="0" y="129527"/>
                  </a:lnTo>
                  <a:lnTo>
                    <a:pt x="27940" y="129527"/>
                  </a:lnTo>
                  <a:lnTo>
                    <a:pt x="27940" y="127000"/>
                  </a:lnTo>
                  <a:close/>
                </a:path>
                <a:path w="27939" h="181610">
                  <a:moveTo>
                    <a:pt x="27940" y="120650"/>
                  </a:moveTo>
                  <a:lnTo>
                    <a:pt x="0" y="120650"/>
                  </a:lnTo>
                  <a:lnTo>
                    <a:pt x="0" y="126987"/>
                  </a:lnTo>
                  <a:lnTo>
                    <a:pt x="27940" y="126987"/>
                  </a:lnTo>
                  <a:lnTo>
                    <a:pt x="27940" y="120650"/>
                  </a:lnTo>
                  <a:close/>
                </a:path>
                <a:path w="27939" h="181610">
                  <a:moveTo>
                    <a:pt x="2794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27940" y="120637"/>
                  </a:lnTo>
                  <a:lnTo>
                    <a:pt x="27940" y="114300"/>
                  </a:lnTo>
                  <a:close/>
                </a:path>
                <a:path w="27939" h="181610">
                  <a:moveTo>
                    <a:pt x="27940" y="110490"/>
                  </a:moveTo>
                  <a:lnTo>
                    <a:pt x="0" y="110490"/>
                  </a:lnTo>
                  <a:lnTo>
                    <a:pt x="0" y="114287"/>
                  </a:lnTo>
                  <a:lnTo>
                    <a:pt x="27940" y="114287"/>
                  </a:lnTo>
                  <a:lnTo>
                    <a:pt x="27940" y="110490"/>
                  </a:lnTo>
                  <a:close/>
                </a:path>
                <a:path w="27939" h="181610">
                  <a:moveTo>
                    <a:pt x="27940" y="107950"/>
                  </a:moveTo>
                  <a:lnTo>
                    <a:pt x="0" y="107950"/>
                  </a:lnTo>
                  <a:lnTo>
                    <a:pt x="0" y="110477"/>
                  </a:lnTo>
                  <a:lnTo>
                    <a:pt x="27940" y="110477"/>
                  </a:lnTo>
                  <a:lnTo>
                    <a:pt x="27940" y="107950"/>
                  </a:lnTo>
                  <a:close/>
                </a:path>
                <a:path w="27939" h="181610">
                  <a:moveTo>
                    <a:pt x="27940" y="104140"/>
                  </a:moveTo>
                  <a:lnTo>
                    <a:pt x="0" y="104140"/>
                  </a:lnTo>
                  <a:lnTo>
                    <a:pt x="0" y="107937"/>
                  </a:lnTo>
                  <a:lnTo>
                    <a:pt x="27940" y="107937"/>
                  </a:lnTo>
                  <a:lnTo>
                    <a:pt x="27940" y="104140"/>
                  </a:lnTo>
                  <a:close/>
                </a:path>
                <a:path w="27939" h="181610">
                  <a:moveTo>
                    <a:pt x="27940" y="101600"/>
                  </a:moveTo>
                  <a:lnTo>
                    <a:pt x="0" y="101600"/>
                  </a:lnTo>
                  <a:lnTo>
                    <a:pt x="0" y="104127"/>
                  </a:lnTo>
                  <a:lnTo>
                    <a:pt x="27940" y="104127"/>
                  </a:lnTo>
                  <a:lnTo>
                    <a:pt x="27940" y="101600"/>
                  </a:lnTo>
                  <a:close/>
                </a:path>
                <a:path w="27939" h="181610">
                  <a:moveTo>
                    <a:pt x="27940" y="97790"/>
                  </a:moveTo>
                  <a:lnTo>
                    <a:pt x="0" y="97790"/>
                  </a:lnTo>
                  <a:lnTo>
                    <a:pt x="0" y="101587"/>
                  </a:lnTo>
                  <a:lnTo>
                    <a:pt x="27940" y="101587"/>
                  </a:lnTo>
                  <a:lnTo>
                    <a:pt x="27940" y="97790"/>
                  </a:lnTo>
                  <a:close/>
                </a:path>
                <a:path w="27939" h="181610">
                  <a:moveTo>
                    <a:pt x="27940" y="95250"/>
                  </a:moveTo>
                  <a:lnTo>
                    <a:pt x="0" y="95250"/>
                  </a:lnTo>
                  <a:lnTo>
                    <a:pt x="0" y="97777"/>
                  </a:lnTo>
                  <a:lnTo>
                    <a:pt x="27940" y="97777"/>
                  </a:lnTo>
                  <a:lnTo>
                    <a:pt x="27940" y="95250"/>
                  </a:lnTo>
                  <a:close/>
                </a:path>
                <a:path w="27939" h="181610">
                  <a:moveTo>
                    <a:pt x="27940" y="91440"/>
                  </a:moveTo>
                  <a:lnTo>
                    <a:pt x="0" y="91440"/>
                  </a:lnTo>
                  <a:lnTo>
                    <a:pt x="0" y="95237"/>
                  </a:lnTo>
                  <a:lnTo>
                    <a:pt x="27940" y="95237"/>
                  </a:lnTo>
                  <a:lnTo>
                    <a:pt x="27940" y="91440"/>
                  </a:lnTo>
                  <a:close/>
                </a:path>
                <a:path w="27939" h="181610">
                  <a:moveTo>
                    <a:pt x="27940" y="82550"/>
                  </a:moveTo>
                  <a:lnTo>
                    <a:pt x="0" y="82550"/>
                  </a:lnTo>
                  <a:lnTo>
                    <a:pt x="0" y="91427"/>
                  </a:lnTo>
                  <a:lnTo>
                    <a:pt x="27940" y="91427"/>
                  </a:lnTo>
                  <a:lnTo>
                    <a:pt x="27940" y="82550"/>
                  </a:lnTo>
                  <a:close/>
                </a:path>
                <a:path w="27939" h="181610">
                  <a:moveTo>
                    <a:pt x="27940" y="72390"/>
                  </a:moveTo>
                  <a:lnTo>
                    <a:pt x="0" y="72390"/>
                  </a:lnTo>
                  <a:lnTo>
                    <a:pt x="0" y="82537"/>
                  </a:lnTo>
                  <a:lnTo>
                    <a:pt x="27940" y="82537"/>
                  </a:lnTo>
                  <a:lnTo>
                    <a:pt x="27940" y="72390"/>
                  </a:lnTo>
                  <a:close/>
                </a:path>
                <a:path w="27939" h="181610">
                  <a:moveTo>
                    <a:pt x="27940" y="63500"/>
                  </a:moveTo>
                  <a:lnTo>
                    <a:pt x="0" y="63500"/>
                  </a:lnTo>
                  <a:lnTo>
                    <a:pt x="0" y="72377"/>
                  </a:lnTo>
                  <a:lnTo>
                    <a:pt x="27940" y="72377"/>
                  </a:lnTo>
                  <a:lnTo>
                    <a:pt x="27940" y="63500"/>
                  </a:lnTo>
                  <a:close/>
                </a:path>
                <a:path w="27939" h="181610">
                  <a:moveTo>
                    <a:pt x="27940" y="53340"/>
                  </a:moveTo>
                  <a:lnTo>
                    <a:pt x="0" y="53340"/>
                  </a:lnTo>
                  <a:lnTo>
                    <a:pt x="0" y="63487"/>
                  </a:lnTo>
                  <a:lnTo>
                    <a:pt x="27940" y="63487"/>
                  </a:lnTo>
                  <a:lnTo>
                    <a:pt x="27940" y="53340"/>
                  </a:lnTo>
                  <a:close/>
                </a:path>
                <a:path w="27939" h="181610">
                  <a:moveTo>
                    <a:pt x="27940" y="50800"/>
                  </a:moveTo>
                  <a:lnTo>
                    <a:pt x="0" y="50800"/>
                  </a:lnTo>
                  <a:lnTo>
                    <a:pt x="0" y="53327"/>
                  </a:lnTo>
                  <a:lnTo>
                    <a:pt x="27940" y="53327"/>
                  </a:lnTo>
                  <a:lnTo>
                    <a:pt x="27940" y="50800"/>
                  </a:lnTo>
                  <a:close/>
                </a:path>
                <a:path w="27939" h="181610">
                  <a:moveTo>
                    <a:pt x="27940" y="46990"/>
                  </a:moveTo>
                  <a:lnTo>
                    <a:pt x="0" y="46990"/>
                  </a:lnTo>
                  <a:lnTo>
                    <a:pt x="0" y="50787"/>
                  </a:lnTo>
                  <a:lnTo>
                    <a:pt x="27940" y="50787"/>
                  </a:lnTo>
                  <a:lnTo>
                    <a:pt x="27940" y="46990"/>
                  </a:lnTo>
                  <a:close/>
                </a:path>
                <a:path w="27939" h="181610">
                  <a:moveTo>
                    <a:pt x="27940" y="40640"/>
                  </a:moveTo>
                  <a:lnTo>
                    <a:pt x="0" y="40640"/>
                  </a:lnTo>
                  <a:lnTo>
                    <a:pt x="0" y="46977"/>
                  </a:lnTo>
                  <a:lnTo>
                    <a:pt x="27940" y="46977"/>
                  </a:lnTo>
                  <a:lnTo>
                    <a:pt x="27940" y="40640"/>
                  </a:lnTo>
                  <a:close/>
                </a:path>
                <a:path w="27939" h="181610">
                  <a:moveTo>
                    <a:pt x="27940" y="34290"/>
                  </a:moveTo>
                  <a:lnTo>
                    <a:pt x="0" y="34290"/>
                  </a:lnTo>
                  <a:lnTo>
                    <a:pt x="0" y="40627"/>
                  </a:lnTo>
                  <a:lnTo>
                    <a:pt x="27940" y="40627"/>
                  </a:lnTo>
                  <a:lnTo>
                    <a:pt x="27940" y="34290"/>
                  </a:lnTo>
                  <a:close/>
                </a:path>
                <a:path w="27939" h="181610">
                  <a:moveTo>
                    <a:pt x="27940" y="27940"/>
                  </a:moveTo>
                  <a:lnTo>
                    <a:pt x="0" y="27940"/>
                  </a:lnTo>
                  <a:lnTo>
                    <a:pt x="0" y="34277"/>
                  </a:lnTo>
                  <a:lnTo>
                    <a:pt x="27940" y="34277"/>
                  </a:lnTo>
                  <a:lnTo>
                    <a:pt x="27940" y="27940"/>
                  </a:lnTo>
                  <a:close/>
                </a:path>
                <a:path w="27939" h="181610">
                  <a:moveTo>
                    <a:pt x="27940" y="25400"/>
                  </a:moveTo>
                  <a:lnTo>
                    <a:pt x="0" y="25400"/>
                  </a:lnTo>
                  <a:lnTo>
                    <a:pt x="0" y="27927"/>
                  </a:lnTo>
                  <a:lnTo>
                    <a:pt x="27940" y="27927"/>
                  </a:lnTo>
                  <a:lnTo>
                    <a:pt x="27940" y="25400"/>
                  </a:lnTo>
                  <a:close/>
                </a:path>
                <a:path w="27939" h="181610">
                  <a:moveTo>
                    <a:pt x="2794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27940" y="25387"/>
                  </a:lnTo>
                  <a:lnTo>
                    <a:pt x="27940" y="21590"/>
                  </a:lnTo>
                  <a:close/>
                </a:path>
                <a:path w="27939" h="181610">
                  <a:moveTo>
                    <a:pt x="27940" y="15240"/>
                  </a:moveTo>
                  <a:lnTo>
                    <a:pt x="0" y="15240"/>
                  </a:lnTo>
                  <a:lnTo>
                    <a:pt x="0" y="21577"/>
                  </a:lnTo>
                  <a:lnTo>
                    <a:pt x="27940" y="21577"/>
                  </a:lnTo>
                  <a:lnTo>
                    <a:pt x="27940" y="15240"/>
                  </a:lnTo>
                  <a:close/>
                </a:path>
                <a:path w="27939" h="181610">
                  <a:moveTo>
                    <a:pt x="2794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7940" y="15227"/>
                  </a:lnTo>
                  <a:lnTo>
                    <a:pt x="27940" y="12700"/>
                  </a:lnTo>
                  <a:close/>
                </a:path>
                <a:path w="27939" h="181610">
                  <a:moveTo>
                    <a:pt x="2794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7940" y="12687"/>
                  </a:lnTo>
                  <a:lnTo>
                    <a:pt x="27940" y="8890"/>
                  </a:lnTo>
                  <a:close/>
                </a:path>
                <a:path w="27939" h="181610">
                  <a:moveTo>
                    <a:pt x="27940" y="0"/>
                  </a:moveTo>
                  <a:lnTo>
                    <a:pt x="0" y="0"/>
                  </a:lnTo>
                  <a:lnTo>
                    <a:pt x="0" y="8877"/>
                  </a:lnTo>
                  <a:lnTo>
                    <a:pt x="27940" y="8877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24496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4" name="object 3764"/>
            <p:cNvSpPr/>
            <p:nvPr/>
          </p:nvSpPr>
          <p:spPr>
            <a:xfrm>
              <a:off x="4662170" y="5033010"/>
              <a:ext cx="27940" cy="476250"/>
            </a:xfrm>
            <a:custGeom>
              <a:avLst/>
              <a:gdLst/>
              <a:ahLst/>
              <a:cxnLst/>
              <a:rect l="l" t="t" r="r" b="b"/>
              <a:pathLst>
                <a:path w="27939" h="476250">
                  <a:moveTo>
                    <a:pt x="27940" y="467372"/>
                  </a:moveTo>
                  <a:lnTo>
                    <a:pt x="0" y="467372"/>
                  </a:lnTo>
                  <a:lnTo>
                    <a:pt x="0" y="476250"/>
                  </a:lnTo>
                  <a:lnTo>
                    <a:pt x="27940" y="476250"/>
                  </a:lnTo>
                  <a:lnTo>
                    <a:pt x="27940" y="467372"/>
                  </a:lnTo>
                  <a:close/>
                </a:path>
                <a:path w="27939" h="476250">
                  <a:moveTo>
                    <a:pt x="27940" y="463562"/>
                  </a:moveTo>
                  <a:lnTo>
                    <a:pt x="0" y="463562"/>
                  </a:lnTo>
                  <a:lnTo>
                    <a:pt x="0" y="467360"/>
                  </a:lnTo>
                  <a:lnTo>
                    <a:pt x="27940" y="467360"/>
                  </a:lnTo>
                  <a:lnTo>
                    <a:pt x="27940" y="463562"/>
                  </a:lnTo>
                  <a:close/>
                </a:path>
                <a:path w="27939" h="476250">
                  <a:moveTo>
                    <a:pt x="27940" y="461022"/>
                  </a:moveTo>
                  <a:lnTo>
                    <a:pt x="0" y="461022"/>
                  </a:lnTo>
                  <a:lnTo>
                    <a:pt x="0" y="463550"/>
                  </a:lnTo>
                  <a:lnTo>
                    <a:pt x="27940" y="463550"/>
                  </a:lnTo>
                  <a:lnTo>
                    <a:pt x="27940" y="461022"/>
                  </a:lnTo>
                  <a:close/>
                </a:path>
                <a:path w="27939" h="476250">
                  <a:moveTo>
                    <a:pt x="27940" y="457212"/>
                  </a:moveTo>
                  <a:lnTo>
                    <a:pt x="0" y="457212"/>
                  </a:lnTo>
                  <a:lnTo>
                    <a:pt x="0" y="461010"/>
                  </a:lnTo>
                  <a:lnTo>
                    <a:pt x="27940" y="461010"/>
                  </a:lnTo>
                  <a:lnTo>
                    <a:pt x="27940" y="457212"/>
                  </a:lnTo>
                  <a:close/>
                </a:path>
                <a:path w="27939" h="476250">
                  <a:moveTo>
                    <a:pt x="27940" y="448322"/>
                  </a:moveTo>
                  <a:lnTo>
                    <a:pt x="0" y="448322"/>
                  </a:lnTo>
                  <a:lnTo>
                    <a:pt x="0" y="457200"/>
                  </a:lnTo>
                  <a:lnTo>
                    <a:pt x="27940" y="457200"/>
                  </a:lnTo>
                  <a:lnTo>
                    <a:pt x="27940" y="448322"/>
                  </a:lnTo>
                  <a:close/>
                </a:path>
                <a:path w="27939" h="476250">
                  <a:moveTo>
                    <a:pt x="27940" y="429272"/>
                  </a:moveTo>
                  <a:lnTo>
                    <a:pt x="0" y="429272"/>
                  </a:lnTo>
                  <a:lnTo>
                    <a:pt x="0" y="448310"/>
                  </a:lnTo>
                  <a:lnTo>
                    <a:pt x="27940" y="448310"/>
                  </a:lnTo>
                  <a:lnTo>
                    <a:pt x="27940" y="429272"/>
                  </a:lnTo>
                  <a:close/>
                </a:path>
                <a:path w="27939" h="476250">
                  <a:moveTo>
                    <a:pt x="27940" y="422922"/>
                  </a:moveTo>
                  <a:lnTo>
                    <a:pt x="0" y="422922"/>
                  </a:lnTo>
                  <a:lnTo>
                    <a:pt x="0" y="429260"/>
                  </a:lnTo>
                  <a:lnTo>
                    <a:pt x="27940" y="429260"/>
                  </a:lnTo>
                  <a:lnTo>
                    <a:pt x="27940" y="422922"/>
                  </a:lnTo>
                  <a:close/>
                </a:path>
                <a:path w="27939" h="476250">
                  <a:moveTo>
                    <a:pt x="27940" y="416572"/>
                  </a:moveTo>
                  <a:lnTo>
                    <a:pt x="0" y="416572"/>
                  </a:lnTo>
                  <a:lnTo>
                    <a:pt x="0" y="422910"/>
                  </a:lnTo>
                  <a:lnTo>
                    <a:pt x="27940" y="422910"/>
                  </a:lnTo>
                  <a:lnTo>
                    <a:pt x="27940" y="416572"/>
                  </a:lnTo>
                  <a:close/>
                </a:path>
                <a:path w="27939" h="476250">
                  <a:moveTo>
                    <a:pt x="27940" y="412762"/>
                  </a:moveTo>
                  <a:lnTo>
                    <a:pt x="0" y="412762"/>
                  </a:lnTo>
                  <a:lnTo>
                    <a:pt x="0" y="416560"/>
                  </a:lnTo>
                  <a:lnTo>
                    <a:pt x="27940" y="416560"/>
                  </a:lnTo>
                  <a:lnTo>
                    <a:pt x="27940" y="412762"/>
                  </a:lnTo>
                  <a:close/>
                </a:path>
                <a:path w="27939" h="476250">
                  <a:moveTo>
                    <a:pt x="27940" y="410222"/>
                  </a:moveTo>
                  <a:lnTo>
                    <a:pt x="0" y="410222"/>
                  </a:lnTo>
                  <a:lnTo>
                    <a:pt x="0" y="412750"/>
                  </a:lnTo>
                  <a:lnTo>
                    <a:pt x="27940" y="412750"/>
                  </a:lnTo>
                  <a:lnTo>
                    <a:pt x="27940" y="410222"/>
                  </a:lnTo>
                  <a:close/>
                </a:path>
                <a:path w="27939" h="476250">
                  <a:moveTo>
                    <a:pt x="27940" y="406412"/>
                  </a:moveTo>
                  <a:lnTo>
                    <a:pt x="0" y="406412"/>
                  </a:lnTo>
                  <a:lnTo>
                    <a:pt x="0" y="410210"/>
                  </a:lnTo>
                  <a:lnTo>
                    <a:pt x="27940" y="410210"/>
                  </a:lnTo>
                  <a:lnTo>
                    <a:pt x="27940" y="406412"/>
                  </a:lnTo>
                  <a:close/>
                </a:path>
                <a:path w="27939" h="476250">
                  <a:moveTo>
                    <a:pt x="27940" y="403872"/>
                  </a:moveTo>
                  <a:lnTo>
                    <a:pt x="0" y="403872"/>
                  </a:lnTo>
                  <a:lnTo>
                    <a:pt x="0" y="406400"/>
                  </a:lnTo>
                  <a:lnTo>
                    <a:pt x="27940" y="406400"/>
                  </a:lnTo>
                  <a:lnTo>
                    <a:pt x="27940" y="403872"/>
                  </a:lnTo>
                  <a:close/>
                </a:path>
                <a:path w="27939" h="476250">
                  <a:moveTo>
                    <a:pt x="27940" y="397522"/>
                  </a:moveTo>
                  <a:lnTo>
                    <a:pt x="0" y="397522"/>
                  </a:lnTo>
                  <a:lnTo>
                    <a:pt x="0" y="403860"/>
                  </a:lnTo>
                  <a:lnTo>
                    <a:pt x="27940" y="403860"/>
                  </a:lnTo>
                  <a:lnTo>
                    <a:pt x="27940" y="397522"/>
                  </a:lnTo>
                  <a:close/>
                </a:path>
                <a:path w="27939" h="476250">
                  <a:moveTo>
                    <a:pt x="27940" y="393712"/>
                  </a:moveTo>
                  <a:lnTo>
                    <a:pt x="0" y="393712"/>
                  </a:lnTo>
                  <a:lnTo>
                    <a:pt x="0" y="397510"/>
                  </a:lnTo>
                  <a:lnTo>
                    <a:pt x="27940" y="397510"/>
                  </a:lnTo>
                  <a:lnTo>
                    <a:pt x="27940" y="393712"/>
                  </a:lnTo>
                  <a:close/>
                </a:path>
                <a:path w="27939" h="476250">
                  <a:moveTo>
                    <a:pt x="27940" y="391172"/>
                  </a:moveTo>
                  <a:lnTo>
                    <a:pt x="0" y="391172"/>
                  </a:lnTo>
                  <a:lnTo>
                    <a:pt x="0" y="393700"/>
                  </a:lnTo>
                  <a:lnTo>
                    <a:pt x="27940" y="393700"/>
                  </a:lnTo>
                  <a:lnTo>
                    <a:pt x="27940" y="391172"/>
                  </a:lnTo>
                  <a:close/>
                </a:path>
                <a:path w="27939" h="476250">
                  <a:moveTo>
                    <a:pt x="27940" y="387362"/>
                  </a:moveTo>
                  <a:lnTo>
                    <a:pt x="0" y="387362"/>
                  </a:lnTo>
                  <a:lnTo>
                    <a:pt x="0" y="391160"/>
                  </a:lnTo>
                  <a:lnTo>
                    <a:pt x="27940" y="391160"/>
                  </a:lnTo>
                  <a:lnTo>
                    <a:pt x="27940" y="387362"/>
                  </a:lnTo>
                  <a:close/>
                </a:path>
                <a:path w="27939" h="476250">
                  <a:moveTo>
                    <a:pt x="27940" y="384822"/>
                  </a:moveTo>
                  <a:lnTo>
                    <a:pt x="0" y="384822"/>
                  </a:lnTo>
                  <a:lnTo>
                    <a:pt x="0" y="387350"/>
                  </a:lnTo>
                  <a:lnTo>
                    <a:pt x="27940" y="387350"/>
                  </a:lnTo>
                  <a:lnTo>
                    <a:pt x="27940" y="384822"/>
                  </a:lnTo>
                  <a:close/>
                </a:path>
                <a:path w="27939" h="476250">
                  <a:moveTo>
                    <a:pt x="27940" y="365772"/>
                  </a:moveTo>
                  <a:lnTo>
                    <a:pt x="0" y="365772"/>
                  </a:lnTo>
                  <a:lnTo>
                    <a:pt x="0" y="384810"/>
                  </a:lnTo>
                  <a:lnTo>
                    <a:pt x="27940" y="384810"/>
                  </a:lnTo>
                  <a:lnTo>
                    <a:pt x="27940" y="365772"/>
                  </a:lnTo>
                  <a:close/>
                </a:path>
                <a:path w="27939" h="476250">
                  <a:moveTo>
                    <a:pt x="27940" y="359422"/>
                  </a:moveTo>
                  <a:lnTo>
                    <a:pt x="0" y="359422"/>
                  </a:lnTo>
                  <a:lnTo>
                    <a:pt x="0" y="365760"/>
                  </a:lnTo>
                  <a:lnTo>
                    <a:pt x="27940" y="365760"/>
                  </a:lnTo>
                  <a:lnTo>
                    <a:pt x="27940" y="359422"/>
                  </a:lnTo>
                  <a:close/>
                </a:path>
                <a:path w="27939" h="476250">
                  <a:moveTo>
                    <a:pt x="27940" y="355612"/>
                  </a:moveTo>
                  <a:lnTo>
                    <a:pt x="0" y="355612"/>
                  </a:lnTo>
                  <a:lnTo>
                    <a:pt x="0" y="359410"/>
                  </a:lnTo>
                  <a:lnTo>
                    <a:pt x="27940" y="359410"/>
                  </a:lnTo>
                  <a:lnTo>
                    <a:pt x="27940" y="355612"/>
                  </a:lnTo>
                  <a:close/>
                </a:path>
                <a:path w="27939" h="476250">
                  <a:moveTo>
                    <a:pt x="27940" y="346722"/>
                  </a:moveTo>
                  <a:lnTo>
                    <a:pt x="0" y="346722"/>
                  </a:lnTo>
                  <a:lnTo>
                    <a:pt x="0" y="355600"/>
                  </a:lnTo>
                  <a:lnTo>
                    <a:pt x="27940" y="355600"/>
                  </a:lnTo>
                  <a:lnTo>
                    <a:pt x="27940" y="346722"/>
                  </a:lnTo>
                  <a:close/>
                </a:path>
                <a:path w="27939" h="476250">
                  <a:moveTo>
                    <a:pt x="27940" y="340372"/>
                  </a:moveTo>
                  <a:lnTo>
                    <a:pt x="0" y="340372"/>
                  </a:lnTo>
                  <a:lnTo>
                    <a:pt x="0" y="346710"/>
                  </a:lnTo>
                  <a:lnTo>
                    <a:pt x="27940" y="346710"/>
                  </a:lnTo>
                  <a:lnTo>
                    <a:pt x="27940" y="340372"/>
                  </a:lnTo>
                  <a:close/>
                </a:path>
                <a:path w="27939" h="476250">
                  <a:moveTo>
                    <a:pt x="27940" y="334022"/>
                  </a:moveTo>
                  <a:lnTo>
                    <a:pt x="0" y="334022"/>
                  </a:lnTo>
                  <a:lnTo>
                    <a:pt x="0" y="340360"/>
                  </a:lnTo>
                  <a:lnTo>
                    <a:pt x="27940" y="340360"/>
                  </a:lnTo>
                  <a:lnTo>
                    <a:pt x="27940" y="334022"/>
                  </a:lnTo>
                  <a:close/>
                </a:path>
                <a:path w="27939" h="476250">
                  <a:moveTo>
                    <a:pt x="27940" y="330212"/>
                  </a:moveTo>
                  <a:lnTo>
                    <a:pt x="0" y="330212"/>
                  </a:lnTo>
                  <a:lnTo>
                    <a:pt x="0" y="334010"/>
                  </a:lnTo>
                  <a:lnTo>
                    <a:pt x="27940" y="334010"/>
                  </a:lnTo>
                  <a:lnTo>
                    <a:pt x="27940" y="330212"/>
                  </a:lnTo>
                  <a:close/>
                </a:path>
                <a:path w="27939" h="476250">
                  <a:moveTo>
                    <a:pt x="27940" y="327672"/>
                  </a:moveTo>
                  <a:lnTo>
                    <a:pt x="0" y="327672"/>
                  </a:lnTo>
                  <a:lnTo>
                    <a:pt x="0" y="330200"/>
                  </a:lnTo>
                  <a:lnTo>
                    <a:pt x="27940" y="330200"/>
                  </a:lnTo>
                  <a:lnTo>
                    <a:pt x="27940" y="327672"/>
                  </a:lnTo>
                  <a:close/>
                </a:path>
                <a:path w="27939" h="476250">
                  <a:moveTo>
                    <a:pt x="27940" y="317512"/>
                  </a:moveTo>
                  <a:lnTo>
                    <a:pt x="0" y="317512"/>
                  </a:lnTo>
                  <a:lnTo>
                    <a:pt x="0" y="327660"/>
                  </a:lnTo>
                  <a:lnTo>
                    <a:pt x="27940" y="327660"/>
                  </a:lnTo>
                  <a:lnTo>
                    <a:pt x="27940" y="317512"/>
                  </a:lnTo>
                  <a:close/>
                </a:path>
                <a:path w="27939" h="476250">
                  <a:moveTo>
                    <a:pt x="27940" y="314972"/>
                  </a:moveTo>
                  <a:lnTo>
                    <a:pt x="0" y="314972"/>
                  </a:lnTo>
                  <a:lnTo>
                    <a:pt x="0" y="317500"/>
                  </a:lnTo>
                  <a:lnTo>
                    <a:pt x="27940" y="317500"/>
                  </a:lnTo>
                  <a:lnTo>
                    <a:pt x="27940" y="314972"/>
                  </a:lnTo>
                  <a:close/>
                </a:path>
                <a:path w="27939" h="476250">
                  <a:moveTo>
                    <a:pt x="27940" y="311162"/>
                  </a:moveTo>
                  <a:lnTo>
                    <a:pt x="0" y="311162"/>
                  </a:lnTo>
                  <a:lnTo>
                    <a:pt x="0" y="314960"/>
                  </a:lnTo>
                  <a:lnTo>
                    <a:pt x="27940" y="314960"/>
                  </a:lnTo>
                  <a:lnTo>
                    <a:pt x="27940" y="311162"/>
                  </a:lnTo>
                  <a:close/>
                </a:path>
                <a:path w="27939" h="476250">
                  <a:moveTo>
                    <a:pt x="27940" y="304812"/>
                  </a:moveTo>
                  <a:lnTo>
                    <a:pt x="0" y="304812"/>
                  </a:lnTo>
                  <a:lnTo>
                    <a:pt x="0" y="311150"/>
                  </a:lnTo>
                  <a:lnTo>
                    <a:pt x="27940" y="311150"/>
                  </a:lnTo>
                  <a:lnTo>
                    <a:pt x="27940" y="304812"/>
                  </a:lnTo>
                  <a:close/>
                </a:path>
                <a:path w="27939" h="476250">
                  <a:moveTo>
                    <a:pt x="27940" y="292112"/>
                  </a:moveTo>
                  <a:lnTo>
                    <a:pt x="0" y="292112"/>
                  </a:lnTo>
                  <a:lnTo>
                    <a:pt x="0" y="304800"/>
                  </a:lnTo>
                  <a:lnTo>
                    <a:pt x="27940" y="304800"/>
                  </a:lnTo>
                  <a:lnTo>
                    <a:pt x="27940" y="292112"/>
                  </a:lnTo>
                  <a:close/>
                </a:path>
                <a:path w="27939" h="476250">
                  <a:moveTo>
                    <a:pt x="27940" y="289572"/>
                  </a:moveTo>
                  <a:lnTo>
                    <a:pt x="0" y="289572"/>
                  </a:lnTo>
                  <a:lnTo>
                    <a:pt x="0" y="292100"/>
                  </a:lnTo>
                  <a:lnTo>
                    <a:pt x="27940" y="292100"/>
                  </a:lnTo>
                  <a:lnTo>
                    <a:pt x="27940" y="289572"/>
                  </a:lnTo>
                  <a:close/>
                </a:path>
                <a:path w="27939" h="476250">
                  <a:moveTo>
                    <a:pt x="27940" y="285762"/>
                  </a:moveTo>
                  <a:lnTo>
                    <a:pt x="0" y="285762"/>
                  </a:lnTo>
                  <a:lnTo>
                    <a:pt x="0" y="289560"/>
                  </a:lnTo>
                  <a:lnTo>
                    <a:pt x="27940" y="289560"/>
                  </a:lnTo>
                  <a:lnTo>
                    <a:pt x="27940" y="285762"/>
                  </a:lnTo>
                  <a:close/>
                </a:path>
                <a:path w="27939" h="476250">
                  <a:moveTo>
                    <a:pt x="27940" y="283222"/>
                  </a:moveTo>
                  <a:lnTo>
                    <a:pt x="0" y="283222"/>
                  </a:lnTo>
                  <a:lnTo>
                    <a:pt x="0" y="285750"/>
                  </a:lnTo>
                  <a:lnTo>
                    <a:pt x="27940" y="285750"/>
                  </a:lnTo>
                  <a:lnTo>
                    <a:pt x="27940" y="283222"/>
                  </a:lnTo>
                  <a:close/>
                </a:path>
                <a:path w="27939" h="476250">
                  <a:moveTo>
                    <a:pt x="27940" y="279412"/>
                  </a:moveTo>
                  <a:lnTo>
                    <a:pt x="0" y="279412"/>
                  </a:lnTo>
                  <a:lnTo>
                    <a:pt x="0" y="283210"/>
                  </a:lnTo>
                  <a:lnTo>
                    <a:pt x="27940" y="283210"/>
                  </a:lnTo>
                  <a:lnTo>
                    <a:pt x="27940" y="279412"/>
                  </a:lnTo>
                  <a:close/>
                </a:path>
                <a:path w="27939" h="476250">
                  <a:moveTo>
                    <a:pt x="27940" y="273062"/>
                  </a:moveTo>
                  <a:lnTo>
                    <a:pt x="0" y="273062"/>
                  </a:lnTo>
                  <a:lnTo>
                    <a:pt x="0" y="279400"/>
                  </a:lnTo>
                  <a:lnTo>
                    <a:pt x="27940" y="279400"/>
                  </a:lnTo>
                  <a:lnTo>
                    <a:pt x="27940" y="273062"/>
                  </a:lnTo>
                  <a:close/>
                </a:path>
                <a:path w="27939" h="476250">
                  <a:moveTo>
                    <a:pt x="27940" y="234962"/>
                  </a:moveTo>
                  <a:lnTo>
                    <a:pt x="0" y="234962"/>
                  </a:lnTo>
                  <a:lnTo>
                    <a:pt x="0" y="273050"/>
                  </a:lnTo>
                  <a:lnTo>
                    <a:pt x="27940" y="273050"/>
                  </a:lnTo>
                  <a:lnTo>
                    <a:pt x="27940" y="234962"/>
                  </a:lnTo>
                  <a:close/>
                </a:path>
                <a:path w="27939" h="476250">
                  <a:moveTo>
                    <a:pt x="2794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7940" y="234950"/>
                  </a:lnTo>
                  <a:lnTo>
                    <a:pt x="27940" y="232422"/>
                  </a:lnTo>
                  <a:close/>
                </a:path>
                <a:path w="27939" h="476250">
                  <a:moveTo>
                    <a:pt x="2794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27940" y="232410"/>
                  </a:lnTo>
                  <a:lnTo>
                    <a:pt x="27940" y="226072"/>
                  </a:lnTo>
                  <a:close/>
                </a:path>
                <a:path w="27939" h="476250">
                  <a:moveTo>
                    <a:pt x="2794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27940" y="226060"/>
                  </a:lnTo>
                  <a:lnTo>
                    <a:pt x="27940" y="222262"/>
                  </a:lnTo>
                  <a:close/>
                </a:path>
                <a:path w="27939" h="476250">
                  <a:moveTo>
                    <a:pt x="2794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27940" y="222250"/>
                  </a:lnTo>
                  <a:lnTo>
                    <a:pt x="27940" y="219722"/>
                  </a:lnTo>
                  <a:close/>
                </a:path>
                <a:path w="27939" h="476250">
                  <a:moveTo>
                    <a:pt x="27940" y="213372"/>
                  </a:moveTo>
                  <a:lnTo>
                    <a:pt x="0" y="213372"/>
                  </a:lnTo>
                  <a:lnTo>
                    <a:pt x="0" y="219710"/>
                  </a:lnTo>
                  <a:lnTo>
                    <a:pt x="27940" y="219710"/>
                  </a:lnTo>
                  <a:lnTo>
                    <a:pt x="27940" y="213372"/>
                  </a:lnTo>
                  <a:close/>
                </a:path>
                <a:path w="27939" h="476250">
                  <a:moveTo>
                    <a:pt x="27940" y="207022"/>
                  </a:moveTo>
                  <a:lnTo>
                    <a:pt x="0" y="207022"/>
                  </a:lnTo>
                  <a:lnTo>
                    <a:pt x="0" y="213360"/>
                  </a:lnTo>
                  <a:lnTo>
                    <a:pt x="27940" y="213360"/>
                  </a:lnTo>
                  <a:lnTo>
                    <a:pt x="27940" y="207022"/>
                  </a:lnTo>
                  <a:close/>
                </a:path>
                <a:path w="27939" h="476250">
                  <a:moveTo>
                    <a:pt x="27940" y="195592"/>
                  </a:moveTo>
                  <a:lnTo>
                    <a:pt x="0" y="195592"/>
                  </a:lnTo>
                  <a:lnTo>
                    <a:pt x="0" y="207010"/>
                  </a:lnTo>
                  <a:lnTo>
                    <a:pt x="27940" y="207010"/>
                  </a:lnTo>
                  <a:lnTo>
                    <a:pt x="27940" y="195592"/>
                  </a:lnTo>
                  <a:close/>
                </a:path>
                <a:path w="27939" h="476250">
                  <a:moveTo>
                    <a:pt x="2794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7940" y="195580"/>
                  </a:lnTo>
                  <a:lnTo>
                    <a:pt x="27940" y="189242"/>
                  </a:lnTo>
                  <a:close/>
                </a:path>
                <a:path w="27939" h="476250">
                  <a:moveTo>
                    <a:pt x="27940" y="182892"/>
                  </a:moveTo>
                  <a:lnTo>
                    <a:pt x="0" y="182892"/>
                  </a:lnTo>
                  <a:lnTo>
                    <a:pt x="0" y="189230"/>
                  </a:lnTo>
                  <a:lnTo>
                    <a:pt x="27940" y="189230"/>
                  </a:lnTo>
                  <a:lnTo>
                    <a:pt x="27940" y="182892"/>
                  </a:lnTo>
                  <a:close/>
                </a:path>
                <a:path w="27939" h="476250">
                  <a:moveTo>
                    <a:pt x="27940" y="176542"/>
                  </a:moveTo>
                  <a:lnTo>
                    <a:pt x="0" y="176542"/>
                  </a:lnTo>
                  <a:lnTo>
                    <a:pt x="0" y="182880"/>
                  </a:lnTo>
                  <a:lnTo>
                    <a:pt x="27940" y="182880"/>
                  </a:lnTo>
                  <a:lnTo>
                    <a:pt x="27940" y="176542"/>
                  </a:lnTo>
                  <a:close/>
                </a:path>
                <a:path w="27939" h="476250">
                  <a:moveTo>
                    <a:pt x="27940" y="170192"/>
                  </a:moveTo>
                  <a:lnTo>
                    <a:pt x="0" y="170192"/>
                  </a:lnTo>
                  <a:lnTo>
                    <a:pt x="0" y="176530"/>
                  </a:lnTo>
                  <a:lnTo>
                    <a:pt x="27940" y="176530"/>
                  </a:lnTo>
                  <a:lnTo>
                    <a:pt x="27940" y="170192"/>
                  </a:lnTo>
                  <a:close/>
                </a:path>
                <a:path w="27939" h="476250">
                  <a:moveTo>
                    <a:pt x="27940" y="163842"/>
                  </a:moveTo>
                  <a:lnTo>
                    <a:pt x="0" y="163842"/>
                  </a:lnTo>
                  <a:lnTo>
                    <a:pt x="0" y="170180"/>
                  </a:lnTo>
                  <a:lnTo>
                    <a:pt x="27940" y="170180"/>
                  </a:lnTo>
                  <a:lnTo>
                    <a:pt x="27940" y="163842"/>
                  </a:lnTo>
                  <a:close/>
                </a:path>
                <a:path w="27939" h="476250">
                  <a:moveTo>
                    <a:pt x="27940" y="157492"/>
                  </a:moveTo>
                  <a:lnTo>
                    <a:pt x="0" y="157492"/>
                  </a:lnTo>
                  <a:lnTo>
                    <a:pt x="0" y="163830"/>
                  </a:lnTo>
                  <a:lnTo>
                    <a:pt x="27940" y="163830"/>
                  </a:lnTo>
                  <a:lnTo>
                    <a:pt x="27940" y="157492"/>
                  </a:lnTo>
                  <a:close/>
                </a:path>
                <a:path w="27939" h="476250">
                  <a:moveTo>
                    <a:pt x="2794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7940" y="157480"/>
                  </a:lnTo>
                  <a:lnTo>
                    <a:pt x="27940" y="151142"/>
                  </a:lnTo>
                  <a:close/>
                </a:path>
                <a:path w="27939" h="476250">
                  <a:moveTo>
                    <a:pt x="27940" y="138442"/>
                  </a:moveTo>
                  <a:lnTo>
                    <a:pt x="0" y="138442"/>
                  </a:lnTo>
                  <a:lnTo>
                    <a:pt x="0" y="151130"/>
                  </a:lnTo>
                  <a:lnTo>
                    <a:pt x="27940" y="151130"/>
                  </a:lnTo>
                  <a:lnTo>
                    <a:pt x="27940" y="138442"/>
                  </a:lnTo>
                  <a:close/>
                </a:path>
                <a:path w="27939" h="476250">
                  <a:moveTo>
                    <a:pt x="27940" y="132092"/>
                  </a:moveTo>
                  <a:lnTo>
                    <a:pt x="0" y="132092"/>
                  </a:lnTo>
                  <a:lnTo>
                    <a:pt x="0" y="138430"/>
                  </a:lnTo>
                  <a:lnTo>
                    <a:pt x="27940" y="138430"/>
                  </a:lnTo>
                  <a:lnTo>
                    <a:pt x="27940" y="132092"/>
                  </a:lnTo>
                  <a:close/>
                </a:path>
                <a:path w="27939" h="476250">
                  <a:moveTo>
                    <a:pt x="27940" y="125742"/>
                  </a:moveTo>
                  <a:lnTo>
                    <a:pt x="0" y="125742"/>
                  </a:lnTo>
                  <a:lnTo>
                    <a:pt x="0" y="132080"/>
                  </a:lnTo>
                  <a:lnTo>
                    <a:pt x="27940" y="132080"/>
                  </a:lnTo>
                  <a:lnTo>
                    <a:pt x="27940" y="125742"/>
                  </a:lnTo>
                  <a:close/>
                </a:path>
                <a:path w="27939" h="476250">
                  <a:moveTo>
                    <a:pt x="27940" y="119392"/>
                  </a:moveTo>
                  <a:lnTo>
                    <a:pt x="0" y="119392"/>
                  </a:lnTo>
                  <a:lnTo>
                    <a:pt x="0" y="125730"/>
                  </a:lnTo>
                  <a:lnTo>
                    <a:pt x="27940" y="125730"/>
                  </a:lnTo>
                  <a:lnTo>
                    <a:pt x="27940" y="119392"/>
                  </a:lnTo>
                  <a:close/>
                </a:path>
                <a:path w="27939" h="476250">
                  <a:moveTo>
                    <a:pt x="27940" y="113042"/>
                  </a:moveTo>
                  <a:lnTo>
                    <a:pt x="0" y="113042"/>
                  </a:lnTo>
                  <a:lnTo>
                    <a:pt x="0" y="119380"/>
                  </a:lnTo>
                  <a:lnTo>
                    <a:pt x="27940" y="119380"/>
                  </a:lnTo>
                  <a:lnTo>
                    <a:pt x="27940" y="113042"/>
                  </a:lnTo>
                  <a:close/>
                </a:path>
                <a:path w="27939" h="476250">
                  <a:moveTo>
                    <a:pt x="27940" y="106692"/>
                  </a:moveTo>
                  <a:lnTo>
                    <a:pt x="0" y="106692"/>
                  </a:lnTo>
                  <a:lnTo>
                    <a:pt x="0" y="113030"/>
                  </a:lnTo>
                  <a:lnTo>
                    <a:pt x="27940" y="113030"/>
                  </a:lnTo>
                  <a:lnTo>
                    <a:pt x="27940" y="106692"/>
                  </a:lnTo>
                  <a:close/>
                </a:path>
                <a:path w="27939" h="476250">
                  <a:moveTo>
                    <a:pt x="27940" y="100342"/>
                  </a:moveTo>
                  <a:lnTo>
                    <a:pt x="0" y="100342"/>
                  </a:lnTo>
                  <a:lnTo>
                    <a:pt x="0" y="106680"/>
                  </a:lnTo>
                  <a:lnTo>
                    <a:pt x="27940" y="106680"/>
                  </a:lnTo>
                  <a:lnTo>
                    <a:pt x="27940" y="100342"/>
                  </a:lnTo>
                  <a:close/>
                </a:path>
                <a:path w="27939" h="476250">
                  <a:moveTo>
                    <a:pt x="2794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7940" y="100330"/>
                  </a:lnTo>
                  <a:lnTo>
                    <a:pt x="27940" y="93992"/>
                  </a:lnTo>
                  <a:close/>
                </a:path>
                <a:path w="27939" h="476250">
                  <a:moveTo>
                    <a:pt x="2794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7940" y="93980"/>
                  </a:lnTo>
                  <a:lnTo>
                    <a:pt x="27940" y="87642"/>
                  </a:lnTo>
                  <a:close/>
                </a:path>
                <a:path w="27939" h="476250">
                  <a:moveTo>
                    <a:pt x="27940" y="81292"/>
                  </a:moveTo>
                  <a:lnTo>
                    <a:pt x="0" y="81292"/>
                  </a:lnTo>
                  <a:lnTo>
                    <a:pt x="0" y="87630"/>
                  </a:lnTo>
                  <a:lnTo>
                    <a:pt x="27940" y="87630"/>
                  </a:lnTo>
                  <a:lnTo>
                    <a:pt x="27940" y="81292"/>
                  </a:lnTo>
                  <a:close/>
                </a:path>
                <a:path w="27939" h="476250">
                  <a:moveTo>
                    <a:pt x="27940" y="68592"/>
                  </a:moveTo>
                  <a:lnTo>
                    <a:pt x="0" y="68592"/>
                  </a:lnTo>
                  <a:lnTo>
                    <a:pt x="0" y="81280"/>
                  </a:lnTo>
                  <a:lnTo>
                    <a:pt x="27940" y="81280"/>
                  </a:lnTo>
                  <a:lnTo>
                    <a:pt x="27940" y="68592"/>
                  </a:lnTo>
                  <a:close/>
                </a:path>
                <a:path w="27939" h="476250">
                  <a:moveTo>
                    <a:pt x="27940" y="62242"/>
                  </a:moveTo>
                  <a:lnTo>
                    <a:pt x="0" y="62242"/>
                  </a:lnTo>
                  <a:lnTo>
                    <a:pt x="0" y="68580"/>
                  </a:lnTo>
                  <a:lnTo>
                    <a:pt x="27940" y="68580"/>
                  </a:lnTo>
                  <a:lnTo>
                    <a:pt x="27940" y="62242"/>
                  </a:lnTo>
                  <a:close/>
                </a:path>
                <a:path w="27939" h="476250">
                  <a:moveTo>
                    <a:pt x="27940" y="55892"/>
                  </a:moveTo>
                  <a:lnTo>
                    <a:pt x="0" y="55892"/>
                  </a:lnTo>
                  <a:lnTo>
                    <a:pt x="0" y="62230"/>
                  </a:lnTo>
                  <a:lnTo>
                    <a:pt x="27940" y="62230"/>
                  </a:lnTo>
                  <a:lnTo>
                    <a:pt x="27940" y="55892"/>
                  </a:lnTo>
                  <a:close/>
                </a:path>
                <a:path w="27939" h="476250">
                  <a:moveTo>
                    <a:pt x="27940" y="49542"/>
                  </a:moveTo>
                  <a:lnTo>
                    <a:pt x="0" y="49542"/>
                  </a:lnTo>
                  <a:lnTo>
                    <a:pt x="0" y="55880"/>
                  </a:lnTo>
                  <a:lnTo>
                    <a:pt x="27940" y="55880"/>
                  </a:lnTo>
                  <a:lnTo>
                    <a:pt x="27940" y="49542"/>
                  </a:lnTo>
                  <a:close/>
                </a:path>
                <a:path w="27939" h="476250">
                  <a:moveTo>
                    <a:pt x="2794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7940" y="49530"/>
                  </a:lnTo>
                  <a:lnTo>
                    <a:pt x="27940" y="43192"/>
                  </a:lnTo>
                  <a:close/>
                </a:path>
                <a:path w="27939" h="476250">
                  <a:moveTo>
                    <a:pt x="2794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7940" y="43180"/>
                  </a:lnTo>
                  <a:lnTo>
                    <a:pt x="27940" y="36842"/>
                  </a:lnTo>
                  <a:close/>
                </a:path>
                <a:path w="27939" h="476250">
                  <a:moveTo>
                    <a:pt x="2794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7940" y="36830"/>
                  </a:lnTo>
                  <a:lnTo>
                    <a:pt x="27940" y="30492"/>
                  </a:lnTo>
                  <a:close/>
                </a:path>
                <a:path w="27939" h="476250">
                  <a:moveTo>
                    <a:pt x="27940" y="24142"/>
                  </a:moveTo>
                  <a:lnTo>
                    <a:pt x="0" y="24142"/>
                  </a:lnTo>
                  <a:lnTo>
                    <a:pt x="0" y="30480"/>
                  </a:lnTo>
                  <a:lnTo>
                    <a:pt x="27940" y="30480"/>
                  </a:lnTo>
                  <a:lnTo>
                    <a:pt x="27940" y="24142"/>
                  </a:lnTo>
                  <a:close/>
                </a:path>
                <a:path w="27939" h="476250">
                  <a:moveTo>
                    <a:pt x="2794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7940" y="24130"/>
                  </a:lnTo>
                  <a:lnTo>
                    <a:pt x="27940" y="17792"/>
                  </a:lnTo>
                  <a:close/>
                </a:path>
                <a:path w="27939" h="476250">
                  <a:moveTo>
                    <a:pt x="27940" y="5092"/>
                  </a:moveTo>
                  <a:lnTo>
                    <a:pt x="0" y="5092"/>
                  </a:lnTo>
                  <a:lnTo>
                    <a:pt x="0" y="17780"/>
                  </a:lnTo>
                  <a:lnTo>
                    <a:pt x="27940" y="17780"/>
                  </a:lnTo>
                  <a:lnTo>
                    <a:pt x="27940" y="5092"/>
                  </a:lnTo>
                  <a:close/>
                </a:path>
                <a:path w="27939" h="476250">
                  <a:moveTo>
                    <a:pt x="279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7940" y="5080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2449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5" name="object 3765"/>
            <p:cNvSpPr/>
            <p:nvPr/>
          </p:nvSpPr>
          <p:spPr>
            <a:xfrm>
              <a:off x="4662170" y="5500382"/>
              <a:ext cx="27940" cy="181610"/>
            </a:xfrm>
            <a:custGeom>
              <a:avLst/>
              <a:gdLst/>
              <a:ahLst/>
              <a:cxnLst/>
              <a:rect l="l" t="t" r="r" b="b"/>
              <a:pathLst>
                <a:path w="27939" h="181610">
                  <a:moveTo>
                    <a:pt x="27940" y="180340"/>
                  </a:moveTo>
                  <a:lnTo>
                    <a:pt x="0" y="180340"/>
                  </a:lnTo>
                  <a:lnTo>
                    <a:pt x="0" y="181597"/>
                  </a:lnTo>
                  <a:lnTo>
                    <a:pt x="27940" y="181597"/>
                  </a:lnTo>
                  <a:lnTo>
                    <a:pt x="27940" y="180340"/>
                  </a:lnTo>
                  <a:close/>
                </a:path>
                <a:path w="27939" h="181610">
                  <a:moveTo>
                    <a:pt x="27940" y="173990"/>
                  </a:moveTo>
                  <a:lnTo>
                    <a:pt x="0" y="173990"/>
                  </a:lnTo>
                  <a:lnTo>
                    <a:pt x="0" y="180327"/>
                  </a:lnTo>
                  <a:lnTo>
                    <a:pt x="27940" y="180327"/>
                  </a:lnTo>
                  <a:lnTo>
                    <a:pt x="27940" y="173990"/>
                  </a:lnTo>
                  <a:close/>
                </a:path>
                <a:path w="27939" h="181610">
                  <a:moveTo>
                    <a:pt x="27940" y="171450"/>
                  </a:moveTo>
                  <a:lnTo>
                    <a:pt x="0" y="171450"/>
                  </a:lnTo>
                  <a:lnTo>
                    <a:pt x="0" y="173977"/>
                  </a:lnTo>
                  <a:lnTo>
                    <a:pt x="27940" y="173977"/>
                  </a:lnTo>
                  <a:lnTo>
                    <a:pt x="27940" y="171450"/>
                  </a:lnTo>
                  <a:close/>
                </a:path>
                <a:path w="27939" h="181610">
                  <a:moveTo>
                    <a:pt x="27940" y="167640"/>
                  </a:moveTo>
                  <a:lnTo>
                    <a:pt x="0" y="167640"/>
                  </a:lnTo>
                  <a:lnTo>
                    <a:pt x="0" y="171437"/>
                  </a:lnTo>
                  <a:lnTo>
                    <a:pt x="27940" y="171437"/>
                  </a:lnTo>
                  <a:lnTo>
                    <a:pt x="27940" y="167640"/>
                  </a:lnTo>
                  <a:close/>
                </a:path>
                <a:path w="27939" h="181610">
                  <a:moveTo>
                    <a:pt x="27940" y="165100"/>
                  </a:moveTo>
                  <a:lnTo>
                    <a:pt x="0" y="165100"/>
                  </a:lnTo>
                  <a:lnTo>
                    <a:pt x="0" y="167627"/>
                  </a:lnTo>
                  <a:lnTo>
                    <a:pt x="27940" y="167627"/>
                  </a:lnTo>
                  <a:lnTo>
                    <a:pt x="27940" y="165100"/>
                  </a:lnTo>
                  <a:close/>
                </a:path>
                <a:path w="27939" h="181610">
                  <a:moveTo>
                    <a:pt x="27940" y="161290"/>
                  </a:moveTo>
                  <a:lnTo>
                    <a:pt x="0" y="161290"/>
                  </a:lnTo>
                  <a:lnTo>
                    <a:pt x="0" y="165087"/>
                  </a:lnTo>
                  <a:lnTo>
                    <a:pt x="27940" y="165087"/>
                  </a:lnTo>
                  <a:lnTo>
                    <a:pt x="27940" y="161290"/>
                  </a:lnTo>
                  <a:close/>
                </a:path>
                <a:path w="27939" h="181610">
                  <a:moveTo>
                    <a:pt x="27940" y="154940"/>
                  </a:moveTo>
                  <a:lnTo>
                    <a:pt x="0" y="154940"/>
                  </a:lnTo>
                  <a:lnTo>
                    <a:pt x="0" y="161277"/>
                  </a:lnTo>
                  <a:lnTo>
                    <a:pt x="27940" y="161277"/>
                  </a:lnTo>
                  <a:lnTo>
                    <a:pt x="27940" y="154940"/>
                  </a:lnTo>
                  <a:close/>
                </a:path>
                <a:path w="27939" h="181610">
                  <a:moveTo>
                    <a:pt x="27940" y="152400"/>
                  </a:moveTo>
                  <a:lnTo>
                    <a:pt x="0" y="152400"/>
                  </a:lnTo>
                  <a:lnTo>
                    <a:pt x="0" y="154927"/>
                  </a:lnTo>
                  <a:lnTo>
                    <a:pt x="27940" y="154927"/>
                  </a:lnTo>
                  <a:lnTo>
                    <a:pt x="27940" y="152400"/>
                  </a:lnTo>
                  <a:close/>
                </a:path>
                <a:path w="27939" h="181610">
                  <a:moveTo>
                    <a:pt x="27940" y="148590"/>
                  </a:moveTo>
                  <a:lnTo>
                    <a:pt x="0" y="148590"/>
                  </a:lnTo>
                  <a:lnTo>
                    <a:pt x="0" y="152387"/>
                  </a:lnTo>
                  <a:lnTo>
                    <a:pt x="27940" y="152387"/>
                  </a:lnTo>
                  <a:lnTo>
                    <a:pt x="27940" y="148590"/>
                  </a:lnTo>
                  <a:close/>
                </a:path>
                <a:path w="27939" h="181610">
                  <a:moveTo>
                    <a:pt x="27940" y="146050"/>
                  </a:moveTo>
                  <a:lnTo>
                    <a:pt x="0" y="146050"/>
                  </a:lnTo>
                  <a:lnTo>
                    <a:pt x="0" y="148577"/>
                  </a:lnTo>
                  <a:lnTo>
                    <a:pt x="27940" y="148577"/>
                  </a:lnTo>
                  <a:lnTo>
                    <a:pt x="27940" y="146050"/>
                  </a:lnTo>
                  <a:close/>
                </a:path>
                <a:path w="27939" h="181610">
                  <a:moveTo>
                    <a:pt x="27940" y="142240"/>
                  </a:moveTo>
                  <a:lnTo>
                    <a:pt x="0" y="142240"/>
                  </a:lnTo>
                  <a:lnTo>
                    <a:pt x="0" y="146037"/>
                  </a:lnTo>
                  <a:lnTo>
                    <a:pt x="27940" y="146037"/>
                  </a:lnTo>
                  <a:lnTo>
                    <a:pt x="27940" y="142240"/>
                  </a:lnTo>
                  <a:close/>
                </a:path>
                <a:path w="27939" h="181610">
                  <a:moveTo>
                    <a:pt x="27940" y="135890"/>
                  </a:moveTo>
                  <a:lnTo>
                    <a:pt x="0" y="135890"/>
                  </a:lnTo>
                  <a:lnTo>
                    <a:pt x="0" y="142227"/>
                  </a:lnTo>
                  <a:lnTo>
                    <a:pt x="27940" y="142227"/>
                  </a:lnTo>
                  <a:lnTo>
                    <a:pt x="27940" y="135890"/>
                  </a:lnTo>
                  <a:close/>
                </a:path>
                <a:path w="27939" h="181610">
                  <a:moveTo>
                    <a:pt x="27940" y="133350"/>
                  </a:moveTo>
                  <a:lnTo>
                    <a:pt x="0" y="133350"/>
                  </a:lnTo>
                  <a:lnTo>
                    <a:pt x="0" y="135877"/>
                  </a:lnTo>
                  <a:lnTo>
                    <a:pt x="27940" y="135877"/>
                  </a:lnTo>
                  <a:lnTo>
                    <a:pt x="27940" y="133350"/>
                  </a:lnTo>
                  <a:close/>
                </a:path>
                <a:path w="27939" h="181610">
                  <a:moveTo>
                    <a:pt x="27940" y="129540"/>
                  </a:moveTo>
                  <a:lnTo>
                    <a:pt x="0" y="129540"/>
                  </a:lnTo>
                  <a:lnTo>
                    <a:pt x="0" y="133337"/>
                  </a:lnTo>
                  <a:lnTo>
                    <a:pt x="27940" y="133337"/>
                  </a:lnTo>
                  <a:lnTo>
                    <a:pt x="27940" y="129540"/>
                  </a:lnTo>
                  <a:close/>
                </a:path>
                <a:path w="27939" h="181610">
                  <a:moveTo>
                    <a:pt x="27940" y="127000"/>
                  </a:moveTo>
                  <a:lnTo>
                    <a:pt x="0" y="127000"/>
                  </a:lnTo>
                  <a:lnTo>
                    <a:pt x="0" y="129527"/>
                  </a:lnTo>
                  <a:lnTo>
                    <a:pt x="27940" y="129527"/>
                  </a:lnTo>
                  <a:lnTo>
                    <a:pt x="27940" y="127000"/>
                  </a:lnTo>
                  <a:close/>
                </a:path>
                <a:path w="27939" h="181610">
                  <a:moveTo>
                    <a:pt x="27940" y="120650"/>
                  </a:moveTo>
                  <a:lnTo>
                    <a:pt x="0" y="120650"/>
                  </a:lnTo>
                  <a:lnTo>
                    <a:pt x="0" y="126987"/>
                  </a:lnTo>
                  <a:lnTo>
                    <a:pt x="27940" y="126987"/>
                  </a:lnTo>
                  <a:lnTo>
                    <a:pt x="27940" y="120650"/>
                  </a:lnTo>
                  <a:close/>
                </a:path>
                <a:path w="27939" h="181610">
                  <a:moveTo>
                    <a:pt x="2794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27940" y="120637"/>
                  </a:lnTo>
                  <a:lnTo>
                    <a:pt x="27940" y="114300"/>
                  </a:lnTo>
                  <a:close/>
                </a:path>
                <a:path w="27939" h="181610">
                  <a:moveTo>
                    <a:pt x="27940" y="110490"/>
                  </a:moveTo>
                  <a:lnTo>
                    <a:pt x="0" y="110490"/>
                  </a:lnTo>
                  <a:lnTo>
                    <a:pt x="0" y="114287"/>
                  </a:lnTo>
                  <a:lnTo>
                    <a:pt x="27940" y="114287"/>
                  </a:lnTo>
                  <a:lnTo>
                    <a:pt x="27940" y="110490"/>
                  </a:lnTo>
                  <a:close/>
                </a:path>
                <a:path w="27939" h="181610">
                  <a:moveTo>
                    <a:pt x="27940" y="107950"/>
                  </a:moveTo>
                  <a:lnTo>
                    <a:pt x="0" y="107950"/>
                  </a:lnTo>
                  <a:lnTo>
                    <a:pt x="0" y="110477"/>
                  </a:lnTo>
                  <a:lnTo>
                    <a:pt x="27940" y="110477"/>
                  </a:lnTo>
                  <a:lnTo>
                    <a:pt x="27940" y="107950"/>
                  </a:lnTo>
                  <a:close/>
                </a:path>
                <a:path w="27939" h="181610">
                  <a:moveTo>
                    <a:pt x="27940" y="104140"/>
                  </a:moveTo>
                  <a:lnTo>
                    <a:pt x="0" y="104140"/>
                  </a:lnTo>
                  <a:lnTo>
                    <a:pt x="0" y="107937"/>
                  </a:lnTo>
                  <a:lnTo>
                    <a:pt x="27940" y="107937"/>
                  </a:lnTo>
                  <a:lnTo>
                    <a:pt x="27940" y="104140"/>
                  </a:lnTo>
                  <a:close/>
                </a:path>
                <a:path w="27939" h="181610">
                  <a:moveTo>
                    <a:pt x="27940" y="101600"/>
                  </a:moveTo>
                  <a:lnTo>
                    <a:pt x="0" y="101600"/>
                  </a:lnTo>
                  <a:lnTo>
                    <a:pt x="0" y="104127"/>
                  </a:lnTo>
                  <a:lnTo>
                    <a:pt x="27940" y="104127"/>
                  </a:lnTo>
                  <a:lnTo>
                    <a:pt x="27940" y="101600"/>
                  </a:lnTo>
                  <a:close/>
                </a:path>
                <a:path w="27939" h="181610">
                  <a:moveTo>
                    <a:pt x="27940" y="97790"/>
                  </a:moveTo>
                  <a:lnTo>
                    <a:pt x="0" y="97790"/>
                  </a:lnTo>
                  <a:lnTo>
                    <a:pt x="0" y="101587"/>
                  </a:lnTo>
                  <a:lnTo>
                    <a:pt x="27940" y="101587"/>
                  </a:lnTo>
                  <a:lnTo>
                    <a:pt x="27940" y="97790"/>
                  </a:lnTo>
                  <a:close/>
                </a:path>
                <a:path w="27939" h="181610">
                  <a:moveTo>
                    <a:pt x="27940" y="95250"/>
                  </a:moveTo>
                  <a:lnTo>
                    <a:pt x="0" y="95250"/>
                  </a:lnTo>
                  <a:lnTo>
                    <a:pt x="0" y="97777"/>
                  </a:lnTo>
                  <a:lnTo>
                    <a:pt x="27940" y="97777"/>
                  </a:lnTo>
                  <a:lnTo>
                    <a:pt x="27940" y="95250"/>
                  </a:lnTo>
                  <a:close/>
                </a:path>
                <a:path w="27939" h="181610">
                  <a:moveTo>
                    <a:pt x="27940" y="91440"/>
                  </a:moveTo>
                  <a:lnTo>
                    <a:pt x="0" y="91440"/>
                  </a:lnTo>
                  <a:lnTo>
                    <a:pt x="0" y="95237"/>
                  </a:lnTo>
                  <a:lnTo>
                    <a:pt x="27940" y="95237"/>
                  </a:lnTo>
                  <a:lnTo>
                    <a:pt x="27940" y="91440"/>
                  </a:lnTo>
                  <a:close/>
                </a:path>
                <a:path w="27939" h="181610">
                  <a:moveTo>
                    <a:pt x="27940" y="82550"/>
                  </a:moveTo>
                  <a:lnTo>
                    <a:pt x="0" y="82550"/>
                  </a:lnTo>
                  <a:lnTo>
                    <a:pt x="0" y="91427"/>
                  </a:lnTo>
                  <a:lnTo>
                    <a:pt x="27940" y="91427"/>
                  </a:lnTo>
                  <a:lnTo>
                    <a:pt x="27940" y="82550"/>
                  </a:lnTo>
                  <a:close/>
                </a:path>
                <a:path w="27939" h="181610">
                  <a:moveTo>
                    <a:pt x="27940" y="72390"/>
                  </a:moveTo>
                  <a:lnTo>
                    <a:pt x="0" y="72390"/>
                  </a:lnTo>
                  <a:lnTo>
                    <a:pt x="0" y="82537"/>
                  </a:lnTo>
                  <a:lnTo>
                    <a:pt x="27940" y="82537"/>
                  </a:lnTo>
                  <a:lnTo>
                    <a:pt x="27940" y="72390"/>
                  </a:lnTo>
                  <a:close/>
                </a:path>
                <a:path w="27939" h="181610">
                  <a:moveTo>
                    <a:pt x="27940" y="63500"/>
                  </a:moveTo>
                  <a:lnTo>
                    <a:pt x="0" y="63500"/>
                  </a:lnTo>
                  <a:lnTo>
                    <a:pt x="0" y="72377"/>
                  </a:lnTo>
                  <a:lnTo>
                    <a:pt x="27940" y="72377"/>
                  </a:lnTo>
                  <a:lnTo>
                    <a:pt x="27940" y="63500"/>
                  </a:lnTo>
                  <a:close/>
                </a:path>
                <a:path w="27939" h="181610">
                  <a:moveTo>
                    <a:pt x="27940" y="53340"/>
                  </a:moveTo>
                  <a:lnTo>
                    <a:pt x="0" y="53340"/>
                  </a:lnTo>
                  <a:lnTo>
                    <a:pt x="0" y="63487"/>
                  </a:lnTo>
                  <a:lnTo>
                    <a:pt x="27940" y="63487"/>
                  </a:lnTo>
                  <a:lnTo>
                    <a:pt x="27940" y="53340"/>
                  </a:lnTo>
                  <a:close/>
                </a:path>
                <a:path w="27939" h="181610">
                  <a:moveTo>
                    <a:pt x="27940" y="50800"/>
                  </a:moveTo>
                  <a:lnTo>
                    <a:pt x="0" y="50800"/>
                  </a:lnTo>
                  <a:lnTo>
                    <a:pt x="0" y="53327"/>
                  </a:lnTo>
                  <a:lnTo>
                    <a:pt x="27940" y="53327"/>
                  </a:lnTo>
                  <a:lnTo>
                    <a:pt x="27940" y="50800"/>
                  </a:lnTo>
                  <a:close/>
                </a:path>
                <a:path w="27939" h="181610">
                  <a:moveTo>
                    <a:pt x="27940" y="46990"/>
                  </a:moveTo>
                  <a:lnTo>
                    <a:pt x="0" y="46990"/>
                  </a:lnTo>
                  <a:lnTo>
                    <a:pt x="0" y="50787"/>
                  </a:lnTo>
                  <a:lnTo>
                    <a:pt x="27940" y="50787"/>
                  </a:lnTo>
                  <a:lnTo>
                    <a:pt x="27940" y="46990"/>
                  </a:lnTo>
                  <a:close/>
                </a:path>
                <a:path w="27939" h="181610">
                  <a:moveTo>
                    <a:pt x="27940" y="40640"/>
                  </a:moveTo>
                  <a:lnTo>
                    <a:pt x="0" y="40640"/>
                  </a:lnTo>
                  <a:lnTo>
                    <a:pt x="0" y="46977"/>
                  </a:lnTo>
                  <a:lnTo>
                    <a:pt x="27940" y="46977"/>
                  </a:lnTo>
                  <a:lnTo>
                    <a:pt x="27940" y="40640"/>
                  </a:lnTo>
                  <a:close/>
                </a:path>
                <a:path w="27939" h="181610">
                  <a:moveTo>
                    <a:pt x="27940" y="34290"/>
                  </a:moveTo>
                  <a:lnTo>
                    <a:pt x="0" y="34290"/>
                  </a:lnTo>
                  <a:lnTo>
                    <a:pt x="0" y="40627"/>
                  </a:lnTo>
                  <a:lnTo>
                    <a:pt x="27940" y="40627"/>
                  </a:lnTo>
                  <a:lnTo>
                    <a:pt x="27940" y="34290"/>
                  </a:lnTo>
                  <a:close/>
                </a:path>
                <a:path w="27939" h="181610">
                  <a:moveTo>
                    <a:pt x="27940" y="27940"/>
                  </a:moveTo>
                  <a:lnTo>
                    <a:pt x="0" y="27940"/>
                  </a:lnTo>
                  <a:lnTo>
                    <a:pt x="0" y="34277"/>
                  </a:lnTo>
                  <a:lnTo>
                    <a:pt x="27940" y="34277"/>
                  </a:lnTo>
                  <a:lnTo>
                    <a:pt x="27940" y="27940"/>
                  </a:lnTo>
                  <a:close/>
                </a:path>
                <a:path w="27939" h="181610">
                  <a:moveTo>
                    <a:pt x="27940" y="25400"/>
                  </a:moveTo>
                  <a:lnTo>
                    <a:pt x="0" y="25400"/>
                  </a:lnTo>
                  <a:lnTo>
                    <a:pt x="0" y="27927"/>
                  </a:lnTo>
                  <a:lnTo>
                    <a:pt x="27940" y="27927"/>
                  </a:lnTo>
                  <a:lnTo>
                    <a:pt x="27940" y="25400"/>
                  </a:lnTo>
                  <a:close/>
                </a:path>
                <a:path w="27939" h="181610">
                  <a:moveTo>
                    <a:pt x="2794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27940" y="25387"/>
                  </a:lnTo>
                  <a:lnTo>
                    <a:pt x="27940" y="21590"/>
                  </a:lnTo>
                  <a:close/>
                </a:path>
                <a:path w="27939" h="181610">
                  <a:moveTo>
                    <a:pt x="27940" y="15240"/>
                  </a:moveTo>
                  <a:lnTo>
                    <a:pt x="0" y="15240"/>
                  </a:lnTo>
                  <a:lnTo>
                    <a:pt x="0" y="21577"/>
                  </a:lnTo>
                  <a:lnTo>
                    <a:pt x="27940" y="21577"/>
                  </a:lnTo>
                  <a:lnTo>
                    <a:pt x="27940" y="15240"/>
                  </a:lnTo>
                  <a:close/>
                </a:path>
                <a:path w="27939" h="181610">
                  <a:moveTo>
                    <a:pt x="2794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7940" y="15227"/>
                  </a:lnTo>
                  <a:lnTo>
                    <a:pt x="27940" y="12700"/>
                  </a:lnTo>
                  <a:close/>
                </a:path>
                <a:path w="27939" h="181610">
                  <a:moveTo>
                    <a:pt x="2794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7940" y="12687"/>
                  </a:lnTo>
                  <a:lnTo>
                    <a:pt x="27940" y="8890"/>
                  </a:lnTo>
                  <a:close/>
                </a:path>
                <a:path w="27939" h="181610">
                  <a:moveTo>
                    <a:pt x="27940" y="0"/>
                  </a:moveTo>
                  <a:lnTo>
                    <a:pt x="0" y="0"/>
                  </a:lnTo>
                  <a:lnTo>
                    <a:pt x="0" y="8877"/>
                  </a:lnTo>
                  <a:lnTo>
                    <a:pt x="27940" y="8877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2449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6" name="object 3766"/>
            <p:cNvSpPr/>
            <p:nvPr/>
          </p:nvSpPr>
          <p:spPr>
            <a:xfrm>
              <a:off x="4690110" y="5033010"/>
              <a:ext cx="29209" cy="476250"/>
            </a:xfrm>
            <a:custGeom>
              <a:avLst/>
              <a:gdLst/>
              <a:ahLst/>
              <a:cxnLst/>
              <a:rect l="l" t="t" r="r" b="b"/>
              <a:pathLst>
                <a:path w="29210" h="476250">
                  <a:moveTo>
                    <a:pt x="29210" y="467372"/>
                  </a:moveTo>
                  <a:lnTo>
                    <a:pt x="0" y="467372"/>
                  </a:lnTo>
                  <a:lnTo>
                    <a:pt x="0" y="476250"/>
                  </a:lnTo>
                  <a:lnTo>
                    <a:pt x="29210" y="476250"/>
                  </a:lnTo>
                  <a:lnTo>
                    <a:pt x="29210" y="467372"/>
                  </a:lnTo>
                  <a:close/>
                </a:path>
                <a:path w="29210" h="476250">
                  <a:moveTo>
                    <a:pt x="29210" y="463562"/>
                  </a:moveTo>
                  <a:lnTo>
                    <a:pt x="0" y="463562"/>
                  </a:lnTo>
                  <a:lnTo>
                    <a:pt x="0" y="467360"/>
                  </a:lnTo>
                  <a:lnTo>
                    <a:pt x="29210" y="467360"/>
                  </a:lnTo>
                  <a:lnTo>
                    <a:pt x="29210" y="463562"/>
                  </a:lnTo>
                  <a:close/>
                </a:path>
                <a:path w="29210" h="476250">
                  <a:moveTo>
                    <a:pt x="29210" y="461022"/>
                  </a:moveTo>
                  <a:lnTo>
                    <a:pt x="0" y="461022"/>
                  </a:lnTo>
                  <a:lnTo>
                    <a:pt x="0" y="463550"/>
                  </a:lnTo>
                  <a:lnTo>
                    <a:pt x="29210" y="463550"/>
                  </a:lnTo>
                  <a:lnTo>
                    <a:pt x="29210" y="461022"/>
                  </a:lnTo>
                  <a:close/>
                </a:path>
                <a:path w="29210" h="476250">
                  <a:moveTo>
                    <a:pt x="29210" y="457212"/>
                  </a:moveTo>
                  <a:lnTo>
                    <a:pt x="0" y="457212"/>
                  </a:lnTo>
                  <a:lnTo>
                    <a:pt x="0" y="461010"/>
                  </a:lnTo>
                  <a:lnTo>
                    <a:pt x="29210" y="461010"/>
                  </a:lnTo>
                  <a:lnTo>
                    <a:pt x="29210" y="457212"/>
                  </a:lnTo>
                  <a:close/>
                </a:path>
                <a:path w="29210" h="476250">
                  <a:moveTo>
                    <a:pt x="29210" y="448322"/>
                  </a:moveTo>
                  <a:lnTo>
                    <a:pt x="0" y="448322"/>
                  </a:lnTo>
                  <a:lnTo>
                    <a:pt x="0" y="457200"/>
                  </a:lnTo>
                  <a:lnTo>
                    <a:pt x="29210" y="457200"/>
                  </a:lnTo>
                  <a:lnTo>
                    <a:pt x="29210" y="448322"/>
                  </a:lnTo>
                  <a:close/>
                </a:path>
                <a:path w="29210" h="476250">
                  <a:moveTo>
                    <a:pt x="29210" y="429272"/>
                  </a:moveTo>
                  <a:lnTo>
                    <a:pt x="0" y="429272"/>
                  </a:lnTo>
                  <a:lnTo>
                    <a:pt x="0" y="448310"/>
                  </a:lnTo>
                  <a:lnTo>
                    <a:pt x="29210" y="448310"/>
                  </a:lnTo>
                  <a:lnTo>
                    <a:pt x="29210" y="429272"/>
                  </a:lnTo>
                  <a:close/>
                </a:path>
                <a:path w="29210" h="476250">
                  <a:moveTo>
                    <a:pt x="29210" y="422922"/>
                  </a:moveTo>
                  <a:lnTo>
                    <a:pt x="0" y="422922"/>
                  </a:lnTo>
                  <a:lnTo>
                    <a:pt x="0" y="429260"/>
                  </a:lnTo>
                  <a:lnTo>
                    <a:pt x="29210" y="429260"/>
                  </a:lnTo>
                  <a:lnTo>
                    <a:pt x="29210" y="422922"/>
                  </a:lnTo>
                  <a:close/>
                </a:path>
                <a:path w="29210" h="476250">
                  <a:moveTo>
                    <a:pt x="29210" y="416572"/>
                  </a:moveTo>
                  <a:lnTo>
                    <a:pt x="0" y="416572"/>
                  </a:lnTo>
                  <a:lnTo>
                    <a:pt x="0" y="422910"/>
                  </a:lnTo>
                  <a:lnTo>
                    <a:pt x="29210" y="422910"/>
                  </a:lnTo>
                  <a:lnTo>
                    <a:pt x="29210" y="416572"/>
                  </a:lnTo>
                  <a:close/>
                </a:path>
                <a:path w="29210" h="476250">
                  <a:moveTo>
                    <a:pt x="29210" y="412762"/>
                  </a:moveTo>
                  <a:lnTo>
                    <a:pt x="0" y="412762"/>
                  </a:lnTo>
                  <a:lnTo>
                    <a:pt x="0" y="416560"/>
                  </a:lnTo>
                  <a:lnTo>
                    <a:pt x="29210" y="416560"/>
                  </a:lnTo>
                  <a:lnTo>
                    <a:pt x="29210" y="412762"/>
                  </a:lnTo>
                  <a:close/>
                </a:path>
                <a:path w="29210" h="476250">
                  <a:moveTo>
                    <a:pt x="29210" y="410222"/>
                  </a:moveTo>
                  <a:lnTo>
                    <a:pt x="0" y="410222"/>
                  </a:lnTo>
                  <a:lnTo>
                    <a:pt x="0" y="412750"/>
                  </a:lnTo>
                  <a:lnTo>
                    <a:pt x="29210" y="412750"/>
                  </a:lnTo>
                  <a:lnTo>
                    <a:pt x="29210" y="410222"/>
                  </a:lnTo>
                  <a:close/>
                </a:path>
                <a:path w="29210" h="476250">
                  <a:moveTo>
                    <a:pt x="29210" y="406412"/>
                  </a:moveTo>
                  <a:lnTo>
                    <a:pt x="0" y="406412"/>
                  </a:lnTo>
                  <a:lnTo>
                    <a:pt x="0" y="410210"/>
                  </a:lnTo>
                  <a:lnTo>
                    <a:pt x="29210" y="410210"/>
                  </a:lnTo>
                  <a:lnTo>
                    <a:pt x="29210" y="406412"/>
                  </a:lnTo>
                  <a:close/>
                </a:path>
                <a:path w="29210" h="476250">
                  <a:moveTo>
                    <a:pt x="29210" y="403872"/>
                  </a:moveTo>
                  <a:lnTo>
                    <a:pt x="0" y="403872"/>
                  </a:lnTo>
                  <a:lnTo>
                    <a:pt x="0" y="406400"/>
                  </a:lnTo>
                  <a:lnTo>
                    <a:pt x="29210" y="406400"/>
                  </a:lnTo>
                  <a:lnTo>
                    <a:pt x="29210" y="403872"/>
                  </a:lnTo>
                  <a:close/>
                </a:path>
                <a:path w="29210" h="476250">
                  <a:moveTo>
                    <a:pt x="29210" y="397522"/>
                  </a:moveTo>
                  <a:lnTo>
                    <a:pt x="0" y="397522"/>
                  </a:lnTo>
                  <a:lnTo>
                    <a:pt x="0" y="403860"/>
                  </a:lnTo>
                  <a:lnTo>
                    <a:pt x="29210" y="403860"/>
                  </a:lnTo>
                  <a:lnTo>
                    <a:pt x="29210" y="397522"/>
                  </a:lnTo>
                  <a:close/>
                </a:path>
                <a:path w="29210" h="476250">
                  <a:moveTo>
                    <a:pt x="29210" y="393712"/>
                  </a:moveTo>
                  <a:lnTo>
                    <a:pt x="0" y="393712"/>
                  </a:lnTo>
                  <a:lnTo>
                    <a:pt x="0" y="397510"/>
                  </a:lnTo>
                  <a:lnTo>
                    <a:pt x="29210" y="397510"/>
                  </a:lnTo>
                  <a:lnTo>
                    <a:pt x="29210" y="393712"/>
                  </a:lnTo>
                  <a:close/>
                </a:path>
                <a:path w="29210" h="476250">
                  <a:moveTo>
                    <a:pt x="29210" y="391172"/>
                  </a:moveTo>
                  <a:lnTo>
                    <a:pt x="0" y="391172"/>
                  </a:lnTo>
                  <a:lnTo>
                    <a:pt x="0" y="393700"/>
                  </a:lnTo>
                  <a:lnTo>
                    <a:pt x="29210" y="393700"/>
                  </a:lnTo>
                  <a:lnTo>
                    <a:pt x="29210" y="391172"/>
                  </a:lnTo>
                  <a:close/>
                </a:path>
                <a:path w="29210" h="476250">
                  <a:moveTo>
                    <a:pt x="29210" y="387362"/>
                  </a:moveTo>
                  <a:lnTo>
                    <a:pt x="0" y="387362"/>
                  </a:lnTo>
                  <a:lnTo>
                    <a:pt x="0" y="391160"/>
                  </a:lnTo>
                  <a:lnTo>
                    <a:pt x="29210" y="391160"/>
                  </a:lnTo>
                  <a:lnTo>
                    <a:pt x="29210" y="387362"/>
                  </a:lnTo>
                  <a:close/>
                </a:path>
                <a:path w="29210" h="476250">
                  <a:moveTo>
                    <a:pt x="29210" y="384822"/>
                  </a:moveTo>
                  <a:lnTo>
                    <a:pt x="0" y="384822"/>
                  </a:lnTo>
                  <a:lnTo>
                    <a:pt x="0" y="387350"/>
                  </a:lnTo>
                  <a:lnTo>
                    <a:pt x="29210" y="387350"/>
                  </a:lnTo>
                  <a:lnTo>
                    <a:pt x="29210" y="384822"/>
                  </a:lnTo>
                  <a:close/>
                </a:path>
                <a:path w="29210" h="476250">
                  <a:moveTo>
                    <a:pt x="29210" y="365772"/>
                  </a:moveTo>
                  <a:lnTo>
                    <a:pt x="0" y="365772"/>
                  </a:lnTo>
                  <a:lnTo>
                    <a:pt x="0" y="384810"/>
                  </a:lnTo>
                  <a:lnTo>
                    <a:pt x="29210" y="384810"/>
                  </a:lnTo>
                  <a:lnTo>
                    <a:pt x="29210" y="365772"/>
                  </a:lnTo>
                  <a:close/>
                </a:path>
                <a:path w="29210" h="476250">
                  <a:moveTo>
                    <a:pt x="29210" y="359422"/>
                  </a:moveTo>
                  <a:lnTo>
                    <a:pt x="0" y="359422"/>
                  </a:lnTo>
                  <a:lnTo>
                    <a:pt x="0" y="365760"/>
                  </a:lnTo>
                  <a:lnTo>
                    <a:pt x="29210" y="365760"/>
                  </a:lnTo>
                  <a:lnTo>
                    <a:pt x="29210" y="359422"/>
                  </a:lnTo>
                  <a:close/>
                </a:path>
                <a:path w="29210" h="476250">
                  <a:moveTo>
                    <a:pt x="29210" y="355612"/>
                  </a:moveTo>
                  <a:lnTo>
                    <a:pt x="0" y="355612"/>
                  </a:lnTo>
                  <a:lnTo>
                    <a:pt x="0" y="359410"/>
                  </a:lnTo>
                  <a:lnTo>
                    <a:pt x="29210" y="359410"/>
                  </a:lnTo>
                  <a:lnTo>
                    <a:pt x="29210" y="355612"/>
                  </a:lnTo>
                  <a:close/>
                </a:path>
                <a:path w="29210" h="476250">
                  <a:moveTo>
                    <a:pt x="29210" y="346722"/>
                  </a:moveTo>
                  <a:lnTo>
                    <a:pt x="0" y="346722"/>
                  </a:lnTo>
                  <a:lnTo>
                    <a:pt x="0" y="355600"/>
                  </a:lnTo>
                  <a:lnTo>
                    <a:pt x="29210" y="355600"/>
                  </a:lnTo>
                  <a:lnTo>
                    <a:pt x="29210" y="346722"/>
                  </a:lnTo>
                  <a:close/>
                </a:path>
                <a:path w="29210" h="476250">
                  <a:moveTo>
                    <a:pt x="29210" y="340372"/>
                  </a:moveTo>
                  <a:lnTo>
                    <a:pt x="0" y="340372"/>
                  </a:lnTo>
                  <a:lnTo>
                    <a:pt x="0" y="346710"/>
                  </a:lnTo>
                  <a:lnTo>
                    <a:pt x="29210" y="346710"/>
                  </a:lnTo>
                  <a:lnTo>
                    <a:pt x="29210" y="340372"/>
                  </a:lnTo>
                  <a:close/>
                </a:path>
                <a:path w="29210" h="476250">
                  <a:moveTo>
                    <a:pt x="29210" y="334022"/>
                  </a:moveTo>
                  <a:lnTo>
                    <a:pt x="0" y="334022"/>
                  </a:lnTo>
                  <a:lnTo>
                    <a:pt x="0" y="340360"/>
                  </a:lnTo>
                  <a:lnTo>
                    <a:pt x="29210" y="340360"/>
                  </a:lnTo>
                  <a:lnTo>
                    <a:pt x="29210" y="334022"/>
                  </a:lnTo>
                  <a:close/>
                </a:path>
                <a:path w="29210" h="476250">
                  <a:moveTo>
                    <a:pt x="29210" y="330212"/>
                  </a:moveTo>
                  <a:lnTo>
                    <a:pt x="0" y="330212"/>
                  </a:lnTo>
                  <a:lnTo>
                    <a:pt x="0" y="334010"/>
                  </a:lnTo>
                  <a:lnTo>
                    <a:pt x="29210" y="334010"/>
                  </a:lnTo>
                  <a:lnTo>
                    <a:pt x="29210" y="330212"/>
                  </a:lnTo>
                  <a:close/>
                </a:path>
                <a:path w="29210" h="476250">
                  <a:moveTo>
                    <a:pt x="29210" y="327672"/>
                  </a:moveTo>
                  <a:lnTo>
                    <a:pt x="0" y="327672"/>
                  </a:lnTo>
                  <a:lnTo>
                    <a:pt x="0" y="330200"/>
                  </a:lnTo>
                  <a:lnTo>
                    <a:pt x="29210" y="330200"/>
                  </a:lnTo>
                  <a:lnTo>
                    <a:pt x="29210" y="327672"/>
                  </a:lnTo>
                  <a:close/>
                </a:path>
                <a:path w="29210" h="476250">
                  <a:moveTo>
                    <a:pt x="29210" y="317512"/>
                  </a:moveTo>
                  <a:lnTo>
                    <a:pt x="0" y="317512"/>
                  </a:lnTo>
                  <a:lnTo>
                    <a:pt x="0" y="327660"/>
                  </a:lnTo>
                  <a:lnTo>
                    <a:pt x="29210" y="327660"/>
                  </a:lnTo>
                  <a:lnTo>
                    <a:pt x="29210" y="317512"/>
                  </a:lnTo>
                  <a:close/>
                </a:path>
                <a:path w="29210" h="476250">
                  <a:moveTo>
                    <a:pt x="29210" y="314972"/>
                  </a:moveTo>
                  <a:lnTo>
                    <a:pt x="0" y="314972"/>
                  </a:lnTo>
                  <a:lnTo>
                    <a:pt x="0" y="317500"/>
                  </a:lnTo>
                  <a:lnTo>
                    <a:pt x="29210" y="317500"/>
                  </a:lnTo>
                  <a:lnTo>
                    <a:pt x="29210" y="314972"/>
                  </a:lnTo>
                  <a:close/>
                </a:path>
                <a:path w="29210" h="476250">
                  <a:moveTo>
                    <a:pt x="29210" y="311162"/>
                  </a:moveTo>
                  <a:lnTo>
                    <a:pt x="0" y="311162"/>
                  </a:lnTo>
                  <a:lnTo>
                    <a:pt x="0" y="314960"/>
                  </a:lnTo>
                  <a:lnTo>
                    <a:pt x="29210" y="314960"/>
                  </a:lnTo>
                  <a:lnTo>
                    <a:pt x="29210" y="311162"/>
                  </a:lnTo>
                  <a:close/>
                </a:path>
                <a:path w="29210" h="476250">
                  <a:moveTo>
                    <a:pt x="29210" y="304812"/>
                  </a:moveTo>
                  <a:lnTo>
                    <a:pt x="0" y="304812"/>
                  </a:lnTo>
                  <a:lnTo>
                    <a:pt x="0" y="311150"/>
                  </a:lnTo>
                  <a:lnTo>
                    <a:pt x="29210" y="311150"/>
                  </a:lnTo>
                  <a:lnTo>
                    <a:pt x="29210" y="304812"/>
                  </a:lnTo>
                  <a:close/>
                </a:path>
                <a:path w="29210" h="476250">
                  <a:moveTo>
                    <a:pt x="29210" y="292112"/>
                  </a:moveTo>
                  <a:lnTo>
                    <a:pt x="0" y="292112"/>
                  </a:lnTo>
                  <a:lnTo>
                    <a:pt x="0" y="304800"/>
                  </a:lnTo>
                  <a:lnTo>
                    <a:pt x="29210" y="304800"/>
                  </a:lnTo>
                  <a:lnTo>
                    <a:pt x="29210" y="292112"/>
                  </a:lnTo>
                  <a:close/>
                </a:path>
                <a:path w="29210" h="476250">
                  <a:moveTo>
                    <a:pt x="29210" y="289572"/>
                  </a:moveTo>
                  <a:lnTo>
                    <a:pt x="0" y="289572"/>
                  </a:lnTo>
                  <a:lnTo>
                    <a:pt x="0" y="292100"/>
                  </a:lnTo>
                  <a:lnTo>
                    <a:pt x="29210" y="292100"/>
                  </a:lnTo>
                  <a:lnTo>
                    <a:pt x="29210" y="289572"/>
                  </a:lnTo>
                  <a:close/>
                </a:path>
                <a:path w="29210" h="476250">
                  <a:moveTo>
                    <a:pt x="29210" y="285762"/>
                  </a:moveTo>
                  <a:lnTo>
                    <a:pt x="0" y="285762"/>
                  </a:lnTo>
                  <a:lnTo>
                    <a:pt x="0" y="289560"/>
                  </a:lnTo>
                  <a:lnTo>
                    <a:pt x="29210" y="289560"/>
                  </a:lnTo>
                  <a:lnTo>
                    <a:pt x="29210" y="285762"/>
                  </a:lnTo>
                  <a:close/>
                </a:path>
                <a:path w="29210" h="476250">
                  <a:moveTo>
                    <a:pt x="29210" y="283222"/>
                  </a:moveTo>
                  <a:lnTo>
                    <a:pt x="0" y="283222"/>
                  </a:lnTo>
                  <a:lnTo>
                    <a:pt x="0" y="285750"/>
                  </a:lnTo>
                  <a:lnTo>
                    <a:pt x="29210" y="285750"/>
                  </a:lnTo>
                  <a:lnTo>
                    <a:pt x="29210" y="283222"/>
                  </a:lnTo>
                  <a:close/>
                </a:path>
                <a:path w="29210" h="476250">
                  <a:moveTo>
                    <a:pt x="29210" y="279412"/>
                  </a:moveTo>
                  <a:lnTo>
                    <a:pt x="0" y="279412"/>
                  </a:lnTo>
                  <a:lnTo>
                    <a:pt x="0" y="283210"/>
                  </a:lnTo>
                  <a:lnTo>
                    <a:pt x="29210" y="283210"/>
                  </a:lnTo>
                  <a:lnTo>
                    <a:pt x="29210" y="279412"/>
                  </a:lnTo>
                  <a:close/>
                </a:path>
                <a:path w="29210" h="476250">
                  <a:moveTo>
                    <a:pt x="29210" y="273062"/>
                  </a:moveTo>
                  <a:lnTo>
                    <a:pt x="0" y="273062"/>
                  </a:lnTo>
                  <a:lnTo>
                    <a:pt x="0" y="279400"/>
                  </a:lnTo>
                  <a:lnTo>
                    <a:pt x="29210" y="279400"/>
                  </a:lnTo>
                  <a:lnTo>
                    <a:pt x="29210" y="273062"/>
                  </a:lnTo>
                  <a:close/>
                </a:path>
                <a:path w="29210" h="476250">
                  <a:moveTo>
                    <a:pt x="29210" y="234962"/>
                  </a:moveTo>
                  <a:lnTo>
                    <a:pt x="0" y="234962"/>
                  </a:lnTo>
                  <a:lnTo>
                    <a:pt x="0" y="273050"/>
                  </a:lnTo>
                  <a:lnTo>
                    <a:pt x="29210" y="273050"/>
                  </a:lnTo>
                  <a:lnTo>
                    <a:pt x="29210" y="234962"/>
                  </a:lnTo>
                  <a:close/>
                </a:path>
                <a:path w="29210" h="476250">
                  <a:moveTo>
                    <a:pt x="292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9210" y="234950"/>
                  </a:lnTo>
                  <a:lnTo>
                    <a:pt x="29210" y="232422"/>
                  </a:lnTo>
                  <a:close/>
                </a:path>
                <a:path w="29210" h="476250">
                  <a:moveTo>
                    <a:pt x="2921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29210" y="232410"/>
                  </a:lnTo>
                  <a:lnTo>
                    <a:pt x="29210" y="226072"/>
                  </a:lnTo>
                  <a:close/>
                </a:path>
                <a:path w="29210" h="476250">
                  <a:moveTo>
                    <a:pt x="2921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29210" y="226060"/>
                  </a:lnTo>
                  <a:lnTo>
                    <a:pt x="29210" y="222262"/>
                  </a:lnTo>
                  <a:close/>
                </a:path>
                <a:path w="29210" h="476250">
                  <a:moveTo>
                    <a:pt x="2921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29210" y="222250"/>
                  </a:lnTo>
                  <a:lnTo>
                    <a:pt x="29210" y="219722"/>
                  </a:lnTo>
                  <a:close/>
                </a:path>
                <a:path w="29210" h="476250">
                  <a:moveTo>
                    <a:pt x="29210" y="213372"/>
                  </a:moveTo>
                  <a:lnTo>
                    <a:pt x="0" y="213372"/>
                  </a:lnTo>
                  <a:lnTo>
                    <a:pt x="0" y="219710"/>
                  </a:lnTo>
                  <a:lnTo>
                    <a:pt x="29210" y="219710"/>
                  </a:lnTo>
                  <a:lnTo>
                    <a:pt x="29210" y="213372"/>
                  </a:lnTo>
                  <a:close/>
                </a:path>
                <a:path w="29210" h="476250">
                  <a:moveTo>
                    <a:pt x="29210" y="207022"/>
                  </a:moveTo>
                  <a:lnTo>
                    <a:pt x="0" y="207022"/>
                  </a:lnTo>
                  <a:lnTo>
                    <a:pt x="0" y="213360"/>
                  </a:lnTo>
                  <a:lnTo>
                    <a:pt x="29210" y="213360"/>
                  </a:lnTo>
                  <a:lnTo>
                    <a:pt x="29210" y="207022"/>
                  </a:lnTo>
                  <a:close/>
                </a:path>
                <a:path w="29210" h="476250">
                  <a:moveTo>
                    <a:pt x="29210" y="195592"/>
                  </a:moveTo>
                  <a:lnTo>
                    <a:pt x="0" y="195592"/>
                  </a:lnTo>
                  <a:lnTo>
                    <a:pt x="0" y="207010"/>
                  </a:lnTo>
                  <a:lnTo>
                    <a:pt x="29210" y="207010"/>
                  </a:lnTo>
                  <a:lnTo>
                    <a:pt x="29210" y="195592"/>
                  </a:lnTo>
                  <a:close/>
                </a:path>
                <a:path w="29210" h="476250">
                  <a:moveTo>
                    <a:pt x="2921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9210" y="195580"/>
                  </a:lnTo>
                  <a:lnTo>
                    <a:pt x="29210" y="189242"/>
                  </a:lnTo>
                  <a:close/>
                </a:path>
                <a:path w="29210" h="476250">
                  <a:moveTo>
                    <a:pt x="29210" y="182892"/>
                  </a:moveTo>
                  <a:lnTo>
                    <a:pt x="0" y="182892"/>
                  </a:lnTo>
                  <a:lnTo>
                    <a:pt x="0" y="189230"/>
                  </a:lnTo>
                  <a:lnTo>
                    <a:pt x="29210" y="189230"/>
                  </a:lnTo>
                  <a:lnTo>
                    <a:pt x="29210" y="182892"/>
                  </a:lnTo>
                  <a:close/>
                </a:path>
                <a:path w="29210" h="476250">
                  <a:moveTo>
                    <a:pt x="29210" y="176542"/>
                  </a:moveTo>
                  <a:lnTo>
                    <a:pt x="0" y="176542"/>
                  </a:lnTo>
                  <a:lnTo>
                    <a:pt x="0" y="182880"/>
                  </a:lnTo>
                  <a:lnTo>
                    <a:pt x="29210" y="182880"/>
                  </a:lnTo>
                  <a:lnTo>
                    <a:pt x="29210" y="176542"/>
                  </a:lnTo>
                  <a:close/>
                </a:path>
                <a:path w="29210" h="476250">
                  <a:moveTo>
                    <a:pt x="29210" y="170192"/>
                  </a:moveTo>
                  <a:lnTo>
                    <a:pt x="0" y="170192"/>
                  </a:lnTo>
                  <a:lnTo>
                    <a:pt x="0" y="176530"/>
                  </a:lnTo>
                  <a:lnTo>
                    <a:pt x="29210" y="176530"/>
                  </a:lnTo>
                  <a:lnTo>
                    <a:pt x="29210" y="170192"/>
                  </a:lnTo>
                  <a:close/>
                </a:path>
                <a:path w="29210" h="476250">
                  <a:moveTo>
                    <a:pt x="29210" y="163842"/>
                  </a:moveTo>
                  <a:lnTo>
                    <a:pt x="0" y="163842"/>
                  </a:lnTo>
                  <a:lnTo>
                    <a:pt x="0" y="170180"/>
                  </a:lnTo>
                  <a:lnTo>
                    <a:pt x="29210" y="170180"/>
                  </a:lnTo>
                  <a:lnTo>
                    <a:pt x="29210" y="163842"/>
                  </a:lnTo>
                  <a:close/>
                </a:path>
                <a:path w="29210" h="476250">
                  <a:moveTo>
                    <a:pt x="29210" y="157492"/>
                  </a:moveTo>
                  <a:lnTo>
                    <a:pt x="0" y="157492"/>
                  </a:lnTo>
                  <a:lnTo>
                    <a:pt x="0" y="163830"/>
                  </a:lnTo>
                  <a:lnTo>
                    <a:pt x="29210" y="163830"/>
                  </a:lnTo>
                  <a:lnTo>
                    <a:pt x="29210" y="157492"/>
                  </a:lnTo>
                  <a:close/>
                </a:path>
                <a:path w="29210" h="476250">
                  <a:moveTo>
                    <a:pt x="2921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9210" y="157480"/>
                  </a:lnTo>
                  <a:lnTo>
                    <a:pt x="29210" y="151142"/>
                  </a:lnTo>
                  <a:close/>
                </a:path>
                <a:path w="29210" h="476250">
                  <a:moveTo>
                    <a:pt x="29210" y="138442"/>
                  </a:moveTo>
                  <a:lnTo>
                    <a:pt x="0" y="138442"/>
                  </a:lnTo>
                  <a:lnTo>
                    <a:pt x="0" y="151130"/>
                  </a:lnTo>
                  <a:lnTo>
                    <a:pt x="29210" y="151130"/>
                  </a:lnTo>
                  <a:lnTo>
                    <a:pt x="29210" y="138442"/>
                  </a:lnTo>
                  <a:close/>
                </a:path>
                <a:path w="29210" h="476250">
                  <a:moveTo>
                    <a:pt x="29210" y="132092"/>
                  </a:moveTo>
                  <a:lnTo>
                    <a:pt x="0" y="132092"/>
                  </a:lnTo>
                  <a:lnTo>
                    <a:pt x="0" y="138430"/>
                  </a:lnTo>
                  <a:lnTo>
                    <a:pt x="29210" y="138430"/>
                  </a:lnTo>
                  <a:lnTo>
                    <a:pt x="29210" y="132092"/>
                  </a:lnTo>
                  <a:close/>
                </a:path>
                <a:path w="29210" h="476250">
                  <a:moveTo>
                    <a:pt x="29210" y="125742"/>
                  </a:moveTo>
                  <a:lnTo>
                    <a:pt x="0" y="125742"/>
                  </a:lnTo>
                  <a:lnTo>
                    <a:pt x="0" y="132080"/>
                  </a:lnTo>
                  <a:lnTo>
                    <a:pt x="29210" y="132080"/>
                  </a:lnTo>
                  <a:lnTo>
                    <a:pt x="29210" y="125742"/>
                  </a:lnTo>
                  <a:close/>
                </a:path>
                <a:path w="29210" h="476250">
                  <a:moveTo>
                    <a:pt x="29210" y="119392"/>
                  </a:moveTo>
                  <a:lnTo>
                    <a:pt x="0" y="119392"/>
                  </a:lnTo>
                  <a:lnTo>
                    <a:pt x="0" y="125730"/>
                  </a:lnTo>
                  <a:lnTo>
                    <a:pt x="29210" y="125730"/>
                  </a:lnTo>
                  <a:lnTo>
                    <a:pt x="29210" y="119392"/>
                  </a:lnTo>
                  <a:close/>
                </a:path>
                <a:path w="29210" h="476250">
                  <a:moveTo>
                    <a:pt x="29210" y="113042"/>
                  </a:moveTo>
                  <a:lnTo>
                    <a:pt x="0" y="113042"/>
                  </a:lnTo>
                  <a:lnTo>
                    <a:pt x="0" y="119380"/>
                  </a:lnTo>
                  <a:lnTo>
                    <a:pt x="29210" y="119380"/>
                  </a:lnTo>
                  <a:lnTo>
                    <a:pt x="29210" y="113042"/>
                  </a:lnTo>
                  <a:close/>
                </a:path>
                <a:path w="29210" h="476250">
                  <a:moveTo>
                    <a:pt x="29210" y="106692"/>
                  </a:moveTo>
                  <a:lnTo>
                    <a:pt x="0" y="106692"/>
                  </a:lnTo>
                  <a:lnTo>
                    <a:pt x="0" y="113030"/>
                  </a:lnTo>
                  <a:lnTo>
                    <a:pt x="29210" y="113030"/>
                  </a:lnTo>
                  <a:lnTo>
                    <a:pt x="29210" y="106692"/>
                  </a:lnTo>
                  <a:close/>
                </a:path>
                <a:path w="29210" h="476250">
                  <a:moveTo>
                    <a:pt x="29210" y="100342"/>
                  </a:moveTo>
                  <a:lnTo>
                    <a:pt x="0" y="100342"/>
                  </a:lnTo>
                  <a:lnTo>
                    <a:pt x="0" y="106680"/>
                  </a:lnTo>
                  <a:lnTo>
                    <a:pt x="29210" y="106680"/>
                  </a:lnTo>
                  <a:lnTo>
                    <a:pt x="29210" y="100342"/>
                  </a:lnTo>
                  <a:close/>
                </a:path>
                <a:path w="29210" h="476250">
                  <a:moveTo>
                    <a:pt x="2921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9210" y="100330"/>
                  </a:lnTo>
                  <a:lnTo>
                    <a:pt x="29210" y="93992"/>
                  </a:lnTo>
                  <a:close/>
                </a:path>
                <a:path w="29210" h="476250">
                  <a:moveTo>
                    <a:pt x="2921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9210" y="93980"/>
                  </a:lnTo>
                  <a:lnTo>
                    <a:pt x="29210" y="87642"/>
                  </a:lnTo>
                  <a:close/>
                </a:path>
                <a:path w="29210" h="476250">
                  <a:moveTo>
                    <a:pt x="29210" y="81292"/>
                  </a:moveTo>
                  <a:lnTo>
                    <a:pt x="0" y="81292"/>
                  </a:lnTo>
                  <a:lnTo>
                    <a:pt x="0" y="87630"/>
                  </a:lnTo>
                  <a:lnTo>
                    <a:pt x="29210" y="87630"/>
                  </a:lnTo>
                  <a:lnTo>
                    <a:pt x="29210" y="81292"/>
                  </a:lnTo>
                  <a:close/>
                </a:path>
                <a:path w="29210" h="476250">
                  <a:moveTo>
                    <a:pt x="29210" y="68592"/>
                  </a:moveTo>
                  <a:lnTo>
                    <a:pt x="0" y="68592"/>
                  </a:lnTo>
                  <a:lnTo>
                    <a:pt x="0" y="81280"/>
                  </a:lnTo>
                  <a:lnTo>
                    <a:pt x="29210" y="81280"/>
                  </a:lnTo>
                  <a:lnTo>
                    <a:pt x="29210" y="68592"/>
                  </a:lnTo>
                  <a:close/>
                </a:path>
                <a:path w="29210" h="476250">
                  <a:moveTo>
                    <a:pt x="29210" y="62242"/>
                  </a:moveTo>
                  <a:lnTo>
                    <a:pt x="0" y="62242"/>
                  </a:lnTo>
                  <a:lnTo>
                    <a:pt x="0" y="68580"/>
                  </a:lnTo>
                  <a:lnTo>
                    <a:pt x="29210" y="68580"/>
                  </a:lnTo>
                  <a:lnTo>
                    <a:pt x="29210" y="62242"/>
                  </a:lnTo>
                  <a:close/>
                </a:path>
                <a:path w="29210" h="476250">
                  <a:moveTo>
                    <a:pt x="29210" y="55892"/>
                  </a:moveTo>
                  <a:lnTo>
                    <a:pt x="0" y="55892"/>
                  </a:lnTo>
                  <a:lnTo>
                    <a:pt x="0" y="62230"/>
                  </a:lnTo>
                  <a:lnTo>
                    <a:pt x="29210" y="62230"/>
                  </a:lnTo>
                  <a:lnTo>
                    <a:pt x="29210" y="55892"/>
                  </a:lnTo>
                  <a:close/>
                </a:path>
                <a:path w="29210" h="476250">
                  <a:moveTo>
                    <a:pt x="29210" y="49542"/>
                  </a:moveTo>
                  <a:lnTo>
                    <a:pt x="0" y="49542"/>
                  </a:lnTo>
                  <a:lnTo>
                    <a:pt x="0" y="55880"/>
                  </a:lnTo>
                  <a:lnTo>
                    <a:pt x="29210" y="55880"/>
                  </a:lnTo>
                  <a:lnTo>
                    <a:pt x="29210" y="49542"/>
                  </a:lnTo>
                  <a:close/>
                </a:path>
                <a:path w="29210" h="476250">
                  <a:moveTo>
                    <a:pt x="2921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9210" y="49530"/>
                  </a:lnTo>
                  <a:lnTo>
                    <a:pt x="29210" y="43192"/>
                  </a:lnTo>
                  <a:close/>
                </a:path>
                <a:path w="29210" h="476250">
                  <a:moveTo>
                    <a:pt x="2921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9210" y="43180"/>
                  </a:lnTo>
                  <a:lnTo>
                    <a:pt x="29210" y="36842"/>
                  </a:lnTo>
                  <a:close/>
                </a:path>
                <a:path w="29210" h="476250">
                  <a:moveTo>
                    <a:pt x="2921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9210" y="36830"/>
                  </a:lnTo>
                  <a:lnTo>
                    <a:pt x="29210" y="30492"/>
                  </a:lnTo>
                  <a:close/>
                </a:path>
                <a:path w="29210" h="476250">
                  <a:moveTo>
                    <a:pt x="29210" y="24142"/>
                  </a:moveTo>
                  <a:lnTo>
                    <a:pt x="0" y="24142"/>
                  </a:lnTo>
                  <a:lnTo>
                    <a:pt x="0" y="30480"/>
                  </a:lnTo>
                  <a:lnTo>
                    <a:pt x="29210" y="30480"/>
                  </a:lnTo>
                  <a:lnTo>
                    <a:pt x="29210" y="24142"/>
                  </a:lnTo>
                  <a:close/>
                </a:path>
                <a:path w="29210" h="476250">
                  <a:moveTo>
                    <a:pt x="292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9210" y="24130"/>
                  </a:lnTo>
                  <a:lnTo>
                    <a:pt x="29210" y="17792"/>
                  </a:lnTo>
                  <a:close/>
                </a:path>
                <a:path w="29210" h="476250">
                  <a:moveTo>
                    <a:pt x="29210" y="5092"/>
                  </a:moveTo>
                  <a:lnTo>
                    <a:pt x="0" y="5092"/>
                  </a:lnTo>
                  <a:lnTo>
                    <a:pt x="0" y="17780"/>
                  </a:lnTo>
                  <a:lnTo>
                    <a:pt x="29210" y="17780"/>
                  </a:lnTo>
                  <a:lnTo>
                    <a:pt x="29210" y="5092"/>
                  </a:lnTo>
                  <a:close/>
                </a:path>
                <a:path w="29210" h="476250">
                  <a:moveTo>
                    <a:pt x="292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9210" y="5080"/>
                  </a:lnTo>
                  <a:lnTo>
                    <a:pt x="29210" y="0"/>
                  </a:lnTo>
                  <a:close/>
                </a:path>
              </a:pathLst>
            </a:custGeom>
            <a:solidFill>
              <a:srgbClr val="244A7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7" name="object 3767"/>
            <p:cNvSpPr/>
            <p:nvPr/>
          </p:nvSpPr>
          <p:spPr>
            <a:xfrm>
              <a:off x="4690110" y="5500382"/>
              <a:ext cx="29209" cy="181610"/>
            </a:xfrm>
            <a:custGeom>
              <a:avLst/>
              <a:gdLst/>
              <a:ahLst/>
              <a:cxnLst/>
              <a:rect l="l" t="t" r="r" b="b"/>
              <a:pathLst>
                <a:path w="29210" h="181610">
                  <a:moveTo>
                    <a:pt x="29210" y="180340"/>
                  </a:moveTo>
                  <a:lnTo>
                    <a:pt x="0" y="180340"/>
                  </a:lnTo>
                  <a:lnTo>
                    <a:pt x="0" y="181597"/>
                  </a:lnTo>
                  <a:lnTo>
                    <a:pt x="29210" y="181597"/>
                  </a:lnTo>
                  <a:lnTo>
                    <a:pt x="29210" y="180340"/>
                  </a:lnTo>
                  <a:close/>
                </a:path>
                <a:path w="29210" h="181610">
                  <a:moveTo>
                    <a:pt x="29210" y="173990"/>
                  </a:moveTo>
                  <a:lnTo>
                    <a:pt x="0" y="173990"/>
                  </a:lnTo>
                  <a:lnTo>
                    <a:pt x="0" y="180327"/>
                  </a:lnTo>
                  <a:lnTo>
                    <a:pt x="29210" y="180327"/>
                  </a:lnTo>
                  <a:lnTo>
                    <a:pt x="29210" y="173990"/>
                  </a:lnTo>
                  <a:close/>
                </a:path>
                <a:path w="29210" h="181610">
                  <a:moveTo>
                    <a:pt x="29210" y="171450"/>
                  </a:moveTo>
                  <a:lnTo>
                    <a:pt x="0" y="171450"/>
                  </a:lnTo>
                  <a:lnTo>
                    <a:pt x="0" y="173977"/>
                  </a:lnTo>
                  <a:lnTo>
                    <a:pt x="29210" y="173977"/>
                  </a:lnTo>
                  <a:lnTo>
                    <a:pt x="29210" y="171450"/>
                  </a:lnTo>
                  <a:close/>
                </a:path>
                <a:path w="29210" h="181610">
                  <a:moveTo>
                    <a:pt x="29210" y="167640"/>
                  </a:moveTo>
                  <a:lnTo>
                    <a:pt x="0" y="167640"/>
                  </a:lnTo>
                  <a:lnTo>
                    <a:pt x="0" y="171437"/>
                  </a:lnTo>
                  <a:lnTo>
                    <a:pt x="29210" y="171437"/>
                  </a:lnTo>
                  <a:lnTo>
                    <a:pt x="29210" y="167640"/>
                  </a:lnTo>
                  <a:close/>
                </a:path>
                <a:path w="29210" h="181610">
                  <a:moveTo>
                    <a:pt x="29210" y="165100"/>
                  </a:moveTo>
                  <a:lnTo>
                    <a:pt x="0" y="165100"/>
                  </a:lnTo>
                  <a:lnTo>
                    <a:pt x="0" y="167627"/>
                  </a:lnTo>
                  <a:lnTo>
                    <a:pt x="29210" y="167627"/>
                  </a:lnTo>
                  <a:lnTo>
                    <a:pt x="29210" y="165100"/>
                  </a:lnTo>
                  <a:close/>
                </a:path>
                <a:path w="29210" h="181610">
                  <a:moveTo>
                    <a:pt x="29210" y="161290"/>
                  </a:moveTo>
                  <a:lnTo>
                    <a:pt x="0" y="161290"/>
                  </a:lnTo>
                  <a:lnTo>
                    <a:pt x="0" y="165087"/>
                  </a:lnTo>
                  <a:lnTo>
                    <a:pt x="29210" y="165087"/>
                  </a:lnTo>
                  <a:lnTo>
                    <a:pt x="29210" y="161290"/>
                  </a:lnTo>
                  <a:close/>
                </a:path>
                <a:path w="29210" h="181610">
                  <a:moveTo>
                    <a:pt x="29210" y="154940"/>
                  </a:moveTo>
                  <a:lnTo>
                    <a:pt x="0" y="154940"/>
                  </a:lnTo>
                  <a:lnTo>
                    <a:pt x="0" y="161277"/>
                  </a:lnTo>
                  <a:lnTo>
                    <a:pt x="29210" y="161277"/>
                  </a:lnTo>
                  <a:lnTo>
                    <a:pt x="29210" y="154940"/>
                  </a:lnTo>
                  <a:close/>
                </a:path>
                <a:path w="29210" h="181610">
                  <a:moveTo>
                    <a:pt x="29210" y="152400"/>
                  </a:moveTo>
                  <a:lnTo>
                    <a:pt x="0" y="152400"/>
                  </a:lnTo>
                  <a:lnTo>
                    <a:pt x="0" y="154927"/>
                  </a:lnTo>
                  <a:lnTo>
                    <a:pt x="29210" y="154927"/>
                  </a:lnTo>
                  <a:lnTo>
                    <a:pt x="29210" y="152400"/>
                  </a:lnTo>
                  <a:close/>
                </a:path>
                <a:path w="29210" h="181610">
                  <a:moveTo>
                    <a:pt x="29210" y="148590"/>
                  </a:moveTo>
                  <a:lnTo>
                    <a:pt x="0" y="148590"/>
                  </a:lnTo>
                  <a:lnTo>
                    <a:pt x="0" y="152387"/>
                  </a:lnTo>
                  <a:lnTo>
                    <a:pt x="29210" y="152387"/>
                  </a:lnTo>
                  <a:lnTo>
                    <a:pt x="29210" y="148590"/>
                  </a:lnTo>
                  <a:close/>
                </a:path>
                <a:path w="29210" h="181610">
                  <a:moveTo>
                    <a:pt x="29210" y="146050"/>
                  </a:moveTo>
                  <a:lnTo>
                    <a:pt x="0" y="146050"/>
                  </a:lnTo>
                  <a:lnTo>
                    <a:pt x="0" y="148577"/>
                  </a:lnTo>
                  <a:lnTo>
                    <a:pt x="29210" y="148577"/>
                  </a:lnTo>
                  <a:lnTo>
                    <a:pt x="29210" y="146050"/>
                  </a:lnTo>
                  <a:close/>
                </a:path>
                <a:path w="29210" h="181610">
                  <a:moveTo>
                    <a:pt x="29210" y="142240"/>
                  </a:moveTo>
                  <a:lnTo>
                    <a:pt x="0" y="142240"/>
                  </a:lnTo>
                  <a:lnTo>
                    <a:pt x="0" y="146037"/>
                  </a:lnTo>
                  <a:lnTo>
                    <a:pt x="29210" y="146037"/>
                  </a:lnTo>
                  <a:lnTo>
                    <a:pt x="29210" y="142240"/>
                  </a:lnTo>
                  <a:close/>
                </a:path>
                <a:path w="29210" h="181610">
                  <a:moveTo>
                    <a:pt x="29210" y="135890"/>
                  </a:moveTo>
                  <a:lnTo>
                    <a:pt x="0" y="135890"/>
                  </a:lnTo>
                  <a:lnTo>
                    <a:pt x="0" y="142227"/>
                  </a:lnTo>
                  <a:lnTo>
                    <a:pt x="29210" y="142227"/>
                  </a:lnTo>
                  <a:lnTo>
                    <a:pt x="29210" y="135890"/>
                  </a:lnTo>
                  <a:close/>
                </a:path>
                <a:path w="29210" h="181610">
                  <a:moveTo>
                    <a:pt x="29210" y="133350"/>
                  </a:moveTo>
                  <a:lnTo>
                    <a:pt x="0" y="133350"/>
                  </a:lnTo>
                  <a:lnTo>
                    <a:pt x="0" y="135877"/>
                  </a:lnTo>
                  <a:lnTo>
                    <a:pt x="29210" y="135877"/>
                  </a:lnTo>
                  <a:lnTo>
                    <a:pt x="29210" y="133350"/>
                  </a:lnTo>
                  <a:close/>
                </a:path>
                <a:path w="29210" h="181610">
                  <a:moveTo>
                    <a:pt x="29210" y="129540"/>
                  </a:moveTo>
                  <a:lnTo>
                    <a:pt x="0" y="129540"/>
                  </a:lnTo>
                  <a:lnTo>
                    <a:pt x="0" y="133337"/>
                  </a:lnTo>
                  <a:lnTo>
                    <a:pt x="29210" y="133337"/>
                  </a:lnTo>
                  <a:lnTo>
                    <a:pt x="29210" y="129540"/>
                  </a:lnTo>
                  <a:close/>
                </a:path>
                <a:path w="29210" h="181610">
                  <a:moveTo>
                    <a:pt x="29210" y="127000"/>
                  </a:moveTo>
                  <a:lnTo>
                    <a:pt x="0" y="127000"/>
                  </a:lnTo>
                  <a:lnTo>
                    <a:pt x="0" y="129527"/>
                  </a:lnTo>
                  <a:lnTo>
                    <a:pt x="29210" y="129527"/>
                  </a:lnTo>
                  <a:lnTo>
                    <a:pt x="29210" y="127000"/>
                  </a:lnTo>
                  <a:close/>
                </a:path>
                <a:path w="29210" h="181610">
                  <a:moveTo>
                    <a:pt x="29210" y="120650"/>
                  </a:moveTo>
                  <a:lnTo>
                    <a:pt x="0" y="120650"/>
                  </a:lnTo>
                  <a:lnTo>
                    <a:pt x="0" y="126987"/>
                  </a:lnTo>
                  <a:lnTo>
                    <a:pt x="29210" y="126987"/>
                  </a:lnTo>
                  <a:lnTo>
                    <a:pt x="29210" y="120650"/>
                  </a:lnTo>
                  <a:close/>
                </a:path>
                <a:path w="29210" h="181610">
                  <a:moveTo>
                    <a:pt x="2921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29210" y="120637"/>
                  </a:lnTo>
                  <a:lnTo>
                    <a:pt x="29210" y="114300"/>
                  </a:lnTo>
                  <a:close/>
                </a:path>
                <a:path w="29210" h="181610">
                  <a:moveTo>
                    <a:pt x="29210" y="110490"/>
                  </a:moveTo>
                  <a:lnTo>
                    <a:pt x="0" y="110490"/>
                  </a:lnTo>
                  <a:lnTo>
                    <a:pt x="0" y="114287"/>
                  </a:lnTo>
                  <a:lnTo>
                    <a:pt x="29210" y="114287"/>
                  </a:lnTo>
                  <a:lnTo>
                    <a:pt x="29210" y="110490"/>
                  </a:lnTo>
                  <a:close/>
                </a:path>
                <a:path w="29210" h="181610">
                  <a:moveTo>
                    <a:pt x="29210" y="107950"/>
                  </a:moveTo>
                  <a:lnTo>
                    <a:pt x="0" y="107950"/>
                  </a:lnTo>
                  <a:lnTo>
                    <a:pt x="0" y="110477"/>
                  </a:lnTo>
                  <a:lnTo>
                    <a:pt x="29210" y="110477"/>
                  </a:lnTo>
                  <a:lnTo>
                    <a:pt x="29210" y="107950"/>
                  </a:lnTo>
                  <a:close/>
                </a:path>
                <a:path w="29210" h="181610">
                  <a:moveTo>
                    <a:pt x="29210" y="104140"/>
                  </a:moveTo>
                  <a:lnTo>
                    <a:pt x="0" y="104140"/>
                  </a:lnTo>
                  <a:lnTo>
                    <a:pt x="0" y="107937"/>
                  </a:lnTo>
                  <a:lnTo>
                    <a:pt x="29210" y="107937"/>
                  </a:lnTo>
                  <a:lnTo>
                    <a:pt x="29210" y="104140"/>
                  </a:lnTo>
                  <a:close/>
                </a:path>
                <a:path w="29210" h="181610">
                  <a:moveTo>
                    <a:pt x="29210" y="101600"/>
                  </a:moveTo>
                  <a:lnTo>
                    <a:pt x="0" y="101600"/>
                  </a:lnTo>
                  <a:lnTo>
                    <a:pt x="0" y="104127"/>
                  </a:lnTo>
                  <a:lnTo>
                    <a:pt x="29210" y="104127"/>
                  </a:lnTo>
                  <a:lnTo>
                    <a:pt x="29210" y="101600"/>
                  </a:lnTo>
                  <a:close/>
                </a:path>
                <a:path w="29210" h="181610">
                  <a:moveTo>
                    <a:pt x="29210" y="97790"/>
                  </a:moveTo>
                  <a:lnTo>
                    <a:pt x="0" y="97790"/>
                  </a:lnTo>
                  <a:lnTo>
                    <a:pt x="0" y="101587"/>
                  </a:lnTo>
                  <a:lnTo>
                    <a:pt x="29210" y="101587"/>
                  </a:lnTo>
                  <a:lnTo>
                    <a:pt x="29210" y="97790"/>
                  </a:lnTo>
                  <a:close/>
                </a:path>
                <a:path w="29210" h="181610">
                  <a:moveTo>
                    <a:pt x="29210" y="95250"/>
                  </a:moveTo>
                  <a:lnTo>
                    <a:pt x="0" y="95250"/>
                  </a:lnTo>
                  <a:lnTo>
                    <a:pt x="0" y="97777"/>
                  </a:lnTo>
                  <a:lnTo>
                    <a:pt x="29210" y="97777"/>
                  </a:lnTo>
                  <a:lnTo>
                    <a:pt x="29210" y="95250"/>
                  </a:lnTo>
                  <a:close/>
                </a:path>
                <a:path w="29210" h="181610">
                  <a:moveTo>
                    <a:pt x="29210" y="91440"/>
                  </a:moveTo>
                  <a:lnTo>
                    <a:pt x="0" y="91440"/>
                  </a:lnTo>
                  <a:lnTo>
                    <a:pt x="0" y="95237"/>
                  </a:lnTo>
                  <a:lnTo>
                    <a:pt x="29210" y="95237"/>
                  </a:lnTo>
                  <a:lnTo>
                    <a:pt x="29210" y="91440"/>
                  </a:lnTo>
                  <a:close/>
                </a:path>
                <a:path w="29210" h="181610">
                  <a:moveTo>
                    <a:pt x="29210" y="82550"/>
                  </a:moveTo>
                  <a:lnTo>
                    <a:pt x="0" y="82550"/>
                  </a:lnTo>
                  <a:lnTo>
                    <a:pt x="0" y="91427"/>
                  </a:lnTo>
                  <a:lnTo>
                    <a:pt x="29210" y="91427"/>
                  </a:lnTo>
                  <a:lnTo>
                    <a:pt x="29210" y="82550"/>
                  </a:lnTo>
                  <a:close/>
                </a:path>
                <a:path w="29210" h="181610">
                  <a:moveTo>
                    <a:pt x="29210" y="72390"/>
                  </a:moveTo>
                  <a:lnTo>
                    <a:pt x="0" y="72390"/>
                  </a:lnTo>
                  <a:lnTo>
                    <a:pt x="0" y="82537"/>
                  </a:lnTo>
                  <a:lnTo>
                    <a:pt x="29210" y="82537"/>
                  </a:lnTo>
                  <a:lnTo>
                    <a:pt x="29210" y="72390"/>
                  </a:lnTo>
                  <a:close/>
                </a:path>
                <a:path w="29210" h="181610">
                  <a:moveTo>
                    <a:pt x="29210" y="63500"/>
                  </a:moveTo>
                  <a:lnTo>
                    <a:pt x="0" y="63500"/>
                  </a:lnTo>
                  <a:lnTo>
                    <a:pt x="0" y="72377"/>
                  </a:lnTo>
                  <a:lnTo>
                    <a:pt x="29210" y="72377"/>
                  </a:lnTo>
                  <a:lnTo>
                    <a:pt x="29210" y="63500"/>
                  </a:lnTo>
                  <a:close/>
                </a:path>
                <a:path w="29210" h="181610">
                  <a:moveTo>
                    <a:pt x="29210" y="53340"/>
                  </a:moveTo>
                  <a:lnTo>
                    <a:pt x="0" y="53340"/>
                  </a:lnTo>
                  <a:lnTo>
                    <a:pt x="0" y="63487"/>
                  </a:lnTo>
                  <a:lnTo>
                    <a:pt x="29210" y="63487"/>
                  </a:lnTo>
                  <a:lnTo>
                    <a:pt x="29210" y="53340"/>
                  </a:lnTo>
                  <a:close/>
                </a:path>
                <a:path w="29210" h="181610">
                  <a:moveTo>
                    <a:pt x="29210" y="50800"/>
                  </a:moveTo>
                  <a:lnTo>
                    <a:pt x="0" y="50800"/>
                  </a:lnTo>
                  <a:lnTo>
                    <a:pt x="0" y="53327"/>
                  </a:lnTo>
                  <a:lnTo>
                    <a:pt x="29210" y="53327"/>
                  </a:lnTo>
                  <a:lnTo>
                    <a:pt x="29210" y="50800"/>
                  </a:lnTo>
                  <a:close/>
                </a:path>
                <a:path w="29210" h="181610">
                  <a:moveTo>
                    <a:pt x="29210" y="46990"/>
                  </a:moveTo>
                  <a:lnTo>
                    <a:pt x="0" y="46990"/>
                  </a:lnTo>
                  <a:lnTo>
                    <a:pt x="0" y="50787"/>
                  </a:lnTo>
                  <a:lnTo>
                    <a:pt x="29210" y="50787"/>
                  </a:lnTo>
                  <a:lnTo>
                    <a:pt x="29210" y="46990"/>
                  </a:lnTo>
                  <a:close/>
                </a:path>
                <a:path w="29210" h="181610">
                  <a:moveTo>
                    <a:pt x="29210" y="40640"/>
                  </a:moveTo>
                  <a:lnTo>
                    <a:pt x="0" y="40640"/>
                  </a:lnTo>
                  <a:lnTo>
                    <a:pt x="0" y="46977"/>
                  </a:lnTo>
                  <a:lnTo>
                    <a:pt x="29210" y="46977"/>
                  </a:lnTo>
                  <a:lnTo>
                    <a:pt x="29210" y="40640"/>
                  </a:lnTo>
                  <a:close/>
                </a:path>
                <a:path w="29210" h="181610">
                  <a:moveTo>
                    <a:pt x="29210" y="34290"/>
                  </a:moveTo>
                  <a:lnTo>
                    <a:pt x="0" y="34290"/>
                  </a:lnTo>
                  <a:lnTo>
                    <a:pt x="0" y="40627"/>
                  </a:lnTo>
                  <a:lnTo>
                    <a:pt x="29210" y="40627"/>
                  </a:lnTo>
                  <a:lnTo>
                    <a:pt x="29210" y="34290"/>
                  </a:lnTo>
                  <a:close/>
                </a:path>
                <a:path w="29210" h="181610">
                  <a:moveTo>
                    <a:pt x="29210" y="27940"/>
                  </a:moveTo>
                  <a:lnTo>
                    <a:pt x="0" y="27940"/>
                  </a:lnTo>
                  <a:lnTo>
                    <a:pt x="0" y="34277"/>
                  </a:lnTo>
                  <a:lnTo>
                    <a:pt x="29210" y="34277"/>
                  </a:lnTo>
                  <a:lnTo>
                    <a:pt x="29210" y="27940"/>
                  </a:lnTo>
                  <a:close/>
                </a:path>
                <a:path w="29210" h="181610">
                  <a:moveTo>
                    <a:pt x="29210" y="25400"/>
                  </a:moveTo>
                  <a:lnTo>
                    <a:pt x="0" y="25400"/>
                  </a:lnTo>
                  <a:lnTo>
                    <a:pt x="0" y="27927"/>
                  </a:lnTo>
                  <a:lnTo>
                    <a:pt x="29210" y="27927"/>
                  </a:lnTo>
                  <a:lnTo>
                    <a:pt x="29210" y="25400"/>
                  </a:lnTo>
                  <a:close/>
                </a:path>
                <a:path w="29210" h="181610">
                  <a:moveTo>
                    <a:pt x="2921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29210" y="25387"/>
                  </a:lnTo>
                  <a:lnTo>
                    <a:pt x="29210" y="21590"/>
                  </a:lnTo>
                  <a:close/>
                </a:path>
                <a:path w="29210" h="181610">
                  <a:moveTo>
                    <a:pt x="29210" y="15240"/>
                  </a:moveTo>
                  <a:lnTo>
                    <a:pt x="0" y="15240"/>
                  </a:lnTo>
                  <a:lnTo>
                    <a:pt x="0" y="21577"/>
                  </a:lnTo>
                  <a:lnTo>
                    <a:pt x="29210" y="21577"/>
                  </a:lnTo>
                  <a:lnTo>
                    <a:pt x="29210" y="15240"/>
                  </a:lnTo>
                  <a:close/>
                </a:path>
                <a:path w="29210" h="181610">
                  <a:moveTo>
                    <a:pt x="292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9210" y="15227"/>
                  </a:lnTo>
                  <a:lnTo>
                    <a:pt x="29210" y="12700"/>
                  </a:lnTo>
                  <a:close/>
                </a:path>
                <a:path w="29210" h="181610">
                  <a:moveTo>
                    <a:pt x="292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9210" y="12687"/>
                  </a:lnTo>
                  <a:lnTo>
                    <a:pt x="29210" y="8890"/>
                  </a:lnTo>
                  <a:close/>
                </a:path>
                <a:path w="29210" h="181610">
                  <a:moveTo>
                    <a:pt x="29210" y="0"/>
                  </a:moveTo>
                  <a:lnTo>
                    <a:pt x="0" y="0"/>
                  </a:lnTo>
                  <a:lnTo>
                    <a:pt x="0" y="8877"/>
                  </a:lnTo>
                  <a:lnTo>
                    <a:pt x="29210" y="8877"/>
                  </a:lnTo>
                  <a:lnTo>
                    <a:pt x="29210" y="0"/>
                  </a:lnTo>
                  <a:close/>
                </a:path>
              </a:pathLst>
            </a:custGeom>
            <a:solidFill>
              <a:srgbClr val="244A7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8" name="object 3768"/>
            <p:cNvSpPr/>
            <p:nvPr/>
          </p:nvSpPr>
          <p:spPr>
            <a:xfrm>
              <a:off x="4719320" y="5033010"/>
              <a:ext cx="27940" cy="476250"/>
            </a:xfrm>
            <a:custGeom>
              <a:avLst/>
              <a:gdLst/>
              <a:ahLst/>
              <a:cxnLst/>
              <a:rect l="l" t="t" r="r" b="b"/>
              <a:pathLst>
                <a:path w="27939" h="476250">
                  <a:moveTo>
                    <a:pt x="27940" y="467372"/>
                  </a:moveTo>
                  <a:lnTo>
                    <a:pt x="0" y="467372"/>
                  </a:lnTo>
                  <a:lnTo>
                    <a:pt x="0" y="476250"/>
                  </a:lnTo>
                  <a:lnTo>
                    <a:pt x="27940" y="476250"/>
                  </a:lnTo>
                  <a:lnTo>
                    <a:pt x="27940" y="467372"/>
                  </a:lnTo>
                  <a:close/>
                </a:path>
                <a:path w="27939" h="476250">
                  <a:moveTo>
                    <a:pt x="27940" y="463562"/>
                  </a:moveTo>
                  <a:lnTo>
                    <a:pt x="0" y="463562"/>
                  </a:lnTo>
                  <a:lnTo>
                    <a:pt x="0" y="467360"/>
                  </a:lnTo>
                  <a:lnTo>
                    <a:pt x="27940" y="467360"/>
                  </a:lnTo>
                  <a:lnTo>
                    <a:pt x="27940" y="463562"/>
                  </a:lnTo>
                  <a:close/>
                </a:path>
                <a:path w="27939" h="476250">
                  <a:moveTo>
                    <a:pt x="27940" y="461022"/>
                  </a:moveTo>
                  <a:lnTo>
                    <a:pt x="0" y="461022"/>
                  </a:lnTo>
                  <a:lnTo>
                    <a:pt x="0" y="463550"/>
                  </a:lnTo>
                  <a:lnTo>
                    <a:pt x="27940" y="463550"/>
                  </a:lnTo>
                  <a:lnTo>
                    <a:pt x="27940" y="461022"/>
                  </a:lnTo>
                  <a:close/>
                </a:path>
                <a:path w="27939" h="476250">
                  <a:moveTo>
                    <a:pt x="27940" y="457212"/>
                  </a:moveTo>
                  <a:lnTo>
                    <a:pt x="0" y="457212"/>
                  </a:lnTo>
                  <a:lnTo>
                    <a:pt x="0" y="461010"/>
                  </a:lnTo>
                  <a:lnTo>
                    <a:pt x="27940" y="461010"/>
                  </a:lnTo>
                  <a:lnTo>
                    <a:pt x="27940" y="457212"/>
                  </a:lnTo>
                  <a:close/>
                </a:path>
                <a:path w="27939" h="476250">
                  <a:moveTo>
                    <a:pt x="27940" y="448322"/>
                  </a:moveTo>
                  <a:lnTo>
                    <a:pt x="0" y="448322"/>
                  </a:lnTo>
                  <a:lnTo>
                    <a:pt x="0" y="457200"/>
                  </a:lnTo>
                  <a:lnTo>
                    <a:pt x="27940" y="457200"/>
                  </a:lnTo>
                  <a:lnTo>
                    <a:pt x="27940" y="448322"/>
                  </a:lnTo>
                  <a:close/>
                </a:path>
                <a:path w="27939" h="476250">
                  <a:moveTo>
                    <a:pt x="27940" y="429272"/>
                  </a:moveTo>
                  <a:lnTo>
                    <a:pt x="0" y="429272"/>
                  </a:lnTo>
                  <a:lnTo>
                    <a:pt x="0" y="448310"/>
                  </a:lnTo>
                  <a:lnTo>
                    <a:pt x="27940" y="448310"/>
                  </a:lnTo>
                  <a:lnTo>
                    <a:pt x="27940" y="429272"/>
                  </a:lnTo>
                  <a:close/>
                </a:path>
                <a:path w="27939" h="476250">
                  <a:moveTo>
                    <a:pt x="27940" y="422922"/>
                  </a:moveTo>
                  <a:lnTo>
                    <a:pt x="0" y="422922"/>
                  </a:lnTo>
                  <a:lnTo>
                    <a:pt x="0" y="429260"/>
                  </a:lnTo>
                  <a:lnTo>
                    <a:pt x="27940" y="429260"/>
                  </a:lnTo>
                  <a:lnTo>
                    <a:pt x="27940" y="422922"/>
                  </a:lnTo>
                  <a:close/>
                </a:path>
                <a:path w="27939" h="476250">
                  <a:moveTo>
                    <a:pt x="27940" y="416572"/>
                  </a:moveTo>
                  <a:lnTo>
                    <a:pt x="0" y="416572"/>
                  </a:lnTo>
                  <a:lnTo>
                    <a:pt x="0" y="422910"/>
                  </a:lnTo>
                  <a:lnTo>
                    <a:pt x="27940" y="422910"/>
                  </a:lnTo>
                  <a:lnTo>
                    <a:pt x="27940" y="416572"/>
                  </a:lnTo>
                  <a:close/>
                </a:path>
                <a:path w="27939" h="476250">
                  <a:moveTo>
                    <a:pt x="27940" y="412762"/>
                  </a:moveTo>
                  <a:lnTo>
                    <a:pt x="0" y="412762"/>
                  </a:lnTo>
                  <a:lnTo>
                    <a:pt x="0" y="416560"/>
                  </a:lnTo>
                  <a:lnTo>
                    <a:pt x="27940" y="416560"/>
                  </a:lnTo>
                  <a:lnTo>
                    <a:pt x="27940" y="412762"/>
                  </a:lnTo>
                  <a:close/>
                </a:path>
                <a:path w="27939" h="476250">
                  <a:moveTo>
                    <a:pt x="27940" y="410222"/>
                  </a:moveTo>
                  <a:lnTo>
                    <a:pt x="0" y="410222"/>
                  </a:lnTo>
                  <a:lnTo>
                    <a:pt x="0" y="412750"/>
                  </a:lnTo>
                  <a:lnTo>
                    <a:pt x="27940" y="412750"/>
                  </a:lnTo>
                  <a:lnTo>
                    <a:pt x="27940" y="410222"/>
                  </a:lnTo>
                  <a:close/>
                </a:path>
                <a:path w="27939" h="476250">
                  <a:moveTo>
                    <a:pt x="27940" y="406412"/>
                  </a:moveTo>
                  <a:lnTo>
                    <a:pt x="0" y="406412"/>
                  </a:lnTo>
                  <a:lnTo>
                    <a:pt x="0" y="410210"/>
                  </a:lnTo>
                  <a:lnTo>
                    <a:pt x="27940" y="410210"/>
                  </a:lnTo>
                  <a:lnTo>
                    <a:pt x="27940" y="406412"/>
                  </a:lnTo>
                  <a:close/>
                </a:path>
                <a:path w="27939" h="476250">
                  <a:moveTo>
                    <a:pt x="27940" y="403872"/>
                  </a:moveTo>
                  <a:lnTo>
                    <a:pt x="0" y="403872"/>
                  </a:lnTo>
                  <a:lnTo>
                    <a:pt x="0" y="406400"/>
                  </a:lnTo>
                  <a:lnTo>
                    <a:pt x="27940" y="406400"/>
                  </a:lnTo>
                  <a:lnTo>
                    <a:pt x="27940" y="403872"/>
                  </a:lnTo>
                  <a:close/>
                </a:path>
                <a:path w="27939" h="476250">
                  <a:moveTo>
                    <a:pt x="27940" y="397522"/>
                  </a:moveTo>
                  <a:lnTo>
                    <a:pt x="0" y="397522"/>
                  </a:lnTo>
                  <a:lnTo>
                    <a:pt x="0" y="403860"/>
                  </a:lnTo>
                  <a:lnTo>
                    <a:pt x="27940" y="403860"/>
                  </a:lnTo>
                  <a:lnTo>
                    <a:pt x="27940" y="397522"/>
                  </a:lnTo>
                  <a:close/>
                </a:path>
                <a:path w="27939" h="476250">
                  <a:moveTo>
                    <a:pt x="27940" y="393712"/>
                  </a:moveTo>
                  <a:lnTo>
                    <a:pt x="0" y="393712"/>
                  </a:lnTo>
                  <a:lnTo>
                    <a:pt x="0" y="397510"/>
                  </a:lnTo>
                  <a:lnTo>
                    <a:pt x="27940" y="397510"/>
                  </a:lnTo>
                  <a:lnTo>
                    <a:pt x="27940" y="393712"/>
                  </a:lnTo>
                  <a:close/>
                </a:path>
                <a:path w="27939" h="476250">
                  <a:moveTo>
                    <a:pt x="27940" y="391172"/>
                  </a:moveTo>
                  <a:lnTo>
                    <a:pt x="0" y="391172"/>
                  </a:lnTo>
                  <a:lnTo>
                    <a:pt x="0" y="393700"/>
                  </a:lnTo>
                  <a:lnTo>
                    <a:pt x="27940" y="393700"/>
                  </a:lnTo>
                  <a:lnTo>
                    <a:pt x="27940" y="391172"/>
                  </a:lnTo>
                  <a:close/>
                </a:path>
                <a:path w="27939" h="476250">
                  <a:moveTo>
                    <a:pt x="27940" y="387362"/>
                  </a:moveTo>
                  <a:lnTo>
                    <a:pt x="0" y="387362"/>
                  </a:lnTo>
                  <a:lnTo>
                    <a:pt x="0" y="391160"/>
                  </a:lnTo>
                  <a:lnTo>
                    <a:pt x="27940" y="391160"/>
                  </a:lnTo>
                  <a:lnTo>
                    <a:pt x="27940" y="387362"/>
                  </a:lnTo>
                  <a:close/>
                </a:path>
                <a:path w="27939" h="476250">
                  <a:moveTo>
                    <a:pt x="27940" y="384822"/>
                  </a:moveTo>
                  <a:lnTo>
                    <a:pt x="0" y="384822"/>
                  </a:lnTo>
                  <a:lnTo>
                    <a:pt x="0" y="387350"/>
                  </a:lnTo>
                  <a:lnTo>
                    <a:pt x="27940" y="387350"/>
                  </a:lnTo>
                  <a:lnTo>
                    <a:pt x="27940" y="384822"/>
                  </a:lnTo>
                  <a:close/>
                </a:path>
                <a:path w="27939" h="476250">
                  <a:moveTo>
                    <a:pt x="27940" y="365772"/>
                  </a:moveTo>
                  <a:lnTo>
                    <a:pt x="0" y="365772"/>
                  </a:lnTo>
                  <a:lnTo>
                    <a:pt x="0" y="384810"/>
                  </a:lnTo>
                  <a:lnTo>
                    <a:pt x="27940" y="384810"/>
                  </a:lnTo>
                  <a:lnTo>
                    <a:pt x="27940" y="365772"/>
                  </a:lnTo>
                  <a:close/>
                </a:path>
                <a:path w="27939" h="476250">
                  <a:moveTo>
                    <a:pt x="27940" y="359422"/>
                  </a:moveTo>
                  <a:lnTo>
                    <a:pt x="0" y="359422"/>
                  </a:lnTo>
                  <a:lnTo>
                    <a:pt x="0" y="365760"/>
                  </a:lnTo>
                  <a:lnTo>
                    <a:pt x="27940" y="365760"/>
                  </a:lnTo>
                  <a:lnTo>
                    <a:pt x="27940" y="359422"/>
                  </a:lnTo>
                  <a:close/>
                </a:path>
                <a:path w="27939" h="476250">
                  <a:moveTo>
                    <a:pt x="27940" y="355612"/>
                  </a:moveTo>
                  <a:lnTo>
                    <a:pt x="0" y="355612"/>
                  </a:lnTo>
                  <a:lnTo>
                    <a:pt x="0" y="359410"/>
                  </a:lnTo>
                  <a:lnTo>
                    <a:pt x="27940" y="359410"/>
                  </a:lnTo>
                  <a:lnTo>
                    <a:pt x="27940" y="355612"/>
                  </a:lnTo>
                  <a:close/>
                </a:path>
                <a:path w="27939" h="476250">
                  <a:moveTo>
                    <a:pt x="27940" y="346722"/>
                  </a:moveTo>
                  <a:lnTo>
                    <a:pt x="0" y="346722"/>
                  </a:lnTo>
                  <a:lnTo>
                    <a:pt x="0" y="355600"/>
                  </a:lnTo>
                  <a:lnTo>
                    <a:pt x="27940" y="355600"/>
                  </a:lnTo>
                  <a:lnTo>
                    <a:pt x="27940" y="346722"/>
                  </a:lnTo>
                  <a:close/>
                </a:path>
                <a:path w="27939" h="476250">
                  <a:moveTo>
                    <a:pt x="27940" y="340372"/>
                  </a:moveTo>
                  <a:lnTo>
                    <a:pt x="0" y="340372"/>
                  </a:lnTo>
                  <a:lnTo>
                    <a:pt x="0" y="346710"/>
                  </a:lnTo>
                  <a:lnTo>
                    <a:pt x="27940" y="346710"/>
                  </a:lnTo>
                  <a:lnTo>
                    <a:pt x="27940" y="340372"/>
                  </a:lnTo>
                  <a:close/>
                </a:path>
                <a:path w="27939" h="476250">
                  <a:moveTo>
                    <a:pt x="27940" y="334022"/>
                  </a:moveTo>
                  <a:lnTo>
                    <a:pt x="0" y="334022"/>
                  </a:lnTo>
                  <a:lnTo>
                    <a:pt x="0" y="340360"/>
                  </a:lnTo>
                  <a:lnTo>
                    <a:pt x="27940" y="340360"/>
                  </a:lnTo>
                  <a:lnTo>
                    <a:pt x="27940" y="334022"/>
                  </a:lnTo>
                  <a:close/>
                </a:path>
                <a:path w="27939" h="476250">
                  <a:moveTo>
                    <a:pt x="27940" y="330212"/>
                  </a:moveTo>
                  <a:lnTo>
                    <a:pt x="0" y="330212"/>
                  </a:lnTo>
                  <a:lnTo>
                    <a:pt x="0" y="334010"/>
                  </a:lnTo>
                  <a:lnTo>
                    <a:pt x="27940" y="334010"/>
                  </a:lnTo>
                  <a:lnTo>
                    <a:pt x="27940" y="330212"/>
                  </a:lnTo>
                  <a:close/>
                </a:path>
                <a:path w="27939" h="476250">
                  <a:moveTo>
                    <a:pt x="27940" y="327672"/>
                  </a:moveTo>
                  <a:lnTo>
                    <a:pt x="0" y="327672"/>
                  </a:lnTo>
                  <a:lnTo>
                    <a:pt x="0" y="330200"/>
                  </a:lnTo>
                  <a:lnTo>
                    <a:pt x="27940" y="330200"/>
                  </a:lnTo>
                  <a:lnTo>
                    <a:pt x="27940" y="327672"/>
                  </a:lnTo>
                  <a:close/>
                </a:path>
                <a:path w="27939" h="476250">
                  <a:moveTo>
                    <a:pt x="27940" y="317512"/>
                  </a:moveTo>
                  <a:lnTo>
                    <a:pt x="0" y="317512"/>
                  </a:lnTo>
                  <a:lnTo>
                    <a:pt x="0" y="327660"/>
                  </a:lnTo>
                  <a:lnTo>
                    <a:pt x="27940" y="327660"/>
                  </a:lnTo>
                  <a:lnTo>
                    <a:pt x="27940" y="317512"/>
                  </a:lnTo>
                  <a:close/>
                </a:path>
                <a:path w="27939" h="476250">
                  <a:moveTo>
                    <a:pt x="27940" y="314972"/>
                  </a:moveTo>
                  <a:lnTo>
                    <a:pt x="0" y="314972"/>
                  </a:lnTo>
                  <a:lnTo>
                    <a:pt x="0" y="317500"/>
                  </a:lnTo>
                  <a:lnTo>
                    <a:pt x="27940" y="317500"/>
                  </a:lnTo>
                  <a:lnTo>
                    <a:pt x="27940" y="314972"/>
                  </a:lnTo>
                  <a:close/>
                </a:path>
                <a:path w="27939" h="476250">
                  <a:moveTo>
                    <a:pt x="27940" y="311162"/>
                  </a:moveTo>
                  <a:lnTo>
                    <a:pt x="0" y="311162"/>
                  </a:lnTo>
                  <a:lnTo>
                    <a:pt x="0" y="314960"/>
                  </a:lnTo>
                  <a:lnTo>
                    <a:pt x="27940" y="314960"/>
                  </a:lnTo>
                  <a:lnTo>
                    <a:pt x="27940" y="311162"/>
                  </a:lnTo>
                  <a:close/>
                </a:path>
                <a:path w="27939" h="476250">
                  <a:moveTo>
                    <a:pt x="27940" y="304812"/>
                  </a:moveTo>
                  <a:lnTo>
                    <a:pt x="0" y="304812"/>
                  </a:lnTo>
                  <a:lnTo>
                    <a:pt x="0" y="311150"/>
                  </a:lnTo>
                  <a:lnTo>
                    <a:pt x="27940" y="311150"/>
                  </a:lnTo>
                  <a:lnTo>
                    <a:pt x="27940" y="304812"/>
                  </a:lnTo>
                  <a:close/>
                </a:path>
                <a:path w="27939" h="476250">
                  <a:moveTo>
                    <a:pt x="27940" y="292112"/>
                  </a:moveTo>
                  <a:lnTo>
                    <a:pt x="0" y="292112"/>
                  </a:lnTo>
                  <a:lnTo>
                    <a:pt x="0" y="304800"/>
                  </a:lnTo>
                  <a:lnTo>
                    <a:pt x="27940" y="304800"/>
                  </a:lnTo>
                  <a:lnTo>
                    <a:pt x="27940" y="292112"/>
                  </a:lnTo>
                  <a:close/>
                </a:path>
                <a:path w="27939" h="476250">
                  <a:moveTo>
                    <a:pt x="27940" y="289572"/>
                  </a:moveTo>
                  <a:lnTo>
                    <a:pt x="0" y="289572"/>
                  </a:lnTo>
                  <a:lnTo>
                    <a:pt x="0" y="292100"/>
                  </a:lnTo>
                  <a:lnTo>
                    <a:pt x="27940" y="292100"/>
                  </a:lnTo>
                  <a:lnTo>
                    <a:pt x="27940" y="289572"/>
                  </a:lnTo>
                  <a:close/>
                </a:path>
                <a:path w="27939" h="476250">
                  <a:moveTo>
                    <a:pt x="27940" y="285762"/>
                  </a:moveTo>
                  <a:lnTo>
                    <a:pt x="0" y="285762"/>
                  </a:lnTo>
                  <a:lnTo>
                    <a:pt x="0" y="289560"/>
                  </a:lnTo>
                  <a:lnTo>
                    <a:pt x="27940" y="289560"/>
                  </a:lnTo>
                  <a:lnTo>
                    <a:pt x="27940" y="285762"/>
                  </a:lnTo>
                  <a:close/>
                </a:path>
                <a:path w="27939" h="476250">
                  <a:moveTo>
                    <a:pt x="27940" y="283222"/>
                  </a:moveTo>
                  <a:lnTo>
                    <a:pt x="0" y="283222"/>
                  </a:lnTo>
                  <a:lnTo>
                    <a:pt x="0" y="285750"/>
                  </a:lnTo>
                  <a:lnTo>
                    <a:pt x="27940" y="285750"/>
                  </a:lnTo>
                  <a:lnTo>
                    <a:pt x="27940" y="283222"/>
                  </a:lnTo>
                  <a:close/>
                </a:path>
                <a:path w="27939" h="476250">
                  <a:moveTo>
                    <a:pt x="27940" y="279412"/>
                  </a:moveTo>
                  <a:lnTo>
                    <a:pt x="0" y="279412"/>
                  </a:lnTo>
                  <a:lnTo>
                    <a:pt x="0" y="283210"/>
                  </a:lnTo>
                  <a:lnTo>
                    <a:pt x="27940" y="283210"/>
                  </a:lnTo>
                  <a:lnTo>
                    <a:pt x="27940" y="279412"/>
                  </a:lnTo>
                  <a:close/>
                </a:path>
                <a:path w="27939" h="476250">
                  <a:moveTo>
                    <a:pt x="27940" y="273062"/>
                  </a:moveTo>
                  <a:lnTo>
                    <a:pt x="0" y="273062"/>
                  </a:lnTo>
                  <a:lnTo>
                    <a:pt x="0" y="279400"/>
                  </a:lnTo>
                  <a:lnTo>
                    <a:pt x="27940" y="279400"/>
                  </a:lnTo>
                  <a:lnTo>
                    <a:pt x="27940" y="273062"/>
                  </a:lnTo>
                  <a:close/>
                </a:path>
                <a:path w="27939" h="476250">
                  <a:moveTo>
                    <a:pt x="27940" y="234962"/>
                  </a:moveTo>
                  <a:lnTo>
                    <a:pt x="0" y="234962"/>
                  </a:lnTo>
                  <a:lnTo>
                    <a:pt x="0" y="273050"/>
                  </a:lnTo>
                  <a:lnTo>
                    <a:pt x="27940" y="273050"/>
                  </a:lnTo>
                  <a:lnTo>
                    <a:pt x="27940" y="234962"/>
                  </a:lnTo>
                  <a:close/>
                </a:path>
                <a:path w="27939" h="476250">
                  <a:moveTo>
                    <a:pt x="2794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7940" y="234950"/>
                  </a:lnTo>
                  <a:lnTo>
                    <a:pt x="27940" y="232422"/>
                  </a:lnTo>
                  <a:close/>
                </a:path>
                <a:path w="27939" h="476250">
                  <a:moveTo>
                    <a:pt x="2794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27940" y="232410"/>
                  </a:lnTo>
                  <a:lnTo>
                    <a:pt x="27940" y="226072"/>
                  </a:lnTo>
                  <a:close/>
                </a:path>
                <a:path w="27939" h="476250">
                  <a:moveTo>
                    <a:pt x="2794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27940" y="226060"/>
                  </a:lnTo>
                  <a:lnTo>
                    <a:pt x="27940" y="222262"/>
                  </a:lnTo>
                  <a:close/>
                </a:path>
                <a:path w="27939" h="476250">
                  <a:moveTo>
                    <a:pt x="2794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27940" y="222250"/>
                  </a:lnTo>
                  <a:lnTo>
                    <a:pt x="27940" y="219722"/>
                  </a:lnTo>
                  <a:close/>
                </a:path>
                <a:path w="27939" h="476250">
                  <a:moveTo>
                    <a:pt x="27940" y="213372"/>
                  </a:moveTo>
                  <a:lnTo>
                    <a:pt x="0" y="213372"/>
                  </a:lnTo>
                  <a:lnTo>
                    <a:pt x="0" y="219710"/>
                  </a:lnTo>
                  <a:lnTo>
                    <a:pt x="27940" y="219710"/>
                  </a:lnTo>
                  <a:lnTo>
                    <a:pt x="27940" y="213372"/>
                  </a:lnTo>
                  <a:close/>
                </a:path>
                <a:path w="27939" h="476250">
                  <a:moveTo>
                    <a:pt x="27940" y="207022"/>
                  </a:moveTo>
                  <a:lnTo>
                    <a:pt x="0" y="207022"/>
                  </a:lnTo>
                  <a:lnTo>
                    <a:pt x="0" y="213360"/>
                  </a:lnTo>
                  <a:lnTo>
                    <a:pt x="27940" y="213360"/>
                  </a:lnTo>
                  <a:lnTo>
                    <a:pt x="27940" y="207022"/>
                  </a:lnTo>
                  <a:close/>
                </a:path>
                <a:path w="27939" h="476250">
                  <a:moveTo>
                    <a:pt x="27940" y="195592"/>
                  </a:moveTo>
                  <a:lnTo>
                    <a:pt x="0" y="195592"/>
                  </a:lnTo>
                  <a:lnTo>
                    <a:pt x="0" y="207010"/>
                  </a:lnTo>
                  <a:lnTo>
                    <a:pt x="27940" y="207010"/>
                  </a:lnTo>
                  <a:lnTo>
                    <a:pt x="27940" y="195592"/>
                  </a:lnTo>
                  <a:close/>
                </a:path>
                <a:path w="27939" h="476250">
                  <a:moveTo>
                    <a:pt x="2794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7940" y="195580"/>
                  </a:lnTo>
                  <a:lnTo>
                    <a:pt x="27940" y="189242"/>
                  </a:lnTo>
                  <a:close/>
                </a:path>
                <a:path w="27939" h="476250">
                  <a:moveTo>
                    <a:pt x="27940" y="182892"/>
                  </a:moveTo>
                  <a:lnTo>
                    <a:pt x="0" y="182892"/>
                  </a:lnTo>
                  <a:lnTo>
                    <a:pt x="0" y="189230"/>
                  </a:lnTo>
                  <a:lnTo>
                    <a:pt x="27940" y="189230"/>
                  </a:lnTo>
                  <a:lnTo>
                    <a:pt x="27940" y="182892"/>
                  </a:lnTo>
                  <a:close/>
                </a:path>
                <a:path w="27939" h="476250">
                  <a:moveTo>
                    <a:pt x="27940" y="176542"/>
                  </a:moveTo>
                  <a:lnTo>
                    <a:pt x="0" y="176542"/>
                  </a:lnTo>
                  <a:lnTo>
                    <a:pt x="0" y="182880"/>
                  </a:lnTo>
                  <a:lnTo>
                    <a:pt x="27940" y="182880"/>
                  </a:lnTo>
                  <a:lnTo>
                    <a:pt x="27940" y="176542"/>
                  </a:lnTo>
                  <a:close/>
                </a:path>
                <a:path w="27939" h="476250">
                  <a:moveTo>
                    <a:pt x="27940" y="170192"/>
                  </a:moveTo>
                  <a:lnTo>
                    <a:pt x="0" y="170192"/>
                  </a:lnTo>
                  <a:lnTo>
                    <a:pt x="0" y="176530"/>
                  </a:lnTo>
                  <a:lnTo>
                    <a:pt x="27940" y="176530"/>
                  </a:lnTo>
                  <a:lnTo>
                    <a:pt x="27940" y="170192"/>
                  </a:lnTo>
                  <a:close/>
                </a:path>
                <a:path w="27939" h="476250">
                  <a:moveTo>
                    <a:pt x="27940" y="163842"/>
                  </a:moveTo>
                  <a:lnTo>
                    <a:pt x="0" y="163842"/>
                  </a:lnTo>
                  <a:lnTo>
                    <a:pt x="0" y="170180"/>
                  </a:lnTo>
                  <a:lnTo>
                    <a:pt x="27940" y="170180"/>
                  </a:lnTo>
                  <a:lnTo>
                    <a:pt x="27940" y="163842"/>
                  </a:lnTo>
                  <a:close/>
                </a:path>
                <a:path w="27939" h="476250">
                  <a:moveTo>
                    <a:pt x="27940" y="157492"/>
                  </a:moveTo>
                  <a:lnTo>
                    <a:pt x="0" y="157492"/>
                  </a:lnTo>
                  <a:lnTo>
                    <a:pt x="0" y="163830"/>
                  </a:lnTo>
                  <a:lnTo>
                    <a:pt x="27940" y="163830"/>
                  </a:lnTo>
                  <a:lnTo>
                    <a:pt x="27940" y="157492"/>
                  </a:lnTo>
                  <a:close/>
                </a:path>
                <a:path w="27939" h="476250">
                  <a:moveTo>
                    <a:pt x="2794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7940" y="157480"/>
                  </a:lnTo>
                  <a:lnTo>
                    <a:pt x="27940" y="151142"/>
                  </a:lnTo>
                  <a:close/>
                </a:path>
                <a:path w="27939" h="476250">
                  <a:moveTo>
                    <a:pt x="27940" y="138442"/>
                  </a:moveTo>
                  <a:lnTo>
                    <a:pt x="0" y="138442"/>
                  </a:lnTo>
                  <a:lnTo>
                    <a:pt x="0" y="151130"/>
                  </a:lnTo>
                  <a:lnTo>
                    <a:pt x="27940" y="151130"/>
                  </a:lnTo>
                  <a:lnTo>
                    <a:pt x="27940" y="138442"/>
                  </a:lnTo>
                  <a:close/>
                </a:path>
                <a:path w="27939" h="476250">
                  <a:moveTo>
                    <a:pt x="27940" y="132092"/>
                  </a:moveTo>
                  <a:lnTo>
                    <a:pt x="0" y="132092"/>
                  </a:lnTo>
                  <a:lnTo>
                    <a:pt x="0" y="138430"/>
                  </a:lnTo>
                  <a:lnTo>
                    <a:pt x="27940" y="138430"/>
                  </a:lnTo>
                  <a:lnTo>
                    <a:pt x="27940" y="132092"/>
                  </a:lnTo>
                  <a:close/>
                </a:path>
                <a:path w="27939" h="476250">
                  <a:moveTo>
                    <a:pt x="27940" y="125742"/>
                  </a:moveTo>
                  <a:lnTo>
                    <a:pt x="0" y="125742"/>
                  </a:lnTo>
                  <a:lnTo>
                    <a:pt x="0" y="132080"/>
                  </a:lnTo>
                  <a:lnTo>
                    <a:pt x="27940" y="132080"/>
                  </a:lnTo>
                  <a:lnTo>
                    <a:pt x="27940" y="125742"/>
                  </a:lnTo>
                  <a:close/>
                </a:path>
                <a:path w="27939" h="476250">
                  <a:moveTo>
                    <a:pt x="27940" y="119392"/>
                  </a:moveTo>
                  <a:lnTo>
                    <a:pt x="0" y="119392"/>
                  </a:lnTo>
                  <a:lnTo>
                    <a:pt x="0" y="125730"/>
                  </a:lnTo>
                  <a:lnTo>
                    <a:pt x="27940" y="125730"/>
                  </a:lnTo>
                  <a:lnTo>
                    <a:pt x="27940" y="119392"/>
                  </a:lnTo>
                  <a:close/>
                </a:path>
                <a:path w="27939" h="476250">
                  <a:moveTo>
                    <a:pt x="27940" y="113042"/>
                  </a:moveTo>
                  <a:lnTo>
                    <a:pt x="0" y="113042"/>
                  </a:lnTo>
                  <a:lnTo>
                    <a:pt x="0" y="119380"/>
                  </a:lnTo>
                  <a:lnTo>
                    <a:pt x="27940" y="119380"/>
                  </a:lnTo>
                  <a:lnTo>
                    <a:pt x="27940" y="113042"/>
                  </a:lnTo>
                  <a:close/>
                </a:path>
                <a:path w="27939" h="476250">
                  <a:moveTo>
                    <a:pt x="27940" y="106692"/>
                  </a:moveTo>
                  <a:lnTo>
                    <a:pt x="0" y="106692"/>
                  </a:lnTo>
                  <a:lnTo>
                    <a:pt x="0" y="113030"/>
                  </a:lnTo>
                  <a:lnTo>
                    <a:pt x="27940" y="113030"/>
                  </a:lnTo>
                  <a:lnTo>
                    <a:pt x="27940" y="106692"/>
                  </a:lnTo>
                  <a:close/>
                </a:path>
                <a:path w="27939" h="476250">
                  <a:moveTo>
                    <a:pt x="27940" y="100342"/>
                  </a:moveTo>
                  <a:lnTo>
                    <a:pt x="0" y="100342"/>
                  </a:lnTo>
                  <a:lnTo>
                    <a:pt x="0" y="106680"/>
                  </a:lnTo>
                  <a:lnTo>
                    <a:pt x="27940" y="106680"/>
                  </a:lnTo>
                  <a:lnTo>
                    <a:pt x="27940" y="100342"/>
                  </a:lnTo>
                  <a:close/>
                </a:path>
                <a:path w="27939" h="476250">
                  <a:moveTo>
                    <a:pt x="2794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7940" y="100330"/>
                  </a:lnTo>
                  <a:lnTo>
                    <a:pt x="27940" y="93992"/>
                  </a:lnTo>
                  <a:close/>
                </a:path>
                <a:path w="27939" h="476250">
                  <a:moveTo>
                    <a:pt x="2794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7940" y="93980"/>
                  </a:lnTo>
                  <a:lnTo>
                    <a:pt x="27940" y="87642"/>
                  </a:lnTo>
                  <a:close/>
                </a:path>
                <a:path w="27939" h="476250">
                  <a:moveTo>
                    <a:pt x="27940" y="81292"/>
                  </a:moveTo>
                  <a:lnTo>
                    <a:pt x="0" y="81292"/>
                  </a:lnTo>
                  <a:lnTo>
                    <a:pt x="0" y="87630"/>
                  </a:lnTo>
                  <a:lnTo>
                    <a:pt x="27940" y="87630"/>
                  </a:lnTo>
                  <a:lnTo>
                    <a:pt x="27940" y="81292"/>
                  </a:lnTo>
                  <a:close/>
                </a:path>
                <a:path w="27939" h="476250">
                  <a:moveTo>
                    <a:pt x="27940" y="68592"/>
                  </a:moveTo>
                  <a:lnTo>
                    <a:pt x="0" y="68592"/>
                  </a:lnTo>
                  <a:lnTo>
                    <a:pt x="0" y="81280"/>
                  </a:lnTo>
                  <a:lnTo>
                    <a:pt x="27940" y="81280"/>
                  </a:lnTo>
                  <a:lnTo>
                    <a:pt x="27940" y="68592"/>
                  </a:lnTo>
                  <a:close/>
                </a:path>
                <a:path w="27939" h="476250">
                  <a:moveTo>
                    <a:pt x="27940" y="62242"/>
                  </a:moveTo>
                  <a:lnTo>
                    <a:pt x="0" y="62242"/>
                  </a:lnTo>
                  <a:lnTo>
                    <a:pt x="0" y="68580"/>
                  </a:lnTo>
                  <a:lnTo>
                    <a:pt x="27940" y="68580"/>
                  </a:lnTo>
                  <a:lnTo>
                    <a:pt x="27940" y="62242"/>
                  </a:lnTo>
                  <a:close/>
                </a:path>
                <a:path w="27939" h="476250">
                  <a:moveTo>
                    <a:pt x="27940" y="55892"/>
                  </a:moveTo>
                  <a:lnTo>
                    <a:pt x="0" y="55892"/>
                  </a:lnTo>
                  <a:lnTo>
                    <a:pt x="0" y="62230"/>
                  </a:lnTo>
                  <a:lnTo>
                    <a:pt x="27940" y="62230"/>
                  </a:lnTo>
                  <a:lnTo>
                    <a:pt x="27940" y="55892"/>
                  </a:lnTo>
                  <a:close/>
                </a:path>
                <a:path w="27939" h="476250">
                  <a:moveTo>
                    <a:pt x="27940" y="49542"/>
                  </a:moveTo>
                  <a:lnTo>
                    <a:pt x="0" y="49542"/>
                  </a:lnTo>
                  <a:lnTo>
                    <a:pt x="0" y="55880"/>
                  </a:lnTo>
                  <a:lnTo>
                    <a:pt x="27940" y="55880"/>
                  </a:lnTo>
                  <a:lnTo>
                    <a:pt x="27940" y="49542"/>
                  </a:lnTo>
                  <a:close/>
                </a:path>
                <a:path w="27939" h="476250">
                  <a:moveTo>
                    <a:pt x="2794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7940" y="49530"/>
                  </a:lnTo>
                  <a:lnTo>
                    <a:pt x="27940" y="43192"/>
                  </a:lnTo>
                  <a:close/>
                </a:path>
                <a:path w="27939" h="476250">
                  <a:moveTo>
                    <a:pt x="2794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7940" y="43180"/>
                  </a:lnTo>
                  <a:lnTo>
                    <a:pt x="27940" y="36842"/>
                  </a:lnTo>
                  <a:close/>
                </a:path>
                <a:path w="27939" h="476250">
                  <a:moveTo>
                    <a:pt x="2794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7940" y="36830"/>
                  </a:lnTo>
                  <a:lnTo>
                    <a:pt x="27940" y="30492"/>
                  </a:lnTo>
                  <a:close/>
                </a:path>
                <a:path w="27939" h="476250">
                  <a:moveTo>
                    <a:pt x="27940" y="24142"/>
                  </a:moveTo>
                  <a:lnTo>
                    <a:pt x="0" y="24142"/>
                  </a:lnTo>
                  <a:lnTo>
                    <a:pt x="0" y="30480"/>
                  </a:lnTo>
                  <a:lnTo>
                    <a:pt x="27940" y="30480"/>
                  </a:lnTo>
                  <a:lnTo>
                    <a:pt x="27940" y="24142"/>
                  </a:lnTo>
                  <a:close/>
                </a:path>
                <a:path w="27939" h="476250">
                  <a:moveTo>
                    <a:pt x="2794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7940" y="24130"/>
                  </a:lnTo>
                  <a:lnTo>
                    <a:pt x="27940" y="17792"/>
                  </a:lnTo>
                  <a:close/>
                </a:path>
                <a:path w="27939" h="476250">
                  <a:moveTo>
                    <a:pt x="27940" y="5092"/>
                  </a:moveTo>
                  <a:lnTo>
                    <a:pt x="0" y="5092"/>
                  </a:lnTo>
                  <a:lnTo>
                    <a:pt x="0" y="17780"/>
                  </a:lnTo>
                  <a:lnTo>
                    <a:pt x="27940" y="17780"/>
                  </a:lnTo>
                  <a:lnTo>
                    <a:pt x="27940" y="5092"/>
                  </a:lnTo>
                  <a:close/>
                </a:path>
                <a:path w="27939" h="476250">
                  <a:moveTo>
                    <a:pt x="279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7940" y="5080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254B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9" name="object 3769"/>
            <p:cNvSpPr/>
            <p:nvPr/>
          </p:nvSpPr>
          <p:spPr>
            <a:xfrm>
              <a:off x="4719320" y="5500382"/>
              <a:ext cx="27940" cy="181610"/>
            </a:xfrm>
            <a:custGeom>
              <a:avLst/>
              <a:gdLst/>
              <a:ahLst/>
              <a:cxnLst/>
              <a:rect l="l" t="t" r="r" b="b"/>
              <a:pathLst>
                <a:path w="27939" h="181610">
                  <a:moveTo>
                    <a:pt x="27940" y="180340"/>
                  </a:moveTo>
                  <a:lnTo>
                    <a:pt x="0" y="180340"/>
                  </a:lnTo>
                  <a:lnTo>
                    <a:pt x="0" y="181597"/>
                  </a:lnTo>
                  <a:lnTo>
                    <a:pt x="27940" y="181597"/>
                  </a:lnTo>
                  <a:lnTo>
                    <a:pt x="27940" y="180340"/>
                  </a:lnTo>
                  <a:close/>
                </a:path>
                <a:path w="27939" h="181610">
                  <a:moveTo>
                    <a:pt x="27940" y="173990"/>
                  </a:moveTo>
                  <a:lnTo>
                    <a:pt x="0" y="173990"/>
                  </a:lnTo>
                  <a:lnTo>
                    <a:pt x="0" y="180327"/>
                  </a:lnTo>
                  <a:lnTo>
                    <a:pt x="27940" y="180327"/>
                  </a:lnTo>
                  <a:lnTo>
                    <a:pt x="27940" y="173990"/>
                  </a:lnTo>
                  <a:close/>
                </a:path>
                <a:path w="27939" h="181610">
                  <a:moveTo>
                    <a:pt x="27940" y="171450"/>
                  </a:moveTo>
                  <a:lnTo>
                    <a:pt x="0" y="171450"/>
                  </a:lnTo>
                  <a:lnTo>
                    <a:pt x="0" y="173977"/>
                  </a:lnTo>
                  <a:lnTo>
                    <a:pt x="27940" y="173977"/>
                  </a:lnTo>
                  <a:lnTo>
                    <a:pt x="27940" y="171450"/>
                  </a:lnTo>
                  <a:close/>
                </a:path>
                <a:path w="27939" h="181610">
                  <a:moveTo>
                    <a:pt x="27940" y="167640"/>
                  </a:moveTo>
                  <a:lnTo>
                    <a:pt x="0" y="167640"/>
                  </a:lnTo>
                  <a:lnTo>
                    <a:pt x="0" y="171437"/>
                  </a:lnTo>
                  <a:lnTo>
                    <a:pt x="27940" y="171437"/>
                  </a:lnTo>
                  <a:lnTo>
                    <a:pt x="27940" y="167640"/>
                  </a:lnTo>
                  <a:close/>
                </a:path>
                <a:path w="27939" h="181610">
                  <a:moveTo>
                    <a:pt x="27940" y="165100"/>
                  </a:moveTo>
                  <a:lnTo>
                    <a:pt x="0" y="165100"/>
                  </a:lnTo>
                  <a:lnTo>
                    <a:pt x="0" y="167627"/>
                  </a:lnTo>
                  <a:lnTo>
                    <a:pt x="27940" y="167627"/>
                  </a:lnTo>
                  <a:lnTo>
                    <a:pt x="27940" y="165100"/>
                  </a:lnTo>
                  <a:close/>
                </a:path>
                <a:path w="27939" h="181610">
                  <a:moveTo>
                    <a:pt x="27940" y="161290"/>
                  </a:moveTo>
                  <a:lnTo>
                    <a:pt x="0" y="161290"/>
                  </a:lnTo>
                  <a:lnTo>
                    <a:pt x="0" y="165087"/>
                  </a:lnTo>
                  <a:lnTo>
                    <a:pt x="27940" y="165087"/>
                  </a:lnTo>
                  <a:lnTo>
                    <a:pt x="27940" y="161290"/>
                  </a:lnTo>
                  <a:close/>
                </a:path>
                <a:path w="27939" h="181610">
                  <a:moveTo>
                    <a:pt x="27940" y="154940"/>
                  </a:moveTo>
                  <a:lnTo>
                    <a:pt x="0" y="154940"/>
                  </a:lnTo>
                  <a:lnTo>
                    <a:pt x="0" y="161277"/>
                  </a:lnTo>
                  <a:lnTo>
                    <a:pt x="27940" y="161277"/>
                  </a:lnTo>
                  <a:lnTo>
                    <a:pt x="27940" y="154940"/>
                  </a:lnTo>
                  <a:close/>
                </a:path>
                <a:path w="27939" h="181610">
                  <a:moveTo>
                    <a:pt x="27940" y="152400"/>
                  </a:moveTo>
                  <a:lnTo>
                    <a:pt x="0" y="152400"/>
                  </a:lnTo>
                  <a:lnTo>
                    <a:pt x="0" y="154927"/>
                  </a:lnTo>
                  <a:lnTo>
                    <a:pt x="27940" y="154927"/>
                  </a:lnTo>
                  <a:lnTo>
                    <a:pt x="27940" y="152400"/>
                  </a:lnTo>
                  <a:close/>
                </a:path>
                <a:path w="27939" h="181610">
                  <a:moveTo>
                    <a:pt x="27940" y="148590"/>
                  </a:moveTo>
                  <a:lnTo>
                    <a:pt x="0" y="148590"/>
                  </a:lnTo>
                  <a:lnTo>
                    <a:pt x="0" y="152387"/>
                  </a:lnTo>
                  <a:lnTo>
                    <a:pt x="27940" y="152387"/>
                  </a:lnTo>
                  <a:lnTo>
                    <a:pt x="27940" y="148590"/>
                  </a:lnTo>
                  <a:close/>
                </a:path>
                <a:path w="27939" h="181610">
                  <a:moveTo>
                    <a:pt x="27940" y="146050"/>
                  </a:moveTo>
                  <a:lnTo>
                    <a:pt x="0" y="146050"/>
                  </a:lnTo>
                  <a:lnTo>
                    <a:pt x="0" y="148577"/>
                  </a:lnTo>
                  <a:lnTo>
                    <a:pt x="27940" y="148577"/>
                  </a:lnTo>
                  <a:lnTo>
                    <a:pt x="27940" y="146050"/>
                  </a:lnTo>
                  <a:close/>
                </a:path>
                <a:path w="27939" h="181610">
                  <a:moveTo>
                    <a:pt x="27940" y="142240"/>
                  </a:moveTo>
                  <a:lnTo>
                    <a:pt x="0" y="142240"/>
                  </a:lnTo>
                  <a:lnTo>
                    <a:pt x="0" y="146037"/>
                  </a:lnTo>
                  <a:lnTo>
                    <a:pt x="27940" y="146037"/>
                  </a:lnTo>
                  <a:lnTo>
                    <a:pt x="27940" y="142240"/>
                  </a:lnTo>
                  <a:close/>
                </a:path>
                <a:path w="27939" h="181610">
                  <a:moveTo>
                    <a:pt x="27940" y="135890"/>
                  </a:moveTo>
                  <a:lnTo>
                    <a:pt x="0" y="135890"/>
                  </a:lnTo>
                  <a:lnTo>
                    <a:pt x="0" y="142227"/>
                  </a:lnTo>
                  <a:lnTo>
                    <a:pt x="27940" y="142227"/>
                  </a:lnTo>
                  <a:lnTo>
                    <a:pt x="27940" y="135890"/>
                  </a:lnTo>
                  <a:close/>
                </a:path>
                <a:path w="27939" h="181610">
                  <a:moveTo>
                    <a:pt x="27940" y="133350"/>
                  </a:moveTo>
                  <a:lnTo>
                    <a:pt x="0" y="133350"/>
                  </a:lnTo>
                  <a:lnTo>
                    <a:pt x="0" y="135877"/>
                  </a:lnTo>
                  <a:lnTo>
                    <a:pt x="27940" y="135877"/>
                  </a:lnTo>
                  <a:lnTo>
                    <a:pt x="27940" y="133350"/>
                  </a:lnTo>
                  <a:close/>
                </a:path>
                <a:path w="27939" h="181610">
                  <a:moveTo>
                    <a:pt x="27940" y="129540"/>
                  </a:moveTo>
                  <a:lnTo>
                    <a:pt x="0" y="129540"/>
                  </a:lnTo>
                  <a:lnTo>
                    <a:pt x="0" y="133337"/>
                  </a:lnTo>
                  <a:lnTo>
                    <a:pt x="27940" y="133337"/>
                  </a:lnTo>
                  <a:lnTo>
                    <a:pt x="27940" y="129540"/>
                  </a:lnTo>
                  <a:close/>
                </a:path>
                <a:path w="27939" h="181610">
                  <a:moveTo>
                    <a:pt x="27940" y="127000"/>
                  </a:moveTo>
                  <a:lnTo>
                    <a:pt x="0" y="127000"/>
                  </a:lnTo>
                  <a:lnTo>
                    <a:pt x="0" y="129527"/>
                  </a:lnTo>
                  <a:lnTo>
                    <a:pt x="27940" y="129527"/>
                  </a:lnTo>
                  <a:lnTo>
                    <a:pt x="27940" y="127000"/>
                  </a:lnTo>
                  <a:close/>
                </a:path>
                <a:path w="27939" h="181610">
                  <a:moveTo>
                    <a:pt x="27940" y="120650"/>
                  </a:moveTo>
                  <a:lnTo>
                    <a:pt x="0" y="120650"/>
                  </a:lnTo>
                  <a:lnTo>
                    <a:pt x="0" y="126987"/>
                  </a:lnTo>
                  <a:lnTo>
                    <a:pt x="27940" y="126987"/>
                  </a:lnTo>
                  <a:lnTo>
                    <a:pt x="27940" y="120650"/>
                  </a:lnTo>
                  <a:close/>
                </a:path>
                <a:path w="27939" h="181610">
                  <a:moveTo>
                    <a:pt x="2794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27940" y="120637"/>
                  </a:lnTo>
                  <a:lnTo>
                    <a:pt x="27940" y="114300"/>
                  </a:lnTo>
                  <a:close/>
                </a:path>
                <a:path w="27939" h="181610">
                  <a:moveTo>
                    <a:pt x="27940" y="110490"/>
                  </a:moveTo>
                  <a:lnTo>
                    <a:pt x="0" y="110490"/>
                  </a:lnTo>
                  <a:lnTo>
                    <a:pt x="0" y="114287"/>
                  </a:lnTo>
                  <a:lnTo>
                    <a:pt x="27940" y="114287"/>
                  </a:lnTo>
                  <a:lnTo>
                    <a:pt x="27940" y="110490"/>
                  </a:lnTo>
                  <a:close/>
                </a:path>
                <a:path w="27939" h="181610">
                  <a:moveTo>
                    <a:pt x="27940" y="107950"/>
                  </a:moveTo>
                  <a:lnTo>
                    <a:pt x="0" y="107950"/>
                  </a:lnTo>
                  <a:lnTo>
                    <a:pt x="0" y="110477"/>
                  </a:lnTo>
                  <a:lnTo>
                    <a:pt x="27940" y="110477"/>
                  </a:lnTo>
                  <a:lnTo>
                    <a:pt x="27940" y="107950"/>
                  </a:lnTo>
                  <a:close/>
                </a:path>
                <a:path w="27939" h="181610">
                  <a:moveTo>
                    <a:pt x="27940" y="104140"/>
                  </a:moveTo>
                  <a:lnTo>
                    <a:pt x="0" y="104140"/>
                  </a:lnTo>
                  <a:lnTo>
                    <a:pt x="0" y="107937"/>
                  </a:lnTo>
                  <a:lnTo>
                    <a:pt x="27940" y="107937"/>
                  </a:lnTo>
                  <a:lnTo>
                    <a:pt x="27940" y="104140"/>
                  </a:lnTo>
                  <a:close/>
                </a:path>
                <a:path w="27939" h="181610">
                  <a:moveTo>
                    <a:pt x="27940" y="101600"/>
                  </a:moveTo>
                  <a:lnTo>
                    <a:pt x="0" y="101600"/>
                  </a:lnTo>
                  <a:lnTo>
                    <a:pt x="0" y="104127"/>
                  </a:lnTo>
                  <a:lnTo>
                    <a:pt x="27940" y="104127"/>
                  </a:lnTo>
                  <a:lnTo>
                    <a:pt x="27940" y="101600"/>
                  </a:lnTo>
                  <a:close/>
                </a:path>
                <a:path w="27939" h="181610">
                  <a:moveTo>
                    <a:pt x="27940" y="97790"/>
                  </a:moveTo>
                  <a:lnTo>
                    <a:pt x="0" y="97790"/>
                  </a:lnTo>
                  <a:lnTo>
                    <a:pt x="0" y="101587"/>
                  </a:lnTo>
                  <a:lnTo>
                    <a:pt x="27940" y="101587"/>
                  </a:lnTo>
                  <a:lnTo>
                    <a:pt x="27940" y="97790"/>
                  </a:lnTo>
                  <a:close/>
                </a:path>
                <a:path w="27939" h="181610">
                  <a:moveTo>
                    <a:pt x="27940" y="95250"/>
                  </a:moveTo>
                  <a:lnTo>
                    <a:pt x="0" y="95250"/>
                  </a:lnTo>
                  <a:lnTo>
                    <a:pt x="0" y="97777"/>
                  </a:lnTo>
                  <a:lnTo>
                    <a:pt x="27940" y="97777"/>
                  </a:lnTo>
                  <a:lnTo>
                    <a:pt x="27940" y="95250"/>
                  </a:lnTo>
                  <a:close/>
                </a:path>
                <a:path w="27939" h="181610">
                  <a:moveTo>
                    <a:pt x="27940" y="91440"/>
                  </a:moveTo>
                  <a:lnTo>
                    <a:pt x="0" y="91440"/>
                  </a:lnTo>
                  <a:lnTo>
                    <a:pt x="0" y="95237"/>
                  </a:lnTo>
                  <a:lnTo>
                    <a:pt x="27940" y="95237"/>
                  </a:lnTo>
                  <a:lnTo>
                    <a:pt x="27940" y="91440"/>
                  </a:lnTo>
                  <a:close/>
                </a:path>
                <a:path w="27939" h="181610">
                  <a:moveTo>
                    <a:pt x="27940" y="82550"/>
                  </a:moveTo>
                  <a:lnTo>
                    <a:pt x="0" y="82550"/>
                  </a:lnTo>
                  <a:lnTo>
                    <a:pt x="0" y="91427"/>
                  </a:lnTo>
                  <a:lnTo>
                    <a:pt x="27940" y="91427"/>
                  </a:lnTo>
                  <a:lnTo>
                    <a:pt x="27940" y="82550"/>
                  </a:lnTo>
                  <a:close/>
                </a:path>
                <a:path w="27939" h="181610">
                  <a:moveTo>
                    <a:pt x="27940" y="72390"/>
                  </a:moveTo>
                  <a:lnTo>
                    <a:pt x="0" y="72390"/>
                  </a:lnTo>
                  <a:lnTo>
                    <a:pt x="0" y="82537"/>
                  </a:lnTo>
                  <a:lnTo>
                    <a:pt x="27940" y="82537"/>
                  </a:lnTo>
                  <a:lnTo>
                    <a:pt x="27940" y="72390"/>
                  </a:lnTo>
                  <a:close/>
                </a:path>
                <a:path w="27939" h="181610">
                  <a:moveTo>
                    <a:pt x="27940" y="63500"/>
                  </a:moveTo>
                  <a:lnTo>
                    <a:pt x="0" y="63500"/>
                  </a:lnTo>
                  <a:lnTo>
                    <a:pt x="0" y="72377"/>
                  </a:lnTo>
                  <a:lnTo>
                    <a:pt x="27940" y="72377"/>
                  </a:lnTo>
                  <a:lnTo>
                    <a:pt x="27940" y="63500"/>
                  </a:lnTo>
                  <a:close/>
                </a:path>
                <a:path w="27939" h="181610">
                  <a:moveTo>
                    <a:pt x="27940" y="53340"/>
                  </a:moveTo>
                  <a:lnTo>
                    <a:pt x="0" y="53340"/>
                  </a:lnTo>
                  <a:lnTo>
                    <a:pt x="0" y="63487"/>
                  </a:lnTo>
                  <a:lnTo>
                    <a:pt x="27940" y="63487"/>
                  </a:lnTo>
                  <a:lnTo>
                    <a:pt x="27940" y="53340"/>
                  </a:lnTo>
                  <a:close/>
                </a:path>
                <a:path w="27939" h="181610">
                  <a:moveTo>
                    <a:pt x="27940" y="50800"/>
                  </a:moveTo>
                  <a:lnTo>
                    <a:pt x="0" y="50800"/>
                  </a:lnTo>
                  <a:lnTo>
                    <a:pt x="0" y="53327"/>
                  </a:lnTo>
                  <a:lnTo>
                    <a:pt x="27940" y="53327"/>
                  </a:lnTo>
                  <a:lnTo>
                    <a:pt x="27940" y="50800"/>
                  </a:lnTo>
                  <a:close/>
                </a:path>
                <a:path w="27939" h="181610">
                  <a:moveTo>
                    <a:pt x="27940" y="46990"/>
                  </a:moveTo>
                  <a:lnTo>
                    <a:pt x="0" y="46990"/>
                  </a:lnTo>
                  <a:lnTo>
                    <a:pt x="0" y="50787"/>
                  </a:lnTo>
                  <a:lnTo>
                    <a:pt x="27940" y="50787"/>
                  </a:lnTo>
                  <a:lnTo>
                    <a:pt x="27940" y="46990"/>
                  </a:lnTo>
                  <a:close/>
                </a:path>
                <a:path w="27939" h="181610">
                  <a:moveTo>
                    <a:pt x="27940" y="40640"/>
                  </a:moveTo>
                  <a:lnTo>
                    <a:pt x="0" y="40640"/>
                  </a:lnTo>
                  <a:lnTo>
                    <a:pt x="0" y="46977"/>
                  </a:lnTo>
                  <a:lnTo>
                    <a:pt x="27940" y="46977"/>
                  </a:lnTo>
                  <a:lnTo>
                    <a:pt x="27940" y="40640"/>
                  </a:lnTo>
                  <a:close/>
                </a:path>
                <a:path w="27939" h="181610">
                  <a:moveTo>
                    <a:pt x="27940" y="34290"/>
                  </a:moveTo>
                  <a:lnTo>
                    <a:pt x="0" y="34290"/>
                  </a:lnTo>
                  <a:lnTo>
                    <a:pt x="0" y="40627"/>
                  </a:lnTo>
                  <a:lnTo>
                    <a:pt x="27940" y="40627"/>
                  </a:lnTo>
                  <a:lnTo>
                    <a:pt x="27940" y="34290"/>
                  </a:lnTo>
                  <a:close/>
                </a:path>
                <a:path w="27939" h="181610">
                  <a:moveTo>
                    <a:pt x="27940" y="27940"/>
                  </a:moveTo>
                  <a:lnTo>
                    <a:pt x="0" y="27940"/>
                  </a:lnTo>
                  <a:lnTo>
                    <a:pt x="0" y="34277"/>
                  </a:lnTo>
                  <a:lnTo>
                    <a:pt x="27940" y="34277"/>
                  </a:lnTo>
                  <a:lnTo>
                    <a:pt x="27940" y="27940"/>
                  </a:lnTo>
                  <a:close/>
                </a:path>
                <a:path w="27939" h="181610">
                  <a:moveTo>
                    <a:pt x="27940" y="25400"/>
                  </a:moveTo>
                  <a:lnTo>
                    <a:pt x="0" y="25400"/>
                  </a:lnTo>
                  <a:lnTo>
                    <a:pt x="0" y="27927"/>
                  </a:lnTo>
                  <a:lnTo>
                    <a:pt x="27940" y="27927"/>
                  </a:lnTo>
                  <a:lnTo>
                    <a:pt x="27940" y="25400"/>
                  </a:lnTo>
                  <a:close/>
                </a:path>
                <a:path w="27939" h="181610">
                  <a:moveTo>
                    <a:pt x="2794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27940" y="25387"/>
                  </a:lnTo>
                  <a:lnTo>
                    <a:pt x="27940" y="21590"/>
                  </a:lnTo>
                  <a:close/>
                </a:path>
                <a:path w="27939" h="181610">
                  <a:moveTo>
                    <a:pt x="27940" y="15240"/>
                  </a:moveTo>
                  <a:lnTo>
                    <a:pt x="0" y="15240"/>
                  </a:lnTo>
                  <a:lnTo>
                    <a:pt x="0" y="21577"/>
                  </a:lnTo>
                  <a:lnTo>
                    <a:pt x="27940" y="21577"/>
                  </a:lnTo>
                  <a:lnTo>
                    <a:pt x="27940" y="15240"/>
                  </a:lnTo>
                  <a:close/>
                </a:path>
                <a:path w="27939" h="181610">
                  <a:moveTo>
                    <a:pt x="2794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7940" y="15227"/>
                  </a:lnTo>
                  <a:lnTo>
                    <a:pt x="27940" y="12700"/>
                  </a:lnTo>
                  <a:close/>
                </a:path>
                <a:path w="27939" h="181610">
                  <a:moveTo>
                    <a:pt x="2794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7940" y="12687"/>
                  </a:lnTo>
                  <a:lnTo>
                    <a:pt x="27940" y="8890"/>
                  </a:lnTo>
                  <a:close/>
                </a:path>
                <a:path w="27939" h="181610">
                  <a:moveTo>
                    <a:pt x="27940" y="0"/>
                  </a:moveTo>
                  <a:lnTo>
                    <a:pt x="0" y="0"/>
                  </a:lnTo>
                  <a:lnTo>
                    <a:pt x="0" y="8877"/>
                  </a:lnTo>
                  <a:lnTo>
                    <a:pt x="27940" y="8877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254B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0" name="object 3770"/>
            <p:cNvSpPr/>
            <p:nvPr/>
          </p:nvSpPr>
          <p:spPr>
            <a:xfrm>
              <a:off x="4747260" y="5033010"/>
              <a:ext cx="27940" cy="476250"/>
            </a:xfrm>
            <a:custGeom>
              <a:avLst/>
              <a:gdLst/>
              <a:ahLst/>
              <a:cxnLst/>
              <a:rect l="l" t="t" r="r" b="b"/>
              <a:pathLst>
                <a:path w="27939" h="476250">
                  <a:moveTo>
                    <a:pt x="27940" y="467372"/>
                  </a:moveTo>
                  <a:lnTo>
                    <a:pt x="0" y="467372"/>
                  </a:lnTo>
                  <a:lnTo>
                    <a:pt x="0" y="476250"/>
                  </a:lnTo>
                  <a:lnTo>
                    <a:pt x="27940" y="476250"/>
                  </a:lnTo>
                  <a:lnTo>
                    <a:pt x="27940" y="467372"/>
                  </a:lnTo>
                  <a:close/>
                </a:path>
                <a:path w="27939" h="476250">
                  <a:moveTo>
                    <a:pt x="27940" y="463562"/>
                  </a:moveTo>
                  <a:lnTo>
                    <a:pt x="0" y="463562"/>
                  </a:lnTo>
                  <a:lnTo>
                    <a:pt x="0" y="467360"/>
                  </a:lnTo>
                  <a:lnTo>
                    <a:pt x="27940" y="467360"/>
                  </a:lnTo>
                  <a:lnTo>
                    <a:pt x="27940" y="463562"/>
                  </a:lnTo>
                  <a:close/>
                </a:path>
                <a:path w="27939" h="476250">
                  <a:moveTo>
                    <a:pt x="27940" y="461022"/>
                  </a:moveTo>
                  <a:lnTo>
                    <a:pt x="0" y="461022"/>
                  </a:lnTo>
                  <a:lnTo>
                    <a:pt x="0" y="463550"/>
                  </a:lnTo>
                  <a:lnTo>
                    <a:pt x="27940" y="463550"/>
                  </a:lnTo>
                  <a:lnTo>
                    <a:pt x="27940" y="461022"/>
                  </a:lnTo>
                  <a:close/>
                </a:path>
                <a:path w="27939" h="476250">
                  <a:moveTo>
                    <a:pt x="27940" y="457212"/>
                  </a:moveTo>
                  <a:lnTo>
                    <a:pt x="0" y="457212"/>
                  </a:lnTo>
                  <a:lnTo>
                    <a:pt x="0" y="461010"/>
                  </a:lnTo>
                  <a:lnTo>
                    <a:pt x="27940" y="461010"/>
                  </a:lnTo>
                  <a:lnTo>
                    <a:pt x="27940" y="457212"/>
                  </a:lnTo>
                  <a:close/>
                </a:path>
                <a:path w="27939" h="476250">
                  <a:moveTo>
                    <a:pt x="27940" y="448322"/>
                  </a:moveTo>
                  <a:lnTo>
                    <a:pt x="0" y="448322"/>
                  </a:lnTo>
                  <a:lnTo>
                    <a:pt x="0" y="457200"/>
                  </a:lnTo>
                  <a:lnTo>
                    <a:pt x="27940" y="457200"/>
                  </a:lnTo>
                  <a:lnTo>
                    <a:pt x="27940" y="448322"/>
                  </a:lnTo>
                  <a:close/>
                </a:path>
                <a:path w="27939" h="476250">
                  <a:moveTo>
                    <a:pt x="27940" y="429272"/>
                  </a:moveTo>
                  <a:lnTo>
                    <a:pt x="0" y="429272"/>
                  </a:lnTo>
                  <a:lnTo>
                    <a:pt x="0" y="448310"/>
                  </a:lnTo>
                  <a:lnTo>
                    <a:pt x="27940" y="448310"/>
                  </a:lnTo>
                  <a:lnTo>
                    <a:pt x="27940" y="429272"/>
                  </a:lnTo>
                  <a:close/>
                </a:path>
                <a:path w="27939" h="476250">
                  <a:moveTo>
                    <a:pt x="27940" y="422922"/>
                  </a:moveTo>
                  <a:lnTo>
                    <a:pt x="0" y="422922"/>
                  </a:lnTo>
                  <a:lnTo>
                    <a:pt x="0" y="429260"/>
                  </a:lnTo>
                  <a:lnTo>
                    <a:pt x="27940" y="429260"/>
                  </a:lnTo>
                  <a:lnTo>
                    <a:pt x="27940" y="422922"/>
                  </a:lnTo>
                  <a:close/>
                </a:path>
                <a:path w="27939" h="476250">
                  <a:moveTo>
                    <a:pt x="27940" y="416572"/>
                  </a:moveTo>
                  <a:lnTo>
                    <a:pt x="0" y="416572"/>
                  </a:lnTo>
                  <a:lnTo>
                    <a:pt x="0" y="422910"/>
                  </a:lnTo>
                  <a:lnTo>
                    <a:pt x="27940" y="422910"/>
                  </a:lnTo>
                  <a:lnTo>
                    <a:pt x="27940" y="416572"/>
                  </a:lnTo>
                  <a:close/>
                </a:path>
                <a:path w="27939" h="476250">
                  <a:moveTo>
                    <a:pt x="27940" y="412762"/>
                  </a:moveTo>
                  <a:lnTo>
                    <a:pt x="0" y="412762"/>
                  </a:lnTo>
                  <a:lnTo>
                    <a:pt x="0" y="416560"/>
                  </a:lnTo>
                  <a:lnTo>
                    <a:pt x="27940" y="416560"/>
                  </a:lnTo>
                  <a:lnTo>
                    <a:pt x="27940" y="412762"/>
                  </a:lnTo>
                  <a:close/>
                </a:path>
                <a:path w="27939" h="476250">
                  <a:moveTo>
                    <a:pt x="27940" y="410222"/>
                  </a:moveTo>
                  <a:lnTo>
                    <a:pt x="0" y="410222"/>
                  </a:lnTo>
                  <a:lnTo>
                    <a:pt x="0" y="412750"/>
                  </a:lnTo>
                  <a:lnTo>
                    <a:pt x="27940" y="412750"/>
                  </a:lnTo>
                  <a:lnTo>
                    <a:pt x="27940" y="410222"/>
                  </a:lnTo>
                  <a:close/>
                </a:path>
                <a:path w="27939" h="476250">
                  <a:moveTo>
                    <a:pt x="27940" y="406412"/>
                  </a:moveTo>
                  <a:lnTo>
                    <a:pt x="0" y="406412"/>
                  </a:lnTo>
                  <a:lnTo>
                    <a:pt x="0" y="410210"/>
                  </a:lnTo>
                  <a:lnTo>
                    <a:pt x="27940" y="410210"/>
                  </a:lnTo>
                  <a:lnTo>
                    <a:pt x="27940" y="406412"/>
                  </a:lnTo>
                  <a:close/>
                </a:path>
                <a:path w="27939" h="476250">
                  <a:moveTo>
                    <a:pt x="27940" y="403872"/>
                  </a:moveTo>
                  <a:lnTo>
                    <a:pt x="0" y="403872"/>
                  </a:lnTo>
                  <a:lnTo>
                    <a:pt x="0" y="406400"/>
                  </a:lnTo>
                  <a:lnTo>
                    <a:pt x="27940" y="406400"/>
                  </a:lnTo>
                  <a:lnTo>
                    <a:pt x="27940" y="403872"/>
                  </a:lnTo>
                  <a:close/>
                </a:path>
                <a:path w="27939" h="476250">
                  <a:moveTo>
                    <a:pt x="27940" y="397522"/>
                  </a:moveTo>
                  <a:lnTo>
                    <a:pt x="0" y="397522"/>
                  </a:lnTo>
                  <a:lnTo>
                    <a:pt x="0" y="403860"/>
                  </a:lnTo>
                  <a:lnTo>
                    <a:pt x="27940" y="403860"/>
                  </a:lnTo>
                  <a:lnTo>
                    <a:pt x="27940" y="397522"/>
                  </a:lnTo>
                  <a:close/>
                </a:path>
                <a:path w="27939" h="476250">
                  <a:moveTo>
                    <a:pt x="27940" y="393712"/>
                  </a:moveTo>
                  <a:lnTo>
                    <a:pt x="0" y="393712"/>
                  </a:lnTo>
                  <a:lnTo>
                    <a:pt x="0" y="397510"/>
                  </a:lnTo>
                  <a:lnTo>
                    <a:pt x="27940" y="397510"/>
                  </a:lnTo>
                  <a:lnTo>
                    <a:pt x="27940" y="393712"/>
                  </a:lnTo>
                  <a:close/>
                </a:path>
                <a:path w="27939" h="476250">
                  <a:moveTo>
                    <a:pt x="27940" y="391172"/>
                  </a:moveTo>
                  <a:lnTo>
                    <a:pt x="0" y="391172"/>
                  </a:lnTo>
                  <a:lnTo>
                    <a:pt x="0" y="393700"/>
                  </a:lnTo>
                  <a:lnTo>
                    <a:pt x="27940" y="393700"/>
                  </a:lnTo>
                  <a:lnTo>
                    <a:pt x="27940" y="391172"/>
                  </a:lnTo>
                  <a:close/>
                </a:path>
                <a:path w="27939" h="476250">
                  <a:moveTo>
                    <a:pt x="27940" y="387362"/>
                  </a:moveTo>
                  <a:lnTo>
                    <a:pt x="0" y="387362"/>
                  </a:lnTo>
                  <a:lnTo>
                    <a:pt x="0" y="391160"/>
                  </a:lnTo>
                  <a:lnTo>
                    <a:pt x="27940" y="391160"/>
                  </a:lnTo>
                  <a:lnTo>
                    <a:pt x="27940" y="387362"/>
                  </a:lnTo>
                  <a:close/>
                </a:path>
                <a:path w="27939" h="476250">
                  <a:moveTo>
                    <a:pt x="27940" y="384822"/>
                  </a:moveTo>
                  <a:lnTo>
                    <a:pt x="0" y="384822"/>
                  </a:lnTo>
                  <a:lnTo>
                    <a:pt x="0" y="387350"/>
                  </a:lnTo>
                  <a:lnTo>
                    <a:pt x="27940" y="387350"/>
                  </a:lnTo>
                  <a:lnTo>
                    <a:pt x="27940" y="384822"/>
                  </a:lnTo>
                  <a:close/>
                </a:path>
                <a:path w="27939" h="476250">
                  <a:moveTo>
                    <a:pt x="27940" y="365772"/>
                  </a:moveTo>
                  <a:lnTo>
                    <a:pt x="0" y="365772"/>
                  </a:lnTo>
                  <a:lnTo>
                    <a:pt x="0" y="384810"/>
                  </a:lnTo>
                  <a:lnTo>
                    <a:pt x="27940" y="384810"/>
                  </a:lnTo>
                  <a:lnTo>
                    <a:pt x="27940" y="365772"/>
                  </a:lnTo>
                  <a:close/>
                </a:path>
                <a:path w="27939" h="476250">
                  <a:moveTo>
                    <a:pt x="27940" y="359422"/>
                  </a:moveTo>
                  <a:lnTo>
                    <a:pt x="0" y="359422"/>
                  </a:lnTo>
                  <a:lnTo>
                    <a:pt x="0" y="365760"/>
                  </a:lnTo>
                  <a:lnTo>
                    <a:pt x="27940" y="365760"/>
                  </a:lnTo>
                  <a:lnTo>
                    <a:pt x="27940" y="359422"/>
                  </a:lnTo>
                  <a:close/>
                </a:path>
                <a:path w="27939" h="476250">
                  <a:moveTo>
                    <a:pt x="27940" y="355612"/>
                  </a:moveTo>
                  <a:lnTo>
                    <a:pt x="0" y="355612"/>
                  </a:lnTo>
                  <a:lnTo>
                    <a:pt x="0" y="359410"/>
                  </a:lnTo>
                  <a:lnTo>
                    <a:pt x="27940" y="359410"/>
                  </a:lnTo>
                  <a:lnTo>
                    <a:pt x="27940" y="355612"/>
                  </a:lnTo>
                  <a:close/>
                </a:path>
                <a:path w="27939" h="476250">
                  <a:moveTo>
                    <a:pt x="27940" y="346722"/>
                  </a:moveTo>
                  <a:lnTo>
                    <a:pt x="0" y="346722"/>
                  </a:lnTo>
                  <a:lnTo>
                    <a:pt x="0" y="355600"/>
                  </a:lnTo>
                  <a:lnTo>
                    <a:pt x="27940" y="355600"/>
                  </a:lnTo>
                  <a:lnTo>
                    <a:pt x="27940" y="346722"/>
                  </a:lnTo>
                  <a:close/>
                </a:path>
                <a:path w="27939" h="476250">
                  <a:moveTo>
                    <a:pt x="27940" y="340372"/>
                  </a:moveTo>
                  <a:lnTo>
                    <a:pt x="0" y="340372"/>
                  </a:lnTo>
                  <a:lnTo>
                    <a:pt x="0" y="346710"/>
                  </a:lnTo>
                  <a:lnTo>
                    <a:pt x="27940" y="346710"/>
                  </a:lnTo>
                  <a:lnTo>
                    <a:pt x="27940" y="340372"/>
                  </a:lnTo>
                  <a:close/>
                </a:path>
                <a:path w="27939" h="476250">
                  <a:moveTo>
                    <a:pt x="27940" y="334022"/>
                  </a:moveTo>
                  <a:lnTo>
                    <a:pt x="0" y="334022"/>
                  </a:lnTo>
                  <a:lnTo>
                    <a:pt x="0" y="340360"/>
                  </a:lnTo>
                  <a:lnTo>
                    <a:pt x="27940" y="340360"/>
                  </a:lnTo>
                  <a:lnTo>
                    <a:pt x="27940" y="334022"/>
                  </a:lnTo>
                  <a:close/>
                </a:path>
                <a:path w="27939" h="476250">
                  <a:moveTo>
                    <a:pt x="27940" y="330212"/>
                  </a:moveTo>
                  <a:lnTo>
                    <a:pt x="0" y="330212"/>
                  </a:lnTo>
                  <a:lnTo>
                    <a:pt x="0" y="334010"/>
                  </a:lnTo>
                  <a:lnTo>
                    <a:pt x="27940" y="334010"/>
                  </a:lnTo>
                  <a:lnTo>
                    <a:pt x="27940" y="330212"/>
                  </a:lnTo>
                  <a:close/>
                </a:path>
                <a:path w="27939" h="476250">
                  <a:moveTo>
                    <a:pt x="27940" y="327672"/>
                  </a:moveTo>
                  <a:lnTo>
                    <a:pt x="0" y="327672"/>
                  </a:lnTo>
                  <a:lnTo>
                    <a:pt x="0" y="330200"/>
                  </a:lnTo>
                  <a:lnTo>
                    <a:pt x="27940" y="330200"/>
                  </a:lnTo>
                  <a:lnTo>
                    <a:pt x="27940" y="327672"/>
                  </a:lnTo>
                  <a:close/>
                </a:path>
                <a:path w="27939" h="476250">
                  <a:moveTo>
                    <a:pt x="27940" y="317512"/>
                  </a:moveTo>
                  <a:lnTo>
                    <a:pt x="0" y="317512"/>
                  </a:lnTo>
                  <a:lnTo>
                    <a:pt x="0" y="327660"/>
                  </a:lnTo>
                  <a:lnTo>
                    <a:pt x="27940" y="327660"/>
                  </a:lnTo>
                  <a:lnTo>
                    <a:pt x="27940" y="317512"/>
                  </a:lnTo>
                  <a:close/>
                </a:path>
                <a:path w="27939" h="476250">
                  <a:moveTo>
                    <a:pt x="27940" y="314972"/>
                  </a:moveTo>
                  <a:lnTo>
                    <a:pt x="0" y="314972"/>
                  </a:lnTo>
                  <a:lnTo>
                    <a:pt x="0" y="317500"/>
                  </a:lnTo>
                  <a:lnTo>
                    <a:pt x="27940" y="317500"/>
                  </a:lnTo>
                  <a:lnTo>
                    <a:pt x="27940" y="314972"/>
                  </a:lnTo>
                  <a:close/>
                </a:path>
                <a:path w="27939" h="476250">
                  <a:moveTo>
                    <a:pt x="27940" y="311162"/>
                  </a:moveTo>
                  <a:lnTo>
                    <a:pt x="0" y="311162"/>
                  </a:lnTo>
                  <a:lnTo>
                    <a:pt x="0" y="314960"/>
                  </a:lnTo>
                  <a:lnTo>
                    <a:pt x="27940" y="314960"/>
                  </a:lnTo>
                  <a:lnTo>
                    <a:pt x="27940" y="311162"/>
                  </a:lnTo>
                  <a:close/>
                </a:path>
                <a:path w="27939" h="476250">
                  <a:moveTo>
                    <a:pt x="27940" y="304812"/>
                  </a:moveTo>
                  <a:lnTo>
                    <a:pt x="0" y="304812"/>
                  </a:lnTo>
                  <a:lnTo>
                    <a:pt x="0" y="311150"/>
                  </a:lnTo>
                  <a:lnTo>
                    <a:pt x="27940" y="311150"/>
                  </a:lnTo>
                  <a:lnTo>
                    <a:pt x="27940" y="304812"/>
                  </a:lnTo>
                  <a:close/>
                </a:path>
                <a:path w="27939" h="476250">
                  <a:moveTo>
                    <a:pt x="27940" y="292112"/>
                  </a:moveTo>
                  <a:lnTo>
                    <a:pt x="0" y="292112"/>
                  </a:lnTo>
                  <a:lnTo>
                    <a:pt x="0" y="304800"/>
                  </a:lnTo>
                  <a:lnTo>
                    <a:pt x="27940" y="304800"/>
                  </a:lnTo>
                  <a:lnTo>
                    <a:pt x="27940" y="292112"/>
                  </a:lnTo>
                  <a:close/>
                </a:path>
                <a:path w="27939" h="476250">
                  <a:moveTo>
                    <a:pt x="27940" y="289572"/>
                  </a:moveTo>
                  <a:lnTo>
                    <a:pt x="0" y="289572"/>
                  </a:lnTo>
                  <a:lnTo>
                    <a:pt x="0" y="292100"/>
                  </a:lnTo>
                  <a:lnTo>
                    <a:pt x="27940" y="292100"/>
                  </a:lnTo>
                  <a:lnTo>
                    <a:pt x="27940" y="289572"/>
                  </a:lnTo>
                  <a:close/>
                </a:path>
                <a:path w="27939" h="476250">
                  <a:moveTo>
                    <a:pt x="27940" y="285762"/>
                  </a:moveTo>
                  <a:lnTo>
                    <a:pt x="0" y="285762"/>
                  </a:lnTo>
                  <a:lnTo>
                    <a:pt x="0" y="289560"/>
                  </a:lnTo>
                  <a:lnTo>
                    <a:pt x="27940" y="289560"/>
                  </a:lnTo>
                  <a:lnTo>
                    <a:pt x="27940" y="285762"/>
                  </a:lnTo>
                  <a:close/>
                </a:path>
                <a:path w="27939" h="476250">
                  <a:moveTo>
                    <a:pt x="27940" y="283222"/>
                  </a:moveTo>
                  <a:lnTo>
                    <a:pt x="0" y="283222"/>
                  </a:lnTo>
                  <a:lnTo>
                    <a:pt x="0" y="285750"/>
                  </a:lnTo>
                  <a:lnTo>
                    <a:pt x="27940" y="285750"/>
                  </a:lnTo>
                  <a:lnTo>
                    <a:pt x="27940" y="283222"/>
                  </a:lnTo>
                  <a:close/>
                </a:path>
                <a:path w="27939" h="476250">
                  <a:moveTo>
                    <a:pt x="27940" y="279412"/>
                  </a:moveTo>
                  <a:lnTo>
                    <a:pt x="0" y="279412"/>
                  </a:lnTo>
                  <a:lnTo>
                    <a:pt x="0" y="283210"/>
                  </a:lnTo>
                  <a:lnTo>
                    <a:pt x="27940" y="283210"/>
                  </a:lnTo>
                  <a:lnTo>
                    <a:pt x="27940" y="279412"/>
                  </a:lnTo>
                  <a:close/>
                </a:path>
                <a:path w="27939" h="476250">
                  <a:moveTo>
                    <a:pt x="27940" y="273062"/>
                  </a:moveTo>
                  <a:lnTo>
                    <a:pt x="0" y="273062"/>
                  </a:lnTo>
                  <a:lnTo>
                    <a:pt x="0" y="279400"/>
                  </a:lnTo>
                  <a:lnTo>
                    <a:pt x="27940" y="279400"/>
                  </a:lnTo>
                  <a:lnTo>
                    <a:pt x="27940" y="273062"/>
                  </a:lnTo>
                  <a:close/>
                </a:path>
                <a:path w="27939" h="476250">
                  <a:moveTo>
                    <a:pt x="27940" y="234962"/>
                  </a:moveTo>
                  <a:lnTo>
                    <a:pt x="0" y="234962"/>
                  </a:lnTo>
                  <a:lnTo>
                    <a:pt x="0" y="273050"/>
                  </a:lnTo>
                  <a:lnTo>
                    <a:pt x="27940" y="273050"/>
                  </a:lnTo>
                  <a:lnTo>
                    <a:pt x="27940" y="234962"/>
                  </a:lnTo>
                  <a:close/>
                </a:path>
                <a:path w="27939" h="476250">
                  <a:moveTo>
                    <a:pt x="2794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7940" y="234950"/>
                  </a:lnTo>
                  <a:lnTo>
                    <a:pt x="27940" y="232422"/>
                  </a:lnTo>
                  <a:close/>
                </a:path>
                <a:path w="27939" h="476250">
                  <a:moveTo>
                    <a:pt x="2794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27940" y="232410"/>
                  </a:lnTo>
                  <a:lnTo>
                    <a:pt x="27940" y="226072"/>
                  </a:lnTo>
                  <a:close/>
                </a:path>
                <a:path w="27939" h="476250">
                  <a:moveTo>
                    <a:pt x="2794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27940" y="226060"/>
                  </a:lnTo>
                  <a:lnTo>
                    <a:pt x="27940" y="222262"/>
                  </a:lnTo>
                  <a:close/>
                </a:path>
                <a:path w="27939" h="476250">
                  <a:moveTo>
                    <a:pt x="2794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27940" y="222250"/>
                  </a:lnTo>
                  <a:lnTo>
                    <a:pt x="27940" y="219722"/>
                  </a:lnTo>
                  <a:close/>
                </a:path>
                <a:path w="27939" h="476250">
                  <a:moveTo>
                    <a:pt x="27940" y="213372"/>
                  </a:moveTo>
                  <a:lnTo>
                    <a:pt x="0" y="213372"/>
                  </a:lnTo>
                  <a:lnTo>
                    <a:pt x="0" y="219710"/>
                  </a:lnTo>
                  <a:lnTo>
                    <a:pt x="27940" y="219710"/>
                  </a:lnTo>
                  <a:lnTo>
                    <a:pt x="27940" y="213372"/>
                  </a:lnTo>
                  <a:close/>
                </a:path>
                <a:path w="27939" h="476250">
                  <a:moveTo>
                    <a:pt x="27940" y="207022"/>
                  </a:moveTo>
                  <a:lnTo>
                    <a:pt x="0" y="207022"/>
                  </a:lnTo>
                  <a:lnTo>
                    <a:pt x="0" y="213360"/>
                  </a:lnTo>
                  <a:lnTo>
                    <a:pt x="27940" y="213360"/>
                  </a:lnTo>
                  <a:lnTo>
                    <a:pt x="27940" y="207022"/>
                  </a:lnTo>
                  <a:close/>
                </a:path>
                <a:path w="27939" h="476250">
                  <a:moveTo>
                    <a:pt x="27940" y="195592"/>
                  </a:moveTo>
                  <a:lnTo>
                    <a:pt x="0" y="195592"/>
                  </a:lnTo>
                  <a:lnTo>
                    <a:pt x="0" y="207010"/>
                  </a:lnTo>
                  <a:lnTo>
                    <a:pt x="27940" y="207010"/>
                  </a:lnTo>
                  <a:lnTo>
                    <a:pt x="27940" y="195592"/>
                  </a:lnTo>
                  <a:close/>
                </a:path>
                <a:path w="27939" h="476250">
                  <a:moveTo>
                    <a:pt x="2794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7940" y="195580"/>
                  </a:lnTo>
                  <a:lnTo>
                    <a:pt x="27940" y="189242"/>
                  </a:lnTo>
                  <a:close/>
                </a:path>
                <a:path w="27939" h="476250">
                  <a:moveTo>
                    <a:pt x="27940" y="182892"/>
                  </a:moveTo>
                  <a:lnTo>
                    <a:pt x="0" y="182892"/>
                  </a:lnTo>
                  <a:lnTo>
                    <a:pt x="0" y="189230"/>
                  </a:lnTo>
                  <a:lnTo>
                    <a:pt x="27940" y="189230"/>
                  </a:lnTo>
                  <a:lnTo>
                    <a:pt x="27940" y="182892"/>
                  </a:lnTo>
                  <a:close/>
                </a:path>
                <a:path w="27939" h="476250">
                  <a:moveTo>
                    <a:pt x="27940" y="176542"/>
                  </a:moveTo>
                  <a:lnTo>
                    <a:pt x="0" y="176542"/>
                  </a:lnTo>
                  <a:lnTo>
                    <a:pt x="0" y="182880"/>
                  </a:lnTo>
                  <a:lnTo>
                    <a:pt x="27940" y="182880"/>
                  </a:lnTo>
                  <a:lnTo>
                    <a:pt x="27940" y="176542"/>
                  </a:lnTo>
                  <a:close/>
                </a:path>
                <a:path w="27939" h="476250">
                  <a:moveTo>
                    <a:pt x="27940" y="170192"/>
                  </a:moveTo>
                  <a:lnTo>
                    <a:pt x="0" y="170192"/>
                  </a:lnTo>
                  <a:lnTo>
                    <a:pt x="0" y="176530"/>
                  </a:lnTo>
                  <a:lnTo>
                    <a:pt x="27940" y="176530"/>
                  </a:lnTo>
                  <a:lnTo>
                    <a:pt x="27940" y="170192"/>
                  </a:lnTo>
                  <a:close/>
                </a:path>
                <a:path w="27939" h="476250">
                  <a:moveTo>
                    <a:pt x="27940" y="163842"/>
                  </a:moveTo>
                  <a:lnTo>
                    <a:pt x="0" y="163842"/>
                  </a:lnTo>
                  <a:lnTo>
                    <a:pt x="0" y="170180"/>
                  </a:lnTo>
                  <a:lnTo>
                    <a:pt x="27940" y="170180"/>
                  </a:lnTo>
                  <a:lnTo>
                    <a:pt x="27940" y="163842"/>
                  </a:lnTo>
                  <a:close/>
                </a:path>
                <a:path w="27939" h="476250">
                  <a:moveTo>
                    <a:pt x="27940" y="157492"/>
                  </a:moveTo>
                  <a:lnTo>
                    <a:pt x="0" y="157492"/>
                  </a:lnTo>
                  <a:lnTo>
                    <a:pt x="0" y="163830"/>
                  </a:lnTo>
                  <a:lnTo>
                    <a:pt x="27940" y="163830"/>
                  </a:lnTo>
                  <a:lnTo>
                    <a:pt x="27940" y="157492"/>
                  </a:lnTo>
                  <a:close/>
                </a:path>
                <a:path w="27939" h="476250">
                  <a:moveTo>
                    <a:pt x="2794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7940" y="157480"/>
                  </a:lnTo>
                  <a:lnTo>
                    <a:pt x="27940" y="151142"/>
                  </a:lnTo>
                  <a:close/>
                </a:path>
                <a:path w="27939" h="476250">
                  <a:moveTo>
                    <a:pt x="27940" y="138442"/>
                  </a:moveTo>
                  <a:lnTo>
                    <a:pt x="0" y="138442"/>
                  </a:lnTo>
                  <a:lnTo>
                    <a:pt x="0" y="151130"/>
                  </a:lnTo>
                  <a:lnTo>
                    <a:pt x="27940" y="151130"/>
                  </a:lnTo>
                  <a:lnTo>
                    <a:pt x="27940" y="138442"/>
                  </a:lnTo>
                  <a:close/>
                </a:path>
                <a:path w="27939" h="476250">
                  <a:moveTo>
                    <a:pt x="27940" y="132092"/>
                  </a:moveTo>
                  <a:lnTo>
                    <a:pt x="0" y="132092"/>
                  </a:lnTo>
                  <a:lnTo>
                    <a:pt x="0" y="138430"/>
                  </a:lnTo>
                  <a:lnTo>
                    <a:pt x="27940" y="138430"/>
                  </a:lnTo>
                  <a:lnTo>
                    <a:pt x="27940" y="132092"/>
                  </a:lnTo>
                  <a:close/>
                </a:path>
                <a:path w="27939" h="476250">
                  <a:moveTo>
                    <a:pt x="27940" y="125742"/>
                  </a:moveTo>
                  <a:lnTo>
                    <a:pt x="0" y="125742"/>
                  </a:lnTo>
                  <a:lnTo>
                    <a:pt x="0" y="132080"/>
                  </a:lnTo>
                  <a:lnTo>
                    <a:pt x="27940" y="132080"/>
                  </a:lnTo>
                  <a:lnTo>
                    <a:pt x="27940" y="125742"/>
                  </a:lnTo>
                  <a:close/>
                </a:path>
                <a:path w="27939" h="476250">
                  <a:moveTo>
                    <a:pt x="27940" y="119392"/>
                  </a:moveTo>
                  <a:lnTo>
                    <a:pt x="0" y="119392"/>
                  </a:lnTo>
                  <a:lnTo>
                    <a:pt x="0" y="125730"/>
                  </a:lnTo>
                  <a:lnTo>
                    <a:pt x="27940" y="125730"/>
                  </a:lnTo>
                  <a:lnTo>
                    <a:pt x="27940" y="119392"/>
                  </a:lnTo>
                  <a:close/>
                </a:path>
                <a:path w="27939" h="476250">
                  <a:moveTo>
                    <a:pt x="27940" y="113042"/>
                  </a:moveTo>
                  <a:lnTo>
                    <a:pt x="0" y="113042"/>
                  </a:lnTo>
                  <a:lnTo>
                    <a:pt x="0" y="119380"/>
                  </a:lnTo>
                  <a:lnTo>
                    <a:pt x="27940" y="119380"/>
                  </a:lnTo>
                  <a:lnTo>
                    <a:pt x="27940" y="113042"/>
                  </a:lnTo>
                  <a:close/>
                </a:path>
                <a:path w="27939" h="476250">
                  <a:moveTo>
                    <a:pt x="27940" y="106692"/>
                  </a:moveTo>
                  <a:lnTo>
                    <a:pt x="0" y="106692"/>
                  </a:lnTo>
                  <a:lnTo>
                    <a:pt x="0" y="113030"/>
                  </a:lnTo>
                  <a:lnTo>
                    <a:pt x="27940" y="113030"/>
                  </a:lnTo>
                  <a:lnTo>
                    <a:pt x="27940" y="106692"/>
                  </a:lnTo>
                  <a:close/>
                </a:path>
                <a:path w="27939" h="476250">
                  <a:moveTo>
                    <a:pt x="27940" y="100342"/>
                  </a:moveTo>
                  <a:lnTo>
                    <a:pt x="0" y="100342"/>
                  </a:lnTo>
                  <a:lnTo>
                    <a:pt x="0" y="106680"/>
                  </a:lnTo>
                  <a:lnTo>
                    <a:pt x="27940" y="106680"/>
                  </a:lnTo>
                  <a:lnTo>
                    <a:pt x="27940" y="100342"/>
                  </a:lnTo>
                  <a:close/>
                </a:path>
                <a:path w="27939" h="476250">
                  <a:moveTo>
                    <a:pt x="2794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7940" y="100330"/>
                  </a:lnTo>
                  <a:lnTo>
                    <a:pt x="27940" y="93992"/>
                  </a:lnTo>
                  <a:close/>
                </a:path>
                <a:path w="27939" h="476250">
                  <a:moveTo>
                    <a:pt x="2794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7940" y="93980"/>
                  </a:lnTo>
                  <a:lnTo>
                    <a:pt x="27940" y="87642"/>
                  </a:lnTo>
                  <a:close/>
                </a:path>
                <a:path w="27939" h="476250">
                  <a:moveTo>
                    <a:pt x="27940" y="81292"/>
                  </a:moveTo>
                  <a:lnTo>
                    <a:pt x="0" y="81292"/>
                  </a:lnTo>
                  <a:lnTo>
                    <a:pt x="0" y="87630"/>
                  </a:lnTo>
                  <a:lnTo>
                    <a:pt x="27940" y="87630"/>
                  </a:lnTo>
                  <a:lnTo>
                    <a:pt x="27940" y="81292"/>
                  </a:lnTo>
                  <a:close/>
                </a:path>
                <a:path w="27939" h="476250">
                  <a:moveTo>
                    <a:pt x="27940" y="68592"/>
                  </a:moveTo>
                  <a:lnTo>
                    <a:pt x="0" y="68592"/>
                  </a:lnTo>
                  <a:lnTo>
                    <a:pt x="0" y="81280"/>
                  </a:lnTo>
                  <a:lnTo>
                    <a:pt x="27940" y="81280"/>
                  </a:lnTo>
                  <a:lnTo>
                    <a:pt x="27940" y="68592"/>
                  </a:lnTo>
                  <a:close/>
                </a:path>
                <a:path w="27939" h="476250">
                  <a:moveTo>
                    <a:pt x="27940" y="62242"/>
                  </a:moveTo>
                  <a:lnTo>
                    <a:pt x="0" y="62242"/>
                  </a:lnTo>
                  <a:lnTo>
                    <a:pt x="0" y="68580"/>
                  </a:lnTo>
                  <a:lnTo>
                    <a:pt x="27940" y="68580"/>
                  </a:lnTo>
                  <a:lnTo>
                    <a:pt x="27940" y="62242"/>
                  </a:lnTo>
                  <a:close/>
                </a:path>
                <a:path w="27939" h="476250">
                  <a:moveTo>
                    <a:pt x="27940" y="55892"/>
                  </a:moveTo>
                  <a:lnTo>
                    <a:pt x="0" y="55892"/>
                  </a:lnTo>
                  <a:lnTo>
                    <a:pt x="0" y="62230"/>
                  </a:lnTo>
                  <a:lnTo>
                    <a:pt x="27940" y="62230"/>
                  </a:lnTo>
                  <a:lnTo>
                    <a:pt x="27940" y="55892"/>
                  </a:lnTo>
                  <a:close/>
                </a:path>
                <a:path w="27939" h="476250">
                  <a:moveTo>
                    <a:pt x="27940" y="49542"/>
                  </a:moveTo>
                  <a:lnTo>
                    <a:pt x="0" y="49542"/>
                  </a:lnTo>
                  <a:lnTo>
                    <a:pt x="0" y="55880"/>
                  </a:lnTo>
                  <a:lnTo>
                    <a:pt x="27940" y="55880"/>
                  </a:lnTo>
                  <a:lnTo>
                    <a:pt x="27940" y="49542"/>
                  </a:lnTo>
                  <a:close/>
                </a:path>
                <a:path w="27939" h="476250">
                  <a:moveTo>
                    <a:pt x="2794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7940" y="49530"/>
                  </a:lnTo>
                  <a:lnTo>
                    <a:pt x="27940" y="43192"/>
                  </a:lnTo>
                  <a:close/>
                </a:path>
                <a:path w="27939" h="476250">
                  <a:moveTo>
                    <a:pt x="2794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7940" y="43180"/>
                  </a:lnTo>
                  <a:lnTo>
                    <a:pt x="27940" y="36842"/>
                  </a:lnTo>
                  <a:close/>
                </a:path>
                <a:path w="27939" h="476250">
                  <a:moveTo>
                    <a:pt x="2794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7940" y="36830"/>
                  </a:lnTo>
                  <a:lnTo>
                    <a:pt x="27940" y="30492"/>
                  </a:lnTo>
                  <a:close/>
                </a:path>
                <a:path w="27939" h="476250">
                  <a:moveTo>
                    <a:pt x="27940" y="24142"/>
                  </a:moveTo>
                  <a:lnTo>
                    <a:pt x="0" y="24142"/>
                  </a:lnTo>
                  <a:lnTo>
                    <a:pt x="0" y="30480"/>
                  </a:lnTo>
                  <a:lnTo>
                    <a:pt x="27940" y="30480"/>
                  </a:lnTo>
                  <a:lnTo>
                    <a:pt x="27940" y="24142"/>
                  </a:lnTo>
                  <a:close/>
                </a:path>
                <a:path w="27939" h="476250">
                  <a:moveTo>
                    <a:pt x="2794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7940" y="24130"/>
                  </a:lnTo>
                  <a:lnTo>
                    <a:pt x="27940" y="17792"/>
                  </a:lnTo>
                  <a:close/>
                </a:path>
                <a:path w="27939" h="476250">
                  <a:moveTo>
                    <a:pt x="27940" y="5092"/>
                  </a:moveTo>
                  <a:lnTo>
                    <a:pt x="0" y="5092"/>
                  </a:lnTo>
                  <a:lnTo>
                    <a:pt x="0" y="17780"/>
                  </a:lnTo>
                  <a:lnTo>
                    <a:pt x="27940" y="17780"/>
                  </a:lnTo>
                  <a:lnTo>
                    <a:pt x="27940" y="5092"/>
                  </a:lnTo>
                  <a:close/>
                </a:path>
                <a:path w="27939" h="476250">
                  <a:moveTo>
                    <a:pt x="279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7940" y="5080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254B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1" name="object 3771"/>
            <p:cNvSpPr/>
            <p:nvPr/>
          </p:nvSpPr>
          <p:spPr>
            <a:xfrm>
              <a:off x="4747260" y="5500382"/>
              <a:ext cx="27940" cy="181610"/>
            </a:xfrm>
            <a:custGeom>
              <a:avLst/>
              <a:gdLst/>
              <a:ahLst/>
              <a:cxnLst/>
              <a:rect l="l" t="t" r="r" b="b"/>
              <a:pathLst>
                <a:path w="27939" h="181610">
                  <a:moveTo>
                    <a:pt x="27940" y="180340"/>
                  </a:moveTo>
                  <a:lnTo>
                    <a:pt x="0" y="180340"/>
                  </a:lnTo>
                  <a:lnTo>
                    <a:pt x="0" y="181597"/>
                  </a:lnTo>
                  <a:lnTo>
                    <a:pt x="27940" y="181597"/>
                  </a:lnTo>
                  <a:lnTo>
                    <a:pt x="27940" y="180340"/>
                  </a:lnTo>
                  <a:close/>
                </a:path>
                <a:path w="27939" h="181610">
                  <a:moveTo>
                    <a:pt x="27940" y="173990"/>
                  </a:moveTo>
                  <a:lnTo>
                    <a:pt x="0" y="173990"/>
                  </a:lnTo>
                  <a:lnTo>
                    <a:pt x="0" y="180327"/>
                  </a:lnTo>
                  <a:lnTo>
                    <a:pt x="27940" y="180327"/>
                  </a:lnTo>
                  <a:lnTo>
                    <a:pt x="27940" y="173990"/>
                  </a:lnTo>
                  <a:close/>
                </a:path>
                <a:path w="27939" h="181610">
                  <a:moveTo>
                    <a:pt x="27940" y="171450"/>
                  </a:moveTo>
                  <a:lnTo>
                    <a:pt x="0" y="171450"/>
                  </a:lnTo>
                  <a:lnTo>
                    <a:pt x="0" y="173977"/>
                  </a:lnTo>
                  <a:lnTo>
                    <a:pt x="27940" y="173977"/>
                  </a:lnTo>
                  <a:lnTo>
                    <a:pt x="27940" y="171450"/>
                  </a:lnTo>
                  <a:close/>
                </a:path>
                <a:path w="27939" h="181610">
                  <a:moveTo>
                    <a:pt x="27940" y="167640"/>
                  </a:moveTo>
                  <a:lnTo>
                    <a:pt x="0" y="167640"/>
                  </a:lnTo>
                  <a:lnTo>
                    <a:pt x="0" y="171437"/>
                  </a:lnTo>
                  <a:lnTo>
                    <a:pt x="27940" y="171437"/>
                  </a:lnTo>
                  <a:lnTo>
                    <a:pt x="27940" y="167640"/>
                  </a:lnTo>
                  <a:close/>
                </a:path>
                <a:path w="27939" h="181610">
                  <a:moveTo>
                    <a:pt x="27940" y="165100"/>
                  </a:moveTo>
                  <a:lnTo>
                    <a:pt x="0" y="165100"/>
                  </a:lnTo>
                  <a:lnTo>
                    <a:pt x="0" y="167627"/>
                  </a:lnTo>
                  <a:lnTo>
                    <a:pt x="27940" y="167627"/>
                  </a:lnTo>
                  <a:lnTo>
                    <a:pt x="27940" y="165100"/>
                  </a:lnTo>
                  <a:close/>
                </a:path>
                <a:path w="27939" h="181610">
                  <a:moveTo>
                    <a:pt x="27940" y="161290"/>
                  </a:moveTo>
                  <a:lnTo>
                    <a:pt x="0" y="161290"/>
                  </a:lnTo>
                  <a:lnTo>
                    <a:pt x="0" y="165087"/>
                  </a:lnTo>
                  <a:lnTo>
                    <a:pt x="27940" y="165087"/>
                  </a:lnTo>
                  <a:lnTo>
                    <a:pt x="27940" y="161290"/>
                  </a:lnTo>
                  <a:close/>
                </a:path>
                <a:path w="27939" h="181610">
                  <a:moveTo>
                    <a:pt x="27940" y="154940"/>
                  </a:moveTo>
                  <a:lnTo>
                    <a:pt x="0" y="154940"/>
                  </a:lnTo>
                  <a:lnTo>
                    <a:pt x="0" y="161277"/>
                  </a:lnTo>
                  <a:lnTo>
                    <a:pt x="27940" y="161277"/>
                  </a:lnTo>
                  <a:lnTo>
                    <a:pt x="27940" y="154940"/>
                  </a:lnTo>
                  <a:close/>
                </a:path>
                <a:path w="27939" h="181610">
                  <a:moveTo>
                    <a:pt x="27940" y="152400"/>
                  </a:moveTo>
                  <a:lnTo>
                    <a:pt x="0" y="152400"/>
                  </a:lnTo>
                  <a:lnTo>
                    <a:pt x="0" y="154927"/>
                  </a:lnTo>
                  <a:lnTo>
                    <a:pt x="27940" y="154927"/>
                  </a:lnTo>
                  <a:lnTo>
                    <a:pt x="27940" y="152400"/>
                  </a:lnTo>
                  <a:close/>
                </a:path>
                <a:path w="27939" h="181610">
                  <a:moveTo>
                    <a:pt x="27940" y="148590"/>
                  </a:moveTo>
                  <a:lnTo>
                    <a:pt x="0" y="148590"/>
                  </a:lnTo>
                  <a:lnTo>
                    <a:pt x="0" y="152387"/>
                  </a:lnTo>
                  <a:lnTo>
                    <a:pt x="27940" y="152387"/>
                  </a:lnTo>
                  <a:lnTo>
                    <a:pt x="27940" y="148590"/>
                  </a:lnTo>
                  <a:close/>
                </a:path>
                <a:path w="27939" h="181610">
                  <a:moveTo>
                    <a:pt x="27940" y="146050"/>
                  </a:moveTo>
                  <a:lnTo>
                    <a:pt x="0" y="146050"/>
                  </a:lnTo>
                  <a:lnTo>
                    <a:pt x="0" y="148577"/>
                  </a:lnTo>
                  <a:lnTo>
                    <a:pt x="27940" y="148577"/>
                  </a:lnTo>
                  <a:lnTo>
                    <a:pt x="27940" y="146050"/>
                  </a:lnTo>
                  <a:close/>
                </a:path>
                <a:path w="27939" h="181610">
                  <a:moveTo>
                    <a:pt x="27940" y="142240"/>
                  </a:moveTo>
                  <a:lnTo>
                    <a:pt x="0" y="142240"/>
                  </a:lnTo>
                  <a:lnTo>
                    <a:pt x="0" y="146037"/>
                  </a:lnTo>
                  <a:lnTo>
                    <a:pt x="27940" y="146037"/>
                  </a:lnTo>
                  <a:lnTo>
                    <a:pt x="27940" y="142240"/>
                  </a:lnTo>
                  <a:close/>
                </a:path>
                <a:path w="27939" h="181610">
                  <a:moveTo>
                    <a:pt x="27940" y="135890"/>
                  </a:moveTo>
                  <a:lnTo>
                    <a:pt x="0" y="135890"/>
                  </a:lnTo>
                  <a:lnTo>
                    <a:pt x="0" y="142227"/>
                  </a:lnTo>
                  <a:lnTo>
                    <a:pt x="27940" y="142227"/>
                  </a:lnTo>
                  <a:lnTo>
                    <a:pt x="27940" y="135890"/>
                  </a:lnTo>
                  <a:close/>
                </a:path>
                <a:path w="27939" h="181610">
                  <a:moveTo>
                    <a:pt x="27940" y="133350"/>
                  </a:moveTo>
                  <a:lnTo>
                    <a:pt x="0" y="133350"/>
                  </a:lnTo>
                  <a:lnTo>
                    <a:pt x="0" y="135877"/>
                  </a:lnTo>
                  <a:lnTo>
                    <a:pt x="27940" y="135877"/>
                  </a:lnTo>
                  <a:lnTo>
                    <a:pt x="27940" y="133350"/>
                  </a:lnTo>
                  <a:close/>
                </a:path>
                <a:path w="27939" h="181610">
                  <a:moveTo>
                    <a:pt x="27940" y="129540"/>
                  </a:moveTo>
                  <a:lnTo>
                    <a:pt x="0" y="129540"/>
                  </a:lnTo>
                  <a:lnTo>
                    <a:pt x="0" y="133337"/>
                  </a:lnTo>
                  <a:lnTo>
                    <a:pt x="27940" y="133337"/>
                  </a:lnTo>
                  <a:lnTo>
                    <a:pt x="27940" y="129540"/>
                  </a:lnTo>
                  <a:close/>
                </a:path>
                <a:path w="27939" h="181610">
                  <a:moveTo>
                    <a:pt x="27940" y="127000"/>
                  </a:moveTo>
                  <a:lnTo>
                    <a:pt x="0" y="127000"/>
                  </a:lnTo>
                  <a:lnTo>
                    <a:pt x="0" y="129527"/>
                  </a:lnTo>
                  <a:lnTo>
                    <a:pt x="27940" y="129527"/>
                  </a:lnTo>
                  <a:lnTo>
                    <a:pt x="27940" y="127000"/>
                  </a:lnTo>
                  <a:close/>
                </a:path>
                <a:path w="27939" h="181610">
                  <a:moveTo>
                    <a:pt x="27940" y="120650"/>
                  </a:moveTo>
                  <a:lnTo>
                    <a:pt x="0" y="120650"/>
                  </a:lnTo>
                  <a:lnTo>
                    <a:pt x="0" y="126987"/>
                  </a:lnTo>
                  <a:lnTo>
                    <a:pt x="27940" y="126987"/>
                  </a:lnTo>
                  <a:lnTo>
                    <a:pt x="27940" y="120650"/>
                  </a:lnTo>
                  <a:close/>
                </a:path>
                <a:path w="27939" h="181610">
                  <a:moveTo>
                    <a:pt x="2794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27940" y="120637"/>
                  </a:lnTo>
                  <a:lnTo>
                    <a:pt x="27940" y="114300"/>
                  </a:lnTo>
                  <a:close/>
                </a:path>
                <a:path w="27939" h="181610">
                  <a:moveTo>
                    <a:pt x="27940" y="110490"/>
                  </a:moveTo>
                  <a:lnTo>
                    <a:pt x="0" y="110490"/>
                  </a:lnTo>
                  <a:lnTo>
                    <a:pt x="0" y="114287"/>
                  </a:lnTo>
                  <a:lnTo>
                    <a:pt x="27940" y="114287"/>
                  </a:lnTo>
                  <a:lnTo>
                    <a:pt x="27940" y="110490"/>
                  </a:lnTo>
                  <a:close/>
                </a:path>
                <a:path w="27939" h="181610">
                  <a:moveTo>
                    <a:pt x="27940" y="107950"/>
                  </a:moveTo>
                  <a:lnTo>
                    <a:pt x="0" y="107950"/>
                  </a:lnTo>
                  <a:lnTo>
                    <a:pt x="0" y="110477"/>
                  </a:lnTo>
                  <a:lnTo>
                    <a:pt x="27940" y="110477"/>
                  </a:lnTo>
                  <a:lnTo>
                    <a:pt x="27940" y="107950"/>
                  </a:lnTo>
                  <a:close/>
                </a:path>
                <a:path w="27939" h="181610">
                  <a:moveTo>
                    <a:pt x="27940" y="104140"/>
                  </a:moveTo>
                  <a:lnTo>
                    <a:pt x="0" y="104140"/>
                  </a:lnTo>
                  <a:lnTo>
                    <a:pt x="0" y="107937"/>
                  </a:lnTo>
                  <a:lnTo>
                    <a:pt x="27940" y="107937"/>
                  </a:lnTo>
                  <a:lnTo>
                    <a:pt x="27940" y="104140"/>
                  </a:lnTo>
                  <a:close/>
                </a:path>
                <a:path w="27939" h="181610">
                  <a:moveTo>
                    <a:pt x="27940" y="101600"/>
                  </a:moveTo>
                  <a:lnTo>
                    <a:pt x="0" y="101600"/>
                  </a:lnTo>
                  <a:lnTo>
                    <a:pt x="0" y="104127"/>
                  </a:lnTo>
                  <a:lnTo>
                    <a:pt x="27940" y="104127"/>
                  </a:lnTo>
                  <a:lnTo>
                    <a:pt x="27940" y="101600"/>
                  </a:lnTo>
                  <a:close/>
                </a:path>
                <a:path w="27939" h="181610">
                  <a:moveTo>
                    <a:pt x="27940" y="97790"/>
                  </a:moveTo>
                  <a:lnTo>
                    <a:pt x="0" y="97790"/>
                  </a:lnTo>
                  <a:lnTo>
                    <a:pt x="0" y="101587"/>
                  </a:lnTo>
                  <a:lnTo>
                    <a:pt x="27940" y="101587"/>
                  </a:lnTo>
                  <a:lnTo>
                    <a:pt x="27940" y="97790"/>
                  </a:lnTo>
                  <a:close/>
                </a:path>
                <a:path w="27939" h="181610">
                  <a:moveTo>
                    <a:pt x="27940" y="95250"/>
                  </a:moveTo>
                  <a:lnTo>
                    <a:pt x="0" y="95250"/>
                  </a:lnTo>
                  <a:lnTo>
                    <a:pt x="0" y="97777"/>
                  </a:lnTo>
                  <a:lnTo>
                    <a:pt x="27940" y="97777"/>
                  </a:lnTo>
                  <a:lnTo>
                    <a:pt x="27940" y="95250"/>
                  </a:lnTo>
                  <a:close/>
                </a:path>
                <a:path w="27939" h="181610">
                  <a:moveTo>
                    <a:pt x="27940" y="91440"/>
                  </a:moveTo>
                  <a:lnTo>
                    <a:pt x="0" y="91440"/>
                  </a:lnTo>
                  <a:lnTo>
                    <a:pt x="0" y="95237"/>
                  </a:lnTo>
                  <a:lnTo>
                    <a:pt x="27940" y="95237"/>
                  </a:lnTo>
                  <a:lnTo>
                    <a:pt x="27940" y="91440"/>
                  </a:lnTo>
                  <a:close/>
                </a:path>
                <a:path w="27939" h="181610">
                  <a:moveTo>
                    <a:pt x="27940" y="82550"/>
                  </a:moveTo>
                  <a:lnTo>
                    <a:pt x="0" y="82550"/>
                  </a:lnTo>
                  <a:lnTo>
                    <a:pt x="0" y="91427"/>
                  </a:lnTo>
                  <a:lnTo>
                    <a:pt x="27940" y="91427"/>
                  </a:lnTo>
                  <a:lnTo>
                    <a:pt x="27940" y="82550"/>
                  </a:lnTo>
                  <a:close/>
                </a:path>
                <a:path w="27939" h="181610">
                  <a:moveTo>
                    <a:pt x="27940" y="72390"/>
                  </a:moveTo>
                  <a:lnTo>
                    <a:pt x="0" y="72390"/>
                  </a:lnTo>
                  <a:lnTo>
                    <a:pt x="0" y="82537"/>
                  </a:lnTo>
                  <a:lnTo>
                    <a:pt x="27940" y="82537"/>
                  </a:lnTo>
                  <a:lnTo>
                    <a:pt x="27940" y="72390"/>
                  </a:lnTo>
                  <a:close/>
                </a:path>
                <a:path w="27939" h="181610">
                  <a:moveTo>
                    <a:pt x="27940" y="63500"/>
                  </a:moveTo>
                  <a:lnTo>
                    <a:pt x="0" y="63500"/>
                  </a:lnTo>
                  <a:lnTo>
                    <a:pt x="0" y="72377"/>
                  </a:lnTo>
                  <a:lnTo>
                    <a:pt x="27940" y="72377"/>
                  </a:lnTo>
                  <a:lnTo>
                    <a:pt x="27940" y="63500"/>
                  </a:lnTo>
                  <a:close/>
                </a:path>
                <a:path w="27939" h="181610">
                  <a:moveTo>
                    <a:pt x="27940" y="53340"/>
                  </a:moveTo>
                  <a:lnTo>
                    <a:pt x="0" y="53340"/>
                  </a:lnTo>
                  <a:lnTo>
                    <a:pt x="0" y="63487"/>
                  </a:lnTo>
                  <a:lnTo>
                    <a:pt x="27940" y="63487"/>
                  </a:lnTo>
                  <a:lnTo>
                    <a:pt x="27940" y="53340"/>
                  </a:lnTo>
                  <a:close/>
                </a:path>
                <a:path w="27939" h="181610">
                  <a:moveTo>
                    <a:pt x="27940" y="50800"/>
                  </a:moveTo>
                  <a:lnTo>
                    <a:pt x="0" y="50800"/>
                  </a:lnTo>
                  <a:lnTo>
                    <a:pt x="0" y="53327"/>
                  </a:lnTo>
                  <a:lnTo>
                    <a:pt x="27940" y="53327"/>
                  </a:lnTo>
                  <a:lnTo>
                    <a:pt x="27940" y="50800"/>
                  </a:lnTo>
                  <a:close/>
                </a:path>
                <a:path w="27939" h="181610">
                  <a:moveTo>
                    <a:pt x="27940" y="46990"/>
                  </a:moveTo>
                  <a:lnTo>
                    <a:pt x="0" y="46990"/>
                  </a:lnTo>
                  <a:lnTo>
                    <a:pt x="0" y="50787"/>
                  </a:lnTo>
                  <a:lnTo>
                    <a:pt x="27940" y="50787"/>
                  </a:lnTo>
                  <a:lnTo>
                    <a:pt x="27940" y="46990"/>
                  </a:lnTo>
                  <a:close/>
                </a:path>
                <a:path w="27939" h="181610">
                  <a:moveTo>
                    <a:pt x="27940" y="40640"/>
                  </a:moveTo>
                  <a:lnTo>
                    <a:pt x="0" y="40640"/>
                  </a:lnTo>
                  <a:lnTo>
                    <a:pt x="0" y="46977"/>
                  </a:lnTo>
                  <a:lnTo>
                    <a:pt x="27940" y="46977"/>
                  </a:lnTo>
                  <a:lnTo>
                    <a:pt x="27940" y="40640"/>
                  </a:lnTo>
                  <a:close/>
                </a:path>
                <a:path w="27939" h="181610">
                  <a:moveTo>
                    <a:pt x="27940" y="34290"/>
                  </a:moveTo>
                  <a:lnTo>
                    <a:pt x="0" y="34290"/>
                  </a:lnTo>
                  <a:lnTo>
                    <a:pt x="0" y="40627"/>
                  </a:lnTo>
                  <a:lnTo>
                    <a:pt x="27940" y="40627"/>
                  </a:lnTo>
                  <a:lnTo>
                    <a:pt x="27940" y="34290"/>
                  </a:lnTo>
                  <a:close/>
                </a:path>
                <a:path w="27939" h="181610">
                  <a:moveTo>
                    <a:pt x="27940" y="27940"/>
                  </a:moveTo>
                  <a:lnTo>
                    <a:pt x="0" y="27940"/>
                  </a:lnTo>
                  <a:lnTo>
                    <a:pt x="0" y="34277"/>
                  </a:lnTo>
                  <a:lnTo>
                    <a:pt x="27940" y="34277"/>
                  </a:lnTo>
                  <a:lnTo>
                    <a:pt x="27940" y="27940"/>
                  </a:lnTo>
                  <a:close/>
                </a:path>
                <a:path w="27939" h="181610">
                  <a:moveTo>
                    <a:pt x="27940" y="25400"/>
                  </a:moveTo>
                  <a:lnTo>
                    <a:pt x="0" y="25400"/>
                  </a:lnTo>
                  <a:lnTo>
                    <a:pt x="0" y="27927"/>
                  </a:lnTo>
                  <a:lnTo>
                    <a:pt x="27940" y="27927"/>
                  </a:lnTo>
                  <a:lnTo>
                    <a:pt x="27940" y="25400"/>
                  </a:lnTo>
                  <a:close/>
                </a:path>
                <a:path w="27939" h="181610">
                  <a:moveTo>
                    <a:pt x="2794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27940" y="25387"/>
                  </a:lnTo>
                  <a:lnTo>
                    <a:pt x="27940" y="21590"/>
                  </a:lnTo>
                  <a:close/>
                </a:path>
                <a:path w="27939" h="181610">
                  <a:moveTo>
                    <a:pt x="27940" y="15240"/>
                  </a:moveTo>
                  <a:lnTo>
                    <a:pt x="0" y="15240"/>
                  </a:lnTo>
                  <a:lnTo>
                    <a:pt x="0" y="21577"/>
                  </a:lnTo>
                  <a:lnTo>
                    <a:pt x="27940" y="21577"/>
                  </a:lnTo>
                  <a:lnTo>
                    <a:pt x="27940" y="15240"/>
                  </a:lnTo>
                  <a:close/>
                </a:path>
                <a:path w="27939" h="181610">
                  <a:moveTo>
                    <a:pt x="2794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7940" y="15227"/>
                  </a:lnTo>
                  <a:lnTo>
                    <a:pt x="27940" y="12700"/>
                  </a:lnTo>
                  <a:close/>
                </a:path>
                <a:path w="27939" h="181610">
                  <a:moveTo>
                    <a:pt x="2794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7940" y="12687"/>
                  </a:lnTo>
                  <a:lnTo>
                    <a:pt x="27940" y="8890"/>
                  </a:lnTo>
                  <a:close/>
                </a:path>
                <a:path w="27939" h="181610">
                  <a:moveTo>
                    <a:pt x="27940" y="0"/>
                  </a:moveTo>
                  <a:lnTo>
                    <a:pt x="0" y="0"/>
                  </a:lnTo>
                  <a:lnTo>
                    <a:pt x="0" y="8877"/>
                  </a:lnTo>
                  <a:lnTo>
                    <a:pt x="27940" y="8877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254B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2" name="object 3772"/>
            <p:cNvSpPr/>
            <p:nvPr/>
          </p:nvSpPr>
          <p:spPr>
            <a:xfrm>
              <a:off x="4775200" y="5033010"/>
              <a:ext cx="27940" cy="476250"/>
            </a:xfrm>
            <a:custGeom>
              <a:avLst/>
              <a:gdLst/>
              <a:ahLst/>
              <a:cxnLst/>
              <a:rect l="l" t="t" r="r" b="b"/>
              <a:pathLst>
                <a:path w="27939" h="476250">
                  <a:moveTo>
                    <a:pt x="27940" y="467372"/>
                  </a:moveTo>
                  <a:lnTo>
                    <a:pt x="0" y="467372"/>
                  </a:lnTo>
                  <a:lnTo>
                    <a:pt x="0" y="476250"/>
                  </a:lnTo>
                  <a:lnTo>
                    <a:pt x="27940" y="476250"/>
                  </a:lnTo>
                  <a:lnTo>
                    <a:pt x="27940" y="467372"/>
                  </a:lnTo>
                  <a:close/>
                </a:path>
                <a:path w="27939" h="476250">
                  <a:moveTo>
                    <a:pt x="27940" y="463562"/>
                  </a:moveTo>
                  <a:lnTo>
                    <a:pt x="0" y="463562"/>
                  </a:lnTo>
                  <a:lnTo>
                    <a:pt x="0" y="467360"/>
                  </a:lnTo>
                  <a:lnTo>
                    <a:pt x="27940" y="467360"/>
                  </a:lnTo>
                  <a:lnTo>
                    <a:pt x="27940" y="463562"/>
                  </a:lnTo>
                  <a:close/>
                </a:path>
                <a:path w="27939" h="476250">
                  <a:moveTo>
                    <a:pt x="27940" y="461022"/>
                  </a:moveTo>
                  <a:lnTo>
                    <a:pt x="0" y="461022"/>
                  </a:lnTo>
                  <a:lnTo>
                    <a:pt x="0" y="463550"/>
                  </a:lnTo>
                  <a:lnTo>
                    <a:pt x="27940" y="463550"/>
                  </a:lnTo>
                  <a:lnTo>
                    <a:pt x="27940" y="461022"/>
                  </a:lnTo>
                  <a:close/>
                </a:path>
                <a:path w="27939" h="476250">
                  <a:moveTo>
                    <a:pt x="27940" y="457212"/>
                  </a:moveTo>
                  <a:lnTo>
                    <a:pt x="0" y="457212"/>
                  </a:lnTo>
                  <a:lnTo>
                    <a:pt x="0" y="461010"/>
                  </a:lnTo>
                  <a:lnTo>
                    <a:pt x="27940" y="461010"/>
                  </a:lnTo>
                  <a:lnTo>
                    <a:pt x="27940" y="457212"/>
                  </a:lnTo>
                  <a:close/>
                </a:path>
                <a:path w="27939" h="476250">
                  <a:moveTo>
                    <a:pt x="27940" y="448322"/>
                  </a:moveTo>
                  <a:lnTo>
                    <a:pt x="0" y="448322"/>
                  </a:lnTo>
                  <a:lnTo>
                    <a:pt x="0" y="457200"/>
                  </a:lnTo>
                  <a:lnTo>
                    <a:pt x="27940" y="457200"/>
                  </a:lnTo>
                  <a:lnTo>
                    <a:pt x="27940" y="448322"/>
                  </a:lnTo>
                  <a:close/>
                </a:path>
                <a:path w="27939" h="476250">
                  <a:moveTo>
                    <a:pt x="27940" y="429272"/>
                  </a:moveTo>
                  <a:lnTo>
                    <a:pt x="0" y="429272"/>
                  </a:lnTo>
                  <a:lnTo>
                    <a:pt x="0" y="448310"/>
                  </a:lnTo>
                  <a:lnTo>
                    <a:pt x="27940" y="448310"/>
                  </a:lnTo>
                  <a:lnTo>
                    <a:pt x="27940" y="429272"/>
                  </a:lnTo>
                  <a:close/>
                </a:path>
                <a:path w="27939" h="476250">
                  <a:moveTo>
                    <a:pt x="27940" y="422922"/>
                  </a:moveTo>
                  <a:lnTo>
                    <a:pt x="0" y="422922"/>
                  </a:lnTo>
                  <a:lnTo>
                    <a:pt x="0" y="429260"/>
                  </a:lnTo>
                  <a:lnTo>
                    <a:pt x="27940" y="429260"/>
                  </a:lnTo>
                  <a:lnTo>
                    <a:pt x="27940" y="422922"/>
                  </a:lnTo>
                  <a:close/>
                </a:path>
                <a:path w="27939" h="476250">
                  <a:moveTo>
                    <a:pt x="27940" y="416572"/>
                  </a:moveTo>
                  <a:lnTo>
                    <a:pt x="0" y="416572"/>
                  </a:lnTo>
                  <a:lnTo>
                    <a:pt x="0" y="422910"/>
                  </a:lnTo>
                  <a:lnTo>
                    <a:pt x="27940" y="422910"/>
                  </a:lnTo>
                  <a:lnTo>
                    <a:pt x="27940" y="416572"/>
                  </a:lnTo>
                  <a:close/>
                </a:path>
                <a:path w="27939" h="476250">
                  <a:moveTo>
                    <a:pt x="27940" y="412762"/>
                  </a:moveTo>
                  <a:lnTo>
                    <a:pt x="0" y="412762"/>
                  </a:lnTo>
                  <a:lnTo>
                    <a:pt x="0" y="416560"/>
                  </a:lnTo>
                  <a:lnTo>
                    <a:pt x="27940" y="416560"/>
                  </a:lnTo>
                  <a:lnTo>
                    <a:pt x="27940" y="412762"/>
                  </a:lnTo>
                  <a:close/>
                </a:path>
                <a:path w="27939" h="476250">
                  <a:moveTo>
                    <a:pt x="27940" y="410222"/>
                  </a:moveTo>
                  <a:lnTo>
                    <a:pt x="0" y="410222"/>
                  </a:lnTo>
                  <a:lnTo>
                    <a:pt x="0" y="412750"/>
                  </a:lnTo>
                  <a:lnTo>
                    <a:pt x="27940" y="412750"/>
                  </a:lnTo>
                  <a:lnTo>
                    <a:pt x="27940" y="410222"/>
                  </a:lnTo>
                  <a:close/>
                </a:path>
                <a:path w="27939" h="476250">
                  <a:moveTo>
                    <a:pt x="27940" y="406412"/>
                  </a:moveTo>
                  <a:lnTo>
                    <a:pt x="0" y="406412"/>
                  </a:lnTo>
                  <a:lnTo>
                    <a:pt x="0" y="410210"/>
                  </a:lnTo>
                  <a:lnTo>
                    <a:pt x="27940" y="410210"/>
                  </a:lnTo>
                  <a:lnTo>
                    <a:pt x="27940" y="406412"/>
                  </a:lnTo>
                  <a:close/>
                </a:path>
                <a:path w="27939" h="476250">
                  <a:moveTo>
                    <a:pt x="27940" y="403872"/>
                  </a:moveTo>
                  <a:lnTo>
                    <a:pt x="0" y="403872"/>
                  </a:lnTo>
                  <a:lnTo>
                    <a:pt x="0" y="406400"/>
                  </a:lnTo>
                  <a:lnTo>
                    <a:pt x="27940" y="406400"/>
                  </a:lnTo>
                  <a:lnTo>
                    <a:pt x="27940" y="403872"/>
                  </a:lnTo>
                  <a:close/>
                </a:path>
                <a:path w="27939" h="476250">
                  <a:moveTo>
                    <a:pt x="27940" y="397522"/>
                  </a:moveTo>
                  <a:lnTo>
                    <a:pt x="0" y="397522"/>
                  </a:lnTo>
                  <a:lnTo>
                    <a:pt x="0" y="403860"/>
                  </a:lnTo>
                  <a:lnTo>
                    <a:pt x="27940" y="403860"/>
                  </a:lnTo>
                  <a:lnTo>
                    <a:pt x="27940" y="397522"/>
                  </a:lnTo>
                  <a:close/>
                </a:path>
                <a:path w="27939" h="476250">
                  <a:moveTo>
                    <a:pt x="27940" y="393712"/>
                  </a:moveTo>
                  <a:lnTo>
                    <a:pt x="0" y="393712"/>
                  </a:lnTo>
                  <a:lnTo>
                    <a:pt x="0" y="397510"/>
                  </a:lnTo>
                  <a:lnTo>
                    <a:pt x="27940" y="397510"/>
                  </a:lnTo>
                  <a:lnTo>
                    <a:pt x="27940" y="393712"/>
                  </a:lnTo>
                  <a:close/>
                </a:path>
                <a:path w="27939" h="476250">
                  <a:moveTo>
                    <a:pt x="27940" y="391172"/>
                  </a:moveTo>
                  <a:lnTo>
                    <a:pt x="0" y="391172"/>
                  </a:lnTo>
                  <a:lnTo>
                    <a:pt x="0" y="393700"/>
                  </a:lnTo>
                  <a:lnTo>
                    <a:pt x="27940" y="393700"/>
                  </a:lnTo>
                  <a:lnTo>
                    <a:pt x="27940" y="391172"/>
                  </a:lnTo>
                  <a:close/>
                </a:path>
                <a:path w="27939" h="476250">
                  <a:moveTo>
                    <a:pt x="27940" y="387362"/>
                  </a:moveTo>
                  <a:lnTo>
                    <a:pt x="0" y="387362"/>
                  </a:lnTo>
                  <a:lnTo>
                    <a:pt x="0" y="391160"/>
                  </a:lnTo>
                  <a:lnTo>
                    <a:pt x="27940" y="391160"/>
                  </a:lnTo>
                  <a:lnTo>
                    <a:pt x="27940" y="387362"/>
                  </a:lnTo>
                  <a:close/>
                </a:path>
                <a:path w="27939" h="476250">
                  <a:moveTo>
                    <a:pt x="27940" y="384822"/>
                  </a:moveTo>
                  <a:lnTo>
                    <a:pt x="0" y="384822"/>
                  </a:lnTo>
                  <a:lnTo>
                    <a:pt x="0" y="387350"/>
                  </a:lnTo>
                  <a:lnTo>
                    <a:pt x="27940" y="387350"/>
                  </a:lnTo>
                  <a:lnTo>
                    <a:pt x="27940" y="384822"/>
                  </a:lnTo>
                  <a:close/>
                </a:path>
                <a:path w="27939" h="476250">
                  <a:moveTo>
                    <a:pt x="27940" y="365772"/>
                  </a:moveTo>
                  <a:lnTo>
                    <a:pt x="0" y="365772"/>
                  </a:lnTo>
                  <a:lnTo>
                    <a:pt x="0" y="384810"/>
                  </a:lnTo>
                  <a:lnTo>
                    <a:pt x="27940" y="384810"/>
                  </a:lnTo>
                  <a:lnTo>
                    <a:pt x="27940" y="365772"/>
                  </a:lnTo>
                  <a:close/>
                </a:path>
                <a:path w="27939" h="476250">
                  <a:moveTo>
                    <a:pt x="27940" y="359422"/>
                  </a:moveTo>
                  <a:lnTo>
                    <a:pt x="0" y="359422"/>
                  </a:lnTo>
                  <a:lnTo>
                    <a:pt x="0" y="365760"/>
                  </a:lnTo>
                  <a:lnTo>
                    <a:pt x="27940" y="365760"/>
                  </a:lnTo>
                  <a:lnTo>
                    <a:pt x="27940" y="359422"/>
                  </a:lnTo>
                  <a:close/>
                </a:path>
                <a:path w="27939" h="476250">
                  <a:moveTo>
                    <a:pt x="27940" y="355612"/>
                  </a:moveTo>
                  <a:lnTo>
                    <a:pt x="0" y="355612"/>
                  </a:lnTo>
                  <a:lnTo>
                    <a:pt x="0" y="359410"/>
                  </a:lnTo>
                  <a:lnTo>
                    <a:pt x="27940" y="359410"/>
                  </a:lnTo>
                  <a:lnTo>
                    <a:pt x="27940" y="355612"/>
                  </a:lnTo>
                  <a:close/>
                </a:path>
                <a:path w="27939" h="476250">
                  <a:moveTo>
                    <a:pt x="27940" y="346722"/>
                  </a:moveTo>
                  <a:lnTo>
                    <a:pt x="0" y="346722"/>
                  </a:lnTo>
                  <a:lnTo>
                    <a:pt x="0" y="355600"/>
                  </a:lnTo>
                  <a:lnTo>
                    <a:pt x="27940" y="355600"/>
                  </a:lnTo>
                  <a:lnTo>
                    <a:pt x="27940" y="346722"/>
                  </a:lnTo>
                  <a:close/>
                </a:path>
                <a:path w="27939" h="476250">
                  <a:moveTo>
                    <a:pt x="27940" y="340372"/>
                  </a:moveTo>
                  <a:lnTo>
                    <a:pt x="0" y="340372"/>
                  </a:lnTo>
                  <a:lnTo>
                    <a:pt x="0" y="346710"/>
                  </a:lnTo>
                  <a:lnTo>
                    <a:pt x="27940" y="346710"/>
                  </a:lnTo>
                  <a:lnTo>
                    <a:pt x="27940" y="340372"/>
                  </a:lnTo>
                  <a:close/>
                </a:path>
                <a:path w="27939" h="476250">
                  <a:moveTo>
                    <a:pt x="27940" y="334022"/>
                  </a:moveTo>
                  <a:lnTo>
                    <a:pt x="0" y="334022"/>
                  </a:lnTo>
                  <a:lnTo>
                    <a:pt x="0" y="340360"/>
                  </a:lnTo>
                  <a:lnTo>
                    <a:pt x="27940" y="340360"/>
                  </a:lnTo>
                  <a:lnTo>
                    <a:pt x="27940" y="334022"/>
                  </a:lnTo>
                  <a:close/>
                </a:path>
                <a:path w="27939" h="476250">
                  <a:moveTo>
                    <a:pt x="27940" y="330212"/>
                  </a:moveTo>
                  <a:lnTo>
                    <a:pt x="0" y="330212"/>
                  </a:lnTo>
                  <a:lnTo>
                    <a:pt x="0" y="334010"/>
                  </a:lnTo>
                  <a:lnTo>
                    <a:pt x="27940" y="334010"/>
                  </a:lnTo>
                  <a:lnTo>
                    <a:pt x="27940" y="330212"/>
                  </a:lnTo>
                  <a:close/>
                </a:path>
                <a:path w="27939" h="476250">
                  <a:moveTo>
                    <a:pt x="27940" y="327672"/>
                  </a:moveTo>
                  <a:lnTo>
                    <a:pt x="0" y="327672"/>
                  </a:lnTo>
                  <a:lnTo>
                    <a:pt x="0" y="330200"/>
                  </a:lnTo>
                  <a:lnTo>
                    <a:pt x="27940" y="330200"/>
                  </a:lnTo>
                  <a:lnTo>
                    <a:pt x="27940" y="327672"/>
                  </a:lnTo>
                  <a:close/>
                </a:path>
                <a:path w="27939" h="476250">
                  <a:moveTo>
                    <a:pt x="27940" y="317512"/>
                  </a:moveTo>
                  <a:lnTo>
                    <a:pt x="0" y="317512"/>
                  </a:lnTo>
                  <a:lnTo>
                    <a:pt x="0" y="327660"/>
                  </a:lnTo>
                  <a:lnTo>
                    <a:pt x="27940" y="327660"/>
                  </a:lnTo>
                  <a:lnTo>
                    <a:pt x="27940" y="317512"/>
                  </a:lnTo>
                  <a:close/>
                </a:path>
                <a:path w="27939" h="476250">
                  <a:moveTo>
                    <a:pt x="27940" y="314972"/>
                  </a:moveTo>
                  <a:lnTo>
                    <a:pt x="0" y="314972"/>
                  </a:lnTo>
                  <a:lnTo>
                    <a:pt x="0" y="317500"/>
                  </a:lnTo>
                  <a:lnTo>
                    <a:pt x="27940" y="317500"/>
                  </a:lnTo>
                  <a:lnTo>
                    <a:pt x="27940" y="314972"/>
                  </a:lnTo>
                  <a:close/>
                </a:path>
                <a:path w="27939" h="476250">
                  <a:moveTo>
                    <a:pt x="27940" y="311162"/>
                  </a:moveTo>
                  <a:lnTo>
                    <a:pt x="0" y="311162"/>
                  </a:lnTo>
                  <a:lnTo>
                    <a:pt x="0" y="314960"/>
                  </a:lnTo>
                  <a:lnTo>
                    <a:pt x="27940" y="314960"/>
                  </a:lnTo>
                  <a:lnTo>
                    <a:pt x="27940" y="311162"/>
                  </a:lnTo>
                  <a:close/>
                </a:path>
                <a:path w="27939" h="476250">
                  <a:moveTo>
                    <a:pt x="27940" y="304812"/>
                  </a:moveTo>
                  <a:lnTo>
                    <a:pt x="0" y="304812"/>
                  </a:lnTo>
                  <a:lnTo>
                    <a:pt x="0" y="311150"/>
                  </a:lnTo>
                  <a:lnTo>
                    <a:pt x="27940" y="311150"/>
                  </a:lnTo>
                  <a:lnTo>
                    <a:pt x="27940" y="304812"/>
                  </a:lnTo>
                  <a:close/>
                </a:path>
                <a:path w="27939" h="476250">
                  <a:moveTo>
                    <a:pt x="27940" y="292112"/>
                  </a:moveTo>
                  <a:lnTo>
                    <a:pt x="0" y="292112"/>
                  </a:lnTo>
                  <a:lnTo>
                    <a:pt x="0" y="304800"/>
                  </a:lnTo>
                  <a:lnTo>
                    <a:pt x="27940" y="304800"/>
                  </a:lnTo>
                  <a:lnTo>
                    <a:pt x="27940" y="292112"/>
                  </a:lnTo>
                  <a:close/>
                </a:path>
                <a:path w="27939" h="476250">
                  <a:moveTo>
                    <a:pt x="27940" y="289572"/>
                  </a:moveTo>
                  <a:lnTo>
                    <a:pt x="0" y="289572"/>
                  </a:lnTo>
                  <a:lnTo>
                    <a:pt x="0" y="292100"/>
                  </a:lnTo>
                  <a:lnTo>
                    <a:pt x="27940" y="292100"/>
                  </a:lnTo>
                  <a:lnTo>
                    <a:pt x="27940" y="289572"/>
                  </a:lnTo>
                  <a:close/>
                </a:path>
                <a:path w="27939" h="476250">
                  <a:moveTo>
                    <a:pt x="27940" y="285762"/>
                  </a:moveTo>
                  <a:lnTo>
                    <a:pt x="0" y="285762"/>
                  </a:lnTo>
                  <a:lnTo>
                    <a:pt x="0" y="289560"/>
                  </a:lnTo>
                  <a:lnTo>
                    <a:pt x="27940" y="289560"/>
                  </a:lnTo>
                  <a:lnTo>
                    <a:pt x="27940" y="285762"/>
                  </a:lnTo>
                  <a:close/>
                </a:path>
                <a:path w="27939" h="476250">
                  <a:moveTo>
                    <a:pt x="27940" y="283222"/>
                  </a:moveTo>
                  <a:lnTo>
                    <a:pt x="0" y="283222"/>
                  </a:lnTo>
                  <a:lnTo>
                    <a:pt x="0" y="285750"/>
                  </a:lnTo>
                  <a:lnTo>
                    <a:pt x="27940" y="285750"/>
                  </a:lnTo>
                  <a:lnTo>
                    <a:pt x="27940" y="283222"/>
                  </a:lnTo>
                  <a:close/>
                </a:path>
                <a:path w="27939" h="476250">
                  <a:moveTo>
                    <a:pt x="27940" y="279412"/>
                  </a:moveTo>
                  <a:lnTo>
                    <a:pt x="0" y="279412"/>
                  </a:lnTo>
                  <a:lnTo>
                    <a:pt x="0" y="283210"/>
                  </a:lnTo>
                  <a:lnTo>
                    <a:pt x="27940" y="283210"/>
                  </a:lnTo>
                  <a:lnTo>
                    <a:pt x="27940" y="279412"/>
                  </a:lnTo>
                  <a:close/>
                </a:path>
                <a:path w="27939" h="476250">
                  <a:moveTo>
                    <a:pt x="27940" y="273062"/>
                  </a:moveTo>
                  <a:lnTo>
                    <a:pt x="0" y="273062"/>
                  </a:lnTo>
                  <a:lnTo>
                    <a:pt x="0" y="279400"/>
                  </a:lnTo>
                  <a:lnTo>
                    <a:pt x="27940" y="279400"/>
                  </a:lnTo>
                  <a:lnTo>
                    <a:pt x="27940" y="273062"/>
                  </a:lnTo>
                  <a:close/>
                </a:path>
                <a:path w="27939" h="476250">
                  <a:moveTo>
                    <a:pt x="27940" y="234962"/>
                  </a:moveTo>
                  <a:lnTo>
                    <a:pt x="0" y="234962"/>
                  </a:lnTo>
                  <a:lnTo>
                    <a:pt x="0" y="273050"/>
                  </a:lnTo>
                  <a:lnTo>
                    <a:pt x="27940" y="273050"/>
                  </a:lnTo>
                  <a:lnTo>
                    <a:pt x="27940" y="234962"/>
                  </a:lnTo>
                  <a:close/>
                </a:path>
                <a:path w="27939" h="476250">
                  <a:moveTo>
                    <a:pt x="2794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7940" y="234950"/>
                  </a:lnTo>
                  <a:lnTo>
                    <a:pt x="27940" y="232422"/>
                  </a:lnTo>
                  <a:close/>
                </a:path>
                <a:path w="27939" h="476250">
                  <a:moveTo>
                    <a:pt x="2794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27940" y="232410"/>
                  </a:lnTo>
                  <a:lnTo>
                    <a:pt x="27940" y="226072"/>
                  </a:lnTo>
                  <a:close/>
                </a:path>
                <a:path w="27939" h="476250">
                  <a:moveTo>
                    <a:pt x="2794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27940" y="226060"/>
                  </a:lnTo>
                  <a:lnTo>
                    <a:pt x="27940" y="222262"/>
                  </a:lnTo>
                  <a:close/>
                </a:path>
                <a:path w="27939" h="476250">
                  <a:moveTo>
                    <a:pt x="2794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27940" y="222250"/>
                  </a:lnTo>
                  <a:lnTo>
                    <a:pt x="27940" y="219722"/>
                  </a:lnTo>
                  <a:close/>
                </a:path>
                <a:path w="27939" h="476250">
                  <a:moveTo>
                    <a:pt x="27940" y="213372"/>
                  </a:moveTo>
                  <a:lnTo>
                    <a:pt x="0" y="213372"/>
                  </a:lnTo>
                  <a:lnTo>
                    <a:pt x="0" y="219710"/>
                  </a:lnTo>
                  <a:lnTo>
                    <a:pt x="27940" y="219710"/>
                  </a:lnTo>
                  <a:lnTo>
                    <a:pt x="27940" y="213372"/>
                  </a:lnTo>
                  <a:close/>
                </a:path>
                <a:path w="27939" h="476250">
                  <a:moveTo>
                    <a:pt x="27940" y="207022"/>
                  </a:moveTo>
                  <a:lnTo>
                    <a:pt x="0" y="207022"/>
                  </a:lnTo>
                  <a:lnTo>
                    <a:pt x="0" y="213360"/>
                  </a:lnTo>
                  <a:lnTo>
                    <a:pt x="27940" y="213360"/>
                  </a:lnTo>
                  <a:lnTo>
                    <a:pt x="27940" y="207022"/>
                  </a:lnTo>
                  <a:close/>
                </a:path>
                <a:path w="27939" h="476250">
                  <a:moveTo>
                    <a:pt x="27940" y="195592"/>
                  </a:moveTo>
                  <a:lnTo>
                    <a:pt x="0" y="195592"/>
                  </a:lnTo>
                  <a:lnTo>
                    <a:pt x="0" y="207010"/>
                  </a:lnTo>
                  <a:lnTo>
                    <a:pt x="27940" y="207010"/>
                  </a:lnTo>
                  <a:lnTo>
                    <a:pt x="27940" y="195592"/>
                  </a:lnTo>
                  <a:close/>
                </a:path>
                <a:path w="27939" h="476250">
                  <a:moveTo>
                    <a:pt x="2794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7940" y="195580"/>
                  </a:lnTo>
                  <a:lnTo>
                    <a:pt x="27940" y="189242"/>
                  </a:lnTo>
                  <a:close/>
                </a:path>
                <a:path w="27939" h="476250">
                  <a:moveTo>
                    <a:pt x="27940" y="182892"/>
                  </a:moveTo>
                  <a:lnTo>
                    <a:pt x="0" y="182892"/>
                  </a:lnTo>
                  <a:lnTo>
                    <a:pt x="0" y="189230"/>
                  </a:lnTo>
                  <a:lnTo>
                    <a:pt x="27940" y="189230"/>
                  </a:lnTo>
                  <a:lnTo>
                    <a:pt x="27940" y="182892"/>
                  </a:lnTo>
                  <a:close/>
                </a:path>
                <a:path w="27939" h="476250">
                  <a:moveTo>
                    <a:pt x="27940" y="176542"/>
                  </a:moveTo>
                  <a:lnTo>
                    <a:pt x="0" y="176542"/>
                  </a:lnTo>
                  <a:lnTo>
                    <a:pt x="0" y="182880"/>
                  </a:lnTo>
                  <a:lnTo>
                    <a:pt x="27940" y="182880"/>
                  </a:lnTo>
                  <a:lnTo>
                    <a:pt x="27940" y="176542"/>
                  </a:lnTo>
                  <a:close/>
                </a:path>
                <a:path w="27939" h="476250">
                  <a:moveTo>
                    <a:pt x="27940" y="170192"/>
                  </a:moveTo>
                  <a:lnTo>
                    <a:pt x="0" y="170192"/>
                  </a:lnTo>
                  <a:lnTo>
                    <a:pt x="0" y="176530"/>
                  </a:lnTo>
                  <a:lnTo>
                    <a:pt x="27940" y="176530"/>
                  </a:lnTo>
                  <a:lnTo>
                    <a:pt x="27940" y="170192"/>
                  </a:lnTo>
                  <a:close/>
                </a:path>
                <a:path w="27939" h="476250">
                  <a:moveTo>
                    <a:pt x="27940" y="163842"/>
                  </a:moveTo>
                  <a:lnTo>
                    <a:pt x="0" y="163842"/>
                  </a:lnTo>
                  <a:lnTo>
                    <a:pt x="0" y="170180"/>
                  </a:lnTo>
                  <a:lnTo>
                    <a:pt x="27940" y="170180"/>
                  </a:lnTo>
                  <a:lnTo>
                    <a:pt x="27940" y="163842"/>
                  </a:lnTo>
                  <a:close/>
                </a:path>
                <a:path w="27939" h="476250">
                  <a:moveTo>
                    <a:pt x="27940" y="157492"/>
                  </a:moveTo>
                  <a:lnTo>
                    <a:pt x="0" y="157492"/>
                  </a:lnTo>
                  <a:lnTo>
                    <a:pt x="0" y="163830"/>
                  </a:lnTo>
                  <a:lnTo>
                    <a:pt x="27940" y="163830"/>
                  </a:lnTo>
                  <a:lnTo>
                    <a:pt x="27940" y="157492"/>
                  </a:lnTo>
                  <a:close/>
                </a:path>
                <a:path w="27939" h="476250">
                  <a:moveTo>
                    <a:pt x="2794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7940" y="157480"/>
                  </a:lnTo>
                  <a:lnTo>
                    <a:pt x="27940" y="151142"/>
                  </a:lnTo>
                  <a:close/>
                </a:path>
                <a:path w="27939" h="476250">
                  <a:moveTo>
                    <a:pt x="27940" y="138442"/>
                  </a:moveTo>
                  <a:lnTo>
                    <a:pt x="0" y="138442"/>
                  </a:lnTo>
                  <a:lnTo>
                    <a:pt x="0" y="151130"/>
                  </a:lnTo>
                  <a:lnTo>
                    <a:pt x="27940" y="151130"/>
                  </a:lnTo>
                  <a:lnTo>
                    <a:pt x="27940" y="138442"/>
                  </a:lnTo>
                  <a:close/>
                </a:path>
                <a:path w="27939" h="476250">
                  <a:moveTo>
                    <a:pt x="27940" y="132092"/>
                  </a:moveTo>
                  <a:lnTo>
                    <a:pt x="0" y="132092"/>
                  </a:lnTo>
                  <a:lnTo>
                    <a:pt x="0" y="138430"/>
                  </a:lnTo>
                  <a:lnTo>
                    <a:pt x="27940" y="138430"/>
                  </a:lnTo>
                  <a:lnTo>
                    <a:pt x="27940" y="132092"/>
                  </a:lnTo>
                  <a:close/>
                </a:path>
                <a:path w="27939" h="476250">
                  <a:moveTo>
                    <a:pt x="27940" y="125742"/>
                  </a:moveTo>
                  <a:lnTo>
                    <a:pt x="0" y="125742"/>
                  </a:lnTo>
                  <a:lnTo>
                    <a:pt x="0" y="132080"/>
                  </a:lnTo>
                  <a:lnTo>
                    <a:pt x="27940" y="132080"/>
                  </a:lnTo>
                  <a:lnTo>
                    <a:pt x="27940" y="125742"/>
                  </a:lnTo>
                  <a:close/>
                </a:path>
                <a:path w="27939" h="476250">
                  <a:moveTo>
                    <a:pt x="27940" y="119392"/>
                  </a:moveTo>
                  <a:lnTo>
                    <a:pt x="0" y="119392"/>
                  </a:lnTo>
                  <a:lnTo>
                    <a:pt x="0" y="125730"/>
                  </a:lnTo>
                  <a:lnTo>
                    <a:pt x="27940" y="125730"/>
                  </a:lnTo>
                  <a:lnTo>
                    <a:pt x="27940" y="119392"/>
                  </a:lnTo>
                  <a:close/>
                </a:path>
                <a:path w="27939" h="476250">
                  <a:moveTo>
                    <a:pt x="27940" y="113042"/>
                  </a:moveTo>
                  <a:lnTo>
                    <a:pt x="0" y="113042"/>
                  </a:lnTo>
                  <a:lnTo>
                    <a:pt x="0" y="119380"/>
                  </a:lnTo>
                  <a:lnTo>
                    <a:pt x="27940" y="119380"/>
                  </a:lnTo>
                  <a:lnTo>
                    <a:pt x="27940" y="113042"/>
                  </a:lnTo>
                  <a:close/>
                </a:path>
                <a:path w="27939" h="476250">
                  <a:moveTo>
                    <a:pt x="27940" y="106692"/>
                  </a:moveTo>
                  <a:lnTo>
                    <a:pt x="0" y="106692"/>
                  </a:lnTo>
                  <a:lnTo>
                    <a:pt x="0" y="113030"/>
                  </a:lnTo>
                  <a:lnTo>
                    <a:pt x="27940" y="113030"/>
                  </a:lnTo>
                  <a:lnTo>
                    <a:pt x="27940" y="106692"/>
                  </a:lnTo>
                  <a:close/>
                </a:path>
                <a:path w="27939" h="476250">
                  <a:moveTo>
                    <a:pt x="27940" y="100342"/>
                  </a:moveTo>
                  <a:lnTo>
                    <a:pt x="0" y="100342"/>
                  </a:lnTo>
                  <a:lnTo>
                    <a:pt x="0" y="106680"/>
                  </a:lnTo>
                  <a:lnTo>
                    <a:pt x="27940" y="106680"/>
                  </a:lnTo>
                  <a:lnTo>
                    <a:pt x="27940" y="100342"/>
                  </a:lnTo>
                  <a:close/>
                </a:path>
                <a:path w="27939" h="476250">
                  <a:moveTo>
                    <a:pt x="2794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7940" y="100330"/>
                  </a:lnTo>
                  <a:lnTo>
                    <a:pt x="27940" y="93992"/>
                  </a:lnTo>
                  <a:close/>
                </a:path>
                <a:path w="27939" h="476250">
                  <a:moveTo>
                    <a:pt x="2794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7940" y="93980"/>
                  </a:lnTo>
                  <a:lnTo>
                    <a:pt x="27940" y="87642"/>
                  </a:lnTo>
                  <a:close/>
                </a:path>
                <a:path w="27939" h="476250">
                  <a:moveTo>
                    <a:pt x="27940" y="81292"/>
                  </a:moveTo>
                  <a:lnTo>
                    <a:pt x="0" y="81292"/>
                  </a:lnTo>
                  <a:lnTo>
                    <a:pt x="0" y="87630"/>
                  </a:lnTo>
                  <a:lnTo>
                    <a:pt x="27940" y="87630"/>
                  </a:lnTo>
                  <a:lnTo>
                    <a:pt x="27940" y="81292"/>
                  </a:lnTo>
                  <a:close/>
                </a:path>
                <a:path w="27939" h="476250">
                  <a:moveTo>
                    <a:pt x="27940" y="68592"/>
                  </a:moveTo>
                  <a:lnTo>
                    <a:pt x="0" y="68592"/>
                  </a:lnTo>
                  <a:lnTo>
                    <a:pt x="0" y="81280"/>
                  </a:lnTo>
                  <a:lnTo>
                    <a:pt x="27940" y="81280"/>
                  </a:lnTo>
                  <a:lnTo>
                    <a:pt x="27940" y="68592"/>
                  </a:lnTo>
                  <a:close/>
                </a:path>
                <a:path w="27939" h="476250">
                  <a:moveTo>
                    <a:pt x="27940" y="62242"/>
                  </a:moveTo>
                  <a:lnTo>
                    <a:pt x="0" y="62242"/>
                  </a:lnTo>
                  <a:lnTo>
                    <a:pt x="0" y="68580"/>
                  </a:lnTo>
                  <a:lnTo>
                    <a:pt x="27940" y="68580"/>
                  </a:lnTo>
                  <a:lnTo>
                    <a:pt x="27940" y="62242"/>
                  </a:lnTo>
                  <a:close/>
                </a:path>
                <a:path w="27939" h="476250">
                  <a:moveTo>
                    <a:pt x="27940" y="55892"/>
                  </a:moveTo>
                  <a:lnTo>
                    <a:pt x="0" y="55892"/>
                  </a:lnTo>
                  <a:lnTo>
                    <a:pt x="0" y="62230"/>
                  </a:lnTo>
                  <a:lnTo>
                    <a:pt x="27940" y="62230"/>
                  </a:lnTo>
                  <a:lnTo>
                    <a:pt x="27940" y="55892"/>
                  </a:lnTo>
                  <a:close/>
                </a:path>
                <a:path w="27939" h="476250">
                  <a:moveTo>
                    <a:pt x="27940" y="49542"/>
                  </a:moveTo>
                  <a:lnTo>
                    <a:pt x="0" y="49542"/>
                  </a:lnTo>
                  <a:lnTo>
                    <a:pt x="0" y="55880"/>
                  </a:lnTo>
                  <a:lnTo>
                    <a:pt x="27940" y="55880"/>
                  </a:lnTo>
                  <a:lnTo>
                    <a:pt x="27940" y="49542"/>
                  </a:lnTo>
                  <a:close/>
                </a:path>
                <a:path w="27939" h="476250">
                  <a:moveTo>
                    <a:pt x="2794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7940" y="49530"/>
                  </a:lnTo>
                  <a:lnTo>
                    <a:pt x="27940" y="43192"/>
                  </a:lnTo>
                  <a:close/>
                </a:path>
                <a:path w="27939" h="476250">
                  <a:moveTo>
                    <a:pt x="2794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7940" y="43180"/>
                  </a:lnTo>
                  <a:lnTo>
                    <a:pt x="27940" y="36842"/>
                  </a:lnTo>
                  <a:close/>
                </a:path>
                <a:path w="27939" h="476250">
                  <a:moveTo>
                    <a:pt x="2794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7940" y="36830"/>
                  </a:lnTo>
                  <a:lnTo>
                    <a:pt x="27940" y="30492"/>
                  </a:lnTo>
                  <a:close/>
                </a:path>
                <a:path w="27939" h="476250">
                  <a:moveTo>
                    <a:pt x="27940" y="24142"/>
                  </a:moveTo>
                  <a:lnTo>
                    <a:pt x="0" y="24142"/>
                  </a:lnTo>
                  <a:lnTo>
                    <a:pt x="0" y="30480"/>
                  </a:lnTo>
                  <a:lnTo>
                    <a:pt x="27940" y="30480"/>
                  </a:lnTo>
                  <a:lnTo>
                    <a:pt x="27940" y="24142"/>
                  </a:lnTo>
                  <a:close/>
                </a:path>
                <a:path w="27939" h="476250">
                  <a:moveTo>
                    <a:pt x="2794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7940" y="24130"/>
                  </a:lnTo>
                  <a:lnTo>
                    <a:pt x="27940" y="17792"/>
                  </a:lnTo>
                  <a:close/>
                </a:path>
                <a:path w="27939" h="476250">
                  <a:moveTo>
                    <a:pt x="27940" y="5092"/>
                  </a:moveTo>
                  <a:lnTo>
                    <a:pt x="0" y="5092"/>
                  </a:lnTo>
                  <a:lnTo>
                    <a:pt x="0" y="17780"/>
                  </a:lnTo>
                  <a:lnTo>
                    <a:pt x="27940" y="17780"/>
                  </a:lnTo>
                  <a:lnTo>
                    <a:pt x="27940" y="5092"/>
                  </a:lnTo>
                  <a:close/>
                </a:path>
                <a:path w="27939" h="476250">
                  <a:moveTo>
                    <a:pt x="279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7940" y="5080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254C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3" name="object 3773"/>
            <p:cNvSpPr/>
            <p:nvPr/>
          </p:nvSpPr>
          <p:spPr>
            <a:xfrm>
              <a:off x="4775200" y="5500382"/>
              <a:ext cx="27940" cy="181610"/>
            </a:xfrm>
            <a:custGeom>
              <a:avLst/>
              <a:gdLst/>
              <a:ahLst/>
              <a:cxnLst/>
              <a:rect l="l" t="t" r="r" b="b"/>
              <a:pathLst>
                <a:path w="27939" h="181610">
                  <a:moveTo>
                    <a:pt x="27940" y="180340"/>
                  </a:moveTo>
                  <a:lnTo>
                    <a:pt x="0" y="180340"/>
                  </a:lnTo>
                  <a:lnTo>
                    <a:pt x="0" y="181597"/>
                  </a:lnTo>
                  <a:lnTo>
                    <a:pt x="27940" y="181597"/>
                  </a:lnTo>
                  <a:lnTo>
                    <a:pt x="27940" y="180340"/>
                  </a:lnTo>
                  <a:close/>
                </a:path>
                <a:path w="27939" h="181610">
                  <a:moveTo>
                    <a:pt x="27940" y="173990"/>
                  </a:moveTo>
                  <a:lnTo>
                    <a:pt x="0" y="173990"/>
                  </a:lnTo>
                  <a:lnTo>
                    <a:pt x="0" y="180327"/>
                  </a:lnTo>
                  <a:lnTo>
                    <a:pt x="27940" y="180327"/>
                  </a:lnTo>
                  <a:lnTo>
                    <a:pt x="27940" y="173990"/>
                  </a:lnTo>
                  <a:close/>
                </a:path>
                <a:path w="27939" h="181610">
                  <a:moveTo>
                    <a:pt x="27940" y="171450"/>
                  </a:moveTo>
                  <a:lnTo>
                    <a:pt x="0" y="171450"/>
                  </a:lnTo>
                  <a:lnTo>
                    <a:pt x="0" y="173977"/>
                  </a:lnTo>
                  <a:lnTo>
                    <a:pt x="27940" y="173977"/>
                  </a:lnTo>
                  <a:lnTo>
                    <a:pt x="27940" y="171450"/>
                  </a:lnTo>
                  <a:close/>
                </a:path>
                <a:path w="27939" h="181610">
                  <a:moveTo>
                    <a:pt x="27940" y="167640"/>
                  </a:moveTo>
                  <a:lnTo>
                    <a:pt x="0" y="167640"/>
                  </a:lnTo>
                  <a:lnTo>
                    <a:pt x="0" y="171437"/>
                  </a:lnTo>
                  <a:lnTo>
                    <a:pt x="27940" y="171437"/>
                  </a:lnTo>
                  <a:lnTo>
                    <a:pt x="27940" y="167640"/>
                  </a:lnTo>
                  <a:close/>
                </a:path>
                <a:path w="27939" h="181610">
                  <a:moveTo>
                    <a:pt x="27940" y="165100"/>
                  </a:moveTo>
                  <a:lnTo>
                    <a:pt x="0" y="165100"/>
                  </a:lnTo>
                  <a:lnTo>
                    <a:pt x="0" y="167627"/>
                  </a:lnTo>
                  <a:lnTo>
                    <a:pt x="27940" y="167627"/>
                  </a:lnTo>
                  <a:lnTo>
                    <a:pt x="27940" y="165100"/>
                  </a:lnTo>
                  <a:close/>
                </a:path>
                <a:path w="27939" h="181610">
                  <a:moveTo>
                    <a:pt x="27940" y="161290"/>
                  </a:moveTo>
                  <a:lnTo>
                    <a:pt x="0" y="161290"/>
                  </a:lnTo>
                  <a:lnTo>
                    <a:pt x="0" y="165087"/>
                  </a:lnTo>
                  <a:lnTo>
                    <a:pt x="27940" y="165087"/>
                  </a:lnTo>
                  <a:lnTo>
                    <a:pt x="27940" y="161290"/>
                  </a:lnTo>
                  <a:close/>
                </a:path>
                <a:path w="27939" h="181610">
                  <a:moveTo>
                    <a:pt x="27940" y="154940"/>
                  </a:moveTo>
                  <a:lnTo>
                    <a:pt x="0" y="154940"/>
                  </a:lnTo>
                  <a:lnTo>
                    <a:pt x="0" y="161277"/>
                  </a:lnTo>
                  <a:lnTo>
                    <a:pt x="27940" y="161277"/>
                  </a:lnTo>
                  <a:lnTo>
                    <a:pt x="27940" y="154940"/>
                  </a:lnTo>
                  <a:close/>
                </a:path>
                <a:path w="27939" h="181610">
                  <a:moveTo>
                    <a:pt x="27940" y="152400"/>
                  </a:moveTo>
                  <a:lnTo>
                    <a:pt x="0" y="152400"/>
                  </a:lnTo>
                  <a:lnTo>
                    <a:pt x="0" y="154927"/>
                  </a:lnTo>
                  <a:lnTo>
                    <a:pt x="27940" y="154927"/>
                  </a:lnTo>
                  <a:lnTo>
                    <a:pt x="27940" y="152400"/>
                  </a:lnTo>
                  <a:close/>
                </a:path>
                <a:path w="27939" h="181610">
                  <a:moveTo>
                    <a:pt x="27940" y="148590"/>
                  </a:moveTo>
                  <a:lnTo>
                    <a:pt x="0" y="148590"/>
                  </a:lnTo>
                  <a:lnTo>
                    <a:pt x="0" y="152387"/>
                  </a:lnTo>
                  <a:lnTo>
                    <a:pt x="27940" y="152387"/>
                  </a:lnTo>
                  <a:lnTo>
                    <a:pt x="27940" y="148590"/>
                  </a:lnTo>
                  <a:close/>
                </a:path>
                <a:path w="27939" h="181610">
                  <a:moveTo>
                    <a:pt x="27940" y="146050"/>
                  </a:moveTo>
                  <a:lnTo>
                    <a:pt x="0" y="146050"/>
                  </a:lnTo>
                  <a:lnTo>
                    <a:pt x="0" y="148577"/>
                  </a:lnTo>
                  <a:lnTo>
                    <a:pt x="27940" y="148577"/>
                  </a:lnTo>
                  <a:lnTo>
                    <a:pt x="27940" y="146050"/>
                  </a:lnTo>
                  <a:close/>
                </a:path>
                <a:path w="27939" h="181610">
                  <a:moveTo>
                    <a:pt x="27940" y="142240"/>
                  </a:moveTo>
                  <a:lnTo>
                    <a:pt x="0" y="142240"/>
                  </a:lnTo>
                  <a:lnTo>
                    <a:pt x="0" y="146037"/>
                  </a:lnTo>
                  <a:lnTo>
                    <a:pt x="27940" y="146037"/>
                  </a:lnTo>
                  <a:lnTo>
                    <a:pt x="27940" y="142240"/>
                  </a:lnTo>
                  <a:close/>
                </a:path>
                <a:path w="27939" h="181610">
                  <a:moveTo>
                    <a:pt x="27940" y="135890"/>
                  </a:moveTo>
                  <a:lnTo>
                    <a:pt x="0" y="135890"/>
                  </a:lnTo>
                  <a:lnTo>
                    <a:pt x="0" y="142227"/>
                  </a:lnTo>
                  <a:lnTo>
                    <a:pt x="27940" y="142227"/>
                  </a:lnTo>
                  <a:lnTo>
                    <a:pt x="27940" y="135890"/>
                  </a:lnTo>
                  <a:close/>
                </a:path>
                <a:path w="27939" h="181610">
                  <a:moveTo>
                    <a:pt x="27940" y="133350"/>
                  </a:moveTo>
                  <a:lnTo>
                    <a:pt x="0" y="133350"/>
                  </a:lnTo>
                  <a:lnTo>
                    <a:pt x="0" y="135877"/>
                  </a:lnTo>
                  <a:lnTo>
                    <a:pt x="27940" y="135877"/>
                  </a:lnTo>
                  <a:lnTo>
                    <a:pt x="27940" y="133350"/>
                  </a:lnTo>
                  <a:close/>
                </a:path>
                <a:path w="27939" h="181610">
                  <a:moveTo>
                    <a:pt x="27940" y="129540"/>
                  </a:moveTo>
                  <a:lnTo>
                    <a:pt x="0" y="129540"/>
                  </a:lnTo>
                  <a:lnTo>
                    <a:pt x="0" y="133337"/>
                  </a:lnTo>
                  <a:lnTo>
                    <a:pt x="27940" y="133337"/>
                  </a:lnTo>
                  <a:lnTo>
                    <a:pt x="27940" y="129540"/>
                  </a:lnTo>
                  <a:close/>
                </a:path>
                <a:path w="27939" h="181610">
                  <a:moveTo>
                    <a:pt x="27940" y="127000"/>
                  </a:moveTo>
                  <a:lnTo>
                    <a:pt x="0" y="127000"/>
                  </a:lnTo>
                  <a:lnTo>
                    <a:pt x="0" y="129527"/>
                  </a:lnTo>
                  <a:lnTo>
                    <a:pt x="27940" y="129527"/>
                  </a:lnTo>
                  <a:lnTo>
                    <a:pt x="27940" y="127000"/>
                  </a:lnTo>
                  <a:close/>
                </a:path>
                <a:path w="27939" h="181610">
                  <a:moveTo>
                    <a:pt x="27940" y="120650"/>
                  </a:moveTo>
                  <a:lnTo>
                    <a:pt x="0" y="120650"/>
                  </a:lnTo>
                  <a:lnTo>
                    <a:pt x="0" y="126987"/>
                  </a:lnTo>
                  <a:lnTo>
                    <a:pt x="27940" y="126987"/>
                  </a:lnTo>
                  <a:lnTo>
                    <a:pt x="27940" y="120650"/>
                  </a:lnTo>
                  <a:close/>
                </a:path>
                <a:path w="27939" h="181610">
                  <a:moveTo>
                    <a:pt x="2794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27940" y="120637"/>
                  </a:lnTo>
                  <a:lnTo>
                    <a:pt x="27940" y="114300"/>
                  </a:lnTo>
                  <a:close/>
                </a:path>
                <a:path w="27939" h="181610">
                  <a:moveTo>
                    <a:pt x="27940" y="110490"/>
                  </a:moveTo>
                  <a:lnTo>
                    <a:pt x="0" y="110490"/>
                  </a:lnTo>
                  <a:lnTo>
                    <a:pt x="0" y="114287"/>
                  </a:lnTo>
                  <a:lnTo>
                    <a:pt x="27940" y="114287"/>
                  </a:lnTo>
                  <a:lnTo>
                    <a:pt x="27940" y="110490"/>
                  </a:lnTo>
                  <a:close/>
                </a:path>
                <a:path w="27939" h="181610">
                  <a:moveTo>
                    <a:pt x="27940" y="107950"/>
                  </a:moveTo>
                  <a:lnTo>
                    <a:pt x="0" y="107950"/>
                  </a:lnTo>
                  <a:lnTo>
                    <a:pt x="0" y="110477"/>
                  </a:lnTo>
                  <a:lnTo>
                    <a:pt x="27940" y="110477"/>
                  </a:lnTo>
                  <a:lnTo>
                    <a:pt x="27940" y="107950"/>
                  </a:lnTo>
                  <a:close/>
                </a:path>
                <a:path w="27939" h="181610">
                  <a:moveTo>
                    <a:pt x="27940" y="104140"/>
                  </a:moveTo>
                  <a:lnTo>
                    <a:pt x="0" y="104140"/>
                  </a:lnTo>
                  <a:lnTo>
                    <a:pt x="0" y="107937"/>
                  </a:lnTo>
                  <a:lnTo>
                    <a:pt x="27940" y="107937"/>
                  </a:lnTo>
                  <a:lnTo>
                    <a:pt x="27940" y="104140"/>
                  </a:lnTo>
                  <a:close/>
                </a:path>
                <a:path w="27939" h="181610">
                  <a:moveTo>
                    <a:pt x="27940" y="101600"/>
                  </a:moveTo>
                  <a:lnTo>
                    <a:pt x="0" y="101600"/>
                  </a:lnTo>
                  <a:lnTo>
                    <a:pt x="0" y="104127"/>
                  </a:lnTo>
                  <a:lnTo>
                    <a:pt x="27940" y="104127"/>
                  </a:lnTo>
                  <a:lnTo>
                    <a:pt x="27940" y="101600"/>
                  </a:lnTo>
                  <a:close/>
                </a:path>
                <a:path w="27939" h="181610">
                  <a:moveTo>
                    <a:pt x="27940" y="97790"/>
                  </a:moveTo>
                  <a:lnTo>
                    <a:pt x="0" y="97790"/>
                  </a:lnTo>
                  <a:lnTo>
                    <a:pt x="0" y="101587"/>
                  </a:lnTo>
                  <a:lnTo>
                    <a:pt x="27940" y="101587"/>
                  </a:lnTo>
                  <a:lnTo>
                    <a:pt x="27940" y="97790"/>
                  </a:lnTo>
                  <a:close/>
                </a:path>
                <a:path w="27939" h="181610">
                  <a:moveTo>
                    <a:pt x="27940" y="95250"/>
                  </a:moveTo>
                  <a:lnTo>
                    <a:pt x="0" y="95250"/>
                  </a:lnTo>
                  <a:lnTo>
                    <a:pt x="0" y="97777"/>
                  </a:lnTo>
                  <a:lnTo>
                    <a:pt x="27940" y="97777"/>
                  </a:lnTo>
                  <a:lnTo>
                    <a:pt x="27940" y="95250"/>
                  </a:lnTo>
                  <a:close/>
                </a:path>
                <a:path w="27939" h="181610">
                  <a:moveTo>
                    <a:pt x="27940" y="91440"/>
                  </a:moveTo>
                  <a:lnTo>
                    <a:pt x="0" y="91440"/>
                  </a:lnTo>
                  <a:lnTo>
                    <a:pt x="0" y="95237"/>
                  </a:lnTo>
                  <a:lnTo>
                    <a:pt x="27940" y="95237"/>
                  </a:lnTo>
                  <a:lnTo>
                    <a:pt x="27940" y="91440"/>
                  </a:lnTo>
                  <a:close/>
                </a:path>
                <a:path w="27939" h="181610">
                  <a:moveTo>
                    <a:pt x="27940" y="82550"/>
                  </a:moveTo>
                  <a:lnTo>
                    <a:pt x="0" y="82550"/>
                  </a:lnTo>
                  <a:lnTo>
                    <a:pt x="0" y="91427"/>
                  </a:lnTo>
                  <a:lnTo>
                    <a:pt x="27940" y="91427"/>
                  </a:lnTo>
                  <a:lnTo>
                    <a:pt x="27940" y="82550"/>
                  </a:lnTo>
                  <a:close/>
                </a:path>
                <a:path w="27939" h="181610">
                  <a:moveTo>
                    <a:pt x="27940" y="72390"/>
                  </a:moveTo>
                  <a:lnTo>
                    <a:pt x="0" y="72390"/>
                  </a:lnTo>
                  <a:lnTo>
                    <a:pt x="0" y="82537"/>
                  </a:lnTo>
                  <a:lnTo>
                    <a:pt x="27940" y="82537"/>
                  </a:lnTo>
                  <a:lnTo>
                    <a:pt x="27940" y="72390"/>
                  </a:lnTo>
                  <a:close/>
                </a:path>
                <a:path w="27939" h="181610">
                  <a:moveTo>
                    <a:pt x="27940" y="63500"/>
                  </a:moveTo>
                  <a:lnTo>
                    <a:pt x="0" y="63500"/>
                  </a:lnTo>
                  <a:lnTo>
                    <a:pt x="0" y="72377"/>
                  </a:lnTo>
                  <a:lnTo>
                    <a:pt x="27940" y="72377"/>
                  </a:lnTo>
                  <a:lnTo>
                    <a:pt x="27940" y="63500"/>
                  </a:lnTo>
                  <a:close/>
                </a:path>
                <a:path w="27939" h="181610">
                  <a:moveTo>
                    <a:pt x="27940" y="53340"/>
                  </a:moveTo>
                  <a:lnTo>
                    <a:pt x="0" y="53340"/>
                  </a:lnTo>
                  <a:lnTo>
                    <a:pt x="0" y="63487"/>
                  </a:lnTo>
                  <a:lnTo>
                    <a:pt x="27940" y="63487"/>
                  </a:lnTo>
                  <a:lnTo>
                    <a:pt x="27940" y="53340"/>
                  </a:lnTo>
                  <a:close/>
                </a:path>
                <a:path w="27939" h="181610">
                  <a:moveTo>
                    <a:pt x="27940" y="50800"/>
                  </a:moveTo>
                  <a:lnTo>
                    <a:pt x="0" y="50800"/>
                  </a:lnTo>
                  <a:lnTo>
                    <a:pt x="0" y="53327"/>
                  </a:lnTo>
                  <a:lnTo>
                    <a:pt x="27940" y="53327"/>
                  </a:lnTo>
                  <a:lnTo>
                    <a:pt x="27940" y="50800"/>
                  </a:lnTo>
                  <a:close/>
                </a:path>
                <a:path w="27939" h="181610">
                  <a:moveTo>
                    <a:pt x="27940" y="46990"/>
                  </a:moveTo>
                  <a:lnTo>
                    <a:pt x="0" y="46990"/>
                  </a:lnTo>
                  <a:lnTo>
                    <a:pt x="0" y="50787"/>
                  </a:lnTo>
                  <a:lnTo>
                    <a:pt x="27940" y="50787"/>
                  </a:lnTo>
                  <a:lnTo>
                    <a:pt x="27940" y="46990"/>
                  </a:lnTo>
                  <a:close/>
                </a:path>
                <a:path w="27939" h="181610">
                  <a:moveTo>
                    <a:pt x="27940" y="40640"/>
                  </a:moveTo>
                  <a:lnTo>
                    <a:pt x="0" y="40640"/>
                  </a:lnTo>
                  <a:lnTo>
                    <a:pt x="0" y="46977"/>
                  </a:lnTo>
                  <a:lnTo>
                    <a:pt x="27940" y="46977"/>
                  </a:lnTo>
                  <a:lnTo>
                    <a:pt x="27940" y="40640"/>
                  </a:lnTo>
                  <a:close/>
                </a:path>
                <a:path w="27939" h="181610">
                  <a:moveTo>
                    <a:pt x="27940" y="34290"/>
                  </a:moveTo>
                  <a:lnTo>
                    <a:pt x="0" y="34290"/>
                  </a:lnTo>
                  <a:lnTo>
                    <a:pt x="0" y="40627"/>
                  </a:lnTo>
                  <a:lnTo>
                    <a:pt x="27940" y="40627"/>
                  </a:lnTo>
                  <a:lnTo>
                    <a:pt x="27940" y="34290"/>
                  </a:lnTo>
                  <a:close/>
                </a:path>
                <a:path w="27939" h="181610">
                  <a:moveTo>
                    <a:pt x="27940" y="27940"/>
                  </a:moveTo>
                  <a:lnTo>
                    <a:pt x="0" y="27940"/>
                  </a:lnTo>
                  <a:lnTo>
                    <a:pt x="0" y="34277"/>
                  </a:lnTo>
                  <a:lnTo>
                    <a:pt x="27940" y="34277"/>
                  </a:lnTo>
                  <a:lnTo>
                    <a:pt x="27940" y="27940"/>
                  </a:lnTo>
                  <a:close/>
                </a:path>
                <a:path w="27939" h="181610">
                  <a:moveTo>
                    <a:pt x="27940" y="25400"/>
                  </a:moveTo>
                  <a:lnTo>
                    <a:pt x="0" y="25400"/>
                  </a:lnTo>
                  <a:lnTo>
                    <a:pt x="0" y="27927"/>
                  </a:lnTo>
                  <a:lnTo>
                    <a:pt x="27940" y="27927"/>
                  </a:lnTo>
                  <a:lnTo>
                    <a:pt x="27940" y="25400"/>
                  </a:lnTo>
                  <a:close/>
                </a:path>
                <a:path w="27939" h="181610">
                  <a:moveTo>
                    <a:pt x="2794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27940" y="25387"/>
                  </a:lnTo>
                  <a:lnTo>
                    <a:pt x="27940" y="21590"/>
                  </a:lnTo>
                  <a:close/>
                </a:path>
                <a:path w="27939" h="181610">
                  <a:moveTo>
                    <a:pt x="27940" y="15240"/>
                  </a:moveTo>
                  <a:lnTo>
                    <a:pt x="0" y="15240"/>
                  </a:lnTo>
                  <a:lnTo>
                    <a:pt x="0" y="21577"/>
                  </a:lnTo>
                  <a:lnTo>
                    <a:pt x="27940" y="21577"/>
                  </a:lnTo>
                  <a:lnTo>
                    <a:pt x="27940" y="15240"/>
                  </a:lnTo>
                  <a:close/>
                </a:path>
                <a:path w="27939" h="181610">
                  <a:moveTo>
                    <a:pt x="2794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7940" y="15227"/>
                  </a:lnTo>
                  <a:lnTo>
                    <a:pt x="27940" y="12700"/>
                  </a:lnTo>
                  <a:close/>
                </a:path>
                <a:path w="27939" h="181610">
                  <a:moveTo>
                    <a:pt x="2794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7940" y="12687"/>
                  </a:lnTo>
                  <a:lnTo>
                    <a:pt x="27940" y="8890"/>
                  </a:lnTo>
                  <a:close/>
                </a:path>
                <a:path w="27939" h="181610">
                  <a:moveTo>
                    <a:pt x="27940" y="0"/>
                  </a:moveTo>
                  <a:lnTo>
                    <a:pt x="0" y="0"/>
                  </a:lnTo>
                  <a:lnTo>
                    <a:pt x="0" y="8877"/>
                  </a:lnTo>
                  <a:lnTo>
                    <a:pt x="27940" y="8877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254C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4" name="object 3774"/>
            <p:cNvSpPr/>
            <p:nvPr/>
          </p:nvSpPr>
          <p:spPr>
            <a:xfrm>
              <a:off x="4803140" y="5033010"/>
              <a:ext cx="29209" cy="476250"/>
            </a:xfrm>
            <a:custGeom>
              <a:avLst/>
              <a:gdLst/>
              <a:ahLst/>
              <a:cxnLst/>
              <a:rect l="l" t="t" r="r" b="b"/>
              <a:pathLst>
                <a:path w="29210" h="476250">
                  <a:moveTo>
                    <a:pt x="29210" y="467372"/>
                  </a:moveTo>
                  <a:lnTo>
                    <a:pt x="0" y="467372"/>
                  </a:lnTo>
                  <a:lnTo>
                    <a:pt x="0" y="476250"/>
                  </a:lnTo>
                  <a:lnTo>
                    <a:pt x="29210" y="476250"/>
                  </a:lnTo>
                  <a:lnTo>
                    <a:pt x="29210" y="467372"/>
                  </a:lnTo>
                  <a:close/>
                </a:path>
                <a:path w="29210" h="476250">
                  <a:moveTo>
                    <a:pt x="29210" y="463562"/>
                  </a:moveTo>
                  <a:lnTo>
                    <a:pt x="0" y="463562"/>
                  </a:lnTo>
                  <a:lnTo>
                    <a:pt x="0" y="467360"/>
                  </a:lnTo>
                  <a:lnTo>
                    <a:pt x="29210" y="467360"/>
                  </a:lnTo>
                  <a:lnTo>
                    <a:pt x="29210" y="463562"/>
                  </a:lnTo>
                  <a:close/>
                </a:path>
                <a:path w="29210" h="476250">
                  <a:moveTo>
                    <a:pt x="29210" y="461022"/>
                  </a:moveTo>
                  <a:lnTo>
                    <a:pt x="0" y="461022"/>
                  </a:lnTo>
                  <a:lnTo>
                    <a:pt x="0" y="463550"/>
                  </a:lnTo>
                  <a:lnTo>
                    <a:pt x="29210" y="463550"/>
                  </a:lnTo>
                  <a:lnTo>
                    <a:pt x="29210" y="461022"/>
                  </a:lnTo>
                  <a:close/>
                </a:path>
                <a:path w="29210" h="476250">
                  <a:moveTo>
                    <a:pt x="29210" y="457212"/>
                  </a:moveTo>
                  <a:lnTo>
                    <a:pt x="0" y="457212"/>
                  </a:lnTo>
                  <a:lnTo>
                    <a:pt x="0" y="461010"/>
                  </a:lnTo>
                  <a:lnTo>
                    <a:pt x="29210" y="461010"/>
                  </a:lnTo>
                  <a:lnTo>
                    <a:pt x="29210" y="457212"/>
                  </a:lnTo>
                  <a:close/>
                </a:path>
                <a:path w="29210" h="476250">
                  <a:moveTo>
                    <a:pt x="29210" y="448322"/>
                  </a:moveTo>
                  <a:lnTo>
                    <a:pt x="0" y="448322"/>
                  </a:lnTo>
                  <a:lnTo>
                    <a:pt x="0" y="457200"/>
                  </a:lnTo>
                  <a:lnTo>
                    <a:pt x="29210" y="457200"/>
                  </a:lnTo>
                  <a:lnTo>
                    <a:pt x="29210" y="448322"/>
                  </a:lnTo>
                  <a:close/>
                </a:path>
                <a:path w="29210" h="476250">
                  <a:moveTo>
                    <a:pt x="29210" y="429272"/>
                  </a:moveTo>
                  <a:lnTo>
                    <a:pt x="0" y="429272"/>
                  </a:lnTo>
                  <a:lnTo>
                    <a:pt x="0" y="448310"/>
                  </a:lnTo>
                  <a:lnTo>
                    <a:pt x="29210" y="448310"/>
                  </a:lnTo>
                  <a:lnTo>
                    <a:pt x="29210" y="429272"/>
                  </a:lnTo>
                  <a:close/>
                </a:path>
                <a:path w="29210" h="476250">
                  <a:moveTo>
                    <a:pt x="29210" y="422922"/>
                  </a:moveTo>
                  <a:lnTo>
                    <a:pt x="0" y="422922"/>
                  </a:lnTo>
                  <a:lnTo>
                    <a:pt x="0" y="429260"/>
                  </a:lnTo>
                  <a:lnTo>
                    <a:pt x="29210" y="429260"/>
                  </a:lnTo>
                  <a:lnTo>
                    <a:pt x="29210" y="422922"/>
                  </a:lnTo>
                  <a:close/>
                </a:path>
                <a:path w="29210" h="476250">
                  <a:moveTo>
                    <a:pt x="29210" y="416572"/>
                  </a:moveTo>
                  <a:lnTo>
                    <a:pt x="0" y="416572"/>
                  </a:lnTo>
                  <a:lnTo>
                    <a:pt x="0" y="422910"/>
                  </a:lnTo>
                  <a:lnTo>
                    <a:pt x="29210" y="422910"/>
                  </a:lnTo>
                  <a:lnTo>
                    <a:pt x="29210" y="416572"/>
                  </a:lnTo>
                  <a:close/>
                </a:path>
                <a:path w="29210" h="476250">
                  <a:moveTo>
                    <a:pt x="29210" y="412762"/>
                  </a:moveTo>
                  <a:lnTo>
                    <a:pt x="0" y="412762"/>
                  </a:lnTo>
                  <a:lnTo>
                    <a:pt x="0" y="416560"/>
                  </a:lnTo>
                  <a:lnTo>
                    <a:pt x="29210" y="416560"/>
                  </a:lnTo>
                  <a:lnTo>
                    <a:pt x="29210" y="412762"/>
                  </a:lnTo>
                  <a:close/>
                </a:path>
                <a:path w="29210" h="476250">
                  <a:moveTo>
                    <a:pt x="29210" y="410222"/>
                  </a:moveTo>
                  <a:lnTo>
                    <a:pt x="0" y="410222"/>
                  </a:lnTo>
                  <a:lnTo>
                    <a:pt x="0" y="412750"/>
                  </a:lnTo>
                  <a:lnTo>
                    <a:pt x="29210" y="412750"/>
                  </a:lnTo>
                  <a:lnTo>
                    <a:pt x="29210" y="410222"/>
                  </a:lnTo>
                  <a:close/>
                </a:path>
                <a:path w="29210" h="476250">
                  <a:moveTo>
                    <a:pt x="29210" y="406412"/>
                  </a:moveTo>
                  <a:lnTo>
                    <a:pt x="0" y="406412"/>
                  </a:lnTo>
                  <a:lnTo>
                    <a:pt x="0" y="410210"/>
                  </a:lnTo>
                  <a:lnTo>
                    <a:pt x="29210" y="410210"/>
                  </a:lnTo>
                  <a:lnTo>
                    <a:pt x="29210" y="406412"/>
                  </a:lnTo>
                  <a:close/>
                </a:path>
                <a:path w="29210" h="476250">
                  <a:moveTo>
                    <a:pt x="29210" y="403872"/>
                  </a:moveTo>
                  <a:lnTo>
                    <a:pt x="0" y="403872"/>
                  </a:lnTo>
                  <a:lnTo>
                    <a:pt x="0" y="406400"/>
                  </a:lnTo>
                  <a:lnTo>
                    <a:pt x="29210" y="406400"/>
                  </a:lnTo>
                  <a:lnTo>
                    <a:pt x="29210" y="403872"/>
                  </a:lnTo>
                  <a:close/>
                </a:path>
                <a:path w="29210" h="476250">
                  <a:moveTo>
                    <a:pt x="29210" y="397522"/>
                  </a:moveTo>
                  <a:lnTo>
                    <a:pt x="0" y="397522"/>
                  </a:lnTo>
                  <a:lnTo>
                    <a:pt x="0" y="403860"/>
                  </a:lnTo>
                  <a:lnTo>
                    <a:pt x="29210" y="403860"/>
                  </a:lnTo>
                  <a:lnTo>
                    <a:pt x="29210" y="397522"/>
                  </a:lnTo>
                  <a:close/>
                </a:path>
                <a:path w="29210" h="476250">
                  <a:moveTo>
                    <a:pt x="29210" y="393712"/>
                  </a:moveTo>
                  <a:lnTo>
                    <a:pt x="0" y="393712"/>
                  </a:lnTo>
                  <a:lnTo>
                    <a:pt x="0" y="397510"/>
                  </a:lnTo>
                  <a:lnTo>
                    <a:pt x="29210" y="397510"/>
                  </a:lnTo>
                  <a:lnTo>
                    <a:pt x="29210" y="393712"/>
                  </a:lnTo>
                  <a:close/>
                </a:path>
                <a:path w="29210" h="476250">
                  <a:moveTo>
                    <a:pt x="29210" y="391172"/>
                  </a:moveTo>
                  <a:lnTo>
                    <a:pt x="0" y="391172"/>
                  </a:lnTo>
                  <a:lnTo>
                    <a:pt x="0" y="393700"/>
                  </a:lnTo>
                  <a:lnTo>
                    <a:pt x="29210" y="393700"/>
                  </a:lnTo>
                  <a:lnTo>
                    <a:pt x="29210" y="391172"/>
                  </a:lnTo>
                  <a:close/>
                </a:path>
                <a:path w="29210" h="476250">
                  <a:moveTo>
                    <a:pt x="29210" y="387362"/>
                  </a:moveTo>
                  <a:lnTo>
                    <a:pt x="0" y="387362"/>
                  </a:lnTo>
                  <a:lnTo>
                    <a:pt x="0" y="391160"/>
                  </a:lnTo>
                  <a:lnTo>
                    <a:pt x="29210" y="391160"/>
                  </a:lnTo>
                  <a:lnTo>
                    <a:pt x="29210" y="387362"/>
                  </a:lnTo>
                  <a:close/>
                </a:path>
                <a:path w="29210" h="476250">
                  <a:moveTo>
                    <a:pt x="29210" y="384822"/>
                  </a:moveTo>
                  <a:lnTo>
                    <a:pt x="0" y="384822"/>
                  </a:lnTo>
                  <a:lnTo>
                    <a:pt x="0" y="387350"/>
                  </a:lnTo>
                  <a:lnTo>
                    <a:pt x="29210" y="387350"/>
                  </a:lnTo>
                  <a:lnTo>
                    <a:pt x="29210" y="384822"/>
                  </a:lnTo>
                  <a:close/>
                </a:path>
                <a:path w="29210" h="476250">
                  <a:moveTo>
                    <a:pt x="29210" y="365772"/>
                  </a:moveTo>
                  <a:lnTo>
                    <a:pt x="0" y="365772"/>
                  </a:lnTo>
                  <a:lnTo>
                    <a:pt x="0" y="384810"/>
                  </a:lnTo>
                  <a:lnTo>
                    <a:pt x="29210" y="384810"/>
                  </a:lnTo>
                  <a:lnTo>
                    <a:pt x="29210" y="365772"/>
                  </a:lnTo>
                  <a:close/>
                </a:path>
                <a:path w="29210" h="476250">
                  <a:moveTo>
                    <a:pt x="29210" y="359422"/>
                  </a:moveTo>
                  <a:lnTo>
                    <a:pt x="0" y="359422"/>
                  </a:lnTo>
                  <a:lnTo>
                    <a:pt x="0" y="365760"/>
                  </a:lnTo>
                  <a:lnTo>
                    <a:pt x="29210" y="365760"/>
                  </a:lnTo>
                  <a:lnTo>
                    <a:pt x="29210" y="359422"/>
                  </a:lnTo>
                  <a:close/>
                </a:path>
                <a:path w="29210" h="476250">
                  <a:moveTo>
                    <a:pt x="29210" y="355612"/>
                  </a:moveTo>
                  <a:lnTo>
                    <a:pt x="0" y="355612"/>
                  </a:lnTo>
                  <a:lnTo>
                    <a:pt x="0" y="359410"/>
                  </a:lnTo>
                  <a:lnTo>
                    <a:pt x="29210" y="359410"/>
                  </a:lnTo>
                  <a:lnTo>
                    <a:pt x="29210" y="355612"/>
                  </a:lnTo>
                  <a:close/>
                </a:path>
                <a:path w="29210" h="476250">
                  <a:moveTo>
                    <a:pt x="29210" y="346722"/>
                  </a:moveTo>
                  <a:lnTo>
                    <a:pt x="0" y="346722"/>
                  </a:lnTo>
                  <a:lnTo>
                    <a:pt x="0" y="355600"/>
                  </a:lnTo>
                  <a:lnTo>
                    <a:pt x="29210" y="355600"/>
                  </a:lnTo>
                  <a:lnTo>
                    <a:pt x="29210" y="346722"/>
                  </a:lnTo>
                  <a:close/>
                </a:path>
                <a:path w="29210" h="476250">
                  <a:moveTo>
                    <a:pt x="29210" y="340372"/>
                  </a:moveTo>
                  <a:lnTo>
                    <a:pt x="0" y="340372"/>
                  </a:lnTo>
                  <a:lnTo>
                    <a:pt x="0" y="346710"/>
                  </a:lnTo>
                  <a:lnTo>
                    <a:pt x="29210" y="346710"/>
                  </a:lnTo>
                  <a:lnTo>
                    <a:pt x="29210" y="340372"/>
                  </a:lnTo>
                  <a:close/>
                </a:path>
                <a:path w="29210" h="476250">
                  <a:moveTo>
                    <a:pt x="29210" y="334022"/>
                  </a:moveTo>
                  <a:lnTo>
                    <a:pt x="0" y="334022"/>
                  </a:lnTo>
                  <a:lnTo>
                    <a:pt x="0" y="340360"/>
                  </a:lnTo>
                  <a:lnTo>
                    <a:pt x="29210" y="340360"/>
                  </a:lnTo>
                  <a:lnTo>
                    <a:pt x="29210" y="334022"/>
                  </a:lnTo>
                  <a:close/>
                </a:path>
                <a:path w="29210" h="476250">
                  <a:moveTo>
                    <a:pt x="29210" y="330212"/>
                  </a:moveTo>
                  <a:lnTo>
                    <a:pt x="0" y="330212"/>
                  </a:lnTo>
                  <a:lnTo>
                    <a:pt x="0" y="334010"/>
                  </a:lnTo>
                  <a:lnTo>
                    <a:pt x="29210" y="334010"/>
                  </a:lnTo>
                  <a:lnTo>
                    <a:pt x="29210" y="330212"/>
                  </a:lnTo>
                  <a:close/>
                </a:path>
                <a:path w="29210" h="476250">
                  <a:moveTo>
                    <a:pt x="29210" y="327672"/>
                  </a:moveTo>
                  <a:lnTo>
                    <a:pt x="0" y="327672"/>
                  </a:lnTo>
                  <a:lnTo>
                    <a:pt x="0" y="330200"/>
                  </a:lnTo>
                  <a:lnTo>
                    <a:pt x="29210" y="330200"/>
                  </a:lnTo>
                  <a:lnTo>
                    <a:pt x="29210" y="327672"/>
                  </a:lnTo>
                  <a:close/>
                </a:path>
                <a:path w="29210" h="476250">
                  <a:moveTo>
                    <a:pt x="29210" y="317512"/>
                  </a:moveTo>
                  <a:lnTo>
                    <a:pt x="0" y="317512"/>
                  </a:lnTo>
                  <a:lnTo>
                    <a:pt x="0" y="327660"/>
                  </a:lnTo>
                  <a:lnTo>
                    <a:pt x="29210" y="327660"/>
                  </a:lnTo>
                  <a:lnTo>
                    <a:pt x="29210" y="317512"/>
                  </a:lnTo>
                  <a:close/>
                </a:path>
                <a:path w="29210" h="476250">
                  <a:moveTo>
                    <a:pt x="29210" y="314972"/>
                  </a:moveTo>
                  <a:lnTo>
                    <a:pt x="0" y="314972"/>
                  </a:lnTo>
                  <a:lnTo>
                    <a:pt x="0" y="317500"/>
                  </a:lnTo>
                  <a:lnTo>
                    <a:pt x="29210" y="317500"/>
                  </a:lnTo>
                  <a:lnTo>
                    <a:pt x="29210" y="314972"/>
                  </a:lnTo>
                  <a:close/>
                </a:path>
                <a:path w="29210" h="476250">
                  <a:moveTo>
                    <a:pt x="29210" y="311162"/>
                  </a:moveTo>
                  <a:lnTo>
                    <a:pt x="0" y="311162"/>
                  </a:lnTo>
                  <a:lnTo>
                    <a:pt x="0" y="314960"/>
                  </a:lnTo>
                  <a:lnTo>
                    <a:pt x="29210" y="314960"/>
                  </a:lnTo>
                  <a:lnTo>
                    <a:pt x="29210" y="311162"/>
                  </a:lnTo>
                  <a:close/>
                </a:path>
                <a:path w="29210" h="476250">
                  <a:moveTo>
                    <a:pt x="29210" y="304812"/>
                  </a:moveTo>
                  <a:lnTo>
                    <a:pt x="0" y="304812"/>
                  </a:lnTo>
                  <a:lnTo>
                    <a:pt x="0" y="311150"/>
                  </a:lnTo>
                  <a:lnTo>
                    <a:pt x="29210" y="311150"/>
                  </a:lnTo>
                  <a:lnTo>
                    <a:pt x="29210" y="304812"/>
                  </a:lnTo>
                  <a:close/>
                </a:path>
                <a:path w="29210" h="476250">
                  <a:moveTo>
                    <a:pt x="29210" y="292112"/>
                  </a:moveTo>
                  <a:lnTo>
                    <a:pt x="0" y="292112"/>
                  </a:lnTo>
                  <a:lnTo>
                    <a:pt x="0" y="304800"/>
                  </a:lnTo>
                  <a:lnTo>
                    <a:pt x="29210" y="304800"/>
                  </a:lnTo>
                  <a:lnTo>
                    <a:pt x="29210" y="292112"/>
                  </a:lnTo>
                  <a:close/>
                </a:path>
                <a:path w="29210" h="476250">
                  <a:moveTo>
                    <a:pt x="29210" y="289572"/>
                  </a:moveTo>
                  <a:lnTo>
                    <a:pt x="0" y="289572"/>
                  </a:lnTo>
                  <a:lnTo>
                    <a:pt x="0" y="292100"/>
                  </a:lnTo>
                  <a:lnTo>
                    <a:pt x="29210" y="292100"/>
                  </a:lnTo>
                  <a:lnTo>
                    <a:pt x="29210" y="289572"/>
                  </a:lnTo>
                  <a:close/>
                </a:path>
                <a:path w="29210" h="476250">
                  <a:moveTo>
                    <a:pt x="29210" y="285762"/>
                  </a:moveTo>
                  <a:lnTo>
                    <a:pt x="0" y="285762"/>
                  </a:lnTo>
                  <a:lnTo>
                    <a:pt x="0" y="289560"/>
                  </a:lnTo>
                  <a:lnTo>
                    <a:pt x="29210" y="289560"/>
                  </a:lnTo>
                  <a:lnTo>
                    <a:pt x="29210" y="285762"/>
                  </a:lnTo>
                  <a:close/>
                </a:path>
                <a:path w="29210" h="476250">
                  <a:moveTo>
                    <a:pt x="29210" y="283222"/>
                  </a:moveTo>
                  <a:lnTo>
                    <a:pt x="0" y="283222"/>
                  </a:lnTo>
                  <a:lnTo>
                    <a:pt x="0" y="285750"/>
                  </a:lnTo>
                  <a:lnTo>
                    <a:pt x="29210" y="285750"/>
                  </a:lnTo>
                  <a:lnTo>
                    <a:pt x="29210" y="283222"/>
                  </a:lnTo>
                  <a:close/>
                </a:path>
                <a:path w="29210" h="476250">
                  <a:moveTo>
                    <a:pt x="29210" y="279412"/>
                  </a:moveTo>
                  <a:lnTo>
                    <a:pt x="0" y="279412"/>
                  </a:lnTo>
                  <a:lnTo>
                    <a:pt x="0" y="283210"/>
                  </a:lnTo>
                  <a:lnTo>
                    <a:pt x="29210" y="283210"/>
                  </a:lnTo>
                  <a:lnTo>
                    <a:pt x="29210" y="279412"/>
                  </a:lnTo>
                  <a:close/>
                </a:path>
                <a:path w="29210" h="476250">
                  <a:moveTo>
                    <a:pt x="29210" y="273062"/>
                  </a:moveTo>
                  <a:lnTo>
                    <a:pt x="0" y="273062"/>
                  </a:lnTo>
                  <a:lnTo>
                    <a:pt x="0" y="279400"/>
                  </a:lnTo>
                  <a:lnTo>
                    <a:pt x="29210" y="279400"/>
                  </a:lnTo>
                  <a:lnTo>
                    <a:pt x="29210" y="273062"/>
                  </a:lnTo>
                  <a:close/>
                </a:path>
                <a:path w="29210" h="476250">
                  <a:moveTo>
                    <a:pt x="29210" y="234962"/>
                  </a:moveTo>
                  <a:lnTo>
                    <a:pt x="0" y="234962"/>
                  </a:lnTo>
                  <a:lnTo>
                    <a:pt x="0" y="273050"/>
                  </a:lnTo>
                  <a:lnTo>
                    <a:pt x="29210" y="273050"/>
                  </a:lnTo>
                  <a:lnTo>
                    <a:pt x="29210" y="234962"/>
                  </a:lnTo>
                  <a:close/>
                </a:path>
                <a:path w="29210" h="476250">
                  <a:moveTo>
                    <a:pt x="292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9210" y="234950"/>
                  </a:lnTo>
                  <a:lnTo>
                    <a:pt x="29210" y="232422"/>
                  </a:lnTo>
                  <a:close/>
                </a:path>
                <a:path w="29210" h="476250">
                  <a:moveTo>
                    <a:pt x="2921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29210" y="232410"/>
                  </a:lnTo>
                  <a:lnTo>
                    <a:pt x="29210" y="226072"/>
                  </a:lnTo>
                  <a:close/>
                </a:path>
                <a:path w="29210" h="476250">
                  <a:moveTo>
                    <a:pt x="2921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29210" y="226060"/>
                  </a:lnTo>
                  <a:lnTo>
                    <a:pt x="29210" y="222262"/>
                  </a:lnTo>
                  <a:close/>
                </a:path>
                <a:path w="29210" h="476250">
                  <a:moveTo>
                    <a:pt x="2921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29210" y="222250"/>
                  </a:lnTo>
                  <a:lnTo>
                    <a:pt x="29210" y="219722"/>
                  </a:lnTo>
                  <a:close/>
                </a:path>
                <a:path w="29210" h="476250">
                  <a:moveTo>
                    <a:pt x="29210" y="213372"/>
                  </a:moveTo>
                  <a:lnTo>
                    <a:pt x="0" y="213372"/>
                  </a:lnTo>
                  <a:lnTo>
                    <a:pt x="0" y="219710"/>
                  </a:lnTo>
                  <a:lnTo>
                    <a:pt x="29210" y="219710"/>
                  </a:lnTo>
                  <a:lnTo>
                    <a:pt x="29210" y="213372"/>
                  </a:lnTo>
                  <a:close/>
                </a:path>
                <a:path w="29210" h="476250">
                  <a:moveTo>
                    <a:pt x="29210" y="207022"/>
                  </a:moveTo>
                  <a:lnTo>
                    <a:pt x="0" y="207022"/>
                  </a:lnTo>
                  <a:lnTo>
                    <a:pt x="0" y="213360"/>
                  </a:lnTo>
                  <a:lnTo>
                    <a:pt x="29210" y="213360"/>
                  </a:lnTo>
                  <a:lnTo>
                    <a:pt x="29210" y="207022"/>
                  </a:lnTo>
                  <a:close/>
                </a:path>
                <a:path w="29210" h="476250">
                  <a:moveTo>
                    <a:pt x="29210" y="195592"/>
                  </a:moveTo>
                  <a:lnTo>
                    <a:pt x="0" y="195592"/>
                  </a:lnTo>
                  <a:lnTo>
                    <a:pt x="0" y="207010"/>
                  </a:lnTo>
                  <a:lnTo>
                    <a:pt x="29210" y="207010"/>
                  </a:lnTo>
                  <a:lnTo>
                    <a:pt x="29210" y="195592"/>
                  </a:lnTo>
                  <a:close/>
                </a:path>
                <a:path w="29210" h="476250">
                  <a:moveTo>
                    <a:pt x="2921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9210" y="195580"/>
                  </a:lnTo>
                  <a:lnTo>
                    <a:pt x="29210" y="189242"/>
                  </a:lnTo>
                  <a:close/>
                </a:path>
                <a:path w="29210" h="476250">
                  <a:moveTo>
                    <a:pt x="29210" y="182892"/>
                  </a:moveTo>
                  <a:lnTo>
                    <a:pt x="0" y="182892"/>
                  </a:lnTo>
                  <a:lnTo>
                    <a:pt x="0" y="189230"/>
                  </a:lnTo>
                  <a:lnTo>
                    <a:pt x="29210" y="189230"/>
                  </a:lnTo>
                  <a:lnTo>
                    <a:pt x="29210" y="182892"/>
                  </a:lnTo>
                  <a:close/>
                </a:path>
                <a:path w="29210" h="476250">
                  <a:moveTo>
                    <a:pt x="29210" y="176542"/>
                  </a:moveTo>
                  <a:lnTo>
                    <a:pt x="0" y="176542"/>
                  </a:lnTo>
                  <a:lnTo>
                    <a:pt x="0" y="182880"/>
                  </a:lnTo>
                  <a:lnTo>
                    <a:pt x="29210" y="182880"/>
                  </a:lnTo>
                  <a:lnTo>
                    <a:pt x="29210" y="176542"/>
                  </a:lnTo>
                  <a:close/>
                </a:path>
                <a:path w="29210" h="476250">
                  <a:moveTo>
                    <a:pt x="29210" y="170192"/>
                  </a:moveTo>
                  <a:lnTo>
                    <a:pt x="0" y="170192"/>
                  </a:lnTo>
                  <a:lnTo>
                    <a:pt x="0" y="176530"/>
                  </a:lnTo>
                  <a:lnTo>
                    <a:pt x="29210" y="176530"/>
                  </a:lnTo>
                  <a:lnTo>
                    <a:pt x="29210" y="170192"/>
                  </a:lnTo>
                  <a:close/>
                </a:path>
                <a:path w="29210" h="476250">
                  <a:moveTo>
                    <a:pt x="29210" y="163842"/>
                  </a:moveTo>
                  <a:lnTo>
                    <a:pt x="0" y="163842"/>
                  </a:lnTo>
                  <a:lnTo>
                    <a:pt x="0" y="170180"/>
                  </a:lnTo>
                  <a:lnTo>
                    <a:pt x="29210" y="170180"/>
                  </a:lnTo>
                  <a:lnTo>
                    <a:pt x="29210" y="163842"/>
                  </a:lnTo>
                  <a:close/>
                </a:path>
                <a:path w="29210" h="476250">
                  <a:moveTo>
                    <a:pt x="29210" y="157492"/>
                  </a:moveTo>
                  <a:lnTo>
                    <a:pt x="0" y="157492"/>
                  </a:lnTo>
                  <a:lnTo>
                    <a:pt x="0" y="163830"/>
                  </a:lnTo>
                  <a:lnTo>
                    <a:pt x="29210" y="163830"/>
                  </a:lnTo>
                  <a:lnTo>
                    <a:pt x="29210" y="157492"/>
                  </a:lnTo>
                  <a:close/>
                </a:path>
                <a:path w="29210" h="476250">
                  <a:moveTo>
                    <a:pt x="2921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9210" y="157480"/>
                  </a:lnTo>
                  <a:lnTo>
                    <a:pt x="29210" y="151142"/>
                  </a:lnTo>
                  <a:close/>
                </a:path>
                <a:path w="29210" h="476250">
                  <a:moveTo>
                    <a:pt x="29210" y="138442"/>
                  </a:moveTo>
                  <a:lnTo>
                    <a:pt x="0" y="138442"/>
                  </a:lnTo>
                  <a:lnTo>
                    <a:pt x="0" y="151130"/>
                  </a:lnTo>
                  <a:lnTo>
                    <a:pt x="29210" y="151130"/>
                  </a:lnTo>
                  <a:lnTo>
                    <a:pt x="29210" y="138442"/>
                  </a:lnTo>
                  <a:close/>
                </a:path>
                <a:path w="29210" h="476250">
                  <a:moveTo>
                    <a:pt x="29210" y="132092"/>
                  </a:moveTo>
                  <a:lnTo>
                    <a:pt x="0" y="132092"/>
                  </a:lnTo>
                  <a:lnTo>
                    <a:pt x="0" y="138430"/>
                  </a:lnTo>
                  <a:lnTo>
                    <a:pt x="29210" y="138430"/>
                  </a:lnTo>
                  <a:lnTo>
                    <a:pt x="29210" y="132092"/>
                  </a:lnTo>
                  <a:close/>
                </a:path>
                <a:path w="29210" h="476250">
                  <a:moveTo>
                    <a:pt x="29210" y="125742"/>
                  </a:moveTo>
                  <a:lnTo>
                    <a:pt x="0" y="125742"/>
                  </a:lnTo>
                  <a:lnTo>
                    <a:pt x="0" y="132080"/>
                  </a:lnTo>
                  <a:lnTo>
                    <a:pt x="29210" y="132080"/>
                  </a:lnTo>
                  <a:lnTo>
                    <a:pt x="29210" y="125742"/>
                  </a:lnTo>
                  <a:close/>
                </a:path>
                <a:path w="29210" h="476250">
                  <a:moveTo>
                    <a:pt x="29210" y="119392"/>
                  </a:moveTo>
                  <a:lnTo>
                    <a:pt x="0" y="119392"/>
                  </a:lnTo>
                  <a:lnTo>
                    <a:pt x="0" y="125730"/>
                  </a:lnTo>
                  <a:lnTo>
                    <a:pt x="29210" y="125730"/>
                  </a:lnTo>
                  <a:lnTo>
                    <a:pt x="29210" y="119392"/>
                  </a:lnTo>
                  <a:close/>
                </a:path>
                <a:path w="29210" h="476250">
                  <a:moveTo>
                    <a:pt x="29210" y="113042"/>
                  </a:moveTo>
                  <a:lnTo>
                    <a:pt x="0" y="113042"/>
                  </a:lnTo>
                  <a:lnTo>
                    <a:pt x="0" y="119380"/>
                  </a:lnTo>
                  <a:lnTo>
                    <a:pt x="29210" y="119380"/>
                  </a:lnTo>
                  <a:lnTo>
                    <a:pt x="29210" y="113042"/>
                  </a:lnTo>
                  <a:close/>
                </a:path>
                <a:path w="29210" h="476250">
                  <a:moveTo>
                    <a:pt x="29210" y="106692"/>
                  </a:moveTo>
                  <a:lnTo>
                    <a:pt x="0" y="106692"/>
                  </a:lnTo>
                  <a:lnTo>
                    <a:pt x="0" y="113030"/>
                  </a:lnTo>
                  <a:lnTo>
                    <a:pt x="29210" y="113030"/>
                  </a:lnTo>
                  <a:lnTo>
                    <a:pt x="29210" y="106692"/>
                  </a:lnTo>
                  <a:close/>
                </a:path>
                <a:path w="29210" h="476250">
                  <a:moveTo>
                    <a:pt x="29210" y="100342"/>
                  </a:moveTo>
                  <a:lnTo>
                    <a:pt x="0" y="100342"/>
                  </a:lnTo>
                  <a:lnTo>
                    <a:pt x="0" y="106680"/>
                  </a:lnTo>
                  <a:lnTo>
                    <a:pt x="29210" y="106680"/>
                  </a:lnTo>
                  <a:lnTo>
                    <a:pt x="29210" y="100342"/>
                  </a:lnTo>
                  <a:close/>
                </a:path>
                <a:path w="29210" h="476250">
                  <a:moveTo>
                    <a:pt x="2921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9210" y="100330"/>
                  </a:lnTo>
                  <a:lnTo>
                    <a:pt x="29210" y="93992"/>
                  </a:lnTo>
                  <a:close/>
                </a:path>
                <a:path w="29210" h="476250">
                  <a:moveTo>
                    <a:pt x="2921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9210" y="93980"/>
                  </a:lnTo>
                  <a:lnTo>
                    <a:pt x="29210" y="87642"/>
                  </a:lnTo>
                  <a:close/>
                </a:path>
                <a:path w="29210" h="476250">
                  <a:moveTo>
                    <a:pt x="29210" y="81292"/>
                  </a:moveTo>
                  <a:lnTo>
                    <a:pt x="0" y="81292"/>
                  </a:lnTo>
                  <a:lnTo>
                    <a:pt x="0" y="87630"/>
                  </a:lnTo>
                  <a:lnTo>
                    <a:pt x="29210" y="87630"/>
                  </a:lnTo>
                  <a:lnTo>
                    <a:pt x="29210" y="81292"/>
                  </a:lnTo>
                  <a:close/>
                </a:path>
                <a:path w="29210" h="476250">
                  <a:moveTo>
                    <a:pt x="29210" y="68592"/>
                  </a:moveTo>
                  <a:lnTo>
                    <a:pt x="0" y="68592"/>
                  </a:lnTo>
                  <a:lnTo>
                    <a:pt x="0" y="81280"/>
                  </a:lnTo>
                  <a:lnTo>
                    <a:pt x="29210" y="81280"/>
                  </a:lnTo>
                  <a:lnTo>
                    <a:pt x="29210" y="68592"/>
                  </a:lnTo>
                  <a:close/>
                </a:path>
                <a:path w="29210" h="476250">
                  <a:moveTo>
                    <a:pt x="29210" y="62242"/>
                  </a:moveTo>
                  <a:lnTo>
                    <a:pt x="0" y="62242"/>
                  </a:lnTo>
                  <a:lnTo>
                    <a:pt x="0" y="68580"/>
                  </a:lnTo>
                  <a:lnTo>
                    <a:pt x="29210" y="68580"/>
                  </a:lnTo>
                  <a:lnTo>
                    <a:pt x="29210" y="62242"/>
                  </a:lnTo>
                  <a:close/>
                </a:path>
                <a:path w="29210" h="476250">
                  <a:moveTo>
                    <a:pt x="29210" y="55892"/>
                  </a:moveTo>
                  <a:lnTo>
                    <a:pt x="0" y="55892"/>
                  </a:lnTo>
                  <a:lnTo>
                    <a:pt x="0" y="62230"/>
                  </a:lnTo>
                  <a:lnTo>
                    <a:pt x="29210" y="62230"/>
                  </a:lnTo>
                  <a:lnTo>
                    <a:pt x="29210" y="55892"/>
                  </a:lnTo>
                  <a:close/>
                </a:path>
                <a:path w="29210" h="476250">
                  <a:moveTo>
                    <a:pt x="29210" y="49542"/>
                  </a:moveTo>
                  <a:lnTo>
                    <a:pt x="0" y="49542"/>
                  </a:lnTo>
                  <a:lnTo>
                    <a:pt x="0" y="55880"/>
                  </a:lnTo>
                  <a:lnTo>
                    <a:pt x="29210" y="55880"/>
                  </a:lnTo>
                  <a:lnTo>
                    <a:pt x="29210" y="49542"/>
                  </a:lnTo>
                  <a:close/>
                </a:path>
                <a:path w="29210" h="476250">
                  <a:moveTo>
                    <a:pt x="2921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9210" y="49530"/>
                  </a:lnTo>
                  <a:lnTo>
                    <a:pt x="29210" y="43192"/>
                  </a:lnTo>
                  <a:close/>
                </a:path>
                <a:path w="29210" h="476250">
                  <a:moveTo>
                    <a:pt x="2921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9210" y="43180"/>
                  </a:lnTo>
                  <a:lnTo>
                    <a:pt x="29210" y="36842"/>
                  </a:lnTo>
                  <a:close/>
                </a:path>
                <a:path w="29210" h="476250">
                  <a:moveTo>
                    <a:pt x="2921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9210" y="36830"/>
                  </a:lnTo>
                  <a:lnTo>
                    <a:pt x="29210" y="30492"/>
                  </a:lnTo>
                  <a:close/>
                </a:path>
                <a:path w="29210" h="476250">
                  <a:moveTo>
                    <a:pt x="29210" y="24142"/>
                  </a:moveTo>
                  <a:lnTo>
                    <a:pt x="0" y="24142"/>
                  </a:lnTo>
                  <a:lnTo>
                    <a:pt x="0" y="30480"/>
                  </a:lnTo>
                  <a:lnTo>
                    <a:pt x="29210" y="30480"/>
                  </a:lnTo>
                  <a:lnTo>
                    <a:pt x="29210" y="24142"/>
                  </a:lnTo>
                  <a:close/>
                </a:path>
                <a:path w="29210" h="476250">
                  <a:moveTo>
                    <a:pt x="292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9210" y="24130"/>
                  </a:lnTo>
                  <a:lnTo>
                    <a:pt x="29210" y="17792"/>
                  </a:lnTo>
                  <a:close/>
                </a:path>
                <a:path w="29210" h="476250">
                  <a:moveTo>
                    <a:pt x="29210" y="5092"/>
                  </a:moveTo>
                  <a:lnTo>
                    <a:pt x="0" y="5092"/>
                  </a:lnTo>
                  <a:lnTo>
                    <a:pt x="0" y="17780"/>
                  </a:lnTo>
                  <a:lnTo>
                    <a:pt x="29210" y="17780"/>
                  </a:lnTo>
                  <a:lnTo>
                    <a:pt x="29210" y="5092"/>
                  </a:lnTo>
                  <a:close/>
                </a:path>
                <a:path w="29210" h="476250">
                  <a:moveTo>
                    <a:pt x="292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9210" y="5080"/>
                  </a:lnTo>
                  <a:lnTo>
                    <a:pt x="29210" y="0"/>
                  </a:lnTo>
                  <a:close/>
                </a:path>
              </a:pathLst>
            </a:custGeom>
            <a:solidFill>
              <a:srgbClr val="264D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5" name="object 3775"/>
            <p:cNvSpPr/>
            <p:nvPr/>
          </p:nvSpPr>
          <p:spPr>
            <a:xfrm>
              <a:off x="4803140" y="5500382"/>
              <a:ext cx="29209" cy="181610"/>
            </a:xfrm>
            <a:custGeom>
              <a:avLst/>
              <a:gdLst/>
              <a:ahLst/>
              <a:cxnLst/>
              <a:rect l="l" t="t" r="r" b="b"/>
              <a:pathLst>
                <a:path w="29210" h="181610">
                  <a:moveTo>
                    <a:pt x="29210" y="180340"/>
                  </a:moveTo>
                  <a:lnTo>
                    <a:pt x="0" y="180340"/>
                  </a:lnTo>
                  <a:lnTo>
                    <a:pt x="0" y="181597"/>
                  </a:lnTo>
                  <a:lnTo>
                    <a:pt x="29210" y="181597"/>
                  </a:lnTo>
                  <a:lnTo>
                    <a:pt x="29210" y="180340"/>
                  </a:lnTo>
                  <a:close/>
                </a:path>
                <a:path w="29210" h="181610">
                  <a:moveTo>
                    <a:pt x="29210" y="173990"/>
                  </a:moveTo>
                  <a:lnTo>
                    <a:pt x="0" y="173990"/>
                  </a:lnTo>
                  <a:lnTo>
                    <a:pt x="0" y="180327"/>
                  </a:lnTo>
                  <a:lnTo>
                    <a:pt x="29210" y="180327"/>
                  </a:lnTo>
                  <a:lnTo>
                    <a:pt x="29210" y="173990"/>
                  </a:lnTo>
                  <a:close/>
                </a:path>
                <a:path w="29210" h="181610">
                  <a:moveTo>
                    <a:pt x="29210" y="171450"/>
                  </a:moveTo>
                  <a:lnTo>
                    <a:pt x="0" y="171450"/>
                  </a:lnTo>
                  <a:lnTo>
                    <a:pt x="0" y="173977"/>
                  </a:lnTo>
                  <a:lnTo>
                    <a:pt x="29210" y="173977"/>
                  </a:lnTo>
                  <a:lnTo>
                    <a:pt x="29210" y="171450"/>
                  </a:lnTo>
                  <a:close/>
                </a:path>
                <a:path w="29210" h="181610">
                  <a:moveTo>
                    <a:pt x="29210" y="167640"/>
                  </a:moveTo>
                  <a:lnTo>
                    <a:pt x="0" y="167640"/>
                  </a:lnTo>
                  <a:lnTo>
                    <a:pt x="0" y="171437"/>
                  </a:lnTo>
                  <a:lnTo>
                    <a:pt x="29210" y="171437"/>
                  </a:lnTo>
                  <a:lnTo>
                    <a:pt x="29210" y="167640"/>
                  </a:lnTo>
                  <a:close/>
                </a:path>
                <a:path w="29210" h="181610">
                  <a:moveTo>
                    <a:pt x="29210" y="165100"/>
                  </a:moveTo>
                  <a:lnTo>
                    <a:pt x="0" y="165100"/>
                  </a:lnTo>
                  <a:lnTo>
                    <a:pt x="0" y="167627"/>
                  </a:lnTo>
                  <a:lnTo>
                    <a:pt x="29210" y="167627"/>
                  </a:lnTo>
                  <a:lnTo>
                    <a:pt x="29210" y="165100"/>
                  </a:lnTo>
                  <a:close/>
                </a:path>
                <a:path w="29210" h="181610">
                  <a:moveTo>
                    <a:pt x="29210" y="161290"/>
                  </a:moveTo>
                  <a:lnTo>
                    <a:pt x="0" y="161290"/>
                  </a:lnTo>
                  <a:lnTo>
                    <a:pt x="0" y="165087"/>
                  </a:lnTo>
                  <a:lnTo>
                    <a:pt x="29210" y="165087"/>
                  </a:lnTo>
                  <a:lnTo>
                    <a:pt x="29210" y="161290"/>
                  </a:lnTo>
                  <a:close/>
                </a:path>
                <a:path w="29210" h="181610">
                  <a:moveTo>
                    <a:pt x="29210" y="154940"/>
                  </a:moveTo>
                  <a:lnTo>
                    <a:pt x="0" y="154940"/>
                  </a:lnTo>
                  <a:lnTo>
                    <a:pt x="0" y="161277"/>
                  </a:lnTo>
                  <a:lnTo>
                    <a:pt x="29210" y="161277"/>
                  </a:lnTo>
                  <a:lnTo>
                    <a:pt x="29210" y="154940"/>
                  </a:lnTo>
                  <a:close/>
                </a:path>
                <a:path w="29210" h="181610">
                  <a:moveTo>
                    <a:pt x="29210" y="152400"/>
                  </a:moveTo>
                  <a:lnTo>
                    <a:pt x="0" y="152400"/>
                  </a:lnTo>
                  <a:lnTo>
                    <a:pt x="0" y="154927"/>
                  </a:lnTo>
                  <a:lnTo>
                    <a:pt x="29210" y="154927"/>
                  </a:lnTo>
                  <a:lnTo>
                    <a:pt x="29210" y="152400"/>
                  </a:lnTo>
                  <a:close/>
                </a:path>
                <a:path w="29210" h="181610">
                  <a:moveTo>
                    <a:pt x="29210" y="148590"/>
                  </a:moveTo>
                  <a:lnTo>
                    <a:pt x="0" y="148590"/>
                  </a:lnTo>
                  <a:lnTo>
                    <a:pt x="0" y="152387"/>
                  </a:lnTo>
                  <a:lnTo>
                    <a:pt x="29210" y="152387"/>
                  </a:lnTo>
                  <a:lnTo>
                    <a:pt x="29210" y="148590"/>
                  </a:lnTo>
                  <a:close/>
                </a:path>
                <a:path w="29210" h="181610">
                  <a:moveTo>
                    <a:pt x="29210" y="146050"/>
                  </a:moveTo>
                  <a:lnTo>
                    <a:pt x="0" y="146050"/>
                  </a:lnTo>
                  <a:lnTo>
                    <a:pt x="0" y="148577"/>
                  </a:lnTo>
                  <a:lnTo>
                    <a:pt x="29210" y="148577"/>
                  </a:lnTo>
                  <a:lnTo>
                    <a:pt x="29210" y="146050"/>
                  </a:lnTo>
                  <a:close/>
                </a:path>
                <a:path w="29210" h="181610">
                  <a:moveTo>
                    <a:pt x="29210" y="142240"/>
                  </a:moveTo>
                  <a:lnTo>
                    <a:pt x="0" y="142240"/>
                  </a:lnTo>
                  <a:lnTo>
                    <a:pt x="0" y="146037"/>
                  </a:lnTo>
                  <a:lnTo>
                    <a:pt x="29210" y="146037"/>
                  </a:lnTo>
                  <a:lnTo>
                    <a:pt x="29210" y="142240"/>
                  </a:lnTo>
                  <a:close/>
                </a:path>
                <a:path w="29210" h="181610">
                  <a:moveTo>
                    <a:pt x="29210" y="135890"/>
                  </a:moveTo>
                  <a:lnTo>
                    <a:pt x="0" y="135890"/>
                  </a:lnTo>
                  <a:lnTo>
                    <a:pt x="0" y="142227"/>
                  </a:lnTo>
                  <a:lnTo>
                    <a:pt x="29210" y="142227"/>
                  </a:lnTo>
                  <a:lnTo>
                    <a:pt x="29210" y="135890"/>
                  </a:lnTo>
                  <a:close/>
                </a:path>
                <a:path w="29210" h="181610">
                  <a:moveTo>
                    <a:pt x="29210" y="133350"/>
                  </a:moveTo>
                  <a:lnTo>
                    <a:pt x="0" y="133350"/>
                  </a:lnTo>
                  <a:lnTo>
                    <a:pt x="0" y="135877"/>
                  </a:lnTo>
                  <a:lnTo>
                    <a:pt x="29210" y="135877"/>
                  </a:lnTo>
                  <a:lnTo>
                    <a:pt x="29210" y="133350"/>
                  </a:lnTo>
                  <a:close/>
                </a:path>
                <a:path w="29210" h="181610">
                  <a:moveTo>
                    <a:pt x="29210" y="129540"/>
                  </a:moveTo>
                  <a:lnTo>
                    <a:pt x="0" y="129540"/>
                  </a:lnTo>
                  <a:lnTo>
                    <a:pt x="0" y="133337"/>
                  </a:lnTo>
                  <a:lnTo>
                    <a:pt x="29210" y="133337"/>
                  </a:lnTo>
                  <a:lnTo>
                    <a:pt x="29210" y="129540"/>
                  </a:lnTo>
                  <a:close/>
                </a:path>
                <a:path w="29210" h="181610">
                  <a:moveTo>
                    <a:pt x="29210" y="127000"/>
                  </a:moveTo>
                  <a:lnTo>
                    <a:pt x="0" y="127000"/>
                  </a:lnTo>
                  <a:lnTo>
                    <a:pt x="0" y="129527"/>
                  </a:lnTo>
                  <a:lnTo>
                    <a:pt x="29210" y="129527"/>
                  </a:lnTo>
                  <a:lnTo>
                    <a:pt x="29210" y="127000"/>
                  </a:lnTo>
                  <a:close/>
                </a:path>
                <a:path w="29210" h="181610">
                  <a:moveTo>
                    <a:pt x="29210" y="120650"/>
                  </a:moveTo>
                  <a:lnTo>
                    <a:pt x="0" y="120650"/>
                  </a:lnTo>
                  <a:lnTo>
                    <a:pt x="0" y="126987"/>
                  </a:lnTo>
                  <a:lnTo>
                    <a:pt x="29210" y="126987"/>
                  </a:lnTo>
                  <a:lnTo>
                    <a:pt x="29210" y="120650"/>
                  </a:lnTo>
                  <a:close/>
                </a:path>
                <a:path w="29210" h="181610">
                  <a:moveTo>
                    <a:pt x="2921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29210" y="120637"/>
                  </a:lnTo>
                  <a:lnTo>
                    <a:pt x="29210" y="114300"/>
                  </a:lnTo>
                  <a:close/>
                </a:path>
                <a:path w="29210" h="181610">
                  <a:moveTo>
                    <a:pt x="29210" y="110490"/>
                  </a:moveTo>
                  <a:lnTo>
                    <a:pt x="0" y="110490"/>
                  </a:lnTo>
                  <a:lnTo>
                    <a:pt x="0" y="114287"/>
                  </a:lnTo>
                  <a:lnTo>
                    <a:pt x="29210" y="114287"/>
                  </a:lnTo>
                  <a:lnTo>
                    <a:pt x="29210" y="110490"/>
                  </a:lnTo>
                  <a:close/>
                </a:path>
                <a:path w="29210" h="181610">
                  <a:moveTo>
                    <a:pt x="29210" y="107950"/>
                  </a:moveTo>
                  <a:lnTo>
                    <a:pt x="0" y="107950"/>
                  </a:lnTo>
                  <a:lnTo>
                    <a:pt x="0" y="110477"/>
                  </a:lnTo>
                  <a:lnTo>
                    <a:pt x="29210" y="110477"/>
                  </a:lnTo>
                  <a:lnTo>
                    <a:pt x="29210" y="107950"/>
                  </a:lnTo>
                  <a:close/>
                </a:path>
                <a:path w="29210" h="181610">
                  <a:moveTo>
                    <a:pt x="29210" y="104140"/>
                  </a:moveTo>
                  <a:lnTo>
                    <a:pt x="0" y="104140"/>
                  </a:lnTo>
                  <a:lnTo>
                    <a:pt x="0" y="107937"/>
                  </a:lnTo>
                  <a:lnTo>
                    <a:pt x="29210" y="107937"/>
                  </a:lnTo>
                  <a:lnTo>
                    <a:pt x="29210" y="104140"/>
                  </a:lnTo>
                  <a:close/>
                </a:path>
                <a:path w="29210" h="181610">
                  <a:moveTo>
                    <a:pt x="29210" y="101600"/>
                  </a:moveTo>
                  <a:lnTo>
                    <a:pt x="0" y="101600"/>
                  </a:lnTo>
                  <a:lnTo>
                    <a:pt x="0" y="104127"/>
                  </a:lnTo>
                  <a:lnTo>
                    <a:pt x="29210" y="104127"/>
                  </a:lnTo>
                  <a:lnTo>
                    <a:pt x="29210" y="101600"/>
                  </a:lnTo>
                  <a:close/>
                </a:path>
                <a:path w="29210" h="181610">
                  <a:moveTo>
                    <a:pt x="29210" y="97790"/>
                  </a:moveTo>
                  <a:lnTo>
                    <a:pt x="0" y="97790"/>
                  </a:lnTo>
                  <a:lnTo>
                    <a:pt x="0" y="101587"/>
                  </a:lnTo>
                  <a:lnTo>
                    <a:pt x="29210" y="101587"/>
                  </a:lnTo>
                  <a:lnTo>
                    <a:pt x="29210" y="97790"/>
                  </a:lnTo>
                  <a:close/>
                </a:path>
                <a:path w="29210" h="181610">
                  <a:moveTo>
                    <a:pt x="29210" y="95250"/>
                  </a:moveTo>
                  <a:lnTo>
                    <a:pt x="0" y="95250"/>
                  </a:lnTo>
                  <a:lnTo>
                    <a:pt x="0" y="97777"/>
                  </a:lnTo>
                  <a:lnTo>
                    <a:pt x="29210" y="97777"/>
                  </a:lnTo>
                  <a:lnTo>
                    <a:pt x="29210" y="95250"/>
                  </a:lnTo>
                  <a:close/>
                </a:path>
                <a:path w="29210" h="181610">
                  <a:moveTo>
                    <a:pt x="29210" y="91440"/>
                  </a:moveTo>
                  <a:lnTo>
                    <a:pt x="0" y="91440"/>
                  </a:lnTo>
                  <a:lnTo>
                    <a:pt x="0" y="95237"/>
                  </a:lnTo>
                  <a:lnTo>
                    <a:pt x="29210" y="95237"/>
                  </a:lnTo>
                  <a:lnTo>
                    <a:pt x="29210" y="91440"/>
                  </a:lnTo>
                  <a:close/>
                </a:path>
                <a:path w="29210" h="181610">
                  <a:moveTo>
                    <a:pt x="29210" y="82550"/>
                  </a:moveTo>
                  <a:lnTo>
                    <a:pt x="0" y="82550"/>
                  </a:lnTo>
                  <a:lnTo>
                    <a:pt x="0" y="91427"/>
                  </a:lnTo>
                  <a:lnTo>
                    <a:pt x="29210" y="91427"/>
                  </a:lnTo>
                  <a:lnTo>
                    <a:pt x="29210" y="82550"/>
                  </a:lnTo>
                  <a:close/>
                </a:path>
                <a:path w="29210" h="181610">
                  <a:moveTo>
                    <a:pt x="29210" y="72390"/>
                  </a:moveTo>
                  <a:lnTo>
                    <a:pt x="0" y="72390"/>
                  </a:lnTo>
                  <a:lnTo>
                    <a:pt x="0" y="82537"/>
                  </a:lnTo>
                  <a:lnTo>
                    <a:pt x="29210" y="82537"/>
                  </a:lnTo>
                  <a:lnTo>
                    <a:pt x="29210" y="72390"/>
                  </a:lnTo>
                  <a:close/>
                </a:path>
                <a:path w="29210" h="181610">
                  <a:moveTo>
                    <a:pt x="29210" y="63500"/>
                  </a:moveTo>
                  <a:lnTo>
                    <a:pt x="0" y="63500"/>
                  </a:lnTo>
                  <a:lnTo>
                    <a:pt x="0" y="72377"/>
                  </a:lnTo>
                  <a:lnTo>
                    <a:pt x="29210" y="72377"/>
                  </a:lnTo>
                  <a:lnTo>
                    <a:pt x="29210" y="63500"/>
                  </a:lnTo>
                  <a:close/>
                </a:path>
                <a:path w="29210" h="181610">
                  <a:moveTo>
                    <a:pt x="29210" y="53340"/>
                  </a:moveTo>
                  <a:lnTo>
                    <a:pt x="0" y="53340"/>
                  </a:lnTo>
                  <a:lnTo>
                    <a:pt x="0" y="63487"/>
                  </a:lnTo>
                  <a:lnTo>
                    <a:pt x="29210" y="63487"/>
                  </a:lnTo>
                  <a:lnTo>
                    <a:pt x="29210" y="53340"/>
                  </a:lnTo>
                  <a:close/>
                </a:path>
                <a:path w="29210" h="181610">
                  <a:moveTo>
                    <a:pt x="29210" y="50800"/>
                  </a:moveTo>
                  <a:lnTo>
                    <a:pt x="0" y="50800"/>
                  </a:lnTo>
                  <a:lnTo>
                    <a:pt x="0" y="53327"/>
                  </a:lnTo>
                  <a:lnTo>
                    <a:pt x="29210" y="53327"/>
                  </a:lnTo>
                  <a:lnTo>
                    <a:pt x="29210" y="50800"/>
                  </a:lnTo>
                  <a:close/>
                </a:path>
                <a:path w="29210" h="181610">
                  <a:moveTo>
                    <a:pt x="29210" y="46990"/>
                  </a:moveTo>
                  <a:lnTo>
                    <a:pt x="0" y="46990"/>
                  </a:lnTo>
                  <a:lnTo>
                    <a:pt x="0" y="50787"/>
                  </a:lnTo>
                  <a:lnTo>
                    <a:pt x="29210" y="50787"/>
                  </a:lnTo>
                  <a:lnTo>
                    <a:pt x="29210" y="46990"/>
                  </a:lnTo>
                  <a:close/>
                </a:path>
                <a:path w="29210" h="181610">
                  <a:moveTo>
                    <a:pt x="29210" y="40640"/>
                  </a:moveTo>
                  <a:lnTo>
                    <a:pt x="0" y="40640"/>
                  </a:lnTo>
                  <a:lnTo>
                    <a:pt x="0" y="46977"/>
                  </a:lnTo>
                  <a:lnTo>
                    <a:pt x="29210" y="46977"/>
                  </a:lnTo>
                  <a:lnTo>
                    <a:pt x="29210" y="40640"/>
                  </a:lnTo>
                  <a:close/>
                </a:path>
                <a:path w="29210" h="181610">
                  <a:moveTo>
                    <a:pt x="29210" y="34290"/>
                  </a:moveTo>
                  <a:lnTo>
                    <a:pt x="0" y="34290"/>
                  </a:lnTo>
                  <a:lnTo>
                    <a:pt x="0" y="40627"/>
                  </a:lnTo>
                  <a:lnTo>
                    <a:pt x="29210" y="40627"/>
                  </a:lnTo>
                  <a:lnTo>
                    <a:pt x="29210" y="34290"/>
                  </a:lnTo>
                  <a:close/>
                </a:path>
                <a:path w="29210" h="181610">
                  <a:moveTo>
                    <a:pt x="29210" y="27940"/>
                  </a:moveTo>
                  <a:lnTo>
                    <a:pt x="0" y="27940"/>
                  </a:lnTo>
                  <a:lnTo>
                    <a:pt x="0" y="34277"/>
                  </a:lnTo>
                  <a:lnTo>
                    <a:pt x="29210" y="34277"/>
                  </a:lnTo>
                  <a:lnTo>
                    <a:pt x="29210" y="27940"/>
                  </a:lnTo>
                  <a:close/>
                </a:path>
                <a:path w="29210" h="181610">
                  <a:moveTo>
                    <a:pt x="29210" y="25400"/>
                  </a:moveTo>
                  <a:lnTo>
                    <a:pt x="0" y="25400"/>
                  </a:lnTo>
                  <a:lnTo>
                    <a:pt x="0" y="27927"/>
                  </a:lnTo>
                  <a:lnTo>
                    <a:pt x="29210" y="27927"/>
                  </a:lnTo>
                  <a:lnTo>
                    <a:pt x="29210" y="25400"/>
                  </a:lnTo>
                  <a:close/>
                </a:path>
                <a:path w="29210" h="181610">
                  <a:moveTo>
                    <a:pt x="2921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29210" y="25387"/>
                  </a:lnTo>
                  <a:lnTo>
                    <a:pt x="29210" y="21590"/>
                  </a:lnTo>
                  <a:close/>
                </a:path>
                <a:path w="29210" h="181610">
                  <a:moveTo>
                    <a:pt x="29210" y="15240"/>
                  </a:moveTo>
                  <a:lnTo>
                    <a:pt x="0" y="15240"/>
                  </a:lnTo>
                  <a:lnTo>
                    <a:pt x="0" y="21577"/>
                  </a:lnTo>
                  <a:lnTo>
                    <a:pt x="29210" y="21577"/>
                  </a:lnTo>
                  <a:lnTo>
                    <a:pt x="29210" y="15240"/>
                  </a:lnTo>
                  <a:close/>
                </a:path>
                <a:path w="29210" h="181610">
                  <a:moveTo>
                    <a:pt x="292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9210" y="15227"/>
                  </a:lnTo>
                  <a:lnTo>
                    <a:pt x="29210" y="12700"/>
                  </a:lnTo>
                  <a:close/>
                </a:path>
                <a:path w="29210" h="181610">
                  <a:moveTo>
                    <a:pt x="292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9210" y="12687"/>
                  </a:lnTo>
                  <a:lnTo>
                    <a:pt x="29210" y="8890"/>
                  </a:lnTo>
                  <a:close/>
                </a:path>
                <a:path w="29210" h="181610">
                  <a:moveTo>
                    <a:pt x="29210" y="0"/>
                  </a:moveTo>
                  <a:lnTo>
                    <a:pt x="0" y="0"/>
                  </a:lnTo>
                  <a:lnTo>
                    <a:pt x="0" y="8877"/>
                  </a:lnTo>
                  <a:lnTo>
                    <a:pt x="29210" y="8877"/>
                  </a:lnTo>
                  <a:lnTo>
                    <a:pt x="29210" y="0"/>
                  </a:lnTo>
                  <a:close/>
                </a:path>
              </a:pathLst>
            </a:custGeom>
            <a:solidFill>
              <a:srgbClr val="264D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6" name="object 3776"/>
            <p:cNvSpPr/>
            <p:nvPr/>
          </p:nvSpPr>
          <p:spPr>
            <a:xfrm>
              <a:off x="4832350" y="5033010"/>
              <a:ext cx="27940" cy="476250"/>
            </a:xfrm>
            <a:custGeom>
              <a:avLst/>
              <a:gdLst/>
              <a:ahLst/>
              <a:cxnLst/>
              <a:rect l="l" t="t" r="r" b="b"/>
              <a:pathLst>
                <a:path w="27939" h="476250">
                  <a:moveTo>
                    <a:pt x="27940" y="467372"/>
                  </a:moveTo>
                  <a:lnTo>
                    <a:pt x="0" y="467372"/>
                  </a:lnTo>
                  <a:lnTo>
                    <a:pt x="0" y="476250"/>
                  </a:lnTo>
                  <a:lnTo>
                    <a:pt x="27940" y="476250"/>
                  </a:lnTo>
                  <a:lnTo>
                    <a:pt x="27940" y="467372"/>
                  </a:lnTo>
                  <a:close/>
                </a:path>
                <a:path w="27939" h="476250">
                  <a:moveTo>
                    <a:pt x="27940" y="463562"/>
                  </a:moveTo>
                  <a:lnTo>
                    <a:pt x="0" y="463562"/>
                  </a:lnTo>
                  <a:lnTo>
                    <a:pt x="0" y="467360"/>
                  </a:lnTo>
                  <a:lnTo>
                    <a:pt x="27940" y="467360"/>
                  </a:lnTo>
                  <a:lnTo>
                    <a:pt x="27940" y="463562"/>
                  </a:lnTo>
                  <a:close/>
                </a:path>
                <a:path w="27939" h="476250">
                  <a:moveTo>
                    <a:pt x="27940" y="461022"/>
                  </a:moveTo>
                  <a:lnTo>
                    <a:pt x="0" y="461022"/>
                  </a:lnTo>
                  <a:lnTo>
                    <a:pt x="0" y="463550"/>
                  </a:lnTo>
                  <a:lnTo>
                    <a:pt x="27940" y="463550"/>
                  </a:lnTo>
                  <a:lnTo>
                    <a:pt x="27940" y="461022"/>
                  </a:lnTo>
                  <a:close/>
                </a:path>
                <a:path w="27939" h="476250">
                  <a:moveTo>
                    <a:pt x="27940" y="457212"/>
                  </a:moveTo>
                  <a:lnTo>
                    <a:pt x="0" y="457212"/>
                  </a:lnTo>
                  <a:lnTo>
                    <a:pt x="0" y="461010"/>
                  </a:lnTo>
                  <a:lnTo>
                    <a:pt x="27940" y="461010"/>
                  </a:lnTo>
                  <a:lnTo>
                    <a:pt x="27940" y="457212"/>
                  </a:lnTo>
                  <a:close/>
                </a:path>
                <a:path w="27939" h="476250">
                  <a:moveTo>
                    <a:pt x="27940" y="448322"/>
                  </a:moveTo>
                  <a:lnTo>
                    <a:pt x="0" y="448322"/>
                  </a:lnTo>
                  <a:lnTo>
                    <a:pt x="0" y="457200"/>
                  </a:lnTo>
                  <a:lnTo>
                    <a:pt x="27940" y="457200"/>
                  </a:lnTo>
                  <a:lnTo>
                    <a:pt x="27940" y="448322"/>
                  </a:lnTo>
                  <a:close/>
                </a:path>
                <a:path w="27939" h="476250">
                  <a:moveTo>
                    <a:pt x="27940" y="429272"/>
                  </a:moveTo>
                  <a:lnTo>
                    <a:pt x="0" y="429272"/>
                  </a:lnTo>
                  <a:lnTo>
                    <a:pt x="0" y="448310"/>
                  </a:lnTo>
                  <a:lnTo>
                    <a:pt x="27940" y="448310"/>
                  </a:lnTo>
                  <a:lnTo>
                    <a:pt x="27940" y="429272"/>
                  </a:lnTo>
                  <a:close/>
                </a:path>
                <a:path w="27939" h="476250">
                  <a:moveTo>
                    <a:pt x="27940" y="422922"/>
                  </a:moveTo>
                  <a:lnTo>
                    <a:pt x="0" y="422922"/>
                  </a:lnTo>
                  <a:lnTo>
                    <a:pt x="0" y="429260"/>
                  </a:lnTo>
                  <a:lnTo>
                    <a:pt x="27940" y="429260"/>
                  </a:lnTo>
                  <a:lnTo>
                    <a:pt x="27940" y="422922"/>
                  </a:lnTo>
                  <a:close/>
                </a:path>
                <a:path w="27939" h="476250">
                  <a:moveTo>
                    <a:pt x="27940" y="416572"/>
                  </a:moveTo>
                  <a:lnTo>
                    <a:pt x="0" y="416572"/>
                  </a:lnTo>
                  <a:lnTo>
                    <a:pt x="0" y="422910"/>
                  </a:lnTo>
                  <a:lnTo>
                    <a:pt x="27940" y="422910"/>
                  </a:lnTo>
                  <a:lnTo>
                    <a:pt x="27940" y="416572"/>
                  </a:lnTo>
                  <a:close/>
                </a:path>
                <a:path w="27939" h="476250">
                  <a:moveTo>
                    <a:pt x="27940" y="412762"/>
                  </a:moveTo>
                  <a:lnTo>
                    <a:pt x="0" y="412762"/>
                  </a:lnTo>
                  <a:lnTo>
                    <a:pt x="0" y="416560"/>
                  </a:lnTo>
                  <a:lnTo>
                    <a:pt x="27940" y="416560"/>
                  </a:lnTo>
                  <a:lnTo>
                    <a:pt x="27940" y="412762"/>
                  </a:lnTo>
                  <a:close/>
                </a:path>
                <a:path w="27939" h="476250">
                  <a:moveTo>
                    <a:pt x="27940" y="410222"/>
                  </a:moveTo>
                  <a:lnTo>
                    <a:pt x="0" y="410222"/>
                  </a:lnTo>
                  <a:lnTo>
                    <a:pt x="0" y="412750"/>
                  </a:lnTo>
                  <a:lnTo>
                    <a:pt x="27940" y="412750"/>
                  </a:lnTo>
                  <a:lnTo>
                    <a:pt x="27940" y="410222"/>
                  </a:lnTo>
                  <a:close/>
                </a:path>
                <a:path w="27939" h="476250">
                  <a:moveTo>
                    <a:pt x="27940" y="406412"/>
                  </a:moveTo>
                  <a:lnTo>
                    <a:pt x="0" y="406412"/>
                  </a:lnTo>
                  <a:lnTo>
                    <a:pt x="0" y="410210"/>
                  </a:lnTo>
                  <a:lnTo>
                    <a:pt x="27940" y="410210"/>
                  </a:lnTo>
                  <a:lnTo>
                    <a:pt x="27940" y="406412"/>
                  </a:lnTo>
                  <a:close/>
                </a:path>
                <a:path w="27939" h="476250">
                  <a:moveTo>
                    <a:pt x="27940" y="403872"/>
                  </a:moveTo>
                  <a:lnTo>
                    <a:pt x="0" y="403872"/>
                  </a:lnTo>
                  <a:lnTo>
                    <a:pt x="0" y="406400"/>
                  </a:lnTo>
                  <a:lnTo>
                    <a:pt x="27940" y="406400"/>
                  </a:lnTo>
                  <a:lnTo>
                    <a:pt x="27940" y="403872"/>
                  </a:lnTo>
                  <a:close/>
                </a:path>
                <a:path w="27939" h="476250">
                  <a:moveTo>
                    <a:pt x="27940" y="397522"/>
                  </a:moveTo>
                  <a:lnTo>
                    <a:pt x="0" y="397522"/>
                  </a:lnTo>
                  <a:lnTo>
                    <a:pt x="0" y="403860"/>
                  </a:lnTo>
                  <a:lnTo>
                    <a:pt x="27940" y="403860"/>
                  </a:lnTo>
                  <a:lnTo>
                    <a:pt x="27940" y="397522"/>
                  </a:lnTo>
                  <a:close/>
                </a:path>
                <a:path w="27939" h="476250">
                  <a:moveTo>
                    <a:pt x="27940" y="393712"/>
                  </a:moveTo>
                  <a:lnTo>
                    <a:pt x="0" y="393712"/>
                  </a:lnTo>
                  <a:lnTo>
                    <a:pt x="0" y="397510"/>
                  </a:lnTo>
                  <a:lnTo>
                    <a:pt x="27940" y="397510"/>
                  </a:lnTo>
                  <a:lnTo>
                    <a:pt x="27940" y="393712"/>
                  </a:lnTo>
                  <a:close/>
                </a:path>
                <a:path w="27939" h="476250">
                  <a:moveTo>
                    <a:pt x="27940" y="391172"/>
                  </a:moveTo>
                  <a:lnTo>
                    <a:pt x="0" y="391172"/>
                  </a:lnTo>
                  <a:lnTo>
                    <a:pt x="0" y="393700"/>
                  </a:lnTo>
                  <a:lnTo>
                    <a:pt x="27940" y="393700"/>
                  </a:lnTo>
                  <a:lnTo>
                    <a:pt x="27940" y="391172"/>
                  </a:lnTo>
                  <a:close/>
                </a:path>
                <a:path w="27939" h="476250">
                  <a:moveTo>
                    <a:pt x="27940" y="387362"/>
                  </a:moveTo>
                  <a:lnTo>
                    <a:pt x="0" y="387362"/>
                  </a:lnTo>
                  <a:lnTo>
                    <a:pt x="0" y="391160"/>
                  </a:lnTo>
                  <a:lnTo>
                    <a:pt x="27940" y="391160"/>
                  </a:lnTo>
                  <a:lnTo>
                    <a:pt x="27940" y="387362"/>
                  </a:lnTo>
                  <a:close/>
                </a:path>
                <a:path w="27939" h="476250">
                  <a:moveTo>
                    <a:pt x="27940" y="384822"/>
                  </a:moveTo>
                  <a:lnTo>
                    <a:pt x="0" y="384822"/>
                  </a:lnTo>
                  <a:lnTo>
                    <a:pt x="0" y="387350"/>
                  </a:lnTo>
                  <a:lnTo>
                    <a:pt x="27940" y="387350"/>
                  </a:lnTo>
                  <a:lnTo>
                    <a:pt x="27940" y="384822"/>
                  </a:lnTo>
                  <a:close/>
                </a:path>
                <a:path w="27939" h="476250">
                  <a:moveTo>
                    <a:pt x="27940" y="365772"/>
                  </a:moveTo>
                  <a:lnTo>
                    <a:pt x="0" y="365772"/>
                  </a:lnTo>
                  <a:lnTo>
                    <a:pt x="0" y="384810"/>
                  </a:lnTo>
                  <a:lnTo>
                    <a:pt x="27940" y="384810"/>
                  </a:lnTo>
                  <a:lnTo>
                    <a:pt x="27940" y="365772"/>
                  </a:lnTo>
                  <a:close/>
                </a:path>
                <a:path w="27939" h="476250">
                  <a:moveTo>
                    <a:pt x="27940" y="359422"/>
                  </a:moveTo>
                  <a:lnTo>
                    <a:pt x="0" y="359422"/>
                  </a:lnTo>
                  <a:lnTo>
                    <a:pt x="0" y="365760"/>
                  </a:lnTo>
                  <a:lnTo>
                    <a:pt x="27940" y="365760"/>
                  </a:lnTo>
                  <a:lnTo>
                    <a:pt x="27940" y="359422"/>
                  </a:lnTo>
                  <a:close/>
                </a:path>
                <a:path w="27939" h="476250">
                  <a:moveTo>
                    <a:pt x="27940" y="355612"/>
                  </a:moveTo>
                  <a:lnTo>
                    <a:pt x="0" y="355612"/>
                  </a:lnTo>
                  <a:lnTo>
                    <a:pt x="0" y="359410"/>
                  </a:lnTo>
                  <a:lnTo>
                    <a:pt x="27940" y="359410"/>
                  </a:lnTo>
                  <a:lnTo>
                    <a:pt x="27940" y="355612"/>
                  </a:lnTo>
                  <a:close/>
                </a:path>
                <a:path w="27939" h="476250">
                  <a:moveTo>
                    <a:pt x="27940" y="346722"/>
                  </a:moveTo>
                  <a:lnTo>
                    <a:pt x="0" y="346722"/>
                  </a:lnTo>
                  <a:lnTo>
                    <a:pt x="0" y="355600"/>
                  </a:lnTo>
                  <a:lnTo>
                    <a:pt x="27940" y="355600"/>
                  </a:lnTo>
                  <a:lnTo>
                    <a:pt x="27940" y="346722"/>
                  </a:lnTo>
                  <a:close/>
                </a:path>
                <a:path w="27939" h="476250">
                  <a:moveTo>
                    <a:pt x="27940" y="340372"/>
                  </a:moveTo>
                  <a:lnTo>
                    <a:pt x="0" y="340372"/>
                  </a:lnTo>
                  <a:lnTo>
                    <a:pt x="0" y="346710"/>
                  </a:lnTo>
                  <a:lnTo>
                    <a:pt x="27940" y="346710"/>
                  </a:lnTo>
                  <a:lnTo>
                    <a:pt x="27940" y="340372"/>
                  </a:lnTo>
                  <a:close/>
                </a:path>
                <a:path w="27939" h="476250">
                  <a:moveTo>
                    <a:pt x="27940" y="334022"/>
                  </a:moveTo>
                  <a:lnTo>
                    <a:pt x="0" y="334022"/>
                  </a:lnTo>
                  <a:lnTo>
                    <a:pt x="0" y="340360"/>
                  </a:lnTo>
                  <a:lnTo>
                    <a:pt x="27940" y="340360"/>
                  </a:lnTo>
                  <a:lnTo>
                    <a:pt x="27940" y="334022"/>
                  </a:lnTo>
                  <a:close/>
                </a:path>
                <a:path w="27939" h="476250">
                  <a:moveTo>
                    <a:pt x="27940" y="330212"/>
                  </a:moveTo>
                  <a:lnTo>
                    <a:pt x="0" y="330212"/>
                  </a:lnTo>
                  <a:lnTo>
                    <a:pt x="0" y="334010"/>
                  </a:lnTo>
                  <a:lnTo>
                    <a:pt x="27940" y="334010"/>
                  </a:lnTo>
                  <a:lnTo>
                    <a:pt x="27940" y="330212"/>
                  </a:lnTo>
                  <a:close/>
                </a:path>
                <a:path w="27939" h="476250">
                  <a:moveTo>
                    <a:pt x="27940" y="327672"/>
                  </a:moveTo>
                  <a:lnTo>
                    <a:pt x="0" y="327672"/>
                  </a:lnTo>
                  <a:lnTo>
                    <a:pt x="0" y="330200"/>
                  </a:lnTo>
                  <a:lnTo>
                    <a:pt x="27940" y="330200"/>
                  </a:lnTo>
                  <a:lnTo>
                    <a:pt x="27940" y="327672"/>
                  </a:lnTo>
                  <a:close/>
                </a:path>
                <a:path w="27939" h="476250">
                  <a:moveTo>
                    <a:pt x="27940" y="317512"/>
                  </a:moveTo>
                  <a:lnTo>
                    <a:pt x="0" y="317512"/>
                  </a:lnTo>
                  <a:lnTo>
                    <a:pt x="0" y="327660"/>
                  </a:lnTo>
                  <a:lnTo>
                    <a:pt x="27940" y="327660"/>
                  </a:lnTo>
                  <a:lnTo>
                    <a:pt x="27940" y="317512"/>
                  </a:lnTo>
                  <a:close/>
                </a:path>
                <a:path w="27939" h="476250">
                  <a:moveTo>
                    <a:pt x="27940" y="314972"/>
                  </a:moveTo>
                  <a:lnTo>
                    <a:pt x="0" y="314972"/>
                  </a:lnTo>
                  <a:lnTo>
                    <a:pt x="0" y="317500"/>
                  </a:lnTo>
                  <a:lnTo>
                    <a:pt x="27940" y="317500"/>
                  </a:lnTo>
                  <a:lnTo>
                    <a:pt x="27940" y="314972"/>
                  </a:lnTo>
                  <a:close/>
                </a:path>
                <a:path w="27939" h="476250">
                  <a:moveTo>
                    <a:pt x="27940" y="311162"/>
                  </a:moveTo>
                  <a:lnTo>
                    <a:pt x="0" y="311162"/>
                  </a:lnTo>
                  <a:lnTo>
                    <a:pt x="0" y="314960"/>
                  </a:lnTo>
                  <a:lnTo>
                    <a:pt x="27940" y="314960"/>
                  </a:lnTo>
                  <a:lnTo>
                    <a:pt x="27940" y="311162"/>
                  </a:lnTo>
                  <a:close/>
                </a:path>
                <a:path w="27939" h="476250">
                  <a:moveTo>
                    <a:pt x="27940" y="304812"/>
                  </a:moveTo>
                  <a:lnTo>
                    <a:pt x="0" y="304812"/>
                  </a:lnTo>
                  <a:lnTo>
                    <a:pt x="0" y="311150"/>
                  </a:lnTo>
                  <a:lnTo>
                    <a:pt x="27940" y="311150"/>
                  </a:lnTo>
                  <a:lnTo>
                    <a:pt x="27940" y="304812"/>
                  </a:lnTo>
                  <a:close/>
                </a:path>
                <a:path w="27939" h="476250">
                  <a:moveTo>
                    <a:pt x="27940" y="292112"/>
                  </a:moveTo>
                  <a:lnTo>
                    <a:pt x="0" y="292112"/>
                  </a:lnTo>
                  <a:lnTo>
                    <a:pt x="0" y="304800"/>
                  </a:lnTo>
                  <a:lnTo>
                    <a:pt x="27940" y="304800"/>
                  </a:lnTo>
                  <a:lnTo>
                    <a:pt x="27940" y="292112"/>
                  </a:lnTo>
                  <a:close/>
                </a:path>
                <a:path w="27939" h="476250">
                  <a:moveTo>
                    <a:pt x="27940" y="289572"/>
                  </a:moveTo>
                  <a:lnTo>
                    <a:pt x="0" y="289572"/>
                  </a:lnTo>
                  <a:lnTo>
                    <a:pt x="0" y="292100"/>
                  </a:lnTo>
                  <a:lnTo>
                    <a:pt x="27940" y="292100"/>
                  </a:lnTo>
                  <a:lnTo>
                    <a:pt x="27940" y="289572"/>
                  </a:lnTo>
                  <a:close/>
                </a:path>
                <a:path w="27939" h="476250">
                  <a:moveTo>
                    <a:pt x="27940" y="285762"/>
                  </a:moveTo>
                  <a:lnTo>
                    <a:pt x="0" y="285762"/>
                  </a:lnTo>
                  <a:lnTo>
                    <a:pt x="0" y="289560"/>
                  </a:lnTo>
                  <a:lnTo>
                    <a:pt x="27940" y="289560"/>
                  </a:lnTo>
                  <a:lnTo>
                    <a:pt x="27940" y="285762"/>
                  </a:lnTo>
                  <a:close/>
                </a:path>
                <a:path w="27939" h="476250">
                  <a:moveTo>
                    <a:pt x="27940" y="283222"/>
                  </a:moveTo>
                  <a:lnTo>
                    <a:pt x="0" y="283222"/>
                  </a:lnTo>
                  <a:lnTo>
                    <a:pt x="0" y="285750"/>
                  </a:lnTo>
                  <a:lnTo>
                    <a:pt x="27940" y="285750"/>
                  </a:lnTo>
                  <a:lnTo>
                    <a:pt x="27940" y="283222"/>
                  </a:lnTo>
                  <a:close/>
                </a:path>
                <a:path w="27939" h="476250">
                  <a:moveTo>
                    <a:pt x="27940" y="279412"/>
                  </a:moveTo>
                  <a:lnTo>
                    <a:pt x="0" y="279412"/>
                  </a:lnTo>
                  <a:lnTo>
                    <a:pt x="0" y="283210"/>
                  </a:lnTo>
                  <a:lnTo>
                    <a:pt x="27940" y="283210"/>
                  </a:lnTo>
                  <a:lnTo>
                    <a:pt x="27940" y="279412"/>
                  </a:lnTo>
                  <a:close/>
                </a:path>
                <a:path w="27939" h="476250">
                  <a:moveTo>
                    <a:pt x="27940" y="273062"/>
                  </a:moveTo>
                  <a:lnTo>
                    <a:pt x="0" y="273062"/>
                  </a:lnTo>
                  <a:lnTo>
                    <a:pt x="0" y="279400"/>
                  </a:lnTo>
                  <a:lnTo>
                    <a:pt x="27940" y="279400"/>
                  </a:lnTo>
                  <a:lnTo>
                    <a:pt x="27940" y="273062"/>
                  </a:lnTo>
                  <a:close/>
                </a:path>
                <a:path w="27939" h="476250">
                  <a:moveTo>
                    <a:pt x="27940" y="234962"/>
                  </a:moveTo>
                  <a:lnTo>
                    <a:pt x="0" y="234962"/>
                  </a:lnTo>
                  <a:lnTo>
                    <a:pt x="0" y="273050"/>
                  </a:lnTo>
                  <a:lnTo>
                    <a:pt x="27940" y="273050"/>
                  </a:lnTo>
                  <a:lnTo>
                    <a:pt x="27940" y="234962"/>
                  </a:lnTo>
                  <a:close/>
                </a:path>
                <a:path w="27939" h="476250">
                  <a:moveTo>
                    <a:pt x="2794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7940" y="234950"/>
                  </a:lnTo>
                  <a:lnTo>
                    <a:pt x="27940" y="232422"/>
                  </a:lnTo>
                  <a:close/>
                </a:path>
                <a:path w="27939" h="476250">
                  <a:moveTo>
                    <a:pt x="2794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27940" y="232410"/>
                  </a:lnTo>
                  <a:lnTo>
                    <a:pt x="27940" y="226072"/>
                  </a:lnTo>
                  <a:close/>
                </a:path>
                <a:path w="27939" h="476250">
                  <a:moveTo>
                    <a:pt x="2794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27940" y="226060"/>
                  </a:lnTo>
                  <a:lnTo>
                    <a:pt x="27940" y="222262"/>
                  </a:lnTo>
                  <a:close/>
                </a:path>
                <a:path w="27939" h="476250">
                  <a:moveTo>
                    <a:pt x="2794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27940" y="222250"/>
                  </a:lnTo>
                  <a:lnTo>
                    <a:pt x="27940" y="219722"/>
                  </a:lnTo>
                  <a:close/>
                </a:path>
                <a:path w="27939" h="476250">
                  <a:moveTo>
                    <a:pt x="27940" y="213372"/>
                  </a:moveTo>
                  <a:lnTo>
                    <a:pt x="0" y="213372"/>
                  </a:lnTo>
                  <a:lnTo>
                    <a:pt x="0" y="219710"/>
                  </a:lnTo>
                  <a:lnTo>
                    <a:pt x="27940" y="219710"/>
                  </a:lnTo>
                  <a:lnTo>
                    <a:pt x="27940" y="213372"/>
                  </a:lnTo>
                  <a:close/>
                </a:path>
                <a:path w="27939" h="476250">
                  <a:moveTo>
                    <a:pt x="27940" y="207022"/>
                  </a:moveTo>
                  <a:lnTo>
                    <a:pt x="0" y="207022"/>
                  </a:lnTo>
                  <a:lnTo>
                    <a:pt x="0" y="213360"/>
                  </a:lnTo>
                  <a:lnTo>
                    <a:pt x="27940" y="213360"/>
                  </a:lnTo>
                  <a:lnTo>
                    <a:pt x="27940" y="207022"/>
                  </a:lnTo>
                  <a:close/>
                </a:path>
                <a:path w="27939" h="476250">
                  <a:moveTo>
                    <a:pt x="27940" y="195592"/>
                  </a:moveTo>
                  <a:lnTo>
                    <a:pt x="0" y="195592"/>
                  </a:lnTo>
                  <a:lnTo>
                    <a:pt x="0" y="207010"/>
                  </a:lnTo>
                  <a:lnTo>
                    <a:pt x="27940" y="207010"/>
                  </a:lnTo>
                  <a:lnTo>
                    <a:pt x="27940" y="195592"/>
                  </a:lnTo>
                  <a:close/>
                </a:path>
                <a:path w="27939" h="476250">
                  <a:moveTo>
                    <a:pt x="2794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7940" y="195580"/>
                  </a:lnTo>
                  <a:lnTo>
                    <a:pt x="27940" y="189242"/>
                  </a:lnTo>
                  <a:close/>
                </a:path>
                <a:path w="27939" h="476250">
                  <a:moveTo>
                    <a:pt x="27940" y="182892"/>
                  </a:moveTo>
                  <a:lnTo>
                    <a:pt x="0" y="182892"/>
                  </a:lnTo>
                  <a:lnTo>
                    <a:pt x="0" y="189230"/>
                  </a:lnTo>
                  <a:lnTo>
                    <a:pt x="27940" y="189230"/>
                  </a:lnTo>
                  <a:lnTo>
                    <a:pt x="27940" y="182892"/>
                  </a:lnTo>
                  <a:close/>
                </a:path>
                <a:path w="27939" h="476250">
                  <a:moveTo>
                    <a:pt x="27940" y="176542"/>
                  </a:moveTo>
                  <a:lnTo>
                    <a:pt x="0" y="176542"/>
                  </a:lnTo>
                  <a:lnTo>
                    <a:pt x="0" y="182880"/>
                  </a:lnTo>
                  <a:lnTo>
                    <a:pt x="27940" y="182880"/>
                  </a:lnTo>
                  <a:lnTo>
                    <a:pt x="27940" y="176542"/>
                  </a:lnTo>
                  <a:close/>
                </a:path>
                <a:path w="27939" h="476250">
                  <a:moveTo>
                    <a:pt x="27940" y="170192"/>
                  </a:moveTo>
                  <a:lnTo>
                    <a:pt x="0" y="170192"/>
                  </a:lnTo>
                  <a:lnTo>
                    <a:pt x="0" y="176530"/>
                  </a:lnTo>
                  <a:lnTo>
                    <a:pt x="27940" y="176530"/>
                  </a:lnTo>
                  <a:lnTo>
                    <a:pt x="27940" y="170192"/>
                  </a:lnTo>
                  <a:close/>
                </a:path>
                <a:path w="27939" h="476250">
                  <a:moveTo>
                    <a:pt x="27940" y="163842"/>
                  </a:moveTo>
                  <a:lnTo>
                    <a:pt x="0" y="163842"/>
                  </a:lnTo>
                  <a:lnTo>
                    <a:pt x="0" y="170180"/>
                  </a:lnTo>
                  <a:lnTo>
                    <a:pt x="27940" y="170180"/>
                  </a:lnTo>
                  <a:lnTo>
                    <a:pt x="27940" y="163842"/>
                  </a:lnTo>
                  <a:close/>
                </a:path>
                <a:path w="27939" h="476250">
                  <a:moveTo>
                    <a:pt x="27940" y="157492"/>
                  </a:moveTo>
                  <a:lnTo>
                    <a:pt x="0" y="157492"/>
                  </a:lnTo>
                  <a:lnTo>
                    <a:pt x="0" y="163830"/>
                  </a:lnTo>
                  <a:lnTo>
                    <a:pt x="27940" y="163830"/>
                  </a:lnTo>
                  <a:lnTo>
                    <a:pt x="27940" y="157492"/>
                  </a:lnTo>
                  <a:close/>
                </a:path>
                <a:path w="27939" h="476250">
                  <a:moveTo>
                    <a:pt x="2794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7940" y="157480"/>
                  </a:lnTo>
                  <a:lnTo>
                    <a:pt x="27940" y="151142"/>
                  </a:lnTo>
                  <a:close/>
                </a:path>
                <a:path w="27939" h="476250">
                  <a:moveTo>
                    <a:pt x="27940" y="138442"/>
                  </a:moveTo>
                  <a:lnTo>
                    <a:pt x="0" y="138442"/>
                  </a:lnTo>
                  <a:lnTo>
                    <a:pt x="0" y="151130"/>
                  </a:lnTo>
                  <a:lnTo>
                    <a:pt x="27940" y="151130"/>
                  </a:lnTo>
                  <a:lnTo>
                    <a:pt x="27940" y="138442"/>
                  </a:lnTo>
                  <a:close/>
                </a:path>
                <a:path w="27939" h="476250">
                  <a:moveTo>
                    <a:pt x="27940" y="132092"/>
                  </a:moveTo>
                  <a:lnTo>
                    <a:pt x="0" y="132092"/>
                  </a:lnTo>
                  <a:lnTo>
                    <a:pt x="0" y="138430"/>
                  </a:lnTo>
                  <a:lnTo>
                    <a:pt x="27940" y="138430"/>
                  </a:lnTo>
                  <a:lnTo>
                    <a:pt x="27940" y="132092"/>
                  </a:lnTo>
                  <a:close/>
                </a:path>
                <a:path w="27939" h="476250">
                  <a:moveTo>
                    <a:pt x="27940" y="125742"/>
                  </a:moveTo>
                  <a:lnTo>
                    <a:pt x="0" y="125742"/>
                  </a:lnTo>
                  <a:lnTo>
                    <a:pt x="0" y="132080"/>
                  </a:lnTo>
                  <a:lnTo>
                    <a:pt x="27940" y="132080"/>
                  </a:lnTo>
                  <a:lnTo>
                    <a:pt x="27940" y="125742"/>
                  </a:lnTo>
                  <a:close/>
                </a:path>
                <a:path w="27939" h="476250">
                  <a:moveTo>
                    <a:pt x="27940" y="119392"/>
                  </a:moveTo>
                  <a:lnTo>
                    <a:pt x="0" y="119392"/>
                  </a:lnTo>
                  <a:lnTo>
                    <a:pt x="0" y="125730"/>
                  </a:lnTo>
                  <a:lnTo>
                    <a:pt x="27940" y="125730"/>
                  </a:lnTo>
                  <a:lnTo>
                    <a:pt x="27940" y="119392"/>
                  </a:lnTo>
                  <a:close/>
                </a:path>
                <a:path w="27939" h="476250">
                  <a:moveTo>
                    <a:pt x="27940" y="113042"/>
                  </a:moveTo>
                  <a:lnTo>
                    <a:pt x="0" y="113042"/>
                  </a:lnTo>
                  <a:lnTo>
                    <a:pt x="0" y="119380"/>
                  </a:lnTo>
                  <a:lnTo>
                    <a:pt x="27940" y="119380"/>
                  </a:lnTo>
                  <a:lnTo>
                    <a:pt x="27940" y="113042"/>
                  </a:lnTo>
                  <a:close/>
                </a:path>
                <a:path w="27939" h="476250">
                  <a:moveTo>
                    <a:pt x="27940" y="106692"/>
                  </a:moveTo>
                  <a:lnTo>
                    <a:pt x="0" y="106692"/>
                  </a:lnTo>
                  <a:lnTo>
                    <a:pt x="0" y="113030"/>
                  </a:lnTo>
                  <a:lnTo>
                    <a:pt x="27940" y="113030"/>
                  </a:lnTo>
                  <a:lnTo>
                    <a:pt x="27940" y="106692"/>
                  </a:lnTo>
                  <a:close/>
                </a:path>
                <a:path w="27939" h="476250">
                  <a:moveTo>
                    <a:pt x="27940" y="100342"/>
                  </a:moveTo>
                  <a:lnTo>
                    <a:pt x="0" y="100342"/>
                  </a:lnTo>
                  <a:lnTo>
                    <a:pt x="0" y="106680"/>
                  </a:lnTo>
                  <a:lnTo>
                    <a:pt x="27940" y="106680"/>
                  </a:lnTo>
                  <a:lnTo>
                    <a:pt x="27940" y="100342"/>
                  </a:lnTo>
                  <a:close/>
                </a:path>
                <a:path w="27939" h="476250">
                  <a:moveTo>
                    <a:pt x="2794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7940" y="100330"/>
                  </a:lnTo>
                  <a:lnTo>
                    <a:pt x="27940" y="93992"/>
                  </a:lnTo>
                  <a:close/>
                </a:path>
                <a:path w="27939" h="476250">
                  <a:moveTo>
                    <a:pt x="2794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7940" y="93980"/>
                  </a:lnTo>
                  <a:lnTo>
                    <a:pt x="27940" y="87642"/>
                  </a:lnTo>
                  <a:close/>
                </a:path>
                <a:path w="27939" h="476250">
                  <a:moveTo>
                    <a:pt x="27940" y="81292"/>
                  </a:moveTo>
                  <a:lnTo>
                    <a:pt x="0" y="81292"/>
                  </a:lnTo>
                  <a:lnTo>
                    <a:pt x="0" y="87630"/>
                  </a:lnTo>
                  <a:lnTo>
                    <a:pt x="27940" y="87630"/>
                  </a:lnTo>
                  <a:lnTo>
                    <a:pt x="27940" y="81292"/>
                  </a:lnTo>
                  <a:close/>
                </a:path>
                <a:path w="27939" h="476250">
                  <a:moveTo>
                    <a:pt x="27940" y="68592"/>
                  </a:moveTo>
                  <a:lnTo>
                    <a:pt x="0" y="68592"/>
                  </a:lnTo>
                  <a:lnTo>
                    <a:pt x="0" y="81280"/>
                  </a:lnTo>
                  <a:lnTo>
                    <a:pt x="27940" y="81280"/>
                  </a:lnTo>
                  <a:lnTo>
                    <a:pt x="27940" y="68592"/>
                  </a:lnTo>
                  <a:close/>
                </a:path>
                <a:path w="27939" h="476250">
                  <a:moveTo>
                    <a:pt x="27940" y="62242"/>
                  </a:moveTo>
                  <a:lnTo>
                    <a:pt x="0" y="62242"/>
                  </a:lnTo>
                  <a:lnTo>
                    <a:pt x="0" y="68580"/>
                  </a:lnTo>
                  <a:lnTo>
                    <a:pt x="27940" y="68580"/>
                  </a:lnTo>
                  <a:lnTo>
                    <a:pt x="27940" y="62242"/>
                  </a:lnTo>
                  <a:close/>
                </a:path>
                <a:path w="27939" h="476250">
                  <a:moveTo>
                    <a:pt x="27940" y="55892"/>
                  </a:moveTo>
                  <a:lnTo>
                    <a:pt x="0" y="55892"/>
                  </a:lnTo>
                  <a:lnTo>
                    <a:pt x="0" y="62230"/>
                  </a:lnTo>
                  <a:lnTo>
                    <a:pt x="27940" y="62230"/>
                  </a:lnTo>
                  <a:lnTo>
                    <a:pt x="27940" y="55892"/>
                  </a:lnTo>
                  <a:close/>
                </a:path>
                <a:path w="27939" h="476250">
                  <a:moveTo>
                    <a:pt x="27940" y="49542"/>
                  </a:moveTo>
                  <a:lnTo>
                    <a:pt x="0" y="49542"/>
                  </a:lnTo>
                  <a:lnTo>
                    <a:pt x="0" y="55880"/>
                  </a:lnTo>
                  <a:lnTo>
                    <a:pt x="27940" y="55880"/>
                  </a:lnTo>
                  <a:lnTo>
                    <a:pt x="27940" y="49542"/>
                  </a:lnTo>
                  <a:close/>
                </a:path>
                <a:path w="27939" h="476250">
                  <a:moveTo>
                    <a:pt x="2794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7940" y="49530"/>
                  </a:lnTo>
                  <a:lnTo>
                    <a:pt x="27940" y="43192"/>
                  </a:lnTo>
                  <a:close/>
                </a:path>
                <a:path w="27939" h="476250">
                  <a:moveTo>
                    <a:pt x="2794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7940" y="43180"/>
                  </a:lnTo>
                  <a:lnTo>
                    <a:pt x="27940" y="36842"/>
                  </a:lnTo>
                  <a:close/>
                </a:path>
                <a:path w="27939" h="476250">
                  <a:moveTo>
                    <a:pt x="2794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7940" y="36830"/>
                  </a:lnTo>
                  <a:lnTo>
                    <a:pt x="27940" y="30492"/>
                  </a:lnTo>
                  <a:close/>
                </a:path>
                <a:path w="27939" h="476250">
                  <a:moveTo>
                    <a:pt x="27940" y="24142"/>
                  </a:moveTo>
                  <a:lnTo>
                    <a:pt x="0" y="24142"/>
                  </a:lnTo>
                  <a:lnTo>
                    <a:pt x="0" y="30480"/>
                  </a:lnTo>
                  <a:lnTo>
                    <a:pt x="27940" y="30480"/>
                  </a:lnTo>
                  <a:lnTo>
                    <a:pt x="27940" y="24142"/>
                  </a:lnTo>
                  <a:close/>
                </a:path>
                <a:path w="27939" h="476250">
                  <a:moveTo>
                    <a:pt x="2794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7940" y="24130"/>
                  </a:lnTo>
                  <a:lnTo>
                    <a:pt x="27940" y="17792"/>
                  </a:lnTo>
                  <a:close/>
                </a:path>
                <a:path w="27939" h="476250">
                  <a:moveTo>
                    <a:pt x="27940" y="5092"/>
                  </a:moveTo>
                  <a:lnTo>
                    <a:pt x="0" y="5092"/>
                  </a:lnTo>
                  <a:lnTo>
                    <a:pt x="0" y="17780"/>
                  </a:lnTo>
                  <a:lnTo>
                    <a:pt x="27940" y="17780"/>
                  </a:lnTo>
                  <a:lnTo>
                    <a:pt x="27940" y="5092"/>
                  </a:lnTo>
                  <a:close/>
                </a:path>
                <a:path w="27939" h="476250">
                  <a:moveTo>
                    <a:pt x="279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7940" y="5080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264D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7" name="object 3777"/>
            <p:cNvSpPr/>
            <p:nvPr/>
          </p:nvSpPr>
          <p:spPr>
            <a:xfrm>
              <a:off x="4832350" y="5500382"/>
              <a:ext cx="27940" cy="181610"/>
            </a:xfrm>
            <a:custGeom>
              <a:avLst/>
              <a:gdLst/>
              <a:ahLst/>
              <a:cxnLst/>
              <a:rect l="l" t="t" r="r" b="b"/>
              <a:pathLst>
                <a:path w="27939" h="181610">
                  <a:moveTo>
                    <a:pt x="27940" y="180340"/>
                  </a:moveTo>
                  <a:lnTo>
                    <a:pt x="0" y="180340"/>
                  </a:lnTo>
                  <a:lnTo>
                    <a:pt x="0" y="181597"/>
                  </a:lnTo>
                  <a:lnTo>
                    <a:pt x="27940" y="181597"/>
                  </a:lnTo>
                  <a:lnTo>
                    <a:pt x="27940" y="180340"/>
                  </a:lnTo>
                  <a:close/>
                </a:path>
                <a:path w="27939" h="181610">
                  <a:moveTo>
                    <a:pt x="27940" y="173990"/>
                  </a:moveTo>
                  <a:lnTo>
                    <a:pt x="0" y="173990"/>
                  </a:lnTo>
                  <a:lnTo>
                    <a:pt x="0" y="180327"/>
                  </a:lnTo>
                  <a:lnTo>
                    <a:pt x="27940" y="180327"/>
                  </a:lnTo>
                  <a:lnTo>
                    <a:pt x="27940" y="173990"/>
                  </a:lnTo>
                  <a:close/>
                </a:path>
                <a:path w="27939" h="181610">
                  <a:moveTo>
                    <a:pt x="27940" y="171450"/>
                  </a:moveTo>
                  <a:lnTo>
                    <a:pt x="0" y="171450"/>
                  </a:lnTo>
                  <a:lnTo>
                    <a:pt x="0" y="173977"/>
                  </a:lnTo>
                  <a:lnTo>
                    <a:pt x="27940" y="173977"/>
                  </a:lnTo>
                  <a:lnTo>
                    <a:pt x="27940" y="171450"/>
                  </a:lnTo>
                  <a:close/>
                </a:path>
                <a:path w="27939" h="181610">
                  <a:moveTo>
                    <a:pt x="27940" y="167640"/>
                  </a:moveTo>
                  <a:lnTo>
                    <a:pt x="0" y="167640"/>
                  </a:lnTo>
                  <a:lnTo>
                    <a:pt x="0" y="171437"/>
                  </a:lnTo>
                  <a:lnTo>
                    <a:pt x="27940" y="171437"/>
                  </a:lnTo>
                  <a:lnTo>
                    <a:pt x="27940" y="167640"/>
                  </a:lnTo>
                  <a:close/>
                </a:path>
                <a:path w="27939" h="181610">
                  <a:moveTo>
                    <a:pt x="27940" y="165100"/>
                  </a:moveTo>
                  <a:lnTo>
                    <a:pt x="0" y="165100"/>
                  </a:lnTo>
                  <a:lnTo>
                    <a:pt x="0" y="167627"/>
                  </a:lnTo>
                  <a:lnTo>
                    <a:pt x="27940" y="167627"/>
                  </a:lnTo>
                  <a:lnTo>
                    <a:pt x="27940" y="165100"/>
                  </a:lnTo>
                  <a:close/>
                </a:path>
                <a:path w="27939" h="181610">
                  <a:moveTo>
                    <a:pt x="27940" y="161290"/>
                  </a:moveTo>
                  <a:lnTo>
                    <a:pt x="0" y="161290"/>
                  </a:lnTo>
                  <a:lnTo>
                    <a:pt x="0" y="165087"/>
                  </a:lnTo>
                  <a:lnTo>
                    <a:pt x="27940" y="165087"/>
                  </a:lnTo>
                  <a:lnTo>
                    <a:pt x="27940" y="161290"/>
                  </a:lnTo>
                  <a:close/>
                </a:path>
                <a:path w="27939" h="181610">
                  <a:moveTo>
                    <a:pt x="27940" y="154940"/>
                  </a:moveTo>
                  <a:lnTo>
                    <a:pt x="0" y="154940"/>
                  </a:lnTo>
                  <a:lnTo>
                    <a:pt x="0" y="161277"/>
                  </a:lnTo>
                  <a:lnTo>
                    <a:pt x="27940" y="161277"/>
                  </a:lnTo>
                  <a:lnTo>
                    <a:pt x="27940" y="154940"/>
                  </a:lnTo>
                  <a:close/>
                </a:path>
                <a:path w="27939" h="181610">
                  <a:moveTo>
                    <a:pt x="27940" y="152400"/>
                  </a:moveTo>
                  <a:lnTo>
                    <a:pt x="0" y="152400"/>
                  </a:lnTo>
                  <a:lnTo>
                    <a:pt x="0" y="154927"/>
                  </a:lnTo>
                  <a:lnTo>
                    <a:pt x="27940" y="154927"/>
                  </a:lnTo>
                  <a:lnTo>
                    <a:pt x="27940" y="152400"/>
                  </a:lnTo>
                  <a:close/>
                </a:path>
                <a:path w="27939" h="181610">
                  <a:moveTo>
                    <a:pt x="27940" y="148590"/>
                  </a:moveTo>
                  <a:lnTo>
                    <a:pt x="0" y="148590"/>
                  </a:lnTo>
                  <a:lnTo>
                    <a:pt x="0" y="152387"/>
                  </a:lnTo>
                  <a:lnTo>
                    <a:pt x="27940" y="152387"/>
                  </a:lnTo>
                  <a:lnTo>
                    <a:pt x="27940" y="148590"/>
                  </a:lnTo>
                  <a:close/>
                </a:path>
                <a:path w="27939" h="181610">
                  <a:moveTo>
                    <a:pt x="27940" y="146050"/>
                  </a:moveTo>
                  <a:lnTo>
                    <a:pt x="0" y="146050"/>
                  </a:lnTo>
                  <a:lnTo>
                    <a:pt x="0" y="148577"/>
                  </a:lnTo>
                  <a:lnTo>
                    <a:pt x="27940" y="148577"/>
                  </a:lnTo>
                  <a:lnTo>
                    <a:pt x="27940" y="146050"/>
                  </a:lnTo>
                  <a:close/>
                </a:path>
                <a:path w="27939" h="181610">
                  <a:moveTo>
                    <a:pt x="27940" y="142240"/>
                  </a:moveTo>
                  <a:lnTo>
                    <a:pt x="0" y="142240"/>
                  </a:lnTo>
                  <a:lnTo>
                    <a:pt x="0" y="146037"/>
                  </a:lnTo>
                  <a:lnTo>
                    <a:pt x="27940" y="146037"/>
                  </a:lnTo>
                  <a:lnTo>
                    <a:pt x="27940" y="142240"/>
                  </a:lnTo>
                  <a:close/>
                </a:path>
                <a:path w="27939" h="181610">
                  <a:moveTo>
                    <a:pt x="27940" y="135890"/>
                  </a:moveTo>
                  <a:lnTo>
                    <a:pt x="0" y="135890"/>
                  </a:lnTo>
                  <a:lnTo>
                    <a:pt x="0" y="142227"/>
                  </a:lnTo>
                  <a:lnTo>
                    <a:pt x="27940" y="142227"/>
                  </a:lnTo>
                  <a:lnTo>
                    <a:pt x="27940" y="135890"/>
                  </a:lnTo>
                  <a:close/>
                </a:path>
                <a:path w="27939" h="181610">
                  <a:moveTo>
                    <a:pt x="27940" y="133350"/>
                  </a:moveTo>
                  <a:lnTo>
                    <a:pt x="0" y="133350"/>
                  </a:lnTo>
                  <a:lnTo>
                    <a:pt x="0" y="135877"/>
                  </a:lnTo>
                  <a:lnTo>
                    <a:pt x="27940" y="135877"/>
                  </a:lnTo>
                  <a:lnTo>
                    <a:pt x="27940" y="133350"/>
                  </a:lnTo>
                  <a:close/>
                </a:path>
                <a:path w="27939" h="181610">
                  <a:moveTo>
                    <a:pt x="27940" y="129540"/>
                  </a:moveTo>
                  <a:lnTo>
                    <a:pt x="0" y="129540"/>
                  </a:lnTo>
                  <a:lnTo>
                    <a:pt x="0" y="133337"/>
                  </a:lnTo>
                  <a:lnTo>
                    <a:pt x="27940" y="133337"/>
                  </a:lnTo>
                  <a:lnTo>
                    <a:pt x="27940" y="129540"/>
                  </a:lnTo>
                  <a:close/>
                </a:path>
                <a:path w="27939" h="181610">
                  <a:moveTo>
                    <a:pt x="27940" y="127000"/>
                  </a:moveTo>
                  <a:lnTo>
                    <a:pt x="0" y="127000"/>
                  </a:lnTo>
                  <a:lnTo>
                    <a:pt x="0" y="129527"/>
                  </a:lnTo>
                  <a:lnTo>
                    <a:pt x="27940" y="129527"/>
                  </a:lnTo>
                  <a:lnTo>
                    <a:pt x="27940" y="127000"/>
                  </a:lnTo>
                  <a:close/>
                </a:path>
                <a:path w="27939" h="181610">
                  <a:moveTo>
                    <a:pt x="27940" y="120650"/>
                  </a:moveTo>
                  <a:lnTo>
                    <a:pt x="0" y="120650"/>
                  </a:lnTo>
                  <a:lnTo>
                    <a:pt x="0" y="126987"/>
                  </a:lnTo>
                  <a:lnTo>
                    <a:pt x="27940" y="126987"/>
                  </a:lnTo>
                  <a:lnTo>
                    <a:pt x="27940" y="120650"/>
                  </a:lnTo>
                  <a:close/>
                </a:path>
                <a:path w="27939" h="181610">
                  <a:moveTo>
                    <a:pt x="2794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27940" y="120637"/>
                  </a:lnTo>
                  <a:lnTo>
                    <a:pt x="27940" y="114300"/>
                  </a:lnTo>
                  <a:close/>
                </a:path>
                <a:path w="27939" h="181610">
                  <a:moveTo>
                    <a:pt x="27940" y="110490"/>
                  </a:moveTo>
                  <a:lnTo>
                    <a:pt x="0" y="110490"/>
                  </a:lnTo>
                  <a:lnTo>
                    <a:pt x="0" y="114287"/>
                  </a:lnTo>
                  <a:lnTo>
                    <a:pt x="27940" y="114287"/>
                  </a:lnTo>
                  <a:lnTo>
                    <a:pt x="27940" y="110490"/>
                  </a:lnTo>
                  <a:close/>
                </a:path>
                <a:path w="27939" h="181610">
                  <a:moveTo>
                    <a:pt x="27940" y="107950"/>
                  </a:moveTo>
                  <a:lnTo>
                    <a:pt x="0" y="107950"/>
                  </a:lnTo>
                  <a:lnTo>
                    <a:pt x="0" y="110477"/>
                  </a:lnTo>
                  <a:lnTo>
                    <a:pt x="27940" y="110477"/>
                  </a:lnTo>
                  <a:lnTo>
                    <a:pt x="27940" y="107950"/>
                  </a:lnTo>
                  <a:close/>
                </a:path>
                <a:path w="27939" h="181610">
                  <a:moveTo>
                    <a:pt x="27940" y="104140"/>
                  </a:moveTo>
                  <a:lnTo>
                    <a:pt x="0" y="104140"/>
                  </a:lnTo>
                  <a:lnTo>
                    <a:pt x="0" y="107937"/>
                  </a:lnTo>
                  <a:lnTo>
                    <a:pt x="27940" y="107937"/>
                  </a:lnTo>
                  <a:lnTo>
                    <a:pt x="27940" y="104140"/>
                  </a:lnTo>
                  <a:close/>
                </a:path>
                <a:path w="27939" h="181610">
                  <a:moveTo>
                    <a:pt x="27940" y="101600"/>
                  </a:moveTo>
                  <a:lnTo>
                    <a:pt x="0" y="101600"/>
                  </a:lnTo>
                  <a:lnTo>
                    <a:pt x="0" y="104127"/>
                  </a:lnTo>
                  <a:lnTo>
                    <a:pt x="27940" y="104127"/>
                  </a:lnTo>
                  <a:lnTo>
                    <a:pt x="27940" y="101600"/>
                  </a:lnTo>
                  <a:close/>
                </a:path>
                <a:path w="27939" h="181610">
                  <a:moveTo>
                    <a:pt x="27940" y="97790"/>
                  </a:moveTo>
                  <a:lnTo>
                    <a:pt x="0" y="97790"/>
                  </a:lnTo>
                  <a:lnTo>
                    <a:pt x="0" y="101587"/>
                  </a:lnTo>
                  <a:lnTo>
                    <a:pt x="27940" y="101587"/>
                  </a:lnTo>
                  <a:lnTo>
                    <a:pt x="27940" y="97790"/>
                  </a:lnTo>
                  <a:close/>
                </a:path>
                <a:path w="27939" h="181610">
                  <a:moveTo>
                    <a:pt x="27940" y="95250"/>
                  </a:moveTo>
                  <a:lnTo>
                    <a:pt x="0" y="95250"/>
                  </a:lnTo>
                  <a:lnTo>
                    <a:pt x="0" y="97777"/>
                  </a:lnTo>
                  <a:lnTo>
                    <a:pt x="27940" y="97777"/>
                  </a:lnTo>
                  <a:lnTo>
                    <a:pt x="27940" y="95250"/>
                  </a:lnTo>
                  <a:close/>
                </a:path>
                <a:path w="27939" h="181610">
                  <a:moveTo>
                    <a:pt x="27940" y="91440"/>
                  </a:moveTo>
                  <a:lnTo>
                    <a:pt x="0" y="91440"/>
                  </a:lnTo>
                  <a:lnTo>
                    <a:pt x="0" y="95237"/>
                  </a:lnTo>
                  <a:lnTo>
                    <a:pt x="27940" y="95237"/>
                  </a:lnTo>
                  <a:lnTo>
                    <a:pt x="27940" y="91440"/>
                  </a:lnTo>
                  <a:close/>
                </a:path>
                <a:path w="27939" h="181610">
                  <a:moveTo>
                    <a:pt x="27940" y="82550"/>
                  </a:moveTo>
                  <a:lnTo>
                    <a:pt x="0" y="82550"/>
                  </a:lnTo>
                  <a:lnTo>
                    <a:pt x="0" y="91427"/>
                  </a:lnTo>
                  <a:lnTo>
                    <a:pt x="27940" y="91427"/>
                  </a:lnTo>
                  <a:lnTo>
                    <a:pt x="27940" y="82550"/>
                  </a:lnTo>
                  <a:close/>
                </a:path>
                <a:path w="27939" h="181610">
                  <a:moveTo>
                    <a:pt x="27940" y="72390"/>
                  </a:moveTo>
                  <a:lnTo>
                    <a:pt x="0" y="72390"/>
                  </a:lnTo>
                  <a:lnTo>
                    <a:pt x="0" y="82537"/>
                  </a:lnTo>
                  <a:lnTo>
                    <a:pt x="27940" y="82537"/>
                  </a:lnTo>
                  <a:lnTo>
                    <a:pt x="27940" y="72390"/>
                  </a:lnTo>
                  <a:close/>
                </a:path>
                <a:path w="27939" h="181610">
                  <a:moveTo>
                    <a:pt x="27940" y="63500"/>
                  </a:moveTo>
                  <a:lnTo>
                    <a:pt x="0" y="63500"/>
                  </a:lnTo>
                  <a:lnTo>
                    <a:pt x="0" y="72377"/>
                  </a:lnTo>
                  <a:lnTo>
                    <a:pt x="27940" y="72377"/>
                  </a:lnTo>
                  <a:lnTo>
                    <a:pt x="27940" y="63500"/>
                  </a:lnTo>
                  <a:close/>
                </a:path>
                <a:path w="27939" h="181610">
                  <a:moveTo>
                    <a:pt x="27940" y="53340"/>
                  </a:moveTo>
                  <a:lnTo>
                    <a:pt x="0" y="53340"/>
                  </a:lnTo>
                  <a:lnTo>
                    <a:pt x="0" y="63487"/>
                  </a:lnTo>
                  <a:lnTo>
                    <a:pt x="27940" y="63487"/>
                  </a:lnTo>
                  <a:lnTo>
                    <a:pt x="27940" y="53340"/>
                  </a:lnTo>
                  <a:close/>
                </a:path>
                <a:path w="27939" h="181610">
                  <a:moveTo>
                    <a:pt x="27940" y="50800"/>
                  </a:moveTo>
                  <a:lnTo>
                    <a:pt x="0" y="50800"/>
                  </a:lnTo>
                  <a:lnTo>
                    <a:pt x="0" y="53327"/>
                  </a:lnTo>
                  <a:lnTo>
                    <a:pt x="27940" y="53327"/>
                  </a:lnTo>
                  <a:lnTo>
                    <a:pt x="27940" y="50800"/>
                  </a:lnTo>
                  <a:close/>
                </a:path>
                <a:path w="27939" h="181610">
                  <a:moveTo>
                    <a:pt x="27940" y="46990"/>
                  </a:moveTo>
                  <a:lnTo>
                    <a:pt x="0" y="46990"/>
                  </a:lnTo>
                  <a:lnTo>
                    <a:pt x="0" y="50787"/>
                  </a:lnTo>
                  <a:lnTo>
                    <a:pt x="27940" y="50787"/>
                  </a:lnTo>
                  <a:lnTo>
                    <a:pt x="27940" y="46990"/>
                  </a:lnTo>
                  <a:close/>
                </a:path>
                <a:path w="27939" h="181610">
                  <a:moveTo>
                    <a:pt x="27940" y="40640"/>
                  </a:moveTo>
                  <a:lnTo>
                    <a:pt x="0" y="40640"/>
                  </a:lnTo>
                  <a:lnTo>
                    <a:pt x="0" y="46977"/>
                  </a:lnTo>
                  <a:lnTo>
                    <a:pt x="27940" y="46977"/>
                  </a:lnTo>
                  <a:lnTo>
                    <a:pt x="27940" y="40640"/>
                  </a:lnTo>
                  <a:close/>
                </a:path>
                <a:path w="27939" h="181610">
                  <a:moveTo>
                    <a:pt x="27940" y="34290"/>
                  </a:moveTo>
                  <a:lnTo>
                    <a:pt x="0" y="34290"/>
                  </a:lnTo>
                  <a:lnTo>
                    <a:pt x="0" y="40627"/>
                  </a:lnTo>
                  <a:lnTo>
                    <a:pt x="27940" y="40627"/>
                  </a:lnTo>
                  <a:lnTo>
                    <a:pt x="27940" y="34290"/>
                  </a:lnTo>
                  <a:close/>
                </a:path>
                <a:path w="27939" h="181610">
                  <a:moveTo>
                    <a:pt x="27940" y="27940"/>
                  </a:moveTo>
                  <a:lnTo>
                    <a:pt x="0" y="27940"/>
                  </a:lnTo>
                  <a:lnTo>
                    <a:pt x="0" y="34277"/>
                  </a:lnTo>
                  <a:lnTo>
                    <a:pt x="27940" y="34277"/>
                  </a:lnTo>
                  <a:lnTo>
                    <a:pt x="27940" y="27940"/>
                  </a:lnTo>
                  <a:close/>
                </a:path>
                <a:path w="27939" h="181610">
                  <a:moveTo>
                    <a:pt x="27940" y="25400"/>
                  </a:moveTo>
                  <a:lnTo>
                    <a:pt x="0" y="25400"/>
                  </a:lnTo>
                  <a:lnTo>
                    <a:pt x="0" y="27927"/>
                  </a:lnTo>
                  <a:lnTo>
                    <a:pt x="27940" y="27927"/>
                  </a:lnTo>
                  <a:lnTo>
                    <a:pt x="27940" y="25400"/>
                  </a:lnTo>
                  <a:close/>
                </a:path>
                <a:path w="27939" h="181610">
                  <a:moveTo>
                    <a:pt x="2794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27940" y="25387"/>
                  </a:lnTo>
                  <a:lnTo>
                    <a:pt x="27940" y="21590"/>
                  </a:lnTo>
                  <a:close/>
                </a:path>
                <a:path w="27939" h="181610">
                  <a:moveTo>
                    <a:pt x="27940" y="15240"/>
                  </a:moveTo>
                  <a:lnTo>
                    <a:pt x="0" y="15240"/>
                  </a:lnTo>
                  <a:lnTo>
                    <a:pt x="0" y="21577"/>
                  </a:lnTo>
                  <a:lnTo>
                    <a:pt x="27940" y="21577"/>
                  </a:lnTo>
                  <a:lnTo>
                    <a:pt x="27940" y="15240"/>
                  </a:lnTo>
                  <a:close/>
                </a:path>
                <a:path w="27939" h="181610">
                  <a:moveTo>
                    <a:pt x="2794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7940" y="15227"/>
                  </a:lnTo>
                  <a:lnTo>
                    <a:pt x="27940" y="12700"/>
                  </a:lnTo>
                  <a:close/>
                </a:path>
                <a:path w="27939" h="181610">
                  <a:moveTo>
                    <a:pt x="2794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7940" y="12687"/>
                  </a:lnTo>
                  <a:lnTo>
                    <a:pt x="27940" y="8890"/>
                  </a:lnTo>
                  <a:close/>
                </a:path>
                <a:path w="27939" h="181610">
                  <a:moveTo>
                    <a:pt x="27940" y="0"/>
                  </a:moveTo>
                  <a:lnTo>
                    <a:pt x="0" y="0"/>
                  </a:lnTo>
                  <a:lnTo>
                    <a:pt x="0" y="8877"/>
                  </a:lnTo>
                  <a:lnTo>
                    <a:pt x="27940" y="8877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264D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8" name="object 3778"/>
            <p:cNvSpPr/>
            <p:nvPr/>
          </p:nvSpPr>
          <p:spPr>
            <a:xfrm>
              <a:off x="4860290" y="5033010"/>
              <a:ext cx="27940" cy="476250"/>
            </a:xfrm>
            <a:custGeom>
              <a:avLst/>
              <a:gdLst/>
              <a:ahLst/>
              <a:cxnLst/>
              <a:rect l="l" t="t" r="r" b="b"/>
              <a:pathLst>
                <a:path w="27939" h="476250">
                  <a:moveTo>
                    <a:pt x="27940" y="467372"/>
                  </a:moveTo>
                  <a:lnTo>
                    <a:pt x="0" y="467372"/>
                  </a:lnTo>
                  <a:lnTo>
                    <a:pt x="0" y="476250"/>
                  </a:lnTo>
                  <a:lnTo>
                    <a:pt x="27940" y="476250"/>
                  </a:lnTo>
                  <a:lnTo>
                    <a:pt x="27940" y="467372"/>
                  </a:lnTo>
                  <a:close/>
                </a:path>
                <a:path w="27939" h="476250">
                  <a:moveTo>
                    <a:pt x="27940" y="463562"/>
                  </a:moveTo>
                  <a:lnTo>
                    <a:pt x="0" y="463562"/>
                  </a:lnTo>
                  <a:lnTo>
                    <a:pt x="0" y="467360"/>
                  </a:lnTo>
                  <a:lnTo>
                    <a:pt x="27940" y="467360"/>
                  </a:lnTo>
                  <a:lnTo>
                    <a:pt x="27940" y="463562"/>
                  </a:lnTo>
                  <a:close/>
                </a:path>
                <a:path w="27939" h="476250">
                  <a:moveTo>
                    <a:pt x="27940" y="461022"/>
                  </a:moveTo>
                  <a:lnTo>
                    <a:pt x="0" y="461022"/>
                  </a:lnTo>
                  <a:lnTo>
                    <a:pt x="0" y="463550"/>
                  </a:lnTo>
                  <a:lnTo>
                    <a:pt x="27940" y="463550"/>
                  </a:lnTo>
                  <a:lnTo>
                    <a:pt x="27940" y="461022"/>
                  </a:lnTo>
                  <a:close/>
                </a:path>
                <a:path w="27939" h="476250">
                  <a:moveTo>
                    <a:pt x="27940" y="457212"/>
                  </a:moveTo>
                  <a:lnTo>
                    <a:pt x="0" y="457212"/>
                  </a:lnTo>
                  <a:lnTo>
                    <a:pt x="0" y="461010"/>
                  </a:lnTo>
                  <a:lnTo>
                    <a:pt x="27940" y="461010"/>
                  </a:lnTo>
                  <a:lnTo>
                    <a:pt x="27940" y="457212"/>
                  </a:lnTo>
                  <a:close/>
                </a:path>
                <a:path w="27939" h="476250">
                  <a:moveTo>
                    <a:pt x="27940" y="448322"/>
                  </a:moveTo>
                  <a:lnTo>
                    <a:pt x="0" y="448322"/>
                  </a:lnTo>
                  <a:lnTo>
                    <a:pt x="0" y="457200"/>
                  </a:lnTo>
                  <a:lnTo>
                    <a:pt x="27940" y="457200"/>
                  </a:lnTo>
                  <a:lnTo>
                    <a:pt x="27940" y="448322"/>
                  </a:lnTo>
                  <a:close/>
                </a:path>
                <a:path w="27939" h="476250">
                  <a:moveTo>
                    <a:pt x="27940" y="429272"/>
                  </a:moveTo>
                  <a:lnTo>
                    <a:pt x="0" y="429272"/>
                  </a:lnTo>
                  <a:lnTo>
                    <a:pt x="0" y="448310"/>
                  </a:lnTo>
                  <a:lnTo>
                    <a:pt x="27940" y="448310"/>
                  </a:lnTo>
                  <a:lnTo>
                    <a:pt x="27940" y="429272"/>
                  </a:lnTo>
                  <a:close/>
                </a:path>
                <a:path w="27939" h="476250">
                  <a:moveTo>
                    <a:pt x="27940" y="422922"/>
                  </a:moveTo>
                  <a:lnTo>
                    <a:pt x="0" y="422922"/>
                  </a:lnTo>
                  <a:lnTo>
                    <a:pt x="0" y="429260"/>
                  </a:lnTo>
                  <a:lnTo>
                    <a:pt x="27940" y="429260"/>
                  </a:lnTo>
                  <a:lnTo>
                    <a:pt x="27940" y="422922"/>
                  </a:lnTo>
                  <a:close/>
                </a:path>
                <a:path w="27939" h="476250">
                  <a:moveTo>
                    <a:pt x="27940" y="416572"/>
                  </a:moveTo>
                  <a:lnTo>
                    <a:pt x="0" y="416572"/>
                  </a:lnTo>
                  <a:lnTo>
                    <a:pt x="0" y="422910"/>
                  </a:lnTo>
                  <a:lnTo>
                    <a:pt x="27940" y="422910"/>
                  </a:lnTo>
                  <a:lnTo>
                    <a:pt x="27940" y="416572"/>
                  </a:lnTo>
                  <a:close/>
                </a:path>
                <a:path w="27939" h="476250">
                  <a:moveTo>
                    <a:pt x="27940" y="412762"/>
                  </a:moveTo>
                  <a:lnTo>
                    <a:pt x="0" y="412762"/>
                  </a:lnTo>
                  <a:lnTo>
                    <a:pt x="0" y="416560"/>
                  </a:lnTo>
                  <a:lnTo>
                    <a:pt x="27940" y="416560"/>
                  </a:lnTo>
                  <a:lnTo>
                    <a:pt x="27940" y="412762"/>
                  </a:lnTo>
                  <a:close/>
                </a:path>
                <a:path w="27939" h="476250">
                  <a:moveTo>
                    <a:pt x="27940" y="410222"/>
                  </a:moveTo>
                  <a:lnTo>
                    <a:pt x="0" y="410222"/>
                  </a:lnTo>
                  <a:lnTo>
                    <a:pt x="0" y="412750"/>
                  </a:lnTo>
                  <a:lnTo>
                    <a:pt x="27940" y="412750"/>
                  </a:lnTo>
                  <a:lnTo>
                    <a:pt x="27940" y="410222"/>
                  </a:lnTo>
                  <a:close/>
                </a:path>
                <a:path w="27939" h="476250">
                  <a:moveTo>
                    <a:pt x="27940" y="406412"/>
                  </a:moveTo>
                  <a:lnTo>
                    <a:pt x="0" y="406412"/>
                  </a:lnTo>
                  <a:lnTo>
                    <a:pt x="0" y="410210"/>
                  </a:lnTo>
                  <a:lnTo>
                    <a:pt x="27940" y="410210"/>
                  </a:lnTo>
                  <a:lnTo>
                    <a:pt x="27940" y="406412"/>
                  </a:lnTo>
                  <a:close/>
                </a:path>
                <a:path w="27939" h="476250">
                  <a:moveTo>
                    <a:pt x="27940" y="403872"/>
                  </a:moveTo>
                  <a:lnTo>
                    <a:pt x="0" y="403872"/>
                  </a:lnTo>
                  <a:lnTo>
                    <a:pt x="0" y="406400"/>
                  </a:lnTo>
                  <a:lnTo>
                    <a:pt x="27940" y="406400"/>
                  </a:lnTo>
                  <a:lnTo>
                    <a:pt x="27940" y="403872"/>
                  </a:lnTo>
                  <a:close/>
                </a:path>
                <a:path w="27939" h="476250">
                  <a:moveTo>
                    <a:pt x="27940" y="397522"/>
                  </a:moveTo>
                  <a:lnTo>
                    <a:pt x="0" y="397522"/>
                  </a:lnTo>
                  <a:lnTo>
                    <a:pt x="0" y="403860"/>
                  </a:lnTo>
                  <a:lnTo>
                    <a:pt x="27940" y="403860"/>
                  </a:lnTo>
                  <a:lnTo>
                    <a:pt x="27940" y="397522"/>
                  </a:lnTo>
                  <a:close/>
                </a:path>
                <a:path w="27939" h="476250">
                  <a:moveTo>
                    <a:pt x="27940" y="393712"/>
                  </a:moveTo>
                  <a:lnTo>
                    <a:pt x="0" y="393712"/>
                  </a:lnTo>
                  <a:lnTo>
                    <a:pt x="0" y="397510"/>
                  </a:lnTo>
                  <a:lnTo>
                    <a:pt x="27940" y="397510"/>
                  </a:lnTo>
                  <a:lnTo>
                    <a:pt x="27940" y="393712"/>
                  </a:lnTo>
                  <a:close/>
                </a:path>
                <a:path w="27939" h="476250">
                  <a:moveTo>
                    <a:pt x="27940" y="391172"/>
                  </a:moveTo>
                  <a:lnTo>
                    <a:pt x="0" y="391172"/>
                  </a:lnTo>
                  <a:lnTo>
                    <a:pt x="0" y="393700"/>
                  </a:lnTo>
                  <a:lnTo>
                    <a:pt x="27940" y="393700"/>
                  </a:lnTo>
                  <a:lnTo>
                    <a:pt x="27940" y="391172"/>
                  </a:lnTo>
                  <a:close/>
                </a:path>
                <a:path w="27939" h="476250">
                  <a:moveTo>
                    <a:pt x="27940" y="387362"/>
                  </a:moveTo>
                  <a:lnTo>
                    <a:pt x="0" y="387362"/>
                  </a:lnTo>
                  <a:lnTo>
                    <a:pt x="0" y="391160"/>
                  </a:lnTo>
                  <a:lnTo>
                    <a:pt x="27940" y="391160"/>
                  </a:lnTo>
                  <a:lnTo>
                    <a:pt x="27940" y="387362"/>
                  </a:lnTo>
                  <a:close/>
                </a:path>
                <a:path w="27939" h="476250">
                  <a:moveTo>
                    <a:pt x="27940" y="384822"/>
                  </a:moveTo>
                  <a:lnTo>
                    <a:pt x="0" y="384822"/>
                  </a:lnTo>
                  <a:lnTo>
                    <a:pt x="0" y="387350"/>
                  </a:lnTo>
                  <a:lnTo>
                    <a:pt x="27940" y="387350"/>
                  </a:lnTo>
                  <a:lnTo>
                    <a:pt x="27940" y="384822"/>
                  </a:lnTo>
                  <a:close/>
                </a:path>
                <a:path w="27939" h="476250">
                  <a:moveTo>
                    <a:pt x="27940" y="365772"/>
                  </a:moveTo>
                  <a:lnTo>
                    <a:pt x="0" y="365772"/>
                  </a:lnTo>
                  <a:lnTo>
                    <a:pt x="0" y="384810"/>
                  </a:lnTo>
                  <a:lnTo>
                    <a:pt x="27940" y="384810"/>
                  </a:lnTo>
                  <a:lnTo>
                    <a:pt x="27940" y="365772"/>
                  </a:lnTo>
                  <a:close/>
                </a:path>
                <a:path w="27939" h="476250">
                  <a:moveTo>
                    <a:pt x="27940" y="359422"/>
                  </a:moveTo>
                  <a:lnTo>
                    <a:pt x="0" y="359422"/>
                  </a:lnTo>
                  <a:lnTo>
                    <a:pt x="0" y="365760"/>
                  </a:lnTo>
                  <a:lnTo>
                    <a:pt x="27940" y="365760"/>
                  </a:lnTo>
                  <a:lnTo>
                    <a:pt x="27940" y="359422"/>
                  </a:lnTo>
                  <a:close/>
                </a:path>
                <a:path w="27939" h="476250">
                  <a:moveTo>
                    <a:pt x="27940" y="355612"/>
                  </a:moveTo>
                  <a:lnTo>
                    <a:pt x="0" y="355612"/>
                  </a:lnTo>
                  <a:lnTo>
                    <a:pt x="0" y="359410"/>
                  </a:lnTo>
                  <a:lnTo>
                    <a:pt x="27940" y="359410"/>
                  </a:lnTo>
                  <a:lnTo>
                    <a:pt x="27940" y="355612"/>
                  </a:lnTo>
                  <a:close/>
                </a:path>
                <a:path w="27939" h="476250">
                  <a:moveTo>
                    <a:pt x="27940" y="346722"/>
                  </a:moveTo>
                  <a:lnTo>
                    <a:pt x="0" y="346722"/>
                  </a:lnTo>
                  <a:lnTo>
                    <a:pt x="0" y="355600"/>
                  </a:lnTo>
                  <a:lnTo>
                    <a:pt x="27940" y="355600"/>
                  </a:lnTo>
                  <a:lnTo>
                    <a:pt x="27940" y="346722"/>
                  </a:lnTo>
                  <a:close/>
                </a:path>
                <a:path w="27939" h="476250">
                  <a:moveTo>
                    <a:pt x="27940" y="340372"/>
                  </a:moveTo>
                  <a:lnTo>
                    <a:pt x="0" y="340372"/>
                  </a:lnTo>
                  <a:lnTo>
                    <a:pt x="0" y="346710"/>
                  </a:lnTo>
                  <a:lnTo>
                    <a:pt x="27940" y="346710"/>
                  </a:lnTo>
                  <a:lnTo>
                    <a:pt x="27940" y="340372"/>
                  </a:lnTo>
                  <a:close/>
                </a:path>
                <a:path w="27939" h="476250">
                  <a:moveTo>
                    <a:pt x="27940" y="334022"/>
                  </a:moveTo>
                  <a:lnTo>
                    <a:pt x="0" y="334022"/>
                  </a:lnTo>
                  <a:lnTo>
                    <a:pt x="0" y="340360"/>
                  </a:lnTo>
                  <a:lnTo>
                    <a:pt x="27940" y="340360"/>
                  </a:lnTo>
                  <a:lnTo>
                    <a:pt x="27940" y="334022"/>
                  </a:lnTo>
                  <a:close/>
                </a:path>
                <a:path w="27939" h="476250">
                  <a:moveTo>
                    <a:pt x="27940" y="330212"/>
                  </a:moveTo>
                  <a:lnTo>
                    <a:pt x="0" y="330212"/>
                  </a:lnTo>
                  <a:lnTo>
                    <a:pt x="0" y="334010"/>
                  </a:lnTo>
                  <a:lnTo>
                    <a:pt x="27940" y="334010"/>
                  </a:lnTo>
                  <a:lnTo>
                    <a:pt x="27940" y="330212"/>
                  </a:lnTo>
                  <a:close/>
                </a:path>
                <a:path w="27939" h="476250">
                  <a:moveTo>
                    <a:pt x="27940" y="327672"/>
                  </a:moveTo>
                  <a:lnTo>
                    <a:pt x="0" y="327672"/>
                  </a:lnTo>
                  <a:lnTo>
                    <a:pt x="0" y="330200"/>
                  </a:lnTo>
                  <a:lnTo>
                    <a:pt x="27940" y="330200"/>
                  </a:lnTo>
                  <a:lnTo>
                    <a:pt x="27940" y="327672"/>
                  </a:lnTo>
                  <a:close/>
                </a:path>
                <a:path w="27939" h="476250">
                  <a:moveTo>
                    <a:pt x="27940" y="317512"/>
                  </a:moveTo>
                  <a:lnTo>
                    <a:pt x="0" y="317512"/>
                  </a:lnTo>
                  <a:lnTo>
                    <a:pt x="0" y="327660"/>
                  </a:lnTo>
                  <a:lnTo>
                    <a:pt x="27940" y="327660"/>
                  </a:lnTo>
                  <a:lnTo>
                    <a:pt x="27940" y="317512"/>
                  </a:lnTo>
                  <a:close/>
                </a:path>
                <a:path w="27939" h="476250">
                  <a:moveTo>
                    <a:pt x="27940" y="314972"/>
                  </a:moveTo>
                  <a:lnTo>
                    <a:pt x="0" y="314972"/>
                  </a:lnTo>
                  <a:lnTo>
                    <a:pt x="0" y="317500"/>
                  </a:lnTo>
                  <a:lnTo>
                    <a:pt x="27940" y="317500"/>
                  </a:lnTo>
                  <a:lnTo>
                    <a:pt x="27940" y="314972"/>
                  </a:lnTo>
                  <a:close/>
                </a:path>
                <a:path w="27939" h="476250">
                  <a:moveTo>
                    <a:pt x="27940" y="311162"/>
                  </a:moveTo>
                  <a:lnTo>
                    <a:pt x="0" y="311162"/>
                  </a:lnTo>
                  <a:lnTo>
                    <a:pt x="0" y="314960"/>
                  </a:lnTo>
                  <a:lnTo>
                    <a:pt x="27940" y="314960"/>
                  </a:lnTo>
                  <a:lnTo>
                    <a:pt x="27940" y="311162"/>
                  </a:lnTo>
                  <a:close/>
                </a:path>
                <a:path w="27939" h="476250">
                  <a:moveTo>
                    <a:pt x="27940" y="304812"/>
                  </a:moveTo>
                  <a:lnTo>
                    <a:pt x="0" y="304812"/>
                  </a:lnTo>
                  <a:lnTo>
                    <a:pt x="0" y="311150"/>
                  </a:lnTo>
                  <a:lnTo>
                    <a:pt x="27940" y="311150"/>
                  </a:lnTo>
                  <a:lnTo>
                    <a:pt x="27940" y="304812"/>
                  </a:lnTo>
                  <a:close/>
                </a:path>
                <a:path w="27939" h="476250">
                  <a:moveTo>
                    <a:pt x="27940" y="292112"/>
                  </a:moveTo>
                  <a:lnTo>
                    <a:pt x="0" y="292112"/>
                  </a:lnTo>
                  <a:lnTo>
                    <a:pt x="0" y="304800"/>
                  </a:lnTo>
                  <a:lnTo>
                    <a:pt x="27940" y="304800"/>
                  </a:lnTo>
                  <a:lnTo>
                    <a:pt x="27940" y="292112"/>
                  </a:lnTo>
                  <a:close/>
                </a:path>
                <a:path w="27939" h="476250">
                  <a:moveTo>
                    <a:pt x="27940" y="289572"/>
                  </a:moveTo>
                  <a:lnTo>
                    <a:pt x="0" y="289572"/>
                  </a:lnTo>
                  <a:lnTo>
                    <a:pt x="0" y="292100"/>
                  </a:lnTo>
                  <a:lnTo>
                    <a:pt x="27940" y="292100"/>
                  </a:lnTo>
                  <a:lnTo>
                    <a:pt x="27940" y="289572"/>
                  </a:lnTo>
                  <a:close/>
                </a:path>
                <a:path w="27939" h="476250">
                  <a:moveTo>
                    <a:pt x="27940" y="285762"/>
                  </a:moveTo>
                  <a:lnTo>
                    <a:pt x="0" y="285762"/>
                  </a:lnTo>
                  <a:lnTo>
                    <a:pt x="0" y="289560"/>
                  </a:lnTo>
                  <a:lnTo>
                    <a:pt x="27940" y="289560"/>
                  </a:lnTo>
                  <a:lnTo>
                    <a:pt x="27940" y="285762"/>
                  </a:lnTo>
                  <a:close/>
                </a:path>
                <a:path w="27939" h="476250">
                  <a:moveTo>
                    <a:pt x="27940" y="283222"/>
                  </a:moveTo>
                  <a:lnTo>
                    <a:pt x="0" y="283222"/>
                  </a:lnTo>
                  <a:lnTo>
                    <a:pt x="0" y="285750"/>
                  </a:lnTo>
                  <a:lnTo>
                    <a:pt x="27940" y="285750"/>
                  </a:lnTo>
                  <a:lnTo>
                    <a:pt x="27940" y="283222"/>
                  </a:lnTo>
                  <a:close/>
                </a:path>
                <a:path w="27939" h="476250">
                  <a:moveTo>
                    <a:pt x="27940" y="279412"/>
                  </a:moveTo>
                  <a:lnTo>
                    <a:pt x="0" y="279412"/>
                  </a:lnTo>
                  <a:lnTo>
                    <a:pt x="0" y="283210"/>
                  </a:lnTo>
                  <a:lnTo>
                    <a:pt x="27940" y="283210"/>
                  </a:lnTo>
                  <a:lnTo>
                    <a:pt x="27940" y="279412"/>
                  </a:lnTo>
                  <a:close/>
                </a:path>
                <a:path w="27939" h="476250">
                  <a:moveTo>
                    <a:pt x="27940" y="273062"/>
                  </a:moveTo>
                  <a:lnTo>
                    <a:pt x="0" y="273062"/>
                  </a:lnTo>
                  <a:lnTo>
                    <a:pt x="0" y="279400"/>
                  </a:lnTo>
                  <a:lnTo>
                    <a:pt x="27940" y="279400"/>
                  </a:lnTo>
                  <a:lnTo>
                    <a:pt x="27940" y="273062"/>
                  </a:lnTo>
                  <a:close/>
                </a:path>
                <a:path w="27939" h="476250">
                  <a:moveTo>
                    <a:pt x="27940" y="234962"/>
                  </a:moveTo>
                  <a:lnTo>
                    <a:pt x="0" y="234962"/>
                  </a:lnTo>
                  <a:lnTo>
                    <a:pt x="0" y="273050"/>
                  </a:lnTo>
                  <a:lnTo>
                    <a:pt x="27940" y="273050"/>
                  </a:lnTo>
                  <a:lnTo>
                    <a:pt x="27940" y="234962"/>
                  </a:lnTo>
                  <a:close/>
                </a:path>
                <a:path w="27939" h="476250">
                  <a:moveTo>
                    <a:pt x="2794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7940" y="234950"/>
                  </a:lnTo>
                  <a:lnTo>
                    <a:pt x="27940" y="232422"/>
                  </a:lnTo>
                  <a:close/>
                </a:path>
                <a:path w="27939" h="476250">
                  <a:moveTo>
                    <a:pt x="2794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27940" y="232410"/>
                  </a:lnTo>
                  <a:lnTo>
                    <a:pt x="27940" y="226072"/>
                  </a:lnTo>
                  <a:close/>
                </a:path>
                <a:path w="27939" h="476250">
                  <a:moveTo>
                    <a:pt x="2794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27940" y="226060"/>
                  </a:lnTo>
                  <a:lnTo>
                    <a:pt x="27940" y="222262"/>
                  </a:lnTo>
                  <a:close/>
                </a:path>
                <a:path w="27939" h="476250">
                  <a:moveTo>
                    <a:pt x="2794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27940" y="222250"/>
                  </a:lnTo>
                  <a:lnTo>
                    <a:pt x="27940" y="219722"/>
                  </a:lnTo>
                  <a:close/>
                </a:path>
                <a:path w="27939" h="476250">
                  <a:moveTo>
                    <a:pt x="27940" y="213372"/>
                  </a:moveTo>
                  <a:lnTo>
                    <a:pt x="0" y="213372"/>
                  </a:lnTo>
                  <a:lnTo>
                    <a:pt x="0" y="219710"/>
                  </a:lnTo>
                  <a:lnTo>
                    <a:pt x="27940" y="219710"/>
                  </a:lnTo>
                  <a:lnTo>
                    <a:pt x="27940" y="213372"/>
                  </a:lnTo>
                  <a:close/>
                </a:path>
                <a:path w="27939" h="476250">
                  <a:moveTo>
                    <a:pt x="27940" y="207022"/>
                  </a:moveTo>
                  <a:lnTo>
                    <a:pt x="0" y="207022"/>
                  </a:lnTo>
                  <a:lnTo>
                    <a:pt x="0" y="213360"/>
                  </a:lnTo>
                  <a:lnTo>
                    <a:pt x="27940" y="213360"/>
                  </a:lnTo>
                  <a:lnTo>
                    <a:pt x="27940" y="207022"/>
                  </a:lnTo>
                  <a:close/>
                </a:path>
                <a:path w="27939" h="476250">
                  <a:moveTo>
                    <a:pt x="27940" y="195592"/>
                  </a:moveTo>
                  <a:lnTo>
                    <a:pt x="0" y="195592"/>
                  </a:lnTo>
                  <a:lnTo>
                    <a:pt x="0" y="207010"/>
                  </a:lnTo>
                  <a:lnTo>
                    <a:pt x="27940" y="207010"/>
                  </a:lnTo>
                  <a:lnTo>
                    <a:pt x="27940" y="195592"/>
                  </a:lnTo>
                  <a:close/>
                </a:path>
                <a:path w="27939" h="476250">
                  <a:moveTo>
                    <a:pt x="2794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7940" y="195580"/>
                  </a:lnTo>
                  <a:lnTo>
                    <a:pt x="27940" y="189242"/>
                  </a:lnTo>
                  <a:close/>
                </a:path>
                <a:path w="27939" h="476250">
                  <a:moveTo>
                    <a:pt x="27940" y="182892"/>
                  </a:moveTo>
                  <a:lnTo>
                    <a:pt x="0" y="182892"/>
                  </a:lnTo>
                  <a:lnTo>
                    <a:pt x="0" y="189230"/>
                  </a:lnTo>
                  <a:lnTo>
                    <a:pt x="27940" y="189230"/>
                  </a:lnTo>
                  <a:lnTo>
                    <a:pt x="27940" y="182892"/>
                  </a:lnTo>
                  <a:close/>
                </a:path>
                <a:path w="27939" h="476250">
                  <a:moveTo>
                    <a:pt x="27940" y="176542"/>
                  </a:moveTo>
                  <a:lnTo>
                    <a:pt x="0" y="176542"/>
                  </a:lnTo>
                  <a:lnTo>
                    <a:pt x="0" y="182880"/>
                  </a:lnTo>
                  <a:lnTo>
                    <a:pt x="27940" y="182880"/>
                  </a:lnTo>
                  <a:lnTo>
                    <a:pt x="27940" y="176542"/>
                  </a:lnTo>
                  <a:close/>
                </a:path>
                <a:path w="27939" h="476250">
                  <a:moveTo>
                    <a:pt x="27940" y="170192"/>
                  </a:moveTo>
                  <a:lnTo>
                    <a:pt x="0" y="170192"/>
                  </a:lnTo>
                  <a:lnTo>
                    <a:pt x="0" y="176530"/>
                  </a:lnTo>
                  <a:lnTo>
                    <a:pt x="27940" y="176530"/>
                  </a:lnTo>
                  <a:lnTo>
                    <a:pt x="27940" y="170192"/>
                  </a:lnTo>
                  <a:close/>
                </a:path>
                <a:path w="27939" h="476250">
                  <a:moveTo>
                    <a:pt x="27940" y="163842"/>
                  </a:moveTo>
                  <a:lnTo>
                    <a:pt x="0" y="163842"/>
                  </a:lnTo>
                  <a:lnTo>
                    <a:pt x="0" y="170180"/>
                  </a:lnTo>
                  <a:lnTo>
                    <a:pt x="27940" y="170180"/>
                  </a:lnTo>
                  <a:lnTo>
                    <a:pt x="27940" y="163842"/>
                  </a:lnTo>
                  <a:close/>
                </a:path>
                <a:path w="27939" h="476250">
                  <a:moveTo>
                    <a:pt x="27940" y="157492"/>
                  </a:moveTo>
                  <a:lnTo>
                    <a:pt x="0" y="157492"/>
                  </a:lnTo>
                  <a:lnTo>
                    <a:pt x="0" y="163830"/>
                  </a:lnTo>
                  <a:lnTo>
                    <a:pt x="27940" y="163830"/>
                  </a:lnTo>
                  <a:lnTo>
                    <a:pt x="27940" y="157492"/>
                  </a:lnTo>
                  <a:close/>
                </a:path>
                <a:path w="27939" h="476250">
                  <a:moveTo>
                    <a:pt x="2794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7940" y="157480"/>
                  </a:lnTo>
                  <a:lnTo>
                    <a:pt x="27940" y="151142"/>
                  </a:lnTo>
                  <a:close/>
                </a:path>
                <a:path w="27939" h="476250">
                  <a:moveTo>
                    <a:pt x="27940" y="138442"/>
                  </a:moveTo>
                  <a:lnTo>
                    <a:pt x="0" y="138442"/>
                  </a:lnTo>
                  <a:lnTo>
                    <a:pt x="0" y="151130"/>
                  </a:lnTo>
                  <a:lnTo>
                    <a:pt x="27940" y="151130"/>
                  </a:lnTo>
                  <a:lnTo>
                    <a:pt x="27940" y="138442"/>
                  </a:lnTo>
                  <a:close/>
                </a:path>
                <a:path w="27939" h="476250">
                  <a:moveTo>
                    <a:pt x="27940" y="132092"/>
                  </a:moveTo>
                  <a:lnTo>
                    <a:pt x="0" y="132092"/>
                  </a:lnTo>
                  <a:lnTo>
                    <a:pt x="0" y="138430"/>
                  </a:lnTo>
                  <a:lnTo>
                    <a:pt x="27940" y="138430"/>
                  </a:lnTo>
                  <a:lnTo>
                    <a:pt x="27940" y="132092"/>
                  </a:lnTo>
                  <a:close/>
                </a:path>
                <a:path w="27939" h="476250">
                  <a:moveTo>
                    <a:pt x="27940" y="125742"/>
                  </a:moveTo>
                  <a:lnTo>
                    <a:pt x="0" y="125742"/>
                  </a:lnTo>
                  <a:lnTo>
                    <a:pt x="0" y="132080"/>
                  </a:lnTo>
                  <a:lnTo>
                    <a:pt x="27940" y="132080"/>
                  </a:lnTo>
                  <a:lnTo>
                    <a:pt x="27940" y="125742"/>
                  </a:lnTo>
                  <a:close/>
                </a:path>
                <a:path w="27939" h="476250">
                  <a:moveTo>
                    <a:pt x="27940" y="119392"/>
                  </a:moveTo>
                  <a:lnTo>
                    <a:pt x="0" y="119392"/>
                  </a:lnTo>
                  <a:lnTo>
                    <a:pt x="0" y="125730"/>
                  </a:lnTo>
                  <a:lnTo>
                    <a:pt x="27940" y="125730"/>
                  </a:lnTo>
                  <a:lnTo>
                    <a:pt x="27940" y="119392"/>
                  </a:lnTo>
                  <a:close/>
                </a:path>
                <a:path w="27939" h="476250">
                  <a:moveTo>
                    <a:pt x="27940" y="113042"/>
                  </a:moveTo>
                  <a:lnTo>
                    <a:pt x="0" y="113042"/>
                  </a:lnTo>
                  <a:lnTo>
                    <a:pt x="0" y="119380"/>
                  </a:lnTo>
                  <a:lnTo>
                    <a:pt x="27940" y="119380"/>
                  </a:lnTo>
                  <a:lnTo>
                    <a:pt x="27940" y="113042"/>
                  </a:lnTo>
                  <a:close/>
                </a:path>
                <a:path w="27939" h="476250">
                  <a:moveTo>
                    <a:pt x="27940" y="106692"/>
                  </a:moveTo>
                  <a:lnTo>
                    <a:pt x="0" y="106692"/>
                  </a:lnTo>
                  <a:lnTo>
                    <a:pt x="0" y="113030"/>
                  </a:lnTo>
                  <a:lnTo>
                    <a:pt x="27940" y="113030"/>
                  </a:lnTo>
                  <a:lnTo>
                    <a:pt x="27940" y="106692"/>
                  </a:lnTo>
                  <a:close/>
                </a:path>
                <a:path w="27939" h="476250">
                  <a:moveTo>
                    <a:pt x="27940" y="100342"/>
                  </a:moveTo>
                  <a:lnTo>
                    <a:pt x="0" y="100342"/>
                  </a:lnTo>
                  <a:lnTo>
                    <a:pt x="0" y="106680"/>
                  </a:lnTo>
                  <a:lnTo>
                    <a:pt x="27940" y="106680"/>
                  </a:lnTo>
                  <a:lnTo>
                    <a:pt x="27940" y="100342"/>
                  </a:lnTo>
                  <a:close/>
                </a:path>
                <a:path w="27939" h="476250">
                  <a:moveTo>
                    <a:pt x="2794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7940" y="100330"/>
                  </a:lnTo>
                  <a:lnTo>
                    <a:pt x="27940" y="93992"/>
                  </a:lnTo>
                  <a:close/>
                </a:path>
                <a:path w="27939" h="476250">
                  <a:moveTo>
                    <a:pt x="2794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7940" y="93980"/>
                  </a:lnTo>
                  <a:lnTo>
                    <a:pt x="27940" y="87642"/>
                  </a:lnTo>
                  <a:close/>
                </a:path>
                <a:path w="27939" h="476250">
                  <a:moveTo>
                    <a:pt x="27940" y="81292"/>
                  </a:moveTo>
                  <a:lnTo>
                    <a:pt x="0" y="81292"/>
                  </a:lnTo>
                  <a:lnTo>
                    <a:pt x="0" y="87630"/>
                  </a:lnTo>
                  <a:lnTo>
                    <a:pt x="27940" y="87630"/>
                  </a:lnTo>
                  <a:lnTo>
                    <a:pt x="27940" y="81292"/>
                  </a:lnTo>
                  <a:close/>
                </a:path>
                <a:path w="27939" h="476250">
                  <a:moveTo>
                    <a:pt x="27940" y="68592"/>
                  </a:moveTo>
                  <a:lnTo>
                    <a:pt x="0" y="68592"/>
                  </a:lnTo>
                  <a:lnTo>
                    <a:pt x="0" y="81280"/>
                  </a:lnTo>
                  <a:lnTo>
                    <a:pt x="27940" y="81280"/>
                  </a:lnTo>
                  <a:lnTo>
                    <a:pt x="27940" y="68592"/>
                  </a:lnTo>
                  <a:close/>
                </a:path>
                <a:path w="27939" h="476250">
                  <a:moveTo>
                    <a:pt x="27940" y="62242"/>
                  </a:moveTo>
                  <a:lnTo>
                    <a:pt x="0" y="62242"/>
                  </a:lnTo>
                  <a:lnTo>
                    <a:pt x="0" y="68580"/>
                  </a:lnTo>
                  <a:lnTo>
                    <a:pt x="27940" y="68580"/>
                  </a:lnTo>
                  <a:lnTo>
                    <a:pt x="27940" y="62242"/>
                  </a:lnTo>
                  <a:close/>
                </a:path>
                <a:path w="27939" h="476250">
                  <a:moveTo>
                    <a:pt x="27940" y="55892"/>
                  </a:moveTo>
                  <a:lnTo>
                    <a:pt x="0" y="55892"/>
                  </a:lnTo>
                  <a:lnTo>
                    <a:pt x="0" y="62230"/>
                  </a:lnTo>
                  <a:lnTo>
                    <a:pt x="27940" y="62230"/>
                  </a:lnTo>
                  <a:lnTo>
                    <a:pt x="27940" y="55892"/>
                  </a:lnTo>
                  <a:close/>
                </a:path>
                <a:path w="27939" h="476250">
                  <a:moveTo>
                    <a:pt x="27940" y="49542"/>
                  </a:moveTo>
                  <a:lnTo>
                    <a:pt x="0" y="49542"/>
                  </a:lnTo>
                  <a:lnTo>
                    <a:pt x="0" y="55880"/>
                  </a:lnTo>
                  <a:lnTo>
                    <a:pt x="27940" y="55880"/>
                  </a:lnTo>
                  <a:lnTo>
                    <a:pt x="27940" y="49542"/>
                  </a:lnTo>
                  <a:close/>
                </a:path>
                <a:path w="27939" h="476250">
                  <a:moveTo>
                    <a:pt x="2794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7940" y="49530"/>
                  </a:lnTo>
                  <a:lnTo>
                    <a:pt x="27940" y="43192"/>
                  </a:lnTo>
                  <a:close/>
                </a:path>
                <a:path w="27939" h="476250">
                  <a:moveTo>
                    <a:pt x="2794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7940" y="43180"/>
                  </a:lnTo>
                  <a:lnTo>
                    <a:pt x="27940" y="36842"/>
                  </a:lnTo>
                  <a:close/>
                </a:path>
                <a:path w="27939" h="476250">
                  <a:moveTo>
                    <a:pt x="2794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7940" y="36830"/>
                  </a:lnTo>
                  <a:lnTo>
                    <a:pt x="27940" y="30492"/>
                  </a:lnTo>
                  <a:close/>
                </a:path>
                <a:path w="27939" h="476250">
                  <a:moveTo>
                    <a:pt x="27940" y="24142"/>
                  </a:moveTo>
                  <a:lnTo>
                    <a:pt x="0" y="24142"/>
                  </a:lnTo>
                  <a:lnTo>
                    <a:pt x="0" y="30480"/>
                  </a:lnTo>
                  <a:lnTo>
                    <a:pt x="27940" y="30480"/>
                  </a:lnTo>
                  <a:lnTo>
                    <a:pt x="27940" y="24142"/>
                  </a:lnTo>
                  <a:close/>
                </a:path>
                <a:path w="27939" h="476250">
                  <a:moveTo>
                    <a:pt x="2794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7940" y="24130"/>
                  </a:lnTo>
                  <a:lnTo>
                    <a:pt x="27940" y="17792"/>
                  </a:lnTo>
                  <a:close/>
                </a:path>
                <a:path w="27939" h="476250">
                  <a:moveTo>
                    <a:pt x="27940" y="5092"/>
                  </a:moveTo>
                  <a:lnTo>
                    <a:pt x="0" y="5092"/>
                  </a:lnTo>
                  <a:lnTo>
                    <a:pt x="0" y="17780"/>
                  </a:lnTo>
                  <a:lnTo>
                    <a:pt x="27940" y="17780"/>
                  </a:lnTo>
                  <a:lnTo>
                    <a:pt x="27940" y="5092"/>
                  </a:lnTo>
                  <a:close/>
                </a:path>
                <a:path w="27939" h="476250">
                  <a:moveTo>
                    <a:pt x="279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7940" y="5080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264E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9" name="object 3779"/>
            <p:cNvSpPr/>
            <p:nvPr/>
          </p:nvSpPr>
          <p:spPr>
            <a:xfrm>
              <a:off x="4860290" y="5500382"/>
              <a:ext cx="27940" cy="181610"/>
            </a:xfrm>
            <a:custGeom>
              <a:avLst/>
              <a:gdLst/>
              <a:ahLst/>
              <a:cxnLst/>
              <a:rect l="l" t="t" r="r" b="b"/>
              <a:pathLst>
                <a:path w="27939" h="181610">
                  <a:moveTo>
                    <a:pt x="27940" y="180340"/>
                  </a:moveTo>
                  <a:lnTo>
                    <a:pt x="0" y="180340"/>
                  </a:lnTo>
                  <a:lnTo>
                    <a:pt x="0" y="181597"/>
                  </a:lnTo>
                  <a:lnTo>
                    <a:pt x="27940" y="181597"/>
                  </a:lnTo>
                  <a:lnTo>
                    <a:pt x="27940" y="180340"/>
                  </a:lnTo>
                  <a:close/>
                </a:path>
                <a:path w="27939" h="181610">
                  <a:moveTo>
                    <a:pt x="27940" y="173990"/>
                  </a:moveTo>
                  <a:lnTo>
                    <a:pt x="0" y="173990"/>
                  </a:lnTo>
                  <a:lnTo>
                    <a:pt x="0" y="180327"/>
                  </a:lnTo>
                  <a:lnTo>
                    <a:pt x="27940" y="180327"/>
                  </a:lnTo>
                  <a:lnTo>
                    <a:pt x="27940" y="173990"/>
                  </a:lnTo>
                  <a:close/>
                </a:path>
                <a:path w="27939" h="181610">
                  <a:moveTo>
                    <a:pt x="27940" y="171450"/>
                  </a:moveTo>
                  <a:lnTo>
                    <a:pt x="0" y="171450"/>
                  </a:lnTo>
                  <a:lnTo>
                    <a:pt x="0" y="173977"/>
                  </a:lnTo>
                  <a:lnTo>
                    <a:pt x="27940" y="173977"/>
                  </a:lnTo>
                  <a:lnTo>
                    <a:pt x="27940" y="171450"/>
                  </a:lnTo>
                  <a:close/>
                </a:path>
                <a:path w="27939" h="181610">
                  <a:moveTo>
                    <a:pt x="27940" y="167640"/>
                  </a:moveTo>
                  <a:lnTo>
                    <a:pt x="0" y="167640"/>
                  </a:lnTo>
                  <a:lnTo>
                    <a:pt x="0" y="171437"/>
                  </a:lnTo>
                  <a:lnTo>
                    <a:pt x="27940" y="171437"/>
                  </a:lnTo>
                  <a:lnTo>
                    <a:pt x="27940" y="167640"/>
                  </a:lnTo>
                  <a:close/>
                </a:path>
                <a:path w="27939" h="181610">
                  <a:moveTo>
                    <a:pt x="27940" y="165100"/>
                  </a:moveTo>
                  <a:lnTo>
                    <a:pt x="0" y="165100"/>
                  </a:lnTo>
                  <a:lnTo>
                    <a:pt x="0" y="167627"/>
                  </a:lnTo>
                  <a:lnTo>
                    <a:pt x="27940" y="167627"/>
                  </a:lnTo>
                  <a:lnTo>
                    <a:pt x="27940" y="165100"/>
                  </a:lnTo>
                  <a:close/>
                </a:path>
                <a:path w="27939" h="181610">
                  <a:moveTo>
                    <a:pt x="27940" y="161290"/>
                  </a:moveTo>
                  <a:lnTo>
                    <a:pt x="0" y="161290"/>
                  </a:lnTo>
                  <a:lnTo>
                    <a:pt x="0" y="165087"/>
                  </a:lnTo>
                  <a:lnTo>
                    <a:pt x="27940" y="165087"/>
                  </a:lnTo>
                  <a:lnTo>
                    <a:pt x="27940" y="161290"/>
                  </a:lnTo>
                  <a:close/>
                </a:path>
                <a:path w="27939" h="181610">
                  <a:moveTo>
                    <a:pt x="27940" y="154940"/>
                  </a:moveTo>
                  <a:lnTo>
                    <a:pt x="0" y="154940"/>
                  </a:lnTo>
                  <a:lnTo>
                    <a:pt x="0" y="161277"/>
                  </a:lnTo>
                  <a:lnTo>
                    <a:pt x="27940" y="161277"/>
                  </a:lnTo>
                  <a:lnTo>
                    <a:pt x="27940" y="154940"/>
                  </a:lnTo>
                  <a:close/>
                </a:path>
                <a:path w="27939" h="181610">
                  <a:moveTo>
                    <a:pt x="27940" y="152400"/>
                  </a:moveTo>
                  <a:lnTo>
                    <a:pt x="0" y="152400"/>
                  </a:lnTo>
                  <a:lnTo>
                    <a:pt x="0" y="154927"/>
                  </a:lnTo>
                  <a:lnTo>
                    <a:pt x="27940" y="154927"/>
                  </a:lnTo>
                  <a:lnTo>
                    <a:pt x="27940" y="152400"/>
                  </a:lnTo>
                  <a:close/>
                </a:path>
                <a:path w="27939" h="181610">
                  <a:moveTo>
                    <a:pt x="27940" y="148590"/>
                  </a:moveTo>
                  <a:lnTo>
                    <a:pt x="0" y="148590"/>
                  </a:lnTo>
                  <a:lnTo>
                    <a:pt x="0" y="152387"/>
                  </a:lnTo>
                  <a:lnTo>
                    <a:pt x="27940" y="152387"/>
                  </a:lnTo>
                  <a:lnTo>
                    <a:pt x="27940" y="148590"/>
                  </a:lnTo>
                  <a:close/>
                </a:path>
                <a:path w="27939" h="181610">
                  <a:moveTo>
                    <a:pt x="27940" y="146050"/>
                  </a:moveTo>
                  <a:lnTo>
                    <a:pt x="0" y="146050"/>
                  </a:lnTo>
                  <a:lnTo>
                    <a:pt x="0" y="148577"/>
                  </a:lnTo>
                  <a:lnTo>
                    <a:pt x="27940" y="148577"/>
                  </a:lnTo>
                  <a:lnTo>
                    <a:pt x="27940" y="146050"/>
                  </a:lnTo>
                  <a:close/>
                </a:path>
                <a:path w="27939" h="181610">
                  <a:moveTo>
                    <a:pt x="27940" y="142240"/>
                  </a:moveTo>
                  <a:lnTo>
                    <a:pt x="0" y="142240"/>
                  </a:lnTo>
                  <a:lnTo>
                    <a:pt x="0" y="146037"/>
                  </a:lnTo>
                  <a:lnTo>
                    <a:pt x="27940" y="146037"/>
                  </a:lnTo>
                  <a:lnTo>
                    <a:pt x="27940" y="142240"/>
                  </a:lnTo>
                  <a:close/>
                </a:path>
                <a:path w="27939" h="181610">
                  <a:moveTo>
                    <a:pt x="27940" y="135890"/>
                  </a:moveTo>
                  <a:lnTo>
                    <a:pt x="0" y="135890"/>
                  </a:lnTo>
                  <a:lnTo>
                    <a:pt x="0" y="142227"/>
                  </a:lnTo>
                  <a:lnTo>
                    <a:pt x="27940" y="142227"/>
                  </a:lnTo>
                  <a:lnTo>
                    <a:pt x="27940" y="135890"/>
                  </a:lnTo>
                  <a:close/>
                </a:path>
                <a:path w="27939" h="181610">
                  <a:moveTo>
                    <a:pt x="27940" y="133350"/>
                  </a:moveTo>
                  <a:lnTo>
                    <a:pt x="0" y="133350"/>
                  </a:lnTo>
                  <a:lnTo>
                    <a:pt x="0" y="135877"/>
                  </a:lnTo>
                  <a:lnTo>
                    <a:pt x="27940" y="135877"/>
                  </a:lnTo>
                  <a:lnTo>
                    <a:pt x="27940" y="133350"/>
                  </a:lnTo>
                  <a:close/>
                </a:path>
                <a:path w="27939" h="181610">
                  <a:moveTo>
                    <a:pt x="27940" y="129540"/>
                  </a:moveTo>
                  <a:lnTo>
                    <a:pt x="0" y="129540"/>
                  </a:lnTo>
                  <a:lnTo>
                    <a:pt x="0" y="133337"/>
                  </a:lnTo>
                  <a:lnTo>
                    <a:pt x="27940" y="133337"/>
                  </a:lnTo>
                  <a:lnTo>
                    <a:pt x="27940" y="129540"/>
                  </a:lnTo>
                  <a:close/>
                </a:path>
                <a:path w="27939" h="181610">
                  <a:moveTo>
                    <a:pt x="27940" y="127000"/>
                  </a:moveTo>
                  <a:lnTo>
                    <a:pt x="0" y="127000"/>
                  </a:lnTo>
                  <a:lnTo>
                    <a:pt x="0" y="129527"/>
                  </a:lnTo>
                  <a:lnTo>
                    <a:pt x="27940" y="129527"/>
                  </a:lnTo>
                  <a:lnTo>
                    <a:pt x="27940" y="127000"/>
                  </a:lnTo>
                  <a:close/>
                </a:path>
                <a:path w="27939" h="181610">
                  <a:moveTo>
                    <a:pt x="27940" y="120650"/>
                  </a:moveTo>
                  <a:lnTo>
                    <a:pt x="0" y="120650"/>
                  </a:lnTo>
                  <a:lnTo>
                    <a:pt x="0" y="126987"/>
                  </a:lnTo>
                  <a:lnTo>
                    <a:pt x="27940" y="126987"/>
                  </a:lnTo>
                  <a:lnTo>
                    <a:pt x="27940" y="120650"/>
                  </a:lnTo>
                  <a:close/>
                </a:path>
                <a:path w="27939" h="181610">
                  <a:moveTo>
                    <a:pt x="2794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27940" y="120637"/>
                  </a:lnTo>
                  <a:lnTo>
                    <a:pt x="27940" y="114300"/>
                  </a:lnTo>
                  <a:close/>
                </a:path>
                <a:path w="27939" h="181610">
                  <a:moveTo>
                    <a:pt x="27940" y="110490"/>
                  </a:moveTo>
                  <a:lnTo>
                    <a:pt x="0" y="110490"/>
                  </a:lnTo>
                  <a:lnTo>
                    <a:pt x="0" y="114287"/>
                  </a:lnTo>
                  <a:lnTo>
                    <a:pt x="27940" y="114287"/>
                  </a:lnTo>
                  <a:lnTo>
                    <a:pt x="27940" y="110490"/>
                  </a:lnTo>
                  <a:close/>
                </a:path>
                <a:path w="27939" h="181610">
                  <a:moveTo>
                    <a:pt x="27940" y="107950"/>
                  </a:moveTo>
                  <a:lnTo>
                    <a:pt x="0" y="107950"/>
                  </a:lnTo>
                  <a:lnTo>
                    <a:pt x="0" y="110477"/>
                  </a:lnTo>
                  <a:lnTo>
                    <a:pt x="27940" y="110477"/>
                  </a:lnTo>
                  <a:lnTo>
                    <a:pt x="27940" y="107950"/>
                  </a:lnTo>
                  <a:close/>
                </a:path>
                <a:path w="27939" h="181610">
                  <a:moveTo>
                    <a:pt x="27940" y="104140"/>
                  </a:moveTo>
                  <a:lnTo>
                    <a:pt x="0" y="104140"/>
                  </a:lnTo>
                  <a:lnTo>
                    <a:pt x="0" y="107937"/>
                  </a:lnTo>
                  <a:lnTo>
                    <a:pt x="27940" y="107937"/>
                  </a:lnTo>
                  <a:lnTo>
                    <a:pt x="27940" y="104140"/>
                  </a:lnTo>
                  <a:close/>
                </a:path>
                <a:path w="27939" h="181610">
                  <a:moveTo>
                    <a:pt x="27940" y="101600"/>
                  </a:moveTo>
                  <a:lnTo>
                    <a:pt x="0" y="101600"/>
                  </a:lnTo>
                  <a:lnTo>
                    <a:pt x="0" y="104127"/>
                  </a:lnTo>
                  <a:lnTo>
                    <a:pt x="27940" y="104127"/>
                  </a:lnTo>
                  <a:lnTo>
                    <a:pt x="27940" y="101600"/>
                  </a:lnTo>
                  <a:close/>
                </a:path>
                <a:path w="27939" h="181610">
                  <a:moveTo>
                    <a:pt x="27940" y="97790"/>
                  </a:moveTo>
                  <a:lnTo>
                    <a:pt x="0" y="97790"/>
                  </a:lnTo>
                  <a:lnTo>
                    <a:pt x="0" y="101587"/>
                  </a:lnTo>
                  <a:lnTo>
                    <a:pt x="27940" y="101587"/>
                  </a:lnTo>
                  <a:lnTo>
                    <a:pt x="27940" y="97790"/>
                  </a:lnTo>
                  <a:close/>
                </a:path>
                <a:path w="27939" h="181610">
                  <a:moveTo>
                    <a:pt x="27940" y="95250"/>
                  </a:moveTo>
                  <a:lnTo>
                    <a:pt x="0" y="95250"/>
                  </a:lnTo>
                  <a:lnTo>
                    <a:pt x="0" y="97777"/>
                  </a:lnTo>
                  <a:lnTo>
                    <a:pt x="27940" y="97777"/>
                  </a:lnTo>
                  <a:lnTo>
                    <a:pt x="27940" y="95250"/>
                  </a:lnTo>
                  <a:close/>
                </a:path>
                <a:path w="27939" h="181610">
                  <a:moveTo>
                    <a:pt x="27940" y="91440"/>
                  </a:moveTo>
                  <a:lnTo>
                    <a:pt x="0" y="91440"/>
                  </a:lnTo>
                  <a:lnTo>
                    <a:pt x="0" y="95237"/>
                  </a:lnTo>
                  <a:lnTo>
                    <a:pt x="27940" y="95237"/>
                  </a:lnTo>
                  <a:lnTo>
                    <a:pt x="27940" y="91440"/>
                  </a:lnTo>
                  <a:close/>
                </a:path>
                <a:path w="27939" h="181610">
                  <a:moveTo>
                    <a:pt x="27940" y="82550"/>
                  </a:moveTo>
                  <a:lnTo>
                    <a:pt x="0" y="82550"/>
                  </a:lnTo>
                  <a:lnTo>
                    <a:pt x="0" y="91427"/>
                  </a:lnTo>
                  <a:lnTo>
                    <a:pt x="27940" y="91427"/>
                  </a:lnTo>
                  <a:lnTo>
                    <a:pt x="27940" y="82550"/>
                  </a:lnTo>
                  <a:close/>
                </a:path>
                <a:path w="27939" h="181610">
                  <a:moveTo>
                    <a:pt x="27940" y="72390"/>
                  </a:moveTo>
                  <a:lnTo>
                    <a:pt x="0" y="72390"/>
                  </a:lnTo>
                  <a:lnTo>
                    <a:pt x="0" y="82537"/>
                  </a:lnTo>
                  <a:lnTo>
                    <a:pt x="27940" y="82537"/>
                  </a:lnTo>
                  <a:lnTo>
                    <a:pt x="27940" y="72390"/>
                  </a:lnTo>
                  <a:close/>
                </a:path>
                <a:path w="27939" h="181610">
                  <a:moveTo>
                    <a:pt x="27940" y="63500"/>
                  </a:moveTo>
                  <a:lnTo>
                    <a:pt x="0" y="63500"/>
                  </a:lnTo>
                  <a:lnTo>
                    <a:pt x="0" y="72377"/>
                  </a:lnTo>
                  <a:lnTo>
                    <a:pt x="27940" y="72377"/>
                  </a:lnTo>
                  <a:lnTo>
                    <a:pt x="27940" y="63500"/>
                  </a:lnTo>
                  <a:close/>
                </a:path>
                <a:path w="27939" h="181610">
                  <a:moveTo>
                    <a:pt x="27940" y="53340"/>
                  </a:moveTo>
                  <a:lnTo>
                    <a:pt x="0" y="53340"/>
                  </a:lnTo>
                  <a:lnTo>
                    <a:pt x="0" y="63487"/>
                  </a:lnTo>
                  <a:lnTo>
                    <a:pt x="27940" y="63487"/>
                  </a:lnTo>
                  <a:lnTo>
                    <a:pt x="27940" y="53340"/>
                  </a:lnTo>
                  <a:close/>
                </a:path>
                <a:path w="27939" h="181610">
                  <a:moveTo>
                    <a:pt x="27940" y="50800"/>
                  </a:moveTo>
                  <a:lnTo>
                    <a:pt x="0" y="50800"/>
                  </a:lnTo>
                  <a:lnTo>
                    <a:pt x="0" y="53327"/>
                  </a:lnTo>
                  <a:lnTo>
                    <a:pt x="27940" y="53327"/>
                  </a:lnTo>
                  <a:lnTo>
                    <a:pt x="27940" y="50800"/>
                  </a:lnTo>
                  <a:close/>
                </a:path>
                <a:path w="27939" h="181610">
                  <a:moveTo>
                    <a:pt x="27940" y="46990"/>
                  </a:moveTo>
                  <a:lnTo>
                    <a:pt x="0" y="46990"/>
                  </a:lnTo>
                  <a:lnTo>
                    <a:pt x="0" y="50787"/>
                  </a:lnTo>
                  <a:lnTo>
                    <a:pt x="27940" y="50787"/>
                  </a:lnTo>
                  <a:lnTo>
                    <a:pt x="27940" y="46990"/>
                  </a:lnTo>
                  <a:close/>
                </a:path>
                <a:path w="27939" h="181610">
                  <a:moveTo>
                    <a:pt x="27940" y="40640"/>
                  </a:moveTo>
                  <a:lnTo>
                    <a:pt x="0" y="40640"/>
                  </a:lnTo>
                  <a:lnTo>
                    <a:pt x="0" y="46977"/>
                  </a:lnTo>
                  <a:lnTo>
                    <a:pt x="27940" y="46977"/>
                  </a:lnTo>
                  <a:lnTo>
                    <a:pt x="27940" y="40640"/>
                  </a:lnTo>
                  <a:close/>
                </a:path>
                <a:path w="27939" h="181610">
                  <a:moveTo>
                    <a:pt x="27940" y="34290"/>
                  </a:moveTo>
                  <a:lnTo>
                    <a:pt x="0" y="34290"/>
                  </a:lnTo>
                  <a:lnTo>
                    <a:pt x="0" y="40627"/>
                  </a:lnTo>
                  <a:lnTo>
                    <a:pt x="27940" y="40627"/>
                  </a:lnTo>
                  <a:lnTo>
                    <a:pt x="27940" y="34290"/>
                  </a:lnTo>
                  <a:close/>
                </a:path>
                <a:path w="27939" h="181610">
                  <a:moveTo>
                    <a:pt x="27940" y="27940"/>
                  </a:moveTo>
                  <a:lnTo>
                    <a:pt x="0" y="27940"/>
                  </a:lnTo>
                  <a:lnTo>
                    <a:pt x="0" y="34277"/>
                  </a:lnTo>
                  <a:lnTo>
                    <a:pt x="27940" y="34277"/>
                  </a:lnTo>
                  <a:lnTo>
                    <a:pt x="27940" y="27940"/>
                  </a:lnTo>
                  <a:close/>
                </a:path>
                <a:path w="27939" h="181610">
                  <a:moveTo>
                    <a:pt x="27940" y="25400"/>
                  </a:moveTo>
                  <a:lnTo>
                    <a:pt x="0" y="25400"/>
                  </a:lnTo>
                  <a:lnTo>
                    <a:pt x="0" y="27927"/>
                  </a:lnTo>
                  <a:lnTo>
                    <a:pt x="27940" y="27927"/>
                  </a:lnTo>
                  <a:lnTo>
                    <a:pt x="27940" y="25400"/>
                  </a:lnTo>
                  <a:close/>
                </a:path>
                <a:path w="27939" h="181610">
                  <a:moveTo>
                    <a:pt x="2794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27940" y="25387"/>
                  </a:lnTo>
                  <a:lnTo>
                    <a:pt x="27940" y="21590"/>
                  </a:lnTo>
                  <a:close/>
                </a:path>
                <a:path w="27939" h="181610">
                  <a:moveTo>
                    <a:pt x="27940" y="15240"/>
                  </a:moveTo>
                  <a:lnTo>
                    <a:pt x="0" y="15240"/>
                  </a:lnTo>
                  <a:lnTo>
                    <a:pt x="0" y="21577"/>
                  </a:lnTo>
                  <a:lnTo>
                    <a:pt x="27940" y="21577"/>
                  </a:lnTo>
                  <a:lnTo>
                    <a:pt x="27940" y="15240"/>
                  </a:lnTo>
                  <a:close/>
                </a:path>
                <a:path w="27939" h="181610">
                  <a:moveTo>
                    <a:pt x="2794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7940" y="15227"/>
                  </a:lnTo>
                  <a:lnTo>
                    <a:pt x="27940" y="12700"/>
                  </a:lnTo>
                  <a:close/>
                </a:path>
                <a:path w="27939" h="181610">
                  <a:moveTo>
                    <a:pt x="2794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7940" y="12687"/>
                  </a:lnTo>
                  <a:lnTo>
                    <a:pt x="27940" y="8890"/>
                  </a:lnTo>
                  <a:close/>
                </a:path>
                <a:path w="27939" h="181610">
                  <a:moveTo>
                    <a:pt x="27940" y="0"/>
                  </a:moveTo>
                  <a:lnTo>
                    <a:pt x="0" y="0"/>
                  </a:lnTo>
                  <a:lnTo>
                    <a:pt x="0" y="8877"/>
                  </a:lnTo>
                  <a:lnTo>
                    <a:pt x="27940" y="8877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264E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0" name="object 3780"/>
            <p:cNvSpPr/>
            <p:nvPr/>
          </p:nvSpPr>
          <p:spPr>
            <a:xfrm>
              <a:off x="4888230" y="5033010"/>
              <a:ext cx="27940" cy="476250"/>
            </a:xfrm>
            <a:custGeom>
              <a:avLst/>
              <a:gdLst/>
              <a:ahLst/>
              <a:cxnLst/>
              <a:rect l="l" t="t" r="r" b="b"/>
              <a:pathLst>
                <a:path w="27939" h="476250">
                  <a:moveTo>
                    <a:pt x="27940" y="467372"/>
                  </a:moveTo>
                  <a:lnTo>
                    <a:pt x="0" y="467372"/>
                  </a:lnTo>
                  <a:lnTo>
                    <a:pt x="0" y="476250"/>
                  </a:lnTo>
                  <a:lnTo>
                    <a:pt x="27940" y="476250"/>
                  </a:lnTo>
                  <a:lnTo>
                    <a:pt x="27940" y="467372"/>
                  </a:lnTo>
                  <a:close/>
                </a:path>
                <a:path w="27939" h="476250">
                  <a:moveTo>
                    <a:pt x="27940" y="463562"/>
                  </a:moveTo>
                  <a:lnTo>
                    <a:pt x="0" y="463562"/>
                  </a:lnTo>
                  <a:lnTo>
                    <a:pt x="0" y="467360"/>
                  </a:lnTo>
                  <a:lnTo>
                    <a:pt x="27940" y="467360"/>
                  </a:lnTo>
                  <a:lnTo>
                    <a:pt x="27940" y="463562"/>
                  </a:lnTo>
                  <a:close/>
                </a:path>
                <a:path w="27939" h="476250">
                  <a:moveTo>
                    <a:pt x="27940" y="461022"/>
                  </a:moveTo>
                  <a:lnTo>
                    <a:pt x="0" y="461022"/>
                  </a:lnTo>
                  <a:lnTo>
                    <a:pt x="0" y="463550"/>
                  </a:lnTo>
                  <a:lnTo>
                    <a:pt x="27940" y="463550"/>
                  </a:lnTo>
                  <a:lnTo>
                    <a:pt x="27940" y="461022"/>
                  </a:lnTo>
                  <a:close/>
                </a:path>
                <a:path w="27939" h="476250">
                  <a:moveTo>
                    <a:pt x="27940" y="457212"/>
                  </a:moveTo>
                  <a:lnTo>
                    <a:pt x="0" y="457212"/>
                  </a:lnTo>
                  <a:lnTo>
                    <a:pt x="0" y="461010"/>
                  </a:lnTo>
                  <a:lnTo>
                    <a:pt x="27940" y="461010"/>
                  </a:lnTo>
                  <a:lnTo>
                    <a:pt x="27940" y="457212"/>
                  </a:lnTo>
                  <a:close/>
                </a:path>
                <a:path w="27939" h="476250">
                  <a:moveTo>
                    <a:pt x="27940" y="448322"/>
                  </a:moveTo>
                  <a:lnTo>
                    <a:pt x="0" y="448322"/>
                  </a:lnTo>
                  <a:lnTo>
                    <a:pt x="0" y="457200"/>
                  </a:lnTo>
                  <a:lnTo>
                    <a:pt x="27940" y="457200"/>
                  </a:lnTo>
                  <a:lnTo>
                    <a:pt x="27940" y="448322"/>
                  </a:lnTo>
                  <a:close/>
                </a:path>
                <a:path w="27939" h="476250">
                  <a:moveTo>
                    <a:pt x="27940" y="429272"/>
                  </a:moveTo>
                  <a:lnTo>
                    <a:pt x="0" y="429272"/>
                  </a:lnTo>
                  <a:lnTo>
                    <a:pt x="0" y="448310"/>
                  </a:lnTo>
                  <a:lnTo>
                    <a:pt x="27940" y="448310"/>
                  </a:lnTo>
                  <a:lnTo>
                    <a:pt x="27940" y="429272"/>
                  </a:lnTo>
                  <a:close/>
                </a:path>
                <a:path w="27939" h="476250">
                  <a:moveTo>
                    <a:pt x="27940" y="422922"/>
                  </a:moveTo>
                  <a:lnTo>
                    <a:pt x="0" y="422922"/>
                  </a:lnTo>
                  <a:lnTo>
                    <a:pt x="0" y="429260"/>
                  </a:lnTo>
                  <a:lnTo>
                    <a:pt x="27940" y="429260"/>
                  </a:lnTo>
                  <a:lnTo>
                    <a:pt x="27940" y="422922"/>
                  </a:lnTo>
                  <a:close/>
                </a:path>
                <a:path w="27939" h="476250">
                  <a:moveTo>
                    <a:pt x="27940" y="416572"/>
                  </a:moveTo>
                  <a:lnTo>
                    <a:pt x="0" y="416572"/>
                  </a:lnTo>
                  <a:lnTo>
                    <a:pt x="0" y="422910"/>
                  </a:lnTo>
                  <a:lnTo>
                    <a:pt x="27940" y="422910"/>
                  </a:lnTo>
                  <a:lnTo>
                    <a:pt x="27940" y="416572"/>
                  </a:lnTo>
                  <a:close/>
                </a:path>
                <a:path w="27939" h="476250">
                  <a:moveTo>
                    <a:pt x="27940" y="412762"/>
                  </a:moveTo>
                  <a:lnTo>
                    <a:pt x="0" y="412762"/>
                  </a:lnTo>
                  <a:lnTo>
                    <a:pt x="0" y="416560"/>
                  </a:lnTo>
                  <a:lnTo>
                    <a:pt x="27940" y="416560"/>
                  </a:lnTo>
                  <a:lnTo>
                    <a:pt x="27940" y="412762"/>
                  </a:lnTo>
                  <a:close/>
                </a:path>
                <a:path w="27939" h="476250">
                  <a:moveTo>
                    <a:pt x="27940" y="410222"/>
                  </a:moveTo>
                  <a:lnTo>
                    <a:pt x="0" y="410222"/>
                  </a:lnTo>
                  <a:lnTo>
                    <a:pt x="0" y="412750"/>
                  </a:lnTo>
                  <a:lnTo>
                    <a:pt x="27940" y="412750"/>
                  </a:lnTo>
                  <a:lnTo>
                    <a:pt x="27940" y="410222"/>
                  </a:lnTo>
                  <a:close/>
                </a:path>
                <a:path w="27939" h="476250">
                  <a:moveTo>
                    <a:pt x="27940" y="406412"/>
                  </a:moveTo>
                  <a:lnTo>
                    <a:pt x="0" y="406412"/>
                  </a:lnTo>
                  <a:lnTo>
                    <a:pt x="0" y="410210"/>
                  </a:lnTo>
                  <a:lnTo>
                    <a:pt x="27940" y="410210"/>
                  </a:lnTo>
                  <a:lnTo>
                    <a:pt x="27940" y="406412"/>
                  </a:lnTo>
                  <a:close/>
                </a:path>
                <a:path w="27939" h="476250">
                  <a:moveTo>
                    <a:pt x="27940" y="403872"/>
                  </a:moveTo>
                  <a:lnTo>
                    <a:pt x="0" y="403872"/>
                  </a:lnTo>
                  <a:lnTo>
                    <a:pt x="0" y="406400"/>
                  </a:lnTo>
                  <a:lnTo>
                    <a:pt x="27940" y="406400"/>
                  </a:lnTo>
                  <a:lnTo>
                    <a:pt x="27940" y="403872"/>
                  </a:lnTo>
                  <a:close/>
                </a:path>
                <a:path w="27939" h="476250">
                  <a:moveTo>
                    <a:pt x="27940" y="397522"/>
                  </a:moveTo>
                  <a:lnTo>
                    <a:pt x="0" y="397522"/>
                  </a:lnTo>
                  <a:lnTo>
                    <a:pt x="0" y="403860"/>
                  </a:lnTo>
                  <a:lnTo>
                    <a:pt x="27940" y="403860"/>
                  </a:lnTo>
                  <a:lnTo>
                    <a:pt x="27940" y="397522"/>
                  </a:lnTo>
                  <a:close/>
                </a:path>
                <a:path w="27939" h="476250">
                  <a:moveTo>
                    <a:pt x="27940" y="393712"/>
                  </a:moveTo>
                  <a:lnTo>
                    <a:pt x="0" y="393712"/>
                  </a:lnTo>
                  <a:lnTo>
                    <a:pt x="0" y="397510"/>
                  </a:lnTo>
                  <a:lnTo>
                    <a:pt x="27940" y="397510"/>
                  </a:lnTo>
                  <a:lnTo>
                    <a:pt x="27940" y="393712"/>
                  </a:lnTo>
                  <a:close/>
                </a:path>
                <a:path w="27939" h="476250">
                  <a:moveTo>
                    <a:pt x="27940" y="391172"/>
                  </a:moveTo>
                  <a:lnTo>
                    <a:pt x="0" y="391172"/>
                  </a:lnTo>
                  <a:lnTo>
                    <a:pt x="0" y="393700"/>
                  </a:lnTo>
                  <a:lnTo>
                    <a:pt x="27940" y="393700"/>
                  </a:lnTo>
                  <a:lnTo>
                    <a:pt x="27940" y="391172"/>
                  </a:lnTo>
                  <a:close/>
                </a:path>
                <a:path w="27939" h="476250">
                  <a:moveTo>
                    <a:pt x="27940" y="387362"/>
                  </a:moveTo>
                  <a:lnTo>
                    <a:pt x="0" y="387362"/>
                  </a:lnTo>
                  <a:lnTo>
                    <a:pt x="0" y="391160"/>
                  </a:lnTo>
                  <a:lnTo>
                    <a:pt x="27940" y="391160"/>
                  </a:lnTo>
                  <a:lnTo>
                    <a:pt x="27940" y="387362"/>
                  </a:lnTo>
                  <a:close/>
                </a:path>
                <a:path w="27939" h="476250">
                  <a:moveTo>
                    <a:pt x="27940" y="384822"/>
                  </a:moveTo>
                  <a:lnTo>
                    <a:pt x="0" y="384822"/>
                  </a:lnTo>
                  <a:lnTo>
                    <a:pt x="0" y="387350"/>
                  </a:lnTo>
                  <a:lnTo>
                    <a:pt x="27940" y="387350"/>
                  </a:lnTo>
                  <a:lnTo>
                    <a:pt x="27940" y="384822"/>
                  </a:lnTo>
                  <a:close/>
                </a:path>
                <a:path w="27939" h="476250">
                  <a:moveTo>
                    <a:pt x="27940" y="365772"/>
                  </a:moveTo>
                  <a:lnTo>
                    <a:pt x="0" y="365772"/>
                  </a:lnTo>
                  <a:lnTo>
                    <a:pt x="0" y="384810"/>
                  </a:lnTo>
                  <a:lnTo>
                    <a:pt x="27940" y="384810"/>
                  </a:lnTo>
                  <a:lnTo>
                    <a:pt x="27940" y="365772"/>
                  </a:lnTo>
                  <a:close/>
                </a:path>
                <a:path w="27939" h="476250">
                  <a:moveTo>
                    <a:pt x="27940" y="359422"/>
                  </a:moveTo>
                  <a:lnTo>
                    <a:pt x="0" y="359422"/>
                  </a:lnTo>
                  <a:lnTo>
                    <a:pt x="0" y="365760"/>
                  </a:lnTo>
                  <a:lnTo>
                    <a:pt x="27940" y="365760"/>
                  </a:lnTo>
                  <a:lnTo>
                    <a:pt x="27940" y="359422"/>
                  </a:lnTo>
                  <a:close/>
                </a:path>
                <a:path w="27939" h="476250">
                  <a:moveTo>
                    <a:pt x="27940" y="355612"/>
                  </a:moveTo>
                  <a:lnTo>
                    <a:pt x="0" y="355612"/>
                  </a:lnTo>
                  <a:lnTo>
                    <a:pt x="0" y="359410"/>
                  </a:lnTo>
                  <a:lnTo>
                    <a:pt x="27940" y="359410"/>
                  </a:lnTo>
                  <a:lnTo>
                    <a:pt x="27940" y="355612"/>
                  </a:lnTo>
                  <a:close/>
                </a:path>
                <a:path w="27939" h="476250">
                  <a:moveTo>
                    <a:pt x="27940" y="346722"/>
                  </a:moveTo>
                  <a:lnTo>
                    <a:pt x="0" y="346722"/>
                  </a:lnTo>
                  <a:lnTo>
                    <a:pt x="0" y="355600"/>
                  </a:lnTo>
                  <a:lnTo>
                    <a:pt x="27940" y="355600"/>
                  </a:lnTo>
                  <a:lnTo>
                    <a:pt x="27940" y="346722"/>
                  </a:lnTo>
                  <a:close/>
                </a:path>
                <a:path w="27939" h="476250">
                  <a:moveTo>
                    <a:pt x="27940" y="340372"/>
                  </a:moveTo>
                  <a:lnTo>
                    <a:pt x="0" y="340372"/>
                  </a:lnTo>
                  <a:lnTo>
                    <a:pt x="0" y="346710"/>
                  </a:lnTo>
                  <a:lnTo>
                    <a:pt x="27940" y="346710"/>
                  </a:lnTo>
                  <a:lnTo>
                    <a:pt x="27940" y="340372"/>
                  </a:lnTo>
                  <a:close/>
                </a:path>
                <a:path w="27939" h="476250">
                  <a:moveTo>
                    <a:pt x="27940" y="334022"/>
                  </a:moveTo>
                  <a:lnTo>
                    <a:pt x="0" y="334022"/>
                  </a:lnTo>
                  <a:lnTo>
                    <a:pt x="0" y="340360"/>
                  </a:lnTo>
                  <a:lnTo>
                    <a:pt x="27940" y="340360"/>
                  </a:lnTo>
                  <a:lnTo>
                    <a:pt x="27940" y="334022"/>
                  </a:lnTo>
                  <a:close/>
                </a:path>
                <a:path w="27939" h="476250">
                  <a:moveTo>
                    <a:pt x="27940" y="330212"/>
                  </a:moveTo>
                  <a:lnTo>
                    <a:pt x="0" y="330212"/>
                  </a:lnTo>
                  <a:lnTo>
                    <a:pt x="0" y="334010"/>
                  </a:lnTo>
                  <a:lnTo>
                    <a:pt x="27940" y="334010"/>
                  </a:lnTo>
                  <a:lnTo>
                    <a:pt x="27940" y="330212"/>
                  </a:lnTo>
                  <a:close/>
                </a:path>
                <a:path w="27939" h="476250">
                  <a:moveTo>
                    <a:pt x="27940" y="327672"/>
                  </a:moveTo>
                  <a:lnTo>
                    <a:pt x="0" y="327672"/>
                  </a:lnTo>
                  <a:lnTo>
                    <a:pt x="0" y="330200"/>
                  </a:lnTo>
                  <a:lnTo>
                    <a:pt x="27940" y="330200"/>
                  </a:lnTo>
                  <a:lnTo>
                    <a:pt x="27940" y="327672"/>
                  </a:lnTo>
                  <a:close/>
                </a:path>
                <a:path w="27939" h="476250">
                  <a:moveTo>
                    <a:pt x="27940" y="317512"/>
                  </a:moveTo>
                  <a:lnTo>
                    <a:pt x="0" y="317512"/>
                  </a:lnTo>
                  <a:lnTo>
                    <a:pt x="0" y="327660"/>
                  </a:lnTo>
                  <a:lnTo>
                    <a:pt x="27940" y="327660"/>
                  </a:lnTo>
                  <a:lnTo>
                    <a:pt x="27940" y="317512"/>
                  </a:lnTo>
                  <a:close/>
                </a:path>
                <a:path w="27939" h="476250">
                  <a:moveTo>
                    <a:pt x="27940" y="314972"/>
                  </a:moveTo>
                  <a:lnTo>
                    <a:pt x="0" y="314972"/>
                  </a:lnTo>
                  <a:lnTo>
                    <a:pt x="0" y="317500"/>
                  </a:lnTo>
                  <a:lnTo>
                    <a:pt x="27940" y="317500"/>
                  </a:lnTo>
                  <a:lnTo>
                    <a:pt x="27940" y="314972"/>
                  </a:lnTo>
                  <a:close/>
                </a:path>
                <a:path w="27939" h="476250">
                  <a:moveTo>
                    <a:pt x="27940" y="311162"/>
                  </a:moveTo>
                  <a:lnTo>
                    <a:pt x="0" y="311162"/>
                  </a:lnTo>
                  <a:lnTo>
                    <a:pt x="0" y="314960"/>
                  </a:lnTo>
                  <a:lnTo>
                    <a:pt x="27940" y="314960"/>
                  </a:lnTo>
                  <a:lnTo>
                    <a:pt x="27940" y="311162"/>
                  </a:lnTo>
                  <a:close/>
                </a:path>
                <a:path w="27939" h="476250">
                  <a:moveTo>
                    <a:pt x="27940" y="304812"/>
                  </a:moveTo>
                  <a:lnTo>
                    <a:pt x="0" y="304812"/>
                  </a:lnTo>
                  <a:lnTo>
                    <a:pt x="0" y="311150"/>
                  </a:lnTo>
                  <a:lnTo>
                    <a:pt x="27940" y="311150"/>
                  </a:lnTo>
                  <a:lnTo>
                    <a:pt x="27940" y="304812"/>
                  </a:lnTo>
                  <a:close/>
                </a:path>
                <a:path w="27939" h="476250">
                  <a:moveTo>
                    <a:pt x="27940" y="292112"/>
                  </a:moveTo>
                  <a:lnTo>
                    <a:pt x="0" y="292112"/>
                  </a:lnTo>
                  <a:lnTo>
                    <a:pt x="0" y="304800"/>
                  </a:lnTo>
                  <a:lnTo>
                    <a:pt x="27940" y="304800"/>
                  </a:lnTo>
                  <a:lnTo>
                    <a:pt x="27940" y="292112"/>
                  </a:lnTo>
                  <a:close/>
                </a:path>
                <a:path w="27939" h="476250">
                  <a:moveTo>
                    <a:pt x="27940" y="289572"/>
                  </a:moveTo>
                  <a:lnTo>
                    <a:pt x="0" y="289572"/>
                  </a:lnTo>
                  <a:lnTo>
                    <a:pt x="0" y="292100"/>
                  </a:lnTo>
                  <a:lnTo>
                    <a:pt x="27940" y="292100"/>
                  </a:lnTo>
                  <a:lnTo>
                    <a:pt x="27940" y="289572"/>
                  </a:lnTo>
                  <a:close/>
                </a:path>
                <a:path w="27939" h="476250">
                  <a:moveTo>
                    <a:pt x="27940" y="285762"/>
                  </a:moveTo>
                  <a:lnTo>
                    <a:pt x="0" y="285762"/>
                  </a:lnTo>
                  <a:lnTo>
                    <a:pt x="0" y="289560"/>
                  </a:lnTo>
                  <a:lnTo>
                    <a:pt x="27940" y="289560"/>
                  </a:lnTo>
                  <a:lnTo>
                    <a:pt x="27940" y="285762"/>
                  </a:lnTo>
                  <a:close/>
                </a:path>
                <a:path w="27939" h="476250">
                  <a:moveTo>
                    <a:pt x="27940" y="283222"/>
                  </a:moveTo>
                  <a:lnTo>
                    <a:pt x="0" y="283222"/>
                  </a:lnTo>
                  <a:lnTo>
                    <a:pt x="0" y="285750"/>
                  </a:lnTo>
                  <a:lnTo>
                    <a:pt x="27940" y="285750"/>
                  </a:lnTo>
                  <a:lnTo>
                    <a:pt x="27940" y="283222"/>
                  </a:lnTo>
                  <a:close/>
                </a:path>
                <a:path w="27939" h="476250">
                  <a:moveTo>
                    <a:pt x="27940" y="279412"/>
                  </a:moveTo>
                  <a:lnTo>
                    <a:pt x="0" y="279412"/>
                  </a:lnTo>
                  <a:lnTo>
                    <a:pt x="0" y="283210"/>
                  </a:lnTo>
                  <a:lnTo>
                    <a:pt x="27940" y="283210"/>
                  </a:lnTo>
                  <a:lnTo>
                    <a:pt x="27940" y="279412"/>
                  </a:lnTo>
                  <a:close/>
                </a:path>
                <a:path w="27939" h="476250">
                  <a:moveTo>
                    <a:pt x="27940" y="273062"/>
                  </a:moveTo>
                  <a:lnTo>
                    <a:pt x="0" y="273062"/>
                  </a:lnTo>
                  <a:lnTo>
                    <a:pt x="0" y="279400"/>
                  </a:lnTo>
                  <a:lnTo>
                    <a:pt x="27940" y="279400"/>
                  </a:lnTo>
                  <a:lnTo>
                    <a:pt x="27940" y="273062"/>
                  </a:lnTo>
                  <a:close/>
                </a:path>
                <a:path w="27939" h="476250">
                  <a:moveTo>
                    <a:pt x="27940" y="234962"/>
                  </a:moveTo>
                  <a:lnTo>
                    <a:pt x="0" y="234962"/>
                  </a:lnTo>
                  <a:lnTo>
                    <a:pt x="0" y="273050"/>
                  </a:lnTo>
                  <a:lnTo>
                    <a:pt x="27940" y="273050"/>
                  </a:lnTo>
                  <a:lnTo>
                    <a:pt x="27940" y="234962"/>
                  </a:lnTo>
                  <a:close/>
                </a:path>
                <a:path w="27939" h="476250">
                  <a:moveTo>
                    <a:pt x="2794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7940" y="234950"/>
                  </a:lnTo>
                  <a:lnTo>
                    <a:pt x="27940" y="232422"/>
                  </a:lnTo>
                  <a:close/>
                </a:path>
                <a:path w="27939" h="476250">
                  <a:moveTo>
                    <a:pt x="2794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27940" y="232410"/>
                  </a:lnTo>
                  <a:lnTo>
                    <a:pt x="27940" y="226072"/>
                  </a:lnTo>
                  <a:close/>
                </a:path>
                <a:path w="27939" h="476250">
                  <a:moveTo>
                    <a:pt x="2794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27940" y="226060"/>
                  </a:lnTo>
                  <a:lnTo>
                    <a:pt x="27940" y="222262"/>
                  </a:lnTo>
                  <a:close/>
                </a:path>
                <a:path w="27939" h="476250">
                  <a:moveTo>
                    <a:pt x="2794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27940" y="222250"/>
                  </a:lnTo>
                  <a:lnTo>
                    <a:pt x="27940" y="219722"/>
                  </a:lnTo>
                  <a:close/>
                </a:path>
                <a:path w="27939" h="476250">
                  <a:moveTo>
                    <a:pt x="27940" y="213372"/>
                  </a:moveTo>
                  <a:lnTo>
                    <a:pt x="0" y="213372"/>
                  </a:lnTo>
                  <a:lnTo>
                    <a:pt x="0" y="219710"/>
                  </a:lnTo>
                  <a:lnTo>
                    <a:pt x="27940" y="219710"/>
                  </a:lnTo>
                  <a:lnTo>
                    <a:pt x="27940" y="213372"/>
                  </a:lnTo>
                  <a:close/>
                </a:path>
                <a:path w="27939" h="476250">
                  <a:moveTo>
                    <a:pt x="27940" y="207022"/>
                  </a:moveTo>
                  <a:lnTo>
                    <a:pt x="0" y="207022"/>
                  </a:lnTo>
                  <a:lnTo>
                    <a:pt x="0" y="213360"/>
                  </a:lnTo>
                  <a:lnTo>
                    <a:pt x="27940" y="213360"/>
                  </a:lnTo>
                  <a:lnTo>
                    <a:pt x="27940" y="207022"/>
                  </a:lnTo>
                  <a:close/>
                </a:path>
                <a:path w="27939" h="476250">
                  <a:moveTo>
                    <a:pt x="27940" y="195592"/>
                  </a:moveTo>
                  <a:lnTo>
                    <a:pt x="0" y="195592"/>
                  </a:lnTo>
                  <a:lnTo>
                    <a:pt x="0" y="207010"/>
                  </a:lnTo>
                  <a:lnTo>
                    <a:pt x="27940" y="207010"/>
                  </a:lnTo>
                  <a:lnTo>
                    <a:pt x="27940" y="195592"/>
                  </a:lnTo>
                  <a:close/>
                </a:path>
                <a:path w="27939" h="476250">
                  <a:moveTo>
                    <a:pt x="2794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7940" y="195580"/>
                  </a:lnTo>
                  <a:lnTo>
                    <a:pt x="27940" y="189242"/>
                  </a:lnTo>
                  <a:close/>
                </a:path>
                <a:path w="27939" h="476250">
                  <a:moveTo>
                    <a:pt x="27940" y="182892"/>
                  </a:moveTo>
                  <a:lnTo>
                    <a:pt x="0" y="182892"/>
                  </a:lnTo>
                  <a:lnTo>
                    <a:pt x="0" y="189230"/>
                  </a:lnTo>
                  <a:lnTo>
                    <a:pt x="27940" y="189230"/>
                  </a:lnTo>
                  <a:lnTo>
                    <a:pt x="27940" y="182892"/>
                  </a:lnTo>
                  <a:close/>
                </a:path>
                <a:path w="27939" h="476250">
                  <a:moveTo>
                    <a:pt x="27940" y="176542"/>
                  </a:moveTo>
                  <a:lnTo>
                    <a:pt x="0" y="176542"/>
                  </a:lnTo>
                  <a:lnTo>
                    <a:pt x="0" y="182880"/>
                  </a:lnTo>
                  <a:lnTo>
                    <a:pt x="27940" y="182880"/>
                  </a:lnTo>
                  <a:lnTo>
                    <a:pt x="27940" y="176542"/>
                  </a:lnTo>
                  <a:close/>
                </a:path>
                <a:path w="27939" h="476250">
                  <a:moveTo>
                    <a:pt x="27940" y="170192"/>
                  </a:moveTo>
                  <a:lnTo>
                    <a:pt x="0" y="170192"/>
                  </a:lnTo>
                  <a:lnTo>
                    <a:pt x="0" y="176530"/>
                  </a:lnTo>
                  <a:lnTo>
                    <a:pt x="27940" y="176530"/>
                  </a:lnTo>
                  <a:lnTo>
                    <a:pt x="27940" y="170192"/>
                  </a:lnTo>
                  <a:close/>
                </a:path>
                <a:path w="27939" h="476250">
                  <a:moveTo>
                    <a:pt x="27940" y="163842"/>
                  </a:moveTo>
                  <a:lnTo>
                    <a:pt x="0" y="163842"/>
                  </a:lnTo>
                  <a:lnTo>
                    <a:pt x="0" y="170180"/>
                  </a:lnTo>
                  <a:lnTo>
                    <a:pt x="27940" y="170180"/>
                  </a:lnTo>
                  <a:lnTo>
                    <a:pt x="27940" y="163842"/>
                  </a:lnTo>
                  <a:close/>
                </a:path>
                <a:path w="27939" h="476250">
                  <a:moveTo>
                    <a:pt x="27940" y="157492"/>
                  </a:moveTo>
                  <a:lnTo>
                    <a:pt x="0" y="157492"/>
                  </a:lnTo>
                  <a:lnTo>
                    <a:pt x="0" y="163830"/>
                  </a:lnTo>
                  <a:lnTo>
                    <a:pt x="27940" y="163830"/>
                  </a:lnTo>
                  <a:lnTo>
                    <a:pt x="27940" y="157492"/>
                  </a:lnTo>
                  <a:close/>
                </a:path>
                <a:path w="27939" h="476250">
                  <a:moveTo>
                    <a:pt x="2794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7940" y="157480"/>
                  </a:lnTo>
                  <a:lnTo>
                    <a:pt x="27940" y="151142"/>
                  </a:lnTo>
                  <a:close/>
                </a:path>
                <a:path w="27939" h="476250">
                  <a:moveTo>
                    <a:pt x="27940" y="138442"/>
                  </a:moveTo>
                  <a:lnTo>
                    <a:pt x="0" y="138442"/>
                  </a:lnTo>
                  <a:lnTo>
                    <a:pt x="0" y="151130"/>
                  </a:lnTo>
                  <a:lnTo>
                    <a:pt x="27940" y="151130"/>
                  </a:lnTo>
                  <a:lnTo>
                    <a:pt x="27940" y="138442"/>
                  </a:lnTo>
                  <a:close/>
                </a:path>
                <a:path w="27939" h="476250">
                  <a:moveTo>
                    <a:pt x="27940" y="132092"/>
                  </a:moveTo>
                  <a:lnTo>
                    <a:pt x="0" y="132092"/>
                  </a:lnTo>
                  <a:lnTo>
                    <a:pt x="0" y="138430"/>
                  </a:lnTo>
                  <a:lnTo>
                    <a:pt x="27940" y="138430"/>
                  </a:lnTo>
                  <a:lnTo>
                    <a:pt x="27940" y="132092"/>
                  </a:lnTo>
                  <a:close/>
                </a:path>
                <a:path w="27939" h="476250">
                  <a:moveTo>
                    <a:pt x="27940" y="125742"/>
                  </a:moveTo>
                  <a:lnTo>
                    <a:pt x="0" y="125742"/>
                  </a:lnTo>
                  <a:lnTo>
                    <a:pt x="0" y="132080"/>
                  </a:lnTo>
                  <a:lnTo>
                    <a:pt x="27940" y="132080"/>
                  </a:lnTo>
                  <a:lnTo>
                    <a:pt x="27940" y="125742"/>
                  </a:lnTo>
                  <a:close/>
                </a:path>
                <a:path w="27939" h="476250">
                  <a:moveTo>
                    <a:pt x="27940" y="119392"/>
                  </a:moveTo>
                  <a:lnTo>
                    <a:pt x="0" y="119392"/>
                  </a:lnTo>
                  <a:lnTo>
                    <a:pt x="0" y="125730"/>
                  </a:lnTo>
                  <a:lnTo>
                    <a:pt x="27940" y="125730"/>
                  </a:lnTo>
                  <a:lnTo>
                    <a:pt x="27940" y="119392"/>
                  </a:lnTo>
                  <a:close/>
                </a:path>
                <a:path w="27939" h="476250">
                  <a:moveTo>
                    <a:pt x="27940" y="113042"/>
                  </a:moveTo>
                  <a:lnTo>
                    <a:pt x="0" y="113042"/>
                  </a:lnTo>
                  <a:lnTo>
                    <a:pt x="0" y="119380"/>
                  </a:lnTo>
                  <a:lnTo>
                    <a:pt x="27940" y="119380"/>
                  </a:lnTo>
                  <a:lnTo>
                    <a:pt x="27940" y="113042"/>
                  </a:lnTo>
                  <a:close/>
                </a:path>
                <a:path w="27939" h="476250">
                  <a:moveTo>
                    <a:pt x="27940" y="106692"/>
                  </a:moveTo>
                  <a:lnTo>
                    <a:pt x="0" y="106692"/>
                  </a:lnTo>
                  <a:lnTo>
                    <a:pt x="0" y="113030"/>
                  </a:lnTo>
                  <a:lnTo>
                    <a:pt x="27940" y="113030"/>
                  </a:lnTo>
                  <a:lnTo>
                    <a:pt x="27940" y="106692"/>
                  </a:lnTo>
                  <a:close/>
                </a:path>
                <a:path w="27939" h="476250">
                  <a:moveTo>
                    <a:pt x="27940" y="100342"/>
                  </a:moveTo>
                  <a:lnTo>
                    <a:pt x="0" y="100342"/>
                  </a:lnTo>
                  <a:lnTo>
                    <a:pt x="0" y="106680"/>
                  </a:lnTo>
                  <a:lnTo>
                    <a:pt x="27940" y="106680"/>
                  </a:lnTo>
                  <a:lnTo>
                    <a:pt x="27940" y="100342"/>
                  </a:lnTo>
                  <a:close/>
                </a:path>
                <a:path w="27939" h="476250">
                  <a:moveTo>
                    <a:pt x="2794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7940" y="100330"/>
                  </a:lnTo>
                  <a:lnTo>
                    <a:pt x="27940" y="93992"/>
                  </a:lnTo>
                  <a:close/>
                </a:path>
                <a:path w="27939" h="476250">
                  <a:moveTo>
                    <a:pt x="2794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7940" y="93980"/>
                  </a:lnTo>
                  <a:lnTo>
                    <a:pt x="27940" y="87642"/>
                  </a:lnTo>
                  <a:close/>
                </a:path>
                <a:path w="27939" h="476250">
                  <a:moveTo>
                    <a:pt x="27940" y="81292"/>
                  </a:moveTo>
                  <a:lnTo>
                    <a:pt x="0" y="81292"/>
                  </a:lnTo>
                  <a:lnTo>
                    <a:pt x="0" y="87630"/>
                  </a:lnTo>
                  <a:lnTo>
                    <a:pt x="27940" y="87630"/>
                  </a:lnTo>
                  <a:lnTo>
                    <a:pt x="27940" y="81292"/>
                  </a:lnTo>
                  <a:close/>
                </a:path>
                <a:path w="27939" h="476250">
                  <a:moveTo>
                    <a:pt x="27940" y="68592"/>
                  </a:moveTo>
                  <a:lnTo>
                    <a:pt x="0" y="68592"/>
                  </a:lnTo>
                  <a:lnTo>
                    <a:pt x="0" y="81280"/>
                  </a:lnTo>
                  <a:lnTo>
                    <a:pt x="27940" y="81280"/>
                  </a:lnTo>
                  <a:lnTo>
                    <a:pt x="27940" y="68592"/>
                  </a:lnTo>
                  <a:close/>
                </a:path>
                <a:path w="27939" h="476250">
                  <a:moveTo>
                    <a:pt x="27940" y="62242"/>
                  </a:moveTo>
                  <a:lnTo>
                    <a:pt x="0" y="62242"/>
                  </a:lnTo>
                  <a:lnTo>
                    <a:pt x="0" y="68580"/>
                  </a:lnTo>
                  <a:lnTo>
                    <a:pt x="27940" y="68580"/>
                  </a:lnTo>
                  <a:lnTo>
                    <a:pt x="27940" y="62242"/>
                  </a:lnTo>
                  <a:close/>
                </a:path>
                <a:path w="27939" h="476250">
                  <a:moveTo>
                    <a:pt x="27940" y="55892"/>
                  </a:moveTo>
                  <a:lnTo>
                    <a:pt x="0" y="55892"/>
                  </a:lnTo>
                  <a:lnTo>
                    <a:pt x="0" y="62230"/>
                  </a:lnTo>
                  <a:lnTo>
                    <a:pt x="27940" y="62230"/>
                  </a:lnTo>
                  <a:lnTo>
                    <a:pt x="27940" y="55892"/>
                  </a:lnTo>
                  <a:close/>
                </a:path>
                <a:path w="27939" h="476250">
                  <a:moveTo>
                    <a:pt x="27940" y="49542"/>
                  </a:moveTo>
                  <a:lnTo>
                    <a:pt x="0" y="49542"/>
                  </a:lnTo>
                  <a:lnTo>
                    <a:pt x="0" y="55880"/>
                  </a:lnTo>
                  <a:lnTo>
                    <a:pt x="27940" y="55880"/>
                  </a:lnTo>
                  <a:lnTo>
                    <a:pt x="27940" y="49542"/>
                  </a:lnTo>
                  <a:close/>
                </a:path>
                <a:path w="27939" h="476250">
                  <a:moveTo>
                    <a:pt x="2794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7940" y="49530"/>
                  </a:lnTo>
                  <a:lnTo>
                    <a:pt x="27940" y="43192"/>
                  </a:lnTo>
                  <a:close/>
                </a:path>
                <a:path w="27939" h="476250">
                  <a:moveTo>
                    <a:pt x="2794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7940" y="43180"/>
                  </a:lnTo>
                  <a:lnTo>
                    <a:pt x="27940" y="36842"/>
                  </a:lnTo>
                  <a:close/>
                </a:path>
                <a:path w="27939" h="476250">
                  <a:moveTo>
                    <a:pt x="2794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7940" y="36830"/>
                  </a:lnTo>
                  <a:lnTo>
                    <a:pt x="27940" y="30492"/>
                  </a:lnTo>
                  <a:close/>
                </a:path>
                <a:path w="27939" h="476250">
                  <a:moveTo>
                    <a:pt x="27940" y="24142"/>
                  </a:moveTo>
                  <a:lnTo>
                    <a:pt x="0" y="24142"/>
                  </a:lnTo>
                  <a:lnTo>
                    <a:pt x="0" y="30480"/>
                  </a:lnTo>
                  <a:lnTo>
                    <a:pt x="27940" y="30480"/>
                  </a:lnTo>
                  <a:lnTo>
                    <a:pt x="27940" y="24142"/>
                  </a:lnTo>
                  <a:close/>
                </a:path>
                <a:path w="27939" h="476250">
                  <a:moveTo>
                    <a:pt x="2794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7940" y="24130"/>
                  </a:lnTo>
                  <a:lnTo>
                    <a:pt x="27940" y="17792"/>
                  </a:lnTo>
                  <a:close/>
                </a:path>
                <a:path w="27939" h="476250">
                  <a:moveTo>
                    <a:pt x="27940" y="5092"/>
                  </a:moveTo>
                  <a:lnTo>
                    <a:pt x="0" y="5092"/>
                  </a:lnTo>
                  <a:lnTo>
                    <a:pt x="0" y="17780"/>
                  </a:lnTo>
                  <a:lnTo>
                    <a:pt x="27940" y="17780"/>
                  </a:lnTo>
                  <a:lnTo>
                    <a:pt x="27940" y="5092"/>
                  </a:lnTo>
                  <a:close/>
                </a:path>
                <a:path w="27939" h="476250">
                  <a:moveTo>
                    <a:pt x="279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7940" y="5080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274F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1" name="object 3781"/>
            <p:cNvSpPr/>
            <p:nvPr/>
          </p:nvSpPr>
          <p:spPr>
            <a:xfrm>
              <a:off x="4888230" y="5500382"/>
              <a:ext cx="27940" cy="181610"/>
            </a:xfrm>
            <a:custGeom>
              <a:avLst/>
              <a:gdLst/>
              <a:ahLst/>
              <a:cxnLst/>
              <a:rect l="l" t="t" r="r" b="b"/>
              <a:pathLst>
                <a:path w="27939" h="181610">
                  <a:moveTo>
                    <a:pt x="27940" y="180340"/>
                  </a:moveTo>
                  <a:lnTo>
                    <a:pt x="0" y="180340"/>
                  </a:lnTo>
                  <a:lnTo>
                    <a:pt x="0" y="181597"/>
                  </a:lnTo>
                  <a:lnTo>
                    <a:pt x="27940" y="181597"/>
                  </a:lnTo>
                  <a:lnTo>
                    <a:pt x="27940" y="180340"/>
                  </a:lnTo>
                  <a:close/>
                </a:path>
                <a:path w="27939" h="181610">
                  <a:moveTo>
                    <a:pt x="27940" y="173990"/>
                  </a:moveTo>
                  <a:lnTo>
                    <a:pt x="0" y="173990"/>
                  </a:lnTo>
                  <a:lnTo>
                    <a:pt x="0" y="180327"/>
                  </a:lnTo>
                  <a:lnTo>
                    <a:pt x="27940" y="180327"/>
                  </a:lnTo>
                  <a:lnTo>
                    <a:pt x="27940" y="173990"/>
                  </a:lnTo>
                  <a:close/>
                </a:path>
                <a:path w="27939" h="181610">
                  <a:moveTo>
                    <a:pt x="27940" y="171450"/>
                  </a:moveTo>
                  <a:lnTo>
                    <a:pt x="0" y="171450"/>
                  </a:lnTo>
                  <a:lnTo>
                    <a:pt x="0" y="173977"/>
                  </a:lnTo>
                  <a:lnTo>
                    <a:pt x="27940" y="173977"/>
                  </a:lnTo>
                  <a:lnTo>
                    <a:pt x="27940" y="171450"/>
                  </a:lnTo>
                  <a:close/>
                </a:path>
                <a:path w="27939" h="181610">
                  <a:moveTo>
                    <a:pt x="27940" y="167640"/>
                  </a:moveTo>
                  <a:lnTo>
                    <a:pt x="0" y="167640"/>
                  </a:lnTo>
                  <a:lnTo>
                    <a:pt x="0" y="171437"/>
                  </a:lnTo>
                  <a:lnTo>
                    <a:pt x="27940" y="171437"/>
                  </a:lnTo>
                  <a:lnTo>
                    <a:pt x="27940" y="167640"/>
                  </a:lnTo>
                  <a:close/>
                </a:path>
                <a:path w="27939" h="181610">
                  <a:moveTo>
                    <a:pt x="27940" y="165100"/>
                  </a:moveTo>
                  <a:lnTo>
                    <a:pt x="0" y="165100"/>
                  </a:lnTo>
                  <a:lnTo>
                    <a:pt x="0" y="167627"/>
                  </a:lnTo>
                  <a:lnTo>
                    <a:pt x="27940" y="167627"/>
                  </a:lnTo>
                  <a:lnTo>
                    <a:pt x="27940" y="165100"/>
                  </a:lnTo>
                  <a:close/>
                </a:path>
                <a:path w="27939" h="181610">
                  <a:moveTo>
                    <a:pt x="27940" y="161290"/>
                  </a:moveTo>
                  <a:lnTo>
                    <a:pt x="0" y="161290"/>
                  </a:lnTo>
                  <a:lnTo>
                    <a:pt x="0" y="165087"/>
                  </a:lnTo>
                  <a:lnTo>
                    <a:pt x="27940" y="165087"/>
                  </a:lnTo>
                  <a:lnTo>
                    <a:pt x="27940" y="161290"/>
                  </a:lnTo>
                  <a:close/>
                </a:path>
                <a:path w="27939" h="181610">
                  <a:moveTo>
                    <a:pt x="27940" y="154940"/>
                  </a:moveTo>
                  <a:lnTo>
                    <a:pt x="0" y="154940"/>
                  </a:lnTo>
                  <a:lnTo>
                    <a:pt x="0" y="161277"/>
                  </a:lnTo>
                  <a:lnTo>
                    <a:pt x="27940" y="161277"/>
                  </a:lnTo>
                  <a:lnTo>
                    <a:pt x="27940" y="154940"/>
                  </a:lnTo>
                  <a:close/>
                </a:path>
                <a:path w="27939" h="181610">
                  <a:moveTo>
                    <a:pt x="27940" y="152400"/>
                  </a:moveTo>
                  <a:lnTo>
                    <a:pt x="0" y="152400"/>
                  </a:lnTo>
                  <a:lnTo>
                    <a:pt x="0" y="154927"/>
                  </a:lnTo>
                  <a:lnTo>
                    <a:pt x="27940" y="154927"/>
                  </a:lnTo>
                  <a:lnTo>
                    <a:pt x="27940" y="152400"/>
                  </a:lnTo>
                  <a:close/>
                </a:path>
                <a:path w="27939" h="181610">
                  <a:moveTo>
                    <a:pt x="27940" y="148590"/>
                  </a:moveTo>
                  <a:lnTo>
                    <a:pt x="0" y="148590"/>
                  </a:lnTo>
                  <a:lnTo>
                    <a:pt x="0" y="152387"/>
                  </a:lnTo>
                  <a:lnTo>
                    <a:pt x="27940" y="152387"/>
                  </a:lnTo>
                  <a:lnTo>
                    <a:pt x="27940" y="148590"/>
                  </a:lnTo>
                  <a:close/>
                </a:path>
                <a:path w="27939" h="181610">
                  <a:moveTo>
                    <a:pt x="27940" y="146050"/>
                  </a:moveTo>
                  <a:lnTo>
                    <a:pt x="0" y="146050"/>
                  </a:lnTo>
                  <a:lnTo>
                    <a:pt x="0" y="148577"/>
                  </a:lnTo>
                  <a:lnTo>
                    <a:pt x="27940" y="148577"/>
                  </a:lnTo>
                  <a:lnTo>
                    <a:pt x="27940" y="146050"/>
                  </a:lnTo>
                  <a:close/>
                </a:path>
                <a:path w="27939" h="181610">
                  <a:moveTo>
                    <a:pt x="27940" y="142240"/>
                  </a:moveTo>
                  <a:lnTo>
                    <a:pt x="0" y="142240"/>
                  </a:lnTo>
                  <a:lnTo>
                    <a:pt x="0" y="146037"/>
                  </a:lnTo>
                  <a:lnTo>
                    <a:pt x="27940" y="146037"/>
                  </a:lnTo>
                  <a:lnTo>
                    <a:pt x="27940" y="142240"/>
                  </a:lnTo>
                  <a:close/>
                </a:path>
                <a:path w="27939" h="181610">
                  <a:moveTo>
                    <a:pt x="27940" y="135890"/>
                  </a:moveTo>
                  <a:lnTo>
                    <a:pt x="0" y="135890"/>
                  </a:lnTo>
                  <a:lnTo>
                    <a:pt x="0" y="142227"/>
                  </a:lnTo>
                  <a:lnTo>
                    <a:pt x="27940" y="142227"/>
                  </a:lnTo>
                  <a:lnTo>
                    <a:pt x="27940" y="135890"/>
                  </a:lnTo>
                  <a:close/>
                </a:path>
                <a:path w="27939" h="181610">
                  <a:moveTo>
                    <a:pt x="27940" y="133350"/>
                  </a:moveTo>
                  <a:lnTo>
                    <a:pt x="0" y="133350"/>
                  </a:lnTo>
                  <a:lnTo>
                    <a:pt x="0" y="135877"/>
                  </a:lnTo>
                  <a:lnTo>
                    <a:pt x="27940" y="135877"/>
                  </a:lnTo>
                  <a:lnTo>
                    <a:pt x="27940" y="133350"/>
                  </a:lnTo>
                  <a:close/>
                </a:path>
                <a:path w="27939" h="181610">
                  <a:moveTo>
                    <a:pt x="27940" y="129540"/>
                  </a:moveTo>
                  <a:lnTo>
                    <a:pt x="0" y="129540"/>
                  </a:lnTo>
                  <a:lnTo>
                    <a:pt x="0" y="133337"/>
                  </a:lnTo>
                  <a:lnTo>
                    <a:pt x="27940" y="133337"/>
                  </a:lnTo>
                  <a:lnTo>
                    <a:pt x="27940" y="129540"/>
                  </a:lnTo>
                  <a:close/>
                </a:path>
                <a:path w="27939" h="181610">
                  <a:moveTo>
                    <a:pt x="27940" y="127000"/>
                  </a:moveTo>
                  <a:lnTo>
                    <a:pt x="0" y="127000"/>
                  </a:lnTo>
                  <a:lnTo>
                    <a:pt x="0" y="129527"/>
                  </a:lnTo>
                  <a:lnTo>
                    <a:pt x="27940" y="129527"/>
                  </a:lnTo>
                  <a:lnTo>
                    <a:pt x="27940" y="127000"/>
                  </a:lnTo>
                  <a:close/>
                </a:path>
                <a:path w="27939" h="181610">
                  <a:moveTo>
                    <a:pt x="27940" y="120650"/>
                  </a:moveTo>
                  <a:lnTo>
                    <a:pt x="0" y="120650"/>
                  </a:lnTo>
                  <a:lnTo>
                    <a:pt x="0" y="126987"/>
                  </a:lnTo>
                  <a:lnTo>
                    <a:pt x="27940" y="126987"/>
                  </a:lnTo>
                  <a:lnTo>
                    <a:pt x="27940" y="120650"/>
                  </a:lnTo>
                  <a:close/>
                </a:path>
                <a:path w="27939" h="181610">
                  <a:moveTo>
                    <a:pt x="2794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27940" y="120637"/>
                  </a:lnTo>
                  <a:lnTo>
                    <a:pt x="27940" y="114300"/>
                  </a:lnTo>
                  <a:close/>
                </a:path>
                <a:path w="27939" h="181610">
                  <a:moveTo>
                    <a:pt x="27940" y="110490"/>
                  </a:moveTo>
                  <a:lnTo>
                    <a:pt x="0" y="110490"/>
                  </a:lnTo>
                  <a:lnTo>
                    <a:pt x="0" y="114287"/>
                  </a:lnTo>
                  <a:lnTo>
                    <a:pt x="27940" y="114287"/>
                  </a:lnTo>
                  <a:lnTo>
                    <a:pt x="27940" y="110490"/>
                  </a:lnTo>
                  <a:close/>
                </a:path>
                <a:path w="27939" h="181610">
                  <a:moveTo>
                    <a:pt x="27940" y="107950"/>
                  </a:moveTo>
                  <a:lnTo>
                    <a:pt x="0" y="107950"/>
                  </a:lnTo>
                  <a:lnTo>
                    <a:pt x="0" y="110477"/>
                  </a:lnTo>
                  <a:lnTo>
                    <a:pt x="27940" y="110477"/>
                  </a:lnTo>
                  <a:lnTo>
                    <a:pt x="27940" y="107950"/>
                  </a:lnTo>
                  <a:close/>
                </a:path>
                <a:path w="27939" h="181610">
                  <a:moveTo>
                    <a:pt x="27940" y="104140"/>
                  </a:moveTo>
                  <a:lnTo>
                    <a:pt x="0" y="104140"/>
                  </a:lnTo>
                  <a:lnTo>
                    <a:pt x="0" y="107937"/>
                  </a:lnTo>
                  <a:lnTo>
                    <a:pt x="27940" y="107937"/>
                  </a:lnTo>
                  <a:lnTo>
                    <a:pt x="27940" y="104140"/>
                  </a:lnTo>
                  <a:close/>
                </a:path>
                <a:path w="27939" h="181610">
                  <a:moveTo>
                    <a:pt x="27940" y="101600"/>
                  </a:moveTo>
                  <a:lnTo>
                    <a:pt x="0" y="101600"/>
                  </a:lnTo>
                  <a:lnTo>
                    <a:pt x="0" y="104127"/>
                  </a:lnTo>
                  <a:lnTo>
                    <a:pt x="27940" y="104127"/>
                  </a:lnTo>
                  <a:lnTo>
                    <a:pt x="27940" y="101600"/>
                  </a:lnTo>
                  <a:close/>
                </a:path>
                <a:path w="27939" h="181610">
                  <a:moveTo>
                    <a:pt x="27940" y="97790"/>
                  </a:moveTo>
                  <a:lnTo>
                    <a:pt x="0" y="97790"/>
                  </a:lnTo>
                  <a:lnTo>
                    <a:pt x="0" y="101587"/>
                  </a:lnTo>
                  <a:lnTo>
                    <a:pt x="27940" y="101587"/>
                  </a:lnTo>
                  <a:lnTo>
                    <a:pt x="27940" y="97790"/>
                  </a:lnTo>
                  <a:close/>
                </a:path>
                <a:path w="27939" h="181610">
                  <a:moveTo>
                    <a:pt x="27940" y="95250"/>
                  </a:moveTo>
                  <a:lnTo>
                    <a:pt x="0" y="95250"/>
                  </a:lnTo>
                  <a:lnTo>
                    <a:pt x="0" y="97777"/>
                  </a:lnTo>
                  <a:lnTo>
                    <a:pt x="27940" y="97777"/>
                  </a:lnTo>
                  <a:lnTo>
                    <a:pt x="27940" y="95250"/>
                  </a:lnTo>
                  <a:close/>
                </a:path>
                <a:path w="27939" h="181610">
                  <a:moveTo>
                    <a:pt x="27940" y="91440"/>
                  </a:moveTo>
                  <a:lnTo>
                    <a:pt x="0" y="91440"/>
                  </a:lnTo>
                  <a:lnTo>
                    <a:pt x="0" y="95237"/>
                  </a:lnTo>
                  <a:lnTo>
                    <a:pt x="27940" y="95237"/>
                  </a:lnTo>
                  <a:lnTo>
                    <a:pt x="27940" y="91440"/>
                  </a:lnTo>
                  <a:close/>
                </a:path>
                <a:path w="27939" h="181610">
                  <a:moveTo>
                    <a:pt x="27940" y="82550"/>
                  </a:moveTo>
                  <a:lnTo>
                    <a:pt x="0" y="82550"/>
                  </a:lnTo>
                  <a:lnTo>
                    <a:pt x="0" y="91427"/>
                  </a:lnTo>
                  <a:lnTo>
                    <a:pt x="27940" y="91427"/>
                  </a:lnTo>
                  <a:lnTo>
                    <a:pt x="27940" y="82550"/>
                  </a:lnTo>
                  <a:close/>
                </a:path>
                <a:path w="27939" h="181610">
                  <a:moveTo>
                    <a:pt x="27940" y="72390"/>
                  </a:moveTo>
                  <a:lnTo>
                    <a:pt x="0" y="72390"/>
                  </a:lnTo>
                  <a:lnTo>
                    <a:pt x="0" y="82537"/>
                  </a:lnTo>
                  <a:lnTo>
                    <a:pt x="27940" y="82537"/>
                  </a:lnTo>
                  <a:lnTo>
                    <a:pt x="27940" y="72390"/>
                  </a:lnTo>
                  <a:close/>
                </a:path>
                <a:path w="27939" h="181610">
                  <a:moveTo>
                    <a:pt x="27940" y="63500"/>
                  </a:moveTo>
                  <a:lnTo>
                    <a:pt x="0" y="63500"/>
                  </a:lnTo>
                  <a:lnTo>
                    <a:pt x="0" y="72377"/>
                  </a:lnTo>
                  <a:lnTo>
                    <a:pt x="27940" y="72377"/>
                  </a:lnTo>
                  <a:lnTo>
                    <a:pt x="27940" y="63500"/>
                  </a:lnTo>
                  <a:close/>
                </a:path>
                <a:path w="27939" h="181610">
                  <a:moveTo>
                    <a:pt x="27940" y="53340"/>
                  </a:moveTo>
                  <a:lnTo>
                    <a:pt x="0" y="53340"/>
                  </a:lnTo>
                  <a:lnTo>
                    <a:pt x="0" y="63487"/>
                  </a:lnTo>
                  <a:lnTo>
                    <a:pt x="27940" y="63487"/>
                  </a:lnTo>
                  <a:lnTo>
                    <a:pt x="27940" y="53340"/>
                  </a:lnTo>
                  <a:close/>
                </a:path>
                <a:path w="27939" h="181610">
                  <a:moveTo>
                    <a:pt x="27940" y="50800"/>
                  </a:moveTo>
                  <a:lnTo>
                    <a:pt x="0" y="50800"/>
                  </a:lnTo>
                  <a:lnTo>
                    <a:pt x="0" y="53327"/>
                  </a:lnTo>
                  <a:lnTo>
                    <a:pt x="27940" y="53327"/>
                  </a:lnTo>
                  <a:lnTo>
                    <a:pt x="27940" y="50800"/>
                  </a:lnTo>
                  <a:close/>
                </a:path>
                <a:path w="27939" h="181610">
                  <a:moveTo>
                    <a:pt x="27940" y="46990"/>
                  </a:moveTo>
                  <a:lnTo>
                    <a:pt x="0" y="46990"/>
                  </a:lnTo>
                  <a:lnTo>
                    <a:pt x="0" y="50787"/>
                  </a:lnTo>
                  <a:lnTo>
                    <a:pt x="27940" y="50787"/>
                  </a:lnTo>
                  <a:lnTo>
                    <a:pt x="27940" y="46990"/>
                  </a:lnTo>
                  <a:close/>
                </a:path>
                <a:path w="27939" h="181610">
                  <a:moveTo>
                    <a:pt x="27940" y="40640"/>
                  </a:moveTo>
                  <a:lnTo>
                    <a:pt x="0" y="40640"/>
                  </a:lnTo>
                  <a:lnTo>
                    <a:pt x="0" y="46977"/>
                  </a:lnTo>
                  <a:lnTo>
                    <a:pt x="27940" y="46977"/>
                  </a:lnTo>
                  <a:lnTo>
                    <a:pt x="27940" y="40640"/>
                  </a:lnTo>
                  <a:close/>
                </a:path>
                <a:path w="27939" h="181610">
                  <a:moveTo>
                    <a:pt x="27940" y="34290"/>
                  </a:moveTo>
                  <a:lnTo>
                    <a:pt x="0" y="34290"/>
                  </a:lnTo>
                  <a:lnTo>
                    <a:pt x="0" y="40627"/>
                  </a:lnTo>
                  <a:lnTo>
                    <a:pt x="27940" y="40627"/>
                  </a:lnTo>
                  <a:lnTo>
                    <a:pt x="27940" y="34290"/>
                  </a:lnTo>
                  <a:close/>
                </a:path>
                <a:path w="27939" h="181610">
                  <a:moveTo>
                    <a:pt x="27940" y="27940"/>
                  </a:moveTo>
                  <a:lnTo>
                    <a:pt x="0" y="27940"/>
                  </a:lnTo>
                  <a:lnTo>
                    <a:pt x="0" y="34277"/>
                  </a:lnTo>
                  <a:lnTo>
                    <a:pt x="27940" y="34277"/>
                  </a:lnTo>
                  <a:lnTo>
                    <a:pt x="27940" y="27940"/>
                  </a:lnTo>
                  <a:close/>
                </a:path>
                <a:path w="27939" h="181610">
                  <a:moveTo>
                    <a:pt x="27940" y="25400"/>
                  </a:moveTo>
                  <a:lnTo>
                    <a:pt x="0" y="25400"/>
                  </a:lnTo>
                  <a:lnTo>
                    <a:pt x="0" y="27927"/>
                  </a:lnTo>
                  <a:lnTo>
                    <a:pt x="27940" y="27927"/>
                  </a:lnTo>
                  <a:lnTo>
                    <a:pt x="27940" y="25400"/>
                  </a:lnTo>
                  <a:close/>
                </a:path>
                <a:path w="27939" h="181610">
                  <a:moveTo>
                    <a:pt x="2794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27940" y="25387"/>
                  </a:lnTo>
                  <a:lnTo>
                    <a:pt x="27940" y="21590"/>
                  </a:lnTo>
                  <a:close/>
                </a:path>
                <a:path w="27939" h="181610">
                  <a:moveTo>
                    <a:pt x="27940" y="15240"/>
                  </a:moveTo>
                  <a:lnTo>
                    <a:pt x="0" y="15240"/>
                  </a:lnTo>
                  <a:lnTo>
                    <a:pt x="0" y="21577"/>
                  </a:lnTo>
                  <a:lnTo>
                    <a:pt x="27940" y="21577"/>
                  </a:lnTo>
                  <a:lnTo>
                    <a:pt x="27940" y="15240"/>
                  </a:lnTo>
                  <a:close/>
                </a:path>
                <a:path w="27939" h="181610">
                  <a:moveTo>
                    <a:pt x="2794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7940" y="15227"/>
                  </a:lnTo>
                  <a:lnTo>
                    <a:pt x="27940" y="12700"/>
                  </a:lnTo>
                  <a:close/>
                </a:path>
                <a:path w="27939" h="181610">
                  <a:moveTo>
                    <a:pt x="2794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7940" y="12687"/>
                  </a:lnTo>
                  <a:lnTo>
                    <a:pt x="27940" y="8890"/>
                  </a:lnTo>
                  <a:close/>
                </a:path>
                <a:path w="27939" h="181610">
                  <a:moveTo>
                    <a:pt x="27940" y="0"/>
                  </a:moveTo>
                  <a:lnTo>
                    <a:pt x="0" y="0"/>
                  </a:lnTo>
                  <a:lnTo>
                    <a:pt x="0" y="8877"/>
                  </a:lnTo>
                  <a:lnTo>
                    <a:pt x="27940" y="8877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274F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2" name="object 3782"/>
            <p:cNvSpPr/>
            <p:nvPr/>
          </p:nvSpPr>
          <p:spPr>
            <a:xfrm>
              <a:off x="4916170" y="5033010"/>
              <a:ext cx="29209" cy="476250"/>
            </a:xfrm>
            <a:custGeom>
              <a:avLst/>
              <a:gdLst/>
              <a:ahLst/>
              <a:cxnLst/>
              <a:rect l="l" t="t" r="r" b="b"/>
              <a:pathLst>
                <a:path w="29210" h="476250">
                  <a:moveTo>
                    <a:pt x="29210" y="467372"/>
                  </a:moveTo>
                  <a:lnTo>
                    <a:pt x="0" y="467372"/>
                  </a:lnTo>
                  <a:lnTo>
                    <a:pt x="0" y="476250"/>
                  </a:lnTo>
                  <a:lnTo>
                    <a:pt x="29210" y="476250"/>
                  </a:lnTo>
                  <a:lnTo>
                    <a:pt x="29210" y="467372"/>
                  </a:lnTo>
                  <a:close/>
                </a:path>
                <a:path w="29210" h="476250">
                  <a:moveTo>
                    <a:pt x="29210" y="463562"/>
                  </a:moveTo>
                  <a:lnTo>
                    <a:pt x="0" y="463562"/>
                  </a:lnTo>
                  <a:lnTo>
                    <a:pt x="0" y="467360"/>
                  </a:lnTo>
                  <a:lnTo>
                    <a:pt x="29210" y="467360"/>
                  </a:lnTo>
                  <a:lnTo>
                    <a:pt x="29210" y="463562"/>
                  </a:lnTo>
                  <a:close/>
                </a:path>
                <a:path w="29210" h="476250">
                  <a:moveTo>
                    <a:pt x="29210" y="461022"/>
                  </a:moveTo>
                  <a:lnTo>
                    <a:pt x="0" y="461022"/>
                  </a:lnTo>
                  <a:lnTo>
                    <a:pt x="0" y="463550"/>
                  </a:lnTo>
                  <a:lnTo>
                    <a:pt x="29210" y="463550"/>
                  </a:lnTo>
                  <a:lnTo>
                    <a:pt x="29210" y="461022"/>
                  </a:lnTo>
                  <a:close/>
                </a:path>
                <a:path w="29210" h="476250">
                  <a:moveTo>
                    <a:pt x="29210" y="457212"/>
                  </a:moveTo>
                  <a:lnTo>
                    <a:pt x="0" y="457212"/>
                  </a:lnTo>
                  <a:lnTo>
                    <a:pt x="0" y="461010"/>
                  </a:lnTo>
                  <a:lnTo>
                    <a:pt x="29210" y="461010"/>
                  </a:lnTo>
                  <a:lnTo>
                    <a:pt x="29210" y="457212"/>
                  </a:lnTo>
                  <a:close/>
                </a:path>
                <a:path w="29210" h="476250">
                  <a:moveTo>
                    <a:pt x="29210" y="448322"/>
                  </a:moveTo>
                  <a:lnTo>
                    <a:pt x="0" y="448322"/>
                  </a:lnTo>
                  <a:lnTo>
                    <a:pt x="0" y="457200"/>
                  </a:lnTo>
                  <a:lnTo>
                    <a:pt x="29210" y="457200"/>
                  </a:lnTo>
                  <a:lnTo>
                    <a:pt x="29210" y="448322"/>
                  </a:lnTo>
                  <a:close/>
                </a:path>
                <a:path w="29210" h="476250">
                  <a:moveTo>
                    <a:pt x="29210" y="429272"/>
                  </a:moveTo>
                  <a:lnTo>
                    <a:pt x="0" y="429272"/>
                  </a:lnTo>
                  <a:lnTo>
                    <a:pt x="0" y="448310"/>
                  </a:lnTo>
                  <a:lnTo>
                    <a:pt x="29210" y="448310"/>
                  </a:lnTo>
                  <a:lnTo>
                    <a:pt x="29210" y="429272"/>
                  </a:lnTo>
                  <a:close/>
                </a:path>
                <a:path w="29210" h="476250">
                  <a:moveTo>
                    <a:pt x="29210" y="422922"/>
                  </a:moveTo>
                  <a:lnTo>
                    <a:pt x="0" y="422922"/>
                  </a:lnTo>
                  <a:lnTo>
                    <a:pt x="0" y="429260"/>
                  </a:lnTo>
                  <a:lnTo>
                    <a:pt x="29210" y="429260"/>
                  </a:lnTo>
                  <a:lnTo>
                    <a:pt x="29210" y="422922"/>
                  </a:lnTo>
                  <a:close/>
                </a:path>
                <a:path w="29210" h="476250">
                  <a:moveTo>
                    <a:pt x="29210" y="416572"/>
                  </a:moveTo>
                  <a:lnTo>
                    <a:pt x="0" y="416572"/>
                  </a:lnTo>
                  <a:lnTo>
                    <a:pt x="0" y="422910"/>
                  </a:lnTo>
                  <a:lnTo>
                    <a:pt x="29210" y="422910"/>
                  </a:lnTo>
                  <a:lnTo>
                    <a:pt x="29210" y="416572"/>
                  </a:lnTo>
                  <a:close/>
                </a:path>
                <a:path w="29210" h="476250">
                  <a:moveTo>
                    <a:pt x="29210" y="412762"/>
                  </a:moveTo>
                  <a:lnTo>
                    <a:pt x="0" y="412762"/>
                  </a:lnTo>
                  <a:lnTo>
                    <a:pt x="0" y="416560"/>
                  </a:lnTo>
                  <a:lnTo>
                    <a:pt x="29210" y="416560"/>
                  </a:lnTo>
                  <a:lnTo>
                    <a:pt x="29210" y="412762"/>
                  </a:lnTo>
                  <a:close/>
                </a:path>
                <a:path w="29210" h="476250">
                  <a:moveTo>
                    <a:pt x="29210" y="410222"/>
                  </a:moveTo>
                  <a:lnTo>
                    <a:pt x="0" y="410222"/>
                  </a:lnTo>
                  <a:lnTo>
                    <a:pt x="0" y="412750"/>
                  </a:lnTo>
                  <a:lnTo>
                    <a:pt x="29210" y="412750"/>
                  </a:lnTo>
                  <a:lnTo>
                    <a:pt x="29210" y="410222"/>
                  </a:lnTo>
                  <a:close/>
                </a:path>
                <a:path w="29210" h="476250">
                  <a:moveTo>
                    <a:pt x="29210" y="406412"/>
                  </a:moveTo>
                  <a:lnTo>
                    <a:pt x="0" y="406412"/>
                  </a:lnTo>
                  <a:lnTo>
                    <a:pt x="0" y="410210"/>
                  </a:lnTo>
                  <a:lnTo>
                    <a:pt x="29210" y="410210"/>
                  </a:lnTo>
                  <a:lnTo>
                    <a:pt x="29210" y="406412"/>
                  </a:lnTo>
                  <a:close/>
                </a:path>
                <a:path w="29210" h="476250">
                  <a:moveTo>
                    <a:pt x="29210" y="403872"/>
                  </a:moveTo>
                  <a:lnTo>
                    <a:pt x="0" y="403872"/>
                  </a:lnTo>
                  <a:lnTo>
                    <a:pt x="0" y="406400"/>
                  </a:lnTo>
                  <a:lnTo>
                    <a:pt x="29210" y="406400"/>
                  </a:lnTo>
                  <a:lnTo>
                    <a:pt x="29210" y="403872"/>
                  </a:lnTo>
                  <a:close/>
                </a:path>
                <a:path w="29210" h="476250">
                  <a:moveTo>
                    <a:pt x="29210" y="397522"/>
                  </a:moveTo>
                  <a:lnTo>
                    <a:pt x="0" y="397522"/>
                  </a:lnTo>
                  <a:lnTo>
                    <a:pt x="0" y="403860"/>
                  </a:lnTo>
                  <a:lnTo>
                    <a:pt x="29210" y="403860"/>
                  </a:lnTo>
                  <a:lnTo>
                    <a:pt x="29210" y="397522"/>
                  </a:lnTo>
                  <a:close/>
                </a:path>
                <a:path w="29210" h="476250">
                  <a:moveTo>
                    <a:pt x="29210" y="393712"/>
                  </a:moveTo>
                  <a:lnTo>
                    <a:pt x="0" y="393712"/>
                  </a:lnTo>
                  <a:lnTo>
                    <a:pt x="0" y="397510"/>
                  </a:lnTo>
                  <a:lnTo>
                    <a:pt x="29210" y="397510"/>
                  </a:lnTo>
                  <a:lnTo>
                    <a:pt x="29210" y="393712"/>
                  </a:lnTo>
                  <a:close/>
                </a:path>
                <a:path w="29210" h="476250">
                  <a:moveTo>
                    <a:pt x="29210" y="391172"/>
                  </a:moveTo>
                  <a:lnTo>
                    <a:pt x="0" y="391172"/>
                  </a:lnTo>
                  <a:lnTo>
                    <a:pt x="0" y="393700"/>
                  </a:lnTo>
                  <a:lnTo>
                    <a:pt x="29210" y="393700"/>
                  </a:lnTo>
                  <a:lnTo>
                    <a:pt x="29210" y="391172"/>
                  </a:lnTo>
                  <a:close/>
                </a:path>
                <a:path w="29210" h="476250">
                  <a:moveTo>
                    <a:pt x="29210" y="387362"/>
                  </a:moveTo>
                  <a:lnTo>
                    <a:pt x="0" y="387362"/>
                  </a:lnTo>
                  <a:lnTo>
                    <a:pt x="0" y="391160"/>
                  </a:lnTo>
                  <a:lnTo>
                    <a:pt x="29210" y="391160"/>
                  </a:lnTo>
                  <a:lnTo>
                    <a:pt x="29210" y="387362"/>
                  </a:lnTo>
                  <a:close/>
                </a:path>
                <a:path w="29210" h="476250">
                  <a:moveTo>
                    <a:pt x="29210" y="384822"/>
                  </a:moveTo>
                  <a:lnTo>
                    <a:pt x="0" y="384822"/>
                  </a:lnTo>
                  <a:lnTo>
                    <a:pt x="0" y="387350"/>
                  </a:lnTo>
                  <a:lnTo>
                    <a:pt x="29210" y="387350"/>
                  </a:lnTo>
                  <a:lnTo>
                    <a:pt x="29210" y="384822"/>
                  </a:lnTo>
                  <a:close/>
                </a:path>
                <a:path w="29210" h="476250">
                  <a:moveTo>
                    <a:pt x="29210" y="365772"/>
                  </a:moveTo>
                  <a:lnTo>
                    <a:pt x="0" y="365772"/>
                  </a:lnTo>
                  <a:lnTo>
                    <a:pt x="0" y="384810"/>
                  </a:lnTo>
                  <a:lnTo>
                    <a:pt x="29210" y="384810"/>
                  </a:lnTo>
                  <a:lnTo>
                    <a:pt x="29210" y="365772"/>
                  </a:lnTo>
                  <a:close/>
                </a:path>
                <a:path w="29210" h="476250">
                  <a:moveTo>
                    <a:pt x="29210" y="359422"/>
                  </a:moveTo>
                  <a:lnTo>
                    <a:pt x="0" y="359422"/>
                  </a:lnTo>
                  <a:lnTo>
                    <a:pt x="0" y="365760"/>
                  </a:lnTo>
                  <a:lnTo>
                    <a:pt x="29210" y="365760"/>
                  </a:lnTo>
                  <a:lnTo>
                    <a:pt x="29210" y="359422"/>
                  </a:lnTo>
                  <a:close/>
                </a:path>
                <a:path w="29210" h="476250">
                  <a:moveTo>
                    <a:pt x="29210" y="355612"/>
                  </a:moveTo>
                  <a:lnTo>
                    <a:pt x="0" y="355612"/>
                  </a:lnTo>
                  <a:lnTo>
                    <a:pt x="0" y="359410"/>
                  </a:lnTo>
                  <a:lnTo>
                    <a:pt x="29210" y="359410"/>
                  </a:lnTo>
                  <a:lnTo>
                    <a:pt x="29210" y="355612"/>
                  </a:lnTo>
                  <a:close/>
                </a:path>
                <a:path w="29210" h="476250">
                  <a:moveTo>
                    <a:pt x="29210" y="346722"/>
                  </a:moveTo>
                  <a:lnTo>
                    <a:pt x="0" y="346722"/>
                  </a:lnTo>
                  <a:lnTo>
                    <a:pt x="0" y="355600"/>
                  </a:lnTo>
                  <a:lnTo>
                    <a:pt x="29210" y="355600"/>
                  </a:lnTo>
                  <a:lnTo>
                    <a:pt x="29210" y="346722"/>
                  </a:lnTo>
                  <a:close/>
                </a:path>
                <a:path w="29210" h="476250">
                  <a:moveTo>
                    <a:pt x="29210" y="340372"/>
                  </a:moveTo>
                  <a:lnTo>
                    <a:pt x="0" y="340372"/>
                  </a:lnTo>
                  <a:lnTo>
                    <a:pt x="0" y="346710"/>
                  </a:lnTo>
                  <a:lnTo>
                    <a:pt x="29210" y="346710"/>
                  </a:lnTo>
                  <a:lnTo>
                    <a:pt x="29210" y="340372"/>
                  </a:lnTo>
                  <a:close/>
                </a:path>
                <a:path w="29210" h="476250">
                  <a:moveTo>
                    <a:pt x="29210" y="334022"/>
                  </a:moveTo>
                  <a:lnTo>
                    <a:pt x="0" y="334022"/>
                  </a:lnTo>
                  <a:lnTo>
                    <a:pt x="0" y="340360"/>
                  </a:lnTo>
                  <a:lnTo>
                    <a:pt x="29210" y="340360"/>
                  </a:lnTo>
                  <a:lnTo>
                    <a:pt x="29210" y="334022"/>
                  </a:lnTo>
                  <a:close/>
                </a:path>
                <a:path w="29210" h="476250">
                  <a:moveTo>
                    <a:pt x="29210" y="330212"/>
                  </a:moveTo>
                  <a:lnTo>
                    <a:pt x="0" y="330212"/>
                  </a:lnTo>
                  <a:lnTo>
                    <a:pt x="0" y="334010"/>
                  </a:lnTo>
                  <a:lnTo>
                    <a:pt x="29210" y="334010"/>
                  </a:lnTo>
                  <a:lnTo>
                    <a:pt x="29210" y="330212"/>
                  </a:lnTo>
                  <a:close/>
                </a:path>
                <a:path w="29210" h="476250">
                  <a:moveTo>
                    <a:pt x="29210" y="327672"/>
                  </a:moveTo>
                  <a:lnTo>
                    <a:pt x="0" y="327672"/>
                  </a:lnTo>
                  <a:lnTo>
                    <a:pt x="0" y="330200"/>
                  </a:lnTo>
                  <a:lnTo>
                    <a:pt x="29210" y="330200"/>
                  </a:lnTo>
                  <a:lnTo>
                    <a:pt x="29210" y="327672"/>
                  </a:lnTo>
                  <a:close/>
                </a:path>
                <a:path w="29210" h="476250">
                  <a:moveTo>
                    <a:pt x="29210" y="317512"/>
                  </a:moveTo>
                  <a:lnTo>
                    <a:pt x="0" y="317512"/>
                  </a:lnTo>
                  <a:lnTo>
                    <a:pt x="0" y="327660"/>
                  </a:lnTo>
                  <a:lnTo>
                    <a:pt x="29210" y="327660"/>
                  </a:lnTo>
                  <a:lnTo>
                    <a:pt x="29210" y="317512"/>
                  </a:lnTo>
                  <a:close/>
                </a:path>
                <a:path w="29210" h="476250">
                  <a:moveTo>
                    <a:pt x="29210" y="314972"/>
                  </a:moveTo>
                  <a:lnTo>
                    <a:pt x="0" y="314972"/>
                  </a:lnTo>
                  <a:lnTo>
                    <a:pt x="0" y="317500"/>
                  </a:lnTo>
                  <a:lnTo>
                    <a:pt x="29210" y="317500"/>
                  </a:lnTo>
                  <a:lnTo>
                    <a:pt x="29210" y="314972"/>
                  </a:lnTo>
                  <a:close/>
                </a:path>
                <a:path w="29210" h="476250">
                  <a:moveTo>
                    <a:pt x="29210" y="311162"/>
                  </a:moveTo>
                  <a:lnTo>
                    <a:pt x="0" y="311162"/>
                  </a:lnTo>
                  <a:lnTo>
                    <a:pt x="0" y="314960"/>
                  </a:lnTo>
                  <a:lnTo>
                    <a:pt x="29210" y="314960"/>
                  </a:lnTo>
                  <a:lnTo>
                    <a:pt x="29210" y="311162"/>
                  </a:lnTo>
                  <a:close/>
                </a:path>
                <a:path w="29210" h="476250">
                  <a:moveTo>
                    <a:pt x="29210" y="304812"/>
                  </a:moveTo>
                  <a:lnTo>
                    <a:pt x="0" y="304812"/>
                  </a:lnTo>
                  <a:lnTo>
                    <a:pt x="0" y="311150"/>
                  </a:lnTo>
                  <a:lnTo>
                    <a:pt x="29210" y="311150"/>
                  </a:lnTo>
                  <a:lnTo>
                    <a:pt x="29210" y="304812"/>
                  </a:lnTo>
                  <a:close/>
                </a:path>
                <a:path w="29210" h="476250">
                  <a:moveTo>
                    <a:pt x="29210" y="292112"/>
                  </a:moveTo>
                  <a:lnTo>
                    <a:pt x="0" y="292112"/>
                  </a:lnTo>
                  <a:lnTo>
                    <a:pt x="0" y="304800"/>
                  </a:lnTo>
                  <a:lnTo>
                    <a:pt x="29210" y="304800"/>
                  </a:lnTo>
                  <a:lnTo>
                    <a:pt x="29210" y="292112"/>
                  </a:lnTo>
                  <a:close/>
                </a:path>
                <a:path w="29210" h="476250">
                  <a:moveTo>
                    <a:pt x="29210" y="289572"/>
                  </a:moveTo>
                  <a:lnTo>
                    <a:pt x="0" y="289572"/>
                  </a:lnTo>
                  <a:lnTo>
                    <a:pt x="0" y="292100"/>
                  </a:lnTo>
                  <a:lnTo>
                    <a:pt x="29210" y="292100"/>
                  </a:lnTo>
                  <a:lnTo>
                    <a:pt x="29210" y="289572"/>
                  </a:lnTo>
                  <a:close/>
                </a:path>
                <a:path w="29210" h="476250">
                  <a:moveTo>
                    <a:pt x="29210" y="285762"/>
                  </a:moveTo>
                  <a:lnTo>
                    <a:pt x="0" y="285762"/>
                  </a:lnTo>
                  <a:lnTo>
                    <a:pt x="0" y="289560"/>
                  </a:lnTo>
                  <a:lnTo>
                    <a:pt x="29210" y="289560"/>
                  </a:lnTo>
                  <a:lnTo>
                    <a:pt x="29210" y="285762"/>
                  </a:lnTo>
                  <a:close/>
                </a:path>
                <a:path w="29210" h="476250">
                  <a:moveTo>
                    <a:pt x="29210" y="283222"/>
                  </a:moveTo>
                  <a:lnTo>
                    <a:pt x="0" y="283222"/>
                  </a:lnTo>
                  <a:lnTo>
                    <a:pt x="0" y="285750"/>
                  </a:lnTo>
                  <a:lnTo>
                    <a:pt x="29210" y="285750"/>
                  </a:lnTo>
                  <a:lnTo>
                    <a:pt x="29210" y="283222"/>
                  </a:lnTo>
                  <a:close/>
                </a:path>
                <a:path w="29210" h="476250">
                  <a:moveTo>
                    <a:pt x="29210" y="279412"/>
                  </a:moveTo>
                  <a:lnTo>
                    <a:pt x="0" y="279412"/>
                  </a:lnTo>
                  <a:lnTo>
                    <a:pt x="0" y="283210"/>
                  </a:lnTo>
                  <a:lnTo>
                    <a:pt x="29210" y="283210"/>
                  </a:lnTo>
                  <a:lnTo>
                    <a:pt x="29210" y="279412"/>
                  </a:lnTo>
                  <a:close/>
                </a:path>
                <a:path w="29210" h="476250">
                  <a:moveTo>
                    <a:pt x="29210" y="273062"/>
                  </a:moveTo>
                  <a:lnTo>
                    <a:pt x="0" y="273062"/>
                  </a:lnTo>
                  <a:lnTo>
                    <a:pt x="0" y="279400"/>
                  </a:lnTo>
                  <a:lnTo>
                    <a:pt x="29210" y="279400"/>
                  </a:lnTo>
                  <a:lnTo>
                    <a:pt x="29210" y="273062"/>
                  </a:lnTo>
                  <a:close/>
                </a:path>
                <a:path w="29210" h="476250">
                  <a:moveTo>
                    <a:pt x="29210" y="234962"/>
                  </a:moveTo>
                  <a:lnTo>
                    <a:pt x="0" y="234962"/>
                  </a:lnTo>
                  <a:lnTo>
                    <a:pt x="0" y="273050"/>
                  </a:lnTo>
                  <a:lnTo>
                    <a:pt x="29210" y="273050"/>
                  </a:lnTo>
                  <a:lnTo>
                    <a:pt x="29210" y="234962"/>
                  </a:lnTo>
                  <a:close/>
                </a:path>
                <a:path w="29210" h="476250">
                  <a:moveTo>
                    <a:pt x="292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9210" y="234950"/>
                  </a:lnTo>
                  <a:lnTo>
                    <a:pt x="29210" y="232422"/>
                  </a:lnTo>
                  <a:close/>
                </a:path>
                <a:path w="29210" h="476250">
                  <a:moveTo>
                    <a:pt x="2921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29210" y="232410"/>
                  </a:lnTo>
                  <a:lnTo>
                    <a:pt x="29210" y="226072"/>
                  </a:lnTo>
                  <a:close/>
                </a:path>
                <a:path w="29210" h="476250">
                  <a:moveTo>
                    <a:pt x="2921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29210" y="226060"/>
                  </a:lnTo>
                  <a:lnTo>
                    <a:pt x="29210" y="222262"/>
                  </a:lnTo>
                  <a:close/>
                </a:path>
                <a:path w="29210" h="476250">
                  <a:moveTo>
                    <a:pt x="2921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29210" y="222250"/>
                  </a:lnTo>
                  <a:lnTo>
                    <a:pt x="29210" y="219722"/>
                  </a:lnTo>
                  <a:close/>
                </a:path>
                <a:path w="29210" h="476250">
                  <a:moveTo>
                    <a:pt x="29210" y="213372"/>
                  </a:moveTo>
                  <a:lnTo>
                    <a:pt x="0" y="213372"/>
                  </a:lnTo>
                  <a:lnTo>
                    <a:pt x="0" y="219710"/>
                  </a:lnTo>
                  <a:lnTo>
                    <a:pt x="29210" y="219710"/>
                  </a:lnTo>
                  <a:lnTo>
                    <a:pt x="29210" y="213372"/>
                  </a:lnTo>
                  <a:close/>
                </a:path>
                <a:path w="29210" h="476250">
                  <a:moveTo>
                    <a:pt x="29210" y="207022"/>
                  </a:moveTo>
                  <a:lnTo>
                    <a:pt x="0" y="207022"/>
                  </a:lnTo>
                  <a:lnTo>
                    <a:pt x="0" y="213360"/>
                  </a:lnTo>
                  <a:lnTo>
                    <a:pt x="29210" y="213360"/>
                  </a:lnTo>
                  <a:lnTo>
                    <a:pt x="29210" y="207022"/>
                  </a:lnTo>
                  <a:close/>
                </a:path>
                <a:path w="29210" h="476250">
                  <a:moveTo>
                    <a:pt x="29210" y="195592"/>
                  </a:moveTo>
                  <a:lnTo>
                    <a:pt x="0" y="195592"/>
                  </a:lnTo>
                  <a:lnTo>
                    <a:pt x="0" y="207010"/>
                  </a:lnTo>
                  <a:lnTo>
                    <a:pt x="29210" y="207010"/>
                  </a:lnTo>
                  <a:lnTo>
                    <a:pt x="29210" y="195592"/>
                  </a:lnTo>
                  <a:close/>
                </a:path>
                <a:path w="29210" h="476250">
                  <a:moveTo>
                    <a:pt x="2921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9210" y="195580"/>
                  </a:lnTo>
                  <a:lnTo>
                    <a:pt x="29210" y="189242"/>
                  </a:lnTo>
                  <a:close/>
                </a:path>
                <a:path w="29210" h="476250">
                  <a:moveTo>
                    <a:pt x="29210" y="182892"/>
                  </a:moveTo>
                  <a:lnTo>
                    <a:pt x="0" y="182892"/>
                  </a:lnTo>
                  <a:lnTo>
                    <a:pt x="0" y="189230"/>
                  </a:lnTo>
                  <a:lnTo>
                    <a:pt x="29210" y="189230"/>
                  </a:lnTo>
                  <a:lnTo>
                    <a:pt x="29210" y="182892"/>
                  </a:lnTo>
                  <a:close/>
                </a:path>
                <a:path w="29210" h="476250">
                  <a:moveTo>
                    <a:pt x="29210" y="176542"/>
                  </a:moveTo>
                  <a:lnTo>
                    <a:pt x="0" y="176542"/>
                  </a:lnTo>
                  <a:lnTo>
                    <a:pt x="0" y="182880"/>
                  </a:lnTo>
                  <a:lnTo>
                    <a:pt x="29210" y="182880"/>
                  </a:lnTo>
                  <a:lnTo>
                    <a:pt x="29210" y="176542"/>
                  </a:lnTo>
                  <a:close/>
                </a:path>
                <a:path w="29210" h="476250">
                  <a:moveTo>
                    <a:pt x="29210" y="170192"/>
                  </a:moveTo>
                  <a:lnTo>
                    <a:pt x="0" y="170192"/>
                  </a:lnTo>
                  <a:lnTo>
                    <a:pt x="0" y="176530"/>
                  </a:lnTo>
                  <a:lnTo>
                    <a:pt x="29210" y="176530"/>
                  </a:lnTo>
                  <a:lnTo>
                    <a:pt x="29210" y="170192"/>
                  </a:lnTo>
                  <a:close/>
                </a:path>
                <a:path w="29210" h="476250">
                  <a:moveTo>
                    <a:pt x="29210" y="163842"/>
                  </a:moveTo>
                  <a:lnTo>
                    <a:pt x="0" y="163842"/>
                  </a:lnTo>
                  <a:lnTo>
                    <a:pt x="0" y="170180"/>
                  </a:lnTo>
                  <a:lnTo>
                    <a:pt x="29210" y="170180"/>
                  </a:lnTo>
                  <a:lnTo>
                    <a:pt x="29210" y="163842"/>
                  </a:lnTo>
                  <a:close/>
                </a:path>
                <a:path w="29210" h="476250">
                  <a:moveTo>
                    <a:pt x="29210" y="157492"/>
                  </a:moveTo>
                  <a:lnTo>
                    <a:pt x="0" y="157492"/>
                  </a:lnTo>
                  <a:lnTo>
                    <a:pt x="0" y="163830"/>
                  </a:lnTo>
                  <a:lnTo>
                    <a:pt x="29210" y="163830"/>
                  </a:lnTo>
                  <a:lnTo>
                    <a:pt x="29210" y="157492"/>
                  </a:lnTo>
                  <a:close/>
                </a:path>
                <a:path w="29210" h="476250">
                  <a:moveTo>
                    <a:pt x="2921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9210" y="157480"/>
                  </a:lnTo>
                  <a:lnTo>
                    <a:pt x="29210" y="151142"/>
                  </a:lnTo>
                  <a:close/>
                </a:path>
                <a:path w="29210" h="476250">
                  <a:moveTo>
                    <a:pt x="29210" y="138442"/>
                  </a:moveTo>
                  <a:lnTo>
                    <a:pt x="0" y="138442"/>
                  </a:lnTo>
                  <a:lnTo>
                    <a:pt x="0" y="151130"/>
                  </a:lnTo>
                  <a:lnTo>
                    <a:pt x="29210" y="151130"/>
                  </a:lnTo>
                  <a:lnTo>
                    <a:pt x="29210" y="138442"/>
                  </a:lnTo>
                  <a:close/>
                </a:path>
                <a:path w="29210" h="476250">
                  <a:moveTo>
                    <a:pt x="29210" y="132092"/>
                  </a:moveTo>
                  <a:lnTo>
                    <a:pt x="0" y="132092"/>
                  </a:lnTo>
                  <a:lnTo>
                    <a:pt x="0" y="138430"/>
                  </a:lnTo>
                  <a:lnTo>
                    <a:pt x="29210" y="138430"/>
                  </a:lnTo>
                  <a:lnTo>
                    <a:pt x="29210" y="132092"/>
                  </a:lnTo>
                  <a:close/>
                </a:path>
                <a:path w="29210" h="476250">
                  <a:moveTo>
                    <a:pt x="29210" y="125742"/>
                  </a:moveTo>
                  <a:lnTo>
                    <a:pt x="0" y="125742"/>
                  </a:lnTo>
                  <a:lnTo>
                    <a:pt x="0" y="132080"/>
                  </a:lnTo>
                  <a:lnTo>
                    <a:pt x="29210" y="132080"/>
                  </a:lnTo>
                  <a:lnTo>
                    <a:pt x="29210" y="125742"/>
                  </a:lnTo>
                  <a:close/>
                </a:path>
                <a:path w="29210" h="476250">
                  <a:moveTo>
                    <a:pt x="29210" y="119392"/>
                  </a:moveTo>
                  <a:lnTo>
                    <a:pt x="0" y="119392"/>
                  </a:lnTo>
                  <a:lnTo>
                    <a:pt x="0" y="125730"/>
                  </a:lnTo>
                  <a:lnTo>
                    <a:pt x="29210" y="125730"/>
                  </a:lnTo>
                  <a:lnTo>
                    <a:pt x="29210" y="119392"/>
                  </a:lnTo>
                  <a:close/>
                </a:path>
                <a:path w="29210" h="476250">
                  <a:moveTo>
                    <a:pt x="29210" y="113042"/>
                  </a:moveTo>
                  <a:lnTo>
                    <a:pt x="0" y="113042"/>
                  </a:lnTo>
                  <a:lnTo>
                    <a:pt x="0" y="119380"/>
                  </a:lnTo>
                  <a:lnTo>
                    <a:pt x="29210" y="119380"/>
                  </a:lnTo>
                  <a:lnTo>
                    <a:pt x="29210" y="113042"/>
                  </a:lnTo>
                  <a:close/>
                </a:path>
                <a:path w="29210" h="476250">
                  <a:moveTo>
                    <a:pt x="29210" y="106692"/>
                  </a:moveTo>
                  <a:lnTo>
                    <a:pt x="0" y="106692"/>
                  </a:lnTo>
                  <a:lnTo>
                    <a:pt x="0" y="113030"/>
                  </a:lnTo>
                  <a:lnTo>
                    <a:pt x="29210" y="113030"/>
                  </a:lnTo>
                  <a:lnTo>
                    <a:pt x="29210" y="106692"/>
                  </a:lnTo>
                  <a:close/>
                </a:path>
                <a:path w="29210" h="476250">
                  <a:moveTo>
                    <a:pt x="29210" y="100342"/>
                  </a:moveTo>
                  <a:lnTo>
                    <a:pt x="0" y="100342"/>
                  </a:lnTo>
                  <a:lnTo>
                    <a:pt x="0" y="106680"/>
                  </a:lnTo>
                  <a:lnTo>
                    <a:pt x="29210" y="106680"/>
                  </a:lnTo>
                  <a:lnTo>
                    <a:pt x="29210" y="100342"/>
                  </a:lnTo>
                  <a:close/>
                </a:path>
                <a:path w="29210" h="476250">
                  <a:moveTo>
                    <a:pt x="2921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9210" y="100330"/>
                  </a:lnTo>
                  <a:lnTo>
                    <a:pt x="29210" y="93992"/>
                  </a:lnTo>
                  <a:close/>
                </a:path>
                <a:path w="29210" h="476250">
                  <a:moveTo>
                    <a:pt x="2921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9210" y="93980"/>
                  </a:lnTo>
                  <a:lnTo>
                    <a:pt x="29210" y="87642"/>
                  </a:lnTo>
                  <a:close/>
                </a:path>
                <a:path w="29210" h="476250">
                  <a:moveTo>
                    <a:pt x="29210" y="81292"/>
                  </a:moveTo>
                  <a:lnTo>
                    <a:pt x="0" y="81292"/>
                  </a:lnTo>
                  <a:lnTo>
                    <a:pt x="0" y="87630"/>
                  </a:lnTo>
                  <a:lnTo>
                    <a:pt x="29210" y="87630"/>
                  </a:lnTo>
                  <a:lnTo>
                    <a:pt x="29210" y="81292"/>
                  </a:lnTo>
                  <a:close/>
                </a:path>
                <a:path w="29210" h="476250">
                  <a:moveTo>
                    <a:pt x="29210" y="68592"/>
                  </a:moveTo>
                  <a:lnTo>
                    <a:pt x="0" y="68592"/>
                  </a:lnTo>
                  <a:lnTo>
                    <a:pt x="0" y="81280"/>
                  </a:lnTo>
                  <a:lnTo>
                    <a:pt x="29210" y="81280"/>
                  </a:lnTo>
                  <a:lnTo>
                    <a:pt x="29210" y="68592"/>
                  </a:lnTo>
                  <a:close/>
                </a:path>
                <a:path w="29210" h="476250">
                  <a:moveTo>
                    <a:pt x="29210" y="62242"/>
                  </a:moveTo>
                  <a:lnTo>
                    <a:pt x="0" y="62242"/>
                  </a:lnTo>
                  <a:lnTo>
                    <a:pt x="0" y="68580"/>
                  </a:lnTo>
                  <a:lnTo>
                    <a:pt x="29210" y="68580"/>
                  </a:lnTo>
                  <a:lnTo>
                    <a:pt x="29210" y="62242"/>
                  </a:lnTo>
                  <a:close/>
                </a:path>
                <a:path w="29210" h="476250">
                  <a:moveTo>
                    <a:pt x="29210" y="55892"/>
                  </a:moveTo>
                  <a:lnTo>
                    <a:pt x="0" y="55892"/>
                  </a:lnTo>
                  <a:lnTo>
                    <a:pt x="0" y="62230"/>
                  </a:lnTo>
                  <a:lnTo>
                    <a:pt x="29210" y="62230"/>
                  </a:lnTo>
                  <a:lnTo>
                    <a:pt x="29210" y="55892"/>
                  </a:lnTo>
                  <a:close/>
                </a:path>
                <a:path w="29210" h="476250">
                  <a:moveTo>
                    <a:pt x="29210" y="49542"/>
                  </a:moveTo>
                  <a:lnTo>
                    <a:pt x="0" y="49542"/>
                  </a:lnTo>
                  <a:lnTo>
                    <a:pt x="0" y="55880"/>
                  </a:lnTo>
                  <a:lnTo>
                    <a:pt x="29210" y="55880"/>
                  </a:lnTo>
                  <a:lnTo>
                    <a:pt x="29210" y="49542"/>
                  </a:lnTo>
                  <a:close/>
                </a:path>
                <a:path w="29210" h="476250">
                  <a:moveTo>
                    <a:pt x="2921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9210" y="49530"/>
                  </a:lnTo>
                  <a:lnTo>
                    <a:pt x="29210" y="43192"/>
                  </a:lnTo>
                  <a:close/>
                </a:path>
                <a:path w="29210" h="476250">
                  <a:moveTo>
                    <a:pt x="2921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9210" y="43180"/>
                  </a:lnTo>
                  <a:lnTo>
                    <a:pt x="29210" y="36842"/>
                  </a:lnTo>
                  <a:close/>
                </a:path>
                <a:path w="29210" h="476250">
                  <a:moveTo>
                    <a:pt x="2921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9210" y="36830"/>
                  </a:lnTo>
                  <a:lnTo>
                    <a:pt x="29210" y="30492"/>
                  </a:lnTo>
                  <a:close/>
                </a:path>
                <a:path w="29210" h="476250">
                  <a:moveTo>
                    <a:pt x="29210" y="24142"/>
                  </a:moveTo>
                  <a:lnTo>
                    <a:pt x="0" y="24142"/>
                  </a:lnTo>
                  <a:lnTo>
                    <a:pt x="0" y="30480"/>
                  </a:lnTo>
                  <a:lnTo>
                    <a:pt x="29210" y="30480"/>
                  </a:lnTo>
                  <a:lnTo>
                    <a:pt x="29210" y="24142"/>
                  </a:lnTo>
                  <a:close/>
                </a:path>
                <a:path w="29210" h="476250">
                  <a:moveTo>
                    <a:pt x="292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9210" y="24130"/>
                  </a:lnTo>
                  <a:lnTo>
                    <a:pt x="29210" y="17792"/>
                  </a:lnTo>
                  <a:close/>
                </a:path>
                <a:path w="29210" h="476250">
                  <a:moveTo>
                    <a:pt x="29210" y="5092"/>
                  </a:moveTo>
                  <a:lnTo>
                    <a:pt x="0" y="5092"/>
                  </a:lnTo>
                  <a:lnTo>
                    <a:pt x="0" y="17780"/>
                  </a:lnTo>
                  <a:lnTo>
                    <a:pt x="29210" y="17780"/>
                  </a:lnTo>
                  <a:lnTo>
                    <a:pt x="29210" y="5092"/>
                  </a:lnTo>
                  <a:close/>
                </a:path>
                <a:path w="29210" h="476250">
                  <a:moveTo>
                    <a:pt x="292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9210" y="5080"/>
                  </a:lnTo>
                  <a:lnTo>
                    <a:pt x="29210" y="0"/>
                  </a:lnTo>
                  <a:close/>
                </a:path>
              </a:pathLst>
            </a:custGeom>
            <a:solidFill>
              <a:srgbClr val="274F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3" name="object 3783"/>
            <p:cNvSpPr/>
            <p:nvPr/>
          </p:nvSpPr>
          <p:spPr>
            <a:xfrm>
              <a:off x="4916170" y="5500382"/>
              <a:ext cx="29209" cy="181610"/>
            </a:xfrm>
            <a:custGeom>
              <a:avLst/>
              <a:gdLst/>
              <a:ahLst/>
              <a:cxnLst/>
              <a:rect l="l" t="t" r="r" b="b"/>
              <a:pathLst>
                <a:path w="29210" h="181610">
                  <a:moveTo>
                    <a:pt x="29210" y="180340"/>
                  </a:moveTo>
                  <a:lnTo>
                    <a:pt x="0" y="180340"/>
                  </a:lnTo>
                  <a:lnTo>
                    <a:pt x="0" y="181597"/>
                  </a:lnTo>
                  <a:lnTo>
                    <a:pt x="29210" y="181597"/>
                  </a:lnTo>
                  <a:lnTo>
                    <a:pt x="29210" y="180340"/>
                  </a:lnTo>
                  <a:close/>
                </a:path>
                <a:path w="29210" h="181610">
                  <a:moveTo>
                    <a:pt x="29210" y="173990"/>
                  </a:moveTo>
                  <a:lnTo>
                    <a:pt x="0" y="173990"/>
                  </a:lnTo>
                  <a:lnTo>
                    <a:pt x="0" y="180327"/>
                  </a:lnTo>
                  <a:lnTo>
                    <a:pt x="29210" y="180327"/>
                  </a:lnTo>
                  <a:lnTo>
                    <a:pt x="29210" y="173990"/>
                  </a:lnTo>
                  <a:close/>
                </a:path>
                <a:path w="29210" h="181610">
                  <a:moveTo>
                    <a:pt x="29210" y="171450"/>
                  </a:moveTo>
                  <a:lnTo>
                    <a:pt x="0" y="171450"/>
                  </a:lnTo>
                  <a:lnTo>
                    <a:pt x="0" y="173977"/>
                  </a:lnTo>
                  <a:lnTo>
                    <a:pt x="29210" y="173977"/>
                  </a:lnTo>
                  <a:lnTo>
                    <a:pt x="29210" y="171450"/>
                  </a:lnTo>
                  <a:close/>
                </a:path>
                <a:path w="29210" h="181610">
                  <a:moveTo>
                    <a:pt x="29210" y="167640"/>
                  </a:moveTo>
                  <a:lnTo>
                    <a:pt x="0" y="167640"/>
                  </a:lnTo>
                  <a:lnTo>
                    <a:pt x="0" y="171437"/>
                  </a:lnTo>
                  <a:lnTo>
                    <a:pt x="29210" y="171437"/>
                  </a:lnTo>
                  <a:lnTo>
                    <a:pt x="29210" y="167640"/>
                  </a:lnTo>
                  <a:close/>
                </a:path>
                <a:path w="29210" h="181610">
                  <a:moveTo>
                    <a:pt x="29210" y="165100"/>
                  </a:moveTo>
                  <a:lnTo>
                    <a:pt x="0" y="165100"/>
                  </a:lnTo>
                  <a:lnTo>
                    <a:pt x="0" y="167627"/>
                  </a:lnTo>
                  <a:lnTo>
                    <a:pt x="29210" y="167627"/>
                  </a:lnTo>
                  <a:lnTo>
                    <a:pt x="29210" y="165100"/>
                  </a:lnTo>
                  <a:close/>
                </a:path>
                <a:path w="29210" h="181610">
                  <a:moveTo>
                    <a:pt x="29210" y="161290"/>
                  </a:moveTo>
                  <a:lnTo>
                    <a:pt x="0" y="161290"/>
                  </a:lnTo>
                  <a:lnTo>
                    <a:pt x="0" y="165087"/>
                  </a:lnTo>
                  <a:lnTo>
                    <a:pt x="29210" y="165087"/>
                  </a:lnTo>
                  <a:lnTo>
                    <a:pt x="29210" y="161290"/>
                  </a:lnTo>
                  <a:close/>
                </a:path>
                <a:path w="29210" h="181610">
                  <a:moveTo>
                    <a:pt x="29210" y="154940"/>
                  </a:moveTo>
                  <a:lnTo>
                    <a:pt x="0" y="154940"/>
                  </a:lnTo>
                  <a:lnTo>
                    <a:pt x="0" y="161277"/>
                  </a:lnTo>
                  <a:lnTo>
                    <a:pt x="29210" y="161277"/>
                  </a:lnTo>
                  <a:lnTo>
                    <a:pt x="29210" y="154940"/>
                  </a:lnTo>
                  <a:close/>
                </a:path>
                <a:path w="29210" h="181610">
                  <a:moveTo>
                    <a:pt x="29210" y="152400"/>
                  </a:moveTo>
                  <a:lnTo>
                    <a:pt x="0" y="152400"/>
                  </a:lnTo>
                  <a:lnTo>
                    <a:pt x="0" y="154927"/>
                  </a:lnTo>
                  <a:lnTo>
                    <a:pt x="29210" y="154927"/>
                  </a:lnTo>
                  <a:lnTo>
                    <a:pt x="29210" y="152400"/>
                  </a:lnTo>
                  <a:close/>
                </a:path>
                <a:path w="29210" h="181610">
                  <a:moveTo>
                    <a:pt x="29210" y="148590"/>
                  </a:moveTo>
                  <a:lnTo>
                    <a:pt x="0" y="148590"/>
                  </a:lnTo>
                  <a:lnTo>
                    <a:pt x="0" y="152387"/>
                  </a:lnTo>
                  <a:lnTo>
                    <a:pt x="29210" y="152387"/>
                  </a:lnTo>
                  <a:lnTo>
                    <a:pt x="29210" y="148590"/>
                  </a:lnTo>
                  <a:close/>
                </a:path>
                <a:path w="29210" h="181610">
                  <a:moveTo>
                    <a:pt x="29210" y="146050"/>
                  </a:moveTo>
                  <a:lnTo>
                    <a:pt x="0" y="146050"/>
                  </a:lnTo>
                  <a:lnTo>
                    <a:pt x="0" y="148577"/>
                  </a:lnTo>
                  <a:lnTo>
                    <a:pt x="29210" y="148577"/>
                  </a:lnTo>
                  <a:lnTo>
                    <a:pt x="29210" y="146050"/>
                  </a:lnTo>
                  <a:close/>
                </a:path>
                <a:path w="29210" h="181610">
                  <a:moveTo>
                    <a:pt x="29210" y="142240"/>
                  </a:moveTo>
                  <a:lnTo>
                    <a:pt x="0" y="142240"/>
                  </a:lnTo>
                  <a:lnTo>
                    <a:pt x="0" y="146037"/>
                  </a:lnTo>
                  <a:lnTo>
                    <a:pt x="29210" y="146037"/>
                  </a:lnTo>
                  <a:lnTo>
                    <a:pt x="29210" y="142240"/>
                  </a:lnTo>
                  <a:close/>
                </a:path>
                <a:path w="29210" h="181610">
                  <a:moveTo>
                    <a:pt x="29210" y="135890"/>
                  </a:moveTo>
                  <a:lnTo>
                    <a:pt x="0" y="135890"/>
                  </a:lnTo>
                  <a:lnTo>
                    <a:pt x="0" y="142227"/>
                  </a:lnTo>
                  <a:lnTo>
                    <a:pt x="29210" y="142227"/>
                  </a:lnTo>
                  <a:lnTo>
                    <a:pt x="29210" y="135890"/>
                  </a:lnTo>
                  <a:close/>
                </a:path>
                <a:path w="29210" h="181610">
                  <a:moveTo>
                    <a:pt x="29210" y="133350"/>
                  </a:moveTo>
                  <a:lnTo>
                    <a:pt x="0" y="133350"/>
                  </a:lnTo>
                  <a:lnTo>
                    <a:pt x="0" y="135877"/>
                  </a:lnTo>
                  <a:lnTo>
                    <a:pt x="29210" y="135877"/>
                  </a:lnTo>
                  <a:lnTo>
                    <a:pt x="29210" y="133350"/>
                  </a:lnTo>
                  <a:close/>
                </a:path>
                <a:path w="29210" h="181610">
                  <a:moveTo>
                    <a:pt x="29210" y="129540"/>
                  </a:moveTo>
                  <a:lnTo>
                    <a:pt x="0" y="129540"/>
                  </a:lnTo>
                  <a:lnTo>
                    <a:pt x="0" y="133337"/>
                  </a:lnTo>
                  <a:lnTo>
                    <a:pt x="29210" y="133337"/>
                  </a:lnTo>
                  <a:lnTo>
                    <a:pt x="29210" y="129540"/>
                  </a:lnTo>
                  <a:close/>
                </a:path>
                <a:path w="29210" h="181610">
                  <a:moveTo>
                    <a:pt x="29210" y="127000"/>
                  </a:moveTo>
                  <a:lnTo>
                    <a:pt x="0" y="127000"/>
                  </a:lnTo>
                  <a:lnTo>
                    <a:pt x="0" y="129527"/>
                  </a:lnTo>
                  <a:lnTo>
                    <a:pt x="29210" y="129527"/>
                  </a:lnTo>
                  <a:lnTo>
                    <a:pt x="29210" y="127000"/>
                  </a:lnTo>
                  <a:close/>
                </a:path>
                <a:path w="29210" h="181610">
                  <a:moveTo>
                    <a:pt x="29210" y="120650"/>
                  </a:moveTo>
                  <a:lnTo>
                    <a:pt x="0" y="120650"/>
                  </a:lnTo>
                  <a:lnTo>
                    <a:pt x="0" y="126987"/>
                  </a:lnTo>
                  <a:lnTo>
                    <a:pt x="29210" y="126987"/>
                  </a:lnTo>
                  <a:lnTo>
                    <a:pt x="29210" y="120650"/>
                  </a:lnTo>
                  <a:close/>
                </a:path>
                <a:path w="29210" h="181610">
                  <a:moveTo>
                    <a:pt x="2921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29210" y="120637"/>
                  </a:lnTo>
                  <a:lnTo>
                    <a:pt x="29210" y="114300"/>
                  </a:lnTo>
                  <a:close/>
                </a:path>
                <a:path w="29210" h="181610">
                  <a:moveTo>
                    <a:pt x="29210" y="110490"/>
                  </a:moveTo>
                  <a:lnTo>
                    <a:pt x="0" y="110490"/>
                  </a:lnTo>
                  <a:lnTo>
                    <a:pt x="0" y="114287"/>
                  </a:lnTo>
                  <a:lnTo>
                    <a:pt x="29210" y="114287"/>
                  </a:lnTo>
                  <a:lnTo>
                    <a:pt x="29210" y="110490"/>
                  </a:lnTo>
                  <a:close/>
                </a:path>
                <a:path w="29210" h="181610">
                  <a:moveTo>
                    <a:pt x="29210" y="107950"/>
                  </a:moveTo>
                  <a:lnTo>
                    <a:pt x="0" y="107950"/>
                  </a:lnTo>
                  <a:lnTo>
                    <a:pt x="0" y="110477"/>
                  </a:lnTo>
                  <a:lnTo>
                    <a:pt x="29210" y="110477"/>
                  </a:lnTo>
                  <a:lnTo>
                    <a:pt x="29210" y="107950"/>
                  </a:lnTo>
                  <a:close/>
                </a:path>
                <a:path w="29210" h="181610">
                  <a:moveTo>
                    <a:pt x="29210" y="104140"/>
                  </a:moveTo>
                  <a:lnTo>
                    <a:pt x="0" y="104140"/>
                  </a:lnTo>
                  <a:lnTo>
                    <a:pt x="0" y="107937"/>
                  </a:lnTo>
                  <a:lnTo>
                    <a:pt x="29210" y="107937"/>
                  </a:lnTo>
                  <a:lnTo>
                    <a:pt x="29210" y="104140"/>
                  </a:lnTo>
                  <a:close/>
                </a:path>
                <a:path w="29210" h="181610">
                  <a:moveTo>
                    <a:pt x="29210" y="101600"/>
                  </a:moveTo>
                  <a:lnTo>
                    <a:pt x="0" y="101600"/>
                  </a:lnTo>
                  <a:lnTo>
                    <a:pt x="0" y="104127"/>
                  </a:lnTo>
                  <a:lnTo>
                    <a:pt x="29210" y="104127"/>
                  </a:lnTo>
                  <a:lnTo>
                    <a:pt x="29210" y="101600"/>
                  </a:lnTo>
                  <a:close/>
                </a:path>
                <a:path w="29210" h="181610">
                  <a:moveTo>
                    <a:pt x="29210" y="97790"/>
                  </a:moveTo>
                  <a:lnTo>
                    <a:pt x="0" y="97790"/>
                  </a:lnTo>
                  <a:lnTo>
                    <a:pt x="0" y="101587"/>
                  </a:lnTo>
                  <a:lnTo>
                    <a:pt x="29210" y="101587"/>
                  </a:lnTo>
                  <a:lnTo>
                    <a:pt x="29210" y="97790"/>
                  </a:lnTo>
                  <a:close/>
                </a:path>
                <a:path w="29210" h="181610">
                  <a:moveTo>
                    <a:pt x="29210" y="95250"/>
                  </a:moveTo>
                  <a:lnTo>
                    <a:pt x="0" y="95250"/>
                  </a:lnTo>
                  <a:lnTo>
                    <a:pt x="0" y="97777"/>
                  </a:lnTo>
                  <a:lnTo>
                    <a:pt x="29210" y="97777"/>
                  </a:lnTo>
                  <a:lnTo>
                    <a:pt x="29210" y="95250"/>
                  </a:lnTo>
                  <a:close/>
                </a:path>
                <a:path w="29210" h="181610">
                  <a:moveTo>
                    <a:pt x="29210" y="91440"/>
                  </a:moveTo>
                  <a:lnTo>
                    <a:pt x="0" y="91440"/>
                  </a:lnTo>
                  <a:lnTo>
                    <a:pt x="0" y="95237"/>
                  </a:lnTo>
                  <a:lnTo>
                    <a:pt x="29210" y="95237"/>
                  </a:lnTo>
                  <a:lnTo>
                    <a:pt x="29210" y="91440"/>
                  </a:lnTo>
                  <a:close/>
                </a:path>
                <a:path w="29210" h="181610">
                  <a:moveTo>
                    <a:pt x="29210" y="82550"/>
                  </a:moveTo>
                  <a:lnTo>
                    <a:pt x="0" y="82550"/>
                  </a:lnTo>
                  <a:lnTo>
                    <a:pt x="0" y="91427"/>
                  </a:lnTo>
                  <a:lnTo>
                    <a:pt x="29210" y="91427"/>
                  </a:lnTo>
                  <a:lnTo>
                    <a:pt x="29210" y="82550"/>
                  </a:lnTo>
                  <a:close/>
                </a:path>
                <a:path w="29210" h="181610">
                  <a:moveTo>
                    <a:pt x="29210" y="72390"/>
                  </a:moveTo>
                  <a:lnTo>
                    <a:pt x="0" y="72390"/>
                  </a:lnTo>
                  <a:lnTo>
                    <a:pt x="0" y="82537"/>
                  </a:lnTo>
                  <a:lnTo>
                    <a:pt x="29210" y="82537"/>
                  </a:lnTo>
                  <a:lnTo>
                    <a:pt x="29210" y="72390"/>
                  </a:lnTo>
                  <a:close/>
                </a:path>
                <a:path w="29210" h="181610">
                  <a:moveTo>
                    <a:pt x="29210" y="63500"/>
                  </a:moveTo>
                  <a:lnTo>
                    <a:pt x="0" y="63500"/>
                  </a:lnTo>
                  <a:lnTo>
                    <a:pt x="0" y="72377"/>
                  </a:lnTo>
                  <a:lnTo>
                    <a:pt x="29210" y="72377"/>
                  </a:lnTo>
                  <a:lnTo>
                    <a:pt x="29210" y="63500"/>
                  </a:lnTo>
                  <a:close/>
                </a:path>
                <a:path w="29210" h="181610">
                  <a:moveTo>
                    <a:pt x="29210" y="53340"/>
                  </a:moveTo>
                  <a:lnTo>
                    <a:pt x="0" y="53340"/>
                  </a:lnTo>
                  <a:lnTo>
                    <a:pt x="0" y="63487"/>
                  </a:lnTo>
                  <a:lnTo>
                    <a:pt x="29210" y="63487"/>
                  </a:lnTo>
                  <a:lnTo>
                    <a:pt x="29210" y="53340"/>
                  </a:lnTo>
                  <a:close/>
                </a:path>
                <a:path w="29210" h="181610">
                  <a:moveTo>
                    <a:pt x="29210" y="50800"/>
                  </a:moveTo>
                  <a:lnTo>
                    <a:pt x="0" y="50800"/>
                  </a:lnTo>
                  <a:lnTo>
                    <a:pt x="0" y="53327"/>
                  </a:lnTo>
                  <a:lnTo>
                    <a:pt x="29210" y="53327"/>
                  </a:lnTo>
                  <a:lnTo>
                    <a:pt x="29210" y="50800"/>
                  </a:lnTo>
                  <a:close/>
                </a:path>
                <a:path w="29210" h="181610">
                  <a:moveTo>
                    <a:pt x="29210" y="46990"/>
                  </a:moveTo>
                  <a:lnTo>
                    <a:pt x="0" y="46990"/>
                  </a:lnTo>
                  <a:lnTo>
                    <a:pt x="0" y="50787"/>
                  </a:lnTo>
                  <a:lnTo>
                    <a:pt x="29210" y="50787"/>
                  </a:lnTo>
                  <a:lnTo>
                    <a:pt x="29210" y="46990"/>
                  </a:lnTo>
                  <a:close/>
                </a:path>
                <a:path w="29210" h="181610">
                  <a:moveTo>
                    <a:pt x="29210" y="40640"/>
                  </a:moveTo>
                  <a:lnTo>
                    <a:pt x="0" y="40640"/>
                  </a:lnTo>
                  <a:lnTo>
                    <a:pt x="0" y="46977"/>
                  </a:lnTo>
                  <a:lnTo>
                    <a:pt x="29210" y="46977"/>
                  </a:lnTo>
                  <a:lnTo>
                    <a:pt x="29210" y="40640"/>
                  </a:lnTo>
                  <a:close/>
                </a:path>
                <a:path w="29210" h="181610">
                  <a:moveTo>
                    <a:pt x="29210" y="34290"/>
                  </a:moveTo>
                  <a:lnTo>
                    <a:pt x="0" y="34290"/>
                  </a:lnTo>
                  <a:lnTo>
                    <a:pt x="0" y="40627"/>
                  </a:lnTo>
                  <a:lnTo>
                    <a:pt x="29210" y="40627"/>
                  </a:lnTo>
                  <a:lnTo>
                    <a:pt x="29210" y="34290"/>
                  </a:lnTo>
                  <a:close/>
                </a:path>
                <a:path w="29210" h="181610">
                  <a:moveTo>
                    <a:pt x="29210" y="27940"/>
                  </a:moveTo>
                  <a:lnTo>
                    <a:pt x="0" y="27940"/>
                  </a:lnTo>
                  <a:lnTo>
                    <a:pt x="0" y="34277"/>
                  </a:lnTo>
                  <a:lnTo>
                    <a:pt x="29210" y="34277"/>
                  </a:lnTo>
                  <a:lnTo>
                    <a:pt x="29210" y="27940"/>
                  </a:lnTo>
                  <a:close/>
                </a:path>
                <a:path w="29210" h="181610">
                  <a:moveTo>
                    <a:pt x="29210" y="25400"/>
                  </a:moveTo>
                  <a:lnTo>
                    <a:pt x="0" y="25400"/>
                  </a:lnTo>
                  <a:lnTo>
                    <a:pt x="0" y="27927"/>
                  </a:lnTo>
                  <a:lnTo>
                    <a:pt x="29210" y="27927"/>
                  </a:lnTo>
                  <a:lnTo>
                    <a:pt x="29210" y="25400"/>
                  </a:lnTo>
                  <a:close/>
                </a:path>
                <a:path w="29210" h="181610">
                  <a:moveTo>
                    <a:pt x="2921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29210" y="25387"/>
                  </a:lnTo>
                  <a:lnTo>
                    <a:pt x="29210" y="21590"/>
                  </a:lnTo>
                  <a:close/>
                </a:path>
                <a:path w="29210" h="181610">
                  <a:moveTo>
                    <a:pt x="29210" y="15240"/>
                  </a:moveTo>
                  <a:lnTo>
                    <a:pt x="0" y="15240"/>
                  </a:lnTo>
                  <a:lnTo>
                    <a:pt x="0" y="21577"/>
                  </a:lnTo>
                  <a:lnTo>
                    <a:pt x="29210" y="21577"/>
                  </a:lnTo>
                  <a:lnTo>
                    <a:pt x="29210" y="15240"/>
                  </a:lnTo>
                  <a:close/>
                </a:path>
                <a:path w="29210" h="181610">
                  <a:moveTo>
                    <a:pt x="292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9210" y="15227"/>
                  </a:lnTo>
                  <a:lnTo>
                    <a:pt x="29210" y="12700"/>
                  </a:lnTo>
                  <a:close/>
                </a:path>
                <a:path w="29210" h="181610">
                  <a:moveTo>
                    <a:pt x="292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9210" y="12687"/>
                  </a:lnTo>
                  <a:lnTo>
                    <a:pt x="29210" y="8890"/>
                  </a:lnTo>
                  <a:close/>
                </a:path>
                <a:path w="29210" h="181610">
                  <a:moveTo>
                    <a:pt x="29210" y="0"/>
                  </a:moveTo>
                  <a:lnTo>
                    <a:pt x="0" y="0"/>
                  </a:lnTo>
                  <a:lnTo>
                    <a:pt x="0" y="8877"/>
                  </a:lnTo>
                  <a:lnTo>
                    <a:pt x="29210" y="8877"/>
                  </a:lnTo>
                  <a:lnTo>
                    <a:pt x="29210" y="0"/>
                  </a:lnTo>
                  <a:close/>
                </a:path>
              </a:pathLst>
            </a:custGeom>
            <a:solidFill>
              <a:srgbClr val="274F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4" name="object 3784"/>
            <p:cNvSpPr/>
            <p:nvPr/>
          </p:nvSpPr>
          <p:spPr>
            <a:xfrm>
              <a:off x="4945380" y="5033010"/>
              <a:ext cx="27940" cy="476250"/>
            </a:xfrm>
            <a:custGeom>
              <a:avLst/>
              <a:gdLst/>
              <a:ahLst/>
              <a:cxnLst/>
              <a:rect l="l" t="t" r="r" b="b"/>
              <a:pathLst>
                <a:path w="27939" h="476250">
                  <a:moveTo>
                    <a:pt x="27940" y="467372"/>
                  </a:moveTo>
                  <a:lnTo>
                    <a:pt x="0" y="467372"/>
                  </a:lnTo>
                  <a:lnTo>
                    <a:pt x="0" y="476250"/>
                  </a:lnTo>
                  <a:lnTo>
                    <a:pt x="27940" y="476250"/>
                  </a:lnTo>
                  <a:lnTo>
                    <a:pt x="27940" y="467372"/>
                  </a:lnTo>
                  <a:close/>
                </a:path>
                <a:path w="27939" h="476250">
                  <a:moveTo>
                    <a:pt x="27940" y="463562"/>
                  </a:moveTo>
                  <a:lnTo>
                    <a:pt x="0" y="463562"/>
                  </a:lnTo>
                  <a:lnTo>
                    <a:pt x="0" y="467360"/>
                  </a:lnTo>
                  <a:lnTo>
                    <a:pt x="27940" y="467360"/>
                  </a:lnTo>
                  <a:lnTo>
                    <a:pt x="27940" y="463562"/>
                  </a:lnTo>
                  <a:close/>
                </a:path>
                <a:path w="27939" h="476250">
                  <a:moveTo>
                    <a:pt x="27940" y="461022"/>
                  </a:moveTo>
                  <a:lnTo>
                    <a:pt x="0" y="461022"/>
                  </a:lnTo>
                  <a:lnTo>
                    <a:pt x="0" y="463550"/>
                  </a:lnTo>
                  <a:lnTo>
                    <a:pt x="27940" y="463550"/>
                  </a:lnTo>
                  <a:lnTo>
                    <a:pt x="27940" y="461022"/>
                  </a:lnTo>
                  <a:close/>
                </a:path>
                <a:path w="27939" h="476250">
                  <a:moveTo>
                    <a:pt x="27940" y="457212"/>
                  </a:moveTo>
                  <a:lnTo>
                    <a:pt x="0" y="457212"/>
                  </a:lnTo>
                  <a:lnTo>
                    <a:pt x="0" y="461010"/>
                  </a:lnTo>
                  <a:lnTo>
                    <a:pt x="27940" y="461010"/>
                  </a:lnTo>
                  <a:lnTo>
                    <a:pt x="27940" y="457212"/>
                  </a:lnTo>
                  <a:close/>
                </a:path>
                <a:path w="27939" h="476250">
                  <a:moveTo>
                    <a:pt x="27940" y="448322"/>
                  </a:moveTo>
                  <a:lnTo>
                    <a:pt x="0" y="448322"/>
                  </a:lnTo>
                  <a:lnTo>
                    <a:pt x="0" y="457200"/>
                  </a:lnTo>
                  <a:lnTo>
                    <a:pt x="27940" y="457200"/>
                  </a:lnTo>
                  <a:lnTo>
                    <a:pt x="27940" y="448322"/>
                  </a:lnTo>
                  <a:close/>
                </a:path>
                <a:path w="27939" h="476250">
                  <a:moveTo>
                    <a:pt x="27940" y="429272"/>
                  </a:moveTo>
                  <a:lnTo>
                    <a:pt x="0" y="429272"/>
                  </a:lnTo>
                  <a:lnTo>
                    <a:pt x="0" y="448310"/>
                  </a:lnTo>
                  <a:lnTo>
                    <a:pt x="27940" y="448310"/>
                  </a:lnTo>
                  <a:lnTo>
                    <a:pt x="27940" y="429272"/>
                  </a:lnTo>
                  <a:close/>
                </a:path>
                <a:path w="27939" h="476250">
                  <a:moveTo>
                    <a:pt x="27940" y="422922"/>
                  </a:moveTo>
                  <a:lnTo>
                    <a:pt x="0" y="422922"/>
                  </a:lnTo>
                  <a:lnTo>
                    <a:pt x="0" y="429260"/>
                  </a:lnTo>
                  <a:lnTo>
                    <a:pt x="27940" y="429260"/>
                  </a:lnTo>
                  <a:lnTo>
                    <a:pt x="27940" y="422922"/>
                  </a:lnTo>
                  <a:close/>
                </a:path>
                <a:path w="27939" h="476250">
                  <a:moveTo>
                    <a:pt x="27940" y="416572"/>
                  </a:moveTo>
                  <a:lnTo>
                    <a:pt x="0" y="416572"/>
                  </a:lnTo>
                  <a:lnTo>
                    <a:pt x="0" y="422910"/>
                  </a:lnTo>
                  <a:lnTo>
                    <a:pt x="27940" y="422910"/>
                  </a:lnTo>
                  <a:lnTo>
                    <a:pt x="27940" y="416572"/>
                  </a:lnTo>
                  <a:close/>
                </a:path>
                <a:path w="27939" h="476250">
                  <a:moveTo>
                    <a:pt x="27940" y="412762"/>
                  </a:moveTo>
                  <a:lnTo>
                    <a:pt x="0" y="412762"/>
                  </a:lnTo>
                  <a:lnTo>
                    <a:pt x="0" y="416560"/>
                  </a:lnTo>
                  <a:lnTo>
                    <a:pt x="27940" y="416560"/>
                  </a:lnTo>
                  <a:lnTo>
                    <a:pt x="27940" y="412762"/>
                  </a:lnTo>
                  <a:close/>
                </a:path>
                <a:path w="27939" h="476250">
                  <a:moveTo>
                    <a:pt x="27940" y="410222"/>
                  </a:moveTo>
                  <a:lnTo>
                    <a:pt x="0" y="410222"/>
                  </a:lnTo>
                  <a:lnTo>
                    <a:pt x="0" y="412750"/>
                  </a:lnTo>
                  <a:lnTo>
                    <a:pt x="27940" y="412750"/>
                  </a:lnTo>
                  <a:lnTo>
                    <a:pt x="27940" y="410222"/>
                  </a:lnTo>
                  <a:close/>
                </a:path>
                <a:path w="27939" h="476250">
                  <a:moveTo>
                    <a:pt x="27940" y="406412"/>
                  </a:moveTo>
                  <a:lnTo>
                    <a:pt x="0" y="406412"/>
                  </a:lnTo>
                  <a:lnTo>
                    <a:pt x="0" y="410210"/>
                  </a:lnTo>
                  <a:lnTo>
                    <a:pt x="27940" y="410210"/>
                  </a:lnTo>
                  <a:lnTo>
                    <a:pt x="27940" y="406412"/>
                  </a:lnTo>
                  <a:close/>
                </a:path>
                <a:path w="27939" h="476250">
                  <a:moveTo>
                    <a:pt x="27940" y="403872"/>
                  </a:moveTo>
                  <a:lnTo>
                    <a:pt x="0" y="403872"/>
                  </a:lnTo>
                  <a:lnTo>
                    <a:pt x="0" y="406400"/>
                  </a:lnTo>
                  <a:lnTo>
                    <a:pt x="27940" y="406400"/>
                  </a:lnTo>
                  <a:lnTo>
                    <a:pt x="27940" y="403872"/>
                  </a:lnTo>
                  <a:close/>
                </a:path>
                <a:path w="27939" h="476250">
                  <a:moveTo>
                    <a:pt x="27940" y="397522"/>
                  </a:moveTo>
                  <a:lnTo>
                    <a:pt x="0" y="397522"/>
                  </a:lnTo>
                  <a:lnTo>
                    <a:pt x="0" y="403860"/>
                  </a:lnTo>
                  <a:lnTo>
                    <a:pt x="27940" y="403860"/>
                  </a:lnTo>
                  <a:lnTo>
                    <a:pt x="27940" y="397522"/>
                  </a:lnTo>
                  <a:close/>
                </a:path>
                <a:path w="27939" h="476250">
                  <a:moveTo>
                    <a:pt x="27940" y="393712"/>
                  </a:moveTo>
                  <a:lnTo>
                    <a:pt x="0" y="393712"/>
                  </a:lnTo>
                  <a:lnTo>
                    <a:pt x="0" y="397510"/>
                  </a:lnTo>
                  <a:lnTo>
                    <a:pt x="27940" y="397510"/>
                  </a:lnTo>
                  <a:lnTo>
                    <a:pt x="27940" y="393712"/>
                  </a:lnTo>
                  <a:close/>
                </a:path>
                <a:path w="27939" h="476250">
                  <a:moveTo>
                    <a:pt x="27940" y="391172"/>
                  </a:moveTo>
                  <a:lnTo>
                    <a:pt x="0" y="391172"/>
                  </a:lnTo>
                  <a:lnTo>
                    <a:pt x="0" y="393700"/>
                  </a:lnTo>
                  <a:lnTo>
                    <a:pt x="27940" y="393700"/>
                  </a:lnTo>
                  <a:lnTo>
                    <a:pt x="27940" y="391172"/>
                  </a:lnTo>
                  <a:close/>
                </a:path>
                <a:path w="27939" h="476250">
                  <a:moveTo>
                    <a:pt x="27940" y="387362"/>
                  </a:moveTo>
                  <a:lnTo>
                    <a:pt x="0" y="387362"/>
                  </a:lnTo>
                  <a:lnTo>
                    <a:pt x="0" y="391160"/>
                  </a:lnTo>
                  <a:lnTo>
                    <a:pt x="27940" y="391160"/>
                  </a:lnTo>
                  <a:lnTo>
                    <a:pt x="27940" y="387362"/>
                  </a:lnTo>
                  <a:close/>
                </a:path>
                <a:path w="27939" h="476250">
                  <a:moveTo>
                    <a:pt x="27940" y="384822"/>
                  </a:moveTo>
                  <a:lnTo>
                    <a:pt x="0" y="384822"/>
                  </a:lnTo>
                  <a:lnTo>
                    <a:pt x="0" y="387350"/>
                  </a:lnTo>
                  <a:lnTo>
                    <a:pt x="27940" y="387350"/>
                  </a:lnTo>
                  <a:lnTo>
                    <a:pt x="27940" y="384822"/>
                  </a:lnTo>
                  <a:close/>
                </a:path>
                <a:path w="27939" h="476250">
                  <a:moveTo>
                    <a:pt x="27940" y="365772"/>
                  </a:moveTo>
                  <a:lnTo>
                    <a:pt x="0" y="365772"/>
                  </a:lnTo>
                  <a:lnTo>
                    <a:pt x="0" y="384810"/>
                  </a:lnTo>
                  <a:lnTo>
                    <a:pt x="27940" y="384810"/>
                  </a:lnTo>
                  <a:lnTo>
                    <a:pt x="27940" y="365772"/>
                  </a:lnTo>
                  <a:close/>
                </a:path>
                <a:path w="27939" h="476250">
                  <a:moveTo>
                    <a:pt x="27940" y="359422"/>
                  </a:moveTo>
                  <a:lnTo>
                    <a:pt x="0" y="359422"/>
                  </a:lnTo>
                  <a:lnTo>
                    <a:pt x="0" y="365760"/>
                  </a:lnTo>
                  <a:lnTo>
                    <a:pt x="27940" y="365760"/>
                  </a:lnTo>
                  <a:lnTo>
                    <a:pt x="27940" y="359422"/>
                  </a:lnTo>
                  <a:close/>
                </a:path>
                <a:path w="27939" h="476250">
                  <a:moveTo>
                    <a:pt x="27940" y="355612"/>
                  </a:moveTo>
                  <a:lnTo>
                    <a:pt x="0" y="355612"/>
                  </a:lnTo>
                  <a:lnTo>
                    <a:pt x="0" y="359410"/>
                  </a:lnTo>
                  <a:lnTo>
                    <a:pt x="27940" y="359410"/>
                  </a:lnTo>
                  <a:lnTo>
                    <a:pt x="27940" y="355612"/>
                  </a:lnTo>
                  <a:close/>
                </a:path>
                <a:path w="27939" h="476250">
                  <a:moveTo>
                    <a:pt x="27940" y="346722"/>
                  </a:moveTo>
                  <a:lnTo>
                    <a:pt x="0" y="346722"/>
                  </a:lnTo>
                  <a:lnTo>
                    <a:pt x="0" y="355600"/>
                  </a:lnTo>
                  <a:lnTo>
                    <a:pt x="27940" y="355600"/>
                  </a:lnTo>
                  <a:lnTo>
                    <a:pt x="27940" y="346722"/>
                  </a:lnTo>
                  <a:close/>
                </a:path>
                <a:path w="27939" h="476250">
                  <a:moveTo>
                    <a:pt x="27940" y="340372"/>
                  </a:moveTo>
                  <a:lnTo>
                    <a:pt x="0" y="340372"/>
                  </a:lnTo>
                  <a:lnTo>
                    <a:pt x="0" y="346710"/>
                  </a:lnTo>
                  <a:lnTo>
                    <a:pt x="27940" y="346710"/>
                  </a:lnTo>
                  <a:lnTo>
                    <a:pt x="27940" y="340372"/>
                  </a:lnTo>
                  <a:close/>
                </a:path>
                <a:path w="27939" h="476250">
                  <a:moveTo>
                    <a:pt x="27940" y="334022"/>
                  </a:moveTo>
                  <a:lnTo>
                    <a:pt x="0" y="334022"/>
                  </a:lnTo>
                  <a:lnTo>
                    <a:pt x="0" y="340360"/>
                  </a:lnTo>
                  <a:lnTo>
                    <a:pt x="27940" y="340360"/>
                  </a:lnTo>
                  <a:lnTo>
                    <a:pt x="27940" y="334022"/>
                  </a:lnTo>
                  <a:close/>
                </a:path>
                <a:path w="27939" h="476250">
                  <a:moveTo>
                    <a:pt x="27940" y="330212"/>
                  </a:moveTo>
                  <a:lnTo>
                    <a:pt x="0" y="330212"/>
                  </a:lnTo>
                  <a:lnTo>
                    <a:pt x="0" y="334010"/>
                  </a:lnTo>
                  <a:lnTo>
                    <a:pt x="27940" y="334010"/>
                  </a:lnTo>
                  <a:lnTo>
                    <a:pt x="27940" y="330212"/>
                  </a:lnTo>
                  <a:close/>
                </a:path>
                <a:path w="27939" h="476250">
                  <a:moveTo>
                    <a:pt x="27940" y="327672"/>
                  </a:moveTo>
                  <a:lnTo>
                    <a:pt x="0" y="327672"/>
                  </a:lnTo>
                  <a:lnTo>
                    <a:pt x="0" y="330200"/>
                  </a:lnTo>
                  <a:lnTo>
                    <a:pt x="27940" y="330200"/>
                  </a:lnTo>
                  <a:lnTo>
                    <a:pt x="27940" y="327672"/>
                  </a:lnTo>
                  <a:close/>
                </a:path>
                <a:path w="27939" h="476250">
                  <a:moveTo>
                    <a:pt x="27940" y="317512"/>
                  </a:moveTo>
                  <a:lnTo>
                    <a:pt x="0" y="317512"/>
                  </a:lnTo>
                  <a:lnTo>
                    <a:pt x="0" y="327660"/>
                  </a:lnTo>
                  <a:lnTo>
                    <a:pt x="27940" y="327660"/>
                  </a:lnTo>
                  <a:lnTo>
                    <a:pt x="27940" y="317512"/>
                  </a:lnTo>
                  <a:close/>
                </a:path>
                <a:path w="27939" h="476250">
                  <a:moveTo>
                    <a:pt x="27940" y="314972"/>
                  </a:moveTo>
                  <a:lnTo>
                    <a:pt x="0" y="314972"/>
                  </a:lnTo>
                  <a:lnTo>
                    <a:pt x="0" y="317500"/>
                  </a:lnTo>
                  <a:lnTo>
                    <a:pt x="27940" y="317500"/>
                  </a:lnTo>
                  <a:lnTo>
                    <a:pt x="27940" y="314972"/>
                  </a:lnTo>
                  <a:close/>
                </a:path>
                <a:path w="27939" h="476250">
                  <a:moveTo>
                    <a:pt x="27940" y="311162"/>
                  </a:moveTo>
                  <a:lnTo>
                    <a:pt x="0" y="311162"/>
                  </a:lnTo>
                  <a:lnTo>
                    <a:pt x="0" y="314960"/>
                  </a:lnTo>
                  <a:lnTo>
                    <a:pt x="27940" y="314960"/>
                  </a:lnTo>
                  <a:lnTo>
                    <a:pt x="27940" y="311162"/>
                  </a:lnTo>
                  <a:close/>
                </a:path>
                <a:path w="27939" h="476250">
                  <a:moveTo>
                    <a:pt x="27940" y="304812"/>
                  </a:moveTo>
                  <a:lnTo>
                    <a:pt x="0" y="304812"/>
                  </a:lnTo>
                  <a:lnTo>
                    <a:pt x="0" y="311150"/>
                  </a:lnTo>
                  <a:lnTo>
                    <a:pt x="27940" y="311150"/>
                  </a:lnTo>
                  <a:lnTo>
                    <a:pt x="27940" y="304812"/>
                  </a:lnTo>
                  <a:close/>
                </a:path>
                <a:path w="27939" h="476250">
                  <a:moveTo>
                    <a:pt x="27940" y="292112"/>
                  </a:moveTo>
                  <a:lnTo>
                    <a:pt x="0" y="292112"/>
                  </a:lnTo>
                  <a:lnTo>
                    <a:pt x="0" y="304800"/>
                  </a:lnTo>
                  <a:lnTo>
                    <a:pt x="27940" y="304800"/>
                  </a:lnTo>
                  <a:lnTo>
                    <a:pt x="27940" y="292112"/>
                  </a:lnTo>
                  <a:close/>
                </a:path>
                <a:path w="27939" h="476250">
                  <a:moveTo>
                    <a:pt x="27940" y="289572"/>
                  </a:moveTo>
                  <a:lnTo>
                    <a:pt x="0" y="289572"/>
                  </a:lnTo>
                  <a:lnTo>
                    <a:pt x="0" y="292100"/>
                  </a:lnTo>
                  <a:lnTo>
                    <a:pt x="27940" y="292100"/>
                  </a:lnTo>
                  <a:lnTo>
                    <a:pt x="27940" y="289572"/>
                  </a:lnTo>
                  <a:close/>
                </a:path>
                <a:path w="27939" h="476250">
                  <a:moveTo>
                    <a:pt x="27940" y="285762"/>
                  </a:moveTo>
                  <a:lnTo>
                    <a:pt x="0" y="285762"/>
                  </a:lnTo>
                  <a:lnTo>
                    <a:pt x="0" y="289560"/>
                  </a:lnTo>
                  <a:lnTo>
                    <a:pt x="27940" y="289560"/>
                  </a:lnTo>
                  <a:lnTo>
                    <a:pt x="27940" y="285762"/>
                  </a:lnTo>
                  <a:close/>
                </a:path>
                <a:path w="27939" h="476250">
                  <a:moveTo>
                    <a:pt x="27940" y="283222"/>
                  </a:moveTo>
                  <a:lnTo>
                    <a:pt x="0" y="283222"/>
                  </a:lnTo>
                  <a:lnTo>
                    <a:pt x="0" y="285750"/>
                  </a:lnTo>
                  <a:lnTo>
                    <a:pt x="27940" y="285750"/>
                  </a:lnTo>
                  <a:lnTo>
                    <a:pt x="27940" y="283222"/>
                  </a:lnTo>
                  <a:close/>
                </a:path>
                <a:path w="27939" h="476250">
                  <a:moveTo>
                    <a:pt x="27940" y="279412"/>
                  </a:moveTo>
                  <a:lnTo>
                    <a:pt x="0" y="279412"/>
                  </a:lnTo>
                  <a:lnTo>
                    <a:pt x="0" y="283210"/>
                  </a:lnTo>
                  <a:lnTo>
                    <a:pt x="27940" y="283210"/>
                  </a:lnTo>
                  <a:lnTo>
                    <a:pt x="27940" y="279412"/>
                  </a:lnTo>
                  <a:close/>
                </a:path>
                <a:path w="27939" h="476250">
                  <a:moveTo>
                    <a:pt x="27940" y="273062"/>
                  </a:moveTo>
                  <a:lnTo>
                    <a:pt x="0" y="273062"/>
                  </a:lnTo>
                  <a:lnTo>
                    <a:pt x="0" y="279400"/>
                  </a:lnTo>
                  <a:lnTo>
                    <a:pt x="27940" y="279400"/>
                  </a:lnTo>
                  <a:lnTo>
                    <a:pt x="27940" y="273062"/>
                  </a:lnTo>
                  <a:close/>
                </a:path>
                <a:path w="27939" h="476250">
                  <a:moveTo>
                    <a:pt x="27940" y="234962"/>
                  </a:moveTo>
                  <a:lnTo>
                    <a:pt x="0" y="234962"/>
                  </a:lnTo>
                  <a:lnTo>
                    <a:pt x="0" y="273050"/>
                  </a:lnTo>
                  <a:lnTo>
                    <a:pt x="27940" y="273050"/>
                  </a:lnTo>
                  <a:lnTo>
                    <a:pt x="27940" y="234962"/>
                  </a:lnTo>
                  <a:close/>
                </a:path>
                <a:path w="27939" h="476250">
                  <a:moveTo>
                    <a:pt x="2794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7940" y="234950"/>
                  </a:lnTo>
                  <a:lnTo>
                    <a:pt x="27940" y="232422"/>
                  </a:lnTo>
                  <a:close/>
                </a:path>
                <a:path w="27939" h="476250">
                  <a:moveTo>
                    <a:pt x="2794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27940" y="232410"/>
                  </a:lnTo>
                  <a:lnTo>
                    <a:pt x="27940" y="226072"/>
                  </a:lnTo>
                  <a:close/>
                </a:path>
                <a:path w="27939" h="476250">
                  <a:moveTo>
                    <a:pt x="2794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27940" y="226060"/>
                  </a:lnTo>
                  <a:lnTo>
                    <a:pt x="27940" y="222262"/>
                  </a:lnTo>
                  <a:close/>
                </a:path>
                <a:path w="27939" h="476250">
                  <a:moveTo>
                    <a:pt x="2794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27940" y="222250"/>
                  </a:lnTo>
                  <a:lnTo>
                    <a:pt x="27940" y="219722"/>
                  </a:lnTo>
                  <a:close/>
                </a:path>
                <a:path w="27939" h="476250">
                  <a:moveTo>
                    <a:pt x="27940" y="213372"/>
                  </a:moveTo>
                  <a:lnTo>
                    <a:pt x="0" y="213372"/>
                  </a:lnTo>
                  <a:lnTo>
                    <a:pt x="0" y="219710"/>
                  </a:lnTo>
                  <a:lnTo>
                    <a:pt x="27940" y="219710"/>
                  </a:lnTo>
                  <a:lnTo>
                    <a:pt x="27940" y="213372"/>
                  </a:lnTo>
                  <a:close/>
                </a:path>
                <a:path w="27939" h="476250">
                  <a:moveTo>
                    <a:pt x="27940" y="207022"/>
                  </a:moveTo>
                  <a:lnTo>
                    <a:pt x="0" y="207022"/>
                  </a:lnTo>
                  <a:lnTo>
                    <a:pt x="0" y="213360"/>
                  </a:lnTo>
                  <a:lnTo>
                    <a:pt x="27940" y="213360"/>
                  </a:lnTo>
                  <a:lnTo>
                    <a:pt x="27940" y="207022"/>
                  </a:lnTo>
                  <a:close/>
                </a:path>
                <a:path w="27939" h="476250">
                  <a:moveTo>
                    <a:pt x="27940" y="195592"/>
                  </a:moveTo>
                  <a:lnTo>
                    <a:pt x="0" y="195592"/>
                  </a:lnTo>
                  <a:lnTo>
                    <a:pt x="0" y="207010"/>
                  </a:lnTo>
                  <a:lnTo>
                    <a:pt x="27940" y="207010"/>
                  </a:lnTo>
                  <a:lnTo>
                    <a:pt x="27940" y="195592"/>
                  </a:lnTo>
                  <a:close/>
                </a:path>
                <a:path w="27939" h="476250">
                  <a:moveTo>
                    <a:pt x="2794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7940" y="195580"/>
                  </a:lnTo>
                  <a:lnTo>
                    <a:pt x="27940" y="189242"/>
                  </a:lnTo>
                  <a:close/>
                </a:path>
                <a:path w="27939" h="476250">
                  <a:moveTo>
                    <a:pt x="27940" y="182892"/>
                  </a:moveTo>
                  <a:lnTo>
                    <a:pt x="0" y="182892"/>
                  </a:lnTo>
                  <a:lnTo>
                    <a:pt x="0" y="189230"/>
                  </a:lnTo>
                  <a:lnTo>
                    <a:pt x="27940" y="189230"/>
                  </a:lnTo>
                  <a:lnTo>
                    <a:pt x="27940" y="182892"/>
                  </a:lnTo>
                  <a:close/>
                </a:path>
                <a:path w="27939" h="476250">
                  <a:moveTo>
                    <a:pt x="27940" y="176542"/>
                  </a:moveTo>
                  <a:lnTo>
                    <a:pt x="0" y="176542"/>
                  </a:lnTo>
                  <a:lnTo>
                    <a:pt x="0" y="182880"/>
                  </a:lnTo>
                  <a:lnTo>
                    <a:pt x="27940" y="182880"/>
                  </a:lnTo>
                  <a:lnTo>
                    <a:pt x="27940" y="176542"/>
                  </a:lnTo>
                  <a:close/>
                </a:path>
                <a:path w="27939" h="476250">
                  <a:moveTo>
                    <a:pt x="27940" y="170192"/>
                  </a:moveTo>
                  <a:lnTo>
                    <a:pt x="0" y="170192"/>
                  </a:lnTo>
                  <a:lnTo>
                    <a:pt x="0" y="176530"/>
                  </a:lnTo>
                  <a:lnTo>
                    <a:pt x="27940" y="176530"/>
                  </a:lnTo>
                  <a:lnTo>
                    <a:pt x="27940" y="170192"/>
                  </a:lnTo>
                  <a:close/>
                </a:path>
                <a:path w="27939" h="476250">
                  <a:moveTo>
                    <a:pt x="27940" y="163842"/>
                  </a:moveTo>
                  <a:lnTo>
                    <a:pt x="0" y="163842"/>
                  </a:lnTo>
                  <a:lnTo>
                    <a:pt x="0" y="170180"/>
                  </a:lnTo>
                  <a:lnTo>
                    <a:pt x="27940" y="170180"/>
                  </a:lnTo>
                  <a:lnTo>
                    <a:pt x="27940" y="163842"/>
                  </a:lnTo>
                  <a:close/>
                </a:path>
                <a:path w="27939" h="476250">
                  <a:moveTo>
                    <a:pt x="27940" y="157492"/>
                  </a:moveTo>
                  <a:lnTo>
                    <a:pt x="0" y="157492"/>
                  </a:lnTo>
                  <a:lnTo>
                    <a:pt x="0" y="163830"/>
                  </a:lnTo>
                  <a:lnTo>
                    <a:pt x="27940" y="163830"/>
                  </a:lnTo>
                  <a:lnTo>
                    <a:pt x="27940" y="157492"/>
                  </a:lnTo>
                  <a:close/>
                </a:path>
                <a:path w="27939" h="476250">
                  <a:moveTo>
                    <a:pt x="2794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7940" y="157480"/>
                  </a:lnTo>
                  <a:lnTo>
                    <a:pt x="27940" y="151142"/>
                  </a:lnTo>
                  <a:close/>
                </a:path>
                <a:path w="27939" h="476250">
                  <a:moveTo>
                    <a:pt x="27940" y="138442"/>
                  </a:moveTo>
                  <a:lnTo>
                    <a:pt x="0" y="138442"/>
                  </a:lnTo>
                  <a:lnTo>
                    <a:pt x="0" y="151130"/>
                  </a:lnTo>
                  <a:lnTo>
                    <a:pt x="27940" y="151130"/>
                  </a:lnTo>
                  <a:lnTo>
                    <a:pt x="27940" y="138442"/>
                  </a:lnTo>
                  <a:close/>
                </a:path>
                <a:path w="27939" h="476250">
                  <a:moveTo>
                    <a:pt x="27940" y="132092"/>
                  </a:moveTo>
                  <a:lnTo>
                    <a:pt x="0" y="132092"/>
                  </a:lnTo>
                  <a:lnTo>
                    <a:pt x="0" y="138430"/>
                  </a:lnTo>
                  <a:lnTo>
                    <a:pt x="27940" y="138430"/>
                  </a:lnTo>
                  <a:lnTo>
                    <a:pt x="27940" y="132092"/>
                  </a:lnTo>
                  <a:close/>
                </a:path>
                <a:path w="27939" h="476250">
                  <a:moveTo>
                    <a:pt x="27940" y="125742"/>
                  </a:moveTo>
                  <a:lnTo>
                    <a:pt x="0" y="125742"/>
                  </a:lnTo>
                  <a:lnTo>
                    <a:pt x="0" y="132080"/>
                  </a:lnTo>
                  <a:lnTo>
                    <a:pt x="27940" y="132080"/>
                  </a:lnTo>
                  <a:lnTo>
                    <a:pt x="27940" y="125742"/>
                  </a:lnTo>
                  <a:close/>
                </a:path>
                <a:path w="27939" h="476250">
                  <a:moveTo>
                    <a:pt x="27940" y="119392"/>
                  </a:moveTo>
                  <a:lnTo>
                    <a:pt x="0" y="119392"/>
                  </a:lnTo>
                  <a:lnTo>
                    <a:pt x="0" y="125730"/>
                  </a:lnTo>
                  <a:lnTo>
                    <a:pt x="27940" y="125730"/>
                  </a:lnTo>
                  <a:lnTo>
                    <a:pt x="27940" y="119392"/>
                  </a:lnTo>
                  <a:close/>
                </a:path>
                <a:path w="27939" h="476250">
                  <a:moveTo>
                    <a:pt x="27940" y="113042"/>
                  </a:moveTo>
                  <a:lnTo>
                    <a:pt x="0" y="113042"/>
                  </a:lnTo>
                  <a:lnTo>
                    <a:pt x="0" y="119380"/>
                  </a:lnTo>
                  <a:lnTo>
                    <a:pt x="27940" y="119380"/>
                  </a:lnTo>
                  <a:lnTo>
                    <a:pt x="27940" y="113042"/>
                  </a:lnTo>
                  <a:close/>
                </a:path>
                <a:path w="27939" h="476250">
                  <a:moveTo>
                    <a:pt x="27940" y="106692"/>
                  </a:moveTo>
                  <a:lnTo>
                    <a:pt x="0" y="106692"/>
                  </a:lnTo>
                  <a:lnTo>
                    <a:pt x="0" y="113030"/>
                  </a:lnTo>
                  <a:lnTo>
                    <a:pt x="27940" y="113030"/>
                  </a:lnTo>
                  <a:lnTo>
                    <a:pt x="27940" y="106692"/>
                  </a:lnTo>
                  <a:close/>
                </a:path>
                <a:path w="27939" h="476250">
                  <a:moveTo>
                    <a:pt x="27940" y="100342"/>
                  </a:moveTo>
                  <a:lnTo>
                    <a:pt x="0" y="100342"/>
                  </a:lnTo>
                  <a:lnTo>
                    <a:pt x="0" y="106680"/>
                  </a:lnTo>
                  <a:lnTo>
                    <a:pt x="27940" y="106680"/>
                  </a:lnTo>
                  <a:lnTo>
                    <a:pt x="27940" y="100342"/>
                  </a:lnTo>
                  <a:close/>
                </a:path>
                <a:path w="27939" h="476250">
                  <a:moveTo>
                    <a:pt x="2794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7940" y="100330"/>
                  </a:lnTo>
                  <a:lnTo>
                    <a:pt x="27940" y="93992"/>
                  </a:lnTo>
                  <a:close/>
                </a:path>
                <a:path w="27939" h="476250">
                  <a:moveTo>
                    <a:pt x="2794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7940" y="93980"/>
                  </a:lnTo>
                  <a:lnTo>
                    <a:pt x="27940" y="87642"/>
                  </a:lnTo>
                  <a:close/>
                </a:path>
                <a:path w="27939" h="476250">
                  <a:moveTo>
                    <a:pt x="27940" y="81292"/>
                  </a:moveTo>
                  <a:lnTo>
                    <a:pt x="0" y="81292"/>
                  </a:lnTo>
                  <a:lnTo>
                    <a:pt x="0" y="87630"/>
                  </a:lnTo>
                  <a:lnTo>
                    <a:pt x="27940" y="87630"/>
                  </a:lnTo>
                  <a:lnTo>
                    <a:pt x="27940" y="81292"/>
                  </a:lnTo>
                  <a:close/>
                </a:path>
                <a:path w="27939" h="476250">
                  <a:moveTo>
                    <a:pt x="27940" y="68592"/>
                  </a:moveTo>
                  <a:lnTo>
                    <a:pt x="0" y="68592"/>
                  </a:lnTo>
                  <a:lnTo>
                    <a:pt x="0" y="81280"/>
                  </a:lnTo>
                  <a:lnTo>
                    <a:pt x="27940" y="81280"/>
                  </a:lnTo>
                  <a:lnTo>
                    <a:pt x="27940" y="68592"/>
                  </a:lnTo>
                  <a:close/>
                </a:path>
                <a:path w="27939" h="476250">
                  <a:moveTo>
                    <a:pt x="27940" y="62242"/>
                  </a:moveTo>
                  <a:lnTo>
                    <a:pt x="0" y="62242"/>
                  </a:lnTo>
                  <a:lnTo>
                    <a:pt x="0" y="68580"/>
                  </a:lnTo>
                  <a:lnTo>
                    <a:pt x="27940" y="68580"/>
                  </a:lnTo>
                  <a:lnTo>
                    <a:pt x="27940" y="62242"/>
                  </a:lnTo>
                  <a:close/>
                </a:path>
                <a:path w="27939" h="476250">
                  <a:moveTo>
                    <a:pt x="27940" y="55892"/>
                  </a:moveTo>
                  <a:lnTo>
                    <a:pt x="0" y="55892"/>
                  </a:lnTo>
                  <a:lnTo>
                    <a:pt x="0" y="62230"/>
                  </a:lnTo>
                  <a:lnTo>
                    <a:pt x="27940" y="62230"/>
                  </a:lnTo>
                  <a:lnTo>
                    <a:pt x="27940" y="55892"/>
                  </a:lnTo>
                  <a:close/>
                </a:path>
                <a:path w="27939" h="476250">
                  <a:moveTo>
                    <a:pt x="27940" y="49542"/>
                  </a:moveTo>
                  <a:lnTo>
                    <a:pt x="0" y="49542"/>
                  </a:lnTo>
                  <a:lnTo>
                    <a:pt x="0" y="55880"/>
                  </a:lnTo>
                  <a:lnTo>
                    <a:pt x="27940" y="55880"/>
                  </a:lnTo>
                  <a:lnTo>
                    <a:pt x="27940" y="49542"/>
                  </a:lnTo>
                  <a:close/>
                </a:path>
                <a:path w="27939" h="476250">
                  <a:moveTo>
                    <a:pt x="2794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7940" y="49530"/>
                  </a:lnTo>
                  <a:lnTo>
                    <a:pt x="27940" y="43192"/>
                  </a:lnTo>
                  <a:close/>
                </a:path>
                <a:path w="27939" h="476250">
                  <a:moveTo>
                    <a:pt x="2794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7940" y="43180"/>
                  </a:lnTo>
                  <a:lnTo>
                    <a:pt x="27940" y="36842"/>
                  </a:lnTo>
                  <a:close/>
                </a:path>
                <a:path w="27939" h="476250">
                  <a:moveTo>
                    <a:pt x="2794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7940" y="36830"/>
                  </a:lnTo>
                  <a:lnTo>
                    <a:pt x="27940" y="30492"/>
                  </a:lnTo>
                  <a:close/>
                </a:path>
                <a:path w="27939" h="476250">
                  <a:moveTo>
                    <a:pt x="27940" y="24142"/>
                  </a:moveTo>
                  <a:lnTo>
                    <a:pt x="0" y="24142"/>
                  </a:lnTo>
                  <a:lnTo>
                    <a:pt x="0" y="30480"/>
                  </a:lnTo>
                  <a:lnTo>
                    <a:pt x="27940" y="30480"/>
                  </a:lnTo>
                  <a:lnTo>
                    <a:pt x="27940" y="24142"/>
                  </a:lnTo>
                  <a:close/>
                </a:path>
                <a:path w="27939" h="476250">
                  <a:moveTo>
                    <a:pt x="2794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7940" y="24130"/>
                  </a:lnTo>
                  <a:lnTo>
                    <a:pt x="27940" y="17792"/>
                  </a:lnTo>
                  <a:close/>
                </a:path>
                <a:path w="27939" h="476250">
                  <a:moveTo>
                    <a:pt x="27940" y="5092"/>
                  </a:moveTo>
                  <a:lnTo>
                    <a:pt x="0" y="5092"/>
                  </a:lnTo>
                  <a:lnTo>
                    <a:pt x="0" y="17780"/>
                  </a:lnTo>
                  <a:lnTo>
                    <a:pt x="27940" y="17780"/>
                  </a:lnTo>
                  <a:lnTo>
                    <a:pt x="27940" y="5092"/>
                  </a:lnTo>
                  <a:close/>
                </a:path>
                <a:path w="27939" h="476250">
                  <a:moveTo>
                    <a:pt x="279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7940" y="5080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2750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5" name="object 3785"/>
            <p:cNvSpPr/>
            <p:nvPr/>
          </p:nvSpPr>
          <p:spPr>
            <a:xfrm>
              <a:off x="4945380" y="5500382"/>
              <a:ext cx="27940" cy="181610"/>
            </a:xfrm>
            <a:custGeom>
              <a:avLst/>
              <a:gdLst/>
              <a:ahLst/>
              <a:cxnLst/>
              <a:rect l="l" t="t" r="r" b="b"/>
              <a:pathLst>
                <a:path w="27939" h="181610">
                  <a:moveTo>
                    <a:pt x="27940" y="180340"/>
                  </a:moveTo>
                  <a:lnTo>
                    <a:pt x="0" y="180340"/>
                  </a:lnTo>
                  <a:lnTo>
                    <a:pt x="0" y="181597"/>
                  </a:lnTo>
                  <a:lnTo>
                    <a:pt x="27940" y="181597"/>
                  </a:lnTo>
                  <a:lnTo>
                    <a:pt x="27940" y="180340"/>
                  </a:lnTo>
                  <a:close/>
                </a:path>
                <a:path w="27939" h="181610">
                  <a:moveTo>
                    <a:pt x="27940" y="173990"/>
                  </a:moveTo>
                  <a:lnTo>
                    <a:pt x="0" y="173990"/>
                  </a:lnTo>
                  <a:lnTo>
                    <a:pt x="0" y="180327"/>
                  </a:lnTo>
                  <a:lnTo>
                    <a:pt x="27940" y="180327"/>
                  </a:lnTo>
                  <a:lnTo>
                    <a:pt x="27940" y="173990"/>
                  </a:lnTo>
                  <a:close/>
                </a:path>
                <a:path w="27939" h="181610">
                  <a:moveTo>
                    <a:pt x="27940" y="171450"/>
                  </a:moveTo>
                  <a:lnTo>
                    <a:pt x="0" y="171450"/>
                  </a:lnTo>
                  <a:lnTo>
                    <a:pt x="0" y="173977"/>
                  </a:lnTo>
                  <a:lnTo>
                    <a:pt x="27940" y="173977"/>
                  </a:lnTo>
                  <a:lnTo>
                    <a:pt x="27940" y="171450"/>
                  </a:lnTo>
                  <a:close/>
                </a:path>
                <a:path w="27939" h="181610">
                  <a:moveTo>
                    <a:pt x="27940" y="167640"/>
                  </a:moveTo>
                  <a:lnTo>
                    <a:pt x="0" y="167640"/>
                  </a:lnTo>
                  <a:lnTo>
                    <a:pt x="0" y="171437"/>
                  </a:lnTo>
                  <a:lnTo>
                    <a:pt x="27940" y="171437"/>
                  </a:lnTo>
                  <a:lnTo>
                    <a:pt x="27940" y="167640"/>
                  </a:lnTo>
                  <a:close/>
                </a:path>
                <a:path w="27939" h="181610">
                  <a:moveTo>
                    <a:pt x="27940" y="165100"/>
                  </a:moveTo>
                  <a:lnTo>
                    <a:pt x="0" y="165100"/>
                  </a:lnTo>
                  <a:lnTo>
                    <a:pt x="0" y="167627"/>
                  </a:lnTo>
                  <a:lnTo>
                    <a:pt x="27940" y="167627"/>
                  </a:lnTo>
                  <a:lnTo>
                    <a:pt x="27940" y="165100"/>
                  </a:lnTo>
                  <a:close/>
                </a:path>
                <a:path w="27939" h="181610">
                  <a:moveTo>
                    <a:pt x="27940" y="161290"/>
                  </a:moveTo>
                  <a:lnTo>
                    <a:pt x="0" y="161290"/>
                  </a:lnTo>
                  <a:lnTo>
                    <a:pt x="0" y="165087"/>
                  </a:lnTo>
                  <a:lnTo>
                    <a:pt x="27940" y="165087"/>
                  </a:lnTo>
                  <a:lnTo>
                    <a:pt x="27940" y="161290"/>
                  </a:lnTo>
                  <a:close/>
                </a:path>
                <a:path w="27939" h="181610">
                  <a:moveTo>
                    <a:pt x="27940" y="154940"/>
                  </a:moveTo>
                  <a:lnTo>
                    <a:pt x="0" y="154940"/>
                  </a:lnTo>
                  <a:lnTo>
                    <a:pt x="0" y="161277"/>
                  </a:lnTo>
                  <a:lnTo>
                    <a:pt x="27940" y="161277"/>
                  </a:lnTo>
                  <a:lnTo>
                    <a:pt x="27940" y="154940"/>
                  </a:lnTo>
                  <a:close/>
                </a:path>
                <a:path w="27939" h="181610">
                  <a:moveTo>
                    <a:pt x="27940" y="152400"/>
                  </a:moveTo>
                  <a:lnTo>
                    <a:pt x="0" y="152400"/>
                  </a:lnTo>
                  <a:lnTo>
                    <a:pt x="0" y="154927"/>
                  </a:lnTo>
                  <a:lnTo>
                    <a:pt x="27940" y="154927"/>
                  </a:lnTo>
                  <a:lnTo>
                    <a:pt x="27940" y="152400"/>
                  </a:lnTo>
                  <a:close/>
                </a:path>
                <a:path w="27939" h="181610">
                  <a:moveTo>
                    <a:pt x="27940" y="148590"/>
                  </a:moveTo>
                  <a:lnTo>
                    <a:pt x="0" y="148590"/>
                  </a:lnTo>
                  <a:lnTo>
                    <a:pt x="0" y="152387"/>
                  </a:lnTo>
                  <a:lnTo>
                    <a:pt x="27940" y="152387"/>
                  </a:lnTo>
                  <a:lnTo>
                    <a:pt x="27940" y="148590"/>
                  </a:lnTo>
                  <a:close/>
                </a:path>
                <a:path w="27939" h="181610">
                  <a:moveTo>
                    <a:pt x="27940" y="146050"/>
                  </a:moveTo>
                  <a:lnTo>
                    <a:pt x="0" y="146050"/>
                  </a:lnTo>
                  <a:lnTo>
                    <a:pt x="0" y="148577"/>
                  </a:lnTo>
                  <a:lnTo>
                    <a:pt x="27940" y="148577"/>
                  </a:lnTo>
                  <a:lnTo>
                    <a:pt x="27940" y="146050"/>
                  </a:lnTo>
                  <a:close/>
                </a:path>
                <a:path w="27939" h="181610">
                  <a:moveTo>
                    <a:pt x="27940" y="142240"/>
                  </a:moveTo>
                  <a:lnTo>
                    <a:pt x="0" y="142240"/>
                  </a:lnTo>
                  <a:lnTo>
                    <a:pt x="0" y="146037"/>
                  </a:lnTo>
                  <a:lnTo>
                    <a:pt x="27940" y="146037"/>
                  </a:lnTo>
                  <a:lnTo>
                    <a:pt x="27940" y="142240"/>
                  </a:lnTo>
                  <a:close/>
                </a:path>
                <a:path w="27939" h="181610">
                  <a:moveTo>
                    <a:pt x="27940" y="135890"/>
                  </a:moveTo>
                  <a:lnTo>
                    <a:pt x="0" y="135890"/>
                  </a:lnTo>
                  <a:lnTo>
                    <a:pt x="0" y="142227"/>
                  </a:lnTo>
                  <a:lnTo>
                    <a:pt x="27940" y="142227"/>
                  </a:lnTo>
                  <a:lnTo>
                    <a:pt x="27940" y="135890"/>
                  </a:lnTo>
                  <a:close/>
                </a:path>
                <a:path w="27939" h="181610">
                  <a:moveTo>
                    <a:pt x="27940" y="133350"/>
                  </a:moveTo>
                  <a:lnTo>
                    <a:pt x="0" y="133350"/>
                  </a:lnTo>
                  <a:lnTo>
                    <a:pt x="0" y="135877"/>
                  </a:lnTo>
                  <a:lnTo>
                    <a:pt x="27940" y="135877"/>
                  </a:lnTo>
                  <a:lnTo>
                    <a:pt x="27940" y="133350"/>
                  </a:lnTo>
                  <a:close/>
                </a:path>
                <a:path w="27939" h="181610">
                  <a:moveTo>
                    <a:pt x="27940" y="129540"/>
                  </a:moveTo>
                  <a:lnTo>
                    <a:pt x="0" y="129540"/>
                  </a:lnTo>
                  <a:lnTo>
                    <a:pt x="0" y="133337"/>
                  </a:lnTo>
                  <a:lnTo>
                    <a:pt x="27940" y="133337"/>
                  </a:lnTo>
                  <a:lnTo>
                    <a:pt x="27940" y="129540"/>
                  </a:lnTo>
                  <a:close/>
                </a:path>
                <a:path w="27939" h="181610">
                  <a:moveTo>
                    <a:pt x="27940" y="127000"/>
                  </a:moveTo>
                  <a:lnTo>
                    <a:pt x="0" y="127000"/>
                  </a:lnTo>
                  <a:lnTo>
                    <a:pt x="0" y="129527"/>
                  </a:lnTo>
                  <a:lnTo>
                    <a:pt x="27940" y="129527"/>
                  </a:lnTo>
                  <a:lnTo>
                    <a:pt x="27940" y="127000"/>
                  </a:lnTo>
                  <a:close/>
                </a:path>
                <a:path w="27939" h="181610">
                  <a:moveTo>
                    <a:pt x="27940" y="120650"/>
                  </a:moveTo>
                  <a:lnTo>
                    <a:pt x="0" y="120650"/>
                  </a:lnTo>
                  <a:lnTo>
                    <a:pt x="0" y="126987"/>
                  </a:lnTo>
                  <a:lnTo>
                    <a:pt x="27940" y="126987"/>
                  </a:lnTo>
                  <a:lnTo>
                    <a:pt x="27940" y="120650"/>
                  </a:lnTo>
                  <a:close/>
                </a:path>
                <a:path w="27939" h="181610">
                  <a:moveTo>
                    <a:pt x="2794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27940" y="120637"/>
                  </a:lnTo>
                  <a:lnTo>
                    <a:pt x="27940" y="114300"/>
                  </a:lnTo>
                  <a:close/>
                </a:path>
                <a:path w="27939" h="181610">
                  <a:moveTo>
                    <a:pt x="27940" y="110490"/>
                  </a:moveTo>
                  <a:lnTo>
                    <a:pt x="0" y="110490"/>
                  </a:lnTo>
                  <a:lnTo>
                    <a:pt x="0" y="114287"/>
                  </a:lnTo>
                  <a:lnTo>
                    <a:pt x="27940" y="114287"/>
                  </a:lnTo>
                  <a:lnTo>
                    <a:pt x="27940" y="110490"/>
                  </a:lnTo>
                  <a:close/>
                </a:path>
                <a:path w="27939" h="181610">
                  <a:moveTo>
                    <a:pt x="27940" y="107950"/>
                  </a:moveTo>
                  <a:lnTo>
                    <a:pt x="0" y="107950"/>
                  </a:lnTo>
                  <a:lnTo>
                    <a:pt x="0" y="110477"/>
                  </a:lnTo>
                  <a:lnTo>
                    <a:pt x="27940" y="110477"/>
                  </a:lnTo>
                  <a:lnTo>
                    <a:pt x="27940" y="107950"/>
                  </a:lnTo>
                  <a:close/>
                </a:path>
                <a:path w="27939" h="181610">
                  <a:moveTo>
                    <a:pt x="27940" y="104140"/>
                  </a:moveTo>
                  <a:lnTo>
                    <a:pt x="0" y="104140"/>
                  </a:lnTo>
                  <a:lnTo>
                    <a:pt x="0" y="107937"/>
                  </a:lnTo>
                  <a:lnTo>
                    <a:pt x="27940" y="107937"/>
                  </a:lnTo>
                  <a:lnTo>
                    <a:pt x="27940" y="104140"/>
                  </a:lnTo>
                  <a:close/>
                </a:path>
                <a:path w="27939" h="181610">
                  <a:moveTo>
                    <a:pt x="27940" y="101600"/>
                  </a:moveTo>
                  <a:lnTo>
                    <a:pt x="0" y="101600"/>
                  </a:lnTo>
                  <a:lnTo>
                    <a:pt x="0" y="104127"/>
                  </a:lnTo>
                  <a:lnTo>
                    <a:pt x="27940" y="104127"/>
                  </a:lnTo>
                  <a:lnTo>
                    <a:pt x="27940" y="101600"/>
                  </a:lnTo>
                  <a:close/>
                </a:path>
                <a:path w="27939" h="181610">
                  <a:moveTo>
                    <a:pt x="27940" y="97790"/>
                  </a:moveTo>
                  <a:lnTo>
                    <a:pt x="0" y="97790"/>
                  </a:lnTo>
                  <a:lnTo>
                    <a:pt x="0" y="101587"/>
                  </a:lnTo>
                  <a:lnTo>
                    <a:pt x="27940" y="101587"/>
                  </a:lnTo>
                  <a:lnTo>
                    <a:pt x="27940" y="97790"/>
                  </a:lnTo>
                  <a:close/>
                </a:path>
                <a:path w="27939" h="181610">
                  <a:moveTo>
                    <a:pt x="27940" y="95250"/>
                  </a:moveTo>
                  <a:lnTo>
                    <a:pt x="0" y="95250"/>
                  </a:lnTo>
                  <a:lnTo>
                    <a:pt x="0" y="97777"/>
                  </a:lnTo>
                  <a:lnTo>
                    <a:pt x="27940" y="97777"/>
                  </a:lnTo>
                  <a:lnTo>
                    <a:pt x="27940" y="95250"/>
                  </a:lnTo>
                  <a:close/>
                </a:path>
                <a:path w="27939" h="181610">
                  <a:moveTo>
                    <a:pt x="27940" y="91440"/>
                  </a:moveTo>
                  <a:lnTo>
                    <a:pt x="0" y="91440"/>
                  </a:lnTo>
                  <a:lnTo>
                    <a:pt x="0" y="95237"/>
                  </a:lnTo>
                  <a:lnTo>
                    <a:pt x="27940" y="95237"/>
                  </a:lnTo>
                  <a:lnTo>
                    <a:pt x="27940" y="91440"/>
                  </a:lnTo>
                  <a:close/>
                </a:path>
                <a:path w="27939" h="181610">
                  <a:moveTo>
                    <a:pt x="27940" y="82550"/>
                  </a:moveTo>
                  <a:lnTo>
                    <a:pt x="0" y="82550"/>
                  </a:lnTo>
                  <a:lnTo>
                    <a:pt x="0" y="91427"/>
                  </a:lnTo>
                  <a:lnTo>
                    <a:pt x="27940" y="91427"/>
                  </a:lnTo>
                  <a:lnTo>
                    <a:pt x="27940" y="82550"/>
                  </a:lnTo>
                  <a:close/>
                </a:path>
                <a:path w="27939" h="181610">
                  <a:moveTo>
                    <a:pt x="27940" y="72390"/>
                  </a:moveTo>
                  <a:lnTo>
                    <a:pt x="0" y="72390"/>
                  </a:lnTo>
                  <a:lnTo>
                    <a:pt x="0" y="82537"/>
                  </a:lnTo>
                  <a:lnTo>
                    <a:pt x="27940" y="82537"/>
                  </a:lnTo>
                  <a:lnTo>
                    <a:pt x="27940" y="72390"/>
                  </a:lnTo>
                  <a:close/>
                </a:path>
                <a:path w="27939" h="181610">
                  <a:moveTo>
                    <a:pt x="27940" y="63500"/>
                  </a:moveTo>
                  <a:lnTo>
                    <a:pt x="0" y="63500"/>
                  </a:lnTo>
                  <a:lnTo>
                    <a:pt x="0" y="72377"/>
                  </a:lnTo>
                  <a:lnTo>
                    <a:pt x="27940" y="72377"/>
                  </a:lnTo>
                  <a:lnTo>
                    <a:pt x="27940" y="63500"/>
                  </a:lnTo>
                  <a:close/>
                </a:path>
                <a:path w="27939" h="181610">
                  <a:moveTo>
                    <a:pt x="27940" y="53340"/>
                  </a:moveTo>
                  <a:lnTo>
                    <a:pt x="0" y="53340"/>
                  </a:lnTo>
                  <a:lnTo>
                    <a:pt x="0" y="63487"/>
                  </a:lnTo>
                  <a:lnTo>
                    <a:pt x="27940" y="63487"/>
                  </a:lnTo>
                  <a:lnTo>
                    <a:pt x="27940" y="53340"/>
                  </a:lnTo>
                  <a:close/>
                </a:path>
                <a:path w="27939" h="181610">
                  <a:moveTo>
                    <a:pt x="27940" y="50800"/>
                  </a:moveTo>
                  <a:lnTo>
                    <a:pt x="0" y="50800"/>
                  </a:lnTo>
                  <a:lnTo>
                    <a:pt x="0" y="53327"/>
                  </a:lnTo>
                  <a:lnTo>
                    <a:pt x="27940" y="53327"/>
                  </a:lnTo>
                  <a:lnTo>
                    <a:pt x="27940" y="50800"/>
                  </a:lnTo>
                  <a:close/>
                </a:path>
                <a:path w="27939" h="181610">
                  <a:moveTo>
                    <a:pt x="27940" y="46990"/>
                  </a:moveTo>
                  <a:lnTo>
                    <a:pt x="0" y="46990"/>
                  </a:lnTo>
                  <a:lnTo>
                    <a:pt x="0" y="50787"/>
                  </a:lnTo>
                  <a:lnTo>
                    <a:pt x="27940" y="50787"/>
                  </a:lnTo>
                  <a:lnTo>
                    <a:pt x="27940" y="46990"/>
                  </a:lnTo>
                  <a:close/>
                </a:path>
                <a:path w="27939" h="181610">
                  <a:moveTo>
                    <a:pt x="27940" y="40640"/>
                  </a:moveTo>
                  <a:lnTo>
                    <a:pt x="0" y="40640"/>
                  </a:lnTo>
                  <a:lnTo>
                    <a:pt x="0" y="46977"/>
                  </a:lnTo>
                  <a:lnTo>
                    <a:pt x="27940" y="46977"/>
                  </a:lnTo>
                  <a:lnTo>
                    <a:pt x="27940" y="40640"/>
                  </a:lnTo>
                  <a:close/>
                </a:path>
                <a:path w="27939" h="181610">
                  <a:moveTo>
                    <a:pt x="27940" y="34290"/>
                  </a:moveTo>
                  <a:lnTo>
                    <a:pt x="0" y="34290"/>
                  </a:lnTo>
                  <a:lnTo>
                    <a:pt x="0" y="40627"/>
                  </a:lnTo>
                  <a:lnTo>
                    <a:pt x="27940" y="40627"/>
                  </a:lnTo>
                  <a:lnTo>
                    <a:pt x="27940" y="34290"/>
                  </a:lnTo>
                  <a:close/>
                </a:path>
                <a:path w="27939" h="181610">
                  <a:moveTo>
                    <a:pt x="27940" y="27940"/>
                  </a:moveTo>
                  <a:lnTo>
                    <a:pt x="0" y="27940"/>
                  </a:lnTo>
                  <a:lnTo>
                    <a:pt x="0" y="34277"/>
                  </a:lnTo>
                  <a:lnTo>
                    <a:pt x="27940" y="34277"/>
                  </a:lnTo>
                  <a:lnTo>
                    <a:pt x="27940" y="27940"/>
                  </a:lnTo>
                  <a:close/>
                </a:path>
                <a:path w="27939" h="181610">
                  <a:moveTo>
                    <a:pt x="27940" y="25400"/>
                  </a:moveTo>
                  <a:lnTo>
                    <a:pt x="0" y="25400"/>
                  </a:lnTo>
                  <a:lnTo>
                    <a:pt x="0" y="27927"/>
                  </a:lnTo>
                  <a:lnTo>
                    <a:pt x="27940" y="27927"/>
                  </a:lnTo>
                  <a:lnTo>
                    <a:pt x="27940" y="25400"/>
                  </a:lnTo>
                  <a:close/>
                </a:path>
                <a:path w="27939" h="181610">
                  <a:moveTo>
                    <a:pt x="2794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27940" y="25387"/>
                  </a:lnTo>
                  <a:lnTo>
                    <a:pt x="27940" y="21590"/>
                  </a:lnTo>
                  <a:close/>
                </a:path>
                <a:path w="27939" h="181610">
                  <a:moveTo>
                    <a:pt x="27940" y="15240"/>
                  </a:moveTo>
                  <a:lnTo>
                    <a:pt x="0" y="15240"/>
                  </a:lnTo>
                  <a:lnTo>
                    <a:pt x="0" y="21577"/>
                  </a:lnTo>
                  <a:lnTo>
                    <a:pt x="27940" y="21577"/>
                  </a:lnTo>
                  <a:lnTo>
                    <a:pt x="27940" y="15240"/>
                  </a:lnTo>
                  <a:close/>
                </a:path>
                <a:path w="27939" h="181610">
                  <a:moveTo>
                    <a:pt x="2794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7940" y="15227"/>
                  </a:lnTo>
                  <a:lnTo>
                    <a:pt x="27940" y="12700"/>
                  </a:lnTo>
                  <a:close/>
                </a:path>
                <a:path w="27939" h="181610">
                  <a:moveTo>
                    <a:pt x="2794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7940" y="12687"/>
                  </a:lnTo>
                  <a:lnTo>
                    <a:pt x="27940" y="8890"/>
                  </a:lnTo>
                  <a:close/>
                </a:path>
                <a:path w="27939" h="181610">
                  <a:moveTo>
                    <a:pt x="27940" y="0"/>
                  </a:moveTo>
                  <a:lnTo>
                    <a:pt x="0" y="0"/>
                  </a:lnTo>
                  <a:lnTo>
                    <a:pt x="0" y="8877"/>
                  </a:lnTo>
                  <a:lnTo>
                    <a:pt x="27940" y="8877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2750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6" name="object 3786"/>
            <p:cNvSpPr/>
            <p:nvPr/>
          </p:nvSpPr>
          <p:spPr>
            <a:xfrm>
              <a:off x="4973320" y="5033010"/>
              <a:ext cx="27940" cy="476250"/>
            </a:xfrm>
            <a:custGeom>
              <a:avLst/>
              <a:gdLst/>
              <a:ahLst/>
              <a:cxnLst/>
              <a:rect l="l" t="t" r="r" b="b"/>
              <a:pathLst>
                <a:path w="27939" h="476250">
                  <a:moveTo>
                    <a:pt x="27940" y="467372"/>
                  </a:moveTo>
                  <a:lnTo>
                    <a:pt x="0" y="467372"/>
                  </a:lnTo>
                  <a:lnTo>
                    <a:pt x="0" y="476250"/>
                  </a:lnTo>
                  <a:lnTo>
                    <a:pt x="27940" y="476250"/>
                  </a:lnTo>
                  <a:lnTo>
                    <a:pt x="27940" y="467372"/>
                  </a:lnTo>
                  <a:close/>
                </a:path>
                <a:path w="27939" h="476250">
                  <a:moveTo>
                    <a:pt x="27940" y="463562"/>
                  </a:moveTo>
                  <a:lnTo>
                    <a:pt x="0" y="463562"/>
                  </a:lnTo>
                  <a:lnTo>
                    <a:pt x="0" y="467360"/>
                  </a:lnTo>
                  <a:lnTo>
                    <a:pt x="27940" y="467360"/>
                  </a:lnTo>
                  <a:lnTo>
                    <a:pt x="27940" y="463562"/>
                  </a:lnTo>
                  <a:close/>
                </a:path>
                <a:path w="27939" h="476250">
                  <a:moveTo>
                    <a:pt x="27940" y="461022"/>
                  </a:moveTo>
                  <a:lnTo>
                    <a:pt x="0" y="461022"/>
                  </a:lnTo>
                  <a:lnTo>
                    <a:pt x="0" y="463550"/>
                  </a:lnTo>
                  <a:lnTo>
                    <a:pt x="27940" y="463550"/>
                  </a:lnTo>
                  <a:lnTo>
                    <a:pt x="27940" y="461022"/>
                  </a:lnTo>
                  <a:close/>
                </a:path>
                <a:path w="27939" h="476250">
                  <a:moveTo>
                    <a:pt x="27940" y="457212"/>
                  </a:moveTo>
                  <a:lnTo>
                    <a:pt x="0" y="457212"/>
                  </a:lnTo>
                  <a:lnTo>
                    <a:pt x="0" y="461010"/>
                  </a:lnTo>
                  <a:lnTo>
                    <a:pt x="27940" y="461010"/>
                  </a:lnTo>
                  <a:lnTo>
                    <a:pt x="27940" y="457212"/>
                  </a:lnTo>
                  <a:close/>
                </a:path>
                <a:path w="27939" h="476250">
                  <a:moveTo>
                    <a:pt x="27940" y="448322"/>
                  </a:moveTo>
                  <a:lnTo>
                    <a:pt x="0" y="448322"/>
                  </a:lnTo>
                  <a:lnTo>
                    <a:pt x="0" y="457200"/>
                  </a:lnTo>
                  <a:lnTo>
                    <a:pt x="27940" y="457200"/>
                  </a:lnTo>
                  <a:lnTo>
                    <a:pt x="27940" y="448322"/>
                  </a:lnTo>
                  <a:close/>
                </a:path>
                <a:path w="27939" h="476250">
                  <a:moveTo>
                    <a:pt x="27940" y="429272"/>
                  </a:moveTo>
                  <a:lnTo>
                    <a:pt x="0" y="429272"/>
                  </a:lnTo>
                  <a:lnTo>
                    <a:pt x="0" y="448310"/>
                  </a:lnTo>
                  <a:lnTo>
                    <a:pt x="27940" y="448310"/>
                  </a:lnTo>
                  <a:lnTo>
                    <a:pt x="27940" y="429272"/>
                  </a:lnTo>
                  <a:close/>
                </a:path>
                <a:path w="27939" h="476250">
                  <a:moveTo>
                    <a:pt x="27940" y="422922"/>
                  </a:moveTo>
                  <a:lnTo>
                    <a:pt x="0" y="422922"/>
                  </a:lnTo>
                  <a:lnTo>
                    <a:pt x="0" y="429260"/>
                  </a:lnTo>
                  <a:lnTo>
                    <a:pt x="27940" y="429260"/>
                  </a:lnTo>
                  <a:lnTo>
                    <a:pt x="27940" y="422922"/>
                  </a:lnTo>
                  <a:close/>
                </a:path>
                <a:path w="27939" h="476250">
                  <a:moveTo>
                    <a:pt x="27940" y="416572"/>
                  </a:moveTo>
                  <a:lnTo>
                    <a:pt x="0" y="416572"/>
                  </a:lnTo>
                  <a:lnTo>
                    <a:pt x="0" y="422910"/>
                  </a:lnTo>
                  <a:lnTo>
                    <a:pt x="27940" y="422910"/>
                  </a:lnTo>
                  <a:lnTo>
                    <a:pt x="27940" y="416572"/>
                  </a:lnTo>
                  <a:close/>
                </a:path>
                <a:path w="27939" h="476250">
                  <a:moveTo>
                    <a:pt x="27940" y="412762"/>
                  </a:moveTo>
                  <a:lnTo>
                    <a:pt x="0" y="412762"/>
                  </a:lnTo>
                  <a:lnTo>
                    <a:pt x="0" y="416560"/>
                  </a:lnTo>
                  <a:lnTo>
                    <a:pt x="27940" y="416560"/>
                  </a:lnTo>
                  <a:lnTo>
                    <a:pt x="27940" y="412762"/>
                  </a:lnTo>
                  <a:close/>
                </a:path>
                <a:path w="27939" h="476250">
                  <a:moveTo>
                    <a:pt x="27940" y="410222"/>
                  </a:moveTo>
                  <a:lnTo>
                    <a:pt x="0" y="410222"/>
                  </a:lnTo>
                  <a:lnTo>
                    <a:pt x="0" y="412750"/>
                  </a:lnTo>
                  <a:lnTo>
                    <a:pt x="27940" y="412750"/>
                  </a:lnTo>
                  <a:lnTo>
                    <a:pt x="27940" y="410222"/>
                  </a:lnTo>
                  <a:close/>
                </a:path>
                <a:path w="27939" h="476250">
                  <a:moveTo>
                    <a:pt x="27940" y="406412"/>
                  </a:moveTo>
                  <a:lnTo>
                    <a:pt x="0" y="406412"/>
                  </a:lnTo>
                  <a:lnTo>
                    <a:pt x="0" y="410210"/>
                  </a:lnTo>
                  <a:lnTo>
                    <a:pt x="27940" y="410210"/>
                  </a:lnTo>
                  <a:lnTo>
                    <a:pt x="27940" y="406412"/>
                  </a:lnTo>
                  <a:close/>
                </a:path>
                <a:path w="27939" h="476250">
                  <a:moveTo>
                    <a:pt x="27940" y="403872"/>
                  </a:moveTo>
                  <a:lnTo>
                    <a:pt x="0" y="403872"/>
                  </a:lnTo>
                  <a:lnTo>
                    <a:pt x="0" y="406400"/>
                  </a:lnTo>
                  <a:lnTo>
                    <a:pt x="27940" y="406400"/>
                  </a:lnTo>
                  <a:lnTo>
                    <a:pt x="27940" y="403872"/>
                  </a:lnTo>
                  <a:close/>
                </a:path>
                <a:path w="27939" h="476250">
                  <a:moveTo>
                    <a:pt x="27940" y="397522"/>
                  </a:moveTo>
                  <a:lnTo>
                    <a:pt x="0" y="397522"/>
                  </a:lnTo>
                  <a:lnTo>
                    <a:pt x="0" y="403860"/>
                  </a:lnTo>
                  <a:lnTo>
                    <a:pt x="27940" y="403860"/>
                  </a:lnTo>
                  <a:lnTo>
                    <a:pt x="27940" y="397522"/>
                  </a:lnTo>
                  <a:close/>
                </a:path>
                <a:path w="27939" h="476250">
                  <a:moveTo>
                    <a:pt x="27940" y="393712"/>
                  </a:moveTo>
                  <a:lnTo>
                    <a:pt x="0" y="393712"/>
                  </a:lnTo>
                  <a:lnTo>
                    <a:pt x="0" y="397510"/>
                  </a:lnTo>
                  <a:lnTo>
                    <a:pt x="27940" y="397510"/>
                  </a:lnTo>
                  <a:lnTo>
                    <a:pt x="27940" y="393712"/>
                  </a:lnTo>
                  <a:close/>
                </a:path>
                <a:path w="27939" h="476250">
                  <a:moveTo>
                    <a:pt x="27940" y="391172"/>
                  </a:moveTo>
                  <a:lnTo>
                    <a:pt x="0" y="391172"/>
                  </a:lnTo>
                  <a:lnTo>
                    <a:pt x="0" y="393700"/>
                  </a:lnTo>
                  <a:lnTo>
                    <a:pt x="27940" y="393700"/>
                  </a:lnTo>
                  <a:lnTo>
                    <a:pt x="27940" y="391172"/>
                  </a:lnTo>
                  <a:close/>
                </a:path>
                <a:path w="27939" h="476250">
                  <a:moveTo>
                    <a:pt x="27940" y="387362"/>
                  </a:moveTo>
                  <a:lnTo>
                    <a:pt x="0" y="387362"/>
                  </a:lnTo>
                  <a:lnTo>
                    <a:pt x="0" y="391160"/>
                  </a:lnTo>
                  <a:lnTo>
                    <a:pt x="27940" y="391160"/>
                  </a:lnTo>
                  <a:lnTo>
                    <a:pt x="27940" y="387362"/>
                  </a:lnTo>
                  <a:close/>
                </a:path>
                <a:path w="27939" h="476250">
                  <a:moveTo>
                    <a:pt x="27940" y="384822"/>
                  </a:moveTo>
                  <a:lnTo>
                    <a:pt x="0" y="384822"/>
                  </a:lnTo>
                  <a:lnTo>
                    <a:pt x="0" y="387350"/>
                  </a:lnTo>
                  <a:lnTo>
                    <a:pt x="27940" y="387350"/>
                  </a:lnTo>
                  <a:lnTo>
                    <a:pt x="27940" y="384822"/>
                  </a:lnTo>
                  <a:close/>
                </a:path>
                <a:path w="27939" h="476250">
                  <a:moveTo>
                    <a:pt x="27940" y="365772"/>
                  </a:moveTo>
                  <a:lnTo>
                    <a:pt x="0" y="365772"/>
                  </a:lnTo>
                  <a:lnTo>
                    <a:pt x="0" y="384810"/>
                  </a:lnTo>
                  <a:lnTo>
                    <a:pt x="27940" y="384810"/>
                  </a:lnTo>
                  <a:lnTo>
                    <a:pt x="27940" y="365772"/>
                  </a:lnTo>
                  <a:close/>
                </a:path>
                <a:path w="27939" h="476250">
                  <a:moveTo>
                    <a:pt x="27940" y="359422"/>
                  </a:moveTo>
                  <a:lnTo>
                    <a:pt x="0" y="359422"/>
                  </a:lnTo>
                  <a:lnTo>
                    <a:pt x="0" y="365760"/>
                  </a:lnTo>
                  <a:lnTo>
                    <a:pt x="27940" y="365760"/>
                  </a:lnTo>
                  <a:lnTo>
                    <a:pt x="27940" y="359422"/>
                  </a:lnTo>
                  <a:close/>
                </a:path>
                <a:path w="27939" h="476250">
                  <a:moveTo>
                    <a:pt x="27940" y="355612"/>
                  </a:moveTo>
                  <a:lnTo>
                    <a:pt x="0" y="355612"/>
                  </a:lnTo>
                  <a:lnTo>
                    <a:pt x="0" y="359410"/>
                  </a:lnTo>
                  <a:lnTo>
                    <a:pt x="27940" y="359410"/>
                  </a:lnTo>
                  <a:lnTo>
                    <a:pt x="27940" y="355612"/>
                  </a:lnTo>
                  <a:close/>
                </a:path>
                <a:path w="27939" h="476250">
                  <a:moveTo>
                    <a:pt x="27940" y="346722"/>
                  </a:moveTo>
                  <a:lnTo>
                    <a:pt x="0" y="346722"/>
                  </a:lnTo>
                  <a:lnTo>
                    <a:pt x="0" y="355600"/>
                  </a:lnTo>
                  <a:lnTo>
                    <a:pt x="27940" y="355600"/>
                  </a:lnTo>
                  <a:lnTo>
                    <a:pt x="27940" y="346722"/>
                  </a:lnTo>
                  <a:close/>
                </a:path>
                <a:path w="27939" h="476250">
                  <a:moveTo>
                    <a:pt x="27940" y="340372"/>
                  </a:moveTo>
                  <a:lnTo>
                    <a:pt x="0" y="340372"/>
                  </a:lnTo>
                  <a:lnTo>
                    <a:pt x="0" y="346710"/>
                  </a:lnTo>
                  <a:lnTo>
                    <a:pt x="27940" y="346710"/>
                  </a:lnTo>
                  <a:lnTo>
                    <a:pt x="27940" y="340372"/>
                  </a:lnTo>
                  <a:close/>
                </a:path>
                <a:path w="27939" h="476250">
                  <a:moveTo>
                    <a:pt x="27940" y="334022"/>
                  </a:moveTo>
                  <a:lnTo>
                    <a:pt x="0" y="334022"/>
                  </a:lnTo>
                  <a:lnTo>
                    <a:pt x="0" y="340360"/>
                  </a:lnTo>
                  <a:lnTo>
                    <a:pt x="27940" y="340360"/>
                  </a:lnTo>
                  <a:lnTo>
                    <a:pt x="27940" y="334022"/>
                  </a:lnTo>
                  <a:close/>
                </a:path>
                <a:path w="27939" h="476250">
                  <a:moveTo>
                    <a:pt x="27940" y="330212"/>
                  </a:moveTo>
                  <a:lnTo>
                    <a:pt x="0" y="330212"/>
                  </a:lnTo>
                  <a:lnTo>
                    <a:pt x="0" y="334010"/>
                  </a:lnTo>
                  <a:lnTo>
                    <a:pt x="27940" y="334010"/>
                  </a:lnTo>
                  <a:lnTo>
                    <a:pt x="27940" y="330212"/>
                  </a:lnTo>
                  <a:close/>
                </a:path>
                <a:path w="27939" h="476250">
                  <a:moveTo>
                    <a:pt x="27940" y="327672"/>
                  </a:moveTo>
                  <a:lnTo>
                    <a:pt x="0" y="327672"/>
                  </a:lnTo>
                  <a:lnTo>
                    <a:pt x="0" y="330200"/>
                  </a:lnTo>
                  <a:lnTo>
                    <a:pt x="27940" y="330200"/>
                  </a:lnTo>
                  <a:lnTo>
                    <a:pt x="27940" y="327672"/>
                  </a:lnTo>
                  <a:close/>
                </a:path>
                <a:path w="27939" h="476250">
                  <a:moveTo>
                    <a:pt x="27940" y="317512"/>
                  </a:moveTo>
                  <a:lnTo>
                    <a:pt x="0" y="317512"/>
                  </a:lnTo>
                  <a:lnTo>
                    <a:pt x="0" y="327660"/>
                  </a:lnTo>
                  <a:lnTo>
                    <a:pt x="27940" y="327660"/>
                  </a:lnTo>
                  <a:lnTo>
                    <a:pt x="27940" y="317512"/>
                  </a:lnTo>
                  <a:close/>
                </a:path>
                <a:path w="27939" h="476250">
                  <a:moveTo>
                    <a:pt x="27940" y="314972"/>
                  </a:moveTo>
                  <a:lnTo>
                    <a:pt x="0" y="314972"/>
                  </a:lnTo>
                  <a:lnTo>
                    <a:pt x="0" y="317500"/>
                  </a:lnTo>
                  <a:lnTo>
                    <a:pt x="27940" y="317500"/>
                  </a:lnTo>
                  <a:lnTo>
                    <a:pt x="27940" y="314972"/>
                  </a:lnTo>
                  <a:close/>
                </a:path>
                <a:path w="27939" h="476250">
                  <a:moveTo>
                    <a:pt x="27940" y="311162"/>
                  </a:moveTo>
                  <a:lnTo>
                    <a:pt x="0" y="311162"/>
                  </a:lnTo>
                  <a:lnTo>
                    <a:pt x="0" y="314960"/>
                  </a:lnTo>
                  <a:lnTo>
                    <a:pt x="27940" y="314960"/>
                  </a:lnTo>
                  <a:lnTo>
                    <a:pt x="27940" y="311162"/>
                  </a:lnTo>
                  <a:close/>
                </a:path>
                <a:path w="27939" h="476250">
                  <a:moveTo>
                    <a:pt x="27940" y="304812"/>
                  </a:moveTo>
                  <a:lnTo>
                    <a:pt x="0" y="304812"/>
                  </a:lnTo>
                  <a:lnTo>
                    <a:pt x="0" y="311150"/>
                  </a:lnTo>
                  <a:lnTo>
                    <a:pt x="27940" y="311150"/>
                  </a:lnTo>
                  <a:lnTo>
                    <a:pt x="27940" y="304812"/>
                  </a:lnTo>
                  <a:close/>
                </a:path>
                <a:path w="27939" h="476250">
                  <a:moveTo>
                    <a:pt x="27940" y="292112"/>
                  </a:moveTo>
                  <a:lnTo>
                    <a:pt x="0" y="292112"/>
                  </a:lnTo>
                  <a:lnTo>
                    <a:pt x="0" y="304800"/>
                  </a:lnTo>
                  <a:lnTo>
                    <a:pt x="27940" y="304800"/>
                  </a:lnTo>
                  <a:lnTo>
                    <a:pt x="27940" y="292112"/>
                  </a:lnTo>
                  <a:close/>
                </a:path>
                <a:path w="27939" h="476250">
                  <a:moveTo>
                    <a:pt x="27940" y="289572"/>
                  </a:moveTo>
                  <a:lnTo>
                    <a:pt x="0" y="289572"/>
                  </a:lnTo>
                  <a:lnTo>
                    <a:pt x="0" y="292100"/>
                  </a:lnTo>
                  <a:lnTo>
                    <a:pt x="27940" y="292100"/>
                  </a:lnTo>
                  <a:lnTo>
                    <a:pt x="27940" y="289572"/>
                  </a:lnTo>
                  <a:close/>
                </a:path>
                <a:path w="27939" h="476250">
                  <a:moveTo>
                    <a:pt x="27940" y="285762"/>
                  </a:moveTo>
                  <a:lnTo>
                    <a:pt x="0" y="285762"/>
                  </a:lnTo>
                  <a:lnTo>
                    <a:pt x="0" y="289560"/>
                  </a:lnTo>
                  <a:lnTo>
                    <a:pt x="27940" y="289560"/>
                  </a:lnTo>
                  <a:lnTo>
                    <a:pt x="27940" y="285762"/>
                  </a:lnTo>
                  <a:close/>
                </a:path>
                <a:path w="27939" h="476250">
                  <a:moveTo>
                    <a:pt x="27940" y="283222"/>
                  </a:moveTo>
                  <a:lnTo>
                    <a:pt x="0" y="283222"/>
                  </a:lnTo>
                  <a:lnTo>
                    <a:pt x="0" y="285750"/>
                  </a:lnTo>
                  <a:lnTo>
                    <a:pt x="27940" y="285750"/>
                  </a:lnTo>
                  <a:lnTo>
                    <a:pt x="27940" y="283222"/>
                  </a:lnTo>
                  <a:close/>
                </a:path>
                <a:path w="27939" h="476250">
                  <a:moveTo>
                    <a:pt x="27940" y="279412"/>
                  </a:moveTo>
                  <a:lnTo>
                    <a:pt x="0" y="279412"/>
                  </a:lnTo>
                  <a:lnTo>
                    <a:pt x="0" y="283210"/>
                  </a:lnTo>
                  <a:lnTo>
                    <a:pt x="27940" y="283210"/>
                  </a:lnTo>
                  <a:lnTo>
                    <a:pt x="27940" y="279412"/>
                  </a:lnTo>
                  <a:close/>
                </a:path>
                <a:path w="27939" h="476250">
                  <a:moveTo>
                    <a:pt x="27940" y="273062"/>
                  </a:moveTo>
                  <a:lnTo>
                    <a:pt x="0" y="273062"/>
                  </a:lnTo>
                  <a:lnTo>
                    <a:pt x="0" y="279400"/>
                  </a:lnTo>
                  <a:lnTo>
                    <a:pt x="27940" y="279400"/>
                  </a:lnTo>
                  <a:lnTo>
                    <a:pt x="27940" y="273062"/>
                  </a:lnTo>
                  <a:close/>
                </a:path>
                <a:path w="27939" h="476250">
                  <a:moveTo>
                    <a:pt x="27940" y="234962"/>
                  </a:moveTo>
                  <a:lnTo>
                    <a:pt x="0" y="234962"/>
                  </a:lnTo>
                  <a:lnTo>
                    <a:pt x="0" y="273050"/>
                  </a:lnTo>
                  <a:lnTo>
                    <a:pt x="27940" y="273050"/>
                  </a:lnTo>
                  <a:lnTo>
                    <a:pt x="27940" y="234962"/>
                  </a:lnTo>
                  <a:close/>
                </a:path>
                <a:path w="27939" h="476250">
                  <a:moveTo>
                    <a:pt x="2794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7940" y="234950"/>
                  </a:lnTo>
                  <a:lnTo>
                    <a:pt x="27940" y="232422"/>
                  </a:lnTo>
                  <a:close/>
                </a:path>
                <a:path w="27939" h="476250">
                  <a:moveTo>
                    <a:pt x="2794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27940" y="232410"/>
                  </a:lnTo>
                  <a:lnTo>
                    <a:pt x="27940" y="226072"/>
                  </a:lnTo>
                  <a:close/>
                </a:path>
                <a:path w="27939" h="476250">
                  <a:moveTo>
                    <a:pt x="2794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27940" y="226060"/>
                  </a:lnTo>
                  <a:lnTo>
                    <a:pt x="27940" y="222262"/>
                  </a:lnTo>
                  <a:close/>
                </a:path>
                <a:path w="27939" h="476250">
                  <a:moveTo>
                    <a:pt x="2794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27940" y="222250"/>
                  </a:lnTo>
                  <a:lnTo>
                    <a:pt x="27940" y="219722"/>
                  </a:lnTo>
                  <a:close/>
                </a:path>
                <a:path w="27939" h="476250">
                  <a:moveTo>
                    <a:pt x="27940" y="213372"/>
                  </a:moveTo>
                  <a:lnTo>
                    <a:pt x="0" y="213372"/>
                  </a:lnTo>
                  <a:lnTo>
                    <a:pt x="0" y="219710"/>
                  </a:lnTo>
                  <a:lnTo>
                    <a:pt x="27940" y="219710"/>
                  </a:lnTo>
                  <a:lnTo>
                    <a:pt x="27940" y="213372"/>
                  </a:lnTo>
                  <a:close/>
                </a:path>
                <a:path w="27939" h="476250">
                  <a:moveTo>
                    <a:pt x="27940" y="207022"/>
                  </a:moveTo>
                  <a:lnTo>
                    <a:pt x="0" y="207022"/>
                  </a:lnTo>
                  <a:lnTo>
                    <a:pt x="0" y="213360"/>
                  </a:lnTo>
                  <a:lnTo>
                    <a:pt x="27940" y="213360"/>
                  </a:lnTo>
                  <a:lnTo>
                    <a:pt x="27940" y="207022"/>
                  </a:lnTo>
                  <a:close/>
                </a:path>
                <a:path w="27939" h="476250">
                  <a:moveTo>
                    <a:pt x="27940" y="195592"/>
                  </a:moveTo>
                  <a:lnTo>
                    <a:pt x="0" y="195592"/>
                  </a:lnTo>
                  <a:lnTo>
                    <a:pt x="0" y="207010"/>
                  </a:lnTo>
                  <a:lnTo>
                    <a:pt x="27940" y="207010"/>
                  </a:lnTo>
                  <a:lnTo>
                    <a:pt x="27940" y="195592"/>
                  </a:lnTo>
                  <a:close/>
                </a:path>
                <a:path w="27939" h="476250">
                  <a:moveTo>
                    <a:pt x="2794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7940" y="195580"/>
                  </a:lnTo>
                  <a:lnTo>
                    <a:pt x="27940" y="189242"/>
                  </a:lnTo>
                  <a:close/>
                </a:path>
                <a:path w="27939" h="476250">
                  <a:moveTo>
                    <a:pt x="27940" y="182892"/>
                  </a:moveTo>
                  <a:lnTo>
                    <a:pt x="0" y="182892"/>
                  </a:lnTo>
                  <a:lnTo>
                    <a:pt x="0" y="189230"/>
                  </a:lnTo>
                  <a:lnTo>
                    <a:pt x="27940" y="189230"/>
                  </a:lnTo>
                  <a:lnTo>
                    <a:pt x="27940" y="182892"/>
                  </a:lnTo>
                  <a:close/>
                </a:path>
                <a:path w="27939" h="476250">
                  <a:moveTo>
                    <a:pt x="27940" y="176542"/>
                  </a:moveTo>
                  <a:lnTo>
                    <a:pt x="0" y="176542"/>
                  </a:lnTo>
                  <a:lnTo>
                    <a:pt x="0" y="182880"/>
                  </a:lnTo>
                  <a:lnTo>
                    <a:pt x="27940" y="182880"/>
                  </a:lnTo>
                  <a:lnTo>
                    <a:pt x="27940" y="176542"/>
                  </a:lnTo>
                  <a:close/>
                </a:path>
                <a:path w="27939" h="476250">
                  <a:moveTo>
                    <a:pt x="27940" y="170192"/>
                  </a:moveTo>
                  <a:lnTo>
                    <a:pt x="0" y="170192"/>
                  </a:lnTo>
                  <a:lnTo>
                    <a:pt x="0" y="176530"/>
                  </a:lnTo>
                  <a:lnTo>
                    <a:pt x="27940" y="176530"/>
                  </a:lnTo>
                  <a:lnTo>
                    <a:pt x="27940" y="170192"/>
                  </a:lnTo>
                  <a:close/>
                </a:path>
                <a:path w="27939" h="476250">
                  <a:moveTo>
                    <a:pt x="27940" y="163842"/>
                  </a:moveTo>
                  <a:lnTo>
                    <a:pt x="0" y="163842"/>
                  </a:lnTo>
                  <a:lnTo>
                    <a:pt x="0" y="170180"/>
                  </a:lnTo>
                  <a:lnTo>
                    <a:pt x="27940" y="170180"/>
                  </a:lnTo>
                  <a:lnTo>
                    <a:pt x="27940" y="163842"/>
                  </a:lnTo>
                  <a:close/>
                </a:path>
                <a:path w="27939" h="476250">
                  <a:moveTo>
                    <a:pt x="27940" y="157492"/>
                  </a:moveTo>
                  <a:lnTo>
                    <a:pt x="0" y="157492"/>
                  </a:lnTo>
                  <a:lnTo>
                    <a:pt x="0" y="163830"/>
                  </a:lnTo>
                  <a:lnTo>
                    <a:pt x="27940" y="163830"/>
                  </a:lnTo>
                  <a:lnTo>
                    <a:pt x="27940" y="157492"/>
                  </a:lnTo>
                  <a:close/>
                </a:path>
                <a:path w="27939" h="476250">
                  <a:moveTo>
                    <a:pt x="2794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7940" y="157480"/>
                  </a:lnTo>
                  <a:lnTo>
                    <a:pt x="27940" y="151142"/>
                  </a:lnTo>
                  <a:close/>
                </a:path>
                <a:path w="27939" h="476250">
                  <a:moveTo>
                    <a:pt x="27940" y="138442"/>
                  </a:moveTo>
                  <a:lnTo>
                    <a:pt x="0" y="138442"/>
                  </a:lnTo>
                  <a:lnTo>
                    <a:pt x="0" y="151130"/>
                  </a:lnTo>
                  <a:lnTo>
                    <a:pt x="27940" y="151130"/>
                  </a:lnTo>
                  <a:lnTo>
                    <a:pt x="27940" y="138442"/>
                  </a:lnTo>
                  <a:close/>
                </a:path>
                <a:path w="27939" h="476250">
                  <a:moveTo>
                    <a:pt x="27940" y="132092"/>
                  </a:moveTo>
                  <a:lnTo>
                    <a:pt x="0" y="132092"/>
                  </a:lnTo>
                  <a:lnTo>
                    <a:pt x="0" y="138430"/>
                  </a:lnTo>
                  <a:lnTo>
                    <a:pt x="27940" y="138430"/>
                  </a:lnTo>
                  <a:lnTo>
                    <a:pt x="27940" y="132092"/>
                  </a:lnTo>
                  <a:close/>
                </a:path>
                <a:path w="27939" h="476250">
                  <a:moveTo>
                    <a:pt x="27940" y="125742"/>
                  </a:moveTo>
                  <a:lnTo>
                    <a:pt x="0" y="125742"/>
                  </a:lnTo>
                  <a:lnTo>
                    <a:pt x="0" y="132080"/>
                  </a:lnTo>
                  <a:lnTo>
                    <a:pt x="27940" y="132080"/>
                  </a:lnTo>
                  <a:lnTo>
                    <a:pt x="27940" y="125742"/>
                  </a:lnTo>
                  <a:close/>
                </a:path>
                <a:path w="27939" h="476250">
                  <a:moveTo>
                    <a:pt x="27940" y="119392"/>
                  </a:moveTo>
                  <a:lnTo>
                    <a:pt x="0" y="119392"/>
                  </a:lnTo>
                  <a:lnTo>
                    <a:pt x="0" y="125730"/>
                  </a:lnTo>
                  <a:lnTo>
                    <a:pt x="27940" y="125730"/>
                  </a:lnTo>
                  <a:lnTo>
                    <a:pt x="27940" y="119392"/>
                  </a:lnTo>
                  <a:close/>
                </a:path>
                <a:path w="27939" h="476250">
                  <a:moveTo>
                    <a:pt x="27940" y="113042"/>
                  </a:moveTo>
                  <a:lnTo>
                    <a:pt x="0" y="113042"/>
                  </a:lnTo>
                  <a:lnTo>
                    <a:pt x="0" y="119380"/>
                  </a:lnTo>
                  <a:lnTo>
                    <a:pt x="27940" y="119380"/>
                  </a:lnTo>
                  <a:lnTo>
                    <a:pt x="27940" y="113042"/>
                  </a:lnTo>
                  <a:close/>
                </a:path>
                <a:path w="27939" h="476250">
                  <a:moveTo>
                    <a:pt x="27940" y="106692"/>
                  </a:moveTo>
                  <a:lnTo>
                    <a:pt x="0" y="106692"/>
                  </a:lnTo>
                  <a:lnTo>
                    <a:pt x="0" y="113030"/>
                  </a:lnTo>
                  <a:lnTo>
                    <a:pt x="27940" y="113030"/>
                  </a:lnTo>
                  <a:lnTo>
                    <a:pt x="27940" y="106692"/>
                  </a:lnTo>
                  <a:close/>
                </a:path>
                <a:path w="27939" h="476250">
                  <a:moveTo>
                    <a:pt x="27940" y="100342"/>
                  </a:moveTo>
                  <a:lnTo>
                    <a:pt x="0" y="100342"/>
                  </a:lnTo>
                  <a:lnTo>
                    <a:pt x="0" y="106680"/>
                  </a:lnTo>
                  <a:lnTo>
                    <a:pt x="27940" y="106680"/>
                  </a:lnTo>
                  <a:lnTo>
                    <a:pt x="27940" y="100342"/>
                  </a:lnTo>
                  <a:close/>
                </a:path>
                <a:path w="27939" h="476250">
                  <a:moveTo>
                    <a:pt x="2794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7940" y="100330"/>
                  </a:lnTo>
                  <a:lnTo>
                    <a:pt x="27940" y="93992"/>
                  </a:lnTo>
                  <a:close/>
                </a:path>
                <a:path w="27939" h="476250">
                  <a:moveTo>
                    <a:pt x="2794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7940" y="93980"/>
                  </a:lnTo>
                  <a:lnTo>
                    <a:pt x="27940" y="87642"/>
                  </a:lnTo>
                  <a:close/>
                </a:path>
                <a:path w="27939" h="476250">
                  <a:moveTo>
                    <a:pt x="27940" y="81292"/>
                  </a:moveTo>
                  <a:lnTo>
                    <a:pt x="0" y="81292"/>
                  </a:lnTo>
                  <a:lnTo>
                    <a:pt x="0" y="87630"/>
                  </a:lnTo>
                  <a:lnTo>
                    <a:pt x="27940" y="87630"/>
                  </a:lnTo>
                  <a:lnTo>
                    <a:pt x="27940" y="81292"/>
                  </a:lnTo>
                  <a:close/>
                </a:path>
                <a:path w="27939" h="476250">
                  <a:moveTo>
                    <a:pt x="27940" y="68592"/>
                  </a:moveTo>
                  <a:lnTo>
                    <a:pt x="0" y="68592"/>
                  </a:lnTo>
                  <a:lnTo>
                    <a:pt x="0" y="81280"/>
                  </a:lnTo>
                  <a:lnTo>
                    <a:pt x="27940" y="81280"/>
                  </a:lnTo>
                  <a:lnTo>
                    <a:pt x="27940" y="68592"/>
                  </a:lnTo>
                  <a:close/>
                </a:path>
                <a:path w="27939" h="476250">
                  <a:moveTo>
                    <a:pt x="27940" y="62242"/>
                  </a:moveTo>
                  <a:lnTo>
                    <a:pt x="0" y="62242"/>
                  </a:lnTo>
                  <a:lnTo>
                    <a:pt x="0" y="68580"/>
                  </a:lnTo>
                  <a:lnTo>
                    <a:pt x="27940" y="68580"/>
                  </a:lnTo>
                  <a:lnTo>
                    <a:pt x="27940" y="62242"/>
                  </a:lnTo>
                  <a:close/>
                </a:path>
                <a:path w="27939" h="476250">
                  <a:moveTo>
                    <a:pt x="27940" y="55892"/>
                  </a:moveTo>
                  <a:lnTo>
                    <a:pt x="0" y="55892"/>
                  </a:lnTo>
                  <a:lnTo>
                    <a:pt x="0" y="62230"/>
                  </a:lnTo>
                  <a:lnTo>
                    <a:pt x="27940" y="62230"/>
                  </a:lnTo>
                  <a:lnTo>
                    <a:pt x="27940" y="55892"/>
                  </a:lnTo>
                  <a:close/>
                </a:path>
                <a:path w="27939" h="476250">
                  <a:moveTo>
                    <a:pt x="27940" y="49542"/>
                  </a:moveTo>
                  <a:lnTo>
                    <a:pt x="0" y="49542"/>
                  </a:lnTo>
                  <a:lnTo>
                    <a:pt x="0" y="55880"/>
                  </a:lnTo>
                  <a:lnTo>
                    <a:pt x="27940" y="55880"/>
                  </a:lnTo>
                  <a:lnTo>
                    <a:pt x="27940" y="49542"/>
                  </a:lnTo>
                  <a:close/>
                </a:path>
                <a:path w="27939" h="476250">
                  <a:moveTo>
                    <a:pt x="2794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7940" y="49530"/>
                  </a:lnTo>
                  <a:lnTo>
                    <a:pt x="27940" y="43192"/>
                  </a:lnTo>
                  <a:close/>
                </a:path>
                <a:path w="27939" h="476250">
                  <a:moveTo>
                    <a:pt x="2794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7940" y="43180"/>
                  </a:lnTo>
                  <a:lnTo>
                    <a:pt x="27940" y="36842"/>
                  </a:lnTo>
                  <a:close/>
                </a:path>
                <a:path w="27939" h="476250">
                  <a:moveTo>
                    <a:pt x="2794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7940" y="36830"/>
                  </a:lnTo>
                  <a:lnTo>
                    <a:pt x="27940" y="30492"/>
                  </a:lnTo>
                  <a:close/>
                </a:path>
                <a:path w="27939" h="476250">
                  <a:moveTo>
                    <a:pt x="27940" y="24142"/>
                  </a:moveTo>
                  <a:lnTo>
                    <a:pt x="0" y="24142"/>
                  </a:lnTo>
                  <a:lnTo>
                    <a:pt x="0" y="30480"/>
                  </a:lnTo>
                  <a:lnTo>
                    <a:pt x="27940" y="30480"/>
                  </a:lnTo>
                  <a:lnTo>
                    <a:pt x="27940" y="24142"/>
                  </a:lnTo>
                  <a:close/>
                </a:path>
                <a:path w="27939" h="476250">
                  <a:moveTo>
                    <a:pt x="2794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7940" y="24130"/>
                  </a:lnTo>
                  <a:lnTo>
                    <a:pt x="27940" y="17792"/>
                  </a:lnTo>
                  <a:close/>
                </a:path>
                <a:path w="27939" h="476250">
                  <a:moveTo>
                    <a:pt x="27940" y="5092"/>
                  </a:moveTo>
                  <a:lnTo>
                    <a:pt x="0" y="5092"/>
                  </a:lnTo>
                  <a:lnTo>
                    <a:pt x="0" y="17780"/>
                  </a:lnTo>
                  <a:lnTo>
                    <a:pt x="27940" y="17780"/>
                  </a:lnTo>
                  <a:lnTo>
                    <a:pt x="27940" y="5092"/>
                  </a:lnTo>
                  <a:close/>
                </a:path>
                <a:path w="27939" h="476250">
                  <a:moveTo>
                    <a:pt x="279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7940" y="5080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2851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7" name="object 3787"/>
            <p:cNvSpPr/>
            <p:nvPr/>
          </p:nvSpPr>
          <p:spPr>
            <a:xfrm>
              <a:off x="4973320" y="5500382"/>
              <a:ext cx="27940" cy="181610"/>
            </a:xfrm>
            <a:custGeom>
              <a:avLst/>
              <a:gdLst/>
              <a:ahLst/>
              <a:cxnLst/>
              <a:rect l="l" t="t" r="r" b="b"/>
              <a:pathLst>
                <a:path w="27939" h="181610">
                  <a:moveTo>
                    <a:pt x="27940" y="180340"/>
                  </a:moveTo>
                  <a:lnTo>
                    <a:pt x="0" y="180340"/>
                  </a:lnTo>
                  <a:lnTo>
                    <a:pt x="0" y="181597"/>
                  </a:lnTo>
                  <a:lnTo>
                    <a:pt x="27940" y="181597"/>
                  </a:lnTo>
                  <a:lnTo>
                    <a:pt x="27940" y="180340"/>
                  </a:lnTo>
                  <a:close/>
                </a:path>
                <a:path w="27939" h="181610">
                  <a:moveTo>
                    <a:pt x="27940" y="173990"/>
                  </a:moveTo>
                  <a:lnTo>
                    <a:pt x="0" y="173990"/>
                  </a:lnTo>
                  <a:lnTo>
                    <a:pt x="0" y="180327"/>
                  </a:lnTo>
                  <a:lnTo>
                    <a:pt x="27940" y="180327"/>
                  </a:lnTo>
                  <a:lnTo>
                    <a:pt x="27940" y="173990"/>
                  </a:lnTo>
                  <a:close/>
                </a:path>
                <a:path w="27939" h="181610">
                  <a:moveTo>
                    <a:pt x="27940" y="171450"/>
                  </a:moveTo>
                  <a:lnTo>
                    <a:pt x="0" y="171450"/>
                  </a:lnTo>
                  <a:lnTo>
                    <a:pt x="0" y="173977"/>
                  </a:lnTo>
                  <a:lnTo>
                    <a:pt x="27940" y="173977"/>
                  </a:lnTo>
                  <a:lnTo>
                    <a:pt x="27940" y="171450"/>
                  </a:lnTo>
                  <a:close/>
                </a:path>
                <a:path w="27939" h="181610">
                  <a:moveTo>
                    <a:pt x="27940" y="167640"/>
                  </a:moveTo>
                  <a:lnTo>
                    <a:pt x="0" y="167640"/>
                  </a:lnTo>
                  <a:lnTo>
                    <a:pt x="0" y="171437"/>
                  </a:lnTo>
                  <a:lnTo>
                    <a:pt x="27940" y="171437"/>
                  </a:lnTo>
                  <a:lnTo>
                    <a:pt x="27940" y="167640"/>
                  </a:lnTo>
                  <a:close/>
                </a:path>
                <a:path w="27939" h="181610">
                  <a:moveTo>
                    <a:pt x="27940" y="165100"/>
                  </a:moveTo>
                  <a:lnTo>
                    <a:pt x="0" y="165100"/>
                  </a:lnTo>
                  <a:lnTo>
                    <a:pt x="0" y="167627"/>
                  </a:lnTo>
                  <a:lnTo>
                    <a:pt x="27940" y="167627"/>
                  </a:lnTo>
                  <a:lnTo>
                    <a:pt x="27940" y="165100"/>
                  </a:lnTo>
                  <a:close/>
                </a:path>
                <a:path w="27939" h="181610">
                  <a:moveTo>
                    <a:pt x="27940" y="161290"/>
                  </a:moveTo>
                  <a:lnTo>
                    <a:pt x="0" y="161290"/>
                  </a:lnTo>
                  <a:lnTo>
                    <a:pt x="0" y="165087"/>
                  </a:lnTo>
                  <a:lnTo>
                    <a:pt x="27940" y="165087"/>
                  </a:lnTo>
                  <a:lnTo>
                    <a:pt x="27940" y="161290"/>
                  </a:lnTo>
                  <a:close/>
                </a:path>
                <a:path w="27939" h="181610">
                  <a:moveTo>
                    <a:pt x="27940" y="154940"/>
                  </a:moveTo>
                  <a:lnTo>
                    <a:pt x="0" y="154940"/>
                  </a:lnTo>
                  <a:lnTo>
                    <a:pt x="0" y="161277"/>
                  </a:lnTo>
                  <a:lnTo>
                    <a:pt x="27940" y="161277"/>
                  </a:lnTo>
                  <a:lnTo>
                    <a:pt x="27940" y="154940"/>
                  </a:lnTo>
                  <a:close/>
                </a:path>
                <a:path w="27939" h="181610">
                  <a:moveTo>
                    <a:pt x="27940" y="152400"/>
                  </a:moveTo>
                  <a:lnTo>
                    <a:pt x="0" y="152400"/>
                  </a:lnTo>
                  <a:lnTo>
                    <a:pt x="0" y="154927"/>
                  </a:lnTo>
                  <a:lnTo>
                    <a:pt x="27940" y="154927"/>
                  </a:lnTo>
                  <a:lnTo>
                    <a:pt x="27940" y="152400"/>
                  </a:lnTo>
                  <a:close/>
                </a:path>
                <a:path w="27939" h="181610">
                  <a:moveTo>
                    <a:pt x="27940" y="148590"/>
                  </a:moveTo>
                  <a:lnTo>
                    <a:pt x="0" y="148590"/>
                  </a:lnTo>
                  <a:lnTo>
                    <a:pt x="0" y="152387"/>
                  </a:lnTo>
                  <a:lnTo>
                    <a:pt x="27940" y="152387"/>
                  </a:lnTo>
                  <a:lnTo>
                    <a:pt x="27940" y="148590"/>
                  </a:lnTo>
                  <a:close/>
                </a:path>
                <a:path w="27939" h="181610">
                  <a:moveTo>
                    <a:pt x="27940" y="146050"/>
                  </a:moveTo>
                  <a:lnTo>
                    <a:pt x="0" y="146050"/>
                  </a:lnTo>
                  <a:lnTo>
                    <a:pt x="0" y="148577"/>
                  </a:lnTo>
                  <a:lnTo>
                    <a:pt x="27940" y="148577"/>
                  </a:lnTo>
                  <a:lnTo>
                    <a:pt x="27940" y="146050"/>
                  </a:lnTo>
                  <a:close/>
                </a:path>
                <a:path w="27939" h="181610">
                  <a:moveTo>
                    <a:pt x="27940" y="142240"/>
                  </a:moveTo>
                  <a:lnTo>
                    <a:pt x="0" y="142240"/>
                  </a:lnTo>
                  <a:lnTo>
                    <a:pt x="0" y="146037"/>
                  </a:lnTo>
                  <a:lnTo>
                    <a:pt x="27940" y="146037"/>
                  </a:lnTo>
                  <a:lnTo>
                    <a:pt x="27940" y="142240"/>
                  </a:lnTo>
                  <a:close/>
                </a:path>
                <a:path w="27939" h="181610">
                  <a:moveTo>
                    <a:pt x="27940" y="135890"/>
                  </a:moveTo>
                  <a:lnTo>
                    <a:pt x="0" y="135890"/>
                  </a:lnTo>
                  <a:lnTo>
                    <a:pt x="0" y="142227"/>
                  </a:lnTo>
                  <a:lnTo>
                    <a:pt x="27940" y="142227"/>
                  </a:lnTo>
                  <a:lnTo>
                    <a:pt x="27940" y="135890"/>
                  </a:lnTo>
                  <a:close/>
                </a:path>
                <a:path w="27939" h="181610">
                  <a:moveTo>
                    <a:pt x="27940" y="133350"/>
                  </a:moveTo>
                  <a:lnTo>
                    <a:pt x="0" y="133350"/>
                  </a:lnTo>
                  <a:lnTo>
                    <a:pt x="0" y="135877"/>
                  </a:lnTo>
                  <a:lnTo>
                    <a:pt x="27940" y="135877"/>
                  </a:lnTo>
                  <a:lnTo>
                    <a:pt x="27940" y="133350"/>
                  </a:lnTo>
                  <a:close/>
                </a:path>
                <a:path w="27939" h="181610">
                  <a:moveTo>
                    <a:pt x="27940" y="129540"/>
                  </a:moveTo>
                  <a:lnTo>
                    <a:pt x="0" y="129540"/>
                  </a:lnTo>
                  <a:lnTo>
                    <a:pt x="0" y="133337"/>
                  </a:lnTo>
                  <a:lnTo>
                    <a:pt x="27940" y="133337"/>
                  </a:lnTo>
                  <a:lnTo>
                    <a:pt x="27940" y="129540"/>
                  </a:lnTo>
                  <a:close/>
                </a:path>
                <a:path w="27939" h="181610">
                  <a:moveTo>
                    <a:pt x="27940" y="127000"/>
                  </a:moveTo>
                  <a:lnTo>
                    <a:pt x="0" y="127000"/>
                  </a:lnTo>
                  <a:lnTo>
                    <a:pt x="0" y="129527"/>
                  </a:lnTo>
                  <a:lnTo>
                    <a:pt x="27940" y="129527"/>
                  </a:lnTo>
                  <a:lnTo>
                    <a:pt x="27940" y="127000"/>
                  </a:lnTo>
                  <a:close/>
                </a:path>
                <a:path w="27939" h="181610">
                  <a:moveTo>
                    <a:pt x="27940" y="120650"/>
                  </a:moveTo>
                  <a:lnTo>
                    <a:pt x="0" y="120650"/>
                  </a:lnTo>
                  <a:lnTo>
                    <a:pt x="0" y="126987"/>
                  </a:lnTo>
                  <a:lnTo>
                    <a:pt x="27940" y="126987"/>
                  </a:lnTo>
                  <a:lnTo>
                    <a:pt x="27940" y="120650"/>
                  </a:lnTo>
                  <a:close/>
                </a:path>
                <a:path w="27939" h="181610">
                  <a:moveTo>
                    <a:pt x="2794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27940" y="120637"/>
                  </a:lnTo>
                  <a:lnTo>
                    <a:pt x="27940" y="114300"/>
                  </a:lnTo>
                  <a:close/>
                </a:path>
                <a:path w="27939" h="181610">
                  <a:moveTo>
                    <a:pt x="27940" y="110490"/>
                  </a:moveTo>
                  <a:lnTo>
                    <a:pt x="0" y="110490"/>
                  </a:lnTo>
                  <a:lnTo>
                    <a:pt x="0" y="114287"/>
                  </a:lnTo>
                  <a:lnTo>
                    <a:pt x="27940" y="114287"/>
                  </a:lnTo>
                  <a:lnTo>
                    <a:pt x="27940" y="110490"/>
                  </a:lnTo>
                  <a:close/>
                </a:path>
                <a:path w="27939" h="181610">
                  <a:moveTo>
                    <a:pt x="27940" y="107950"/>
                  </a:moveTo>
                  <a:lnTo>
                    <a:pt x="0" y="107950"/>
                  </a:lnTo>
                  <a:lnTo>
                    <a:pt x="0" y="110477"/>
                  </a:lnTo>
                  <a:lnTo>
                    <a:pt x="27940" y="110477"/>
                  </a:lnTo>
                  <a:lnTo>
                    <a:pt x="27940" y="107950"/>
                  </a:lnTo>
                  <a:close/>
                </a:path>
                <a:path w="27939" h="181610">
                  <a:moveTo>
                    <a:pt x="27940" y="104140"/>
                  </a:moveTo>
                  <a:lnTo>
                    <a:pt x="0" y="104140"/>
                  </a:lnTo>
                  <a:lnTo>
                    <a:pt x="0" y="107937"/>
                  </a:lnTo>
                  <a:lnTo>
                    <a:pt x="27940" y="107937"/>
                  </a:lnTo>
                  <a:lnTo>
                    <a:pt x="27940" y="104140"/>
                  </a:lnTo>
                  <a:close/>
                </a:path>
                <a:path w="27939" h="181610">
                  <a:moveTo>
                    <a:pt x="27940" y="101600"/>
                  </a:moveTo>
                  <a:lnTo>
                    <a:pt x="0" y="101600"/>
                  </a:lnTo>
                  <a:lnTo>
                    <a:pt x="0" y="104127"/>
                  </a:lnTo>
                  <a:lnTo>
                    <a:pt x="27940" y="104127"/>
                  </a:lnTo>
                  <a:lnTo>
                    <a:pt x="27940" y="101600"/>
                  </a:lnTo>
                  <a:close/>
                </a:path>
                <a:path w="27939" h="181610">
                  <a:moveTo>
                    <a:pt x="27940" y="97790"/>
                  </a:moveTo>
                  <a:lnTo>
                    <a:pt x="0" y="97790"/>
                  </a:lnTo>
                  <a:lnTo>
                    <a:pt x="0" y="101587"/>
                  </a:lnTo>
                  <a:lnTo>
                    <a:pt x="27940" y="101587"/>
                  </a:lnTo>
                  <a:lnTo>
                    <a:pt x="27940" y="97790"/>
                  </a:lnTo>
                  <a:close/>
                </a:path>
                <a:path w="27939" h="181610">
                  <a:moveTo>
                    <a:pt x="27940" y="95250"/>
                  </a:moveTo>
                  <a:lnTo>
                    <a:pt x="0" y="95250"/>
                  </a:lnTo>
                  <a:lnTo>
                    <a:pt x="0" y="97777"/>
                  </a:lnTo>
                  <a:lnTo>
                    <a:pt x="27940" y="97777"/>
                  </a:lnTo>
                  <a:lnTo>
                    <a:pt x="27940" y="95250"/>
                  </a:lnTo>
                  <a:close/>
                </a:path>
                <a:path w="27939" h="181610">
                  <a:moveTo>
                    <a:pt x="27940" y="91440"/>
                  </a:moveTo>
                  <a:lnTo>
                    <a:pt x="0" y="91440"/>
                  </a:lnTo>
                  <a:lnTo>
                    <a:pt x="0" y="95237"/>
                  </a:lnTo>
                  <a:lnTo>
                    <a:pt x="27940" y="95237"/>
                  </a:lnTo>
                  <a:lnTo>
                    <a:pt x="27940" y="91440"/>
                  </a:lnTo>
                  <a:close/>
                </a:path>
                <a:path w="27939" h="181610">
                  <a:moveTo>
                    <a:pt x="27940" y="82550"/>
                  </a:moveTo>
                  <a:lnTo>
                    <a:pt x="0" y="82550"/>
                  </a:lnTo>
                  <a:lnTo>
                    <a:pt x="0" y="91427"/>
                  </a:lnTo>
                  <a:lnTo>
                    <a:pt x="27940" y="91427"/>
                  </a:lnTo>
                  <a:lnTo>
                    <a:pt x="27940" y="82550"/>
                  </a:lnTo>
                  <a:close/>
                </a:path>
                <a:path w="27939" h="181610">
                  <a:moveTo>
                    <a:pt x="27940" y="72390"/>
                  </a:moveTo>
                  <a:lnTo>
                    <a:pt x="0" y="72390"/>
                  </a:lnTo>
                  <a:lnTo>
                    <a:pt x="0" y="82537"/>
                  </a:lnTo>
                  <a:lnTo>
                    <a:pt x="27940" y="82537"/>
                  </a:lnTo>
                  <a:lnTo>
                    <a:pt x="27940" y="72390"/>
                  </a:lnTo>
                  <a:close/>
                </a:path>
                <a:path w="27939" h="181610">
                  <a:moveTo>
                    <a:pt x="27940" y="63500"/>
                  </a:moveTo>
                  <a:lnTo>
                    <a:pt x="0" y="63500"/>
                  </a:lnTo>
                  <a:lnTo>
                    <a:pt x="0" y="72377"/>
                  </a:lnTo>
                  <a:lnTo>
                    <a:pt x="27940" y="72377"/>
                  </a:lnTo>
                  <a:lnTo>
                    <a:pt x="27940" y="63500"/>
                  </a:lnTo>
                  <a:close/>
                </a:path>
                <a:path w="27939" h="181610">
                  <a:moveTo>
                    <a:pt x="27940" y="53340"/>
                  </a:moveTo>
                  <a:lnTo>
                    <a:pt x="0" y="53340"/>
                  </a:lnTo>
                  <a:lnTo>
                    <a:pt x="0" y="63487"/>
                  </a:lnTo>
                  <a:lnTo>
                    <a:pt x="27940" y="63487"/>
                  </a:lnTo>
                  <a:lnTo>
                    <a:pt x="27940" y="53340"/>
                  </a:lnTo>
                  <a:close/>
                </a:path>
                <a:path w="27939" h="181610">
                  <a:moveTo>
                    <a:pt x="27940" y="50800"/>
                  </a:moveTo>
                  <a:lnTo>
                    <a:pt x="0" y="50800"/>
                  </a:lnTo>
                  <a:lnTo>
                    <a:pt x="0" y="53327"/>
                  </a:lnTo>
                  <a:lnTo>
                    <a:pt x="27940" y="53327"/>
                  </a:lnTo>
                  <a:lnTo>
                    <a:pt x="27940" y="50800"/>
                  </a:lnTo>
                  <a:close/>
                </a:path>
                <a:path w="27939" h="181610">
                  <a:moveTo>
                    <a:pt x="27940" y="46990"/>
                  </a:moveTo>
                  <a:lnTo>
                    <a:pt x="0" y="46990"/>
                  </a:lnTo>
                  <a:lnTo>
                    <a:pt x="0" y="50787"/>
                  </a:lnTo>
                  <a:lnTo>
                    <a:pt x="27940" y="50787"/>
                  </a:lnTo>
                  <a:lnTo>
                    <a:pt x="27940" y="46990"/>
                  </a:lnTo>
                  <a:close/>
                </a:path>
                <a:path w="27939" h="181610">
                  <a:moveTo>
                    <a:pt x="27940" y="40640"/>
                  </a:moveTo>
                  <a:lnTo>
                    <a:pt x="0" y="40640"/>
                  </a:lnTo>
                  <a:lnTo>
                    <a:pt x="0" y="46977"/>
                  </a:lnTo>
                  <a:lnTo>
                    <a:pt x="27940" y="46977"/>
                  </a:lnTo>
                  <a:lnTo>
                    <a:pt x="27940" y="40640"/>
                  </a:lnTo>
                  <a:close/>
                </a:path>
                <a:path w="27939" h="181610">
                  <a:moveTo>
                    <a:pt x="27940" y="34290"/>
                  </a:moveTo>
                  <a:lnTo>
                    <a:pt x="0" y="34290"/>
                  </a:lnTo>
                  <a:lnTo>
                    <a:pt x="0" y="40627"/>
                  </a:lnTo>
                  <a:lnTo>
                    <a:pt x="27940" y="40627"/>
                  </a:lnTo>
                  <a:lnTo>
                    <a:pt x="27940" y="34290"/>
                  </a:lnTo>
                  <a:close/>
                </a:path>
                <a:path w="27939" h="181610">
                  <a:moveTo>
                    <a:pt x="27940" y="27940"/>
                  </a:moveTo>
                  <a:lnTo>
                    <a:pt x="0" y="27940"/>
                  </a:lnTo>
                  <a:lnTo>
                    <a:pt x="0" y="34277"/>
                  </a:lnTo>
                  <a:lnTo>
                    <a:pt x="27940" y="34277"/>
                  </a:lnTo>
                  <a:lnTo>
                    <a:pt x="27940" y="27940"/>
                  </a:lnTo>
                  <a:close/>
                </a:path>
                <a:path w="27939" h="181610">
                  <a:moveTo>
                    <a:pt x="27940" y="25400"/>
                  </a:moveTo>
                  <a:lnTo>
                    <a:pt x="0" y="25400"/>
                  </a:lnTo>
                  <a:lnTo>
                    <a:pt x="0" y="27927"/>
                  </a:lnTo>
                  <a:lnTo>
                    <a:pt x="27940" y="27927"/>
                  </a:lnTo>
                  <a:lnTo>
                    <a:pt x="27940" y="25400"/>
                  </a:lnTo>
                  <a:close/>
                </a:path>
                <a:path w="27939" h="181610">
                  <a:moveTo>
                    <a:pt x="2794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27940" y="25387"/>
                  </a:lnTo>
                  <a:lnTo>
                    <a:pt x="27940" y="21590"/>
                  </a:lnTo>
                  <a:close/>
                </a:path>
                <a:path w="27939" h="181610">
                  <a:moveTo>
                    <a:pt x="27940" y="15240"/>
                  </a:moveTo>
                  <a:lnTo>
                    <a:pt x="0" y="15240"/>
                  </a:lnTo>
                  <a:lnTo>
                    <a:pt x="0" y="21577"/>
                  </a:lnTo>
                  <a:lnTo>
                    <a:pt x="27940" y="21577"/>
                  </a:lnTo>
                  <a:lnTo>
                    <a:pt x="27940" y="15240"/>
                  </a:lnTo>
                  <a:close/>
                </a:path>
                <a:path w="27939" h="181610">
                  <a:moveTo>
                    <a:pt x="2794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7940" y="15227"/>
                  </a:lnTo>
                  <a:lnTo>
                    <a:pt x="27940" y="12700"/>
                  </a:lnTo>
                  <a:close/>
                </a:path>
                <a:path w="27939" h="181610">
                  <a:moveTo>
                    <a:pt x="2794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7940" y="12687"/>
                  </a:lnTo>
                  <a:lnTo>
                    <a:pt x="27940" y="8890"/>
                  </a:lnTo>
                  <a:close/>
                </a:path>
                <a:path w="27939" h="181610">
                  <a:moveTo>
                    <a:pt x="27940" y="0"/>
                  </a:moveTo>
                  <a:lnTo>
                    <a:pt x="0" y="0"/>
                  </a:lnTo>
                  <a:lnTo>
                    <a:pt x="0" y="8877"/>
                  </a:lnTo>
                  <a:lnTo>
                    <a:pt x="27940" y="8877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2851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8" name="object 3788"/>
            <p:cNvSpPr/>
            <p:nvPr/>
          </p:nvSpPr>
          <p:spPr>
            <a:xfrm>
              <a:off x="5001260" y="5033010"/>
              <a:ext cx="27940" cy="476250"/>
            </a:xfrm>
            <a:custGeom>
              <a:avLst/>
              <a:gdLst/>
              <a:ahLst/>
              <a:cxnLst/>
              <a:rect l="l" t="t" r="r" b="b"/>
              <a:pathLst>
                <a:path w="27939" h="476250">
                  <a:moveTo>
                    <a:pt x="27940" y="467372"/>
                  </a:moveTo>
                  <a:lnTo>
                    <a:pt x="0" y="467372"/>
                  </a:lnTo>
                  <a:lnTo>
                    <a:pt x="0" y="476250"/>
                  </a:lnTo>
                  <a:lnTo>
                    <a:pt x="27940" y="476250"/>
                  </a:lnTo>
                  <a:lnTo>
                    <a:pt x="27940" y="467372"/>
                  </a:lnTo>
                  <a:close/>
                </a:path>
                <a:path w="27939" h="476250">
                  <a:moveTo>
                    <a:pt x="27940" y="463562"/>
                  </a:moveTo>
                  <a:lnTo>
                    <a:pt x="0" y="463562"/>
                  </a:lnTo>
                  <a:lnTo>
                    <a:pt x="0" y="467360"/>
                  </a:lnTo>
                  <a:lnTo>
                    <a:pt x="27940" y="467360"/>
                  </a:lnTo>
                  <a:lnTo>
                    <a:pt x="27940" y="463562"/>
                  </a:lnTo>
                  <a:close/>
                </a:path>
                <a:path w="27939" h="476250">
                  <a:moveTo>
                    <a:pt x="27940" y="461022"/>
                  </a:moveTo>
                  <a:lnTo>
                    <a:pt x="0" y="461022"/>
                  </a:lnTo>
                  <a:lnTo>
                    <a:pt x="0" y="463550"/>
                  </a:lnTo>
                  <a:lnTo>
                    <a:pt x="27940" y="463550"/>
                  </a:lnTo>
                  <a:lnTo>
                    <a:pt x="27940" y="461022"/>
                  </a:lnTo>
                  <a:close/>
                </a:path>
                <a:path w="27939" h="476250">
                  <a:moveTo>
                    <a:pt x="27940" y="457212"/>
                  </a:moveTo>
                  <a:lnTo>
                    <a:pt x="0" y="457212"/>
                  </a:lnTo>
                  <a:lnTo>
                    <a:pt x="0" y="461010"/>
                  </a:lnTo>
                  <a:lnTo>
                    <a:pt x="27940" y="461010"/>
                  </a:lnTo>
                  <a:lnTo>
                    <a:pt x="27940" y="457212"/>
                  </a:lnTo>
                  <a:close/>
                </a:path>
                <a:path w="27939" h="476250">
                  <a:moveTo>
                    <a:pt x="27940" y="448322"/>
                  </a:moveTo>
                  <a:lnTo>
                    <a:pt x="0" y="448322"/>
                  </a:lnTo>
                  <a:lnTo>
                    <a:pt x="0" y="457200"/>
                  </a:lnTo>
                  <a:lnTo>
                    <a:pt x="27940" y="457200"/>
                  </a:lnTo>
                  <a:lnTo>
                    <a:pt x="27940" y="448322"/>
                  </a:lnTo>
                  <a:close/>
                </a:path>
                <a:path w="27939" h="476250">
                  <a:moveTo>
                    <a:pt x="27940" y="429272"/>
                  </a:moveTo>
                  <a:lnTo>
                    <a:pt x="0" y="429272"/>
                  </a:lnTo>
                  <a:lnTo>
                    <a:pt x="0" y="448310"/>
                  </a:lnTo>
                  <a:lnTo>
                    <a:pt x="27940" y="448310"/>
                  </a:lnTo>
                  <a:lnTo>
                    <a:pt x="27940" y="429272"/>
                  </a:lnTo>
                  <a:close/>
                </a:path>
                <a:path w="27939" h="476250">
                  <a:moveTo>
                    <a:pt x="27940" y="422922"/>
                  </a:moveTo>
                  <a:lnTo>
                    <a:pt x="0" y="422922"/>
                  </a:lnTo>
                  <a:lnTo>
                    <a:pt x="0" y="429260"/>
                  </a:lnTo>
                  <a:lnTo>
                    <a:pt x="27940" y="429260"/>
                  </a:lnTo>
                  <a:lnTo>
                    <a:pt x="27940" y="422922"/>
                  </a:lnTo>
                  <a:close/>
                </a:path>
                <a:path w="27939" h="476250">
                  <a:moveTo>
                    <a:pt x="27940" y="416572"/>
                  </a:moveTo>
                  <a:lnTo>
                    <a:pt x="0" y="416572"/>
                  </a:lnTo>
                  <a:lnTo>
                    <a:pt x="0" y="422910"/>
                  </a:lnTo>
                  <a:lnTo>
                    <a:pt x="27940" y="422910"/>
                  </a:lnTo>
                  <a:lnTo>
                    <a:pt x="27940" y="416572"/>
                  </a:lnTo>
                  <a:close/>
                </a:path>
                <a:path w="27939" h="476250">
                  <a:moveTo>
                    <a:pt x="27940" y="412762"/>
                  </a:moveTo>
                  <a:lnTo>
                    <a:pt x="0" y="412762"/>
                  </a:lnTo>
                  <a:lnTo>
                    <a:pt x="0" y="416560"/>
                  </a:lnTo>
                  <a:lnTo>
                    <a:pt x="27940" y="416560"/>
                  </a:lnTo>
                  <a:lnTo>
                    <a:pt x="27940" y="412762"/>
                  </a:lnTo>
                  <a:close/>
                </a:path>
                <a:path w="27939" h="476250">
                  <a:moveTo>
                    <a:pt x="27940" y="410222"/>
                  </a:moveTo>
                  <a:lnTo>
                    <a:pt x="0" y="410222"/>
                  </a:lnTo>
                  <a:lnTo>
                    <a:pt x="0" y="412750"/>
                  </a:lnTo>
                  <a:lnTo>
                    <a:pt x="27940" y="412750"/>
                  </a:lnTo>
                  <a:lnTo>
                    <a:pt x="27940" y="410222"/>
                  </a:lnTo>
                  <a:close/>
                </a:path>
                <a:path w="27939" h="476250">
                  <a:moveTo>
                    <a:pt x="27940" y="406412"/>
                  </a:moveTo>
                  <a:lnTo>
                    <a:pt x="0" y="406412"/>
                  </a:lnTo>
                  <a:lnTo>
                    <a:pt x="0" y="410210"/>
                  </a:lnTo>
                  <a:lnTo>
                    <a:pt x="27940" y="410210"/>
                  </a:lnTo>
                  <a:lnTo>
                    <a:pt x="27940" y="406412"/>
                  </a:lnTo>
                  <a:close/>
                </a:path>
                <a:path w="27939" h="476250">
                  <a:moveTo>
                    <a:pt x="27940" y="403872"/>
                  </a:moveTo>
                  <a:lnTo>
                    <a:pt x="0" y="403872"/>
                  </a:lnTo>
                  <a:lnTo>
                    <a:pt x="0" y="406400"/>
                  </a:lnTo>
                  <a:lnTo>
                    <a:pt x="27940" y="406400"/>
                  </a:lnTo>
                  <a:lnTo>
                    <a:pt x="27940" y="403872"/>
                  </a:lnTo>
                  <a:close/>
                </a:path>
                <a:path w="27939" h="476250">
                  <a:moveTo>
                    <a:pt x="27940" y="397522"/>
                  </a:moveTo>
                  <a:lnTo>
                    <a:pt x="0" y="397522"/>
                  </a:lnTo>
                  <a:lnTo>
                    <a:pt x="0" y="403860"/>
                  </a:lnTo>
                  <a:lnTo>
                    <a:pt x="27940" y="403860"/>
                  </a:lnTo>
                  <a:lnTo>
                    <a:pt x="27940" y="397522"/>
                  </a:lnTo>
                  <a:close/>
                </a:path>
                <a:path w="27939" h="476250">
                  <a:moveTo>
                    <a:pt x="27940" y="393712"/>
                  </a:moveTo>
                  <a:lnTo>
                    <a:pt x="0" y="393712"/>
                  </a:lnTo>
                  <a:lnTo>
                    <a:pt x="0" y="397510"/>
                  </a:lnTo>
                  <a:lnTo>
                    <a:pt x="27940" y="397510"/>
                  </a:lnTo>
                  <a:lnTo>
                    <a:pt x="27940" y="393712"/>
                  </a:lnTo>
                  <a:close/>
                </a:path>
                <a:path w="27939" h="476250">
                  <a:moveTo>
                    <a:pt x="27940" y="391172"/>
                  </a:moveTo>
                  <a:lnTo>
                    <a:pt x="0" y="391172"/>
                  </a:lnTo>
                  <a:lnTo>
                    <a:pt x="0" y="393700"/>
                  </a:lnTo>
                  <a:lnTo>
                    <a:pt x="27940" y="393700"/>
                  </a:lnTo>
                  <a:lnTo>
                    <a:pt x="27940" y="391172"/>
                  </a:lnTo>
                  <a:close/>
                </a:path>
                <a:path w="27939" h="476250">
                  <a:moveTo>
                    <a:pt x="27940" y="387362"/>
                  </a:moveTo>
                  <a:lnTo>
                    <a:pt x="0" y="387362"/>
                  </a:lnTo>
                  <a:lnTo>
                    <a:pt x="0" y="391160"/>
                  </a:lnTo>
                  <a:lnTo>
                    <a:pt x="27940" y="391160"/>
                  </a:lnTo>
                  <a:lnTo>
                    <a:pt x="27940" y="387362"/>
                  </a:lnTo>
                  <a:close/>
                </a:path>
                <a:path w="27939" h="476250">
                  <a:moveTo>
                    <a:pt x="27940" y="384822"/>
                  </a:moveTo>
                  <a:lnTo>
                    <a:pt x="0" y="384822"/>
                  </a:lnTo>
                  <a:lnTo>
                    <a:pt x="0" y="387350"/>
                  </a:lnTo>
                  <a:lnTo>
                    <a:pt x="27940" y="387350"/>
                  </a:lnTo>
                  <a:lnTo>
                    <a:pt x="27940" y="384822"/>
                  </a:lnTo>
                  <a:close/>
                </a:path>
                <a:path w="27939" h="476250">
                  <a:moveTo>
                    <a:pt x="27940" y="365772"/>
                  </a:moveTo>
                  <a:lnTo>
                    <a:pt x="0" y="365772"/>
                  </a:lnTo>
                  <a:lnTo>
                    <a:pt x="0" y="384810"/>
                  </a:lnTo>
                  <a:lnTo>
                    <a:pt x="27940" y="384810"/>
                  </a:lnTo>
                  <a:lnTo>
                    <a:pt x="27940" y="365772"/>
                  </a:lnTo>
                  <a:close/>
                </a:path>
                <a:path w="27939" h="476250">
                  <a:moveTo>
                    <a:pt x="27940" y="359422"/>
                  </a:moveTo>
                  <a:lnTo>
                    <a:pt x="0" y="359422"/>
                  </a:lnTo>
                  <a:lnTo>
                    <a:pt x="0" y="365760"/>
                  </a:lnTo>
                  <a:lnTo>
                    <a:pt x="27940" y="365760"/>
                  </a:lnTo>
                  <a:lnTo>
                    <a:pt x="27940" y="359422"/>
                  </a:lnTo>
                  <a:close/>
                </a:path>
                <a:path w="27939" h="476250">
                  <a:moveTo>
                    <a:pt x="27940" y="355612"/>
                  </a:moveTo>
                  <a:lnTo>
                    <a:pt x="0" y="355612"/>
                  </a:lnTo>
                  <a:lnTo>
                    <a:pt x="0" y="359410"/>
                  </a:lnTo>
                  <a:lnTo>
                    <a:pt x="27940" y="359410"/>
                  </a:lnTo>
                  <a:lnTo>
                    <a:pt x="27940" y="355612"/>
                  </a:lnTo>
                  <a:close/>
                </a:path>
                <a:path w="27939" h="476250">
                  <a:moveTo>
                    <a:pt x="27940" y="346722"/>
                  </a:moveTo>
                  <a:lnTo>
                    <a:pt x="0" y="346722"/>
                  </a:lnTo>
                  <a:lnTo>
                    <a:pt x="0" y="355600"/>
                  </a:lnTo>
                  <a:lnTo>
                    <a:pt x="27940" y="355600"/>
                  </a:lnTo>
                  <a:lnTo>
                    <a:pt x="27940" y="346722"/>
                  </a:lnTo>
                  <a:close/>
                </a:path>
                <a:path w="27939" h="476250">
                  <a:moveTo>
                    <a:pt x="27940" y="340372"/>
                  </a:moveTo>
                  <a:lnTo>
                    <a:pt x="0" y="340372"/>
                  </a:lnTo>
                  <a:lnTo>
                    <a:pt x="0" y="346710"/>
                  </a:lnTo>
                  <a:lnTo>
                    <a:pt x="27940" y="346710"/>
                  </a:lnTo>
                  <a:lnTo>
                    <a:pt x="27940" y="340372"/>
                  </a:lnTo>
                  <a:close/>
                </a:path>
                <a:path w="27939" h="476250">
                  <a:moveTo>
                    <a:pt x="27940" y="334022"/>
                  </a:moveTo>
                  <a:lnTo>
                    <a:pt x="0" y="334022"/>
                  </a:lnTo>
                  <a:lnTo>
                    <a:pt x="0" y="340360"/>
                  </a:lnTo>
                  <a:lnTo>
                    <a:pt x="27940" y="340360"/>
                  </a:lnTo>
                  <a:lnTo>
                    <a:pt x="27940" y="334022"/>
                  </a:lnTo>
                  <a:close/>
                </a:path>
                <a:path w="27939" h="476250">
                  <a:moveTo>
                    <a:pt x="27940" y="330212"/>
                  </a:moveTo>
                  <a:lnTo>
                    <a:pt x="0" y="330212"/>
                  </a:lnTo>
                  <a:lnTo>
                    <a:pt x="0" y="334010"/>
                  </a:lnTo>
                  <a:lnTo>
                    <a:pt x="27940" y="334010"/>
                  </a:lnTo>
                  <a:lnTo>
                    <a:pt x="27940" y="330212"/>
                  </a:lnTo>
                  <a:close/>
                </a:path>
                <a:path w="27939" h="476250">
                  <a:moveTo>
                    <a:pt x="27940" y="327672"/>
                  </a:moveTo>
                  <a:lnTo>
                    <a:pt x="0" y="327672"/>
                  </a:lnTo>
                  <a:lnTo>
                    <a:pt x="0" y="330200"/>
                  </a:lnTo>
                  <a:lnTo>
                    <a:pt x="27940" y="330200"/>
                  </a:lnTo>
                  <a:lnTo>
                    <a:pt x="27940" y="327672"/>
                  </a:lnTo>
                  <a:close/>
                </a:path>
                <a:path w="27939" h="476250">
                  <a:moveTo>
                    <a:pt x="27940" y="317512"/>
                  </a:moveTo>
                  <a:lnTo>
                    <a:pt x="0" y="317512"/>
                  </a:lnTo>
                  <a:lnTo>
                    <a:pt x="0" y="327660"/>
                  </a:lnTo>
                  <a:lnTo>
                    <a:pt x="27940" y="327660"/>
                  </a:lnTo>
                  <a:lnTo>
                    <a:pt x="27940" y="317512"/>
                  </a:lnTo>
                  <a:close/>
                </a:path>
                <a:path w="27939" h="476250">
                  <a:moveTo>
                    <a:pt x="27940" y="314972"/>
                  </a:moveTo>
                  <a:lnTo>
                    <a:pt x="0" y="314972"/>
                  </a:lnTo>
                  <a:lnTo>
                    <a:pt x="0" y="317500"/>
                  </a:lnTo>
                  <a:lnTo>
                    <a:pt x="27940" y="317500"/>
                  </a:lnTo>
                  <a:lnTo>
                    <a:pt x="27940" y="314972"/>
                  </a:lnTo>
                  <a:close/>
                </a:path>
                <a:path w="27939" h="476250">
                  <a:moveTo>
                    <a:pt x="27940" y="311162"/>
                  </a:moveTo>
                  <a:lnTo>
                    <a:pt x="0" y="311162"/>
                  </a:lnTo>
                  <a:lnTo>
                    <a:pt x="0" y="314960"/>
                  </a:lnTo>
                  <a:lnTo>
                    <a:pt x="27940" y="314960"/>
                  </a:lnTo>
                  <a:lnTo>
                    <a:pt x="27940" y="311162"/>
                  </a:lnTo>
                  <a:close/>
                </a:path>
                <a:path w="27939" h="476250">
                  <a:moveTo>
                    <a:pt x="27940" y="304812"/>
                  </a:moveTo>
                  <a:lnTo>
                    <a:pt x="0" y="304812"/>
                  </a:lnTo>
                  <a:lnTo>
                    <a:pt x="0" y="311150"/>
                  </a:lnTo>
                  <a:lnTo>
                    <a:pt x="27940" y="311150"/>
                  </a:lnTo>
                  <a:lnTo>
                    <a:pt x="27940" y="304812"/>
                  </a:lnTo>
                  <a:close/>
                </a:path>
                <a:path w="27939" h="476250">
                  <a:moveTo>
                    <a:pt x="27940" y="292112"/>
                  </a:moveTo>
                  <a:lnTo>
                    <a:pt x="0" y="292112"/>
                  </a:lnTo>
                  <a:lnTo>
                    <a:pt x="0" y="304800"/>
                  </a:lnTo>
                  <a:lnTo>
                    <a:pt x="27940" y="304800"/>
                  </a:lnTo>
                  <a:lnTo>
                    <a:pt x="27940" y="292112"/>
                  </a:lnTo>
                  <a:close/>
                </a:path>
                <a:path w="27939" h="476250">
                  <a:moveTo>
                    <a:pt x="27940" y="289572"/>
                  </a:moveTo>
                  <a:lnTo>
                    <a:pt x="0" y="289572"/>
                  </a:lnTo>
                  <a:lnTo>
                    <a:pt x="0" y="292100"/>
                  </a:lnTo>
                  <a:lnTo>
                    <a:pt x="27940" y="292100"/>
                  </a:lnTo>
                  <a:lnTo>
                    <a:pt x="27940" y="289572"/>
                  </a:lnTo>
                  <a:close/>
                </a:path>
                <a:path w="27939" h="476250">
                  <a:moveTo>
                    <a:pt x="27940" y="285762"/>
                  </a:moveTo>
                  <a:lnTo>
                    <a:pt x="0" y="285762"/>
                  </a:lnTo>
                  <a:lnTo>
                    <a:pt x="0" y="289560"/>
                  </a:lnTo>
                  <a:lnTo>
                    <a:pt x="27940" y="289560"/>
                  </a:lnTo>
                  <a:lnTo>
                    <a:pt x="27940" y="285762"/>
                  </a:lnTo>
                  <a:close/>
                </a:path>
                <a:path w="27939" h="476250">
                  <a:moveTo>
                    <a:pt x="27940" y="283222"/>
                  </a:moveTo>
                  <a:lnTo>
                    <a:pt x="0" y="283222"/>
                  </a:lnTo>
                  <a:lnTo>
                    <a:pt x="0" y="285750"/>
                  </a:lnTo>
                  <a:lnTo>
                    <a:pt x="27940" y="285750"/>
                  </a:lnTo>
                  <a:lnTo>
                    <a:pt x="27940" y="283222"/>
                  </a:lnTo>
                  <a:close/>
                </a:path>
                <a:path w="27939" h="476250">
                  <a:moveTo>
                    <a:pt x="27940" y="279412"/>
                  </a:moveTo>
                  <a:lnTo>
                    <a:pt x="0" y="279412"/>
                  </a:lnTo>
                  <a:lnTo>
                    <a:pt x="0" y="283210"/>
                  </a:lnTo>
                  <a:lnTo>
                    <a:pt x="27940" y="283210"/>
                  </a:lnTo>
                  <a:lnTo>
                    <a:pt x="27940" y="279412"/>
                  </a:lnTo>
                  <a:close/>
                </a:path>
                <a:path w="27939" h="476250">
                  <a:moveTo>
                    <a:pt x="27940" y="273062"/>
                  </a:moveTo>
                  <a:lnTo>
                    <a:pt x="0" y="273062"/>
                  </a:lnTo>
                  <a:lnTo>
                    <a:pt x="0" y="279400"/>
                  </a:lnTo>
                  <a:lnTo>
                    <a:pt x="27940" y="279400"/>
                  </a:lnTo>
                  <a:lnTo>
                    <a:pt x="27940" y="273062"/>
                  </a:lnTo>
                  <a:close/>
                </a:path>
                <a:path w="27939" h="476250">
                  <a:moveTo>
                    <a:pt x="27940" y="234962"/>
                  </a:moveTo>
                  <a:lnTo>
                    <a:pt x="0" y="234962"/>
                  </a:lnTo>
                  <a:lnTo>
                    <a:pt x="0" y="273050"/>
                  </a:lnTo>
                  <a:lnTo>
                    <a:pt x="27940" y="273050"/>
                  </a:lnTo>
                  <a:lnTo>
                    <a:pt x="27940" y="234962"/>
                  </a:lnTo>
                  <a:close/>
                </a:path>
                <a:path w="27939" h="476250">
                  <a:moveTo>
                    <a:pt x="2794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7940" y="234950"/>
                  </a:lnTo>
                  <a:lnTo>
                    <a:pt x="27940" y="232422"/>
                  </a:lnTo>
                  <a:close/>
                </a:path>
                <a:path w="27939" h="476250">
                  <a:moveTo>
                    <a:pt x="2794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27940" y="232410"/>
                  </a:lnTo>
                  <a:lnTo>
                    <a:pt x="27940" y="226072"/>
                  </a:lnTo>
                  <a:close/>
                </a:path>
                <a:path w="27939" h="476250">
                  <a:moveTo>
                    <a:pt x="2794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27940" y="226060"/>
                  </a:lnTo>
                  <a:lnTo>
                    <a:pt x="27940" y="222262"/>
                  </a:lnTo>
                  <a:close/>
                </a:path>
                <a:path w="27939" h="476250">
                  <a:moveTo>
                    <a:pt x="2794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27940" y="222250"/>
                  </a:lnTo>
                  <a:lnTo>
                    <a:pt x="27940" y="219722"/>
                  </a:lnTo>
                  <a:close/>
                </a:path>
                <a:path w="27939" h="476250">
                  <a:moveTo>
                    <a:pt x="27940" y="213372"/>
                  </a:moveTo>
                  <a:lnTo>
                    <a:pt x="0" y="213372"/>
                  </a:lnTo>
                  <a:lnTo>
                    <a:pt x="0" y="219710"/>
                  </a:lnTo>
                  <a:lnTo>
                    <a:pt x="27940" y="219710"/>
                  </a:lnTo>
                  <a:lnTo>
                    <a:pt x="27940" y="213372"/>
                  </a:lnTo>
                  <a:close/>
                </a:path>
                <a:path w="27939" h="476250">
                  <a:moveTo>
                    <a:pt x="27940" y="207022"/>
                  </a:moveTo>
                  <a:lnTo>
                    <a:pt x="0" y="207022"/>
                  </a:lnTo>
                  <a:lnTo>
                    <a:pt x="0" y="213360"/>
                  </a:lnTo>
                  <a:lnTo>
                    <a:pt x="27940" y="213360"/>
                  </a:lnTo>
                  <a:lnTo>
                    <a:pt x="27940" y="207022"/>
                  </a:lnTo>
                  <a:close/>
                </a:path>
                <a:path w="27939" h="476250">
                  <a:moveTo>
                    <a:pt x="27940" y="195592"/>
                  </a:moveTo>
                  <a:lnTo>
                    <a:pt x="0" y="195592"/>
                  </a:lnTo>
                  <a:lnTo>
                    <a:pt x="0" y="207010"/>
                  </a:lnTo>
                  <a:lnTo>
                    <a:pt x="27940" y="207010"/>
                  </a:lnTo>
                  <a:lnTo>
                    <a:pt x="27940" y="195592"/>
                  </a:lnTo>
                  <a:close/>
                </a:path>
                <a:path w="27939" h="476250">
                  <a:moveTo>
                    <a:pt x="2794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7940" y="195580"/>
                  </a:lnTo>
                  <a:lnTo>
                    <a:pt x="27940" y="189242"/>
                  </a:lnTo>
                  <a:close/>
                </a:path>
                <a:path w="27939" h="476250">
                  <a:moveTo>
                    <a:pt x="27940" y="182892"/>
                  </a:moveTo>
                  <a:lnTo>
                    <a:pt x="0" y="182892"/>
                  </a:lnTo>
                  <a:lnTo>
                    <a:pt x="0" y="189230"/>
                  </a:lnTo>
                  <a:lnTo>
                    <a:pt x="27940" y="189230"/>
                  </a:lnTo>
                  <a:lnTo>
                    <a:pt x="27940" y="182892"/>
                  </a:lnTo>
                  <a:close/>
                </a:path>
                <a:path w="27939" h="476250">
                  <a:moveTo>
                    <a:pt x="27940" y="176542"/>
                  </a:moveTo>
                  <a:lnTo>
                    <a:pt x="0" y="176542"/>
                  </a:lnTo>
                  <a:lnTo>
                    <a:pt x="0" y="182880"/>
                  </a:lnTo>
                  <a:lnTo>
                    <a:pt x="27940" y="182880"/>
                  </a:lnTo>
                  <a:lnTo>
                    <a:pt x="27940" y="176542"/>
                  </a:lnTo>
                  <a:close/>
                </a:path>
                <a:path w="27939" h="476250">
                  <a:moveTo>
                    <a:pt x="27940" y="170192"/>
                  </a:moveTo>
                  <a:lnTo>
                    <a:pt x="0" y="170192"/>
                  </a:lnTo>
                  <a:lnTo>
                    <a:pt x="0" y="176530"/>
                  </a:lnTo>
                  <a:lnTo>
                    <a:pt x="27940" y="176530"/>
                  </a:lnTo>
                  <a:lnTo>
                    <a:pt x="27940" y="170192"/>
                  </a:lnTo>
                  <a:close/>
                </a:path>
                <a:path w="27939" h="476250">
                  <a:moveTo>
                    <a:pt x="27940" y="163842"/>
                  </a:moveTo>
                  <a:lnTo>
                    <a:pt x="0" y="163842"/>
                  </a:lnTo>
                  <a:lnTo>
                    <a:pt x="0" y="170180"/>
                  </a:lnTo>
                  <a:lnTo>
                    <a:pt x="27940" y="170180"/>
                  </a:lnTo>
                  <a:lnTo>
                    <a:pt x="27940" y="163842"/>
                  </a:lnTo>
                  <a:close/>
                </a:path>
                <a:path w="27939" h="476250">
                  <a:moveTo>
                    <a:pt x="27940" y="157492"/>
                  </a:moveTo>
                  <a:lnTo>
                    <a:pt x="0" y="157492"/>
                  </a:lnTo>
                  <a:lnTo>
                    <a:pt x="0" y="163830"/>
                  </a:lnTo>
                  <a:lnTo>
                    <a:pt x="27940" y="163830"/>
                  </a:lnTo>
                  <a:lnTo>
                    <a:pt x="27940" y="157492"/>
                  </a:lnTo>
                  <a:close/>
                </a:path>
                <a:path w="27939" h="476250">
                  <a:moveTo>
                    <a:pt x="2794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7940" y="157480"/>
                  </a:lnTo>
                  <a:lnTo>
                    <a:pt x="27940" y="151142"/>
                  </a:lnTo>
                  <a:close/>
                </a:path>
                <a:path w="27939" h="476250">
                  <a:moveTo>
                    <a:pt x="27940" y="138442"/>
                  </a:moveTo>
                  <a:lnTo>
                    <a:pt x="0" y="138442"/>
                  </a:lnTo>
                  <a:lnTo>
                    <a:pt x="0" y="151130"/>
                  </a:lnTo>
                  <a:lnTo>
                    <a:pt x="27940" y="151130"/>
                  </a:lnTo>
                  <a:lnTo>
                    <a:pt x="27940" y="138442"/>
                  </a:lnTo>
                  <a:close/>
                </a:path>
                <a:path w="27939" h="476250">
                  <a:moveTo>
                    <a:pt x="27940" y="132092"/>
                  </a:moveTo>
                  <a:lnTo>
                    <a:pt x="0" y="132092"/>
                  </a:lnTo>
                  <a:lnTo>
                    <a:pt x="0" y="138430"/>
                  </a:lnTo>
                  <a:lnTo>
                    <a:pt x="27940" y="138430"/>
                  </a:lnTo>
                  <a:lnTo>
                    <a:pt x="27940" y="132092"/>
                  </a:lnTo>
                  <a:close/>
                </a:path>
                <a:path w="27939" h="476250">
                  <a:moveTo>
                    <a:pt x="27940" y="125742"/>
                  </a:moveTo>
                  <a:lnTo>
                    <a:pt x="0" y="125742"/>
                  </a:lnTo>
                  <a:lnTo>
                    <a:pt x="0" y="132080"/>
                  </a:lnTo>
                  <a:lnTo>
                    <a:pt x="27940" y="132080"/>
                  </a:lnTo>
                  <a:lnTo>
                    <a:pt x="27940" y="125742"/>
                  </a:lnTo>
                  <a:close/>
                </a:path>
                <a:path w="27939" h="476250">
                  <a:moveTo>
                    <a:pt x="27940" y="119392"/>
                  </a:moveTo>
                  <a:lnTo>
                    <a:pt x="0" y="119392"/>
                  </a:lnTo>
                  <a:lnTo>
                    <a:pt x="0" y="125730"/>
                  </a:lnTo>
                  <a:lnTo>
                    <a:pt x="27940" y="125730"/>
                  </a:lnTo>
                  <a:lnTo>
                    <a:pt x="27940" y="119392"/>
                  </a:lnTo>
                  <a:close/>
                </a:path>
                <a:path w="27939" h="476250">
                  <a:moveTo>
                    <a:pt x="27940" y="113042"/>
                  </a:moveTo>
                  <a:lnTo>
                    <a:pt x="0" y="113042"/>
                  </a:lnTo>
                  <a:lnTo>
                    <a:pt x="0" y="119380"/>
                  </a:lnTo>
                  <a:lnTo>
                    <a:pt x="27940" y="119380"/>
                  </a:lnTo>
                  <a:lnTo>
                    <a:pt x="27940" y="113042"/>
                  </a:lnTo>
                  <a:close/>
                </a:path>
                <a:path w="27939" h="476250">
                  <a:moveTo>
                    <a:pt x="27940" y="106692"/>
                  </a:moveTo>
                  <a:lnTo>
                    <a:pt x="0" y="106692"/>
                  </a:lnTo>
                  <a:lnTo>
                    <a:pt x="0" y="113030"/>
                  </a:lnTo>
                  <a:lnTo>
                    <a:pt x="27940" y="113030"/>
                  </a:lnTo>
                  <a:lnTo>
                    <a:pt x="27940" y="106692"/>
                  </a:lnTo>
                  <a:close/>
                </a:path>
                <a:path w="27939" h="476250">
                  <a:moveTo>
                    <a:pt x="27940" y="100342"/>
                  </a:moveTo>
                  <a:lnTo>
                    <a:pt x="0" y="100342"/>
                  </a:lnTo>
                  <a:lnTo>
                    <a:pt x="0" y="106680"/>
                  </a:lnTo>
                  <a:lnTo>
                    <a:pt x="27940" y="106680"/>
                  </a:lnTo>
                  <a:lnTo>
                    <a:pt x="27940" y="100342"/>
                  </a:lnTo>
                  <a:close/>
                </a:path>
                <a:path w="27939" h="476250">
                  <a:moveTo>
                    <a:pt x="2794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7940" y="100330"/>
                  </a:lnTo>
                  <a:lnTo>
                    <a:pt x="27940" y="93992"/>
                  </a:lnTo>
                  <a:close/>
                </a:path>
                <a:path w="27939" h="476250">
                  <a:moveTo>
                    <a:pt x="2794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7940" y="93980"/>
                  </a:lnTo>
                  <a:lnTo>
                    <a:pt x="27940" y="87642"/>
                  </a:lnTo>
                  <a:close/>
                </a:path>
                <a:path w="27939" h="476250">
                  <a:moveTo>
                    <a:pt x="27940" y="81292"/>
                  </a:moveTo>
                  <a:lnTo>
                    <a:pt x="0" y="81292"/>
                  </a:lnTo>
                  <a:lnTo>
                    <a:pt x="0" y="87630"/>
                  </a:lnTo>
                  <a:lnTo>
                    <a:pt x="27940" y="87630"/>
                  </a:lnTo>
                  <a:lnTo>
                    <a:pt x="27940" y="81292"/>
                  </a:lnTo>
                  <a:close/>
                </a:path>
                <a:path w="27939" h="476250">
                  <a:moveTo>
                    <a:pt x="27940" y="68592"/>
                  </a:moveTo>
                  <a:lnTo>
                    <a:pt x="0" y="68592"/>
                  </a:lnTo>
                  <a:lnTo>
                    <a:pt x="0" y="81280"/>
                  </a:lnTo>
                  <a:lnTo>
                    <a:pt x="27940" y="81280"/>
                  </a:lnTo>
                  <a:lnTo>
                    <a:pt x="27940" y="68592"/>
                  </a:lnTo>
                  <a:close/>
                </a:path>
                <a:path w="27939" h="476250">
                  <a:moveTo>
                    <a:pt x="27940" y="62242"/>
                  </a:moveTo>
                  <a:lnTo>
                    <a:pt x="0" y="62242"/>
                  </a:lnTo>
                  <a:lnTo>
                    <a:pt x="0" y="68580"/>
                  </a:lnTo>
                  <a:lnTo>
                    <a:pt x="27940" y="68580"/>
                  </a:lnTo>
                  <a:lnTo>
                    <a:pt x="27940" y="62242"/>
                  </a:lnTo>
                  <a:close/>
                </a:path>
                <a:path w="27939" h="476250">
                  <a:moveTo>
                    <a:pt x="27940" y="55892"/>
                  </a:moveTo>
                  <a:lnTo>
                    <a:pt x="0" y="55892"/>
                  </a:lnTo>
                  <a:lnTo>
                    <a:pt x="0" y="62230"/>
                  </a:lnTo>
                  <a:lnTo>
                    <a:pt x="27940" y="62230"/>
                  </a:lnTo>
                  <a:lnTo>
                    <a:pt x="27940" y="55892"/>
                  </a:lnTo>
                  <a:close/>
                </a:path>
                <a:path w="27939" h="476250">
                  <a:moveTo>
                    <a:pt x="27940" y="49542"/>
                  </a:moveTo>
                  <a:lnTo>
                    <a:pt x="0" y="49542"/>
                  </a:lnTo>
                  <a:lnTo>
                    <a:pt x="0" y="55880"/>
                  </a:lnTo>
                  <a:lnTo>
                    <a:pt x="27940" y="55880"/>
                  </a:lnTo>
                  <a:lnTo>
                    <a:pt x="27940" y="49542"/>
                  </a:lnTo>
                  <a:close/>
                </a:path>
                <a:path w="27939" h="476250">
                  <a:moveTo>
                    <a:pt x="2794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7940" y="49530"/>
                  </a:lnTo>
                  <a:lnTo>
                    <a:pt x="27940" y="43192"/>
                  </a:lnTo>
                  <a:close/>
                </a:path>
                <a:path w="27939" h="476250">
                  <a:moveTo>
                    <a:pt x="2794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7940" y="43180"/>
                  </a:lnTo>
                  <a:lnTo>
                    <a:pt x="27940" y="36842"/>
                  </a:lnTo>
                  <a:close/>
                </a:path>
                <a:path w="27939" h="476250">
                  <a:moveTo>
                    <a:pt x="2794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7940" y="36830"/>
                  </a:lnTo>
                  <a:lnTo>
                    <a:pt x="27940" y="30492"/>
                  </a:lnTo>
                  <a:close/>
                </a:path>
                <a:path w="27939" h="476250">
                  <a:moveTo>
                    <a:pt x="27940" y="24142"/>
                  </a:moveTo>
                  <a:lnTo>
                    <a:pt x="0" y="24142"/>
                  </a:lnTo>
                  <a:lnTo>
                    <a:pt x="0" y="30480"/>
                  </a:lnTo>
                  <a:lnTo>
                    <a:pt x="27940" y="30480"/>
                  </a:lnTo>
                  <a:lnTo>
                    <a:pt x="27940" y="24142"/>
                  </a:lnTo>
                  <a:close/>
                </a:path>
                <a:path w="27939" h="476250">
                  <a:moveTo>
                    <a:pt x="2794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7940" y="24130"/>
                  </a:lnTo>
                  <a:lnTo>
                    <a:pt x="27940" y="17792"/>
                  </a:lnTo>
                  <a:close/>
                </a:path>
                <a:path w="27939" h="476250">
                  <a:moveTo>
                    <a:pt x="27940" y="5092"/>
                  </a:moveTo>
                  <a:lnTo>
                    <a:pt x="0" y="5092"/>
                  </a:lnTo>
                  <a:lnTo>
                    <a:pt x="0" y="17780"/>
                  </a:lnTo>
                  <a:lnTo>
                    <a:pt x="27940" y="17780"/>
                  </a:lnTo>
                  <a:lnTo>
                    <a:pt x="27940" y="5092"/>
                  </a:lnTo>
                  <a:close/>
                </a:path>
                <a:path w="27939" h="476250">
                  <a:moveTo>
                    <a:pt x="279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7940" y="5080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2851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9" name="object 3789"/>
            <p:cNvSpPr/>
            <p:nvPr/>
          </p:nvSpPr>
          <p:spPr>
            <a:xfrm>
              <a:off x="5001260" y="5500382"/>
              <a:ext cx="27940" cy="181610"/>
            </a:xfrm>
            <a:custGeom>
              <a:avLst/>
              <a:gdLst/>
              <a:ahLst/>
              <a:cxnLst/>
              <a:rect l="l" t="t" r="r" b="b"/>
              <a:pathLst>
                <a:path w="27939" h="181610">
                  <a:moveTo>
                    <a:pt x="27940" y="180340"/>
                  </a:moveTo>
                  <a:lnTo>
                    <a:pt x="0" y="180340"/>
                  </a:lnTo>
                  <a:lnTo>
                    <a:pt x="0" y="181597"/>
                  </a:lnTo>
                  <a:lnTo>
                    <a:pt x="27940" y="181597"/>
                  </a:lnTo>
                  <a:lnTo>
                    <a:pt x="27940" y="180340"/>
                  </a:lnTo>
                  <a:close/>
                </a:path>
                <a:path w="27939" h="181610">
                  <a:moveTo>
                    <a:pt x="27940" y="173990"/>
                  </a:moveTo>
                  <a:lnTo>
                    <a:pt x="0" y="173990"/>
                  </a:lnTo>
                  <a:lnTo>
                    <a:pt x="0" y="180327"/>
                  </a:lnTo>
                  <a:lnTo>
                    <a:pt x="27940" y="180327"/>
                  </a:lnTo>
                  <a:lnTo>
                    <a:pt x="27940" y="173990"/>
                  </a:lnTo>
                  <a:close/>
                </a:path>
                <a:path w="27939" h="181610">
                  <a:moveTo>
                    <a:pt x="27940" y="171450"/>
                  </a:moveTo>
                  <a:lnTo>
                    <a:pt x="0" y="171450"/>
                  </a:lnTo>
                  <a:lnTo>
                    <a:pt x="0" y="173977"/>
                  </a:lnTo>
                  <a:lnTo>
                    <a:pt x="27940" y="173977"/>
                  </a:lnTo>
                  <a:lnTo>
                    <a:pt x="27940" y="171450"/>
                  </a:lnTo>
                  <a:close/>
                </a:path>
                <a:path w="27939" h="181610">
                  <a:moveTo>
                    <a:pt x="27940" y="167640"/>
                  </a:moveTo>
                  <a:lnTo>
                    <a:pt x="0" y="167640"/>
                  </a:lnTo>
                  <a:lnTo>
                    <a:pt x="0" y="171437"/>
                  </a:lnTo>
                  <a:lnTo>
                    <a:pt x="27940" y="171437"/>
                  </a:lnTo>
                  <a:lnTo>
                    <a:pt x="27940" y="167640"/>
                  </a:lnTo>
                  <a:close/>
                </a:path>
                <a:path w="27939" h="181610">
                  <a:moveTo>
                    <a:pt x="27940" y="165100"/>
                  </a:moveTo>
                  <a:lnTo>
                    <a:pt x="0" y="165100"/>
                  </a:lnTo>
                  <a:lnTo>
                    <a:pt x="0" y="167627"/>
                  </a:lnTo>
                  <a:lnTo>
                    <a:pt x="27940" y="167627"/>
                  </a:lnTo>
                  <a:lnTo>
                    <a:pt x="27940" y="165100"/>
                  </a:lnTo>
                  <a:close/>
                </a:path>
                <a:path w="27939" h="181610">
                  <a:moveTo>
                    <a:pt x="27940" y="161290"/>
                  </a:moveTo>
                  <a:lnTo>
                    <a:pt x="0" y="161290"/>
                  </a:lnTo>
                  <a:lnTo>
                    <a:pt x="0" y="165087"/>
                  </a:lnTo>
                  <a:lnTo>
                    <a:pt x="27940" y="165087"/>
                  </a:lnTo>
                  <a:lnTo>
                    <a:pt x="27940" y="161290"/>
                  </a:lnTo>
                  <a:close/>
                </a:path>
                <a:path w="27939" h="181610">
                  <a:moveTo>
                    <a:pt x="27940" y="154940"/>
                  </a:moveTo>
                  <a:lnTo>
                    <a:pt x="0" y="154940"/>
                  </a:lnTo>
                  <a:lnTo>
                    <a:pt x="0" y="161277"/>
                  </a:lnTo>
                  <a:lnTo>
                    <a:pt x="27940" y="161277"/>
                  </a:lnTo>
                  <a:lnTo>
                    <a:pt x="27940" y="154940"/>
                  </a:lnTo>
                  <a:close/>
                </a:path>
                <a:path w="27939" h="181610">
                  <a:moveTo>
                    <a:pt x="27940" y="152400"/>
                  </a:moveTo>
                  <a:lnTo>
                    <a:pt x="0" y="152400"/>
                  </a:lnTo>
                  <a:lnTo>
                    <a:pt x="0" y="154927"/>
                  </a:lnTo>
                  <a:lnTo>
                    <a:pt x="27940" y="154927"/>
                  </a:lnTo>
                  <a:lnTo>
                    <a:pt x="27940" y="152400"/>
                  </a:lnTo>
                  <a:close/>
                </a:path>
                <a:path w="27939" h="181610">
                  <a:moveTo>
                    <a:pt x="27940" y="148590"/>
                  </a:moveTo>
                  <a:lnTo>
                    <a:pt x="0" y="148590"/>
                  </a:lnTo>
                  <a:lnTo>
                    <a:pt x="0" y="152387"/>
                  </a:lnTo>
                  <a:lnTo>
                    <a:pt x="27940" y="152387"/>
                  </a:lnTo>
                  <a:lnTo>
                    <a:pt x="27940" y="148590"/>
                  </a:lnTo>
                  <a:close/>
                </a:path>
                <a:path w="27939" h="181610">
                  <a:moveTo>
                    <a:pt x="27940" y="146050"/>
                  </a:moveTo>
                  <a:lnTo>
                    <a:pt x="0" y="146050"/>
                  </a:lnTo>
                  <a:lnTo>
                    <a:pt x="0" y="148577"/>
                  </a:lnTo>
                  <a:lnTo>
                    <a:pt x="27940" y="148577"/>
                  </a:lnTo>
                  <a:lnTo>
                    <a:pt x="27940" y="146050"/>
                  </a:lnTo>
                  <a:close/>
                </a:path>
                <a:path w="27939" h="181610">
                  <a:moveTo>
                    <a:pt x="27940" y="142240"/>
                  </a:moveTo>
                  <a:lnTo>
                    <a:pt x="0" y="142240"/>
                  </a:lnTo>
                  <a:lnTo>
                    <a:pt x="0" y="146037"/>
                  </a:lnTo>
                  <a:lnTo>
                    <a:pt x="27940" y="146037"/>
                  </a:lnTo>
                  <a:lnTo>
                    <a:pt x="27940" y="142240"/>
                  </a:lnTo>
                  <a:close/>
                </a:path>
                <a:path w="27939" h="181610">
                  <a:moveTo>
                    <a:pt x="27940" y="135890"/>
                  </a:moveTo>
                  <a:lnTo>
                    <a:pt x="0" y="135890"/>
                  </a:lnTo>
                  <a:lnTo>
                    <a:pt x="0" y="142227"/>
                  </a:lnTo>
                  <a:lnTo>
                    <a:pt x="27940" y="142227"/>
                  </a:lnTo>
                  <a:lnTo>
                    <a:pt x="27940" y="135890"/>
                  </a:lnTo>
                  <a:close/>
                </a:path>
                <a:path w="27939" h="181610">
                  <a:moveTo>
                    <a:pt x="27940" y="133350"/>
                  </a:moveTo>
                  <a:lnTo>
                    <a:pt x="0" y="133350"/>
                  </a:lnTo>
                  <a:lnTo>
                    <a:pt x="0" y="135877"/>
                  </a:lnTo>
                  <a:lnTo>
                    <a:pt x="27940" y="135877"/>
                  </a:lnTo>
                  <a:lnTo>
                    <a:pt x="27940" y="133350"/>
                  </a:lnTo>
                  <a:close/>
                </a:path>
                <a:path w="27939" h="181610">
                  <a:moveTo>
                    <a:pt x="27940" y="129540"/>
                  </a:moveTo>
                  <a:lnTo>
                    <a:pt x="0" y="129540"/>
                  </a:lnTo>
                  <a:lnTo>
                    <a:pt x="0" y="133337"/>
                  </a:lnTo>
                  <a:lnTo>
                    <a:pt x="27940" y="133337"/>
                  </a:lnTo>
                  <a:lnTo>
                    <a:pt x="27940" y="129540"/>
                  </a:lnTo>
                  <a:close/>
                </a:path>
                <a:path w="27939" h="181610">
                  <a:moveTo>
                    <a:pt x="27940" y="127000"/>
                  </a:moveTo>
                  <a:lnTo>
                    <a:pt x="0" y="127000"/>
                  </a:lnTo>
                  <a:lnTo>
                    <a:pt x="0" y="129527"/>
                  </a:lnTo>
                  <a:lnTo>
                    <a:pt x="27940" y="129527"/>
                  </a:lnTo>
                  <a:lnTo>
                    <a:pt x="27940" y="127000"/>
                  </a:lnTo>
                  <a:close/>
                </a:path>
                <a:path w="27939" h="181610">
                  <a:moveTo>
                    <a:pt x="27940" y="120650"/>
                  </a:moveTo>
                  <a:lnTo>
                    <a:pt x="0" y="120650"/>
                  </a:lnTo>
                  <a:lnTo>
                    <a:pt x="0" y="126987"/>
                  </a:lnTo>
                  <a:lnTo>
                    <a:pt x="27940" y="126987"/>
                  </a:lnTo>
                  <a:lnTo>
                    <a:pt x="27940" y="120650"/>
                  </a:lnTo>
                  <a:close/>
                </a:path>
                <a:path w="27939" h="181610">
                  <a:moveTo>
                    <a:pt x="2794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27940" y="120637"/>
                  </a:lnTo>
                  <a:lnTo>
                    <a:pt x="27940" y="114300"/>
                  </a:lnTo>
                  <a:close/>
                </a:path>
                <a:path w="27939" h="181610">
                  <a:moveTo>
                    <a:pt x="27940" y="110490"/>
                  </a:moveTo>
                  <a:lnTo>
                    <a:pt x="0" y="110490"/>
                  </a:lnTo>
                  <a:lnTo>
                    <a:pt x="0" y="114287"/>
                  </a:lnTo>
                  <a:lnTo>
                    <a:pt x="27940" y="114287"/>
                  </a:lnTo>
                  <a:lnTo>
                    <a:pt x="27940" y="110490"/>
                  </a:lnTo>
                  <a:close/>
                </a:path>
                <a:path w="27939" h="181610">
                  <a:moveTo>
                    <a:pt x="27940" y="107950"/>
                  </a:moveTo>
                  <a:lnTo>
                    <a:pt x="0" y="107950"/>
                  </a:lnTo>
                  <a:lnTo>
                    <a:pt x="0" y="110477"/>
                  </a:lnTo>
                  <a:lnTo>
                    <a:pt x="27940" y="110477"/>
                  </a:lnTo>
                  <a:lnTo>
                    <a:pt x="27940" y="107950"/>
                  </a:lnTo>
                  <a:close/>
                </a:path>
                <a:path w="27939" h="181610">
                  <a:moveTo>
                    <a:pt x="27940" y="104140"/>
                  </a:moveTo>
                  <a:lnTo>
                    <a:pt x="0" y="104140"/>
                  </a:lnTo>
                  <a:lnTo>
                    <a:pt x="0" y="107937"/>
                  </a:lnTo>
                  <a:lnTo>
                    <a:pt x="27940" y="107937"/>
                  </a:lnTo>
                  <a:lnTo>
                    <a:pt x="27940" y="104140"/>
                  </a:lnTo>
                  <a:close/>
                </a:path>
                <a:path w="27939" h="181610">
                  <a:moveTo>
                    <a:pt x="27940" y="101600"/>
                  </a:moveTo>
                  <a:lnTo>
                    <a:pt x="0" y="101600"/>
                  </a:lnTo>
                  <a:lnTo>
                    <a:pt x="0" y="104127"/>
                  </a:lnTo>
                  <a:lnTo>
                    <a:pt x="27940" y="104127"/>
                  </a:lnTo>
                  <a:lnTo>
                    <a:pt x="27940" y="101600"/>
                  </a:lnTo>
                  <a:close/>
                </a:path>
                <a:path w="27939" h="181610">
                  <a:moveTo>
                    <a:pt x="27940" y="97790"/>
                  </a:moveTo>
                  <a:lnTo>
                    <a:pt x="0" y="97790"/>
                  </a:lnTo>
                  <a:lnTo>
                    <a:pt x="0" y="101587"/>
                  </a:lnTo>
                  <a:lnTo>
                    <a:pt x="27940" y="101587"/>
                  </a:lnTo>
                  <a:lnTo>
                    <a:pt x="27940" y="97790"/>
                  </a:lnTo>
                  <a:close/>
                </a:path>
                <a:path w="27939" h="181610">
                  <a:moveTo>
                    <a:pt x="27940" y="95250"/>
                  </a:moveTo>
                  <a:lnTo>
                    <a:pt x="0" y="95250"/>
                  </a:lnTo>
                  <a:lnTo>
                    <a:pt x="0" y="97777"/>
                  </a:lnTo>
                  <a:lnTo>
                    <a:pt x="27940" y="97777"/>
                  </a:lnTo>
                  <a:lnTo>
                    <a:pt x="27940" y="95250"/>
                  </a:lnTo>
                  <a:close/>
                </a:path>
                <a:path w="27939" h="181610">
                  <a:moveTo>
                    <a:pt x="27940" y="91440"/>
                  </a:moveTo>
                  <a:lnTo>
                    <a:pt x="0" y="91440"/>
                  </a:lnTo>
                  <a:lnTo>
                    <a:pt x="0" y="95237"/>
                  </a:lnTo>
                  <a:lnTo>
                    <a:pt x="27940" y="95237"/>
                  </a:lnTo>
                  <a:lnTo>
                    <a:pt x="27940" y="91440"/>
                  </a:lnTo>
                  <a:close/>
                </a:path>
                <a:path w="27939" h="181610">
                  <a:moveTo>
                    <a:pt x="27940" y="82550"/>
                  </a:moveTo>
                  <a:lnTo>
                    <a:pt x="0" y="82550"/>
                  </a:lnTo>
                  <a:lnTo>
                    <a:pt x="0" y="91427"/>
                  </a:lnTo>
                  <a:lnTo>
                    <a:pt x="27940" y="91427"/>
                  </a:lnTo>
                  <a:lnTo>
                    <a:pt x="27940" y="82550"/>
                  </a:lnTo>
                  <a:close/>
                </a:path>
                <a:path w="27939" h="181610">
                  <a:moveTo>
                    <a:pt x="27940" y="72390"/>
                  </a:moveTo>
                  <a:lnTo>
                    <a:pt x="0" y="72390"/>
                  </a:lnTo>
                  <a:lnTo>
                    <a:pt x="0" y="82537"/>
                  </a:lnTo>
                  <a:lnTo>
                    <a:pt x="27940" y="82537"/>
                  </a:lnTo>
                  <a:lnTo>
                    <a:pt x="27940" y="72390"/>
                  </a:lnTo>
                  <a:close/>
                </a:path>
                <a:path w="27939" h="181610">
                  <a:moveTo>
                    <a:pt x="27940" y="63500"/>
                  </a:moveTo>
                  <a:lnTo>
                    <a:pt x="0" y="63500"/>
                  </a:lnTo>
                  <a:lnTo>
                    <a:pt x="0" y="72377"/>
                  </a:lnTo>
                  <a:lnTo>
                    <a:pt x="27940" y="72377"/>
                  </a:lnTo>
                  <a:lnTo>
                    <a:pt x="27940" y="63500"/>
                  </a:lnTo>
                  <a:close/>
                </a:path>
                <a:path w="27939" h="181610">
                  <a:moveTo>
                    <a:pt x="27940" y="53340"/>
                  </a:moveTo>
                  <a:lnTo>
                    <a:pt x="0" y="53340"/>
                  </a:lnTo>
                  <a:lnTo>
                    <a:pt x="0" y="63487"/>
                  </a:lnTo>
                  <a:lnTo>
                    <a:pt x="27940" y="63487"/>
                  </a:lnTo>
                  <a:lnTo>
                    <a:pt x="27940" y="53340"/>
                  </a:lnTo>
                  <a:close/>
                </a:path>
                <a:path w="27939" h="181610">
                  <a:moveTo>
                    <a:pt x="27940" y="50800"/>
                  </a:moveTo>
                  <a:lnTo>
                    <a:pt x="0" y="50800"/>
                  </a:lnTo>
                  <a:lnTo>
                    <a:pt x="0" y="53327"/>
                  </a:lnTo>
                  <a:lnTo>
                    <a:pt x="27940" y="53327"/>
                  </a:lnTo>
                  <a:lnTo>
                    <a:pt x="27940" y="50800"/>
                  </a:lnTo>
                  <a:close/>
                </a:path>
                <a:path w="27939" h="181610">
                  <a:moveTo>
                    <a:pt x="27940" y="46990"/>
                  </a:moveTo>
                  <a:lnTo>
                    <a:pt x="0" y="46990"/>
                  </a:lnTo>
                  <a:lnTo>
                    <a:pt x="0" y="50787"/>
                  </a:lnTo>
                  <a:lnTo>
                    <a:pt x="27940" y="50787"/>
                  </a:lnTo>
                  <a:lnTo>
                    <a:pt x="27940" y="46990"/>
                  </a:lnTo>
                  <a:close/>
                </a:path>
                <a:path w="27939" h="181610">
                  <a:moveTo>
                    <a:pt x="27940" y="40640"/>
                  </a:moveTo>
                  <a:lnTo>
                    <a:pt x="0" y="40640"/>
                  </a:lnTo>
                  <a:lnTo>
                    <a:pt x="0" y="46977"/>
                  </a:lnTo>
                  <a:lnTo>
                    <a:pt x="27940" y="46977"/>
                  </a:lnTo>
                  <a:lnTo>
                    <a:pt x="27940" y="40640"/>
                  </a:lnTo>
                  <a:close/>
                </a:path>
                <a:path w="27939" h="181610">
                  <a:moveTo>
                    <a:pt x="27940" y="34290"/>
                  </a:moveTo>
                  <a:lnTo>
                    <a:pt x="0" y="34290"/>
                  </a:lnTo>
                  <a:lnTo>
                    <a:pt x="0" y="40627"/>
                  </a:lnTo>
                  <a:lnTo>
                    <a:pt x="27940" y="40627"/>
                  </a:lnTo>
                  <a:lnTo>
                    <a:pt x="27940" y="34290"/>
                  </a:lnTo>
                  <a:close/>
                </a:path>
                <a:path w="27939" h="181610">
                  <a:moveTo>
                    <a:pt x="27940" y="27940"/>
                  </a:moveTo>
                  <a:lnTo>
                    <a:pt x="0" y="27940"/>
                  </a:lnTo>
                  <a:lnTo>
                    <a:pt x="0" y="34277"/>
                  </a:lnTo>
                  <a:lnTo>
                    <a:pt x="27940" y="34277"/>
                  </a:lnTo>
                  <a:lnTo>
                    <a:pt x="27940" y="27940"/>
                  </a:lnTo>
                  <a:close/>
                </a:path>
                <a:path w="27939" h="181610">
                  <a:moveTo>
                    <a:pt x="27940" y="25400"/>
                  </a:moveTo>
                  <a:lnTo>
                    <a:pt x="0" y="25400"/>
                  </a:lnTo>
                  <a:lnTo>
                    <a:pt x="0" y="27927"/>
                  </a:lnTo>
                  <a:lnTo>
                    <a:pt x="27940" y="27927"/>
                  </a:lnTo>
                  <a:lnTo>
                    <a:pt x="27940" y="25400"/>
                  </a:lnTo>
                  <a:close/>
                </a:path>
                <a:path w="27939" h="181610">
                  <a:moveTo>
                    <a:pt x="2794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27940" y="25387"/>
                  </a:lnTo>
                  <a:lnTo>
                    <a:pt x="27940" y="21590"/>
                  </a:lnTo>
                  <a:close/>
                </a:path>
                <a:path w="27939" h="181610">
                  <a:moveTo>
                    <a:pt x="27940" y="15240"/>
                  </a:moveTo>
                  <a:lnTo>
                    <a:pt x="0" y="15240"/>
                  </a:lnTo>
                  <a:lnTo>
                    <a:pt x="0" y="21577"/>
                  </a:lnTo>
                  <a:lnTo>
                    <a:pt x="27940" y="21577"/>
                  </a:lnTo>
                  <a:lnTo>
                    <a:pt x="27940" y="15240"/>
                  </a:lnTo>
                  <a:close/>
                </a:path>
                <a:path w="27939" h="181610">
                  <a:moveTo>
                    <a:pt x="2794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7940" y="15227"/>
                  </a:lnTo>
                  <a:lnTo>
                    <a:pt x="27940" y="12700"/>
                  </a:lnTo>
                  <a:close/>
                </a:path>
                <a:path w="27939" h="181610">
                  <a:moveTo>
                    <a:pt x="2794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7940" y="12687"/>
                  </a:lnTo>
                  <a:lnTo>
                    <a:pt x="27940" y="8890"/>
                  </a:lnTo>
                  <a:close/>
                </a:path>
                <a:path w="27939" h="181610">
                  <a:moveTo>
                    <a:pt x="27940" y="0"/>
                  </a:moveTo>
                  <a:lnTo>
                    <a:pt x="0" y="0"/>
                  </a:lnTo>
                  <a:lnTo>
                    <a:pt x="0" y="8877"/>
                  </a:lnTo>
                  <a:lnTo>
                    <a:pt x="27940" y="8877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2851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0" name="object 3790"/>
            <p:cNvSpPr/>
            <p:nvPr/>
          </p:nvSpPr>
          <p:spPr>
            <a:xfrm>
              <a:off x="5029200" y="5033010"/>
              <a:ext cx="29209" cy="476250"/>
            </a:xfrm>
            <a:custGeom>
              <a:avLst/>
              <a:gdLst/>
              <a:ahLst/>
              <a:cxnLst/>
              <a:rect l="l" t="t" r="r" b="b"/>
              <a:pathLst>
                <a:path w="29210" h="476250">
                  <a:moveTo>
                    <a:pt x="29210" y="467372"/>
                  </a:moveTo>
                  <a:lnTo>
                    <a:pt x="0" y="467372"/>
                  </a:lnTo>
                  <a:lnTo>
                    <a:pt x="0" y="476250"/>
                  </a:lnTo>
                  <a:lnTo>
                    <a:pt x="29210" y="476250"/>
                  </a:lnTo>
                  <a:lnTo>
                    <a:pt x="29210" y="467372"/>
                  </a:lnTo>
                  <a:close/>
                </a:path>
                <a:path w="29210" h="476250">
                  <a:moveTo>
                    <a:pt x="29210" y="463562"/>
                  </a:moveTo>
                  <a:lnTo>
                    <a:pt x="0" y="463562"/>
                  </a:lnTo>
                  <a:lnTo>
                    <a:pt x="0" y="467360"/>
                  </a:lnTo>
                  <a:lnTo>
                    <a:pt x="29210" y="467360"/>
                  </a:lnTo>
                  <a:lnTo>
                    <a:pt x="29210" y="463562"/>
                  </a:lnTo>
                  <a:close/>
                </a:path>
                <a:path w="29210" h="476250">
                  <a:moveTo>
                    <a:pt x="29210" y="461022"/>
                  </a:moveTo>
                  <a:lnTo>
                    <a:pt x="0" y="461022"/>
                  </a:lnTo>
                  <a:lnTo>
                    <a:pt x="0" y="463550"/>
                  </a:lnTo>
                  <a:lnTo>
                    <a:pt x="29210" y="463550"/>
                  </a:lnTo>
                  <a:lnTo>
                    <a:pt x="29210" y="461022"/>
                  </a:lnTo>
                  <a:close/>
                </a:path>
                <a:path w="29210" h="476250">
                  <a:moveTo>
                    <a:pt x="29210" y="457212"/>
                  </a:moveTo>
                  <a:lnTo>
                    <a:pt x="0" y="457212"/>
                  </a:lnTo>
                  <a:lnTo>
                    <a:pt x="0" y="461010"/>
                  </a:lnTo>
                  <a:lnTo>
                    <a:pt x="29210" y="461010"/>
                  </a:lnTo>
                  <a:lnTo>
                    <a:pt x="29210" y="457212"/>
                  </a:lnTo>
                  <a:close/>
                </a:path>
                <a:path w="29210" h="476250">
                  <a:moveTo>
                    <a:pt x="29210" y="448322"/>
                  </a:moveTo>
                  <a:lnTo>
                    <a:pt x="0" y="448322"/>
                  </a:lnTo>
                  <a:lnTo>
                    <a:pt x="0" y="457200"/>
                  </a:lnTo>
                  <a:lnTo>
                    <a:pt x="29210" y="457200"/>
                  </a:lnTo>
                  <a:lnTo>
                    <a:pt x="29210" y="448322"/>
                  </a:lnTo>
                  <a:close/>
                </a:path>
                <a:path w="29210" h="476250">
                  <a:moveTo>
                    <a:pt x="29210" y="429272"/>
                  </a:moveTo>
                  <a:lnTo>
                    <a:pt x="0" y="429272"/>
                  </a:lnTo>
                  <a:lnTo>
                    <a:pt x="0" y="448310"/>
                  </a:lnTo>
                  <a:lnTo>
                    <a:pt x="29210" y="448310"/>
                  </a:lnTo>
                  <a:lnTo>
                    <a:pt x="29210" y="429272"/>
                  </a:lnTo>
                  <a:close/>
                </a:path>
                <a:path w="29210" h="476250">
                  <a:moveTo>
                    <a:pt x="29210" y="422922"/>
                  </a:moveTo>
                  <a:lnTo>
                    <a:pt x="0" y="422922"/>
                  </a:lnTo>
                  <a:lnTo>
                    <a:pt x="0" y="429260"/>
                  </a:lnTo>
                  <a:lnTo>
                    <a:pt x="29210" y="429260"/>
                  </a:lnTo>
                  <a:lnTo>
                    <a:pt x="29210" y="422922"/>
                  </a:lnTo>
                  <a:close/>
                </a:path>
                <a:path w="29210" h="476250">
                  <a:moveTo>
                    <a:pt x="29210" y="416572"/>
                  </a:moveTo>
                  <a:lnTo>
                    <a:pt x="0" y="416572"/>
                  </a:lnTo>
                  <a:lnTo>
                    <a:pt x="0" y="422910"/>
                  </a:lnTo>
                  <a:lnTo>
                    <a:pt x="29210" y="422910"/>
                  </a:lnTo>
                  <a:lnTo>
                    <a:pt x="29210" y="416572"/>
                  </a:lnTo>
                  <a:close/>
                </a:path>
                <a:path w="29210" h="476250">
                  <a:moveTo>
                    <a:pt x="29210" y="412762"/>
                  </a:moveTo>
                  <a:lnTo>
                    <a:pt x="0" y="412762"/>
                  </a:lnTo>
                  <a:lnTo>
                    <a:pt x="0" y="416560"/>
                  </a:lnTo>
                  <a:lnTo>
                    <a:pt x="29210" y="416560"/>
                  </a:lnTo>
                  <a:lnTo>
                    <a:pt x="29210" y="412762"/>
                  </a:lnTo>
                  <a:close/>
                </a:path>
                <a:path w="29210" h="476250">
                  <a:moveTo>
                    <a:pt x="29210" y="410222"/>
                  </a:moveTo>
                  <a:lnTo>
                    <a:pt x="0" y="410222"/>
                  </a:lnTo>
                  <a:lnTo>
                    <a:pt x="0" y="412750"/>
                  </a:lnTo>
                  <a:lnTo>
                    <a:pt x="29210" y="412750"/>
                  </a:lnTo>
                  <a:lnTo>
                    <a:pt x="29210" y="410222"/>
                  </a:lnTo>
                  <a:close/>
                </a:path>
                <a:path w="29210" h="476250">
                  <a:moveTo>
                    <a:pt x="29210" y="406412"/>
                  </a:moveTo>
                  <a:lnTo>
                    <a:pt x="0" y="406412"/>
                  </a:lnTo>
                  <a:lnTo>
                    <a:pt x="0" y="410210"/>
                  </a:lnTo>
                  <a:lnTo>
                    <a:pt x="29210" y="410210"/>
                  </a:lnTo>
                  <a:lnTo>
                    <a:pt x="29210" y="406412"/>
                  </a:lnTo>
                  <a:close/>
                </a:path>
                <a:path w="29210" h="476250">
                  <a:moveTo>
                    <a:pt x="29210" y="403872"/>
                  </a:moveTo>
                  <a:lnTo>
                    <a:pt x="0" y="403872"/>
                  </a:lnTo>
                  <a:lnTo>
                    <a:pt x="0" y="406400"/>
                  </a:lnTo>
                  <a:lnTo>
                    <a:pt x="29210" y="406400"/>
                  </a:lnTo>
                  <a:lnTo>
                    <a:pt x="29210" y="403872"/>
                  </a:lnTo>
                  <a:close/>
                </a:path>
                <a:path w="29210" h="476250">
                  <a:moveTo>
                    <a:pt x="29210" y="397522"/>
                  </a:moveTo>
                  <a:lnTo>
                    <a:pt x="0" y="397522"/>
                  </a:lnTo>
                  <a:lnTo>
                    <a:pt x="0" y="403860"/>
                  </a:lnTo>
                  <a:lnTo>
                    <a:pt x="29210" y="403860"/>
                  </a:lnTo>
                  <a:lnTo>
                    <a:pt x="29210" y="397522"/>
                  </a:lnTo>
                  <a:close/>
                </a:path>
                <a:path w="29210" h="476250">
                  <a:moveTo>
                    <a:pt x="29210" y="393712"/>
                  </a:moveTo>
                  <a:lnTo>
                    <a:pt x="0" y="393712"/>
                  </a:lnTo>
                  <a:lnTo>
                    <a:pt x="0" y="397510"/>
                  </a:lnTo>
                  <a:lnTo>
                    <a:pt x="29210" y="397510"/>
                  </a:lnTo>
                  <a:lnTo>
                    <a:pt x="29210" y="393712"/>
                  </a:lnTo>
                  <a:close/>
                </a:path>
                <a:path w="29210" h="476250">
                  <a:moveTo>
                    <a:pt x="29210" y="391172"/>
                  </a:moveTo>
                  <a:lnTo>
                    <a:pt x="0" y="391172"/>
                  </a:lnTo>
                  <a:lnTo>
                    <a:pt x="0" y="393700"/>
                  </a:lnTo>
                  <a:lnTo>
                    <a:pt x="29210" y="393700"/>
                  </a:lnTo>
                  <a:lnTo>
                    <a:pt x="29210" y="391172"/>
                  </a:lnTo>
                  <a:close/>
                </a:path>
                <a:path w="29210" h="476250">
                  <a:moveTo>
                    <a:pt x="29210" y="387362"/>
                  </a:moveTo>
                  <a:lnTo>
                    <a:pt x="0" y="387362"/>
                  </a:lnTo>
                  <a:lnTo>
                    <a:pt x="0" y="391160"/>
                  </a:lnTo>
                  <a:lnTo>
                    <a:pt x="29210" y="391160"/>
                  </a:lnTo>
                  <a:lnTo>
                    <a:pt x="29210" y="387362"/>
                  </a:lnTo>
                  <a:close/>
                </a:path>
                <a:path w="29210" h="476250">
                  <a:moveTo>
                    <a:pt x="29210" y="384822"/>
                  </a:moveTo>
                  <a:lnTo>
                    <a:pt x="0" y="384822"/>
                  </a:lnTo>
                  <a:lnTo>
                    <a:pt x="0" y="387350"/>
                  </a:lnTo>
                  <a:lnTo>
                    <a:pt x="29210" y="387350"/>
                  </a:lnTo>
                  <a:lnTo>
                    <a:pt x="29210" y="384822"/>
                  </a:lnTo>
                  <a:close/>
                </a:path>
                <a:path w="29210" h="476250">
                  <a:moveTo>
                    <a:pt x="29210" y="365772"/>
                  </a:moveTo>
                  <a:lnTo>
                    <a:pt x="0" y="365772"/>
                  </a:lnTo>
                  <a:lnTo>
                    <a:pt x="0" y="384810"/>
                  </a:lnTo>
                  <a:lnTo>
                    <a:pt x="29210" y="384810"/>
                  </a:lnTo>
                  <a:lnTo>
                    <a:pt x="29210" y="365772"/>
                  </a:lnTo>
                  <a:close/>
                </a:path>
                <a:path w="29210" h="476250">
                  <a:moveTo>
                    <a:pt x="29210" y="359422"/>
                  </a:moveTo>
                  <a:lnTo>
                    <a:pt x="0" y="359422"/>
                  </a:lnTo>
                  <a:lnTo>
                    <a:pt x="0" y="365760"/>
                  </a:lnTo>
                  <a:lnTo>
                    <a:pt x="29210" y="365760"/>
                  </a:lnTo>
                  <a:lnTo>
                    <a:pt x="29210" y="359422"/>
                  </a:lnTo>
                  <a:close/>
                </a:path>
                <a:path w="29210" h="476250">
                  <a:moveTo>
                    <a:pt x="29210" y="355612"/>
                  </a:moveTo>
                  <a:lnTo>
                    <a:pt x="0" y="355612"/>
                  </a:lnTo>
                  <a:lnTo>
                    <a:pt x="0" y="359410"/>
                  </a:lnTo>
                  <a:lnTo>
                    <a:pt x="29210" y="359410"/>
                  </a:lnTo>
                  <a:lnTo>
                    <a:pt x="29210" y="355612"/>
                  </a:lnTo>
                  <a:close/>
                </a:path>
                <a:path w="29210" h="476250">
                  <a:moveTo>
                    <a:pt x="29210" y="346722"/>
                  </a:moveTo>
                  <a:lnTo>
                    <a:pt x="0" y="346722"/>
                  </a:lnTo>
                  <a:lnTo>
                    <a:pt x="0" y="355600"/>
                  </a:lnTo>
                  <a:lnTo>
                    <a:pt x="29210" y="355600"/>
                  </a:lnTo>
                  <a:lnTo>
                    <a:pt x="29210" y="346722"/>
                  </a:lnTo>
                  <a:close/>
                </a:path>
                <a:path w="29210" h="476250">
                  <a:moveTo>
                    <a:pt x="29210" y="340372"/>
                  </a:moveTo>
                  <a:lnTo>
                    <a:pt x="0" y="340372"/>
                  </a:lnTo>
                  <a:lnTo>
                    <a:pt x="0" y="346710"/>
                  </a:lnTo>
                  <a:lnTo>
                    <a:pt x="29210" y="346710"/>
                  </a:lnTo>
                  <a:lnTo>
                    <a:pt x="29210" y="340372"/>
                  </a:lnTo>
                  <a:close/>
                </a:path>
                <a:path w="29210" h="476250">
                  <a:moveTo>
                    <a:pt x="29210" y="334022"/>
                  </a:moveTo>
                  <a:lnTo>
                    <a:pt x="0" y="334022"/>
                  </a:lnTo>
                  <a:lnTo>
                    <a:pt x="0" y="340360"/>
                  </a:lnTo>
                  <a:lnTo>
                    <a:pt x="29210" y="340360"/>
                  </a:lnTo>
                  <a:lnTo>
                    <a:pt x="29210" y="334022"/>
                  </a:lnTo>
                  <a:close/>
                </a:path>
                <a:path w="29210" h="476250">
                  <a:moveTo>
                    <a:pt x="29210" y="330212"/>
                  </a:moveTo>
                  <a:lnTo>
                    <a:pt x="0" y="330212"/>
                  </a:lnTo>
                  <a:lnTo>
                    <a:pt x="0" y="334010"/>
                  </a:lnTo>
                  <a:lnTo>
                    <a:pt x="29210" y="334010"/>
                  </a:lnTo>
                  <a:lnTo>
                    <a:pt x="29210" y="330212"/>
                  </a:lnTo>
                  <a:close/>
                </a:path>
                <a:path w="29210" h="476250">
                  <a:moveTo>
                    <a:pt x="29210" y="327672"/>
                  </a:moveTo>
                  <a:lnTo>
                    <a:pt x="0" y="327672"/>
                  </a:lnTo>
                  <a:lnTo>
                    <a:pt x="0" y="330200"/>
                  </a:lnTo>
                  <a:lnTo>
                    <a:pt x="29210" y="330200"/>
                  </a:lnTo>
                  <a:lnTo>
                    <a:pt x="29210" y="327672"/>
                  </a:lnTo>
                  <a:close/>
                </a:path>
                <a:path w="29210" h="476250">
                  <a:moveTo>
                    <a:pt x="29210" y="317512"/>
                  </a:moveTo>
                  <a:lnTo>
                    <a:pt x="0" y="317512"/>
                  </a:lnTo>
                  <a:lnTo>
                    <a:pt x="0" y="327660"/>
                  </a:lnTo>
                  <a:lnTo>
                    <a:pt x="29210" y="327660"/>
                  </a:lnTo>
                  <a:lnTo>
                    <a:pt x="29210" y="317512"/>
                  </a:lnTo>
                  <a:close/>
                </a:path>
                <a:path w="29210" h="476250">
                  <a:moveTo>
                    <a:pt x="29210" y="314972"/>
                  </a:moveTo>
                  <a:lnTo>
                    <a:pt x="0" y="314972"/>
                  </a:lnTo>
                  <a:lnTo>
                    <a:pt x="0" y="317500"/>
                  </a:lnTo>
                  <a:lnTo>
                    <a:pt x="29210" y="317500"/>
                  </a:lnTo>
                  <a:lnTo>
                    <a:pt x="29210" y="314972"/>
                  </a:lnTo>
                  <a:close/>
                </a:path>
                <a:path w="29210" h="476250">
                  <a:moveTo>
                    <a:pt x="29210" y="311162"/>
                  </a:moveTo>
                  <a:lnTo>
                    <a:pt x="0" y="311162"/>
                  </a:lnTo>
                  <a:lnTo>
                    <a:pt x="0" y="314960"/>
                  </a:lnTo>
                  <a:lnTo>
                    <a:pt x="29210" y="314960"/>
                  </a:lnTo>
                  <a:lnTo>
                    <a:pt x="29210" y="311162"/>
                  </a:lnTo>
                  <a:close/>
                </a:path>
                <a:path w="29210" h="476250">
                  <a:moveTo>
                    <a:pt x="29210" y="304812"/>
                  </a:moveTo>
                  <a:lnTo>
                    <a:pt x="0" y="304812"/>
                  </a:lnTo>
                  <a:lnTo>
                    <a:pt x="0" y="311150"/>
                  </a:lnTo>
                  <a:lnTo>
                    <a:pt x="29210" y="311150"/>
                  </a:lnTo>
                  <a:lnTo>
                    <a:pt x="29210" y="304812"/>
                  </a:lnTo>
                  <a:close/>
                </a:path>
                <a:path w="29210" h="476250">
                  <a:moveTo>
                    <a:pt x="29210" y="292112"/>
                  </a:moveTo>
                  <a:lnTo>
                    <a:pt x="0" y="292112"/>
                  </a:lnTo>
                  <a:lnTo>
                    <a:pt x="0" y="304800"/>
                  </a:lnTo>
                  <a:lnTo>
                    <a:pt x="29210" y="304800"/>
                  </a:lnTo>
                  <a:lnTo>
                    <a:pt x="29210" y="292112"/>
                  </a:lnTo>
                  <a:close/>
                </a:path>
                <a:path w="29210" h="476250">
                  <a:moveTo>
                    <a:pt x="29210" y="289572"/>
                  </a:moveTo>
                  <a:lnTo>
                    <a:pt x="0" y="289572"/>
                  </a:lnTo>
                  <a:lnTo>
                    <a:pt x="0" y="292100"/>
                  </a:lnTo>
                  <a:lnTo>
                    <a:pt x="29210" y="292100"/>
                  </a:lnTo>
                  <a:lnTo>
                    <a:pt x="29210" y="289572"/>
                  </a:lnTo>
                  <a:close/>
                </a:path>
                <a:path w="29210" h="476250">
                  <a:moveTo>
                    <a:pt x="29210" y="285762"/>
                  </a:moveTo>
                  <a:lnTo>
                    <a:pt x="0" y="285762"/>
                  </a:lnTo>
                  <a:lnTo>
                    <a:pt x="0" y="289560"/>
                  </a:lnTo>
                  <a:lnTo>
                    <a:pt x="29210" y="289560"/>
                  </a:lnTo>
                  <a:lnTo>
                    <a:pt x="29210" y="285762"/>
                  </a:lnTo>
                  <a:close/>
                </a:path>
                <a:path w="29210" h="476250">
                  <a:moveTo>
                    <a:pt x="29210" y="283222"/>
                  </a:moveTo>
                  <a:lnTo>
                    <a:pt x="0" y="283222"/>
                  </a:lnTo>
                  <a:lnTo>
                    <a:pt x="0" y="285750"/>
                  </a:lnTo>
                  <a:lnTo>
                    <a:pt x="29210" y="285750"/>
                  </a:lnTo>
                  <a:lnTo>
                    <a:pt x="29210" y="283222"/>
                  </a:lnTo>
                  <a:close/>
                </a:path>
                <a:path w="29210" h="476250">
                  <a:moveTo>
                    <a:pt x="29210" y="279412"/>
                  </a:moveTo>
                  <a:lnTo>
                    <a:pt x="0" y="279412"/>
                  </a:lnTo>
                  <a:lnTo>
                    <a:pt x="0" y="283210"/>
                  </a:lnTo>
                  <a:lnTo>
                    <a:pt x="29210" y="283210"/>
                  </a:lnTo>
                  <a:lnTo>
                    <a:pt x="29210" y="279412"/>
                  </a:lnTo>
                  <a:close/>
                </a:path>
                <a:path w="29210" h="476250">
                  <a:moveTo>
                    <a:pt x="29210" y="273062"/>
                  </a:moveTo>
                  <a:lnTo>
                    <a:pt x="0" y="273062"/>
                  </a:lnTo>
                  <a:lnTo>
                    <a:pt x="0" y="279400"/>
                  </a:lnTo>
                  <a:lnTo>
                    <a:pt x="29210" y="279400"/>
                  </a:lnTo>
                  <a:lnTo>
                    <a:pt x="29210" y="273062"/>
                  </a:lnTo>
                  <a:close/>
                </a:path>
                <a:path w="29210" h="476250">
                  <a:moveTo>
                    <a:pt x="29210" y="234962"/>
                  </a:moveTo>
                  <a:lnTo>
                    <a:pt x="0" y="234962"/>
                  </a:lnTo>
                  <a:lnTo>
                    <a:pt x="0" y="273050"/>
                  </a:lnTo>
                  <a:lnTo>
                    <a:pt x="29210" y="273050"/>
                  </a:lnTo>
                  <a:lnTo>
                    <a:pt x="29210" y="234962"/>
                  </a:lnTo>
                  <a:close/>
                </a:path>
                <a:path w="29210" h="476250">
                  <a:moveTo>
                    <a:pt x="2921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9210" y="234950"/>
                  </a:lnTo>
                  <a:lnTo>
                    <a:pt x="29210" y="232422"/>
                  </a:lnTo>
                  <a:close/>
                </a:path>
                <a:path w="29210" h="476250">
                  <a:moveTo>
                    <a:pt x="2921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29210" y="232410"/>
                  </a:lnTo>
                  <a:lnTo>
                    <a:pt x="29210" y="226072"/>
                  </a:lnTo>
                  <a:close/>
                </a:path>
                <a:path w="29210" h="476250">
                  <a:moveTo>
                    <a:pt x="2921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29210" y="226060"/>
                  </a:lnTo>
                  <a:lnTo>
                    <a:pt x="29210" y="222262"/>
                  </a:lnTo>
                  <a:close/>
                </a:path>
                <a:path w="29210" h="476250">
                  <a:moveTo>
                    <a:pt x="2921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29210" y="222250"/>
                  </a:lnTo>
                  <a:lnTo>
                    <a:pt x="29210" y="219722"/>
                  </a:lnTo>
                  <a:close/>
                </a:path>
                <a:path w="29210" h="476250">
                  <a:moveTo>
                    <a:pt x="29210" y="213372"/>
                  </a:moveTo>
                  <a:lnTo>
                    <a:pt x="0" y="213372"/>
                  </a:lnTo>
                  <a:lnTo>
                    <a:pt x="0" y="219710"/>
                  </a:lnTo>
                  <a:lnTo>
                    <a:pt x="29210" y="219710"/>
                  </a:lnTo>
                  <a:lnTo>
                    <a:pt x="29210" y="213372"/>
                  </a:lnTo>
                  <a:close/>
                </a:path>
                <a:path w="29210" h="476250">
                  <a:moveTo>
                    <a:pt x="29210" y="207022"/>
                  </a:moveTo>
                  <a:lnTo>
                    <a:pt x="0" y="207022"/>
                  </a:lnTo>
                  <a:lnTo>
                    <a:pt x="0" y="213360"/>
                  </a:lnTo>
                  <a:lnTo>
                    <a:pt x="29210" y="213360"/>
                  </a:lnTo>
                  <a:lnTo>
                    <a:pt x="29210" y="207022"/>
                  </a:lnTo>
                  <a:close/>
                </a:path>
                <a:path w="29210" h="476250">
                  <a:moveTo>
                    <a:pt x="29210" y="195592"/>
                  </a:moveTo>
                  <a:lnTo>
                    <a:pt x="0" y="195592"/>
                  </a:lnTo>
                  <a:lnTo>
                    <a:pt x="0" y="207010"/>
                  </a:lnTo>
                  <a:lnTo>
                    <a:pt x="29210" y="207010"/>
                  </a:lnTo>
                  <a:lnTo>
                    <a:pt x="29210" y="195592"/>
                  </a:lnTo>
                  <a:close/>
                </a:path>
                <a:path w="29210" h="476250">
                  <a:moveTo>
                    <a:pt x="2921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9210" y="195580"/>
                  </a:lnTo>
                  <a:lnTo>
                    <a:pt x="29210" y="189242"/>
                  </a:lnTo>
                  <a:close/>
                </a:path>
                <a:path w="29210" h="476250">
                  <a:moveTo>
                    <a:pt x="29210" y="182892"/>
                  </a:moveTo>
                  <a:lnTo>
                    <a:pt x="0" y="182892"/>
                  </a:lnTo>
                  <a:lnTo>
                    <a:pt x="0" y="189230"/>
                  </a:lnTo>
                  <a:lnTo>
                    <a:pt x="29210" y="189230"/>
                  </a:lnTo>
                  <a:lnTo>
                    <a:pt x="29210" y="182892"/>
                  </a:lnTo>
                  <a:close/>
                </a:path>
                <a:path w="29210" h="476250">
                  <a:moveTo>
                    <a:pt x="29210" y="176542"/>
                  </a:moveTo>
                  <a:lnTo>
                    <a:pt x="0" y="176542"/>
                  </a:lnTo>
                  <a:lnTo>
                    <a:pt x="0" y="182880"/>
                  </a:lnTo>
                  <a:lnTo>
                    <a:pt x="29210" y="182880"/>
                  </a:lnTo>
                  <a:lnTo>
                    <a:pt x="29210" y="176542"/>
                  </a:lnTo>
                  <a:close/>
                </a:path>
                <a:path w="29210" h="476250">
                  <a:moveTo>
                    <a:pt x="29210" y="170192"/>
                  </a:moveTo>
                  <a:lnTo>
                    <a:pt x="0" y="170192"/>
                  </a:lnTo>
                  <a:lnTo>
                    <a:pt x="0" y="176530"/>
                  </a:lnTo>
                  <a:lnTo>
                    <a:pt x="29210" y="176530"/>
                  </a:lnTo>
                  <a:lnTo>
                    <a:pt x="29210" y="170192"/>
                  </a:lnTo>
                  <a:close/>
                </a:path>
                <a:path w="29210" h="476250">
                  <a:moveTo>
                    <a:pt x="29210" y="163842"/>
                  </a:moveTo>
                  <a:lnTo>
                    <a:pt x="0" y="163842"/>
                  </a:lnTo>
                  <a:lnTo>
                    <a:pt x="0" y="170180"/>
                  </a:lnTo>
                  <a:lnTo>
                    <a:pt x="29210" y="170180"/>
                  </a:lnTo>
                  <a:lnTo>
                    <a:pt x="29210" y="163842"/>
                  </a:lnTo>
                  <a:close/>
                </a:path>
                <a:path w="29210" h="476250">
                  <a:moveTo>
                    <a:pt x="29210" y="157492"/>
                  </a:moveTo>
                  <a:lnTo>
                    <a:pt x="0" y="157492"/>
                  </a:lnTo>
                  <a:lnTo>
                    <a:pt x="0" y="163830"/>
                  </a:lnTo>
                  <a:lnTo>
                    <a:pt x="29210" y="163830"/>
                  </a:lnTo>
                  <a:lnTo>
                    <a:pt x="29210" y="157492"/>
                  </a:lnTo>
                  <a:close/>
                </a:path>
                <a:path w="29210" h="476250">
                  <a:moveTo>
                    <a:pt x="2921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9210" y="157480"/>
                  </a:lnTo>
                  <a:lnTo>
                    <a:pt x="29210" y="151142"/>
                  </a:lnTo>
                  <a:close/>
                </a:path>
                <a:path w="29210" h="476250">
                  <a:moveTo>
                    <a:pt x="29210" y="138442"/>
                  </a:moveTo>
                  <a:lnTo>
                    <a:pt x="0" y="138442"/>
                  </a:lnTo>
                  <a:lnTo>
                    <a:pt x="0" y="151130"/>
                  </a:lnTo>
                  <a:lnTo>
                    <a:pt x="29210" y="151130"/>
                  </a:lnTo>
                  <a:lnTo>
                    <a:pt x="29210" y="138442"/>
                  </a:lnTo>
                  <a:close/>
                </a:path>
                <a:path w="29210" h="476250">
                  <a:moveTo>
                    <a:pt x="29210" y="132092"/>
                  </a:moveTo>
                  <a:lnTo>
                    <a:pt x="0" y="132092"/>
                  </a:lnTo>
                  <a:lnTo>
                    <a:pt x="0" y="138430"/>
                  </a:lnTo>
                  <a:lnTo>
                    <a:pt x="29210" y="138430"/>
                  </a:lnTo>
                  <a:lnTo>
                    <a:pt x="29210" y="132092"/>
                  </a:lnTo>
                  <a:close/>
                </a:path>
                <a:path w="29210" h="476250">
                  <a:moveTo>
                    <a:pt x="29210" y="125742"/>
                  </a:moveTo>
                  <a:lnTo>
                    <a:pt x="0" y="125742"/>
                  </a:lnTo>
                  <a:lnTo>
                    <a:pt x="0" y="132080"/>
                  </a:lnTo>
                  <a:lnTo>
                    <a:pt x="29210" y="132080"/>
                  </a:lnTo>
                  <a:lnTo>
                    <a:pt x="29210" y="125742"/>
                  </a:lnTo>
                  <a:close/>
                </a:path>
                <a:path w="29210" h="476250">
                  <a:moveTo>
                    <a:pt x="29210" y="119392"/>
                  </a:moveTo>
                  <a:lnTo>
                    <a:pt x="0" y="119392"/>
                  </a:lnTo>
                  <a:lnTo>
                    <a:pt x="0" y="125730"/>
                  </a:lnTo>
                  <a:lnTo>
                    <a:pt x="29210" y="125730"/>
                  </a:lnTo>
                  <a:lnTo>
                    <a:pt x="29210" y="119392"/>
                  </a:lnTo>
                  <a:close/>
                </a:path>
                <a:path w="29210" h="476250">
                  <a:moveTo>
                    <a:pt x="29210" y="113042"/>
                  </a:moveTo>
                  <a:lnTo>
                    <a:pt x="0" y="113042"/>
                  </a:lnTo>
                  <a:lnTo>
                    <a:pt x="0" y="119380"/>
                  </a:lnTo>
                  <a:lnTo>
                    <a:pt x="29210" y="119380"/>
                  </a:lnTo>
                  <a:lnTo>
                    <a:pt x="29210" y="113042"/>
                  </a:lnTo>
                  <a:close/>
                </a:path>
                <a:path w="29210" h="476250">
                  <a:moveTo>
                    <a:pt x="29210" y="106692"/>
                  </a:moveTo>
                  <a:lnTo>
                    <a:pt x="0" y="106692"/>
                  </a:lnTo>
                  <a:lnTo>
                    <a:pt x="0" y="113030"/>
                  </a:lnTo>
                  <a:lnTo>
                    <a:pt x="29210" y="113030"/>
                  </a:lnTo>
                  <a:lnTo>
                    <a:pt x="29210" y="106692"/>
                  </a:lnTo>
                  <a:close/>
                </a:path>
                <a:path w="29210" h="476250">
                  <a:moveTo>
                    <a:pt x="29210" y="100342"/>
                  </a:moveTo>
                  <a:lnTo>
                    <a:pt x="0" y="100342"/>
                  </a:lnTo>
                  <a:lnTo>
                    <a:pt x="0" y="106680"/>
                  </a:lnTo>
                  <a:lnTo>
                    <a:pt x="29210" y="106680"/>
                  </a:lnTo>
                  <a:lnTo>
                    <a:pt x="29210" y="100342"/>
                  </a:lnTo>
                  <a:close/>
                </a:path>
                <a:path w="29210" h="476250">
                  <a:moveTo>
                    <a:pt x="2921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9210" y="100330"/>
                  </a:lnTo>
                  <a:lnTo>
                    <a:pt x="29210" y="93992"/>
                  </a:lnTo>
                  <a:close/>
                </a:path>
                <a:path w="29210" h="476250">
                  <a:moveTo>
                    <a:pt x="2921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9210" y="93980"/>
                  </a:lnTo>
                  <a:lnTo>
                    <a:pt x="29210" y="87642"/>
                  </a:lnTo>
                  <a:close/>
                </a:path>
                <a:path w="29210" h="476250">
                  <a:moveTo>
                    <a:pt x="29210" y="81292"/>
                  </a:moveTo>
                  <a:lnTo>
                    <a:pt x="0" y="81292"/>
                  </a:lnTo>
                  <a:lnTo>
                    <a:pt x="0" y="87630"/>
                  </a:lnTo>
                  <a:lnTo>
                    <a:pt x="29210" y="87630"/>
                  </a:lnTo>
                  <a:lnTo>
                    <a:pt x="29210" y="81292"/>
                  </a:lnTo>
                  <a:close/>
                </a:path>
                <a:path w="29210" h="476250">
                  <a:moveTo>
                    <a:pt x="29210" y="68592"/>
                  </a:moveTo>
                  <a:lnTo>
                    <a:pt x="0" y="68592"/>
                  </a:lnTo>
                  <a:lnTo>
                    <a:pt x="0" y="81280"/>
                  </a:lnTo>
                  <a:lnTo>
                    <a:pt x="29210" y="81280"/>
                  </a:lnTo>
                  <a:lnTo>
                    <a:pt x="29210" y="68592"/>
                  </a:lnTo>
                  <a:close/>
                </a:path>
                <a:path w="29210" h="476250">
                  <a:moveTo>
                    <a:pt x="29210" y="62242"/>
                  </a:moveTo>
                  <a:lnTo>
                    <a:pt x="0" y="62242"/>
                  </a:lnTo>
                  <a:lnTo>
                    <a:pt x="0" y="68580"/>
                  </a:lnTo>
                  <a:lnTo>
                    <a:pt x="29210" y="68580"/>
                  </a:lnTo>
                  <a:lnTo>
                    <a:pt x="29210" y="62242"/>
                  </a:lnTo>
                  <a:close/>
                </a:path>
                <a:path w="29210" h="476250">
                  <a:moveTo>
                    <a:pt x="29210" y="55892"/>
                  </a:moveTo>
                  <a:lnTo>
                    <a:pt x="0" y="55892"/>
                  </a:lnTo>
                  <a:lnTo>
                    <a:pt x="0" y="62230"/>
                  </a:lnTo>
                  <a:lnTo>
                    <a:pt x="29210" y="62230"/>
                  </a:lnTo>
                  <a:lnTo>
                    <a:pt x="29210" y="55892"/>
                  </a:lnTo>
                  <a:close/>
                </a:path>
                <a:path w="29210" h="476250">
                  <a:moveTo>
                    <a:pt x="29210" y="49542"/>
                  </a:moveTo>
                  <a:lnTo>
                    <a:pt x="0" y="49542"/>
                  </a:lnTo>
                  <a:lnTo>
                    <a:pt x="0" y="55880"/>
                  </a:lnTo>
                  <a:lnTo>
                    <a:pt x="29210" y="55880"/>
                  </a:lnTo>
                  <a:lnTo>
                    <a:pt x="29210" y="49542"/>
                  </a:lnTo>
                  <a:close/>
                </a:path>
                <a:path w="29210" h="476250">
                  <a:moveTo>
                    <a:pt x="2921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9210" y="49530"/>
                  </a:lnTo>
                  <a:lnTo>
                    <a:pt x="29210" y="43192"/>
                  </a:lnTo>
                  <a:close/>
                </a:path>
                <a:path w="29210" h="476250">
                  <a:moveTo>
                    <a:pt x="2921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9210" y="43180"/>
                  </a:lnTo>
                  <a:lnTo>
                    <a:pt x="29210" y="36842"/>
                  </a:lnTo>
                  <a:close/>
                </a:path>
                <a:path w="29210" h="476250">
                  <a:moveTo>
                    <a:pt x="2921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9210" y="36830"/>
                  </a:lnTo>
                  <a:lnTo>
                    <a:pt x="29210" y="30492"/>
                  </a:lnTo>
                  <a:close/>
                </a:path>
                <a:path w="29210" h="476250">
                  <a:moveTo>
                    <a:pt x="29210" y="24142"/>
                  </a:moveTo>
                  <a:lnTo>
                    <a:pt x="0" y="24142"/>
                  </a:lnTo>
                  <a:lnTo>
                    <a:pt x="0" y="30480"/>
                  </a:lnTo>
                  <a:lnTo>
                    <a:pt x="29210" y="30480"/>
                  </a:lnTo>
                  <a:lnTo>
                    <a:pt x="29210" y="24142"/>
                  </a:lnTo>
                  <a:close/>
                </a:path>
                <a:path w="29210" h="476250">
                  <a:moveTo>
                    <a:pt x="2921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9210" y="24130"/>
                  </a:lnTo>
                  <a:lnTo>
                    <a:pt x="29210" y="17792"/>
                  </a:lnTo>
                  <a:close/>
                </a:path>
                <a:path w="29210" h="476250">
                  <a:moveTo>
                    <a:pt x="29210" y="5092"/>
                  </a:moveTo>
                  <a:lnTo>
                    <a:pt x="0" y="5092"/>
                  </a:lnTo>
                  <a:lnTo>
                    <a:pt x="0" y="17780"/>
                  </a:lnTo>
                  <a:lnTo>
                    <a:pt x="29210" y="17780"/>
                  </a:lnTo>
                  <a:lnTo>
                    <a:pt x="29210" y="5092"/>
                  </a:lnTo>
                  <a:close/>
                </a:path>
                <a:path w="29210" h="476250">
                  <a:moveTo>
                    <a:pt x="2921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9210" y="5080"/>
                  </a:lnTo>
                  <a:lnTo>
                    <a:pt x="29210" y="0"/>
                  </a:lnTo>
                  <a:close/>
                </a:path>
              </a:pathLst>
            </a:custGeom>
            <a:solidFill>
              <a:srgbClr val="28527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1" name="object 3791"/>
            <p:cNvSpPr/>
            <p:nvPr/>
          </p:nvSpPr>
          <p:spPr>
            <a:xfrm>
              <a:off x="5029200" y="5500382"/>
              <a:ext cx="29209" cy="181610"/>
            </a:xfrm>
            <a:custGeom>
              <a:avLst/>
              <a:gdLst/>
              <a:ahLst/>
              <a:cxnLst/>
              <a:rect l="l" t="t" r="r" b="b"/>
              <a:pathLst>
                <a:path w="29210" h="181610">
                  <a:moveTo>
                    <a:pt x="29210" y="180340"/>
                  </a:moveTo>
                  <a:lnTo>
                    <a:pt x="0" y="180340"/>
                  </a:lnTo>
                  <a:lnTo>
                    <a:pt x="0" y="181597"/>
                  </a:lnTo>
                  <a:lnTo>
                    <a:pt x="29210" y="181597"/>
                  </a:lnTo>
                  <a:lnTo>
                    <a:pt x="29210" y="180340"/>
                  </a:lnTo>
                  <a:close/>
                </a:path>
                <a:path w="29210" h="181610">
                  <a:moveTo>
                    <a:pt x="29210" y="173990"/>
                  </a:moveTo>
                  <a:lnTo>
                    <a:pt x="0" y="173990"/>
                  </a:lnTo>
                  <a:lnTo>
                    <a:pt x="0" y="180327"/>
                  </a:lnTo>
                  <a:lnTo>
                    <a:pt x="29210" y="180327"/>
                  </a:lnTo>
                  <a:lnTo>
                    <a:pt x="29210" y="173990"/>
                  </a:lnTo>
                  <a:close/>
                </a:path>
                <a:path w="29210" h="181610">
                  <a:moveTo>
                    <a:pt x="29210" y="171450"/>
                  </a:moveTo>
                  <a:lnTo>
                    <a:pt x="0" y="171450"/>
                  </a:lnTo>
                  <a:lnTo>
                    <a:pt x="0" y="173977"/>
                  </a:lnTo>
                  <a:lnTo>
                    <a:pt x="29210" y="173977"/>
                  </a:lnTo>
                  <a:lnTo>
                    <a:pt x="29210" y="171450"/>
                  </a:lnTo>
                  <a:close/>
                </a:path>
                <a:path w="29210" h="181610">
                  <a:moveTo>
                    <a:pt x="29210" y="167640"/>
                  </a:moveTo>
                  <a:lnTo>
                    <a:pt x="0" y="167640"/>
                  </a:lnTo>
                  <a:lnTo>
                    <a:pt x="0" y="171437"/>
                  </a:lnTo>
                  <a:lnTo>
                    <a:pt x="29210" y="171437"/>
                  </a:lnTo>
                  <a:lnTo>
                    <a:pt x="29210" y="167640"/>
                  </a:lnTo>
                  <a:close/>
                </a:path>
                <a:path w="29210" h="181610">
                  <a:moveTo>
                    <a:pt x="29210" y="165100"/>
                  </a:moveTo>
                  <a:lnTo>
                    <a:pt x="0" y="165100"/>
                  </a:lnTo>
                  <a:lnTo>
                    <a:pt x="0" y="167627"/>
                  </a:lnTo>
                  <a:lnTo>
                    <a:pt x="29210" y="167627"/>
                  </a:lnTo>
                  <a:lnTo>
                    <a:pt x="29210" y="165100"/>
                  </a:lnTo>
                  <a:close/>
                </a:path>
                <a:path w="29210" h="181610">
                  <a:moveTo>
                    <a:pt x="29210" y="161290"/>
                  </a:moveTo>
                  <a:lnTo>
                    <a:pt x="0" y="161290"/>
                  </a:lnTo>
                  <a:lnTo>
                    <a:pt x="0" y="165087"/>
                  </a:lnTo>
                  <a:lnTo>
                    <a:pt x="29210" y="165087"/>
                  </a:lnTo>
                  <a:lnTo>
                    <a:pt x="29210" y="161290"/>
                  </a:lnTo>
                  <a:close/>
                </a:path>
                <a:path w="29210" h="181610">
                  <a:moveTo>
                    <a:pt x="29210" y="154940"/>
                  </a:moveTo>
                  <a:lnTo>
                    <a:pt x="0" y="154940"/>
                  </a:lnTo>
                  <a:lnTo>
                    <a:pt x="0" y="161277"/>
                  </a:lnTo>
                  <a:lnTo>
                    <a:pt x="29210" y="161277"/>
                  </a:lnTo>
                  <a:lnTo>
                    <a:pt x="29210" y="154940"/>
                  </a:lnTo>
                  <a:close/>
                </a:path>
                <a:path w="29210" h="181610">
                  <a:moveTo>
                    <a:pt x="29210" y="152400"/>
                  </a:moveTo>
                  <a:lnTo>
                    <a:pt x="0" y="152400"/>
                  </a:lnTo>
                  <a:lnTo>
                    <a:pt x="0" y="154927"/>
                  </a:lnTo>
                  <a:lnTo>
                    <a:pt x="29210" y="154927"/>
                  </a:lnTo>
                  <a:lnTo>
                    <a:pt x="29210" y="152400"/>
                  </a:lnTo>
                  <a:close/>
                </a:path>
                <a:path w="29210" h="181610">
                  <a:moveTo>
                    <a:pt x="29210" y="148590"/>
                  </a:moveTo>
                  <a:lnTo>
                    <a:pt x="0" y="148590"/>
                  </a:lnTo>
                  <a:lnTo>
                    <a:pt x="0" y="152387"/>
                  </a:lnTo>
                  <a:lnTo>
                    <a:pt x="29210" y="152387"/>
                  </a:lnTo>
                  <a:lnTo>
                    <a:pt x="29210" y="148590"/>
                  </a:lnTo>
                  <a:close/>
                </a:path>
                <a:path w="29210" h="181610">
                  <a:moveTo>
                    <a:pt x="29210" y="146050"/>
                  </a:moveTo>
                  <a:lnTo>
                    <a:pt x="0" y="146050"/>
                  </a:lnTo>
                  <a:lnTo>
                    <a:pt x="0" y="148577"/>
                  </a:lnTo>
                  <a:lnTo>
                    <a:pt x="29210" y="148577"/>
                  </a:lnTo>
                  <a:lnTo>
                    <a:pt x="29210" y="146050"/>
                  </a:lnTo>
                  <a:close/>
                </a:path>
                <a:path w="29210" h="181610">
                  <a:moveTo>
                    <a:pt x="29210" y="142240"/>
                  </a:moveTo>
                  <a:lnTo>
                    <a:pt x="0" y="142240"/>
                  </a:lnTo>
                  <a:lnTo>
                    <a:pt x="0" y="146037"/>
                  </a:lnTo>
                  <a:lnTo>
                    <a:pt x="29210" y="146037"/>
                  </a:lnTo>
                  <a:lnTo>
                    <a:pt x="29210" y="142240"/>
                  </a:lnTo>
                  <a:close/>
                </a:path>
                <a:path w="29210" h="181610">
                  <a:moveTo>
                    <a:pt x="29210" y="135890"/>
                  </a:moveTo>
                  <a:lnTo>
                    <a:pt x="0" y="135890"/>
                  </a:lnTo>
                  <a:lnTo>
                    <a:pt x="0" y="142227"/>
                  </a:lnTo>
                  <a:lnTo>
                    <a:pt x="29210" y="142227"/>
                  </a:lnTo>
                  <a:lnTo>
                    <a:pt x="29210" y="135890"/>
                  </a:lnTo>
                  <a:close/>
                </a:path>
                <a:path w="29210" h="181610">
                  <a:moveTo>
                    <a:pt x="29210" y="133350"/>
                  </a:moveTo>
                  <a:lnTo>
                    <a:pt x="0" y="133350"/>
                  </a:lnTo>
                  <a:lnTo>
                    <a:pt x="0" y="135877"/>
                  </a:lnTo>
                  <a:lnTo>
                    <a:pt x="29210" y="135877"/>
                  </a:lnTo>
                  <a:lnTo>
                    <a:pt x="29210" y="133350"/>
                  </a:lnTo>
                  <a:close/>
                </a:path>
                <a:path w="29210" h="181610">
                  <a:moveTo>
                    <a:pt x="29210" y="129540"/>
                  </a:moveTo>
                  <a:lnTo>
                    <a:pt x="0" y="129540"/>
                  </a:lnTo>
                  <a:lnTo>
                    <a:pt x="0" y="133337"/>
                  </a:lnTo>
                  <a:lnTo>
                    <a:pt x="29210" y="133337"/>
                  </a:lnTo>
                  <a:lnTo>
                    <a:pt x="29210" y="129540"/>
                  </a:lnTo>
                  <a:close/>
                </a:path>
                <a:path w="29210" h="181610">
                  <a:moveTo>
                    <a:pt x="29210" y="127000"/>
                  </a:moveTo>
                  <a:lnTo>
                    <a:pt x="0" y="127000"/>
                  </a:lnTo>
                  <a:lnTo>
                    <a:pt x="0" y="129527"/>
                  </a:lnTo>
                  <a:lnTo>
                    <a:pt x="29210" y="129527"/>
                  </a:lnTo>
                  <a:lnTo>
                    <a:pt x="29210" y="127000"/>
                  </a:lnTo>
                  <a:close/>
                </a:path>
                <a:path w="29210" h="181610">
                  <a:moveTo>
                    <a:pt x="29210" y="120650"/>
                  </a:moveTo>
                  <a:lnTo>
                    <a:pt x="0" y="120650"/>
                  </a:lnTo>
                  <a:lnTo>
                    <a:pt x="0" y="126987"/>
                  </a:lnTo>
                  <a:lnTo>
                    <a:pt x="29210" y="126987"/>
                  </a:lnTo>
                  <a:lnTo>
                    <a:pt x="29210" y="120650"/>
                  </a:lnTo>
                  <a:close/>
                </a:path>
                <a:path w="29210" h="181610">
                  <a:moveTo>
                    <a:pt x="2921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29210" y="120637"/>
                  </a:lnTo>
                  <a:lnTo>
                    <a:pt x="29210" y="114300"/>
                  </a:lnTo>
                  <a:close/>
                </a:path>
                <a:path w="29210" h="181610">
                  <a:moveTo>
                    <a:pt x="29210" y="110490"/>
                  </a:moveTo>
                  <a:lnTo>
                    <a:pt x="0" y="110490"/>
                  </a:lnTo>
                  <a:lnTo>
                    <a:pt x="0" y="114287"/>
                  </a:lnTo>
                  <a:lnTo>
                    <a:pt x="29210" y="114287"/>
                  </a:lnTo>
                  <a:lnTo>
                    <a:pt x="29210" y="110490"/>
                  </a:lnTo>
                  <a:close/>
                </a:path>
                <a:path w="29210" h="181610">
                  <a:moveTo>
                    <a:pt x="29210" y="107950"/>
                  </a:moveTo>
                  <a:lnTo>
                    <a:pt x="0" y="107950"/>
                  </a:lnTo>
                  <a:lnTo>
                    <a:pt x="0" y="110477"/>
                  </a:lnTo>
                  <a:lnTo>
                    <a:pt x="29210" y="110477"/>
                  </a:lnTo>
                  <a:lnTo>
                    <a:pt x="29210" y="107950"/>
                  </a:lnTo>
                  <a:close/>
                </a:path>
                <a:path w="29210" h="181610">
                  <a:moveTo>
                    <a:pt x="29210" y="104140"/>
                  </a:moveTo>
                  <a:lnTo>
                    <a:pt x="0" y="104140"/>
                  </a:lnTo>
                  <a:lnTo>
                    <a:pt x="0" y="107937"/>
                  </a:lnTo>
                  <a:lnTo>
                    <a:pt x="29210" y="107937"/>
                  </a:lnTo>
                  <a:lnTo>
                    <a:pt x="29210" y="104140"/>
                  </a:lnTo>
                  <a:close/>
                </a:path>
                <a:path w="29210" h="181610">
                  <a:moveTo>
                    <a:pt x="29210" y="101600"/>
                  </a:moveTo>
                  <a:lnTo>
                    <a:pt x="0" y="101600"/>
                  </a:lnTo>
                  <a:lnTo>
                    <a:pt x="0" y="104127"/>
                  </a:lnTo>
                  <a:lnTo>
                    <a:pt x="29210" y="104127"/>
                  </a:lnTo>
                  <a:lnTo>
                    <a:pt x="29210" y="101600"/>
                  </a:lnTo>
                  <a:close/>
                </a:path>
                <a:path w="29210" h="181610">
                  <a:moveTo>
                    <a:pt x="29210" y="97790"/>
                  </a:moveTo>
                  <a:lnTo>
                    <a:pt x="0" y="97790"/>
                  </a:lnTo>
                  <a:lnTo>
                    <a:pt x="0" y="101587"/>
                  </a:lnTo>
                  <a:lnTo>
                    <a:pt x="29210" y="101587"/>
                  </a:lnTo>
                  <a:lnTo>
                    <a:pt x="29210" y="97790"/>
                  </a:lnTo>
                  <a:close/>
                </a:path>
                <a:path w="29210" h="181610">
                  <a:moveTo>
                    <a:pt x="29210" y="95250"/>
                  </a:moveTo>
                  <a:lnTo>
                    <a:pt x="0" y="95250"/>
                  </a:lnTo>
                  <a:lnTo>
                    <a:pt x="0" y="97777"/>
                  </a:lnTo>
                  <a:lnTo>
                    <a:pt x="29210" y="97777"/>
                  </a:lnTo>
                  <a:lnTo>
                    <a:pt x="29210" y="95250"/>
                  </a:lnTo>
                  <a:close/>
                </a:path>
                <a:path w="29210" h="181610">
                  <a:moveTo>
                    <a:pt x="29210" y="91440"/>
                  </a:moveTo>
                  <a:lnTo>
                    <a:pt x="0" y="91440"/>
                  </a:lnTo>
                  <a:lnTo>
                    <a:pt x="0" y="95237"/>
                  </a:lnTo>
                  <a:lnTo>
                    <a:pt x="29210" y="95237"/>
                  </a:lnTo>
                  <a:lnTo>
                    <a:pt x="29210" y="91440"/>
                  </a:lnTo>
                  <a:close/>
                </a:path>
                <a:path w="29210" h="181610">
                  <a:moveTo>
                    <a:pt x="29210" y="82550"/>
                  </a:moveTo>
                  <a:lnTo>
                    <a:pt x="0" y="82550"/>
                  </a:lnTo>
                  <a:lnTo>
                    <a:pt x="0" y="91427"/>
                  </a:lnTo>
                  <a:lnTo>
                    <a:pt x="29210" y="91427"/>
                  </a:lnTo>
                  <a:lnTo>
                    <a:pt x="29210" y="82550"/>
                  </a:lnTo>
                  <a:close/>
                </a:path>
                <a:path w="29210" h="181610">
                  <a:moveTo>
                    <a:pt x="29210" y="72390"/>
                  </a:moveTo>
                  <a:lnTo>
                    <a:pt x="0" y="72390"/>
                  </a:lnTo>
                  <a:lnTo>
                    <a:pt x="0" y="82537"/>
                  </a:lnTo>
                  <a:lnTo>
                    <a:pt x="29210" y="82537"/>
                  </a:lnTo>
                  <a:lnTo>
                    <a:pt x="29210" y="72390"/>
                  </a:lnTo>
                  <a:close/>
                </a:path>
                <a:path w="29210" h="181610">
                  <a:moveTo>
                    <a:pt x="29210" y="63500"/>
                  </a:moveTo>
                  <a:lnTo>
                    <a:pt x="0" y="63500"/>
                  </a:lnTo>
                  <a:lnTo>
                    <a:pt x="0" y="72377"/>
                  </a:lnTo>
                  <a:lnTo>
                    <a:pt x="29210" y="72377"/>
                  </a:lnTo>
                  <a:lnTo>
                    <a:pt x="29210" y="63500"/>
                  </a:lnTo>
                  <a:close/>
                </a:path>
                <a:path w="29210" h="181610">
                  <a:moveTo>
                    <a:pt x="29210" y="53340"/>
                  </a:moveTo>
                  <a:lnTo>
                    <a:pt x="0" y="53340"/>
                  </a:lnTo>
                  <a:lnTo>
                    <a:pt x="0" y="63487"/>
                  </a:lnTo>
                  <a:lnTo>
                    <a:pt x="29210" y="63487"/>
                  </a:lnTo>
                  <a:lnTo>
                    <a:pt x="29210" y="53340"/>
                  </a:lnTo>
                  <a:close/>
                </a:path>
                <a:path w="29210" h="181610">
                  <a:moveTo>
                    <a:pt x="29210" y="50800"/>
                  </a:moveTo>
                  <a:lnTo>
                    <a:pt x="0" y="50800"/>
                  </a:lnTo>
                  <a:lnTo>
                    <a:pt x="0" y="53327"/>
                  </a:lnTo>
                  <a:lnTo>
                    <a:pt x="29210" y="53327"/>
                  </a:lnTo>
                  <a:lnTo>
                    <a:pt x="29210" y="50800"/>
                  </a:lnTo>
                  <a:close/>
                </a:path>
                <a:path w="29210" h="181610">
                  <a:moveTo>
                    <a:pt x="29210" y="46990"/>
                  </a:moveTo>
                  <a:lnTo>
                    <a:pt x="0" y="46990"/>
                  </a:lnTo>
                  <a:lnTo>
                    <a:pt x="0" y="50787"/>
                  </a:lnTo>
                  <a:lnTo>
                    <a:pt x="29210" y="50787"/>
                  </a:lnTo>
                  <a:lnTo>
                    <a:pt x="29210" y="46990"/>
                  </a:lnTo>
                  <a:close/>
                </a:path>
                <a:path w="29210" h="181610">
                  <a:moveTo>
                    <a:pt x="29210" y="40640"/>
                  </a:moveTo>
                  <a:lnTo>
                    <a:pt x="0" y="40640"/>
                  </a:lnTo>
                  <a:lnTo>
                    <a:pt x="0" y="46977"/>
                  </a:lnTo>
                  <a:lnTo>
                    <a:pt x="29210" y="46977"/>
                  </a:lnTo>
                  <a:lnTo>
                    <a:pt x="29210" y="40640"/>
                  </a:lnTo>
                  <a:close/>
                </a:path>
                <a:path w="29210" h="181610">
                  <a:moveTo>
                    <a:pt x="29210" y="34290"/>
                  </a:moveTo>
                  <a:lnTo>
                    <a:pt x="0" y="34290"/>
                  </a:lnTo>
                  <a:lnTo>
                    <a:pt x="0" y="40627"/>
                  </a:lnTo>
                  <a:lnTo>
                    <a:pt x="29210" y="40627"/>
                  </a:lnTo>
                  <a:lnTo>
                    <a:pt x="29210" y="34290"/>
                  </a:lnTo>
                  <a:close/>
                </a:path>
                <a:path w="29210" h="181610">
                  <a:moveTo>
                    <a:pt x="29210" y="27940"/>
                  </a:moveTo>
                  <a:lnTo>
                    <a:pt x="0" y="27940"/>
                  </a:lnTo>
                  <a:lnTo>
                    <a:pt x="0" y="34277"/>
                  </a:lnTo>
                  <a:lnTo>
                    <a:pt x="29210" y="34277"/>
                  </a:lnTo>
                  <a:lnTo>
                    <a:pt x="29210" y="27940"/>
                  </a:lnTo>
                  <a:close/>
                </a:path>
                <a:path w="29210" h="181610">
                  <a:moveTo>
                    <a:pt x="29210" y="25400"/>
                  </a:moveTo>
                  <a:lnTo>
                    <a:pt x="0" y="25400"/>
                  </a:lnTo>
                  <a:lnTo>
                    <a:pt x="0" y="27927"/>
                  </a:lnTo>
                  <a:lnTo>
                    <a:pt x="29210" y="27927"/>
                  </a:lnTo>
                  <a:lnTo>
                    <a:pt x="29210" y="25400"/>
                  </a:lnTo>
                  <a:close/>
                </a:path>
                <a:path w="29210" h="181610">
                  <a:moveTo>
                    <a:pt x="2921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29210" y="25387"/>
                  </a:lnTo>
                  <a:lnTo>
                    <a:pt x="29210" y="21590"/>
                  </a:lnTo>
                  <a:close/>
                </a:path>
                <a:path w="29210" h="181610">
                  <a:moveTo>
                    <a:pt x="29210" y="15240"/>
                  </a:moveTo>
                  <a:lnTo>
                    <a:pt x="0" y="15240"/>
                  </a:lnTo>
                  <a:lnTo>
                    <a:pt x="0" y="21577"/>
                  </a:lnTo>
                  <a:lnTo>
                    <a:pt x="29210" y="21577"/>
                  </a:lnTo>
                  <a:lnTo>
                    <a:pt x="29210" y="15240"/>
                  </a:lnTo>
                  <a:close/>
                </a:path>
                <a:path w="29210" h="181610">
                  <a:moveTo>
                    <a:pt x="2921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9210" y="15227"/>
                  </a:lnTo>
                  <a:lnTo>
                    <a:pt x="29210" y="12700"/>
                  </a:lnTo>
                  <a:close/>
                </a:path>
                <a:path w="29210" h="181610">
                  <a:moveTo>
                    <a:pt x="2921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9210" y="12687"/>
                  </a:lnTo>
                  <a:lnTo>
                    <a:pt x="29210" y="8890"/>
                  </a:lnTo>
                  <a:close/>
                </a:path>
                <a:path w="29210" h="181610">
                  <a:moveTo>
                    <a:pt x="29210" y="0"/>
                  </a:moveTo>
                  <a:lnTo>
                    <a:pt x="0" y="0"/>
                  </a:lnTo>
                  <a:lnTo>
                    <a:pt x="0" y="8877"/>
                  </a:lnTo>
                  <a:lnTo>
                    <a:pt x="29210" y="8877"/>
                  </a:lnTo>
                  <a:lnTo>
                    <a:pt x="29210" y="0"/>
                  </a:lnTo>
                  <a:close/>
                </a:path>
              </a:pathLst>
            </a:custGeom>
            <a:solidFill>
              <a:srgbClr val="28527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2" name="object 3792"/>
            <p:cNvSpPr/>
            <p:nvPr/>
          </p:nvSpPr>
          <p:spPr>
            <a:xfrm>
              <a:off x="5058410" y="5033010"/>
              <a:ext cx="27940" cy="476250"/>
            </a:xfrm>
            <a:custGeom>
              <a:avLst/>
              <a:gdLst/>
              <a:ahLst/>
              <a:cxnLst/>
              <a:rect l="l" t="t" r="r" b="b"/>
              <a:pathLst>
                <a:path w="27939" h="476250">
                  <a:moveTo>
                    <a:pt x="27940" y="467372"/>
                  </a:moveTo>
                  <a:lnTo>
                    <a:pt x="0" y="467372"/>
                  </a:lnTo>
                  <a:lnTo>
                    <a:pt x="0" y="476250"/>
                  </a:lnTo>
                  <a:lnTo>
                    <a:pt x="27940" y="476250"/>
                  </a:lnTo>
                  <a:lnTo>
                    <a:pt x="27940" y="467372"/>
                  </a:lnTo>
                  <a:close/>
                </a:path>
                <a:path w="27939" h="476250">
                  <a:moveTo>
                    <a:pt x="27940" y="463562"/>
                  </a:moveTo>
                  <a:lnTo>
                    <a:pt x="0" y="463562"/>
                  </a:lnTo>
                  <a:lnTo>
                    <a:pt x="0" y="467360"/>
                  </a:lnTo>
                  <a:lnTo>
                    <a:pt x="27940" y="467360"/>
                  </a:lnTo>
                  <a:lnTo>
                    <a:pt x="27940" y="463562"/>
                  </a:lnTo>
                  <a:close/>
                </a:path>
                <a:path w="27939" h="476250">
                  <a:moveTo>
                    <a:pt x="27940" y="461022"/>
                  </a:moveTo>
                  <a:lnTo>
                    <a:pt x="0" y="461022"/>
                  </a:lnTo>
                  <a:lnTo>
                    <a:pt x="0" y="463550"/>
                  </a:lnTo>
                  <a:lnTo>
                    <a:pt x="27940" y="463550"/>
                  </a:lnTo>
                  <a:lnTo>
                    <a:pt x="27940" y="461022"/>
                  </a:lnTo>
                  <a:close/>
                </a:path>
                <a:path w="27939" h="476250">
                  <a:moveTo>
                    <a:pt x="27940" y="457212"/>
                  </a:moveTo>
                  <a:lnTo>
                    <a:pt x="0" y="457212"/>
                  </a:lnTo>
                  <a:lnTo>
                    <a:pt x="0" y="461010"/>
                  </a:lnTo>
                  <a:lnTo>
                    <a:pt x="27940" y="461010"/>
                  </a:lnTo>
                  <a:lnTo>
                    <a:pt x="27940" y="457212"/>
                  </a:lnTo>
                  <a:close/>
                </a:path>
                <a:path w="27939" h="476250">
                  <a:moveTo>
                    <a:pt x="27940" y="448322"/>
                  </a:moveTo>
                  <a:lnTo>
                    <a:pt x="0" y="448322"/>
                  </a:lnTo>
                  <a:lnTo>
                    <a:pt x="0" y="457200"/>
                  </a:lnTo>
                  <a:lnTo>
                    <a:pt x="27940" y="457200"/>
                  </a:lnTo>
                  <a:lnTo>
                    <a:pt x="27940" y="448322"/>
                  </a:lnTo>
                  <a:close/>
                </a:path>
                <a:path w="27939" h="476250">
                  <a:moveTo>
                    <a:pt x="27940" y="429272"/>
                  </a:moveTo>
                  <a:lnTo>
                    <a:pt x="0" y="429272"/>
                  </a:lnTo>
                  <a:lnTo>
                    <a:pt x="0" y="448310"/>
                  </a:lnTo>
                  <a:lnTo>
                    <a:pt x="27940" y="448310"/>
                  </a:lnTo>
                  <a:lnTo>
                    <a:pt x="27940" y="429272"/>
                  </a:lnTo>
                  <a:close/>
                </a:path>
                <a:path w="27939" h="476250">
                  <a:moveTo>
                    <a:pt x="27940" y="422922"/>
                  </a:moveTo>
                  <a:lnTo>
                    <a:pt x="0" y="422922"/>
                  </a:lnTo>
                  <a:lnTo>
                    <a:pt x="0" y="429260"/>
                  </a:lnTo>
                  <a:lnTo>
                    <a:pt x="27940" y="429260"/>
                  </a:lnTo>
                  <a:lnTo>
                    <a:pt x="27940" y="422922"/>
                  </a:lnTo>
                  <a:close/>
                </a:path>
                <a:path w="27939" h="476250">
                  <a:moveTo>
                    <a:pt x="27940" y="416572"/>
                  </a:moveTo>
                  <a:lnTo>
                    <a:pt x="0" y="416572"/>
                  </a:lnTo>
                  <a:lnTo>
                    <a:pt x="0" y="422910"/>
                  </a:lnTo>
                  <a:lnTo>
                    <a:pt x="27940" y="422910"/>
                  </a:lnTo>
                  <a:lnTo>
                    <a:pt x="27940" y="416572"/>
                  </a:lnTo>
                  <a:close/>
                </a:path>
                <a:path w="27939" h="476250">
                  <a:moveTo>
                    <a:pt x="27940" y="412762"/>
                  </a:moveTo>
                  <a:lnTo>
                    <a:pt x="0" y="412762"/>
                  </a:lnTo>
                  <a:lnTo>
                    <a:pt x="0" y="416560"/>
                  </a:lnTo>
                  <a:lnTo>
                    <a:pt x="27940" y="416560"/>
                  </a:lnTo>
                  <a:lnTo>
                    <a:pt x="27940" y="412762"/>
                  </a:lnTo>
                  <a:close/>
                </a:path>
                <a:path w="27939" h="476250">
                  <a:moveTo>
                    <a:pt x="27940" y="410222"/>
                  </a:moveTo>
                  <a:lnTo>
                    <a:pt x="0" y="410222"/>
                  </a:lnTo>
                  <a:lnTo>
                    <a:pt x="0" y="412750"/>
                  </a:lnTo>
                  <a:lnTo>
                    <a:pt x="27940" y="412750"/>
                  </a:lnTo>
                  <a:lnTo>
                    <a:pt x="27940" y="410222"/>
                  </a:lnTo>
                  <a:close/>
                </a:path>
                <a:path w="27939" h="476250">
                  <a:moveTo>
                    <a:pt x="27940" y="406412"/>
                  </a:moveTo>
                  <a:lnTo>
                    <a:pt x="0" y="406412"/>
                  </a:lnTo>
                  <a:lnTo>
                    <a:pt x="0" y="410210"/>
                  </a:lnTo>
                  <a:lnTo>
                    <a:pt x="27940" y="410210"/>
                  </a:lnTo>
                  <a:lnTo>
                    <a:pt x="27940" y="406412"/>
                  </a:lnTo>
                  <a:close/>
                </a:path>
                <a:path w="27939" h="476250">
                  <a:moveTo>
                    <a:pt x="27940" y="403872"/>
                  </a:moveTo>
                  <a:lnTo>
                    <a:pt x="0" y="403872"/>
                  </a:lnTo>
                  <a:lnTo>
                    <a:pt x="0" y="406400"/>
                  </a:lnTo>
                  <a:lnTo>
                    <a:pt x="27940" y="406400"/>
                  </a:lnTo>
                  <a:lnTo>
                    <a:pt x="27940" y="403872"/>
                  </a:lnTo>
                  <a:close/>
                </a:path>
                <a:path w="27939" h="476250">
                  <a:moveTo>
                    <a:pt x="27940" y="397522"/>
                  </a:moveTo>
                  <a:lnTo>
                    <a:pt x="0" y="397522"/>
                  </a:lnTo>
                  <a:lnTo>
                    <a:pt x="0" y="403860"/>
                  </a:lnTo>
                  <a:lnTo>
                    <a:pt x="27940" y="403860"/>
                  </a:lnTo>
                  <a:lnTo>
                    <a:pt x="27940" y="397522"/>
                  </a:lnTo>
                  <a:close/>
                </a:path>
                <a:path w="27939" h="476250">
                  <a:moveTo>
                    <a:pt x="27940" y="393712"/>
                  </a:moveTo>
                  <a:lnTo>
                    <a:pt x="0" y="393712"/>
                  </a:lnTo>
                  <a:lnTo>
                    <a:pt x="0" y="397510"/>
                  </a:lnTo>
                  <a:lnTo>
                    <a:pt x="27940" y="397510"/>
                  </a:lnTo>
                  <a:lnTo>
                    <a:pt x="27940" y="393712"/>
                  </a:lnTo>
                  <a:close/>
                </a:path>
                <a:path w="27939" h="476250">
                  <a:moveTo>
                    <a:pt x="27940" y="391172"/>
                  </a:moveTo>
                  <a:lnTo>
                    <a:pt x="0" y="391172"/>
                  </a:lnTo>
                  <a:lnTo>
                    <a:pt x="0" y="393700"/>
                  </a:lnTo>
                  <a:lnTo>
                    <a:pt x="27940" y="393700"/>
                  </a:lnTo>
                  <a:lnTo>
                    <a:pt x="27940" y="391172"/>
                  </a:lnTo>
                  <a:close/>
                </a:path>
                <a:path w="27939" h="476250">
                  <a:moveTo>
                    <a:pt x="27940" y="387362"/>
                  </a:moveTo>
                  <a:lnTo>
                    <a:pt x="0" y="387362"/>
                  </a:lnTo>
                  <a:lnTo>
                    <a:pt x="0" y="391160"/>
                  </a:lnTo>
                  <a:lnTo>
                    <a:pt x="27940" y="391160"/>
                  </a:lnTo>
                  <a:lnTo>
                    <a:pt x="27940" y="387362"/>
                  </a:lnTo>
                  <a:close/>
                </a:path>
                <a:path w="27939" h="476250">
                  <a:moveTo>
                    <a:pt x="27940" y="384822"/>
                  </a:moveTo>
                  <a:lnTo>
                    <a:pt x="0" y="384822"/>
                  </a:lnTo>
                  <a:lnTo>
                    <a:pt x="0" y="387350"/>
                  </a:lnTo>
                  <a:lnTo>
                    <a:pt x="27940" y="387350"/>
                  </a:lnTo>
                  <a:lnTo>
                    <a:pt x="27940" y="384822"/>
                  </a:lnTo>
                  <a:close/>
                </a:path>
                <a:path w="27939" h="476250">
                  <a:moveTo>
                    <a:pt x="27940" y="365772"/>
                  </a:moveTo>
                  <a:lnTo>
                    <a:pt x="0" y="365772"/>
                  </a:lnTo>
                  <a:lnTo>
                    <a:pt x="0" y="384810"/>
                  </a:lnTo>
                  <a:lnTo>
                    <a:pt x="27940" y="384810"/>
                  </a:lnTo>
                  <a:lnTo>
                    <a:pt x="27940" y="365772"/>
                  </a:lnTo>
                  <a:close/>
                </a:path>
                <a:path w="27939" h="476250">
                  <a:moveTo>
                    <a:pt x="27940" y="359422"/>
                  </a:moveTo>
                  <a:lnTo>
                    <a:pt x="0" y="359422"/>
                  </a:lnTo>
                  <a:lnTo>
                    <a:pt x="0" y="365760"/>
                  </a:lnTo>
                  <a:lnTo>
                    <a:pt x="27940" y="365760"/>
                  </a:lnTo>
                  <a:lnTo>
                    <a:pt x="27940" y="359422"/>
                  </a:lnTo>
                  <a:close/>
                </a:path>
                <a:path w="27939" h="476250">
                  <a:moveTo>
                    <a:pt x="27940" y="355612"/>
                  </a:moveTo>
                  <a:lnTo>
                    <a:pt x="0" y="355612"/>
                  </a:lnTo>
                  <a:lnTo>
                    <a:pt x="0" y="359410"/>
                  </a:lnTo>
                  <a:lnTo>
                    <a:pt x="27940" y="359410"/>
                  </a:lnTo>
                  <a:lnTo>
                    <a:pt x="27940" y="355612"/>
                  </a:lnTo>
                  <a:close/>
                </a:path>
                <a:path w="27939" h="476250">
                  <a:moveTo>
                    <a:pt x="27940" y="346722"/>
                  </a:moveTo>
                  <a:lnTo>
                    <a:pt x="0" y="346722"/>
                  </a:lnTo>
                  <a:lnTo>
                    <a:pt x="0" y="355600"/>
                  </a:lnTo>
                  <a:lnTo>
                    <a:pt x="27940" y="355600"/>
                  </a:lnTo>
                  <a:lnTo>
                    <a:pt x="27940" y="346722"/>
                  </a:lnTo>
                  <a:close/>
                </a:path>
                <a:path w="27939" h="476250">
                  <a:moveTo>
                    <a:pt x="27940" y="340372"/>
                  </a:moveTo>
                  <a:lnTo>
                    <a:pt x="0" y="340372"/>
                  </a:lnTo>
                  <a:lnTo>
                    <a:pt x="0" y="346710"/>
                  </a:lnTo>
                  <a:lnTo>
                    <a:pt x="27940" y="346710"/>
                  </a:lnTo>
                  <a:lnTo>
                    <a:pt x="27940" y="340372"/>
                  </a:lnTo>
                  <a:close/>
                </a:path>
                <a:path w="27939" h="476250">
                  <a:moveTo>
                    <a:pt x="27940" y="334022"/>
                  </a:moveTo>
                  <a:lnTo>
                    <a:pt x="0" y="334022"/>
                  </a:lnTo>
                  <a:lnTo>
                    <a:pt x="0" y="340360"/>
                  </a:lnTo>
                  <a:lnTo>
                    <a:pt x="27940" y="340360"/>
                  </a:lnTo>
                  <a:lnTo>
                    <a:pt x="27940" y="334022"/>
                  </a:lnTo>
                  <a:close/>
                </a:path>
                <a:path w="27939" h="476250">
                  <a:moveTo>
                    <a:pt x="27940" y="330212"/>
                  </a:moveTo>
                  <a:lnTo>
                    <a:pt x="0" y="330212"/>
                  </a:lnTo>
                  <a:lnTo>
                    <a:pt x="0" y="334010"/>
                  </a:lnTo>
                  <a:lnTo>
                    <a:pt x="27940" y="334010"/>
                  </a:lnTo>
                  <a:lnTo>
                    <a:pt x="27940" y="330212"/>
                  </a:lnTo>
                  <a:close/>
                </a:path>
                <a:path w="27939" h="476250">
                  <a:moveTo>
                    <a:pt x="27940" y="327672"/>
                  </a:moveTo>
                  <a:lnTo>
                    <a:pt x="0" y="327672"/>
                  </a:lnTo>
                  <a:lnTo>
                    <a:pt x="0" y="330200"/>
                  </a:lnTo>
                  <a:lnTo>
                    <a:pt x="27940" y="330200"/>
                  </a:lnTo>
                  <a:lnTo>
                    <a:pt x="27940" y="327672"/>
                  </a:lnTo>
                  <a:close/>
                </a:path>
                <a:path w="27939" h="476250">
                  <a:moveTo>
                    <a:pt x="27940" y="317512"/>
                  </a:moveTo>
                  <a:lnTo>
                    <a:pt x="0" y="317512"/>
                  </a:lnTo>
                  <a:lnTo>
                    <a:pt x="0" y="327660"/>
                  </a:lnTo>
                  <a:lnTo>
                    <a:pt x="27940" y="327660"/>
                  </a:lnTo>
                  <a:lnTo>
                    <a:pt x="27940" y="317512"/>
                  </a:lnTo>
                  <a:close/>
                </a:path>
                <a:path w="27939" h="476250">
                  <a:moveTo>
                    <a:pt x="27940" y="314972"/>
                  </a:moveTo>
                  <a:lnTo>
                    <a:pt x="0" y="314972"/>
                  </a:lnTo>
                  <a:lnTo>
                    <a:pt x="0" y="317500"/>
                  </a:lnTo>
                  <a:lnTo>
                    <a:pt x="27940" y="317500"/>
                  </a:lnTo>
                  <a:lnTo>
                    <a:pt x="27940" y="314972"/>
                  </a:lnTo>
                  <a:close/>
                </a:path>
                <a:path w="27939" h="476250">
                  <a:moveTo>
                    <a:pt x="27940" y="311162"/>
                  </a:moveTo>
                  <a:lnTo>
                    <a:pt x="0" y="311162"/>
                  </a:lnTo>
                  <a:lnTo>
                    <a:pt x="0" y="314960"/>
                  </a:lnTo>
                  <a:lnTo>
                    <a:pt x="27940" y="314960"/>
                  </a:lnTo>
                  <a:lnTo>
                    <a:pt x="27940" y="311162"/>
                  </a:lnTo>
                  <a:close/>
                </a:path>
                <a:path w="27939" h="476250">
                  <a:moveTo>
                    <a:pt x="27940" y="304812"/>
                  </a:moveTo>
                  <a:lnTo>
                    <a:pt x="0" y="304812"/>
                  </a:lnTo>
                  <a:lnTo>
                    <a:pt x="0" y="311150"/>
                  </a:lnTo>
                  <a:lnTo>
                    <a:pt x="27940" y="311150"/>
                  </a:lnTo>
                  <a:lnTo>
                    <a:pt x="27940" y="304812"/>
                  </a:lnTo>
                  <a:close/>
                </a:path>
                <a:path w="27939" h="476250">
                  <a:moveTo>
                    <a:pt x="27940" y="292112"/>
                  </a:moveTo>
                  <a:lnTo>
                    <a:pt x="0" y="292112"/>
                  </a:lnTo>
                  <a:lnTo>
                    <a:pt x="0" y="304800"/>
                  </a:lnTo>
                  <a:lnTo>
                    <a:pt x="27940" y="304800"/>
                  </a:lnTo>
                  <a:lnTo>
                    <a:pt x="27940" y="292112"/>
                  </a:lnTo>
                  <a:close/>
                </a:path>
                <a:path w="27939" h="476250">
                  <a:moveTo>
                    <a:pt x="27940" y="289572"/>
                  </a:moveTo>
                  <a:lnTo>
                    <a:pt x="0" y="289572"/>
                  </a:lnTo>
                  <a:lnTo>
                    <a:pt x="0" y="292100"/>
                  </a:lnTo>
                  <a:lnTo>
                    <a:pt x="27940" y="292100"/>
                  </a:lnTo>
                  <a:lnTo>
                    <a:pt x="27940" y="289572"/>
                  </a:lnTo>
                  <a:close/>
                </a:path>
                <a:path w="27939" h="476250">
                  <a:moveTo>
                    <a:pt x="27940" y="285762"/>
                  </a:moveTo>
                  <a:lnTo>
                    <a:pt x="0" y="285762"/>
                  </a:lnTo>
                  <a:lnTo>
                    <a:pt x="0" y="289560"/>
                  </a:lnTo>
                  <a:lnTo>
                    <a:pt x="27940" y="289560"/>
                  </a:lnTo>
                  <a:lnTo>
                    <a:pt x="27940" y="285762"/>
                  </a:lnTo>
                  <a:close/>
                </a:path>
                <a:path w="27939" h="476250">
                  <a:moveTo>
                    <a:pt x="27940" y="283222"/>
                  </a:moveTo>
                  <a:lnTo>
                    <a:pt x="0" y="283222"/>
                  </a:lnTo>
                  <a:lnTo>
                    <a:pt x="0" y="285750"/>
                  </a:lnTo>
                  <a:lnTo>
                    <a:pt x="27940" y="285750"/>
                  </a:lnTo>
                  <a:lnTo>
                    <a:pt x="27940" y="283222"/>
                  </a:lnTo>
                  <a:close/>
                </a:path>
                <a:path w="27939" h="476250">
                  <a:moveTo>
                    <a:pt x="27940" y="279412"/>
                  </a:moveTo>
                  <a:lnTo>
                    <a:pt x="0" y="279412"/>
                  </a:lnTo>
                  <a:lnTo>
                    <a:pt x="0" y="283210"/>
                  </a:lnTo>
                  <a:lnTo>
                    <a:pt x="27940" y="283210"/>
                  </a:lnTo>
                  <a:lnTo>
                    <a:pt x="27940" y="279412"/>
                  </a:lnTo>
                  <a:close/>
                </a:path>
                <a:path w="27939" h="476250">
                  <a:moveTo>
                    <a:pt x="27940" y="273062"/>
                  </a:moveTo>
                  <a:lnTo>
                    <a:pt x="0" y="273062"/>
                  </a:lnTo>
                  <a:lnTo>
                    <a:pt x="0" y="279400"/>
                  </a:lnTo>
                  <a:lnTo>
                    <a:pt x="27940" y="279400"/>
                  </a:lnTo>
                  <a:lnTo>
                    <a:pt x="27940" y="273062"/>
                  </a:lnTo>
                  <a:close/>
                </a:path>
                <a:path w="27939" h="476250">
                  <a:moveTo>
                    <a:pt x="27940" y="234962"/>
                  </a:moveTo>
                  <a:lnTo>
                    <a:pt x="0" y="234962"/>
                  </a:lnTo>
                  <a:lnTo>
                    <a:pt x="0" y="273050"/>
                  </a:lnTo>
                  <a:lnTo>
                    <a:pt x="27940" y="273050"/>
                  </a:lnTo>
                  <a:lnTo>
                    <a:pt x="27940" y="234962"/>
                  </a:lnTo>
                  <a:close/>
                </a:path>
                <a:path w="27939" h="476250">
                  <a:moveTo>
                    <a:pt x="27940" y="232422"/>
                  </a:moveTo>
                  <a:lnTo>
                    <a:pt x="0" y="232422"/>
                  </a:lnTo>
                  <a:lnTo>
                    <a:pt x="0" y="234950"/>
                  </a:lnTo>
                  <a:lnTo>
                    <a:pt x="27940" y="234950"/>
                  </a:lnTo>
                  <a:lnTo>
                    <a:pt x="27940" y="232422"/>
                  </a:lnTo>
                  <a:close/>
                </a:path>
                <a:path w="27939" h="476250">
                  <a:moveTo>
                    <a:pt x="27940" y="226072"/>
                  </a:moveTo>
                  <a:lnTo>
                    <a:pt x="0" y="226072"/>
                  </a:lnTo>
                  <a:lnTo>
                    <a:pt x="0" y="232410"/>
                  </a:lnTo>
                  <a:lnTo>
                    <a:pt x="27940" y="232410"/>
                  </a:lnTo>
                  <a:lnTo>
                    <a:pt x="27940" y="226072"/>
                  </a:lnTo>
                  <a:close/>
                </a:path>
                <a:path w="27939" h="476250">
                  <a:moveTo>
                    <a:pt x="27940" y="222262"/>
                  </a:moveTo>
                  <a:lnTo>
                    <a:pt x="0" y="222262"/>
                  </a:lnTo>
                  <a:lnTo>
                    <a:pt x="0" y="226060"/>
                  </a:lnTo>
                  <a:lnTo>
                    <a:pt x="27940" y="226060"/>
                  </a:lnTo>
                  <a:lnTo>
                    <a:pt x="27940" y="222262"/>
                  </a:lnTo>
                  <a:close/>
                </a:path>
                <a:path w="27939" h="476250">
                  <a:moveTo>
                    <a:pt x="27940" y="219722"/>
                  </a:moveTo>
                  <a:lnTo>
                    <a:pt x="0" y="219722"/>
                  </a:lnTo>
                  <a:lnTo>
                    <a:pt x="0" y="222250"/>
                  </a:lnTo>
                  <a:lnTo>
                    <a:pt x="27940" y="222250"/>
                  </a:lnTo>
                  <a:lnTo>
                    <a:pt x="27940" y="219722"/>
                  </a:lnTo>
                  <a:close/>
                </a:path>
                <a:path w="27939" h="476250">
                  <a:moveTo>
                    <a:pt x="27940" y="213372"/>
                  </a:moveTo>
                  <a:lnTo>
                    <a:pt x="0" y="213372"/>
                  </a:lnTo>
                  <a:lnTo>
                    <a:pt x="0" y="219710"/>
                  </a:lnTo>
                  <a:lnTo>
                    <a:pt x="27940" y="219710"/>
                  </a:lnTo>
                  <a:lnTo>
                    <a:pt x="27940" y="213372"/>
                  </a:lnTo>
                  <a:close/>
                </a:path>
                <a:path w="27939" h="476250">
                  <a:moveTo>
                    <a:pt x="27940" y="207022"/>
                  </a:moveTo>
                  <a:lnTo>
                    <a:pt x="0" y="207022"/>
                  </a:lnTo>
                  <a:lnTo>
                    <a:pt x="0" y="213360"/>
                  </a:lnTo>
                  <a:lnTo>
                    <a:pt x="27940" y="213360"/>
                  </a:lnTo>
                  <a:lnTo>
                    <a:pt x="27940" y="207022"/>
                  </a:lnTo>
                  <a:close/>
                </a:path>
                <a:path w="27939" h="476250">
                  <a:moveTo>
                    <a:pt x="27940" y="195592"/>
                  </a:moveTo>
                  <a:lnTo>
                    <a:pt x="0" y="195592"/>
                  </a:lnTo>
                  <a:lnTo>
                    <a:pt x="0" y="207010"/>
                  </a:lnTo>
                  <a:lnTo>
                    <a:pt x="27940" y="207010"/>
                  </a:lnTo>
                  <a:lnTo>
                    <a:pt x="27940" y="195592"/>
                  </a:lnTo>
                  <a:close/>
                </a:path>
                <a:path w="27939" h="476250">
                  <a:moveTo>
                    <a:pt x="27940" y="189242"/>
                  </a:moveTo>
                  <a:lnTo>
                    <a:pt x="0" y="189242"/>
                  </a:lnTo>
                  <a:lnTo>
                    <a:pt x="0" y="195580"/>
                  </a:lnTo>
                  <a:lnTo>
                    <a:pt x="27940" y="195580"/>
                  </a:lnTo>
                  <a:lnTo>
                    <a:pt x="27940" y="189242"/>
                  </a:lnTo>
                  <a:close/>
                </a:path>
                <a:path w="27939" h="476250">
                  <a:moveTo>
                    <a:pt x="27940" y="182892"/>
                  </a:moveTo>
                  <a:lnTo>
                    <a:pt x="0" y="182892"/>
                  </a:lnTo>
                  <a:lnTo>
                    <a:pt x="0" y="189230"/>
                  </a:lnTo>
                  <a:lnTo>
                    <a:pt x="27940" y="189230"/>
                  </a:lnTo>
                  <a:lnTo>
                    <a:pt x="27940" y="182892"/>
                  </a:lnTo>
                  <a:close/>
                </a:path>
                <a:path w="27939" h="476250">
                  <a:moveTo>
                    <a:pt x="27940" y="176542"/>
                  </a:moveTo>
                  <a:lnTo>
                    <a:pt x="0" y="176542"/>
                  </a:lnTo>
                  <a:lnTo>
                    <a:pt x="0" y="182880"/>
                  </a:lnTo>
                  <a:lnTo>
                    <a:pt x="27940" y="182880"/>
                  </a:lnTo>
                  <a:lnTo>
                    <a:pt x="27940" y="176542"/>
                  </a:lnTo>
                  <a:close/>
                </a:path>
                <a:path w="27939" h="476250">
                  <a:moveTo>
                    <a:pt x="27940" y="170192"/>
                  </a:moveTo>
                  <a:lnTo>
                    <a:pt x="0" y="170192"/>
                  </a:lnTo>
                  <a:lnTo>
                    <a:pt x="0" y="176530"/>
                  </a:lnTo>
                  <a:lnTo>
                    <a:pt x="27940" y="176530"/>
                  </a:lnTo>
                  <a:lnTo>
                    <a:pt x="27940" y="170192"/>
                  </a:lnTo>
                  <a:close/>
                </a:path>
                <a:path w="27939" h="476250">
                  <a:moveTo>
                    <a:pt x="27940" y="163842"/>
                  </a:moveTo>
                  <a:lnTo>
                    <a:pt x="0" y="163842"/>
                  </a:lnTo>
                  <a:lnTo>
                    <a:pt x="0" y="170180"/>
                  </a:lnTo>
                  <a:lnTo>
                    <a:pt x="27940" y="170180"/>
                  </a:lnTo>
                  <a:lnTo>
                    <a:pt x="27940" y="163842"/>
                  </a:lnTo>
                  <a:close/>
                </a:path>
                <a:path w="27939" h="476250">
                  <a:moveTo>
                    <a:pt x="27940" y="157492"/>
                  </a:moveTo>
                  <a:lnTo>
                    <a:pt x="0" y="157492"/>
                  </a:lnTo>
                  <a:lnTo>
                    <a:pt x="0" y="163830"/>
                  </a:lnTo>
                  <a:lnTo>
                    <a:pt x="27940" y="163830"/>
                  </a:lnTo>
                  <a:lnTo>
                    <a:pt x="27940" y="157492"/>
                  </a:lnTo>
                  <a:close/>
                </a:path>
                <a:path w="27939" h="476250">
                  <a:moveTo>
                    <a:pt x="27940" y="151142"/>
                  </a:moveTo>
                  <a:lnTo>
                    <a:pt x="0" y="151142"/>
                  </a:lnTo>
                  <a:lnTo>
                    <a:pt x="0" y="157480"/>
                  </a:lnTo>
                  <a:lnTo>
                    <a:pt x="27940" y="157480"/>
                  </a:lnTo>
                  <a:lnTo>
                    <a:pt x="27940" y="151142"/>
                  </a:lnTo>
                  <a:close/>
                </a:path>
                <a:path w="27939" h="476250">
                  <a:moveTo>
                    <a:pt x="27940" y="138442"/>
                  </a:moveTo>
                  <a:lnTo>
                    <a:pt x="0" y="138442"/>
                  </a:lnTo>
                  <a:lnTo>
                    <a:pt x="0" y="151130"/>
                  </a:lnTo>
                  <a:lnTo>
                    <a:pt x="27940" y="151130"/>
                  </a:lnTo>
                  <a:lnTo>
                    <a:pt x="27940" y="138442"/>
                  </a:lnTo>
                  <a:close/>
                </a:path>
                <a:path w="27939" h="476250">
                  <a:moveTo>
                    <a:pt x="27940" y="132092"/>
                  </a:moveTo>
                  <a:lnTo>
                    <a:pt x="0" y="132092"/>
                  </a:lnTo>
                  <a:lnTo>
                    <a:pt x="0" y="138430"/>
                  </a:lnTo>
                  <a:lnTo>
                    <a:pt x="27940" y="138430"/>
                  </a:lnTo>
                  <a:lnTo>
                    <a:pt x="27940" y="132092"/>
                  </a:lnTo>
                  <a:close/>
                </a:path>
                <a:path w="27939" h="476250">
                  <a:moveTo>
                    <a:pt x="27940" y="125742"/>
                  </a:moveTo>
                  <a:lnTo>
                    <a:pt x="0" y="125742"/>
                  </a:lnTo>
                  <a:lnTo>
                    <a:pt x="0" y="132080"/>
                  </a:lnTo>
                  <a:lnTo>
                    <a:pt x="27940" y="132080"/>
                  </a:lnTo>
                  <a:lnTo>
                    <a:pt x="27940" y="125742"/>
                  </a:lnTo>
                  <a:close/>
                </a:path>
                <a:path w="27939" h="476250">
                  <a:moveTo>
                    <a:pt x="27940" y="119392"/>
                  </a:moveTo>
                  <a:lnTo>
                    <a:pt x="0" y="119392"/>
                  </a:lnTo>
                  <a:lnTo>
                    <a:pt x="0" y="125730"/>
                  </a:lnTo>
                  <a:lnTo>
                    <a:pt x="27940" y="125730"/>
                  </a:lnTo>
                  <a:lnTo>
                    <a:pt x="27940" y="119392"/>
                  </a:lnTo>
                  <a:close/>
                </a:path>
                <a:path w="27939" h="476250">
                  <a:moveTo>
                    <a:pt x="27940" y="113042"/>
                  </a:moveTo>
                  <a:lnTo>
                    <a:pt x="0" y="113042"/>
                  </a:lnTo>
                  <a:lnTo>
                    <a:pt x="0" y="119380"/>
                  </a:lnTo>
                  <a:lnTo>
                    <a:pt x="27940" y="119380"/>
                  </a:lnTo>
                  <a:lnTo>
                    <a:pt x="27940" y="113042"/>
                  </a:lnTo>
                  <a:close/>
                </a:path>
                <a:path w="27939" h="476250">
                  <a:moveTo>
                    <a:pt x="27940" y="106692"/>
                  </a:moveTo>
                  <a:lnTo>
                    <a:pt x="0" y="106692"/>
                  </a:lnTo>
                  <a:lnTo>
                    <a:pt x="0" y="113030"/>
                  </a:lnTo>
                  <a:lnTo>
                    <a:pt x="27940" y="113030"/>
                  </a:lnTo>
                  <a:lnTo>
                    <a:pt x="27940" y="106692"/>
                  </a:lnTo>
                  <a:close/>
                </a:path>
                <a:path w="27939" h="476250">
                  <a:moveTo>
                    <a:pt x="27940" y="100342"/>
                  </a:moveTo>
                  <a:lnTo>
                    <a:pt x="0" y="100342"/>
                  </a:lnTo>
                  <a:lnTo>
                    <a:pt x="0" y="106680"/>
                  </a:lnTo>
                  <a:lnTo>
                    <a:pt x="27940" y="106680"/>
                  </a:lnTo>
                  <a:lnTo>
                    <a:pt x="27940" y="100342"/>
                  </a:lnTo>
                  <a:close/>
                </a:path>
                <a:path w="27939" h="476250">
                  <a:moveTo>
                    <a:pt x="27940" y="93992"/>
                  </a:moveTo>
                  <a:lnTo>
                    <a:pt x="0" y="93992"/>
                  </a:lnTo>
                  <a:lnTo>
                    <a:pt x="0" y="100330"/>
                  </a:lnTo>
                  <a:lnTo>
                    <a:pt x="27940" y="100330"/>
                  </a:lnTo>
                  <a:lnTo>
                    <a:pt x="27940" y="93992"/>
                  </a:lnTo>
                  <a:close/>
                </a:path>
                <a:path w="27939" h="476250">
                  <a:moveTo>
                    <a:pt x="2794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27940" y="93980"/>
                  </a:lnTo>
                  <a:lnTo>
                    <a:pt x="27940" y="87642"/>
                  </a:lnTo>
                  <a:close/>
                </a:path>
                <a:path w="27939" h="476250">
                  <a:moveTo>
                    <a:pt x="27940" y="81292"/>
                  </a:moveTo>
                  <a:lnTo>
                    <a:pt x="0" y="81292"/>
                  </a:lnTo>
                  <a:lnTo>
                    <a:pt x="0" y="87630"/>
                  </a:lnTo>
                  <a:lnTo>
                    <a:pt x="27940" y="87630"/>
                  </a:lnTo>
                  <a:lnTo>
                    <a:pt x="27940" y="81292"/>
                  </a:lnTo>
                  <a:close/>
                </a:path>
                <a:path w="27939" h="476250">
                  <a:moveTo>
                    <a:pt x="27940" y="68592"/>
                  </a:moveTo>
                  <a:lnTo>
                    <a:pt x="0" y="68592"/>
                  </a:lnTo>
                  <a:lnTo>
                    <a:pt x="0" y="81280"/>
                  </a:lnTo>
                  <a:lnTo>
                    <a:pt x="27940" y="81280"/>
                  </a:lnTo>
                  <a:lnTo>
                    <a:pt x="27940" y="68592"/>
                  </a:lnTo>
                  <a:close/>
                </a:path>
                <a:path w="27939" h="476250">
                  <a:moveTo>
                    <a:pt x="27940" y="62242"/>
                  </a:moveTo>
                  <a:lnTo>
                    <a:pt x="0" y="62242"/>
                  </a:lnTo>
                  <a:lnTo>
                    <a:pt x="0" y="68580"/>
                  </a:lnTo>
                  <a:lnTo>
                    <a:pt x="27940" y="68580"/>
                  </a:lnTo>
                  <a:lnTo>
                    <a:pt x="27940" y="62242"/>
                  </a:lnTo>
                  <a:close/>
                </a:path>
                <a:path w="27939" h="476250">
                  <a:moveTo>
                    <a:pt x="27940" y="55892"/>
                  </a:moveTo>
                  <a:lnTo>
                    <a:pt x="0" y="55892"/>
                  </a:lnTo>
                  <a:lnTo>
                    <a:pt x="0" y="62230"/>
                  </a:lnTo>
                  <a:lnTo>
                    <a:pt x="27940" y="62230"/>
                  </a:lnTo>
                  <a:lnTo>
                    <a:pt x="27940" y="55892"/>
                  </a:lnTo>
                  <a:close/>
                </a:path>
                <a:path w="27939" h="476250">
                  <a:moveTo>
                    <a:pt x="27940" y="49542"/>
                  </a:moveTo>
                  <a:lnTo>
                    <a:pt x="0" y="49542"/>
                  </a:lnTo>
                  <a:lnTo>
                    <a:pt x="0" y="55880"/>
                  </a:lnTo>
                  <a:lnTo>
                    <a:pt x="27940" y="55880"/>
                  </a:lnTo>
                  <a:lnTo>
                    <a:pt x="27940" y="49542"/>
                  </a:lnTo>
                  <a:close/>
                </a:path>
                <a:path w="27939" h="476250">
                  <a:moveTo>
                    <a:pt x="27940" y="43192"/>
                  </a:moveTo>
                  <a:lnTo>
                    <a:pt x="0" y="43192"/>
                  </a:lnTo>
                  <a:lnTo>
                    <a:pt x="0" y="49530"/>
                  </a:lnTo>
                  <a:lnTo>
                    <a:pt x="27940" y="49530"/>
                  </a:lnTo>
                  <a:lnTo>
                    <a:pt x="27940" y="43192"/>
                  </a:lnTo>
                  <a:close/>
                </a:path>
                <a:path w="27939" h="476250">
                  <a:moveTo>
                    <a:pt x="2794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27940" y="43180"/>
                  </a:lnTo>
                  <a:lnTo>
                    <a:pt x="27940" y="36842"/>
                  </a:lnTo>
                  <a:close/>
                </a:path>
                <a:path w="27939" h="476250">
                  <a:moveTo>
                    <a:pt x="27940" y="30492"/>
                  </a:moveTo>
                  <a:lnTo>
                    <a:pt x="0" y="30492"/>
                  </a:lnTo>
                  <a:lnTo>
                    <a:pt x="0" y="36830"/>
                  </a:lnTo>
                  <a:lnTo>
                    <a:pt x="27940" y="36830"/>
                  </a:lnTo>
                  <a:lnTo>
                    <a:pt x="27940" y="30492"/>
                  </a:lnTo>
                  <a:close/>
                </a:path>
                <a:path w="27939" h="476250">
                  <a:moveTo>
                    <a:pt x="27940" y="24142"/>
                  </a:moveTo>
                  <a:lnTo>
                    <a:pt x="0" y="24142"/>
                  </a:lnTo>
                  <a:lnTo>
                    <a:pt x="0" y="30480"/>
                  </a:lnTo>
                  <a:lnTo>
                    <a:pt x="27940" y="30480"/>
                  </a:lnTo>
                  <a:lnTo>
                    <a:pt x="27940" y="24142"/>
                  </a:lnTo>
                  <a:close/>
                </a:path>
                <a:path w="27939" h="476250">
                  <a:moveTo>
                    <a:pt x="27940" y="17792"/>
                  </a:moveTo>
                  <a:lnTo>
                    <a:pt x="0" y="17792"/>
                  </a:lnTo>
                  <a:lnTo>
                    <a:pt x="0" y="24130"/>
                  </a:lnTo>
                  <a:lnTo>
                    <a:pt x="27940" y="24130"/>
                  </a:lnTo>
                  <a:lnTo>
                    <a:pt x="27940" y="17792"/>
                  </a:lnTo>
                  <a:close/>
                </a:path>
                <a:path w="27939" h="476250">
                  <a:moveTo>
                    <a:pt x="27940" y="5092"/>
                  </a:moveTo>
                  <a:lnTo>
                    <a:pt x="0" y="5092"/>
                  </a:lnTo>
                  <a:lnTo>
                    <a:pt x="0" y="17780"/>
                  </a:lnTo>
                  <a:lnTo>
                    <a:pt x="27940" y="17780"/>
                  </a:lnTo>
                  <a:lnTo>
                    <a:pt x="27940" y="5092"/>
                  </a:lnTo>
                  <a:close/>
                </a:path>
                <a:path w="27939" h="476250">
                  <a:moveTo>
                    <a:pt x="2794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7940" y="5080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2953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3" name="object 3793"/>
            <p:cNvSpPr/>
            <p:nvPr/>
          </p:nvSpPr>
          <p:spPr>
            <a:xfrm>
              <a:off x="5058410" y="5500382"/>
              <a:ext cx="27940" cy="181610"/>
            </a:xfrm>
            <a:custGeom>
              <a:avLst/>
              <a:gdLst/>
              <a:ahLst/>
              <a:cxnLst/>
              <a:rect l="l" t="t" r="r" b="b"/>
              <a:pathLst>
                <a:path w="27939" h="181610">
                  <a:moveTo>
                    <a:pt x="27940" y="180340"/>
                  </a:moveTo>
                  <a:lnTo>
                    <a:pt x="0" y="180340"/>
                  </a:lnTo>
                  <a:lnTo>
                    <a:pt x="0" y="181597"/>
                  </a:lnTo>
                  <a:lnTo>
                    <a:pt x="27940" y="181597"/>
                  </a:lnTo>
                  <a:lnTo>
                    <a:pt x="27940" y="180340"/>
                  </a:lnTo>
                  <a:close/>
                </a:path>
                <a:path w="27939" h="181610">
                  <a:moveTo>
                    <a:pt x="27940" y="173990"/>
                  </a:moveTo>
                  <a:lnTo>
                    <a:pt x="0" y="173990"/>
                  </a:lnTo>
                  <a:lnTo>
                    <a:pt x="0" y="180327"/>
                  </a:lnTo>
                  <a:lnTo>
                    <a:pt x="27940" y="180327"/>
                  </a:lnTo>
                  <a:lnTo>
                    <a:pt x="27940" y="173990"/>
                  </a:lnTo>
                  <a:close/>
                </a:path>
                <a:path w="27939" h="181610">
                  <a:moveTo>
                    <a:pt x="27940" y="171450"/>
                  </a:moveTo>
                  <a:lnTo>
                    <a:pt x="0" y="171450"/>
                  </a:lnTo>
                  <a:lnTo>
                    <a:pt x="0" y="173977"/>
                  </a:lnTo>
                  <a:lnTo>
                    <a:pt x="27940" y="173977"/>
                  </a:lnTo>
                  <a:lnTo>
                    <a:pt x="27940" y="171450"/>
                  </a:lnTo>
                  <a:close/>
                </a:path>
                <a:path w="27939" h="181610">
                  <a:moveTo>
                    <a:pt x="27940" y="167640"/>
                  </a:moveTo>
                  <a:lnTo>
                    <a:pt x="0" y="167640"/>
                  </a:lnTo>
                  <a:lnTo>
                    <a:pt x="0" y="171437"/>
                  </a:lnTo>
                  <a:lnTo>
                    <a:pt x="27940" y="171437"/>
                  </a:lnTo>
                  <a:lnTo>
                    <a:pt x="27940" y="167640"/>
                  </a:lnTo>
                  <a:close/>
                </a:path>
                <a:path w="27939" h="181610">
                  <a:moveTo>
                    <a:pt x="27940" y="165100"/>
                  </a:moveTo>
                  <a:lnTo>
                    <a:pt x="0" y="165100"/>
                  </a:lnTo>
                  <a:lnTo>
                    <a:pt x="0" y="167627"/>
                  </a:lnTo>
                  <a:lnTo>
                    <a:pt x="27940" y="167627"/>
                  </a:lnTo>
                  <a:lnTo>
                    <a:pt x="27940" y="165100"/>
                  </a:lnTo>
                  <a:close/>
                </a:path>
                <a:path w="27939" h="181610">
                  <a:moveTo>
                    <a:pt x="27940" y="161290"/>
                  </a:moveTo>
                  <a:lnTo>
                    <a:pt x="0" y="161290"/>
                  </a:lnTo>
                  <a:lnTo>
                    <a:pt x="0" y="165087"/>
                  </a:lnTo>
                  <a:lnTo>
                    <a:pt x="27940" y="165087"/>
                  </a:lnTo>
                  <a:lnTo>
                    <a:pt x="27940" y="161290"/>
                  </a:lnTo>
                  <a:close/>
                </a:path>
                <a:path w="27939" h="181610">
                  <a:moveTo>
                    <a:pt x="27940" y="154940"/>
                  </a:moveTo>
                  <a:lnTo>
                    <a:pt x="0" y="154940"/>
                  </a:lnTo>
                  <a:lnTo>
                    <a:pt x="0" y="161277"/>
                  </a:lnTo>
                  <a:lnTo>
                    <a:pt x="27940" y="161277"/>
                  </a:lnTo>
                  <a:lnTo>
                    <a:pt x="27940" y="154940"/>
                  </a:lnTo>
                  <a:close/>
                </a:path>
                <a:path w="27939" h="181610">
                  <a:moveTo>
                    <a:pt x="27940" y="152400"/>
                  </a:moveTo>
                  <a:lnTo>
                    <a:pt x="0" y="152400"/>
                  </a:lnTo>
                  <a:lnTo>
                    <a:pt x="0" y="154927"/>
                  </a:lnTo>
                  <a:lnTo>
                    <a:pt x="27940" y="154927"/>
                  </a:lnTo>
                  <a:lnTo>
                    <a:pt x="27940" y="152400"/>
                  </a:lnTo>
                  <a:close/>
                </a:path>
                <a:path w="27939" h="181610">
                  <a:moveTo>
                    <a:pt x="27940" y="148590"/>
                  </a:moveTo>
                  <a:lnTo>
                    <a:pt x="0" y="148590"/>
                  </a:lnTo>
                  <a:lnTo>
                    <a:pt x="0" y="152387"/>
                  </a:lnTo>
                  <a:lnTo>
                    <a:pt x="27940" y="152387"/>
                  </a:lnTo>
                  <a:lnTo>
                    <a:pt x="27940" y="148590"/>
                  </a:lnTo>
                  <a:close/>
                </a:path>
                <a:path w="27939" h="181610">
                  <a:moveTo>
                    <a:pt x="27940" y="146050"/>
                  </a:moveTo>
                  <a:lnTo>
                    <a:pt x="0" y="146050"/>
                  </a:lnTo>
                  <a:lnTo>
                    <a:pt x="0" y="148577"/>
                  </a:lnTo>
                  <a:lnTo>
                    <a:pt x="27940" y="148577"/>
                  </a:lnTo>
                  <a:lnTo>
                    <a:pt x="27940" y="146050"/>
                  </a:lnTo>
                  <a:close/>
                </a:path>
                <a:path w="27939" h="181610">
                  <a:moveTo>
                    <a:pt x="27940" y="142240"/>
                  </a:moveTo>
                  <a:lnTo>
                    <a:pt x="0" y="142240"/>
                  </a:lnTo>
                  <a:lnTo>
                    <a:pt x="0" y="146037"/>
                  </a:lnTo>
                  <a:lnTo>
                    <a:pt x="27940" y="146037"/>
                  </a:lnTo>
                  <a:lnTo>
                    <a:pt x="27940" y="142240"/>
                  </a:lnTo>
                  <a:close/>
                </a:path>
                <a:path w="27939" h="181610">
                  <a:moveTo>
                    <a:pt x="27940" y="135890"/>
                  </a:moveTo>
                  <a:lnTo>
                    <a:pt x="0" y="135890"/>
                  </a:lnTo>
                  <a:lnTo>
                    <a:pt x="0" y="142227"/>
                  </a:lnTo>
                  <a:lnTo>
                    <a:pt x="27940" y="142227"/>
                  </a:lnTo>
                  <a:lnTo>
                    <a:pt x="27940" y="135890"/>
                  </a:lnTo>
                  <a:close/>
                </a:path>
                <a:path w="27939" h="181610">
                  <a:moveTo>
                    <a:pt x="27940" y="133350"/>
                  </a:moveTo>
                  <a:lnTo>
                    <a:pt x="0" y="133350"/>
                  </a:lnTo>
                  <a:lnTo>
                    <a:pt x="0" y="135877"/>
                  </a:lnTo>
                  <a:lnTo>
                    <a:pt x="27940" y="135877"/>
                  </a:lnTo>
                  <a:lnTo>
                    <a:pt x="27940" y="133350"/>
                  </a:lnTo>
                  <a:close/>
                </a:path>
                <a:path w="27939" h="181610">
                  <a:moveTo>
                    <a:pt x="27940" y="129540"/>
                  </a:moveTo>
                  <a:lnTo>
                    <a:pt x="0" y="129540"/>
                  </a:lnTo>
                  <a:lnTo>
                    <a:pt x="0" y="133337"/>
                  </a:lnTo>
                  <a:lnTo>
                    <a:pt x="27940" y="133337"/>
                  </a:lnTo>
                  <a:lnTo>
                    <a:pt x="27940" y="129540"/>
                  </a:lnTo>
                  <a:close/>
                </a:path>
                <a:path w="27939" h="181610">
                  <a:moveTo>
                    <a:pt x="27940" y="127000"/>
                  </a:moveTo>
                  <a:lnTo>
                    <a:pt x="0" y="127000"/>
                  </a:lnTo>
                  <a:lnTo>
                    <a:pt x="0" y="129527"/>
                  </a:lnTo>
                  <a:lnTo>
                    <a:pt x="27940" y="129527"/>
                  </a:lnTo>
                  <a:lnTo>
                    <a:pt x="27940" y="127000"/>
                  </a:lnTo>
                  <a:close/>
                </a:path>
                <a:path w="27939" h="181610">
                  <a:moveTo>
                    <a:pt x="27940" y="120650"/>
                  </a:moveTo>
                  <a:lnTo>
                    <a:pt x="0" y="120650"/>
                  </a:lnTo>
                  <a:lnTo>
                    <a:pt x="0" y="126987"/>
                  </a:lnTo>
                  <a:lnTo>
                    <a:pt x="27940" y="126987"/>
                  </a:lnTo>
                  <a:lnTo>
                    <a:pt x="27940" y="120650"/>
                  </a:lnTo>
                  <a:close/>
                </a:path>
                <a:path w="27939" h="181610">
                  <a:moveTo>
                    <a:pt x="2794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27940" y="120637"/>
                  </a:lnTo>
                  <a:lnTo>
                    <a:pt x="27940" y="114300"/>
                  </a:lnTo>
                  <a:close/>
                </a:path>
                <a:path w="27939" h="181610">
                  <a:moveTo>
                    <a:pt x="27940" y="110490"/>
                  </a:moveTo>
                  <a:lnTo>
                    <a:pt x="0" y="110490"/>
                  </a:lnTo>
                  <a:lnTo>
                    <a:pt x="0" y="114287"/>
                  </a:lnTo>
                  <a:lnTo>
                    <a:pt x="27940" y="114287"/>
                  </a:lnTo>
                  <a:lnTo>
                    <a:pt x="27940" y="110490"/>
                  </a:lnTo>
                  <a:close/>
                </a:path>
                <a:path w="27939" h="181610">
                  <a:moveTo>
                    <a:pt x="27940" y="107950"/>
                  </a:moveTo>
                  <a:lnTo>
                    <a:pt x="0" y="107950"/>
                  </a:lnTo>
                  <a:lnTo>
                    <a:pt x="0" y="110477"/>
                  </a:lnTo>
                  <a:lnTo>
                    <a:pt x="27940" y="110477"/>
                  </a:lnTo>
                  <a:lnTo>
                    <a:pt x="27940" y="107950"/>
                  </a:lnTo>
                  <a:close/>
                </a:path>
                <a:path w="27939" h="181610">
                  <a:moveTo>
                    <a:pt x="27940" y="104140"/>
                  </a:moveTo>
                  <a:lnTo>
                    <a:pt x="0" y="104140"/>
                  </a:lnTo>
                  <a:lnTo>
                    <a:pt x="0" y="107937"/>
                  </a:lnTo>
                  <a:lnTo>
                    <a:pt x="27940" y="107937"/>
                  </a:lnTo>
                  <a:lnTo>
                    <a:pt x="27940" y="104140"/>
                  </a:lnTo>
                  <a:close/>
                </a:path>
                <a:path w="27939" h="181610">
                  <a:moveTo>
                    <a:pt x="27940" y="101600"/>
                  </a:moveTo>
                  <a:lnTo>
                    <a:pt x="0" y="101600"/>
                  </a:lnTo>
                  <a:lnTo>
                    <a:pt x="0" y="104127"/>
                  </a:lnTo>
                  <a:lnTo>
                    <a:pt x="27940" y="104127"/>
                  </a:lnTo>
                  <a:lnTo>
                    <a:pt x="27940" y="101600"/>
                  </a:lnTo>
                  <a:close/>
                </a:path>
                <a:path w="27939" h="181610">
                  <a:moveTo>
                    <a:pt x="27940" y="97790"/>
                  </a:moveTo>
                  <a:lnTo>
                    <a:pt x="0" y="97790"/>
                  </a:lnTo>
                  <a:lnTo>
                    <a:pt x="0" y="101587"/>
                  </a:lnTo>
                  <a:lnTo>
                    <a:pt x="27940" y="101587"/>
                  </a:lnTo>
                  <a:lnTo>
                    <a:pt x="27940" y="97790"/>
                  </a:lnTo>
                  <a:close/>
                </a:path>
                <a:path w="27939" h="181610">
                  <a:moveTo>
                    <a:pt x="27940" y="95250"/>
                  </a:moveTo>
                  <a:lnTo>
                    <a:pt x="0" y="95250"/>
                  </a:lnTo>
                  <a:lnTo>
                    <a:pt x="0" y="97777"/>
                  </a:lnTo>
                  <a:lnTo>
                    <a:pt x="27940" y="97777"/>
                  </a:lnTo>
                  <a:lnTo>
                    <a:pt x="27940" y="95250"/>
                  </a:lnTo>
                  <a:close/>
                </a:path>
                <a:path w="27939" h="181610">
                  <a:moveTo>
                    <a:pt x="27940" y="91440"/>
                  </a:moveTo>
                  <a:lnTo>
                    <a:pt x="0" y="91440"/>
                  </a:lnTo>
                  <a:lnTo>
                    <a:pt x="0" y="95237"/>
                  </a:lnTo>
                  <a:lnTo>
                    <a:pt x="27940" y="95237"/>
                  </a:lnTo>
                  <a:lnTo>
                    <a:pt x="27940" y="91440"/>
                  </a:lnTo>
                  <a:close/>
                </a:path>
                <a:path w="27939" h="181610">
                  <a:moveTo>
                    <a:pt x="27940" y="82550"/>
                  </a:moveTo>
                  <a:lnTo>
                    <a:pt x="0" y="82550"/>
                  </a:lnTo>
                  <a:lnTo>
                    <a:pt x="0" y="91427"/>
                  </a:lnTo>
                  <a:lnTo>
                    <a:pt x="27940" y="91427"/>
                  </a:lnTo>
                  <a:lnTo>
                    <a:pt x="27940" y="82550"/>
                  </a:lnTo>
                  <a:close/>
                </a:path>
                <a:path w="27939" h="181610">
                  <a:moveTo>
                    <a:pt x="27940" y="72390"/>
                  </a:moveTo>
                  <a:lnTo>
                    <a:pt x="0" y="72390"/>
                  </a:lnTo>
                  <a:lnTo>
                    <a:pt x="0" y="82537"/>
                  </a:lnTo>
                  <a:lnTo>
                    <a:pt x="27940" y="82537"/>
                  </a:lnTo>
                  <a:lnTo>
                    <a:pt x="27940" y="72390"/>
                  </a:lnTo>
                  <a:close/>
                </a:path>
                <a:path w="27939" h="181610">
                  <a:moveTo>
                    <a:pt x="27940" y="63500"/>
                  </a:moveTo>
                  <a:lnTo>
                    <a:pt x="0" y="63500"/>
                  </a:lnTo>
                  <a:lnTo>
                    <a:pt x="0" y="72377"/>
                  </a:lnTo>
                  <a:lnTo>
                    <a:pt x="27940" y="72377"/>
                  </a:lnTo>
                  <a:lnTo>
                    <a:pt x="27940" y="63500"/>
                  </a:lnTo>
                  <a:close/>
                </a:path>
                <a:path w="27939" h="181610">
                  <a:moveTo>
                    <a:pt x="27940" y="53340"/>
                  </a:moveTo>
                  <a:lnTo>
                    <a:pt x="0" y="53340"/>
                  </a:lnTo>
                  <a:lnTo>
                    <a:pt x="0" y="63487"/>
                  </a:lnTo>
                  <a:lnTo>
                    <a:pt x="27940" y="63487"/>
                  </a:lnTo>
                  <a:lnTo>
                    <a:pt x="27940" y="53340"/>
                  </a:lnTo>
                  <a:close/>
                </a:path>
                <a:path w="27939" h="181610">
                  <a:moveTo>
                    <a:pt x="27940" y="50800"/>
                  </a:moveTo>
                  <a:lnTo>
                    <a:pt x="0" y="50800"/>
                  </a:lnTo>
                  <a:lnTo>
                    <a:pt x="0" y="53327"/>
                  </a:lnTo>
                  <a:lnTo>
                    <a:pt x="27940" y="53327"/>
                  </a:lnTo>
                  <a:lnTo>
                    <a:pt x="27940" y="50800"/>
                  </a:lnTo>
                  <a:close/>
                </a:path>
                <a:path w="27939" h="181610">
                  <a:moveTo>
                    <a:pt x="27940" y="46990"/>
                  </a:moveTo>
                  <a:lnTo>
                    <a:pt x="0" y="46990"/>
                  </a:lnTo>
                  <a:lnTo>
                    <a:pt x="0" y="50787"/>
                  </a:lnTo>
                  <a:lnTo>
                    <a:pt x="27940" y="50787"/>
                  </a:lnTo>
                  <a:lnTo>
                    <a:pt x="27940" y="46990"/>
                  </a:lnTo>
                  <a:close/>
                </a:path>
                <a:path w="27939" h="181610">
                  <a:moveTo>
                    <a:pt x="27940" y="40640"/>
                  </a:moveTo>
                  <a:lnTo>
                    <a:pt x="0" y="40640"/>
                  </a:lnTo>
                  <a:lnTo>
                    <a:pt x="0" y="46977"/>
                  </a:lnTo>
                  <a:lnTo>
                    <a:pt x="27940" y="46977"/>
                  </a:lnTo>
                  <a:lnTo>
                    <a:pt x="27940" y="40640"/>
                  </a:lnTo>
                  <a:close/>
                </a:path>
                <a:path w="27939" h="181610">
                  <a:moveTo>
                    <a:pt x="27940" y="34290"/>
                  </a:moveTo>
                  <a:lnTo>
                    <a:pt x="0" y="34290"/>
                  </a:lnTo>
                  <a:lnTo>
                    <a:pt x="0" y="40627"/>
                  </a:lnTo>
                  <a:lnTo>
                    <a:pt x="27940" y="40627"/>
                  </a:lnTo>
                  <a:lnTo>
                    <a:pt x="27940" y="34290"/>
                  </a:lnTo>
                  <a:close/>
                </a:path>
                <a:path w="27939" h="181610">
                  <a:moveTo>
                    <a:pt x="27940" y="27940"/>
                  </a:moveTo>
                  <a:lnTo>
                    <a:pt x="0" y="27940"/>
                  </a:lnTo>
                  <a:lnTo>
                    <a:pt x="0" y="34277"/>
                  </a:lnTo>
                  <a:lnTo>
                    <a:pt x="27940" y="34277"/>
                  </a:lnTo>
                  <a:lnTo>
                    <a:pt x="27940" y="27940"/>
                  </a:lnTo>
                  <a:close/>
                </a:path>
                <a:path w="27939" h="181610">
                  <a:moveTo>
                    <a:pt x="27940" y="25400"/>
                  </a:moveTo>
                  <a:lnTo>
                    <a:pt x="0" y="25400"/>
                  </a:lnTo>
                  <a:lnTo>
                    <a:pt x="0" y="27927"/>
                  </a:lnTo>
                  <a:lnTo>
                    <a:pt x="27940" y="27927"/>
                  </a:lnTo>
                  <a:lnTo>
                    <a:pt x="27940" y="25400"/>
                  </a:lnTo>
                  <a:close/>
                </a:path>
                <a:path w="27939" h="181610">
                  <a:moveTo>
                    <a:pt x="2794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27940" y="25387"/>
                  </a:lnTo>
                  <a:lnTo>
                    <a:pt x="27940" y="21590"/>
                  </a:lnTo>
                  <a:close/>
                </a:path>
                <a:path w="27939" h="181610">
                  <a:moveTo>
                    <a:pt x="27940" y="15240"/>
                  </a:moveTo>
                  <a:lnTo>
                    <a:pt x="0" y="15240"/>
                  </a:lnTo>
                  <a:lnTo>
                    <a:pt x="0" y="21577"/>
                  </a:lnTo>
                  <a:lnTo>
                    <a:pt x="27940" y="21577"/>
                  </a:lnTo>
                  <a:lnTo>
                    <a:pt x="27940" y="15240"/>
                  </a:lnTo>
                  <a:close/>
                </a:path>
                <a:path w="27939" h="181610">
                  <a:moveTo>
                    <a:pt x="2794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27940" y="15227"/>
                  </a:lnTo>
                  <a:lnTo>
                    <a:pt x="27940" y="12700"/>
                  </a:lnTo>
                  <a:close/>
                </a:path>
                <a:path w="27939" h="181610">
                  <a:moveTo>
                    <a:pt x="2794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27940" y="12687"/>
                  </a:lnTo>
                  <a:lnTo>
                    <a:pt x="27940" y="8890"/>
                  </a:lnTo>
                  <a:close/>
                </a:path>
                <a:path w="27939" h="181610">
                  <a:moveTo>
                    <a:pt x="27940" y="0"/>
                  </a:moveTo>
                  <a:lnTo>
                    <a:pt x="0" y="0"/>
                  </a:lnTo>
                  <a:lnTo>
                    <a:pt x="0" y="8877"/>
                  </a:lnTo>
                  <a:lnTo>
                    <a:pt x="27940" y="8877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2953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4" name="object 3794"/>
            <p:cNvSpPr/>
            <p:nvPr/>
          </p:nvSpPr>
          <p:spPr>
            <a:xfrm>
              <a:off x="5086350" y="4709160"/>
              <a:ext cx="27940" cy="1295400"/>
            </a:xfrm>
            <a:custGeom>
              <a:avLst/>
              <a:gdLst/>
              <a:ahLst/>
              <a:cxnLst/>
              <a:rect l="l" t="t" r="r" b="b"/>
              <a:pathLst>
                <a:path w="27939" h="1295400">
                  <a:moveTo>
                    <a:pt x="20320" y="0"/>
                  </a:moveTo>
                  <a:lnTo>
                    <a:pt x="19050" y="0"/>
                  </a:lnTo>
                  <a:lnTo>
                    <a:pt x="19050" y="5079"/>
                  </a:lnTo>
                  <a:lnTo>
                    <a:pt x="24129" y="5079"/>
                  </a:lnTo>
                  <a:lnTo>
                    <a:pt x="24129" y="3809"/>
                  </a:lnTo>
                  <a:lnTo>
                    <a:pt x="22860" y="3809"/>
                  </a:lnTo>
                  <a:lnTo>
                    <a:pt x="22860" y="2539"/>
                  </a:lnTo>
                  <a:lnTo>
                    <a:pt x="21589" y="2539"/>
                  </a:lnTo>
                  <a:lnTo>
                    <a:pt x="21589" y="1269"/>
                  </a:lnTo>
                  <a:lnTo>
                    <a:pt x="20320" y="1269"/>
                  </a:lnTo>
                  <a:lnTo>
                    <a:pt x="20320" y="0"/>
                  </a:lnTo>
                  <a:close/>
                </a:path>
                <a:path w="27939" h="1295400">
                  <a:moveTo>
                    <a:pt x="25400" y="5080"/>
                  </a:moveTo>
                  <a:lnTo>
                    <a:pt x="19050" y="5080"/>
                  </a:lnTo>
                  <a:lnTo>
                    <a:pt x="19050" y="11429"/>
                  </a:lnTo>
                  <a:lnTo>
                    <a:pt x="27939" y="11429"/>
                  </a:lnTo>
                  <a:lnTo>
                    <a:pt x="27939" y="7619"/>
                  </a:lnTo>
                  <a:lnTo>
                    <a:pt x="26670" y="7619"/>
                  </a:lnTo>
                  <a:lnTo>
                    <a:pt x="26670" y="6350"/>
                  </a:lnTo>
                  <a:lnTo>
                    <a:pt x="25400" y="6350"/>
                  </a:lnTo>
                  <a:lnTo>
                    <a:pt x="25400" y="5080"/>
                  </a:lnTo>
                  <a:close/>
                </a:path>
                <a:path w="27939" h="1295400">
                  <a:moveTo>
                    <a:pt x="27939" y="11430"/>
                  </a:moveTo>
                  <a:lnTo>
                    <a:pt x="19050" y="11430"/>
                  </a:lnTo>
                  <a:lnTo>
                    <a:pt x="19050" y="17779"/>
                  </a:lnTo>
                  <a:lnTo>
                    <a:pt x="27939" y="17779"/>
                  </a:lnTo>
                  <a:lnTo>
                    <a:pt x="27939" y="11430"/>
                  </a:lnTo>
                  <a:close/>
                </a:path>
                <a:path w="27939" h="1295400">
                  <a:moveTo>
                    <a:pt x="27939" y="17780"/>
                  </a:moveTo>
                  <a:lnTo>
                    <a:pt x="19050" y="17780"/>
                  </a:lnTo>
                  <a:lnTo>
                    <a:pt x="19050" y="24129"/>
                  </a:lnTo>
                  <a:lnTo>
                    <a:pt x="27939" y="24129"/>
                  </a:lnTo>
                  <a:lnTo>
                    <a:pt x="27939" y="17780"/>
                  </a:lnTo>
                  <a:close/>
                </a:path>
                <a:path w="27939" h="1295400">
                  <a:moveTo>
                    <a:pt x="27939" y="24130"/>
                  </a:moveTo>
                  <a:lnTo>
                    <a:pt x="19050" y="24130"/>
                  </a:lnTo>
                  <a:lnTo>
                    <a:pt x="19050" y="30479"/>
                  </a:lnTo>
                  <a:lnTo>
                    <a:pt x="27939" y="30479"/>
                  </a:lnTo>
                  <a:lnTo>
                    <a:pt x="27939" y="24130"/>
                  </a:lnTo>
                  <a:close/>
                </a:path>
                <a:path w="27939" h="1295400">
                  <a:moveTo>
                    <a:pt x="27939" y="30480"/>
                  </a:moveTo>
                  <a:lnTo>
                    <a:pt x="19050" y="30480"/>
                  </a:lnTo>
                  <a:lnTo>
                    <a:pt x="19050" y="36829"/>
                  </a:lnTo>
                  <a:lnTo>
                    <a:pt x="27939" y="36829"/>
                  </a:lnTo>
                  <a:lnTo>
                    <a:pt x="27939" y="30480"/>
                  </a:lnTo>
                  <a:close/>
                </a:path>
                <a:path w="27939" h="1295400">
                  <a:moveTo>
                    <a:pt x="27939" y="36830"/>
                  </a:moveTo>
                  <a:lnTo>
                    <a:pt x="19050" y="36830"/>
                  </a:lnTo>
                  <a:lnTo>
                    <a:pt x="19050" y="43179"/>
                  </a:lnTo>
                  <a:lnTo>
                    <a:pt x="27939" y="43179"/>
                  </a:lnTo>
                  <a:lnTo>
                    <a:pt x="27939" y="36830"/>
                  </a:lnTo>
                  <a:close/>
                </a:path>
                <a:path w="27939" h="1295400">
                  <a:moveTo>
                    <a:pt x="27939" y="43180"/>
                  </a:moveTo>
                  <a:lnTo>
                    <a:pt x="19050" y="43180"/>
                  </a:lnTo>
                  <a:lnTo>
                    <a:pt x="19050" y="49529"/>
                  </a:lnTo>
                  <a:lnTo>
                    <a:pt x="27939" y="49529"/>
                  </a:lnTo>
                  <a:lnTo>
                    <a:pt x="27939" y="43180"/>
                  </a:lnTo>
                  <a:close/>
                </a:path>
                <a:path w="27939" h="1295400">
                  <a:moveTo>
                    <a:pt x="27939" y="49530"/>
                  </a:moveTo>
                  <a:lnTo>
                    <a:pt x="19050" y="49530"/>
                  </a:lnTo>
                  <a:lnTo>
                    <a:pt x="19050" y="55879"/>
                  </a:lnTo>
                  <a:lnTo>
                    <a:pt x="27939" y="55879"/>
                  </a:lnTo>
                  <a:lnTo>
                    <a:pt x="27939" y="49530"/>
                  </a:lnTo>
                  <a:close/>
                </a:path>
                <a:path w="27939" h="1295400">
                  <a:moveTo>
                    <a:pt x="27939" y="55880"/>
                  </a:moveTo>
                  <a:lnTo>
                    <a:pt x="19050" y="55880"/>
                  </a:lnTo>
                  <a:lnTo>
                    <a:pt x="19050" y="62229"/>
                  </a:lnTo>
                  <a:lnTo>
                    <a:pt x="27939" y="62229"/>
                  </a:lnTo>
                  <a:lnTo>
                    <a:pt x="27939" y="55880"/>
                  </a:lnTo>
                  <a:close/>
                </a:path>
                <a:path w="27939" h="1295400">
                  <a:moveTo>
                    <a:pt x="27939" y="62230"/>
                  </a:moveTo>
                  <a:lnTo>
                    <a:pt x="19050" y="62230"/>
                  </a:lnTo>
                  <a:lnTo>
                    <a:pt x="19050" y="68579"/>
                  </a:lnTo>
                  <a:lnTo>
                    <a:pt x="27939" y="68579"/>
                  </a:lnTo>
                  <a:lnTo>
                    <a:pt x="27939" y="62230"/>
                  </a:lnTo>
                  <a:close/>
                </a:path>
                <a:path w="27939" h="1295400">
                  <a:moveTo>
                    <a:pt x="27939" y="68580"/>
                  </a:moveTo>
                  <a:lnTo>
                    <a:pt x="19050" y="68580"/>
                  </a:lnTo>
                  <a:lnTo>
                    <a:pt x="19050" y="74929"/>
                  </a:lnTo>
                  <a:lnTo>
                    <a:pt x="27939" y="74929"/>
                  </a:lnTo>
                  <a:lnTo>
                    <a:pt x="27939" y="68580"/>
                  </a:lnTo>
                  <a:close/>
                </a:path>
                <a:path w="27939" h="1295400">
                  <a:moveTo>
                    <a:pt x="27939" y="74930"/>
                  </a:moveTo>
                  <a:lnTo>
                    <a:pt x="19050" y="74930"/>
                  </a:lnTo>
                  <a:lnTo>
                    <a:pt x="19050" y="81279"/>
                  </a:lnTo>
                  <a:lnTo>
                    <a:pt x="27939" y="81279"/>
                  </a:lnTo>
                  <a:lnTo>
                    <a:pt x="27939" y="74930"/>
                  </a:lnTo>
                  <a:close/>
                </a:path>
                <a:path w="27939" h="1295400">
                  <a:moveTo>
                    <a:pt x="27939" y="81280"/>
                  </a:moveTo>
                  <a:lnTo>
                    <a:pt x="19050" y="81280"/>
                  </a:lnTo>
                  <a:lnTo>
                    <a:pt x="19050" y="87629"/>
                  </a:lnTo>
                  <a:lnTo>
                    <a:pt x="27939" y="87629"/>
                  </a:lnTo>
                  <a:lnTo>
                    <a:pt x="27939" y="81280"/>
                  </a:lnTo>
                  <a:close/>
                </a:path>
                <a:path w="27939" h="1295400">
                  <a:moveTo>
                    <a:pt x="27939" y="87630"/>
                  </a:moveTo>
                  <a:lnTo>
                    <a:pt x="19050" y="87630"/>
                  </a:lnTo>
                  <a:lnTo>
                    <a:pt x="19050" y="93979"/>
                  </a:lnTo>
                  <a:lnTo>
                    <a:pt x="27939" y="93979"/>
                  </a:lnTo>
                  <a:lnTo>
                    <a:pt x="27939" y="87630"/>
                  </a:lnTo>
                  <a:close/>
                </a:path>
                <a:path w="27939" h="1295400">
                  <a:moveTo>
                    <a:pt x="27939" y="93980"/>
                  </a:moveTo>
                  <a:lnTo>
                    <a:pt x="19050" y="93980"/>
                  </a:lnTo>
                  <a:lnTo>
                    <a:pt x="19050" y="100329"/>
                  </a:lnTo>
                  <a:lnTo>
                    <a:pt x="27939" y="100329"/>
                  </a:lnTo>
                  <a:lnTo>
                    <a:pt x="27939" y="93980"/>
                  </a:lnTo>
                  <a:close/>
                </a:path>
                <a:path w="27939" h="1295400">
                  <a:moveTo>
                    <a:pt x="27939" y="100330"/>
                  </a:moveTo>
                  <a:lnTo>
                    <a:pt x="19050" y="100330"/>
                  </a:lnTo>
                  <a:lnTo>
                    <a:pt x="19050" y="106679"/>
                  </a:lnTo>
                  <a:lnTo>
                    <a:pt x="27939" y="106679"/>
                  </a:lnTo>
                  <a:lnTo>
                    <a:pt x="27939" y="100330"/>
                  </a:lnTo>
                  <a:close/>
                </a:path>
                <a:path w="27939" h="1295400">
                  <a:moveTo>
                    <a:pt x="27939" y="106680"/>
                  </a:moveTo>
                  <a:lnTo>
                    <a:pt x="19050" y="106680"/>
                  </a:lnTo>
                  <a:lnTo>
                    <a:pt x="19050" y="113029"/>
                  </a:lnTo>
                  <a:lnTo>
                    <a:pt x="27939" y="113029"/>
                  </a:lnTo>
                  <a:lnTo>
                    <a:pt x="27939" y="106680"/>
                  </a:lnTo>
                  <a:close/>
                </a:path>
                <a:path w="27939" h="1295400">
                  <a:moveTo>
                    <a:pt x="27939" y="113030"/>
                  </a:moveTo>
                  <a:lnTo>
                    <a:pt x="19050" y="113030"/>
                  </a:lnTo>
                  <a:lnTo>
                    <a:pt x="19050" y="119379"/>
                  </a:lnTo>
                  <a:lnTo>
                    <a:pt x="27939" y="119379"/>
                  </a:lnTo>
                  <a:lnTo>
                    <a:pt x="27939" y="113030"/>
                  </a:lnTo>
                  <a:close/>
                </a:path>
                <a:path w="27939" h="1295400">
                  <a:moveTo>
                    <a:pt x="27939" y="119380"/>
                  </a:moveTo>
                  <a:lnTo>
                    <a:pt x="19050" y="119380"/>
                  </a:lnTo>
                  <a:lnTo>
                    <a:pt x="19050" y="125729"/>
                  </a:lnTo>
                  <a:lnTo>
                    <a:pt x="27939" y="125729"/>
                  </a:lnTo>
                  <a:lnTo>
                    <a:pt x="27939" y="119380"/>
                  </a:lnTo>
                  <a:close/>
                </a:path>
                <a:path w="27939" h="1295400">
                  <a:moveTo>
                    <a:pt x="27939" y="125730"/>
                  </a:moveTo>
                  <a:lnTo>
                    <a:pt x="19050" y="125730"/>
                  </a:lnTo>
                  <a:lnTo>
                    <a:pt x="19050" y="132079"/>
                  </a:lnTo>
                  <a:lnTo>
                    <a:pt x="27939" y="132079"/>
                  </a:lnTo>
                  <a:lnTo>
                    <a:pt x="27939" y="125730"/>
                  </a:lnTo>
                  <a:close/>
                </a:path>
                <a:path w="27939" h="1295400">
                  <a:moveTo>
                    <a:pt x="27939" y="132080"/>
                  </a:moveTo>
                  <a:lnTo>
                    <a:pt x="19050" y="132080"/>
                  </a:lnTo>
                  <a:lnTo>
                    <a:pt x="19050" y="138429"/>
                  </a:lnTo>
                  <a:lnTo>
                    <a:pt x="27939" y="138429"/>
                  </a:lnTo>
                  <a:lnTo>
                    <a:pt x="27939" y="132080"/>
                  </a:lnTo>
                  <a:close/>
                </a:path>
                <a:path w="27939" h="1295400">
                  <a:moveTo>
                    <a:pt x="27939" y="138430"/>
                  </a:moveTo>
                  <a:lnTo>
                    <a:pt x="19050" y="138430"/>
                  </a:lnTo>
                  <a:lnTo>
                    <a:pt x="19050" y="144779"/>
                  </a:lnTo>
                  <a:lnTo>
                    <a:pt x="27939" y="144779"/>
                  </a:lnTo>
                  <a:lnTo>
                    <a:pt x="27939" y="138430"/>
                  </a:lnTo>
                  <a:close/>
                </a:path>
                <a:path w="27939" h="1295400">
                  <a:moveTo>
                    <a:pt x="27939" y="144780"/>
                  </a:moveTo>
                  <a:lnTo>
                    <a:pt x="19050" y="144780"/>
                  </a:lnTo>
                  <a:lnTo>
                    <a:pt x="19050" y="151129"/>
                  </a:lnTo>
                  <a:lnTo>
                    <a:pt x="27939" y="151129"/>
                  </a:lnTo>
                  <a:lnTo>
                    <a:pt x="27939" y="144780"/>
                  </a:lnTo>
                  <a:close/>
                </a:path>
                <a:path w="27939" h="1295400">
                  <a:moveTo>
                    <a:pt x="27939" y="151130"/>
                  </a:moveTo>
                  <a:lnTo>
                    <a:pt x="19050" y="151130"/>
                  </a:lnTo>
                  <a:lnTo>
                    <a:pt x="19050" y="157479"/>
                  </a:lnTo>
                  <a:lnTo>
                    <a:pt x="27939" y="157479"/>
                  </a:lnTo>
                  <a:lnTo>
                    <a:pt x="27939" y="151130"/>
                  </a:lnTo>
                  <a:close/>
                </a:path>
                <a:path w="27939" h="1295400">
                  <a:moveTo>
                    <a:pt x="27939" y="157480"/>
                  </a:moveTo>
                  <a:lnTo>
                    <a:pt x="19050" y="157480"/>
                  </a:lnTo>
                  <a:lnTo>
                    <a:pt x="19050" y="163829"/>
                  </a:lnTo>
                  <a:lnTo>
                    <a:pt x="27939" y="163829"/>
                  </a:lnTo>
                  <a:lnTo>
                    <a:pt x="27939" y="157480"/>
                  </a:lnTo>
                  <a:close/>
                </a:path>
                <a:path w="27939" h="1295400">
                  <a:moveTo>
                    <a:pt x="27939" y="163830"/>
                  </a:moveTo>
                  <a:lnTo>
                    <a:pt x="19050" y="163830"/>
                  </a:lnTo>
                  <a:lnTo>
                    <a:pt x="19050" y="170179"/>
                  </a:lnTo>
                  <a:lnTo>
                    <a:pt x="27939" y="170179"/>
                  </a:lnTo>
                  <a:lnTo>
                    <a:pt x="27939" y="163830"/>
                  </a:lnTo>
                  <a:close/>
                </a:path>
                <a:path w="27939" h="1295400">
                  <a:moveTo>
                    <a:pt x="27939" y="170180"/>
                  </a:moveTo>
                  <a:lnTo>
                    <a:pt x="19050" y="170180"/>
                  </a:lnTo>
                  <a:lnTo>
                    <a:pt x="19050" y="176529"/>
                  </a:lnTo>
                  <a:lnTo>
                    <a:pt x="27939" y="176529"/>
                  </a:lnTo>
                  <a:lnTo>
                    <a:pt x="27939" y="170180"/>
                  </a:lnTo>
                  <a:close/>
                </a:path>
                <a:path w="27939" h="1295400">
                  <a:moveTo>
                    <a:pt x="27939" y="176530"/>
                  </a:moveTo>
                  <a:lnTo>
                    <a:pt x="19050" y="176530"/>
                  </a:lnTo>
                  <a:lnTo>
                    <a:pt x="19050" y="182879"/>
                  </a:lnTo>
                  <a:lnTo>
                    <a:pt x="27939" y="182879"/>
                  </a:lnTo>
                  <a:lnTo>
                    <a:pt x="27939" y="176530"/>
                  </a:lnTo>
                  <a:close/>
                </a:path>
                <a:path w="27939" h="1295400">
                  <a:moveTo>
                    <a:pt x="27939" y="182880"/>
                  </a:moveTo>
                  <a:lnTo>
                    <a:pt x="19050" y="182880"/>
                  </a:lnTo>
                  <a:lnTo>
                    <a:pt x="19050" y="189229"/>
                  </a:lnTo>
                  <a:lnTo>
                    <a:pt x="27939" y="189229"/>
                  </a:lnTo>
                  <a:lnTo>
                    <a:pt x="27939" y="182880"/>
                  </a:lnTo>
                  <a:close/>
                </a:path>
                <a:path w="27939" h="1295400">
                  <a:moveTo>
                    <a:pt x="27939" y="189230"/>
                  </a:moveTo>
                  <a:lnTo>
                    <a:pt x="19050" y="189230"/>
                  </a:lnTo>
                  <a:lnTo>
                    <a:pt x="19050" y="195579"/>
                  </a:lnTo>
                  <a:lnTo>
                    <a:pt x="27939" y="195579"/>
                  </a:lnTo>
                  <a:lnTo>
                    <a:pt x="27939" y="189230"/>
                  </a:lnTo>
                  <a:close/>
                </a:path>
                <a:path w="27939" h="1295400">
                  <a:moveTo>
                    <a:pt x="27939" y="195580"/>
                  </a:moveTo>
                  <a:lnTo>
                    <a:pt x="19050" y="195580"/>
                  </a:lnTo>
                  <a:lnTo>
                    <a:pt x="19050" y="201929"/>
                  </a:lnTo>
                  <a:lnTo>
                    <a:pt x="27939" y="201929"/>
                  </a:lnTo>
                  <a:lnTo>
                    <a:pt x="27939" y="195580"/>
                  </a:lnTo>
                  <a:close/>
                </a:path>
                <a:path w="27939" h="1295400">
                  <a:moveTo>
                    <a:pt x="27939" y="201930"/>
                  </a:moveTo>
                  <a:lnTo>
                    <a:pt x="19050" y="201930"/>
                  </a:lnTo>
                  <a:lnTo>
                    <a:pt x="19050" y="208279"/>
                  </a:lnTo>
                  <a:lnTo>
                    <a:pt x="27939" y="208279"/>
                  </a:lnTo>
                  <a:lnTo>
                    <a:pt x="27939" y="201930"/>
                  </a:lnTo>
                  <a:close/>
                </a:path>
                <a:path w="27939" h="1295400">
                  <a:moveTo>
                    <a:pt x="27939" y="208280"/>
                  </a:moveTo>
                  <a:lnTo>
                    <a:pt x="19050" y="208280"/>
                  </a:lnTo>
                  <a:lnTo>
                    <a:pt x="19050" y="214629"/>
                  </a:lnTo>
                  <a:lnTo>
                    <a:pt x="27939" y="214629"/>
                  </a:lnTo>
                  <a:lnTo>
                    <a:pt x="27939" y="208280"/>
                  </a:lnTo>
                  <a:close/>
                </a:path>
                <a:path w="27939" h="1295400">
                  <a:moveTo>
                    <a:pt x="27939" y="214630"/>
                  </a:moveTo>
                  <a:lnTo>
                    <a:pt x="19050" y="214630"/>
                  </a:lnTo>
                  <a:lnTo>
                    <a:pt x="19050" y="220979"/>
                  </a:lnTo>
                  <a:lnTo>
                    <a:pt x="27939" y="220979"/>
                  </a:lnTo>
                  <a:lnTo>
                    <a:pt x="27939" y="214630"/>
                  </a:lnTo>
                  <a:close/>
                </a:path>
                <a:path w="27939" h="1295400">
                  <a:moveTo>
                    <a:pt x="27939" y="220980"/>
                  </a:moveTo>
                  <a:lnTo>
                    <a:pt x="19050" y="220980"/>
                  </a:lnTo>
                  <a:lnTo>
                    <a:pt x="19050" y="227329"/>
                  </a:lnTo>
                  <a:lnTo>
                    <a:pt x="27939" y="227329"/>
                  </a:lnTo>
                  <a:lnTo>
                    <a:pt x="27939" y="220980"/>
                  </a:lnTo>
                  <a:close/>
                </a:path>
                <a:path w="27939" h="1295400">
                  <a:moveTo>
                    <a:pt x="27939" y="227330"/>
                  </a:moveTo>
                  <a:lnTo>
                    <a:pt x="19050" y="227330"/>
                  </a:lnTo>
                  <a:lnTo>
                    <a:pt x="19050" y="233679"/>
                  </a:lnTo>
                  <a:lnTo>
                    <a:pt x="27939" y="233679"/>
                  </a:lnTo>
                  <a:lnTo>
                    <a:pt x="27939" y="227330"/>
                  </a:lnTo>
                  <a:close/>
                </a:path>
                <a:path w="27939" h="1295400">
                  <a:moveTo>
                    <a:pt x="27939" y="233680"/>
                  </a:moveTo>
                  <a:lnTo>
                    <a:pt x="19050" y="233680"/>
                  </a:lnTo>
                  <a:lnTo>
                    <a:pt x="19050" y="240029"/>
                  </a:lnTo>
                  <a:lnTo>
                    <a:pt x="27939" y="240029"/>
                  </a:lnTo>
                  <a:lnTo>
                    <a:pt x="27939" y="233680"/>
                  </a:lnTo>
                  <a:close/>
                </a:path>
                <a:path w="27939" h="1295400">
                  <a:moveTo>
                    <a:pt x="27939" y="240030"/>
                  </a:moveTo>
                  <a:lnTo>
                    <a:pt x="19050" y="240030"/>
                  </a:lnTo>
                  <a:lnTo>
                    <a:pt x="19050" y="246379"/>
                  </a:lnTo>
                  <a:lnTo>
                    <a:pt x="27939" y="246379"/>
                  </a:lnTo>
                  <a:lnTo>
                    <a:pt x="27939" y="240030"/>
                  </a:lnTo>
                  <a:close/>
                </a:path>
                <a:path w="27939" h="1295400">
                  <a:moveTo>
                    <a:pt x="27939" y="246380"/>
                  </a:moveTo>
                  <a:lnTo>
                    <a:pt x="19050" y="246380"/>
                  </a:lnTo>
                  <a:lnTo>
                    <a:pt x="19050" y="252729"/>
                  </a:lnTo>
                  <a:lnTo>
                    <a:pt x="27939" y="252729"/>
                  </a:lnTo>
                  <a:lnTo>
                    <a:pt x="27939" y="246380"/>
                  </a:lnTo>
                  <a:close/>
                </a:path>
                <a:path w="27939" h="1295400">
                  <a:moveTo>
                    <a:pt x="27939" y="252730"/>
                  </a:moveTo>
                  <a:lnTo>
                    <a:pt x="19050" y="252730"/>
                  </a:lnTo>
                  <a:lnTo>
                    <a:pt x="19050" y="259079"/>
                  </a:lnTo>
                  <a:lnTo>
                    <a:pt x="27939" y="259079"/>
                  </a:lnTo>
                  <a:lnTo>
                    <a:pt x="27939" y="252730"/>
                  </a:lnTo>
                  <a:close/>
                </a:path>
                <a:path w="27939" h="1295400">
                  <a:moveTo>
                    <a:pt x="27939" y="259080"/>
                  </a:moveTo>
                  <a:lnTo>
                    <a:pt x="19050" y="259080"/>
                  </a:lnTo>
                  <a:lnTo>
                    <a:pt x="19050" y="265429"/>
                  </a:lnTo>
                  <a:lnTo>
                    <a:pt x="27939" y="265429"/>
                  </a:lnTo>
                  <a:lnTo>
                    <a:pt x="27939" y="259080"/>
                  </a:lnTo>
                  <a:close/>
                </a:path>
                <a:path w="27939" h="1295400">
                  <a:moveTo>
                    <a:pt x="27939" y="265430"/>
                  </a:moveTo>
                  <a:lnTo>
                    <a:pt x="19050" y="265430"/>
                  </a:lnTo>
                  <a:lnTo>
                    <a:pt x="19050" y="271779"/>
                  </a:lnTo>
                  <a:lnTo>
                    <a:pt x="27939" y="271779"/>
                  </a:lnTo>
                  <a:lnTo>
                    <a:pt x="27939" y="265430"/>
                  </a:lnTo>
                  <a:close/>
                </a:path>
                <a:path w="27939" h="1295400">
                  <a:moveTo>
                    <a:pt x="27939" y="271780"/>
                  </a:moveTo>
                  <a:lnTo>
                    <a:pt x="19050" y="271780"/>
                  </a:lnTo>
                  <a:lnTo>
                    <a:pt x="19050" y="278129"/>
                  </a:lnTo>
                  <a:lnTo>
                    <a:pt x="27939" y="278129"/>
                  </a:lnTo>
                  <a:lnTo>
                    <a:pt x="27939" y="271780"/>
                  </a:lnTo>
                  <a:close/>
                </a:path>
                <a:path w="27939" h="1295400">
                  <a:moveTo>
                    <a:pt x="27939" y="278130"/>
                  </a:moveTo>
                  <a:lnTo>
                    <a:pt x="19050" y="278130"/>
                  </a:lnTo>
                  <a:lnTo>
                    <a:pt x="19050" y="284479"/>
                  </a:lnTo>
                  <a:lnTo>
                    <a:pt x="27939" y="284479"/>
                  </a:lnTo>
                  <a:lnTo>
                    <a:pt x="27939" y="278130"/>
                  </a:lnTo>
                  <a:close/>
                </a:path>
                <a:path w="27939" h="1295400">
                  <a:moveTo>
                    <a:pt x="27939" y="284480"/>
                  </a:moveTo>
                  <a:lnTo>
                    <a:pt x="19050" y="284480"/>
                  </a:lnTo>
                  <a:lnTo>
                    <a:pt x="19050" y="290829"/>
                  </a:lnTo>
                  <a:lnTo>
                    <a:pt x="27939" y="290829"/>
                  </a:lnTo>
                  <a:lnTo>
                    <a:pt x="27939" y="284480"/>
                  </a:lnTo>
                  <a:close/>
                </a:path>
                <a:path w="27939" h="1295400">
                  <a:moveTo>
                    <a:pt x="27939" y="290830"/>
                  </a:moveTo>
                  <a:lnTo>
                    <a:pt x="19050" y="290830"/>
                  </a:lnTo>
                  <a:lnTo>
                    <a:pt x="19050" y="297179"/>
                  </a:lnTo>
                  <a:lnTo>
                    <a:pt x="27939" y="297179"/>
                  </a:lnTo>
                  <a:lnTo>
                    <a:pt x="27939" y="290830"/>
                  </a:lnTo>
                  <a:close/>
                </a:path>
                <a:path w="27939" h="1295400">
                  <a:moveTo>
                    <a:pt x="27939" y="297180"/>
                  </a:moveTo>
                  <a:lnTo>
                    <a:pt x="19050" y="297180"/>
                  </a:lnTo>
                  <a:lnTo>
                    <a:pt x="19050" y="303529"/>
                  </a:lnTo>
                  <a:lnTo>
                    <a:pt x="27939" y="303529"/>
                  </a:lnTo>
                  <a:lnTo>
                    <a:pt x="27939" y="297180"/>
                  </a:lnTo>
                  <a:close/>
                </a:path>
                <a:path w="27939" h="1295400">
                  <a:moveTo>
                    <a:pt x="27939" y="303530"/>
                  </a:moveTo>
                  <a:lnTo>
                    <a:pt x="19050" y="303530"/>
                  </a:lnTo>
                  <a:lnTo>
                    <a:pt x="19050" y="309879"/>
                  </a:lnTo>
                  <a:lnTo>
                    <a:pt x="27939" y="309879"/>
                  </a:lnTo>
                  <a:lnTo>
                    <a:pt x="27939" y="303530"/>
                  </a:lnTo>
                  <a:close/>
                </a:path>
                <a:path w="27939" h="1295400">
                  <a:moveTo>
                    <a:pt x="27939" y="309880"/>
                  </a:moveTo>
                  <a:lnTo>
                    <a:pt x="19050" y="309880"/>
                  </a:lnTo>
                  <a:lnTo>
                    <a:pt x="19050" y="316229"/>
                  </a:lnTo>
                  <a:lnTo>
                    <a:pt x="27939" y="316229"/>
                  </a:lnTo>
                  <a:lnTo>
                    <a:pt x="27939" y="309880"/>
                  </a:lnTo>
                  <a:close/>
                </a:path>
                <a:path w="27939" h="1295400">
                  <a:moveTo>
                    <a:pt x="27939" y="316230"/>
                  </a:moveTo>
                  <a:lnTo>
                    <a:pt x="19050" y="316230"/>
                  </a:lnTo>
                  <a:lnTo>
                    <a:pt x="19050" y="322579"/>
                  </a:lnTo>
                  <a:lnTo>
                    <a:pt x="27939" y="322579"/>
                  </a:lnTo>
                  <a:lnTo>
                    <a:pt x="27939" y="316230"/>
                  </a:lnTo>
                  <a:close/>
                </a:path>
                <a:path w="27939" h="1295400">
                  <a:moveTo>
                    <a:pt x="27939" y="322580"/>
                  </a:moveTo>
                  <a:lnTo>
                    <a:pt x="19050" y="322580"/>
                  </a:lnTo>
                  <a:lnTo>
                    <a:pt x="19050" y="323850"/>
                  </a:lnTo>
                  <a:lnTo>
                    <a:pt x="0" y="323850"/>
                  </a:lnTo>
                  <a:lnTo>
                    <a:pt x="0" y="328929"/>
                  </a:lnTo>
                  <a:lnTo>
                    <a:pt x="27939" y="328929"/>
                  </a:lnTo>
                  <a:lnTo>
                    <a:pt x="27939" y="322580"/>
                  </a:lnTo>
                  <a:close/>
                </a:path>
                <a:path w="27939" h="1295400">
                  <a:moveTo>
                    <a:pt x="27939" y="328930"/>
                  </a:moveTo>
                  <a:lnTo>
                    <a:pt x="0" y="328930"/>
                  </a:lnTo>
                  <a:lnTo>
                    <a:pt x="0" y="341629"/>
                  </a:lnTo>
                  <a:lnTo>
                    <a:pt x="27939" y="341629"/>
                  </a:lnTo>
                  <a:lnTo>
                    <a:pt x="27939" y="328930"/>
                  </a:lnTo>
                  <a:close/>
                </a:path>
                <a:path w="27939" h="1295400">
                  <a:moveTo>
                    <a:pt x="27939" y="341630"/>
                  </a:moveTo>
                  <a:lnTo>
                    <a:pt x="0" y="341630"/>
                  </a:lnTo>
                  <a:lnTo>
                    <a:pt x="0" y="347979"/>
                  </a:lnTo>
                  <a:lnTo>
                    <a:pt x="27939" y="347979"/>
                  </a:lnTo>
                  <a:lnTo>
                    <a:pt x="27939" y="341630"/>
                  </a:lnTo>
                  <a:close/>
                </a:path>
                <a:path w="27939" h="1295400">
                  <a:moveTo>
                    <a:pt x="27939" y="347980"/>
                  </a:moveTo>
                  <a:lnTo>
                    <a:pt x="0" y="347980"/>
                  </a:lnTo>
                  <a:lnTo>
                    <a:pt x="0" y="354329"/>
                  </a:lnTo>
                  <a:lnTo>
                    <a:pt x="27939" y="354329"/>
                  </a:lnTo>
                  <a:lnTo>
                    <a:pt x="27939" y="347980"/>
                  </a:lnTo>
                  <a:close/>
                </a:path>
                <a:path w="27939" h="1295400">
                  <a:moveTo>
                    <a:pt x="27939" y="354330"/>
                  </a:moveTo>
                  <a:lnTo>
                    <a:pt x="0" y="354330"/>
                  </a:lnTo>
                  <a:lnTo>
                    <a:pt x="0" y="360679"/>
                  </a:lnTo>
                  <a:lnTo>
                    <a:pt x="27939" y="360679"/>
                  </a:lnTo>
                  <a:lnTo>
                    <a:pt x="27939" y="354330"/>
                  </a:lnTo>
                  <a:close/>
                </a:path>
                <a:path w="27939" h="1295400">
                  <a:moveTo>
                    <a:pt x="27939" y="360680"/>
                  </a:moveTo>
                  <a:lnTo>
                    <a:pt x="0" y="360680"/>
                  </a:lnTo>
                  <a:lnTo>
                    <a:pt x="0" y="367029"/>
                  </a:lnTo>
                  <a:lnTo>
                    <a:pt x="27939" y="367029"/>
                  </a:lnTo>
                  <a:lnTo>
                    <a:pt x="27939" y="360680"/>
                  </a:lnTo>
                  <a:close/>
                </a:path>
                <a:path w="27939" h="1295400">
                  <a:moveTo>
                    <a:pt x="27939" y="367030"/>
                  </a:moveTo>
                  <a:lnTo>
                    <a:pt x="0" y="367030"/>
                  </a:lnTo>
                  <a:lnTo>
                    <a:pt x="0" y="373379"/>
                  </a:lnTo>
                  <a:lnTo>
                    <a:pt x="27939" y="373379"/>
                  </a:lnTo>
                  <a:lnTo>
                    <a:pt x="27939" y="367030"/>
                  </a:lnTo>
                  <a:close/>
                </a:path>
                <a:path w="27939" h="1295400">
                  <a:moveTo>
                    <a:pt x="27939" y="373380"/>
                  </a:moveTo>
                  <a:lnTo>
                    <a:pt x="0" y="373380"/>
                  </a:lnTo>
                  <a:lnTo>
                    <a:pt x="0" y="379729"/>
                  </a:lnTo>
                  <a:lnTo>
                    <a:pt x="27939" y="379729"/>
                  </a:lnTo>
                  <a:lnTo>
                    <a:pt x="27939" y="373380"/>
                  </a:lnTo>
                  <a:close/>
                </a:path>
                <a:path w="27939" h="1295400">
                  <a:moveTo>
                    <a:pt x="27939" y="379730"/>
                  </a:moveTo>
                  <a:lnTo>
                    <a:pt x="0" y="379730"/>
                  </a:lnTo>
                  <a:lnTo>
                    <a:pt x="0" y="386079"/>
                  </a:lnTo>
                  <a:lnTo>
                    <a:pt x="27939" y="386079"/>
                  </a:lnTo>
                  <a:lnTo>
                    <a:pt x="27939" y="379730"/>
                  </a:lnTo>
                  <a:close/>
                </a:path>
                <a:path w="27939" h="1295400">
                  <a:moveTo>
                    <a:pt x="27939" y="386080"/>
                  </a:moveTo>
                  <a:lnTo>
                    <a:pt x="0" y="386080"/>
                  </a:lnTo>
                  <a:lnTo>
                    <a:pt x="0" y="392429"/>
                  </a:lnTo>
                  <a:lnTo>
                    <a:pt x="27939" y="392429"/>
                  </a:lnTo>
                  <a:lnTo>
                    <a:pt x="27939" y="386080"/>
                  </a:lnTo>
                  <a:close/>
                </a:path>
                <a:path w="27939" h="1295400">
                  <a:moveTo>
                    <a:pt x="27939" y="392430"/>
                  </a:moveTo>
                  <a:lnTo>
                    <a:pt x="0" y="392430"/>
                  </a:lnTo>
                  <a:lnTo>
                    <a:pt x="0" y="405129"/>
                  </a:lnTo>
                  <a:lnTo>
                    <a:pt x="27939" y="405129"/>
                  </a:lnTo>
                  <a:lnTo>
                    <a:pt x="27939" y="392430"/>
                  </a:lnTo>
                  <a:close/>
                </a:path>
                <a:path w="27939" h="1295400">
                  <a:moveTo>
                    <a:pt x="27939" y="405130"/>
                  </a:moveTo>
                  <a:lnTo>
                    <a:pt x="0" y="405130"/>
                  </a:lnTo>
                  <a:lnTo>
                    <a:pt x="0" y="411479"/>
                  </a:lnTo>
                  <a:lnTo>
                    <a:pt x="27939" y="411479"/>
                  </a:lnTo>
                  <a:lnTo>
                    <a:pt x="27939" y="405130"/>
                  </a:lnTo>
                  <a:close/>
                </a:path>
                <a:path w="27939" h="1295400">
                  <a:moveTo>
                    <a:pt x="27939" y="411480"/>
                  </a:moveTo>
                  <a:lnTo>
                    <a:pt x="0" y="411480"/>
                  </a:lnTo>
                  <a:lnTo>
                    <a:pt x="0" y="417829"/>
                  </a:lnTo>
                  <a:lnTo>
                    <a:pt x="27939" y="417829"/>
                  </a:lnTo>
                  <a:lnTo>
                    <a:pt x="27939" y="411480"/>
                  </a:lnTo>
                  <a:close/>
                </a:path>
                <a:path w="27939" h="1295400">
                  <a:moveTo>
                    <a:pt x="27939" y="417830"/>
                  </a:moveTo>
                  <a:lnTo>
                    <a:pt x="0" y="417830"/>
                  </a:lnTo>
                  <a:lnTo>
                    <a:pt x="0" y="424179"/>
                  </a:lnTo>
                  <a:lnTo>
                    <a:pt x="27939" y="424179"/>
                  </a:lnTo>
                  <a:lnTo>
                    <a:pt x="27939" y="417830"/>
                  </a:lnTo>
                  <a:close/>
                </a:path>
                <a:path w="27939" h="1295400">
                  <a:moveTo>
                    <a:pt x="27939" y="424180"/>
                  </a:moveTo>
                  <a:lnTo>
                    <a:pt x="0" y="424180"/>
                  </a:lnTo>
                  <a:lnTo>
                    <a:pt x="0" y="430529"/>
                  </a:lnTo>
                  <a:lnTo>
                    <a:pt x="27939" y="430529"/>
                  </a:lnTo>
                  <a:lnTo>
                    <a:pt x="27939" y="424180"/>
                  </a:lnTo>
                  <a:close/>
                </a:path>
                <a:path w="27939" h="1295400">
                  <a:moveTo>
                    <a:pt x="27939" y="430530"/>
                  </a:moveTo>
                  <a:lnTo>
                    <a:pt x="0" y="430530"/>
                  </a:lnTo>
                  <a:lnTo>
                    <a:pt x="0" y="436879"/>
                  </a:lnTo>
                  <a:lnTo>
                    <a:pt x="27939" y="436879"/>
                  </a:lnTo>
                  <a:lnTo>
                    <a:pt x="27939" y="430530"/>
                  </a:lnTo>
                  <a:close/>
                </a:path>
                <a:path w="27939" h="1295400">
                  <a:moveTo>
                    <a:pt x="27939" y="436880"/>
                  </a:moveTo>
                  <a:lnTo>
                    <a:pt x="0" y="436880"/>
                  </a:lnTo>
                  <a:lnTo>
                    <a:pt x="0" y="443229"/>
                  </a:lnTo>
                  <a:lnTo>
                    <a:pt x="27939" y="443229"/>
                  </a:lnTo>
                  <a:lnTo>
                    <a:pt x="27939" y="436880"/>
                  </a:lnTo>
                  <a:close/>
                </a:path>
                <a:path w="27939" h="1295400">
                  <a:moveTo>
                    <a:pt x="27939" y="443230"/>
                  </a:moveTo>
                  <a:lnTo>
                    <a:pt x="0" y="443230"/>
                  </a:lnTo>
                  <a:lnTo>
                    <a:pt x="0" y="449579"/>
                  </a:lnTo>
                  <a:lnTo>
                    <a:pt x="27939" y="449579"/>
                  </a:lnTo>
                  <a:lnTo>
                    <a:pt x="27939" y="443230"/>
                  </a:lnTo>
                  <a:close/>
                </a:path>
                <a:path w="27939" h="1295400">
                  <a:moveTo>
                    <a:pt x="27939" y="449580"/>
                  </a:moveTo>
                  <a:lnTo>
                    <a:pt x="0" y="449580"/>
                  </a:lnTo>
                  <a:lnTo>
                    <a:pt x="0" y="455929"/>
                  </a:lnTo>
                  <a:lnTo>
                    <a:pt x="27939" y="455929"/>
                  </a:lnTo>
                  <a:lnTo>
                    <a:pt x="27939" y="449580"/>
                  </a:lnTo>
                  <a:close/>
                </a:path>
                <a:path w="27939" h="1295400">
                  <a:moveTo>
                    <a:pt x="27939" y="455930"/>
                  </a:moveTo>
                  <a:lnTo>
                    <a:pt x="0" y="455930"/>
                  </a:lnTo>
                  <a:lnTo>
                    <a:pt x="0" y="462279"/>
                  </a:lnTo>
                  <a:lnTo>
                    <a:pt x="27939" y="462279"/>
                  </a:lnTo>
                  <a:lnTo>
                    <a:pt x="27939" y="455930"/>
                  </a:lnTo>
                  <a:close/>
                </a:path>
                <a:path w="27939" h="1295400">
                  <a:moveTo>
                    <a:pt x="27939" y="462280"/>
                  </a:moveTo>
                  <a:lnTo>
                    <a:pt x="0" y="462280"/>
                  </a:lnTo>
                  <a:lnTo>
                    <a:pt x="0" y="474979"/>
                  </a:lnTo>
                  <a:lnTo>
                    <a:pt x="27939" y="474979"/>
                  </a:lnTo>
                  <a:lnTo>
                    <a:pt x="27939" y="462280"/>
                  </a:lnTo>
                  <a:close/>
                </a:path>
                <a:path w="27939" h="1295400">
                  <a:moveTo>
                    <a:pt x="27939" y="474980"/>
                  </a:moveTo>
                  <a:lnTo>
                    <a:pt x="0" y="474980"/>
                  </a:lnTo>
                  <a:lnTo>
                    <a:pt x="0" y="481329"/>
                  </a:lnTo>
                  <a:lnTo>
                    <a:pt x="27939" y="481329"/>
                  </a:lnTo>
                  <a:lnTo>
                    <a:pt x="27939" y="474980"/>
                  </a:lnTo>
                  <a:close/>
                </a:path>
                <a:path w="27939" h="1295400">
                  <a:moveTo>
                    <a:pt x="27939" y="481330"/>
                  </a:moveTo>
                  <a:lnTo>
                    <a:pt x="0" y="481330"/>
                  </a:lnTo>
                  <a:lnTo>
                    <a:pt x="0" y="487679"/>
                  </a:lnTo>
                  <a:lnTo>
                    <a:pt x="27939" y="487679"/>
                  </a:lnTo>
                  <a:lnTo>
                    <a:pt x="27939" y="481330"/>
                  </a:lnTo>
                  <a:close/>
                </a:path>
                <a:path w="27939" h="1295400">
                  <a:moveTo>
                    <a:pt x="27939" y="487680"/>
                  </a:moveTo>
                  <a:lnTo>
                    <a:pt x="0" y="487680"/>
                  </a:lnTo>
                  <a:lnTo>
                    <a:pt x="0" y="494029"/>
                  </a:lnTo>
                  <a:lnTo>
                    <a:pt x="27939" y="494029"/>
                  </a:lnTo>
                  <a:lnTo>
                    <a:pt x="27939" y="487680"/>
                  </a:lnTo>
                  <a:close/>
                </a:path>
                <a:path w="27939" h="1295400">
                  <a:moveTo>
                    <a:pt x="27939" y="494030"/>
                  </a:moveTo>
                  <a:lnTo>
                    <a:pt x="0" y="494030"/>
                  </a:lnTo>
                  <a:lnTo>
                    <a:pt x="0" y="500379"/>
                  </a:lnTo>
                  <a:lnTo>
                    <a:pt x="27939" y="500379"/>
                  </a:lnTo>
                  <a:lnTo>
                    <a:pt x="27939" y="494030"/>
                  </a:lnTo>
                  <a:close/>
                </a:path>
                <a:path w="27939" h="1295400">
                  <a:moveTo>
                    <a:pt x="27939" y="500380"/>
                  </a:moveTo>
                  <a:lnTo>
                    <a:pt x="0" y="500380"/>
                  </a:lnTo>
                  <a:lnTo>
                    <a:pt x="0" y="506729"/>
                  </a:lnTo>
                  <a:lnTo>
                    <a:pt x="27939" y="506729"/>
                  </a:lnTo>
                  <a:lnTo>
                    <a:pt x="27939" y="500380"/>
                  </a:lnTo>
                  <a:close/>
                </a:path>
                <a:path w="27939" h="1295400">
                  <a:moveTo>
                    <a:pt x="27939" y="506730"/>
                  </a:moveTo>
                  <a:lnTo>
                    <a:pt x="0" y="506730"/>
                  </a:lnTo>
                  <a:lnTo>
                    <a:pt x="0" y="513079"/>
                  </a:lnTo>
                  <a:lnTo>
                    <a:pt x="27939" y="513079"/>
                  </a:lnTo>
                  <a:lnTo>
                    <a:pt x="27939" y="506730"/>
                  </a:lnTo>
                  <a:close/>
                </a:path>
                <a:path w="27939" h="1295400">
                  <a:moveTo>
                    <a:pt x="27939" y="513080"/>
                  </a:moveTo>
                  <a:lnTo>
                    <a:pt x="0" y="513080"/>
                  </a:lnTo>
                  <a:lnTo>
                    <a:pt x="0" y="519429"/>
                  </a:lnTo>
                  <a:lnTo>
                    <a:pt x="27939" y="519429"/>
                  </a:lnTo>
                  <a:lnTo>
                    <a:pt x="27939" y="513080"/>
                  </a:lnTo>
                  <a:close/>
                </a:path>
                <a:path w="27939" h="1295400">
                  <a:moveTo>
                    <a:pt x="27939" y="519430"/>
                  </a:moveTo>
                  <a:lnTo>
                    <a:pt x="0" y="519430"/>
                  </a:lnTo>
                  <a:lnTo>
                    <a:pt x="0" y="530859"/>
                  </a:lnTo>
                  <a:lnTo>
                    <a:pt x="27939" y="530859"/>
                  </a:lnTo>
                  <a:lnTo>
                    <a:pt x="27939" y="519430"/>
                  </a:lnTo>
                  <a:close/>
                </a:path>
                <a:path w="27939" h="1295400">
                  <a:moveTo>
                    <a:pt x="27939" y="530860"/>
                  </a:moveTo>
                  <a:lnTo>
                    <a:pt x="0" y="530860"/>
                  </a:lnTo>
                  <a:lnTo>
                    <a:pt x="0" y="537209"/>
                  </a:lnTo>
                  <a:lnTo>
                    <a:pt x="27939" y="537209"/>
                  </a:lnTo>
                  <a:lnTo>
                    <a:pt x="27939" y="530860"/>
                  </a:lnTo>
                  <a:close/>
                </a:path>
                <a:path w="27939" h="1295400">
                  <a:moveTo>
                    <a:pt x="27939" y="537210"/>
                  </a:moveTo>
                  <a:lnTo>
                    <a:pt x="0" y="537210"/>
                  </a:lnTo>
                  <a:lnTo>
                    <a:pt x="0" y="543559"/>
                  </a:lnTo>
                  <a:lnTo>
                    <a:pt x="27939" y="543559"/>
                  </a:lnTo>
                  <a:lnTo>
                    <a:pt x="27939" y="537210"/>
                  </a:lnTo>
                  <a:close/>
                </a:path>
                <a:path w="27939" h="1295400">
                  <a:moveTo>
                    <a:pt x="27939" y="543560"/>
                  </a:moveTo>
                  <a:lnTo>
                    <a:pt x="0" y="543560"/>
                  </a:lnTo>
                  <a:lnTo>
                    <a:pt x="0" y="546099"/>
                  </a:lnTo>
                  <a:lnTo>
                    <a:pt x="27939" y="546099"/>
                  </a:lnTo>
                  <a:lnTo>
                    <a:pt x="27939" y="543560"/>
                  </a:lnTo>
                  <a:close/>
                </a:path>
                <a:path w="27939" h="1295400">
                  <a:moveTo>
                    <a:pt x="27939" y="546100"/>
                  </a:moveTo>
                  <a:lnTo>
                    <a:pt x="0" y="546100"/>
                  </a:lnTo>
                  <a:lnTo>
                    <a:pt x="0" y="549909"/>
                  </a:lnTo>
                  <a:lnTo>
                    <a:pt x="27939" y="549909"/>
                  </a:lnTo>
                  <a:lnTo>
                    <a:pt x="27939" y="546100"/>
                  </a:lnTo>
                  <a:close/>
                </a:path>
                <a:path w="27939" h="1295400">
                  <a:moveTo>
                    <a:pt x="27939" y="549910"/>
                  </a:moveTo>
                  <a:lnTo>
                    <a:pt x="0" y="549910"/>
                  </a:lnTo>
                  <a:lnTo>
                    <a:pt x="0" y="556259"/>
                  </a:lnTo>
                  <a:lnTo>
                    <a:pt x="27939" y="556259"/>
                  </a:lnTo>
                  <a:lnTo>
                    <a:pt x="27939" y="549910"/>
                  </a:lnTo>
                  <a:close/>
                </a:path>
                <a:path w="27939" h="1295400">
                  <a:moveTo>
                    <a:pt x="27939" y="556260"/>
                  </a:moveTo>
                  <a:lnTo>
                    <a:pt x="0" y="556260"/>
                  </a:lnTo>
                  <a:lnTo>
                    <a:pt x="0" y="558799"/>
                  </a:lnTo>
                  <a:lnTo>
                    <a:pt x="27939" y="558799"/>
                  </a:lnTo>
                  <a:lnTo>
                    <a:pt x="27939" y="556260"/>
                  </a:lnTo>
                  <a:close/>
                </a:path>
                <a:path w="27939" h="1295400">
                  <a:moveTo>
                    <a:pt x="27939" y="558800"/>
                  </a:moveTo>
                  <a:lnTo>
                    <a:pt x="0" y="558800"/>
                  </a:lnTo>
                  <a:lnTo>
                    <a:pt x="0" y="596899"/>
                  </a:lnTo>
                  <a:lnTo>
                    <a:pt x="27939" y="596899"/>
                  </a:lnTo>
                  <a:lnTo>
                    <a:pt x="27939" y="558800"/>
                  </a:lnTo>
                  <a:close/>
                </a:path>
                <a:path w="27939" h="1295400">
                  <a:moveTo>
                    <a:pt x="27939" y="596900"/>
                  </a:moveTo>
                  <a:lnTo>
                    <a:pt x="0" y="596900"/>
                  </a:lnTo>
                  <a:lnTo>
                    <a:pt x="0" y="603249"/>
                  </a:lnTo>
                  <a:lnTo>
                    <a:pt x="27939" y="603249"/>
                  </a:lnTo>
                  <a:lnTo>
                    <a:pt x="27939" y="596900"/>
                  </a:lnTo>
                  <a:close/>
                </a:path>
                <a:path w="27939" h="1295400">
                  <a:moveTo>
                    <a:pt x="27939" y="603250"/>
                  </a:moveTo>
                  <a:lnTo>
                    <a:pt x="0" y="603250"/>
                  </a:lnTo>
                  <a:lnTo>
                    <a:pt x="0" y="607059"/>
                  </a:lnTo>
                  <a:lnTo>
                    <a:pt x="27939" y="607059"/>
                  </a:lnTo>
                  <a:lnTo>
                    <a:pt x="27939" y="603250"/>
                  </a:lnTo>
                  <a:close/>
                </a:path>
                <a:path w="27939" h="1295400">
                  <a:moveTo>
                    <a:pt x="27939" y="607060"/>
                  </a:moveTo>
                  <a:lnTo>
                    <a:pt x="0" y="607060"/>
                  </a:lnTo>
                  <a:lnTo>
                    <a:pt x="0" y="609599"/>
                  </a:lnTo>
                  <a:lnTo>
                    <a:pt x="27939" y="609599"/>
                  </a:lnTo>
                  <a:lnTo>
                    <a:pt x="27939" y="607060"/>
                  </a:lnTo>
                  <a:close/>
                </a:path>
                <a:path w="27939" h="1295400">
                  <a:moveTo>
                    <a:pt x="27939" y="609600"/>
                  </a:moveTo>
                  <a:lnTo>
                    <a:pt x="0" y="609600"/>
                  </a:lnTo>
                  <a:lnTo>
                    <a:pt x="0" y="613409"/>
                  </a:lnTo>
                  <a:lnTo>
                    <a:pt x="27939" y="613409"/>
                  </a:lnTo>
                  <a:lnTo>
                    <a:pt x="27939" y="609600"/>
                  </a:lnTo>
                  <a:close/>
                </a:path>
                <a:path w="27939" h="1295400">
                  <a:moveTo>
                    <a:pt x="27939" y="613410"/>
                  </a:moveTo>
                  <a:lnTo>
                    <a:pt x="0" y="613410"/>
                  </a:lnTo>
                  <a:lnTo>
                    <a:pt x="0" y="615949"/>
                  </a:lnTo>
                  <a:lnTo>
                    <a:pt x="27939" y="615949"/>
                  </a:lnTo>
                  <a:lnTo>
                    <a:pt x="27939" y="613410"/>
                  </a:lnTo>
                  <a:close/>
                </a:path>
                <a:path w="27939" h="1295400">
                  <a:moveTo>
                    <a:pt x="27939" y="615950"/>
                  </a:moveTo>
                  <a:lnTo>
                    <a:pt x="0" y="615950"/>
                  </a:lnTo>
                  <a:lnTo>
                    <a:pt x="0" y="628649"/>
                  </a:lnTo>
                  <a:lnTo>
                    <a:pt x="27939" y="628649"/>
                  </a:lnTo>
                  <a:lnTo>
                    <a:pt x="27939" y="615950"/>
                  </a:lnTo>
                  <a:close/>
                </a:path>
                <a:path w="27939" h="1295400">
                  <a:moveTo>
                    <a:pt x="27939" y="628650"/>
                  </a:moveTo>
                  <a:lnTo>
                    <a:pt x="0" y="628650"/>
                  </a:lnTo>
                  <a:lnTo>
                    <a:pt x="0" y="634999"/>
                  </a:lnTo>
                  <a:lnTo>
                    <a:pt x="27939" y="634999"/>
                  </a:lnTo>
                  <a:lnTo>
                    <a:pt x="27939" y="628650"/>
                  </a:lnTo>
                  <a:close/>
                </a:path>
                <a:path w="27939" h="1295400">
                  <a:moveTo>
                    <a:pt x="27939" y="635000"/>
                  </a:moveTo>
                  <a:lnTo>
                    <a:pt x="0" y="635000"/>
                  </a:lnTo>
                  <a:lnTo>
                    <a:pt x="0" y="638809"/>
                  </a:lnTo>
                  <a:lnTo>
                    <a:pt x="27939" y="638809"/>
                  </a:lnTo>
                  <a:lnTo>
                    <a:pt x="27939" y="635000"/>
                  </a:lnTo>
                  <a:close/>
                </a:path>
                <a:path w="27939" h="1295400">
                  <a:moveTo>
                    <a:pt x="27939" y="638810"/>
                  </a:moveTo>
                  <a:lnTo>
                    <a:pt x="0" y="638810"/>
                  </a:lnTo>
                  <a:lnTo>
                    <a:pt x="0" y="641349"/>
                  </a:lnTo>
                  <a:lnTo>
                    <a:pt x="27939" y="641349"/>
                  </a:lnTo>
                  <a:lnTo>
                    <a:pt x="27939" y="638810"/>
                  </a:lnTo>
                  <a:close/>
                </a:path>
                <a:path w="27939" h="1295400">
                  <a:moveTo>
                    <a:pt x="27939" y="641350"/>
                  </a:moveTo>
                  <a:lnTo>
                    <a:pt x="0" y="641350"/>
                  </a:lnTo>
                  <a:lnTo>
                    <a:pt x="0" y="651509"/>
                  </a:lnTo>
                  <a:lnTo>
                    <a:pt x="27939" y="651509"/>
                  </a:lnTo>
                  <a:lnTo>
                    <a:pt x="27939" y="641350"/>
                  </a:lnTo>
                  <a:close/>
                </a:path>
                <a:path w="27939" h="1295400">
                  <a:moveTo>
                    <a:pt x="27939" y="651510"/>
                  </a:moveTo>
                  <a:lnTo>
                    <a:pt x="0" y="651510"/>
                  </a:lnTo>
                  <a:lnTo>
                    <a:pt x="0" y="654049"/>
                  </a:lnTo>
                  <a:lnTo>
                    <a:pt x="27939" y="654049"/>
                  </a:lnTo>
                  <a:lnTo>
                    <a:pt x="27939" y="651510"/>
                  </a:lnTo>
                  <a:close/>
                </a:path>
                <a:path w="27939" h="1295400">
                  <a:moveTo>
                    <a:pt x="27939" y="654050"/>
                  </a:moveTo>
                  <a:lnTo>
                    <a:pt x="0" y="654050"/>
                  </a:lnTo>
                  <a:lnTo>
                    <a:pt x="0" y="657859"/>
                  </a:lnTo>
                  <a:lnTo>
                    <a:pt x="27939" y="657859"/>
                  </a:lnTo>
                  <a:lnTo>
                    <a:pt x="27939" y="654050"/>
                  </a:lnTo>
                  <a:close/>
                </a:path>
                <a:path w="27939" h="1295400">
                  <a:moveTo>
                    <a:pt x="27939" y="657860"/>
                  </a:moveTo>
                  <a:lnTo>
                    <a:pt x="0" y="657860"/>
                  </a:lnTo>
                  <a:lnTo>
                    <a:pt x="0" y="664209"/>
                  </a:lnTo>
                  <a:lnTo>
                    <a:pt x="27939" y="664209"/>
                  </a:lnTo>
                  <a:lnTo>
                    <a:pt x="27939" y="657860"/>
                  </a:lnTo>
                  <a:close/>
                </a:path>
                <a:path w="27939" h="1295400">
                  <a:moveTo>
                    <a:pt x="27939" y="664210"/>
                  </a:moveTo>
                  <a:lnTo>
                    <a:pt x="0" y="664210"/>
                  </a:lnTo>
                  <a:lnTo>
                    <a:pt x="0" y="670559"/>
                  </a:lnTo>
                  <a:lnTo>
                    <a:pt x="27939" y="670559"/>
                  </a:lnTo>
                  <a:lnTo>
                    <a:pt x="27939" y="664210"/>
                  </a:lnTo>
                  <a:close/>
                </a:path>
                <a:path w="27939" h="1295400">
                  <a:moveTo>
                    <a:pt x="27939" y="670560"/>
                  </a:moveTo>
                  <a:lnTo>
                    <a:pt x="0" y="670560"/>
                  </a:lnTo>
                  <a:lnTo>
                    <a:pt x="0" y="679449"/>
                  </a:lnTo>
                  <a:lnTo>
                    <a:pt x="27939" y="679449"/>
                  </a:lnTo>
                  <a:lnTo>
                    <a:pt x="27939" y="670560"/>
                  </a:lnTo>
                  <a:close/>
                </a:path>
                <a:path w="27939" h="1295400">
                  <a:moveTo>
                    <a:pt x="27939" y="679450"/>
                  </a:moveTo>
                  <a:lnTo>
                    <a:pt x="0" y="679450"/>
                  </a:lnTo>
                  <a:lnTo>
                    <a:pt x="0" y="683259"/>
                  </a:lnTo>
                  <a:lnTo>
                    <a:pt x="27939" y="683259"/>
                  </a:lnTo>
                  <a:lnTo>
                    <a:pt x="27939" y="679450"/>
                  </a:lnTo>
                  <a:close/>
                </a:path>
                <a:path w="27939" h="1295400">
                  <a:moveTo>
                    <a:pt x="27939" y="683260"/>
                  </a:moveTo>
                  <a:lnTo>
                    <a:pt x="0" y="683260"/>
                  </a:lnTo>
                  <a:lnTo>
                    <a:pt x="0" y="689609"/>
                  </a:lnTo>
                  <a:lnTo>
                    <a:pt x="27939" y="689609"/>
                  </a:lnTo>
                  <a:lnTo>
                    <a:pt x="27939" y="683260"/>
                  </a:lnTo>
                  <a:close/>
                </a:path>
                <a:path w="27939" h="1295400">
                  <a:moveTo>
                    <a:pt x="27939" y="689610"/>
                  </a:moveTo>
                  <a:lnTo>
                    <a:pt x="0" y="689610"/>
                  </a:lnTo>
                  <a:lnTo>
                    <a:pt x="0" y="708659"/>
                  </a:lnTo>
                  <a:lnTo>
                    <a:pt x="27939" y="708659"/>
                  </a:lnTo>
                  <a:lnTo>
                    <a:pt x="27939" y="689610"/>
                  </a:lnTo>
                  <a:close/>
                </a:path>
                <a:path w="27939" h="1295400">
                  <a:moveTo>
                    <a:pt x="27939" y="708660"/>
                  </a:moveTo>
                  <a:lnTo>
                    <a:pt x="0" y="708660"/>
                  </a:lnTo>
                  <a:lnTo>
                    <a:pt x="0" y="711199"/>
                  </a:lnTo>
                  <a:lnTo>
                    <a:pt x="27939" y="711199"/>
                  </a:lnTo>
                  <a:lnTo>
                    <a:pt x="27939" y="708660"/>
                  </a:lnTo>
                  <a:close/>
                </a:path>
                <a:path w="27939" h="1295400">
                  <a:moveTo>
                    <a:pt x="27939" y="711200"/>
                  </a:moveTo>
                  <a:lnTo>
                    <a:pt x="0" y="711200"/>
                  </a:lnTo>
                  <a:lnTo>
                    <a:pt x="0" y="715009"/>
                  </a:lnTo>
                  <a:lnTo>
                    <a:pt x="27939" y="715009"/>
                  </a:lnTo>
                  <a:lnTo>
                    <a:pt x="27939" y="711200"/>
                  </a:lnTo>
                  <a:close/>
                </a:path>
                <a:path w="27939" h="1295400">
                  <a:moveTo>
                    <a:pt x="27939" y="715010"/>
                  </a:moveTo>
                  <a:lnTo>
                    <a:pt x="0" y="715010"/>
                  </a:lnTo>
                  <a:lnTo>
                    <a:pt x="0" y="717549"/>
                  </a:lnTo>
                  <a:lnTo>
                    <a:pt x="27939" y="717549"/>
                  </a:lnTo>
                  <a:lnTo>
                    <a:pt x="27939" y="715010"/>
                  </a:lnTo>
                  <a:close/>
                </a:path>
                <a:path w="27939" h="1295400">
                  <a:moveTo>
                    <a:pt x="27939" y="717550"/>
                  </a:moveTo>
                  <a:lnTo>
                    <a:pt x="0" y="717550"/>
                  </a:lnTo>
                  <a:lnTo>
                    <a:pt x="0" y="721359"/>
                  </a:lnTo>
                  <a:lnTo>
                    <a:pt x="27939" y="721359"/>
                  </a:lnTo>
                  <a:lnTo>
                    <a:pt x="27939" y="717550"/>
                  </a:lnTo>
                  <a:close/>
                </a:path>
                <a:path w="27939" h="1295400">
                  <a:moveTo>
                    <a:pt x="27939" y="721360"/>
                  </a:moveTo>
                  <a:lnTo>
                    <a:pt x="0" y="721360"/>
                  </a:lnTo>
                  <a:lnTo>
                    <a:pt x="0" y="727709"/>
                  </a:lnTo>
                  <a:lnTo>
                    <a:pt x="27939" y="727709"/>
                  </a:lnTo>
                  <a:lnTo>
                    <a:pt x="27939" y="721360"/>
                  </a:lnTo>
                  <a:close/>
                </a:path>
                <a:path w="27939" h="1295400">
                  <a:moveTo>
                    <a:pt x="27939" y="727710"/>
                  </a:moveTo>
                  <a:lnTo>
                    <a:pt x="0" y="727710"/>
                  </a:lnTo>
                  <a:lnTo>
                    <a:pt x="0" y="730249"/>
                  </a:lnTo>
                  <a:lnTo>
                    <a:pt x="27939" y="730249"/>
                  </a:lnTo>
                  <a:lnTo>
                    <a:pt x="27939" y="727710"/>
                  </a:lnTo>
                  <a:close/>
                </a:path>
                <a:path w="27939" h="1295400">
                  <a:moveTo>
                    <a:pt x="27939" y="730250"/>
                  </a:moveTo>
                  <a:lnTo>
                    <a:pt x="0" y="730250"/>
                  </a:lnTo>
                  <a:lnTo>
                    <a:pt x="0" y="734059"/>
                  </a:lnTo>
                  <a:lnTo>
                    <a:pt x="27939" y="734059"/>
                  </a:lnTo>
                  <a:lnTo>
                    <a:pt x="27939" y="730250"/>
                  </a:lnTo>
                  <a:close/>
                </a:path>
                <a:path w="27939" h="1295400">
                  <a:moveTo>
                    <a:pt x="27939" y="734060"/>
                  </a:moveTo>
                  <a:lnTo>
                    <a:pt x="0" y="734060"/>
                  </a:lnTo>
                  <a:lnTo>
                    <a:pt x="0" y="736599"/>
                  </a:lnTo>
                  <a:lnTo>
                    <a:pt x="27939" y="736599"/>
                  </a:lnTo>
                  <a:lnTo>
                    <a:pt x="27939" y="734060"/>
                  </a:lnTo>
                  <a:close/>
                </a:path>
                <a:path w="27939" h="1295400">
                  <a:moveTo>
                    <a:pt x="27939" y="736600"/>
                  </a:moveTo>
                  <a:lnTo>
                    <a:pt x="0" y="736600"/>
                  </a:lnTo>
                  <a:lnTo>
                    <a:pt x="0" y="740409"/>
                  </a:lnTo>
                  <a:lnTo>
                    <a:pt x="27939" y="740409"/>
                  </a:lnTo>
                  <a:lnTo>
                    <a:pt x="27939" y="736600"/>
                  </a:lnTo>
                  <a:close/>
                </a:path>
                <a:path w="27939" h="1295400">
                  <a:moveTo>
                    <a:pt x="27939" y="740410"/>
                  </a:moveTo>
                  <a:lnTo>
                    <a:pt x="0" y="740410"/>
                  </a:lnTo>
                  <a:lnTo>
                    <a:pt x="0" y="746759"/>
                  </a:lnTo>
                  <a:lnTo>
                    <a:pt x="27939" y="746759"/>
                  </a:lnTo>
                  <a:lnTo>
                    <a:pt x="27939" y="740410"/>
                  </a:lnTo>
                  <a:close/>
                </a:path>
                <a:path w="27939" h="1295400">
                  <a:moveTo>
                    <a:pt x="27939" y="746760"/>
                  </a:moveTo>
                  <a:lnTo>
                    <a:pt x="0" y="746760"/>
                  </a:lnTo>
                  <a:lnTo>
                    <a:pt x="0" y="753109"/>
                  </a:lnTo>
                  <a:lnTo>
                    <a:pt x="27939" y="753109"/>
                  </a:lnTo>
                  <a:lnTo>
                    <a:pt x="27939" y="746760"/>
                  </a:lnTo>
                  <a:close/>
                </a:path>
                <a:path w="27939" h="1295400">
                  <a:moveTo>
                    <a:pt x="27939" y="753110"/>
                  </a:moveTo>
                  <a:lnTo>
                    <a:pt x="0" y="753110"/>
                  </a:lnTo>
                  <a:lnTo>
                    <a:pt x="0" y="772159"/>
                  </a:lnTo>
                  <a:lnTo>
                    <a:pt x="27939" y="772159"/>
                  </a:lnTo>
                  <a:lnTo>
                    <a:pt x="27939" y="753110"/>
                  </a:lnTo>
                  <a:close/>
                </a:path>
                <a:path w="27939" h="1295400">
                  <a:moveTo>
                    <a:pt x="27939" y="772160"/>
                  </a:moveTo>
                  <a:lnTo>
                    <a:pt x="0" y="772160"/>
                  </a:lnTo>
                  <a:lnTo>
                    <a:pt x="0" y="781049"/>
                  </a:lnTo>
                  <a:lnTo>
                    <a:pt x="27939" y="781049"/>
                  </a:lnTo>
                  <a:lnTo>
                    <a:pt x="27939" y="772160"/>
                  </a:lnTo>
                  <a:close/>
                </a:path>
                <a:path w="27939" h="1295400">
                  <a:moveTo>
                    <a:pt x="27939" y="781050"/>
                  </a:moveTo>
                  <a:lnTo>
                    <a:pt x="0" y="781050"/>
                  </a:lnTo>
                  <a:lnTo>
                    <a:pt x="0" y="784859"/>
                  </a:lnTo>
                  <a:lnTo>
                    <a:pt x="27939" y="784859"/>
                  </a:lnTo>
                  <a:lnTo>
                    <a:pt x="27939" y="781050"/>
                  </a:lnTo>
                  <a:close/>
                </a:path>
                <a:path w="27939" h="1295400">
                  <a:moveTo>
                    <a:pt x="27939" y="784860"/>
                  </a:moveTo>
                  <a:lnTo>
                    <a:pt x="0" y="784860"/>
                  </a:lnTo>
                  <a:lnTo>
                    <a:pt x="0" y="787399"/>
                  </a:lnTo>
                  <a:lnTo>
                    <a:pt x="27939" y="787399"/>
                  </a:lnTo>
                  <a:lnTo>
                    <a:pt x="27939" y="784860"/>
                  </a:lnTo>
                  <a:close/>
                </a:path>
                <a:path w="27939" h="1295400">
                  <a:moveTo>
                    <a:pt x="27939" y="787400"/>
                  </a:moveTo>
                  <a:lnTo>
                    <a:pt x="0" y="787400"/>
                  </a:lnTo>
                  <a:lnTo>
                    <a:pt x="0" y="791209"/>
                  </a:lnTo>
                  <a:lnTo>
                    <a:pt x="27939" y="791209"/>
                  </a:lnTo>
                  <a:lnTo>
                    <a:pt x="27939" y="787400"/>
                  </a:lnTo>
                  <a:close/>
                </a:path>
                <a:path w="27939" h="1295400">
                  <a:moveTo>
                    <a:pt x="27939" y="791210"/>
                  </a:moveTo>
                  <a:lnTo>
                    <a:pt x="0" y="791210"/>
                  </a:lnTo>
                  <a:lnTo>
                    <a:pt x="0" y="800099"/>
                  </a:lnTo>
                  <a:lnTo>
                    <a:pt x="27939" y="800099"/>
                  </a:lnTo>
                  <a:lnTo>
                    <a:pt x="27939" y="791210"/>
                  </a:lnTo>
                  <a:close/>
                </a:path>
                <a:path w="27939" h="1295400">
                  <a:moveTo>
                    <a:pt x="27939" y="800100"/>
                  </a:moveTo>
                  <a:lnTo>
                    <a:pt x="0" y="800100"/>
                  </a:lnTo>
                  <a:lnTo>
                    <a:pt x="0" y="803909"/>
                  </a:lnTo>
                  <a:lnTo>
                    <a:pt x="27939" y="803909"/>
                  </a:lnTo>
                  <a:lnTo>
                    <a:pt x="27939" y="800100"/>
                  </a:lnTo>
                  <a:close/>
                </a:path>
                <a:path w="27939" h="1295400">
                  <a:moveTo>
                    <a:pt x="27939" y="803910"/>
                  </a:moveTo>
                  <a:lnTo>
                    <a:pt x="0" y="803910"/>
                  </a:lnTo>
                  <a:lnTo>
                    <a:pt x="0" y="806449"/>
                  </a:lnTo>
                  <a:lnTo>
                    <a:pt x="27939" y="806449"/>
                  </a:lnTo>
                  <a:lnTo>
                    <a:pt x="27939" y="803910"/>
                  </a:lnTo>
                  <a:close/>
                </a:path>
                <a:path w="27939" h="1295400">
                  <a:moveTo>
                    <a:pt x="27939" y="806450"/>
                  </a:moveTo>
                  <a:lnTo>
                    <a:pt x="0" y="806450"/>
                  </a:lnTo>
                  <a:lnTo>
                    <a:pt x="0" y="812799"/>
                  </a:lnTo>
                  <a:lnTo>
                    <a:pt x="27939" y="812799"/>
                  </a:lnTo>
                  <a:lnTo>
                    <a:pt x="27939" y="806450"/>
                  </a:lnTo>
                  <a:close/>
                </a:path>
                <a:path w="27939" h="1295400">
                  <a:moveTo>
                    <a:pt x="27939" y="812800"/>
                  </a:moveTo>
                  <a:lnTo>
                    <a:pt x="0" y="812800"/>
                  </a:lnTo>
                  <a:lnTo>
                    <a:pt x="0" y="816609"/>
                  </a:lnTo>
                  <a:lnTo>
                    <a:pt x="27939" y="816609"/>
                  </a:lnTo>
                  <a:lnTo>
                    <a:pt x="27939" y="812800"/>
                  </a:lnTo>
                  <a:close/>
                </a:path>
                <a:path w="27939" h="1295400">
                  <a:moveTo>
                    <a:pt x="27939" y="816610"/>
                  </a:moveTo>
                  <a:lnTo>
                    <a:pt x="0" y="816610"/>
                  </a:lnTo>
                  <a:lnTo>
                    <a:pt x="0" y="819149"/>
                  </a:lnTo>
                  <a:lnTo>
                    <a:pt x="27939" y="819149"/>
                  </a:lnTo>
                  <a:lnTo>
                    <a:pt x="27939" y="816610"/>
                  </a:lnTo>
                  <a:close/>
                </a:path>
                <a:path w="27939" h="1295400">
                  <a:moveTo>
                    <a:pt x="27939" y="819150"/>
                  </a:moveTo>
                  <a:lnTo>
                    <a:pt x="0" y="819150"/>
                  </a:lnTo>
                  <a:lnTo>
                    <a:pt x="0" y="825499"/>
                  </a:lnTo>
                  <a:lnTo>
                    <a:pt x="27939" y="825499"/>
                  </a:lnTo>
                  <a:lnTo>
                    <a:pt x="27939" y="819150"/>
                  </a:lnTo>
                  <a:close/>
                </a:path>
                <a:path w="27939" h="1295400">
                  <a:moveTo>
                    <a:pt x="27939" y="825500"/>
                  </a:moveTo>
                  <a:lnTo>
                    <a:pt x="0" y="825500"/>
                  </a:lnTo>
                  <a:lnTo>
                    <a:pt x="0" y="831849"/>
                  </a:lnTo>
                  <a:lnTo>
                    <a:pt x="27939" y="831849"/>
                  </a:lnTo>
                  <a:lnTo>
                    <a:pt x="27939" y="825500"/>
                  </a:lnTo>
                  <a:close/>
                </a:path>
                <a:path w="27939" h="1295400">
                  <a:moveTo>
                    <a:pt x="27939" y="831850"/>
                  </a:moveTo>
                  <a:lnTo>
                    <a:pt x="0" y="831850"/>
                  </a:lnTo>
                  <a:lnTo>
                    <a:pt x="0" y="838199"/>
                  </a:lnTo>
                  <a:lnTo>
                    <a:pt x="27939" y="838199"/>
                  </a:lnTo>
                  <a:lnTo>
                    <a:pt x="27939" y="831850"/>
                  </a:lnTo>
                  <a:close/>
                </a:path>
                <a:path w="27939" h="1295400">
                  <a:moveTo>
                    <a:pt x="27939" y="838200"/>
                  </a:moveTo>
                  <a:lnTo>
                    <a:pt x="0" y="838200"/>
                  </a:lnTo>
                  <a:lnTo>
                    <a:pt x="0" y="842009"/>
                  </a:lnTo>
                  <a:lnTo>
                    <a:pt x="27939" y="842009"/>
                  </a:lnTo>
                  <a:lnTo>
                    <a:pt x="27939" y="838200"/>
                  </a:lnTo>
                  <a:close/>
                </a:path>
                <a:path w="27939" h="1295400">
                  <a:moveTo>
                    <a:pt x="27939" y="842010"/>
                  </a:moveTo>
                  <a:lnTo>
                    <a:pt x="0" y="842010"/>
                  </a:lnTo>
                  <a:lnTo>
                    <a:pt x="0" y="844549"/>
                  </a:lnTo>
                  <a:lnTo>
                    <a:pt x="27939" y="844549"/>
                  </a:lnTo>
                  <a:lnTo>
                    <a:pt x="27939" y="842010"/>
                  </a:lnTo>
                  <a:close/>
                </a:path>
                <a:path w="27939" h="1295400">
                  <a:moveTo>
                    <a:pt x="27939" y="844550"/>
                  </a:moveTo>
                  <a:lnTo>
                    <a:pt x="0" y="844550"/>
                  </a:lnTo>
                  <a:lnTo>
                    <a:pt x="0" y="854709"/>
                  </a:lnTo>
                  <a:lnTo>
                    <a:pt x="27939" y="854709"/>
                  </a:lnTo>
                  <a:lnTo>
                    <a:pt x="27939" y="844550"/>
                  </a:lnTo>
                  <a:close/>
                </a:path>
                <a:path w="27939" h="1295400">
                  <a:moveTo>
                    <a:pt x="27939" y="854710"/>
                  </a:moveTo>
                  <a:lnTo>
                    <a:pt x="0" y="854710"/>
                  </a:lnTo>
                  <a:lnTo>
                    <a:pt x="0" y="863599"/>
                  </a:lnTo>
                  <a:lnTo>
                    <a:pt x="27939" y="863599"/>
                  </a:lnTo>
                  <a:lnTo>
                    <a:pt x="27939" y="854710"/>
                  </a:lnTo>
                  <a:close/>
                </a:path>
                <a:path w="27939" h="1295400">
                  <a:moveTo>
                    <a:pt x="27939" y="863600"/>
                  </a:moveTo>
                  <a:lnTo>
                    <a:pt x="0" y="863600"/>
                  </a:lnTo>
                  <a:lnTo>
                    <a:pt x="0" y="873759"/>
                  </a:lnTo>
                  <a:lnTo>
                    <a:pt x="27939" y="873759"/>
                  </a:lnTo>
                  <a:lnTo>
                    <a:pt x="27939" y="863600"/>
                  </a:lnTo>
                  <a:close/>
                </a:path>
                <a:path w="27939" h="1295400">
                  <a:moveTo>
                    <a:pt x="27939" y="873760"/>
                  </a:moveTo>
                  <a:lnTo>
                    <a:pt x="0" y="873760"/>
                  </a:lnTo>
                  <a:lnTo>
                    <a:pt x="0" y="882649"/>
                  </a:lnTo>
                  <a:lnTo>
                    <a:pt x="27939" y="882649"/>
                  </a:lnTo>
                  <a:lnTo>
                    <a:pt x="27939" y="873760"/>
                  </a:lnTo>
                  <a:close/>
                </a:path>
                <a:path w="27939" h="1295400">
                  <a:moveTo>
                    <a:pt x="27939" y="882650"/>
                  </a:moveTo>
                  <a:lnTo>
                    <a:pt x="0" y="882650"/>
                  </a:lnTo>
                  <a:lnTo>
                    <a:pt x="0" y="886459"/>
                  </a:lnTo>
                  <a:lnTo>
                    <a:pt x="27939" y="886459"/>
                  </a:lnTo>
                  <a:lnTo>
                    <a:pt x="27939" y="882650"/>
                  </a:lnTo>
                  <a:close/>
                </a:path>
                <a:path w="27939" h="1295400">
                  <a:moveTo>
                    <a:pt x="27939" y="886460"/>
                  </a:moveTo>
                  <a:lnTo>
                    <a:pt x="0" y="886460"/>
                  </a:lnTo>
                  <a:lnTo>
                    <a:pt x="0" y="888999"/>
                  </a:lnTo>
                  <a:lnTo>
                    <a:pt x="27939" y="888999"/>
                  </a:lnTo>
                  <a:lnTo>
                    <a:pt x="27939" y="886460"/>
                  </a:lnTo>
                  <a:close/>
                </a:path>
                <a:path w="27939" h="1295400">
                  <a:moveTo>
                    <a:pt x="27939" y="889000"/>
                  </a:moveTo>
                  <a:lnTo>
                    <a:pt x="0" y="889000"/>
                  </a:lnTo>
                  <a:lnTo>
                    <a:pt x="0" y="892809"/>
                  </a:lnTo>
                  <a:lnTo>
                    <a:pt x="27939" y="892809"/>
                  </a:lnTo>
                  <a:lnTo>
                    <a:pt x="27939" y="889000"/>
                  </a:lnTo>
                  <a:close/>
                </a:path>
                <a:path w="27939" h="1295400">
                  <a:moveTo>
                    <a:pt x="27939" y="892810"/>
                  </a:moveTo>
                  <a:lnTo>
                    <a:pt x="0" y="892810"/>
                  </a:lnTo>
                  <a:lnTo>
                    <a:pt x="0" y="895349"/>
                  </a:lnTo>
                  <a:lnTo>
                    <a:pt x="27939" y="895349"/>
                  </a:lnTo>
                  <a:lnTo>
                    <a:pt x="27939" y="892810"/>
                  </a:lnTo>
                  <a:close/>
                </a:path>
                <a:path w="27939" h="1295400">
                  <a:moveTo>
                    <a:pt x="27939" y="895350"/>
                  </a:moveTo>
                  <a:lnTo>
                    <a:pt x="0" y="895350"/>
                  </a:lnTo>
                  <a:lnTo>
                    <a:pt x="0" y="899159"/>
                  </a:lnTo>
                  <a:lnTo>
                    <a:pt x="27939" y="899159"/>
                  </a:lnTo>
                  <a:lnTo>
                    <a:pt x="27939" y="895350"/>
                  </a:lnTo>
                  <a:close/>
                </a:path>
                <a:path w="27939" h="1295400">
                  <a:moveTo>
                    <a:pt x="27939" y="899160"/>
                  </a:moveTo>
                  <a:lnTo>
                    <a:pt x="0" y="899160"/>
                  </a:lnTo>
                  <a:lnTo>
                    <a:pt x="0" y="901699"/>
                  </a:lnTo>
                  <a:lnTo>
                    <a:pt x="27939" y="901699"/>
                  </a:lnTo>
                  <a:lnTo>
                    <a:pt x="27939" y="899160"/>
                  </a:lnTo>
                  <a:close/>
                </a:path>
                <a:path w="27939" h="1295400">
                  <a:moveTo>
                    <a:pt x="27939" y="901700"/>
                  </a:moveTo>
                  <a:lnTo>
                    <a:pt x="0" y="901700"/>
                  </a:lnTo>
                  <a:lnTo>
                    <a:pt x="0" y="905509"/>
                  </a:lnTo>
                  <a:lnTo>
                    <a:pt x="27939" y="905509"/>
                  </a:lnTo>
                  <a:lnTo>
                    <a:pt x="27939" y="901700"/>
                  </a:lnTo>
                  <a:close/>
                </a:path>
                <a:path w="27939" h="1295400">
                  <a:moveTo>
                    <a:pt x="27939" y="905510"/>
                  </a:moveTo>
                  <a:lnTo>
                    <a:pt x="0" y="905510"/>
                  </a:lnTo>
                  <a:lnTo>
                    <a:pt x="0" y="911859"/>
                  </a:lnTo>
                  <a:lnTo>
                    <a:pt x="27939" y="911859"/>
                  </a:lnTo>
                  <a:lnTo>
                    <a:pt x="27939" y="905510"/>
                  </a:lnTo>
                  <a:close/>
                </a:path>
                <a:path w="27939" h="1295400">
                  <a:moveTo>
                    <a:pt x="27939" y="911860"/>
                  </a:moveTo>
                  <a:lnTo>
                    <a:pt x="0" y="911860"/>
                  </a:lnTo>
                  <a:lnTo>
                    <a:pt x="0" y="918209"/>
                  </a:lnTo>
                  <a:lnTo>
                    <a:pt x="27939" y="918209"/>
                  </a:lnTo>
                  <a:lnTo>
                    <a:pt x="27939" y="911860"/>
                  </a:lnTo>
                  <a:close/>
                </a:path>
                <a:path w="27939" h="1295400">
                  <a:moveTo>
                    <a:pt x="27939" y="918210"/>
                  </a:moveTo>
                  <a:lnTo>
                    <a:pt x="0" y="918210"/>
                  </a:lnTo>
                  <a:lnTo>
                    <a:pt x="0" y="920749"/>
                  </a:lnTo>
                  <a:lnTo>
                    <a:pt x="27939" y="920749"/>
                  </a:lnTo>
                  <a:lnTo>
                    <a:pt x="27939" y="918210"/>
                  </a:lnTo>
                  <a:close/>
                </a:path>
                <a:path w="27939" h="1295400">
                  <a:moveTo>
                    <a:pt x="27939" y="920750"/>
                  </a:moveTo>
                  <a:lnTo>
                    <a:pt x="0" y="920750"/>
                  </a:lnTo>
                  <a:lnTo>
                    <a:pt x="0" y="924559"/>
                  </a:lnTo>
                  <a:lnTo>
                    <a:pt x="27939" y="924559"/>
                  </a:lnTo>
                  <a:lnTo>
                    <a:pt x="27939" y="920750"/>
                  </a:lnTo>
                  <a:close/>
                </a:path>
                <a:path w="27939" h="1295400">
                  <a:moveTo>
                    <a:pt x="27939" y="924560"/>
                  </a:moveTo>
                  <a:lnTo>
                    <a:pt x="0" y="924560"/>
                  </a:lnTo>
                  <a:lnTo>
                    <a:pt x="0" y="927099"/>
                  </a:lnTo>
                  <a:lnTo>
                    <a:pt x="27939" y="927099"/>
                  </a:lnTo>
                  <a:lnTo>
                    <a:pt x="27939" y="924560"/>
                  </a:lnTo>
                  <a:close/>
                </a:path>
                <a:path w="27939" h="1295400">
                  <a:moveTo>
                    <a:pt x="27939" y="927100"/>
                  </a:moveTo>
                  <a:lnTo>
                    <a:pt x="0" y="927100"/>
                  </a:lnTo>
                  <a:lnTo>
                    <a:pt x="0" y="933449"/>
                  </a:lnTo>
                  <a:lnTo>
                    <a:pt x="27939" y="933449"/>
                  </a:lnTo>
                  <a:lnTo>
                    <a:pt x="27939" y="927100"/>
                  </a:lnTo>
                  <a:close/>
                </a:path>
                <a:path w="27939" h="1295400">
                  <a:moveTo>
                    <a:pt x="27939" y="933450"/>
                  </a:moveTo>
                  <a:lnTo>
                    <a:pt x="0" y="933450"/>
                  </a:lnTo>
                  <a:lnTo>
                    <a:pt x="0" y="937259"/>
                  </a:lnTo>
                  <a:lnTo>
                    <a:pt x="27939" y="937259"/>
                  </a:lnTo>
                  <a:lnTo>
                    <a:pt x="27939" y="933450"/>
                  </a:lnTo>
                  <a:close/>
                </a:path>
                <a:path w="27939" h="1295400">
                  <a:moveTo>
                    <a:pt x="27939" y="937260"/>
                  </a:moveTo>
                  <a:lnTo>
                    <a:pt x="0" y="937260"/>
                  </a:lnTo>
                  <a:lnTo>
                    <a:pt x="0" y="939799"/>
                  </a:lnTo>
                  <a:lnTo>
                    <a:pt x="27939" y="939799"/>
                  </a:lnTo>
                  <a:lnTo>
                    <a:pt x="27939" y="937260"/>
                  </a:lnTo>
                  <a:close/>
                </a:path>
                <a:path w="27939" h="1295400">
                  <a:moveTo>
                    <a:pt x="27939" y="939800"/>
                  </a:moveTo>
                  <a:lnTo>
                    <a:pt x="0" y="939800"/>
                  </a:lnTo>
                  <a:lnTo>
                    <a:pt x="0" y="943609"/>
                  </a:lnTo>
                  <a:lnTo>
                    <a:pt x="27939" y="943609"/>
                  </a:lnTo>
                  <a:lnTo>
                    <a:pt x="27939" y="939800"/>
                  </a:lnTo>
                  <a:close/>
                </a:path>
                <a:path w="27939" h="1295400">
                  <a:moveTo>
                    <a:pt x="27939" y="943610"/>
                  </a:moveTo>
                  <a:lnTo>
                    <a:pt x="0" y="943610"/>
                  </a:lnTo>
                  <a:lnTo>
                    <a:pt x="0" y="946149"/>
                  </a:lnTo>
                  <a:lnTo>
                    <a:pt x="27939" y="946149"/>
                  </a:lnTo>
                  <a:lnTo>
                    <a:pt x="27939" y="943610"/>
                  </a:lnTo>
                  <a:close/>
                </a:path>
                <a:path w="27939" h="1295400">
                  <a:moveTo>
                    <a:pt x="27939" y="946150"/>
                  </a:moveTo>
                  <a:lnTo>
                    <a:pt x="0" y="946150"/>
                  </a:lnTo>
                  <a:lnTo>
                    <a:pt x="0" y="952499"/>
                  </a:lnTo>
                  <a:lnTo>
                    <a:pt x="27939" y="952499"/>
                  </a:lnTo>
                  <a:lnTo>
                    <a:pt x="27939" y="946150"/>
                  </a:lnTo>
                  <a:close/>
                </a:path>
                <a:path w="27939" h="1295400">
                  <a:moveTo>
                    <a:pt x="27939" y="952500"/>
                  </a:moveTo>
                  <a:lnTo>
                    <a:pt x="0" y="952500"/>
                  </a:lnTo>
                  <a:lnTo>
                    <a:pt x="0" y="956309"/>
                  </a:lnTo>
                  <a:lnTo>
                    <a:pt x="27939" y="956309"/>
                  </a:lnTo>
                  <a:lnTo>
                    <a:pt x="27939" y="952500"/>
                  </a:lnTo>
                  <a:close/>
                </a:path>
                <a:path w="27939" h="1295400">
                  <a:moveTo>
                    <a:pt x="27939" y="956310"/>
                  </a:moveTo>
                  <a:lnTo>
                    <a:pt x="0" y="956310"/>
                  </a:lnTo>
                  <a:lnTo>
                    <a:pt x="0" y="958849"/>
                  </a:lnTo>
                  <a:lnTo>
                    <a:pt x="27939" y="958849"/>
                  </a:lnTo>
                  <a:lnTo>
                    <a:pt x="27939" y="956310"/>
                  </a:lnTo>
                  <a:close/>
                </a:path>
                <a:path w="27939" h="1295400">
                  <a:moveTo>
                    <a:pt x="27939" y="958850"/>
                  </a:moveTo>
                  <a:lnTo>
                    <a:pt x="0" y="958850"/>
                  </a:lnTo>
                  <a:lnTo>
                    <a:pt x="0" y="962659"/>
                  </a:lnTo>
                  <a:lnTo>
                    <a:pt x="27939" y="962659"/>
                  </a:lnTo>
                  <a:lnTo>
                    <a:pt x="27939" y="958850"/>
                  </a:lnTo>
                  <a:close/>
                </a:path>
                <a:path w="27939" h="1295400">
                  <a:moveTo>
                    <a:pt x="27939" y="962660"/>
                  </a:moveTo>
                  <a:lnTo>
                    <a:pt x="0" y="962660"/>
                  </a:lnTo>
                  <a:lnTo>
                    <a:pt x="0" y="965199"/>
                  </a:lnTo>
                  <a:lnTo>
                    <a:pt x="27939" y="965199"/>
                  </a:lnTo>
                  <a:lnTo>
                    <a:pt x="27939" y="962660"/>
                  </a:lnTo>
                  <a:close/>
                </a:path>
                <a:path w="27939" h="1295400">
                  <a:moveTo>
                    <a:pt x="27939" y="965200"/>
                  </a:moveTo>
                  <a:lnTo>
                    <a:pt x="0" y="965200"/>
                  </a:lnTo>
                  <a:lnTo>
                    <a:pt x="0" y="971549"/>
                  </a:lnTo>
                  <a:lnTo>
                    <a:pt x="27939" y="971549"/>
                  </a:lnTo>
                  <a:lnTo>
                    <a:pt x="27939" y="965200"/>
                  </a:lnTo>
                  <a:close/>
                </a:path>
                <a:path w="27939" h="1295400">
                  <a:moveTo>
                    <a:pt x="27939" y="971550"/>
                  </a:moveTo>
                  <a:lnTo>
                    <a:pt x="0" y="971550"/>
                  </a:lnTo>
                  <a:lnTo>
                    <a:pt x="0" y="972819"/>
                  </a:lnTo>
                  <a:lnTo>
                    <a:pt x="19050" y="972819"/>
                  </a:lnTo>
                  <a:lnTo>
                    <a:pt x="19050" y="975359"/>
                  </a:lnTo>
                  <a:lnTo>
                    <a:pt x="27939" y="975359"/>
                  </a:lnTo>
                  <a:lnTo>
                    <a:pt x="27939" y="971550"/>
                  </a:lnTo>
                  <a:close/>
                </a:path>
                <a:path w="27939" h="1295400">
                  <a:moveTo>
                    <a:pt x="27939" y="975360"/>
                  </a:moveTo>
                  <a:lnTo>
                    <a:pt x="19050" y="975360"/>
                  </a:lnTo>
                  <a:lnTo>
                    <a:pt x="19050" y="977899"/>
                  </a:lnTo>
                  <a:lnTo>
                    <a:pt x="27939" y="977899"/>
                  </a:lnTo>
                  <a:lnTo>
                    <a:pt x="27939" y="975360"/>
                  </a:lnTo>
                  <a:close/>
                </a:path>
                <a:path w="27939" h="1295400">
                  <a:moveTo>
                    <a:pt x="27939" y="977900"/>
                  </a:moveTo>
                  <a:lnTo>
                    <a:pt x="19050" y="977900"/>
                  </a:lnTo>
                  <a:lnTo>
                    <a:pt x="19050" y="981709"/>
                  </a:lnTo>
                  <a:lnTo>
                    <a:pt x="27939" y="981709"/>
                  </a:lnTo>
                  <a:lnTo>
                    <a:pt x="27939" y="977900"/>
                  </a:lnTo>
                  <a:close/>
                </a:path>
                <a:path w="27939" h="1295400">
                  <a:moveTo>
                    <a:pt x="27939" y="981710"/>
                  </a:moveTo>
                  <a:lnTo>
                    <a:pt x="19050" y="981710"/>
                  </a:lnTo>
                  <a:lnTo>
                    <a:pt x="19050" y="984249"/>
                  </a:lnTo>
                  <a:lnTo>
                    <a:pt x="27939" y="984249"/>
                  </a:lnTo>
                  <a:lnTo>
                    <a:pt x="27939" y="981710"/>
                  </a:lnTo>
                  <a:close/>
                </a:path>
                <a:path w="27939" h="1295400">
                  <a:moveTo>
                    <a:pt x="27939" y="984250"/>
                  </a:moveTo>
                  <a:lnTo>
                    <a:pt x="19050" y="984250"/>
                  </a:lnTo>
                  <a:lnTo>
                    <a:pt x="19050" y="990599"/>
                  </a:lnTo>
                  <a:lnTo>
                    <a:pt x="27939" y="990599"/>
                  </a:lnTo>
                  <a:lnTo>
                    <a:pt x="27939" y="984250"/>
                  </a:lnTo>
                  <a:close/>
                </a:path>
                <a:path w="27939" h="1295400">
                  <a:moveTo>
                    <a:pt x="27939" y="990600"/>
                  </a:moveTo>
                  <a:lnTo>
                    <a:pt x="19050" y="990600"/>
                  </a:lnTo>
                  <a:lnTo>
                    <a:pt x="19050" y="994409"/>
                  </a:lnTo>
                  <a:lnTo>
                    <a:pt x="27939" y="994409"/>
                  </a:lnTo>
                  <a:lnTo>
                    <a:pt x="27939" y="990600"/>
                  </a:lnTo>
                  <a:close/>
                </a:path>
                <a:path w="27939" h="1295400">
                  <a:moveTo>
                    <a:pt x="27939" y="994410"/>
                  </a:moveTo>
                  <a:lnTo>
                    <a:pt x="19050" y="994410"/>
                  </a:lnTo>
                  <a:lnTo>
                    <a:pt x="19050" y="996949"/>
                  </a:lnTo>
                  <a:lnTo>
                    <a:pt x="27939" y="996949"/>
                  </a:lnTo>
                  <a:lnTo>
                    <a:pt x="27939" y="994410"/>
                  </a:lnTo>
                  <a:close/>
                </a:path>
                <a:path w="27939" h="1295400">
                  <a:moveTo>
                    <a:pt x="27939" y="996950"/>
                  </a:moveTo>
                  <a:lnTo>
                    <a:pt x="19050" y="996950"/>
                  </a:lnTo>
                  <a:lnTo>
                    <a:pt x="19050" y="1000759"/>
                  </a:lnTo>
                  <a:lnTo>
                    <a:pt x="27939" y="1000759"/>
                  </a:lnTo>
                  <a:lnTo>
                    <a:pt x="27939" y="996950"/>
                  </a:lnTo>
                  <a:close/>
                </a:path>
                <a:path w="27939" h="1295400">
                  <a:moveTo>
                    <a:pt x="27939" y="1000760"/>
                  </a:moveTo>
                  <a:lnTo>
                    <a:pt x="19050" y="1000760"/>
                  </a:lnTo>
                  <a:lnTo>
                    <a:pt x="19050" y="1003299"/>
                  </a:lnTo>
                  <a:lnTo>
                    <a:pt x="27939" y="1003299"/>
                  </a:lnTo>
                  <a:lnTo>
                    <a:pt x="27939" y="1000760"/>
                  </a:lnTo>
                  <a:close/>
                </a:path>
                <a:path w="27939" h="1295400">
                  <a:moveTo>
                    <a:pt x="27939" y="1003300"/>
                  </a:moveTo>
                  <a:lnTo>
                    <a:pt x="19050" y="1003300"/>
                  </a:lnTo>
                  <a:lnTo>
                    <a:pt x="19050" y="1007109"/>
                  </a:lnTo>
                  <a:lnTo>
                    <a:pt x="27939" y="1007109"/>
                  </a:lnTo>
                  <a:lnTo>
                    <a:pt x="27939" y="1003300"/>
                  </a:lnTo>
                  <a:close/>
                </a:path>
                <a:path w="27939" h="1295400">
                  <a:moveTo>
                    <a:pt x="27939" y="1007110"/>
                  </a:moveTo>
                  <a:lnTo>
                    <a:pt x="19050" y="1007110"/>
                  </a:lnTo>
                  <a:lnTo>
                    <a:pt x="19050" y="1009649"/>
                  </a:lnTo>
                  <a:lnTo>
                    <a:pt x="27939" y="1009649"/>
                  </a:lnTo>
                  <a:lnTo>
                    <a:pt x="27939" y="1007110"/>
                  </a:lnTo>
                  <a:close/>
                </a:path>
                <a:path w="27939" h="1295400">
                  <a:moveTo>
                    <a:pt x="27939" y="1009650"/>
                  </a:moveTo>
                  <a:lnTo>
                    <a:pt x="19050" y="1009650"/>
                  </a:lnTo>
                  <a:lnTo>
                    <a:pt x="19050" y="1013459"/>
                  </a:lnTo>
                  <a:lnTo>
                    <a:pt x="27939" y="1013459"/>
                  </a:lnTo>
                  <a:lnTo>
                    <a:pt x="27939" y="1009650"/>
                  </a:lnTo>
                  <a:close/>
                </a:path>
                <a:path w="27939" h="1295400">
                  <a:moveTo>
                    <a:pt x="27939" y="1013460"/>
                  </a:moveTo>
                  <a:lnTo>
                    <a:pt x="19050" y="1013460"/>
                  </a:lnTo>
                  <a:lnTo>
                    <a:pt x="19050" y="1015999"/>
                  </a:lnTo>
                  <a:lnTo>
                    <a:pt x="27939" y="1015999"/>
                  </a:lnTo>
                  <a:lnTo>
                    <a:pt x="27939" y="1013460"/>
                  </a:lnTo>
                  <a:close/>
                </a:path>
                <a:path w="27939" h="1295400">
                  <a:moveTo>
                    <a:pt x="27939" y="1016000"/>
                  </a:moveTo>
                  <a:lnTo>
                    <a:pt x="19050" y="1016000"/>
                  </a:lnTo>
                  <a:lnTo>
                    <a:pt x="19050" y="1019809"/>
                  </a:lnTo>
                  <a:lnTo>
                    <a:pt x="27939" y="1019809"/>
                  </a:lnTo>
                  <a:lnTo>
                    <a:pt x="27939" y="1016000"/>
                  </a:lnTo>
                  <a:close/>
                </a:path>
                <a:path w="27939" h="1295400">
                  <a:moveTo>
                    <a:pt x="27939" y="1019810"/>
                  </a:moveTo>
                  <a:lnTo>
                    <a:pt x="19050" y="1019810"/>
                  </a:lnTo>
                  <a:lnTo>
                    <a:pt x="19050" y="1022349"/>
                  </a:lnTo>
                  <a:lnTo>
                    <a:pt x="27939" y="1022349"/>
                  </a:lnTo>
                  <a:lnTo>
                    <a:pt x="27939" y="1019810"/>
                  </a:lnTo>
                  <a:close/>
                </a:path>
                <a:path w="27939" h="1295400">
                  <a:moveTo>
                    <a:pt x="27939" y="1022350"/>
                  </a:moveTo>
                  <a:lnTo>
                    <a:pt x="19050" y="1022350"/>
                  </a:lnTo>
                  <a:lnTo>
                    <a:pt x="19050" y="1032509"/>
                  </a:lnTo>
                  <a:lnTo>
                    <a:pt x="27939" y="1032509"/>
                  </a:lnTo>
                  <a:lnTo>
                    <a:pt x="27939" y="1022350"/>
                  </a:lnTo>
                  <a:close/>
                </a:path>
                <a:path w="27939" h="1295400">
                  <a:moveTo>
                    <a:pt x="27939" y="1032510"/>
                  </a:moveTo>
                  <a:lnTo>
                    <a:pt x="19050" y="1032510"/>
                  </a:lnTo>
                  <a:lnTo>
                    <a:pt x="19050" y="1035049"/>
                  </a:lnTo>
                  <a:lnTo>
                    <a:pt x="27939" y="1035049"/>
                  </a:lnTo>
                  <a:lnTo>
                    <a:pt x="27939" y="1032510"/>
                  </a:lnTo>
                  <a:close/>
                </a:path>
                <a:path w="27939" h="1295400">
                  <a:moveTo>
                    <a:pt x="27939" y="1035050"/>
                  </a:moveTo>
                  <a:lnTo>
                    <a:pt x="19050" y="1035050"/>
                  </a:lnTo>
                  <a:lnTo>
                    <a:pt x="19050" y="1041399"/>
                  </a:lnTo>
                  <a:lnTo>
                    <a:pt x="27939" y="1041399"/>
                  </a:lnTo>
                  <a:lnTo>
                    <a:pt x="27939" y="1035050"/>
                  </a:lnTo>
                  <a:close/>
                </a:path>
                <a:path w="27939" h="1295400">
                  <a:moveTo>
                    <a:pt x="27939" y="1041400"/>
                  </a:moveTo>
                  <a:lnTo>
                    <a:pt x="19050" y="1041400"/>
                  </a:lnTo>
                  <a:lnTo>
                    <a:pt x="19050" y="1047749"/>
                  </a:lnTo>
                  <a:lnTo>
                    <a:pt x="27939" y="1047749"/>
                  </a:lnTo>
                  <a:lnTo>
                    <a:pt x="27939" y="1041400"/>
                  </a:lnTo>
                  <a:close/>
                </a:path>
                <a:path w="27939" h="1295400">
                  <a:moveTo>
                    <a:pt x="27939" y="1047750"/>
                  </a:moveTo>
                  <a:lnTo>
                    <a:pt x="19050" y="1047750"/>
                  </a:lnTo>
                  <a:lnTo>
                    <a:pt x="19050" y="1051559"/>
                  </a:lnTo>
                  <a:lnTo>
                    <a:pt x="27939" y="1051559"/>
                  </a:lnTo>
                  <a:lnTo>
                    <a:pt x="27939" y="1047750"/>
                  </a:lnTo>
                  <a:close/>
                </a:path>
                <a:path w="27939" h="1295400">
                  <a:moveTo>
                    <a:pt x="27939" y="1051560"/>
                  </a:moveTo>
                  <a:lnTo>
                    <a:pt x="19050" y="1051560"/>
                  </a:lnTo>
                  <a:lnTo>
                    <a:pt x="19050" y="1057909"/>
                  </a:lnTo>
                  <a:lnTo>
                    <a:pt x="27939" y="1057909"/>
                  </a:lnTo>
                  <a:lnTo>
                    <a:pt x="27939" y="1051560"/>
                  </a:lnTo>
                  <a:close/>
                </a:path>
                <a:path w="27939" h="1295400">
                  <a:moveTo>
                    <a:pt x="27939" y="1057910"/>
                  </a:moveTo>
                  <a:lnTo>
                    <a:pt x="19050" y="1057910"/>
                  </a:lnTo>
                  <a:lnTo>
                    <a:pt x="19050" y="1060449"/>
                  </a:lnTo>
                  <a:lnTo>
                    <a:pt x="27939" y="1060449"/>
                  </a:lnTo>
                  <a:lnTo>
                    <a:pt x="27939" y="1057910"/>
                  </a:lnTo>
                  <a:close/>
                </a:path>
                <a:path w="27939" h="1295400">
                  <a:moveTo>
                    <a:pt x="27939" y="1060450"/>
                  </a:moveTo>
                  <a:lnTo>
                    <a:pt x="19050" y="1060450"/>
                  </a:lnTo>
                  <a:lnTo>
                    <a:pt x="19050" y="1064259"/>
                  </a:lnTo>
                  <a:lnTo>
                    <a:pt x="27939" y="1064259"/>
                  </a:lnTo>
                  <a:lnTo>
                    <a:pt x="27939" y="1060450"/>
                  </a:lnTo>
                  <a:close/>
                </a:path>
                <a:path w="27939" h="1295400">
                  <a:moveTo>
                    <a:pt x="27939" y="1064260"/>
                  </a:moveTo>
                  <a:lnTo>
                    <a:pt x="19050" y="1064260"/>
                  </a:lnTo>
                  <a:lnTo>
                    <a:pt x="19050" y="1066799"/>
                  </a:lnTo>
                  <a:lnTo>
                    <a:pt x="27939" y="1066799"/>
                  </a:lnTo>
                  <a:lnTo>
                    <a:pt x="27939" y="1064260"/>
                  </a:lnTo>
                  <a:close/>
                </a:path>
                <a:path w="27939" h="1295400">
                  <a:moveTo>
                    <a:pt x="27939" y="1066800"/>
                  </a:moveTo>
                  <a:lnTo>
                    <a:pt x="19050" y="1066800"/>
                  </a:lnTo>
                  <a:lnTo>
                    <a:pt x="19050" y="1070609"/>
                  </a:lnTo>
                  <a:lnTo>
                    <a:pt x="27939" y="1070609"/>
                  </a:lnTo>
                  <a:lnTo>
                    <a:pt x="27939" y="1066800"/>
                  </a:lnTo>
                  <a:close/>
                </a:path>
                <a:path w="27939" h="1295400">
                  <a:moveTo>
                    <a:pt x="27939" y="1070610"/>
                  </a:moveTo>
                  <a:lnTo>
                    <a:pt x="19050" y="1070610"/>
                  </a:lnTo>
                  <a:lnTo>
                    <a:pt x="19050" y="1073149"/>
                  </a:lnTo>
                  <a:lnTo>
                    <a:pt x="27939" y="1073149"/>
                  </a:lnTo>
                  <a:lnTo>
                    <a:pt x="27939" y="1070610"/>
                  </a:lnTo>
                  <a:close/>
                </a:path>
                <a:path w="27939" h="1295400">
                  <a:moveTo>
                    <a:pt x="27939" y="1073150"/>
                  </a:moveTo>
                  <a:lnTo>
                    <a:pt x="19050" y="1073150"/>
                  </a:lnTo>
                  <a:lnTo>
                    <a:pt x="19050" y="1076959"/>
                  </a:lnTo>
                  <a:lnTo>
                    <a:pt x="27939" y="1076959"/>
                  </a:lnTo>
                  <a:lnTo>
                    <a:pt x="27939" y="1073150"/>
                  </a:lnTo>
                  <a:close/>
                </a:path>
                <a:path w="27939" h="1295400">
                  <a:moveTo>
                    <a:pt x="27939" y="1076960"/>
                  </a:moveTo>
                  <a:lnTo>
                    <a:pt x="19050" y="1076960"/>
                  </a:lnTo>
                  <a:lnTo>
                    <a:pt x="19050" y="1079499"/>
                  </a:lnTo>
                  <a:lnTo>
                    <a:pt x="27939" y="1079499"/>
                  </a:lnTo>
                  <a:lnTo>
                    <a:pt x="27939" y="1076960"/>
                  </a:lnTo>
                  <a:close/>
                </a:path>
                <a:path w="27939" h="1295400">
                  <a:moveTo>
                    <a:pt x="27939" y="1079500"/>
                  </a:moveTo>
                  <a:lnTo>
                    <a:pt x="19050" y="1079500"/>
                  </a:lnTo>
                  <a:lnTo>
                    <a:pt x="19050" y="1083309"/>
                  </a:lnTo>
                  <a:lnTo>
                    <a:pt x="27939" y="1083309"/>
                  </a:lnTo>
                  <a:lnTo>
                    <a:pt x="27939" y="1079500"/>
                  </a:lnTo>
                  <a:close/>
                </a:path>
                <a:path w="27939" h="1295400">
                  <a:moveTo>
                    <a:pt x="27939" y="1083310"/>
                  </a:moveTo>
                  <a:lnTo>
                    <a:pt x="19050" y="1083310"/>
                  </a:lnTo>
                  <a:lnTo>
                    <a:pt x="19050" y="1085849"/>
                  </a:lnTo>
                  <a:lnTo>
                    <a:pt x="27939" y="1085849"/>
                  </a:lnTo>
                  <a:lnTo>
                    <a:pt x="27939" y="1083310"/>
                  </a:lnTo>
                  <a:close/>
                </a:path>
                <a:path w="27939" h="1295400">
                  <a:moveTo>
                    <a:pt x="27939" y="1085850"/>
                  </a:moveTo>
                  <a:lnTo>
                    <a:pt x="19050" y="1085850"/>
                  </a:lnTo>
                  <a:lnTo>
                    <a:pt x="19050" y="1089659"/>
                  </a:lnTo>
                  <a:lnTo>
                    <a:pt x="27939" y="1089659"/>
                  </a:lnTo>
                  <a:lnTo>
                    <a:pt x="27939" y="1085850"/>
                  </a:lnTo>
                  <a:close/>
                </a:path>
                <a:path w="27939" h="1295400">
                  <a:moveTo>
                    <a:pt x="27939" y="1089660"/>
                  </a:moveTo>
                  <a:lnTo>
                    <a:pt x="19050" y="1089660"/>
                  </a:lnTo>
                  <a:lnTo>
                    <a:pt x="19050" y="1092199"/>
                  </a:lnTo>
                  <a:lnTo>
                    <a:pt x="27939" y="1092199"/>
                  </a:lnTo>
                  <a:lnTo>
                    <a:pt x="27939" y="1089660"/>
                  </a:lnTo>
                  <a:close/>
                </a:path>
                <a:path w="27939" h="1295400">
                  <a:moveTo>
                    <a:pt x="27939" y="1092200"/>
                  </a:moveTo>
                  <a:lnTo>
                    <a:pt x="19050" y="1092200"/>
                  </a:lnTo>
                  <a:lnTo>
                    <a:pt x="19050" y="1096009"/>
                  </a:lnTo>
                  <a:lnTo>
                    <a:pt x="27939" y="1096009"/>
                  </a:lnTo>
                  <a:lnTo>
                    <a:pt x="27939" y="1092200"/>
                  </a:lnTo>
                  <a:close/>
                </a:path>
                <a:path w="27939" h="1295400">
                  <a:moveTo>
                    <a:pt x="27939" y="1096010"/>
                  </a:moveTo>
                  <a:lnTo>
                    <a:pt x="19050" y="1096010"/>
                  </a:lnTo>
                  <a:lnTo>
                    <a:pt x="19050" y="1104899"/>
                  </a:lnTo>
                  <a:lnTo>
                    <a:pt x="27939" y="1104899"/>
                  </a:lnTo>
                  <a:lnTo>
                    <a:pt x="27939" y="1096010"/>
                  </a:lnTo>
                  <a:close/>
                </a:path>
                <a:path w="27939" h="1295400">
                  <a:moveTo>
                    <a:pt x="27939" y="1104900"/>
                  </a:moveTo>
                  <a:lnTo>
                    <a:pt x="19050" y="1104900"/>
                  </a:lnTo>
                  <a:lnTo>
                    <a:pt x="19050" y="1108709"/>
                  </a:lnTo>
                  <a:lnTo>
                    <a:pt x="27939" y="1108709"/>
                  </a:lnTo>
                  <a:lnTo>
                    <a:pt x="27939" y="1104900"/>
                  </a:lnTo>
                  <a:close/>
                </a:path>
                <a:path w="27939" h="1295400">
                  <a:moveTo>
                    <a:pt x="27939" y="1108710"/>
                  </a:moveTo>
                  <a:lnTo>
                    <a:pt x="19050" y="1108710"/>
                  </a:lnTo>
                  <a:lnTo>
                    <a:pt x="19050" y="1111249"/>
                  </a:lnTo>
                  <a:lnTo>
                    <a:pt x="27939" y="1111249"/>
                  </a:lnTo>
                  <a:lnTo>
                    <a:pt x="27939" y="1108710"/>
                  </a:lnTo>
                  <a:close/>
                </a:path>
                <a:path w="27939" h="1295400">
                  <a:moveTo>
                    <a:pt x="27939" y="1111250"/>
                  </a:moveTo>
                  <a:lnTo>
                    <a:pt x="19050" y="1111250"/>
                  </a:lnTo>
                  <a:lnTo>
                    <a:pt x="19050" y="1121409"/>
                  </a:lnTo>
                  <a:lnTo>
                    <a:pt x="27939" y="1121409"/>
                  </a:lnTo>
                  <a:lnTo>
                    <a:pt x="27939" y="1111250"/>
                  </a:lnTo>
                  <a:close/>
                </a:path>
                <a:path w="27939" h="1295400">
                  <a:moveTo>
                    <a:pt x="27939" y="1121410"/>
                  </a:moveTo>
                  <a:lnTo>
                    <a:pt x="19050" y="1121410"/>
                  </a:lnTo>
                  <a:lnTo>
                    <a:pt x="19050" y="1123949"/>
                  </a:lnTo>
                  <a:lnTo>
                    <a:pt x="27939" y="1123949"/>
                  </a:lnTo>
                  <a:lnTo>
                    <a:pt x="27939" y="1121410"/>
                  </a:lnTo>
                  <a:close/>
                </a:path>
                <a:path w="27939" h="1295400">
                  <a:moveTo>
                    <a:pt x="27939" y="1123950"/>
                  </a:moveTo>
                  <a:lnTo>
                    <a:pt x="19050" y="1123950"/>
                  </a:lnTo>
                  <a:lnTo>
                    <a:pt x="19050" y="1127759"/>
                  </a:lnTo>
                  <a:lnTo>
                    <a:pt x="27939" y="1127759"/>
                  </a:lnTo>
                  <a:lnTo>
                    <a:pt x="27939" y="1123950"/>
                  </a:lnTo>
                  <a:close/>
                </a:path>
                <a:path w="27939" h="1295400">
                  <a:moveTo>
                    <a:pt x="27939" y="1127760"/>
                  </a:moveTo>
                  <a:lnTo>
                    <a:pt x="19050" y="1127760"/>
                  </a:lnTo>
                  <a:lnTo>
                    <a:pt x="19050" y="1136649"/>
                  </a:lnTo>
                  <a:lnTo>
                    <a:pt x="27939" y="1136649"/>
                  </a:lnTo>
                  <a:lnTo>
                    <a:pt x="27939" y="1127760"/>
                  </a:lnTo>
                  <a:close/>
                </a:path>
                <a:path w="27939" h="1295400">
                  <a:moveTo>
                    <a:pt x="27939" y="1136650"/>
                  </a:moveTo>
                  <a:lnTo>
                    <a:pt x="19050" y="1136650"/>
                  </a:lnTo>
                  <a:lnTo>
                    <a:pt x="19050" y="1142999"/>
                  </a:lnTo>
                  <a:lnTo>
                    <a:pt x="27939" y="1142999"/>
                  </a:lnTo>
                  <a:lnTo>
                    <a:pt x="27939" y="1136650"/>
                  </a:lnTo>
                  <a:close/>
                </a:path>
                <a:path w="27939" h="1295400">
                  <a:moveTo>
                    <a:pt x="27939" y="1143000"/>
                  </a:moveTo>
                  <a:lnTo>
                    <a:pt x="19050" y="1143000"/>
                  </a:lnTo>
                  <a:lnTo>
                    <a:pt x="19050" y="1146809"/>
                  </a:lnTo>
                  <a:lnTo>
                    <a:pt x="27939" y="1146809"/>
                  </a:lnTo>
                  <a:lnTo>
                    <a:pt x="27939" y="1143000"/>
                  </a:lnTo>
                  <a:close/>
                </a:path>
                <a:path w="27939" h="1295400">
                  <a:moveTo>
                    <a:pt x="27939" y="1146810"/>
                  </a:moveTo>
                  <a:lnTo>
                    <a:pt x="19050" y="1146810"/>
                  </a:lnTo>
                  <a:lnTo>
                    <a:pt x="19050" y="1149349"/>
                  </a:lnTo>
                  <a:lnTo>
                    <a:pt x="27939" y="1149349"/>
                  </a:lnTo>
                  <a:lnTo>
                    <a:pt x="27939" y="1146810"/>
                  </a:lnTo>
                  <a:close/>
                </a:path>
                <a:path w="27939" h="1295400">
                  <a:moveTo>
                    <a:pt x="27939" y="1149350"/>
                  </a:moveTo>
                  <a:lnTo>
                    <a:pt x="19050" y="1149350"/>
                  </a:lnTo>
                  <a:lnTo>
                    <a:pt x="19050" y="1153159"/>
                  </a:lnTo>
                  <a:lnTo>
                    <a:pt x="27939" y="1153159"/>
                  </a:lnTo>
                  <a:lnTo>
                    <a:pt x="27939" y="1149350"/>
                  </a:lnTo>
                  <a:close/>
                </a:path>
                <a:path w="27939" h="1295400">
                  <a:moveTo>
                    <a:pt x="27939" y="1153160"/>
                  </a:moveTo>
                  <a:lnTo>
                    <a:pt x="19050" y="1153160"/>
                  </a:lnTo>
                  <a:lnTo>
                    <a:pt x="19050" y="1162049"/>
                  </a:lnTo>
                  <a:lnTo>
                    <a:pt x="27939" y="1162049"/>
                  </a:lnTo>
                  <a:lnTo>
                    <a:pt x="27939" y="1153160"/>
                  </a:lnTo>
                  <a:close/>
                </a:path>
                <a:path w="27939" h="1295400">
                  <a:moveTo>
                    <a:pt x="27939" y="1162050"/>
                  </a:moveTo>
                  <a:lnTo>
                    <a:pt x="19050" y="1162050"/>
                  </a:lnTo>
                  <a:lnTo>
                    <a:pt x="19050" y="1168399"/>
                  </a:lnTo>
                  <a:lnTo>
                    <a:pt x="27939" y="1168399"/>
                  </a:lnTo>
                  <a:lnTo>
                    <a:pt x="27939" y="1162050"/>
                  </a:lnTo>
                  <a:close/>
                </a:path>
                <a:path w="27939" h="1295400">
                  <a:moveTo>
                    <a:pt x="27939" y="1168400"/>
                  </a:moveTo>
                  <a:lnTo>
                    <a:pt x="19050" y="1168400"/>
                  </a:lnTo>
                  <a:lnTo>
                    <a:pt x="19050" y="1172209"/>
                  </a:lnTo>
                  <a:lnTo>
                    <a:pt x="27939" y="1172209"/>
                  </a:lnTo>
                  <a:lnTo>
                    <a:pt x="27939" y="1168400"/>
                  </a:lnTo>
                  <a:close/>
                </a:path>
                <a:path w="27939" h="1295400">
                  <a:moveTo>
                    <a:pt x="27939" y="1172210"/>
                  </a:moveTo>
                  <a:lnTo>
                    <a:pt x="19050" y="1172210"/>
                  </a:lnTo>
                  <a:lnTo>
                    <a:pt x="19050" y="1174749"/>
                  </a:lnTo>
                  <a:lnTo>
                    <a:pt x="27939" y="1174749"/>
                  </a:lnTo>
                  <a:lnTo>
                    <a:pt x="27939" y="1172210"/>
                  </a:lnTo>
                  <a:close/>
                </a:path>
                <a:path w="27939" h="1295400">
                  <a:moveTo>
                    <a:pt x="27939" y="1174750"/>
                  </a:moveTo>
                  <a:lnTo>
                    <a:pt x="19050" y="1174750"/>
                  </a:lnTo>
                  <a:lnTo>
                    <a:pt x="19050" y="1181099"/>
                  </a:lnTo>
                  <a:lnTo>
                    <a:pt x="27939" y="1181099"/>
                  </a:lnTo>
                  <a:lnTo>
                    <a:pt x="27939" y="1174750"/>
                  </a:lnTo>
                  <a:close/>
                </a:path>
                <a:path w="27939" h="1295400">
                  <a:moveTo>
                    <a:pt x="27939" y="1181100"/>
                  </a:moveTo>
                  <a:lnTo>
                    <a:pt x="19050" y="1181100"/>
                  </a:lnTo>
                  <a:lnTo>
                    <a:pt x="19050" y="1184909"/>
                  </a:lnTo>
                  <a:lnTo>
                    <a:pt x="27939" y="1184909"/>
                  </a:lnTo>
                  <a:lnTo>
                    <a:pt x="27939" y="1181100"/>
                  </a:lnTo>
                  <a:close/>
                </a:path>
                <a:path w="27939" h="1295400">
                  <a:moveTo>
                    <a:pt x="27939" y="1184910"/>
                  </a:moveTo>
                  <a:lnTo>
                    <a:pt x="19050" y="1184910"/>
                  </a:lnTo>
                  <a:lnTo>
                    <a:pt x="19050" y="1187449"/>
                  </a:lnTo>
                  <a:lnTo>
                    <a:pt x="27939" y="1187449"/>
                  </a:lnTo>
                  <a:lnTo>
                    <a:pt x="27939" y="1184910"/>
                  </a:lnTo>
                  <a:close/>
                </a:path>
                <a:path w="27939" h="1295400">
                  <a:moveTo>
                    <a:pt x="27939" y="1187450"/>
                  </a:moveTo>
                  <a:lnTo>
                    <a:pt x="19050" y="1187450"/>
                  </a:lnTo>
                  <a:lnTo>
                    <a:pt x="19050" y="1193799"/>
                  </a:lnTo>
                  <a:lnTo>
                    <a:pt x="27939" y="1193799"/>
                  </a:lnTo>
                  <a:lnTo>
                    <a:pt x="27939" y="1187450"/>
                  </a:lnTo>
                  <a:close/>
                </a:path>
                <a:path w="27939" h="1295400">
                  <a:moveTo>
                    <a:pt x="27939" y="1193800"/>
                  </a:moveTo>
                  <a:lnTo>
                    <a:pt x="19050" y="1193800"/>
                  </a:lnTo>
                  <a:lnTo>
                    <a:pt x="19050" y="1197609"/>
                  </a:lnTo>
                  <a:lnTo>
                    <a:pt x="27939" y="1197609"/>
                  </a:lnTo>
                  <a:lnTo>
                    <a:pt x="27939" y="1193800"/>
                  </a:lnTo>
                  <a:close/>
                </a:path>
                <a:path w="27939" h="1295400">
                  <a:moveTo>
                    <a:pt x="27939" y="1197610"/>
                  </a:moveTo>
                  <a:lnTo>
                    <a:pt x="19050" y="1197610"/>
                  </a:lnTo>
                  <a:lnTo>
                    <a:pt x="19050" y="1203959"/>
                  </a:lnTo>
                  <a:lnTo>
                    <a:pt x="27939" y="1203959"/>
                  </a:lnTo>
                  <a:lnTo>
                    <a:pt x="27939" y="1197610"/>
                  </a:lnTo>
                  <a:close/>
                </a:path>
                <a:path w="27939" h="1295400">
                  <a:moveTo>
                    <a:pt x="27939" y="1203960"/>
                  </a:moveTo>
                  <a:lnTo>
                    <a:pt x="19050" y="1203960"/>
                  </a:lnTo>
                  <a:lnTo>
                    <a:pt x="19050" y="1206499"/>
                  </a:lnTo>
                  <a:lnTo>
                    <a:pt x="27939" y="1206499"/>
                  </a:lnTo>
                  <a:lnTo>
                    <a:pt x="27939" y="1203960"/>
                  </a:lnTo>
                  <a:close/>
                </a:path>
                <a:path w="27939" h="1295400">
                  <a:moveTo>
                    <a:pt x="27939" y="1206500"/>
                  </a:moveTo>
                  <a:lnTo>
                    <a:pt x="19050" y="1206500"/>
                  </a:lnTo>
                  <a:lnTo>
                    <a:pt x="19050" y="1210309"/>
                  </a:lnTo>
                  <a:lnTo>
                    <a:pt x="27939" y="1210309"/>
                  </a:lnTo>
                  <a:lnTo>
                    <a:pt x="27939" y="1206500"/>
                  </a:lnTo>
                  <a:close/>
                </a:path>
                <a:path w="27939" h="1295400">
                  <a:moveTo>
                    <a:pt x="27939" y="1210310"/>
                  </a:moveTo>
                  <a:lnTo>
                    <a:pt x="19050" y="1210310"/>
                  </a:lnTo>
                  <a:lnTo>
                    <a:pt x="19050" y="1216659"/>
                  </a:lnTo>
                  <a:lnTo>
                    <a:pt x="27939" y="1216659"/>
                  </a:lnTo>
                  <a:lnTo>
                    <a:pt x="27939" y="1210310"/>
                  </a:lnTo>
                  <a:close/>
                </a:path>
                <a:path w="27939" h="1295400">
                  <a:moveTo>
                    <a:pt x="27939" y="1216660"/>
                  </a:moveTo>
                  <a:lnTo>
                    <a:pt x="19050" y="1216660"/>
                  </a:lnTo>
                  <a:lnTo>
                    <a:pt x="19050" y="1225549"/>
                  </a:lnTo>
                  <a:lnTo>
                    <a:pt x="27939" y="1225549"/>
                  </a:lnTo>
                  <a:lnTo>
                    <a:pt x="27939" y="1216660"/>
                  </a:lnTo>
                  <a:close/>
                </a:path>
                <a:path w="27939" h="1295400">
                  <a:moveTo>
                    <a:pt x="27939" y="1225550"/>
                  </a:moveTo>
                  <a:lnTo>
                    <a:pt x="19050" y="1225550"/>
                  </a:lnTo>
                  <a:lnTo>
                    <a:pt x="19050" y="1235709"/>
                  </a:lnTo>
                  <a:lnTo>
                    <a:pt x="27939" y="1235709"/>
                  </a:lnTo>
                  <a:lnTo>
                    <a:pt x="27939" y="1225550"/>
                  </a:lnTo>
                  <a:close/>
                </a:path>
                <a:path w="27939" h="1295400">
                  <a:moveTo>
                    <a:pt x="27939" y="1235710"/>
                  </a:moveTo>
                  <a:lnTo>
                    <a:pt x="19050" y="1235710"/>
                  </a:lnTo>
                  <a:lnTo>
                    <a:pt x="19050" y="1238249"/>
                  </a:lnTo>
                  <a:lnTo>
                    <a:pt x="27939" y="1238249"/>
                  </a:lnTo>
                  <a:lnTo>
                    <a:pt x="27939" y="1235710"/>
                  </a:lnTo>
                  <a:close/>
                </a:path>
                <a:path w="27939" h="1295400">
                  <a:moveTo>
                    <a:pt x="27939" y="1238250"/>
                  </a:moveTo>
                  <a:lnTo>
                    <a:pt x="19050" y="1238250"/>
                  </a:lnTo>
                  <a:lnTo>
                    <a:pt x="19050" y="1242059"/>
                  </a:lnTo>
                  <a:lnTo>
                    <a:pt x="27939" y="1242059"/>
                  </a:lnTo>
                  <a:lnTo>
                    <a:pt x="27939" y="1238250"/>
                  </a:lnTo>
                  <a:close/>
                </a:path>
                <a:path w="27939" h="1295400">
                  <a:moveTo>
                    <a:pt x="27939" y="1242060"/>
                  </a:moveTo>
                  <a:lnTo>
                    <a:pt x="19050" y="1242060"/>
                  </a:lnTo>
                  <a:lnTo>
                    <a:pt x="19050" y="1244599"/>
                  </a:lnTo>
                  <a:lnTo>
                    <a:pt x="27939" y="1244599"/>
                  </a:lnTo>
                  <a:lnTo>
                    <a:pt x="27939" y="1242060"/>
                  </a:lnTo>
                  <a:close/>
                </a:path>
                <a:path w="27939" h="1295400">
                  <a:moveTo>
                    <a:pt x="27939" y="1244600"/>
                  </a:moveTo>
                  <a:lnTo>
                    <a:pt x="19050" y="1244600"/>
                  </a:lnTo>
                  <a:lnTo>
                    <a:pt x="19050" y="1257299"/>
                  </a:lnTo>
                  <a:lnTo>
                    <a:pt x="27939" y="1257299"/>
                  </a:lnTo>
                  <a:lnTo>
                    <a:pt x="27939" y="1244600"/>
                  </a:lnTo>
                  <a:close/>
                </a:path>
                <a:path w="27939" h="1295400">
                  <a:moveTo>
                    <a:pt x="27939" y="1257300"/>
                  </a:moveTo>
                  <a:lnTo>
                    <a:pt x="19050" y="1257300"/>
                  </a:lnTo>
                  <a:lnTo>
                    <a:pt x="19050" y="1267459"/>
                  </a:lnTo>
                  <a:lnTo>
                    <a:pt x="27939" y="1267459"/>
                  </a:lnTo>
                  <a:lnTo>
                    <a:pt x="27939" y="1257300"/>
                  </a:lnTo>
                  <a:close/>
                </a:path>
                <a:path w="27939" h="1295400">
                  <a:moveTo>
                    <a:pt x="27939" y="1267460"/>
                  </a:moveTo>
                  <a:lnTo>
                    <a:pt x="19050" y="1267460"/>
                  </a:lnTo>
                  <a:lnTo>
                    <a:pt x="19050" y="1269999"/>
                  </a:lnTo>
                  <a:lnTo>
                    <a:pt x="27939" y="1269999"/>
                  </a:lnTo>
                  <a:lnTo>
                    <a:pt x="27939" y="1267460"/>
                  </a:lnTo>
                  <a:close/>
                </a:path>
                <a:path w="27939" h="1295400">
                  <a:moveTo>
                    <a:pt x="27939" y="1270000"/>
                  </a:moveTo>
                  <a:lnTo>
                    <a:pt x="19050" y="1270000"/>
                  </a:lnTo>
                  <a:lnTo>
                    <a:pt x="19050" y="1276349"/>
                  </a:lnTo>
                  <a:lnTo>
                    <a:pt x="27939" y="1276349"/>
                  </a:lnTo>
                  <a:lnTo>
                    <a:pt x="27939" y="1270000"/>
                  </a:lnTo>
                  <a:close/>
                </a:path>
                <a:path w="27939" h="1295400">
                  <a:moveTo>
                    <a:pt x="27939" y="1276350"/>
                  </a:moveTo>
                  <a:lnTo>
                    <a:pt x="19050" y="1276350"/>
                  </a:lnTo>
                  <a:lnTo>
                    <a:pt x="19050" y="1282699"/>
                  </a:lnTo>
                  <a:lnTo>
                    <a:pt x="27939" y="1282699"/>
                  </a:lnTo>
                  <a:lnTo>
                    <a:pt x="27939" y="1276350"/>
                  </a:lnTo>
                  <a:close/>
                </a:path>
                <a:path w="27939" h="1295400">
                  <a:moveTo>
                    <a:pt x="27939" y="1282700"/>
                  </a:moveTo>
                  <a:lnTo>
                    <a:pt x="19050" y="1282700"/>
                  </a:lnTo>
                  <a:lnTo>
                    <a:pt x="19050" y="1289049"/>
                  </a:lnTo>
                  <a:lnTo>
                    <a:pt x="27939" y="1289049"/>
                  </a:lnTo>
                  <a:lnTo>
                    <a:pt x="27939" y="1282700"/>
                  </a:lnTo>
                  <a:close/>
                </a:path>
                <a:path w="27939" h="1295400">
                  <a:moveTo>
                    <a:pt x="26670" y="1289050"/>
                  </a:moveTo>
                  <a:lnTo>
                    <a:pt x="19050" y="1289050"/>
                  </a:lnTo>
                  <a:lnTo>
                    <a:pt x="19050" y="1292859"/>
                  </a:lnTo>
                  <a:lnTo>
                    <a:pt x="24129" y="1292859"/>
                  </a:lnTo>
                  <a:lnTo>
                    <a:pt x="24129" y="1291589"/>
                  </a:lnTo>
                  <a:lnTo>
                    <a:pt x="25400" y="1291589"/>
                  </a:lnTo>
                  <a:lnTo>
                    <a:pt x="25400" y="1290320"/>
                  </a:lnTo>
                  <a:lnTo>
                    <a:pt x="26670" y="1290320"/>
                  </a:lnTo>
                  <a:lnTo>
                    <a:pt x="26670" y="1289050"/>
                  </a:lnTo>
                  <a:close/>
                </a:path>
                <a:path w="27939" h="1295400">
                  <a:moveTo>
                    <a:pt x="22860" y="1292860"/>
                  </a:moveTo>
                  <a:lnTo>
                    <a:pt x="19050" y="1292860"/>
                  </a:lnTo>
                  <a:lnTo>
                    <a:pt x="19050" y="1295399"/>
                  </a:lnTo>
                  <a:lnTo>
                    <a:pt x="21589" y="1295399"/>
                  </a:lnTo>
                  <a:lnTo>
                    <a:pt x="21589" y="1294130"/>
                  </a:lnTo>
                  <a:lnTo>
                    <a:pt x="22860" y="1294130"/>
                  </a:lnTo>
                  <a:lnTo>
                    <a:pt x="22860" y="1292860"/>
                  </a:lnTo>
                  <a:close/>
                </a:path>
              </a:pathLst>
            </a:custGeom>
            <a:solidFill>
              <a:srgbClr val="2953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5" name="object 3795"/>
            <p:cNvSpPr/>
            <p:nvPr/>
          </p:nvSpPr>
          <p:spPr>
            <a:xfrm>
              <a:off x="5114289" y="4718050"/>
              <a:ext cx="27940" cy="1278890"/>
            </a:xfrm>
            <a:custGeom>
              <a:avLst/>
              <a:gdLst/>
              <a:ahLst/>
              <a:cxnLst/>
              <a:rect l="l" t="t" r="r" b="b"/>
              <a:pathLst>
                <a:path w="27939" h="1278889">
                  <a:moveTo>
                    <a:pt x="127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27939" h="1278889">
                  <a:moveTo>
                    <a:pt x="508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10160" y="8889"/>
                  </a:lnTo>
                  <a:lnTo>
                    <a:pt x="10160" y="7619"/>
                  </a:lnTo>
                  <a:lnTo>
                    <a:pt x="8889" y="7619"/>
                  </a:lnTo>
                  <a:lnTo>
                    <a:pt x="8889" y="6350"/>
                  </a:lnTo>
                  <a:lnTo>
                    <a:pt x="7620" y="6350"/>
                  </a:lnTo>
                  <a:lnTo>
                    <a:pt x="7620" y="5080"/>
                  </a:lnTo>
                  <a:lnTo>
                    <a:pt x="6350" y="5080"/>
                  </a:lnTo>
                  <a:lnTo>
                    <a:pt x="6350" y="3810"/>
                  </a:lnTo>
                  <a:lnTo>
                    <a:pt x="5080" y="3810"/>
                  </a:lnTo>
                  <a:lnTo>
                    <a:pt x="5080" y="2540"/>
                  </a:lnTo>
                  <a:close/>
                </a:path>
                <a:path w="27939" h="1278889">
                  <a:moveTo>
                    <a:pt x="1143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16510" y="15239"/>
                  </a:lnTo>
                  <a:lnTo>
                    <a:pt x="16510" y="13969"/>
                  </a:lnTo>
                  <a:lnTo>
                    <a:pt x="15239" y="13969"/>
                  </a:lnTo>
                  <a:lnTo>
                    <a:pt x="15239" y="12700"/>
                  </a:lnTo>
                  <a:lnTo>
                    <a:pt x="13970" y="12700"/>
                  </a:lnTo>
                  <a:lnTo>
                    <a:pt x="13970" y="11430"/>
                  </a:lnTo>
                  <a:lnTo>
                    <a:pt x="12700" y="11430"/>
                  </a:lnTo>
                  <a:lnTo>
                    <a:pt x="12700" y="10160"/>
                  </a:lnTo>
                  <a:lnTo>
                    <a:pt x="11430" y="10160"/>
                  </a:lnTo>
                  <a:lnTo>
                    <a:pt x="11430" y="8890"/>
                  </a:lnTo>
                  <a:close/>
                </a:path>
                <a:path w="27939" h="1278889">
                  <a:moveTo>
                    <a:pt x="17780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22860" y="21589"/>
                  </a:lnTo>
                  <a:lnTo>
                    <a:pt x="22860" y="20319"/>
                  </a:lnTo>
                  <a:lnTo>
                    <a:pt x="21589" y="20319"/>
                  </a:lnTo>
                  <a:lnTo>
                    <a:pt x="21589" y="19050"/>
                  </a:lnTo>
                  <a:lnTo>
                    <a:pt x="20320" y="19050"/>
                  </a:lnTo>
                  <a:lnTo>
                    <a:pt x="20320" y="17780"/>
                  </a:lnTo>
                  <a:lnTo>
                    <a:pt x="19050" y="17780"/>
                  </a:lnTo>
                  <a:lnTo>
                    <a:pt x="19050" y="16510"/>
                  </a:lnTo>
                  <a:lnTo>
                    <a:pt x="17780" y="16510"/>
                  </a:lnTo>
                  <a:lnTo>
                    <a:pt x="17780" y="15240"/>
                  </a:lnTo>
                  <a:close/>
                </a:path>
                <a:path w="27939" h="1278889">
                  <a:moveTo>
                    <a:pt x="24130" y="21590"/>
                  </a:moveTo>
                  <a:lnTo>
                    <a:pt x="0" y="21590"/>
                  </a:lnTo>
                  <a:lnTo>
                    <a:pt x="0" y="27939"/>
                  </a:lnTo>
                  <a:lnTo>
                    <a:pt x="27939" y="27939"/>
                  </a:lnTo>
                  <a:lnTo>
                    <a:pt x="27939" y="24130"/>
                  </a:lnTo>
                  <a:lnTo>
                    <a:pt x="26670" y="24130"/>
                  </a:lnTo>
                  <a:lnTo>
                    <a:pt x="26670" y="22860"/>
                  </a:lnTo>
                  <a:lnTo>
                    <a:pt x="24130" y="22860"/>
                  </a:lnTo>
                  <a:lnTo>
                    <a:pt x="24130" y="21590"/>
                  </a:lnTo>
                  <a:close/>
                </a:path>
                <a:path w="27939" h="1278889">
                  <a:moveTo>
                    <a:pt x="27939" y="27940"/>
                  </a:moveTo>
                  <a:lnTo>
                    <a:pt x="0" y="27940"/>
                  </a:lnTo>
                  <a:lnTo>
                    <a:pt x="0" y="34289"/>
                  </a:lnTo>
                  <a:lnTo>
                    <a:pt x="27939" y="34289"/>
                  </a:lnTo>
                  <a:lnTo>
                    <a:pt x="27939" y="27940"/>
                  </a:lnTo>
                  <a:close/>
                </a:path>
                <a:path w="27939" h="1278889">
                  <a:moveTo>
                    <a:pt x="27939" y="34290"/>
                  </a:moveTo>
                  <a:lnTo>
                    <a:pt x="0" y="34290"/>
                  </a:lnTo>
                  <a:lnTo>
                    <a:pt x="0" y="40639"/>
                  </a:lnTo>
                  <a:lnTo>
                    <a:pt x="27939" y="40639"/>
                  </a:lnTo>
                  <a:lnTo>
                    <a:pt x="27939" y="34290"/>
                  </a:lnTo>
                  <a:close/>
                </a:path>
                <a:path w="27939" h="1278889">
                  <a:moveTo>
                    <a:pt x="27939" y="40640"/>
                  </a:moveTo>
                  <a:lnTo>
                    <a:pt x="0" y="40640"/>
                  </a:lnTo>
                  <a:lnTo>
                    <a:pt x="0" y="53339"/>
                  </a:lnTo>
                  <a:lnTo>
                    <a:pt x="27939" y="53339"/>
                  </a:lnTo>
                  <a:lnTo>
                    <a:pt x="27939" y="40640"/>
                  </a:lnTo>
                  <a:close/>
                </a:path>
                <a:path w="27939" h="1278889">
                  <a:moveTo>
                    <a:pt x="27939" y="53340"/>
                  </a:moveTo>
                  <a:lnTo>
                    <a:pt x="0" y="53340"/>
                  </a:lnTo>
                  <a:lnTo>
                    <a:pt x="0" y="59689"/>
                  </a:lnTo>
                  <a:lnTo>
                    <a:pt x="27939" y="59689"/>
                  </a:lnTo>
                  <a:lnTo>
                    <a:pt x="27939" y="53340"/>
                  </a:lnTo>
                  <a:close/>
                </a:path>
                <a:path w="27939" h="1278889">
                  <a:moveTo>
                    <a:pt x="27939" y="59690"/>
                  </a:moveTo>
                  <a:lnTo>
                    <a:pt x="0" y="59690"/>
                  </a:lnTo>
                  <a:lnTo>
                    <a:pt x="0" y="66039"/>
                  </a:lnTo>
                  <a:lnTo>
                    <a:pt x="27939" y="66039"/>
                  </a:lnTo>
                  <a:lnTo>
                    <a:pt x="27939" y="59690"/>
                  </a:lnTo>
                  <a:close/>
                </a:path>
                <a:path w="27939" h="1278889">
                  <a:moveTo>
                    <a:pt x="27939" y="66040"/>
                  </a:moveTo>
                  <a:lnTo>
                    <a:pt x="0" y="66040"/>
                  </a:lnTo>
                  <a:lnTo>
                    <a:pt x="0" y="72389"/>
                  </a:lnTo>
                  <a:lnTo>
                    <a:pt x="27939" y="72389"/>
                  </a:lnTo>
                  <a:lnTo>
                    <a:pt x="27939" y="66040"/>
                  </a:lnTo>
                  <a:close/>
                </a:path>
                <a:path w="27939" h="1278889">
                  <a:moveTo>
                    <a:pt x="27939" y="72390"/>
                  </a:moveTo>
                  <a:lnTo>
                    <a:pt x="0" y="72390"/>
                  </a:lnTo>
                  <a:lnTo>
                    <a:pt x="0" y="85089"/>
                  </a:lnTo>
                  <a:lnTo>
                    <a:pt x="27939" y="85089"/>
                  </a:lnTo>
                  <a:lnTo>
                    <a:pt x="27939" y="72390"/>
                  </a:lnTo>
                  <a:close/>
                </a:path>
                <a:path w="27939" h="1278889">
                  <a:moveTo>
                    <a:pt x="27939" y="85090"/>
                  </a:moveTo>
                  <a:lnTo>
                    <a:pt x="0" y="85090"/>
                  </a:lnTo>
                  <a:lnTo>
                    <a:pt x="0" y="91439"/>
                  </a:lnTo>
                  <a:lnTo>
                    <a:pt x="27939" y="91439"/>
                  </a:lnTo>
                  <a:lnTo>
                    <a:pt x="27939" y="85090"/>
                  </a:lnTo>
                  <a:close/>
                </a:path>
                <a:path w="27939" h="1278889">
                  <a:moveTo>
                    <a:pt x="27939" y="91440"/>
                  </a:moveTo>
                  <a:lnTo>
                    <a:pt x="0" y="91440"/>
                  </a:lnTo>
                  <a:lnTo>
                    <a:pt x="0" y="97789"/>
                  </a:lnTo>
                  <a:lnTo>
                    <a:pt x="27939" y="97789"/>
                  </a:lnTo>
                  <a:lnTo>
                    <a:pt x="27939" y="91440"/>
                  </a:lnTo>
                  <a:close/>
                </a:path>
                <a:path w="27939" h="1278889">
                  <a:moveTo>
                    <a:pt x="27939" y="97790"/>
                  </a:moveTo>
                  <a:lnTo>
                    <a:pt x="0" y="97790"/>
                  </a:lnTo>
                  <a:lnTo>
                    <a:pt x="0" y="116839"/>
                  </a:lnTo>
                  <a:lnTo>
                    <a:pt x="27939" y="116839"/>
                  </a:lnTo>
                  <a:lnTo>
                    <a:pt x="27939" y="97790"/>
                  </a:lnTo>
                  <a:close/>
                </a:path>
                <a:path w="27939" h="1278889">
                  <a:moveTo>
                    <a:pt x="27939" y="116840"/>
                  </a:moveTo>
                  <a:lnTo>
                    <a:pt x="0" y="116840"/>
                  </a:lnTo>
                  <a:lnTo>
                    <a:pt x="0" y="123189"/>
                  </a:lnTo>
                  <a:lnTo>
                    <a:pt x="27939" y="123189"/>
                  </a:lnTo>
                  <a:lnTo>
                    <a:pt x="27939" y="116840"/>
                  </a:lnTo>
                  <a:close/>
                </a:path>
                <a:path w="27939" h="1278889">
                  <a:moveTo>
                    <a:pt x="27939" y="123190"/>
                  </a:moveTo>
                  <a:lnTo>
                    <a:pt x="0" y="123190"/>
                  </a:lnTo>
                  <a:lnTo>
                    <a:pt x="0" y="129539"/>
                  </a:lnTo>
                  <a:lnTo>
                    <a:pt x="27939" y="129539"/>
                  </a:lnTo>
                  <a:lnTo>
                    <a:pt x="27939" y="123190"/>
                  </a:lnTo>
                  <a:close/>
                </a:path>
                <a:path w="27939" h="1278889">
                  <a:moveTo>
                    <a:pt x="27939" y="129540"/>
                  </a:moveTo>
                  <a:lnTo>
                    <a:pt x="0" y="129540"/>
                  </a:lnTo>
                  <a:lnTo>
                    <a:pt x="0" y="135889"/>
                  </a:lnTo>
                  <a:lnTo>
                    <a:pt x="27939" y="135889"/>
                  </a:lnTo>
                  <a:lnTo>
                    <a:pt x="27939" y="129540"/>
                  </a:lnTo>
                  <a:close/>
                </a:path>
                <a:path w="27939" h="1278889">
                  <a:moveTo>
                    <a:pt x="27939" y="135890"/>
                  </a:moveTo>
                  <a:lnTo>
                    <a:pt x="0" y="135890"/>
                  </a:lnTo>
                  <a:lnTo>
                    <a:pt x="0" y="142239"/>
                  </a:lnTo>
                  <a:lnTo>
                    <a:pt x="27939" y="142239"/>
                  </a:lnTo>
                  <a:lnTo>
                    <a:pt x="27939" y="135890"/>
                  </a:lnTo>
                  <a:close/>
                </a:path>
                <a:path w="27939" h="1278889">
                  <a:moveTo>
                    <a:pt x="27939" y="142240"/>
                  </a:moveTo>
                  <a:lnTo>
                    <a:pt x="0" y="142240"/>
                  </a:lnTo>
                  <a:lnTo>
                    <a:pt x="0" y="148589"/>
                  </a:lnTo>
                  <a:lnTo>
                    <a:pt x="27939" y="148589"/>
                  </a:lnTo>
                  <a:lnTo>
                    <a:pt x="27939" y="142240"/>
                  </a:lnTo>
                  <a:close/>
                </a:path>
                <a:path w="27939" h="1278889">
                  <a:moveTo>
                    <a:pt x="27939" y="148590"/>
                  </a:moveTo>
                  <a:lnTo>
                    <a:pt x="0" y="148590"/>
                  </a:lnTo>
                  <a:lnTo>
                    <a:pt x="0" y="154939"/>
                  </a:lnTo>
                  <a:lnTo>
                    <a:pt x="27939" y="154939"/>
                  </a:lnTo>
                  <a:lnTo>
                    <a:pt x="27939" y="148590"/>
                  </a:lnTo>
                  <a:close/>
                </a:path>
                <a:path w="27939" h="1278889">
                  <a:moveTo>
                    <a:pt x="27939" y="154940"/>
                  </a:moveTo>
                  <a:lnTo>
                    <a:pt x="0" y="154940"/>
                  </a:lnTo>
                  <a:lnTo>
                    <a:pt x="0" y="161289"/>
                  </a:lnTo>
                  <a:lnTo>
                    <a:pt x="27939" y="161289"/>
                  </a:lnTo>
                  <a:lnTo>
                    <a:pt x="27939" y="154940"/>
                  </a:lnTo>
                  <a:close/>
                </a:path>
                <a:path w="27939" h="1278889">
                  <a:moveTo>
                    <a:pt x="27939" y="161290"/>
                  </a:moveTo>
                  <a:lnTo>
                    <a:pt x="0" y="161290"/>
                  </a:lnTo>
                  <a:lnTo>
                    <a:pt x="0" y="173989"/>
                  </a:lnTo>
                  <a:lnTo>
                    <a:pt x="27939" y="173989"/>
                  </a:lnTo>
                  <a:lnTo>
                    <a:pt x="27939" y="161290"/>
                  </a:lnTo>
                  <a:close/>
                </a:path>
                <a:path w="27939" h="1278889">
                  <a:moveTo>
                    <a:pt x="27939" y="173990"/>
                  </a:moveTo>
                  <a:lnTo>
                    <a:pt x="0" y="173990"/>
                  </a:lnTo>
                  <a:lnTo>
                    <a:pt x="0" y="180339"/>
                  </a:lnTo>
                  <a:lnTo>
                    <a:pt x="27939" y="180339"/>
                  </a:lnTo>
                  <a:lnTo>
                    <a:pt x="27939" y="173990"/>
                  </a:lnTo>
                  <a:close/>
                </a:path>
                <a:path w="27939" h="1278889">
                  <a:moveTo>
                    <a:pt x="27939" y="180340"/>
                  </a:moveTo>
                  <a:lnTo>
                    <a:pt x="0" y="180340"/>
                  </a:lnTo>
                  <a:lnTo>
                    <a:pt x="0" y="186689"/>
                  </a:lnTo>
                  <a:lnTo>
                    <a:pt x="27939" y="186689"/>
                  </a:lnTo>
                  <a:lnTo>
                    <a:pt x="27939" y="180340"/>
                  </a:lnTo>
                  <a:close/>
                </a:path>
                <a:path w="27939" h="1278889">
                  <a:moveTo>
                    <a:pt x="27939" y="186690"/>
                  </a:moveTo>
                  <a:lnTo>
                    <a:pt x="0" y="186690"/>
                  </a:lnTo>
                  <a:lnTo>
                    <a:pt x="0" y="193039"/>
                  </a:lnTo>
                  <a:lnTo>
                    <a:pt x="27939" y="193039"/>
                  </a:lnTo>
                  <a:lnTo>
                    <a:pt x="27939" y="186690"/>
                  </a:lnTo>
                  <a:close/>
                </a:path>
                <a:path w="27939" h="1278889">
                  <a:moveTo>
                    <a:pt x="27939" y="193040"/>
                  </a:moveTo>
                  <a:lnTo>
                    <a:pt x="0" y="193040"/>
                  </a:lnTo>
                  <a:lnTo>
                    <a:pt x="0" y="199389"/>
                  </a:lnTo>
                  <a:lnTo>
                    <a:pt x="27939" y="199389"/>
                  </a:lnTo>
                  <a:lnTo>
                    <a:pt x="27939" y="193040"/>
                  </a:lnTo>
                  <a:close/>
                </a:path>
                <a:path w="27939" h="1278889">
                  <a:moveTo>
                    <a:pt x="27939" y="199390"/>
                  </a:moveTo>
                  <a:lnTo>
                    <a:pt x="0" y="199390"/>
                  </a:lnTo>
                  <a:lnTo>
                    <a:pt x="0" y="205739"/>
                  </a:lnTo>
                  <a:lnTo>
                    <a:pt x="27939" y="205739"/>
                  </a:lnTo>
                  <a:lnTo>
                    <a:pt x="27939" y="199390"/>
                  </a:lnTo>
                  <a:close/>
                </a:path>
                <a:path w="27939" h="1278889">
                  <a:moveTo>
                    <a:pt x="27939" y="205740"/>
                  </a:moveTo>
                  <a:lnTo>
                    <a:pt x="0" y="205740"/>
                  </a:lnTo>
                  <a:lnTo>
                    <a:pt x="0" y="212089"/>
                  </a:lnTo>
                  <a:lnTo>
                    <a:pt x="27939" y="212089"/>
                  </a:lnTo>
                  <a:lnTo>
                    <a:pt x="27939" y="205740"/>
                  </a:lnTo>
                  <a:close/>
                </a:path>
                <a:path w="27939" h="1278889">
                  <a:moveTo>
                    <a:pt x="27939" y="212090"/>
                  </a:moveTo>
                  <a:lnTo>
                    <a:pt x="0" y="212090"/>
                  </a:lnTo>
                  <a:lnTo>
                    <a:pt x="0" y="218439"/>
                  </a:lnTo>
                  <a:lnTo>
                    <a:pt x="27939" y="218439"/>
                  </a:lnTo>
                  <a:lnTo>
                    <a:pt x="27939" y="212090"/>
                  </a:lnTo>
                  <a:close/>
                </a:path>
                <a:path w="27939" h="1278889">
                  <a:moveTo>
                    <a:pt x="27939" y="218440"/>
                  </a:moveTo>
                  <a:lnTo>
                    <a:pt x="0" y="218440"/>
                  </a:lnTo>
                  <a:lnTo>
                    <a:pt x="0" y="224789"/>
                  </a:lnTo>
                  <a:lnTo>
                    <a:pt x="27939" y="224789"/>
                  </a:lnTo>
                  <a:lnTo>
                    <a:pt x="27939" y="218440"/>
                  </a:lnTo>
                  <a:close/>
                </a:path>
                <a:path w="27939" h="1278889">
                  <a:moveTo>
                    <a:pt x="27939" y="224790"/>
                  </a:moveTo>
                  <a:lnTo>
                    <a:pt x="0" y="224790"/>
                  </a:lnTo>
                  <a:lnTo>
                    <a:pt x="0" y="243839"/>
                  </a:lnTo>
                  <a:lnTo>
                    <a:pt x="27939" y="243839"/>
                  </a:lnTo>
                  <a:lnTo>
                    <a:pt x="27939" y="224790"/>
                  </a:lnTo>
                  <a:close/>
                </a:path>
                <a:path w="27939" h="1278889">
                  <a:moveTo>
                    <a:pt x="27939" y="243840"/>
                  </a:moveTo>
                  <a:lnTo>
                    <a:pt x="0" y="243840"/>
                  </a:lnTo>
                  <a:lnTo>
                    <a:pt x="0" y="256539"/>
                  </a:lnTo>
                  <a:lnTo>
                    <a:pt x="27939" y="256539"/>
                  </a:lnTo>
                  <a:lnTo>
                    <a:pt x="27939" y="243840"/>
                  </a:lnTo>
                  <a:close/>
                </a:path>
                <a:path w="27939" h="1278889">
                  <a:moveTo>
                    <a:pt x="27939" y="256540"/>
                  </a:moveTo>
                  <a:lnTo>
                    <a:pt x="0" y="256540"/>
                  </a:lnTo>
                  <a:lnTo>
                    <a:pt x="0" y="262889"/>
                  </a:lnTo>
                  <a:lnTo>
                    <a:pt x="27939" y="262889"/>
                  </a:lnTo>
                  <a:lnTo>
                    <a:pt x="27939" y="256540"/>
                  </a:lnTo>
                  <a:close/>
                </a:path>
                <a:path w="27939" h="1278889">
                  <a:moveTo>
                    <a:pt x="27939" y="262890"/>
                  </a:moveTo>
                  <a:lnTo>
                    <a:pt x="0" y="262890"/>
                  </a:lnTo>
                  <a:lnTo>
                    <a:pt x="0" y="269239"/>
                  </a:lnTo>
                  <a:lnTo>
                    <a:pt x="27939" y="269239"/>
                  </a:lnTo>
                  <a:lnTo>
                    <a:pt x="27939" y="262890"/>
                  </a:lnTo>
                  <a:close/>
                </a:path>
                <a:path w="27939" h="1278889">
                  <a:moveTo>
                    <a:pt x="27939" y="269240"/>
                  </a:moveTo>
                  <a:lnTo>
                    <a:pt x="0" y="269240"/>
                  </a:lnTo>
                  <a:lnTo>
                    <a:pt x="0" y="275589"/>
                  </a:lnTo>
                  <a:lnTo>
                    <a:pt x="27939" y="275589"/>
                  </a:lnTo>
                  <a:lnTo>
                    <a:pt x="27939" y="269240"/>
                  </a:lnTo>
                  <a:close/>
                </a:path>
                <a:path w="27939" h="1278889">
                  <a:moveTo>
                    <a:pt x="27939" y="275590"/>
                  </a:moveTo>
                  <a:lnTo>
                    <a:pt x="0" y="275590"/>
                  </a:lnTo>
                  <a:lnTo>
                    <a:pt x="0" y="281939"/>
                  </a:lnTo>
                  <a:lnTo>
                    <a:pt x="27939" y="281939"/>
                  </a:lnTo>
                  <a:lnTo>
                    <a:pt x="27939" y="275590"/>
                  </a:lnTo>
                  <a:close/>
                </a:path>
                <a:path w="27939" h="1278889">
                  <a:moveTo>
                    <a:pt x="27939" y="281940"/>
                  </a:moveTo>
                  <a:lnTo>
                    <a:pt x="0" y="281940"/>
                  </a:lnTo>
                  <a:lnTo>
                    <a:pt x="0" y="294639"/>
                  </a:lnTo>
                  <a:lnTo>
                    <a:pt x="27939" y="294639"/>
                  </a:lnTo>
                  <a:lnTo>
                    <a:pt x="27939" y="281940"/>
                  </a:lnTo>
                  <a:close/>
                </a:path>
                <a:path w="27939" h="1278889">
                  <a:moveTo>
                    <a:pt x="27939" y="294640"/>
                  </a:moveTo>
                  <a:lnTo>
                    <a:pt x="0" y="294640"/>
                  </a:lnTo>
                  <a:lnTo>
                    <a:pt x="0" y="300989"/>
                  </a:lnTo>
                  <a:lnTo>
                    <a:pt x="27939" y="300989"/>
                  </a:lnTo>
                  <a:lnTo>
                    <a:pt x="27939" y="294640"/>
                  </a:lnTo>
                  <a:close/>
                </a:path>
                <a:path w="27939" h="1278889">
                  <a:moveTo>
                    <a:pt x="27939" y="300990"/>
                  </a:moveTo>
                  <a:lnTo>
                    <a:pt x="0" y="300990"/>
                  </a:lnTo>
                  <a:lnTo>
                    <a:pt x="0" y="307339"/>
                  </a:lnTo>
                  <a:lnTo>
                    <a:pt x="27939" y="307339"/>
                  </a:lnTo>
                  <a:lnTo>
                    <a:pt x="27939" y="300990"/>
                  </a:lnTo>
                  <a:close/>
                </a:path>
                <a:path w="27939" h="1278889">
                  <a:moveTo>
                    <a:pt x="27939" y="307340"/>
                  </a:moveTo>
                  <a:lnTo>
                    <a:pt x="0" y="307340"/>
                  </a:lnTo>
                  <a:lnTo>
                    <a:pt x="0" y="313689"/>
                  </a:lnTo>
                  <a:lnTo>
                    <a:pt x="27939" y="313689"/>
                  </a:lnTo>
                  <a:lnTo>
                    <a:pt x="27939" y="307340"/>
                  </a:lnTo>
                  <a:close/>
                </a:path>
                <a:path w="27939" h="1278889">
                  <a:moveTo>
                    <a:pt x="27939" y="313690"/>
                  </a:moveTo>
                  <a:lnTo>
                    <a:pt x="0" y="313690"/>
                  </a:lnTo>
                  <a:lnTo>
                    <a:pt x="0" y="320039"/>
                  </a:lnTo>
                  <a:lnTo>
                    <a:pt x="27939" y="320039"/>
                  </a:lnTo>
                  <a:lnTo>
                    <a:pt x="27939" y="313690"/>
                  </a:lnTo>
                  <a:close/>
                </a:path>
                <a:path w="27939" h="1278889">
                  <a:moveTo>
                    <a:pt x="27939" y="320040"/>
                  </a:moveTo>
                  <a:lnTo>
                    <a:pt x="0" y="320040"/>
                  </a:lnTo>
                  <a:lnTo>
                    <a:pt x="0" y="332739"/>
                  </a:lnTo>
                  <a:lnTo>
                    <a:pt x="27939" y="332739"/>
                  </a:lnTo>
                  <a:lnTo>
                    <a:pt x="27939" y="320040"/>
                  </a:lnTo>
                  <a:close/>
                </a:path>
                <a:path w="27939" h="1278889">
                  <a:moveTo>
                    <a:pt x="27939" y="332740"/>
                  </a:moveTo>
                  <a:lnTo>
                    <a:pt x="0" y="332740"/>
                  </a:lnTo>
                  <a:lnTo>
                    <a:pt x="0" y="339089"/>
                  </a:lnTo>
                  <a:lnTo>
                    <a:pt x="27939" y="339089"/>
                  </a:lnTo>
                  <a:lnTo>
                    <a:pt x="27939" y="332740"/>
                  </a:lnTo>
                  <a:close/>
                </a:path>
                <a:path w="27939" h="1278889">
                  <a:moveTo>
                    <a:pt x="27939" y="339090"/>
                  </a:moveTo>
                  <a:lnTo>
                    <a:pt x="0" y="339090"/>
                  </a:lnTo>
                  <a:lnTo>
                    <a:pt x="0" y="345439"/>
                  </a:lnTo>
                  <a:lnTo>
                    <a:pt x="27939" y="345439"/>
                  </a:lnTo>
                  <a:lnTo>
                    <a:pt x="27939" y="339090"/>
                  </a:lnTo>
                  <a:close/>
                </a:path>
                <a:path w="27939" h="1278889">
                  <a:moveTo>
                    <a:pt x="27939" y="345440"/>
                  </a:moveTo>
                  <a:lnTo>
                    <a:pt x="0" y="345440"/>
                  </a:lnTo>
                  <a:lnTo>
                    <a:pt x="0" y="351789"/>
                  </a:lnTo>
                  <a:lnTo>
                    <a:pt x="27939" y="351789"/>
                  </a:lnTo>
                  <a:lnTo>
                    <a:pt x="27939" y="345440"/>
                  </a:lnTo>
                  <a:close/>
                </a:path>
                <a:path w="27939" h="1278889">
                  <a:moveTo>
                    <a:pt x="27939" y="351790"/>
                  </a:moveTo>
                  <a:lnTo>
                    <a:pt x="0" y="351790"/>
                  </a:lnTo>
                  <a:lnTo>
                    <a:pt x="0" y="358139"/>
                  </a:lnTo>
                  <a:lnTo>
                    <a:pt x="27939" y="358139"/>
                  </a:lnTo>
                  <a:lnTo>
                    <a:pt x="27939" y="351790"/>
                  </a:lnTo>
                  <a:close/>
                </a:path>
                <a:path w="27939" h="1278889">
                  <a:moveTo>
                    <a:pt x="27939" y="358140"/>
                  </a:moveTo>
                  <a:lnTo>
                    <a:pt x="0" y="358140"/>
                  </a:lnTo>
                  <a:lnTo>
                    <a:pt x="0" y="364489"/>
                  </a:lnTo>
                  <a:lnTo>
                    <a:pt x="27939" y="364489"/>
                  </a:lnTo>
                  <a:lnTo>
                    <a:pt x="27939" y="358140"/>
                  </a:lnTo>
                  <a:close/>
                </a:path>
                <a:path w="27939" h="1278889">
                  <a:moveTo>
                    <a:pt x="27939" y="364490"/>
                  </a:moveTo>
                  <a:lnTo>
                    <a:pt x="0" y="364490"/>
                  </a:lnTo>
                  <a:lnTo>
                    <a:pt x="0" y="370839"/>
                  </a:lnTo>
                  <a:lnTo>
                    <a:pt x="27939" y="370839"/>
                  </a:lnTo>
                  <a:lnTo>
                    <a:pt x="27939" y="364490"/>
                  </a:lnTo>
                  <a:close/>
                </a:path>
                <a:path w="27939" h="1278889">
                  <a:moveTo>
                    <a:pt x="27939" y="370840"/>
                  </a:moveTo>
                  <a:lnTo>
                    <a:pt x="0" y="370840"/>
                  </a:lnTo>
                  <a:lnTo>
                    <a:pt x="0" y="377189"/>
                  </a:lnTo>
                  <a:lnTo>
                    <a:pt x="27939" y="377189"/>
                  </a:lnTo>
                  <a:lnTo>
                    <a:pt x="27939" y="370840"/>
                  </a:lnTo>
                  <a:close/>
                </a:path>
                <a:path w="27939" h="1278889">
                  <a:moveTo>
                    <a:pt x="27939" y="377190"/>
                  </a:moveTo>
                  <a:lnTo>
                    <a:pt x="0" y="377190"/>
                  </a:lnTo>
                  <a:lnTo>
                    <a:pt x="0" y="383539"/>
                  </a:lnTo>
                  <a:lnTo>
                    <a:pt x="27939" y="383539"/>
                  </a:lnTo>
                  <a:lnTo>
                    <a:pt x="27939" y="377190"/>
                  </a:lnTo>
                  <a:close/>
                </a:path>
                <a:path w="27939" h="1278889">
                  <a:moveTo>
                    <a:pt x="27939" y="383540"/>
                  </a:moveTo>
                  <a:lnTo>
                    <a:pt x="0" y="383540"/>
                  </a:lnTo>
                  <a:lnTo>
                    <a:pt x="0" y="396239"/>
                  </a:lnTo>
                  <a:lnTo>
                    <a:pt x="27939" y="396239"/>
                  </a:lnTo>
                  <a:lnTo>
                    <a:pt x="27939" y="383540"/>
                  </a:lnTo>
                  <a:close/>
                </a:path>
                <a:path w="27939" h="1278889">
                  <a:moveTo>
                    <a:pt x="27939" y="396240"/>
                  </a:moveTo>
                  <a:lnTo>
                    <a:pt x="0" y="396240"/>
                  </a:lnTo>
                  <a:lnTo>
                    <a:pt x="0" y="402589"/>
                  </a:lnTo>
                  <a:lnTo>
                    <a:pt x="27939" y="402589"/>
                  </a:lnTo>
                  <a:lnTo>
                    <a:pt x="27939" y="396240"/>
                  </a:lnTo>
                  <a:close/>
                </a:path>
                <a:path w="27939" h="1278889">
                  <a:moveTo>
                    <a:pt x="27939" y="402590"/>
                  </a:moveTo>
                  <a:lnTo>
                    <a:pt x="0" y="402590"/>
                  </a:lnTo>
                  <a:lnTo>
                    <a:pt x="0" y="408939"/>
                  </a:lnTo>
                  <a:lnTo>
                    <a:pt x="27939" y="408939"/>
                  </a:lnTo>
                  <a:lnTo>
                    <a:pt x="27939" y="402590"/>
                  </a:lnTo>
                  <a:close/>
                </a:path>
                <a:path w="27939" h="1278889">
                  <a:moveTo>
                    <a:pt x="27939" y="408940"/>
                  </a:moveTo>
                  <a:lnTo>
                    <a:pt x="0" y="408940"/>
                  </a:lnTo>
                  <a:lnTo>
                    <a:pt x="0" y="415289"/>
                  </a:lnTo>
                  <a:lnTo>
                    <a:pt x="27939" y="415289"/>
                  </a:lnTo>
                  <a:lnTo>
                    <a:pt x="27939" y="408940"/>
                  </a:lnTo>
                  <a:close/>
                </a:path>
                <a:path w="27939" h="1278889">
                  <a:moveTo>
                    <a:pt x="27939" y="415290"/>
                  </a:moveTo>
                  <a:lnTo>
                    <a:pt x="0" y="415290"/>
                  </a:lnTo>
                  <a:lnTo>
                    <a:pt x="0" y="421639"/>
                  </a:lnTo>
                  <a:lnTo>
                    <a:pt x="27939" y="421639"/>
                  </a:lnTo>
                  <a:lnTo>
                    <a:pt x="27939" y="415290"/>
                  </a:lnTo>
                  <a:close/>
                </a:path>
                <a:path w="27939" h="1278889">
                  <a:moveTo>
                    <a:pt x="27939" y="421640"/>
                  </a:moveTo>
                  <a:lnTo>
                    <a:pt x="0" y="421640"/>
                  </a:lnTo>
                  <a:lnTo>
                    <a:pt x="0" y="427989"/>
                  </a:lnTo>
                  <a:lnTo>
                    <a:pt x="27939" y="427989"/>
                  </a:lnTo>
                  <a:lnTo>
                    <a:pt x="27939" y="421640"/>
                  </a:lnTo>
                  <a:close/>
                </a:path>
                <a:path w="27939" h="1278889">
                  <a:moveTo>
                    <a:pt x="27939" y="427990"/>
                  </a:moveTo>
                  <a:lnTo>
                    <a:pt x="0" y="427990"/>
                  </a:lnTo>
                  <a:lnTo>
                    <a:pt x="0" y="434339"/>
                  </a:lnTo>
                  <a:lnTo>
                    <a:pt x="27939" y="434339"/>
                  </a:lnTo>
                  <a:lnTo>
                    <a:pt x="27939" y="427990"/>
                  </a:lnTo>
                  <a:close/>
                </a:path>
                <a:path w="27939" h="1278889">
                  <a:moveTo>
                    <a:pt x="27939" y="434340"/>
                  </a:moveTo>
                  <a:lnTo>
                    <a:pt x="0" y="434340"/>
                  </a:lnTo>
                  <a:lnTo>
                    <a:pt x="0" y="440689"/>
                  </a:lnTo>
                  <a:lnTo>
                    <a:pt x="27939" y="440689"/>
                  </a:lnTo>
                  <a:lnTo>
                    <a:pt x="27939" y="434340"/>
                  </a:lnTo>
                  <a:close/>
                </a:path>
                <a:path w="27939" h="1278889">
                  <a:moveTo>
                    <a:pt x="27939" y="440690"/>
                  </a:moveTo>
                  <a:lnTo>
                    <a:pt x="0" y="440690"/>
                  </a:lnTo>
                  <a:lnTo>
                    <a:pt x="0" y="447039"/>
                  </a:lnTo>
                  <a:lnTo>
                    <a:pt x="27939" y="447039"/>
                  </a:lnTo>
                  <a:lnTo>
                    <a:pt x="27939" y="440690"/>
                  </a:lnTo>
                  <a:close/>
                </a:path>
                <a:path w="27939" h="1278889">
                  <a:moveTo>
                    <a:pt x="27939" y="447040"/>
                  </a:moveTo>
                  <a:lnTo>
                    <a:pt x="0" y="447040"/>
                  </a:lnTo>
                  <a:lnTo>
                    <a:pt x="0" y="453389"/>
                  </a:lnTo>
                  <a:lnTo>
                    <a:pt x="27939" y="453389"/>
                  </a:lnTo>
                  <a:lnTo>
                    <a:pt x="27939" y="447040"/>
                  </a:lnTo>
                  <a:close/>
                </a:path>
                <a:path w="27939" h="1278889">
                  <a:moveTo>
                    <a:pt x="27939" y="453390"/>
                  </a:moveTo>
                  <a:lnTo>
                    <a:pt x="0" y="453390"/>
                  </a:lnTo>
                  <a:lnTo>
                    <a:pt x="0" y="466089"/>
                  </a:lnTo>
                  <a:lnTo>
                    <a:pt x="27939" y="466089"/>
                  </a:lnTo>
                  <a:lnTo>
                    <a:pt x="27939" y="453390"/>
                  </a:lnTo>
                  <a:close/>
                </a:path>
                <a:path w="27939" h="1278889">
                  <a:moveTo>
                    <a:pt x="27939" y="466090"/>
                  </a:moveTo>
                  <a:lnTo>
                    <a:pt x="0" y="466090"/>
                  </a:lnTo>
                  <a:lnTo>
                    <a:pt x="0" y="472439"/>
                  </a:lnTo>
                  <a:lnTo>
                    <a:pt x="27939" y="472439"/>
                  </a:lnTo>
                  <a:lnTo>
                    <a:pt x="27939" y="466090"/>
                  </a:lnTo>
                  <a:close/>
                </a:path>
                <a:path w="27939" h="1278889">
                  <a:moveTo>
                    <a:pt x="27939" y="472440"/>
                  </a:moveTo>
                  <a:lnTo>
                    <a:pt x="0" y="472440"/>
                  </a:lnTo>
                  <a:lnTo>
                    <a:pt x="0" y="478789"/>
                  </a:lnTo>
                  <a:lnTo>
                    <a:pt x="27939" y="478789"/>
                  </a:lnTo>
                  <a:lnTo>
                    <a:pt x="27939" y="472440"/>
                  </a:lnTo>
                  <a:close/>
                </a:path>
                <a:path w="27939" h="1278889">
                  <a:moveTo>
                    <a:pt x="27939" y="478790"/>
                  </a:moveTo>
                  <a:lnTo>
                    <a:pt x="0" y="478790"/>
                  </a:lnTo>
                  <a:lnTo>
                    <a:pt x="0" y="485139"/>
                  </a:lnTo>
                  <a:lnTo>
                    <a:pt x="27939" y="485139"/>
                  </a:lnTo>
                  <a:lnTo>
                    <a:pt x="27939" y="478790"/>
                  </a:lnTo>
                  <a:close/>
                </a:path>
                <a:path w="27939" h="1278889">
                  <a:moveTo>
                    <a:pt x="27939" y="485140"/>
                  </a:moveTo>
                  <a:lnTo>
                    <a:pt x="0" y="485140"/>
                  </a:lnTo>
                  <a:lnTo>
                    <a:pt x="0" y="491489"/>
                  </a:lnTo>
                  <a:lnTo>
                    <a:pt x="27939" y="491489"/>
                  </a:lnTo>
                  <a:lnTo>
                    <a:pt x="27939" y="485140"/>
                  </a:lnTo>
                  <a:close/>
                </a:path>
                <a:path w="27939" h="1278889">
                  <a:moveTo>
                    <a:pt x="27939" y="491490"/>
                  </a:moveTo>
                  <a:lnTo>
                    <a:pt x="0" y="491490"/>
                  </a:lnTo>
                  <a:lnTo>
                    <a:pt x="0" y="497839"/>
                  </a:lnTo>
                  <a:lnTo>
                    <a:pt x="27939" y="497839"/>
                  </a:lnTo>
                  <a:lnTo>
                    <a:pt x="27939" y="491490"/>
                  </a:lnTo>
                  <a:close/>
                </a:path>
                <a:path w="27939" h="1278889">
                  <a:moveTo>
                    <a:pt x="27939" y="497840"/>
                  </a:moveTo>
                  <a:lnTo>
                    <a:pt x="0" y="497840"/>
                  </a:lnTo>
                  <a:lnTo>
                    <a:pt x="0" y="504189"/>
                  </a:lnTo>
                  <a:lnTo>
                    <a:pt x="27939" y="504189"/>
                  </a:lnTo>
                  <a:lnTo>
                    <a:pt x="27939" y="497840"/>
                  </a:lnTo>
                  <a:close/>
                </a:path>
                <a:path w="27939" h="1278889">
                  <a:moveTo>
                    <a:pt x="27939" y="504190"/>
                  </a:moveTo>
                  <a:lnTo>
                    <a:pt x="0" y="504190"/>
                  </a:lnTo>
                  <a:lnTo>
                    <a:pt x="0" y="510539"/>
                  </a:lnTo>
                  <a:lnTo>
                    <a:pt x="27939" y="510539"/>
                  </a:lnTo>
                  <a:lnTo>
                    <a:pt x="27939" y="504190"/>
                  </a:lnTo>
                  <a:close/>
                </a:path>
                <a:path w="27939" h="1278889">
                  <a:moveTo>
                    <a:pt x="27939" y="510540"/>
                  </a:moveTo>
                  <a:lnTo>
                    <a:pt x="0" y="510540"/>
                  </a:lnTo>
                  <a:lnTo>
                    <a:pt x="0" y="521969"/>
                  </a:lnTo>
                  <a:lnTo>
                    <a:pt x="27939" y="521969"/>
                  </a:lnTo>
                  <a:lnTo>
                    <a:pt x="27939" y="510540"/>
                  </a:lnTo>
                  <a:close/>
                </a:path>
                <a:path w="27939" h="1278889">
                  <a:moveTo>
                    <a:pt x="27939" y="521970"/>
                  </a:moveTo>
                  <a:lnTo>
                    <a:pt x="0" y="521970"/>
                  </a:lnTo>
                  <a:lnTo>
                    <a:pt x="0" y="528319"/>
                  </a:lnTo>
                  <a:lnTo>
                    <a:pt x="27939" y="528319"/>
                  </a:lnTo>
                  <a:lnTo>
                    <a:pt x="27939" y="521970"/>
                  </a:lnTo>
                  <a:close/>
                </a:path>
                <a:path w="27939" h="1278889">
                  <a:moveTo>
                    <a:pt x="27939" y="528320"/>
                  </a:moveTo>
                  <a:lnTo>
                    <a:pt x="0" y="528320"/>
                  </a:lnTo>
                  <a:lnTo>
                    <a:pt x="0" y="534669"/>
                  </a:lnTo>
                  <a:lnTo>
                    <a:pt x="27939" y="534669"/>
                  </a:lnTo>
                  <a:lnTo>
                    <a:pt x="27939" y="528320"/>
                  </a:lnTo>
                  <a:close/>
                </a:path>
                <a:path w="27939" h="1278889">
                  <a:moveTo>
                    <a:pt x="27939" y="534670"/>
                  </a:moveTo>
                  <a:lnTo>
                    <a:pt x="0" y="534670"/>
                  </a:lnTo>
                  <a:lnTo>
                    <a:pt x="0" y="537210"/>
                  </a:lnTo>
                  <a:lnTo>
                    <a:pt x="27939" y="537210"/>
                  </a:lnTo>
                  <a:lnTo>
                    <a:pt x="27939" y="534670"/>
                  </a:lnTo>
                  <a:close/>
                </a:path>
                <a:path w="27939" h="1278889">
                  <a:moveTo>
                    <a:pt x="27939" y="537210"/>
                  </a:moveTo>
                  <a:lnTo>
                    <a:pt x="0" y="537210"/>
                  </a:lnTo>
                  <a:lnTo>
                    <a:pt x="0" y="541019"/>
                  </a:lnTo>
                  <a:lnTo>
                    <a:pt x="27939" y="541019"/>
                  </a:lnTo>
                  <a:lnTo>
                    <a:pt x="27939" y="537210"/>
                  </a:lnTo>
                  <a:close/>
                </a:path>
                <a:path w="27939" h="1278889">
                  <a:moveTo>
                    <a:pt x="27939" y="541020"/>
                  </a:moveTo>
                  <a:lnTo>
                    <a:pt x="0" y="541020"/>
                  </a:lnTo>
                  <a:lnTo>
                    <a:pt x="0" y="547369"/>
                  </a:lnTo>
                  <a:lnTo>
                    <a:pt x="27939" y="547369"/>
                  </a:lnTo>
                  <a:lnTo>
                    <a:pt x="27939" y="541020"/>
                  </a:lnTo>
                  <a:close/>
                </a:path>
                <a:path w="27939" h="1278889">
                  <a:moveTo>
                    <a:pt x="27939" y="547370"/>
                  </a:moveTo>
                  <a:lnTo>
                    <a:pt x="0" y="547370"/>
                  </a:lnTo>
                  <a:lnTo>
                    <a:pt x="0" y="549910"/>
                  </a:lnTo>
                  <a:lnTo>
                    <a:pt x="27939" y="549910"/>
                  </a:lnTo>
                  <a:lnTo>
                    <a:pt x="27939" y="547370"/>
                  </a:lnTo>
                  <a:close/>
                </a:path>
                <a:path w="27939" h="1278889">
                  <a:moveTo>
                    <a:pt x="27939" y="549910"/>
                  </a:moveTo>
                  <a:lnTo>
                    <a:pt x="0" y="549910"/>
                  </a:lnTo>
                  <a:lnTo>
                    <a:pt x="0" y="588010"/>
                  </a:lnTo>
                  <a:lnTo>
                    <a:pt x="27939" y="588010"/>
                  </a:lnTo>
                  <a:lnTo>
                    <a:pt x="27939" y="549910"/>
                  </a:lnTo>
                  <a:close/>
                </a:path>
                <a:path w="27939" h="1278889">
                  <a:moveTo>
                    <a:pt x="27939" y="588010"/>
                  </a:moveTo>
                  <a:lnTo>
                    <a:pt x="0" y="588010"/>
                  </a:lnTo>
                  <a:lnTo>
                    <a:pt x="0" y="594360"/>
                  </a:lnTo>
                  <a:lnTo>
                    <a:pt x="27939" y="594360"/>
                  </a:lnTo>
                  <a:lnTo>
                    <a:pt x="27939" y="588010"/>
                  </a:lnTo>
                  <a:close/>
                </a:path>
                <a:path w="27939" h="1278889">
                  <a:moveTo>
                    <a:pt x="27939" y="594360"/>
                  </a:moveTo>
                  <a:lnTo>
                    <a:pt x="0" y="594360"/>
                  </a:lnTo>
                  <a:lnTo>
                    <a:pt x="0" y="598169"/>
                  </a:lnTo>
                  <a:lnTo>
                    <a:pt x="27939" y="598169"/>
                  </a:lnTo>
                  <a:lnTo>
                    <a:pt x="27939" y="594360"/>
                  </a:lnTo>
                  <a:close/>
                </a:path>
                <a:path w="27939" h="1278889">
                  <a:moveTo>
                    <a:pt x="27939" y="598170"/>
                  </a:moveTo>
                  <a:lnTo>
                    <a:pt x="0" y="598170"/>
                  </a:lnTo>
                  <a:lnTo>
                    <a:pt x="0" y="600710"/>
                  </a:lnTo>
                  <a:lnTo>
                    <a:pt x="27939" y="600710"/>
                  </a:lnTo>
                  <a:lnTo>
                    <a:pt x="27939" y="598170"/>
                  </a:lnTo>
                  <a:close/>
                </a:path>
                <a:path w="27939" h="1278889">
                  <a:moveTo>
                    <a:pt x="27939" y="600710"/>
                  </a:moveTo>
                  <a:lnTo>
                    <a:pt x="0" y="600710"/>
                  </a:lnTo>
                  <a:lnTo>
                    <a:pt x="0" y="604519"/>
                  </a:lnTo>
                  <a:lnTo>
                    <a:pt x="27939" y="604519"/>
                  </a:lnTo>
                  <a:lnTo>
                    <a:pt x="27939" y="600710"/>
                  </a:lnTo>
                  <a:close/>
                </a:path>
                <a:path w="27939" h="1278889">
                  <a:moveTo>
                    <a:pt x="27939" y="604520"/>
                  </a:moveTo>
                  <a:lnTo>
                    <a:pt x="0" y="604520"/>
                  </a:lnTo>
                  <a:lnTo>
                    <a:pt x="0" y="607060"/>
                  </a:lnTo>
                  <a:lnTo>
                    <a:pt x="27939" y="607060"/>
                  </a:lnTo>
                  <a:lnTo>
                    <a:pt x="27939" y="604520"/>
                  </a:lnTo>
                  <a:close/>
                </a:path>
                <a:path w="27939" h="1278889">
                  <a:moveTo>
                    <a:pt x="27939" y="607060"/>
                  </a:moveTo>
                  <a:lnTo>
                    <a:pt x="0" y="607060"/>
                  </a:lnTo>
                  <a:lnTo>
                    <a:pt x="0" y="619760"/>
                  </a:lnTo>
                  <a:lnTo>
                    <a:pt x="27939" y="619760"/>
                  </a:lnTo>
                  <a:lnTo>
                    <a:pt x="27939" y="607060"/>
                  </a:lnTo>
                  <a:close/>
                </a:path>
                <a:path w="27939" h="1278889">
                  <a:moveTo>
                    <a:pt x="27939" y="619760"/>
                  </a:moveTo>
                  <a:lnTo>
                    <a:pt x="0" y="619760"/>
                  </a:lnTo>
                  <a:lnTo>
                    <a:pt x="0" y="626110"/>
                  </a:lnTo>
                  <a:lnTo>
                    <a:pt x="27939" y="626110"/>
                  </a:lnTo>
                  <a:lnTo>
                    <a:pt x="27939" y="619760"/>
                  </a:lnTo>
                  <a:close/>
                </a:path>
                <a:path w="27939" h="1278889">
                  <a:moveTo>
                    <a:pt x="27939" y="626110"/>
                  </a:moveTo>
                  <a:lnTo>
                    <a:pt x="0" y="626110"/>
                  </a:lnTo>
                  <a:lnTo>
                    <a:pt x="0" y="629919"/>
                  </a:lnTo>
                  <a:lnTo>
                    <a:pt x="27939" y="629919"/>
                  </a:lnTo>
                  <a:lnTo>
                    <a:pt x="27939" y="626110"/>
                  </a:lnTo>
                  <a:close/>
                </a:path>
                <a:path w="27939" h="1278889">
                  <a:moveTo>
                    <a:pt x="27939" y="629920"/>
                  </a:moveTo>
                  <a:lnTo>
                    <a:pt x="0" y="629920"/>
                  </a:lnTo>
                  <a:lnTo>
                    <a:pt x="0" y="632460"/>
                  </a:lnTo>
                  <a:lnTo>
                    <a:pt x="27939" y="632460"/>
                  </a:lnTo>
                  <a:lnTo>
                    <a:pt x="27939" y="629920"/>
                  </a:lnTo>
                  <a:close/>
                </a:path>
                <a:path w="27939" h="1278889">
                  <a:moveTo>
                    <a:pt x="27939" y="632460"/>
                  </a:moveTo>
                  <a:lnTo>
                    <a:pt x="0" y="632460"/>
                  </a:lnTo>
                  <a:lnTo>
                    <a:pt x="0" y="642619"/>
                  </a:lnTo>
                  <a:lnTo>
                    <a:pt x="27939" y="642619"/>
                  </a:lnTo>
                  <a:lnTo>
                    <a:pt x="27939" y="632460"/>
                  </a:lnTo>
                  <a:close/>
                </a:path>
                <a:path w="27939" h="1278889">
                  <a:moveTo>
                    <a:pt x="27939" y="642620"/>
                  </a:moveTo>
                  <a:lnTo>
                    <a:pt x="0" y="642620"/>
                  </a:lnTo>
                  <a:lnTo>
                    <a:pt x="0" y="645160"/>
                  </a:lnTo>
                  <a:lnTo>
                    <a:pt x="27939" y="645160"/>
                  </a:lnTo>
                  <a:lnTo>
                    <a:pt x="27939" y="642620"/>
                  </a:lnTo>
                  <a:close/>
                </a:path>
                <a:path w="27939" h="1278889">
                  <a:moveTo>
                    <a:pt x="27939" y="645160"/>
                  </a:moveTo>
                  <a:lnTo>
                    <a:pt x="0" y="645160"/>
                  </a:lnTo>
                  <a:lnTo>
                    <a:pt x="0" y="648969"/>
                  </a:lnTo>
                  <a:lnTo>
                    <a:pt x="27939" y="648969"/>
                  </a:lnTo>
                  <a:lnTo>
                    <a:pt x="27939" y="645160"/>
                  </a:lnTo>
                  <a:close/>
                </a:path>
                <a:path w="27939" h="1278889">
                  <a:moveTo>
                    <a:pt x="27939" y="648970"/>
                  </a:moveTo>
                  <a:lnTo>
                    <a:pt x="0" y="648970"/>
                  </a:lnTo>
                  <a:lnTo>
                    <a:pt x="0" y="655319"/>
                  </a:lnTo>
                  <a:lnTo>
                    <a:pt x="27939" y="655319"/>
                  </a:lnTo>
                  <a:lnTo>
                    <a:pt x="27939" y="648970"/>
                  </a:lnTo>
                  <a:close/>
                </a:path>
                <a:path w="27939" h="1278889">
                  <a:moveTo>
                    <a:pt x="27939" y="655320"/>
                  </a:moveTo>
                  <a:lnTo>
                    <a:pt x="0" y="655320"/>
                  </a:lnTo>
                  <a:lnTo>
                    <a:pt x="0" y="661669"/>
                  </a:lnTo>
                  <a:lnTo>
                    <a:pt x="27939" y="661669"/>
                  </a:lnTo>
                  <a:lnTo>
                    <a:pt x="27939" y="655320"/>
                  </a:lnTo>
                  <a:close/>
                </a:path>
                <a:path w="27939" h="1278889">
                  <a:moveTo>
                    <a:pt x="27939" y="661670"/>
                  </a:moveTo>
                  <a:lnTo>
                    <a:pt x="0" y="661670"/>
                  </a:lnTo>
                  <a:lnTo>
                    <a:pt x="0" y="670560"/>
                  </a:lnTo>
                  <a:lnTo>
                    <a:pt x="27939" y="670560"/>
                  </a:lnTo>
                  <a:lnTo>
                    <a:pt x="27939" y="661670"/>
                  </a:lnTo>
                  <a:close/>
                </a:path>
                <a:path w="27939" h="1278889">
                  <a:moveTo>
                    <a:pt x="27939" y="670560"/>
                  </a:moveTo>
                  <a:lnTo>
                    <a:pt x="0" y="670560"/>
                  </a:lnTo>
                  <a:lnTo>
                    <a:pt x="0" y="674369"/>
                  </a:lnTo>
                  <a:lnTo>
                    <a:pt x="27939" y="674369"/>
                  </a:lnTo>
                  <a:lnTo>
                    <a:pt x="27939" y="670560"/>
                  </a:lnTo>
                  <a:close/>
                </a:path>
                <a:path w="27939" h="1278889">
                  <a:moveTo>
                    <a:pt x="27939" y="674370"/>
                  </a:moveTo>
                  <a:lnTo>
                    <a:pt x="0" y="674370"/>
                  </a:lnTo>
                  <a:lnTo>
                    <a:pt x="0" y="680719"/>
                  </a:lnTo>
                  <a:lnTo>
                    <a:pt x="27939" y="680719"/>
                  </a:lnTo>
                  <a:lnTo>
                    <a:pt x="27939" y="674370"/>
                  </a:lnTo>
                  <a:close/>
                </a:path>
                <a:path w="27939" h="1278889">
                  <a:moveTo>
                    <a:pt x="27939" y="680720"/>
                  </a:moveTo>
                  <a:lnTo>
                    <a:pt x="0" y="680720"/>
                  </a:lnTo>
                  <a:lnTo>
                    <a:pt x="0" y="699769"/>
                  </a:lnTo>
                  <a:lnTo>
                    <a:pt x="27939" y="699769"/>
                  </a:lnTo>
                  <a:lnTo>
                    <a:pt x="27939" y="680720"/>
                  </a:lnTo>
                  <a:close/>
                </a:path>
                <a:path w="27939" h="1278889">
                  <a:moveTo>
                    <a:pt x="27939" y="699770"/>
                  </a:moveTo>
                  <a:lnTo>
                    <a:pt x="0" y="699770"/>
                  </a:lnTo>
                  <a:lnTo>
                    <a:pt x="0" y="702309"/>
                  </a:lnTo>
                  <a:lnTo>
                    <a:pt x="27939" y="702309"/>
                  </a:lnTo>
                  <a:lnTo>
                    <a:pt x="27939" y="699770"/>
                  </a:lnTo>
                  <a:close/>
                </a:path>
                <a:path w="27939" h="1278889">
                  <a:moveTo>
                    <a:pt x="27939" y="702310"/>
                  </a:moveTo>
                  <a:lnTo>
                    <a:pt x="0" y="702310"/>
                  </a:lnTo>
                  <a:lnTo>
                    <a:pt x="0" y="706119"/>
                  </a:lnTo>
                  <a:lnTo>
                    <a:pt x="27939" y="706119"/>
                  </a:lnTo>
                  <a:lnTo>
                    <a:pt x="27939" y="702310"/>
                  </a:lnTo>
                  <a:close/>
                </a:path>
                <a:path w="27939" h="1278889">
                  <a:moveTo>
                    <a:pt x="27939" y="706120"/>
                  </a:moveTo>
                  <a:lnTo>
                    <a:pt x="0" y="706120"/>
                  </a:lnTo>
                  <a:lnTo>
                    <a:pt x="0" y="708660"/>
                  </a:lnTo>
                  <a:lnTo>
                    <a:pt x="27939" y="708660"/>
                  </a:lnTo>
                  <a:lnTo>
                    <a:pt x="27939" y="706120"/>
                  </a:lnTo>
                  <a:close/>
                </a:path>
                <a:path w="27939" h="1278889">
                  <a:moveTo>
                    <a:pt x="27939" y="708660"/>
                  </a:moveTo>
                  <a:lnTo>
                    <a:pt x="0" y="708660"/>
                  </a:lnTo>
                  <a:lnTo>
                    <a:pt x="0" y="712469"/>
                  </a:lnTo>
                  <a:lnTo>
                    <a:pt x="27939" y="712469"/>
                  </a:lnTo>
                  <a:lnTo>
                    <a:pt x="27939" y="708660"/>
                  </a:lnTo>
                  <a:close/>
                </a:path>
                <a:path w="27939" h="1278889">
                  <a:moveTo>
                    <a:pt x="27939" y="712470"/>
                  </a:moveTo>
                  <a:lnTo>
                    <a:pt x="0" y="712470"/>
                  </a:lnTo>
                  <a:lnTo>
                    <a:pt x="0" y="718819"/>
                  </a:lnTo>
                  <a:lnTo>
                    <a:pt x="27939" y="718819"/>
                  </a:lnTo>
                  <a:lnTo>
                    <a:pt x="27939" y="712470"/>
                  </a:lnTo>
                  <a:close/>
                </a:path>
                <a:path w="27939" h="1278889">
                  <a:moveTo>
                    <a:pt x="27939" y="718820"/>
                  </a:moveTo>
                  <a:lnTo>
                    <a:pt x="0" y="718820"/>
                  </a:lnTo>
                  <a:lnTo>
                    <a:pt x="0" y="721360"/>
                  </a:lnTo>
                  <a:lnTo>
                    <a:pt x="27939" y="721360"/>
                  </a:lnTo>
                  <a:lnTo>
                    <a:pt x="27939" y="718820"/>
                  </a:lnTo>
                  <a:close/>
                </a:path>
                <a:path w="27939" h="1278889">
                  <a:moveTo>
                    <a:pt x="27939" y="721360"/>
                  </a:moveTo>
                  <a:lnTo>
                    <a:pt x="0" y="721360"/>
                  </a:lnTo>
                  <a:lnTo>
                    <a:pt x="0" y="725169"/>
                  </a:lnTo>
                  <a:lnTo>
                    <a:pt x="27939" y="725169"/>
                  </a:lnTo>
                  <a:lnTo>
                    <a:pt x="27939" y="721360"/>
                  </a:lnTo>
                  <a:close/>
                </a:path>
                <a:path w="27939" h="1278889">
                  <a:moveTo>
                    <a:pt x="27939" y="725170"/>
                  </a:moveTo>
                  <a:lnTo>
                    <a:pt x="0" y="725170"/>
                  </a:lnTo>
                  <a:lnTo>
                    <a:pt x="0" y="727710"/>
                  </a:lnTo>
                  <a:lnTo>
                    <a:pt x="27939" y="727710"/>
                  </a:lnTo>
                  <a:lnTo>
                    <a:pt x="27939" y="725170"/>
                  </a:lnTo>
                  <a:close/>
                </a:path>
                <a:path w="27939" h="1278889">
                  <a:moveTo>
                    <a:pt x="27939" y="727710"/>
                  </a:moveTo>
                  <a:lnTo>
                    <a:pt x="0" y="727710"/>
                  </a:lnTo>
                  <a:lnTo>
                    <a:pt x="0" y="731519"/>
                  </a:lnTo>
                  <a:lnTo>
                    <a:pt x="27939" y="731519"/>
                  </a:lnTo>
                  <a:lnTo>
                    <a:pt x="27939" y="727710"/>
                  </a:lnTo>
                  <a:close/>
                </a:path>
                <a:path w="27939" h="1278889">
                  <a:moveTo>
                    <a:pt x="27939" y="731520"/>
                  </a:moveTo>
                  <a:lnTo>
                    <a:pt x="0" y="731520"/>
                  </a:lnTo>
                  <a:lnTo>
                    <a:pt x="0" y="737869"/>
                  </a:lnTo>
                  <a:lnTo>
                    <a:pt x="27939" y="737869"/>
                  </a:lnTo>
                  <a:lnTo>
                    <a:pt x="27939" y="731520"/>
                  </a:lnTo>
                  <a:close/>
                </a:path>
                <a:path w="27939" h="1278889">
                  <a:moveTo>
                    <a:pt x="27939" y="737870"/>
                  </a:moveTo>
                  <a:lnTo>
                    <a:pt x="0" y="737870"/>
                  </a:lnTo>
                  <a:lnTo>
                    <a:pt x="0" y="744219"/>
                  </a:lnTo>
                  <a:lnTo>
                    <a:pt x="27939" y="744219"/>
                  </a:lnTo>
                  <a:lnTo>
                    <a:pt x="27939" y="737870"/>
                  </a:lnTo>
                  <a:close/>
                </a:path>
                <a:path w="27939" h="1278889">
                  <a:moveTo>
                    <a:pt x="27939" y="744220"/>
                  </a:moveTo>
                  <a:lnTo>
                    <a:pt x="0" y="744220"/>
                  </a:lnTo>
                  <a:lnTo>
                    <a:pt x="0" y="763269"/>
                  </a:lnTo>
                  <a:lnTo>
                    <a:pt x="27939" y="763269"/>
                  </a:lnTo>
                  <a:lnTo>
                    <a:pt x="27939" y="744220"/>
                  </a:lnTo>
                  <a:close/>
                </a:path>
                <a:path w="27939" h="1278889">
                  <a:moveTo>
                    <a:pt x="27939" y="763270"/>
                  </a:moveTo>
                  <a:lnTo>
                    <a:pt x="0" y="763270"/>
                  </a:lnTo>
                  <a:lnTo>
                    <a:pt x="0" y="772160"/>
                  </a:lnTo>
                  <a:lnTo>
                    <a:pt x="27939" y="772160"/>
                  </a:lnTo>
                  <a:lnTo>
                    <a:pt x="27939" y="763270"/>
                  </a:lnTo>
                  <a:close/>
                </a:path>
                <a:path w="27939" h="1278889">
                  <a:moveTo>
                    <a:pt x="27939" y="772160"/>
                  </a:moveTo>
                  <a:lnTo>
                    <a:pt x="0" y="772160"/>
                  </a:lnTo>
                  <a:lnTo>
                    <a:pt x="0" y="775969"/>
                  </a:lnTo>
                  <a:lnTo>
                    <a:pt x="27939" y="775969"/>
                  </a:lnTo>
                  <a:lnTo>
                    <a:pt x="27939" y="772160"/>
                  </a:lnTo>
                  <a:close/>
                </a:path>
                <a:path w="27939" h="1278889">
                  <a:moveTo>
                    <a:pt x="27939" y="775970"/>
                  </a:moveTo>
                  <a:lnTo>
                    <a:pt x="0" y="775970"/>
                  </a:lnTo>
                  <a:lnTo>
                    <a:pt x="0" y="778510"/>
                  </a:lnTo>
                  <a:lnTo>
                    <a:pt x="27939" y="778510"/>
                  </a:lnTo>
                  <a:lnTo>
                    <a:pt x="27939" y="775970"/>
                  </a:lnTo>
                  <a:close/>
                </a:path>
                <a:path w="27939" h="1278889">
                  <a:moveTo>
                    <a:pt x="27939" y="778510"/>
                  </a:moveTo>
                  <a:lnTo>
                    <a:pt x="0" y="778510"/>
                  </a:lnTo>
                  <a:lnTo>
                    <a:pt x="0" y="782319"/>
                  </a:lnTo>
                  <a:lnTo>
                    <a:pt x="27939" y="782319"/>
                  </a:lnTo>
                  <a:lnTo>
                    <a:pt x="27939" y="778510"/>
                  </a:lnTo>
                  <a:close/>
                </a:path>
                <a:path w="27939" h="1278889">
                  <a:moveTo>
                    <a:pt x="27939" y="782320"/>
                  </a:moveTo>
                  <a:lnTo>
                    <a:pt x="0" y="782320"/>
                  </a:lnTo>
                  <a:lnTo>
                    <a:pt x="0" y="791210"/>
                  </a:lnTo>
                  <a:lnTo>
                    <a:pt x="27939" y="791210"/>
                  </a:lnTo>
                  <a:lnTo>
                    <a:pt x="27939" y="782320"/>
                  </a:lnTo>
                  <a:close/>
                </a:path>
                <a:path w="27939" h="1278889">
                  <a:moveTo>
                    <a:pt x="27939" y="791210"/>
                  </a:moveTo>
                  <a:lnTo>
                    <a:pt x="0" y="791210"/>
                  </a:lnTo>
                  <a:lnTo>
                    <a:pt x="0" y="795019"/>
                  </a:lnTo>
                  <a:lnTo>
                    <a:pt x="27939" y="795019"/>
                  </a:lnTo>
                  <a:lnTo>
                    <a:pt x="27939" y="791210"/>
                  </a:lnTo>
                  <a:close/>
                </a:path>
                <a:path w="27939" h="1278889">
                  <a:moveTo>
                    <a:pt x="27939" y="795020"/>
                  </a:moveTo>
                  <a:lnTo>
                    <a:pt x="0" y="795020"/>
                  </a:lnTo>
                  <a:lnTo>
                    <a:pt x="0" y="797560"/>
                  </a:lnTo>
                  <a:lnTo>
                    <a:pt x="27939" y="797560"/>
                  </a:lnTo>
                  <a:lnTo>
                    <a:pt x="27939" y="795020"/>
                  </a:lnTo>
                  <a:close/>
                </a:path>
                <a:path w="27939" h="1278889">
                  <a:moveTo>
                    <a:pt x="27939" y="797560"/>
                  </a:moveTo>
                  <a:lnTo>
                    <a:pt x="0" y="797560"/>
                  </a:lnTo>
                  <a:lnTo>
                    <a:pt x="0" y="803910"/>
                  </a:lnTo>
                  <a:lnTo>
                    <a:pt x="27939" y="803910"/>
                  </a:lnTo>
                  <a:lnTo>
                    <a:pt x="27939" y="797560"/>
                  </a:lnTo>
                  <a:close/>
                </a:path>
                <a:path w="27939" h="1278889">
                  <a:moveTo>
                    <a:pt x="27939" y="803910"/>
                  </a:moveTo>
                  <a:lnTo>
                    <a:pt x="0" y="803910"/>
                  </a:lnTo>
                  <a:lnTo>
                    <a:pt x="0" y="807719"/>
                  </a:lnTo>
                  <a:lnTo>
                    <a:pt x="27939" y="807719"/>
                  </a:lnTo>
                  <a:lnTo>
                    <a:pt x="27939" y="803910"/>
                  </a:lnTo>
                  <a:close/>
                </a:path>
                <a:path w="27939" h="1278889">
                  <a:moveTo>
                    <a:pt x="27939" y="807720"/>
                  </a:moveTo>
                  <a:lnTo>
                    <a:pt x="0" y="807720"/>
                  </a:lnTo>
                  <a:lnTo>
                    <a:pt x="0" y="810260"/>
                  </a:lnTo>
                  <a:lnTo>
                    <a:pt x="27939" y="810260"/>
                  </a:lnTo>
                  <a:lnTo>
                    <a:pt x="27939" y="807720"/>
                  </a:lnTo>
                  <a:close/>
                </a:path>
                <a:path w="27939" h="1278889">
                  <a:moveTo>
                    <a:pt x="27939" y="810260"/>
                  </a:moveTo>
                  <a:lnTo>
                    <a:pt x="0" y="810260"/>
                  </a:lnTo>
                  <a:lnTo>
                    <a:pt x="0" y="816610"/>
                  </a:lnTo>
                  <a:lnTo>
                    <a:pt x="27939" y="816610"/>
                  </a:lnTo>
                  <a:lnTo>
                    <a:pt x="27939" y="810260"/>
                  </a:lnTo>
                  <a:close/>
                </a:path>
                <a:path w="27939" h="1278889">
                  <a:moveTo>
                    <a:pt x="27939" y="816610"/>
                  </a:moveTo>
                  <a:lnTo>
                    <a:pt x="0" y="816610"/>
                  </a:lnTo>
                  <a:lnTo>
                    <a:pt x="0" y="822960"/>
                  </a:lnTo>
                  <a:lnTo>
                    <a:pt x="27939" y="822960"/>
                  </a:lnTo>
                  <a:lnTo>
                    <a:pt x="27939" y="816610"/>
                  </a:lnTo>
                  <a:close/>
                </a:path>
                <a:path w="27939" h="1278889">
                  <a:moveTo>
                    <a:pt x="27939" y="822960"/>
                  </a:moveTo>
                  <a:lnTo>
                    <a:pt x="0" y="822960"/>
                  </a:lnTo>
                  <a:lnTo>
                    <a:pt x="0" y="829310"/>
                  </a:lnTo>
                  <a:lnTo>
                    <a:pt x="27939" y="829310"/>
                  </a:lnTo>
                  <a:lnTo>
                    <a:pt x="27939" y="822960"/>
                  </a:lnTo>
                  <a:close/>
                </a:path>
                <a:path w="27939" h="1278889">
                  <a:moveTo>
                    <a:pt x="27939" y="829310"/>
                  </a:moveTo>
                  <a:lnTo>
                    <a:pt x="0" y="829310"/>
                  </a:lnTo>
                  <a:lnTo>
                    <a:pt x="0" y="833119"/>
                  </a:lnTo>
                  <a:lnTo>
                    <a:pt x="27939" y="833119"/>
                  </a:lnTo>
                  <a:lnTo>
                    <a:pt x="27939" y="829310"/>
                  </a:lnTo>
                  <a:close/>
                </a:path>
                <a:path w="27939" h="1278889">
                  <a:moveTo>
                    <a:pt x="27939" y="833120"/>
                  </a:moveTo>
                  <a:lnTo>
                    <a:pt x="0" y="833120"/>
                  </a:lnTo>
                  <a:lnTo>
                    <a:pt x="0" y="835660"/>
                  </a:lnTo>
                  <a:lnTo>
                    <a:pt x="27939" y="835660"/>
                  </a:lnTo>
                  <a:lnTo>
                    <a:pt x="27939" y="833120"/>
                  </a:lnTo>
                  <a:close/>
                </a:path>
                <a:path w="27939" h="1278889">
                  <a:moveTo>
                    <a:pt x="27939" y="835660"/>
                  </a:moveTo>
                  <a:lnTo>
                    <a:pt x="0" y="835660"/>
                  </a:lnTo>
                  <a:lnTo>
                    <a:pt x="0" y="845819"/>
                  </a:lnTo>
                  <a:lnTo>
                    <a:pt x="27939" y="845819"/>
                  </a:lnTo>
                  <a:lnTo>
                    <a:pt x="27939" y="835660"/>
                  </a:lnTo>
                  <a:close/>
                </a:path>
                <a:path w="27939" h="1278889">
                  <a:moveTo>
                    <a:pt x="27939" y="845820"/>
                  </a:moveTo>
                  <a:lnTo>
                    <a:pt x="0" y="845820"/>
                  </a:lnTo>
                  <a:lnTo>
                    <a:pt x="0" y="854710"/>
                  </a:lnTo>
                  <a:lnTo>
                    <a:pt x="27939" y="854710"/>
                  </a:lnTo>
                  <a:lnTo>
                    <a:pt x="27939" y="845820"/>
                  </a:lnTo>
                  <a:close/>
                </a:path>
                <a:path w="27939" h="1278889">
                  <a:moveTo>
                    <a:pt x="27939" y="854710"/>
                  </a:moveTo>
                  <a:lnTo>
                    <a:pt x="0" y="854710"/>
                  </a:lnTo>
                  <a:lnTo>
                    <a:pt x="0" y="864869"/>
                  </a:lnTo>
                  <a:lnTo>
                    <a:pt x="27939" y="864869"/>
                  </a:lnTo>
                  <a:lnTo>
                    <a:pt x="27939" y="854710"/>
                  </a:lnTo>
                  <a:close/>
                </a:path>
                <a:path w="27939" h="1278889">
                  <a:moveTo>
                    <a:pt x="27939" y="864870"/>
                  </a:moveTo>
                  <a:lnTo>
                    <a:pt x="0" y="864870"/>
                  </a:lnTo>
                  <a:lnTo>
                    <a:pt x="0" y="873760"/>
                  </a:lnTo>
                  <a:lnTo>
                    <a:pt x="27939" y="873760"/>
                  </a:lnTo>
                  <a:lnTo>
                    <a:pt x="27939" y="864870"/>
                  </a:lnTo>
                  <a:close/>
                </a:path>
                <a:path w="27939" h="1278889">
                  <a:moveTo>
                    <a:pt x="27939" y="873760"/>
                  </a:moveTo>
                  <a:lnTo>
                    <a:pt x="0" y="873760"/>
                  </a:lnTo>
                  <a:lnTo>
                    <a:pt x="0" y="877569"/>
                  </a:lnTo>
                  <a:lnTo>
                    <a:pt x="27939" y="877569"/>
                  </a:lnTo>
                  <a:lnTo>
                    <a:pt x="27939" y="873760"/>
                  </a:lnTo>
                  <a:close/>
                </a:path>
                <a:path w="27939" h="1278889">
                  <a:moveTo>
                    <a:pt x="27939" y="877570"/>
                  </a:moveTo>
                  <a:lnTo>
                    <a:pt x="0" y="877570"/>
                  </a:lnTo>
                  <a:lnTo>
                    <a:pt x="0" y="880110"/>
                  </a:lnTo>
                  <a:lnTo>
                    <a:pt x="27939" y="880110"/>
                  </a:lnTo>
                  <a:lnTo>
                    <a:pt x="27939" y="877570"/>
                  </a:lnTo>
                  <a:close/>
                </a:path>
                <a:path w="27939" h="1278889">
                  <a:moveTo>
                    <a:pt x="27939" y="880110"/>
                  </a:moveTo>
                  <a:lnTo>
                    <a:pt x="0" y="880110"/>
                  </a:lnTo>
                  <a:lnTo>
                    <a:pt x="0" y="883919"/>
                  </a:lnTo>
                  <a:lnTo>
                    <a:pt x="27939" y="883919"/>
                  </a:lnTo>
                  <a:lnTo>
                    <a:pt x="27939" y="880110"/>
                  </a:lnTo>
                  <a:close/>
                </a:path>
                <a:path w="27939" h="1278889">
                  <a:moveTo>
                    <a:pt x="27939" y="883920"/>
                  </a:moveTo>
                  <a:lnTo>
                    <a:pt x="0" y="883920"/>
                  </a:lnTo>
                  <a:lnTo>
                    <a:pt x="0" y="886460"/>
                  </a:lnTo>
                  <a:lnTo>
                    <a:pt x="27939" y="886460"/>
                  </a:lnTo>
                  <a:lnTo>
                    <a:pt x="27939" y="883920"/>
                  </a:lnTo>
                  <a:close/>
                </a:path>
                <a:path w="27939" h="1278889">
                  <a:moveTo>
                    <a:pt x="27939" y="886460"/>
                  </a:moveTo>
                  <a:lnTo>
                    <a:pt x="0" y="886460"/>
                  </a:lnTo>
                  <a:lnTo>
                    <a:pt x="0" y="890269"/>
                  </a:lnTo>
                  <a:lnTo>
                    <a:pt x="27939" y="890269"/>
                  </a:lnTo>
                  <a:lnTo>
                    <a:pt x="27939" y="886460"/>
                  </a:lnTo>
                  <a:close/>
                </a:path>
                <a:path w="27939" h="1278889">
                  <a:moveTo>
                    <a:pt x="27939" y="890270"/>
                  </a:moveTo>
                  <a:lnTo>
                    <a:pt x="0" y="890270"/>
                  </a:lnTo>
                  <a:lnTo>
                    <a:pt x="0" y="892810"/>
                  </a:lnTo>
                  <a:lnTo>
                    <a:pt x="27939" y="892810"/>
                  </a:lnTo>
                  <a:lnTo>
                    <a:pt x="27939" y="890270"/>
                  </a:lnTo>
                  <a:close/>
                </a:path>
                <a:path w="27939" h="1278889">
                  <a:moveTo>
                    <a:pt x="27939" y="892810"/>
                  </a:moveTo>
                  <a:lnTo>
                    <a:pt x="0" y="892810"/>
                  </a:lnTo>
                  <a:lnTo>
                    <a:pt x="0" y="896619"/>
                  </a:lnTo>
                  <a:lnTo>
                    <a:pt x="27939" y="896619"/>
                  </a:lnTo>
                  <a:lnTo>
                    <a:pt x="27939" y="892810"/>
                  </a:lnTo>
                  <a:close/>
                </a:path>
                <a:path w="27939" h="1278889">
                  <a:moveTo>
                    <a:pt x="27939" y="896620"/>
                  </a:moveTo>
                  <a:lnTo>
                    <a:pt x="0" y="896620"/>
                  </a:lnTo>
                  <a:lnTo>
                    <a:pt x="0" y="902969"/>
                  </a:lnTo>
                  <a:lnTo>
                    <a:pt x="27939" y="902969"/>
                  </a:lnTo>
                  <a:lnTo>
                    <a:pt x="27939" y="896620"/>
                  </a:lnTo>
                  <a:close/>
                </a:path>
                <a:path w="27939" h="1278889">
                  <a:moveTo>
                    <a:pt x="27939" y="902970"/>
                  </a:moveTo>
                  <a:lnTo>
                    <a:pt x="0" y="902970"/>
                  </a:lnTo>
                  <a:lnTo>
                    <a:pt x="0" y="909319"/>
                  </a:lnTo>
                  <a:lnTo>
                    <a:pt x="27939" y="909319"/>
                  </a:lnTo>
                  <a:lnTo>
                    <a:pt x="27939" y="902970"/>
                  </a:lnTo>
                  <a:close/>
                </a:path>
                <a:path w="27939" h="1278889">
                  <a:moveTo>
                    <a:pt x="27939" y="909320"/>
                  </a:moveTo>
                  <a:lnTo>
                    <a:pt x="0" y="909320"/>
                  </a:lnTo>
                  <a:lnTo>
                    <a:pt x="0" y="911860"/>
                  </a:lnTo>
                  <a:lnTo>
                    <a:pt x="27939" y="911860"/>
                  </a:lnTo>
                  <a:lnTo>
                    <a:pt x="27939" y="909320"/>
                  </a:lnTo>
                  <a:close/>
                </a:path>
                <a:path w="27939" h="1278889">
                  <a:moveTo>
                    <a:pt x="27939" y="911860"/>
                  </a:moveTo>
                  <a:lnTo>
                    <a:pt x="0" y="911860"/>
                  </a:lnTo>
                  <a:lnTo>
                    <a:pt x="0" y="915669"/>
                  </a:lnTo>
                  <a:lnTo>
                    <a:pt x="27939" y="915669"/>
                  </a:lnTo>
                  <a:lnTo>
                    <a:pt x="27939" y="911860"/>
                  </a:lnTo>
                  <a:close/>
                </a:path>
                <a:path w="27939" h="1278889">
                  <a:moveTo>
                    <a:pt x="27939" y="915670"/>
                  </a:moveTo>
                  <a:lnTo>
                    <a:pt x="0" y="915670"/>
                  </a:lnTo>
                  <a:lnTo>
                    <a:pt x="0" y="918210"/>
                  </a:lnTo>
                  <a:lnTo>
                    <a:pt x="27939" y="918210"/>
                  </a:lnTo>
                  <a:lnTo>
                    <a:pt x="27939" y="915670"/>
                  </a:lnTo>
                  <a:close/>
                </a:path>
                <a:path w="27939" h="1278889">
                  <a:moveTo>
                    <a:pt x="27939" y="918210"/>
                  </a:moveTo>
                  <a:lnTo>
                    <a:pt x="0" y="918210"/>
                  </a:lnTo>
                  <a:lnTo>
                    <a:pt x="0" y="924560"/>
                  </a:lnTo>
                  <a:lnTo>
                    <a:pt x="27939" y="924560"/>
                  </a:lnTo>
                  <a:lnTo>
                    <a:pt x="27939" y="918210"/>
                  </a:lnTo>
                  <a:close/>
                </a:path>
                <a:path w="27939" h="1278889">
                  <a:moveTo>
                    <a:pt x="27939" y="924560"/>
                  </a:moveTo>
                  <a:lnTo>
                    <a:pt x="0" y="924560"/>
                  </a:lnTo>
                  <a:lnTo>
                    <a:pt x="0" y="928369"/>
                  </a:lnTo>
                  <a:lnTo>
                    <a:pt x="27939" y="928369"/>
                  </a:lnTo>
                  <a:lnTo>
                    <a:pt x="27939" y="924560"/>
                  </a:lnTo>
                  <a:close/>
                </a:path>
                <a:path w="27939" h="1278889">
                  <a:moveTo>
                    <a:pt x="27939" y="928370"/>
                  </a:moveTo>
                  <a:lnTo>
                    <a:pt x="0" y="928370"/>
                  </a:lnTo>
                  <a:lnTo>
                    <a:pt x="0" y="930910"/>
                  </a:lnTo>
                  <a:lnTo>
                    <a:pt x="27939" y="930910"/>
                  </a:lnTo>
                  <a:lnTo>
                    <a:pt x="27939" y="928370"/>
                  </a:lnTo>
                  <a:close/>
                </a:path>
                <a:path w="27939" h="1278889">
                  <a:moveTo>
                    <a:pt x="27939" y="930910"/>
                  </a:moveTo>
                  <a:lnTo>
                    <a:pt x="0" y="930910"/>
                  </a:lnTo>
                  <a:lnTo>
                    <a:pt x="0" y="934719"/>
                  </a:lnTo>
                  <a:lnTo>
                    <a:pt x="27939" y="934719"/>
                  </a:lnTo>
                  <a:lnTo>
                    <a:pt x="27939" y="930910"/>
                  </a:lnTo>
                  <a:close/>
                </a:path>
                <a:path w="27939" h="1278889">
                  <a:moveTo>
                    <a:pt x="27939" y="934720"/>
                  </a:moveTo>
                  <a:lnTo>
                    <a:pt x="0" y="934720"/>
                  </a:lnTo>
                  <a:lnTo>
                    <a:pt x="0" y="937260"/>
                  </a:lnTo>
                  <a:lnTo>
                    <a:pt x="27939" y="937260"/>
                  </a:lnTo>
                  <a:lnTo>
                    <a:pt x="27939" y="934720"/>
                  </a:lnTo>
                  <a:close/>
                </a:path>
                <a:path w="27939" h="1278889">
                  <a:moveTo>
                    <a:pt x="27939" y="937260"/>
                  </a:moveTo>
                  <a:lnTo>
                    <a:pt x="0" y="937260"/>
                  </a:lnTo>
                  <a:lnTo>
                    <a:pt x="0" y="943610"/>
                  </a:lnTo>
                  <a:lnTo>
                    <a:pt x="27939" y="943610"/>
                  </a:lnTo>
                  <a:lnTo>
                    <a:pt x="27939" y="937260"/>
                  </a:lnTo>
                  <a:close/>
                </a:path>
                <a:path w="27939" h="1278889">
                  <a:moveTo>
                    <a:pt x="27939" y="943610"/>
                  </a:moveTo>
                  <a:lnTo>
                    <a:pt x="0" y="943610"/>
                  </a:lnTo>
                  <a:lnTo>
                    <a:pt x="0" y="947419"/>
                  </a:lnTo>
                  <a:lnTo>
                    <a:pt x="27939" y="947419"/>
                  </a:lnTo>
                  <a:lnTo>
                    <a:pt x="27939" y="943610"/>
                  </a:lnTo>
                  <a:close/>
                </a:path>
                <a:path w="27939" h="1278889">
                  <a:moveTo>
                    <a:pt x="27939" y="947420"/>
                  </a:moveTo>
                  <a:lnTo>
                    <a:pt x="0" y="947420"/>
                  </a:lnTo>
                  <a:lnTo>
                    <a:pt x="0" y="949960"/>
                  </a:lnTo>
                  <a:lnTo>
                    <a:pt x="27939" y="949960"/>
                  </a:lnTo>
                  <a:lnTo>
                    <a:pt x="27939" y="947420"/>
                  </a:lnTo>
                  <a:close/>
                </a:path>
                <a:path w="27939" h="1278889">
                  <a:moveTo>
                    <a:pt x="27939" y="949960"/>
                  </a:moveTo>
                  <a:lnTo>
                    <a:pt x="0" y="949960"/>
                  </a:lnTo>
                  <a:lnTo>
                    <a:pt x="0" y="953769"/>
                  </a:lnTo>
                  <a:lnTo>
                    <a:pt x="27939" y="953769"/>
                  </a:lnTo>
                  <a:lnTo>
                    <a:pt x="27939" y="949960"/>
                  </a:lnTo>
                  <a:close/>
                </a:path>
                <a:path w="27939" h="1278889">
                  <a:moveTo>
                    <a:pt x="27939" y="953770"/>
                  </a:moveTo>
                  <a:lnTo>
                    <a:pt x="0" y="953770"/>
                  </a:lnTo>
                  <a:lnTo>
                    <a:pt x="0" y="956310"/>
                  </a:lnTo>
                  <a:lnTo>
                    <a:pt x="27939" y="956310"/>
                  </a:lnTo>
                  <a:lnTo>
                    <a:pt x="27939" y="953770"/>
                  </a:lnTo>
                  <a:close/>
                </a:path>
                <a:path w="27939" h="1278889">
                  <a:moveTo>
                    <a:pt x="27939" y="956310"/>
                  </a:moveTo>
                  <a:lnTo>
                    <a:pt x="0" y="956310"/>
                  </a:lnTo>
                  <a:lnTo>
                    <a:pt x="0" y="962660"/>
                  </a:lnTo>
                  <a:lnTo>
                    <a:pt x="27939" y="962660"/>
                  </a:lnTo>
                  <a:lnTo>
                    <a:pt x="27939" y="956310"/>
                  </a:lnTo>
                  <a:close/>
                </a:path>
                <a:path w="27939" h="1278889">
                  <a:moveTo>
                    <a:pt x="27939" y="962660"/>
                  </a:moveTo>
                  <a:lnTo>
                    <a:pt x="0" y="962660"/>
                  </a:lnTo>
                  <a:lnTo>
                    <a:pt x="0" y="966469"/>
                  </a:lnTo>
                  <a:lnTo>
                    <a:pt x="27939" y="966469"/>
                  </a:lnTo>
                  <a:lnTo>
                    <a:pt x="27939" y="962660"/>
                  </a:lnTo>
                  <a:close/>
                </a:path>
                <a:path w="27939" h="1278889">
                  <a:moveTo>
                    <a:pt x="27939" y="966470"/>
                  </a:moveTo>
                  <a:lnTo>
                    <a:pt x="0" y="966470"/>
                  </a:lnTo>
                  <a:lnTo>
                    <a:pt x="0" y="969010"/>
                  </a:lnTo>
                  <a:lnTo>
                    <a:pt x="27939" y="969010"/>
                  </a:lnTo>
                  <a:lnTo>
                    <a:pt x="27939" y="966470"/>
                  </a:lnTo>
                  <a:close/>
                </a:path>
                <a:path w="27939" h="1278889">
                  <a:moveTo>
                    <a:pt x="27939" y="969010"/>
                  </a:moveTo>
                  <a:lnTo>
                    <a:pt x="0" y="969010"/>
                  </a:lnTo>
                  <a:lnTo>
                    <a:pt x="0" y="972819"/>
                  </a:lnTo>
                  <a:lnTo>
                    <a:pt x="27939" y="972819"/>
                  </a:lnTo>
                  <a:lnTo>
                    <a:pt x="27939" y="969010"/>
                  </a:lnTo>
                  <a:close/>
                </a:path>
                <a:path w="27939" h="1278889">
                  <a:moveTo>
                    <a:pt x="27939" y="972820"/>
                  </a:moveTo>
                  <a:lnTo>
                    <a:pt x="0" y="972820"/>
                  </a:lnTo>
                  <a:lnTo>
                    <a:pt x="0" y="975360"/>
                  </a:lnTo>
                  <a:lnTo>
                    <a:pt x="27939" y="975360"/>
                  </a:lnTo>
                  <a:lnTo>
                    <a:pt x="27939" y="972820"/>
                  </a:lnTo>
                  <a:close/>
                </a:path>
                <a:path w="27939" h="1278889">
                  <a:moveTo>
                    <a:pt x="27939" y="975360"/>
                  </a:moveTo>
                  <a:lnTo>
                    <a:pt x="0" y="975360"/>
                  </a:lnTo>
                  <a:lnTo>
                    <a:pt x="0" y="981710"/>
                  </a:lnTo>
                  <a:lnTo>
                    <a:pt x="27939" y="981710"/>
                  </a:lnTo>
                  <a:lnTo>
                    <a:pt x="27939" y="975360"/>
                  </a:lnTo>
                  <a:close/>
                </a:path>
                <a:path w="27939" h="1278889">
                  <a:moveTo>
                    <a:pt x="27939" y="981710"/>
                  </a:moveTo>
                  <a:lnTo>
                    <a:pt x="0" y="981710"/>
                  </a:lnTo>
                  <a:lnTo>
                    <a:pt x="0" y="985519"/>
                  </a:lnTo>
                  <a:lnTo>
                    <a:pt x="27939" y="985519"/>
                  </a:lnTo>
                  <a:lnTo>
                    <a:pt x="27939" y="981710"/>
                  </a:lnTo>
                  <a:close/>
                </a:path>
                <a:path w="27939" h="1278889">
                  <a:moveTo>
                    <a:pt x="27939" y="985520"/>
                  </a:moveTo>
                  <a:lnTo>
                    <a:pt x="0" y="985520"/>
                  </a:lnTo>
                  <a:lnTo>
                    <a:pt x="0" y="988060"/>
                  </a:lnTo>
                  <a:lnTo>
                    <a:pt x="27939" y="988060"/>
                  </a:lnTo>
                  <a:lnTo>
                    <a:pt x="27939" y="985520"/>
                  </a:lnTo>
                  <a:close/>
                </a:path>
                <a:path w="27939" h="1278889">
                  <a:moveTo>
                    <a:pt x="27939" y="988060"/>
                  </a:moveTo>
                  <a:lnTo>
                    <a:pt x="0" y="988060"/>
                  </a:lnTo>
                  <a:lnTo>
                    <a:pt x="0" y="991869"/>
                  </a:lnTo>
                  <a:lnTo>
                    <a:pt x="27939" y="991869"/>
                  </a:lnTo>
                  <a:lnTo>
                    <a:pt x="27939" y="988060"/>
                  </a:lnTo>
                  <a:close/>
                </a:path>
                <a:path w="27939" h="1278889">
                  <a:moveTo>
                    <a:pt x="27939" y="991870"/>
                  </a:moveTo>
                  <a:lnTo>
                    <a:pt x="0" y="991870"/>
                  </a:lnTo>
                  <a:lnTo>
                    <a:pt x="0" y="994410"/>
                  </a:lnTo>
                  <a:lnTo>
                    <a:pt x="27939" y="994410"/>
                  </a:lnTo>
                  <a:lnTo>
                    <a:pt x="27939" y="991870"/>
                  </a:lnTo>
                  <a:close/>
                </a:path>
                <a:path w="27939" h="1278889">
                  <a:moveTo>
                    <a:pt x="27939" y="994410"/>
                  </a:moveTo>
                  <a:lnTo>
                    <a:pt x="0" y="994410"/>
                  </a:lnTo>
                  <a:lnTo>
                    <a:pt x="0" y="998219"/>
                  </a:lnTo>
                  <a:lnTo>
                    <a:pt x="27939" y="998219"/>
                  </a:lnTo>
                  <a:lnTo>
                    <a:pt x="27939" y="994410"/>
                  </a:lnTo>
                  <a:close/>
                </a:path>
                <a:path w="27939" h="1278889">
                  <a:moveTo>
                    <a:pt x="27939" y="998220"/>
                  </a:moveTo>
                  <a:lnTo>
                    <a:pt x="0" y="998220"/>
                  </a:lnTo>
                  <a:lnTo>
                    <a:pt x="0" y="1000760"/>
                  </a:lnTo>
                  <a:lnTo>
                    <a:pt x="27939" y="1000760"/>
                  </a:lnTo>
                  <a:lnTo>
                    <a:pt x="27939" y="998220"/>
                  </a:lnTo>
                  <a:close/>
                </a:path>
                <a:path w="27939" h="1278889">
                  <a:moveTo>
                    <a:pt x="27939" y="1000760"/>
                  </a:moveTo>
                  <a:lnTo>
                    <a:pt x="0" y="1000760"/>
                  </a:lnTo>
                  <a:lnTo>
                    <a:pt x="0" y="1004569"/>
                  </a:lnTo>
                  <a:lnTo>
                    <a:pt x="27939" y="1004569"/>
                  </a:lnTo>
                  <a:lnTo>
                    <a:pt x="27939" y="1000760"/>
                  </a:lnTo>
                  <a:close/>
                </a:path>
                <a:path w="27939" h="1278889">
                  <a:moveTo>
                    <a:pt x="27939" y="1004570"/>
                  </a:moveTo>
                  <a:lnTo>
                    <a:pt x="0" y="1004570"/>
                  </a:lnTo>
                  <a:lnTo>
                    <a:pt x="0" y="1007110"/>
                  </a:lnTo>
                  <a:lnTo>
                    <a:pt x="27939" y="1007110"/>
                  </a:lnTo>
                  <a:lnTo>
                    <a:pt x="27939" y="1004570"/>
                  </a:lnTo>
                  <a:close/>
                </a:path>
                <a:path w="27939" h="1278889">
                  <a:moveTo>
                    <a:pt x="27939" y="1007110"/>
                  </a:moveTo>
                  <a:lnTo>
                    <a:pt x="0" y="1007110"/>
                  </a:lnTo>
                  <a:lnTo>
                    <a:pt x="0" y="1010919"/>
                  </a:lnTo>
                  <a:lnTo>
                    <a:pt x="27939" y="1010919"/>
                  </a:lnTo>
                  <a:lnTo>
                    <a:pt x="27939" y="1007110"/>
                  </a:lnTo>
                  <a:close/>
                </a:path>
                <a:path w="27939" h="1278889">
                  <a:moveTo>
                    <a:pt x="27939" y="1010920"/>
                  </a:moveTo>
                  <a:lnTo>
                    <a:pt x="0" y="1010920"/>
                  </a:lnTo>
                  <a:lnTo>
                    <a:pt x="0" y="1013460"/>
                  </a:lnTo>
                  <a:lnTo>
                    <a:pt x="27939" y="1013460"/>
                  </a:lnTo>
                  <a:lnTo>
                    <a:pt x="27939" y="1010920"/>
                  </a:lnTo>
                  <a:close/>
                </a:path>
                <a:path w="27939" h="1278889">
                  <a:moveTo>
                    <a:pt x="27939" y="1013460"/>
                  </a:moveTo>
                  <a:lnTo>
                    <a:pt x="0" y="1013460"/>
                  </a:lnTo>
                  <a:lnTo>
                    <a:pt x="0" y="1023619"/>
                  </a:lnTo>
                  <a:lnTo>
                    <a:pt x="27939" y="1023619"/>
                  </a:lnTo>
                  <a:lnTo>
                    <a:pt x="27939" y="1013460"/>
                  </a:lnTo>
                  <a:close/>
                </a:path>
                <a:path w="27939" h="1278889">
                  <a:moveTo>
                    <a:pt x="27939" y="1023620"/>
                  </a:moveTo>
                  <a:lnTo>
                    <a:pt x="0" y="1023620"/>
                  </a:lnTo>
                  <a:lnTo>
                    <a:pt x="0" y="1026160"/>
                  </a:lnTo>
                  <a:lnTo>
                    <a:pt x="27939" y="1026160"/>
                  </a:lnTo>
                  <a:lnTo>
                    <a:pt x="27939" y="1023620"/>
                  </a:lnTo>
                  <a:close/>
                </a:path>
                <a:path w="27939" h="1278889">
                  <a:moveTo>
                    <a:pt x="27939" y="1026160"/>
                  </a:moveTo>
                  <a:lnTo>
                    <a:pt x="0" y="1026160"/>
                  </a:lnTo>
                  <a:lnTo>
                    <a:pt x="0" y="1032510"/>
                  </a:lnTo>
                  <a:lnTo>
                    <a:pt x="27939" y="1032510"/>
                  </a:lnTo>
                  <a:lnTo>
                    <a:pt x="27939" y="1026160"/>
                  </a:lnTo>
                  <a:close/>
                </a:path>
                <a:path w="27939" h="1278889">
                  <a:moveTo>
                    <a:pt x="27939" y="1032510"/>
                  </a:moveTo>
                  <a:lnTo>
                    <a:pt x="0" y="1032510"/>
                  </a:lnTo>
                  <a:lnTo>
                    <a:pt x="0" y="1038860"/>
                  </a:lnTo>
                  <a:lnTo>
                    <a:pt x="27939" y="1038860"/>
                  </a:lnTo>
                  <a:lnTo>
                    <a:pt x="27939" y="1032510"/>
                  </a:lnTo>
                  <a:close/>
                </a:path>
                <a:path w="27939" h="1278889">
                  <a:moveTo>
                    <a:pt x="27939" y="1038860"/>
                  </a:moveTo>
                  <a:lnTo>
                    <a:pt x="0" y="1038860"/>
                  </a:lnTo>
                  <a:lnTo>
                    <a:pt x="0" y="1042669"/>
                  </a:lnTo>
                  <a:lnTo>
                    <a:pt x="27939" y="1042669"/>
                  </a:lnTo>
                  <a:lnTo>
                    <a:pt x="27939" y="1038860"/>
                  </a:lnTo>
                  <a:close/>
                </a:path>
                <a:path w="27939" h="1278889">
                  <a:moveTo>
                    <a:pt x="27939" y="1042670"/>
                  </a:moveTo>
                  <a:lnTo>
                    <a:pt x="0" y="1042670"/>
                  </a:lnTo>
                  <a:lnTo>
                    <a:pt x="0" y="1049020"/>
                  </a:lnTo>
                  <a:lnTo>
                    <a:pt x="27939" y="1049020"/>
                  </a:lnTo>
                  <a:lnTo>
                    <a:pt x="27939" y="1042670"/>
                  </a:lnTo>
                  <a:close/>
                </a:path>
                <a:path w="27939" h="1278889">
                  <a:moveTo>
                    <a:pt x="27939" y="1049020"/>
                  </a:moveTo>
                  <a:lnTo>
                    <a:pt x="0" y="1049020"/>
                  </a:lnTo>
                  <a:lnTo>
                    <a:pt x="0" y="1051560"/>
                  </a:lnTo>
                  <a:lnTo>
                    <a:pt x="27939" y="1051560"/>
                  </a:lnTo>
                  <a:lnTo>
                    <a:pt x="27939" y="1049020"/>
                  </a:lnTo>
                  <a:close/>
                </a:path>
                <a:path w="27939" h="1278889">
                  <a:moveTo>
                    <a:pt x="27939" y="1051560"/>
                  </a:moveTo>
                  <a:lnTo>
                    <a:pt x="0" y="1051560"/>
                  </a:lnTo>
                  <a:lnTo>
                    <a:pt x="0" y="1055370"/>
                  </a:lnTo>
                  <a:lnTo>
                    <a:pt x="27939" y="1055370"/>
                  </a:lnTo>
                  <a:lnTo>
                    <a:pt x="27939" y="1051560"/>
                  </a:lnTo>
                  <a:close/>
                </a:path>
                <a:path w="27939" h="1278889">
                  <a:moveTo>
                    <a:pt x="27939" y="1055370"/>
                  </a:moveTo>
                  <a:lnTo>
                    <a:pt x="0" y="1055370"/>
                  </a:lnTo>
                  <a:lnTo>
                    <a:pt x="0" y="1057910"/>
                  </a:lnTo>
                  <a:lnTo>
                    <a:pt x="27939" y="1057910"/>
                  </a:lnTo>
                  <a:lnTo>
                    <a:pt x="27939" y="1055370"/>
                  </a:lnTo>
                  <a:close/>
                </a:path>
                <a:path w="27939" h="1278889">
                  <a:moveTo>
                    <a:pt x="27939" y="1057910"/>
                  </a:moveTo>
                  <a:lnTo>
                    <a:pt x="0" y="1057910"/>
                  </a:lnTo>
                  <a:lnTo>
                    <a:pt x="0" y="1061720"/>
                  </a:lnTo>
                  <a:lnTo>
                    <a:pt x="27939" y="1061720"/>
                  </a:lnTo>
                  <a:lnTo>
                    <a:pt x="27939" y="1057910"/>
                  </a:lnTo>
                  <a:close/>
                </a:path>
                <a:path w="27939" h="1278889">
                  <a:moveTo>
                    <a:pt x="27939" y="1061720"/>
                  </a:moveTo>
                  <a:lnTo>
                    <a:pt x="0" y="1061720"/>
                  </a:lnTo>
                  <a:lnTo>
                    <a:pt x="0" y="1064260"/>
                  </a:lnTo>
                  <a:lnTo>
                    <a:pt x="27939" y="1064260"/>
                  </a:lnTo>
                  <a:lnTo>
                    <a:pt x="27939" y="1061720"/>
                  </a:lnTo>
                  <a:close/>
                </a:path>
                <a:path w="27939" h="1278889">
                  <a:moveTo>
                    <a:pt x="27939" y="1064260"/>
                  </a:moveTo>
                  <a:lnTo>
                    <a:pt x="0" y="1064260"/>
                  </a:lnTo>
                  <a:lnTo>
                    <a:pt x="0" y="1068070"/>
                  </a:lnTo>
                  <a:lnTo>
                    <a:pt x="27939" y="1068070"/>
                  </a:lnTo>
                  <a:lnTo>
                    <a:pt x="27939" y="1064260"/>
                  </a:lnTo>
                  <a:close/>
                </a:path>
                <a:path w="27939" h="1278889">
                  <a:moveTo>
                    <a:pt x="27939" y="1068070"/>
                  </a:moveTo>
                  <a:lnTo>
                    <a:pt x="0" y="1068070"/>
                  </a:lnTo>
                  <a:lnTo>
                    <a:pt x="0" y="1070610"/>
                  </a:lnTo>
                  <a:lnTo>
                    <a:pt x="27939" y="1070610"/>
                  </a:lnTo>
                  <a:lnTo>
                    <a:pt x="27939" y="1068070"/>
                  </a:lnTo>
                  <a:close/>
                </a:path>
                <a:path w="27939" h="1278889">
                  <a:moveTo>
                    <a:pt x="27939" y="1070610"/>
                  </a:moveTo>
                  <a:lnTo>
                    <a:pt x="0" y="1070610"/>
                  </a:lnTo>
                  <a:lnTo>
                    <a:pt x="0" y="1074420"/>
                  </a:lnTo>
                  <a:lnTo>
                    <a:pt x="27939" y="1074420"/>
                  </a:lnTo>
                  <a:lnTo>
                    <a:pt x="27939" y="1070610"/>
                  </a:lnTo>
                  <a:close/>
                </a:path>
                <a:path w="27939" h="1278889">
                  <a:moveTo>
                    <a:pt x="27939" y="1074420"/>
                  </a:moveTo>
                  <a:lnTo>
                    <a:pt x="0" y="1074420"/>
                  </a:lnTo>
                  <a:lnTo>
                    <a:pt x="0" y="1076960"/>
                  </a:lnTo>
                  <a:lnTo>
                    <a:pt x="27939" y="1076960"/>
                  </a:lnTo>
                  <a:lnTo>
                    <a:pt x="27939" y="1074420"/>
                  </a:lnTo>
                  <a:close/>
                </a:path>
                <a:path w="27939" h="1278889">
                  <a:moveTo>
                    <a:pt x="27939" y="1076960"/>
                  </a:moveTo>
                  <a:lnTo>
                    <a:pt x="0" y="1076960"/>
                  </a:lnTo>
                  <a:lnTo>
                    <a:pt x="0" y="1080770"/>
                  </a:lnTo>
                  <a:lnTo>
                    <a:pt x="27939" y="1080770"/>
                  </a:lnTo>
                  <a:lnTo>
                    <a:pt x="27939" y="1076960"/>
                  </a:lnTo>
                  <a:close/>
                </a:path>
                <a:path w="27939" h="1278889">
                  <a:moveTo>
                    <a:pt x="27939" y="1080770"/>
                  </a:moveTo>
                  <a:lnTo>
                    <a:pt x="0" y="1080770"/>
                  </a:lnTo>
                  <a:lnTo>
                    <a:pt x="0" y="1083310"/>
                  </a:lnTo>
                  <a:lnTo>
                    <a:pt x="27939" y="1083310"/>
                  </a:lnTo>
                  <a:lnTo>
                    <a:pt x="27939" y="1080770"/>
                  </a:lnTo>
                  <a:close/>
                </a:path>
                <a:path w="27939" h="1278889">
                  <a:moveTo>
                    <a:pt x="27939" y="1083310"/>
                  </a:moveTo>
                  <a:lnTo>
                    <a:pt x="0" y="1083310"/>
                  </a:lnTo>
                  <a:lnTo>
                    <a:pt x="0" y="1087120"/>
                  </a:lnTo>
                  <a:lnTo>
                    <a:pt x="27939" y="1087120"/>
                  </a:lnTo>
                  <a:lnTo>
                    <a:pt x="27939" y="1083310"/>
                  </a:lnTo>
                  <a:close/>
                </a:path>
                <a:path w="27939" h="1278889">
                  <a:moveTo>
                    <a:pt x="27939" y="1087120"/>
                  </a:moveTo>
                  <a:lnTo>
                    <a:pt x="0" y="1087120"/>
                  </a:lnTo>
                  <a:lnTo>
                    <a:pt x="0" y="1096010"/>
                  </a:lnTo>
                  <a:lnTo>
                    <a:pt x="27939" y="1096010"/>
                  </a:lnTo>
                  <a:lnTo>
                    <a:pt x="27939" y="1087120"/>
                  </a:lnTo>
                  <a:close/>
                </a:path>
                <a:path w="27939" h="1278889">
                  <a:moveTo>
                    <a:pt x="27939" y="1096010"/>
                  </a:moveTo>
                  <a:lnTo>
                    <a:pt x="0" y="1096010"/>
                  </a:lnTo>
                  <a:lnTo>
                    <a:pt x="0" y="1099820"/>
                  </a:lnTo>
                  <a:lnTo>
                    <a:pt x="27939" y="1099820"/>
                  </a:lnTo>
                  <a:lnTo>
                    <a:pt x="27939" y="1096010"/>
                  </a:lnTo>
                  <a:close/>
                </a:path>
                <a:path w="27939" h="1278889">
                  <a:moveTo>
                    <a:pt x="27939" y="1099820"/>
                  </a:moveTo>
                  <a:lnTo>
                    <a:pt x="0" y="1099820"/>
                  </a:lnTo>
                  <a:lnTo>
                    <a:pt x="0" y="1102360"/>
                  </a:lnTo>
                  <a:lnTo>
                    <a:pt x="27939" y="1102360"/>
                  </a:lnTo>
                  <a:lnTo>
                    <a:pt x="27939" y="1099820"/>
                  </a:lnTo>
                  <a:close/>
                </a:path>
                <a:path w="27939" h="1278889">
                  <a:moveTo>
                    <a:pt x="27939" y="1102360"/>
                  </a:moveTo>
                  <a:lnTo>
                    <a:pt x="0" y="1102360"/>
                  </a:lnTo>
                  <a:lnTo>
                    <a:pt x="0" y="1112520"/>
                  </a:lnTo>
                  <a:lnTo>
                    <a:pt x="27939" y="1112520"/>
                  </a:lnTo>
                  <a:lnTo>
                    <a:pt x="27939" y="1102360"/>
                  </a:lnTo>
                  <a:close/>
                </a:path>
                <a:path w="27939" h="1278889">
                  <a:moveTo>
                    <a:pt x="27939" y="1112520"/>
                  </a:moveTo>
                  <a:lnTo>
                    <a:pt x="0" y="1112520"/>
                  </a:lnTo>
                  <a:lnTo>
                    <a:pt x="0" y="1115060"/>
                  </a:lnTo>
                  <a:lnTo>
                    <a:pt x="27939" y="1115060"/>
                  </a:lnTo>
                  <a:lnTo>
                    <a:pt x="27939" y="1112520"/>
                  </a:lnTo>
                  <a:close/>
                </a:path>
                <a:path w="27939" h="1278889">
                  <a:moveTo>
                    <a:pt x="27939" y="1115060"/>
                  </a:moveTo>
                  <a:lnTo>
                    <a:pt x="0" y="1115060"/>
                  </a:lnTo>
                  <a:lnTo>
                    <a:pt x="0" y="1118870"/>
                  </a:lnTo>
                  <a:lnTo>
                    <a:pt x="27939" y="1118870"/>
                  </a:lnTo>
                  <a:lnTo>
                    <a:pt x="27939" y="1115060"/>
                  </a:lnTo>
                  <a:close/>
                </a:path>
                <a:path w="27939" h="1278889">
                  <a:moveTo>
                    <a:pt x="27939" y="1118870"/>
                  </a:moveTo>
                  <a:lnTo>
                    <a:pt x="0" y="1118870"/>
                  </a:lnTo>
                  <a:lnTo>
                    <a:pt x="0" y="1127760"/>
                  </a:lnTo>
                  <a:lnTo>
                    <a:pt x="27939" y="1127760"/>
                  </a:lnTo>
                  <a:lnTo>
                    <a:pt x="27939" y="1118870"/>
                  </a:lnTo>
                  <a:close/>
                </a:path>
                <a:path w="27939" h="1278889">
                  <a:moveTo>
                    <a:pt x="27939" y="1127760"/>
                  </a:moveTo>
                  <a:lnTo>
                    <a:pt x="0" y="1127760"/>
                  </a:lnTo>
                  <a:lnTo>
                    <a:pt x="0" y="1134110"/>
                  </a:lnTo>
                  <a:lnTo>
                    <a:pt x="27939" y="1134110"/>
                  </a:lnTo>
                  <a:lnTo>
                    <a:pt x="27939" y="1127760"/>
                  </a:lnTo>
                  <a:close/>
                </a:path>
                <a:path w="27939" h="1278889">
                  <a:moveTo>
                    <a:pt x="27939" y="1134110"/>
                  </a:moveTo>
                  <a:lnTo>
                    <a:pt x="0" y="1134110"/>
                  </a:lnTo>
                  <a:lnTo>
                    <a:pt x="0" y="1137920"/>
                  </a:lnTo>
                  <a:lnTo>
                    <a:pt x="27939" y="1137920"/>
                  </a:lnTo>
                  <a:lnTo>
                    <a:pt x="27939" y="1134110"/>
                  </a:lnTo>
                  <a:close/>
                </a:path>
                <a:path w="27939" h="1278889">
                  <a:moveTo>
                    <a:pt x="27939" y="1137920"/>
                  </a:moveTo>
                  <a:lnTo>
                    <a:pt x="0" y="1137920"/>
                  </a:lnTo>
                  <a:lnTo>
                    <a:pt x="0" y="1140460"/>
                  </a:lnTo>
                  <a:lnTo>
                    <a:pt x="27939" y="1140460"/>
                  </a:lnTo>
                  <a:lnTo>
                    <a:pt x="27939" y="1137920"/>
                  </a:lnTo>
                  <a:close/>
                </a:path>
                <a:path w="27939" h="1278889">
                  <a:moveTo>
                    <a:pt x="27939" y="1140460"/>
                  </a:moveTo>
                  <a:lnTo>
                    <a:pt x="0" y="1140460"/>
                  </a:lnTo>
                  <a:lnTo>
                    <a:pt x="0" y="1144270"/>
                  </a:lnTo>
                  <a:lnTo>
                    <a:pt x="27939" y="1144270"/>
                  </a:lnTo>
                  <a:lnTo>
                    <a:pt x="27939" y="1140460"/>
                  </a:lnTo>
                  <a:close/>
                </a:path>
                <a:path w="27939" h="1278889">
                  <a:moveTo>
                    <a:pt x="27939" y="1144270"/>
                  </a:moveTo>
                  <a:lnTo>
                    <a:pt x="0" y="1144270"/>
                  </a:lnTo>
                  <a:lnTo>
                    <a:pt x="0" y="1153160"/>
                  </a:lnTo>
                  <a:lnTo>
                    <a:pt x="27939" y="1153160"/>
                  </a:lnTo>
                  <a:lnTo>
                    <a:pt x="27939" y="1144270"/>
                  </a:lnTo>
                  <a:close/>
                </a:path>
                <a:path w="27939" h="1278889">
                  <a:moveTo>
                    <a:pt x="27939" y="1153160"/>
                  </a:moveTo>
                  <a:lnTo>
                    <a:pt x="0" y="1153160"/>
                  </a:lnTo>
                  <a:lnTo>
                    <a:pt x="0" y="1159510"/>
                  </a:lnTo>
                  <a:lnTo>
                    <a:pt x="27939" y="1159510"/>
                  </a:lnTo>
                  <a:lnTo>
                    <a:pt x="27939" y="1153160"/>
                  </a:lnTo>
                  <a:close/>
                </a:path>
                <a:path w="27939" h="1278889">
                  <a:moveTo>
                    <a:pt x="27939" y="1159510"/>
                  </a:moveTo>
                  <a:lnTo>
                    <a:pt x="0" y="1159510"/>
                  </a:lnTo>
                  <a:lnTo>
                    <a:pt x="0" y="1163320"/>
                  </a:lnTo>
                  <a:lnTo>
                    <a:pt x="27939" y="1163320"/>
                  </a:lnTo>
                  <a:lnTo>
                    <a:pt x="27939" y="1159510"/>
                  </a:lnTo>
                  <a:close/>
                </a:path>
                <a:path w="27939" h="1278889">
                  <a:moveTo>
                    <a:pt x="27939" y="1163320"/>
                  </a:moveTo>
                  <a:lnTo>
                    <a:pt x="0" y="1163320"/>
                  </a:lnTo>
                  <a:lnTo>
                    <a:pt x="0" y="1165860"/>
                  </a:lnTo>
                  <a:lnTo>
                    <a:pt x="27939" y="1165860"/>
                  </a:lnTo>
                  <a:lnTo>
                    <a:pt x="27939" y="1163320"/>
                  </a:lnTo>
                  <a:close/>
                </a:path>
                <a:path w="27939" h="1278889">
                  <a:moveTo>
                    <a:pt x="27939" y="1165860"/>
                  </a:moveTo>
                  <a:lnTo>
                    <a:pt x="0" y="1165860"/>
                  </a:lnTo>
                  <a:lnTo>
                    <a:pt x="0" y="1172210"/>
                  </a:lnTo>
                  <a:lnTo>
                    <a:pt x="27939" y="1172210"/>
                  </a:lnTo>
                  <a:lnTo>
                    <a:pt x="27939" y="1165860"/>
                  </a:lnTo>
                  <a:close/>
                </a:path>
                <a:path w="27939" h="1278889">
                  <a:moveTo>
                    <a:pt x="27939" y="1172210"/>
                  </a:moveTo>
                  <a:lnTo>
                    <a:pt x="0" y="1172210"/>
                  </a:lnTo>
                  <a:lnTo>
                    <a:pt x="0" y="1176020"/>
                  </a:lnTo>
                  <a:lnTo>
                    <a:pt x="27939" y="1176020"/>
                  </a:lnTo>
                  <a:lnTo>
                    <a:pt x="27939" y="1172210"/>
                  </a:lnTo>
                  <a:close/>
                </a:path>
                <a:path w="27939" h="1278889">
                  <a:moveTo>
                    <a:pt x="27939" y="1176020"/>
                  </a:moveTo>
                  <a:lnTo>
                    <a:pt x="0" y="1176020"/>
                  </a:lnTo>
                  <a:lnTo>
                    <a:pt x="0" y="1178560"/>
                  </a:lnTo>
                  <a:lnTo>
                    <a:pt x="27939" y="1178560"/>
                  </a:lnTo>
                  <a:lnTo>
                    <a:pt x="27939" y="1176020"/>
                  </a:lnTo>
                  <a:close/>
                </a:path>
                <a:path w="27939" h="1278889">
                  <a:moveTo>
                    <a:pt x="27939" y="1178560"/>
                  </a:moveTo>
                  <a:lnTo>
                    <a:pt x="0" y="1178560"/>
                  </a:lnTo>
                  <a:lnTo>
                    <a:pt x="0" y="1184910"/>
                  </a:lnTo>
                  <a:lnTo>
                    <a:pt x="27939" y="1184910"/>
                  </a:lnTo>
                  <a:lnTo>
                    <a:pt x="27939" y="1178560"/>
                  </a:lnTo>
                  <a:close/>
                </a:path>
                <a:path w="27939" h="1278889">
                  <a:moveTo>
                    <a:pt x="27939" y="1184910"/>
                  </a:moveTo>
                  <a:lnTo>
                    <a:pt x="0" y="1184910"/>
                  </a:lnTo>
                  <a:lnTo>
                    <a:pt x="0" y="1188720"/>
                  </a:lnTo>
                  <a:lnTo>
                    <a:pt x="27939" y="1188720"/>
                  </a:lnTo>
                  <a:lnTo>
                    <a:pt x="27939" y="1184910"/>
                  </a:lnTo>
                  <a:close/>
                </a:path>
                <a:path w="27939" h="1278889">
                  <a:moveTo>
                    <a:pt x="27939" y="1188720"/>
                  </a:moveTo>
                  <a:lnTo>
                    <a:pt x="0" y="1188720"/>
                  </a:lnTo>
                  <a:lnTo>
                    <a:pt x="0" y="1195070"/>
                  </a:lnTo>
                  <a:lnTo>
                    <a:pt x="27939" y="1195070"/>
                  </a:lnTo>
                  <a:lnTo>
                    <a:pt x="27939" y="1188720"/>
                  </a:lnTo>
                  <a:close/>
                </a:path>
                <a:path w="27939" h="1278889">
                  <a:moveTo>
                    <a:pt x="27939" y="1195070"/>
                  </a:moveTo>
                  <a:lnTo>
                    <a:pt x="0" y="1195070"/>
                  </a:lnTo>
                  <a:lnTo>
                    <a:pt x="0" y="1197610"/>
                  </a:lnTo>
                  <a:lnTo>
                    <a:pt x="27939" y="1197610"/>
                  </a:lnTo>
                  <a:lnTo>
                    <a:pt x="27939" y="1195070"/>
                  </a:lnTo>
                  <a:close/>
                </a:path>
                <a:path w="27939" h="1278889">
                  <a:moveTo>
                    <a:pt x="27939" y="1197610"/>
                  </a:moveTo>
                  <a:lnTo>
                    <a:pt x="0" y="1197610"/>
                  </a:lnTo>
                  <a:lnTo>
                    <a:pt x="0" y="1201420"/>
                  </a:lnTo>
                  <a:lnTo>
                    <a:pt x="27939" y="1201420"/>
                  </a:lnTo>
                  <a:lnTo>
                    <a:pt x="27939" y="1197610"/>
                  </a:lnTo>
                  <a:close/>
                </a:path>
                <a:path w="27939" h="1278889">
                  <a:moveTo>
                    <a:pt x="27939" y="1201420"/>
                  </a:moveTo>
                  <a:lnTo>
                    <a:pt x="0" y="1201420"/>
                  </a:lnTo>
                  <a:lnTo>
                    <a:pt x="0" y="1207770"/>
                  </a:lnTo>
                  <a:lnTo>
                    <a:pt x="27939" y="1207770"/>
                  </a:lnTo>
                  <a:lnTo>
                    <a:pt x="27939" y="1201420"/>
                  </a:lnTo>
                  <a:close/>
                </a:path>
                <a:path w="27939" h="1278889">
                  <a:moveTo>
                    <a:pt x="27939" y="1207770"/>
                  </a:moveTo>
                  <a:lnTo>
                    <a:pt x="0" y="1207770"/>
                  </a:lnTo>
                  <a:lnTo>
                    <a:pt x="0" y="1216660"/>
                  </a:lnTo>
                  <a:lnTo>
                    <a:pt x="27939" y="1216660"/>
                  </a:lnTo>
                  <a:lnTo>
                    <a:pt x="27939" y="1207770"/>
                  </a:lnTo>
                  <a:close/>
                </a:path>
                <a:path w="27939" h="1278889">
                  <a:moveTo>
                    <a:pt x="27939" y="1216660"/>
                  </a:moveTo>
                  <a:lnTo>
                    <a:pt x="0" y="1216660"/>
                  </a:lnTo>
                  <a:lnTo>
                    <a:pt x="0" y="1226820"/>
                  </a:lnTo>
                  <a:lnTo>
                    <a:pt x="27939" y="1226820"/>
                  </a:lnTo>
                  <a:lnTo>
                    <a:pt x="27939" y="1216660"/>
                  </a:lnTo>
                  <a:close/>
                </a:path>
                <a:path w="27939" h="1278889">
                  <a:moveTo>
                    <a:pt x="27939" y="1226820"/>
                  </a:moveTo>
                  <a:lnTo>
                    <a:pt x="0" y="1226820"/>
                  </a:lnTo>
                  <a:lnTo>
                    <a:pt x="0" y="1229360"/>
                  </a:lnTo>
                  <a:lnTo>
                    <a:pt x="27939" y="1229360"/>
                  </a:lnTo>
                  <a:lnTo>
                    <a:pt x="27939" y="1226820"/>
                  </a:lnTo>
                  <a:close/>
                </a:path>
                <a:path w="27939" h="1278889">
                  <a:moveTo>
                    <a:pt x="27939" y="1229360"/>
                  </a:moveTo>
                  <a:lnTo>
                    <a:pt x="0" y="1229360"/>
                  </a:lnTo>
                  <a:lnTo>
                    <a:pt x="0" y="1233170"/>
                  </a:lnTo>
                  <a:lnTo>
                    <a:pt x="27939" y="1233170"/>
                  </a:lnTo>
                  <a:lnTo>
                    <a:pt x="27939" y="1229360"/>
                  </a:lnTo>
                  <a:close/>
                </a:path>
                <a:path w="27939" h="1278889">
                  <a:moveTo>
                    <a:pt x="27939" y="1233170"/>
                  </a:moveTo>
                  <a:lnTo>
                    <a:pt x="0" y="1233170"/>
                  </a:lnTo>
                  <a:lnTo>
                    <a:pt x="0" y="1235710"/>
                  </a:lnTo>
                  <a:lnTo>
                    <a:pt x="27939" y="1235710"/>
                  </a:lnTo>
                  <a:lnTo>
                    <a:pt x="27939" y="1233170"/>
                  </a:lnTo>
                  <a:close/>
                </a:path>
                <a:path w="27939" h="1278889">
                  <a:moveTo>
                    <a:pt x="27939" y="1235710"/>
                  </a:moveTo>
                  <a:lnTo>
                    <a:pt x="0" y="1235710"/>
                  </a:lnTo>
                  <a:lnTo>
                    <a:pt x="0" y="1248410"/>
                  </a:lnTo>
                  <a:lnTo>
                    <a:pt x="27939" y="1248410"/>
                  </a:lnTo>
                  <a:lnTo>
                    <a:pt x="27939" y="1235710"/>
                  </a:lnTo>
                  <a:close/>
                </a:path>
                <a:path w="27939" h="1278889">
                  <a:moveTo>
                    <a:pt x="27939" y="1248410"/>
                  </a:moveTo>
                  <a:lnTo>
                    <a:pt x="0" y="1248410"/>
                  </a:lnTo>
                  <a:lnTo>
                    <a:pt x="0" y="1254760"/>
                  </a:lnTo>
                  <a:lnTo>
                    <a:pt x="26670" y="1254760"/>
                  </a:lnTo>
                  <a:lnTo>
                    <a:pt x="26670" y="1253490"/>
                  </a:lnTo>
                  <a:lnTo>
                    <a:pt x="27939" y="1253490"/>
                  </a:lnTo>
                  <a:lnTo>
                    <a:pt x="27939" y="1248410"/>
                  </a:lnTo>
                  <a:close/>
                </a:path>
                <a:path w="27939" h="1278889">
                  <a:moveTo>
                    <a:pt x="25400" y="1254760"/>
                  </a:moveTo>
                  <a:lnTo>
                    <a:pt x="0" y="1254760"/>
                  </a:lnTo>
                  <a:lnTo>
                    <a:pt x="0" y="1258570"/>
                  </a:lnTo>
                  <a:lnTo>
                    <a:pt x="22860" y="1258570"/>
                  </a:lnTo>
                  <a:lnTo>
                    <a:pt x="22860" y="1257300"/>
                  </a:lnTo>
                  <a:lnTo>
                    <a:pt x="24130" y="1257300"/>
                  </a:lnTo>
                  <a:lnTo>
                    <a:pt x="24130" y="1256030"/>
                  </a:lnTo>
                  <a:lnTo>
                    <a:pt x="25400" y="1256030"/>
                  </a:lnTo>
                  <a:lnTo>
                    <a:pt x="25400" y="1254760"/>
                  </a:lnTo>
                  <a:close/>
                </a:path>
                <a:path w="27939" h="1278889">
                  <a:moveTo>
                    <a:pt x="21589" y="1258570"/>
                  </a:moveTo>
                  <a:lnTo>
                    <a:pt x="0" y="1258570"/>
                  </a:lnTo>
                  <a:lnTo>
                    <a:pt x="0" y="1261110"/>
                  </a:lnTo>
                  <a:lnTo>
                    <a:pt x="20320" y="1261110"/>
                  </a:lnTo>
                  <a:lnTo>
                    <a:pt x="20320" y="1259840"/>
                  </a:lnTo>
                  <a:lnTo>
                    <a:pt x="21589" y="1259840"/>
                  </a:lnTo>
                  <a:lnTo>
                    <a:pt x="21589" y="1258570"/>
                  </a:lnTo>
                  <a:close/>
                </a:path>
                <a:path w="27939" h="1278889">
                  <a:moveTo>
                    <a:pt x="19050" y="1261110"/>
                  </a:moveTo>
                  <a:lnTo>
                    <a:pt x="0" y="1261110"/>
                  </a:lnTo>
                  <a:lnTo>
                    <a:pt x="0" y="1264920"/>
                  </a:lnTo>
                  <a:lnTo>
                    <a:pt x="16510" y="1264920"/>
                  </a:lnTo>
                  <a:lnTo>
                    <a:pt x="16510" y="1263650"/>
                  </a:lnTo>
                  <a:lnTo>
                    <a:pt x="17780" y="1263650"/>
                  </a:lnTo>
                  <a:lnTo>
                    <a:pt x="17780" y="1262380"/>
                  </a:lnTo>
                  <a:lnTo>
                    <a:pt x="19050" y="1262380"/>
                  </a:lnTo>
                  <a:lnTo>
                    <a:pt x="19050" y="1261110"/>
                  </a:lnTo>
                  <a:close/>
                </a:path>
                <a:path w="27939" h="1278889">
                  <a:moveTo>
                    <a:pt x="15239" y="1264920"/>
                  </a:moveTo>
                  <a:lnTo>
                    <a:pt x="0" y="1264920"/>
                  </a:lnTo>
                  <a:lnTo>
                    <a:pt x="0" y="1267460"/>
                  </a:lnTo>
                  <a:lnTo>
                    <a:pt x="13970" y="1267460"/>
                  </a:lnTo>
                  <a:lnTo>
                    <a:pt x="13970" y="1266190"/>
                  </a:lnTo>
                  <a:lnTo>
                    <a:pt x="15239" y="1266190"/>
                  </a:lnTo>
                  <a:lnTo>
                    <a:pt x="15239" y="1264920"/>
                  </a:lnTo>
                  <a:close/>
                </a:path>
                <a:path w="27939" h="1278889">
                  <a:moveTo>
                    <a:pt x="12700" y="1267460"/>
                  </a:moveTo>
                  <a:lnTo>
                    <a:pt x="0" y="1267460"/>
                  </a:lnTo>
                  <a:lnTo>
                    <a:pt x="0" y="1271270"/>
                  </a:lnTo>
                  <a:lnTo>
                    <a:pt x="10160" y="1271270"/>
                  </a:lnTo>
                  <a:lnTo>
                    <a:pt x="10160" y="1270000"/>
                  </a:lnTo>
                  <a:lnTo>
                    <a:pt x="11430" y="1270000"/>
                  </a:lnTo>
                  <a:lnTo>
                    <a:pt x="11430" y="1268730"/>
                  </a:lnTo>
                  <a:lnTo>
                    <a:pt x="12700" y="1268730"/>
                  </a:lnTo>
                  <a:lnTo>
                    <a:pt x="12700" y="1267460"/>
                  </a:lnTo>
                  <a:close/>
                </a:path>
                <a:path w="27939" h="1278889">
                  <a:moveTo>
                    <a:pt x="8889" y="1271270"/>
                  </a:moveTo>
                  <a:lnTo>
                    <a:pt x="0" y="1271270"/>
                  </a:lnTo>
                  <a:lnTo>
                    <a:pt x="0" y="1273810"/>
                  </a:lnTo>
                  <a:lnTo>
                    <a:pt x="7620" y="1273810"/>
                  </a:lnTo>
                  <a:lnTo>
                    <a:pt x="7620" y="1272540"/>
                  </a:lnTo>
                  <a:lnTo>
                    <a:pt x="8889" y="1272540"/>
                  </a:lnTo>
                  <a:lnTo>
                    <a:pt x="8889" y="1271270"/>
                  </a:lnTo>
                  <a:close/>
                </a:path>
                <a:path w="27939" h="1278889">
                  <a:moveTo>
                    <a:pt x="6350" y="1273810"/>
                  </a:moveTo>
                  <a:lnTo>
                    <a:pt x="0" y="1273810"/>
                  </a:lnTo>
                  <a:lnTo>
                    <a:pt x="0" y="1277620"/>
                  </a:lnTo>
                  <a:lnTo>
                    <a:pt x="2539" y="1277620"/>
                  </a:lnTo>
                  <a:lnTo>
                    <a:pt x="2539" y="1276350"/>
                  </a:lnTo>
                  <a:lnTo>
                    <a:pt x="3810" y="1276350"/>
                  </a:lnTo>
                  <a:lnTo>
                    <a:pt x="3810" y="1275080"/>
                  </a:lnTo>
                  <a:lnTo>
                    <a:pt x="6350" y="1275080"/>
                  </a:lnTo>
                  <a:lnTo>
                    <a:pt x="6350" y="1273810"/>
                  </a:lnTo>
                  <a:close/>
                </a:path>
                <a:path w="27939" h="1278889">
                  <a:moveTo>
                    <a:pt x="1270" y="1277620"/>
                  </a:moveTo>
                  <a:lnTo>
                    <a:pt x="0" y="1277620"/>
                  </a:lnTo>
                  <a:lnTo>
                    <a:pt x="0" y="1278890"/>
                  </a:lnTo>
                  <a:lnTo>
                    <a:pt x="1270" y="1278890"/>
                  </a:lnTo>
                  <a:lnTo>
                    <a:pt x="1270" y="1277620"/>
                  </a:lnTo>
                  <a:close/>
                </a:path>
              </a:pathLst>
            </a:custGeom>
            <a:solidFill>
              <a:srgbClr val="2954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6" name="object 3796"/>
            <p:cNvSpPr/>
            <p:nvPr/>
          </p:nvSpPr>
          <p:spPr>
            <a:xfrm>
              <a:off x="5142229" y="4743450"/>
              <a:ext cx="29209" cy="1228090"/>
            </a:xfrm>
            <a:custGeom>
              <a:avLst/>
              <a:gdLst/>
              <a:ahLst/>
              <a:cxnLst/>
              <a:rect l="l" t="t" r="r" b="b"/>
              <a:pathLst>
                <a:path w="29210" h="1228089">
                  <a:moveTo>
                    <a:pt x="127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40" y="2539"/>
                  </a:lnTo>
                  <a:lnTo>
                    <a:pt x="254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29210" h="1228089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8890" y="8889"/>
                  </a:lnTo>
                  <a:lnTo>
                    <a:pt x="8890" y="7619"/>
                  </a:lnTo>
                  <a:lnTo>
                    <a:pt x="7620" y="7619"/>
                  </a:lnTo>
                  <a:lnTo>
                    <a:pt x="7620" y="6350"/>
                  </a:lnTo>
                  <a:lnTo>
                    <a:pt x="6350" y="6350"/>
                  </a:lnTo>
                  <a:lnTo>
                    <a:pt x="6350" y="5080"/>
                  </a:lnTo>
                  <a:lnTo>
                    <a:pt x="5080" y="5080"/>
                  </a:lnTo>
                  <a:lnTo>
                    <a:pt x="5080" y="3810"/>
                  </a:lnTo>
                  <a:lnTo>
                    <a:pt x="3810" y="3810"/>
                  </a:lnTo>
                  <a:lnTo>
                    <a:pt x="3810" y="2540"/>
                  </a:lnTo>
                  <a:close/>
                </a:path>
                <a:path w="29210" h="1228089">
                  <a:moveTo>
                    <a:pt x="1016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15240" y="15239"/>
                  </a:lnTo>
                  <a:lnTo>
                    <a:pt x="15240" y="13969"/>
                  </a:lnTo>
                  <a:lnTo>
                    <a:pt x="13970" y="13969"/>
                  </a:lnTo>
                  <a:lnTo>
                    <a:pt x="13970" y="12700"/>
                  </a:lnTo>
                  <a:lnTo>
                    <a:pt x="12700" y="12700"/>
                  </a:lnTo>
                  <a:lnTo>
                    <a:pt x="12700" y="11430"/>
                  </a:lnTo>
                  <a:lnTo>
                    <a:pt x="11430" y="11430"/>
                  </a:lnTo>
                  <a:lnTo>
                    <a:pt x="11430" y="10160"/>
                  </a:lnTo>
                  <a:lnTo>
                    <a:pt x="10160" y="10160"/>
                  </a:lnTo>
                  <a:lnTo>
                    <a:pt x="10160" y="8890"/>
                  </a:lnTo>
                  <a:close/>
                </a:path>
                <a:path w="29210" h="1228089">
                  <a:moveTo>
                    <a:pt x="16510" y="15240"/>
                  </a:moveTo>
                  <a:lnTo>
                    <a:pt x="0" y="15240"/>
                  </a:lnTo>
                  <a:lnTo>
                    <a:pt x="0" y="27939"/>
                  </a:lnTo>
                  <a:lnTo>
                    <a:pt x="29210" y="27939"/>
                  </a:lnTo>
                  <a:lnTo>
                    <a:pt x="29210" y="26669"/>
                  </a:lnTo>
                  <a:lnTo>
                    <a:pt x="27940" y="26669"/>
                  </a:lnTo>
                  <a:lnTo>
                    <a:pt x="27940" y="25400"/>
                  </a:lnTo>
                  <a:lnTo>
                    <a:pt x="26670" y="25400"/>
                  </a:lnTo>
                  <a:lnTo>
                    <a:pt x="26670" y="24130"/>
                  </a:lnTo>
                  <a:lnTo>
                    <a:pt x="25400" y="24130"/>
                  </a:lnTo>
                  <a:lnTo>
                    <a:pt x="25400" y="22860"/>
                  </a:lnTo>
                  <a:lnTo>
                    <a:pt x="24130" y="22860"/>
                  </a:lnTo>
                  <a:lnTo>
                    <a:pt x="24130" y="21590"/>
                  </a:lnTo>
                  <a:lnTo>
                    <a:pt x="22860" y="21590"/>
                  </a:lnTo>
                  <a:lnTo>
                    <a:pt x="22860" y="20319"/>
                  </a:lnTo>
                  <a:lnTo>
                    <a:pt x="21590" y="20319"/>
                  </a:lnTo>
                  <a:lnTo>
                    <a:pt x="21590" y="19050"/>
                  </a:lnTo>
                  <a:lnTo>
                    <a:pt x="19050" y="19050"/>
                  </a:lnTo>
                  <a:lnTo>
                    <a:pt x="19050" y="17780"/>
                  </a:lnTo>
                  <a:lnTo>
                    <a:pt x="17780" y="17780"/>
                  </a:lnTo>
                  <a:lnTo>
                    <a:pt x="17780" y="16510"/>
                  </a:lnTo>
                  <a:lnTo>
                    <a:pt x="16510" y="16510"/>
                  </a:lnTo>
                  <a:lnTo>
                    <a:pt x="16510" y="15240"/>
                  </a:lnTo>
                  <a:close/>
                </a:path>
                <a:path w="29210" h="1228089">
                  <a:moveTo>
                    <a:pt x="29210" y="27940"/>
                  </a:moveTo>
                  <a:lnTo>
                    <a:pt x="0" y="27940"/>
                  </a:lnTo>
                  <a:lnTo>
                    <a:pt x="0" y="34289"/>
                  </a:lnTo>
                  <a:lnTo>
                    <a:pt x="29210" y="34289"/>
                  </a:lnTo>
                  <a:lnTo>
                    <a:pt x="29210" y="27940"/>
                  </a:lnTo>
                  <a:close/>
                </a:path>
                <a:path w="29210" h="1228089">
                  <a:moveTo>
                    <a:pt x="29210" y="34290"/>
                  </a:moveTo>
                  <a:lnTo>
                    <a:pt x="0" y="34290"/>
                  </a:lnTo>
                  <a:lnTo>
                    <a:pt x="0" y="40639"/>
                  </a:lnTo>
                  <a:lnTo>
                    <a:pt x="29210" y="40639"/>
                  </a:lnTo>
                  <a:lnTo>
                    <a:pt x="29210" y="34290"/>
                  </a:lnTo>
                  <a:close/>
                </a:path>
                <a:path w="29210" h="1228089">
                  <a:moveTo>
                    <a:pt x="29210" y="40640"/>
                  </a:moveTo>
                  <a:lnTo>
                    <a:pt x="0" y="40640"/>
                  </a:lnTo>
                  <a:lnTo>
                    <a:pt x="0" y="46989"/>
                  </a:lnTo>
                  <a:lnTo>
                    <a:pt x="29210" y="46989"/>
                  </a:lnTo>
                  <a:lnTo>
                    <a:pt x="29210" y="40640"/>
                  </a:lnTo>
                  <a:close/>
                </a:path>
                <a:path w="29210" h="1228089">
                  <a:moveTo>
                    <a:pt x="29210" y="46990"/>
                  </a:moveTo>
                  <a:lnTo>
                    <a:pt x="0" y="46990"/>
                  </a:lnTo>
                  <a:lnTo>
                    <a:pt x="0" y="59689"/>
                  </a:lnTo>
                  <a:lnTo>
                    <a:pt x="29210" y="59689"/>
                  </a:lnTo>
                  <a:lnTo>
                    <a:pt x="29210" y="46990"/>
                  </a:lnTo>
                  <a:close/>
                </a:path>
                <a:path w="29210" h="1228089">
                  <a:moveTo>
                    <a:pt x="29210" y="59690"/>
                  </a:moveTo>
                  <a:lnTo>
                    <a:pt x="0" y="59690"/>
                  </a:lnTo>
                  <a:lnTo>
                    <a:pt x="0" y="66039"/>
                  </a:lnTo>
                  <a:lnTo>
                    <a:pt x="29210" y="66039"/>
                  </a:lnTo>
                  <a:lnTo>
                    <a:pt x="29210" y="59690"/>
                  </a:lnTo>
                  <a:close/>
                </a:path>
                <a:path w="29210" h="1228089">
                  <a:moveTo>
                    <a:pt x="29210" y="66040"/>
                  </a:moveTo>
                  <a:lnTo>
                    <a:pt x="0" y="66040"/>
                  </a:lnTo>
                  <a:lnTo>
                    <a:pt x="0" y="72389"/>
                  </a:lnTo>
                  <a:lnTo>
                    <a:pt x="29210" y="72389"/>
                  </a:lnTo>
                  <a:lnTo>
                    <a:pt x="29210" y="66040"/>
                  </a:lnTo>
                  <a:close/>
                </a:path>
                <a:path w="29210" h="1228089">
                  <a:moveTo>
                    <a:pt x="29210" y="72390"/>
                  </a:moveTo>
                  <a:lnTo>
                    <a:pt x="0" y="72390"/>
                  </a:lnTo>
                  <a:lnTo>
                    <a:pt x="0" y="91439"/>
                  </a:lnTo>
                  <a:lnTo>
                    <a:pt x="29210" y="91439"/>
                  </a:lnTo>
                  <a:lnTo>
                    <a:pt x="29210" y="72390"/>
                  </a:lnTo>
                  <a:close/>
                </a:path>
                <a:path w="29210" h="1228089">
                  <a:moveTo>
                    <a:pt x="29210" y="91440"/>
                  </a:moveTo>
                  <a:lnTo>
                    <a:pt x="0" y="91440"/>
                  </a:lnTo>
                  <a:lnTo>
                    <a:pt x="0" y="97789"/>
                  </a:lnTo>
                  <a:lnTo>
                    <a:pt x="29210" y="97789"/>
                  </a:lnTo>
                  <a:lnTo>
                    <a:pt x="29210" y="91440"/>
                  </a:lnTo>
                  <a:close/>
                </a:path>
                <a:path w="29210" h="1228089">
                  <a:moveTo>
                    <a:pt x="29210" y="97790"/>
                  </a:moveTo>
                  <a:lnTo>
                    <a:pt x="0" y="97790"/>
                  </a:lnTo>
                  <a:lnTo>
                    <a:pt x="0" y="104139"/>
                  </a:lnTo>
                  <a:lnTo>
                    <a:pt x="29210" y="104139"/>
                  </a:lnTo>
                  <a:lnTo>
                    <a:pt x="29210" y="97790"/>
                  </a:lnTo>
                  <a:close/>
                </a:path>
                <a:path w="29210" h="1228089">
                  <a:moveTo>
                    <a:pt x="29210" y="104140"/>
                  </a:moveTo>
                  <a:lnTo>
                    <a:pt x="0" y="104140"/>
                  </a:lnTo>
                  <a:lnTo>
                    <a:pt x="0" y="110489"/>
                  </a:lnTo>
                  <a:lnTo>
                    <a:pt x="29210" y="110489"/>
                  </a:lnTo>
                  <a:lnTo>
                    <a:pt x="29210" y="104140"/>
                  </a:lnTo>
                  <a:close/>
                </a:path>
                <a:path w="29210" h="1228089">
                  <a:moveTo>
                    <a:pt x="29210" y="110490"/>
                  </a:moveTo>
                  <a:lnTo>
                    <a:pt x="0" y="110490"/>
                  </a:lnTo>
                  <a:lnTo>
                    <a:pt x="0" y="116839"/>
                  </a:lnTo>
                  <a:lnTo>
                    <a:pt x="29210" y="116839"/>
                  </a:lnTo>
                  <a:lnTo>
                    <a:pt x="29210" y="110490"/>
                  </a:lnTo>
                  <a:close/>
                </a:path>
                <a:path w="29210" h="1228089">
                  <a:moveTo>
                    <a:pt x="29210" y="116840"/>
                  </a:moveTo>
                  <a:lnTo>
                    <a:pt x="0" y="116840"/>
                  </a:lnTo>
                  <a:lnTo>
                    <a:pt x="0" y="123189"/>
                  </a:lnTo>
                  <a:lnTo>
                    <a:pt x="29210" y="123189"/>
                  </a:lnTo>
                  <a:lnTo>
                    <a:pt x="29210" y="116840"/>
                  </a:lnTo>
                  <a:close/>
                </a:path>
                <a:path w="29210" h="1228089">
                  <a:moveTo>
                    <a:pt x="29210" y="123190"/>
                  </a:moveTo>
                  <a:lnTo>
                    <a:pt x="0" y="123190"/>
                  </a:lnTo>
                  <a:lnTo>
                    <a:pt x="0" y="129539"/>
                  </a:lnTo>
                  <a:lnTo>
                    <a:pt x="29210" y="129539"/>
                  </a:lnTo>
                  <a:lnTo>
                    <a:pt x="29210" y="123190"/>
                  </a:lnTo>
                  <a:close/>
                </a:path>
                <a:path w="29210" h="1228089">
                  <a:moveTo>
                    <a:pt x="29210" y="129540"/>
                  </a:moveTo>
                  <a:lnTo>
                    <a:pt x="0" y="129540"/>
                  </a:lnTo>
                  <a:lnTo>
                    <a:pt x="0" y="135889"/>
                  </a:lnTo>
                  <a:lnTo>
                    <a:pt x="29210" y="135889"/>
                  </a:lnTo>
                  <a:lnTo>
                    <a:pt x="29210" y="129540"/>
                  </a:lnTo>
                  <a:close/>
                </a:path>
                <a:path w="29210" h="1228089">
                  <a:moveTo>
                    <a:pt x="29210" y="135890"/>
                  </a:moveTo>
                  <a:lnTo>
                    <a:pt x="0" y="135890"/>
                  </a:lnTo>
                  <a:lnTo>
                    <a:pt x="0" y="148589"/>
                  </a:lnTo>
                  <a:lnTo>
                    <a:pt x="29210" y="148589"/>
                  </a:lnTo>
                  <a:lnTo>
                    <a:pt x="29210" y="135890"/>
                  </a:lnTo>
                  <a:close/>
                </a:path>
                <a:path w="29210" h="1228089">
                  <a:moveTo>
                    <a:pt x="29210" y="148590"/>
                  </a:moveTo>
                  <a:lnTo>
                    <a:pt x="0" y="148590"/>
                  </a:lnTo>
                  <a:lnTo>
                    <a:pt x="0" y="154939"/>
                  </a:lnTo>
                  <a:lnTo>
                    <a:pt x="29210" y="154939"/>
                  </a:lnTo>
                  <a:lnTo>
                    <a:pt x="29210" y="148590"/>
                  </a:lnTo>
                  <a:close/>
                </a:path>
                <a:path w="29210" h="1228089">
                  <a:moveTo>
                    <a:pt x="29210" y="154940"/>
                  </a:moveTo>
                  <a:lnTo>
                    <a:pt x="0" y="154940"/>
                  </a:lnTo>
                  <a:lnTo>
                    <a:pt x="0" y="161289"/>
                  </a:lnTo>
                  <a:lnTo>
                    <a:pt x="29210" y="161289"/>
                  </a:lnTo>
                  <a:lnTo>
                    <a:pt x="29210" y="154940"/>
                  </a:lnTo>
                  <a:close/>
                </a:path>
                <a:path w="29210" h="1228089">
                  <a:moveTo>
                    <a:pt x="29210" y="161290"/>
                  </a:moveTo>
                  <a:lnTo>
                    <a:pt x="0" y="161290"/>
                  </a:lnTo>
                  <a:lnTo>
                    <a:pt x="0" y="167639"/>
                  </a:lnTo>
                  <a:lnTo>
                    <a:pt x="29210" y="167639"/>
                  </a:lnTo>
                  <a:lnTo>
                    <a:pt x="29210" y="161290"/>
                  </a:lnTo>
                  <a:close/>
                </a:path>
                <a:path w="29210" h="1228089">
                  <a:moveTo>
                    <a:pt x="29210" y="167640"/>
                  </a:moveTo>
                  <a:lnTo>
                    <a:pt x="0" y="167640"/>
                  </a:lnTo>
                  <a:lnTo>
                    <a:pt x="0" y="173989"/>
                  </a:lnTo>
                  <a:lnTo>
                    <a:pt x="29210" y="173989"/>
                  </a:lnTo>
                  <a:lnTo>
                    <a:pt x="29210" y="167640"/>
                  </a:lnTo>
                  <a:close/>
                </a:path>
                <a:path w="29210" h="1228089">
                  <a:moveTo>
                    <a:pt x="29210" y="173990"/>
                  </a:moveTo>
                  <a:lnTo>
                    <a:pt x="0" y="173990"/>
                  </a:lnTo>
                  <a:lnTo>
                    <a:pt x="0" y="180339"/>
                  </a:lnTo>
                  <a:lnTo>
                    <a:pt x="29210" y="180339"/>
                  </a:lnTo>
                  <a:lnTo>
                    <a:pt x="29210" y="173990"/>
                  </a:lnTo>
                  <a:close/>
                </a:path>
                <a:path w="29210" h="1228089">
                  <a:moveTo>
                    <a:pt x="29210" y="180340"/>
                  </a:moveTo>
                  <a:lnTo>
                    <a:pt x="0" y="180340"/>
                  </a:lnTo>
                  <a:lnTo>
                    <a:pt x="0" y="186689"/>
                  </a:lnTo>
                  <a:lnTo>
                    <a:pt x="29210" y="186689"/>
                  </a:lnTo>
                  <a:lnTo>
                    <a:pt x="29210" y="180340"/>
                  </a:lnTo>
                  <a:close/>
                </a:path>
                <a:path w="29210" h="1228089">
                  <a:moveTo>
                    <a:pt x="29210" y="186690"/>
                  </a:moveTo>
                  <a:lnTo>
                    <a:pt x="0" y="186690"/>
                  </a:lnTo>
                  <a:lnTo>
                    <a:pt x="0" y="193039"/>
                  </a:lnTo>
                  <a:lnTo>
                    <a:pt x="29210" y="193039"/>
                  </a:lnTo>
                  <a:lnTo>
                    <a:pt x="29210" y="186690"/>
                  </a:lnTo>
                  <a:close/>
                </a:path>
                <a:path w="29210" h="1228089">
                  <a:moveTo>
                    <a:pt x="29210" y="193040"/>
                  </a:moveTo>
                  <a:lnTo>
                    <a:pt x="0" y="193040"/>
                  </a:lnTo>
                  <a:lnTo>
                    <a:pt x="0" y="199389"/>
                  </a:lnTo>
                  <a:lnTo>
                    <a:pt x="29210" y="199389"/>
                  </a:lnTo>
                  <a:lnTo>
                    <a:pt x="29210" y="193040"/>
                  </a:lnTo>
                  <a:close/>
                </a:path>
                <a:path w="29210" h="1228089">
                  <a:moveTo>
                    <a:pt x="29210" y="199390"/>
                  </a:moveTo>
                  <a:lnTo>
                    <a:pt x="0" y="199390"/>
                  </a:lnTo>
                  <a:lnTo>
                    <a:pt x="0" y="218439"/>
                  </a:lnTo>
                  <a:lnTo>
                    <a:pt x="29210" y="218439"/>
                  </a:lnTo>
                  <a:lnTo>
                    <a:pt x="29210" y="199390"/>
                  </a:lnTo>
                  <a:close/>
                </a:path>
                <a:path w="29210" h="1228089">
                  <a:moveTo>
                    <a:pt x="29210" y="218440"/>
                  </a:moveTo>
                  <a:lnTo>
                    <a:pt x="0" y="218440"/>
                  </a:lnTo>
                  <a:lnTo>
                    <a:pt x="0" y="231139"/>
                  </a:lnTo>
                  <a:lnTo>
                    <a:pt x="29210" y="231139"/>
                  </a:lnTo>
                  <a:lnTo>
                    <a:pt x="29210" y="218440"/>
                  </a:lnTo>
                  <a:close/>
                </a:path>
                <a:path w="29210" h="1228089">
                  <a:moveTo>
                    <a:pt x="29210" y="231140"/>
                  </a:moveTo>
                  <a:lnTo>
                    <a:pt x="0" y="231140"/>
                  </a:lnTo>
                  <a:lnTo>
                    <a:pt x="0" y="237489"/>
                  </a:lnTo>
                  <a:lnTo>
                    <a:pt x="29210" y="237489"/>
                  </a:lnTo>
                  <a:lnTo>
                    <a:pt x="29210" y="231140"/>
                  </a:lnTo>
                  <a:close/>
                </a:path>
                <a:path w="29210" h="1228089">
                  <a:moveTo>
                    <a:pt x="29210" y="237490"/>
                  </a:moveTo>
                  <a:lnTo>
                    <a:pt x="0" y="237490"/>
                  </a:lnTo>
                  <a:lnTo>
                    <a:pt x="0" y="243839"/>
                  </a:lnTo>
                  <a:lnTo>
                    <a:pt x="29210" y="243839"/>
                  </a:lnTo>
                  <a:lnTo>
                    <a:pt x="29210" y="237490"/>
                  </a:lnTo>
                  <a:close/>
                </a:path>
                <a:path w="29210" h="1228089">
                  <a:moveTo>
                    <a:pt x="29210" y="243840"/>
                  </a:moveTo>
                  <a:lnTo>
                    <a:pt x="0" y="243840"/>
                  </a:lnTo>
                  <a:lnTo>
                    <a:pt x="0" y="250189"/>
                  </a:lnTo>
                  <a:lnTo>
                    <a:pt x="29210" y="250189"/>
                  </a:lnTo>
                  <a:lnTo>
                    <a:pt x="29210" y="243840"/>
                  </a:lnTo>
                  <a:close/>
                </a:path>
                <a:path w="29210" h="1228089">
                  <a:moveTo>
                    <a:pt x="29210" y="250190"/>
                  </a:moveTo>
                  <a:lnTo>
                    <a:pt x="0" y="250190"/>
                  </a:lnTo>
                  <a:lnTo>
                    <a:pt x="0" y="256539"/>
                  </a:lnTo>
                  <a:lnTo>
                    <a:pt x="29210" y="256539"/>
                  </a:lnTo>
                  <a:lnTo>
                    <a:pt x="29210" y="250190"/>
                  </a:lnTo>
                  <a:close/>
                </a:path>
                <a:path w="29210" h="1228089">
                  <a:moveTo>
                    <a:pt x="29210" y="256540"/>
                  </a:moveTo>
                  <a:lnTo>
                    <a:pt x="0" y="256540"/>
                  </a:lnTo>
                  <a:lnTo>
                    <a:pt x="0" y="269239"/>
                  </a:lnTo>
                  <a:lnTo>
                    <a:pt x="29210" y="269239"/>
                  </a:lnTo>
                  <a:lnTo>
                    <a:pt x="29210" y="256540"/>
                  </a:lnTo>
                  <a:close/>
                </a:path>
                <a:path w="29210" h="1228089">
                  <a:moveTo>
                    <a:pt x="29210" y="269240"/>
                  </a:moveTo>
                  <a:lnTo>
                    <a:pt x="0" y="269240"/>
                  </a:lnTo>
                  <a:lnTo>
                    <a:pt x="0" y="275589"/>
                  </a:lnTo>
                  <a:lnTo>
                    <a:pt x="29210" y="275589"/>
                  </a:lnTo>
                  <a:lnTo>
                    <a:pt x="29210" y="269240"/>
                  </a:lnTo>
                  <a:close/>
                </a:path>
                <a:path w="29210" h="1228089">
                  <a:moveTo>
                    <a:pt x="29210" y="275590"/>
                  </a:moveTo>
                  <a:lnTo>
                    <a:pt x="0" y="275590"/>
                  </a:lnTo>
                  <a:lnTo>
                    <a:pt x="0" y="281939"/>
                  </a:lnTo>
                  <a:lnTo>
                    <a:pt x="29210" y="281939"/>
                  </a:lnTo>
                  <a:lnTo>
                    <a:pt x="29210" y="275590"/>
                  </a:lnTo>
                  <a:close/>
                </a:path>
                <a:path w="29210" h="1228089">
                  <a:moveTo>
                    <a:pt x="29210" y="281940"/>
                  </a:moveTo>
                  <a:lnTo>
                    <a:pt x="0" y="281940"/>
                  </a:lnTo>
                  <a:lnTo>
                    <a:pt x="0" y="288289"/>
                  </a:lnTo>
                  <a:lnTo>
                    <a:pt x="29210" y="288289"/>
                  </a:lnTo>
                  <a:lnTo>
                    <a:pt x="29210" y="281940"/>
                  </a:lnTo>
                  <a:close/>
                </a:path>
                <a:path w="29210" h="1228089">
                  <a:moveTo>
                    <a:pt x="29210" y="288290"/>
                  </a:moveTo>
                  <a:lnTo>
                    <a:pt x="0" y="288290"/>
                  </a:lnTo>
                  <a:lnTo>
                    <a:pt x="0" y="294639"/>
                  </a:lnTo>
                  <a:lnTo>
                    <a:pt x="29210" y="294639"/>
                  </a:lnTo>
                  <a:lnTo>
                    <a:pt x="29210" y="288290"/>
                  </a:lnTo>
                  <a:close/>
                </a:path>
                <a:path w="29210" h="1228089">
                  <a:moveTo>
                    <a:pt x="29210" y="294640"/>
                  </a:moveTo>
                  <a:lnTo>
                    <a:pt x="0" y="294640"/>
                  </a:lnTo>
                  <a:lnTo>
                    <a:pt x="0" y="307339"/>
                  </a:lnTo>
                  <a:lnTo>
                    <a:pt x="29210" y="307339"/>
                  </a:lnTo>
                  <a:lnTo>
                    <a:pt x="29210" y="294640"/>
                  </a:lnTo>
                  <a:close/>
                </a:path>
                <a:path w="29210" h="1228089">
                  <a:moveTo>
                    <a:pt x="29210" y="307340"/>
                  </a:moveTo>
                  <a:lnTo>
                    <a:pt x="0" y="307340"/>
                  </a:lnTo>
                  <a:lnTo>
                    <a:pt x="0" y="313689"/>
                  </a:lnTo>
                  <a:lnTo>
                    <a:pt x="29210" y="313689"/>
                  </a:lnTo>
                  <a:lnTo>
                    <a:pt x="29210" y="307340"/>
                  </a:lnTo>
                  <a:close/>
                </a:path>
                <a:path w="29210" h="1228089">
                  <a:moveTo>
                    <a:pt x="29210" y="313690"/>
                  </a:moveTo>
                  <a:lnTo>
                    <a:pt x="0" y="313690"/>
                  </a:lnTo>
                  <a:lnTo>
                    <a:pt x="0" y="320039"/>
                  </a:lnTo>
                  <a:lnTo>
                    <a:pt x="29210" y="320039"/>
                  </a:lnTo>
                  <a:lnTo>
                    <a:pt x="29210" y="313690"/>
                  </a:lnTo>
                  <a:close/>
                </a:path>
                <a:path w="29210" h="1228089">
                  <a:moveTo>
                    <a:pt x="29210" y="320040"/>
                  </a:moveTo>
                  <a:lnTo>
                    <a:pt x="0" y="320040"/>
                  </a:lnTo>
                  <a:lnTo>
                    <a:pt x="0" y="326389"/>
                  </a:lnTo>
                  <a:lnTo>
                    <a:pt x="29210" y="326389"/>
                  </a:lnTo>
                  <a:lnTo>
                    <a:pt x="29210" y="320040"/>
                  </a:lnTo>
                  <a:close/>
                </a:path>
                <a:path w="29210" h="1228089">
                  <a:moveTo>
                    <a:pt x="29210" y="326390"/>
                  </a:moveTo>
                  <a:lnTo>
                    <a:pt x="0" y="326390"/>
                  </a:lnTo>
                  <a:lnTo>
                    <a:pt x="0" y="332739"/>
                  </a:lnTo>
                  <a:lnTo>
                    <a:pt x="29210" y="332739"/>
                  </a:lnTo>
                  <a:lnTo>
                    <a:pt x="29210" y="326390"/>
                  </a:lnTo>
                  <a:close/>
                </a:path>
                <a:path w="29210" h="1228089">
                  <a:moveTo>
                    <a:pt x="29210" y="332740"/>
                  </a:moveTo>
                  <a:lnTo>
                    <a:pt x="0" y="332740"/>
                  </a:lnTo>
                  <a:lnTo>
                    <a:pt x="0" y="339089"/>
                  </a:lnTo>
                  <a:lnTo>
                    <a:pt x="29210" y="339089"/>
                  </a:lnTo>
                  <a:lnTo>
                    <a:pt x="29210" y="332740"/>
                  </a:lnTo>
                  <a:close/>
                </a:path>
                <a:path w="29210" h="1228089">
                  <a:moveTo>
                    <a:pt x="29210" y="339090"/>
                  </a:moveTo>
                  <a:lnTo>
                    <a:pt x="0" y="339090"/>
                  </a:lnTo>
                  <a:lnTo>
                    <a:pt x="0" y="345439"/>
                  </a:lnTo>
                  <a:lnTo>
                    <a:pt x="29210" y="345439"/>
                  </a:lnTo>
                  <a:lnTo>
                    <a:pt x="29210" y="339090"/>
                  </a:lnTo>
                  <a:close/>
                </a:path>
                <a:path w="29210" h="1228089">
                  <a:moveTo>
                    <a:pt x="29210" y="345440"/>
                  </a:moveTo>
                  <a:lnTo>
                    <a:pt x="0" y="345440"/>
                  </a:lnTo>
                  <a:lnTo>
                    <a:pt x="0" y="351789"/>
                  </a:lnTo>
                  <a:lnTo>
                    <a:pt x="29210" y="351789"/>
                  </a:lnTo>
                  <a:lnTo>
                    <a:pt x="29210" y="345440"/>
                  </a:lnTo>
                  <a:close/>
                </a:path>
                <a:path w="29210" h="1228089">
                  <a:moveTo>
                    <a:pt x="29210" y="351790"/>
                  </a:moveTo>
                  <a:lnTo>
                    <a:pt x="0" y="351790"/>
                  </a:lnTo>
                  <a:lnTo>
                    <a:pt x="0" y="358139"/>
                  </a:lnTo>
                  <a:lnTo>
                    <a:pt x="29210" y="358139"/>
                  </a:lnTo>
                  <a:lnTo>
                    <a:pt x="29210" y="351790"/>
                  </a:lnTo>
                  <a:close/>
                </a:path>
                <a:path w="29210" h="1228089">
                  <a:moveTo>
                    <a:pt x="29210" y="358140"/>
                  </a:moveTo>
                  <a:lnTo>
                    <a:pt x="0" y="358140"/>
                  </a:lnTo>
                  <a:lnTo>
                    <a:pt x="0" y="370839"/>
                  </a:lnTo>
                  <a:lnTo>
                    <a:pt x="29210" y="370839"/>
                  </a:lnTo>
                  <a:lnTo>
                    <a:pt x="29210" y="358140"/>
                  </a:lnTo>
                  <a:close/>
                </a:path>
                <a:path w="29210" h="1228089">
                  <a:moveTo>
                    <a:pt x="29210" y="370840"/>
                  </a:moveTo>
                  <a:lnTo>
                    <a:pt x="0" y="370840"/>
                  </a:lnTo>
                  <a:lnTo>
                    <a:pt x="0" y="377189"/>
                  </a:lnTo>
                  <a:lnTo>
                    <a:pt x="29210" y="377189"/>
                  </a:lnTo>
                  <a:lnTo>
                    <a:pt x="29210" y="370840"/>
                  </a:lnTo>
                  <a:close/>
                </a:path>
                <a:path w="29210" h="1228089">
                  <a:moveTo>
                    <a:pt x="29210" y="377190"/>
                  </a:moveTo>
                  <a:lnTo>
                    <a:pt x="0" y="377190"/>
                  </a:lnTo>
                  <a:lnTo>
                    <a:pt x="0" y="383539"/>
                  </a:lnTo>
                  <a:lnTo>
                    <a:pt x="29210" y="383539"/>
                  </a:lnTo>
                  <a:lnTo>
                    <a:pt x="29210" y="377190"/>
                  </a:lnTo>
                  <a:close/>
                </a:path>
                <a:path w="29210" h="1228089">
                  <a:moveTo>
                    <a:pt x="29210" y="383540"/>
                  </a:moveTo>
                  <a:lnTo>
                    <a:pt x="0" y="383540"/>
                  </a:lnTo>
                  <a:lnTo>
                    <a:pt x="0" y="389889"/>
                  </a:lnTo>
                  <a:lnTo>
                    <a:pt x="29210" y="389889"/>
                  </a:lnTo>
                  <a:lnTo>
                    <a:pt x="29210" y="383540"/>
                  </a:lnTo>
                  <a:close/>
                </a:path>
                <a:path w="29210" h="1228089">
                  <a:moveTo>
                    <a:pt x="29210" y="389890"/>
                  </a:moveTo>
                  <a:lnTo>
                    <a:pt x="0" y="389890"/>
                  </a:lnTo>
                  <a:lnTo>
                    <a:pt x="0" y="396239"/>
                  </a:lnTo>
                  <a:lnTo>
                    <a:pt x="29210" y="396239"/>
                  </a:lnTo>
                  <a:lnTo>
                    <a:pt x="29210" y="389890"/>
                  </a:lnTo>
                  <a:close/>
                </a:path>
                <a:path w="29210" h="1228089">
                  <a:moveTo>
                    <a:pt x="29210" y="396240"/>
                  </a:moveTo>
                  <a:lnTo>
                    <a:pt x="0" y="396240"/>
                  </a:lnTo>
                  <a:lnTo>
                    <a:pt x="0" y="402589"/>
                  </a:lnTo>
                  <a:lnTo>
                    <a:pt x="29210" y="402589"/>
                  </a:lnTo>
                  <a:lnTo>
                    <a:pt x="29210" y="396240"/>
                  </a:lnTo>
                  <a:close/>
                </a:path>
                <a:path w="29210" h="1228089">
                  <a:moveTo>
                    <a:pt x="29210" y="402590"/>
                  </a:moveTo>
                  <a:lnTo>
                    <a:pt x="0" y="402590"/>
                  </a:lnTo>
                  <a:lnTo>
                    <a:pt x="0" y="408939"/>
                  </a:lnTo>
                  <a:lnTo>
                    <a:pt x="29210" y="408939"/>
                  </a:lnTo>
                  <a:lnTo>
                    <a:pt x="29210" y="402590"/>
                  </a:lnTo>
                  <a:close/>
                </a:path>
                <a:path w="29210" h="1228089">
                  <a:moveTo>
                    <a:pt x="29210" y="408940"/>
                  </a:moveTo>
                  <a:lnTo>
                    <a:pt x="0" y="408940"/>
                  </a:lnTo>
                  <a:lnTo>
                    <a:pt x="0" y="415289"/>
                  </a:lnTo>
                  <a:lnTo>
                    <a:pt x="29210" y="415289"/>
                  </a:lnTo>
                  <a:lnTo>
                    <a:pt x="29210" y="408940"/>
                  </a:lnTo>
                  <a:close/>
                </a:path>
                <a:path w="29210" h="1228089">
                  <a:moveTo>
                    <a:pt x="29210" y="415290"/>
                  </a:moveTo>
                  <a:lnTo>
                    <a:pt x="0" y="415290"/>
                  </a:lnTo>
                  <a:lnTo>
                    <a:pt x="0" y="421639"/>
                  </a:lnTo>
                  <a:lnTo>
                    <a:pt x="29210" y="421639"/>
                  </a:lnTo>
                  <a:lnTo>
                    <a:pt x="29210" y="415290"/>
                  </a:lnTo>
                  <a:close/>
                </a:path>
                <a:path w="29210" h="1228089">
                  <a:moveTo>
                    <a:pt x="29210" y="421640"/>
                  </a:moveTo>
                  <a:lnTo>
                    <a:pt x="0" y="421640"/>
                  </a:lnTo>
                  <a:lnTo>
                    <a:pt x="0" y="427989"/>
                  </a:lnTo>
                  <a:lnTo>
                    <a:pt x="29210" y="427989"/>
                  </a:lnTo>
                  <a:lnTo>
                    <a:pt x="29210" y="421640"/>
                  </a:lnTo>
                  <a:close/>
                </a:path>
                <a:path w="29210" h="1228089">
                  <a:moveTo>
                    <a:pt x="29210" y="427990"/>
                  </a:moveTo>
                  <a:lnTo>
                    <a:pt x="0" y="427990"/>
                  </a:lnTo>
                  <a:lnTo>
                    <a:pt x="0" y="440689"/>
                  </a:lnTo>
                  <a:lnTo>
                    <a:pt x="29210" y="440689"/>
                  </a:lnTo>
                  <a:lnTo>
                    <a:pt x="29210" y="427990"/>
                  </a:lnTo>
                  <a:close/>
                </a:path>
                <a:path w="29210" h="1228089">
                  <a:moveTo>
                    <a:pt x="29210" y="440690"/>
                  </a:moveTo>
                  <a:lnTo>
                    <a:pt x="0" y="440690"/>
                  </a:lnTo>
                  <a:lnTo>
                    <a:pt x="0" y="447039"/>
                  </a:lnTo>
                  <a:lnTo>
                    <a:pt x="29210" y="447039"/>
                  </a:lnTo>
                  <a:lnTo>
                    <a:pt x="29210" y="440690"/>
                  </a:lnTo>
                  <a:close/>
                </a:path>
                <a:path w="29210" h="1228089">
                  <a:moveTo>
                    <a:pt x="29210" y="447040"/>
                  </a:moveTo>
                  <a:lnTo>
                    <a:pt x="0" y="447040"/>
                  </a:lnTo>
                  <a:lnTo>
                    <a:pt x="0" y="453389"/>
                  </a:lnTo>
                  <a:lnTo>
                    <a:pt x="29210" y="453389"/>
                  </a:lnTo>
                  <a:lnTo>
                    <a:pt x="29210" y="447040"/>
                  </a:lnTo>
                  <a:close/>
                </a:path>
                <a:path w="29210" h="1228089">
                  <a:moveTo>
                    <a:pt x="29210" y="453390"/>
                  </a:moveTo>
                  <a:lnTo>
                    <a:pt x="0" y="453390"/>
                  </a:lnTo>
                  <a:lnTo>
                    <a:pt x="0" y="459739"/>
                  </a:lnTo>
                  <a:lnTo>
                    <a:pt x="29210" y="459739"/>
                  </a:lnTo>
                  <a:lnTo>
                    <a:pt x="29210" y="453390"/>
                  </a:lnTo>
                  <a:close/>
                </a:path>
                <a:path w="29210" h="1228089">
                  <a:moveTo>
                    <a:pt x="29210" y="459740"/>
                  </a:moveTo>
                  <a:lnTo>
                    <a:pt x="0" y="459740"/>
                  </a:lnTo>
                  <a:lnTo>
                    <a:pt x="0" y="466089"/>
                  </a:lnTo>
                  <a:lnTo>
                    <a:pt x="29210" y="466089"/>
                  </a:lnTo>
                  <a:lnTo>
                    <a:pt x="29210" y="459740"/>
                  </a:lnTo>
                  <a:close/>
                </a:path>
                <a:path w="29210" h="1228089">
                  <a:moveTo>
                    <a:pt x="29210" y="466090"/>
                  </a:moveTo>
                  <a:lnTo>
                    <a:pt x="0" y="466090"/>
                  </a:lnTo>
                  <a:lnTo>
                    <a:pt x="0" y="472439"/>
                  </a:lnTo>
                  <a:lnTo>
                    <a:pt x="29210" y="472439"/>
                  </a:lnTo>
                  <a:lnTo>
                    <a:pt x="29210" y="466090"/>
                  </a:lnTo>
                  <a:close/>
                </a:path>
                <a:path w="29210" h="1228089">
                  <a:moveTo>
                    <a:pt x="29210" y="472440"/>
                  </a:moveTo>
                  <a:lnTo>
                    <a:pt x="0" y="472440"/>
                  </a:lnTo>
                  <a:lnTo>
                    <a:pt x="0" y="478789"/>
                  </a:lnTo>
                  <a:lnTo>
                    <a:pt x="29210" y="478789"/>
                  </a:lnTo>
                  <a:lnTo>
                    <a:pt x="29210" y="472440"/>
                  </a:lnTo>
                  <a:close/>
                </a:path>
                <a:path w="29210" h="1228089">
                  <a:moveTo>
                    <a:pt x="29210" y="478790"/>
                  </a:moveTo>
                  <a:lnTo>
                    <a:pt x="0" y="478790"/>
                  </a:lnTo>
                  <a:lnTo>
                    <a:pt x="0" y="485139"/>
                  </a:lnTo>
                  <a:lnTo>
                    <a:pt x="29210" y="485139"/>
                  </a:lnTo>
                  <a:lnTo>
                    <a:pt x="29210" y="478790"/>
                  </a:lnTo>
                  <a:close/>
                </a:path>
                <a:path w="29210" h="1228089">
                  <a:moveTo>
                    <a:pt x="29210" y="485140"/>
                  </a:moveTo>
                  <a:lnTo>
                    <a:pt x="0" y="485140"/>
                  </a:lnTo>
                  <a:lnTo>
                    <a:pt x="0" y="496569"/>
                  </a:lnTo>
                  <a:lnTo>
                    <a:pt x="29210" y="496569"/>
                  </a:lnTo>
                  <a:lnTo>
                    <a:pt x="29210" y="485140"/>
                  </a:lnTo>
                  <a:close/>
                </a:path>
                <a:path w="29210" h="1228089">
                  <a:moveTo>
                    <a:pt x="29210" y="496570"/>
                  </a:moveTo>
                  <a:lnTo>
                    <a:pt x="0" y="496570"/>
                  </a:lnTo>
                  <a:lnTo>
                    <a:pt x="0" y="502919"/>
                  </a:lnTo>
                  <a:lnTo>
                    <a:pt x="29210" y="502919"/>
                  </a:lnTo>
                  <a:lnTo>
                    <a:pt x="29210" y="496570"/>
                  </a:lnTo>
                  <a:close/>
                </a:path>
                <a:path w="29210" h="1228089">
                  <a:moveTo>
                    <a:pt x="29210" y="502920"/>
                  </a:moveTo>
                  <a:lnTo>
                    <a:pt x="0" y="502920"/>
                  </a:lnTo>
                  <a:lnTo>
                    <a:pt x="0" y="509269"/>
                  </a:lnTo>
                  <a:lnTo>
                    <a:pt x="29210" y="509269"/>
                  </a:lnTo>
                  <a:lnTo>
                    <a:pt x="29210" y="502920"/>
                  </a:lnTo>
                  <a:close/>
                </a:path>
                <a:path w="29210" h="1228089">
                  <a:moveTo>
                    <a:pt x="29210" y="509270"/>
                  </a:moveTo>
                  <a:lnTo>
                    <a:pt x="0" y="509270"/>
                  </a:lnTo>
                  <a:lnTo>
                    <a:pt x="0" y="511809"/>
                  </a:lnTo>
                  <a:lnTo>
                    <a:pt x="29210" y="511809"/>
                  </a:lnTo>
                  <a:lnTo>
                    <a:pt x="29210" y="509270"/>
                  </a:lnTo>
                  <a:close/>
                </a:path>
                <a:path w="29210" h="1228089">
                  <a:moveTo>
                    <a:pt x="29210" y="511810"/>
                  </a:moveTo>
                  <a:lnTo>
                    <a:pt x="0" y="511810"/>
                  </a:lnTo>
                  <a:lnTo>
                    <a:pt x="0" y="515619"/>
                  </a:lnTo>
                  <a:lnTo>
                    <a:pt x="29210" y="515619"/>
                  </a:lnTo>
                  <a:lnTo>
                    <a:pt x="29210" y="511810"/>
                  </a:lnTo>
                  <a:close/>
                </a:path>
                <a:path w="29210" h="1228089">
                  <a:moveTo>
                    <a:pt x="29210" y="515620"/>
                  </a:moveTo>
                  <a:lnTo>
                    <a:pt x="0" y="515620"/>
                  </a:lnTo>
                  <a:lnTo>
                    <a:pt x="0" y="521969"/>
                  </a:lnTo>
                  <a:lnTo>
                    <a:pt x="29210" y="521969"/>
                  </a:lnTo>
                  <a:lnTo>
                    <a:pt x="29210" y="515620"/>
                  </a:lnTo>
                  <a:close/>
                </a:path>
                <a:path w="29210" h="1228089">
                  <a:moveTo>
                    <a:pt x="29210" y="521970"/>
                  </a:moveTo>
                  <a:lnTo>
                    <a:pt x="0" y="521970"/>
                  </a:lnTo>
                  <a:lnTo>
                    <a:pt x="0" y="524510"/>
                  </a:lnTo>
                  <a:lnTo>
                    <a:pt x="29210" y="524510"/>
                  </a:lnTo>
                  <a:lnTo>
                    <a:pt x="29210" y="521970"/>
                  </a:lnTo>
                  <a:close/>
                </a:path>
                <a:path w="29210" h="1228089">
                  <a:moveTo>
                    <a:pt x="29210" y="524510"/>
                  </a:moveTo>
                  <a:lnTo>
                    <a:pt x="0" y="524510"/>
                  </a:lnTo>
                  <a:lnTo>
                    <a:pt x="0" y="562610"/>
                  </a:lnTo>
                  <a:lnTo>
                    <a:pt x="29210" y="562610"/>
                  </a:lnTo>
                  <a:lnTo>
                    <a:pt x="29210" y="524510"/>
                  </a:lnTo>
                  <a:close/>
                </a:path>
                <a:path w="29210" h="1228089">
                  <a:moveTo>
                    <a:pt x="29210" y="562610"/>
                  </a:moveTo>
                  <a:lnTo>
                    <a:pt x="0" y="562610"/>
                  </a:lnTo>
                  <a:lnTo>
                    <a:pt x="0" y="568960"/>
                  </a:lnTo>
                  <a:lnTo>
                    <a:pt x="29210" y="568960"/>
                  </a:lnTo>
                  <a:lnTo>
                    <a:pt x="29210" y="562610"/>
                  </a:lnTo>
                  <a:close/>
                </a:path>
                <a:path w="29210" h="1228089">
                  <a:moveTo>
                    <a:pt x="29210" y="568960"/>
                  </a:moveTo>
                  <a:lnTo>
                    <a:pt x="0" y="568960"/>
                  </a:lnTo>
                  <a:lnTo>
                    <a:pt x="0" y="572769"/>
                  </a:lnTo>
                  <a:lnTo>
                    <a:pt x="29210" y="572769"/>
                  </a:lnTo>
                  <a:lnTo>
                    <a:pt x="29210" y="568960"/>
                  </a:lnTo>
                  <a:close/>
                </a:path>
                <a:path w="29210" h="1228089">
                  <a:moveTo>
                    <a:pt x="29210" y="572770"/>
                  </a:moveTo>
                  <a:lnTo>
                    <a:pt x="0" y="572770"/>
                  </a:lnTo>
                  <a:lnTo>
                    <a:pt x="0" y="575310"/>
                  </a:lnTo>
                  <a:lnTo>
                    <a:pt x="29210" y="575310"/>
                  </a:lnTo>
                  <a:lnTo>
                    <a:pt x="29210" y="572770"/>
                  </a:lnTo>
                  <a:close/>
                </a:path>
                <a:path w="29210" h="1228089">
                  <a:moveTo>
                    <a:pt x="29210" y="575310"/>
                  </a:moveTo>
                  <a:lnTo>
                    <a:pt x="0" y="575310"/>
                  </a:lnTo>
                  <a:lnTo>
                    <a:pt x="0" y="579119"/>
                  </a:lnTo>
                  <a:lnTo>
                    <a:pt x="29210" y="579119"/>
                  </a:lnTo>
                  <a:lnTo>
                    <a:pt x="29210" y="575310"/>
                  </a:lnTo>
                  <a:close/>
                </a:path>
                <a:path w="29210" h="1228089">
                  <a:moveTo>
                    <a:pt x="29210" y="579120"/>
                  </a:moveTo>
                  <a:lnTo>
                    <a:pt x="0" y="579120"/>
                  </a:lnTo>
                  <a:lnTo>
                    <a:pt x="0" y="581660"/>
                  </a:lnTo>
                  <a:lnTo>
                    <a:pt x="29210" y="581660"/>
                  </a:lnTo>
                  <a:lnTo>
                    <a:pt x="29210" y="579120"/>
                  </a:lnTo>
                  <a:close/>
                </a:path>
                <a:path w="29210" h="1228089">
                  <a:moveTo>
                    <a:pt x="29210" y="581660"/>
                  </a:moveTo>
                  <a:lnTo>
                    <a:pt x="0" y="581660"/>
                  </a:lnTo>
                  <a:lnTo>
                    <a:pt x="0" y="594360"/>
                  </a:lnTo>
                  <a:lnTo>
                    <a:pt x="29210" y="594360"/>
                  </a:lnTo>
                  <a:lnTo>
                    <a:pt x="29210" y="581660"/>
                  </a:lnTo>
                  <a:close/>
                </a:path>
                <a:path w="29210" h="1228089">
                  <a:moveTo>
                    <a:pt x="29210" y="594360"/>
                  </a:moveTo>
                  <a:lnTo>
                    <a:pt x="0" y="594360"/>
                  </a:lnTo>
                  <a:lnTo>
                    <a:pt x="0" y="600710"/>
                  </a:lnTo>
                  <a:lnTo>
                    <a:pt x="29210" y="600710"/>
                  </a:lnTo>
                  <a:lnTo>
                    <a:pt x="29210" y="594360"/>
                  </a:lnTo>
                  <a:close/>
                </a:path>
                <a:path w="29210" h="1228089">
                  <a:moveTo>
                    <a:pt x="29210" y="600710"/>
                  </a:moveTo>
                  <a:lnTo>
                    <a:pt x="0" y="600710"/>
                  </a:lnTo>
                  <a:lnTo>
                    <a:pt x="0" y="604519"/>
                  </a:lnTo>
                  <a:lnTo>
                    <a:pt x="29210" y="604519"/>
                  </a:lnTo>
                  <a:lnTo>
                    <a:pt x="29210" y="600710"/>
                  </a:lnTo>
                  <a:close/>
                </a:path>
                <a:path w="29210" h="1228089">
                  <a:moveTo>
                    <a:pt x="29210" y="604520"/>
                  </a:moveTo>
                  <a:lnTo>
                    <a:pt x="0" y="604520"/>
                  </a:lnTo>
                  <a:lnTo>
                    <a:pt x="0" y="607060"/>
                  </a:lnTo>
                  <a:lnTo>
                    <a:pt x="29210" y="607060"/>
                  </a:lnTo>
                  <a:lnTo>
                    <a:pt x="29210" y="604520"/>
                  </a:lnTo>
                  <a:close/>
                </a:path>
                <a:path w="29210" h="1228089">
                  <a:moveTo>
                    <a:pt x="29210" y="607060"/>
                  </a:moveTo>
                  <a:lnTo>
                    <a:pt x="0" y="607060"/>
                  </a:lnTo>
                  <a:lnTo>
                    <a:pt x="0" y="617219"/>
                  </a:lnTo>
                  <a:lnTo>
                    <a:pt x="29210" y="617219"/>
                  </a:lnTo>
                  <a:lnTo>
                    <a:pt x="29210" y="607060"/>
                  </a:lnTo>
                  <a:close/>
                </a:path>
                <a:path w="29210" h="1228089">
                  <a:moveTo>
                    <a:pt x="29210" y="617220"/>
                  </a:moveTo>
                  <a:lnTo>
                    <a:pt x="0" y="617220"/>
                  </a:lnTo>
                  <a:lnTo>
                    <a:pt x="0" y="619760"/>
                  </a:lnTo>
                  <a:lnTo>
                    <a:pt x="29210" y="619760"/>
                  </a:lnTo>
                  <a:lnTo>
                    <a:pt x="29210" y="617220"/>
                  </a:lnTo>
                  <a:close/>
                </a:path>
                <a:path w="29210" h="1228089">
                  <a:moveTo>
                    <a:pt x="29210" y="619760"/>
                  </a:moveTo>
                  <a:lnTo>
                    <a:pt x="0" y="619760"/>
                  </a:lnTo>
                  <a:lnTo>
                    <a:pt x="0" y="623569"/>
                  </a:lnTo>
                  <a:lnTo>
                    <a:pt x="29210" y="623569"/>
                  </a:lnTo>
                  <a:lnTo>
                    <a:pt x="29210" y="619760"/>
                  </a:lnTo>
                  <a:close/>
                </a:path>
                <a:path w="29210" h="1228089">
                  <a:moveTo>
                    <a:pt x="29210" y="623570"/>
                  </a:moveTo>
                  <a:lnTo>
                    <a:pt x="0" y="623570"/>
                  </a:lnTo>
                  <a:lnTo>
                    <a:pt x="0" y="629919"/>
                  </a:lnTo>
                  <a:lnTo>
                    <a:pt x="29210" y="629919"/>
                  </a:lnTo>
                  <a:lnTo>
                    <a:pt x="29210" y="623570"/>
                  </a:lnTo>
                  <a:close/>
                </a:path>
                <a:path w="29210" h="1228089">
                  <a:moveTo>
                    <a:pt x="29210" y="629920"/>
                  </a:moveTo>
                  <a:lnTo>
                    <a:pt x="0" y="629920"/>
                  </a:lnTo>
                  <a:lnTo>
                    <a:pt x="0" y="636269"/>
                  </a:lnTo>
                  <a:lnTo>
                    <a:pt x="29210" y="636269"/>
                  </a:lnTo>
                  <a:lnTo>
                    <a:pt x="29210" y="629920"/>
                  </a:lnTo>
                  <a:close/>
                </a:path>
                <a:path w="29210" h="1228089">
                  <a:moveTo>
                    <a:pt x="29210" y="636270"/>
                  </a:moveTo>
                  <a:lnTo>
                    <a:pt x="0" y="636270"/>
                  </a:lnTo>
                  <a:lnTo>
                    <a:pt x="0" y="645160"/>
                  </a:lnTo>
                  <a:lnTo>
                    <a:pt x="29210" y="645160"/>
                  </a:lnTo>
                  <a:lnTo>
                    <a:pt x="29210" y="636270"/>
                  </a:lnTo>
                  <a:close/>
                </a:path>
                <a:path w="29210" h="1228089">
                  <a:moveTo>
                    <a:pt x="29210" y="645160"/>
                  </a:moveTo>
                  <a:lnTo>
                    <a:pt x="0" y="645160"/>
                  </a:lnTo>
                  <a:lnTo>
                    <a:pt x="0" y="648969"/>
                  </a:lnTo>
                  <a:lnTo>
                    <a:pt x="29210" y="648969"/>
                  </a:lnTo>
                  <a:lnTo>
                    <a:pt x="29210" y="645160"/>
                  </a:lnTo>
                  <a:close/>
                </a:path>
                <a:path w="29210" h="1228089">
                  <a:moveTo>
                    <a:pt x="29210" y="648970"/>
                  </a:moveTo>
                  <a:lnTo>
                    <a:pt x="0" y="648970"/>
                  </a:lnTo>
                  <a:lnTo>
                    <a:pt x="0" y="655319"/>
                  </a:lnTo>
                  <a:lnTo>
                    <a:pt x="29210" y="655319"/>
                  </a:lnTo>
                  <a:lnTo>
                    <a:pt x="29210" y="648970"/>
                  </a:lnTo>
                  <a:close/>
                </a:path>
                <a:path w="29210" h="1228089">
                  <a:moveTo>
                    <a:pt x="29210" y="655320"/>
                  </a:moveTo>
                  <a:lnTo>
                    <a:pt x="0" y="655320"/>
                  </a:lnTo>
                  <a:lnTo>
                    <a:pt x="0" y="674369"/>
                  </a:lnTo>
                  <a:lnTo>
                    <a:pt x="29210" y="674369"/>
                  </a:lnTo>
                  <a:lnTo>
                    <a:pt x="29210" y="655320"/>
                  </a:lnTo>
                  <a:close/>
                </a:path>
                <a:path w="29210" h="1228089">
                  <a:moveTo>
                    <a:pt x="29210" y="674370"/>
                  </a:moveTo>
                  <a:lnTo>
                    <a:pt x="0" y="674370"/>
                  </a:lnTo>
                  <a:lnTo>
                    <a:pt x="0" y="676909"/>
                  </a:lnTo>
                  <a:lnTo>
                    <a:pt x="29210" y="676909"/>
                  </a:lnTo>
                  <a:lnTo>
                    <a:pt x="29210" y="674370"/>
                  </a:lnTo>
                  <a:close/>
                </a:path>
                <a:path w="29210" h="1228089">
                  <a:moveTo>
                    <a:pt x="29210" y="676910"/>
                  </a:moveTo>
                  <a:lnTo>
                    <a:pt x="0" y="676910"/>
                  </a:lnTo>
                  <a:lnTo>
                    <a:pt x="0" y="680719"/>
                  </a:lnTo>
                  <a:lnTo>
                    <a:pt x="29210" y="680719"/>
                  </a:lnTo>
                  <a:lnTo>
                    <a:pt x="29210" y="676910"/>
                  </a:lnTo>
                  <a:close/>
                </a:path>
                <a:path w="29210" h="1228089">
                  <a:moveTo>
                    <a:pt x="29210" y="680720"/>
                  </a:moveTo>
                  <a:lnTo>
                    <a:pt x="0" y="680720"/>
                  </a:lnTo>
                  <a:lnTo>
                    <a:pt x="0" y="683260"/>
                  </a:lnTo>
                  <a:lnTo>
                    <a:pt x="29210" y="683260"/>
                  </a:lnTo>
                  <a:lnTo>
                    <a:pt x="29210" y="680720"/>
                  </a:lnTo>
                  <a:close/>
                </a:path>
                <a:path w="29210" h="1228089">
                  <a:moveTo>
                    <a:pt x="29210" y="683260"/>
                  </a:moveTo>
                  <a:lnTo>
                    <a:pt x="0" y="683260"/>
                  </a:lnTo>
                  <a:lnTo>
                    <a:pt x="0" y="687069"/>
                  </a:lnTo>
                  <a:lnTo>
                    <a:pt x="29210" y="687069"/>
                  </a:lnTo>
                  <a:lnTo>
                    <a:pt x="29210" y="683260"/>
                  </a:lnTo>
                  <a:close/>
                </a:path>
                <a:path w="29210" h="1228089">
                  <a:moveTo>
                    <a:pt x="29210" y="687070"/>
                  </a:moveTo>
                  <a:lnTo>
                    <a:pt x="0" y="687070"/>
                  </a:lnTo>
                  <a:lnTo>
                    <a:pt x="0" y="693419"/>
                  </a:lnTo>
                  <a:lnTo>
                    <a:pt x="29210" y="693419"/>
                  </a:lnTo>
                  <a:lnTo>
                    <a:pt x="29210" y="687070"/>
                  </a:lnTo>
                  <a:close/>
                </a:path>
                <a:path w="29210" h="1228089">
                  <a:moveTo>
                    <a:pt x="29210" y="693420"/>
                  </a:moveTo>
                  <a:lnTo>
                    <a:pt x="0" y="693420"/>
                  </a:lnTo>
                  <a:lnTo>
                    <a:pt x="0" y="695960"/>
                  </a:lnTo>
                  <a:lnTo>
                    <a:pt x="29210" y="695960"/>
                  </a:lnTo>
                  <a:lnTo>
                    <a:pt x="29210" y="693420"/>
                  </a:lnTo>
                  <a:close/>
                </a:path>
                <a:path w="29210" h="1228089">
                  <a:moveTo>
                    <a:pt x="29210" y="695960"/>
                  </a:moveTo>
                  <a:lnTo>
                    <a:pt x="0" y="695960"/>
                  </a:lnTo>
                  <a:lnTo>
                    <a:pt x="0" y="699769"/>
                  </a:lnTo>
                  <a:lnTo>
                    <a:pt x="29210" y="699769"/>
                  </a:lnTo>
                  <a:lnTo>
                    <a:pt x="29210" y="695960"/>
                  </a:lnTo>
                  <a:close/>
                </a:path>
                <a:path w="29210" h="1228089">
                  <a:moveTo>
                    <a:pt x="29210" y="699770"/>
                  </a:moveTo>
                  <a:lnTo>
                    <a:pt x="0" y="699770"/>
                  </a:lnTo>
                  <a:lnTo>
                    <a:pt x="0" y="702310"/>
                  </a:lnTo>
                  <a:lnTo>
                    <a:pt x="29210" y="702310"/>
                  </a:lnTo>
                  <a:lnTo>
                    <a:pt x="29210" y="699770"/>
                  </a:lnTo>
                  <a:close/>
                </a:path>
                <a:path w="29210" h="1228089">
                  <a:moveTo>
                    <a:pt x="29210" y="702310"/>
                  </a:moveTo>
                  <a:lnTo>
                    <a:pt x="0" y="702310"/>
                  </a:lnTo>
                  <a:lnTo>
                    <a:pt x="0" y="706119"/>
                  </a:lnTo>
                  <a:lnTo>
                    <a:pt x="29210" y="706119"/>
                  </a:lnTo>
                  <a:lnTo>
                    <a:pt x="29210" y="702310"/>
                  </a:lnTo>
                  <a:close/>
                </a:path>
                <a:path w="29210" h="1228089">
                  <a:moveTo>
                    <a:pt x="29210" y="706120"/>
                  </a:moveTo>
                  <a:lnTo>
                    <a:pt x="0" y="706120"/>
                  </a:lnTo>
                  <a:lnTo>
                    <a:pt x="0" y="712469"/>
                  </a:lnTo>
                  <a:lnTo>
                    <a:pt x="29210" y="712469"/>
                  </a:lnTo>
                  <a:lnTo>
                    <a:pt x="29210" y="706120"/>
                  </a:lnTo>
                  <a:close/>
                </a:path>
                <a:path w="29210" h="1228089">
                  <a:moveTo>
                    <a:pt x="29210" y="712470"/>
                  </a:moveTo>
                  <a:lnTo>
                    <a:pt x="0" y="712470"/>
                  </a:lnTo>
                  <a:lnTo>
                    <a:pt x="0" y="718819"/>
                  </a:lnTo>
                  <a:lnTo>
                    <a:pt x="29210" y="718819"/>
                  </a:lnTo>
                  <a:lnTo>
                    <a:pt x="29210" y="712470"/>
                  </a:lnTo>
                  <a:close/>
                </a:path>
                <a:path w="29210" h="1228089">
                  <a:moveTo>
                    <a:pt x="29210" y="718820"/>
                  </a:moveTo>
                  <a:lnTo>
                    <a:pt x="0" y="718820"/>
                  </a:lnTo>
                  <a:lnTo>
                    <a:pt x="0" y="737869"/>
                  </a:lnTo>
                  <a:lnTo>
                    <a:pt x="29210" y="737869"/>
                  </a:lnTo>
                  <a:lnTo>
                    <a:pt x="29210" y="718820"/>
                  </a:lnTo>
                  <a:close/>
                </a:path>
                <a:path w="29210" h="1228089">
                  <a:moveTo>
                    <a:pt x="29210" y="737870"/>
                  </a:moveTo>
                  <a:lnTo>
                    <a:pt x="0" y="737870"/>
                  </a:lnTo>
                  <a:lnTo>
                    <a:pt x="0" y="746760"/>
                  </a:lnTo>
                  <a:lnTo>
                    <a:pt x="29210" y="746760"/>
                  </a:lnTo>
                  <a:lnTo>
                    <a:pt x="29210" y="737870"/>
                  </a:lnTo>
                  <a:close/>
                </a:path>
                <a:path w="29210" h="1228089">
                  <a:moveTo>
                    <a:pt x="29210" y="746760"/>
                  </a:moveTo>
                  <a:lnTo>
                    <a:pt x="0" y="746760"/>
                  </a:lnTo>
                  <a:lnTo>
                    <a:pt x="0" y="750569"/>
                  </a:lnTo>
                  <a:lnTo>
                    <a:pt x="29210" y="750569"/>
                  </a:lnTo>
                  <a:lnTo>
                    <a:pt x="29210" y="746760"/>
                  </a:lnTo>
                  <a:close/>
                </a:path>
                <a:path w="29210" h="1228089">
                  <a:moveTo>
                    <a:pt x="29210" y="750570"/>
                  </a:moveTo>
                  <a:lnTo>
                    <a:pt x="0" y="750570"/>
                  </a:lnTo>
                  <a:lnTo>
                    <a:pt x="0" y="753110"/>
                  </a:lnTo>
                  <a:lnTo>
                    <a:pt x="29210" y="753110"/>
                  </a:lnTo>
                  <a:lnTo>
                    <a:pt x="29210" y="750570"/>
                  </a:lnTo>
                  <a:close/>
                </a:path>
                <a:path w="29210" h="1228089">
                  <a:moveTo>
                    <a:pt x="29210" y="753110"/>
                  </a:moveTo>
                  <a:lnTo>
                    <a:pt x="0" y="753110"/>
                  </a:lnTo>
                  <a:lnTo>
                    <a:pt x="0" y="756919"/>
                  </a:lnTo>
                  <a:lnTo>
                    <a:pt x="29210" y="756919"/>
                  </a:lnTo>
                  <a:lnTo>
                    <a:pt x="29210" y="753110"/>
                  </a:lnTo>
                  <a:close/>
                </a:path>
                <a:path w="29210" h="1228089">
                  <a:moveTo>
                    <a:pt x="29210" y="756920"/>
                  </a:moveTo>
                  <a:lnTo>
                    <a:pt x="0" y="756920"/>
                  </a:lnTo>
                  <a:lnTo>
                    <a:pt x="0" y="765810"/>
                  </a:lnTo>
                  <a:lnTo>
                    <a:pt x="29210" y="765810"/>
                  </a:lnTo>
                  <a:lnTo>
                    <a:pt x="29210" y="756920"/>
                  </a:lnTo>
                  <a:close/>
                </a:path>
                <a:path w="29210" h="1228089">
                  <a:moveTo>
                    <a:pt x="29210" y="765810"/>
                  </a:moveTo>
                  <a:lnTo>
                    <a:pt x="0" y="765810"/>
                  </a:lnTo>
                  <a:lnTo>
                    <a:pt x="0" y="769619"/>
                  </a:lnTo>
                  <a:lnTo>
                    <a:pt x="29210" y="769619"/>
                  </a:lnTo>
                  <a:lnTo>
                    <a:pt x="29210" y="765810"/>
                  </a:lnTo>
                  <a:close/>
                </a:path>
                <a:path w="29210" h="1228089">
                  <a:moveTo>
                    <a:pt x="29210" y="769620"/>
                  </a:moveTo>
                  <a:lnTo>
                    <a:pt x="0" y="769620"/>
                  </a:lnTo>
                  <a:lnTo>
                    <a:pt x="0" y="772160"/>
                  </a:lnTo>
                  <a:lnTo>
                    <a:pt x="29210" y="772160"/>
                  </a:lnTo>
                  <a:lnTo>
                    <a:pt x="29210" y="769620"/>
                  </a:lnTo>
                  <a:close/>
                </a:path>
                <a:path w="29210" h="1228089">
                  <a:moveTo>
                    <a:pt x="29210" y="772160"/>
                  </a:moveTo>
                  <a:lnTo>
                    <a:pt x="0" y="772160"/>
                  </a:lnTo>
                  <a:lnTo>
                    <a:pt x="0" y="778510"/>
                  </a:lnTo>
                  <a:lnTo>
                    <a:pt x="29210" y="778510"/>
                  </a:lnTo>
                  <a:lnTo>
                    <a:pt x="29210" y="772160"/>
                  </a:lnTo>
                  <a:close/>
                </a:path>
                <a:path w="29210" h="1228089">
                  <a:moveTo>
                    <a:pt x="29210" y="778510"/>
                  </a:moveTo>
                  <a:lnTo>
                    <a:pt x="0" y="778510"/>
                  </a:lnTo>
                  <a:lnTo>
                    <a:pt x="0" y="782319"/>
                  </a:lnTo>
                  <a:lnTo>
                    <a:pt x="29210" y="782319"/>
                  </a:lnTo>
                  <a:lnTo>
                    <a:pt x="29210" y="778510"/>
                  </a:lnTo>
                  <a:close/>
                </a:path>
                <a:path w="29210" h="1228089">
                  <a:moveTo>
                    <a:pt x="29210" y="782320"/>
                  </a:moveTo>
                  <a:lnTo>
                    <a:pt x="0" y="782320"/>
                  </a:lnTo>
                  <a:lnTo>
                    <a:pt x="0" y="784860"/>
                  </a:lnTo>
                  <a:lnTo>
                    <a:pt x="29210" y="784860"/>
                  </a:lnTo>
                  <a:lnTo>
                    <a:pt x="29210" y="782320"/>
                  </a:lnTo>
                  <a:close/>
                </a:path>
                <a:path w="29210" h="1228089">
                  <a:moveTo>
                    <a:pt x="29210" y="784860"/>
                  </a:moveTo>
                  <a:lnTo>
                    <a:pt x="0" y="784860"/>
                  </a:lnTo>
                  <a:lnTo>
                    <a:pt x="0" y="791210"/>
                  </a:lnTo>
                  <a:lnTo>
                    <a:pt x="29210" y="791210"/>
                  </a:lnTo>
                  <a:lnTo>
                    <a:pt x="29210" y="784860"/>
                  </a:lnTo>
                  <a:close/>
                </a:path>
                <a:path w="29210" h="1228089">
                  <a:moveTo>
                    <a:pt x="29210" y="791210"/>
                  </a:moveTo>
                  <a:lnTo>
                    <a:pt x="0" y="791210"/>
                  </a:lnTo>
                  <a:lnTo>
                    <a:pt x="0" y="797560"/>
                  </a:lnTo>
                  <a:lnTo>
                    <a:pt x="29210" y="797560"/>
                  </a:lnTo>
                  <a:lnTo>
                    <a:pt x="29210" y="791210"/>
                  </a:lnTo>
                  <a:close/>
                </a:path>
                <a:path w="29210" h="1228089">
                  <a:moveTo>
                    <a:pt x="29210" y="797560"/>
                  </a:moveTo>
                  <a:lnTo>
                    <a:pt x="0" y="797560"/>
                  </a:lnTo>
                  <a:lnTo>
                    <a:pt x="0" y="803910"/>
                  </a:lnTo>
                  <a:lnTo>
                    <a:pt x="29210" y="803910"/>
                  </a:lnTo>
                  <a:lnTo>
                    <a:pt x="29210" y="797560"/>
                  </a:lnTo>
                  <a:close/>
                </a:path>
                <a:path w="29210" h="1228089">
                  <a:moveTo>
                    <a:pt x="29210" y="803910"/>
                  </a:moveTo>
                  <a:lnTo>
                    <a:pt x="0" y="803910"/>
                  </a:lnTo>
                  <a:lnTo>
                    <a:pt x="0" y="807719"/>
                  </a:lnTo>
                  <a:lnTo>
                    <a:pt x="29210" y="807719"/>
                  </a:lnTo>
                  <a:lnTo>
                    <a:pt x="29210" y="803910"/>
                  </a:lnTo>
                  <a:close/>
                </a:path>
                <a:path w="29210" h="1228089">
                  <a:moveTo>
                    <a:pt x="29210" y="807720"/>
                  </a:moveTo>
                  <a:lnTo>
                    <a:pt x="0" y="807720"/>
                  </a:lnTo>
                  <a:lnTo>
                    <a:pt x="0" y="810260"/>
                  </a:lnTo>
                  <a:lnTo>
                    <a:pt x="29210" y="810260"/>
                  </a:lnTo>
                  <a:lnTo>
                    <a:pt x="29210" y="807720"/>
                  </a:lnTo>
                  <a:close/>
                </a:path>
                <a:path w="29210" h="1228089">
                  <a:moveTo>
                    <a:pt x="29210" y="810260"/>
                  </a:moveTo>
                  <a:lnTo>
                    <a:pt x="0" y="810260"/>
                  </a:lnTo>
                  <a:lnTo>
                    <a:pt x="0" y="820419"/>
                  </a:lnTo>
                  <a:lnTo>
                    <a:pt x="29210" y="820419"/>
                  </a:lnTo>
                  <a:lnTo>
                    <a:pt x="29210" y="810260"/>
                  </a:lnTo>
                  <a:close/>
                </a:path>
                <a:path w="29210" h="1228089">
                  <a:moveTo>
                    <a:pt x="29210" y="820420"/>
                  </a:moveTo>
                  <a:lnTo>
                    <a:pt x="0" y="820420"/>
                  </a:lnTo>
                  <a:lnTo>
                    <a:pt x="0" y="829310"/>
                  </a:lnTo>
                  <a:lnTo>
                    <a:pt x="29210" y="829310"/>
                  </a:lnTo>
                  <a:lnTo>
                    <a:pt x="29210" y="820420"/>
                  </a:lnTo>
                  <a:close/>
                </a:path>
                <a:path w="29210" h="1228089">
                  <a:moveTo>
                    <a:pt x="29210" y="829310"/>
                  </a:moveTo>
                  <a:lnTo>
                    <a:pt x="0" y="829310"/>
                  </a:lnTo>
                  <a:lnTo>
                    <a:pt x="0" y="839469"/>
                  </a:lnTo>
                  <a:lnTo>
                    <a:pt x="29210" y="839469"/>
                  </a:lnTo>
                  <a:lnTo>
                    <a:pt x="29210" y="829310"/>
                  </a:lnTo>
                  <a:close/>
                </a:path>
                <a:path w="29210" h="1228089">
                  <a:moveTo>
                    <a:pt x="29210" y="839470"/>
                  </a:moveTo>
                  <a:lnTo>
                    <a:pt x="0" y="839470"/>
                  </a:lnTo>
                  <a:lnTo>
                    <a:pt x="0" y="848360"/>
                  </a:lnTo>
                  <a:lnTo>
                    <a:pt x="29210" y="848360"/>
                  </a:lnTo>
                  <a:lnTo>
                    <a:pt x="29210" y="839470"/>
                  </a:lnTo>
                  <a:close/>
                </a:path>
                <a:path w="29210" h="1228089">
                  <a:moveTo>
                    <a:pt x="29210" y="848360"/>
                  </a:moveTo>
                  <a:lnTo>
                    <a:pt x="0" y="848360"/>
                  </a:lnTo>
                  <a:lnTo>
                    <a:pt x="0" y="852169"/>
                  </a:lnTo>
                  <a:lnTo>
                    <a:pt x="29210" y="852169"/>
                  </a:lnTo>
                  <a:lnTo>
                    <a:pt x="29210" y="848360"/>
                  </a:lnTo>
                  <a:close/>
                </a:path>
                <a:path w="29210" h="1228089">
                  <a:moveTo>
                    <a:pt x="29210" y="852170"/>
                  </a:moveTo>
                  <a:lnTo>
                    <a:pt x="0" y="852170"/>
                  </a:lnTo>
                  <a:lnTo>
                    <a:pt x="0" y="854710"/>
                  </a:lnTo>
                  <a:lnTo>
                    <a:pt x="29210" y="854710"/>
                  </a:lnTo>
                  <a:lnTo>
                    <a:pt x="29210" y="852170"/>
                  </a:lnTo>
                  <a:close/>
                </a:path>
                <a:path w="29210" h="1228089">
                  <a:moveTo>
                    <a:pt x="29210" y="854710"/>
                  </a:moveTo>
                  <a:lnTo>
                    <a:pt x="0" y="854710"/>
                  </a:lnTo>
                  <a:lnTo>
                    <a:pt x="0" y="858519"/>
                  </a:lnTo>
                  <a:lnTo>
                    <a:pt x="29210" y="858519"/>
                  </a:lnTo>
                  <a:lnTo>
                    <a:pt x="29210" y="854710"/>
                  </a:lnTo>
                  <a:close/>
                </a:path>
                <a:path w="29210" h="1228089">
                  <a:moveTo>
                    <a:pt x="29210" y="858520"/>
                  </a:moveTo>
                  <a:lnTo>
                    <a:pt x="0" y="858520"/>
                  </a:lnTo>
                  <a:lnTo>
                    <a:pt x="0" y="861060"/>
                  </a:lnTo>
                  <a:lnTo>
                    <a:pt x="29210" y="861060"/>
                  </a:lnTo>
                  <a:lnTo>
                    <a:pt x="29210" y="858520"/>
                  </a:lnTo>
                  <a:close/>
                </a:path>
                <a:path w="29210" h="1228089">
                  <a:moveTo>
                    <a:pt x="29210" y="861060"/>
                  </a:moveTo>
                  <a:lnTo>
                    <a:pt x="0" y="861060"/>
                  </a:lnTo>
                  <a:lnTo>
                    <a:pt x="0" y="864869"/>
                  </a:lnTo>
                  <a:lnTo>
                    <a:pt x="29210" y="864869"/>
                  </a:lnTo>
                  <a:lnTo>
                    <a:pt x="29210" y="861060"/>
                  </a:lnTo>
                  <a:close/>
                </a:path>
                <a:path w="29210" h="1228089">
                  <a:moveTo>
                    <a:pt x="29210" y="864870"/>
                  </a:moveTo>
                  <a:lnTo>
                    <a:pt x="0" y="864870"/>
                  </a:lnTo>
                  <a:lnTo>
                    <a:pt x="0" y="867410"/>
                  </a:lnTo>
                  <a:lnTo>
                    <a:pt x="29210" y="867410"/>
                  </a:lnTo>
                  <a:lnTo>
                    <a:pt x="29210" y="864870"/>
                  </a:lnTo>
                  <a:close/>
                </a:path>
                <a:path w="29210" h="1228089">
                  <a:moveTo>
                    <a:pt x="29210" y="867410"/>
                  </a:moveTo>
                  <a:lnTo>
                    <a:pt x="0" y="867410"/>
                  </a:lnTo>
                  <a:lnTo>
                    <a:pt x="0" y="871219"/>
                  </a:lnTo>
                  <a:lnTo>
                    <a:pt x="29210" y="871219"/>
                  </a:lnTo>
                  <a:lnTo>
                    <a:pt x="29210" y="867410"/>
                  </a:lnTo>
                  <a:close/>
                </a:path>
                <a:path w="29210" h="1228089">
                  <a:moveTo>
                    <a:pt x="29210" y="871220"/>
                  </a:moveTo>
                  <a:lnTo>
                    <a:pt x="0" y="871220"/>
                  </a:lnTo>
                  <a:lnTo>
                    <a:pt x="0" y="877569"/>
                  </a:lnTo>
                  <a:lnTo>
                    <a:pt x="29210" y="877569"/>
                  </a:lnTo>
                  <a:lnTo>
                    <a:pt x="29210" y="871220"/>
                  </a:lnTo>
                  <a:close/>
                </a:path>
                <a:path w="29210" h="1228089">
                  <a:moveTo>
                    <a:pt x="29210" y="877570"/>
                  </a:moveTo>
                  <a:lnTo>
                    <a:pt x="0" y="877570"/>
                  </a:lnTo>
                  <a:lnTo>
                    <a:pt x="0" y="883919"/>
                  </a:lnTo>
                  <a:lnTo>
                    <a:pt x="29210" y="883919"/>
                  </a:lnTo>
                  <a:lnTo>
                    <a:pt x="29210" y="877570"/>
                  </a:lnTo>
                  <a:close/>
                </a:path>
                <a:path w="29210" h="1228089">
                  <a:moveTo>
                    <a:pt x="29210" y="883920"/>
                  </a:moveTo>
                  <a:lnTo>
                    <a:pt x="0" y="883920"/>
                  </a:lnTo>
                  <a:lnTo>
                    <a:pt x="0" y="886460"/>
                  </a:lnTo>
                  <a:lnTo>
                    <a:pt x="29210" y="886460"/>
                  </a:lnTo>
                  <a:lnTo>
                    <a:pt x="29210" y="883920"/>
                  </a:lnTo>
                  <a:close/>
                </a:path>
                <a:path w="29210" h="1228089">
                  <a:moveTo>
                    <a:pt x="29210" y="886460"/>
                  </a:moveTo>
                  <a:lnTo>
                    <a:pt x="0" y="886460"/>
                  </a:lnTo>
                  <a:lnTo>
                    <a:pt x="0" y="890269"/>
                  </a:lnTo>
                  <a:lnTo>
                    <a:pt x="29210" y="890269"/>
                  </a:lnTo>
                  <a:lnTo>
                    <a:pt x="29210" y="886460"/>
                  </a:lnTo>
                  <a:close/>
                </a:path>
                <a:path w="29210" h="1228089">
                  <a:moveTo>
                    <a:pt x="29210" y="890270"/>
                  </a:moveTo>
                  <a:lnTo>
                    <a:pt x="0" y="890270"/>
                  </a:lnTo>
                  <a:lnTo>
                    <a:pt x="0" y="892810"/>
                  </a:lnTo>
                  <a:lnTo>
                    <a:pt x="29210" y="892810"/>
                  </a:lnTo>
                  <a:lnTo>
                    <a:pt x="29210" y="890270"/>
                  </a:lnTo>
                  <a:close/>
                </a:path>
                <a:path w="29210" h="1228089">
                  <a:moveTo>
                    <a:pt x="29210" y="892810"/>
                  </a:moveTo>
                  <a:lnTo>
                    <a:pt x="0" y="892810"/>
                  </a:lnTo>
                  <a:lnTo>
                    <a:pt x="0" y="899160"/>
                  </a:lnTo>
                  <a:lnTo>
                    <a:pt x="29210" y="899160"/>
                  </a:lnTo>
                  <a:lnTo>
                    <a:pt x="29210" y="892810"/>
                  </a:lnTo>
                  <a:close/>
                </a:path>
                <a:path w="29210" h="1228089">
                  <a:moveTo>
                    <a:pt x="29210" y="899160"/>
                  </a:moveTo>
                  <a:lnTo>
                    <a:pt x="0" y="899160"/>
                  </a:lnTo>
                  <a:lnTo>
                    <a:pt x="0" y="902969"/>
                  </a:lnTo>
                  <a:lnTo>
                    <a:pt x="29210" y="902969"/>
                  </a:lnTo>
                  <a:lnTo>
                    <a:pt x="29210" y="899160"/>
                  </a:lnTo>
                  <a:close/>
                </a:path>
                <a:path w="29210" h="1228089">
                  <a:moveTo>
                    <a:pt x="29210" y="902970"/>
                  </a:moveTo>
                  <a:lnTo>
                    <a:pt x="0" y="902970"/>
                  </a:lnTo>
                  <a:lnTo>
                    <a:pt x="0" y="905510"/>
                  </a:lnTo>
                  <a:lnTo>
                    <a:pt x="29210" y="905510"/>
                  </a:lnTo>
                  <a:lnTo>
                    <a:pt x="29210" y="902970"/>
                  </a:lnTo>
                  <a:close/>
                </a:path>
                <a:path w="29210" h="1228089">
                  <a:moveTo>
                    <a:pt x="29210" y="905510"/>
                  </a:moveTo>
                  <a:lnTo>
                    <a:pt x="0" y="905510"/>
                  </a:lnTo>
                  <a:lnTo>
                    <a:pt x="0" y="909319"/>
                  </a:lnTo>
                  <a:lnTo>
                    <a:pt x="29210" y="909319"/>
                  </a:lnTo>
                  <a:lnTo>
                    <a:pt x="29210" y="905510"/>
                  </a:lnTo>
                  <a:close/>
                </a:path>
                <a:path w="29210" h="1228089">
                  <a:moveTo>
                    <a:pt x="29210" y="909320"/>
                  </a:moveTo>
                  <a:lnTo>
                    <a:pt x="0" y="909320"/>
                  </a:lnTo>
                  <a:lnTo>
                    <a:pt x="0" y="911860"/>
                  </a:lnTo>
                  <a:lnTo>
                    <a:pt x="29210" y="911860"/>
                  </a:lnTo>
                  <a:lnTo>
                    <a:pt x="29210" y="909320"/>
                  </a:lnTo>
                  <a:close/>
                </a:path>
                <a:path w="29210" h="1228089">
                  <a:moveTo>
                    <a:pt x="29210" y="911860"/>
                  </a:moveTo>
                  <a:lnTo>
                    <a:pt x="0" y="911860"/>
                  </a:lnTo>
                  <a:lnTo>
                    <a:pt x="0" y="918210"/>
                  </a:lnTo>
                  <a:lnTo>
                    <a:pt x="29210" y="918210"/>
                  </a:lnTo>
                  <a:lnTo>
                    <a:pt x="29210" y="911860"/>
                  </a:lnTo>
                  <a:close/>
                </a:path>
                <a:path w="29210" h="1228089">
                  <a:moveTo>
                    <a:pt x="29210" y="918210"/>
                  </a:moveTo>
                  <a:lnTo>
                    <a:pt x="0" y="918210"/>
                  </a:lnTo>
                  <a:lnTo>
                    <a:pt x="0" y="922019"/>
                  </a:lnTo>
                  <a:lnTo>
                    <a:pt x="29210" y="922019"/>
                  </a:lnTo>
                  <a:lnTo>
                    <a:pt x="29210" y="918210"/>
                  </a:lnTo>
                  <a:close/>
                </a:path>
                <a:path w="29210" h="1228089">
                  <a:moveTo>
                    <a:pt x="29210" y="922020"/>
                  </a:moveTo>
                  <a:lnTo>
                    <a:pt x="0" y="922020"/>
                  </a:lnTo>
                  <a:lnTo>
                    <a:pt x="0" y="924560"/>
                  </a:lnTo>
                  <a:lnTo>
                    <a:pt x="29210" y="924560"/>
                  </a:lnTo>
                  <a:lnTo>
                    <a:pt x="29210" y="922020"/>
                  </a:lnTo>
                  <a:close/>
                </a:path>
                <a:path w="29210" h="1228089">
                  <a:moveTo>
                    <a:pt x="29210" y="924560"/>
                  </a:moveTo>
                  <a:lnTo>
                    <a:pt x="0" y="924560"/>
                  </a:lnTo>
                  <a:lnTo>
                    <a:pt x="0" y="928369"/>
                  </a:lnTo>
                  <a:lnTo>
                    <a:pt x="29210" y="928369"/>
                  </a:lnTo>
                  <a:lnTo>
                    <a:pt x="29210" y="924560"/>
                  </a:lnTo>
                  <a:close/>
                </a:path>
                <a:path w="29210" h="1228089">
                  <a:moveTo>
                    <a:pt x="29210" y="928370"/>
                  </a:moveTo>
                  <a:lnTo>
                    <a:pt x="0" y="928370"/>
                  </a:lnTo>
                  <a:lnTo>
                    <a:pt x="0" y="930910"/>
                  </a:lnTo>
                  <a:lnTo>
                    <a:pt x="29210" y="930910"/>
                  </a:lnTo>
                  <a:lnTo>
                    <a:pt x="29210" y="928370"/>
                  </a:lnTo>
                  <a:close/>
                </a:path>
                <a:path w="29210" h="1228089">
                  <a:moveTo>
                    <a:pt x="29210" y="930910"/>
                  </a:moveTo>
                  <a:lnTo>
                    <a:pt x="0" y="930910"/>
                  </a:lnTo>
                  <a:lnTo>
                    <a:pt x="0" y="937260"/>
                  </a:lnTo>
                  <a:lnTo>
                    <a:pt x="29210" y="937260"/>
                  </a:lnTo>
                  <a:lnTo>
                    <a:pt x="29210" y="930910"/>
                  </a:lnTo>
                  <a:close/>
                </a:path>
                <a:path w="29210" h="1228089">
                  <a:moveTo>
                    <a:pt x="29210" y="937260"/>
                  </a:moveTo>
                  <a:lnTo>
                    <a:pt x="0" y="937260"/>
                  </a:lnTo>
                  <a:lnTo>
                    <a:pt x="0" y="941069"/>
                  </a:lnTo>
                  <a:lnTo>
                    <a:pt x="29210" y="941069"/>
                  </a:lnTo>
                  <a:lnTo>
                    <a:pt x="29210" y="937260"/>
                  </a:lnTo>
                  <a:close/>
                </a:path>
                <a:path w="29210" h="1228089">
                  <a:moveTo>
                    <a:pt x="29210" y="941070"/>
                  </a:moveTo>
                  <a:lnTo>
                    <a:pt x="0" y="941070"/>
                  </a:lnTo>
                  <a:lnTo>
                    <a:pt x="0" y="943610"/>
                  </a:lnTo>
                  <a:lnTo>
                    <a:pt x="29210" y="943610"/>
                  </a:lnTo>
                  <a:lnTo>
                    <a:pt x="29210" y="941070"/>
                  </a:lnTo>
                  <a:close/>
                </a:path>
                <a:path w="29210" h="1228089">
                  <a:moveTo>
                    <a:pt x="29210" y="943610"/>
                  </a:moveTo>
                  <a:lnTo>
                    <a:pt x="0" y="943610"/>
                  </a:lnTo>
                  <a:lnTo>
                    <a:pt x="0" y="947419"/>
                  </a:lnTo>
                  <a:lnTo>
                    <a:pt x="29210" y="947419"/>
                  </a:lnTo>
                  <a:lnTo>
                    <a:pt x="29210" y="943610"/>
                  </a:lnTo>
                  <a:close/>
                </a:path>
                <a:path w="29210" h="1228089">
                  <a:moveTo>
                    <a:pt x="29210" y="947420"/>
                  </a:moveTo>
                  <a:lnTo>
                    <a:pt x="0" y="947420"/>
                  </a:lnTo>
                  <a:lnTo>
                    <a:pt x="0" y="949960"/>
                  </a:lnTo>
                  <a:lnTo>
                    <a:pt x="29210" y="949960"/>
                  </a:lnTo>
                  <a:lnTo>
                    <a:pt x="29210" y="947420"/>
                  </a:lnTo>
                  <a:close/>
                </a:path>
                <a:path w="29210" h="1228089">
                  <a:moveTo>
                    <a:pt x="29210" y="949960"/>
                  </a:moveTo>
                  <a:lnTo>
                    <a:pt x="0" y="949960"/>
                  </a:lnTo>
                  <a:lnTo>
                    <a:pt x="0" y="956310"/>
                  </a:lnTo>
                  <a:lnTo>
                    <a:pt x="29210" y="956310"/>
                  </a:lnTo>
                  <a:lnTo>
                    <a:pt x="29210" y="949960"/>
                  </a:lnTo>
                  <a:close/>
                </a:path>
                <a:path w="29210" h="1228089">
                  <a:moveTo>
                    <a:pt x="29210" y="956310"/>
                  </a:moveTo>
                  <a:lnTo>
                    <a:pt x="0" y="956310"/>
                  </a:lnTo>
                  <a:lnTo>
                    <a:pt x="0" y="960119"/>
                  </a:lnTo>
                  <a:lnTo>
                    <a:pt x="29210" y="960119"/>
                  </a:lnTo>
                  <a:lnTo>
                    <a:pt x="29210" y="956310"/>
                  </a:lnTo>
                  <a:close/>
                </a:path>
                <a:path w="29210" h="1228089">
                  <a:moveTo>
                    <a:pt x="29210" y="960120"/>
                  </a:moveTo>
                  <a:lnTo>
                    <a:pt x="0" y="960120"/>
                  </a:lnTo>
                  <a:lnTo>
                    <a:pt x="0" y="962660"/>
                  </a:lnTo>
                  <a:lnTo>
                    <a:pt x="29210" y="962660"/>
                  </a:lnTo>
                  <a:lnTo>
                    <a:pt x="29210" y="960120"/>
                  </a:lnTo>
                  <a:close/>
                </a:path>
                <a:path w="29210" h="1228089">
                  <a:moveTo>
                    <a:pt x="29210" y="962660"/>
                  </a:moveTo>
                  <a:lnTo>
                    <a:pt x="0" y="962660"/>
                  </a:lnTo>
                  <a:lnTo>
                    <a:pt x="0" y="966469"/>
                  </a:lnTo>
                  <a:lnTo>
                    <a:pt x="29210" y="966469"/>
                  </a:lnTo>
                  <a:lnTo>
                    <a:pt x="29210" y="962660"/>
                  </a:lnTo>
                  <a:close/>
                </a:path>
                <a:path w="29210" h="1228089">
                  <a:moveTo>
                    <a:pt x="29210" y="966470"/>
                  </a:moveTo>
                  <a:lnTo>
                    <a:pt x="0" y="966470"/>
                  </a:lnTo>
                  <a:lnTo>
                    <a:pt x="0" y="969010"/>
                  </a:lnTo>
                  <a:lnTo>
                    <a:pt x="29210" y="969010"/>
                  </a:lnTo>
                  <a:lnTo>
                    <a:pt x="29210" y="966470"/>
                  </a:lnTo>
                  <a:close/>
                </a:path>
                <a:path w="29210" h="1228089">
                  <a:moveTo>
                    <a:pt x="29210" y="969010"/>
                  </a:moveTo>
                  <a:lnTo>
                    <a:pt x="0" y="969010"/>
                  </a:lnTo>
                  <a:lnTo>
                    <a:pt x="0" y="972819"/>
                  </a:lnTo>
                  <a:lnTo>
                    <a:pt x="29210" y="972819"/>
                  </a:lnTo>
                  <a:lnTo>
                    <a:pt x="29210" y="969010"/>
                  </a:lnTo>
                  <a:close/>
                </a:path>
                <a:path w="29210" h="1228089">
                  <a:moveTo>
                    <a:pt x="29210" y="972820"/>
                  </a:moveTo>
                  <a:lnTo>
                    <a:pt x="0" y="972820"/>
                  </a:lnTo>
                  <a:lnTo>
                    <a:pt x="0" y="975360"/>
                  </a:lnTo>
                  <a:lnTo>
                    <a:pt x="29210" y="975360"/>
                  </a:lnTo>
                  <a:lnTo>
                    <a:pt x="29210" y="972820"/>
                  </a:lnTo>
                  <a:close/>
                </a:path>
                <a:path w="29210" h="1228089">
                  <a:moveTo>
                    <a:pt x="29210" y="975360"/>
                  </a:moveTo>
                  <a:lnTo>
                    <a:pt x="0" y="975360"/>
                  </a:lnTo>
                  <a:lnTo>
                    <a:pt x="0" y="979169"/>
                  </a:lnTo>
                  <a:lnTo>
                    <a:pt x="29210" y="979169"/>
                  </a:lnTo>
                  <a:lnTo>
                    <a:pt x="29210" y="975360"/>
                  </a:lnTo>
                  <a:close/>
                </a:path>
                <a:path w="29210" h="1228089">
                  <a:moveTo>
                    <a:pt x="29210" y="979170"/>
                  </a:moveTo>
                  <a:lnTo>
                    <a:pt x="0" y="979170"/>
                  </a:lnTo>
                  <a:lnTo>
                    <a:pt x="0" y="981710"/>
                  </a:lnTo>
                  <a:lnTo>
                    <a:pt x="29210" y="981710"/>
                  </a:lnTo>
                  <a:lnTo>
                    <a:pt x="29210" y="979170"/>
                  </a:lnTo>
                  <a:close/>
                </a:path>
                <a:path w="29210" h="1228089">
                  <a:moveTo>
                    <a:pt x="29210" y="981710"/>
                  </a:moveTo>
                  <a:lnTo>
                    <a:pt x="0" y="981710"/>
                  </a:lnTo>
                  <a:lnTo>
                    <a:pt x="0" y="985519"/>
                  </a:lnTo>
                  <a:lnTo>
                    <a:pt x="29210" y="985519"/>
                  </a:lnTo>
                  <a:lnTo>
                    <a:pt x="29210" y="981710"/>
                  </a:lnTo>
                  <a:close/>
                </a:path>
                <a:path w="29210" h="1228089">
                  <a:moveTo>
                    <a:pt x="29210" y="985520"/>
                  </a:moveTo>
                  <a:lnTo>
                    <a:pt x="0" y="985520"/>
                  </a:lnTo>
                  <a:lnTo>
                    <a:pt x="0" y="988060"/>
                  </a:lnTo>
                  <a:lnTo>
                    <a:pt x="29210" y="988060"/>
                  </a:lnTo>
                  <a:lnTo>
                    <a:pt x="29210" y="985520"/>
                  </a:lnTo>
                  <a:close/>
                </a:path>
                <a:path w="29210" h="1228089">
                  <a:moveTo>
                    <a:pt x="29210" y="988060"/>
                  </a:moveTo>
                  <a:lnTo>
                    <a:pt x="0" y="988060"/>
                  </a:lnTo>
                  <a:lnTo>
                    <a:pt x="0" y="998219"/>
                  </a:lnTo>
                  <a:lnTo>
                    <a:pt x="29210" y="998219"/>
                  </a:lnTo>
                  <a:lnTo>
                    <a:pt x="29210" y="988060"/>
                  </a:lnTo>
                  <a:close/>
                </a:path>
                <a:path w="29210" h="1228089">
                  <a:moveTo>
                    <a:pt x="29210" y="998220"/>
                  </a:moveTo>
                  <a:lnTo>
                    <a:pt x="0" y="998220"/>
                  </a:lnTo>
                  <a:lnTo>
                    <a:pt x="0" y="1000760"/>
                  </a:lnTo>
                  <a:lnTo>
                    <a:pt x="29210" y="1000760"/>
                  </a:lnTo>
                  <a:lnTo>
                    <a:pt x="29210" y="998220"/>
                  </a:lnTo>
                  <a:close/>
                </a:path>
                <a:path w="29210" h="1228089">
                  <a:moveTo>
                    <a:pt x="29210" y="1000760"/>
                  </a:moveTo>
                  <a:lnTo>
                    <a:pt x="0" y="1000760"/>
                  </a:lnTo>
                  <a:lnTo>
                    <a:pt x="0" y="1007110"/>
                  </a:lnTo>
                  <a:lnTo>
                    <a:pt x="29210" y="1007110"/>
                  </a:lnTo>
                  <a:lnTo>
                    <a:pt x="29210" y="1000760"/>
                  </a:lnTo>
                  <a:close/>
                </a:path>
                <a:path w="29210" h="1228089">
                  <a:moveTo>
                    <a:pt x="29210" y="1007110"/>
                  </a:moveTo>
                  <a:lnTo>
                    <a:pt x="0" y="1007110"/>
                  </a:lnTo>
                  <a:lnTo>
                    <a:pt x="0" y="1013460"/>
                  </a:lnTo>
                  <a:lnTo>
                    <a:pt x="29210" y="1013460"/>
                  </a:lnTo>
                  <a:lnTo>
                    <a:pt x="29210" y="1007110"/>
                  </a:lnTo>
                  <a:close/>
                </a:path>
                <a:path w="29210" h="1228089">
                  <a:moveTo>
                    <a:pt x="29210" y="1013460"/>
                  </a:moveTo>
                  <a:lnTo>
                    <a:pt x="0" y="1013460"/>
                  </a:lnTo>
                  <a:lnTo>
                    <a:pt x="0" y="1017269"/>
                  </a:lnTo>
                  <a:lnTo>
                    <a:pt x="29210" y="1017269"/>
                  </a:lnTo>
                  <a:lnTo>
                    <a:pt x="29210" y="1013460"/>
                  </a:lnTo>
                  <a:close/>
                </a:path>
                <a:path w="29210" h="1228089">
                  <a:moveTo>
                    <a:pt x="29210" y="1017270"/>
                  </a:moveTo>
                  <a:lnTo>
                    <a:pt x="0" y="1017270"/>
                  </a:lnTo>
                  <a:lnTo>
                    <a:pt x="0" y="1023619"/>
                  </a:lnTo>
                  <a:lnTo>
                    <a:pt x="29210" y="1023619"/>
                  </a:lnTo>
                  <a:lnTo>
                    <a:pt x="29210" y="1017270"/>
                  </a:lnTo>
                  <a:close/>
                </a:path>
                <a:path w="29210" h="1228089">
                  <a:moveTo>
                    <a:pt x="29210" y="1023620"/>
                  </a:moveTo>
                  <a:lnTo>
                    <a:pt x="0" y="1023620"/>
                  </a:lnTo>
                  <a:lnTo>
                    <a:pt x="0" y="1026160"/>
                  </a:lnTo>
                  <a:lnTo>
                    <a:pt x="29210" y="1026160"/>
                  </a:lnTo>
                  <a:lnTo>
                    <a:pt x="29210" y="1023620"/>
                  </a:lnTo>
                  <a:close/>
                </a:path>
                <a:path w="29210" h="1228089">
                  <a:moveTo>
                    <a:pt x="29210" y="1026160"/>
                  </a:moveTo>
                  <a:lnTo>
                    <a:pt x="0" y="1026160"/>
                  </a:lnTo>
                  <a:lnTo>
                    <a:pt x="0" y="1029969"/>
                  </a:lnTo>
                  <a:lnTo>
                    <a:pt x="29210" y="1029969"/>
                  </a:lnTo>
                  <a:lnTo>
                    <a:pt x="29210" y="1026160"/>
                  </a:lnTo>
                  <a:close/>
                </a:path>
                <a:path w="29210" h="1228089">
                  <a:moveTo>
                    <a:pt x="29210" y="1029970"/>
                  </a:moveTo>
                  <a:lnTo>
                    <a:pt x="0" y="1029970"/>
                  </a:lnTo>
                  <a:lnTo>
                    <a:pt x="0" y="1032510"/>
                  </a:lnTo>
                  <a:lnTo>
                    <a:pt x="29210" y="1032510"/>
                  </a:lnTo>
                  <a:lnTo>
                    <a:pt x="29210" y="1029970"/>
                  </a:lnTo>
                  <a:close/>
                </a:path>
                <a:path w="29210" h="1228089">
                  <a:moveTo>
                    <a:pt x="29210" y="1032510"/>
                  </a:moveTo>
                  <a:lnTo>
                    <a:pt x="0" y="1032510"/>
                  </a:lnTo>
                  <a:lnTo>
                    <a:pt x="0" y="1036319"/>
                  </a:lnTo>
                  <a:lnTo>
                    <a:pt x="29210" y="1036319"/>
                  </a:lnTo>
                  <a:lnTo>
                    <a:pt x="29210" y="1032510"/>
                  </a:lnTo>
                  <a:close/>
                </a:path>
                <a:path w="29210" h="1228089">
                  <a:moveTo>
                    <a:pt x="29210" y="1036320"/>
                  </a:moveTo>
                  <a:lnTo>
                    <a:pt x="0" y="1036320"/>
                  </a:lnTo>
                  <a:lnTo>
                    <a:pt x="0" y="1038860"/>
                  </a:lnTo>
                  <a:lnTo>
                    <a:pt x="29210" y="1038860"/>
                  </a:lnTo>
                  <a:lnTo>
                    <a:pt x="29210" y="1036320"/>
                  </a:lnTo>
                  <a:close/>
                </a:path>
                <a:path w="29210" h="1228089">
                  <a:moveTo>
                    <a:pt x="29210" y="1038860"/>
                  </a:moveTo>
                  <a:lnTo>
                    <a:pt x="0" y="1038860"/>
                  </a:lnTo>
                  <a:lnTo>
                    <a:pt x="0" y="1042669"/>
                  </a:lnTo>
                  <a:lnTo>
                    <a:pt x="29210" y="1042669"/>
                  </a:lnTo>
                  <a:lnTo>
                    <a:pt x="29210" y="1038860"/>
                  </a:lnTo>
                  <a:close/>
                </a:path>
                <a:path w="29210" h="1228089">
                  <a:moveTo>
                    <a:pt x="29210" y="1042670"/>
                  </a:moveTo>
                  <a:lnTo>
                    <a:pt x="0" y="1042670"/>
                  </a:lnTo>
                  <a:lnTo>
                    <a:pt x="0" y="1045210"/>
                  </a:lnTo>
                  <a:lnTo>
                    <a:pt x="29210" y="1045210"/>
                  </a:lnTo>
                  <a:lnTo>
                    <a:pt x="29210" y="1042670"/>
                  </a:lnTo>
                  <a:close/>
                </a:path>
                <a:path w="29210" h="1228089">
                  <a:moveTo>
                    <a:pt x="29210" y="1045210"/>
                  </a:moveTo>
                  <a:lnTo>
                    <a:pt x="0" y="1045210"/>
                  </a:lnTo>
                  <a:lnTo>
                    <a:pt x="0" y="1049020"/>
                  </a:lnTo>
                  <a:lnTo>
                    <a:pt x="29210" y="1049020"/>
                  </a:lnTo>
                  <a:lnTo>
                    <a:pt x="29210" y="1045210"/>
                  </a:lnTo>
                  <a:close/>
                </a:path>
                <a:path w="29210" h="1228089">
                  <a:moveTo>
                    <a:pt x="29210" y="1049020"/>
                  </a:moveTo>
                  <a:lnTo>
                    <a:pt x="0" y="1049020"/>
                  </a:lnTo>
                  <a:lnTo>
                    <a:pt x="0" y="1051560"/>
                  </a:lnTo>
                  <a:lnTo>
                    <a:pt x="29210" y="1051560"/>
                  </a:lnTo>
                  <a:lnTo>
                    <a:pt x="29210" y="1049020"/>
                  </a:lnTo>
                  <a:close/>
                </a:path>
                <a:path w="29210" h="1228089">
                  <a:moveTo>
                    <a:pt x="29210" y="1051560"/>
                  </a:moveTo>
                  <a:lnTo>
                    <a:pt x="0" y="1051560"/>
                  </a:lnTo>
                  <a:lnTo>
                    <a:pt x="0" y="1055370"/>
                  </a:lnTo>
                  <a:lnTo>
                    <a:pt x="29210" y="1055370"/>
                  </a:lnTo>
                  <a:lnTo>
                    <a:pt x="29210" y="1051560"/>
                  </a:lnTo>
                  <a:close/>
                </a:path>
                <a:path w="29210" h="1228089">
                  <a:moveTo>
                    <a:pt x="29210" y="1055370"/>
                  </a:moveTo>
                  <a:lnTo>
                    <a:pt x="0" y="1055370"/>
                  </a:lnTo>
                  <a:lnTo>
                    <a:pt x="0" y="1057910"/>
                  </a:lnTo>
                  <a:lnTo>
                    <a:pt x="29210" y="1057910"/>
                  </a:lnTo>
                  <a:lnTo>
                    <a:pt x="29210" y="1055370"/>
                  </a:lnTo>
                  <a:close/>
                </a:path>
                <a:path w="29210" h="1228089">
                  <a:moveTo>
                    <a:pt x="29210" y="1057910"/>
                  </a:moveTo>
                  <a:lnTo>
                    <a:pt x="0" y="1057910"/>
                  </a:lnTo>
                  <a:lnTo>
                    <a:pt x="0" y="1061720"/>
                  </a:lnTo>
                  <a:lnTo>
                    <a:pt x="29210" y="1061720"/>
                  </a:lnTo>
                  <a:lnTo>
                    <a:pt x="29210" y="1057910"/>
                  </a:lnTo>
                  <a:close/>
                </a:path>
                <a:path w="29210" h="1228089">
                  <a:moveTo>
                    <a:pt x="29210" y="1061720"/>
                  </a:moveTo>
                  <a:lnTo>
                    <a:pt x="0" y="1061720"/>
                  </a:lnTo>
                  <a:lnTo>
                    <a:pt x="0" y="1070610"/>
                  </a:lnTo>
                  <a:lnTo>
                    <a:pt x="29210" y="1070610"/>
                  </a:lnTo>
                  <a:lnTo>
                    <a:pt x="29210" y="1061720"/>
                  </a:lnTo>
                  <a:close/>
                </a:path>
                <a:path w="29210" h="1228089">
                  <a:moveTo>
                    <a:pt x="29210" y="1070610"/>
                  </a:moveTo>
                  <a:lnTo>
                    <a:pt x="0" y="1070610"/>
                  </a:lnTo>
                  <a:lnTo>
                    <a:pt x="0" y="1074420"/>
                  </a:lnTo>
                  <a:lnTo>
                    <a:pt x="29210" y="1074420"/>
                  </a:lnTo>
                  <a:lnTo>
                    <a:pt x="29210" y="1070610"/>
                  </a:lnTo>
                  <a:close/>
                </a:path>
                <a:path w="29210" h="1228089">
                  <a:moveTo>
                    <a:pt x="29210" y="1074420"/>
                  </a:moveTo>
                  <a:lnTo>
                    <a:pt x="0" y="1074420"/>
                  </a:lnTo>
                  <a:lnTo>
                    <a:pt x="0" y="1076960"/>
                  </a:lnTo>
                  <a:lnTo>
                    <a:pt x="29210" y="1076960"/>
                  </a:lnTo>
                  <a:lnTo>
                    <a:pt x="29210" y="1074420"/>
                  </a:lnTo>
                  <a:close/>
                </a:path>
                <a:path w="29210" h="1228089">
                  <a:moveTo>
                    <a:pt x="29210" y="1076960"/>
                  </a:moveTo>
                  <a:lnTo>
                    <a:pt x="0" y="1076960"/>
                  </a:lnTo>
                  <a:lnTo>
                    <a:pt x="0" y="1087120"/>
                  </a:lnTo>
                  <a:lnTo>
                    <a:pt x="29210" y="1087120"/>
                  </a:lnTo>
                  <a:lnTo>
                    <a:pt x="29210" y="1076960"/>
                  </a:lnTo>
                  <a:close/>
                </a:path>
                <a:path w="29210" h="1228089">
                  <a:moveTo>
                    <a:pt x="29210" y="1087120"/>
                  </a:moveTo>
                  <a:lnTo>
                    <a:pt x="0" y="1087120"/>
                  </a:lnTo>
                  <a:lnTo>
                    <a:pt x="0" y="1089660"/>
                  </a:lnTo>
                  <a:lnTo>
                    <a:pt x="29210" y="1089660"/>
                  </a:lnTo>
                  <a:lnTo>
                    <a:pt x="29210" y="1087120"/>
                  </a:lnTo>
                  <a:close/>
                </a:path>
                <a:path w="29210" h="1228089">
                  <a:moveTo>
                    <a:pt x="29210" y="1089660"/>
                  </a:moveTo>
                  <a:lnTo>
                    <a:pt x="0" y="1089660"/>
                  </a:lnTo>
                  <a:lnTo>
                    <a:pt x="0" y="1093470"/>
                  </a:lnTo>
                  <a:lnTo>
                    <a:pt x="29210" y="1093470"/>
                  </a:lnTo>
                  <a:lnTo>
                    <a:pt x="29210" y="1089660"/>
                  </a:lnTo>
                  <a:close/>
                </a:path>
                <a:path w="29210" h="1228089">
                  <a:moveTo>
                    <a:pt x="29210" y="1093470"/>
                  </a:moveTo>
                  <a:lnTo>
                    <a:pt x="0" y="1093470"/>
                  </a:lnTo>
                  <a:lnTo>
                    <a:pt x="0" y="1102360"/>
                  </a:lnTo>
                  <a:lnTo>
                    <a:pt x="29210" y="1102360"/>
                  </a:lnTo>
                  <a:lnTo>
                    <a:pt x="29210" y="1093470"/>
                  </a:lnTo>
                  <a:close/>
                </a:path>
                <a:path w="29210" h="1228089">
                  <a:moveTo>
                    <a:pt x="29210" y="1102360"/>
                  </a:moveTo>
                  <a:lnTo>
                    <a:pt x="0" y="1102360"/>
                  </a:lnTo>
                  <a:lnTo>
                    <a:pt x="0" y="1108710"/>
                  </a:lnTo>
                  <a:lnTo>
                    <a:pt x="29210" y="1108710"/>
                  </a:lnTo>
                  <a:lnTo>
                    <a:pt x="29210" y="1102360"/>
                  </a:lnTo>
                  <a:close/>
                </a:path>
                <a:path w="29210" h="1228089">
                  <a:moveTo>
                    <a:pt x="29210" y="1108710"/>
                  </a:moveTo>
                  <a:lnTo>
                    <a:pt x="0" y="1108710"/>
                  </a:lnTo>
                  <a:lnTo>
                    <a:pt x="0" y="1112520"/>
                  </a:lnTo>
                  <a:lnTo>
                    <a:pt x="29210" y="1112520"/>
                  </a:lnTo>
                  <a:lnTo>
                    <a:pt x="29210" y="1108710"/>
                  </a:lnTo>
                  <a:close/>
                </a:path>
                <a:path w="29210" h="1228089">
                  <a:moveTo>
                    <a:pt x="29210" y="1112520"/>
                  </a:moveTo>
                  <a:lnTo>
                    <a:pt x="0" y="1112520"/>
                  </a:lnTo>
                  <a:lnTo>
                    <a:pt x="0" y="1115060"/>
                  </a:lnTo>
                  <a:lnTo>
                    <a:pt x="29210" y="1115060"/>
                  </a:lnTo>
                  <a:lnTo>
                    <a:pt x="29210" y="1112520"/>
                  </a:lnTo>
                  <a:close/>
                </a:path>
                <a:path w="29210" h="1228089">
                  <a:moveTo>
                    <a:pt x="29210" y="1115060"/>
                  </a:moveTo>
                  <a:lnTo>
                    <a:pt x="0" y="1115060"/>
                  </a:lnTo>
                  <a:lnTo>
                    <a:pt x="0" y="1118870"/>
                  </a:lnTo>
                  <a:lnTo>
                    <a:pt x="29210" y="1118870"/>
                  </a:lnTo>
                  <a:lnTo>
                    <a:pt x="29210" y="1115060"/>
                  </a:lnTo>
                  <a:close/>
                </a:path>
                <a:path w="29210" h="1228089">
                  <a:moveTo>
                    <a:pt x="29210" y="1118870"/>
                  </a:moveTo>
                  <a:lnTo>
                    <a:pt x="0" y="1118870"/>
                  </a:lnTo>
                  <a:lnTo>
                    <a:pt x="0" y="1127760"/>
                  </a:lnTo>
                  <a:lnTo>
                    <a:pt x="29210" y="1127760"/>
                  </a:lnTo>
                  <a:lnTo>
                    <a:pt x="29210" y="1118870"/>
                  </a:lnTo>
                  <a:close/>
                </a:path>
                <a:path w="29210" h="1228089">
                  <a:moveTo>
                    <a:pt x="29210" y="1127760"/>
                  </a:moveTo>
                  <a:lnTo>
                    <a:pt x="0" y="1127760"/>
                  </a:lnTo>
                  <a:lnTo>
                    <a:pt x="0" y="1134110"/>
                  </a:lnTo>
                  <a:lnTo>
                    <a:pt x="29210" y="1134110"/>
                  </a:lnTo>
                  <a:lnTo>
                    <a:pt x="29210" y="1127760"/>
                  </a:lnTo>
                  <a:close/>
                </a:path>
                <a:path w="29210" h="1228089">
                  <a:moveTo>
                    <a:pt x="29210" y="1134110"/>
                  </a:moveTo>
                  <a:lnTo>
                    <a:pt x="0" y="1134110"/>
                  </a:lnTo>
                  <a:lnTo>
                    <a:pt x="0" y="1137920"/>
                  </a:lnTo>
                  <a:lnTo>
                    <a:pt x="29210" y="1137920"/>
                  </a:lnTo>
                  <a:lnTo>
                    <a:pt x="29210" y="1134110"/>
                  </a:lnTo>
                  <a:close/>
                </a:path>
                <a:path w="29210" h="1228089">
                  <a:moveTo>
                    <a:pt x="29210" y="1137920"/>
                  </a:moveTo>
                  <a:lnTo>
                    <a:pt x="0" y="1137920"/>
                  </a:lnTo>
                  <a:lnTo>
                    <a:pt x="0" y="1140460"/>
                  </a:lnTo>
                  <a:lnTo>
                    <a:pt x="29210" y="1140460"/>
                  </a:lnTo>
                  <a:lnTo>
                    <a:pt x="29210" y="1137920"/>
                  </a:lnTo>
                  <a:close/>
                </a:path>
                <a:path w="29210" h="1228089">
                  <a:moveTo>
                    <a:pt x="29210" y="1140460"/>
                  </a:moveTo>
                  <a:lnTo>
                    <a:pt x="0" y="1140460"/>
                  </a:lnTo>
                  <a:lnTo>
                    <a:pt x="0" y="1146810"/>
                  </a:lnTo>
                  <a:lnTo>
                    <a:pt x="29210" y="1146810"/>
                  </a:lnTo>
                  <a:lnTo>
                    <a:pt x="29210" y="1140460"/>
                  </a:lnTo>
                  <a:close/>
                </a:path>
                <a:path w="29210" h="1228089">
                  <a:moveTo>
                    <a:pt x="29210" y="1146810"/>
                  </a:moveTo>
                  <a:lnTo>
                    <a:pt x="0" y="1146810"/>
                  </a:lnTo>
                  <a:lnTo>
                    <a:pt x="0" y="1150620"/>
                  </a:lnTo>
                  <a:lnTo>
                    <a:pt x="29210" y="1150620"/>
                  </a:lnTo>
                  <a:lnTo>
                    <a:pt x="29210" y="1146810"/>
                  </a:lnTo>
                  <a:close/>
                </a:path>
                <a:path w="29210" h="1228089">
                  <a:moveTo>
                    <a:pt x="29210" y="1150620"/>
                  </a:moveTo>
                  <a:lnTo>
                    <a:pt x="0" y="1150620"/>
                  </a:lnTo>
                  <a:lnTo>
                    <a:pt x="0" y="1153160"/>
                  </a:lnTo>
                  <a:lnTo>
                    <a:pt x="29210" y="1153160"/>
                  </a:lnTo>
                  <a:lnTo>
                    <a:pt x="29210" y="1150620"/>
                  </a:lnTo>
                  <a:close/>
                </a:path>
                <a:path w="29210" h="1228089">
                  <a:moveTo>
                    <a:pt x="29210" y="1153160"/>
                  </a:moveTo>
                  <a:lnTo>
                    <a:pt x="0" y="1153160"/>
                  </a:lnTo>
                  <a:lnTo>
                    <a:pt x="0" y="1159510"/>
                  </a:lnTo>
                  <a:lnTo>
                    <a:pt x="29210" y="1159510"/>
                  </a:lnTo>
                  <a:lnTo>
                    <a:pt x="29210" y="1153160"/>
                  </a:lnTo>
                  <a:close/>
                </a:path>
                <a:path w="29210" h="1228089">
                  <a:moveTo>
                    <a:pt x="29210" y="1159510"/>
                  </a:moveTo>
                  <a:lnTo>
                    <a:pt x="0" y="1159510"/>
                  </a:lnTo>
                  <a:lnTo>
                    <a:pt x="0" y="1163320"/>
                  </a:lnTo>
                  <a:lnTo>
                    <a:pt x="29210" y="1163320"/>
                  </a:lnTo>
                  <a:lnTo>
                    <a:pt x="29210" y="1159510"/>
                  </a:lnTo>
                  <a:close/>
                </a:path>
                <a:path w="29210" h="1228089">
                  <a:moveTo>
                    <a:pt x="29210" y="1163320"/>
                  </a:moveTo>
                  <a:lnTo>
                    <a:pt x="0" y="1163320"/>
                  </a:lnTo>
                  <a:lnTo>
                    <a:pt x="0" y="1169670"/>
                  </a:lnTo>
                  <a:lnTo>
                    <a:pt x="29210" y="1169670"/>
                  </a:lnTo>
                  <a:lnTo>
                    <a:pt x="29210" y="1163320"/>
                  </a:lnTo>
                  <a:close/>
                </a:path>
                <a:path w="29210" h="1228089">
                  <a:moveTo>
                    <a:pt x="29210" y="1169670"/>
                  </a:moveTo>
                  <a:lnTo>
                    <a:pt x="0" y="1169670"/>
                  </a:lnTo>
                  <a:lnTo>
                    <a:pt x="0" y="1172210"/>
                  </a:lnTo>
                  <a:lnTo>
                    <a:pt x="29210" y="1172210"/>
                  </a:lnTo>
                  <a:lnTo>
                    <a:pt x="29210" y="1169670"/>
                  </a:lnTo>
                  <a:close/>
                </a:path>
                <a:path w="29210" h="1228089">
                  <a:moveTo>
                    <a:pt x="29210" y="1172210"/>
                  </a:moveTo>
                  <a:lnTo>
                    <a:pt x="0" y="1172210"/>
                  </a:lnTo>
                  <a:lnTo>
                    <a:pt x="0" y="1176020"/>
                  </a:lnTo>
                  <a:lnTo>
                    <a:pt x="29210" y="1176020"/>
                  </a:lnTo>
                  <a:lnTo>
                    <a:pt x="29210" y="1172210"/>
                  </a:lnTo>
                  <a:close/>
                </a:path>
                <a:path w="29210" h="1228089">
                  <a:moveTo>
                    <a:pt x="29210" y="1176020"/>
                  </a:moveTo>
                  <a:lnTo>
                    <a:pt x="0" y="1176020"/>
                  </a:lnTo>
                  <a:lnTo>
                    <a:pt x="0" y="1182370"/>
                  </a:lnTo>
                  <a:lnTo>
                    <a:pt x="29210" y="1182370"/>
                  </a:lnTo>
                  <a:lnTo>
                    <a:pt x="29210" y="1176020"/>
                  </a:lnTo>
                  <a:close/>
                </a:path>
                <a:path w="29210" h="1228089">
                  <a:moveTo>
                    <a:pt x="29210" y="1182370"/>
                  </a:moveTo>
                  <a:lnTo>
                    <a:pt x="0" y="1182370"/>
                  </a:lnTo>
                  <a:lnTo>
                    <a:pt x="0" y="1191260"/>
                  </a:lnTo>
                  <a:lnTo>
                    <a:pt x="29210" y="1191260"/>
                  </a:lnTo>
                  <a:lnTo>
                    <a:pt x="29210" y="1182370"/>
                  </a:lnTo>
                  <a:close/>
                </a:path>
                <a:path w="29210" h="1228089">
                  <a:moveTo>
                    <a:pt x="29210" y="1191260"/>
                  </a:moveTo>
                  <a:lnTo>
                    <a:pt x="0" y="1191260"/>
                  </a:lnTo>
                  <a:lnTo>
                    <a:pt x="0" y="1201420"/>
                  </a:lnTo>
                  <a:lnTo>
                    <a:pt x="29210" y="1201420"/>
                  </a:lnTo>
                  <a:lnTo>
                    <a:pt x="29210" y="1191260"/>
                  </a:lnTo>
                  <a:close/>
                </a:path>
                <a:path w="29210" h="1228089">
                  <a:moveTo>
                    <a:pt x="27940" y="1201420"/>
                  </a:moveTo>
                  <a:lnTo>
                    <a:pt x="0" y="1201420"/>
                  </a:lnTo>
                  <a:lnTo>
                    <a:pt x="0" y="1203960"/>
                  </a:lnTo>
                  <a:lnTo>
                    <a:pt x="26670" y="1203960"/>
                  </a:lnTo>
                  <a:lnTo>
                    <a:pt x="26670" y="1202690"/>
                  </a:lnTo>
                  <a:lnTo>
                    <a:pt x="27940" y="1202690"/>
                  </a:lnTo>
                  <a:lnTo>
                    <a:pt x="27940" y="1201420"/>
                  </a:lnTo>
                  <a:close/>
                </a:path>
                <a:path w="29210" h="1228089">
                  <a:moveTo>
                    <a:pt x="25400" y="1203960"/>
                  </a:moveTo>
                  <a:lnTo>
                    <a:pt x="0" y="1203960"/>
                  </a:lnTo>
                  <a:lnTo>
                    <a:pt x="0" y="1207770"/>
                  </a:lnTo>
                  <a:lnTo>
                    <a:pt x="21590" y="1207770"/>
                  </a:lnTo>
                  <a:lnTo>
                    <a:pt x="21590" y="1206500"/>
                  </a:lnTo>
                  <a:lnTo>
                    <a:pt x="24130" y="1206500"/>
                  </a:lnTo>
                  <a:lnTo>
                    <a:pt x="24130" y="1205230"/>
                  </a:lnTo>
                  <a:lnTo>
                    <a:pt x="25400" y="1205230"/>
                  </a:lnTo>
                  <a:lnTo>
                    <a:pt x="25400" y="1203960"/>
                  </a:lnTo>
                  <a:close/>
                </a:path>
                <a:path w="29210" h="1228089">
                  <a:moveTo>
                    <a:pt x="20320" y="1207770"/>
                  </a:moveTo>
                  <a:lnTo>
                    <a:pt x="0" y="1207770"/>
                  </a:lnTo>
                  <a:lnTo>
                    <a:pt x="0" y="1210310"/>
                  </a:lnTo>
                  <a:lnTo>
                    <a:pt x="19050" y="1210310"/>
                  </a:lnTo>
                  <a:lnTo>
                    <a:pt x="19050" y="1209040"/>
                  </a:lnTo>
                  <a:lnTo>
                    <a:pt x="20320" y="1209040"/>
                  </a:lnTo>
                  <a:lnTo>
                    <a:pt x="20320" y="1207770"/>
                  </a:lnTo>
                  <a:close/>
                </a:path>
                <a:path w="29210" h="1228089">
                  <a:moveTo>
                    <a:pt x="17780" y="1210310"/>
                  </a:moveTo>
                  <a:lnTo>
                    <a:pt x="0" y="1210310"/>
                  </a:lnTo>
                  <a:lnTo>
                    <a:pt x="0" y="1214120"/>
                  </a:lnTo>
                  <a:lnTo>
                    <a:pt x="15240" y="1214120"/>
                  </a:lnTo>
                  <a:lnTo>
                    <a:pt x="15240" y="1212850"/>
                  </a:lnTo>
                  <a:lnTo>
                    <a:pt x="16510" y="1212850"/>
                  </a:lnTo>
                  <a:lnTo>
                    <a:pt x="16510" y="1211580"/>
                  </a:lnTo>
                  <a:lnTo>
                    <a:pt x="17780" y="1211580"/>
                  </a:lnTo>
                  <a:lnTo>
                    <a:pt x="17780" y="1210310"/>
                  </a:lnTo>
                  <a:close/>
                </a:path>
                <a:path w="29210" h="1228089">
                  <a:moveTo>
                    <a:pt x="13970" y="1214120"/>
                  </a:moveTo>
                  <a:lnTo>
                    <a:pt x="0" y="1214120"/>
                  </a:lnTo>
                  <a:lnTo>
                    <a:pt x="0" y="1216660"/>
                  </a:lnTo>
                  <a:lnTo>
                    <a:pt x="12700" y="1216660"/>
                  </a:lnTo>
                  <a:lnTo>
                    <a:pt x="12700" y="1215390"/>
                  </a:lnTo>
                  <a:lnTo>
                    <a:pt x="13970" y="1215390"/>
                  </a:lnTo>
                  <a:lnTo>
                    <a:pt x="13970" y="1214120"/>
                  </a:lnTo>
                  <a:close/>
                </a:path>
                <a:path w="29210" h="1228089">
                  <a:moveTo>
                    <a:pt x="11430" y="1216660"/>
                  </a:moveTo>
                  <a:lnTo>
                    <a:pt x="0" y="1216660"/>
                  </a:lnTo>
                  <a:lnTo>
                    <a:pt x="0" y="1220470"/>
                  </a:lnTo>
                  <a:lnTo>
                    <a:pt x="8890" y="1220470"/>
                  </a:lnTo>
                  <a:lnTo>
                    <a:pt x="8890" y="1219200"/>
                  </a:lnTo>
                  <a:lnTo>
                    <a:pt x="10160" y="1219200"/>
                  </a:lnTo>
                  <a:lnTo>
                    <a:pt x="10160" y="1217930"/>
                  </a:lnTo>
                  <a:lnTo>
                    <a:pt x="11430" y="1217930"/>
                  </a:lnTo>
                  <a:lnTo>
                    <a:pt x="11430" y="1216660"/>
                  </a:lnTo>
                  <a:close/>
                </a:path>
                <a:path w="29210" h="1228089">
                  <a:moveTo>
                    <a:pt x="7620" y="1220470"/>
                  </a:moveTo>
                  <a:lnTo>
                    <a:pt x="0" y="1220470"/>
                  </a:lnTo>
                  <a:lnTo>
                    <a:pt x="0" y="1223010"/>
                  </a:lnTo>
                  <a:lnTo>
                    <a:pt x="6350" y="1223010"/>
                  </a:lnTo>
                  <a:lnTo>
                    <a:pt x="6350" y="1221740"/>
                  </a:lnTo>
                  <a:lnTo>
                    <a:pt x="7620" y="1221740"/>
                  </a:lnTo>
                  <a:lnTo>
                    <a:pt x="7620" y="1220470"/>
                  </a:lnTo>
                  <a:close/>
                </a:path>
                <a:path w="29210" h="1228089">
                  <a:moveTo>
                    <a:pt x="5080" y="1223010"/>
                  </a:moveTo>
                  <a:lnTo>
                    <a:pt x="0" y="1223010"/>
                  </a:lnTo>
                  <a:lnTo>
                    <a:pt x="0" y="1226820"/>
                  </a:lnTo>
                  <a:lnTo>
                    <a:pt x="2540" y="1226820"/>
                  </a:lnTo>
                  <a:lnTo>
                    <a:pt x="2540" y="1225550"/>
                  </a:lnTo>
                  <a:lnTo>
                    <a:pt x="3810" y="1225550"/>
                  </a:lnTo>
                  <a:lnTo>
                    <a:pt x="3810" y="1224280"/>
                  </a:lnTo>
                  <a:lnTo>
                    <a:pt x="5080" y="1224280"/>
                  </a:lnTo>
                  <a:lnTo>
                    <a:pt x="5080" y="1223010"/>
                  </a:lnTo>
                  <a:close/>
                </a:path>
                <a:path w="29210" h="1228089">
                  <a:moveTo>
                    <a:pt x="1270" y="1226820"/>
                  </a:moveTo>
                  <a:lnTo>
                    <a:pt x="0" y="1226820"/>
                  </a:lnTo>
                  <a:lnTo>
                    <a:pt x="0" y="1228090"/>
                  </a:lnTo>
                  <a:lnTo>
                    <a:pt x="1270" y="1228090"/>
                  </a:lnTo>
                  <a:lnTo>
                    <a:pt x="1270" y="1226820"/>
                  </a:lnTo>
                  <a:close/>
                </a:path>
              </a:pathLst>
            </a:custGeom>
            <a:solidFill>
              <a:srgbClr val="2A55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7" name="object 3797"/>
            <p:cNvSpPr/>
            <p:nvPr/>
          </p:nvSpPr>
          <p:spPr>
            <a:xfrm>
              <a:off x="5171439" y="4771390"/>
              <a:ext cx="27940" cy="1172210"/>
            </a:xfrm>
            <a:custGeom>
              <a:avLst/>
              <a:gdLst/>
              <a:ahLst/>
              <a:cxnLst/>
              <a:rect l="l" t="t" r="r" b="b"/>
              <a:pathLst>
                <a:path w="27939" h="1172210">
                  <a:moveTo>
                    <a:pt x="127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6350" y="6349"/>
                  </a:lnTo>
                  <a:lnTo>
                    <a:pt x="6350" y="5079"/>
                  </a:lnTo>
                  <a:lnTo>
                    <a:pt x="5080" y="5079"/>
                  </a:lnTo>
                  <a:lnTo>
                    <a:pt x="5080" y="3809"/>
                  </a:lnTo>
                  <a:lnTo>
                    <a:pt x="3810" y="3809"/>
                  </a:lnTo>
                  <a:lnTo>
                    <a:pt x="3810" y="2539"/>
                  </a:lnTo>
                  <a:lnTo>
                    <a:pt x="2539" y="2539"/>
                  </a:lnTo>
                  <a:lnTo>
                    <a:pt x="2539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27939" h="1172210">
                  <a:moveTo>
                    <a:pt x="7620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12700" y="12699"/>
                  </a:lnTo>
                  <a:lnTo>
                    <a:pt x="12700" y="11429"/>
                  </a:lnTo>
                  <a:lnTo>
                    <a:pt x="11430" y="11429"/>
                  </a:lnTo>
                  <a:lnTo>
                    <a:pt x="11430" y="10159"/>
                  </a:lnTo>
                  <a:lnTo>
                    <a:pt x="10160" y="10159"/>
                  </a:lnTo>
                  <a:lnTo>
                    <a:pt x="10160" y="8889"/>
                  </a:lnTo>
                  <a:lnTo>
                    <a:pt x="8889" y="8889"/>
                  </a:lnTo>
                  <a:lnTo>
                    <a:pt x="8889" y="7619"/>
                  </a:lnTo>
                  <a:lnTo>
                    <a:pt x="7620" y="7619"/>
                  </a:lnTo>
                  <a:lnTo>
                    <a:pt x="7620" y="6349"/>
                  </a:lnTo>
                  <a:close/>
                </a:path>
                <a:path w="27939" h="1172210">
                  <a:moveTo>
                    <a:pt x="1523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20320" y="19049"/>
                  </a:lnTo>
                  <a:lnTo>
                    <a:pt x="20320" y="17779"/>
                  </a:lnTo>
                  <a:lnTo>
                    <a:pt x="19050" y="17779"/>
                  </a:lnTo>
                  <a:lnTo>
                    <a:pt x="19050" y="16509"/>
                  </a:lnTo>
                  <a:lnTo>
                    <a:pt x="17780" y="16509"/>
                  </a:lnTo>
                  <a:lnTo>
                    <a:pt x="17780" y="15239"/>
                  </a:lnTo>
                  <a:lnTo>
                    <a:pt x="16510" y="15239"/>
                  </a:lnTo>
                  <a:lnTo>
                    <a:pt x="16510" y="13969"/>
                  </a:lnTo>
                  <a:lnTo>
                    <a:pt x="15239" y="13969"/>
                  </a:lnTo>
                  <a:lnTo>
                    <a:pt x="15239" y="12699"/>
                  </a:lnTo>
                  <a:close/>
                </a:path>
                <a:path w="27939" h="1172210">
                  <a:moveTo>
                    <a:pt x="21589" y="19049"/>
                  </a:moveTo>
                  <a:lnTo>
                    <a:pt x="0" y="19049"/>
                  </a:lnTo>
                  <a:lnTo>
                    <a:pt x="0" y="31749"/>
                  </a:lnTo>
                  <a:lnTo>
                    <a:pt x="27939" y="31749"/>
                  </a:lnTo>
                  <a:lnTo>
                    <a:pt x="27939" y="25399"/>
                  </a:lnTo>
                  <a:lnTo>
                    <a:pt x="26670" y="25399"/>
                  </a:lnTo>
                  <a:lnTo>
                    <a:pt x="26670" y="24129"/>
                  </a:lnTo>
                  <a:lnTo>
                    <a:pt x="25400" y="24129"/>
                  </a:lnTo>
                  <a:lnTo>
                    <a:pt x="25400" y="22859"/>
                  </a:lnTo>
                  <a:lnTo>
                    <a:pt x="24130" y="22859"/>
                  </a:lnTo>
                  <a:lnTo>
                    <a:pt x="24130" y="21589"/>
                  </a:lnTo>
                  <a:lnTo>
                    <a:pt x="22860" y="21589"/>
                  </a:lnTo>
                  <a:lnTo>
                    <a:pt x="22860" y="20319"/>
                  </a:lnTo>
                  <a:lnTo>
                    <a:pt x="21589" y="20319"/>
                  </a:lnTo>
                  <a:lnTo>
                    <a:pt x="21589" y="19049"/>
                  </a:lnTo>
                  <a:close/>
                </a:path>
                <a:path w="27939" h="1172210">
                  <a:moveTo>
                    <a:pt x="27939" y="31750"/>
                  </a:moveTo>
                  <a:lnTo>
                    <a:pt x="0" y="31750"/>
                  </a:lnTo>
                  <a:lnTo>
                    <a:pt x="0" y="38099"/>
                  </a:lnTo>
                  <a:lnTo>
                    <a:pt x="27939" y="38099"/>
                  </a:lnTo>
                  <a:lnTo>
                    <a:pt x="27939" y="31750"/>
                  </a:lnTo>
                  <a:close/>
                </a:path>
                <a:path w="27939" h="1172210">
                  <a:moveTo>
                    <a:pt x="27939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27939" y="44449"/>
                  </a:lnTo>
                  <a:lnTo>
                    <a:pt x="27939" y="38099"/>
                  </a:lnTo>
                  <a:close/>
                </a:path>
                <a:path w="27939" h="1172210">
                  <a:moveTo>
                    <a:pt x="27939" y="44449"/>
                  </a:moveTo>
                  <a:lnTo>
                    <a:pt x="0" y="44449"/>
                  </a:lnTo>
                  <a:lnTo>
                    <a:pt x="0" y="63499"/>
                  </a:lnTo>
                  <a:lnTo>
                    <a:pt x="27939" y="63499"/>
                  </a:lnTo>
                  <a:lnTo>
                    <a:pt x="27939" y="44449"/>
                  </a:lnTo>
                  <a:close/>
                </a:path>
                <a:path w="27939" h="1172210">
                  <a:moveTo>
                    <a:pt x="27939" y="63499"/>
                  </a:moveTo>
                  <a:lnTo>
                    <a:pt x="0" y="63499"/>
                  </a:lnTo>
                  <a:lnTo>
                    <a:pt x="0" y="69849"/>
                  </a:lnTo>
                  <a:lnTo>
                    <a:pt x="27939" y="69849"/>
                  </a:lnTo>
                  <a:lnTo>
                    <a:pt x="27939" y="63499"/>
                  </a:lnTo>
                  <a:close/>
                </a:path>
                <a:path w="27939" h="1172210">
                  <a:moveTo>
                    <a:pt x="27939" y="69850"/>
                  </a:moveTo>
                  <a:lnTo>
                    <a:pt x="0" y="69850"/>
                  </a:lnTo>
                  <a:lnTo>
                    <a:pt x="0" y="76199"/>
                  </a:lnTo>
                  <a:lnTo>
                    <a:pt x="27939" y="76199"/>
                  </a:lnTo>
                  <a:lnTo>
                    <a:pt x="27939" y="69850"/>
                  </a:lnTo>
                  <a:close/>
                </a:path>
                <a:path w="27939" h="1172210">
                  <a:moveTo>
                    <a:pt x="27939" y="76199"/>
                  </a:moveTo>
                  <a:lnTo>
                    <a:pt x="0" y="76199"/>
                  </a:lnTo>
                  <a:lnTo>
                    <a:pt x="0" y="82549"/>
                  </a:lnTo>
                  <a:lnTo>
                    <a:pt x="27939" y="82549"/>
                  </a:lnTo>
                  <a:lnTo>
                    <a:pt x="27939" y="76199"/>
                  </a:lnTo>
                  <a:close/>
                </a:path>
                <a:path w="27939" h="1172210">
                  <a:moveTo>
                    <a:pt x="27939" y="82549"/>
                  </a:moveTo>
                  <a:lnTo>
                    <a:pt x="0" y="82549"/>
                  </a:lnTo>
                  <a:lnTo>
                    <a:pt x="0" y="88899"/>
                  </a:lnTo>
                  <a:lnTo>
                    <a:pt x="27939" y="88899"/>
                  </a:lnTo>
                  <a:lnTo>
                    <a:pt x="27939" y="82549"/>
                  </a:lnTo>
                  <a:close/>
                </a:path>
                <a:path w="27939" h="1172210">
                  <a:moveTo>
                    <a:pt x="27939" y="88900"/>
                  </a:moveTo>
                  <a:lnTo>
                    <a:pt x="0" y="88900"/>
                  </a:lnTo>
                  <a:lnTo>
                    <a:pt x="0" y="95249"/>
                  </a:lnTo>
                  <a:lnTo>
                    <a:pt x="27939" y="95249"/>
                  </a:lnTo>
                  <a:lnTo>
                    <a:pt x="27939" y="88900"/>
                  </a:lnTo>
                  <a:close/>
                </a:path>
                <a:path w="27939" h="1172210">
                  <a:moveTo>
                    <a:pt x="27939" y="95249"/>
                  </a:moveTo>
                  <a:lnTo>
                    <a:pt x="0" y="95249"/>
                  </a:lnTo>
                  <a:lnTo>
                    <a:pt x="0" y="101599"/>
                  </a:lnTo>
                  <a:lnTo>
                    <a:pt x="27939" y="101599"/>
                  </a:lnTo>
                  <a:lnTo>
                    <a:pt x="27939" y="95249"/>
                  </a:lnTo>
                  <a:close/>
                </a:path>
                <a:path w="27939" h="1172210">
                  <a:moveTo>
                    <a:pt x="27939" y="101599"/>
                  </a:moveTo>
                  <a:lnTo>
                    <a:pt x="0" y="101599"/>
                  </a:lnTo>
                  <a:lnTo>
                    <a:pt x="0" y="107949"/>
                  </a:lnTo>
                  <a:lnTo>
                    <a:pt x="27939" y="107949"/>
                  </a:lnTo>
                  <a:lnTo>
                    <a:pt x="27939" y="101599"/>
                  </a:lnTo>
                  <a:close/>
                </a:path>
                <a:path w="27939" h="1172210">
                  <a:moveTo>
                    <a:pt x="27939" y="107949"/>
                  </a:moveTo>
                  <a:lnTo>
                    <a:pt x="0" y="107949"/>
                  </a:lnTo>
                  <a:lnTo>
                    <a:pt x="0" y="120649"/>
                  </a:lnTo>
                  <a:lnTo>
                    <a:pt x="27939" y="120649"/>
                  </a:lnTo>
                  <a:lnTo>
                    <a:pt x="27939" y="107949"/>
                  </a:lnTo>
                  <a:close/>
                </a:path>
                <a:path w="27939" h="1172210">
                  <a:moveTo>
                    <a:pt x="27939" y="120649"/>
                  </a:moveTo>
                  <a:lnTo>
                    <a:pt x="0" y="120649"/>
                  </a:lnTo>
                  <a:lnTo>
                    <a:pt x="0" y="126999"/>
                  </a:lnTo>
                  <a:lnTo>
                    <a:pt x="27939" y="126999"/>
                  </a:lnTo>
                  <a:lnTo>
                    <a:pt x="27939" y="120649"/>
                  </a:lnTo>
                  <a:close/>
                </a:path>
                <a:path w="27939" h="1172210">
                  <a:moveTo>
                    <a:pt x="27939" y="127000"/>
                  </a:moveTo>
                  <a:lnTo>
                    <a:pt x="0" y="127000"/>
                  </a:lnTo>
                  <a:lnTo>
                    <a:pt x="0" y="133349"/>
                  </a:lnTo>
                  <a:lnTo>
                    <a:pt x="27939" y="133349"/>
                  </a:lnTo>
                  <a:lnTo>
                    <a:pt x="27939" y="127000"/>
                  </a:lnTo>
                  <a:close/>
                </a:path>
                <a:path w="27939" h="1172210">
                  <a:moveTo>
                    <a:pt x="27939" y="133349"/>
                  </a:moveTo>
                  <a:lnTo>
                    <a:pt x="0" y="133349"/>
                  </a:lnTo>
                  <a:lnTo>
                    <a:pt x="0" y="139699"/>
                  </a:lnTo>
                  <a:lnTo>
                    <a:pt x="27939" y="139699"/>
                  </a:lnTo>
                  <a:lnTo>
                    <a:pt x="27939" y="133349"/>
                  </a:lnTo>
                  <a:close/>
                </a:path>
                <a:path w="27939" h="1172210">
                  <a:moveTo>
                    <a:pt x="27939" y="139699"/>
                  </a:moveTo>
                  <a:lnTo>
                    <a:pt x="0" y="139699"/>
                  </a:lnTo>
                  <a:lnTo>
                    <a:pt x="0" y="146049"/>
                  </a:lnTo>
                  <a:lnTo>
                    <a:pt x="27939" y="146049"/>
                  </a:lnTo>
                  <a:lnTo>
                    <a:pt x="27939" y="139699"/>
                  </a:lnTo>
                  <a:close/>
                </a:path>
                <a:path w="27939" h="1172210">
                  <a:moveTo>
                    <a:pt x="27939" y="146049"/>
                  </a:moveTo>
                  <a:lnTo>
                    <a:pt x="0" y="146049"/>
                  </a:lnTo>
                  <a:lnTo>
                    <a:pt x="0" y="152399"/>
                  </a:lnTo>
                  <a:lnTo>
                    <a:pt x="27939" y="152399"/>
                  </a:lnTo>
                  <a:lnTo>
                    <a:pt x="27939" y="146049"/>
                  </a:lnTo>
                  <a:close/>
                </a:path>
                <a:path w="27939" h="1172210">
                  <a:moveTo>
                    <a:pt x="27939" y="152399"/>
                  </a:moveTo>
                  <a:lnTo>
                    <a:pt x="0" y="152399"/>
                  </a:lnTo>
                  <a:lnTo>
                    <a:pt x="0" y="158749"/>
                  </a:lnTo>
                  <a:lnTo>
                    <a:pt x="27939" y="158749"/>
                  </a:lnTo>
                  <a:lnTo>
                    <a:pt x="27939" y="152399"/>
                  </a:lnTo>
                  <a:close/>
                </a:path>
                <a:path w="27939" h="1172210">
                  <a:moveTo>
                    <a:pt x="27939" y="158749"/>
                  </a:moveTo>
                  <a:lnTo>
                    <a:pt x="0" y="158749"/>
                  </a:lnTo>
                  <a:lnTo>
                    <a:pt x="0" y="165099"/>
                  </a:lnTo>
                  <a:lnTo>
                    <a:pt x="27939" y="165099"/>
                  </a:lnTo>
                  <a:lnTo>
                    <a:pt x="27939" y="158749"/>
                  </a:lnTo>
                  <a:close/>
                </a:path>
                <a:path w="27939" h="1172210">
                  <a:moveTo>
                    <a:pt x="27939" y="165099"/>
                  </a:moveTo>
                  <a:lnTo>
                    <a:pt x="0" y="165099"/>
                  </a:lnTo>
                  <a:lnTo>
                    <a:pt x="0" y="171449"/>
                  </a:lnTo>
                  <a:lnTo>
                    <a:pt x="27939" y="171449"/>
                  </a:lnTo>
                  <a:lnTo>
                    <a:pt x="27939" y="165099"/>
                  </a:lnTo>
                  <a:close/>
                </a:path>
                <a:path w="27939" h="1172210">
                  <a:moveTo>
                    <a:pt x="27939" y="171449"/>
                  </a:moveTo>
                  <a:lnTo>
                    <a:pt x="0" y="171449"/>
                  </a:lnTo>
                  <a:lnTo>
                    <a:pt x="0" y="190499"/>
                  </a:lnTo>
                  <a:lnTo>
                    <a:pt x="27939" y="190499"/>
                  </a:lnTo>
                  <a:lnTo>
                    <a:pt x="27939" y="171449"/>
                  </a:lnTo>
                  <a:close/>
                </a:path>
                <a:path w="27939" h="1172210">
                  <a:moveTo>
                    <a:pt x="27939" y="190499"/>
                  </a:moveTo>
                  <a:lnTo>
                    <a:pt x="0" y="190499"/>
                  </a:lnTo>
                  <a:lnTo>
                    <a:pt x="0" y="203199"/>
                  </a:lnTo>
                  <a:lnTo>
                    <a:pt x="27939" y="203199"/>
                  </a:lnTo>
                  <a:lnTo>
                    <a:pt x="27939" y="190499"/>
                  </a:lnTo>
                  <a:close/>
                </a:path>
                <a:path w="27939" h="1172210">
                  <a:moveTo>
                    <a:pt x="27939" y="203199"/>
                  </a:moveTo>
                  <a:lnTo>
                    <a:pt x="0" y="203199"/>
                  </a:lnTo>
                  <a:lnTo>
                    <a:pt x="0" y="209549"/>
                  </a:lnTo>
                  <a:lnTo>
                    <a:pt x="27939" y="209549"/>
                  </a:lnTo>
                  <a:lnTo>
                    <a:pt x="27939" y="203199"/>
                  </a:lnTo>
                  <a:close/>
                </a:path>
                <a:path w="27939" h="1172210">
                  <a:moveTo>
                    <a:pt x="27939" y="209549"/>
                  </a:moveTo>
                  <a:lnTo>
                    <a:pt x="0" y="209549"/>
                  </a:lnTo>
                  <a:lnTo>
                    <a:pt x="0" y="215899"/>
                  </a:lnTo>
                  <a:lnTo>
                    <a:pt x="27939" y="215899"/>
                  </a:lnTo>
                  <a:lnTo>
                    <a:pt x="27939" y="209549"/>
                  </a:lnTo>
                  <a:close/>
                </a:path>
                <a:path w="27939" h="1172210">
                  <a:moveTo>
                    <a:pt x="27939" y="215899"/>
                  </a:moveTo>
                  <a:lnTo>
                    <a:pt x="0" y="215899"/>
                  </a:lnTo>
                  <a:lnTo>
                    <a:pt x="0" y="222249"/>
                  </a:lnTo>
                  <a:lnTo>
                    <a:pt x="27939" y="222249"/>
                  </a:lnTo>
                  <a:lnTo>
                    <a:pt x="27939" y="215899"/>
                  </a:lnTo>
                  <a:close/>
                </a:path>
                <a:path w="27939" h="1172210">
                  <a:moveTo>
                    <a:pt x="27939" y="222249"/>
                  </a:moveTo>
                  <a:lnTo>
                    <a:pt x="0" y="222249"/>
                  </a:lnTo>
                  <a:lnTo>
                    <a:pt x="0" y="228599"/>
                  </a:lnTo>
                  <a:lnTo>
                    <a:pt x="27939" y="228599"/>
                  </a:lnTo>
                  <a:lnTo>
                    <a:pt x="27939" y="222249"/>
                  </a:lnTo>
                  <a:close/>
                </a:path>
                <a:path w="27939" h="1172210">
                  <a:moveTo>
                    <a:pt x="27939" y="228600"/>
                  </a:moveTo>
                  <a:lnTo>
                    <a:pt x="0" y="228600"/>
                  </a:lnTo>
                  <a:lnTo>
                    <a:pt x="0" y="241299"/>
                  </a:lnTo>
                  <a:lnTo>
                    <a:pt x="27939" y="241299"/>
                  </a:lnTo>
                  <a:lnTo>
                    <a:pt x="27939" y="228600"/>
                  </a:lnTo>
                  <a:close/>
                </a:path>
                <a:path w="27939" h="1172210">
                  <a:moveTo>
                    <a:pt x="27939" y="241299"/>
                  </a:moveTo>
                  <a:lnTo>
                    <a:pt x="0" y="241299"/>
                  </a:lnTo>
                  <a:lnTo>
                    <a:pt x="0" y="247649"/>
                  </a:lnTo>
                  <a:lnTo>
                    <a:pt x="27939" y="247649"/>
                  </a:lnTo>
                  <a:lnTo>
                    <a:pt x="27939" y="241299"/>
                  </a:lnTo>
                  <a:close/>
                </a:path>
                <a:path w="27939" h="1172210">
                  <a:moveTo>
                    <a:pt x="27939" y="247649"/>
                  </a:moveTo>
                  <a:lnTo>
                    <a:pt x="0" y="247649"/>
                  </a:lnTo>
                  <a:lnTo>
                    <a:pt x="0" y="253999"/>
                  </a:lnTo>
                  <a:lnTo>
                    <a:pt x="27939" y="253999"/>
                  </a:lnTo>
                  <a:lnTo>
                    <a:pt x="27939" y="247649"/>
                  </a:lnTo>
                  <a:close/>
                </a:path>
                <a:path w="27939" h="1172210">
                  <a:moveTo>
                    <a:pt x="27939" y="253999"/>
                  </a:moveTo>
                  <a:lnTo>
                    <a:pt x="0" y="253999"/>
                  </a:lnTo>
                  <a:lnTo>
                    <a:pt x="0" y="260349"/>
                  </a:lnTo>
                  <a:lnTo>
                    <a:pt x="27939" y="260349"/>
                  </a:lnTo>
                  <a:lnTo>
                    <a:pt x="27939" y="253999"/>
                  </a:lnTo>
                  <a:close/>
                </a:path>
                <a:path w="27939" h="1172210">
                  <a:moveTo>
                    <a:pt x="27939" y="260349"/>
                  </a:moveTo>
                  <a:lnTo>
                    <a:pt x="0" y="260349"/>
                  </a:lnTo>
                  <a:lnTo>
                    <a:pt x="0" y="266699"/>
                  </a:lnTo>
                  <a:lnTo>
                    <a:pt x="27939" y="266699"/>
                  </a:lnTo>
                  <a:lnTo>
                    <a:pt x="27939" y="260349"/>
                  </a:lnTo>
                  <a:close/>
                </a:path>
                <a:path w="27939" h="1172210">
                  <a:moveTo>
                    <a:pt x="27939" y="266699"/>
                  </a:moveTo>
                  <a:lnTo>
                    <a:pt x="0" y="266699"/>
                  </a:lnTo>
                  <a:lnTo>
                    <a:pt x="0" y="279399"/>
                  </a:lnTo>
                  <a:lnTo>
                    <a:pt x="27939" y="279399"/>
                  </a:lnTo>
                  <a:lnTo>
                    <a:pt x="27939" y="266699"/>
                  </a:lnTo>
                  <a:close/>
                </a:path>
                <a:path w="27939" h="1172210">
                  <a:moveTo>
                    <a:pt x="27939" y="279399"/>
                  </a:moveTo>
                  <a:lnTo>
                    <a:pt x="0" y="279399"/>
                  </a:lnTo>
                  <a:lnTo>
                    <a:pt x="0" y="285749"/>
                  </a:lnTo>
                  <a:lnTo>
                    <a:pt x="27939" y="285749"/>
                  </a:lnTo>
                  <a:lnTo>
                    <a:pt x="27939" y="279399"/>
                  </a:lnTo>
                  <a:close/>
                </a:path>
                <a:path w="27939" h="1172210">
                  <a:moveTo>
                    <a:pt x="27939" y="285749"/>
                  </a:moveTo>
                  <a:lnTo>
                    <a:pt x="0" y="285749"/>
                  </a:lnTo>
                  <a:lnTo>
                    <a:pt x="0" y="292099"/>
                  </a:lnTo>
                  <a:lnTo>
                    <a:pt x="27939" y="292099"/>
                  </a:lnTo>
                  <a:lnTo>
                    <a:pt x="27939" y="285749"/>
                  </a:lnTo>
                  <a:close/>
                </a:path>
                <a:path w="27939" h="1172210">
                  <a:moveTo>
                    <a:pt x="27939" y="292099"/>
                  </a:moveTo>
                  <a:lnTo>
                    <a:pt x="0" y="292099"/>
                  </a:lnTo>
                  <a:lnTo>
                    <a:pt x="0" y="298449"/>
                  </a:lnTo>
                  <a:lnTo>
                    <a:pt x="27939" y="298449"/>
                  </a:lnTo>
                  <a:lnTo>
                    <a:pt x="27939" y="292099"/>
                  </a:lnTo>
                  <a:close/>
                </a:path>
                <a:path w="27939" h="1172210">
                  <a:moveTo>
                    <a:pt x="27939" y="298449"/>
                  </a:moveTo>
                  <a:lnTo>
                    <a:pt x="0" y="298449"/>
                  </a:lnTo>
                  <a:lnTo>
                    <a:pt x="0" y="304799"/>
                  </a:lnTo>
                  <a:lnTo>
                    <a:pt x="27939" y="304799"/>
                  </a:lnTo>
                  <a:lnTo>
                    <a:pt x="27939" y="298449"/>
                  </a:lnTo>
                  <a:close/>
                </a:path>
                <a:path w="27939" h="1172210">
                  <a:moveTo>
                    <a:pt x="27939" y="304799"/>
                  </a:moveTo>
                  <a:lnTo>
                    <a:pt x="0" y="304799"/>
                  </a:lnTo>
                  <a:lnTo>
                    <a:pt x="0" y="311149"/>
                  </a:lnTo>
                  <a:lnTo>
                    <a:pt x="27939" y="311149"/>
                  </a:lnTo>
                  <a:lnTo>
                    <a:pt x="27939" y="304799"/>
                  </a:lnTo>
                  <a:close/>
                </a:path>
                <a:path w="27939" h="1172210">
                  <a:moveTo>
                    <a:pt x="27939" y="311149"/>
                  </a:moveTo>
                  <a:lnTo>
                    <a:pt x="0" y="311149"/>
                  </a:lnTo>
                  <a:lnTo>
                    <a:pt x="0" y="317499"/>
                  </a:lnTo>
                  <a:lnTo>
                    <a:pt x="27939" y="317499"/>
                  </a:lnTo>
                  <a:lnTo>
                    <a:pt x="27939" y="311149"/>
                  </a:lnTo>
                  <a:close/>
                </a:path>
                <a:path w="27939" h="1172210">
                  <a:moveTo>
                    <a:pt x="27939" y="317499"/>
                  </a:moveTo>
                  <a:lnTo>
                    <a:pt x="0" y="317499"/>
                  </a:lnTo>
                  <a:lnTo>
                    <a:pt x="0" y="323849"/>
                  </a:lnTo>
                  <a:lnTo>
                    <a:pt x="27939" y="323849"/>
                  </a:lnTo>
                  <a:lnTo>
                    <a:pt x="27939" y="317499"/>
                  </a:lnTo>
                  <a:close/>
                </a:path>
                <a:path w="27939" h="1172210">
                  <a:moveTo>
                    <a:pt x="27939" y="323850"/>
                  </a:moveTo>
                  <a:lnTo>
                    <a:pt x="0" y="323850"/>
                  </a:lnTo>
                  <a:lnTo>
                    <a:pt x="0" y="330199"/>
                  </a:lnTo>
                  <a:lnTo>
                    <a:pt x="27939" y="330199"/>
                  </a:lnTo>
                  <a:lnTo>
                    <a:pt x="27939" y="323850"/>
                  </a:lnTo>
                  <a:close/>
                </a:path>
                <a:path w="27939" h="1172210">
                  <a:moveTo>
                    <a:pt x="27939" y="330199"/>
                  </a:moveTo>
                  <a:lnTo>
                    <a:pt x="0" y="330199"/>
                  </a:lnTo>
                  <a:lnTo>
                    <a:pt x="0" y="342899"/>
                  </a:lnTo>
                  <a:lnTo>
                    <a:pt x="27939" y="342899"/>
                  </a:lnTo>
                  <a:lnTo>
                    <a:pt x="27939" y="330199"/>
                  </a:lnTo>
                  <a:close/>
                </a:path>
                <a:path w="27939" h="1172210">
                  <a:moveTo>
                    <a:pt x="27939" y="342899"/>
                  </a:moveTo>
                  <a:lnTo>
                    <a:pt x="0" y="342899"/>
                  </a:lnTo>
                  <a:lnTo>
                    <a:pt x="0" y="349249"/>
                  </a:lnTo>
                  <a:lnTo>
                    <a:pt x="27939" y="349249"/>
                  </a:lnTo>
                  <a:lnTo>
                    <a:pt x="27939" y="342899"/>
                  </a:lnTo>
                  <a:close/>
                </a:path>
                <a:path w="27939" h="1172210">
                  <a:moveTo>
                    <a:pt x="27939" y="349249"/>
                  </a:moveTo>
                  <a:lnTo>
                    <a:pt x="0" y="349249"/>
                  </a:lnTo>
                  <a:lnTo>
                    <a:pt x="0" y="355599"/>
                  </a:lnTo>
                  <a:lnTo>
                    <a:pt x="27939" y="355599"/>
                  </a:lnTo>
                  <a:lnTo>
                    <a:pt x="27939" y="349249"/>
                  </a:lnTo>
                  <a:close/>
                </a:path>
                <a:path w="27939" h="1172210">
                  <a:moveTo>
                    <a:pt x="27939" y="355599"/>
                  </a:moveTo>
                  <a:lnTo>
                    <a:pt x="0" y="355599"/>
                  </a:lnTo>
                  <a:lnTo>
                    <a:pt x="0" y="361949"/>
                  </a:lnTo>
                  <a:lnTo>
                    <a:pt x="27939" y="361949"/>
                  </a:lnTo>
                  <a:lnTo>
                    <a:pt x="27939" y="355599"/>
                  </a:lnTo>
                  <a:close/>
                </a:path>
                <a:path w="27939" h="1172210">
                  <a:moveTo>
                    <a:pt x="27939" y="361950"/>
                  </a:moveTo>
                  <a:lnTo>
                    <a:pt x="0" y="361950"/>
                  </a:lnTo>
                  <a:lnTo>
                    <a:pt x="0" y="368299"/>
                  </a:lnTo>
                  <a:lnTo>
                    <a:pt x="27939" y="368299"/>
                  </a:lnTo>
                  <a:lnTo>
                    <a:pt x="27939" y="361950"/>
                  </a:lnTo>
                  <a:close/>
                </a:path>
                <a:path w="27939" h="1172210">
                  <a:moveTo>
                    <a:pt x="27939" y="368299"/>
                  </a:moveTo>
                  <a:lnTo>
                    <a:pt x="0" y="368299"/>
                  </a:lnTo>
                  <a:lnTo>
                    <a:pt x="0" y="374649"/>
                  </a:lnTo>
                  <a:lnTo>
                    <a:pt x="27939" y="374649"/>
                  </a:lnTo>
                  <a:lnTo>
                    <a:pt x="27939" y="368299"/>
                  </a:lnTo>
                  <a:close/>
                </a:path>
                <a:path w="27939" h="1172210">
                  <a:moveTo>
                    <a:pt x="27939" y="374649"/>
                  </a:moveTo>
                  <a:lnTo>
                    <a:pt x="0" y="374649"/>
                  </a:lnTo>
                  <a:lnTo>
                    <a:pt x="0" y="380999"/>
                  </a:lnTo>
                  <a:lnTo>
                    <a:pt x="27939" y="380999"/>
                  </a:lnTo>
                  <a:lnTo>
                    <a:pt x="27939" y="374649"/>
                  </a:lnTo>
                  <a:close/>
                </a:path>
                <a:path w="27939" h="1172210">
                  <a:moveTo>
                    <a:pt x="27939" y="380999"/>
                  </a:moveTo>
                  <a:lnTo>
                    <a:pt x="0" y="380999"/>
                  </a:lnTo>
                  <a:lnTo>
                    <a:pt x="0" y="387349"/>
                  </a:lnTo>
                  <a:lnTo>
                    <a:pt x="27939" y="387349"/>
                  </a:lnTo>
                  <a:lnTo>
                    <a:pt x="27939" y="380999"/>
                  </a:lnTo>
                  <a:close/>
                </a:path>
                <a:path w="27939" h="1172210">
                  <a:moveTo>
                    <a:pt x="27939" y="387350"/>
                  </a:moveTo>
                  <a:lnTo>
                    <a:pt x="0" y="387350"/>
                  </a:lnTo>
                  <a:lnTo>
                    <a:pt x="0" y="393699"/>
                  </a:lnTo>
                  <a:lnTo>
                    <a:pt x="27939" y="393699"/>
                  </a:lnTo>
                  <a:lnTo>
                    <a:pt x="27939" y="387350"/>
                  </a:lnTo>
                  <a:close/>
                </a:path>
                <a:path w="27939" h="1172210">
                  <a:moveTo>
                    <a:pt x="27939" y="393699"/>
                  </a:moveTo>
                  <a:lnTo>
                    <a:pt x="0" y="393699"/>
                  </a:lnTo>
                  <a:lnTo>
                    <a:pt x="0" y="400049"/>
                  </a:lnTo>
                  <a:lnTo>
                    <a:pt x="27939" y="400049"/>
                  </a:lnTo>
                  <a:lnTo>
                    <a:pt x="27939" y="393699"/>
                  </a:lnTo>
                  <a:close/>
                </a:path>
                <a:path w="27939" h="1172210">
                  <a:moveTo>
                    <a:pt x="27939" y="400049"/>
                  </a:moveTo>
                  <a:lnTo>
                    <a:pt x="0" y="400049"/>
                  </a:lnTo>
                  <a:lnTo>
                    <a:pt x="0" y="412749"/>
                  </a:lnTo>
                  <a:lnTo>
                    <a:pt x="27939" y="412749"/>
                  </a:lnTo>
                  <a:lnTo>
                    <a:pt x="27939" y="400049"/>
                  </a:lnTo>
                  <a:close/>
                </a:path>
                <a:path w="27939" h="1172210">
                  <a:moveTo>
                    <a:pt x="27939" y="412749"/>
                  </a:moveTo>
                  <a:lnTo>
                    <a:pt x="0" y="412749"/>
                  </a:lnTo>
                  <a:lnTo>
                    <a:pt x="0" y="419099"/>
                  </a:lnTo>
                  <a:lnTo>
                    <a:pt x="27939" y="419099"/>
                  </a:lnTo>
                  <a:lnTo>
                    <a:pt x="27939" y="412749"/>
                  </a:lnTo>
                  <a:close/>
                </a:path>
                <a:path w="27939" h="1172210">
                  <a:moveTo>
                    <a:pt x="27939" y="419099"/>
                  </a:moveTo>
                  <a:lnTo>
                    <a:pt x="0" y="419099"/>
                  </a:lnTo>
                  <a:lnTo>
                    <a:pt x="0" y="425449"/>
                  </a:lnTo>
                  <a:lnTo>
                    <a:pt x="27939" y="425449"/>
                  </a:lnTo>
                  <a:lnTo>
                    <a:pt x="27939" y="419099"/>
                  </a:lnTo>
                  <a:close/>
                </a:path>
                <a:path w="27939" h="1172210">
                  <a:moveTo>
                    <a:pt x="27939" y="425449"/>
                  </a:moveTo>
                  <a:lnTo>
                    <a:pt x="0" y="425449"/>
                  </a:lnTo>
                  <a:lnTo>
                    <a:pt x="0" y="431799"/>
                  </a:lnTo>
                  <a:lnTo>
                    <a:pt x="27939" y="431799"/>
                  </a:lnTo>
                  <a:lnTo>
                    <a:pt x="27939" y="425449"/>
                  </a:lnTo>
                  <a:close/>
                </a:path>
                <a:path w="27939" h="1172210">
                  <a:moveTo>
                    <a:pt x="27939" y="431799"/>
                  </a:moveTo>
                  <a:lnTo>
                    <a:pt x="0" y="431799"/>
                  </a:lnTo>
                  <a:lnTo>
                    <a:pt x="0" y="438149"/>
                  </a:lnTo>
                  <a:lnTo>
                    <a:pt x="27939" y="438149"/>
                  </a:lnTo>
                  <a:lnTo>
                    <a:pt x="27939" y="431799"/>
                  </a:lnTo>
                  <a:close/>
                </a:path>
                <a:path w="27939" h="1172210">
                  <a:moveTo>
                    <a:pt x="27939" y="438149"/>
                  </a:moveTo>
                  <a:lnTo>
                    <a:pt x="0" y="438149"/>
                  </a:lnTo>
                  <a:lnTo>
                    <a:pt x="0" y="444499"/>
                  </a:lnTo>
                  <a:lnTo>
                    <a:pt x="27939" y="444499"/>
                  </a:lnTo>
                  <a:lnTo>
                    <a:pt x="27939" y="438149"/>
                  </a:lnTo>
                  <a:close/>
                </a:path>
                <a:path w="27939" h="1172210">
                  <a:moveTo>
                    <a:pt x="27939" y="444499"/>
                  </a:moveTo>
                  <a:lnTo>
                    <a:pt x="0" y="444499"/>
                  </a:lnTo>
                  <a:lnTo>
                    <a:pt x="0" y="450849"/>
                  </a:lnTo>
                  <a:lnTo>
                    <a:pt x="27939" y="450849"/>
                  </a:lnTo>
                  <a:lnTo>
                    <a:pt x="27939" y="444499"/>
                  </a:lnTo>
                  <a:close/>
                </a:path>
                <a:path w="27939" h="1172210">
                  <a:moveTo>
                    <a:pt x="27939" y="450849"/>
                  </a:moveTo>
                  <a:lnTo>
                    <a:pt x="0" y="450849"/>
                  </a:lnTo>
                  <a:lnTo>
                    <a:pt x="0" y="457199"/>
                  </a:lnTo>
                  <a:lnTo>
                    <a:pt x="27939" y="457199"/>
                  </a:lnTo>
                  <a:lnTo>
                    <a:pt x="27939" y="450849"/>
                  </a:lnTo>
                  <a:close/>
                </a:path>
                <a:path w="27939" h="1172210">
                  <a:moveTo>
                    <a:pt x="27939" y="457199"/>
                  </a:moveTo>
                  <a:lnTo>
                    <a:pt x="0" y="457199"/>
                  </a:lnTo>
                  <a:lnTo>
                    <a:pt x="0" y="468629"/>
                  </a:lnTo>
                  <a:lnTo>
                    <a:pt x="27939" y="468629"/>
                  </a:lnTo>
                  <a:lnTo>
                    <a:pt x="27939" y="457199"/>
                  </a:lnTo>
                  <a:close/>
                </a:path>
                <a:path w="27939" h="1172210">
                  <a:moveTo>
                    <a:pt x="27939" y="468629"/>
                  </a:moveTo>
                  <a:lnTo>
                    <a:pt x="0" y="468629"/>
                  </a:lnTo>
                  <a:lnTo>
                    <a:pt x="0" y="474979"/>
                  </a:lnTo>
                  <a:lnTo>
                    <a:pt x="27939" y="474979"/>
                  </a:lnTo>
                  <a:lnTo>
                    <a:pt x="27939" y="468629"/>
                  </a:lnTo>
                  <a:close/>
                </a:path>
                <a:path w="27939" h="1172210">
                  <a:moveTo>
                    <a:pt x="27939" y="474979"/>
                  </a:moveTo>
                  <a:lnTo>
                    <a:pt x="0" y="474979"/>
                  </a:lnTo>
                  <a:lnTo>
                    <a:pt x="0" y="481329"/>
                  </a:lnTo>
                  <a:lnTo>
                    <a:pt x="27939" y="481329"/>
                  </a:lnTo>
                  <a:lnTo>
                    <a:pt x="27939" y="474979"/>
                  </a:lnTo>
                  <a:close/>
                </a:path>
                <a:path w="27939" h="1172210">
                  <a:moveTo>
                    <a:pt x="27939" y="481329"/>
                  </a:moveTo>
                  <a:lnTo>
                    <a:pt x="0" y="481329"/>
                  </a:lnTo>
                  <a:lnTo>
                    <a:pt x="0" y="483869"/>
                  </a:lnTo>
                  <a:lnTo>
                    <a:pt x="27939" y="483869"/>
                  </a:lnTo>
                  <a:lnTo>
                    <a:pt x="27939" y="481329"/>
                  </a:lnTo>
                  <a:close/>
                </a:path>
                <a:path w="27939" h="1172210">
                  <a:moveTo>
                    <a:pt x="27939" y="483869"/>
                  </a:moveTo>
                  <a:lnTo>
                    <a:pt x="0" y="483869"/>
                  </a:lnTo>
                  <a:lnTo>
                    <a:pt x="0" y="487679"/>
                  </a:lnTo>
                  <a:lnTo>
                    <a:pt x="27939" y="487679"/>
                  </a:lnTo>
                  <a:lnTo>
                    <a:pt x="27939" y="483869"/>
                  </a:lnTo>
                  <a:close/>
                </a:path>
                <a:path w="27939" h="1172210">
                  <a:moveTo>
                    <a:pt x="27939" y="487679"/>
                  </a:moveTo>
                  <a:lnTo>
                    <a:pt x="0" y="487679"/>
                  </a:lnTo>
                  <a:lnTo>
                    <a:pt x="0" y="494029"/>
                  </a:lnTo>
                  <a:lnTo>
                    <a:pt x="27939" y="494029"/>
                  </a:lnTo>
                  <a:lnTo>
                    <a:pt x="27939" y="487679"/>
                  </a:lnTo>
                  <a:close/>
                </a:path>
                <a:path w="27939" h="1172210">
                  <a:moveTo>
                    <a:pt x="27939" y="494029"/>
                  </a:moveTo>
                  <a:lnTo>
                    <a:pt x="0" y="494029"/>
                  </a:lnTo>
                  <a:lnTo>
                    <a:pt x="0" y="496569"/>
                  </a:lnTo>
                  <a:lnTo>
                    <a:pt x="27939" y="496569"/>
                  </a:lnTo>
                  <a:lnTo>
                    <a:pt x="27939" y="494029"/>
                  </a:lnTo>
                  <a:close/>
                </a:path>
                <a:path w="27939" h="1172210">
                  <a:moveTo>
                    <a:pt x="27939" y="496569"/>
                  </a:moveTo>
                  <a:lnTo>
                    <a:pt x="0" y="496569"/>
                  </a:lnTo>
                  <a:lnTo>
                    <a:pt x="0" y="534669"/>
                  </a:lnTo>
                  <a:lnTo>
                    <a:pt x="27939" y="534669"/>
                  </a:lnTo>
                  <a:lnTo>
                    <a:pt x="27939" y="496569"/>
                  </a:lnTo>
                  <a:close/>
                </a:path>
                <a:path w="27939" h="1172210">
                  <a:moveTo>
                    <a:pt x="27939" y="534669"/>
                  </a:moveTo>
                  <a:lnTo>
                    <a:pt x="0" y="534669"/>
                  </a:lnTo>
                  <a:lnTo>
                    <a:pt x="0" y="541019"/>
                  </a:lnTo>
                  <a:lnTo>
                    <a:pt x="27939" y="541019"/>
                  </a:lnTo>
                  <a:lnTo>
                    <a:pt x="27939" y="534669"/>
                  </a:lnTo>
                  <a:close/>
                </a:path>
                <a:path w="27939" h="1172210">
                  <a:moveTo>
                    <a:pt x="27939" y="541019"/>
                  </a:moveTo>
                  <a:lnTo>
                    <a:pt x="0" y="541019"/>
                  </a:lnTo>
                  <a:lnTo>
                    <a:pt x="0" y="544829"/>
                  </a:lnTo>
                  <a:lnTo>
                    <a:pt x="27939" y="544829"/>
                  </a:lnTo>
                  <a:lnTo>
                    <a:pt x="27939" y="541019"/>
                  </a:lnTo>
                  <a:close/>
                </a:path>
                <a:path w="27939" h="1172210">
                  <a:moveTo>
                    <a:pt x="27939" y="544829"/>
                  </a:moveTo>
                  <a:lnTo>
                    <a:pt x="0" y="544829"/>
                  </a:lnTo>
                  <a:lnTo>
                    <a:pt x="0" y="547369"/>
                  </a:lnTo>
                  <a:lnTo>
                    <a:pt x="27939" y="547369"/>
                  </a:lnTo>
                  <a:lnTo>
                    <a:pt x="27939" y="544829"/>
                  </a:lnTo>
                  <a:close/>
                </a:path>
                <a:path w="27939" h="1172210">
                  <a:moveTo>
                    <a:pt x="27939" y="547369"/>
                  </a:moveTo>
                  <a:lnTo>
                    <a:pt x="0" y="547369"/>
                  </a:lnTo>
                  <a:lnTo>
                    <a:pt x="0" y="551179"/>
                  </a:lnTo>
                  <a:lnTo>
                    <a:pt x="27939" y="551179"/>
                  </a:lnTo>
                  <a:lnTo>
                    <a:pt x="27939" y="547369"/>
                  </a:lnTo>
                  <a:close/>
                </a:path>
                <a:path w="27939" h="1172210">
                  <a:moveTo>
                    <a:pt x="27939" y="551179"/>
                  </a:moveTo>
                  <a:lnTo>
                    <a:pt x="0" y="551179"/>
                  </a:lnTo>
                  <a:lnTo>
                    <a:pt x="0" y="553719"/>
                  </a:lnTo>
                  <a:lnTo>
                    <a:pt x="27939" y="553719"/>
                  </a:lnTo>
                  <a:lnTo>
                    <a:pt x="27939" y="551179"/>
                  </a:lnTo>
                  <a:close/>
                </a:path>
                <a:path w="27939" h="1172210">
                  <a:moveTo>
                    <a:pt x="27939" y="553719"/>
                  </a:moveTo>
                  <a:lnTo>
                    <a:pt x="0" y="553719"/>
                  </a:lnTo>
                  <a:lnTo>
                    <a:pt x="0" y="566419"/>
                  </a:lnTo>
                  <a:lnTo>
                    <a:pt x="27939" y="566419"/>
                  </a:lnTo>
                  <a:lnTo>
                    <a:pt x="27939" y="553719"/>
                  </a:lnTo>
                  <a:close/>
                </a:path>
                <a:path w="27939" h="1172210">
                  <a:moveTo>
                    <a:pt x="27939" y="566419"/>
                  </a:moveTo>
                  <a:lnTo>
                    <a:pt x="0" y="566419"/>
                  </a:lnTo>
                  <a:lnTo>
                    <a:pt x="0" y="572769"/>
                  </a:lnTo>
                  <a:lnTo>
                    <a:pt x="27939" y="572769"/>
                  </a:lnTo>
                  <a:lnTo>
                    <a:pt x="27939" y="566419"/>
                  </a:lnTo>
                  <a:close/>
                </a:path>
                <a:path w="27939" h="1172210">
                  <a:moveTo>
                    <a:pt x="27939" y="572769"/>
                  </a:moveTo>
                  <a:lnTo>
                    <a:pt x="0" y="572769"/>
                  </a:lnTo>
                  <a:lnTo>
                    <a:pt x="0" y="576579"/>
                  </a:lnTo>
                  <a:lnTo>
                    <a:pt x="27939" y="576579"/>
                  </a:lnTo>
                  <a:lnTo>
                    <a:pt x="27939" y="572769"/>
                  </a:lnTo>
                  <a:close/>
                </a:path>
                <a:path w="27939" h="1172210">
                  <a:moveTo>
                    <a:pt x="27939" y="576579"/>
                  </a:moveTo>
                  <a:lnTo>
                    <a:pt x="0" y="576579"/>
                  </a:lnTo>
                  <a:lnTo>
                    <a:pt x="0" y="579119"/>
                  </a:lnTo>
                  <a:lnTo>
                    <a:pt x="27939" y="579119"/>
                  </a:lnTo>
                  <a:lnTo>
                    <a:pt x="27939" y="576579"/>
                  </a:lnTo>
                  <a:close/>
                </a:path>
                <a:path w="27939" h="1172210">
                  <a:moveTo>
                    <a:pt x="27939" y="579119"/>
                  </a:moveTo>
                  <a:lnTo>
                    <a:pt x="0" y="579119"/>
                  </a:lnTo>
                  <a:lnTo>
                    <a:pt x="0" y="589279"/>
                  </a:lnTo>
                  <a:lnTo>
                    <a:pt x="27939" y="589279"/>
                  </a:lnTo>
                  <a:lnTo>
                    <a:pt x="27939" y="579119"/>
                  </a:lnTo>
                  <a:close/>
                </a:path>
                <a:path w="27939" h="1172210">
                  <a:moveTo>
                    <a:pt x="27939" y="589279"/>
                  </a:moveTo>
                  <a:lnTo>
                    <a:pt x="0" y="589279"/>
                  </a:lnTo>
                  <a:lnTo>
                    <a:pt x="0" y="591819"/>
                  </a:lnTo>
                  <a:lnTo>
                    <a:pt x="27939" y="591819"/>
                  </a:lnTo>
                  <a:lnTo>
                    <a:pt x="27939" y="589279"/>
                  </a:lnTo>
                  <a:close/>
                </a:path>
                <a:path w="27939" h="1172210">
                  <a:moveTo>
                    <a:pt x="27939" y="591819"/>
                  </a:moveTo>
                  <a:lnTo>
                    <a:pt x="0" y="591819"/>
                  </a:lnTo>
                  <a:lnTo>
                    <a:pt x="0" y="595629"/>
                  </a:lnTo>
                  <a:lnTo>
                    <a:pt x="27939" y="595629"/>
                  </a:lnTo>
                  <a:lnTo>
                    <a:pt x="27939" y="591819"/>
                  </a:lnTo>
                  <a:close/>
                </a:path>
                <a:path w="27939" h="1172210">
                  <a:moveTo>
                    <a:pt x="27939" y="595629"/>
                  </a:moveTo>
                  <a:lnTo>
                    <a:pt x="0" y="595629"/>
                  </a:lnTo>
                  <a:lnTo>
                    <a:pt x="0" y="601979"/>
                  </a:lnTo>
                  <a:lnTo>
                    <a:pt x="27939" y="601979"/>
                  </a:lnTo>
                  <a:lnTo>
                    <a:pt x="27939" y="595629"/>
                  </a:lnTo>
                  <a:close/>
                </a:path>
                <a:path w="27939" h="1172210">
                  <a:moveTo>
                    <a:pt x="27939" y="601979"/>
                  </a:moveTo>
                  <a:lnTo>
                    <a:pt x="0" y="601979"/>
                  </a:lnTo>
                  <a:lnTo>
                    <a:pt x="0" y="608329"/>
                  </a:lnTo>
                  <a:lnTo>
                    <a:pt x="27939" y="608329"/>
                  </a:lnTo>
                  <a:lnTo>
                    <a:pt x="27939" y="601979"/>
                  </a:lnTo>
                  <a:close/>
                </a:path>
                <a:path w="27939" h="1172210">
                  <a:moveTo>
                    <a:pt x="27939" y="608329"/>
                  </a:moveTo>
                  <a:lnTo>
                    <a:pt x="0" y="608329"/>
                  </a:lnTo>
                  <a:lnTo>
                    <a:pt x="0" y="617219"/>
                  </a:lnTo>
                  <a:lnTo>
                    <a:pt x="27939" y="617219"/>
                  </a:lnTo>
                  <a:lnTo>
                    <a:pt x="27939" y="608329"/>
                  </a:lnTo>
                  <a:close/>
                </a:path>
                <a:path w="27939" h="1172210">
                  <a:moveTo>
                    <a:pt x="27939" y="617219"/>
                  </a:moveTo>
                  <a:lnTo>
                    <a:pt x="0" y="617219"/>
                  </a:lnTo>
                  <a:lnTo>
                    <a:pt x="0" y="621029"/>
                  </a:lnTo>
                  <a:lnTo>
                    <a:pt x="27939" y="621029"/>
                  </a:lnTo>
                  <a:lnTo>
                    <a:pt x="27939" y="617219"/>
                  </a:lnTo>
                  <a:close/>
                </a:path>
                <a:path w="27939" h="1172210">
                  <a:moveTo>
                    <a:pt x="27939" y="621029"/>
                  </a:moveTo>
                  <a:lnTo>
                    <a:pt x="0" y="621029"/>
                  </a:lnTo>
                  <a:lnTo>
                    <a:pt x="0" y="627379"/>
                  </a:lnTo>
                  <a:lnTo>
                    <a:pt x="27939" y="627379"/>
                  </a:lnTo>
                  <a:lnTo>
                    <a:pt x="27939" y="621029"/>
                  </a:lnTo>
                  <a:close/>
                </a:path>
                <a:path w="27939" h="1172210">
                  <a:moveTo>
                    <a:pt x="27939" y="627379"/>
                  </a:moveTo>
                  <a:lnTo>
                    <a:pt x="0" y="627379"/>
                  </a:lnTo>
                  <a:lnTo>
                    <a:pt x="0" y="646429"/>
                  </a:lnTo>
                  <a:lnTo>
                    <a:pt x="27939" y="646429"/>
                  </a:lnTo>
                  <a:lnTo>
                    <a:pt x="27939" y="627379"/>
                  </a:lnTo>
                  <a:close/>
                </a:path>
                <a:path w="27939" h="1172210">
                  <a:moveTo>
                    <a:pt x="27939" y="646429"/>
                  </a:moveTo>
                  <a:lnTo>
                    <a:pt x="0" y="646429"/>
                  </a:lnTo>
                  <a:lnTo>
                    <a:pt x="0" y="648969"/>
                  </a:lnTo>
                  <a:lnTo>
                    <a:pt x="27939" y="648969"/>
                  </a:lnTo>
                  <a:lnTo>
                    <a:pt x="27939" y="646429"/>
                  </a:lnTo>
                  <a:close/>
                </a:path>
                <a:path w="27939" h="1172210">
                  <a:moveTo>
                    <a:pt x="27939" y="648969"/>
                  </a:moveTo>
                  <a:lnTo>
                    <a:pt x="0" y="648969"/>
                  </a:lnTo>
                  <a:lnTo>
                    <a:pt x="0" y="652779"/>
                  </a:lnTo>
                  <a:lnTo>
                    <a:pt x="27939" y="652779"/>
                  </a:lnTo>
                  <a:lnTo>
                    <a:pt x="27939" y="648969"/>
                  </a:lnTo>
                  <a:close/>
                </a:path>
                <a:path w="27939" h="1172210">
                  <a:moveTo>
                    <a:pt x="27939" y="652779"/>
                  </a:moveTo>
                  <a:lnTo>
                    <a:pt x="0" y="652779"/>
                  </a:lnTo>
                  <a:lnTo>
                    <a:pt x="0" y="655319"/>
                  </a:lnTo>
                  <a:lnTo>
                    <a:pt x="27939" y="655319"/>
                  </a:lnTo>
                  <a:lnTo>
                    <a:pt x="27939" y="652779"/>
                  </a:lnTo>
                  <a:close/>
                </a:path>
                <a:path w="27939" h="1172210">
                  <a:moveTo>
                    <a:pt x="27939" y="655319"/>
                  </a:moveTo>
                  <a:lnTo>
                    <a:pt x="0" y="655319"/>
                  </a:lnTo>
                  <a:lnTo>
                    <a:pt x="0" y="659129"/>
                  </a:lnTo>
                  <a:lnTo>
                    <a:pt x="27939" y="659129"/>
                  </a:lnTo>
                  <a:lnTo>
                    <a:pt x="27939" y="655319"/>
                  </a:lnTo>
                  <a:close/>
                </a:path>
                <a:path w="27939" h="1172210">
                  <a:moveTo>
                    <a:pt x="27939" y="659129"/>
                  </a:moveTo>
                  <a:lnTo>
                    <a:pt x="0" y="659129"/>
                  </a:lnTo>
                  <a:lnTo>
                    <a:pt x="0" y="665479"/>
                  </a:lnTo>
                  <a:lnTo>
                    <a:pt x="27939" y="665479"/>
                  </a:lnTo>
                  <a:lnTo>
                    <a:pt x="27939" y="659129"/>
                  </a:lnTo>
                  <a:close/>
                </a:path>
                <a:path w="27939" h="1172210">
                  <a:moveTo>
                    <a:pt x="27939" y="665479"/>
                  </a:moveTo>
                  <a:lnTo>
                    <a:pt x="0" y="665479"/>
                  </a:lnTo>
                  <a:lnTo>
                    <a:pt x="0" y="668019"/>
                  </a:lnTo>
                  <a:lnTo>
                    <a:pt x="27939" y="668019"/>
                  </a:lnTo>
                  <a:lnTo>
                    <a:pt x="27939" y="665479"/>
                  </a:lnTo>
                  <a:close/>
                </a:path>
                <a:path w="27939" h="1172210">
                  <a:moveTo>
                    <a:pt x="27939" y="668019"/>
                  </a:moveTo>
                  <a:lnTo>
                    <a:pt x="0" y="668019"/>
                  </a:lnTo>
                  <a:lnTo>
                    <a:pt x="0" y="671829"/>
                  </a:lnTo>
                  <a:lnTo>
                    <a:pt x="27939" y="671829"/>
                  </a:lnTo>
                  <a:lnTo>
                    <a:pt x="27939" y="668019"/>
                  </a:lnTo>
                  <a:close/>
                </a:path>
                <a:path w="27939" h="1172210">
                  <a:moveTo>
                    <a:pt x="27939" y="671829"/>
                  </a:moveTo>
                  <a:lnTo>
                    <a:pt x="0" y="671829"/>
                  </a:lnTo>
                  <a:lnTo>
                    <a:pt x="0" y="674369"/>
                  </a:lnTo>
                  <a:lnTo>
                    <a:pt x="27939" y="674369"/>
                  </a:lnTo>
                  <a:lnTo>
                    <a:pt x="27939" y="671829"/>
                  </a:lnTo>
                  <a:close/>
                </a:path>
                <a:path w="27939" h="1172210">
                  <a:moveTo>
                    <a:pt x="27939" y="674369"/>
                  </a:moveTo>
                  <a:lnTo>
                    <a:pt x="0" y="674369"/>
                  </a:lnTo>
                  <a:lnTo>
                    <a:pt x="0" y="678179"/>
                  </a:lnTo>
                  <a:lnTo>
                    <a:pt x="27939" y="678179"/>
                  </a:lnTo>
                  <a:lnTo>
                    <a:pt x="27939" y="674369"/>
                  </a:lnTo>
                  <a:close/>
                </a:path>
                <a:path w="27939" h="1172210">
                  <a:moveTo>
                    <a:pt x="27939" y="678179"/>
                  </a:moveTo>
                  <a:lnTo>
                    <a:pt x="0" y="678179"/>
                  </a:lnTo>
                  <a:lnTo>
                    <a:pt x="0" y="684529"/>
                  </a:lnTo>
                  <a:lnTo>
                    <a:pt x="27939" y="684529"/>
                  </a:lnTo>
                  <a:lnTo>
                    <a:pt x="27939" y="678179"/>
                  </a:lnTo>
                  <a:close/>
                </a:path>
                <a:path w="27939" h="1172210">
                  <a:moveTo>
                    <a:pt x="27939" y="684529"/>
                  </a:moveTo>
                  <a:lnTo>
                    <a:pt x="0" y="684529"/>
                  </a:lnTo>
                  <a:lnTo>
                    <a:pt x="0" y="690879"/>
                  </a:lnTo>
                  <a:lnTo>
                    <a:pt x="27939" y="690879"/>
                  </a:lnTo>
                  <a:lnTo>
                    <a:pt x="27939" y="684529"/>
                  </a:lnTo>
                  <a:close/>
                </a:path>
                <a:path w="27939" h="1172210">
                  <a:moveTo>
                    <a:pt x="27939" y="690879"/>
                  </a:moveTo>
                  <a:lnTo>
                    <a:pt x="0" y="690879"/>
                  </a:lnTo>
                  <a:lnTo>
                    <a:pt x="0" y="709929"/>
                  </a:lnTo>
                  <a:lnTo>
                    <a:pt x="27939" y="709929"/>
                  </a:lnTo>
                  <a:lnTo>
                    <a:pt x="27939" y="690879"/>
                  </a:lnTo>
                  <a:close/>
                </a:path>
                <a:path w="27939" h="1172210">
                  <a:moveTo>
                    <a:pt x="27939" y="709929"/>
                  </a:moveTo>
                  <a:lnTo>
                    <a:pt x="0" y="709929"/>
                  </a:lnTo>
                  <a:lnTo>
                    <a:pt x="0" y="718819"/>
                  </a:lnTo>
                  <a:lnTo>
                    <a:pt x="27939" y="718819"/>
                  </a:lnTo>
                  <a:lnTo>
                    <a:pt x="27939" y="709929"/>
                  </a:lnTo>
                  <a:close/>
                </a:path>
                <a:path w="27939" h="1172210">
                  <a:moveTo>
                    <a:pt x="27939" y="718819"/>
                  </a:moveTo>
                  <a:lnTo>
                    <a:pt x="0" y="718819"/>
                  </a:lnTo>
                  <a:lnTo>
                    <a:pt x="0" y="722629"/>
                  </a:lnTo>
                  <a:lnTo>
                    <a:pt x="27939" y="722629"/>
                  </a:lnTo>
                  <a:lnTo>
                    <a:pt x="27939" y="718819"/>
                  </a:lnTo>
                  <a:close/>
                </a:path>
                <a:path w="27939" h="1172210">
                  <a:moveTo>
                    <a:pt x="27939" y="722629"/>
                  </a:moveTo>
                  <a:lnTo>
                    <a:pt x="0" y="722629"/>
                  </a:lnTo>
                  <a:lnTo>
                    <a:pt x="0" y="725169"/>
                  </a:lnTo>
                  <a:lnTo>
                    <a:pt x="27939" y="725169"/>
                  </a:lnTo>
                  <a:lnTo>
                    <a:pt x="27939" y="722629"/>
                  </a:lnTo>
                  <a:close/>
                </a:path>
                <a:path w="27939" h="1172210">
                  <a:moveTo>
                    <a:pt x="27939" y="725169"/>
                  </a:moveTo>
                  <a:lnTo>
                    <a:pt x="0" y="725169"/>
                  </a:lnTo>
                  <a:lnTo>
                    <a:pt x="0" y="728979"/>
                  </a:lnTo>
                  <a:lnTo>
                    <a:pt x="27939" y="728979"/>
                  </a:lnTo>
                  <a:lnTo>
                    <a:pt x="27939" y="725169"/>
                  </a:lnTo>
                  <a:close/>
                </a:path>
                <a:path w="27939" h="1172210">
                  <a:moveTo>
                    <a:pt x="27939" y="728979"/>
                  </a:moveTo>
                  <a:lnTo>
                    <a:pt x="0" y="728979"/>
                  </a:lnTo>
                  <a:lnTo>
                    <a:pt x="0" y="737869"/>
                  </a:lnTo>
                  <a:lnTo>
                    <a:pt x="27939" y="737869"/>
                  </a:lnTo>
                  <a:lnTo>
                    <a:pt x="27939" y="728979"/>
                  </a:lnTo>
                  <a:close/>
                </a:path>
                <a:path w="27939" h="1172210">
                  <a:moveTo>
                    <a:pt x="27939" y="737869"/>
                  </a:moveTo>
                  <a:lnTo>
                    <a:pt x="0" y="737869"/>
                  </a:lnTo>
                  <a:lnTo>
                    <a:pt x="0" y="741679"/>
                  </a:lnTo>
                  <a:lnTo>
                    <a:pt x="27939" y="741679"/>
                  </a:lnTo>
                  <a:lnTo>
                    <a:pt x="27939" y="737869"/>
                  </a:lnTo>
                  <a:close/>
                </a:path>
                <a:path w="27939" h="1172210">
                  <a:moveTo>
                    <a:pt x="27939" y="741679"/>
                  </a:moveTo>
                  <a:lnTo>
                    <a:pt x="0" y="741679"/>
                  </a:lnTo>
                  <a:lnTo>
                    <a:pt x="0" y="744219"/>
                  </a:lnTo>
                  <a:lnTo>
                    <a:pt x="27939" y="744219"/>
                  </a:lnTo>
                  <a:lnTo>
                    <a:pt x="27939" y="741679"/>
                  </a:lnTo>
                  <a:close/>
                </a:path>
                <a:path w="27939" h="1172210">
                  <a:moveTo>
                    <a:pt x="27939" y="744219"/>
                  </a:moveTo>
                  <a:lnTo>
                    <a:pt x="0" y="744219"/>
                  </a:lnTo>
                  <a:lnTo>
                    <a:pt x="0" y="750569"/>
                  </a:lnTo>
                  <a:lnTo>
                    <a:pt x="27939" y="750569"/>
                  </a:lnTo>
                  <a:lnTo>
                    <a:pt x="27939" y="744219"/>
                  </a:lnTo>
                  <a:close/>
                </a:path>
                <a:path w="27939" h="1172210">
                  <a:moveTo>
                    <a:pt x="27939" y="750569"/>
                  </a:moveTo>
                  <a:lnTo>
                    <a:pt x="0" y="750569"/>
                  </a:lnTo>
                  <a:lnTo>
                    <a:pt x="0" y="754379"/>
                  </a:lnTo>
                  <a:lnTo>
                    <a:pt x="27939" y="754379"/>
                  </a:lnTo>
                  <a:lnTo>
                    <a:pt x="27939" y="750569"/>
                  </a:lnTo>
                  <a:close/>
                </a:path>
                <a:path w="27939" h="1172210">
                  <a:moveTo>
                    <a:pt x="27939" y="754379"/>
                  </a:moveTo>
                  <a:lnTo>
                    <a:pt x="0" y="754379"/>
                  </a:lnTo>
                  <a:lnTo>
                    <a:pt x="0" y="756919"/>
                  </a:lnTo>
                  <a:lnTo>
                    <a:pt x="27939" y="756919"/>
                  </a:lnTo>
                  <a:lnTo>
                    <a:pt x="27939" y="754379"/>
                  </a:lnTo>
                  <a:close/>
                </a:path>
                <a:path w="27939" h="1172210">
                  <a:moveTo>
                    <a:pt x="27939" y="756919"/>
                  </a:moveTo>
                  <a:lnTo>
                    <a:pt x="0" y="756919"/>
                  </a:lnTo>
                  <a:lnTo>
                    <a:pt x="0" y="763269"/>
                  </a:lnTo>
                  <a:lnTo>
                    <a:pt x="27939" y="763269"/>
                  </a:lnTo>
                  <a:lnTo>
                    <a:pt x="27939" y="756919"/>
                  </a:lnTo>
                  <a:close/>
                </a:path>
                <a:path w="27939" h="1172210">
                  <a:moveTo>
                    <a:pt x="27939" y="763269"/>
                  </a:moveTo>
                  <a:lnTo>
                    <a:pt x="0" y="763269"/>
                  </a:lnTo>
                  <a:lnTo>
                    <a:pt x="0" y="769619"/>
                  </a:lnTo>
                  <a:lnTo>
                    <a:pt x="27939" y="769619"/>
                  </a:lnTo>
                  <a:lnTo>
                    <a:pt x="27939" y="763269"/>
                  </a:lnTo>
                  <a:close/>
                </a:path>
                <a:path w="27939" h="1172210">
                  <a:moveTo>
                    <a:pt x="27939" y="769619"/>
                  </a:moveTo>
                  <a:lnTo>
                    <a:pt x="0" y="769619"/>
                  </a:lnTo>
                  <a:lnTo>
                    <a:pt x="0" y="775969"/>
                  </a:lnTo>
                  <a:lnTo>
                    <a:pt x="27939" y="775969"/>
                  </a:lnTo>
                  <a:lnTo>
                    <a:pt x="27939" y="769619"/>
                  </a:lnTo>
                  <a:close/>
                </a:path>
                <a:path w="27939" h="1172210">
                  <a:moveTo>
                    <a:pt x="27939" y="775969"/>
                  </a:moveTo>
                  <a:lnTo>
                    <a:pt x="0" y="775969"/>
                  </a:lnTo>
                  <a:lnTo>
                    <a:pt x="0" y="779779"/>
                  </a:lnTo>
                  <a:lnTo>
                    <a:pt x="27939" y="779779"/>
                  </a:lnTo>
                  <a:lnTo>
                    <a:pt x="27939" y="775969"/>
                  </a:lnTo>
                  <a:close/>
                </a:path>
                <a:path w="27939" h="1172210">
                  <a:moveTo>
                    <a:pt x="27939" y="779779"/>
                  </a:moveTo>
                  <a:lnTo>
                    <a:pt x="0" y="779779"/>
                  </a:lnTo>
                  <a:lnTo>
                    <a:pt x="0" y="782319"/>
                  </a:lnTo>
                  <a:lnTo>
                    <a:pt x="27939" y="782319"/>
                  </a:lnTo>
                  <a:lnTo>
                    <a:pt x="27939" y="779779"/>
                  </a:lnTo>
                  <a:close/>
                </a:path>
                <a:path w="27939" h="1172210">
                  <a:moveTo>
                    <a:pt x="27939" y="782319"/>
                  </a:moveTo>
                  <a:lnTo>
                    <a:pt x="0" y="782319"/>
                  </a:lnTo>
                  <a:lnTo>
                    <a:pt x="0" y="792479"/>
                  </a:lnTo>
                  <a:lnTo>
                    <a:pt x="27939" y="792479"/>
                  </a:lnTo>
                  <a:lnTo>
                    <a:pt x="27939" y="782319"/>
                  </a:lnTo>
                  <a:close/>
                </a:path>
                <a:path w="27939" h="1172210">
                  <a:moveTo>
                    <a:pt x="27939" y="792479"/>
                  </a:moveTo>
                  <a:lnTo>
                    <a:pt x="0" y="792479"/>
                  </a:lnTo>
                  <a:lnTo>
                    <a:pt x="0" y="801369"/>
                  </a:lnTo>
                  <a:lnTo>
                    <a:pt x="27939" y="801369"/>
                  </a:lnTo>
                  <a:lnTo>
                    <a:pt x="27939" y="792479"/>
                  </a:lnTo>
                  <a:close/>
                </a:path>
                <a:path w="27939" h="1172210">
                  <a:moveTo>
                    <a:pt x="27939" y="801369"/>
                  </a:moveTo>
                  <a:lnTo>
                    <a:pt x="0" y="801369"/>
                  </a:lnTo>
                  <a:lnTo>
                    <a:pt x="0" y="811529"/>
                  </a:lnTo>
                  <a:lnTo>
                    <a:pt x="27939" y="811529"/>
                  </a:lnTo>
                  <a:lnTo>
                    <a:pt x="27939" y="801369"/>
                  </a:lnTo>
                  <a:close/>
                </a:path>
                <a:path w="27939" h="1172210">
                  <a:moveTo>
                    <a:pt x="27939" y="811529"/>
                  </a:moveTo>
                  <a:lnTo>
                    <a:pt x="0" y="811529"/>
                  </a:lnTo>
                  <a:lnTo>
                    <a:pt x="0" y="820419"/>
                  </a:lnTo>
                  <a:lnTo>
                    <a:pt x="27939" y="820419"/>
                  </a:lnTo>
                  <a:lnTo>
                    <a:pt x="27939" y="811529"/>
                  </a:lnTo>
                  <a:close/>
                </a:path>
                <a:path w="27939" h="1172210">
                  <a:moveTo>
                    <a:pt x="27939" y="820419"/>
                  </a:moveTo>
                  <a:lnTo>
                    <a:pt x="0" y="820419"/>
                  </a:lnTo>
                  <a:lnTo>
                    <a:pt x="0" y="824229"/>
                  </a:lnTo>
                  <a:lnTo>
                    <a:pt x="27939" y="824229"/>
                  </a:lnTo>
                  <a:lnTo>
                    <a:pt x="27939" y="820419"/>
                  </a:lnTo>
                  <a:close/>
                </a:path>
                <a:path w="27939" h="1172210">
                  <a:moveTo>
                    <a:pt x="27939" y="824229"/>
                  </a:moveTo>
                  <a:lnTo>
                    <a:pt x="0" y="824229"/>
                  </a:lnTo>
                  <a:lnTo>
                    <a:pt x="0" y="826769"/>
                  </a:lnTo>
                  <a:lnTo>
                    <a:pt x="27939" y="826769"/>
                  </a:lnTo>
                  <a:lnTo>
                    <a:pt x="27939" y="824229"/>
                  </a:lnTo>
                  <a:close/>
                </a:path>
                <a:path w="27939" h="1172210">
                  <a:moveTo>
                    <a:pt x="27939" y="826769"/>
                  </a:moveTo>
                  <a:lnTo>
                    <a:pt x="0" y="826769"/>
                  </a:lnTo>
                  <a:lnTo>
                    <a:pt x="0" y="830579"/>
                  </a:lnTo>
                  <a:lnTo>
                    <a:pt x="27939" y="830579"/>
                  </a:lnTo>
                  <a:lnTo>
                    <a:pt x="27939" y="826769"/>
                  </a:lnTo>
                  <a:close/>
                </a:path>
                <a:path w="27939" h="1172210">
                  <a:moveTo>
                    <a:pt x="27939" y="830579"/>
                  </a:moveTo>
                  <a:lnTo>
                    <a:pt x="0" y="830579"/>
                  </a:lnTo>
                  <a:lnTo>
                    <a:pt x="0" y="833119"/>
                  </a:lnTo>
                  <a:lnTo>
                    <a:pt x="27939" y="833119"/>
                  </a:lnTo>
                  <a:lnTo>
                    <a:pt x="27939" y="830579"/>
                  </a:lnTo>
                  <a:close/>
                </a:path>
                <a:path w="27939" h="1172210">
                  <a:moveTo>
                    <a:pt x="27939" y="833119"/>
                  </a:moveTo>
                  <a:lnTo>
                    <a:pt x="0" y="833119"/>
                  </a:lnTo>
                  <a:lnTo>
                    <a:pt x="0" y="836929"/>
                  </a:lnTo>
                  <a:lnTo>
                    <a:pt x="27939" y="836929"/>
                  </a:lnTo>
                  <a:lnTo>
                    <a:pt x="27939" y="833119"/>
                  </a:lnTo>
                  <a:close/>
                </a:path>
                <a:path w="27939" h="1172210">
                  <a:moveTo>
                    <a:pt x="27939" y="836929"/>
                  </a:moveTo>
                  <a:lnTo>
                    <a:pt x="0" y="836929"/>
                  </a:lnTo>
                  <a:lnTo>
                    <a:pt x="0" y="839469"/>
                  </a:lnTo>
                  <a:lnTo>
                    <a:pt x="27939" y="839469"/>
                  </a:lnTo>
                  <a:lnTo>
                    <a:pt x="27939" y="836929"/>
                  </a:lnTo>
                  <a:close/>
                </a:path>
                <a:path w="27939" h="1172210">
                  <a:moveTo>
                    <a:pt x="27939" y="839469"/>
                  </a:moveTo>
                  <a:lnTo>
                    <a:pt x="0" y="839469"/>
                  </a:lnTo>
                  <a:lnTo>
                    <a:pt x="0" y="843279"/>
                  </a:lnTo>
                  <a:lnTo>
                    <a:pt x="27939" y="843279"/>
                  </a:lnTo>
                  <a:lnTo>
                    <a:pt x="27939" y="839469"/>
                  </a:lnTo>
                  <a:close/>
                </a:path>
                <a:path w="27939" h="1172210">
                  <a:moveTo>
                    <a:pt x="27939" y="843279"/>
                  </a:moveTo>
                  <a:lnTo>
                    <a:pt x="0" y="843279"/>
                  </a:lnTo>
                  <a:lnTo>
                    <a:pt x="0" y="849629"/>
                  </a:lnTo>
                  <a:lnTo>
                    <a:pt x="27939" y="849629"/>
                  </a:lnTo>
                  <a:lnTo>
                    <a:pt x="27939" y="843279"/>
                  </a:lnTo>
                  <a:close/>
                </a:path>
                <a:path w="27939" h="1172210">
                  <a:moveTo>
                    <a:pt x="27939" y="849629"/>
                  </a:moveTo>
                  <a:lnTo>
                    <a:pt x="0" y="849629"/>
                  </a:lnTo>
                  <a:lnTo>
                    <a:pt x="0" y="855979"/>
                  </a:lnTo>
                  <a:lnTo>
                    <a:pt x="27939" y="855979"/>
                  </a:lnTo>
                  <a:lnTo>
                    <a:pt x="27939" y="849629"/>
                  </a:lnTo>
                  <a:close/>
                </a:path>
                <a:path w="27939" h="1172210">
                  <a:moveTo>
                    <a:pt x="27939" y="855979"/>
                  </a:moveTo>
                  <a:lnTo>
                    <a:pt x="0" y="855979"/>
                  </a:lnTo>
                  <a:lnTo>
                    <a:pt x="0" y="858519"/>
                  </a:lnTo>
                  <a:lnTo>
                    <a:pt x="27939" y="858519"/>
                  </a:lnTo>
                  <a:lnTo>
                    <a:pt x="27939" y="855979"/>
                  </a:lnTo>
                  <a:close/>
                </a:path>
                <a:path w="27939" h="1172210">
                  <a:moveTo>
                    <a:pt x="27939" y="858519"/>
                  </a:moveTo>
                  <a:lnTo>
                    <a:pt x="0" y="858519"/>
                  </a:lnTo>
                  <a:lnTo>
                    <a:pt x="0" y="862329"/>
                  </a:lnTo>
                  <a:lnTo>
                    <a:pt x="27939" y="862329"/>
                  </a:lnTo>
                  <a:lnTo>
                    <a:pt x="27939" y="858519"/>
                  </a:lnTo>
                  <a:close/>
                </a:path>
                <a:path w="27939" h="1172210">
                  <a:moveTo>
                    <a:pt x="27939" y="862329"/>
                  </a:moveTo>
                  <a:lnTo>
                    <a:pt x="0" y="862329"/>
                  </a:lnTo>
                  <a:lnTo>
                    <a:pt x="0" y="864869"/>
                  </a:lnTo>
                  <a:lnTo>
                    <a:pt x="27939" y="864869"/>
                  </a:lnTo>
                  <a:lnTo>
                    <a:pt x="27939" y="862329"/>
                  </a:lnTo>
                  <a:close/>
                </a:path>
                <a:path w="27939" h="1172210">
                  <a:moveTo>
                    <a:pt x="27939" y="864869"/>
                  </a:moveTo>
                  <a:lnTo>
                    <a:pt x="0" y="864869"/>
                  </a:lnTo>
                  <a:lnTo>
                    <a:pt x="0" y="871219"/>
                  </a:lnTo>
                  <a:lnTo>
                    <a:pt x="27939" y="871219"/>
                  </a:lnTo>
                  <a:lnTo>
                    <a:pt x="27939" y="864869"/>
                  </a:lnTo>
                  <a:close/>
                </a:path>
                <a:path w="27939" h="1172210">
                  <a:moveTo>
                    <a:pt x="27939" y="871219"/>
                  </a:moveTo>
                  <a:lnTo>
                    <a:pt x="0" y="871219"/>
                  </a:lnTo>
                  <a:lnTo>
                    <a:pt x="0" y="875029"/>
                  </a:lnTo>
                  <a:lnTo>
                    <a:pt x="27939" y="875029"/>
                  </a:lnTo>
                  <a:lnTo>
                    <a:pt x="27939" y="871219"/>
                  </a:lnTo>
                  <a:close/>
                </a:path>
                <a:path w="27939" h="1172210">
                  <a:moveTo>
                    <a:pt x="27939" y="875029"/>
                  </a:moveTo>
                  <a:lnTo>
                    <a:pt x="0" y="875029"/>
                  </a:lnTo>
                  <a:lnTo>
                    <a:pt x="0" y="877569"/>
                  </a:lnTo>
                  <a:lnTo>
                    <a:pt x="27939" y="877569"/>
                  </a:lnTo>
                  <a:lnTo>
                    <a:pt x="27939" y="875029"/>
                  </a:lnTo>
                  <a:close/>
                </a:path>
                <a:path w="27939" h="1172210">
                  <a:moveTo>
                    <a:pt x="27939" y="877569"/>
                  </a:moveTo>
                  <a:lnTo>
                    <a:pt x="0" y="877569"/>
                  </a:lnTo>
                  <a:lnTo>
                    <a:pt x="0" y="881379"/>
                  </a:lnTo>
                  <a:lnTo>
                    <a:pt x="27939" y="881379"/>
                  </a:lnTo>
                  <a:lnTo>
                    <a:pt x="27939" y="877569"/>
                  </a:lnTo>
                  <a:close/>
                </a:path>
                <a:path w="27939" h="1172210">
                  <a:moveTo>
                    <a:pt x="27939" y="881379"/>
                  </a:moveTo>
                  <a:lnTo>
                    <a:pt x="0" y="881379"/>
                  </a:lnTo>
                  <a:lnTo>
                    <a:pt x="0" y="883919"/>
                  </a:lnTo>
                  <a:lnTo>
                    <a:pt x="27939" y="883919"/>
                  </a:lnTo>
                  <a:lnTo>
                    <a:pt x="27939" y="881379"/>
                  </a:lnTo>
                  <a:close/>
                </a:path>
                <a:path w="27939" h="1172210">
                  <a:moveTo>
                    <a:pt x="27939" y="883919"/>
                  </a:moveTo>
                  <a:lnTo>
                    <a:pt x="0" y="883919"/>
                  </a:lnTo>
                  <a:lnTo>
                    <a:pt x="0" y="890269"/>
                  </a:lnTo>
                  <a:lnTo>
                    <a:pt x="27939" y="890269"/>
                  </a:lnTo>
                  <a:lnTo>
                    <a:pt x="27939" y="883919"/>
                  </a:lnTo>
                  <a:close/>
                </a:path>
                <a:path w="27939" h="1172210">
                  <a:moveTo>
                    <a:pt x="27939" y="890269"/>
                  </a:moveTo>
                  <a:lnTo>
                    <a:pt x="0" y="890269"/>
                  </a:lnTo>
                  <a:lnTo>
                    <a:pt x="0" y="894079"/>
                  </a:lnTo>
                  <a:lnTo>
                    <a:pt x="27939" y="894079"/>
                  </a:lnTo>
                  <a:lnTo>
                    <a:pt x="27939" y="890269"/>
                  </a:lnTo>
                  <a:close/>
                </a:path>
                <a:path w="27939" h="1172210">
                  <a:moveTo>
                    <a:pt x="27939" y="894079"/>
                  </a:moveTo>
                  <a:lnTo>
                    <a:pt x="0" y="894079"/>
                  </a:lnTo>
                  <a:lnTo>
                    <a:pt x="0" y="896619"/>
                  </a:lnTo>
                  <a:lnTo>
                    <a:pt x="27939" y="896619"/>
                  </a:lnTo>
                  <a:lnTo>
                    <a:pt x="27939" y="894079"/>
                  </a:lnTo>
                  <a:close/>
                </a:path>
                <a:path w="27939" h="1172210">
                  <a:moveTo>
                    <a:pt x="27939" y="896619"/>
                  </a:moveTo>
                  <a:lnTo>
                    <a:pt x="0" y="896619"/>
                  </a:lnTo>
                  <a:lnTo>
                    <a:pt x="0" y="900429"/>
                  </a:lnTo>
                  <a:lnTo>
                    <a:pt x="27939" y="900429"/>
                  </a:lnTo>
                  <a:lnTo>
                    <a:pt x="27939" y="896619"/>
                  </a:lnTo>
                  <a:close/>
                </a:path>
                <a:path w="27939" h="1172210">
                  <a:moveTo>
                    <a:pt x="27939" y="900429"/>
                  </a:moveTo>
                  <a:lnTo>
                    <a:pt x="0" y="900429"/>
                  </a:lnTo>
                  <a:lnTo>
                    <a:pt x="0" y="902969"/>
                  </a:lnTo>
                  <a:lnTo>
                    <a:pt x="27939" y="902969"/>
                  </a:lnTo>
                  <a:lnTo>
                    <a:pt x="27939" y="900429"/>
                  </a:lnTo>
                  <a:close/>
                </a:path>
                <a:path w="27939" h="1172210">
                  <a:moveTo>
                    <a:pt x="27939" y="902969"/>
                  </a:moveTo>
                  <a:lnTo>
                    <a:pt x="0" y="902969"/>
                  </a:lnTo>
                  <a:lnTo>
                    <a:pt x="0" y="909319"/>
                  </a:lnTo>
                  <a:lnTo>
                    <a:pt x="27939" y="909319"/>
                  </a:lnTo>
                  <a:lnTo>
                    <a:pt x="27939" y="902969"/>
                  </a:lnTo>
                  <a:close/>
                </a:path>
                <a:path w="27939" h="1172210">
                  <a:moveTo>
                    <a:pt x="27939" y="909319"/>
                  </a:moveTo>
                  <a:lnTo>
                    <a:pt x="0" y="909319"/>
                  </a:lnTo>
                  <a:lnTo>
                    <a:pt x="0" y="913129"/>
                  </a:lnTo>
                  <a:lnTo>
                    <a:pt x="27939" y="913129"/>
                  </a:lnTo>
                  <a:lnTo>
                    <a:pt x="27939" y="909319"/>
                  </a:lnTo>
                  <a:close/>
                </a:path>
                <a:path w="27939" h="1172210">
                  <a:moveTo>
                    <a:pt x="27939" y="913129"/>
                  </a:moveTo>
                  <a:lnTo>
                    <a:pt x="0" y="913129"/>
                  </a:lnTo>
                  <a:lnTo>
                    <a:pt x="0" y="915669"/>
                  </a:lnTo>
                  <a:lnTo>
                    <a:pt x="27939" y="915669"/>
                  </a:lnTo>
                  <a:lnTo>
                    <a:pt x="27939" y="913129"/>
                  </a:lnTo>
                  <a:close/>
                </a:path>
                <a:path w="27939" h="1172210">
                  <a:moveTo>
                    <a:pt x="27939" y="915669"/>
                  </a:moveTo>
                  <a:lnTo>
                    <a:pt x="0" y="915669"/>
                  </a:lnTo>
                  <a:lnTo>
                    <a:pt x="0" y="919479"/>
                  </a:lnTo>
                  <a:lnTo>
                    <a:pt x="27939" y="919479"/>
                  </a:lnTo>
                  <a:lnTo>
                    <a:pt x="27939" y="915669"/>
                  </a:lnTo>
                  <a:close/>
                </a:path>
                <a:path w="27939" h="1172210">
                  <a:moveTo>
                    <a:pt x="27939" y="919479"/>
                  </a:moveTo>
                  <a:lnTo>
                    <a:pt x="0" y="919479"/>
                  </a:lnTo>
                  <a:lnTo>
                    <a:pt x="0" y="922019"/>
                  </a:lnTo>
                  <a:lnTo>
                    <a:pt x="27939" y="922019"/>
                  </a:lnTo>
                  <a:lnTo>
                    <a:pt x="27939" y="919479"/>
                  </a:lnTo>
                  <a:close/>
                </a:path>
                <a:path w="27939" h="1172210">
                  <a:moveTo>
                    <a:pt x="27939" y="922019"/>
                  </a:moveTo>
                  <a:lnTo>
                    <a:pt x="0" y="922019"/>
                  </a:lnTo>
                  <a:lnTo>
                    <a:pt x="0" y="928369"/>
                  </a:lnTo>
                  <a:lnTo>
                    <a:pt x="27939" y="928369"/>
                  </a:lnTo>
                  <a:lnTo>
                    <a:pt x="27939" y="922019"/>
                  </a:lnTo>
                  <a:close/>
                </a:path>
                <a:path w="27939" h="1172210">
                  <a:moveTo>
                    <a:pt x="27939" y="928369"/>
                  </a:moveTo>
                  <a:lnTo>
                    <a:pt x="0" y="928369"/>
                  </a:lnTo>
                  <a:lnTo>
                    <a:pt x="0" y="932179"/>
                  </a:lnTo>
                  <a:lnTo>
                    <a:pt x="27939" y="932179"/>
                  </a:lnTo>
                  <a:lnTo>
                    <a:pt x="27939" y="928369"/>
                  </a:lnTo>
                  <a:close/>
                </a:path>
                <a:path w="27939" h="1172210">
                  <a:moveTo>
                    <a:pt x="27939" y="932179"/>
                  </a:moveTo>
                  <a:lnTo>
                    <a:pt x="0" y="932179"/>
                  </a:lnTo>
                  <a:lnTo>
                    <a:pt x="0" y="934719"/>
                  </a:lnTo>
                  <a:lnTo>
                    <a:pt x="27939" y="934719"/>
                  </a:lnTo>
                  <a:lnTo>
                    <a:pt x="27939" y="932179"/>
                  </a:lnTo>
                  <a:close/>
                </a:path>
                <a:path w="27939" h="1172210">
                  <a:moveTo>
                    <a:pt x="27939" y="934719"/>
                  </a:moveTo>
                  <a:lnTo>
                    <a:pt x="0" y="934719"/>
                  </a:lnTo>
                  <a:lnTo>
                    <a:pt x="0" y="938529"/>
                  </a:lnTo>
                  <a:lnTo>
                    <a:pt x="27939" y="938529"/>
                  </a:lnTo>
                  <a:lnTo>
                    <a:pt x="27939" y="934719"/>
                  </a:lnTo>
                  <a:close/>
                </a:path>
                <a:path w="27939" h="1172210">
                  <a:moveTo>
                    <a:pt x="27939" y="938529"/>
                  </a:moveTo>
                  <a:lnTo>
                    <a:pt x="0" y="938529"/>
                  </a:lnTo>
                  <a:lnTo>
                    <a:pt x="0" y="941069"/>
                  </a:lnTo>
                  <a:lnTo>
                    <a:pt x="27939" y="941069"/>
                  </a:lnTo>
                  <a:lnTo>
                    <a:pt x="27939" y="938529"/>
                  </a:lnTo>
                  <a:close/>
                </a:path>
                <a:path w="27939" h="1172210">
                  <a:moveTo>
                    <a:pt x="27939" y="941069"/>
                  </a:moveTo>
                  <a:lnTo>
                    <a:pt x="0" y="941069"/>
                  </a:lnTo>
                  <a:lnTo>
                    <a:pt x="0" y="944879"/>
                  </a:lnTo>
                  <a:lnTo>
                    <a:pt x="27939" y="944879"/>
                  </a:lnTo>
                  <a:lnTo>
                    <a:pt x="27939" y="941069"/>
                  </a:lnTo>
                  <a:close/>
                </a:path>
                <a:path w="27939" h="1172210">
                  <a:moveTo>
                    <a:pt x="27939" y="944879"/>
                  </a:moveTo>
                  <a:lnTo>
                    <a:pt x="0" y="944879"/>
                  </a:lnTo>
                  <a:lnTo>
                    <a:pt x="0" y="947419"/>
                  </a:lnTo>
                  <a:lnTo>
                    <a:pt x="27939" y="947419"/>
                  </a:lnTo>
                  <a:lnTo>
                    <a:pt x="27939" y="944879"/>
                  </a:lnTo>
                  <a:close/>
                </a:path>
                <a:path w="27939" h="1172210">
                  <a:moveTo>
                    <a:pt x="27939" y="947419"/>
                  </a:moveTo>
                  <a:lnTo>
                    <a:pt x="0" y="947419"/>
                  </a:lnTo>
                  <a:lnTo>
                    <a:pt x="0" y="951229"/>
                  </a:lnTo>
                  <a:lnTo>
                    <a:pt x="27939" y="951229"/>
                  </a:lnTo>
                  <a:lnTo>
                    <a:pt x="27939" y="947419"/>
                  </a:lnTo>
                  <a:close/>
                </a:path>
                <a:path w="27939" h="1172210">
                  <a:moveTo>
                    <a:pt x="27939" y="951229"/>
                  </a:moveTo>
                  <a:lnTo>
                    <a:pt x="0" y="951229"/>
                  </a:lnTo>
                  <a:lnTo>
                    <a:pt x="0" y="953769"/>
                  </a:lnTo>
                  <a:lnTo>
                    <a:pt x="27939" y="953769"/>
                  </a:lnTo>
                  <a:lnTo>
                    <a:pt x="27939" y="951229"/>
                  </a:lnTo>
                  <a:close/>
                </a:path>
                <a:path w="27939" h="1172210">
                  <a:moveTo>
                    <a:pt x="27939" y="953769"/>
                  </a:moveTo>
                  <a:lnTo>
                    <a:pt x="0" y="953769"/>
                  </a:lnTo>
                  <a:lnTo>
                    <a:pt x="0" y="957579"/>
                  </a:lnTo>
                  <a:lnTo>
                    <a:pt x="27939" y="957579"/>
                  </a:lnTo>
                  <a:lnTo>
                    <a:pt x="27939" y="953769"/>
                  </a:lnTo>
                  <a:close/>
                </a:path>
                <a:path w="27939" h="1172210">
                  <a:moveTo>
                    <a:pt x="27939" y="957579"/>
                  </a:moveTo>
                  <a:lnTo>
                    <a:pt x="0" y="957579"/>
                  </a:lnTo>
                  <a:lnTo>
                    <a:pt x="0" y="960119"/>
                  </a:lnTo>
                  <a:lnTo>
                    <a:pt x="27939" y="960119"/>
                  </a:lnTo>
                  <a:lnTo>
                    <a:pt x="27939" y="957579"/>
                  </a:lnTo>
                  <a:close/>
                </a:path>
                <a:path w="27939" h="1172210">
                  <a:moveTo>
                    <a:pt x="27939" y="960119"/>
                  </a:moveTo>
                  <a:lnTo>
                    <a:pt x="0" y="960119"/>
                  </a:lnTo>
                  <a:lnTo>
                    <a:pt x="0" y="970279"/>
                  </a:lnTo>
                  <a:lnTo>
                    <a:pt x="27939" y="970279"/>
                  </a:lnTo>
                  <a:lnTo>
                    <a:pt x="27939" y="960119"/>
                  </a:lnTo>
                  <a:close/>
                </a:path>
                <a:path w="27939" h="1172210">
                  <a:moveTo>
                    <a:pt x="27939" y="970279"/>
                  </a:moveTo>
                  <a:lnTo>
                    <a:pt x="0" y="970279"/>
                  </a:lnTo>
                  <a:lnTo>
                    <a:pt x="0" y="972819"/>
                  </a:lnTo>
                  <a:lnTo>
                    <a:pt x="27939" y="972819"/>
                  </a:lnTo>
                  <a:lnTo>
                    <a:pt x="27939" y="970279"/>
                  </a:lnTo>
                  <a:close/>
                </a:path>
                <a:path w="27939" h="1172210">
                  <a:moveTo>
                    <a:pt x="27939" y="972819"/>
                  </a:moveTo>
                  <a:lnTo>
                    <a:pt x="0" y="972819"/>
                  </a:lnTo>
                  <a:lnTo>
                    <a:pt x="0" y="979169"/>
                  </a:lnTo>
                  <a:lnTo>
                    <a:pt x="27939" y="979169"/>
                  </a:lnTo>
                  <a:lnTo>
                    <a:pt x="27939" y="972819"/>
                  </a:lnTo>
                  <a:close/>
                </a:path>
                <a:path w="27939" h="1172210">
                  <a:moveTo>
                    <a:pt x="27939" y="979169"/>
                  </a:moveTo>
                  <a:lnTo>
                    <a:pt x="0" y="979169"/>
                  </a:lnTo>
                  <a:lnTo>
                    <a:pt x="0" y="985519"/>
                  </a:lnTo>
                  <a:lnTo>
                    <a:pt x="27939" y="985519"/>
                  </a:lnTo>
                  <a:lnTo>
                    <a:pt x="27939" y="979169"/>
                  </a:lnTo>
                  <a:close/>
                </a:path>
                <a:path w="27939" h="1172210">
                  <a:moveTo>
                    <a:pt x="27939" y="985519"/>
                  </a:moveTo>
                  <a:lnTo>
                    <a:pt x="0" y="985519"/>
                  </a:lnTo>
                  <a:lnTo>
                    <a:pt x="0" y="989329"/>
                  </a:lnTo>
                  <a:lnTo>
                    <a:pt x="27939" y="989329"/>
                  </a:lnTo>
                  <a:lnTo>
                    <a:pt x="27939" y="985519"/>
                  </a:lnTo>
                  <a:close/>
                </a:path>
                <a:path w="27939" h="1172210">
                  <a:moveTo>
                    <a:pt x="27939" y="989329"/>
                  </a:moveTo>
                  <a:lnTo>
                    <a:pt x="0" y="989329"/>
                  </a:lnTo>
                  <a:lnTo>
                    <a:pt x="0" y="995679"/>
                  </a:lnTo>
                  <a:lnTo>
                    <a:pt x="27939" y="995679"/>
                  </a:lnTo>
                  <a:lnTo>
                    <a:pt x="27939" y="989329"/>
                  </a:lnTo>
                  <a:close/>
                </a:path>
                <a:path w="27939" h="1172210">
                  <a:moveTo>
                    <a:pt x="27939" y="995679"/>
                  </a:moveTo>
                  <a:lnTo>
                    <a:pt x="0" y="995679"/>
                  </a:lnTo>
                  <a:lnTo>
                    <a:pt x="0" y="998219"/>
                  </a:lnTo>
                  <a:lnTo>
                    <a:pt x="27939" y="998219"/>
                  </a:lnTo>
                  <a:lnTo>
                    <a:pt x="27939" y="995679"/>
                  </a:lnTo>
                  <a:close/>
                </a:path>
                <a:path w="27939" h="1172210">
                  <a:moveTo>
                    <a:pt x="27939" y="998219"/>
                  </a:moveTo>
                  <a:lnTo>
                    <a:pt x="0" y="998219"/>
                  </a:lnTo>
                  <a:lnTo>
                    <a:pt x="0" y="1002029"/>
                  </a:lnTo>
                  <a:lnTo>
                    <a:pt x="27939" y="1002029"/>
                  </a:lnTo>
                  <a:lnTo>
                    <a:pt x="27939" y="998219"/>
                  </a:lnTo>
                  <a:close/>
                </a:path>
                <a:path w="27939" h="1172210">
                  <a:moveTo>
                    <a:pt x="27939" y="1002029"/>
                  </a:moveTo>
                  <a:lnTo>
                    <a:pt x="0" y="1002029"/>
                  </a:lnTo>
                  <a:lnTo>
                    <a:pt x="0" y="1004569"/>
                  </a:lnTo>
                  <a:lnTo>
                    <a:pt x="27939" y="1004569"/>
                  </a:lnTo>
                  <a:lnTo>
                    <a:pt x="27939" y="1002029"/>
                  </a:lnTo>
                  <a:close/>
                </a:path>
                <a:path w="27939" h="1172210">
                  <a:moveTo>
                    <a:pt x="27939" y="1004569"/>
                  </a:moveTo>
                  <a:lnTo>
                    <a:pt x="0" y="1004569"/>
                  </a:lnTo>
                  <a:lnTo>
                    <a:pt x="0" y="1008379"/>
                  </a:lnTo>
                  <a:lnTo>
                    <a:pt x="27939" y="1008379"/>
                  </a:lnTo>
                  <a:lnTo>
                    <a:pt x="27939" y="1004569"/>
                  </a:lnTo>
                  <a:close/>
                </a:path>
                <a:path w="27939" h="1172210">
                  <a:moveTo>
                    <a:pt x="27939" y="1008379"/>
                  </a:moveTo>
                  <a:lnTo>
                    <a:pt x="0" y="1008379"/>
                  </a:lnTo>
                  <a:lnTo>
                    <a:pt x="0" y="1010919"/>
                  </a:lnTo>
                  <a:lnTo>
                    <a:pt x="27939" y="1010919"/>
                  </a:lnTo>
                  <a:lnTo>
                    <a:pt x="27939" y="1008379"/>
                  </a:lnTo>
                  <a:close/>
                </a:path>
                <a:path w="27939" h="1172210">
                  <a:moveTo>
                    <a:pt x="27939" y="1010919"/>
                  </a:moveTo>
                  <a:lnTo>
                    <a:pt x="0" y="1010919"/>
                  </a:lnTo>
                  <a:lnTo>
                    <a:pt x="0" y="1014729"/>
                  </a:lnTo>
                  <a:lnTo>
                    <a:pt x="27939" y="1014729"/>
                  </a:lnTo>
                  <a:lnTo>
                    <a:pt x="27939" y="1010919"/>
                  </a:lnTo>
                  <a:close/>
                </a:path>
                <a:path w="27939" h="1172210">
                  <a:moveTo>
                    <a:pt x="27939" y="1014729"/>
                  </a:moveTo>
                  <a:lnTo>
                    <a:pt x="0" y="1014729"/>
                  </a:lnTo>
                  <a:lnTo>
                    <a:pt x="0" y="1017269"/>
                  </a:lnTo>
                  <a:lnTo>
                    <a:pt x="27939" y="1017269"/>
                  </a:lnTo>
                  <a:lnTo>
                    <a:pt x="27939" y="1014729"/>
                  </a:lnTo>
                  <a:close/>
                </a:path>
                <a:path w="27939" h="1172210">
                  <a:moveTo>
                    <a:pt x="27939" y="1017269"/>
                  </a:moveTo>
                  <a:lnTo>
                    <a:pt x="0" y="1017269"/>
                  </a:lnTo>
                  <a:lnTo>
                    <a:pt x="0" y="1021079"/>
                  </a:lnTo>
                  <a:lnTo>
                    <a:pt x="27939" y="1021079"/>
                  </a:lnTo>
                  <a:lnTo>
                    <a:pt x="27939" y="1017269"/>
                  </a:lnTo>
                  <a:close/>
                </a:path>
                <a:path w="27939" h="1172210">
                  <a:moveTo>
                    <a:pt x="27939" y="1021079"/>
                  </a:moveTo>
                  <a:lnTo>
                    <a:pt x="0" y="1021079"/>
                  </a:lnTo>
                  <a:lnTo>
                    <a:pt x="0" y="1023619"/>
                  </a:lnTo>
                  <a:lnTo>
                    <a:pt x="27939" y="1023619"/>
                  </a:lnTo>
                  <a:lnTo>
                    <a:pt x="27939" y="1021079"/>
                  </a:lnTo>
                  <a:close/>
                </a:path>
                <a:path w="27939" h="1172210">
                  <a:moveTo>
                    <a:pt x="27939" y="1023619"/>
                  </a:moveTo>
                  <a:lnTo>
                    <a:pt x="0" y="1023619"/>
                  </a:lnTo>
                  <a:lnTo>
                    <a:pt x="0" y="1027429"/>
                  </a:lnTo>
                  <a:lnTo>
                    <a:pt x="27939" y="1027429"/>
                  </a:lnTo>
                  <a:lnTo>
                    <a:pt x="27939" y="1023619"/>
                  </a:lnTo>
                  <a:close/>
                </a:path>
                <a:path w="27939" h="1172210">
                  <a:moveTo>
                    <a:pt x="27939" y="1027429"/>
                  </a:moveTo>
                  <a:lnTo>
                    <a:pt x="0" y="1027429"/>
                  </a:lnTo>
                  <a:lnTo>
                    <a:pt x="0" y="1029969"/>
                  </a:lnTo>
                  <a:lnTo>
                    <a:pt x="27939" y="1029969"/>
                  </a:lnTo>
                  <a:lnTo>
                    <a:pt x="27939" y="1027429"/>
                  </a:lnTo>
                  <a:close/>
                </a:path>
                <a:path w="27939" h="1172210">
                  <a:moveTo>
                    <a:pt x="27939" y="1029969"/>
                  </a:moveTo>
                  <a:lnTo>
                    <a:pt x="0" y="1029969"/>
                  </a:lnTo>
                  <a:lnTo>
                    <a:pt x="0" y="1033779"/>
                  </a:lnTo>
                  <a:lnTo>
                    <a:pt x="27939" y="1033779"/>
                  </a:lnTo>
                  <a:lnTo>
                    <a:pt x="27939" y="1029969"/>
                  </a:lnTo>
                  <a:close/>
                </a:path>
                <a:path w="27939" h="1172210">
                  <a:moveTo>
                    <a:pt x="27939" y="1033779"/>
                  </a:moveTo>
                  <a:lnTo>
                    <a:pt x="0" y="1033779"/>
                  </a:lnTo>
                  <a:lnTo>
                    <a:pt x="0" y="1042669"/>
                  </a:lnTo>
                  <a:lnTo>
                    <a:pt x="27939" y="1042669"/>
                  </a:lnTo>
                  <a:lnTo>
                    <a:pt x="27939" y="1033779"/>
                  </a:lnTo>
                  <a:close/>
                </a:path>
                <a:path w="27939" h="1172210">
                  <a:moveTo>
                    <a:pt x="27939" y="1042669"/>
                  </a:moveTo>
                  <a:lnTo>
                    <a:pt x="0" y="1042669"/>
                  </a:lnTo>
                  <a:lnTo>
                    <a:pt x="0" y="1046479"/>
                  </a:lnTo>
                  <a:lnTo>
                    <a:pt x="27939" y="1046479"/>
                  </a:lnTo>
                  <a:lnTo>
                    <a:pt x="27939" y="1042669"/>
                  </a:lnTo>
                  <a:close/>
                </a:path>
                <a:path w="27939" h="1172210">
                  <a:moveTo>
                    <a:pt x="27939" y="1046479"/>
                  </a:moveTo>
                  <a:lnTo>
                    <a:pt x="0" y="1046479"/>
                  </a:lnTo>
                  <a:lnTo>
                    <a:pt x="0" y="1049019"/>
                  </a:lnTo>
                  <a:lnTo>
                    <a:pt x="27939" y="1049019"/>
                  </a:lnTo>
                  <a:lnTo>
                    <a:pt x="27939" y="1046479"/>
                  </a:lnTo>
                  <a:close/>
                </a:path>
                <a:path w="27939" h="1172210">
                  <a:moveTo>
                    <a:pt x="27939" y="1049019"/>
                  </a:moveTo>
                  <a:lnTo>
                    <a:pt x="0" y="1049019"/>
                  </a:lnTo>
                  <a:lnTo>
                    <a:pt x="0" y="1059179"/>
                  </a:lnTo>
                  <a:lnTo>
                    <a:pt x="27939" y="1059179"/>
                  </a:lnTo>
                  <a:lnTo>
                    <a:pt x="27939" y="1049019"/>
                  </a:lnTo>
                  <a:close/>
                </a:path>
                <a:path w="27939" h="1172210">
                  <a:moveTo>
                    <a:pt x="27939" y="1059179"/>
                  </a:moveTo>
                  <a:lnTo>
                    <a:pt x="0" y="1059179"/>
                  </a:lnTo>
                  <a:lnTo>
                    <a:pt x="0" y="1061719"/>
                  </a:lnTo>
                  <a:lnTo>
                    <a:pt x="27939" y="1061719"/>
                  </a:lnTo>
                  <a:lnTo>
                    <a:pt x="27939" y="1059179"/>
                  </a:lnTo>
                  <a:close/>
                </a:path>
                <a:path w="27939" h="1172210">
                  <a:moveTo>
                    <a:pt x="27939" y="1061719"/>
                  </a:moveTo>
                  <a:lnTo>
                    <a:pt x="0" y="1061719"/>
                  </a:lnTo>
                  <a:lnTo>
                    <a:pt x="0" y="1065529"/>
                  </a:lnTo>
                  <a:lnTo>
                    <a:pt x="27939" y="1065529"/>
                  </a:lnTo>
                  <a:lnTo>
                    <a:pt x="27939" y="1061719"/>
                  </a:lnTo>
                  <a:close/>
                </a:path>
                <a:path w="27939" h="1172210">
                  <a:moveTo>
                    <a:pt x="27939" y="1065529"/>
                  </a:moveTo>
                  <a:lnTo>
                    <a:pt x="0" y="1065529"/>
                  </a:lnTo>
                  <a:lnTo>
                    <a:pt x="0" y="1074419"/>
                  </a:lnTo>
                  <a:lnTo>
                    <a:pt x="27939" y="1074419"/>
                  </a:lnTo>
                  <a:lnTo>
                    <a:pt x="27939" y="1065529"/>
                  </a:lnTo>
                  <a:close/>
                </a:path>
                <a:path w="27939" h="1172210">
                  <a:moveTo>
                    <a:pt x="27939" y="1074419"/>
                  </a:moveTo>
                  <a:lnTo>
                    <a:pt x="0" y="1074419"/>
                  </a:lnTo>
                  <a:lnTo>
                    <a:pt x="0" y="1080769"/>
                  </a:lnTo>
                  <a:lnTo>
                    <a:pt x="27939" y="1080769"/>
                  </a:lnTo>
                  <a:lnTo>
                    <a:pt x="27939" y="1074419"/>
                  </a:lnTo>
                  <a:close/>
                </a:path>
                <a:path w="27939" h="1172210">
                  <a:moveTo>
                    <a:pt x="27939" y="1080769"/>
                  </a:moveTo>
                  <a:lnTo>
                    <a:pt x="0" y="1080769"/>
                  </a:lnTo>
                  <a:lnTo>
                    <a:pt x="0" y="1084579"/>
                  </a:lnTo>
                  <a:lnTo>
                    <a:pt x="27939" y="1084579"/>
                  </a:lnTo>
                  <a:lnTo>
                    <a:pt x="27939" y="1080769"/>
                  </a:lnTo>
                  <a:close/>
                </a:path>
                <a:path w="27939" h="1172210">
                  <a:moveTo>
                    <a:pt x="27939" y="1084579"/>
                  </a:moveTo>
                  <a:lnTo>
                    <a:pt x="0" y="1084579"/>
                  </a:lnTo>
                  <a:lnTo>
                    <a:pt x="0" y="1087119"/>
                  </a:lnTo>
                  <a:lnTo>
                    <a:pt x="27939" y="1087119"/>
                  </a:lnTo>
                  <a:lnTo>
                    <a:pt x="27939" y="1084579"/>
                  </a:lnTo>
                  <a:close/>
                </a:path>
                <a:path w="27939" h="1172210">
                  <a:moveTo>
                    <a:pt x="27939" y="1087119"/>
                  </a:moveTo>
                  <a:lnTo>
                    <a:pt x="0" y="1087119"/>
                  </a:lnTo>
                  <a:lnTo>
                    <a:pt x="0" y="1090929"/>
                  </a:lnTo>
                  <a:lnTo>
                    <a:pt x="27939" y="1090929"/>
                  </a:lnTo>
                  <a:lnTo>
                    <a:pt x="27939" y="1087119"/>
                  </a:lnTo>
                  <a:close/>
                </a:path>
                <a:path w="27939" h="1172210">
                  <a:moveTo>
                    <a:pt x="27939" y="1090929"/>
                  </a:moveTo>
                  <a:lnTo>
                    <a:pt x="0" y="1090929"/>
                  </a:lnTo>
                  <a:lnTo>
                    <a:pt x="0" y="1099819"/>
                  </a:lnTo>
                  <a:lnTo>
                    <a:pt x="27939" y="1099819"/>
                  </a:lnTo>
                  <a:lnTo>
                    <a:pt x="27939" y="1090929"/>
                  </a:lnTo>
                  <a:close/>
                </a:path>
                <a:path w="27939" h="1172210">
                  <a:moveTo>
                    <a:pt x="27939" y="1099819"/>
                  </a:moveTo>
                  <a:lnTo>
                    <a:pt x="0" y="1099819"/>
                  </a:lnTo>
                  <a:lnTo>
                    <a:pt x="0" y="1106169"/>
                  </a:lnTo>
                  <a:lnTo>
                    <a:pt x="27939" y="1106169"/>
                  </a:lnTo>
                  <a:lnTo>
                    <a:pt x="27939" y="1099819"/>
                  </a:lnTo>
                  <a:close/>
                </a:path>
                <a:path w="27939" h="1172210">
                  <a:moveTo>
                    <a:pt x="27939" y="1106169"/>
                  </a:moveTo>
                  <a:lnTo>
                    <a:pt x="0" y="1106169"/>
                  </a:lnTo>
                  <a:lnTo>
                    <a:pt x="0" y="1109979"/>
                  </a:lnTo>
                  <a:lnTo>
                    <a:pt x="27939" y="1109979"/>
                  </a:lnTo>
                  <a:lnTo>
                    <a:pt x="27939" y="1106169"/>
                  </a:lnTo>
                  <a:close/>
                </a:path>
                <a:path w="27939" h="1172210">
                  <a:moveTo>
                    <a:pt x="27939" y="1109979"/>
                  </a:moveTo>
                  <a:lnTo>
                    <a:pt x="0" y="1109979"/>
                  </a:lnTo>
                  <a:lnTo>
                    <a:pt x="0" y="1112519"/>
                  </a:lnTo>
                  <a:lnTo>
                    <a:pt x="27939" y="1112519"/>
                  </a:lnTo>
                  <a:lnTo>
                    <a:pt x="27939" y="1109979"/>
                  </a:lnTo>
                  <a:close/>
                </a:path>
                <a:path w="27939" h="1172210">
                  <a:moveTo>
                    <a:pt x="27939" y="1112519"/>
                  </a:moveTo>
                  <a:lnTo>
                    <a:pt x="0" y="1112519"/>
                  </a:lnTo>
                  <a:lnTo>
                    <a:pt x="0" y="1118869"/>
                  </a:lnTo>
                  <a:lnTo>
                    <a:pt x="27939" y="1118869"/>
                  </a:lnTo>
                  <a:lnTo>
                    <a:pt x="27939" y="1112519"/>
                  </a:lnTo>
                  <a:close/>
                </a:path>
                <a:path w="27939" h="1172210">
                  <a:moveTo>
                    <a:pt x="27939" y="1118869"/>
                  </a:moveTo>
                  <a:lnTo>
                    <a:pt x="0" y="1118869"/>
                  </a:lnTo>
                  <a:lnTo>
                    <a:pt x="0" y="1122679"/>
                  </a:lnTo>
                  <a:lnTo>
                    <a:pt x="27939" y="1122679"/>
                  </a:lnTo>
                  <a:lnTo>
                    <a:pt x="27939" y="1118869"/>
                  </a:lnTo>
                  <a:close/>
                </a:path>
                <a:path w="27939" h="1172210">
                  <a:moveTo>
                    <a:pt x="27939" y="1122679"/>
                  </a:moveTo>
                  <a:lnTo>
                    <a:pt x="0" y="1122679"/>
                  </a:lnTo>
                  <a:lnTo>
                    <a:pt x="0" y="1125219"/>
                  </a:lnTo>
                  <a:lnTo>
                    <a:pt x="27939" y="1125219"/>
                  </a:lnTo>
                  <a:lnTo>
                    <a:pt x="27939" y="1122679"/>
                  </a:lnTo>
                  <a:close/>
                </a:path>
                <a:path w="27939" h="1172210">
                  <a:moveTo>
                    <a:pt x="27939" y="1125219"/>
                  </a:moveTo>
                  <a:lnTo>
                    <a:pt x="0" y="1125219"/>
                  </a:lnTo>
                  <a:lnTo>
                    <a:pt x="0" y="1131569"/>
                  </a:lnTo>
                  <a:lnTo>
                    <a:pt x="27939" y="1131569"/>
                  </a:lnTo>
                  <a:lnTo>
                    <a:pt x="27939" y="1125219"/>
                  </a:lnTo>
                  <a:close/>
                </a:path>
                <a:path w="27939" h="1172210">
                  <a:moveTo>
                    <a:pt x="27939" y="1131569"/>
                  </a:moveTo>
                  <a:lnTo>
                    <a:pt x="0" y="1131569"/>
                  </a:lnTo>
                  <a:lnTo>
                    <a:pt x="0" y="1135379"/>
                  </a:lnTo>
                  <a:lnTo>
                    <a:pt x="27939" y="1135379"/>
                  </a:lnTo>
                  <a:lnTo>
                    <a:pt x="27939" y="1131569"/>
                  </a:lnTo>
                  <a:close/>
                </a:path>
                <a:path w="27939" h="1172210">
                  <a:moveTo>
                    <a:pt x="27939" y="1135379"/>
                  </a:moveTo>
                  <a:lnTo>
                    <a:pt x="0" y="1135379"/>
                  </a:lnTo>
                  <a:lnTo>
                    <a:pt x="0" y="1141729"/>
                  </a:lnTo>
                  <a:lnTo>
                    <a:pt x="27939" y="1141729"/>
                  </a:lnTo>
                  <a:lnTo>
                    <a:pt x="27939" y="1135379"/>
                  </a:lnTo>
                  <a:close/>
                </a:path>
                <a:path w="27939" h="1172210">
                  <a:moveTo>
                    <a:pt x="27939" y="1141729"/>
                  </a:moveTo>
                  <a:lnTo>
                    <a:pt x="0" y="1141729"/>
                  </a:lnTo>
                  <a:lnTo>
                    <a:pt x="0" y="1144269"/>
                  </a:lnTo>
                  <a:lnTo>
                    <a:pt x="27939" y="1144269"/>
                  </a:lnTo>
                  <a:lnTo>
                    <a:pt x="27939" y="1141729"/>
                  </a:lnTo>
                  <a:close/>
                </a:path>
                <a:path w="27939" h="1172210">
                  <a:moveTo>
                    <a:pt x="27939" y="1144269"/>
                  </a:moveTo>
                  <a:lnTo>
                    <a:pt x="0" y="1144269"/>
                  </a:lnTo>
                  <a:lnTo>
                    <a:pt x="0" y="1148079"/>
                  </a:lnTo>
                  <a:lnTo>
                    <a:pt x="26670" y="1148079"/>
                  </a:lnTo>
                  <a:lnTo>
                    <a:pt x="26670" y="1146809"/>
                  </a:lnTo>
                  <a:lnTo>
                    <a:pt x="27939" y="1146809"/>
                  </a:lnTo>
                  <a:lnTo>
                    <a:pt x="27939" y="1144269"/>
                  </a:lnTo>
                  <a:close/>
                </a:path>
                <a:path w="27939" h="1172210">
                  <a:moveTo>
                    <a:pt x="25400" y="1148079"/>
                  </a:moveTo>
                  <a:lnTo>
                    <a:pt x="0" y="1148079"/>
                  </a:lnTo>
                  <a:lnTo>
                    <a:pt x="0" y="1150619"/>
                  </a:lnTo>
                  <a:lnTo>
                    <a:pt x="24130" y="1150619"/>
                  </a:lnTo>
                  <a:lnTo>
                    <a:pt x="24130" y="1149349"/>
                  </a:lnTo>
                  <a:lnTo>
                    <a:pt x="25400" y="1149349"/>
                  </a:lnTo>
                  <a:lnTo>
                    <a:pt x="25400" y="1148079"/>
                  </a:lnTo>
                  <a:close/>
                </a:path>
                <a:path w="27939" h="1172210">
                  <a:moveTo>
                    <a:pt x="22860" y="1150619"/>
                  </a:moveTo>
                  <a:lnTo>
                    <a:pt x="0" y="1150619"/>
                  </a:lnTo>
                  <a:lnTo>
                    <a:pt x="0" y="1154429"/>
                  </a:lnTo>
                  <a:lnTo>
                    <a:pt x="20320" y="1154429"/>
                  </a:lnTo>
                  <a:lnTo>
                    <a:pt x="20320" y="1153159"/>
                  </a:lnTo>
                  <a:lnTo>
                    <a:pt x="21589" y="1153159"/>
                  </a:lnTo>
                  <a:lnTo>
                    <a:pt x="21589" y="1151889"/>
                  </a:lnTo>
                  <a:lnTo>
                    <a:pt x="22860" y="1151889"/>
                  </a:lnTo>
                  <a:lnTo>
                    <a:pt x="22860" y="1150619"/>
                  </a:lnTo>
                  <a:close/>
                </a:path>
                <a:path w="27939" h="1172210">
                  <a:moveTo>
                    <a:pt x="19050" y="1154429"/>
                  </a:moveTo>
                  <a:lnTo>
                    <a:pt x="0" y="1154429"/>
                  </a:lnTo>
                  <a:lnTo>
                    <a:pt x="0" y="1156969"/>
                  </a:lnTo>
                  <a:lnTo>
                    <a:pt x="17780" y="1156969"/>
                  </a:lnTo>
                  <a:lnTo>
                    <a:pt x="17780" y="1155699"/>
                  </a:lnTo>
                  <a:lnTo>
                    <a:pt x="19050" y="1155699"/>
                  </a:lnTo>
                  <a:lnTo>
                    <a:pt x="19050" y="1154429"/>
                  </a:lnTo>
                  <a:close/>
                </a:path>
                <a:path w="27939" h="1172210">
                  <a:moveTo>
                    <a:pt x="15239" y="1156969"/>
                  </a:moveTo>
                  <a:lnTo>
                    <a:pt x="0" y="1156969"/>
                  </a:lnTo>
                  <a:lnTo>
                    <a:pt x="0" y="1160779"/>
                  </a:lnTo>
                  <a:lnTo>
                    <a:pt x="12700" y="1160779"/>
                  </a:lnTo>
                  <a:lnTo>
                    <a:pt x="12700" y="1159509"/>
                  </a:lnTo>
                  <a:lnTo>
                    <a:pt x="13970" y="1159509"/>
                  </a:lnTo>
                  <a:lnTo>
                    <a:pt x="13970" y="1158239"/>
                  </a:lnTo>
                  <a:lnTo>
                    <a:pt x="15239" y="1158239"/>
                  </a:lnTo>
                  <a:lnTo>
                    <a:pt x="15239" y="1156969"/>
                  </a:lnTo>
                  <a:close/>
                </a:path>
                <a:path w="27939" h="1172210">
                  <a:moveTo>
                    <a:pt x="11430" y="1160779"/>
                  </a:moveTo>
                  <a:lnTo>
                    <a:pt x="0" y="1160779"/>
                  </a:lnTo>
                  <a:lnTo>
                    <a:pt x="0" y="1163319"/>
                  </a:lnTo>
                  <a:lnTo>
                    <a:pt x="10160" y="1163319"/>
                  </a:lnTo>
                  <a:lnTo>
                    <a:pt x="10160" y="1162049"/>
                  </a:lnTo>
                  <a:lnTo>
                    <a:pt x="11430" y="1162049"/>
                  </a:lnTo>
                  <a:lnTo>
                    <a:pt x="11430" y="1160779"/>
                  </a:lnTo>
                  <a:close/>
                </a:path>
                <a:path w="27939" h="1172210">
                  <a:moveTo>
                    <a:pt x="8889" y="1163319"/>
                  </a:moveTo>
                  <a:lnTo>
                    <a:pt x="0" y="1163319"/>
                  </a:lnTo>
                  <a:lnTo>
                    <a:pt x="0" y="1167129"/>
                  </a:lnTo>
                  <a:lnTo>
                    <a:pt x="6350" y="1167129"/>
                  </a:lnTo>
                  <a:lnTo>
                    <a:pt x="6350" y="1165859"/>
                  </a:lnTo>
                  <a:lnTo>
                    <a:pt x="7620" y="1165859"/>
                  </a:lnTo>
                  <a:lnTo>
                    <a:pt x="7620" y="1164589"/>
                  </a:lnTo>
                  <a:lnTo>
                    <a:pt x="8889" y="1164589"/>
                  </a:lnTo>
                  <a:lnTo>
                    <a:pt x="8889" y="1163319"/>
                  </a:lnTo>
                  <a:close/>
                </a:path>
                <a:path w="27939" h="1172210">
                  <a:moveTo>
                    <a:pt x="5080" y="1167129"/>
                  </a:moveTo>
                  <a:lnTo>
                    <a:pt x="0" y="1167129"/>
                  </a:lnTo>
                  <a:lnTo>
                    <a:pt x="0" y="1169669"/>
                  </a:lnTo>
                  <a:lnTo>
                    <a:pt x="3810" y="1169669"/>
                  </a:lnTo>
                  <a:lnTo>
                    <a:pt x="3810" y="1168399"/>
                  </a:lnTo>
                  <a:lnTo>
                    <a:pt x="5080" y="1168399"/>
                  </a:lnTo>
                  <a:lnTo>
                    <a:pt x="5080" y="1167129"/>
                  </a:lnTo>
                  <a:close/>
                </a:path>
                <a:path w="27939" h="1172210">
                  <a:moveTo>
                    <a:pt x="2539" y="1169669"/>
                  </a:moveTo>
                  <a:lnTo>
                    <a:pt x="0" y="1169669"/>
                  </a:lnTo>
                  <a:lnTo>
                    <a:pt x="0" y="1172209"/>
                  </a:lnTo>
                  <a:lnTo>
                    <a:pt x="1270" y="1172209"/>
                  </a:lnTo>
                  <a:lnTo>
                    <a:pt x="1270" y="1170939"/>
                  </a:lnTo>
                  <a:lnTo>
                    <a:pt x="2539" y="1170939"/>
                  </a:lnTo>
                  <a:lnTo>
                    <a:pt x="2539" y="1169669"/>
                  </a:lnTo>
                  <a:close/>
                </a:path>
              </a:pathLst>
            </a:custGeom>
            <a:solidFill>
              <a:srgbClr val="2A55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8" name="object 3798"/>
            <p:cNvSpPr/>
            <p:nvPr/>
          </p:nvSpPr>
          <p:spPr>
            <a:xfrm>
              <a:off x="5199379" y="4798060"/>
              <a:ext cx="27940" cy="1118870"/>
            </a:xfrm>
            <a:custGeom>
              <a:avLst/>
              <a:gdLst/>
              <a:ahLst/>
              <a:cxnLst/>
              <a:rect l="l" t="t" r="r" b="b"/>
              <a:pathLst>
                <a:path w="27939" h="1118870">
                  <a:moveTo>
                    <a:pt x="127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5080" y="5079"/>
                  </a:lnTo>
                  <a:lnTo>
                    <a:pt x="5080" y="3809"/>
                  </a:lnTo>
                  <a:lnTo>
                    <a:pt x="3810" y="3809"/>
                  </a:lnTo>
                  <a:lnTo>
                    <a:pt x="3810" y="2539"/>
                  </a:lnTo>
                  <a:lnTo>
                    <a:pt x="2540" y="2539"/>
                  </a:lnTo>
                  <a:lnTo>
                    <a:pt x="254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27939" h="1118870">
                  <a:moveTo>
                    <a:pt x="635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12700" y="11429"/>
                  </a:lnTo>
                  <a:lnTo>
                    <a:pt x="12700" y="10159"/>
                  </a:lnTo>
                  <a:lnTo>
                    <a:pt x="11430" y="10159"/>
                  </a:lnTo>
                  <a:lnTo>
                    <a:pt x="11430" y="8889"/>
                  </a:lnTo>
                  <a:lnTo>
                    <a:pt x="10160" y="8889"/>
                  </a:lnTo>
                  <a:lnTo>
                    <a:pt x="10160" y="7619"/>
                  </a:lnTo>
                  <a:lnTo>
                    <a:pt x="7620" y="7619"/>
                  </a:lnTo>
                  <a:lnTo>
                    <a:pt x="7620" y="6350"/>
                  </a:lnTo>
                  <a:lnTo>
                    <a:pt x="6350" y="6350"/>
                  </a:lnTo>
                  <a:lnTo>
                    <a:pt x="6350" y="5080"/>
                  </a:lnTo>
                  <a:close/>
                </a:path>
                <a:path w="27939" h="1118870">
                  <a:moveTo>
                    <a:pt x="13970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19050" y="17779"/>
                  </a:lnTo>
                  <a:lnTo>
                    <a:pt x="19050" y="16509"/>
                  </a:lnTo>
                  <a:lnTo>
                    <a:pt x="17780" y="16509"/>
                  </a:lnTo>
                  <a:lnTo>
                    <a:pt x="17780" y="15239"/>
                  </a:lnTo>
                  <a:lnTo>
                    <a:pt x="16510" y="15239"/>
                  </a:lnTo>
                  <a:lnTo>
                    <a:pt x="16510" y="13969"/>
                  </a:lnTo>
                  <a:lnTo>
                    <a:pt x="15240" y="13969"/>
                  </a:lnTo>
                  <a:lnTo>
                    <a:pt x="15240" y="12700"/>
                  </a:lnTo>
                  <a:lnTo>
                    <a:pt x="13970" y="12700"/>
                  </a:lnTo>
                  <a:lnTo>
                    <a:pt x="13970" y="11430"/>
                  </a:lnTo>
                  <a:close/>
                </a:path>
                <a:path w="27939" h="1118870">
                  <a:moveTo>
                    <a:pt x="20320" y="17780"/>
                  </a:moveTo>
                  <a:lnTo>
                    <a:pt x="0" y="17780"/>
                  </a:lnTo>
                  <a:lnTo>
                    <a:pt x="0" y="36829"/>
                  </a:lnTo>
                  <a:lnTo>
                    <a:pt x="27940" y="36829"/>
                  </a:lnTo>
                  <a:lnTo>
                    <a:pt x="27940" y="25400"/>
                  </a:lnTo>
                  <a:lnTo>
                    <a:pt x="26670" y="25400"/>
                  </a:lnTo>
                  <a:lnTo>
                    <a:pt x="26670" y="24130"/>
                  </a:lnTo>
                  <a:lnTo>
                    <a:pt x="25400" y="24130"/>
                  </a:lnTo>
                  <a:lnTo>
                    <a:pt x="25400" y="22859"/>
                  </a:lnTo>
                  <a:lnTo>
                    <a:pt x="24130" y="22859"/>
                  </a:lnTo>
                  <a:lnTo>
                    <a:pt x="24130" y="21589"/>
                  </a:lnTo>
                  <a:lnTo>
                    <a:pt x="22860" y="21589"/>
                  </a:lnTo>
                  <a:lnTo>
                    <a:pt x="22860" y="20319"/>
                  </a:lnTo>
                  <a:lnTo>
                    <a:pt x="21590" y="20319"/>
                  </a:lnTo>
                  <a:lnTo>
                    <a:pt x="21590" y="19050"/>
                  </a:lnTo>
                  <a:lnTo>
                    <a:pt x="20320" y="19050"/>
                  </a:lnTo>
                  <a:lnTo>
                    <a:pt x="20320" y="17780"/>
                  </a:lnTo>
                  <a:close/>
                </a:path>
                <a:path w="27939" h="1118870">
                  <a:moveTo>
                    <a:pt x="2794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27940" y="43179"/>
                  </a:lnTo>
                  <a:lnTo>
                    <a:pt x="27940" y="36830"/>
                  </a:lnTo>
                  <a:close/>
                </a:path>
                <a:path w="27939" h="1118870">
                  <a:moveTo>
                    <a:pt x="27940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27940" y="49529"/>
                  </a:lnTo>
                  <a:lnTo>
                    <a:pt x="27940" y="43180"/>
                  </a:lnTo>
                  <a:close/>
                </a:path>
                <a:path w="27939" h="1118870">
                  <a:moveTo>
                    <a:pt x="27940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27940" y="55879"/>
                  </a:lnTo>
                  <a:lnTo>
                    <a:pt x="27940" y="49530"/>
                  </a:lnTo>
                  <a:close/>
                </a:path>
                <a:path w="27939" h="1118870">
                  <a:moveTo>
                    <a:pt x="27940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27940" y="62229"/>
                  </a:lnTo>
                  <a:lnTo>
                    <a:pt x="27940" y="55880"/>
                  </a:lnTo>
                  <a:close/>
                </a:path>
                <a:path w="27939" h="1118870">
                  <a:moveTo>
                    <a:pt x="27940" y="62230"/>
                  </a:moveTo>
                  <a:lnTo>
                    <a:pt x="0" y="62230"/>
                  </a:lnTo>
                  <a:lnTo>
                    <a:pt x="0" y="68579"/>
                  </a:lnTo>
                  <a:lnTo>
                    <a:pt x="27940" y="68579"/>
                  </a:lnTo>
                  <a:lnTo>
                    <a:pt x="27940" y="62230"/>
                  </a:lnTo>
                  <a:close/>
                </a:path>
                <a:path w="27939" h="1118870">
                  <a:moveTo>
                    <a:pt x="27940" y="68580"/>
                  </a:moveTo>
                  <a:lnTo>
                    <a:pt x="0" y="68580"/>
                  </a:lnTo>
                  <a:lnTo>
                    <a:pt x="0" y="74929"/>
                  </a:lnTo>
                  <a:lnTo>
                    <a:pt x="27940" y="74929"/>
                  </a:lnTo>
                  <a:lnTo>
                    <a:pt x="27940" y="68580"/>
                  </a:lnTo>
                  <a:close/>
                </a:path>
                <a:path w="27939" h="1118870">
                  <a:moveTo>
                    <a:pt x="27940" y="74930"/>
                  </a:moveTo>
                  <a:lnTo>
                    <a:pt x="0" y="74930"/>
                  </a:lnTo>
                  <a:lnTo>
                    <a:pt x="0" y="81279"/>
                  </a:lnTo>
                  <a:lnTo>
                    <a:pt x="27940" y="81279"/>
                  </a:lnTo>
                  <a:lnTo>
                    <a:pt x="27940" y="74930"/>
                  </a:lnTo>
                  <a:close/>
                </a:path>
                <a:path w="27939" h="1118870">
                  <a:moveTo>
                    <a:pt x="27940" y="81280"/>
                  </a:moveTo>
                  <a:lnTo>
                    <a:pt x="0" y="81280"/>
                  </a:lnTo>
                  <a:lnTo>
                    <a:pt x="0" y="93979"/>
                  </a:lnTo>
                  <a:lnTo>
                    <a:pt x="27940" y="93979"/>
                  </a:lnTo>
                  <a:lnTo>
                    <a:pt x="27940" y="81280"/>
                  </a:lnTo>
                  <a:close/>
                </a:path>
                <a:path w="27939" h="1118870">
                  <a:moveTo>
                    <a:pt x="27940" y="93980"/>
                  </a:moveTo>
                  <a:lnTo>
                    <a:pt x="0" y="93980"/>
                  </a:lnTo>
                  <a:lnTo>
                    <a:pt x="0" y="100329"/>
                  </a:lnTo>
                  <a:lnTo>
                    <a:pt x="27940" y="100329"/>
                  </a:lnTo>
                  <a:lnTo>
                    <a:pt x="27940" y="93980"/>
                  </a:lnTo>
                  <a:close/>
                </a:path>
                <a:path w="27939" h="1118870">
                  <a:moveTo>
                    <a:pt x="27940" y="100330"/>
                  </a:moveTo>
                  <a:lnTo>
                    <a:pt x="0" y="100330"/>
                  </a:lnTo>
                  <a:lnTo>
                    <a:pt x="0" y="106679"/>
                  </a:lnTo>
                  <a:lnTo>
                    <a:pt x="27940" y="106679"/>
                  </a:lnTo>
                  <a:lnTo>
                    <a:pt x="27940" y="100330"/>
                  </a:lnTo>
                  <a:close/>
                </a:path>
                <a:path w="27939" h="1118870">
                  <a:moveTo>
                    <a:pt x="27940" y="106680"/>
                  </a:moveTo>
                  <a:lnTo>
                    <a:pt x="0" y="106680"/>
                  </a:lnTo>
                  <a:lnTo>
                    <a:pt x="0" y="113029"/>
                  </a:lnTo>
                  <a:lnTo>
                    <a:pt x="27940" y="113029"/>
                  </a:lnTo>
                  <a:lnTo>
                    <a:pt x="27940" y="106680"/>
                  </a:lnTo>
                  <a:close/>
                </a:path>
                <a:path w="27939" h="1118870">
                  <a:moveTo>
                    <a:pt x="27940" y="113030"/>
                  </a:moveTo>
                  <a:lnTo>
                    <a:pt x="0" y="113030"/>
                  </a:lnTo>
                  <a:lnTo>
                    <a:pt x="0" y="119379"/>
                  </a:lnTo>
                  <a:lnTo>
                    <a:pt x="27940" y="119379"/>
                  </a:lnTo>
                  <a:lnTo>
                    <a:pt x="27940" y="113030"/>
                  </a:lnTo>
                  <a:close/>
                </a:path>
                <a:path w="27939" h="1118870">
                  <a:moveTo>
                    <a:pt x="27940" y="119380"/>
                  </a:moveTo>
                  <a:lnTo>
                    <a:pt x="0" y="119380"/>
                  </a:lnTo>
                  <a:lnTo>
                    <a:pt x="0" y="125729"/>
                  </a:lnTo>
                  <a:lnTo>
                    <a:pt x="27940" y="125729"/>
                  </a:lnTo>
                  <a:lnTo>
                    <a:pt x="27940" y="119380"/>
                  </a:lnTo>
                  <a:close/>
                </a:path>
                <a:path w="27939" h="1118870">
                  <a:moveTo>
                    <a:pt x="27940" y="125730"/>
                  </a:moveTo>
                  <a:lnTo>
                    <a:pt x="0" y="125730"/>
                  </a:lnTo>
                  <a:lnTo>
                    <a:pt x="0" y="132079"/>
                  </a:lnTo>
                  <a:lnTo>
                    <a:pt x="27940" y="132079"/>
                  </a:lnTo>
                  <a:lnTo>
                    <a:pt x="27940" y="125730"/>
                  </a:lnTo>
                  <a:close/>
                </a:path>
                <a:path w="27939" h="1118870">
                  <a:moveTo>
                    <a:pt x="27940" y="132080"/>
                  </a:moveTo>
                  <a:lnTo>
                    <a:pt x="0" y="132080"/>
                  </a:lnTo>
                  <a:lnTo>
                    <a:pt x="0" y="138429"/>
                  </a:lnTo>
                  <a:lnTo>
                    <a:pt x="27940" y="138429"/>
                  </a:lnTo>
                  <a:lnTo>
                    <a:pt x="27940" y="132080"/>
                  </a:lnTo>
                  <a:close/>
                </a:path>
                <a:path w="27939" h="1118870">
                  <a:moveTo>
                    <a:pt x="27940" y="138430"/>
                  </a:moveTo>
                  <a:lnTo>
                    <a:pt x="0" y="138430"/>
                  </a:lnTo>
                  <a:lnTo>
                    <a:pt x="0" y="144779"/>
                  </a:lnTo>
                  <a:lnTo>
                    <a:pt x="27940" y="144779"/>
                  </a:lnTo>
                  <a:lnTo>
                    <a:pt x="27940" y="138430"/>
                  </a:lnTo>
                  <a:close/>
                </a:path>
                <a:path w="27939" h="1118870">
                  <a:moveTo>
                    <a:pt x="27940" y="144780"/>
                  </a:moveTo>
                  <a:lnTo>
                    <a:pt x="0" y="144780"/>
                  </a:lnTo>
                  <a:lnTo>
                    <a:pt x="0" y="163829"/>
                  </a:lnTo>
                  <a:lnTo>
                    <a:pt x="27940" y="163829"/>
                  </a:lnTo>
                  <a:lnTo>
                    <a:pt x="27940" y="144780"/>
                  </a:lnTo>
                  <a:close/>
                </a:path>
                <a:path w="27939" h="1118870">
                  <a:moveTo>
                    <a:pt x="27940" y="163830"/>
                  </a:moveTo>
                  <a:lnTo>
                    <a:pt x="0" y="163830"/>
                  </a:lnTo>
                  <a:lnTo>
                    <a:pt x="0" y="176529"/>
                  </a:lnTo>
                  <a:lnTo>
                    <a:pt x="27940" y="176529"/>
                  </a:lnTo>
                  <a:lnTo>
                    <a:pt x="27940" y="163830"/>
                  </a:lnTo>
                  <a:close/>
                </a:path>
                <a:path w="27939" h="1118870">
                  <a:moveTo>
                    <a:pt x="27940" y="176530"/>
                  </a:moveTo>
                  <a:lnTo>
                    <a:pt x="0" y="176530"/>
                  </a:lnTo>
                  <a:lnTo>
                    <a:pt x="0" y="182879"/>
                  </a:lnTo>
                  <a:lnTo>
                    <a:pt x="27940" y="182879"/>
                  </a:lnTo>
                  <a:lnTo>
                    <a:pt x="27940" y="176530"/>
                  </a:lnTo>
                  <a:close/>
                </a:path>
                <a:path w="27939" h="1118870">
                  <a:moveTo>
                    <a:pt x="27940" y="182880"/>
                  </a:moveTo>
                  <a:lnTo>
                    <a:pt x="0" y="182880"/>
                  </a:lnTo>
                  <a:lnTo>
                    <a:pt x="0" y="189229"/>
                  </a:lnTo>
                  <a:lnTo>
                    <a:pt x="27940" y="189229"/>
                  </a:lnTo>
                  <a:lnTo>
                    <a:pt x="27940" y="182880"/>
                  </a:lnTo>
                  <a:close/>
                </a:path>
                <a:path w="27939" h="1118870">
                  <a:moveTo>
                    <a:pt x="27940" y="189230"/>
                  </a:moveTo>
                  <a:lnTo>
                    <a:pt x="0" y="189230"/>
                  </a:lnTo>
                  <a:lnTo>
                    <a:pt x="0" y="195579"/>
                  </a:lnTo>
                  <a:lnTo>
                    <a:pt x="27940" y="195579"/>
                  </a:lnTo>
                  <a:lnTo>
                    <a:pt x="27940" y="189230"/>
                  </a:lnTo>
                  <a:close/>
                </a:path>
                <a:path w="27939" h="1118870">
                  <a:moveTo>
                    <a:pt x="27940" y="195580"/>
                  </a:moveTo>
                  <a:lnTo>
                    <a:pt x="0" y="195580"/>
                  </a:lnTo>
                  <a:lnTo>
                    <a:pt x="0" y="201929"/>
                  </a:lnTo>
                  <a:lnTo>
                    <a:pt x="27940" y="201929"/>
                  </a:lnTo>
                  <a:lnTo>
                    <a:pt x="27940" y="195580"/>
                  </a:lnTo>
                  <a:close/>
                </a:path>
                <a:path w="27939" h="1118870">
                  <a:moveTo>
                    <a:pt x="27940" y="201930"/>
                  </a:moveTo>
                  <a:lnTo>
                    <a:pt x="0" y="201930"/>
                  </a:lnTo>
                  <a:lnTo>
                    <a:pt x="0" y="214629"/>
                  </a:lnTo>
                  <a:lnTo>
                    <a:pt x="27940" y="214629"/>
                  </a:lnTo>
                  <a:lnTo>
                    <a:pt x="27940" y="201930"/>
                  </a:lnTo>
                  <a:close/>
                </a:path>
                <a:path w="27939" h="1118870">
                  <a:moveTo>
                    <a:pt x="27940" y="214630"/>
                  </a:moveTo>
                  <a:lnTo>
                    <a:pt x="0" y="214630"/>
                  </a:lnTo>
                  <a:lnTo>
                    <a:pt x="0" y="220979"/>
                  </a:lnTo>
                  <a:lnTo>
                    <a:pt x="27940" y="220979"/>
                  </a:lnTo>
                  <a:lnTo>
                    <a:pt x="27940" y="214630"/>
                  </a:lnTo>
                  <a:close/>
                </a:path>
                <a:path w="27939" h="1118870">
                  <a:moveTo>
                    <a:pt x="27940" y="220980"/>
                  </a:moveTo>
                  <a:lnTo>
                    <a:pt x="0" y="220980"/>
                  </a:lnTo>
                  <a:lnTo>
                    <a:pt x="0" y="227329"/>
                  </a:lnTo>
                  <a:lnTo>
                    <a:pt x="27940" y="227329"/>
                  </a:lnTo>
                  <a:lnTo>
                    <a:pt x="27940" y="220980"/>
                  </a:lnTo>
                  <a:close/>
                </a:path>
                <a:path w="27939" h="1118870">
                  <a:moveTo>
                    <a:pt x="27940" y="227330"/>
                  </a:moveTo>
                  <a:lnTo>
                    <a:pt x="0" y="227330"/>
                  </a:lnTo>
                  <a:lnTo>
                    <a:pt x="0" y="233679"/>
                  </a:lnTo>
                  <a:lnTo>
                    <a:pt x="27940" y="233679"/>
                  </a:lnTo>
                  <a:lnTo>
                    <a:pt x="27940" y="227330"/>
                  </a:lnTo>
                  <a:close/>
                </a:path>
                <a:path w="27939" h="1118870">
                  <a:moveTo>
                    <a:pt x="27940" y="233680"/>
                  </a:moveTo>
                  <a:lnTo>
                    <a:pt x="0" y="233680"/>
                  </a:lnTo>
                  <a:lnTo>
                    <a:pt x="0" y="240029"/>
                  </a:lnTo>
                  <a:lnTo>
                    <a:pt x="27940" y="240029"/>
                  </a:lnTo>
                  <a:lnTo>
                    <a:pt x="27940" y="233680"/>
                  </a:lnTo>
                  <a:close/>
                </a:path>
                <a:path w="27939" h="1118870">
                  <a:moveTo>
                    <a:pt x="27940" y="240030"/>
                  </a:moveTo>
                  <a:lnTo>
                    <a:pt x="0" y="240030"/>
                  </a:lnTo>
                  <a:lnTo>
                    <a:pt x="0" y="252729"/>
                  </a:lnTo>
                  <a:lnTo>
                    <a:pt x="27940" y="252729"/>
                  </a:lnTo>
                  <a:lnTo>
                    <a:pt x="27940" y="240030"/>
                  </a:lnTo>
                  <a:close/>
                </a:path>
                <a:path w="27939" h="1118870">
                  <a:moveTo>
                    <a:pt x="27940" y="252730"/>
                  </a:moveTo>
                  <a:lnTo>
                    <a:pt x="0" y="252730"/>
                  </a:lnTo>
                  <a:lnTo>
                    <a:pt x="0" y="259079"/>
                  </a:lnTo>
                  <a:lnTo>
                    <a:pt x="27940" y="259079"/>
                  </a:lnTo>
                  <a:lnTo>
                    <a:pt x="27940" y="252730"/>
                  </a:lnTo>
                  <a:close/>
                </a:path>
                <a:path w="27939" h="1118870">
                  <a:moveTo>
                    <a:pt x="27940" y="259080"/>
                  </a:moveTo>
                  <a:lnTo>
                    <a:pt x="0" y="259080"/>
                  </a:lnTo>
                  <a:lnTo>
                    <a:pt x="0" y="265429"/>
                  </a:lnTo>
                  <a:lnTo>
                    <a:pt x="27940" y="265429"/>
                  </a:lnTo>
                  <a:lnTo>
                    <a:pt x="27940" y="259080"/>
                  </a:lnTo>
                  <a:close/>
                </a:path>
                <a:path w="27939" h="1118870">
                  <a:moveTo>
                    <a:pt x="27940" y="265430"/>
                  </a:moveTo>
                  <a:lnTo>
                    <a:pt x="0" y="265430"/>
                  </a:lnTo>
                  <a:lnTo>
                    <a:pt x="0" y="271779"/>
                  </a:lnTo>
                  <a:lnTo>
                    <a:pt x="27940" y="271779"/>
                  </a:lnTo>
                  <a:lnTo>
                    <a:pt x="27940" y="265430"/>
                  </a:lnTo>
                  <a:close/>
                </a:path>
                <a:path w="27939" h="1118870">
                  <a:moveTo>
                    <a:pt x="27940" y="271780"/>
                  </a:moveTo>
                  <a:lnTo>
                    <a:pt x="0" y="271780"/>
                  </a:lnTo>
                  <a:lnTo>
                    <a:pt x="0" y="278129"/>
                  </a:lnTo>
                  <a:lnTo>
                    <a:pt x="27940" y="278129"/>
                  </a:lnTo>
                  <a:lnTo>
                    <a:pt x="27940" y="271780"/>
                  </a:lnTo>
                  <a:close/>
                </a:path>
                <a:path w="27939" h="1118870">
                  <a:moveTo>
                    <a:pt x="27940" y="278130"/>
                  </a:moveTo>
                  <a:lnTo>
                    <a:pt x="0" y="278130"/>
                  </a:lnTo>
                  <a:lnTo>
                    <a:pt x="0" y="284479"/>
                  </a:lnTo>
                  <a:lnTo>
                    <a:pt x="27940" y="284479"/>
                  </a:lnTo>
                  <a:lnTo>
                    <a:pt x="27940" y="278130"/>
                  </a:lnTo>
                  <a:close/>
                </a:path>
                <a:path w="27939" h="1118870">
                  <a:moveTo>
                    <a:pt x="27940" y="284480"/>
                  </a:moveTo>
                  <a:lnTo>
                    <a:pt x="0" y="284480"/>
                  </a:lnTo>
                  <a:lnTo>
                    <a:pt x="0" y="290829"/>
                  </a:lnTo>
                  <a:lnTo>
                    <a:pt x="27940" y="290829"/>
                  </a:lnTo>
                  <a:lnTo>
                    <a:pt x="27940" y="284480"/>
                  </a:lnTo>
                  <a:close/>
                </a:path>
                <a:path w="27939" h="1118870">
                  <a:moveTo>
                    <a:pt x="27940" y="290830"/>
                  </a:moveTo>
                  <a:lnTo>
                    <a:pt x="0" y="290830"/>
                  </a:lnTo>
                  <a:lnTo>
                    <a:pt x="0" y="297179"/>
                  </a:lnTo>
                  <a:lnTo>
                    <a:pt x="27940" y="297179"/>
                  </a:lnTo>
                  <a:lnTo>
                    <a:pt x="27940" y="290830"/>
                  </a:lnTo>
                  <a:close/>
                </a:path>
                <a:path w="27939" h="1118870">
                  <a:moveTo>
                    <a:pt x="27940" y="297180"/>
                  </a:moveTo>
                  <a:lnTo>
                    <a:pt x="0" y="297180"/>
                  </a:lnTo>
                  <a:lnTo>
                    <a:pt x="0" y="303529"/>
                  </a:lnTo>
                  <a:lnTo>
                    <a:pt x="27940" y="303529"/>
                  </a:lnTo>
                  <a:lnTo>
                    <a:pt x="27940" y="297180"/>
                  </a:lnTo>
                  <a:close/>
                </a:path>
                <a:path w="27939" h="1118870">
                  <a:moveTo>
                    <a:pt x="27940" y="303530"/>
                  </a:moveTo>
                  <a:lnTo>
                    <a:pt x="0" y="303530"/>
                  </a:lnTo>
                  <a:lnTo>
                    <a:pt x="0" y="316229"/>
                  </a:lnTo>
                  <a:lnTo>
                    <a:pt x="27940" y="316229"/>
                  </a:lnTo>
                  <a:lnTo>
                    <a:pt x="27940" y="303530"/>
                  </a:lnTo>
                  <a:close/>
                </a:path>
                <a:path w="27939" h="1118870">
                  <a:moveTo>
                    <a:pt x="27940" y="316230"/>
                  </a:moveTo>
                  <a:lnTo>
                    <a:pt x="0" y="316230"/>
                  </a:lnTo>
                  <a:lnTo>
                    <a:pt x="0" y="322579"/>
                  </a:lnTo>
                  <a:lnTo>
                    <a:pt x="27940" y="322579"/>
                  </a:lnTo>
                  <a:lnTo>
                    <a:pt x="27940" y="316230"/>
                  </a:lnTo>
                  <a:close/>
                </a:path>
                <a:path w="27939" h="1118870">
                  <a:moveTo>
                    <a:pt x="27940" y="322580"/>
                  </a:moveTo>
                  <a:lnTo>
                    <a:pt x="0" y="322580"/>
                  </a:lnTo>
                  <a:lnTo>
                    <a:pt x="0" y="328929"/>
                  </a:lnTo>
                  <a:lnTo>
                    <a:pt x="27940" y="328929"/>
                  </a:lnTo>
                  <a:lnTo>
                    <a:pt x="27940" y="322580"/>
                  </a:lnTo>
                  <a:close/>
                </a:path>
                <a:path w="27939" h="1118870">
                  <a:moveTo>
                    <a:pt x="27940" y="328930"/>
                  </a:moveTo>
                  <a:lnTo>
                    <a:pt x="0" y="328930"/>
                  </a:lnTo>
                  <a:lnTo>
                    <a:pt x="0" y="335279"/>
                  </a:lnTo>
                  <a:lnTo>
                    <a:pt x="27940" y="335279"/>
                  </a:lnTo>
                  <a:lnTo>
                    <a:pt x="27940" y="328930"/>
                  </a:lnTo>
                  <a:close/>
                </a:path>
                <a:path w="27939" h="1118870">
                  <a:moveTo>
                    <a:pt x="27940" y="335280"/>
                  </a:moveTo>
                  <a:lnTo>
                    <a:pt x="0" y="335280"/>
                  </a:lnTo>
                  <a:lnTo>
                    <a:pt x="0" y="341629"/>
                  </a:lnTo>
                  <a:lnTo>
                    <a:pt x="27940" y="341629"/>
                  </a:lnTo>
                  <a:lnTo>
                    <a:pt x="27940" y="335280"/>
                  </a:lnTo>
                  <a:close/>
                </a:path>
                <a:path w="27939" h="1118870">
                  <a:moveTo>
                    <a:pt x="27940" y="341630"/>
                  </a:moveTo>
                  <a:lnTo>
                    <a:pt x="0" y="341630"/>
                  </a:lnTo>
                  <a:lnTo>
                    <a:pt x="0" y="347979"/>
                  </a:lnTo>
                  <a:lnTo>
                    <a:pt x="27940" y="347979"/>
                  </a:lnTo>
                  <a:lnTo>
                    <a:pt x="27940" y="341630"/>
                  </a:lnTo>
                  <a:close/>
                </a:path>
                <a:path w="27939" h="1118870">
                  <a:moveTo>
                    <a:pt x="27940" y="347980"/>
                  </a:moveTo>
                  <a:lnTo>
                    <a:pt x="0" y="347980"/>
                  </a:lnTo>
                  <a:lnTo>
                    <a:pt x="0" y="354329"/>
                  </a:lnTo>
                  <a:lnTo>
                    <a:pt x="27940" y="354329"/>
                  </a:lnTo>
                  <a:lnTo>
                    <a:pt x="27940" y="347980"/>
                  </a:lnTo>
                  <a:close/>
                </a:path>
                <a:path w="27939" h="1118870">
                  <a:moveTo>
                    <a:pt x="27940" y="354330"/>
                  </a:moveTo>
                  <a:lnTo>
                    <a:pt x="0" y="354330"/>
                  </a:lnTo>
                  <a:lnTo>
                    <a:pt x="0" y="360679"/>
                  </a:lnTo>
                  <a:lnTo>
                    <a:pt x="27940" y="360679"/>
                  </a:lnTo>
                  <a:lnTo>
                    <a:pt x="27940" y="354330"/>
                  </a:lnTo>
                  <a:close/>
                </a:path>
                <a:path w="27939" h="1118870">
                  <a:moveTo>
                    <a:pt x="27940" y="360680"/>
                  </a:moveTo>
                  <a:lnTo>
                    <a:pt x="0" y="360680"/>
                  </a:lnTo>
                  <a:lnTo>
                    <a:pt x="0" y="367029"/>
                  </a:lnTo>
                  <a:lnTo>
                    <a:pt x="27940" y="367029"/>
                  </a:lnTo>
                  <a:lnTo>
                    <a:pt x="27940" y="360680"/>
                  </a:lnTo>
                  <a:close/>
                </a:path>
                <a:path w="27939" h="1118870">
                  <a:moveTo>
                    <a:pt x="27940" y="367030"/>
                  </a:moveTo>
                  <a:lnTo>
                    <a:pt x="0" y="367030"/>
                  </a:lnTo>
                  <a:lnTo>
                    <a:pt x="0" y="373379"/>
                  </a:lnTo>
                  <a:lnTo>
                    <a:pt x="27940" y="373379"/>
                  </a:lnTo>
                  <a:lnTo>
                    <a:pt x="27940" y="367030"/>
                  </a:lnTo>
                  <a:close/>
                </a:path>
                <a:path w="27939" h="1118870">
                  <a:moveTo>
                    <a:pt x="27940" y="373380"/>
                  </a:moveTo>
                  <a:lnTo>
                    <a:pt x="0" y="373380"/>
                  </a:lnTo>
                  <a:lnTo>
                    <a:pt x="0" y="386079"/>
                  </a:lnTo>
                  <a:lnTo>
                    <a:pt x="27940" y="386079"/>
                  </a:lnTo>
                  <a:lnTo>
                    <a:pt x="27940" y="373380"/>
                  </a:lnTo>
                  <a:close/>
                </a:path>
                <a:path w="27939" h="1118870">
                  <a:moveTo>
                    <a:pt x="27940" y="386080"/>
                  </a:moveTo>
                  <a:lnTo>
                    <a:pt x="0" y="386080"/>
                  </a:lnTo>
                  <a:lnTo>
                    <a:pt x="0" y="392429"/>
                  </a:lnTo>
                  <a:lnTo>
                    <a:pt x="27940" y="392429"/>
                  </a:lnTo>
                  <a:lnTo>
                    <a:pt x="27940" y="386080"/>
                  </a:lnTo>
                  <a:close/>
                </a:path>
                <a:path w="27939" h="1118870">
                  <a:moveTo>
                    <a:pt x="27940" y="392430"/>
                  </a:moveTo>
                  <a:lnTo>
                    <a:pt x="0" y="392430"/>
                  </a:lnTo>
                  <a:lnTo>
                    <a:pt x="0" y="398779"/>
                  </a:lnTo>
                  <a:lnTo>
                    <a:pt x="27940" y="398779"/>
                  </a:lnTo>
                  <a:lnTo>
                    <a:pt x="27940" y="392430"/>
                  </a:lnTo>
                  <a:close/>
                </a:path>
                <a:path w="27939" h="1118870">
                  <a:moveTo>
                    <a:pt x="27940" y="398780"/>
                  </a:moveTo>
                  <a:lnTo>
                    <a:pt x="0" y="398780"/>
                  </a:lnTo>
                  <a:lnTo>
                    <a:pt x="0" y="405129"/>
                  </a:lnTo>
                  <a:lnTo>
                    <a:pt x="27940" y="405129"/>
                  </a:lnTo>
                  <a:lnTo>
                    <a:pt x="27940" y="398780"/>
                  </a:lnTo>
                  <a:close/>
                </a:path>
                <a:path w="27939" h="1118870">
                  <a:moveTo>
                    <a:pt x="27940" y="405130"/>
                  </a:moveTo>
                  <a:lnTo>
                    <a:pt x="0" y="405130"/>
                  </a:lnTo>
                  <a:lnTo>
                    <a:pt x="0" y="411479"/>
                  </a:lnTo>
                  <a:lnTo>
                    <a:pt x="27940" y="411479"/>
                  </a:lnTo>
                  <a:lnTo>
                    <a:pt x="27940" y="405130"/>
                  </a:lnTo>
                  <a:close/>
                </a:path>
                <a:path w="27939" h="1118870">
                  <a:moveTo>
                    <a:pt x="27940" y="411480"/>
                  </a:moveTo>
                  <a:lnTo>
                    <a:pt x="0" y="411480"/>
                  </a:lnTo>
                  <a:lnTo>
                    <a:pt x="0" y="417829"/>
                  </a:lnTo>
                  <a:lnTo>
                    <a:pt x="27940" y="417829"/>
                  </a:lnTo>
                  <a:lnTo>
                    <a:pt x="27940" y="411480"/>
                  </a:lnTo>
                  <a:close/>
                </a:path>
                <a:path w="27939" h="1118870">
                  <a:moveTo>
                    <a:pt x="27940" y="417830"/>
                  </a:moveTo>
                  <a:lnTo>
                    <a:pt x="0" y="417830"/>
                  </a:lnTo>
                  <a:lnTo>
                    <a:pt x="0" y="424179"/>
                  </a:lnTo>
                  <a:lnTo>
                    <a:pt x="27940" y="424179"/>
                  </a:lnTo>
                  <a:lnTo>
                    <a:pt x="27940" y="417830"/>
                  </a:lnTo>
                  <a:close/>
                </a:path>
                <a:path w="27939" h="1118870">
                  <a:moveTo>
                    <a:pt x="27940" y="424180"/>
                  </a:moveTo>
                  <a:lnTo>
                    <a:pt x="0" y="424180"/>
                  </a:lnTo>
                  <a:lnTo>
                    <a:pt x="0" y="430529"/>
                  </a:lnTo>
                  <a:lnTo>
                    <a:pt x="27940" y="430529"/>
                  </a:lnTo>
                  <a:lnTo>
                    <a:pt x="27940" y="424180"/>
                  </a:lnTo>
                  <a:close/>
                </a:path>
                <a:path w="27939" h="1118870">
                  <a:moveTo>
                    <a:pt x="27940" y="430530"/>
                  </a:moveTo>
                  <a:lnTo>
                    <a:pt x="0" y="430530"/>
                  </a:lnTo>
                  <a:lnTo>
                    <a:pt x="0" y="441959"/>
                  </a:lnTo>
                  <a:lnTo>
                    <a:pt x="27940" y="441959"/>
                  </a:lnTo>
                  <a:lnTo>
                    <a:pt x="27940" y="430530"/>
                  </a:lnTo>
                  <a:close/>
                </a:path>
                <a:path w="27939" h="1118870">
                  <a:moveTo>
                    <a:pt x="27940" y="441960"/>
                  </a:moveTo>
                  <a:lnTo>
                    <a:pt x="0" y="441960"/>
                  </a:lnTo>
                  <a:lnTo>
                    <a:pt x="0" y="448309"/>
                  </a:lnTo>
                  <a:lnTo>
                    <a:pt x="27940" y="448309"/>
                  </a:lnTo>
                  <a:lnTo>
                    <a:pt x="27940" y="441960"/>
                  </a:lnTo>
                  <a:close/>
                </a:path>
                <a:path w="27939" h="1118870">
                  <a:moveTo>
                    <a:pt x="27940" y="448309"/>
                  </a:moveTo>
                  <a:lnTo>
                    <a:pt x="0" y="448309"/>
                  </a:lnTo>
                  <a:lnTo>
                    <a:pt x="0" y="454659"/>
                  </a:lnTo>
                  <a:lnTo>
                    <a:pt x="27940" y="454659"/>
                  </a:lnTo>
                  <a:lnTo>
                    <a:pt x="27940" y="448309"/>
                  </a:lnTo>
                  <a:close/>
                </a:path>
                <a:path w="27939" h="1118870">
                  <a:moveTo>
                    <a:pt x="27940" y="454659"/>
                  </a:moveTo>
                  <a:lnTo>
                    <a:pt x="0" y="454659"/>
                  </a:lnTo>
                  <a:lnTo>
                    <a:pt x="0" y="457199"/>
                  </a:lnTo>
                  <a:lnTo>
                    <a:pt x="27940" y="457199"/>
                  </a:lnTo>
                  <a:lnTo>
                    <a:pt x="27940" y="454659"/>
                  </a:lnTo>
                  <a:close/>
                </a:path>
                <a:path w="27939" h="1118870">
                  <a:moveTo>
                    <a:pt x="27940" y="457200"/>
                  </a:moveTo>
                  <a:lnTo>
                    <a:pt x="0" y="457200"/>
                  </a:lnTo>
                  <a:lnTo>
                    <a:pt x="0" y="461009"/>
                  </a:lnTo>
                  <a:lnTo>
                    <a:pt x="27940" y="461009"/>
                  </a:lnTo>
                  <a:lnTo>
                    <a:pt x="27940" y="457200"/>
                  </a:lnTo>
                  <a:close/>
                </a:path>
                <a:path w="27939" h="1118870">
                  <a:moveTo>
                    <a:pt x="27940" y="461009"/>
                  </a:moveTo>
                  <a:lnTo>
                    <a:pt x="0" y="461009"/>
                  </a:lnTo>
                  <a:lnTo>
                    <a:pt x="0" y="467359"/>
                  </a:lnTo>
                  <a:lnTo>
                    <a:pt x="27940" y="467359"/>
                  </a:lnTo>
                  <a:lnTo>
                    <a:pt x="27940" y="461009"/>
                  </a:lnTo>
                  <a:close/>
                </a:path>
                <a:path w="27939" h="1118870">
                  <a:moveTo>
                    <a:pt x="27940" y="467359"/>
                  </a:moveTo>
                  <a:lnTo>
                    <a:pt x="0" y="467359"/>
                  </a:lnTo>
                  <a:lnTo>
                    <a:pt x="0" y="469899"/>
                  </a:lnTo>
                  <a:lnTo>
                    <a:pt x="27940" y="469899"/>
                  </a:lnTo>
                  <a:lnTo>
                    <a:pt x="27940" y="467359"/>
                  </a:lnTo>
                  <a:close/>
                </a:path>
                <a:path w="27939" h="1118870">
                  <a:moveTo>
                    <a:pt x="27940" y="469900"/>
                  </a:moveTo>
                  <a:lnTo>
                    <a:pt x="0" y="469900"/>
                  </a:lnTo>
                  <a:lnTo>
                    <a:pt x="0" y="507999"/>
                  </a:lnTo>
                  <a:lnTo>
                    <a:pt x="27940" y="507999"/>
                  </a:lnTo>
                  <a:lnTo>
                    <a:pt x="27940" y="469900"/>
                  </a:lnTo>
                  <a:close/>
                </a:path>
                <a:path w="27939" h="1118870">
                  <a:moveTo>
                    <a:pt x="27940" y="508000"/>
                  </a:moveTo>
                  <a:lnTo>
                    <a:pt x="0" y="508000"/>
                  </a:lnTo>
                  <a:lnTo>
                    <a:pt x="0" y="514349"/>
                  </a:lnTo>
                  <a:lnTo>
                    <a:pt x="27940" y="514349"/>
                  </a:lnTo>
                  <a:lnTo>
                    <a:pt x="27940" y="508000"/>
                  </a:lnTo>
                  <a:close/>
                </a:path>
                <a:path w="27939" h="1118870">
                  <a:moveTo>
                    <a:pt x="27940" y="514350"/>
                  </a:moveTo>
                  <a:lnTo>
                    <a:pt x="0" y="514350"/>
                  </a:lnTo>
                  <a:lnTo>
                    <a:pt x="0" y="518159"/>
                  </a:lnTo>
                  <a:lnTo>
                    <a:pt x="27940" y="518159"/>
                  </a:lnTo>
                  <a:lnTo>
                    <a:pt x="27940" y="514350"/>
                  </a:lnTo>
                  <a:close/>
                </a:path>
                <a:path w="27939" h="1118870">
                  <a:moveTo>
                    <a:pt x="27940" y="518160"/>
                  </a:moveTo>
                  <a:lnTo>
                    <a:pt x="0" y="518160"/>
                  </a:lnTo>
                  <a:lnTo>
                    <a:pt x="0" y="520699"/>
                  </a:lnTo>
                  <a:lnTo>
                    <a:pt x="27940" y="520699"/>
                  </a:lnTo>
                  <a:lnTo>
                    <a:pt x="27940" y="518160"/>
                  </a:lnTo>
                  <a:close/>
                </a:path>
                <a:path w="27939" h="1118870">
                  <a:moveTo>
                    <a:pt x="27940" y="520700"/>
                  </a:moveTo>
                  <a:lnTo>
                    <a:pt x="0" y="520700"/>
                  </a:lnTo>
                  <a:lnTo>
                    <a:pt x="0" y="524509"/>
                  </a:lnTo>
                  <a:lnTo>
                    <a:pt x="27940" y="524509"/>
                  </a:lnTo>
                  <a:lnTo>
                    <a:pt x="27940" y="520700"/>
                  </a:lnTo>
                  <a:close/>
                </a:path>
                <a:path w="27939" h="1118870">
                  <a:moveTo>
                    <a:pt x="27940" y="524510"/>
                  </a:moveTo>
                  <a:lnTo>
                    <a:pt x="0" y="524510"/>
                  </a:lnTo>
                  <a:lnTo>
                    <a:pt x="0" y="527049"/>
                  </a:lnTo>
                  <a:lnTo>
                    <a:pt x="27940" y="527049"/>
                  </a:lnTo>
                  <a:lnTo>
                    <a:pt x="27940" y="524510"/>
                  </a:lnTo>
                  <a:close/>
                </a:path>
                <a:path w="27939" h="1118870">
                  <a:moveTo>
                    <a:pt x="27940" y="527050"/>
                  </a:moveTo>
                  <a:lnTo>
                    <a:pt x="0" y="527050"/>
                  </a:lnTo>
                  <a:lnTo>
                    <a:pt x="0" y="539749"/>
                  </a:lnTo>
                  <a:lnTo>
                    <a:pt x="27940" y="539749"/>
                  </a:lnTo>
                  <a:lnTo>
                    <a:pt x="27940" y="527050"/>
                  </a:lnTo>
                  <a:close/>
                </a:path>
                <a:path w="27939" h="1118870">
                  <a:moveTo>
                    <a:pt x="27940" y="539750"/>
                  </a:moveTo>
                  <a:lnTo>
                    <a:pt x="0" y="539750"/>
                  </a:lnTo>
                  <a:lnTo>
                    <a:pt x="0" y="546099"/>
                  </a:lnTo>
                  <a:lnTo>
                    <a:pt x="27940" y="546099"/>
                  </a:lnTo>
                  <a:lnTo>
                    <a:pt x="27940" y="539750"/>
                  </a:lnTo>
                  <a:close/>
                </a:path>
                <a:path w="27939" h="1118870">
                  <a:moveTo>
                    <a:pt x="27940" y="546100"/>
                  </a:moveTo>
                  <a:lnTo>
                    <a:pt x="0" y="546100"/>
                  </a:lnTo>
                  <a:lnTo>
                    <a:pt x="0" y="549909"/>
                  </a:lnTo>
                  <a:lnTo>
                    <a:pt x="27940" y="549909"/>
                  </a:lnTo>
                  <a:lnTo>
                    <a:pt x="27940" y="546100"/>
                  </a:lnTo>
                  <a:close/>
                </a:path>
                <a:path w="27939" h="1118870">
                  <a:moveTo>
                    <a:pt x="27940" y="549910"/>
                  </a:moveTo>
                  <a:lnTo>
                    <a:pt x="0" y="549910"/>
                  </a:lnTo>
                  <a:lnTo>
                    <a:pt x="0" y="552449"/>
                  </a:lnTo>
                  <a:lnTo>
                    <a:pt x="27940" y="552449"/>
                  </a:lnTo>
                  <a:lnTo>
                    <a:pt x="27940" y="549910"/>
                  </a:lnTo>
                  <a:close/>
                </a:path>
                <a:path w="27939" h="1118870">
                  <a:moveTo>
                    <a:pt x="27940" y="552450"/>
                  </a:moveTo>
                  <a:lnTo>
                    <a:pt x="0" y="552450"/>
                  </a:lnTo>
                  <a:lnTo>
                    <a:pt x="0" y="562609"/>
                  </a:lnTo>
                  <a:lnTo>
                    <a:pt x="27940" y="562609"/>
                  </a:lnTo>
                  <a:lnTo>
                    <a:pt x="27940" y="552450"/>
                  </a:lnTo>
                  <a:close/>
                </a:path>
                <a:path w="27939" h="1118870">
                  <a:moveTo>
                    <a:pt x="27940" y="562610"/>
                  </a:moveTo>
                  <a:lnTo>
                    <a:pt x="0" y="562610"/>
                  </a:lnTo>
                  <a:lnTo>
                    <a:pt x="0" y="565149"/>
                  </a:lnTo>
                  <a:lnTo>
                    <a:pt x="27940" y="565149"/>
                  </a:lnTo>
                  <a:lnTo>
                    <a:pt x="27940" y="562610"/>
                  </a:lnTo>
                  <a:close/>
                </a:path>
                <a:path w="27939" h="1118870">
                  <a:moveTo>
                    <a:pt x="27940" y="565150"/>
                  </a:moveTo>
                  <a:lnTo>
                    <a:pt x="0" y="565150"/>
                  </a:lnTo>
                  <a:lnTo>
                    <a:pt x="0" y="568959"/>
                  </a:lnTo>
                  <a:lnTo>
                    <a:pt x="27940" y="568959"/>
                  </a:lnTo>
                  <a:lnTo>
                    <a:pt x="27940" y="565150"/>
                  </a:lnTo>
                  <a:close/>
                </a:path>
                <a:path w="27939" h="1118870">
                  <a:moveTo>
                    <a:pt x="27940" y="568960"/>
                  </a:moveTo>
                  <a:lnTo>
                    <a:pt x="0" y="568960"/>
                  </a:lnTo>
                  <a:lnTo>
                    <a:pt x="0" y="575309"/>
                  </a:lnTo>
                  <a:lnTo>
                    <a:pt x="27940" y="575309"/>
                  </a:lnTo>
                  <a:lnTo>
                    <a:pt x="27940" y="568960"/>
                  </a:lnTo>
                  <a:close/>
                </a:path>
                <a:path w="27939" h="1118870">
                  <a:moveTo>
                    <a:pt x="27940" y="575310"/>
                  </a:moveTo>
                  <a:lnTo>
                    <a:pt x="0" y="575310"/>
                  </a:lnTo>
                  <a:lnTo>
                    <a:pt x="0" y="581659"/>
                  </a:lnTo>
                  <a:lnTo>
                    <a:pt x="27940" y="581659"/>
                  </a:lnTo>
                  <a:lnTo>
                    <a:pt x="27940" y="575310"/>
                  </a:lnTo>
                  <a:close/>
                </a:path>
                <a:path w="27939" h="1118870">
                  <a:moveTo>
                    <a:pt x="27940" y="581660"/>
                  </a:moveTo>
                  <a:lnTo>
                    <a:pt x="0" y="581660"/>
                  </a:lnTo>
                  <a:lnTo>
                    <a:pt x="0" y="590549"/>
                  </a:lnTo>
                  <a:lnTo>
                    <a:pt x="27940" y="590549"/>
                  </a:lnTo>
                  <a:lnTo>
                    <a:pt x="27940" y="581660"/>
                  </a:lnTo>
                  <a:close/>
                </a:path>
                <a:path w="27939" h="1118870">
                  <a:moveTo>
                    <a:pt x="27940" y="590550"/>
                  </a:moveTo>
                  <a:lnTo>
                    <a:pt x="0" y="590550"/>
                  </a:lnTo>
                  <a:lnTo>
                    <a:pt x="0" y="594359"/>
                  </a:lnTo>
                  <a:lnTo>
                    <a:pt x="27940" y="594359"/>
                  </a:lnTo>
                  <a:lnTo>
                    <a:pt x="27940" y="590550"/>
                  </a:lnTo>
                  <a:close/>
                </a:path>
                <a:path w="27939" h="1118870">
                  <a:moveTo>
                    <a:pt x="27940" y="594360"/>
                  </a:moveTo>
                  <a:lnTo>
                    <a:pt x="0" y="594360"/>
                  </a:lnTo>
                  <a:lnTo>
                    <a:pt x="0" y="600709"/>
                  </a:lnTo>
                  <a:lnTo>
                    <a:pt x="27940" y="600709"/>
                  </a:lnTo>
                  <a:lnTo>
                    <a:pt x="27940" y="594360"/>
                  </a:lnTo>
                  <a:close/>
                </a:path>
                <a:path w="27939" h="1118870">
                  <a:moveTo>
                    <a:pt x="27940" y="600710"/>
                  </a:moveTo>
                  <a:lnTo>
                    <a:pt x="0" y="600710"/>
                  </a:lnTo>
                  <a:lnTo>
                    <a:pt x="0" y="619759"/>
                  </a:lnTo>
                  <a:lnTo>
                    <a:pt x="27940" y="619759"/>
                  </a:lnTo>
                  <a:lnTo>
                    <a:pt x="27940" y="600710"/>
                  </a:lnTo>
                  <a:close/>
                </a:path>
                <a:path w="27939" h="1118870">
                  <a:moveTo>
                    <a:pt x="27940" y="619760"/>
                  </a:moveTo>
                  <a:lnTo>
                    <a:pt x="0" y="619760"/>
                  </a:lnTo>
                  <a:lnTo>
                    <a:pt x="0" y="622299"/>
                  </a:lnTo>
                  <a:lnTo>
                    <a:pt x="27940" y="622299"/>
                  </a:lnTo>
                  <a:lnTo>
                    <a:pt x="27940" y="619760"/>
                  </a:lnTo>
                  <a:close/>
                </a:path>
                <a:path w="27939" h="1118870">
                  <a:moveTo>
                    <a:pt x="27940" y="622300"/>
                  </a:moveTo>
                  <a:lnTo>
                    <a:pt x="0" y="622300"/>
                  </a:lnTo>
                  <a:lnTo>
                    <a:pt x="0" y="626109"/>
                  </a:lnTo>
                  <a:lnTo>
                    <a:pt x="27940" y="626109"/>
                  </a:lnTo>
                  <a:lnTo>
                    <a:pt x="27940" y="622300"/>
                  </a:lnTo>
                  <a:close/>
                </a:path>
                <a:path w="27939" h="1118870">
                  <a:moveTo>
                    <a:pt x="27940" y="626110"/>
                  </a:moveTo>
                  <a:lnTo>
                    <a:pt x="0" y="626110"/>
                  </a:lnTo>
                  <a:lnTo>
                    <a:pt x="0" y="628649"/>
                  </a:lnTo>
                  <a:lnTo>
                    <a:pt x="27940" y="628649"/>
                  </a:lnTo>
                  <a:lnTo>
                    <a:pt x="27940" y="626110"/>
                  </a:lnTo>
                  <a:close/>
                </a:path>
                <a:path w="27939" h="1118870">
                  <a:moveTo>
                    <a:pt x="27940" y="628650"/>
                  </a:moveTo>
                  <a:lnTo>
                    <a:pt x="0" y="628650"/>
                  </a:lnTo>
                  <a:lnTo>
                    <a:pt x="0" y="632459"/>
                  </a:lnTo>
                  <a:lnTo>
                    <a:pt x="27940" y="632459"/>
                  </a:lnTo>
                  <a:lnTo>
                    <a:pt x="27940" y="628650"/>
                  </a:lnTo>
                  <a:close/>
                </a:path>
                <a:path w="27939" h="1118870">
                  <a:moveTo>
                    <a:pt x="27940" y="632460"/>
                  </a:moveTo>
                  <a:lnTo>
                    <a:pt x="0" y="632460"/>
                  </a:lnTo>
                  <a:lnTo>
                    <a:pt x="0" y="638809"/>
                  </a:lnTo>
                  <a:lnTo>
                    <a:pt x="27940" y="638809"/>
                  </a:lnTo>
                  <a:lnTo>
                    <a:pt x="27940" y="632460"/>
                  </a:lnTo>
                  <a:close/>
                </a:path>
                <a:path w="27939" h="1118870">
                  <a:moveTo>
                    <a:pt x="27940" y="638810"/>
                  </a:moveTo>
                  <a:lnTo>
                    <a:pt x="0" y="638810"/>
                  </a:lnTo>
                  <a:lnTo>
                    <a:pt x="0" y="641349"/>
                  </a:lnTo>
                  <a:lnTo>
                    <a:pt x="27940" y="641349"/>
                  </a:lnTo>
                  <a:lnTo>
                    <a:pt x="27940" y="638810"/>
                  </a:lnTo>
                  <a:close/>
                </a:path>
                <a:path w="27939" h="1118870">
                  <a:moveTo>
                    <a:pt x="27940" y="641350"/>
                  </a:moveTo>
                  <a:lnTo>
                    <a:pt x="0" y="641350"/>
                  </a:lnTo>
                  <a:lnTo>
                    <a:pt x="0" y="645159"/>
                  </a:lnTo>
                  <a:lnTo>
                    <a:pt x="27940" y="645159"/>
                  </a:lnTo>
                  <a:lnTo>
                    <a:pt x="27940" y="641350"/>
                  </a:lnTo>
                  <a:close/>
                </a:path>
                <a:path w="27939" h="1118870">
                  <a:moveTo>
                    <a:pt x="27940" y="645160"/>
                  </a:moveTo>
                  <a:lnTo>
                    <a:pt x="0" y="645160"/>
                  </a:lnTo>
                  <a:lnTo>
                    <a:pt x="0" y="647699"/>
                  </a:lnTo>
                  <a:lnTo>
                    <a:pt x="27940" y="647699"/>
                  </a:lnTo>
                  <a:lnTo>
                    <a:pt x="27940" y="645160"/>
                  </a:lnTo>
                  <a:close/>
                </a:path>
                <a:path w="27939" h="1118870">
                  <a:moveTo>
                    <a:pt x="27940" y="647700"/>
                  </a:moveTo>
                  <a:lnTo>
                    <a:pt x="0" y="647700"/>
                  </a:lnTo>
                  <a:lnTo>
                    <a:pt x="0" y="651509"/>
                  </a:lnTo>
                  <a:lnTo>
                    <a:pt x="27940" y="651509"/>
                  </a:lnTo>
                  <a:lnTo>
                    <a:pt x="27940" y="647700"/>
                  </a:lnTo>
                  <a:close/>
                </a:path>
                <a:path w="27939" h="1118870">
                  <a:moveTo>
                    <a:pt x="27940" y="651510"/>
                  </a:moveTo>
                  <a:lnTo>
                    <a:pt x="0" y="651510"/>
                  </a:lnTo>
                  <a:lnTo>
                    <a:pt x="0" y="657859"/>
                  </a:lnTo>
                  <a:lnTo>
                    <a:pt x="27940" y="657859"/>
                  </a:lnTo>
                  <a:lnTo>
                    <a:pt x="27940" y="651510"/>
                  </a:lnTo>
                  <a:close/>
                </a:path>
                <a:path w="27939" h="1118870">
                  <a:moveTo>
                    <a:pt x="27940" y="657860"/>
                  </a:moveTo>
                  <a:lnTo>
                    <a:pt x="0" y="657860"/>
                  </a:lnTo>
                  <a:lnTo>
                    <a:pt x="0" y="664209"/>
                  </a:lnTo>
                  <a:lnTo>
                    <a:pt x="27940" y="664209"/>
                  </a:lnTo>
                  <a:lnTo>
                    <a:pt x="27940" y="657860"/>
                  </a:lnTo>
                  <a:close/>
                </a:path>
                <a:path w="27939" h="1118870">
                  <a:moveTo>
                    <a:pt x="27940" y="664210"/>
                  </a:moveTo>
                  <a:lnTo>
                    <a:pt x="0" y="664210"/>
                  </a:lnTo>
                  <a:lnTo>
                    <a:pt x="0" y="683259"/>
                  </a:lnTo>
                  <a:lnTo>
                    <a:pt x="27940" y="683259"/>
                  </a:lnTo>
                  <a:lnTo>
                    <a:pt x="27940" y="664210"/>
                  </a:lnTo>
                  <a:close/>
                </a:path>
                <a:path w="27939" h="1118870">
                  <a:moveTo>
                    <a:pt x="27940" y="683260"/>
                  </a:moveTo>
                  <a:lnTo>
                    <a:pt x="0" y="683260"/>
                  </a:lnTo>
                  <a:lnTo>
                    <a:pt x="0" y="692149"/>
                  </a:lnTo>
                  <a:lnTo>
                    <a:pt x="27940" y="692149"/>
                  </a:lnTo>
                  <a:lnTo>
                    <a:pt x="27940" y="683260"/>
                  </a:lnTo>
                  <a:close/>
                </a:path>
                <a:path w="27939" h="1118870">
                  <a:moveTo>
                    <a:pt x="27940" y="692150"/>
                  </a:moveTo>
                  <a:lnTo>
                    <a:pt x="0" y="692150"/>
                  </a:lnTo>
                  <a:lnTo>
                    <a:pt x="0" y="695959"/>
                  </a:lnTo>
                  <a:lnTo>
                    <a:pt x="27940" y="695959"/>
                  </a:lnTo>
                  <a:lnTo>
                    <a:pt x="27940" y="692150"/>
                  </a:lnTo>
                  <a:close/>
                </a:path>
                <a:path w="27939" h="1118870">
                  <a:moveTo>
                    <a:pt x="27940" y="695960"/>
                  </a:moveTo>
                  <a:lnTo>
                    <a:pt x="0" y="695960"/>
                  </a:lnTo>
                  <a:lnTo>
                    <a:pt x="0" y="698499"/>
                  </a:lnTo>
                  <a:lnTo>
                    <a:pt x="27940" y="698499"/>
                  </a:lnTo>
                  <a:lnTo>
                    <a:pt x="27940" y="695960"/>
                  </a:lnTo>
                  <a:close/>
                </a:path>
                <a:path w="27939" h="1118870">
                  <a:moveTo>
                    <a:pt x="27940" y="698500"/>
                  </a:moveTo>
                  <a:lnTo>
                    <a:pt x="0" y="698500"/>
                  </a:lnTo>
                  <a:lnTo>
                    <a:pt x="0" y="702309"/>
                  </a:lnTo>
                  <a:lnTo>
                    <a:pt x="27940" y="702309"/>
                  </a:lnTo>
                  <a:lnTo>
                    <a:pt x="27940" y="698500"/>
                  </a:lnTo>
                  <a:close/>
                </a:path>
                <a:path w="27939" h="1118870">
                  <a:moveTo>
                    <a:pt x="27940" y="702310"/>
                  </a:moveTo>
                  <a:lnTo>
                    <a:pt x="0" y="702310"/>
                  </a:lnTo>
                  <a:lnTo>
                    <a:pt x="0" y="711199"/>
                  </a:lnTo>
                  <a:lnTo>
                    <a:pt x="27940" y="711199"/>
                  </a:lnTo>
                  <a:lnTo>
                    <a:pt x="27940" y="702310"/>
                  </a:lnTo>
                  <a:close/>
                </a:path>
                <a:path w="27939" h="1118870">
                  <a:moveTo>
                    <a:pt x="27940" y="711200"/>
                  </a:moveTo>
                  <a:lnTo>
                    <a:pt x="0" y="711200"/>
                  </a:lnTo>
                  <a:lnTo>
                    <a:pt x="0" y="715009"/>
                  </a:lnTo>
                  <a:lnTo>
                    <a:pt x="27940" y="715009"/>
                  </a:lnTo>
                  <a:lnTo>
                    <a:pt x="27940" y="711200"/>
                  </a:lnTo>
                  <a:close/>
                </a:path>
                <a:path w="27939" h="1118870">
                  <a:moveTo>
                    <a:pt x="27940" y="715010"/>
                  </a:moveTo>
                  <a:lnTo>
                    <a:pt x="0" y="715010"/>
                  </a:lnTo>
                  <a:lnTo>
                    <a:pt x="0" y="717549"/>
                  </a:lnTo>
                  <a:lnTo>
                    <a:pt x="27940" y="717549"/>
                  </a:lnTo>
                  <a:lnTo>
                    <a:pt x="27940" y="715010"/>
                  </a:lnTo>
                  <a:close/>
                </a:path>
                <a:path w="27939" h="1118870">
                  <a:moveTo>
                    <a:pt x="27940" y="717550"/>
                  </a:moveTo>
                  <a:lnTo>
                    <a:pt x="0" y="717550"/>
                  </a:lnTo>
                  <a:lnTo>
                    <a:pt x="0" y="723899"/>
                  </a:lnTo>
                  <a:lnTo>
                    <a:pt x="27940" y="723899"/>
                  </a:lnTo>
                  <a:lnTo>
                    <a:pt x="27940" y="717550"/>
                  </a:lnTo>
                  <a:close/>
                </a:path>
                <a:path w="27939" h="1118870">
                  <a:moveTo>
                    <a:pt x="27940" y="723900"/>
                  </a:moveTo>
                  <a:lnTo>
                    <a:pt x="0" y="723900"/>
                  </a:lnTo>
                  <a:lnTo>
                    <a:pt x="0" y="727709"/>
                  </a:lnTo>
                  <a:lnTo>
                    <a:pt x="27940" y="727709"/>
                  </a:lnTo>
                  <a:lnTo>
                    <a:pt x="27940" y="723900"/>
                  </a:lnTo>
                  <a:close/>
                </a:path>
                <a:path w="27939" h="1118870">
                  <a:moveTo>
                    <a:pt x="27940" y="727710"/>
                  </a:moveTo>
                  <a:lnTo>
                    <a:pt x="0" y="727710"/>
                  </a:lnTo>
                  <a:lnTo>
                    <a:pt x="0" y="730249"/>
                  </a:lnTo>
                  <a:lnTo>
                    <a:pt x="27940" y="730249"/>
                  </a:lnTo>
                  <a:lnTo>
                    <a:pt x="27940" y="727710"/>
                  </a:lnTo>
                  <a:close/>
                </a:path>
                <a:path w="27939" h="1118870">
                  <a:moveTo>
                    <a:pt x="27940" y="730250"/>
                  </a:moveTo>
                  <a:lnTo>
                    <a:pt x="0" y="730250"/>
                  </a:lnTo>
                  <a:lnTo>
                    <a:pt x="0" y="736599"/>
                  </a:lnTo>
                  <a:lnTo>
                    <a:pt x="27940" y="736599"/>
                  </a:lnTo>
                  <a:lnTo>
                    <a:pt x="27940" y="730250"/>
                  </a:lnTo>
                  <a:close/>
                </a:path>
                <a:path w="27939" h="1118870">
                  <a:moveTo>
                    <a:pt x="27940" y="736600"/>
                  </a:moveTo>
                  <a:lnTo>
                    <a:pt x="0" y="736600"/>
                  </a:lnTo>
                  <a:lnTo>
                    <a:pt x="0" y="742949"/>
                  </a:lnTo>
                  <a:lnTo>
                    <a:pt x="27940" y="742949"/>
                  </a:lnTo>
                  <a:lnTo>
                    <a:pt x="27940" y="736600"/>
                  </a:lnTo>
                  <a:close/>
                </a:path>
                <a:path w="27939" h="1118870">
                  <a:moveTo>
                    <a:pt x="27940" y="742950"/>
                  </a:moveTo>
                  <a:lnTo>
                    <a:pt x="0" y="742950"/>
                  </a:lnTo>
                  <a:lnTo>
                    <a:pt x="0" y="749299"/>
                  </a:lnTo>
                  <a:lnTo>
                    <a:pt x="27940" y="749299"/>
                  </a:lnTo>
                  <a:lnTo>
                    <a:pt x="27940" y="742950"/>
                  </a:lnTo>
                  <a:close/>
                </a:path>
                <a:path w="27939" h="1118870">
                  <a:moveTo>
                    <a:pt x="27940" y="749300"/>
                  </a:moveTo>
                  <a:lnTo>
                    <a:pt x="0" y="749300"/>
                  </a:lnTo>
                  <a:lnTo>
                    <a:pt x="0" y="753109"/>
                  </a:lnTo>
                  <a:lnTo>
                    <a:pt x="27940" y="753109"/>
                  </a:lnTo>
                  <a:lnTo>
                    <a:pt x="27940" y="749300"/>
                  </a:lnTo>
                  <a:close/>
                </a:path>
                <a:path w="27939" h="1118870">
                  <a:moveTo>
                    <a:pt x="27940" y="753110"/>
                  </a:moveTo>
                  <a:lnTo>
                    <a:pt x="0" y="753110"/>
                  </a:lnTo>
                  <a:lnTo>
                    <a:pt x="0" y="755649"/>
                  </a:lnTo>
                  <a:lnTo>
                    <a:pt x="27940" y="755649"/>
                  </a:lnTo>
                  <a:lnTo>
                    <a:pt x="27940" y="753110"/>
                  </a:lnTo>
                  <a:close/>
                </a:path>
                <a:path w="27939" h="1118870">
                  <a:moveTo>
                    <a:pt x="27940" y="755650"/>
                  </a:moveTo>
                  <a:lnTo>
                    <a:pt x="0" y="755650"/>
                  </a:lnTo>
                  <a:lnTo>
                    <a:pt x="0" y="765809"/>
                  </a:lnTo>
                  <a:lnTo>
                    <a:pt x="27940" y="765809"/>
                  </a:lnTo>
                  <a:lnTo>
                    <a:pt x="27940" y="755650"/>
                  </a:lnTo>
                  <a:close/>
                </a:path>
                <a:path w="27939" h="1118870">
                  <a:moveTo>
                    <a:pt x="27940" y="765810"/>
                  </a:moveTo>
                  <a:lnTo>
                    <a:pt x="0" y="765810"/>
                  </a:lnTo>
                  <a:lnTo>
                    <a:pt x="0" y="774699"/>
                  </a:lnTo>
                  <a:lnTo>
                    <a:pt x="27940" y="774699"/>
                  </a:lnTo>
                  <a:lnTo>
                    <a:pt x="27940" y="765810"/>
                  </a:lnTo>
                  <a:close/>
                </a:path>
                <a:path w="27939" h="1118870">
                  <a:moveTo>
                    <a:pt x="27940" y="774700"/>
                  </a:moveTo>
                  <a:lnTo>
                    <a:pt x="0" y="774700"/>
                  </a:lnTo>
                  <a:lnTo>
                    <a:pt x="0" y="784859"/>
                  </a:lnTo>
                  <a:lnTo>
                    <a:pt x="27940" y="784859"/>
                  </a:lnTo>
                  <a:lnTo>
                    <a:pt x="27940" y="774700"/>
                  </a:lnTo>
                  <a:close/>
                </a:path>
                <a:path w="27939" h="1118870">
                  <a:moveTo>
                    <a:pt x="27940" y="784860"/>
                  </a:moveTo>
                  <a:lnTo>
                    <a:pt x="0" y="784860"/>
                  </a:lnTo>
                  <a:lnTo>
                    <a:pt x="0" y="793749"/>
                  </a:lnTo>
                  <a:lnTo>
                    <a:pt x="27940" y="793749"/>
                  </a:lnTo>
                  <a:lnTo>
                    <a:pt x="27940" y="784860"/>
                  </a:lnTo>
                  <a:close/>
                </a:path>
                <a:path w="27939" h="1118870">
                  <a:moveTo>
                    <a:pt x="27940" y="793750"/>
                  </a:moveTo>
                  <a:lnTo>
                    <a:pt x="0" y="793750"/>
                  </a:lnTo>
                  <a:lnTo>
                    <a:pt x="0" y="797559"/>
                  </a:lnTo>
                  <a:lnTo>
                    <a:pt x="27940" y="797559"/>
                  </a:lnTo>
                  <a:lnTo>
                    <a:pt x="27940" y="793750"/>
                  </a:lnTo>
                  <a:close/>
                </a:path>
                <a:path w="27939" h="1118870">
                  <a:moveTo>
                    <a:pt x="27940" y="797560"/>
                  </a:moveTo>
                  <a:lnTo>
                    <a:pt x="0" y="797560"/>
                  </a:lnTo>
                  <a:lnTo>
                    <a:pt x="0" y="800099"/>
                  </a:lnTo>
                  <a:lnTo>
                    <a:pt x="27940" y="800099"/>
                  </a:lnTo>
                  <a:lnTo>
                    <a:pt x="27940" y="797560"/>
                  </a:lnTo>
                  <a:close/>
                </a:path>
                <a:path w="27939" h="1118870">
                  <a:moveTo>
                    <a:pt x="27940" y="800100"/>
                  </a:moveTo>
                  <a:lnTo>
                    <a:pt x="0" y="800100"/>
                  </a:lnTo>
                  <a:lnTo>
                    <a:pt x="0" y="803909"/>
                  </a:lnTo>
                  <a:lnTo>
                    <a:pt x="27940" y="803909"/>
                  </a:lnTo>
                  <a:lnTo>
                    <a:pt x="27940" y="800100"/>
                  </a:lnTo>
                  <a:close/>
                </a:path>
                <a:path w="27939" h="1118870">
                  <a:moveTo>
                    <a:pt x="27940" y="803910"/>
                  </a:moveTo>
                  <a:lnTo>
                    <a:pt x="0" y="803910"/>
                  </a:lnTo>
                  <a:lnTo>
                    <a:pt x="0" y="806449"/>
                  </a:lnTo>
                  <a:lnTo>
                    <a:pt x="27940" y="806449"/>
                  </a:lnTo>
                  <a:lnTo>
                    <a:pt x="27940" y="803910"/>
                  </a:lnTo>
                  <a:close/>
                </a:path>
                <a:path w="27939" h="1118870">
                  <a:moveTo>
                    <a:pt x="27940" y="806450"/>
                  </a:moveTo>
                  <a:lnTo>
                    <a:pt x="0" y="806450"/>
                  </a:lnTo>
                  <a:lnTo>
                    <a:pt x="0" y="810259"/>
                  </a:lnTo>
                  <a:lnTo>
                    <a:pt x="27940" y="810259"/>
                  </a:lnTo>
                  <a:lnTo>
                    <a:pt x="27940" y="806450"/>
                  </a:lnTo>
                  <a:close/>
                </a:path>
                <a:path w="27939" h="1118870">
                  <a:moveTo>
                    <a:pt x="27940" y="810260"/>
                  </a:moveTo>
                  <a:lnTo>
                    <a:pt x="0" y="810260"/>
                  </a:lnTo>
                  <a:lnTo>
                    <a:pt x="0" y="812799"/>
                  </a:lnTo>
                  <a:lnTo>
                    <a:pt x="27940" y="812799"/>
                  </a:lnTo>
                  <a:lnTo>
                    <a:pt x="27940" y="810260"/>
                  </a:lnTo>
                  <a:close/>
                </a:path>
                <a:path w="27939" h="1118870">
                  <a:moveTo>
                    <a:pt x="27940" y="812800"/>
                  </a:moveTo>
                  <a:lnTo>
                    <a:pt x="0" y="812800"/>
                  </a:lnTo>
                  <a:lnTo>
                    <a:pt x="0" y="816609"/>
                  </a:lnTo>
                  <a:lnTo>
                    <a:pt x="27940" y="816609"/>
                  </a:lnTo>
                  <a:lnTo>
                    <a:pt x="27940" y="812800"/>
                  </a:lnTo>
                  <a:close/>
                </a:path>
                <a:path w="27939" h="1118870">
                  <a:moveTo>
                    <a:pt x="27940" y="816610"/>
                  </a:moveTo>
                  <a:lnTo>
                    <a:pt x="0" y="816610"/>
                  </a:lnTo>
                  <a:lnTo>
                    <a:pt x="0" y="822959"/>
                  </a:lnTo>
                  <a:lnTo>
                    <a:pt x="27940" y="822959"/>
                  </a:lnTo>
                  <a:lnTo>
                    <a:pt x="27940" y="816610"/>
                  </a:lnTo>
                  <a:close/>
                </a:path>
                <a:path w="27939" h="1118870">
                  <a:moveTo>
                    <a:pt x="27940" y="822960"/>
                  </a:moveTo>
                  <a:lnTo>
                    <a:pt x="0" y="822960"/>
                  </a:lnTo>
                  <a:lnTo>
                    <a:pt x="0" y="829309"/>
                  </a:lnTo>
                  <a:lnTo>
                    <a:pt x="27940" y="829309"/>
                  </a:lnTo>
                  <a:lnTo>
                    <a:pt x="27940" y="822960"/>
                  </a:lnTo>
                  <a:close/>
                </a:path>
                <a:path w="27939" h="1118870">
                  <a:moveTo>
                    <a:pt x="27940" y="829310"/>
                  </a:moveTo>
                  <a:lnTo>
                    <a:pt x="0" y="829310"/>
                  </a:lnTo>
                  <a:lnTo>
                    <a:pt x="0" y="831849"/>
                  </a:lnTo>
                  <a:lnTo>
                    <a:pt x="27940" y="831849"/>
                  </a:lnTo>
                  <a:lnTo>
                    <a:pt x="27940" y="829310"/>
                  </a:lnTo>
                  <a:close/>
                </a:path>
                <a:path w="27939" h="1118870">
                  <a:moveTo>
                    <a:pt x="27940" y="831850"/>
                  </a:moveTo>
                  <a:lnTo>
                    <a:pt x="0" y="831850"/>
                  </a:lnTo>
                  <a:lnTo>
                    <a:pt x="0" y="835659"/>
                  </a:lnTo>
                  <a:lnTo>
                    <a:pt x="27940" y="835659"/>
                  </a:lnTo>
                  <a:lnTo>
                    <a:pt x="27940" y="831850"/>
                  </a:lnTo>
                  <a:close/>
                </a:path>
                <a:path w="27939" h="1118870">
                  <a:moveTo>
                    <a:pt x="27940" y="835660"/>
                  </a:moveTo>
                  <a:lnTo>
                    <a:pt x="0" y="835660"/>
                  </a:lnTo>
                  <a:lnTo>
                    <a:pt x="0" y="838199"/>
                  </a:lnTo>
                  <a:lnTo>
                    <a:pt x="27940" y="838199"/>
                  </a:lnTo>
                  <a:lnTo>
                    <a:pt x="27940" y="835660"/>
                  </a:lnTo>
                  <a:close/>
                </a:path>
                <a:path w="27939" h="1118870">
                  <a:moveTo>
                    <a:pt x="27940" y="838200"/>
                  </a:moveTo>
                  <a:lnTo>
                    <a:pt x="0" y="838200"/>
                  </a:lnTo>
                  <a:lnTo>
                    <a:pt x="0" y="844549"/>
                  </a:lnTo>
                  <a:lnTo>
                    <a:pt x="27940" y="844549"/>
                  </a:lnTo>
                  <a:lnTo>
                    <a:pt x="27940" y="838200"/>
                  </a:lnTo>
                  <a:close/>
                </a:path>
                <a:path w="27939" h="1118870">
                  <a:moveTo>
                    <a:pt x="27940" y="844550"/>
                  </a:moveTo>
                  <a:lnTo>
                    <a:pt x="0" y="844550"/>
                  </a:lnTo>
                  <a:lnTo>
                    <a:pt x="0" y="848359"/>
                  </a:lnTo>
                  <a:lnTo>
                    <a:pt x="27940" y="848359"/>
                  </a:lnTo>
                  <a:lnTo>
                    <a:pt x="27940" y="844550"/>
                  </a:lnTo>
                  <a:close/>
                </a:path>
                <a:path w="27939" h="1118870">
                  <a:moveTo>
                    <a:pt x="27940" y="848360"/>
                  </a:moveTo>
                  <a:lnTo>
                    <a:pt x="0" y="848360"/>
                  </a:lnTo>
                  <a:lnTo>
                    <a:pt x="0" y="850899"/>
                  </a:lnTo>
                  <a:lnTo>
                    <a:pt x="27940" y="850899"/>
                  </a:lnTo>
                  <a:lnTo>
                    <a:pt x="27940" y="848360"/>
                  </a:lnTo>
                  <a:close/>
                </a:path>
                <a:path w="27939" h="1118870">
                  <a:moveTo>
                    <a:pt x="27940" y="850900"/>
                  </a:moveTo>
                  <a:lnTo>
                    <a:pt x="0" y="850900"/>
                  </a:lnTo>
                  <a:lnTo>
                    <a:pt x="0" y="854709"/>
                  </a:lnTo>
                  <a:lnTo>
                    <a:pt x="27940" y="854709"/>
                  </a:lnTo>
                  <a:lnTo>
                    <a:pt x="27940" y="850900"/>
                  </a:lnTo>
                  <a:close/>
                </a:path>
                <a:path w="27939" h="1118870">
                  <a:moveTo>
                    <a:pt x="27940" y="854710"/>
                  </a:moveTo>
                  <a:lnTo>
                    <a:pt x="0" y="854710"/>
                  </a:lnTo>
                  <a:lnTo>
                    <a:pt x="0" y="857249"/>
                  </a:lnTo>
                  <a:lnTo>
                    <a:pt x="27940" y="857249"/>
                  </a:lnTo>
                  <a:lnTo>
                    <a:pt x="27940" y="854710"/>
                  </a:lnTo>
                  <a:close/>
                </a:path>
                <a:path w="27939" h="1118870">
                  <a:moveTo>
                    <a:pt x="27940" y="857250"/>
                  </a:moveTo>
                  <a:lnTo>
                    <a:pt x="0" y="857250"/>
                  </a:lnTo>
                  <a:lnTo>
                    <a:pt x="0" y="863599"/>
                  </a:lnTo>
                  <a:lnTo>
                    <a:pt x="27940" y="863599"/>
                  </a:lnTo>
                  <a:lnTo>
                    <a:pt x="27940" y="857250"/>
                  </a:lnTo>
                  <a:close/>
                </a:path>
                <a:path w="27939" h="1118870">
                  <a:moveTo>
                    <a:pt x="27940" y="863600"/>
                  </a:moveTo>
                  <a:lnTo>
                    <a:pt x="0" y="863600"/>
                  </a:lnTo>
                  <a:lnTo>
                    <a:pt x="0" y="867409"/>
                  </a:lnTo>
                  <a:lnTo>
                    <a:pt x="27940" y="867409"/>
                  </a:lnTo>
                  <a:lnTo>
                    <a:pt x="27940" y="863600"/>
                  </a:lnTo>
                  <a:close/>
                </a:path>
                <a:path w="27939" h="1118870">
                  <a:moveTo>
                    <a:pt x="27940" y="867410"/>
                  </a:moveTo>
                  <a:lnTo>
                    <a:pt x="0" y="867410"/>
                  </a:lnTo>
                  <a:lnTo>
                    <a:pt x="0" y="869949"/>
                  </a:lnTo>
                  <a:lnTo>
                    <a:pt x="27940" y="869949"/>
                  </a:lnTo>
                  <a:lnTo>
                    <a:pt x="27940" y="867410"/>
                  </a:lnTo>
                  <a:close/>
                </a:path>
                <a:path w="27939" h="1118870">
                  <a:moveTo>
                    <a:pt x="27940" y="869950"/>
                  </a:moveTo>
                  <a:lnTo>
                    <a:pt x="0" y="869950"/>
                  </a:lnTo>
                  <a:lnTo>
                    <a:pt x="0" y="873759"/>
                  </a:lnTo>
                  <a:lnTo>
                    <a:pt x="27940" y="873759"/>
                  </a:lnTo>
                  <a:lnTo>
                    <a:pt x="27940" y="869950"/>
                  </a:lnTo>
                  <a:close/>
                </a:path>
                <a:path w="27939" h="1118870">
                  <a:moveTo>
                    <a:pt x="27940" y="873760"/>
                  </a:moveTo>
                  <a:lnTo>
                    <a:pt x="0" y="873760"/>
                  </a:lnTo>
                  <a:lnTo>
                    <a:pt x="0" y="876299"/>
                  </a:lnTo>
                  <a:lnTo>
                    <a:pt x="27940" y="876299"/>
                  </a:lnTo>
                  <a:lnTo>
                    <a:pt x="27940" y="873760"/>
                  </a:lnTo>
                  <a:close/>
                </a:path>
                <a:path w="27939" h="1118870">
                  <a:moveTo>
                    <a:pt x="27940" y="876300"/>
                  </a:moveTo>
                  <a:lnTo>
                    <a:pt x="0" y="876300"/>
                  </a:lnTo>
                  <a:lnTo>
                    <a:pt x="0" y="882649"/>
                  </a:lnTo>
                  <a:lnTo>
                    <a:pt x="27940" y="882649"/>
                  </a:lnTo>
                  <a:lnTo>
                    <a:pt x="27940" y="876300"/>
                  </a:lnTo>
                  <a:close/>
                </a:path>
                <a:path w="27939" h="1118870">
                  <a:moveTo>
                    <a:pt x="27940" y="882650"/>
                  </a:moveTo>
                  <a:lnTo>
                    <a:pt x="0" y="882650"/>
                  </a:lnTo>
                  <a:lnTo>
                    <a:pt x="0" y="886459"/>
                  </a:lnTo>
                  <a:lnTo>
                    <a:pt x="27940" y="886459"/>
                  </a:lnTo>
                  <a:lnTo>
                    <a:pt x="27940" y="882650"/>
                  </a:lnTo>
                  <a:close/>
                </a:path>
                <a:path w="27939" h="1118870">
                  <a:moveTo>
                    <a:pt x="27940" y="886460"/>
                  </a:moveTo>
                  <a:lnTo>
                    <a:pt x="0" y="886460"/>
                  </a:lnTo>
                  <a:lnTo>
                    <a:pt x="0" y="888999"/>
                  </a:lnTo>
                  <a:lnTo>
                    <a:pt x="27940" y="888999"/>
                  </a:lnTo>
                  <a:lnTo>
                    <a:pt x="27940" y="886460"/>
                  </a:lnTo>
                  <a:close/>
                </a:path>
                <a:path w="27939" h="1118870">
                  <a:moveTo>
                    <a:pt x="27940" y="889000"/>
                  </a:moveTo>
                  <a:lnTo>
                    <a:pt x="0" y="889000"/>
                  </a:lnTo>
                  <a:lnTo>
                    <a:pt x="0" y="892809"/>
                  </a:lnTo>
                  <a:lnTo>
                    <a:pt x="27940" y="892809"/>
                  </a:lnTo>
                  <a:lnTo>
                    <a:pt x="27940" y="889000"/>
                  </a:lnTo>
                  <a:close/>
                </a:path>
                <a:path w="27939" h="1118870">
                  <a:moveTo>
                    <a:pt x="27940" y="892810"/>
                  </a:moveTo>
                  <a:lnTo>
                    <a:pt x="0" y="892810"/>
                  </a:lnTo>
                  <a:lnTo>
                    <a:pt x="0" y="895349"/>
                  </a:lnTo>
                  <a:lnTo>
                    <a:pt x="27940" y="895349"/>
                  </a:lnTo>
                  <a:lnTo>
                    <a:pt x="27940" y="892810"/>
                  </a:lnTo>
                  <a:close/>
                </a:path>
                <a:path w="27939" h="1118870">
                  <a:moveTo>
                    <a:pt x="27940" y="895350"/>
                  </a:moveTo>
                  <a:lnTo>
                    <a:pt x="0" y="895350"/>
                  </a:lnTo>
                  <a:lnTo>
                    <a:pt x="0" y="901699"/>
                  </a:lnTo>
                  <a:lnTo>
                    <a:pt x="27940" y="901699"/>
                  </a:lnTo>
                  <a:lnTo>
                    <a:pt x="27940" y="895350"/>
                  </a:lnTo>
                  <a:close/>
                </a:path>
                <a:path w="27939" h="1118870">
                  <a:moveTo>
                    <a:pt x="27940" y="901700"/>
                  </a:moveTo>
                  <a:lnTo>
                    <a:pt x="0" y="901700"/>
                  </a:lnTo>
                  <a:lnTo>
                    <a:pt x="0" y="905509"/>
                  </a:lnTo>
                  <a:lnTo>
                    <a:pt x="27940" y="905509"/>
                  </a:lnTo>
                  <a:lnTo>
                    <a:pt x="27940" y="901700"/>
                  </a:lnTo>
                  <a:close/>
                </a:path>
                <a:path w="27939" h="1118870">
                  <a:moveTo>
                    <a:pt x="27940" y="905510"/>
                  </a:moveTo>
                  <a:lnTo>
                    <a:pt x="0" y="905510"/>
                  </a:lnTo>
                  <a:lnTo>
                    <a:pt x="0" y="908049"/>
                  </a:lnTo>
                  <a:lnTo>
                    <a:pt x="27940" y="908049"/>
                  </a:lnTo>
                  <a:lnTo>
                    <a:pt x="27940" y="905510"/>
                  </a:lnTo>
                  <a:close/>
                </a:path>
                <a:path w="27939" h="1118870">
                  <a:moveTo>
                    <a:pt x="27940" y="908050"/>
                  </a:moveTo>
                  <a:lnTo>
                    <a:pt x="0" y="908050"/>
                  </a:lnTo>
                  <a:lnTo>
                    <a:pt x="0" y="911859"/>
                  </a:lnTo>
                  <a:lnTo>
                    <a:pt x="27940" y="911859"/>
                  </a:lnTo>
                  <a:lnTo>
                    <a:pt x="27940" y="908050"/>
                  </a:lnTo>
                  <a:close/>
                </a:path>
                <a:path w="27939" h="1118870">
                  <a:moveTo>
                    <a:pt x="27940" y="911860"/>
                  </a:moveTo>
                  <a:lnTo>
                    <a:pt x="0" y="911860"/>
                  </a:lnTo>
                  <a:lnTo>
                    <a:pt x="0" y="914399"/>
                  </a:lnTo>
                  <a:lnTo>
                    <a:pt x="27940" y="914399"/>
                  </a:lnTo>
                  <a:lnTo>
                    <a:pt x="27940" y="911860"/>
                  </a:lnTo>
                  <a:close/>
                </a:path>
                <a:path w="27939" h="1118870">
                  <a:moveTo>
                    <a:pt x="27940" y="914400"/>
                  </a:moveTo>
                  <a:lnTo>
                    <a:pt x="0" y="914400"/>
                  </a:lnTo>
                  <a:lnTo>
                    <a:pt x="0" y="918209"/>
                  </a:lnTo>
                  <a:lnTo>
                    <a:pt x="27940" y="918209"/>
                  </a:lnTo>
                  <a:lnTo>
                    <a:pt x="27940" y="914400"/>
                  </a:lnTo>
                  <a:close/>
                </a:path>
                <a:path w="27939" h="1118870">
                  <a:moveTo>
                    <a:pt x="27940" y="918210"/>
                  </a:moveTo>
                  <a:lnTo>
                    <a:pt x="0" y="918210"/>
                  </a:lnTo>
                  <a:lnTo>
                    <a:pt x="0" y="920749"/>
                  </a:lnTo>
                  <a:lnTo>
                    <a:pt x="27940" y="920749"/>
                  </a:lnTo>
                  <a:lnTo>
                    <a:pt x="27940" y="918210"/>
                  </a:lnTo>
                  <a:close/>
                </a:path>
                <a:path w="27939" h="1118870">
                  <a:moveTo>
                    <a:pt x="27940" y="920750"/>
                  </a:moveTo>
                  <a:lnTo>
                    <a:pt x="0" y="920750"/>
                  </a:lnTo>
                  <a:lnTo>
                    <a:pt x="0" y="924559"/>
                  </a:lnTo>
                  <a:lnTo>
                    <a:pt x="27940" y="924559"/>
                  </a:lnTo>
                  <a:lnTo>
                    <a:pt x="27940" y="920750"/>
                  </a:lnTo>
                  <a:close/>
                </a:path>
                <a:path w="27939" h="1118870">
                  <a:moveTo>
                    <a:pt x="27940" y="924560"/>
                  </a:moveTo>
                  <a:lnTo>
                    <a:pt x="0" y="924560"/>
                  </a:lnTo>
                  <a:lnTo>
                    <a:pt x="0" y="927099"/>
                  </a:lnTo>
                  <a:lnTo>
                    <a:pt x="27940" y="927099"/>
                  </a:lnTo>
                  <a:lnTo>
                    <a:pt x="27940" y="924560"/>
                  </a:lnTo>
                  <a:close/>
                </a:path>
                <a:path w="27939" h="1118870">
                  <a:moveTo>
                    <a:pt x="27940" y="927100"/>
                  </a:moveTo>
                  <a:lnTo>
                    <a:pt x="0" y="927100"/>
                  </a:lnTo>
                  <a:lnTo>
                    <a:pt x="0" y="930909"/>
                  </a:lnTo>
                  <a:lnTo>
                    <a:pt x="27940" y="930909"/>
                  </a:lnTo>
                  <a:lnTo>
                    <a:pt x="27940" y="927100"/>
                  </a:lnTo>
                  <a:close/>
                </a:path>
                <a:path w="27939" h="1118870">
                  <a:moveTo>
                    <a:pt x="27940" y="930910"/>
                  </a:moveTo>
                  <a:lnTo>
                    <a:pt x="0" y="930910"/>
                  </a:lnTo>
                  <a:lnTo>
                    <a:pt x="0" y="933449"/>
                  </a:lnTo>
                  <a:lnTo>
                    <a:pt x="27940" y="933449"/>
                  </a:lnTo>
                  <a:lnTo>
                    <a:pt x="27940" y="930910"/>
                  </a:lnTo>
                  <a:close/>
                </a:path>
                <a:path w="27939" h="1118870">
                  <a:moveTo>
                    <a:pt x="27940" y="933450"/>
                  </a:moveTo>
                  <a:lnTo>
                    <a:pt x="0" y="933450"/>
                  </a:lnTo>
                  <a:lnTo>
                    <a:pt x="0" y="943609"/>
                  </a:lnTo>
                  <a:lnTo>
                    <a:pt x="27940" y="943609"/>
                  </a:lnTo>
                  <a:lnTo>
                    <a:pt x="27940" y="933450"/>
                  </a:lnTo>
                  <a:close/>
                </a:path>
                <a:path w="27939" h="1118870">
                  <a:moveTo>
                    <a:pt x="27940" y="943610"/>
                  </a:moveTo>
                  <a:lnTo>
                    <a:pt x="0" y="943610"/>
                  </a:lnTo>
                  <a:lnTo>
                    <a:pt x="0" y="946149"/>
                  </a:lnTo>
                  <a:lnTo>
                    <a:pt x="27940" y="946149"/>
                  </a:lnTo>
                  <a:lnTo>
                    <a:pt x="27940" y="943610"/>
                  </a:lnTo>
                  <a:close/>
                </a:path>
                <a:path w="27939" h="1118870">
                  <a:moveTo>
                    <a:pt x="27940" y="946150"/>
                  </a:moveTo>
                  <a:lnTo>
                    <a:pt x="0" y="946150"/>
                  </a:lnTo>
                  <a:lnTo>
                    <a:pt x="0" y="952499"/>
                  </a:lnTo>
                  <a:lnTo>
                    <a:pt x="27940" y="952499"/>
                  </a:lnTo>
                  <a:lnTo>
                    <a:pt x="27940" y="946150"/>
                  </a:lnTo>
                  <a:close/>
                </a:path>
                <a:path w="27939" h="1118870">
                  <a:moveTo>
                    <a:pt x="27940" y="952500"/>
                  </a:moveTo>
                  <a:lnTo>
                    <a:pt x="0" y="952500"/>
                  </a:lnTo>
                  <a:lnTo>
                    <a:pt x="0" y="958849"/>
                  </a:lnTo>
                  <a:lnTo>
                    <a:pt x="27940" y="958849"/>
                  </a:lnTo>
                  <a:lnTo>
                    <a:pt x="27940" y="952500"/>
                  </a:lnTo>
                  <a:close/>
                </a:path>
                <a:path w="27939" h="1118870">
                  <a:moveTo>
                    <a:pt x="27940" y="958850"/>
                  </a:moveTo>
                  <a:lnTo>
                    <a:pt x="0" y="958850"/>
                  </a:lnTo>
                  <a:lnTo>
                    <a:pt x="0" y="962659"/>
                  </a:lnTo>
                  <a:lnTo>
                    <a:pt x="27940" y="962659"/>
                  </a:lnTo>
                  <a:lnTo>
                    <a:pt x="27940" y="958850"/>
                  </a:lnTo>
                  <a:close/>
                </a:path>
                <a:path w="27939" h="1118870">
                  <a:moveTo>
                    <a:pt x="27940" y="962660"/>
                  </a:moveTo>
                  <a:lnTo>
                    <a:pt x="0" y="962660"/>
                  </a:lnTo>
                  <a:lnTo>
                    <a:pt x="0" y="969009"/>
                  </a:lnTo>
                  <a:lnTo>
                    <a:pt x="27940" y="969009"/>
                  </a:lnTo>
                  <a:lnTo>
                    <a:pt x="27940" y="962660"/>
                  </a:lnTo>
                  <a:close/>
                </a:path>
                <a:path w="27939" h="1118870">
                  <a:moveTo>
                    <a:pt x="27940" y="969010"/>
                  </a:moveTo>
                  <a:lnTo>
                    <a:pt x="0" y="969010"/>
                  </a:lnTo>
                  <a:lnTo>
                    <a:pt x="0" y="971549"/>
                  </a:lnTo>
                  <a:lnTo>
                    <a:pt x="27940" y="971549"/>
                  </a:lnTo>
                  <a:lnTo>
                    <a:pt x="27940" y="969010"/>
                  </a:lnTo>
                  <a:close/>
                </a:path>
                <a:path w="27939" h="1118870">
                  <a:moveTo>
                    <a:pt x="27940" y="971550"/>
                  </a:moveTo>
                  <a:lnTo>
                    <a:pt x="0" y="971550"/>
                  </a:lnTo>
                  <a:lnTo>
                    <a:pt x="0" y="975359"/>
                  </a:lnTo>
                  <a:lnTo>
                    <a:pt x="27940" y="975359"/>
                  </a:lnTo>
                  <a:lnTo>
                    <a:pt x="27940" y="971550"/>
                  </a:lnTo>
                  <a:close/>
                </a:path>
                <a:path w="27939" h="1118870">
                  <a:moveTo>
                    <a:pt x="27940" y="975360"/>
                  </a:moveTo>
                  <a:lnTo>
                    <a:pt x="0" y="975360"/>
                  </a:lnTo>
                  <a:lnTo>
                    <a:pt x="0" y="977899"/>
                  </a:lnTo>
                  <a:lnTo>
                    <a:pt x="27940" y="977899"/>
                  </a:lnTo>
                  <a:lnTo>
                    <a:pt x="27940" y="975360"/>
                  </a:lnTo>
                  <a:close/>
                </a:path>
                <a:path w="27939" h="1118870">
                  <a:moveTo>
                    <a:pt x="27940" y="977900"/>
                  </a:moveTo>
                  <a:lnTo>
                    <a:pt x="0" y="977900"/>
                  </a:lnTo>
                  <a:lnTo>
                    <a:pt x="0" y="981709"/>
                  </a:lnTo>
                  <a:lnTo>
                    <a:pt x="27940" y="981709"/>
                  </a:lnTo>
                  <a:lnTo>
                    <a:pt x="27940" y="977900"/>
                  </a:lnTo>
                  <a:close/>
                </a:path>
                <a:path w="27939" h="1118870">
                  <a:moveTo>
                    <a:pt x="27940" y="981710"/>
                  </a:moveTo>
                  <a:lnTo>
                    <a:pt x="0" y="981710"/>
                  </a:lnTo>
                  <a:lnTo>
                    <a:pt x="0" y="984249"/>
                  </a:lnTo>
                  <a:lnTo>
                    <a:pt x="27940" y="984249"/>
                  </a:lnTo>
                  <a:lnTo>
                    <a:pt x="27940" y="981710"/>
                  </a:lnTo>
                  <a:close/>
                </a:path>
                <a:path w="27939" h="1118870">
                  <a:moveTo>
                    <a:pt x="27940" y="984250"/>
                  </a:moveTo>
                  <a:lnTo>
                    <a:pt x="0" y="984250"/>
                  </a:lnTo>
                  <a:lnTo>
                    <a:pt x="0" y="988059"/>
                  </a:lnTo>
                  <a:lnTo>
                    <a:pt x="27940" y="988059"/>
                  </a:lnTo>
                  <a:lnTo>
                    <a:pt x="27940" y="984250"/>
                  </a:lnTo>
                  <a:close/>
                </a:path>
                <a:path w="27939" h="1118870">
                  <a:moveTo>
                    <a:pt x="27940" y="988060"/>
                  </a:moveTo>
                  <a:lnTo>
                    <a:pt x="0" y="988060"/>
                  </a:lnTo>
                  <a:lnTo>
                    <a:pt x="0" y="990599"/>
                  </a:lnTo>
                  <a:lnTo>
                    <a:pt x="27940" y="990599"/>
                  </a:lnTo>
                  <a:lnTo>
                    <a:pt x="27940" y="988060"/>
                  </a:lnTo>
                  <a:close/>
                </a:path>
                <a:path w="27939" h="1118870">
                  <a:moveTo>
                    <a:pt x="27940" y="990600"/>
                  </a:moveTo>
                  <a:lnTo>
                    <a:pt x="0" y="990600"/>
                  </a:lnTo>
                  <a:lnTo>
                    <a:pt x="0" y="994409"/>
                  </a:lnTo>
                  <a:lnTo>
                    <a:pt x="27940" y="994409"/>
                  </a:lnTo>
                  <a:lnTo>
                    <a:pt x="27940" y="990600"/>
                  </a:lnTo>
                  <a:close/>
                </a:path>
                <a:path w="27939" h="1118870">
                  <a:moveTo>
                    <a:pt x="27940" y="994410"/>
                  </a:moveTo>
                  <a:lnTo>
                    <a:pt x="0" y="994410"/>
                  </a:lnTo>
                  <a:lnTo>
                    <a:pt x="0" y="996949"/>
                  </a:lnTo>
                  <a:lnTo>
                    <a:pt x="27940" y="996949"/>
                  </a:lnTo>
                  <a:lnTo>
                    <a:pt x="27940" y="994410"/>
                  </a:lnTo>
                  <a:close/>
                </a:path>
                <a:path w="27939" h="1118870">
                  <a:moveTo>
                    <a:pt x="27940" y="996950"/>
                  </a:moveTo>
                  <a:lnTo>
                    <a:pt x="0" y="996950"/>
                  </a:lnTo>
                  <a:lnTo>
                    <a:pt x="0" y="1000759"/>
                  </a:lnTo>
                  <a:lnTo>
                    <a:pt x="27940" y="1000759"/>
                  </a:lnTo>
                  <a:lnTo>
                    <a:pt x="27940" y="996950"/>
                  </a:lnTo>
                  <a:close/>
                </a:path>
                <a:path w="27939" h="1118870">
                  <a:moveTo>
                    <a:pt x="27940" y="1000760"/>
                  </a:moveTo>
                  <a:lnTo>
                    <a:pt x="0" y="1000760"/>
                  </a:lnTo>
                  <a:lnTo>
                    <a:pt x="0" y="1003299"/>
                  </a:lnTo>
                  <a:lnTo>
                    <a:pt x="27940" y="1003299"/>
                  </a:lnTo>
                  <a:lnTo>
                    <a:pt x="27940" y="1000760"/>
                  </a:lnTo>
                  <a:close/>
                </a:path>
                <a:path w="27939" h="1118870">
                  <a:moveTo>
                    <a:pt x="27940" y="1003300"/>
                  </a:moveTo>
                  <a:lnTo>
                    <a:pt x="0" y="1003300"/>
                  </a:lnTo>
                  <a:lnTo>
                    <a:pt x="0" y="1007109"/>
                  </a:lnTo>
                  <a:lnTo>
                    <a:pt x="27940" y="1007109"/>
                  </a:lnTo>
                  <a:lnTo>
                    <a:pt x="27940" y="1003300"/>
                  </a:lnTo>
                  <a:close/>
                </a:path>
                <a:path w="27939" h="1118870">
                  <a:moveTo>
                    <a:pt x="27940" y="1007110"/>
                  </a:moveTo>
                  <a:lnTo>
                    <a:pt x="0" y="1007110"/>
                  </a:lnTo>
                  <a:lnTo>
                    <a:pt x="0" y="1015999"/>
                  </a:lnTo>
                  <a:lnTo>
                    <a:pt x="27940" y="1015999"/>
                  </a:lnTo>
                  <a:lnTo>
                    <a:pt x="27940" y="1007110"/>
                  </a:lnTo>
                  <a:close/>
                </a:path>
                <a:path w="27939" h="1118870">
                  <a:moveTo>
                    <a:pt x="27940" y="1016000"/>
                  </a:moveTo>
                  <a:lnTo>
                    <a:pt x="0" y="1016000"/>
                  </a:lnTo>
                  <a:lnTo>
                    <a:pt x="0" y="1019809"/>
                  </a:lnTo>
                  <a:lnTo>
                    <a:pt x="27940" y="1019809"/>
                  </a:lnTo>
                  <a:lnTo>
                    <a:pt x="27940" y="1016000"/>
                  </a:lnTo>
                  <a:close/>
                </a:path>
                <a:path w="27939" h="1118870">
                  <a:moveTo>
                    <a:pt x="27940" y="1019810"/>
                  </a:moveTo>
                  <a:lnTo>
                    <a:pt x="0" y="1019810"/>
                  </a:lnTo>
                  <a:lnTo>
                    <a:pt x="0" y="1022349"/>
                  </a:lnTo>
                  <a:lnTo>
                    <a:pt x="27940" y="1022349"/>
                  </a:lnTo>
                  <a:lnTo>
                    <a:pt x="27940" y="1019810"/>
                  </a:lnTo>
                  <a:close/>
                </a:path>
                <a:path w="27939" h="1118870">
                  <a:moveTo>
                    <a:pt x="27940" y="1022350"/>
                  </a:moveTo>
                  <a:lnTo>
                    <a:pt x="0" y="1022350"/>
                  </a:lnTo>
                  <a:lnTo>
                    <a:pt x="0" y="1032509"/>
                  </a:lnTo>
                  <a:lnTo>
                    <a:pt x="27940" y="1032509"/>
                  </a:lnTo>
                  <a:lnTo>
                    <a:pt x="27940" y="1022350"/>
                  </a:lnTo>
                  <a:close/>
                </a:path>
                <a:path w="27939" h="1118870">
                  <a:moveTo>
                    <a:pt x="27940" y="1032510"/>
                  </a:moveTo>
                  <a:lnTo>
                    <a:pt x="0" y="1032510"/>
                  </a:lnTo>
                  <a:lnTo>
                    <a:pt x="0" y="1035049"/>
                  </a:lnTo>
                  <a:lnTo>
                    <a:pt x="27940" y="1035049"/>
                  </a:lnTo>
                  <a:lnTo>
                    <a:pt x="27940" y="1032510"/>
                  </a:lnTo>
                  <a:close/>
                </a:path>
                <a:path w="27939" h="1118870">
                  <a:moveTo>
                    <a:pt x="27940" y="1035050"/>
                  </a:moveTo>
                  <a:lnTo>
                    <a:pt x="0" y="1035050"/>
                  </a:lnTo>
                  <a:lnTo>
                    <a:pt x="0" y="1038859"/>
                  </a:lnTo>
                  <a:lnTo>
                    <a:pt x="27940" y="1038859"/>
                  </a:lnTo>
                  <a:lnTo>
                    <a:pt x="27940" y="1035050"/>
                  </a:lnTo>
                  <a:close/>
                </a:path>
                <a:path w="27939" h="1118870">
                  <a:moveTo>
                    <a:pt x="27940" y="1038860"/>
                  </a:moveTo>
                  <a:lnTo>
                    <a:pt x="0" y="1038860"/>
                  </a:lnTo>
                  <a:lnTo>
                    <a:pt x="0" y="1047749"/>
                  </a:lnTo>
                  <a:lnTo>
                    <a:pt x="27940" y="1047749"/>
                  </a:lnTo>
                  <a:lnTo>
                    <a:pt x="27940" y="1038860"/>
                  </a:lnTo>
                  <a:close/>
                </a:path>
                <a:path w="27939" h="1118870">
                  <a:moveTo>
                    <a:pt x="27940" y="1047750"/>
                  </a:moveTo>
                  <a:lnTo>
                    <a:pt x="0" y="1047750"/>
                  </a:lnTo>
                  <a:lnTo>
                    <a:pt x="0" y="1054099"/>
                  </a:lnTo>
                  <a:lnTo>
                    <a:pt x="27940" y="1054099"/>
                  </a:lnTo>
                  <a:lnTo>
                    <a:pt x="27940" y="1047750"/>
                  </a:lnTo>
                  <a:close/>
                </a:path>
                <a:path w="27939" h="1118870">
                  <a:moveTo>
                    <a:pt x="27940" y="1054100"/>
                  </a:moveTo>
                  <a:lnTo>
                    <a:pt x="0" y="1054100"/>
                  </a:lnTo>
                  <a:lnTo>
                    <a:pt x="0" y="1057909"/>
                  </a:lnTo>
                  <a:lnTo>
                    <a:pt x="27940" y="1057909"/>
                  </a:lnTo>
                  <a:lnTo>
                    <a:pt x="27940" y="1054100"/>
                  </a:lnTo>
                  <a:close/>
                </a:path>
                <a:path w="27939" h="1118870">
                  <a:moveTo>
                    <a:pt x="27940" y="1057910"/>
                  </a:moveTo>
                  <a:lnTo>
                    <a:pt x="0" y="1057910"/>
                  </a:lnTo>
                  <a:lnTo>
                    <a:pt x="0" y="1060449"/>
                  </a:lnTo>
                  <a:lnTo>
                    <a:pt x="27940" y="1060449"/>
                  </a:lnTo>
                  <a:lnTo>
                    <a:pt x="27940" y="1057910"/>
                  </a:lnTo>
                  <a:close/>
                </a:path>
                <a:path w="27939" h="1118870">
                  <a:moveTo>
                    <a:pt x="27940" y="1060450"/>
                  </a:moveTo>
                  <a:lnTo>
                    <a:pt x="0" y="1060450"/>
                  </a:lnTo>
                  <a:lnTo>
                    <a:pt x="0" y="1064259"/>
                  </a:lnTo>
                  <a:lnTo>
                    <a:pt x="27940" y="1064259"/>
                  </a:lnTo>
                  <a:lnTo>
                    <a:pt x="27940" y="1060450"/>
                  </a:lnTo>
                  <a:close/>
                </a:path>
                <a:path w="27939" h="1118870">
                  <a:moveTo>
                    <a:pt x="27940" y="1064260"/>
                  </a:moveTo>
                  <a:lnTo>
                    <a:pt x="0" y="1064260"/>
                  </a:lnTo>
                  <a:lnTo>
                    <a:pt x="0" y="1073149"/>
                  </a:lnTo>
                  <a:lnTo>
                    <a:pt x="27940" y="1073149"/>
                  </a:lnTo>
                  <a:lnTo>
                    <a:pt x="27940" y="1064260"/>
                  </a:lnTo>
                  <a:close/>
                </a:path>
                <a:path w="27939" h="1118870">
                  <a:moveTo>
                    <a:pt x="27940" y="1073150"/>
                  </a:moveTo>
                  <a:lnTo>
                    <a:pt x="0" y="1073150"/>
                  </a:lnTo>
                  <a:lnTo>
                    <a:pt x="0" y="1079499"/>
                  </a:lnTo>
                  <a:lnTo>
                    <a:pt x="27940" y="1079499"/>
                  </a:lnTo>
                  <a:lnTo>
                    <a:pt x="27940" y="1073150"/>
                  </a:lnTo>
                  <a:close/>
                </a:path>
                <a:path w="27939" h="1118870">
                  <a:moveTo>
                    <a:pt x="27940" y="1079500"/>
                  </a:moveTo>
                  <a:lnTo>
                    <a:pt x="0" y="1079500"/>
                  </a:lnTo>
                  <a:lnTo>
                    <a:pt x="0" y="1083309"/>
                  </a:lnTo>
                  <a:lnTo>
                    <a:pt x="27940" y="1083309"/>
                  </a:lnTo>
                  <a:lnTo>
                    <a:pt x="27940" y="1079500"/>
                  </a:lnTo>
                  <a:close/>
                </a:path>
                <a:path w="27939" h="1118870">
                  <a:moveTo>
                    <a:pt x="27940" y="1083310"/>
                  </a:moveTo>
                  <a:lnTo>
                    <a:pt x="0" y="1083310"/>
                  </a:lnTo>
                  <a:lnTo>
                    <a:pt x="0" y="1085849"/>
                  </a:lnTo>
                  <a:lnTo>
                    <a:pt x="27940" y="1085849"/>
                  </a:lnTo>
                  <a:lnTo>
                    <a:pt x="27940" y="1083310"/>
                  </a:lnTo>
                  <a:close/>
                </a:path>
                <a:path w="27939" h="1118870">
                  <a:moveTo>
                    <a:pt x="27940" y="1085850"/>
                  </a:moveTo>
                  <a:lnTo>
                    <a:pt x="0" y="1085850"/>
                  </a:lnTo>
                  <a:lnTo>
                    <a:pt x="0" y="1092199"/>
                  </a:lnTo>
                  <a:lnTo>
                    <a:pt x="27940" y="1092199"/>
                  </a:lnTo>
                  <a:lnTo>
                    <a:pt x="27940" y="1085850"/>
                  </a:lnTo>
                  <a:close/>
                </a:path>
                <a:path w="27939" h="1118870">
                  <a:moveTo>
                    <a:pt x="27940" y="1092200"/>
                  </a:moveTo>
                  <a:lnTo>
                    <a:pt x="0" y="1092200"/>
                  </a:lnTo>
                  <a:lnTo>
                    <a:pt x="0" y="1096009"/>
                  </a:lnTo>
                  <a:lnTo>
                    <a:pt x="25400" y="1096009"/>
                  </a:lnTo>
                  <a:lnTo>
                    <a:pt x="25400" y="1094739"/>
                  </a:lnTo>
                  <a:lnTo>
                    <a:pt x="26670" y="1094739"/>
                  </a:lnTo>
                  <a:lnTo>
                    <a:pt x="26670" y="1093470"/>
                  </a:lnTo>
                  <a:lnTo>
                    <a:pt x="27940" y="1093470"/>
                  </a:lnTo>
                  <a:lnTo>
                    <a:pt x="27940" y="1092200"/>
                  </a:lnTo>
                  <a:close/>
                </a:path>
                <a:path w="27939" h="1118870">
                  <a:moveTo>
                    <a:pt x="24130" y="1096010"/>
                  </a:moveTo>
                  <a:lnTo>
                    <a:pt x="0" y="1096010"/>
                  </a:lnTo>
                  <a:lnTo>
                    <a:pt x="0" y="1098549"/>
                  </a:lnTo>
                  <a:lnTo>
                    <a:pt x="22860" y="1098549"/>
                  </a:lnTo>
                  <a:lnTo>
                    <a:pt x="22860" y="1097280"/>
                  </a:lnTo>
                  <a:lnTo>
                    <a:pt x="24130" y="1097280"/>
                  </a:lnTo>
                  <a:lnTo>
                    <a:pt x="24130" y="1096010"/>
                  </a:lnTo>
                  <a:close/>
                </a:path>
                <a:path w="27939" h="1118870">
                  <a:moveTo>
                    <a:pt x="21590" y="1098550"/>
                  </a:moveTo>
                  <a:lnTo>
                    <a:pt x="0" y="1098550"/>
                  </a:lnTo>
                  <a:lnTo>
                    <a:pt x="0" y="1102359"/>
                  </a:lnTo>
                  <a:lnTo>
                    <a:pt x="19050" y="1102359"/>
                  </a:lnTo>
                  <a:lnTo>
                    <a:pt x="19050" y="1101089"/>
                  </a:lnTo>
                  <a:lnTo>
                    <a:pt x="20320" y="1101089"/>
                  </a:lnTo>
                  <a:lnTo>
                    <a:pt x="20320" y="1099820"/>
                  </a:lnTo>
                  <a:lnTo>
                    <a:pt x="21590" y="1099820"/>
                  </a:lnTo>
                  <a:lnTo>
                    <a:pt x="21590" y="1098550"/>
                  </a:lnTo>
                  <a:close/>
                </a:path>
                <a:path w="27939" h="1118870">
                  <a:moveTo>
                    <a:pt x="17780" y="1102360"/>
                  </a:moveTo>
                  <a:lnTo>
                    <a:pt x="0" y="1102360"/>
                  </a:lnTo>
                  <a:lnTo>
                    <a:pt x="0" y="1104899"/>
                  </a:lnTo>
                  <a:lnTo>
                    <a:pt x="16510" y="1104899"/>
                  </a:lnTo>
                  <a:lnTo>
                    <a:pt x="16510" y="1103630"/>
                  </a:lnTo>
                  <a:lnTo>
                    <a:pt x="17780" y="1103630"/>
                  </a:lnTo>
                  <a:lnTo>
                    <a:pt x="17780" y="1102360"/>
                  </a:lnTo>
                  <a:close/>
                </a:path>
                <a:path w="27939" h="1118870">
                  <a:moveTo>
                    <a:pt x="15240" y="1104900"/>
                  </a:moveTo>
                  <a:lnTo>
                    <a:pt x="0" y="1104900"/>
                  </a:lnTo>
                  <a:lnTo>
                    <a:pt x="0" y="1108709"/>
                  </a:lnTo>
                  <a:lnTo>
                    <a:pt x="12700" y="1108709"/>
                  </a:lnTo>
                  <a:lnTo>
                    <a:pt x="12700" y="1107439"/>
                  </a:lnTo>
                  <a:lnTo>
                    <a:pt x="13970" y="1107439"/>
                  </a:lnTo>
                  <a:lnTo>
                    <a:pt x="13970" y="1106170"/>
                  </a:lnTo>
                  <a:lnTo>
                    <a:pt x="15240" y="1106170"/>
                  </a:lnTo>
                  <a:lnTo>
                    <a:pt x="15240" y="1104900"/>
                  </a:lnTo>
                  <a:close/>
                </a:path>
                <a:path w="27939" h="1118870">
                  <a:moveTo>
                    <a:pt x="10160" y="1108710"/>
                  </a:moveTo>
                  <a:lnTo>
                    <a:pt x="0" y="1108710"/>
                  </a:lnTo>
                  <a:lnTo>
                    <a:pt x="0" y="1111249"/>
                  </a:lnTo>
                  <a:lnTo>
                    <a:pt x="8890" y="1111249"/>
                  </a:lnTo>
                  <a:lnTo>
                    <a:pt x="8890" y="1109980"/>
                  </a:lnTo>
                  <a:lnTo>
                    <a:pt x="10160" y="1109980"/>
                  </a:lnTo>
                  <a:lnTo>
                    <a:pt x="10160" y="1108710"/>
                  </a:lnTo>
                  <a:close/>
                </a:path>
                <a:path w="27939" h="1118870">
                  <a:moveTo>
                    <a:pt x="7620" y="1111250"/>
                  </a:moveTo>
                  <a:lnTo>
                    <a:pt x="0" y="1111250"/>
                  </a:lnTo>
                  <a:lnTo>
                    <a:pt x="0" y="1115059"/>
                  </a:lnTo>
                  <a:lnTo>
                    <a:pt x="5080" y="1115059"/>
                  </a:lnTo>
                  <a:lnTo>
                    <a:pt x="5080" y="1113789"/>
                  </a:lnTo>
                  <a:lnTo>
                    <a:pt x="6350" y="1113789"/>
                  </a:lnTo>
                  <a:lnTo>
                    <a:pt x="6350" y="1112520"/>
                  </a:lnTo>
                  <a:lnTo>
                    <a:pt x="7620" y="1112520"/>
                  </a:lnTo>
                  <a:lnTo>
                    <a:pt x="7620" y="1111250"/>
                  </a:lnTo>
                  <a:close/>
                </a:path>
                <a:path w="27939" h="1118870">
                  <a:moveTo>
                    <a:pt x="3810" y="1115060"/>
                  </a:moveTo>
                  <a:lnTo>
                    <a:pt x="0" y="1115060"/>
                  </a:lnTo>
                  <a:lnTo>
                    <a:pt x="0" y="1117599"/>
                  </a:lnTo>
                  <a:lnTo>
                    <a:pt x="2540" y="1117599"/>
                  </a:lnTo>
                  <a:lnTo>
                    <a:pt x="2540" y="1116330"/>
                  </a:lnTo>
                  <a:lnTo>
                    <a:pt x="3810" y="1116330"/>
                  </a:lnTo>
                  <a:lnTo>
                    <a:pt x="3810" y="1115060"/>
                  </a:lnTo>
                  <a:close/>
                </a:path>
                <a:path w="27939" h="1118870">
                  <a:moveTo>
                    <a:pt x="1270" y="1117600"/>
                  </a:moveTo>
                  <a:lnTo>
                    <a:pt x="0" y="1117600"/>
                  </a:lnTo>
                  <a:lnTo>
                    <a:pt x="0" y="1118870"/>
                  </a:lnTo>
                  <a:lnTo>
                    <a:pt x="1270" y="1118870"/>
                  </a:lnTo>
                  <a:lnTo>
                    <a:pt x="1270" y="1117600"/>
                  </a:lnTo>
                  <a:close/>
                </a:path>
              </a:pathLst>
            </a:custGeom>
            <a:solidFill>
              <a:srgbClr val="2A56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9" name="object 3799"/>
            <p:cNvSpPr/>
            <p:nvPr/>
          </p:nvSpPr>
          <p:spPr>
            <a:xfrm>
              <a:off x="5227320" y="4824730"/>
              <a:ext cx="27940" cy="1065530"/>
            </a:xfrm>
            <a:custGeom>
              <a:avLst/>
              <a:gdLst/>
              <a:ahLst/>
              <a:cxnLst/>
              <a:rect l="l" t="t" r="r" b="b"/>
              <a:pathLst>
                <a:path w="27939" h="1065529">
                  <a:moveTo>
                    <a:pt x="1269" y="0"/>
                  </a:moveTo>
                  <a:lnTo>
                    <a:pt x="0" y="0"/>
                  </a:lnTo>
                  <a:lnTo>
                    <a:pt x="0" y="10159"/>
                  </a:lnTo>
                  <a:lnTo>
                    <a:pt x="11429" y="10159"/>
                  </a:lnTo>
                  <a:lnTo>
                    <a:pt x="11429" y="8889"/>
                  </a:lnTo>
                  <a:lnTo>
                    <a:pt x="10159" y="8889"/>
                  </a:lnTo>
                  <a:lnTo>
                    <a:pt x="10159" y="7619"/>
                  </a:lnTo>
                  <a:lnTo>
                    <a:pt x="8889" y="7619"/>
                  </a:lnTo>
                  <a:lnTo>
                    <a:pt x="8889" y="6349"/>
                  </a:lnTo>
                  <a:lnTo>
                    <a:pt x="7619" y="6349"/>
                  </a:lnTo>
                  <a:lnTo>
                    <a:pt x="7619" y="5079"/>
                  </a:lnTo>
                  <a:lnTo>
                    <a:pt x="6350" y="5079"/>
                  </a:lnTo>
                  <a:lnTo>
                    <a:pt x="6350" y="3809"/>
                  </a:lnTo>
                  <a:lnTo>
                    <a:pt x="5079" y="3809"/>
                  </a:lnTo>
                  <a:lnTo>
                    <a:pt x="5079" y="2539"/>
                  </a:lnTo>
                  <a:lnTo>
                    <a:pt x="2539" y="2539"/>
                  </a:lnTo>
                  <a:lnTo>
                    <a:pt x="253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27939" h="1065529">
                  <a:moveTo>
                    <a:pt x="12700" y="10159"/>
                  </a:moveTo>
                  <a:lnTo>
                    <a:pt x="0" y="10159"/>
                  </a:lnTo>
                  <a:lnTo>
                    <a:pt x="0" y="16509"/>
                  </a:lnTo>
                  <a:lnTo>
                    <a:pt x="17779" y="16509"/>
                  </a:lnTo>
                  <a:lnTo>
                    <a:pt x="17779" y="15239"/>
                  </a:lnTo>
                  <a:lnTo>
                    <a:pt x="16509" y="15239"/>
                  </a:lnTo>
                  <a:lnTo>
                    <a:pt x="16509" y="13969"/>
                  </a:lnTo>
                  <a:lnTo>
                    <a:pt x="15239" y="13969"/>
                  </a:lnTo>
                  <a:lnTo>
                    <a:pt x="15239" y="12699"/>
                  </a:lnTo>
                  <a:lnTo>
                    <a:pt x="13969" y="12699"/>
                  </a:lnTo>
                  <a:lnTo>
                    <a:pt x="13969" y="11429"/>
                  </a:lnTo>
                  <a:lnTo>
                    <a:pt x="12700" y="11429"/>
                  </a:lnTo>
                  <a:lnTo>
                    <a:pt x="12700" y="10159"/>
                  </a:lnTo>
                  <a:close/>
                </a:path>
                <a:path w="27939" h="1065529">
                  <a:moveTo>
                    <a:pt x="19050" y="16510"/>
                  </a:moveTo>
                  <a:lnTo>
                    <a:pt x="0" y="16510"/>
                  </a:lnTo>
                  <a:lnTo>
                    <a:pt x="0" y="22859"/>
                  </a:lnTo>
                  <a:lnTo>
                    <a:pt x="24129" y="22859"/>
                  </a:lnTo>
                  <a:lnTo>
                    <a:pt x="24129" y="21589"/>
                  </a:lnTo>
                  <a:lnTo>
                    <a:pt x="22859" y="21589"/>
                  </a:lnTo>
                  <a:lnTo>
                    <a:pt x="22859" y="20319"/>
                  </a:lnTo>
                  <a:lnTo>
                    <a:pt x="21589" y="20319"/>
                  </a:lnTo>
                  <a:lnTo>
                    <a:pt x="21589" y="19049"/>
                  </a:lnTo>
                  <a:lnTo>
                    <a:pt x="20319" y="19049"/>
                  </a:lnTo>
                  <a:lnTo>
                    <a:pt x="20319" y="17779"/>
                  </a:lnTo>
                  <a:lnTo>
                    <a:pt x="19050" y="17779"/>
                  </a:lnTo>
                  <a:lnTo>
                    <a:pt x="19050" y="16510"/>
                  </a:lnTo>
                  <a:close/>
                </a:path>
                <a:path w="27939" h="1065529">
                  <a:moveTo>
                    <a:pt x="25400" y="22859"/>
                  </a:moveTo>
                  <a:lnTo>
                    <a:pt x="0" y="22859"/>
                  </a:lnTo>
                  <a:lnTo>
                    <a:pt x="0" y="29209"/>
                  </a:lnTo>
                  <a:lnTo>
                    <a:pt x="27939" y="29209"/>
                  </a:lnTo>
                  <a:lnTo>
                    <a:pt x="27939" y="24129"/>
                  </a:lnTo>
                  <a:lnTo>
                    <a:pt x="25400" y="24129"/>
                  </a:lnTo>
                  <a:lnTo>
                    <a:pt x="25400" y="22859"/>
                  </a:lnTo>
                  <a:close/>
                </a:path>
                <a:path w="27939" h="1065529">
                  <a:moveTo>
                    <a:pt x="27939" y="29209"/>
                  </a:moveTo>
                  <a:lnTo>
                    <a:pt x="0" y="29209"/>
                  </a:lnTo>
                  <a:lnTo>
                    <a:pt x="0" y="35559"/>
                  </a:lnTo>
                  <a:lnTo>
                    <a:pt x="27939" y="35559"/>
                  </a:lnTo>
                  <a:lnTo>
                    <a:pt x="27939" y="29209"/>
                  </a:lnTo>
                  <a:close/>
                </a:path>
                <a:path w="27939" h="1065529">
                  <a:moveTo>
                    <a:pt x="27939" y="35560"/>
                  </a:moveTo>
                  <a:lnTo>
                    <a:pt x="0" y="35560"/>
                  </a:lnTo>
                  <a:lnTo>
                    <a:pt x="0" y="41909"/>
                  </a:lnTo>
                  <a:lnTo>
                    <a:pt x="27939" y="41909"/>
                  </a:lnTo>
                  <a:lnTo>
                    <a:pt x="27939" y="35560"/>
                  </a:lnTo>
                  <a:close/>
                </a:path>
                <a:path w="27939" h="1065529">
                  <a:moveTo>
                    <a:pt x="27939" y="41909"/>
                  </a:moveTo>
                  <a:lnTo>
                    <a:pt x="0" y="41909"/>
                  </a:lnTo>
                  <a:lnTo>
                    <a:pt x="0" y="48259"/>
                  </a:lnTo>
                  <a:lnTo>
                    <a:pt x="27939" y="48259"/>
                  </a:lnTo>
                  <a:lnTo>
                    <a:pt x="27939" y="41909"/>
                  </a:lnTo>
                  <a:close/>
                </a:path>
                <a:path w="27939" h="1065529">
                  <a:moveTo>
                    <a:pt x="27939" y="48259"/>
                  </a:moveTo>
                  <a:lnTo>
                    <a:pt x="0" y="48259"/>
                  </a:lnTo>
                  <a:lnTo>
                    <a:pt x="0" y="54609"/>
                  </a:lnTo>
                  <a:lnTo>
                    <a:pt x="27939" y="54609"/>
                  </a:lnTo>
                  <a:lnTo>
                    <a:pt x="27939" y="48259"/>
                  </a:lnTo>
                  <a:close/>
                </a:path>
                <a:path w="27939" h="1065529">
                  <a:moveTo>
                    <a:pt x="27939" y="54609"/>
                  </a:moveTo>
                  <a:lnTo>
                    <a:pt x="0" y="54609"/>
                  </a:lnTo>
                  <a:lnTo>
                    <a:pt x="0" y="67309"/>
                  </a:lnTo>
                  <a:lnTo>
                    <a:pt x="27939" y="67309"/>
                  </a:lnTo>
                  <a:lnTo>
                    <a:pt x="27939" y="54609"/>
                  </a:lnTo>
                  <a:close/>
                </a:path>
                <a:path w="27939" h="1065529">
                  <a:moveTo>
                    <a:pt x="27939" y="67309"/>
                  </a:moveTo>
                  <a:lnTo>
                    <a:pt x="0" y="67309"/>
                  </a:lnTo>
                  <a:lnTo>
                    <a:pt x="0" y="73659"/>
                  </a:lnTo>
                  <a:lnTo>
                    <a:pt x="27939" y="73659"/>
                  </a:lnTo>
                  <a:lnTo>
                    <a:pt x="27939" y="67309"/>
                  </a:lnTo>
                  <a:close/>
                </a:path>
                <a:path w="27939" h="1065529">
                  <a:moveTo>
                    <a:pt x="27939" y="73660"/>
                  </a:moveTo>
                  <a:lnTo>
                    <a:pt x="0" y="73660"/>
                  </a:lnTo>
                  <a:lnTo>
                    <a:pt x="0" y="80009"/>
                  </a:lnTo>
                  <a:lnTo>
                    <a:pt x="27939" y="80009"/>
                  </a:lnTo>
                  <a:lnTo>
                    <a:pt x="27939" y="73660"/>
                  </a:lnTo>
                  <a:close/>
                </a:path>
                <a:path w="27939" h="1065529">
                  <a:moveTo>
                    <a:pt x="27939" y="80009"/>
                  </a:moveTo>
                  <a:lnTo>
                    <a:pt x="0" y="80009"/>
                  </a:lnTo>
                  <a:lnTo>
                    <a:pt x="0" y="86359"/>
                  </a:lnTo>
                  <a:lnTo>
                    <a:pt x="27939" y="86359"/>
                  </a:lnTo>
                  <a:lnTo>
                    <a:pt x="27939" y="80009"/>
                  </a:lnTo>
                  <a:close/>
                </a:path>
                <a:path w="27939" h="1065529">
                  <a:moveTo>
                    <a:pt x="27939" y="86359"/>
                  </a:moveTo>
                  <a:lnTo>
                    <a:pt x="0" y="86359"/>
                  </a:lnTo>
                  <a:lnTo>
                    <a:pt x="0" y="92709"/>
                  </a:lnTo>
                  <a:lnTo>
                    <a:pt x="27939" y="92709"/>
                  </a:lnTo>
                  <a:lnTo>
                    <a:pt x="27939" y="86359"/>
                  </a:lnTo>
                  <a:close/>
                </a:path>
                <a:path w="27939" h="1065529">
                  <a:moveTo>
                    <a:pt x="27939" y="92709"/>
                  </a:moveTo>
                  <a:lnTo>
                    <a:pt x="0" y="92709"/>
                  </a:lnTo>
                  <a:lnTo>
                    <a:pt x="0" y="99059"/>
                  </a:lnTo>
                  <a:lnTo>
                    <a:pt x="27939" y="99059"/>
                  </a:lnTo>
                  <a:lnTo>
                    <a:pt x="27939" y="92709"/>
                  </a:lnTo>
                  <a:close/>
                </a:path>
                <a:path w="27939" h="1065529">
                  <a:moveTo>
                    <a:pt x="27939" y="99059"/>
                  </a:moveTo>
                  <a:lnTo>
                    <a:pt x="0" y="99059"/>
                  </a:lnTo>
                  <a:lnTo>
                    <a:pt x="0" y="105409"/>
                  </a:lnTo>
                  <a:lnTo>
                    <a:pt x="27939" y="105409"/>
                  </a:lnTo>
                  <a:lnTo>
                    <a:pt x="27939" y="99059"/>
                  </a:lnTo>
                  <a:close/>
                </a:path>
                <a:path w="27939" h="1065529">
                  <a:moveTo>
                    <a:pt x="27939" y="105409"/>
                  </a:moveTo>
                  <a:lnTo>
                    <a:pt x="0" y="105409"/>
                  </a:lnTo>
                  <a:lnTo>
                    <a:pt x="0" y="111759"/>
                  </a:lnTo>
                  <a:lnTo>
                    <a:pt x="27939" y="111759"/>
                  </a:lnTo>
                  <a:lnTo>
                    <a:pt x="27939" y="105409"/>
                  </a:lnTo>
                  <a:close/>
                </a:path>
                <a:path w="27939" h="1065529">
                  <a:moveTo>
                    <a:pt x="27939" y="111759"/>
                  </a:moveTo>
                  <a:lnTo>
                    <a:pt x="0" y="111759"/>
                  </a:lnTo>
                  <a:lnTo>
                    <a:pt x="0" y="118109"/>
                  </a:lnTo>
                  <a:lnTo>
                    <a:pt x="27939" y="118109"/>
                  </a:lnTo>
                  <a:lnTo>
                    <a:pt x="27939" y="111759"/>
                  </a:lnTo>
                  <a:close/>
                </a:path>
                <a:path w="27939" h="1065529">
                  <a:moveTo>
                    <a:pt x="27939" y="118109"/>
                  </a:moveTo>
                  <a:lnTo>
                    <a:pt x="0" y="118109"/>
                  </a:lnTo>
                  <a:lnTo>
                    <a:pt x="0" y="137159"/>
                  </a:lnTo>
                  <a:lnTo>
                    <a:pt x="27939" y="137159"/>
                  </a:lnTo>
                  <a:lnTo>
                    <a:pt x="27939" y="118109"/>
                  </a:lnTo>
                  <a:close/>
                </a:path>
                <a:path w="27939" h="1065529">
                  <a:moveTo>
                    <a:pt x="27939" y="137159"/>
                  </a:moveTo>
                  <a:lnTo>
                    <a:pt x="0" y="137159"/>
                  </a:lnTo>
                  <a:lnTo>
                    <a:pt x="0" y="149859"/>
                  </a:lnTo>
                  <a:lnTo>
                    <a:pt x="27939" y="149859"/>
                  </a:lnTo>
                  <a:lnTo>
                    <a:pt x="27939" y="137159"/>
                  </a:lnTo>
                  <a:close/>
                </a:path>
                <a:path w="27939" h="1065529">
                  <a:moveTo>
                    <a:pt x="27939" y="149859"/>
                  </a:moveTo>
                  <a:lnTo>
                    <a:pt x="0" y="149859"/>
                  </a:lnTo>
                  <a:lnTo>
                    <a:pt x="0" y="156209"/>
                  </a:lnTo>
                  <a:lnTo>
                    <a:pt x="27939" y="156209"/>
                  </a:lnTo>
                  <a:lnTo>
                    <a:pt x="27939" y="149859"/>
                  </a:lnTo>
                  <a:close/>
                </a:path>
                <a:path w="27939" h="1065529">
                  <a:moveTo>
                    <a:pt x="27939" y="156209"/>
                  </a:moveTo>
                  <a:lnTo>
                    <a:pt x="0" y="156209"/>
                  </a:lnTo>
                  <a:lnTo>
                    <a:pt x="0" y="162559"/>
                  </a:lnTo>
                  <a:lnTo>
                    <a:pt x="27939" y="162559"/>
                  </a:lnTo>
                  <a:lnTo>
                    <a:pt x="27939" y="156209"/>
                  </a:lnTo>
                  <a:close/>
                </a:path>
                <a:path w="27939" h="1065529">
                  <a:moveTo>
                    <a:pt x="27939" y="162559"/>
                  </a:moveTo>
                  <a:lnTo>
                    <a:pt x="0" y="162559"/>
                  </a:lnTo>
                  <a:lnTo>
                    <a:pt x="0" y="168909"/>
                  </a:lnTo>
                  <a:lnTo>
                    <a:pt x="27939" y="168909"/>
                  </a:lnTo>
                  <a:lnTo>
                    <a:pt x="27939" y="162559"/>
                  </a:lnTo>
                  <a:close/>
                </a:path>
                <a:path w="27939" h="1065529">
                  <a:moveTo>
                    <a:pt x="27939" y="168909"/>
                  </a:moveTo>
                  <a:lnTo>
                    <a:pt x="0" y="168909"/>
                  </a:lnTo>
                  <a:lnTo>
                    <a:pt x="0" y="175259"/>
                  </a:lnTo>
                  <a:lnTo>
                    <a:pt x="27939" y="175259"/>
                  </a:lnTo>
                  <a:lnTo>
                    <a:pt x="27939" y="168909"/>
                  </a:lnTo>
                  <a:close/>
                </a:path>
                <a:path w="27939" h="1065529">
                  <a:moveTo>
                    <a:pt x="27939" y="175260"/>
                  </a:moveTo>
                  <a:lnTo>
                    <a:pt x="0" y="175260"/>
                  </a:lnTo>
                  <a:lnTo>
                    <a:pt x="0" y="187959"/>
                  </a:lnTo>
                  <a:lnTo>
                    <a:pt x="27939" y="187959"/>
                  </a:lnTo>
                  <a:lnTo>
                    <a:pt x="27939" y="175260"/>
                  </a:lnTo>
                  <a:close/>
                </a:path>
                <a:path w="27939" h="1065529">
                  <a:moveTo>
                    <a:pt x="27939" y="187959"/>
                  </a:moveTo>
                  <a:lnTo>
                    <a:pt x="0" y="187959"/>
                  </a:lnTo>
                  <a:lnTo>
                    <a:pt x="0" y="194309"/>
                  </a:lnTo>
                  <a:lnTo>
                    <a:pt x="27939" y="194309"/>
                  </a:lnTo>
                  <a:lnTo>
                    <a:pt x="27939" y="187959"/>
                  </a:lnTo>
                  <a:close/>
                </a:path>
                <a:path w="27939" h="1065529">
                  <a:moveTo>
                    <a:pt x="27939" y="194309"/>
                  </a:moveTo>
                  <a:lnTo>
                    <a:pt x="0" y="194309"/>
                  </a:lnTo>
                  <a:lnTo>
                    <a:pt x="0" y="200659"/>
                  </a:lnTo>
                  <a:lnTo>
                    <a:pt x="27939" y="200659"/>
                  </a:lnTo>
                  <a:lnTo>
                    <a:pt x="27939" y="194309"/>
                  </a:lnTo>
                  <a:close/>
                </a:path>
                <a:path w="27939" h="1065529">
                  <a:moveTo>
                    <a:pt x="27939" y="200659"/>
                  </a:moveTo>
                  <a:lnTo>
                    <a:pt x="0" y="200659"/>
                  </a:lnTo>
                  <a:lnTo>
                    <a:pt x="0" y="207009"/>
                  </a:lnTo>
                  <a:lnTo>
                    <a:pt x="27939" y="207009"/>
                  </a:lnTo>
                  <a:lnTo>
                    <a:pt x="27939" y="200659"/>
                  </a:lnTo>
                  <a:close/>
                </a:path>
                <a:path w="27939" h="1065529">
                  <a:moveTo>
                    <a:pt x="27939" y="207009"/>
                  </a:moveTo>
                  <a:lnTo>
                    <a:pt x="0" y="207009"/>
                  </a:lnTo>
                  <a:lnTo>
                    <a:pt x="0" y="213359"/>
                  </a:lnTo>
                  <a:lnTo>
                    <a:pt x="27939" y="213359"/>
                  </a:lnTo>
                  <a:lnTo>
                    <a:pt x="27939" y="207009"/>
                  </a:lnTo>
                  <a:close/>
                </a:path>
                <a:path w="27939" h="1065529">
                  <a:moveTo>
                    <a:pt x="27939" y="213359"/>
                  </a:moveTo>
                  <a:lnTo>
                    <a:pt x="0" y="213359"/>
                  </a:lnTo>
                  <a:lnTo>
                    <a:pt x="0" y="226059"/>
                  </a:lnTo>
                  <a:lnTo>
                    <a:pt x="27939" y="226059"/>
                  </a:lnTo>
                  <a:lnTo>
                    <a:pt x="27939" y="213359"/>
                  </a:lnTo>
                  <a:close/>
                </a:path>
                <a:path w="27939" h="1065529">
                  <a:moveTo>
                    <a:pt x="27939" y="226059"/>
                  </a:moveTo>
                  <a:lnTo>
                    <a:pt x="0" y="226059"/>
                  </a:lnTo>
                  <a:lnTo>
                    <a:pt x="0" y="232409"/>
                  </a:lnTo>
                  <a:lnTo>
                    <a:pt x="27939" y="232409"/>
                  </a:lnTo>
                  <a:lnTo>
                    <a:pt x="27939" y="226059"/>
                  </a:lnTo>
                  <a:close/>
                </a:path>
                <a:path w="27939" h="1065529">
                  <a:moveTo>
                    <a:pt x="27939" y="232409"/>
                  </a:moveTo>
                  <a:lnTo>
                    <a:pt x="0" y="232409"/>
                  </a:lnTo>
                  <a:lnTo>
                    <a:pt x="0" y="238759"/>
                  </a:lnTo>
                  <a:lnTo>
                    <a:pt x="27939" y="238759"/>
                  </a:lnTo>
                  <a:lnTo>
                    <a:pt x="27939" y="232409"/>
                  </a:lnTo>
                  <a:close/>
                </a:path>
                <a:path w="27939" h="1065529">
                  <a:moveTo>
                    <a:pt x="27939" y="238759"/>
                  </a:moveTo>
                  <a:lnTo>
                    <a:pt x="0" y="238759"/>
                  </a:lnTo>
                  <a:lnTo>
                    <a:pt x="0" y="245109"/>
                  </a:lnTo>
                  <a:lnTo>
                    <a:pt x="27939" y="245109"/>
                  </a:lnTo>
                  <a:lnTo>
                    <a:pt x="27939" y="238759"/>
                  </a:lnTo>
                  <a:close/>
                </a:path>
                <a:path w="27939" h="1065529">
                  <a:moveTo>
                    <a:pt x="27939" y="245109"/>
                  </a:moveTo>
                  <a:lnTo>
                    <a:pt x="0" y="245109"/>
                  </a:lnTo>
                  <a:lnTo>
                    <a:pt x="0" y="251459"/>
                  </a:lnTo>
                  <a:lnTo>
                    <a:pt x="27939" y="251459"/>
                  </a:lnTo>
                  <a:lnTo>
                    <a:pt x="27939" y="245109"/>
                  </a:lnTo>
                  <a:close/>
                </a:path>
                <a:path w="27939" h="1065529">
                  <a:moveTo>
                    <a:pt x="27939" y="251459"/>
                  </a:moveTo>
                  <a:lnTo>
                    <a:pt x="0" y="251459"/>
                  </a:lnTo>
                  <a:lnTo>
                    <a:pt x="0" y="257809"/>
                  </a:lnTo>
                  <a:lnTo>
                    <a:pt x="27939" y="257809"/>
                  </a:lnTo>
                  <a:lnTo>
                    <a:pt x="27939" y="251459"/>
                  </a:lnTo>
                  <a:close/>
                </a:path>
                <a:path w="27939" h="1065529">
                  <a:moveTo>
                    <a:pt x="27939" y="257809"/>
                  </a:moveTo>
                  <a:lnTo>
                    <a:pt x="0" y="257809"/>
                  </a:lnTo>
                  <a:lnTo>
                    <a:pt x="0" y="264159"/>
                  </a:lnTo>
                  <a:lnTo>
                    <a:pt x="27939" y="264159"/>
                  </a:lnTo>
                  <a:lnTo>
                    <a:pt x="27939" y="257809"/>
                  </a:lnTo>
                  <a:close/>
                </a:path>
                <a:path w="27939" h="1065529">
                  <a:moveTo>
                    <a:pt x="27939" y="264159"/>
                  </a:moveTo>
                  <a:lnTo>
                    <a:pt x="0" y="264159"/>
                  </a:lnTo>
                  <a:lnTo>
                    <a:pt x="0" y="270509"/>
                  </a:lnTo>
                  <a:lnTo>
                    <a:pt x="27939" y="270509"/>
                  </a:lnTo>
                  <a:lnTo>
                    <a:pt x="27939" y="264159"/>
                  </a:lnTo>
                  <a:close/>
                </a:path>
                <a:path w="27939" h="1065529">
                  <a:moveTo>
                    <a:pt x="27939" y="270510"/>
                  </a:moveTo>
                  <a:lnTo>
                    <a:pt x="0" y="270510"/>
                  </a:lnTo>
                  <a:lnTo>
                    <a:pt x="0" y="276859"/>
                  </a:lnTo>
                  <a:lnTo>
                    <a:pt x="27939" y="276859"/>
                  </a:lnTo>
                  <a:lnTo>
                    <a:pt x="27939" y="270510"/>
                  </a:lnTo>
                  <a:close/>
                </a:path>
                <a:path w="27939" h="1065529">
                  <a:moveTo>
                    <a:pt x="27939" y="276859"/>
                  </a:moveTo>
                  <a:lnTo>
                    <a:pt x="0" y="276859"/>
                  </a:lnTo>
                  <a:lnTo>
                    <a:pt x="0" y="289559"/>
                  </a:lnTo>
                  <a:lnTo>
                    <a:pt x="27939" y="289559"/>
                  </a:lnTo>
                  <a:lnTo>
                    <a:pt x="27939" y="276859"/>
                  </a:lnTo>
                  <a:close/>
                </a:path>
                <a:path w="27939" h="1065529">
                  <a:moveTo>
                    <a:pt x="27939" y="289559"/>
                  </a:moveTo>
                  <a:lnTo>
                    <a:pt x="0" y="289559"/>
                  </a:lnTo>
                  <a:lnTo>
                    <a:pt x="0" y="295909"/>
                  </a:lnTo>
                  <a:lnTo>
                    <a:pt x="27939" y="295909"/>
                  </a:lnTo>
                  <a:lnTo>
                    <a:pt x="27939" y="289559"/>
                  </a:lnTo>
                  <a:close/>
                </a:path>
                <a:path w="27939" h="1065529">
                  <a:moveTo>
                    <a:pt x="27939" y="295909"/>
                  </a:moveTo>
                  <a:lnTo>
                    <a:pt x="0" y="295909"/>
                  </a:lnTo>
                  <a:lnTo>
                    <a:pt x="0" y="302259"/>
                  </a:lnTo>
                  <a:lnTo>
                    <a:pt x="27939" y="302259"/>
                  </a:lnTo>
                  <a:lnTo>
                    <a:pt x="27939" y="295909"/>
                  </a:lnTo>
                  <a:close/>
                </a:path>
                <a:path w="27939" h="1065529">
                  <a:moveTo>
                    <a:pt x="27939" y="302259"/>
                  </a:moveTo>
                  <a:lnTo>
                    <a:pt x="0" y="302259"/>
                  </a:lnTo>
                  <a:lnTo>
                    <a:pt x="0" y="308609"/>
                  </a:lnTo>
                  <a:lnTo>
                    <a:pt x="27939" y="308609"/>
                  </a:lnTo>
                  <a:lnTo>
                    <a:pt x="27939" y="302259"/>
                  </a:lnTo>
                  <a:close/>
                </a:path>
                <a:path w="27939" h="1065529">
                  <a:moveTo>
                    <a:pt x="27939" y="308610"/>
                  </a:moveTo>
                  <a:lnTo>
                    <a:pt x="0" y="308610"/>
                  </a:lnTo>
                  <a:lnTo>
                    <a:pt x="0" y="314959"/>
                  </a:lnTo>
                  <a:lnTo>
                    <a:pt x="27939" y="314959"/>
                  </a:lnTo>
                  <a:lnTo>
                    <a:pt x="27939" y="308610"/>
                  </a:lnTo>
                  <a:close/>
                </a:path>
                <a:path w="27939" h="1065529">
                  <a:moveTo>
                    <a:pt x="27939" y="314959"/>
                  </a:moveTo>
                  <a:lnTo>
                    <a:pt x="0" y="314959"/>
                  </a:lnTo>
                  <a:lnTo>
                    <a:pt x="0" y="321309"/>
                  </a:lnTo>
                  <a:lnTo>
                    <a:pt x="27939" y="321309"/>
                  </a:lnTo>
                  <a:lnTo>
                    <a:pt x="27939" y="314959"/>
                  </a:lnTo>
                  <a:close/>
                </a:path>
                <a:path w="27939" h="1065529">
                  <a:moveTo>
                    <a:pt x="27939" y="321309"/>
                  </a:moveTo>
                  <a:lnTo>
                    <a:pt x="0" y="321309"/>
                  </a:lnTo>
                  <a:lnTo>
                    <a:pt x="0" y="327659"/>
                  </a:lnTo>
                  <a:lnTo>
                    <a:pt x="27939" y="327659"/>
                  </a:lnTo>
                  <a:lnTo>
                    <a:pt x="27939" y="321309"/>
                  </a:lnTo>
                  <a:close/>
                </a:path>
                <a:path w="27939" h="1065529">
                  <a:moveTo>
                    <a:pt x="27939" y="327659"/>
                  </a:moveTo>
                  <a:lnTo>
                    <a:pt x="0" y="327659"/>
                  </a:lnTo>
                  <a:lnTo>
                    <a:pt x="0" y="334009"/>
                  </a:lnTo>
                  <a:lnTo>
                    <a:pt x="27939" y="334009"/>
                  </a:lnTo>
                  <a:lnTo>
                    <a:pt x="27939" y="327659"/>
                  </a:lnTo>
                  <a:close/>
                </a:path>
                <a:path w="27939" h="1065529">
                  <a:moveTo>
                    <a:pt x="27939" y="334010"/>
                  </a:moveTo>
                  <a:lnTo>
                    <a:pt x="0" y="334010"/>
                  </a:lnTo>
                  <a:lnTo>
                    <a:pt x="0" y="340359"/>
                  </a:lnTo>
                  <a:lnTo>
                    <a:pt x="27939" y="340359"/>
                  </a:lnTo>
                  <a:lnTo>
                    <a:pt x="27939" y="334010"/>
                  </a:lnTo>
                  <a:close/>
                </a:path>
                <a:path w="27939" h="1065529">
                  <a:moveTo>
                    <a:pt x="27939" y="340359"/>
                  </a:moveTo>
                  <a:lnTo>
                    <a:pt x="0" y="340359"/>
                  </a:lnTo>
                  <a:lnTo>
                    <a:pt x="0" y="346709"/>
                  </a:lnTo>
                  <a:lnTo>
                    <a:pt x="27939" y="346709"/>
                  </a:lnTo>
                  <a:lnTo>
                    <a:pt x="27939" y="340359"/>
                  </a:lnTo>
                  <a:close/>
                </a:path>
                <a:path w="27939" h="1065529">
                  <a:moveTo>
                    <a:pt x="27939" y="346709"/>
                  </a:moveTo>
                  <a:lnTo>
                    <a:pt x="0" y="346709"/>
                  </a:lnTo>
                  <a:lnTo>
                    <a:pt x="0" y="359409"/>
                  </a:lnTo>
                  <a:lnTo>
                    <a:pt x="27939" y="359409"/>
                  </a:lnTo>
                  <a:lnTo>
                    <a:pt x="27939" y="346709"/>
                  </a:lnTo>
                  <a:close/>
                </a:path>
                <a:path w="27939" h="1065529">
                  <a:moveTo>
                    <a:pt x="27939" y="359409"/>
                  </a:moveTo>
                  <a:lnTo>
                    <a:pt x="0" y="359409"/>
                  </a:lnTo>
                  <a:lnTo>
                    <a:pt x="0" y="365759"/>
                  </a:lnTo>
                  <a:lnTo>
                    <a:pt x="27939" y="365759"/>
                  </a:lnTo>
                  <a:lnTo>
                    <a:pt x="27939" y="359409"/>
                  </a:lnTo>
                  <a:close/>
                </a:path>
                <a:path w="27939" h="1065529">
                  <a:moveTo>
                    <a:pt x="27939" y="365759"/>
                  </a:moveTo>
                  <a:lnTo>
                    <a:pt x="0" y="365759"/>
                  </a:lnTo>
                  <a:lnTo>
                    <a:pt x="0" y="372109"/>
                  </a:lnTo>
                  <a:lnTo>
                    <a:pt x="27939" y="372109"/>
                  </a:lnTo>
                  <a:lnTo>
                    <a:pt x="27939" y="365759"/>
                  </a:lnTo>
                  <a:close/>
                </a:path>
                <a:path w="27939" h="1065529">
                  <a:moveTo>
                    <a:pt x="27939" y="372109"/>
                  </a:moveTo>
                  <a:lnTo>
                    <a:pt x="0" y="372109"/>
                  </a:lnTo>
                  <a:lnTo>
                    <a:pt x="0" y="378459"/>
                  </a:lnTo>
                  <a:lnTo>
                    <a:pt x="27939" y="378459"/>
                  </a:lnTo>
                  <a:lnTo>
                    <a:pt x="27939" y="372109"/>
                  </a:lnTo>
                  <a:close/>
                </a:path>
                <a:path w="27939" h="1065529">
                  <a:moveTo>
                    <a:pt x="27939" y="378459"/>
                  </a:moveTo>
                  <a:lnTo>
                    <a:pt x="0" y="378459"/>
                  </a:lnTo>
                  <a:lnTo>
                    <a:pt x="0" y="384809"/>
                  </a:lnTo>
                  <a:lnTo>
                    <a:pt x="27939" y="384809"/>
                  </a:lnTo>
                  <a:lnTo>
                    <a:pt x="27939" y="378459"/>
                  </a:lnTo>
                  <a:close/>
                </a:path>
                <a:path w="27939" h="1065529">
                  <a:moveTo>
                    <a:pt x="27939" y="384809"/>
                  </a:moveTo>
                  <a:lnTo>
                    <a:pt x="0" y="384809"/>
                  </a:lnTo>
                  <a:lnTo>
                    <a:pt x="0" y="391159"/>
                  </a:lnTo>
                  <a:lnTo>
                    <a:pt x="27939" y="391159"/>
                  </a:lnTo>
                  <a:lnTo>
                    <a:pt x="27939" y="384809"/>
                  </a:lnTo>
                  <a:close/>
                </a:path>
                <a:path w="27939" h="1065529">
                  <a:moveTo>
                    <a:pt x="27939" y="391159"/>
                  </a:moveTo>
                  <a:lnTo>
                    <a:pt x="0" y="391159"/>
                  </a:lnTo>
                  <a:lnTo>
                    <a:pt x="0" y="397509"/>
                  </a:lnTo>
                  <a:lnTo>
                    <a:pt x="27939" y="397509"/>
                  </a:lnTo>
                  <a:lnTo>
                    <a:pt x="27939" y="391159"/>
                  </a:lnTo>
                  <a:close/>
                </a:path>
                <a:path w="27939" h="1065529">
                  <a:moveTo>
                    <a:pt x="27939" y="397509"/>
                  </a:moveTo>
                  <a:lnTo>
                    <a:pt x="0" y="397509"/>
                  </a:lnTo>
                  <a:lnTo>
                    <a:pt x="0" y="403859"/>
                  </a:lnTo>
                  <a:lnTo>
                    <a:pt x="27939" y="403859"/>
                  </a:lnTo>
                  <a:lnTo>
                    <a:pt x="27939" y="397509"/>
                  </a:lnTo>
                  <a:close/>
                </a:path>
                <a:path w="27939" h="1065529">
                  <a:moveTo>
                    <a:pt x="27939" y="403859"/>
                  </a:moveTo>
                  <a:lnTo>
                    <a:pt x="0" y="403859"/>
                  </a:lnTo>
                  <a:lnTo>
                    <a:pt x="0" y="415289"/>
                  </a:lnTo>
                  <a:lnTo>
                    <a:pt x="27939" y="415289"/>
                  </a:lnTo>
                  <a:lnTo>
                    <a:pt x="27939" y="403859"/>
                  </a:lnTo>
                  <a:close/>
                </a:path>
                <a:path w="27939" h="1065529">
                  <a:moveTo>
                    <a:pt x="27939" y="415289"/>
                  </a:moveTo>
                  <a:lnTo>
                    <a:pt x="0" y="415289"/>
                  </a:lnTo>
                  <a:lnTo>
                    <a:pt x="0" y="421639"/>
                  </a:lnTo>
                  <a:lnTo>
                    <a:pt x="27939" y="421639"/>
                  </a:lnTo>
                  <a:lnTo>
                    <a:pt x="27939" y="415289"/>
                  </a:lnTo>
                  <a:close/>
                </a:path>
                <a:path w="27939" h="1065529">
                  <a:moveTo>
                    <a:pt x="27939" y="421639"/>
                  </a:moveTo>
                  <a:lnTo>
                    <a:pt x="0" y="421639"/>
                  </a:lnTo>
                  <a:lnTo>
                    <a:pt x="0" y="427989"/>
                  </a:lnTo>
                  <a:lnTo>
                    <a:pt x="27939" y="427989"/>
                  </a:lnTo>
                  <a:lnTo>
                    <a:pt x="27939" y="421639"/>
                  </a:lnTo>
                  <a:close/>
                </a:path>
                <a:path w="27939" h="1065529">
                  <a:moveTo>
                    <a:pt x="27939" y="427989"/>
                  </a:moveTo>
                  <a:lnTo>
                    <a:pt x="0" y="427989"/>
                  </a:lnTo>
                  <a:lnTo>
                    <a:pt x="0" y="430529"/>
                  </a:lnTo>
                  <a:lnTo>
                    <a:pt x="27939" y="430529"/>
                  </a:lnTo>
                  <a:lnTo>
                    <a:pt x="27939" y="427989"/>
                  </a:lnTo>
                  <a:close/>
                </a:path>
                <a:path w="27939" h="1065529">
                  <a:moveTo>
                    <a:pt x="27939" y="430529"/>
                  </a:moveTo>
                  <a:lnTo>
                    <a:pt x="0" y="430529"/>
                  </a:lnTo>
                  <a:lnTo>
                    <a:pt x="0" y="434339"/>
                  </a:lnTo>
                  <a:lnTo>
                    <a:pt x="27939" y="434339"/>
                  </a:lnTo>
                  <a:lnTo>
                    <a:pt x="27939" y="430529"/>
                  </a:lnTo>
                  <a:close/>
                </a:path>
                <a:path w="27939" h="1065529">
                  <a:moveTo>
                    <a:pt x="27939" y="434339"/>
                  </a:moveTo>
                  <a:lnTo>
                    <a:pt x="0" y="434339"/>
                  </a:lnTo>
                  <a:lnTo>
                    <a:pt x="0" y="440689"/>
                  </a:lnTo>
                  <a:lnTo>
                    <a:pt x="27939" y="440689"/>
                  </a:lnTo>
                  <a:lnTo>
                    <a:pt x="27939" y="434339"/>
                  </a:lnTo>
                  <a:close/>
                </a:path>
                <a:path w="27939" h="1065529">
                  <a:moveTo>
                    <a:pt x="27939" y="440689"/>
                  </a:moveTo>
                  <a:lnTo>
                    <a:pt x="0" y="440689"/>
                  </a:lnTo>
                  <a:lnTo>
                    <a:pt x="0" y="443229"/>
                  </a:lnTo>
                  <a:lnTo>
                    <a:pt x="27939" y="443229"/>
                  </a:lnTo>
                  <a:lnTo>
                    <a:pt x="27939" y="440689"/>
                  </a:lnTo>
                  <a:close/>
                </a:path>
                <a:path w="27939" h="1065529">
                  <a:moveTo>
                    <a:pt x="27939" y="443229"/>
                  </a:moveTo>
                  <a:lnTo>
                    <a:pt x="0" y="443229"/>
                  </a:lnTo>
                  <a:lnTo>
                    <a:pt x="0" y="481329"/>
                  </a:lnTo>
                  <a:lnTo>
                    <a:pt x="27939" y="481329"/>
                  </a:lnTo>
                  <a:lnTo>
                    <a:pt x="27939" y="443229"/>
                  </a:lnTo>
                  <a:close/>
                </a:path>
                <a:path w="27939" h="1065529">
                  <a:moveTo>
                    <a:pt x="27939" y="481329"/>
                  </a:moveTo>
                  <a:lnTo>
                    <a:pt x="0" y="481329"/>
                  </a:lnTo>
                  <a:lnTo>
                    <a:pt x="0" y="487679"/>
                  </a:lnTo>
                  <a:lnTo>
                    <a:pt x="27939" y="487679"/>
                  </a:lnTo>
                  <a:lnTo>
                    <a:pt x="27939" y="481329"/>
                  </a:lnTo>
                  <a:close/>
                </a:path>
                <a:path w="27939" h="1065529">
                  <a:moveTo>
                    <a:pt x="27939" y="487679"/>
                  </a:moveTo>
                  <a:lnTo>
                    <a:pt x="0" y="487679"/>
                  </a:lnTo>
                  <a:lnTo>
                    <a:pt x="0" y="491489"/>
                  </a:lnTo>
                  <a:lnTo>
                    <a:pt x="27939" y="491489"/>
                  </a:lnTo>
                  <a:lnTo>
                    <a:pt x="27939" y="487679"/>
                  </a:lnTo>
                  <a:close/>
                </a:path>
                <a:path w="27939" h="1065529">
                  <a:moveTo>
                    <a:pt x="27939" y="491489"/>
                  </a:moveTo>
                  <a:lnTo>
                    <a:pt x="0" y="491489"/>
                  </a:lnTo>
                  <a:lnTo>
                    <a:pt x="0" y="494029"/>
                  </a:lnTo>
                  <a:lnTo>
                    <a:pt x="27939" y="494029"/>
                  </a:lnTo>
                  <a:lnTo>
                    <a:pt x="27939" y="491489"/>
                  </a:lnTo>
                  <a:close/>
                </a:path>
                <a:path w="27939" h="1065529">
                  <a:moveTo>
                    <a:pt x="27939" y="494029"/>
                  </a:moveTo>
                  <a:lnTo>
                    <a:pt x="0" y="494029"/>
                  </a:lnTo>
                  <a:lnTo>
                    <a:pt x="0" y="497839"/>
                  </a:lnTo>
                  <a:lnTo>
                    <a:pt x="27939" y="497839"/>
                  </a:lnTo>
                  <a:lnTo>
                    <a:pt x="27939" y="494029"/>
                  </a:lnTo>
                  <a:close/>
                </a:path>
                <a:path w="27939" h="1065529">
                  <a:moveTo>
                    <a:pt x="27939" y="497839"/>
                  </a:moveTo>
                  <a:lnTo>
                    <a:pt x="0" y="497839"/>
                  </a:lnTo>
                  <a:lnTo>
                    <a:pt x="0" y="500379"/>
                  </a:lnTo>
                  <a:lnTo>
                    <a:pt x="27939" y="500379"/>
                  </a:lnTo>
                  <a:lnTo>
                    <a:pt x="27939" y="497839"/>
                  </a:lnTo>
                  <a:close/>
                </a:path>
                <a:path w="27939" h="1065529">
                  <a:moveTo>
                    <a:pt x="27939" y="500379"/>
                  </a:moveTo>
                  <a:lnTo>
                    <a:pt x="0" y="500379"/>
                  </a:lnTo>
                  <a:lnTo>
                    <a:pt x="0" y="513079"/>
                  </a:lnTo>
                  <a:lnTo>
                    <a:pt x="27939" y="513079"/>
                  </a:lnTo>
                  <a:lnTo>
                    <a:pt x="27939" y="500379"/>
                  </a:lnTo>
                  <a:close/>
                </a:path>
                <a:path w="27939" h="1065529">
                  <a:moveTo>
                    <a:pt x="27939" y="513079"/>
                  </a:moveTo>
                  <a:lnTo>
                    <a:pt x="0" y="513079"/>
                  </a:lnTo>
                  <a:lnTo>
                    <a:pt x="0" y="519429"/>
                  </a:lnTo>
                  <a:lnTo>
                    <a:pt x="27939" y="519429"/>
                  </a:lnTo>
                  <a:lnTo>
                    <a:pt x="27939" y="513079"/>
                  </a:lnTo>
                  <a:close/>
                </a:path>
                <a:path w="27939" h="1065529">
                  <a:moveTo>
                    <a:pt x="27939" y="519429"/>
                  </a:moveTo>
                  <a:lnTo>
                    <a:pt x="0" y="519429"/>
                  </a:lnTo>
                  <a:lnTo>
                    <a:pt x="0" y="523239"/>
                  </a:lnTo>
                  <a:lnTo>
                    <a:pt x="27939" y="523239"/>
                  </a:lnTo>
                  <a:lnTo>
                    <a:pt x="27939" y="519429"/>
                  </a:lnTo>
                  <a:close/>
                </a:path>
                <a:path w="27939" h="1065529">
                  <a:moveTo>
                    <a:pt x="27939" y="523239"/>
                  </a:moveTo>
                  <a:lnTo>
                    <a:pt x="0" y="523239"/>
                  </a:lnTo>
                  <a:lnTo>
                    <a:pt x="0" y="525779"/>
                  </a:lnTo>
                  <a:lnTo>
                    <a:pt x="27939" y="525779"/>
                  </a:lnTo>
                  <a:lnTo>
                    <a:pt x="27939" y="523239"/>
                  </a:lnTo>
                  <a:close/>
                </a:path>
                <a:path w="27939" h="1065529">
                  <a:moveTo>
                    <a:pt x="27939" y="525779"/>
                  </a:moveTo>
                  <a:lnTo>
                    <a:pt x="0" y="525779"/>
                  </a:lnTo>
                  <a:lnTo>
                    <a:pt x="0" y="535939"/>
                  </a:lnTo>
                  <a:lnTo>
                    <a:pt x="27939" y="535939"/>
                  </a:lnTo>
                  <a:lnTo>
                    <a:pt x="27939" y="525779"/>
                  </a:lnTo>
                  <a:close/>
                </a:path>
                <a:path w="27939" h="1065529">
                  <a:moveTo>
                    <a:pt x="27939" y="535939"/>
                  </a:moveTo>
                  <a:lnTo>
                    <a:pt x="0" y="535939"/>
                  </a:lnTo>
                  <a:lnTo>
                    <a:pt x="0" y="538479"/>
                  </a:lnTo>
                  <a:lnTo>
                    <a:pt x="27939" y="538479"/>
                  </a:lnTo>
                  <a:lnTo>
                    <a:pt x="27939" y="535939"/>
                  </a:lnTo>
                  <a:close/>
                </a:path>
                <a:path w="27939" h="1065529">
                  <a:moveTo>
                    <a:pt x="27939" y="538479"/>
                  </a:moveTo>
                  <a:lnTo>
                    <a:pt x="0" y="538479"/>
                  </a:lnTo>
                  <a:lnTo>
                    <a:pt x="0" y="542289"/>
                  </a:lnTo>
                  <a:lnTo>
                    <a:pt x="27939" y="542289"/>
                  </a:lnTo>
                  <a:lnTo>
                    <a:pt x="27939" y="538479"/>
                  </a:lnTo>
                  <a:close/>
                </a:path>
                <a:path w="27939" h="1065529">
                  <a:moveTo>
                    <a:pt x="27939" y="542289"/>
                  </a:moveTo>
                  <a:lnTo>
                    <a:pt x="0" y="542289"/>
                  </a:lnTo>
                  <a:lnTo>
                    <a:pt x="0" y="548639"/>
                  </a:lnTo>
                  <a:lnTo>
                    <a:pt x="27939" y="548639"/>
                  </a:lnTo>
                  <a:lnTo>
                    <a:pt x="27939" y="542289"/>
                  </a:lnTo>
                  <a:close/>
                </a:path>
                <a:path w="27939" h="1065529">
                  <a:moveTo>
                    <a:pt x="27939" y="548639"/>
                  </a:moveTo>
                  <a:lnTo>
                    <a:pt x="0" y="548639"/>
                  </a:lnTo>
                  <a:lnTo>
                    <a:pt x="0" y="554989"/>
                  </a:lnTo>
                  <a:lnTo>
                    <a:pt x="27939" y="554989"/>
                  </a:lnTo>
                  <a:lnTo>
                    <a:pt x="27939" y="548639"/>
                  </a:lnTo>
                  <a:close/>
                </a:path>
                <a:path w="27939" h="1065529">
                  <a:moveTo>
                    <a:pt x="27939" y="554989"/>
                  </a:moveTo>
                  <a:lnTo>
                    <a:pt x="0" y="554989"/>
                  </a:lnTo>
                  <a:lnTo>
                    <a:pt x="0" y="563879"/>
                  </a:lnTo>
                  <a:lnTo>
                    <a:pt x="27939" y="563879"/>
                  </a:lnTo>
                  <a:lnTo>
                    <a:pt x="27939" y="554989"/>
                  </a:lnTo>
                  <a:close/>
                </a:path>
                <a:path w="27939" h="1065529">
                  <a:moveTo>
                    <a:pt x="27939" y="563879"/>
                  </a:moveTo>
                  <a:lnTo>
                    <a:pt x="0" y="563879"/>
                  </a:lnTo>
                  <a:lnTo>
                    <a:pt x="0" y="567689"/>
                  </a:lnTo>
                  <a:lnTo>
                    <a:pt x="27939" y="567689"/>
                  </a:lnTo>
                  <a:lnTo>
                    <a:pt x="27939" y="563879"/>
                  </a:lnTo>
                  <a:close/>
                </a:path>
                <a:path w="27939" h="1065529">
                  <a:moveTo>
                    <a:pt x="27939" y="567689"/>
                  </a:moveTo>
                  <a:lnTo>
                    <a:pt x="0" y="567689"/>
                  </a:lnTo>
                  <a:lnTo>
                    <a:pt x="0" y="574039"/>
                  </a:lnTo>
                  <a:lnTo>
                    <a:pt x="27939" y="574039"/>
                  </a:lnTo>
                  <a:lnTo>
                    <a:pt x="27939" y="567689"/>
                  </a:lnTo>
                  <a:close/>
                </a:path>
                <a:path w="27939" h="1065529">
                  <a:moveTo>
                    <a:pt x="27939" y="574039"/>
                  </a:moveTo>
                  <a:lnTo>
                    <a:pt x="0" y="574039"/>
                  </a:lnTo>
                  <a:lnTo>
                    <a:pt x="0" y="593089"/>
                  </a:lnTo>
                  <a:lnTo>
                    <a:pt x="27939" y="593089"/>
                  </a:lnTo>
                  <a:lnTo>
                    <a:pt x="27939" y="574039"/>
                  </a:lnTo>
                  <a:close/>
                </a:path>
                <a:path w="27939" h="1065529">
                  <a:moveTo>
                    <a:pt x="27939" y="593089"/>
                  </a:moveTo>
                  <a:lnTo>
                    <a:pt x="0" y="593089"/>
                  </a:lnTo>
                  <a:lnTo>
                    <a:pt x="0" y="595629"/>
                  </a:lnTo>
                  <a:lnTo>
                    <a:pt x="27939" y="595629"/>
                  </a:lnTo>
                  <a:lnTo>
                    <a:pt x="27939" y="593089"/>
                  </a:lnTo>
                  <a:close/>
                </a:path>
                <a:path w="27939" h="1065529">
                  <a:moveTo>
                    <a:pt x="27939" y="595629"/>
                  </a:moveTo>
                  <a:lnTo>
                    <a:pt x="0" y="595629"/>
                  </a:lnTo>
                  <a:lnTo>
                    <a:pt x="0" y="599439"/>
                  </a:lnTo>
                  <a:lnTo>
                    <a:pt x="27939" y="599439"/>
                  </a:lnTo>
                  <a:lnTo>
                    <a:pt x="27939" y="595629"/>
                  </a:lnTo>
                  <a:close/>
                </a:path>
                <a:path w="27939" h="1065529">
                  <a:moveTo>
                    <a:pt x="27939" y="599439"/>
                  </a:moveTo>
                  <a:lnTo>
                    <a:pt x="0" y="599439"/>
                  </a:lnTo>
                  <a:lnTo>
                    <a:pt x="0" y="601979"/>
                  </a:lnTo>
                  <a:lnTo>
                    <a:pt x="27939" y="601979"/>
                  </a:lnTo>
                  <a:lnTo>
                    <a:pt x="27939" y="599439"/>
                  </a:lnTo>
                  <a:close/>
                </a:path>
                <a:path w="27939" h="1065529">
                  <a:moveTo>
                    <a:pt x="27939" y="601979"/>
                  </a:moveTo>
                  <a:lnTo>
                    <a:pt x="0" y="601979"/>
                  </a:lnTo>
                  <a:lnTo>
                    <a:pt x="0" y="605789"/>
                  </a:lnTo>
                  <a:lnTo>
                    <a:pt x="27939" y="605789"/>
                  </a:lnTo>
                  <a:lnTo>
                    <a:pt x="27939" y="601979"/>
                  </a:lnTo>
                  <a:close/>
                </a:path>
                <a:path w="27939" h="1065529">
                  <a:moveTo>
                    <a:pt x="27939" y="605789"/>
                  </a:moveTo>
                  <a:lnTo>
                    <a:pt x="0" y="605789"/>
                  </a:lnTo>
                  <a:lnTo>
                    <a:pt x="0" y="612139"/>
                  </a:lnTo>
                  <a:lnTo>
                    <a:pt x="27939" y="612139"/>
                  </a:lnTo>
                  <a:lnTo>
                    <a:pt x="27939" y="605789"/>
                  </a:lnTo>
                  <a:close/>
                </a:path>
                <a:path w="27939" h="1065529">
                  <a:moveTo>
                    <a:pt x="27939" y="612139"/>
                  </a:moveTo>
                  <a:lnTo>
                    <a:pt x="0" y="612139"/>
                  </a:lnTo>
                  <a:lnTo>
                    <a:pt x="0" y="614679"/>
                  </a:lnTo>
                  <a:lnTo>
                    <a:pt x="27939" y="614679"/>
                  </a:lnTo>
                  <a:lnTo>
                    <a:pt x="27939" y="612139"/>
                  </a:lnTo>
                  <a:close/>
                </a:path>
                <a:path w="27939" h="1065529">
                  <a:moveTo>
                    <a:pt x="27939" y="614679"/>
                  </a:moveTo>
                  <a:lnTo>
                    <a:pt x="0" y="614679"/>
                  </a:lnTo>
                  <a:lnTo>
                    <a:pt x="0" y="618489"/>
                  </a:lnTo>
                  <a:lnTo>
                    <a:pt x="27939" y="618489"/>
                  </a:lnTo>
                  <a:lnTo>
                    <a:pt x="27939" y="614679"/>
                  </a:lnTo>
                  <a:close/>
                </a:path>
                <a:path w="27939" h="1065529">
                  <a:moveTo>
                    <a:pt x="27939" y="618489"/>
                  </a:moveTo>
                  <a:lnTo>
                    <a:pt x="0" y="618489"/>
                  </a:lnTo>
                  <a:lnTo>
                    <a:pt x="0" y="621029"/>
                  </a:lnTo>
                  <a:lnTo>
                    <a:pt x="27939" y="621029"/>
                  </a:lnTo>
                  <a:lnTo>
                    <a:pt x="27939" y="618489"/>
                  </a:lnTo>
                  <a:close/>
                </a:path>
                <a:path w="27939" h="1065529">
                  <a:moveTo>
                    <a:pt x="27939" y="621029"/>
                  </a:moveTo>
                  <a:lnTo>
                    <a:pt x="0" y="621029"/>
                  </a:lnTo>
                  <a:lnTo>
                    <a:pt x="0" y="624839"/>
                  </a:lnTo>
                  <a:lnTo>
                    <a:pt x="27939" y="624839"/>
                  </a:lnTo>
                  <a:lnTo>
                    <a:pt x="27939" y="621029"/>
                  </a:lnTo>
                  <a:close/>
                </a:path>
                <a:path w="27939" h="1065529">
                  <a:moveTo>
                    <a:pt x="27939" y="624839"/>
                  </a:moveTo>
                  <a:lnTo>
                    <a:pt x="0" y="624839"/>
                  </a:lnTo>
                  <a:lnTo>
                    <a:pt x="0" y="631189"/>
                  </a:lnTo>
                  <a:lnTo>
                    <a:pt x="27939" y="631189"/>
                  </a:lnTo>
                  <a:lnTo>
                    <a:pt x="27939" y="624839"/>
                  </a:lnTo>
                  <a:close/>
                </a:path>
                <a:path w="27939" h="1065529">
                  <a:moveTo>
                    <a:pt x="27939" y="631189"/>
                  </a:moveTo>
                  <a:lnTo>
                    <a:pt x="0" y="631189"/>
                  </a:lnTo>
                  <a:lnTo>
                    <a:pt x="0" y="637539"/>
                  </a:lnTo>
                  <a:lnTo>
                    <a:pt x="27939" y="637539"/>
                  </a:lnTo>
                  <a:lnTo>
                    <a:pt x="27939" y="631189"/>
                  </a:lnTo>
                  <a:close/>
                </a:path>
                <a:path w="27939" h="1065529">
                  <a:moveTo>
                    <a:pt x="27939" y="637539"/>
                  </a:moveTo>
                  <a:lnTo>
                    <a:pt x="0" y="637539"/>
                  </a:lnTo>
                  <a:lnTo>
                    <a:pt x="0" y="656589"/>
                  </a:lnTo>
                  <a:lnTo>
                    <a:pt x="27939" y="656589"/>
                  </a:lnTo>
                  <a:lnTo>
                    <a:pt x="27939" y="637539"/>
                  </a:lnTo>
                  <a:close/>
                </a:path>
                <a:path w="27939" h="1065529">
                  <a:moveTo>
                    <a:pt x="27939" y="656589"/>
                  </a:moveTo>
                  <a:lnTo>
                    <a:pt x="0" y="656589"/>
                  </a:lnTo>
                  <a:lnTo>
                    <a:pt x="0" y="665479"/>
                  </a:lnTo>
                  <a:lnTo>
                    <a:pt x="27939" y="665479"/>
                  </a:lnTo>
                  <a:lnTo>
                    <a:pt x="27939" y="656589"/>
                  </a:lnTo>
                  <a:close/>
                </a:path>
                <a:path w="27939" h="1065529">
                  <a:moveTo>
                    <a:pt x="27939" y="665479"/>
                  </a:moveTo>
                  <a:lnTo>
                    <a:pt x="0" y="665479"/>
                  </a:lnTo>
                  <a:lnTo>
                    <a:pt x="0" y="669289"/>
                  </a:lnTo>
                  <a:lnTo>
                    <a:pt x="27939" y="669289"/>
                  </a:lnTo>
                  <a:lnTo>
                    <a:pt x="27939" y="665479"/>
                  </a:lnTo>
                  <a:close/>
                </a:path>
                <a:path w="27939" h="1065529">
                  <a:moveTo>
                    <a:pt x="27939" y="669289"/>
                  </a:moveTo>
                  <a:lnTo>
                    <a:pt x="0" y="669289"/>
                  </a:lnTo>
                  <a:lnTo>
                    <a:pt x="0" y="671829"/>
                  </a:lnTo>
                  <a:lnTo>
                    <a:pt x="27939" y="671829"/>
                  </a:lnTo>
                  <a:lnTo>
                    <a:pt x="27939" y="669289"/>
                  </a:lnTo>
                  <a:close/>
                </a:path>
                <a:path w="27939" h="1065529">
                  <a:moveTo>
                    <a:pt x="27939" y="671829"/>
                  </a:moveTo>
                  <a:lnTo>
                    <a:pt x="0" y="671829"/>
                  </a:lnTo>
                  <a:lnTo>
                    <a:pt x="0" y="675639"/>
                  </a:lnTo>
                  <a:lnTo>
                    <a:pt x="27939" y="675639"/>
                  </a:lnTo>
                  <a:lnTo>
                    <a:pt x="27939" y="671829"/>
                  </a:lnTo>
                  <a:close/>
                </a:path>
                <a:path w="27939" h="1065529">
                  <a:moveTo>
                    <a:pt x="27939" y="675639"/>
                  </a:moveTo>
                  <a:lnTo>
                    <a:pt x="0" y="675639"/>
                  </a:lnTo>
                  <a:lnTo>
                    <a:pt x="0" y="684529"/>
                  </a:lnTo>
                  <a:lnTo>
                    <a:pt x="27939" y="684529"/>
                  </a:lnTo>
                  <a:lnTo>
                    <a:pt x="27939" y="675639"/>
                  </a:lnTo>
                  <a:close/>
                </a:path>
                <a:path w="27939" h="1065529">
                  <a:moveTo>
                    <a:pt x="27939" y="684529"/>
                  </a:moveTo>
                  <a:lnTo>
                    <a:pt x="0" y="684529"/>
                  </a:lnTo>
                  <a:lnTo>
                    <a:pt x="0" y="688339"/>
                  </a:lnTo>
                  <a:lnTo>
                    <a:pt x="27939" y="688339"/>
                  </a:lnTo>
                  <a:lnTo>
                    <a:pt x="27939" y="684529"/>
                  </a:lnTo>
                  <a:close/>
                </a:path>
                <a:path w="27939" h="1065529">
                  <a:moveTo>
                    <a:pt x="27939" y="688339"/>
                  </a:moveTo>
                  <a:lnTo>
                    <a:pt x="0" y="688339"/>
                  </a:lnTo>
                  <a:lnTo>
                    <a:pt x="0" y="690879"/>
                  </a:lnTo>
                  <a:lnTo>
                    <a:pt x="27939" y="690879"/>
                  </a:lnTo>
                  <a:lnTo>
                    <a:pt x="27939" y="688339"/>
                  </a:lnTo>
                  <a:close/>
                </a:path>
                <a:path w="27939" h="1065529">
                  <a:moveTo>
                    <a:pt x="27939" y="690879"/>
                  </a:moveTo>
                  <a:lnTo>
                    <a:pt x="0" y="690879"/>
                  </a:lnTo>
                  <a:lnTo>
                    <a:pt x="0" y="697229"/>
                  </a:lnTo>
                  <a:lnTo>
                    <a:pt x="27939" y="697229"/>
                  </a:lnTo>
                  <a:lnTo>
                    <a:pt x="27939" y="690879"/>
                  </a:lnTo>
                  <a:close/>
                </a:path>
                <a:path w="27939" h="1065529">
                  <a:moveTo>
                    <a:pt x="27939" y="697229"/>
                  </a:moveTo>
                  <a:lnTo>
                    <a:pt x="0" y="697229"/>
                  </a:lnTo>
                  <a:lnTo>
                    <a:pt x="0" y="701039"/>
                  </a:lnTo>
                  <a:lnTo>
                    <a:pt x="27939" y="701039"/>
                  </a:lnTo>
                  <a:lnTo>
                    <a:pt x="27939" y="697229"/>
                  </a:lnTo>
                  <a:close/>
                </a:path>
                <a:path w="27939" h="1065529">
                  <a:moveTo>
                    <a:pt x="27939" y="701039"/>
                  </a:moveTo>
                  <a:lnTo>
                    <a:pt x="0" y="701039"/>
                  </a:lnTo>
                  <a:lnTo>
                    <a:pt x="0" y="703579"/>
                  </a:lnTo>
                  <a:lnTo>
                    <a:pt x="27939" y="703579"/>
                  </a:lnTo>
                  <a:lnTo>
                    <a:pt x="27939" y="701039"/>
                  </a:lnTo>
                  <a:close/>
                </a:path>
                <a:path w="27939" h="1065529">
                  <a:moveTo>
                    <a:pt x="27939" y="703579"/>
                  </a:moveTo>
                  <a:lnTo>
                    <a:pt x="0" y="703579"/>
                  </a:lnTo>
                  <a:lnTo>
                    <a:pt x="0" y="709929"/>
                  </a:lnTo>
                  <a:lnTo>
                    <a:pt x="27939" y="709929"/>
                  </a:lnTo>
                  <a:lnTo>
                    <a:pt x="27939" y="703579"/>
                  </a:lnTo>
                  <a:close/>
                </a:path>
                <a:path w="27939" h="1065529">
                  <a:moveTo>
                    <a:pt x="27939" y="709929"/>
                  </a:moveTo>
                  <a:lnTo>
                    <a:pt x="0" y="709929"/>
                  </a:lnTo>
                  <a:lnTo>
                    <a:pt x="0" y="716279"/>
                  </a:lnTo>
                  <a:lnTo>
                    <a:pt x="27939" y="716279"/>
                  </a:lnTo>
                  <a:lnTo>
                    <a:pt x="27939" y="709929"/>
                  </a:lnTo>
                  <a:close/>
                </a:path>
                <a:path w="27939" h="1065529">
                  <a:moveTo>
                    <a:pt x="27939" y="716279"/>
                  </a:moveTo>
                  <a:lnTo>
                    <a:pt x="0" y="716279"/>
                  </a:lnTo>
                  <a:lnTo>
                    <a:pt x="0" y="722629"/>
                  </a:lnTo>
                  <a:lnTo>
                    <a:pt x="27939" y="722629"/>
                  </a:lnTo>
                  <a:lnTo>
                    <a:pt x="27939" y="716279"/>
                  </a:lnTo>
                  <a:close/>
                </a:path>
                <a:path w="27939" h="1065529">
                  <a:moveTo>
                    <a:pt x="27939" y="722629"/>
                  </a:moveTo>
                  <a:lnTo>
                    <a:pt x="0" y="722629"/>
                  </a:lnTo>
                  <a:lnTo>
                    <a:pt x="0" y="726439"/>
                  </a:lnTo>
                  <a:lnTo>
                    <a:pt x="27939" y="726439"/>
                  </a:lnTo>
                  <a:lnTo>
                    <a:pt x="27939" y="722629"/>
                  </a:lnTo>
                  <a:close/>
                </a:path>
                <a:path w="27939" h="1065529">
                  <a:moveTo>
                    <a:pt x="27939" y="726439"/>
                  </a:moveTo>
                  <a:lnTo>
                    <a:pt x="0" y="726439"/>
                  </a:lnTo>
                  <a:lnTo>
                    <a:pt x="0" y="728979"/>
                  </a:lnTo>
                  <a:lnTo>
                    <a:pt x="27939" y="728979"/>
                  </a:lnTo>
                  <a:lnTo>
                    <a:pt x="27939" y="726439"/>
                  </a:lnTo>
                  <a:close/>
                </a:path>
                <a:path w="27939" h="1065529">
                  <a:moveTo>
                    <a:pt x="27939" y="728979"/>
                  </a:moveTo>
                  <a:lnTo>
                    <a:pt x="0" y="728979"/>
                  </a:lnTo>
                  <a:lnTo>
                    <a:pt x="0" y="739139"/>
                  </a:lnTo>
                  <a:lnTo>
                    <a:pt x="27939" y="739139"/>
                  </a:lnTo>
                  <a:lnTo>
                    <a:pt x="27939" y="728979"/>
                  </a:lnTo>
                  <a:close/>
                </a:path>
                <a:path w="27939" h="1065529">
                  <a:moveTo>
                    <a:pt x="27939" y="739139"/>
                  </a:moveTo>
                  <a:lnTo>
                    <a:pt x="0" y="739139"/>
                  </a:lnTo>
                  <a:lnTo>
                    <a:pt x="0" y="748029"/>
                  </a:lnTo>
                  <a:lnTo>
                    <a:pt x="27939" y="748029"/>
                  </a:lnTo>
                  <a:lnTo>
                    <a:pt x="27939" y="739139"/>
                  </a:lnTo>
                  <a:close/>
                </a:path>
                <a:path w="27939" h="1065529">
                  <a:moveTo>
                    <a:pt x="27939" y="748029"/>
                  </a:moveTo>
                  <a:lnTo>
                    <a:pt x="0" y="748029"/>
                  </a:lnTo>
                  <a:lnTo>
                    <a:pt x="0" y="758189"/>
                  </a:lnTo>
                  <a:lnTo>
                    <a:pt x="27939" y="758189"/>
                  </a:lnTo>
                  <a:lnTo>
                    <a:pt x="27939" y="748029"/>
                  </a:lnTo>
                  <a:close/>
                </a:path>
                <a:path w="27939" h="1065529">
                  <a:moveTo>
                    <a:pt x="27939" y="758189"/>
                  </a:moveTo>
                  <a:lnTo>
                    <a:pt x="0" y="758189"/>
                  </a:lnTo>
                  <a:lnTo>
                    <a:pt x="0" y="767079"/>
                  </a:lnTo>
                  <a:lnTo>
                    <a:pt x="27939" y="767079"/>
                  </a:lnTo>
                  <a:lnTo>
                    <a:pt x="27939" y="758189"/>
                  </a:lnTo>
                  <a:close/>
                </a:path>
                <a:path w="27939" h="1065529">
                  <a:moveTo>
                    <a:pt x="27939" y="767079"/>
                  </a:moveTo>
                  <a:lnTo>
                    <a:pt x="0" y="767079"/>
                  </a:lnTo>
                  <a:lnTo>
                    <a:pt x="0" y="770889"/>
                  </a:lnTo>
                  <a:lnTo>
                    <a:pt x="27939" y="770889"/>
                  </a:lnTo>
                  <a:lnTo>
                    <a:pt x="27939" y="767079"/>
                  </a:lnTo>
                  <a:close/>
                </a:path>
                <a:path w="27939" h="1065529">
                  <a:moveTo>
                    <a:pt x="27939" y="770889"/>
                  </a:moveTo>
                  <a:lnTo>
                    <a:pt x="0" y="770889"/>
                  </a:lnTo>
                  <a:lnTo>
                    <a:pt x="0" y="773429"/>
                  </a:lnTo>
                  <a:lnTo>
                    <a:pt x="27939" y="773429"/>
                  </a:lnTo>
                  <a:lnTo>
                    <a:pt x="27939" y="770889"/>
                  </a:lnTo>
                  <a:close/>
                </a:path>
                <a:path w="27939" h="1065529">
                  <a:moveTo>
                    <a:pt x="27939" y="773429"/>
                  </a:moveTo>
                  <a:lnTo>
                    <a:pt x="0" y="773429"/>
                  </a:lnTo>
                  <a:lnTo>
                    <a:pt x="0" y="777239"/>
                  </a:lnTo>
                  <a:lnTo>
                    <a:pt x="27939" y="777239"/>
                  </a:lnTo>
                  <a:lnTo>
                    <a:pt x="27939" y="773429"/>
                  </a:lnTo>
                  <a:close/>
                </a:path>
                <a:path w="27939" h="1065529">
                  <a:moveTo>
                    <a:pt x="27939" y="777239"/>
                  </a:moveTo>
                  <a:lnTo>
                    <a:pt x="0" y="777239"/>
                  </a:lnTo>
                  <a:lnTo>
                    <a:pt x="0" y="779779"/>
                  </a:lnTo>
                  <a:lnTo>
                    <a:pt x="27939" y="779779"/>
                  </a:lnTo>
                  <a:lnTo>
                    <a:pt x="27939" y="777239"/>
                  </a:lnTo>
                  <a:close/>
                </a:path>
                <a:path w="27939" h="1065529">
                  <a:moveTo>
                    <a:pt x="27939" y="779779"/>
                  </a:moveTo>
                  <a:lnTo>
                    <a:pt x="0" y="779779"/>
                  </a:lnTo>
                  <a:lnTo>
                    <a:pt x="0" y="783589"/>
                  </a:lnTo>
                  <a:lnTo>
                    <a:pt x="27939" y="783589"/>
                  </a:lnTo>
                  <a:lnTo>
                    <a:pt x="27939" y="779779"/>
                  </a:lnTo>
                  <a:close/>
                </a:path>
                <a:path w="27939" h="1065529">
                  <a:moveTo>
                    <a:pt x="27939" y="783589"/>
                  </a:moveTo>
                  <a:lnTo>
                    <a:pt x="0" y="783589"/>
                  </a:lnTo>
                  <a:lnTo>
                    <a:pt x="0" y="786129"/>
                  </a:lnTo>
                  <a:lnTo>
                    <a:pt x="27939" y="786129"/>
                  </a:lnTo>
                  <a:lnTo>
                    <a:pt x="27939" y="783589"/>
                  </a:lnTo>
                  <a:close/>
                </a:path>
                <a:path w="27939" h="1065529">
                  <a:moveTo>
                    <a:pt x="27939" y="786129"/>
                  </a:moveTo>
                  <a:lnTo>
                    <a:pt x="0" y="786129"/>
                  </a:lnTo>
                  <a:lnTo>
                    <a:pt x="0" y="789939"/>
                  </a:lnTo>
                  <a:lnTo>
                    <a:pt x="27939" y="789939"/>
                  </a:lnTo>
                  <a:lnTo>
                    <a:pt x="27939" y="786129"/>
                  </a:lnTo>
                  <a:close/>
                </a:path>
                <a:path w="27939" h="1065529">
                  <a:moveTo>
                    <a:pt x="27939" y="789939"/>
                  </a:moveTo>
                  <a:lnTo>
                    <a:pt x="0" y="789939"/>
                  </a:lnTo>
                  <a:lnTo>
                    <a:pt x="0" y="796289"/>
                  </a:lnTo>
                  <a:lnTo>
                    <a:pt x="27939" y="796289"/>
                  </a:lnTo>
                  <a:lnTo>
                    <a:pt x="27939" y="789939"/>
                  </a:lnTo>
                  <a:close/>
                </a:path>
                <a:path w="27939" h="1065529">
                  <a:moveTo>
                    <a:pt x="27939" y="796289"/>
                  </a:moveTo>
                  <a:lnTo>
                    <a:pt x="0" y="796289"/>
                  </a:lnTo>
                  <a:lnTo>
                    <a:pt x="0" y="802639"/>
                  </a:lnTo>
                  <a:lnTo>
                    <a:pt x="27939" y="802639"/>
                  </a:lnTo>
                  <a:lnTo>
                    <a:pt x="27939" y="796289"/>
                  </a:lnTo>
                  <a:close/>
                </a:path>
                <a:path w="27939" h="1065529">
                  <a:moveTo>
                    <a:pt x="27939" y="802639"/>
                  </a:moveTo>
                  <a:lnTo>
                    <a:pt x="0" y="802639"/>
                  </a:lnTo>
                  <a:lnTo>
                    <a:pt x="0" y="805179"/>
                  </a:lnTo>
                  <a:lnTo>
                    <a:pt x="27939" y="805179"/>
                  </a:lnTo>
                  <a:lnTo>
                    <a:pt x="27939" y="802639"/>
                  </a:lnTo>
                  <a:close/>
                </a:path>
                <a:path w="27939" h="1065529">
                  <a:moveTo>
                    <a:pt x="27939" y="805179"/>
                  </a:moveTo>
                  <a:lnTo>
                    <a:pt x="0" y="805179"/>
                  </a:lnTo>
                  <a:lnTo>
                    <a:pt x="0" y="808989"/>
                  </a:lnTo>
                  <a:lnTo>
                    <a:pt x="27939" y="808989"/>
                  </a:lnTo>
                  <a:lnTo>
                    <a:pt x="27939" y="805179"/>
                  </a:lnTo>
                  <a:close/>
                </a:path>
                <a:path w="27939" h="1065529">
                  <a:moveTo>
                    <a:pt x="27939" y="808989"/>
                  </a:moveTo>
                  <a:lnTo>
                    <a:pt x="0" y="808989"/>
                  </a:lnTo>
                  <a:lnTo>
                    <a:pt x="0" y="811529"/>
                  </a:lnTo>
                  <a:lnTo>
                    <a:pt x="27939" y="811529"/>
                  </a:lnTo>
                  <a:lnTo>
                    <a:pt x="27939" y="808989"/>
                  </a:lnTo>
                  <a:close/>
                </a:path>
                <a:path w="27939" h="1065529">
                  <a:moveTo>
                    <a:pt x="27939" y="811529"/>
                  </a:moveTo>
                  <a:lnTo>
                    <a:pt x="0" y="811529"/>
                  </a:lnTo>
                  <a:lnTo>
                    <a:pt x="0" y="817879"/>
                  </a:lnTo>
                  <a:lnTo>
                    <a:pt x="27939" y="817879"/>
                  </a:lnTo>
                  <a:lnTo>
                    <a:pt x="27939" y="811529"/>
                  </a:lnTo>
                  <a:close/>
                </a:path>
                <a:path w="27939" h="1065529">
                  <a:moveTo>
                    <a:pt x="27939" y="817879"/>
                  </a:moveTo>
                  <a:lnTo>
                    <a:pt x="0" y="817879"/>
                  </a:lnTo>
                  <a:lnTo>
                    <a:pt x="0" y="821689"/>
                  </a:lnTo>
                  <a:lnTo>
                    <a:pt x="27939" y="821689"/>
                  </a:lnTo>
                  <a:lnTo>
                    <a:pt x="27939" y="817879"/>
                  </a:lnTo>
                  <a:close/>
                </a:path>
                <a:path w="27939" h="1065529">
                  <a:moveTo>
                    <a:pt x="27939" y="821689"/>
                  </a:moveTo>
                  <a:lnTo>
                    <a:pt x="0" y="821689"/>
                  </a:lnTo>
                  <a:lnTo>
                    <a:pt x="0" y="824229"/>
                  </a:lnTo>
                  <a:lnTo>
                    <a:pt x="27939" y="824229"/>
                  </a:lnTo>
                  <a:lnTo>
                    <a:pt x="27939" y="821689"/>
                  </a:lnTo>
                  <a:close/>
                </a:path>
                <a:path w="27939" h="1065529">
                  <a:moveTo>
                    <a:pt x="27939" y="824229"/>
                  </a:moveTo>
                  <a:lnTo>
                    <a:pt x="0" y="824229"/>
                  </a:lnTo>
                  <a:lnTo>
                    <a:pt x="0" y="828039"/>
                  </a:lnTo>
                  <a:lnTo>
                    <a:pt x="27939" y="828039"/>
                  </a:lnTo>
                  <a:lnTo>
                    <a:pt x="27939" y="824229"/>
                  </a:lnTo>
                  <a:close/>
                </a:path>
                <a:path w="27939" h="1065529">
                  <a:moveTo>
                    <a:pt x="27939" y="828039"/>
                  </a:moveTo>
                  <a:lnTo>
                    <a:pt x="0" y="828039"/>
                  </a:lnTo>
                  <a:lnTo>
                    <a:pt x="0" y="830579"/>
                  </a:lnTo>
                  <a:lnTo>
                    <a:pt x="27939" y="830579"/>
                  </a:lnTo>
                  <a:lnTo>
                    <a:pt x="27939" y="828039"/>
                  </a:lnTo>
                  <a:close/>
                </a:path>
                <a:path w="27939" h="1065529">
                  <a:moveTo>
                    <a:pt x="27939" y="830579"/>
                  </a:moveTo>
                  <a:lnTo>
                    <a:pt x="0" y="830579"/>
                  </a:lnTo>
                  <a:lnTo>
                    <a:pt x="0" y="836929"/>
                  </a:lnTo>
                  <a:lnTo>
                    <a:pt x="27939" y="836929"/>
                  </a:lnTo>
                  <a:lnTo>
                    <a:pt x="27939" y="830579"/>
                  </a:lnTo>
                  <a:close/>
                </a:path>
                <a:path w="27939" h="1065529">
                  <a:moveTo>
                    <a:pt x="27939" y="836929"/>
                  </a:moveTo>
                  <a:lnTo>
                    <a:pt x="0" y="836929"/>
                  </a:lnTo>
                  <a:lnTo>
                    <a:pt x="0" y="840739"/>
                  </a:lnTo>
                  <a:lnTo>
                    <a:pt x="27939" y="840739"/>
                  </a:lnTo>
                  <a:lnTo>
                    <a:pt x="27939" y="836929"/>
                  </a:lnTo>
                  <a:close/>
                </a:path>
                <a:path w="27939" h="1065529">
                  <a:moveTo>
                    <a:pt x="27939" y="840739"/>
                  </a:moveTo>
                  <a:lnTo>
                    <a:pt x="0" y="840739"/>
                  </a:lnTo>
                  <a:lnTo>
                    <a:pt x="0" y="843279"/>
                  </a:lnTo>
                  <a:lnTo>
                    <a:pt x="27939" y="843279"/>
                  </a:lnTo>
                  <a:lnTo>
                    <a:pt x="27939" y="840739"/>
                  </a:lnTo>
                  <a:close/>
                </a:path>
                <a:path w="27939" h="1065529">
                  <a:moveTo>
                    <a:pt x="27939" y="843279"/>
                  </a:moveTo>
                  <a:lnTo>
                    <a:pt x="0" y="843279"/>
                  </a:lnTo>
                  <a:lnTo>
                    <a:pt x="0" y="847089"/>
                  </a:lnTo>
                  <a:lnTo>
                    <a:pt x="27939" y="847089"/>
                  </a:lnTo>
                  <a:lnTo>
                    <a:pt x="27939" y="843279"/>
                  </a:lnTo>
                  <a:close/>
                </a:path>
                <a:path w="27939" h="1065529">
                  <a:moveTo>
                    <a:pt x="27939" y="847089"/>
                  </a:moveTo>
                  <a:lnTo>
                    <a:pt x="0" y="847089"/>
                  </a:lnTo>
                  <a:lnTo>
                    <a:pt x="0" y="849629"/>
                  </a:lnTo>
                  <a:lnTo>
                    <a:pt x="27939" y="849629"/>
                  </a:lnTo>
                  <a:lnTo>
                    <a:pt x="27939" y="847089"/>
                  </a:lnTo>
                  <a:close/>
                </a:path>
                <a:path w="27939" h="1065529">
                  <a:moveTo>
                    <a:pt x="27939" y="849629"/>
                  </a:moveTo>
                  <a:lnTo>
                    <a:pt x="0" y="849629"/>
                  </a:lnTo>
                  <a:lnTo>
                    <a:pt x="0" y="855979"/>
                  </a:lnTo>
                  <a:lnTo>
                    <a:pt x="27939" y="855979"/>
                  </a:lnTo>
                  <a:lnTo>
                    <a:pt x="27939" y="849629"/>
                  </a:lnTo>
                  <a:close/>
                </a:path>
                <a:path w="27939" h="1065529">
                  <a:moveTo>
                    <a:pt x="27939" y="855979"/>
                  </a:moveTo>
                  <a:lnTo>
                    <a:pt x="0" y="855979"/>
                  </a:lnTo>
                  <a:lnTo>
                    <a:pt x="0" y="859789"/>
                  </a:lnTo>
                  <a:lnTo>
                    <a:pt x="27939" y="859789"/>
                  </a:lnTo>
                  <a:lnTo>
                    <a:pt x="27939" y="855979"/>
                  </a:lnTo>
                  <a:close/>
                </a:path>
                <a:path w="27939" h="1065529">
                  <a:moveTo>
                    <a:pt x="27939" y="859789"/>
                  </a:moveTo>
                  <a:lnTo>
                    <a:pt x="0" y="859789"/>
                  </a:lnTo>
                  <a:lnTo>
                    <a:pt x="0" y="862329"/>
                  </a:lnTo>
                  <a:lnTo>
                    <a:pt x="27939" y="862329"/>
                  </a:lnTo>
                  <a:lnTo>
                    <a:pt x="27939" y="859789"/>
                  </a:lnTo>
                  <a:close/>
                </a:path>
                <a:path w="27939" h="1065529">
                  <a:moveTo>
                    <a:pt x="27939" y="862329"/>
                  </a:moveTo>
                  <a:lnTo>
                    <a:pt x="0" y="862329"/>
                  </a:lnTo>
                  <a:lnTo>
                    <a:pt x="0" y="866139"/>
                  </a:lnTo>
                  <a:lnTo>
                    <a:pt x="27939" y="866139"/>
                  </a:lnTo>
                  <a:lnTo>
                    <a:pt x="27939" y="862329"/>
                  </a:lnTo>
                  <a:close/>
                </a:path>
                <a:path w="27939" h="1065529">
                  <a:moveTo>
                    <a:pt x="27939" y="866139"/>
                  </a:moveTo>
                  <a:lnTo>
                    <a:pt x="0" y="866139"/>
                  </a:lnTo>
                  <a:lnTo>
                    <a:pt x="0" y="868679"/>
                  </a:lnTo>
                  <a:lnTo>
                    <a:pt x="27939" y="868679"/>
                  </a:lnTo>
                  <a:lnTo>
                    <a:pt x="27939" y="866139"/>
                  </a:lnTo>
                  <a:close/>
                </a:path>
                <a:path w="27939" h="1065529">
                  <a:moveTo>
                    <a:pt x="27939" y="868679"/>
                  </a:moveTo>
                  <a:lnTo>
                    <a:pt x="0" y="868679"/>
                  </a:lnTo>
                  <a:lnTo>
                    <a:pt x="0" y="875029"/>
                  </a:lnTo>
                  <a:lnTo>
                    <a:pt x="27939" y="875029"/>
                  </a:lnTo>
                  <a:lnTo>
                    <a:pt x="27939" y="868679"/>
                  </a:lnTo>
                  <a:close/>
                </a:path>
                <a:path w="27939" h="1065529">
                  <a:moveTo>
                    <a:pt x="27939" y="875029"/>
                  </a:moveTo>
                  <a:lnTo>
                    <a:pt x="0" y="875029"/>
                  </a:lnTo>
                  <a:lnTo>
                    <a:pt x="0" y="878839"/>
                  </a:lnTo>
                  <a:lnTo>
                    <a:pt x="27939" y="878839"/>
                  </a:lnTo>
                  <a:lnTo>
                    <a:pt x="27939" y="875029"/>
                  </a:lnTo>
                  <a:close/>
                </a:path>
                <a:path w="27939" h="1065529">
                  <a:moveTo>
                    <a:pt x="27939" y="878839"/>
                  </a:moveTo>
                  <a:lnTo>
                    <a:pt x="0" y="878839"/>
                  </a:lnTo>
                  <a:lnTo>
                    <a:pt x="0" y="881379"/>
                  </a:lnTo>
                  <a:lnTo>
                    <a:pt x="27939" y="881379"/>
                  </a:lnTo>
                  <a:lnTo>
                    <a:pt x="27939" y="878839"/>
                  </a:lnTo>
                  <a:close/>
                </a:path>
                <a:path w="27939" h="1065529">
                  <a:moveTo>
                    <a:pt x="27939" y="881379"/>
                  </a:moveTo>
                  <a:lnTo>
                    <a:pt x="0" y="881379"/>
                  </a:lnTo>
                  <a:lnTo>
                    <a:pt x="0" y="885189"/>
                  </a:lnTo>
                  <a:lnTo>
                    <a:pt x="27939" y="885189"/>
                  </a:lnTo>
                  <a:lnTo>
                    <a:pt x="27939" y="881379"/>
                  </a:lnTo>
                  <a:close/>
                </a:path>
                <a:path w="27939" h="1065529">
                  <a:moveTo>
                    <a:pt x="27939" y="885189"/>
                  </a:moveTo>
                  <a:lnTo>
                    <a:pt x="0" y="885189"/>
                  </a:lnTo>
                  <a:lnTo>
                    <a:pt x="0" y="887729"/>
                  </a:lnTo>
                  <a:lnTo>
                    <a:pt x="27939" y="887729"/>
                  </a:lnTo>
                  <a:lnTo>
                    <a:pt x="27939" y="885189"/>
                  </a:lnTo>
                  <a:close/>
                </a:path>
                <a:path w="27939" h="1065529">
                  <a:moveTo>
                    <a:pt x="27939" y="887729"/>
                  </a:moveTo>
                  <a:lnTo>
                    <a:pt x="0" y="887729"/>
                  </a:lnTo>
                  <a:lnTo>
                    <a:pt x="0" y="891539"/>
                  </a:lnTo>
                  <a:lnTo>
                    <a:pt x="27939" y="891539"/>
                  </a:lnTo>
                  <a:lnTo>
                    <a:pt x="27939" y="887729"/>
                  </a:lnTo>
                  <a:close/>
                </a:path>
                <a:path w="27939" h="1065529">
                  <a:moveTo>
                    <a:pt x="27939" y="891539"/>
                  </a:moveTo>
                  <a:lnTo>
                    <a:pt x="0" y="891539"/>
                  </a:lnTo>
                  <a:lnTo>
                    <a:pt x="0" y="894079"/>
                  </a:lnTo>
                  <a:lnTo>
                    <a:pt x="27939" y="894079"/>
                  </a:lnTo>
                  <a:lnTo>
                    <a:pt x="27939" y="891539"/>
                  </a:lnTo>
                  <a:close/>
                </a:path>
                <a:path w="27939" h="1065529">
                  <a:moveTo>
                    <a:pt x="27939" y="894079"/>
                  </a:moveTo>
                  <a:lnTo>
                    <a:pt x="0" y="894079"/>
                  </a:lnTo>
                  <a:lnTo>
                    <a:pt x="0" y="897889"/>
                  </a:lnTo>
                  <a:lnTo>
                    <a:pt x="27939" y="897889"/>
                  </a:lnTo>
                  <a:lnTo>
                    <a:pt x="27939" y="894079"/>
                  </a:lnTo>
                  <a:close/>
                </a:path>
                <a:path w="27939" h="1065529">
                  <a:moveTo>
                    <a:pt x="27939" y="897889"/>
                  </a:moveTo>
                  <a:lnTo>
                    <a:pt x="0" y="897889"/>
                  </a:lnTo>
                  <a:lnTo>
                    <a:pt x="0" y="900429"/>
                  </a:lnTo>
                  <a:lnTo>
                    <a:pt x="27939" y="900429"/>
                  </a:lnTo>
                  <a:lnTo>
                    <a:pt x="27939" y="897889"/>
                  </a:lnTo>
                  <a:close/>
                </a:path>
                <a:path w="27939" h="1065529">
                  <a:moveTo>
                    <a:pt x="27939" y="900429"/>
                  </a:moveTo>
                  <a:lnTo>
                    <a:pt x="0" y="900429"/>
                  </a:lnTo>
                  <a:lnTo>
                    <a:pt x="0" y="904239"/>
                  </a:lnTo>
                  <a:lnTo>
                    <a:pt x="27939" y="904239"/>
                  </a:lnTo>
                  <a:lnTo>
                    <a:pt x="27939" y="900429"/>
                  </a:lnTo>
                  <a:close/>
                </a:path>
                <a:path w="27939" h="1065529">
                  <a:moveTo>
                    <a:pt x="27939" y="904239"/>
                  </a:moveTo>
                  <a:lnTo>
                    <a:pt x="0" y="904239"/>
                  </a:lnTo>
                  <a:lnTo>
                    <a:pt x="0" y="906779"/>
                  </a:lnTo>
                  <a:lnTo>
                    <a:pt x="27939" y="906779"/>
                  </a:lnTo>
                  <a:lnTo>
                    <a:pt x="27939" y="904239"/>
                  </a:lnTo>
                  <a:close/>
                </a:path>
                <a:path w="27939" h="1065529">
                  <a:moveTo>
                    <a:pt x="27939" y="906779"/>
                  </a:moveTo>
                  <a:lnTo>
                    <a:pt x="0" y="906779"/>
                  </a:lnTo>
                  <a:lnTo>
                    <a:pt x="0" y="916939"/>
                  </a:lnTo>
                  <a:lnTo>
                    <a:pt x="27939" y="916939"/>
                  </a:lnTo>
                  <a:lnTo>
                    <a:pt x="27939" y="906779"/>
                  </a:lnTo>
                  <a:close/>
                </a:path>
                <a:path w="27939" h="1065529">
                  <a:moveTo>
                    <a:pt x="27939" y="916939"/>
                  </a:moveTo>
                  <a:lnTo>
                    <a:pt x="0" y="916939"/>
                  </a:lnTo>
                  <a:lnTo>
                    <a:pt x="0" y="919479"/>
                  </a:lnTo>
                  <a:lnTo>
                    <a:pt x="27939" y="919479"/>
                  </a:lnTo>
                  <a:lnTo>
                    <a:pt x="27939" y="916939"/>
                  </a:lnTo>
                  <a:close/>
                </a:path>
                <a:path w="27939" h="1065529">
                  <a:moveTo>
                    <a:pt x="27939" y="919479"/>
                  </a:moveTo>
                  <a:lnTo>
                    <a:pt x="0" y="919479"/>
                  </a:lnTo>
                  <a:lnTo>
                    <a:pt x="0" y="925829"/>
                  </a:lnTo>
                  <a:lnTo>
                    <a:pt x="27939" y="925829"/>
                  </a:lnTo>
                  <a:lnTo>
                    <a:pt x="27939" y="919479"/>
                  </a:lnTo>
                  <a:close/>
                </a:path>
                <a:path w="27939" h="1065529">
                  <a:moveTo>
                    <a:pt x="27939" y="925829"/>
                  </a:moveTo>
                  <a:lnTo>
                    <a:pt x="0" y="925829"/>
                  </a:lnTo>
                  <a:lnTo>
                    <a:pt x="0" y="932179"/>
                  </a:lnTo>
                  <a:lnTo>
                    <a:pt x="27939" y="932179"/>
                  </a:lnTo>
                  <a:lnTo>
                    <a:pt x="27939" y="925829"/>
                  </a:lnTo>
                  <a:close/>
                </a:path>
                <a:path w="27939" h="1065529">
                  <a:moveTo>
                    <a:pt x="27939" y="932179"/>
                  </a:moveTo>
                  <a:lnTo>
                    <a:pt x="0" y="932179"/>
                  </a:lnTo>
                  <a:lnTo>
                    <a:pt x="0" y="935989"/>
                  </a:lnTo>
                  <a:lnTo>
                    <a:pt x="27939" y="935989"/>
                  </a:lnTo>
                  <a:lnTo>
                    <a:pt x="27939" y="932179"/>
                  </a:lnTo>
                  <a:close/>
                </a:path>
                <a:path w="27939" h="1065529">
                  <a:moveTo>
                    <a:pt x="27939" y="935989"/>
                  </a:moveTo>
                  <a:lnTo>
                    <a:pt x="0" y="935989"/>
                  </a:lnTo>
                  <a:lnTo>
                    <a:pt x="0" y="942339"/>
                  </a:lnTo>
                  <a:lnTo>
                    <a:pt x="27939" y="942339"/>
                  </a:lnTo>
                  <a:lnTo>
                    <a:pt x="27939" y="935989"/>
                  </a:lnTo>
                  <a:close/>
                </a:path>
                <a:path w="27939" h="1065529">
                  <a:moveTo>
                    <a:pt x="27939" y="942339"/>
                  </a:moveTo>
                  <a:lnTo>
                    <a:pt x="0" y="942339"/>
                  </a:lnTo>
                  <a:lnTo>
                    <a:pt x="0" y="944879"/>
                  </a:lnTo>
                  <a:lnTo>
                    <a:pt x="27939" y="944879"/>
                  </a:lnTo>
                  <a:lnTo>
                    <a:pt x="27939" y="942339"/>
                  </a:lnTo>
                  <a:close/>
                </a:path>
                <a:path w="27939" h="1065529">
                  <a:moveTo>
                    <a:pt x="27939" y="944879"/>
                  </a:moveTo>
                  <a:lnTo>
                    <a:pt x="0" y="944879"/>
                  </a:lnTo>
                  <a:lnTo>
                    <a:pt x="0" y="948689"/>
                  </a:lnTo>
                  <a:lnTo>
                    <a:pt x="27939" y="948689"/>
                  </a:lnTo>
                  <a:lnTo>
                    <a:pt x="27939" y="944879"/>
                  </a:lnTo>
                  <a:close/>
                </a:path>
                <a:path w="27939" h="1065529">
                  <a:moveTo>
                    <a:pt x="27939" y="948689"/>
                  </a:moveTo>
                  <a:lnTo>
                    <a:pt x="0" y="948689"/>
                  </a:lnTo>
                  <a:lnTo>
                    <a:pt x="0" y="951229"/>
                  </a:lnTo>
                  <a:lnTo>
                    <a:pt x="27939" y="951229"/>
                  </a:lnTo>
                  <a:lnTo>
                    <a:pt x="27939" y="948689"/>
                  </a:lnTo>
                  <a:close/>
                </a:path>
                <a:path w="27939" h="1065529">
                  <a:moveTo>
                    <a:pt x="27939" y="951229"/>
                  </a:moveTo>
                  <a:lnTo>
                    <a:pt x="0" y="951229"/>
                  </a:lnTo>
                  <a:lnTo>
                    <a:pt x="0" y="955039"/>
                  </a:lnTo>
                  <a:lnTo>
                    <a:pt x="27939" y="955039"/>
                  </a:lnTo>
                  <a:lnTo>
                    <a:pt x="27939" y="951229"/>
                  </a:lnTo>
                  <a:close/>
                </a:path>
                <a:path w="27939" h="1065529">
                  <a:moveTo>
                    <a:pt x="27939" y="955039"/>
                  </a:moveTo>
                  <a:lnTo>
                    <a:pt x="0" y="955039"/>
                  </a:lnTo>
                  <a:lnTo>
                    <a:pt x="0" y="957579"/>
                  </a:lnTo>
                  <a:lnTo>
                    <a:pt x="27939" y="957579"/>
                  </a:lnTo>
                  <a:lnTo>
                    <a:pt x="27939" y="955039"/>
                  </a:lnTo>
                  <a:close/>
                </a:path>
                <a:path w="27939" h="1065529">
                  <a:moveTo>
                    <a:pt x="27939" y="957579"/>
                  </a:moveTo>
                  <a:lnTo>
                    <a:pt x="0" y="957579"/>
                  </a:lnTo>
                  <a:lnTo>
                    <a:pt x="0" y="961389"/>
                  </a:lnTo>
                  <a:lnTo>
                    <a:pt x="27939" y="961389"/>
                  </a:lnTo>
                  <a:lnTo>
                    <a:pt x="27939" y="957579"/>
                  </a:lnTo>
                  <a:close/>
                </a:path>
                <a:path w="27939" h="1065529">
                  <a:moveTo>
                    <a:pt x="27939" y="961389"/>
                  </a:moveTo>
                  <a:lnTo>
                    <a:pt x="0" y="961389"/>
                  </a:lnTo>
                  <a:lnTo>
                    <a:pt x="0" y="963929"/>
                  </a:lnTo>
                  <a:lnTo>
                    <a:pt x="27939" y="963929"/>
                  </a:lnTo>
                  <a:lnTo>
                    <a:pt x="27939" y="961389"/>
                  </a:lnTo>
                  <a:close/>
                </a:path>
                <a:path w="27939" h="1065529">
                  <a:moveTo>
                    <a:pt x="27939" y="963929"/>
                  </a:moveTo>
                  <a:lnTo>
                    <a:pt x="0" y="963929"/>
                  </a:lnTo>
                  <a:lnTo>
                    <a:pt x="0" y="967739"/>
                  </a:lnTo>
                  <a:lnTo>
                    <a:pt x="27939" y="967739"/>
                  </a:lnTo>
                  <a:lnTo>
                    <a:pt x="27939" y="963929"/>
                  </a:lnTo>
                  <a:close/>
                </a:path>
                <a:path w="27939" h="1065529">
                  <a:moveTo>
                    <a:pt x="27939" y="967739"/>
                  </a:moveTo>
                  <a:lnTo>
                    <a:pt x="0" y="967739"/>
                  </a:lnTo>
                  <a:lnTo>
                    <a:pt x="0" y="970279"/>
                  </a:lnTo>
                  <a:lnTo>
                    <a:pt x="27939" y="970279"/>
                  </a:lnTo>
                  <a:lnTo>
                    <a:pt x="27939" y="967739"/>
                  </a:lnTo>
                  <a:close/>
                </a:path>
                <a:path w="27939" h="1065529">
                  <a:moveTo>
                    <a:pt x="27939" y="970279"/>
                  </a:moveTo>
                  <a:lnTo>
                    <a:pt x="0" y="970279"/>
                  </a:lnTo>
                  <a:lnTo>
                    <a:pt x="0" y="974089"/>
                  </a:lnTo>
                  <a:lnTo>
                    <a:pt x="27939" y="974089"/>
                  </a:lnTo>
                  <a:lnTo>
                    <a:pt x="27939" y="970279"/>
                  </a:lnTo>
                  <a:close/>
                </a:path>
                <a:path w="27939" h="1065529">
                  <a:moveTo>
                    <a:pt x="27939" y="974089"/>
                  </a:moveTo>
                  <a:lnTo>
                    <a:pt x="0" y="974089"/>
                  </a:lnTo>
                  <a:lnTo>
                    <a:pt x="0" y="976629"/>
                  </a:lnTo>
                  <a:lnTo>
                    <a:pt x="27939" y="976629"/>
                  </a:lnTo>
                  <a:lnTo>
                    <a:pt x="27939" y="974089"/>
                  </a:lnTo>
                  <a:close/>
                </a:path>
                <a:path w="27939" h="1065529">
                  <a:moveTo>
                    <a:pt x="27939" y="976629"/>
                  </a:moveTo>
                  <a:lnTo>
                    <a:pt x="0" y="976629"/>
                  </a:lnTo>
                  <a:lnTo>
                    <a:pt x="0" y="980439"/>
                  </a:lnTo>
                  <a:lnTo>
                    <a:pt x="27939" y="980439"/>
                  </a:lnTo>
                  <a:lnTo>
                    <a:pt x="27939" y="976629"/>
                  </a:lnTo>
                  <a:close/>
                </a:path>
                <a:path w="27939" h="1065529">
                  <a:moveTo>
                    <a:pt x="27939" y="980439"/>
                  </a:moveTo>
                  <a:lnTo>
                    <a:pt x="0" y="980439"/>
                  </a:lnTo>
                  <a:lnTo>
                    <a:pt x="0" y="989329"/>
                  </a:lnTo>
                  <a:lnTo>
                    <a:pt x="27939" y="989329"/>
                  </a:lnTo>
                  <a:lnTo>
                    <a:pt x="27939" y="980439"/>
                  </a:lnTo>
                  <a:close/>
                </a:path>
                <a:path w="27939" h="1065529">
                  <a:moveTo>
                    <a:pt x="27939" y="989329"/>
                  </a:moveTo>
                  <a:lnTo>
                    <a:pt x="0" y="989329"/>
                  </a:lnTo>
                  <a:lnTo>
                    <a:pt x="0" y="993139"/>
                  </a:lnTo>
                  <a:lnTo>
                    <a:pt x="27939" y="993139"/>
                  </a:lnTo>
                  <a:lnTo>
                    <a:pt x="27939" y="989329"/>
                  </a:lnTo>
                  <a:close/>
                </a:path>
                <a:path w="27939" h="1065529">
                  <a:moveTo>
                    <a:pt x="27939" y="993139"/>
                  </a:moveTo>
                  <a:lnTo>
                    <a:pt x="0" y="993139"/>
                  </a:lnTo>
                  <a:lnTo>
                    <a:pt x="0" y="995679"/>
                  </a:lnTo>
                  <a:lnTo>
                    <a:pt x="27939" y="995679"/>
                  </a:lnTo>
                  <a:lnTo>
                    <a:pt x="27939" y="993139"/>
                  </a:lnTo>
                  <a:close/>
                </a:path>
                <a:path w="27939" h="1065529">
                  <a:moveTo>
                    <a:pt x="27939" y="995679"/>
                  </a:moveTo>
                  <a:lnTo>
                    <a:pt x="0" y="995679"/>
                  </a:lnTo>
                  <a:lnTo>
                    <a:pt x="0" y="1005839"/>
                  </a:lnTo>
                  <a:lnTo>
                    <a:pt x="27939" y="1005839"/>
                  </a:lnTo>
                  <a:lnTo>
                    <a:pt x="27939" y="995679"/>
                  </a:lnTo>
                  <a:close/>
                </a:path>
                <a:path w="27939" h="1065529">
                  <a:moveTo>
                    <a:pt x="27939" y="1005839"/>
                  </a:moveTo>
                  <a:lnTo>
                    <a:pt x="0" y="1005839"/>
                  </a:lnTo>
                  <a:lnTo>
                    <a:pt x="0" y="1008379"/>
                  </a:lnTo>
                  <a:lnTo>
                    <a:pt x="27939" y="1008379"/>
                  </a:lnTo>
                  <a:lnTo>
                    <a:pt x="27939" y="1005839"/>
                  </a:lnTo>
                  <a:close/>
                </a:path>
                <a:path w="27939" h="1065529">
                  <a:moveTo>
                    <a:pt x="27939" y="1008379"/>
                  </a:moveTo>
                  <a:lnTo>
                    <a:pt x="0" y="1008379"/>
                  </a:lnTo>
                  <a:lnTo>
                    <a:pt x="0" y="1012189"/>
                  </a:lnTo>
                  <a:lnTo>
                    <a:pt x="27939" y="1012189"/>
                  </a:lnTo>
                  <a:lnTo>
                    <a:pt x="27939" y="1008379"/>
                  </a:lnTo>
                  <a:close/>
                </a:path>
                <a:path w="27939" h="1065529">
                  <a:moveTo>
                    <a:pt x="27939" y="1012189"/>
                  </a:moveTo>
                  <a:lnTo>
                    <a:pt x="0" y="1012189"/>
                  </a:lnTo>
                  <a:lnTo>
                    <a:pt x="0" y="1021079"/>
                  </a:lnTo>
                  <a:lnTo>
                    <a:pt x="27939" y="1021079"/>
                  </a:lnTo>
                  <a:lnTo>
                    <a:pt x="27939" y="1012189"/>
                  </a:lnTo>
                  <a:close/>
                </a:path>
                <a:path w="27939" h="1065529">
                  <a:moveTo>
                    <a:pt x="27939" y="1021079"/>
                  </a:moveTo>
                  <a:lnTo>
                    <a:pt x="0" y="1021079"/>
                  </a:lnTo>
                  <a:lnTo>
                    <a:pt x="0" y="1027429"/>
                  </a:lnTo>
                  <a:lnTo>
                    <a:pt x="27939" y="1027429"/>
                  </a:lnTo>
                  <a:lnTo>
                    <a:pt x="27939" y="1021079"/>
                  </a:lnTo>
                  <a:close/>
                </a:path>
                <a:path w="27939" h="1065529">
                  <a:moveTo>
                    <a:pt x="27939" y="1027429"/>
                  </a:moveTo>
                  <a:lnTo>
                    <a:pt x="0" y="1027429"/>
                  </a:lnTo>
                  <a:lnTo>
                    <a:pt x="0" y="1031239"/>
                  </a:lnTo>
                  <a:lnTo>
                    <a:pt x="27939" y="1031239"/>
                  </a:lnTo>
                  <a:lnTo>
                    <a:pt x="27939" y="1027429"/>
                  </a:lnTo>
                  <a:close/>
                </a:path>
                <a:path w="27939" h="1065529">
                  <a:moveTo>
                    <a:pt x="27939" y="1031239"/>
                  </a:moveTo>
                  <a:lnTo>
                    <a:pt x="0" y="1031239"/>
                  </a:lnTo>
                  <a:lnTo>
                    <a:pt x="0" y="1033779"/>
                  </a:lnTo>
                  <a:lnTo>
                    <a:pt x="27939" y="1033779"/>
                  </a:lnTo>
                  <a:lnTo>
                    <a:pt x="27939" y="1031239"/>
                  </a:lnTo>
                  <a:close/>
                </a:path>
                <a:path w="27939" h="1065529">
                  <a:moveTo>
                    <a:pt x="27939" y="1033779"/>
                  </a:moveTo>
                  <a:lnTo>
                    <a:pt x="0" y="1033779"/>
                  </a:lnTo>
                  <a:lnTo>
                    <a:pt x="0" y="1037589"/>
                  </a:lnTo>
                  <a:lnTo>
                    <a:pt x="27939" y="1037589"/>
                  </a:lnTo>
                  <a:lnTo>
                    <a:pt x="27939" y="1033779"/>
                  </a:lnTo>
                  <a:close/>
                </a:path>
                <a:path w="27939" h="1065529">
                  <a:moveTo>
                    <a:pt x="27939" y="1037589"/>
                  </a:moveTo>
                  <a:lnTo>
                    <a:pt x="0" y="1037589"/>
                  </a:lnTo>
                  <a:lnTo>
                    <a:pt x="0" y="1040129"/>
                  </a:lnTo>
                  <a:lnTo>
                    <a:pt x="27939" y="1040129"/>
                  </a:lnTo>
                  <a:lnTo>
                    <a:pt x="27939" y="1037589"/>
                  </a:lnTo>
                  <a:close/>
                </a:path>
                <a:path w="27939" h="1065529">
                  <a:moveTo>
                    <a:pt x="26669" y="1040129"/>
                  </a:moveTo>
                  <a:lnTo>
                    <a:pt x="0" y="1040129"/>
                  </a:lnTo>
                  <a:lnTo>
                    <a:pt x="0" y="1043939"/>
                  </a:lnTo>
                  <a:lnTo>
                    <a:pt x="24129" y="1043939"/>
                  </a:lnTo>
                  <a:lnTo>
                    <a:pt x="24129" y="1042669"/>
                  </a:lnTo>
                  <a:lnTo>
                    <a:pt x="25400" y="1042669"/>
                  </a:lnTo>
                  <a:lnTo>
                    <a:pt x="25400" y="1041399"/>
                  </a:lnTo>
                  <a:lnTo>
                    <a:pt x="26669" y="1041399"/>
                  </a:lnTo>
                  <a:lnTo>
                    <a:pt x="26669" y="1040129"/>
                  </a:lnTo>
                  <a:close/>
                </a:path>
                <a:path w="27939" h="1065529">
                  <a:moveTo>
                    <a:pt x="22859" y="1043939"/>
                  </a:moveTo>
                  <a:lnTo>
                    <a:pt x="0" y="1043939"/>
                  </a:lnTo>
                  <a:lnTo>
                    <a:pt x="0" y="1046479"/>
                  </a:lnTo>
                  <a:lnTo>
                    <a:pt x="21589" y="1046479"/>
                  </a:lnTo>
                  <a:lnTo>
                    <a:pt x="21589" y="1045209"/>
                  </a:lnTo>
                  <a:lnTo>
                    <a:pt x="22859" y="1045209"/>
                  </a:lnTo>
                  <a:lnTo>
                    <a:pt x="22859" y="1043939"/>
                  </a:lnTo>
                  <a:close/>
                </a:path>
                <a:path w="27939" h="1065529">
                  <a:moveTo>
                    <a:pt x="20319" y="1046479"/>
                  </a:moveTo>
                  <a:lnTo>
                    <a:pt x="0" y="1046479"/>
                  </a:lnTo>
                  <a:lnTo>
                    <a:pt x="0" y="1050289"/>
                  </a:lnTo>
                  <a:lnTo>
                    <a:pt x="17779" y="1050289"/>
                  </a:lnTo>
                  <a:lnTo>
                    <a:pt x="17779" y="1049019"/>
                  </a:lnTo>
                  <a:lnTo>
                    <a:pt x="19050" y="1049019"/>
                  </a:lnTo>
                  <a:lnTo>
                    <a:pt x="19050" y="1047749"/>
                  </a:lnTo>
                  <a:lnTo>
                    <a:pt x="20319" y="1047749"/>
                  </a:lnTo>
                  <a:lnTo>
                    <a:pt x="20319" y="1046479"/>
                  </a:lnTo>
                  <a:close/>
                </a:path>
                <a:path w="27939" h="1065529">
                  <a:moveTo>
                    <a:pt x="16509" y="1050289"/>
                  </a:moveTo>
                  <a:lnTo>
                    <a:pt x="0" y="1050289"/>
                  </a:lnTo>
                  <a:lnTo>
                    <a:pt x="0" y="1052829"/>
                  </a:lnTo>
                  <a:lnTo>
                    <a:pt x="15239" y="1052829"/>
                  </a:lnTo>
                  <a:lnTo>
                    <a:pt x="15239" y="1051559"/>
                  </a:lnTo>
                  <a:lnTo>
                    <a:pt x="16509" y="1051559"/>
                  </a:lnTo>
                  <a:lnTo>
                    <a:pt x="16509" y="1050289"/>
                  </a:lnTo>
                  <a:close/>
                </a:path>
                <a:path w="27939" h="1065529">
                  <a:moveTo>
                    <a:pt x="13969" y="1052829"/>
                  </a:moveTo>
                  <a:lnTo>
                    <a:pt x="0" y="1052829"/>
                  </a:lnTo>
                  <a:lnTo>
                    <a:pt x="0" y="1056639"/>
                  </a:lnTo>
                  <a:lnTo>
                    <a:pt x="11429" y="1056639"/>
                  </a:lnTo>
                  <a:lnTo>
                    <a:pt x="11429" y="1055369"/>
                  </a:lnTo>
                  <a:lnTo>
                    <a:pt x="12700" y="1055369"/>
                  </a:lnTo>
                  <a:lnTo>
                    <a:pt x="12700" y="1054099"/>
                  </a:lnTo>
                  <a:lnTo>
                    <a:pt x="13969" y="1054099"/>
                  </a:lnTo>
                  <a:lnTo>
                    <a:pt x="13969" y="1052829"/>
                  </a:lnTo>
                  <a:close/>
                </a:path>
                <a:path w="27939" h="1065529">
                  <a:moveTo>
                    <a:pt x="10159" y="1056639"/>
                  </a:moveTo>
                  <a:lnTo>
                    <a:pt x="0" y="1056639"/>
                  </a:lnTo>
                  <a:lnTo>
                    <a:pt x="0" y="1059179"/>
                  </a:lnTo>
                  <a:lnTo>
                    <a:pt x="8889" y="1059179"/>
                  </a:lnTo>
                  <a:lnTo>
                    <a:pt x="8889" y="1057909"/>
                  </a:lnTo>
                  <a:lnTo>
                    <a:pt x="10159" y="1057909"/>
                  </a:lnTo>
                  <a:lnTo>
                    <a:pt x="10159" y="1056639"/>
                  </a:lnTo>
                  <a:close/>
                </a:path>
                <a:path w="27939" h="1065529">
                  <a:moveTo>
                    <a:pt x="7619" y="1059179"/>
                  </a:moveTo>
                  <a:lnTo>
                    <a:pt x="0" y="1059179"/>
                  </a:lnTo>
                  <a:lnTo>
                    <a:pt x="0" y="1062989"/>
                  </a:lnTo>
                  <a:lnTo>
                    <a:pt x="3809" y="1062989"/>
                  </a:lnTo>
                  <a:lnTo>
                    <a:pt x="3809" y="1061719"/>
                  </a:lnTo>
                  <a:lnTo>
                    <a:pt x="5079" y="1061719"/>
                  </a:lnTo>
                  <a:lnTo>
                    <a:pt x="5079" y="1060449"/>
                  </a:lnTo>
                  <a:lnTo>
                    <a:pt x="7619" y="1060449"/>
                  </a:lnTo>
                  <a:lnTo>
                    <a:pt x="7619" y="1059179"/>
                  </a:lnTo>
                  <a:close/>
                </a:path>
                <a:path w="27939" h="1065529">
                  <a:moveTo>
                    <a:pt x="2539" y="1062989"/>
                  </a:moveTo>
                  <a:lnTo>
                    <a:pt x="0" y="1062989"/>
                  </a:lnTo>
                  <a:lnTo>
                    <a:pt x="0" y="1065529"/>
                  </a:lnTo>
                  <a:lnTo>
                    <a:pt x="1269" y="1065529"/>
                  </a:lnTo>
                  <a:lnTo>
                    <a:pt x="1269" y="1064259"/>
                  </a:lnTo>
                  <a:lnTo>
                    <a:pt x="2539" y="1064259"/>
                  </a:lnTo>
                  <a:lnTo>
                    <a:pt x="2539" y="1062989"/>
                  </a:lnTo>
                  <a:close/>
                </a:path>
              </a:pathLst>
            </a:custGeom>
            <a:solidFill>
              <a:srgbClr val="2B57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0" name="object 3800"/>
            <p:cNvSpPr/>
            <p:nvPr/>
          </p:nvSpPr>
          <p:spPr>
            <a:xfrm>
              <a:off x="5255260" y="4850130"/>
              <a:ext cx="29209" cy="1013460"/>
            </a:xfrm>
            <a:custGeom>
              <a:avLst/>
              <a:gdLst/>
              <a:ahLst/>
              <a:cxnLst/>
              <a:rect l="l" t="t" r="r" b="b"/>
              <a:pathLst>
                <a:path w="29210" h="1013460">
                  <a:moveTo>
                    <a:pt x="126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2539"/>
                  </a:lnTo>
                  <a:lnTo>
                    <a:pt x="2539" y="2539"/>
                  </a:lnTo>
                  <a:lnTo>
                    <a:pt x="253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29210" h="1013460">
                  <a:moveTo>
                    <a:pt x="5079" y="3809"/>
                  </a:moveTo>
                  <a:lnTo>
                    <a:pt x="0" y="3809"/>
                  </a:lnTo>
                  <a:lnTo>
                    <a:pt x="0" y="10159"/>
                  </a:lnTo>
                  <a:lnTo>
                    <a:pt x="10160" y="10159"/>
                  </a:lnTo>
                  <a:lnTo>
                    <a:pt x="10160" y="8889"/>
                  </a:lnTo>
                  <a:lnTo>
                    <a:pt x="8889" y="8889"/>
                  </a:lnTo>
                  <a:lnTo>
                    <a:pt x="8889" y="7619"/>
                  </a:lnTo>
                  <a:lnTo>
                    <a:pt x="7619" y="7619"/>
                  </a:lnTo>
                  <a:lnTo>
                    <a:pt x="7619" y="6349"/>
                  </a:lnTo>
                  <a:lnTo>
                    <a:pt x="6350" y="6349"/>
                  </a:lnTo>
                  <a:lnTo>
                    <a:pt x="6350" y="5079"/>
                  </a:lnTo>
                  <a:lnTo>
                    <a:pt x="5079" y="5079"/>
                  </a:lnTo>
                  <a:lnTo>
                    <a:pt x="5079" y="3809"/>
                  </a:lnTo>
                  <a:close/>
                </a:path>
                <a:path w="29210" h="1013460">
                  <a:moveTo>
                    <a:pt x="11429" y="10160"/>
                  </a:moveTo>
                  <a:lnTo>
                    <a:pt x="0" y="10160"/>
                  </a:lnTo>
                  <a:lnTo>
                    <a:pt x="0" y="16509"/>
                  </a:lnTo>
                  <a:lnTo>
                    <a:pt x="16510" y="16509"/>
                  </a:lnTo>
                  <a:lnTo>
                    <a:pt x="16510" y="15239"/>
                  </a:lnTo>
                  <a:lnTo>
                    <a:pt x="15239" y="15239"/>
                  </a:lnTo>
                  <a:lnTo>
                    <a:pt x="15239" y="13969"/>
                  </a:lnTo>
                  <a:lnTo>
                    <a:pt x="13969" y="13969"/>
                  </a:lnTo>
                  <a:lnTo>
                    <a:pt x="13969" y="12699"/>
                  </a:lnTo>
                  <a:lnTo>
                    <a:pt x="12700" y="12699"/>
                  </a:lnTo>
                  <a:lnTo>
                    <a:pt x="12700" y="11429"/>
                  </a:lnTo>
                  <a:lnTo>
                    <a:pt x="11429" y="11429"/>
                  </a:lnTo>
                  <a:lnTo>
                    <a:pt x="11429" y="10160"/>
                  </a:lnTo>
                  <a:close/>
                </a:path>
                <a:path w="29210" h="1013460">
                  <a:moveTo>
                    <a:pt x="17779" y="16509"/>
                  </a:moveTo>
                  <a:lnTo>
                    <a:pt x="0" y="16509"/>
                  </a:lnTo>
                  <a:lnTo>
                    <a:pt x="0" y="22859"/>
                  </a:lnTo>
                  <a:lnTo>
                    <a:pt x="24129" y="22859"/>
                  </a:lnTo>
                  <a:lnTo>
                    <a:pt x="24129" y="21589"/>
                  </a:lnTo>
                  <a:lnTo>
                    <a:pt x="22860" y="21589"/>
                  </a:lnTo>
                  <a:lnTo>
                    <a:pt x="22860" y="20319"/>
                  </a:lnTo>
                  <a:lnTo>
                    <a:pt x="20319" y="20319"/>
                  </a:lnTo>
                  <a:lnTo>
                    <a:pt x="20319" y="19049"/>
                  </a:lnTo>
                  <a:lnTo>
                    <a:pt x="19050" y="19049"/>
                  </a:lnTo>
                  <a:lnTo>
                    <a:pt x="19050" y="17779"/>
                  </a:lnTo>
                  <a:lnTo>
                    <a:pt x="17779" y="17779"/>
                  </a:lnTo>
                  <a:lnTo>
                    <a:pt x="17779" y="16509"/>
                  </a:lnTo>
                  <a:close/>
                </a:path>
                <a:path w="29210" h="1013460">
                  <a:moveTo>
                    <a:pt x="25400" y="22859"/>
                  </a:moveTo>
                  <a:lnTo>
                    <a:pt x="0" y="22859"/>
                  </a:lnTo>
                  <a:lnTo>
                    <a:pt x="0" y="29209"/>
                  </a:lnTo>
                  <a:lnTo>
                    <a:pt x="29210" y="29209"/>
                  </a:lnTo>
                  <a:lnTo>
                    <a:pt x="29210" y="26669"/>
                  </a:lnTo>
                  <a:lnTo>
                    <a:pt x="27939" y="26669"/>
                  </a:lnTo>
                  <a:lnTo>
                    <a:pt x="27939" y="25399"/>
                  </a:lnTo>
                  <a:lnTo>
                    <a:pt x="26669" y="25399"/>
                  </a:lnTo>
                  <a:lnTo>
                    <a:pt x="26669" y="24129"/>
                  </a:lnTo>
                  <a:lnTo>
                    <a:pt x="25400" y="24129"/>
                  </a:lnTo>
                  <a:lnTo>
                    <a:pt x="25400" y="22859"/>
                  </a:lnTo>
                  <a:close/>
                </a:path>
                <a:path w="29210" h="1013460">
                  <a:moveTo>
                    <a:pt x="29210" y="29209"/>
                  </a:moveTo>
                  <a:lnTo>
                    <a:pt x="0" y="29209"/>
                  </a:lnTo>
                  <a:lnTo>
                    <a:pt x="0" y="41909"/>
                  </a:lnTo>
                  <a:lnTo>
                    <a:pt x="29210" y="41909"/>
                  </a:lnTo>
                  <a:lnTo>
                    <a:pt x="29210" y="29209"/>
                  </a:lnTo>
                  <a:close/>
                </a:path>
                <a:path w="29210" h="1013460">
                  <a:moveTo>
                    <a:pt x="29210" y="41909"/>
                  </a:moveTo>
                  <a:lnTo>
                    <a:pt x="0" y="41909"/>
                  </a:lnTo>
                  <a:lnTo>
                    <a:pt x="0" y="48259"/>
                  </a:lnTo>
                  <a:lnTo>
                    <a:pt x="29210" y="48259"/>
                  </a:lnTo>
                  <a:lnTo>
                    <a:pt x="29210" y="41909"/>
                  </a:lnTo>
                  <a:close/>
                </a:path>
                <a:path w="29210" h="1013460">
                  <a:moveTo>
                    <a:pt x="29210" y="48260"/>
                  </a:moveTo>
                  <a:lnTo>
                    <a:pt x="0" y="48260"/>
                  </a:lnTo>
                  <a:lnTo>
                    <a:pt x="0" y="54609"/>
                  </a:lnTo>
                  <a:lnTo>
                    <a:pt x="29210" y="54609"/>
                  </a:lnTo>
                  <a:lnTo>
                    <a:pt x="29210" y="48260"/>
                  </a:lnTo>
                  <a:close/>
                </a:path>
                <a:path w="29210" h="1013460">
                  <a:moveTo>
                    <a:pt x="29210" y="54609"/>
                  </a:moveTo>
                  <a:lnTo>
                    <a:pt x="0" y="54609"/>
                  </a:lnTo>
                  <a:lnTo>
                    <a:pt x="0" y="60959"/>
                  </a:lnTo>
                  <a:lnTo>
                    <a:pt x="29210" y="60959"/>
                  </a:lnTo>
                  <a:lnTo>
                    <a:pt x="29210" y="54609"/>
                  </a:lnTo>
                  <a:close/>
                </a:path>
                <a:path w="29210" h="1013460">
                  <a:moveTo>
                    <a:pt x="29210" y="60959"/>
                  </a:moveTo>
                  <a:lnTo>
                    <a:pt x="0" y="60959"/>
                  </a:lnTo>
                  <a:lnTo>
                    <a:pt x="0" y="67309"/>
                  </a:lnTo>
                  <a:lnTo>
                    <a:pt x="29210" y="67309"/>
                  </a:lnTo>
                  <a:lnTo>
                    <a:pt x="29210" y="60959"/>
                  </a:lnTo>
                  <a:close/>
                </a:path>
                <a:path w="29210" h="1013460">
                  <a:moveTo>
                    <a:pt x="29210" y="67309"/>
                  </a:moveTo>
                  <a:lnTo>
                    <a:pt x="0" y="67309"/>
                  </a:lnTo>
                  <a:lnTo>
                    <a:pt x="0" y="73659"/>
                  </a:lnTo>
                  <a:lnTo>
                    <a:pt x="29210" y="73659"/>
                  </a:lnTo>
                  <a:lnTo>
                    <a:pt x="29210" y="67309"/>
                  </a:lnTo>
                  <a:close/>
                </a:path>
                <a:path w="29210" h="1013460">
                  <a:moveTo>
                    <a:pt x="29210" y="73659"/>
                  </a:moveTo>
                  <a:lnTo>
                    <a:pt x="0" y="73659"/>
                  </a:lnTo>
                  <a:lnTo>
                    <a:pt x="0" y="80009"/>
                  </a:lnTo>
                  <a:lnTo>
                    <a:pt x="29210" y="80009"/>
                  </a:lnTo>
                  <a:lnTo>
                    <a:pt x="29210" y="73659"/>
                  </a:lnTo>
                  <a:close/>
                </a:path>
                <a:path w="29210" h="1013460">
                  <a:moveTo>
                    <a:pt x="29210" y="80009"/>
                  </a:moveTo>
                  <a:lnTo>
                    <a:pt x="0" y="80009"/>
                  </a:lnTo>
                  <a:lnTo>
                    <a:pt x="0" y="86359"/>
                  </a:lnTo>
                  <a:lnTo>
                    <a:pt x="29210" y="86359"/>
                  </a:lnTo>
                  <a:lnTo>
                    <a:pt x="29210" y="80009"/>
                  </a:lnTo>
                  <a:close/>
                </a:path>
                <a:path w="29210" h="1013460">
                  <a:moveTo>
                    <a:pt x="29210" y="86359"/>
                  </a:moveTo>
                  <a:lnTo>
                    <a:pt x="0" y="86359"/>
                  </a:lnTo>
                  <a:lnTo>
                    <a:pt x="0" y="92709"/>
                  </a:lnTo>
                  <a:lnTo>
                    <a:pt x="29210" y="92709"/>
                  </a:lnTo>
                  <a:lnTo>
                    <a:pt x="29210" y="86359"/>
                  </a:lnTo>
                  <a:close/>
                </a:path>
                <a:path w="29210" h="1013460">
                  <a:moveTo>
                    <a:pt x="29210" y="92709"/>
                  </a:moveTo>
                  <a:lnTo>
                    <a:pt x="0" y="92709"/>
                  </a:lnTo>
                  <a:lnTo>
                    <a:pt x="0" y="111759"/>
                  </a:lnTo>
                  <a:lnTo>
                    <a:pt x="29210" y="111759"/>
                  </a:lnTo>
                  <a:lnTo>
                    <a:pt x="29210" y="92709"/>
                  </a:lnTo>
                  <a:close/>
                </a:path>
                <a:path w="29210" h="1013460">
                  <a:moveTo>
                    <a:pt x="29210" y="111759"/>
                  </a:moveTo>
                  <a:lnTo>
                    <a:pt x="0" y="111759"/>
                  </a:lnTo>
                  <a:lnTo>
                    <a:pt x="0" y="124459"/>
                  </a:lnTo>
                  <a:lnTo>
                    <a:pt x="29210" y="124459"/>
                  </a:lnTo>
                  <a:lnTo>
                    <a:pt x="29210" y="111759"/>
                  </a:lnTo>
                  <a:close/>
                </a:path>
                <a:path w="29210" h="1013460">
                  <a:moveTo>
                    <a:pt x="29210" y="124459"/>
                  </a:moveTo>
                  <a:lnTo>
                    <a:pt x="0" y="124459"/>
                  </a:lnTo>
                  <a:lnTo>
                    <a:pt x="0" y="130809"/>
                  </a:lnTo>
                  <a:lnTo>
                    <a:pt x="29210" y="130809"/>
                  </a:lnTo>
                  <a:lnTo>
                    <a:pt x="29210" y="124459"/>
                  </a:lnTo>
                  <a:close/>
                </a:path>
                <a:path w="29210" h="1013460">
                  <a:moveTo>
                    <a:pt x="29210" y="130809"/>
                  </a:moveTo>
                  <a:lnTo>
                    <a:pt x="0" y="130809"/>
                  </a:lnTo>
                  <a:lnTo>
                    <a:pt x="0" y="137159"/>
                  </a:lnTo>
                  <a:lnTo>
                    <a:pt x="29210" y="137159"/>
                  </a:lnTo>
                  <a:lnTo>
                    <a:pt x="29210" y="130809"/>
                  </a:lnTo>
                  <a:close/>
                </a:path>
                <a:path w="29210" h="1013460">
                  <a:moveTo>
                    <a:pt x="29210" y="137159"/>
                  </a:moveTo>
                  <a:lnTo>
                    <a:pt x="0" y="137159"/>
                  </a:lnTo>
                  <a:lnTo>
                    <a:pt x="0" y="143509"/>
                  </a:lnTo>
                  <a:lnTo>
                    <a:pt x="29210" y="143509"/>
                  </a:lnTo>
                  <a:lnTo>
                    <a:pt x="29210" y="137159"/>
                  </a:lnTo>
                  <a:close/>
                </a:path>
                <a:path w="29210" h="1013460">
                  <a:moveTo>
                    <a:pt x="29210" y="143509"/>
                  </a:moveTo>
                  <a:lnTo>
                    <a:pt x="0" y="143509"/>
                  </a:lnTo>
                  <a:lnTo>
                    <a:pt x="0" y="149859"/>
                  </a:lnTo>
                  <a:lnTo>
                    <a:pt x="29210" y="149859"/>
                  </a:lnTo>
                  <a:lnTo>
                    <a:pt x="29210" y="143509"/>
                  </a:lnTo>
                  <a:close/>
                </a:path>
                <a:path w="29210" h="1013460">
                  <a:moveTo>
                    <a:pt x="29210" y="149860"/>
                  </a:moveTo>
                  <a:lnTo>
                    <a:pt x="0" y="149860"/>
                  </a:lnTo>
                  <a:lnTo>
                    <a:pt x="0" y="162559"/>
                  </a:lnTo>
                  <a:lnTo>
                    <a:pt x="29210" y="162559"/>
                  </a:lnTo>
                  <a:lnTo>
                    <a:pt x="29210" y="149860"/>
                  </a:lnTo>
                  <a:close/>
                </a:path>
                <a:path w="29210" h="1013460">
                  <a:moveTo>
                    <a:pt x="29210" y="162559"/>
                  </a:moveTo>
                  <a:lnTo>
                    <a:pt x="0" y="162559"/>
                  </a:lnTo>
                  <a:lnTo>
                    <a:pt x="0" y="168909"/>
                  </a:lnTo>
                  <a:lnTo>
                    <a:pt x="29210" y="168909"/>
                  </a:lnTo>
                  <a:lnTo>
                    <a:pt x="29210" y="162559"/>
                  </a:lnTo>
                  <a:close/>
                </a:path>
                <a:path w="29210" h="1013460">
                  <a:moveTo>
                    <a:pt x="29210" y="168909"/>
                  </a:moveTo>
                  <a:lnTo>
                    <a:pt x="0" y="168909"/>
                  </a:lnTo>
                  <a:lnTo>
                    <a:pt x="0" y="175259"/>
                  </a:lnTo>
                  <a:lnTo>
                    <a:pt x="29210" y="175259"/>
                  </a:lnTo>
                  <a:lnTo>
                    <a:pt x="29210" y="168909"/>
                  </a:lnTo>
                  <a:close/>
                </a:path>
                <a:path w="29210" h="1013460">
                  <a:moveTo>
                    <a:pt x="29210" y="175259"/>
                  </a:moveTo>
                  <a:lnTo>
                    <a:pt x="0" y="175259"/>
                  </a:lnTo>
                  <a:lnTo>
                    <a:pt x="0" y="181609"/>
                  </a:lnTo>
                  <a:lnTo>
                    <a:pt x="29210" y="181609"/>
                  </a:lnTo>
                  <a:lnTo>
                    <a:pt x="29210" y="175259"/>
                  </a:lnTo>
                  <a:close/>
                </a:path>
                <a:path w="29210" h="1013460">
                  <a:moveTo>
                    <a:pt x="29210" y="181609"/>
                  </a:moveTo>
                  <a:lnTo>
                    <a:pt x="0" y="181609"/>
                  </a:lnTo>
                  <a:lnTo>
                    <a:pt x="0" y="187959"/>
                  </a:lnTo>
                  <a:lnTo>
                    <a:pt x="29210" y="187959"/>
                  </a:lnTo>
                  <a:lnTo>
                    <a:pt x="29210" y="181609"/>
                  </a:lnTo>
                  <a:close/>
                </a:path>
                <a:path w="29210" h="1013460">
                  <a:moveTo>
                    <a:pt x="29210" y="187959"/>
                  </a:moveTo>
                  <a:lnTo>
                    <a:pt x="0" y="187959"/>
                  </a:lnTo>
                  <a:lnTo>
                    <a:pt x="0" y="200659"/>
                  </a:lnTo>
                  <a:lnTo>
                    <a:pt x="29210" y="200659"/>
                  </a:lnTo>
                  <a:lnTo>
                    <a:pt x="29210" y="187959"/>
                  </a:lnTo>
                  <a:close/>
                </a:path>
                <a:path w="29210" h="1013460">
                  <a:moveTo>
                    <a:pt x="29210" y="200659"/>
                  </a:moveTo>
                  <a:lnTo>
                    <a:pt x="0" y="200659"/>
                  </a:lnTo>
                  <a:lnTo>
                    <a:pt x="0" y="207009"/>
                  </a:lnTo>
                  <a:lnTo>
                    <a:pt x="29210" y="207009"/>
                  </a:lnTo>
                  <a:lnTo>
                    <a:pt x="29210" y="200659"/>
                  </a:lnTo>
                  <a:close/>
                </a:path>
                <a:path w="29210" h="1013460">
                  <a:moveTo>
                    <a:pt x="29210" y="207009"/>
                  </a:moveTo>
                  <a:lnTo>
                    <a:pt x="0" y="207009"/>
                  </a:lnTo>
                  <a:lnTo>
                    <a:pt x="0" y="213359"/>
                  </a:lnTo>
                  <a:lnTo>
                    <a:pt x="29210" y="213359"/>
                  </a:lnTo>
                  <a:lnTo>
                    <a:pt x="29210" y="207009"/>
                  </a:lnTo>
                  <a:close/>
                </a:path>
                <a:path w="29210" h="1013460">
                  <a:moveTo>
                    <a:pt x="29210" y="213359"/>
                  </a:moveTo>
                  <a:lnTo>
                    <a:pt x="0" y="213359"/>
                  </a:lnTo>
                  <a:lnTo>
                    <a:pt x="0" y="219709"/>
                  </a:lnTo>
                  <a:lnTo>
                    <a:pt x="29210" y="219709"/>
                  </a:lnTo>
                  <a:lnTo>
                    <a:pt x="29210" y="213359"/>
                  </a:lnTo>
                  <a:close/>
                </a:path>
                <a:path w="29210" h="1013460">
                  <a:moveTo>
                    <a:pt x="29210" y="219709"/>
                  </a:moveTo>
                  <a:lnTo>
                    <a:pt x="0" y="219709"/>
                  </a:lnTo>
                  <a:lnTo>
                    <a:pt x="0" y="226059"/>
                  </a:lnTo>
                  <a:lnTo>
                    <a:pt x="29210" y="226059"/>
                  </a:lnTo>
                  <a:lnTo>
                    <a:pt x="29210" y="219709"/>
                  </a:lnTo>
                  <a:close/>
                </a:path>
                <a:path w="29210" h="1013460">
                  <a:moveTo>
                    <a:pt x="29210" y="226059"/>
                  </a:moveTo>
                  <a:lnTo>
                    <a:pt x="0" y="226059"/>
                  </a:lnTo>
                  <a:lnTo>
                    <a:pt x="0" y="232409"/>
                  </a:lnTo>
                  <a:lnTo>
                    <a:pt x="29210" y="232409"/>
                  </a:lnTo>
                  <a:lnTo>
                    <a:pt x="29210" y="226059"/>
                  </a:lnTo>
                  <a:close/>
                </a:path>
                <a:path w="29210" h="1013460">
                  <a:moveTo>
                    <a:pt x="29210" y="232409"/>
                  </a:moveTo>
                  <a:lnTo>
                    <a:pt x="0" y="232409"/>
                  </a:lnTo>
                  <a:lnTo>
                    <a:pt x="0" y="238759"/>
                  </a:lnTo>
                  <a:lnTo>
                    <a:pt x="29210" y="238759"/>
                  </a:lnTo>
                  <a:lnTo>
                    <a:pt x="29210" y="232409"/>
                  </a:lnTo>
                  <a:close/>
                </a:path>
                <a:path w="29210" h="1013460">
                  <a:moveTo>
                    <a:pt x="29210" y="238759"/>
                  </a:moveTo>
                  <a:lnTo>
                    <a:pt x="0" y="238759"/>
                  </a:lnTo>
                  <a:lnTo>
                    <a:pt x="0" y="245109"/>
                  </a:lnTo>
                  <a:lnTo>
                    <a:pt x="29210" y="245109"/>
                  </a:lnTo>
                  <a:lnTo>
                    <a:pt x="29210" y="238759"/>
                  </a:lnTo>
                  <a:close/>
                </a:path>
                <a:path w="29210" h="1013460">
                  <a:moveTo>
                    <a:pt x="29210" y="245110"/>
                  </a:moveTo>
                  <a:lnTo>
                    <a:pt x="0" y="245110"/>
                  </a:lnTo>
                  <a:lnTo>
                    <a:pt x="0" y="251459"/>
                  </a:lnTo>
                  <a:lnTo>
                    <a:pt x="29210" y="251459"/>
                  </a:lnTo>
                  <a:lnTo>
                    <a:pt x="29210" y="245110"/>
                  </a:lnTo>
                  <a:close/>
                </a:path>
                <a:path w="29210" h="1013460">
                  <a:moveTo>
                    <a:pt x="29210" y="251459"/>
                  </a:moveTo>
                  <a:lnTo>
                    <a:pt x="0" y="251459"/>
                  </a:lnTo>
                  <a:lnTo>
                    <a:pt x="0" y="264159"/>
                  </a:lnTo>
                  <a:lnTo>
                    <a:pt x="29210" y="264159"/>
                  </a:lnTo>
                  <a:lnTo>
                    <a:pt x="29210" y="251459"/>
                  </a:lnTo>
                  <a:close/>
                </a:path>
                <a:path w="29210" h="1013460">
                  <a:moveTo>
                    <a:pt x="29210" y="264159"/>
                  </a:moveTo>
                  <a:lnTo>
                    <a:pt x="0" y="264159"/>
                  </a:lnTo>
                  <a:lnTo>
                    <a:pt x="0" y="270509"/>
                  </a:lnTo>
                  <a:lnTo>
                    <a:pt x="29210" y="270509"/>
                  </a:lnTo>
                  <a:lnTo>
                    <a:pt x="29210" y="264159"/>
                  </a:lnTo>
                  <a:close/>
                </a:path>
                <a:path w="29210" h="1013460">
                  <a:moveTo>
                    <a:pt x="29210" y="270509"/>
                  </a:moveTo>
                  <a:lnTo>
                    <a:pt x="0" y="270509"/>
                  </a:lnTo>
                  <a:lnTo>
                    <a:pt x="0" y="276859"/>
                  </a:lnTo>
                  <a:lnTo>
                    <a:pt x="29210" y="276859"/>
                  </a:lnTo>
                  <a:lnTo>
                    <a:pt x="29210" y="270509"/>
                  </a:lnTo>
                  <a:close/>
                </a:path>
                <a:path w="29210" h="1013460">
                  <a:moveTo>
                    <a:pt x="29210" y="276859"/>
                  </a:moveTo>
                  <a:lnTo>
                    <a:pt x="0" y="276859"/>
                  </a:lnTo>
                  <a:lnTo>
                    <a:pt x="0" y="283209"/>
                  </a:lnTo>
                  <a:lnTo>
                    <a:pt x="29210" y="283209"/>
                  </a:lnTo>
                  <a:lnTo>
                    <a:pt x="29210" y="276859"/>
                  </a:lnTo>
                  <a:close/>
                </a:path>
                <a:path w="29210" h="1013460">
                  <a:moveTo>
                    <a:pt x="29210" y="283210"/>
                  </a:moveTo>
                  <a:lnTo>
                    <a:pt x="0" y="283210"/>
                  </a:lnTo>
                  <a:lnTo>
                    <a:pt x="0" y="289559"/>
                  </a:lnTo>
                  <a:lnTo>
                    <a:pt x="29210" y="289559"/>
                  </a:lnTo>
                  <a:lnTo>
                    <a:pt x="29210" y="283210"/>
                  </a:lnTo>
                  <a:close/>
                </a:path>
                <a:path w="29210" h="1013460">
                  <a:moveTo>
                    <a:pt x="29210" y="289559"/>
                  </a:moveTo>
                  <a:lnTo>
                    <a:pt x="0" y="289559"/>
                  </a:lnTo>
                  <a:lnTo>
                    <a:pt x="0" y="295909"/>
                  </a:lnTo>
                  <a:lnTo>
                    <a:pt x="29210" y="295909"/>
                  </a:lnTo>
                  <a:lnTo>
                    <a:pt x="29210" y="289559"/>
                  </a:lnTo>
                  <a:close/>
                </a:path>
                <a:path w="29210" h="1013460">
                  <a:moveTo>
                    <a:pt x="29210" y="295909"/>
                  </a:moveTo>
                  <a:lnTo>
                    <a:pt x="0" y="295909"/>
                  </a:lnTo>
                  <a:lnTo>
                    <a:pt x="0" y="302259"/>
                  </a:lnTo>
                  <a:lnTo>
                    <a:pt x="29210" y="302259"/>
                  </a:lnTo>
                  <a:lnTo>
                    <a:pt x="29210" y="295909"/>
                  </a:lnTo>
                  <a:close/>
                </a:path>
                <a:path w="29210" h="1013460">
                  <a:moveTo>
                    <a:pt x="29210" y="302259"/>
                  </a:moveTo>
                  <a:lnTo>
                    <a:pt x="0" y="302259"/>
                  </a:lnTo>
                  <a:lnTo>
                    <a:pt x="0" y="308609"/>
                  </a:lnTo>
                  <a:lnTo>
                    <a:pt x="29210" y="308609"/>
                  </a:lnTo>
                  <a:lnTo>
                    <a:pt x="29210" y="302259"/>
                  </a:lnTo>
                  <a:close/>
                </a:path>
                <a:path w="29210" h="1013460">
                  <a:moveTo>
                    <a:pt x="29210" y="308610"/>
                  </a:moveTo>
                  <a:lnTo>
                    <a:pt x="0" y="308610"/>
                  </a:lnTo>
                  <a:lnTo>
                    <a:pt x="0" y="314959"/>
                  </a:lnTo>
                  <a:lnTo>
                    <a:pt x="29210" y="314959"/>
                  </a:lnTo>
                  <a:lnTo>
                    <a:pt x="29210" y="308610"/>
                  </a:lnTo>
                  <a:close/>
                </a:path>
                <a:path w="29210" h="1013460">
                  <a:moveTo>
                    <a:pt x="29210" y="314959"/>
                  </a:moveTo>
                  <a:lnTo>
                    <a:pt x="0" y="314959"/>
                  </a:lnTo>
                  <a:lnTo>
                    <a:pt x="0" y="321309"/>
                  </a:lnTo>
                  <a:lnTo>
                    <a:pt x="29210" y="321309"/>
                  </a:lnTo>
                  <a:lnTo>
                    <a:pt x="29210" y="314959"/>
                  </a:lnTo>
                  <a:close/>
                </a:path>
                <a:path w="29210" h="1013460">
                  <a:moveTo>
                    <a:pt x="29210" y="321309"/>
                  </a:moveTo>
                  <a:lnTo>
                    <a:pt x="0" y="321309"/>
                  </a:lnTo>
                  <a:lnTo>
                    <a:pt x="0" y="334009"/>
                  </a:lnTo>
                  <a:lnTo>
                    <a:pt x="29210" y="334009"/>
                  </a:lnTo>
                  <a:lnTo>
                    <a:pt x="29210" y="321309"/>
                  </a:lnTo>
                  <a:close/>
                </a:path>
                <a:path w="29210" h="1013460">
                  <a:moveTo>
                    <a:pt x="29210" y="334009"/>
                  </a:moveTo>
                  <a:lnTo>
                    <a:pt x="0" y="334009"/>
                  </a:lnTo>
                  <a:lnTo>
                    <a:pt x="0" y="340359"/>
                  </a:lnTo>
                  <a:lnTo>
                    <a:pt x="29210" y="340359"/>
                  </a:lnTo>
                  <a:lnTo>
                    <a:pt x="29210" y="334009"/>
                  </a:lnTo>
                  <a:close/>
                </a:path>
                <a:path w="29210" h="1013460">
                  <a:moveTo>
                    <a:pt x="29210" y="340359"/>
                  </a:moveTo>
                  <a:lnTo>
                    <a:pt x="0" y="340359"/>
                  </a:lnTo>
                  <a:lnTo>
                    <a:pt x="0" y="346709"/>
                  </a:lnTo>
                  <a:lnTo>
                    <a:pt x="29210" y="346709"/>
                  </a:lnTo>
                  <a:lnTo>
                    <a:pt x="29210" y="340359"/>
                  </a:lnTo>
                  <a:close/>
                </a:path>
                <a:path w="29210" h="1013460">
                  <a:moveTo>
                    <a:pt x="29210" y="346709"/>
                  </a:moveTo>
                  <a:lnTo>
                    <a:pt x="0" y="346709"/>
                  </a:lnTo>
                  <a:lnTo>
                    <a:pt x="0" y="353059"/>
                  </a:lnTo>
                  <a:lnTo>
                    <a:pt x="29210" y="353059"/>
                  </a:lnTo>
                  <a:lnTo>
                    <a:pt x="29210" y="346709"/>
                  </a:lnTo>
                  <a:close/>
                </a:path>
                <a:path w="29210" h="1013460">
                  <a:moveTo>
                    <a:pt x="29210" y="353059"/>
                  </a:moveTo>
                  <a:lnTo>
                    <a:pt x="0" y="353059"/>
                  </a:lnTo>
                  <a:lnTo>
                    <a:pt x="0" y="359409"/>
                  </a:lnTo>
                  <a:lnTo>
                    <a:pt x="29210" y="359409"/>
                  </a:lnTo>
                  <a:lnTo>
                    <a:pt x="29210" y="353059"/>
                  </a:lnTo>
                  <a:close/>
                </a:path>
                <a:path w="29210" h="1013460">
                  <a:moveTo>
                    <a:pt x="29210" y="359409"/>
                  </a:moveTo>
                  <a:lnTo>
                    <a:pt x="0" y="359409"/>
                  </a:lnTo>
                  <a:lnTo>
                    <a:pt x="0" y="365759"/>
                  </a:lnTo>
                  <a:lnTo>
                    <a:pt x="29210" y="365759"/>
                  </a:lnTo>
                  <a:lnTo>
                    <a:pt x="29210" y="359409"/>
                  </a:lnTo>
                  <a:close/>
                </a:path>
                <a:path w="29210" h="1013460">
                  <a:moveTo>
                    <a:pt x="29210" y="365759"/>
                  </a:moveTo>
                  <a:lnTo>
                    <a:pt x="0" y="365759"/>
                  </a:lnTo>
                  <a:lnTo>
                    <a:pt x="0" y="372109"/>
                  </a:lnTo>
                  <a:lnTo>
                    <a:pt x="29210" y="372109"/>
                  </a:lnTo>
                  <a:lnTo>
                    <a:pt x="29210" y="365759"/>
                  </a:lnTo>
                  <a:close/>
                </a:path>
                <a:path w="29210" h="1013460">
                  <a:moveTo>
                    <a:pt x="29210" y="372109"/>
                  </a:moveTo>
                  <a:lnTo>
                    <a:pt x="0" y="372109"/>
                  </a:lnTo>
                  <a:lnTo>
                    <a:pt x="0" y="378459"/>
                  </a:lnTo>
                  <a:lnTo>
                    <a:pt x="29210" y="378459"/>
                  </a:lnTo>
                  <a:lnTo>
                    <a:pt x="29210" y="372109"/>
                  </a:lnTo>
                  <a:close/>
                </a:path>
                <a:path w="29210" h="1013460">
                  <a:moveTo>
                    <a:pt x="29210" y="378459"/>
                  </a:moveTo>
                  <a:lnTo>
                    <a:pt x="0" y="378459"/>
                  </a:lnTo>
                  <a:lnTo>
                    <a:pt x="0" y="389889"/>
                  </a:lnTo>
                  <a:lnTo>
                    <a:pt x="29210" y="389889"/>
                  </a:lnTo>
                  <a:lnTo>
                    <a:pt x="29210" y="378459"/>
                  </a:lnTo>
                  <a:close/>
                </a:path>
                <a:path w="29210" h="1013460">
                  <a:moveTo>
                    <a:pt x="29210" y="389889"/>
                  </a:moveTo>
                  <a:lnTo>
                    <a:pt x="0" y="389889"/>
                  </a:lnTo>
                  <a:lnTo>
                    <a:pt x="0" y="396239"/>
                  </a:lnTo>
                  <a:lnTo>
                    <a:pt x="29210" y="396239"/>
                  </a:lnTo>
                  <a:lnTo>
                    <a:pt x="29210" y="389889"/>
                  </a:lnTo>
                  <a:close/>
                </a:path>
                <a:path w="29210" h="1013460">
                  <a:moveTo>
                    <a:pt x="29210" y="396239"/>
                  </a:moveTo>
                  <a:lnTo>
                    <a:pt x="0" y="396239"/>
                  </a:lnTo>
                  <a:lnTo>
                    <a:pt x="0" y="402589"/>
                  </a:lnTo>
                  <a:lnTo>
                    <a:pt x="29210" y="402589"/>
                  </a:lnTo>
                  <a:lnTo>
                    <a:pt x="29210" y="396239"/>
                  </a:lnTo>
                  <a:close/>
                </a:path>
                <a:path w="29210" h="1013460">
                  <a:moveTo>
                    <a:pt x="29210" y="402589"/>
                  </a:moveTo>
                  <a:lnTo>
                    <a:pt x="0" y="402589"/>
                  </a:lnTo>
                  <a:lnTo>
                    <a:pt x="0" y="405129"/>
                  </a:lnTo>
                  <a:lnTo>
                    <a:pt x="29210" y="405129"/>
                  </a:lnTo>
                  <a:lnTo>
                    <a:pt x="29210" y="402589"/>
                  </a:lnTo>
                  <a:close/>
                </a:path>
                <a:path w="29210" h="1013460">
                  <a:moveTo>
                    <a:pt x="29210" y="405129"/>
                  </a:moveTo>
                  <a:lnTo>
                    <a:pt x="0" y="405129"/>
                  </a:lnTo>
                  <a:lnTo>
                    <a:pt x="0" y="408939"/>
                  </a:lnTo>
                  <a:lnTo>
                    <a:pt x="29210" y="408939"/>
                  </a:lnTo>
                  <a:lnTo>
                    <a:pt x="29210" y="405129"/>
                  </a:lnTo>
                  <a:close/>
                </a:path>
                <a:path w="29210" h="1013460">
                  <a:moveTo>
                    <a:pt x="29210" y="408939"/>
                  </a:moveTo>
                  <a:lnTo>
                    <a:pt x="0" y="408939"/>
                  </a:lnTo>
                  <a:lnTo>
                    <a:pt x="0" y="415289"/>
                  </a:lnTo>
                  <a:lnTo>
                    <a:pt x="29210" y="415289"/>
                  </a:lnTo>
                  <a:lnTo>
                    <a:pt x="29210" y="408939"/>
                  </a:lnTo>
                  <a:close/>
                </a:path>
                <a:path w="29210" h="1013460">
                  <a:moveTo>
                    <a:pt x="29210" y="415289"/>
                  </a:moveTo>
                  <a:lnTo>
                    <a:pt x="0" y="415289"/>
                  </a:lnTo>
                  <a:lnTo>
                    <a:pt x="0" y="417829"/>
                  </a:lnTo>
                  <a:lnTo>
                    <a:pt x="29210" y="417829"/>
                  </a:lnTo>
                  <a:lnTo>
                    <a:pt x="29210" y="415289"/>
                  </a:lnTo>
                  <a:close/>
                </a:path>
                <a:path w="29210" h="1013460">
                  <a:moveTo>
                    <a:pt x="29210" y="417829"/>
                  </a:moveTo>
                  <a:lnTo>
                    <a:pt x="0" y="417829"/>
                  </a:lnTo>
                  <a:lnTo>
                    <a:pt x="0" y="455929"/>
                  </a:lnTo>
                  <a:lnTo>
                    <a:pt x="29210" y="455929"/>
                  </a:lnTo>
                  <a:lnTo>
                    <a:pt x="29210" y="417829"/>
                  </a:lnTo>
                  <a:close/>
                </a:path>
                <a:path w="29210" h="1013460">
                  <a:moveTo>
                    <a:pt x="29210" y="455929"/>
                  </a:moveTo>
                  <a:lnTo>
                    <a:pt x="0" y="455929"/>
                  </a:lnTo>
                  <a:lnTo>
                    <a:pt x="0" y="462279"/>
                  </a:lnTo>
                  <a:lnTo>
                    <a:pt x="29210" y="462279"/>
                  </a:lnTo>
                  <a:lnTo>
                    <a:pt x="29210" y="455929"/>
                  </a:lnTo>
                  <a:close/>
                </a:path>
                <a:path w="29210" h="1013460">
                  <a:moveTo>
                    <a:pt x="29210" y="462279"/>
                  </a:moveTo>
                  <a:lnTo>
                    <a:pt x="0" y="462279"/>
                  </a:lnTo>
                  <a:lnTo>
                    <a:pt x="0" y="466089"/>
                  </a:lnTo>
                  <a:lnTo>
                    <a:pt x="29210" y="466089"/>
                  </a:lnTo>
                  <a:lnTo>
                    <a:pt x="29210" y="462279"/>
                  </a:lnTo>
                  <a:close/>
                </a:path>
                <a:path w="29210" h="1013460">
                  <a:moveTo>
                    <a:pt x="29210" y="466089"/>
                  </a:moveTo>
                  <a:lnTo>
                    <a:pt x="0" y="466089"/>
                  </a:lnTo>
                  <a:lnTo>
                    <a:pt x="0" y="468629"/>
                  </a:lnTo>
                  <a:lnTo>
                    <a:pt x="29210" y="468629"/>
                  </a:lnTo>
                  <a:lnTo>
                    <a:pt x="29210" y="466089"/>
                  </a:lnTo>
                  <a:close/>
                </a:path>
                <a:path w="29210" h="1013460">
                  <a:moveTo>
                    <a:pt x="29210" y="468629"/>
                  </a:moveTo>
                  <a:lnTo>
                    <a:pt x="0" y="468629"/>
                  </a:lnTo>
                  <a:lnTo>
                    <a:pt x="0" y="472439"/>
                  </a:lnTo>
                  <a:lnTo>
                    <a:pt x="29210" y="472439"/>
                  </a:lnTo>
                  <a:lnTo>
                    <a:pt x="29210" y="468629"/>
                  </a:lnTo>
                  <a:close/>
                </a:path>
                <a:path w="29210" h="1013460">
                  <a:moveTo>
                    <a:pt x="29210" y="472439"/>
                  </a:moveTo>
                  <a:lnTo>
                    <a:pt x="0" y="472439"/>
                  </a:lnTo>
                  <a:lnTo>
                    <a:pt x="0" y="474979"/>
                  </a:lnTo>
                  <a:lnTo>
                    <a:pt x="29210" y="474979"/>
                  </a:lnTo>
                  <a:lnTo>
                    <a:pt x="29210" y="472439"/>
                  </a:lnTo>
                  <a:close/>
                </a:path>
                <a:path w="29210" h="1013460">
                  <a:moveTo>
                    <a:pt x="29210" y="474979"/>
                  </a:moveTo>
                  <a:lnTo>
                    <a:pt x="0" y="474979"/>
                  </a:lnTo>
                  <a:lnTo>
                    <a:pt x="0" y="487679"/>
                  </a:lnTo>
                  <a:lnTo>
                    <a:pt x="29210" y="487679"/>
                  </a:lnTo>
                  <a:lnTo>
                    <a:pt x="29210" y="474979"/>
                  </a:lnTo>
                  <a:close/>
                </a:path>
                <a:path w="29210" h="1013460">
                  <a:moveTo>
                    <a:pt x="29210" y="487679"/>
                  </a:moveTo>
                  <a:lnTo>
                    <a:pt x="0" y="487679"/>
                  </a:lnTo>
                  <a:lnTo>
                    <a:pt x="0" y="494029"/>
                  </a:lnTo>
                  <a:lnTo>
                    <a:pt x="29210" y="494029"/>
                  </a:lnTo>
                  <a:lnTo>
                    <a:pt x="29210" y="487679"/>
                  </a:lnTo>
                  <a:close/>
                </a:path>
                <a:path w="29210" h="1013460">
                  <a:moveTo>
                    <a:pt x="29210" y="494029"/>
                  </a:moveTo>
                  <a:lnTo>
                    <a:pt x="0" y="494029"/>
                  </a:lnTo>
                  <a:lnTo>
                    <a:pt x="0" y="497839"/>
                  </a:lnTo>
                  <a:lnTo>
                    <a:pt x="29210" y="497839"/>
                  </a:lnTo>
                  <a:lnTo>
                    <a:pt x="29210" y="494029"/>
                  </a:lnTo>
                  <a:close/>
                </a:path>
                <a:path w="29210" h="1013460">
                  <a:moveTo>
                    <a:pt x="29210" y="497839"/>
                  </a:moveTo>
                  <a:lnTo>
                    <a:pt x="0" y="497839"/>
                  </a:lnTo>
                  <a:lnTo>
                    <a:pt x="0" y="500379"/>
                  </a:lnTo>
                  <a:lnTo>
                    <a:pt x="29210" y="500379"/>
                  </a:lnTo>
                  <a:lnTo>
                    <a:pt x="29210" y="497839"/>
                  </a:lnTo>
                  <a:close/>
                </a:path>
                <a:path w="29210" h="1013460">
                  <a:moveTo>
                    <a:pt x="29210" y="500379"/>
                  </a:moveTo>
                  <a:lnTo>
                    <a:pt x="0" y="500379"/>
                  </a:lnTo>
                  <a:lnTo>
                    <a:pt x="0" y="510539"/>
                  </a:lnTo>
                  <a:lnTo>
                    <a:pt x="29210" y="510539"/>
                  </a:lnTo>
                  <a:lnTo>
                    <a:pt x="29210" y="500379"/>
                  </a:lnTo>
                  <a:close/>
                </a:path>
                <a:path w="29210" h="1013460">
                  <a:moveTo>
                    <a:pt x="29210" y="510539"/>
                  </a:moveTo>
                  <a:lnTo>
                    <a:pt x="0" y="510539"/>
                  </a:lnTo>
                  <a:lnTo>
                    <a:pt x="0" y="513079"/>
                  </a:lnTo>
                  <a:lnTo>
                    <a:pt x="29210" y="513079"/>
                  </a:lnTo>
                  <a:lnTo>
                    <a:pt x="29210" y="510539"/>
                  </a:lnTo>
                  <a:close/>
                </a:path>
                <a:path w="29210" h="1013460">
                  <a:moveTo>
                    <a:pt x="29210" y="513079"/>
                  </a:moveTo>
                  <a:lnTo>
                    <a:pt x="0" y="513079"/>
                  </a:lnTo>
                  <a:lnTo>
                    <a:pt x="0" y="516889"/>
                  </a:lnTo>
                  <a:lnTo>
                    <a:pt x="29210" y="516889"/>
                  </a:lnTo>
                  <a:lnTo>
                    <a:pt x="29210" y="513079"/>
                  </a:lnTo>
                  <a:close/>
                </a:path>
                <a:path w="29210" h="1013460">
                  <a:moveTo>
                    <a:pt x="29210" y="516889"/>
                  </a:moveTo>
                  <a:lnTo>
                    <a:pt x="0" y="516889"/>
                  </a:lnTo>
                  <a:lnTo>
                    <a:pt x="0" y="523239"/>
                  </a:lnTo>
                  <a:lnTo>
                    <a:pt x="29210" y="523239"/>
                  </a:lnTo>
                  <a:lnTo>
                    <a:pt x="29210" y="516889"/>
                  </a:lnTo>
                  <a:close/>
                </a:path>
                <a:path w="29210" h="1013460">
                  <a:moveTo>
                    <a:pt x="29210" y="523239"/>
                  </a:moveTo>
                  <a:lnTo>
                    <a:pt x="0" y="523239"/>
                  </a:lnTo>
                  <a:lnTo>
                    <a:pt x="0" y="529589"/>
                  </a:lnTo>
                  <a:lnTo>
                    <a:pt x="29210" y="529589"/>
                  </a:lnTo>
                  <a:lnTo>
                    <a:pt x="29210" y="523239"/>
                  </a:lnTo>
                  <a:close/>
                </a:path>
                <a:path w="29210" h="1013460">
                  <a:moveTo>
                    <a:pt x="29210" y="529589"/>
                  </a:moveTo>
                  <a:lnTo>
                    <a:pt x="0" y="529589"/>
                  </a:lnTo>
                  <a:lnTo>
                    <a:pt x="0" y="538479"/>
                  </a:lnTo>
                  <a:lnTo>
                    <a:pt x="29210" y="538479"/>
                  </a:lnTo>
                  <a:lnTo>
                    <a:pt x="29210" y="529589"/>
                  </a:lnTo>
                  <a:close/>
                </a:path>
                <a:path w="29210" h="1013460">
                  <a:moveTo>
                    <a:pt x="29210" y="538479"/>
                  </a:moveTo>
                  <a:lnTo>
                    <a:pt x="0" y="538479"/>
                  </a:lnTo>
                  <a:lnTo>
                    <a:pt x="0" y="542289"/>
                  </a:lnTo>
                  <a:lnTo>
                    <a:pt x="29210" y="542289"/>
                  </a:lnTo>
                  <a:lnTo>
                    <a:pt x="29210" y="538479"/>
                  </a:lnTo>
                  <a:close/>
                </a:path>
                <a:path w="29210" h="1013460">
                  <a:moveTo>
                    <a:pt x="29210" y="542289"/>
                  </a:moveTo>
                  <a:lnTo>
                    <a:pt x="0" y="542289"/>
                  </a:lnTo>
                  <a:lnTo>
                    <a:pt x="0" y="548639"/>
                  </a:lnTo>
                  <a:lnTo>
                    <a:pt x="29210" y="548639"/>
                  </a:lnTo>
                  <a:lnTo>
                    <a:pt x="29210" y="542289"/>
                  </a:lnTo>
                  <a:close/>
                </a:path>
                <a:path w="29210" h="1013460">
                  <a:moveTo>
                    <a:pt x="29210" y="548639"/>
                  </a:moveTo>
                  <a:lnTo>
                    <a:pt x="0" y="548639"/>
                  </a:lnTo>
                  <a:lnTo>
                    <a:pt x="0" y="567689"/>
                  </a:lnTo>
                  <a:lnTo>
                    <a:pt x="29210" y="567689"/>
                  </a:lnTo>
                  <a:lnTo>
                    <a:pt x="29210" y="548639"/>
                  </a:lnTo>
                  <a:close/>
                </a:path>
                <a:path w="29210" h="1013460">
                  <a:moveTo>
                    <a:pt x="29210" y="567689"/>
                  </a:moveTo>
                  <a:lnTo>
                    <a:pt x="0" y="567689"/>
                  </a:lnTo>
                  <a:lnTo>
                    <a:pt x="0" y="570229"/>
                  </a:lnTo>
                  <a:lnTo>
                    <a:pt x="29210" y="570229"/>
                  </a:lnTo>
                  <a:lnTo>
                    <a:pt x="29210" y="567689"/>
                  </a:lnTo>
                  <a:close/>
                </a:path>
                <a:path w="29210" h="1013460">
                  <a:moveTo>
                    <a:pt x="29210" y="570229"/>
                  </a:moveTo>
                  <a:lnTo>
                    <a:pt x="0" y="570229"/>
                  </a:lnTo>
                  <a:lnTo>
                    <a:pt x="0" y="574039"/>
                  </a:lnTo>
                  <a:lnTo>
                    <a:pt x="29210" y="574039"/>
                  </a:lnTo>
                  <a:lnTo>
                    <a:pt x="29210" y="570229"/>
                  </a:lnTo>
                  <a:close/>
                </a:path>
                <a:path w="29210" h="1013460">
                  <a:moveTo>
                    <a:pt x="29210" y="574039"/>
                  </a:moveTo>
                  <a:lnTo>
                    <a:pt x="0" y="574039"/>
                  </a:lnTo>
                  <a:lnTo>
                    <a:pt x="0" y="576579"/>
                  </a:lnTo>
                  <a:lnTo>
                    <a:pt x="29210" y="576579"/>
                  </a:lnTo>
                  <a:lnTo>
                    <a:pt x="29210" y="574039"/>
                  </a:lnTo>
                  <a:close/>
                </a:path>
                <a:path w="29210" h="1013460">
                  <a:moveTo>
                    <a:pt x="29210" y="576579"/>
                  </a:moveTo>
                  <a:lnTo>
                    <a:pt x="0" y="576579"/>
                  </a:lnTo>
                  <a:lnTo>
                    <a:pt x="0" y="580389"/>
                  </a:lnTo>
                  <a:lnTo>
                    <a:pt x="29210" y="580389"/>
                  </a:lnTo>
                  <a:lnTo>
                    <a:pt x="29210" y="576579"/>
                  </a:lnTo>
                  <a:close/>
                </a:path>
                <a:path w="29210" h="1013460">
                  <a:moveTo>
                    <a:pt x="29210" y="580389"/>
                  </a:moveTo>
                  <a:lnTo>
                    <a:pt x="0" y="580389"/>
                  </a:lnTo>
                  <a:lnTo>
                    <a:pt x="0" y="586739"/>
                  </a:lnTo>
                  <a:lnTo>
                    <a:pt x="29210" y="586739"/>
                  </a:lnTo>
                  <a:lnTo>
                    <a:pt x="29210" y="580389"/>
                  </a:lnTo>
                  <a:close/>
                </a:path>
                <a:path w="29210" h="1013460">
                  <a:moveTo>
                    <a:pt x="29210" y="586739"/>
                  </a:moveTo>
                  <a:lnTo>
                    <a:pt x="0" y="586739"/>
                  </a:lnTo>
                  <a:lnTo>
                    <a:pt x="0" y="589279"/>
                  </a:lnTo>
                  <a:lnTo>
                    <a:pt x="29210" y="589279"/>
                  </a:lnTo>
                  <a:lnTo>
                    <a:pt x="29210" y="586739"/>
                  </a:lnTo>
                  <a:close/>
                </a:path>
                <a:path w="29210" h="1013460">
                  <a:moveTo>
                    <a:pt x="29210" y="589279"/>
                  </a:moveTo>
                  <a:lnTo>
                    <a:pt x="0" y="589279"/>
                  </a:lnTo>
                  <a:lnTo>
                    <a:pt x="0" y="593089"/>
                  </a:lnTo>
                  <a:lnTo>
                    <a:pt x="29210" y="593089"/>
                  </a:lnTo>
                  <a:lnTo>
                    <a:pt x="29210" y="589279"/>
                  </a:lnTo>
                  <a:close/>
                </a:path>
                <a:path w="29210" h="1013460">
                  <a:moveTo>
                    <a:pt x="29210" y="593089"/>
                  </a:moveTo>
                  <a:lnTo>
                    <a:pt x="0" y="593089"/>
                  </a:lnTo>
                  <a:lnTo>
                    <a:pt x="0" y="595629"/>
                  </a:lnTo>
                  <a:lnTo>
                    <a:pt x="29210" y="595629"/>
                  </a:lnTo>
                  <a:lnTo>
                    <a:pt x="29210" y="593089"/>
                  </a:lnTo>
                  <a:close/>
                </a:path>
                <a:path w="29210" h="1013460">
                  <a:moveTo>
                    <a:pt x="29210" y="595629"/>
                  </a:moveTo>
                  <a:lnTo>
                    <a:pt x="0" y="595629"/>
                  </a:lnTo>
                  <a:lnTo>
                    <a:pt x="0" y="599439"/>
                  </a:lnTo>
                  <a:lnTo>
                    <a:pt x="29210" y="599439"/>
                  </a:lnTo>
                  <a:lnTo>
                    <a:pt x="29210" y="595629"/>
                  </a:lnTo>
                  <a:close/>
                </a:path>
                <a:path w="29210" h="1013460">
                  <a:moveTo>
                    <a:pt x="29210" y="599439"/>
                  </a:moveTo>
                  <a:lnTo>
                    <a:pt x="0" y="599439"/>
                  </a:lnTo>
                  <a:lnTo>
                    <a:pt x="0" y="605789"/>
                  </a:lnTo>
                  <a:lnTo>
                    <a:pt x="29210" y="605789"/>
                  </a:lnTo>
                  <a:lnTo>
                    <a:pt x="29210" y="599439"/>
                  </a:lnTo>
                  <a:close/>
                </a:path>
                <a:path w="29210" h="1013460">
                  <a:moveTo>
                    <a:pt x="29210" y="605789"/>
                  </a:moveTo>
                  <a:lnTo>
                    <a:pt x="0" y="605789"/>
                  </a:lnTo>
                  <a:lnTo>
                    <a:pt x="0" y="612139"/>
                  </a:lnTo>
                  <a:lnTo>
                    <a:pt x="29210" y="612139"/>
                  </a:lnTo>
                  <a:lnTo>
                    <a:pt x="29210" y="605789"/>
                  </a:lnTo>
                  <a:close/>
                </a:path>
                <a:path w="29210" h="1013460">
                  <a:moveTo>
                    <a:pt x="29210" y="612139"/>
                  </a:moveTo>
                  <a:lnTo>
                    <a:pt x="0" y="612139"/>
                  </a:lnTo>
                  <a:lnTo>
                    <a:pt x="0" y="631189"/>
                  </a:lnTo>
                  <a:lnTo>
                    <a:pt x="29210" y="631189"/>
                  </a:lnTo>
                  <a:lnTo>
                    <a:pt x="29210" y="612139"/>
                  </a:lnTo>
                  <a:close/>
                </a:path>
                <a:path w="29210" h="1013460">
                  <a:moveTo>
                    <a:pt x="29210" y="631189"/>
                  </a:moveTo>
                  <a:lnTo>
                    <a:pt x="0" y="631189"/>
                  </a:lnTo>
                  <a:lnTo>
                    <a:pt x="0" y="640079"/>
                  </a:lnTo>
                  <a:lnTo>
                    <a:pt x="29210" y="640079"/>
                  </a:lnTo>
                  <a:lnTo>
                    <a:pt x="29210" y="631189"/>
                  </a:lnTo>
                  <a:close/>
                </a:path>
                <a:path w="29210" h="1013460">
                  <a:moveTo>
                    <a:pt x="29210" y="640079"/>
                  </a:moveTo>
                  <a:lnTo>
                    <a:pt x="0" y="640079"/>
                  </a:lnTo>
                  <a:lnTo>
                    <a:pt x="0" y="643889"/>
                  </a:lnTo>
                  <a:lnTo>
                    <a:pt x="29210" y="643889"/>
                  </a:lnTo>
                  <a:lnTo>
                    <a:pt x="29210" y="640079"/>
                  </a:lnTo>
                  <a:close/>
                </a:path>
                <a:path w="29210" h="1013460">
                  <a:moveTo>
                    <a:pt x="29210" y="643889"/>
                  </a:moveTo>
                  <a:lnTo>
                    <a:pt x="0" y="643889"/>
                  </a:lnTo>
                  <a:lnTo>
                    <a:pt x="0" y="646429"/>
                  </a:lnTo>
                  <a:lnTo>
                    <a:pt x="29210" y="646429"/>
                  </a:lnTo>
                  <a:lnTo>
                    <a:pt x="29210" y="643889"/>
                  </a:lnTo>
                  <a:close/>
                </a:path>
                <a:path w="29210" h="1013460">
                  <a:moveTo>
                    <a:pt x="29210" y="646429"/>
                  </a:moveTo>
                  <a:lnTo>
                    <a:pt x="0" y="646429"/>
                  </a:lnTo>
                  <a:lnTo>
                    <a:pt x="0" y="650239"/>
                  </a:lnTo>
                  <a:lnTo>
                    <a:pt x="29210" y="650239"/>
                  </a:lnTo>
                  <a:lnTo>
                    <a:pt x="29210" y="646429"/>
                  </a:lnTo>
                  <a:close/>
                </a:path>
                <a:path w="29210" h="1013460">
                  <a:moveTo>
                    <a:pt x="29210" y="650239"/>
                  </a:moveTo>
                  <a:lnTo>
                    <a:pt x="0" y="650239"/>
                  </a:lnTo>
                  <a:lnTo>
                    <a:pt x="0" y="659129"/>
                  </a:lnTo>
                  <a:lnTo>
                    <a:pt x="29210" y="659129"/>
                  </a:lnTo>
                  <a:lnTo>
                    <a:pt x="29210" y="650239"/>
                  </a:lnTo>
                  <a:close/>
                </a:path>
                <a:path w="29210" h="1013460">
                  <a:moveTo>
                    <a:pt x="29210" y="659129"/>
                  </a:moveTo>
                  <a:lnTo>
                    <a:pt x="0" y="659129"/>
                  </a:lnTo>
                  <a:lnTo>
                    <a:pt x="0" y="662939"/>
                  </a:lnTo>
                  <a:lnTo>
                    <a:pt x="29210" y="662939"/>
                  </a:lnTo>
                  <a:lnTo>
                    <a:pt x="29210" y="659129"/>
                  </a:lnTo>
                  <a:close/>
                </a:path>
                <a:path w="29210" h="1013460">
                  <a:moveTo>
                    <a:pt x="29210" y="662939"/>
                  </a:moveTo>
                  <a:lnTo>
                    <a:pt x="0" y="662939"/>
                  </a:lnTo>
                  <a:lnTo>
                    <a:pt x="0" y="665479"/>
                  </a:lnTo>
                  <a:lnTo>
                    <a:pt x="29210" y="665479"/>
                  </a:lnTo>
                  <a:lnTo>
                    <a:pt x="29210" y="662939"/>
                  </a:lnTo>
                  <a:close/>
                </a:path>
                <a:path w="29210" h="1013460">
                  <a:moveTo>
                    <a:pt x="29210" y="665479"/>
                  </a:moveTo>
                  <a:lnTo>
                    <a:pt x="0" y="665479"/>
                  </a:lnTo>
                  <a:lnTo>
                    <a:pt x="0" y="671829"/>
                  </a:lnTo>
                  <a:lnTo>
                    <a:pt x="29210" y="671829"/>
                  </a:lnTo>
                  <a:lnTo>
                    <a:pt x="29210" y="665479"/>
                  </a:lnTo>
                  <a:close/>
                </a:path>
                <a:path w="29210" h="1013460">
                  <a:moveTo>
                    <a:pt x="29210" y="671829"/>
                  </a:moveTo>
                  <a:lnTo>
                    <a:pt x="0" y="671829"/>
                  </a:lnTo>
                  <a:lnTo>
                    <a:pt x="0" y="675639"/>
                  </a:lnTo>
                  <a:lnTo>
                    <a:pt x="29210" y="675639"/>
                  </a:lnTo>
                  <a:lnTo>
                    <a:pt x="29210" y="671829"/>
                  </a:lnTo>
                  <a:close/>
                </a:path>
                <a:path w="29210" h="1013460">
                  <a:moveTo>
                    <a:pt x="29210" y="675639"/>
                  </a:moveTo>
                  <a:lnTo>
                    <a:pt x="0" y="675639"/>
                  </a:lnTo>
                  <a:lnTo>
                    <a:pt x="0" y="678179"/>
                  </a:lnTo>
                  <a:lnTo>
                    <a:pt x="29210" y="678179"/>
                  </a:lnTo>
                  <a:lnTo>
                    <a:pt x="29210" y="675639"/>
                  </a:lnTo>
                  <a:close/>
                </a:path>
                <a:path w="29210" h="1013460">
                  <a:moveTo>
                    <a:pt x="29210" y="678179"/>
                  </a:moveTo>
                  <a:lnTo>
                    <a:pt x="0" y="678179"/>
                  </a:lnTo>
                  <a:lnTo>
                    <a:pt x="0" y="684529"/>
                  </a:lnTo>
                  <a:lnTo>
                    <a:pt x="29210" y="684529"/>
                  </a:lnTo>
                  <a:lnTo>
                    <a:pt x="29210" y="678179"/>
                  </a:lnTo>
                  <a:close/>
                </a:path>
                <a:path w="29210" h="1013460">
                  <a:moveTo>
                    <a:pt x="29210" y="684529"/>
                  </a:moveTo>
                  <a:lnTo>
                    <a:pt x="0" y="684529"/>
                  </a:lnTo>
                  <a:lnTo>
                    <a:pt x="0" y="690879"/>
                  </a:lnTo>
                  <a:lnTo>
                    <a:pt x="29210" y="690879"/>
                  </a:lnTo>
                  <a:lnTo>
                    <a:pt x="29210" y="684529"/>
                  </a:lnTo>
                  <a:close/>
                </a:path>
                <a:path w="29210" h="1013460">
                  <a:moveTo>
                    <a:pt x="29210" y="690879"/>
                  </a:moveTo>
                  <a:lnTo>
                    <a:pt x="0" y="690879"/>
                  </a:lnTo>
                  <a:lnTo>
                    <a:pt x="0" y="697229"/>
                  </a:lnTo>
                  <a:lnTo>
                    <a:pt x="29210" y="697229"/>
                  </a:lnTo>
                  <a:lnTo>
                    <a:pt x="29210" y="690879"/>
                  </a:lnTo>
                  <a:close/>
                </a:path>
                <a:path w="29210" h="1013460">
                  <a:moveTo>
                    <a:pt x="29210" y="697229"/>
                  </a:moveTo>
                  <a:lnTo>
                    <a:pt x="0" y="697229"/>
                  </a:lnTo>
                  <a:lnTo>
                    <a:pt x="0" y="701039"/>
                  </a:lnTo>
                  <a:lnTo>
                    <a:pt x="29210" y="701039"/>
                  </a:lnTo>
                  <a:lnTo>
                    <a:pt x="29210" y="697229"/>
                  </a:lnTo>
                  <a:close/>
                </a:path>
                <a:path w="29210" h="1013460">
                  <a:moveTo>
                    <a:pt x="29210" y="701039"/>
                  </a:moveTo>
                  <a:lnTo>
                    <a:pt x="0" y="701039"/>
                  </a:lnTo>
                  <a:lnTo>
                    <a:pt x="0" y="703579"/>
                  </a:lnTo>
                  <a:lnTo>
                    <a:pt x="29210" y="703579"/>
                  </a:lnTo>
                  <a:lnTo>
                    <a:pt x="29210" y="701039"/>
                  </a:lnTo>
                  <a:close/>
                </a:path>
                <a:path w="29210" h="1013460">
                  <a:moveTo>
                    <a:pt x="29210" y="703579"/>
                  </a:moveTo>
                  <a:lnTo>
                    <a:pt x="0" y="703579"/>
                  </a:lnTo>
                  <a:lnTo>
                    <a:pt x="0" y="713739"/>
                  </a:lnTo>
                  <a:lnTo>
                    <a:pt x="29210" y="713739"/>
                  </a:lnTo>
                  <a:lnTo>
                    <a:pt x="29210" y="703579"/>
                  </a:lnTo>
                  <a:close/>
                </a:path>
                <a:path w="29210" h="1013460">
                  <a:moveTo>
                    <a:pt x="29210" y="713739"/>
                  </a:moveTo>
                  <a:lnTo>
                    <a:pt x="0" y="713739"/>
                  </a:lnTo>
                  <a:lnTo>
                    <a:pt x="0" y="722629"/>
                  </a:lnTo>
                  <a:lnTo>
                    <a:pt x="29210" y="722629"/>
                  </a:lnTo>
                  <a:lnTo>
                    <a:pt x="29210" y="713739"/>
                  </a:lnTo>
                  <a:close/>
                </a:path>
                <a:path w="29210" h="1013460">
                  <a:moveTo>
                    <a:pt x="29210" y="722629"/>
                  </a:moveTo>
                  <a:lnTo>
                    <a:pt x="0" y="722629"/>
                  </a:lnTo>
                  <a:lnTo>
                    <a:pt x="0" y="732789"/>
                  </a:lnTo>
                  <a:lnTo>
                    <a:pt x="29210" y="732789"/>
                  </a:lnTo>
                  <a:lnTo>
                    <a:pt x="29210" y="722629"/>
                  </a:lnTo>
                  <a:close/>
                </a:path>
                <a:path w="29210" h="1013460">
                  <a:moveTo>
                    <a:pt x="29210" y="732789"/>
                  </a:moveTo>
                  <a:lnTo>
                    <a:pt x="0" y="732789"/>
                  </a:lnTo>
                  <a:lnTo>
                    <a:pt x="0" y="741679"/>
                  </a:lnTo>
                  <a:lnTo>
                    <a:pt x="29210" y="741679"/>
                  </a:lnTo>
                  <a:lnTo>
                    <a:pt x="29210" y="732789"/>
                  </a:lnTo>
                  <a:close/>
                </a:path>
                <a:path w="29210" h="1013460">
                  <a:moveTo>
                    <a:pt x="29210" y="741679"/>
                  </a:moveTo>
                  <a:lnTo>
                    <a:pt x="0" y="741679"/>
                  </a:lnTo>
                  <a:lnTo>
                    <a:pt x="0" y="745489"/>
                  </a:lnTo>
                  <a:lnTo>
                    <a:pt x="29210" y="745489"/>
                  </a:lnTo>
                  <a:lnTo>
                    <a:pt x="29210" y="741679"/>
                  </a:lnTo>
                  <a:close/>
                </a:path>
                <a:path w="29210" h="1013460">
                  <a:moveTo>
                    <a:pt x="29210" y="745489"/>
                  </a:moveTo>
                  <a:lnTo>
                    <a:pt x="0" y="745489"/>
                  </a:lnTo>
                  <a:lnTo>
                    <a:pt x="0" y="748029"/>
                  </a:lnTo>
                  <a:lnTo>
                    <a:pt x="29210" y="748029"/>
                  </a:lnTo>
                  <a:lnTo>
                    <a:pt x="29210" y="745489"/>
                  </a:lnTo>
                  <a:close/>
                </a:path>
                <a:path w="29210" h="1013460">
                  <a:moveTo>
                    <a:pt x="29210" y="748029"/>
                  </a:moveTo>
                  <a:lnTo>
                    <a:pt x="0" y="748029"/>
                  </a:lnTo>
                  <a:lnTo>
                    <a:pt x="0" y="751839"/>
                  </a:lnTo>
                  <a:lnTo>
                    <a:pt x="29210" y="751839"/>
                  </a:lnTo>
                  <a:lnTo>
                    <a:pt x="29210" y="748029"/>
                  </a:lnTo>
                  <a:close/>
                </a:path>
                <a:path w="29210" h="1013460">
                  <a:moveTo>
                    <a:pt x="29210" y="751839"/>
                  </a:moveTo>
                  <a:lnTo>
                    <a:pt x="0" y="751839"/>
                  </a:lnTo>
                  <a:lnTo>
                    <a:pt x="0" y="754379"/>
                  </a:lnTo>
                  <a:lnTo>
                    <a:pt x="29210" y="754379"/>
                  </a:lnTo>
                  <a:lnTo>
                    <a:pt x="29210" y="751839"/>
                  </a:lnTo>
                  <a:close/>
                </a:path>
                <a:path w="29210" h="1013460">
                  <a:moveTo>
                    <a:pt x="29210" y="754379"/>
                  </a:moveTo>
                  <a:lnTo>
                    <a:pt x="0" y="754379"/>
                  </a:lnTo>
                  <a:lnTo>
                    <a:pt x="0" y="758189"/>
                  </a:lnTo>
                  <a:lnTo>
                    <a:pt x="29210" y="758189"/>
                  </a:lnTo>
                  <a:lnTo>
                    <a:pt x="29210" y="754379"/>
                  </a:lnTo>
                  <a:close/>
                </a:path>
                <a:path w="29210" h="1013460">
                  <a:moveTo>
                    <a:pt x="29210" y="758189"/>
                  </a:moveTo>
                  <a:lnTo>
                    <a:pt x="0" y="758189"/>
                  </a:lnTo>
                  <a:lnTo>
                    <a:pt x="0" y="760729"/>
                  </a:lnTo>
                  <a:lnTo>
                    <a:pt x="29210" y="760729"/>
                  </a:lnTo>
                  <a:lnTo>
                    <a:pt x="29210" y="758189"/>
                  </a:lnTo>
                  <a:close/>
                </a:path>
                <a:path w="29210" h="1013460">
                  <a:moveTo>
                    <a:pt x="29210" y="760729"/>
                  </a:moveTo>
                  <a:lnTo>
                    <a:pt x="0" y="760729"/>
                  </a:lnTo>
                  <a:lnTo>
                    <a:pt x="0" y="764539"/>
                  </a:lnTo>
                  <a:lnTo>
                    <a:pt x="29210" y="764539"/>
                  </a:lnTo>
                  <a:lnTo>
                    <a:pt x="29210" y="760729"/>
                  </a:lnTo>
                  <a:close/>
                </a:path>
                <a:path w="29210" h="1013460">
                  <a:moveTo>
                    <a:pt x="29210" y="764539"/>
                  </a:moveTo>
                  <a:lnTo>
                    <a:pt x="0" y="764539"/>
                  </a:lnTo>
                  <a:lnTo>
                    <a:pt x="0" y="770889"/>
                  </a:lnTo>
                  <a:lnTo>
                    <a:pt x="29210" y="770889"/>
                  </a:lnTo>
                  <a:lnTo>
                    <a:pt x="29210" y="764539"/>
                  </a:lnTo>
                  <a:close/>
                </a:path>
                <a:path w="29210" h="1013460">
                  <a:moveTo>
                    <a:pt x="29210" y="770889"/>
                  </a:moveTo>
                  <a:lnTo>
                    <a:pt x="0" y="770889"/>
                  </a:lnTo>
                  <a:lnTo>
                    <a:pt x="0" y="777239"/>
                  </a:lnTo>
                  <a:lnTo>
                    <a:pt x="29210" y="777239"/>
                  </a:lnTo>
                  <a:lnTo>
                    <a:pt x="29210" y="770889"/>
                  </a:lnTo>
                  <a:close/>
                </a:path>
                <a:path w="29210" h="1013460">
                  <a:moveTo>
                    <a:pt x="29210" y="777239"/>
                  </a:moveTo>
                  <a:lnTo>
                    <a:pt x="0" y="777239"/>
                  </a:lnTo>
                  <a:lnTo>
                    <a:pt x="0" y="779779"/>
                  </a:lnTo>
                  <a:lnTo>
                    <a:pt x="29210" y="779779"/>
                  </a:lnTo>
                  <a:lnTo>
                    <a:pt x="29210" y="777239"/>
                  </a:lnTo>
                  <a:close/>
                </a:path>
                <a:path w="29210" h="1013460">
                  <a:moveTo>
                    <a:pt x="29210" y="779779"/>
                  </a:moveTo>
                  <a:lnTo>
                    <a:pt x="0" y="779779"/>
                  </a:lnTo>
                  <a:lnTo>
                    <a:pt x="0" y="783589"/>
                  </a:lnTo>
                  <a:lnTo>
                    <a:pt x="29210" y="783589"/>
                  </a:lnTo>
                  <a:lnTo>
                    <a:pt x="29210" y="779779"/>
                  </a:lnTo>
                  <a:close/>
                </a:path>
                <a:path w="29210" h="1013460">
                  <a:moveTo>
                    <a:pt x="29210" y="783589"/>
                  </a:moveTo>
                  <a:lnTo>
                    <a:pt x="0" y="783589"/>
                  </a:lnTo>
                  <a:lnTo>
                    <a:pt x="0" y="786129"/>
                  </a:lnTo>
                  <a:lnTo>
                    <a:pt x="29210" y="786129"/>
                  </a:lnTo>
                  <a:lnTo>
                    <a:pt x="29210" y="783589"/>
                  </a:lnTo>
                  <a:close/>
                </a:path>
                <a:path w="29210" h="1013460">
                  <a:moveTo>
                    <a:pt x="29210" y="786129"/>
                  </a:moveTo>
                  <a:lnTo>
                    <a:pt x="0" y="786129"/>
                  </a:lnTo>
                  <a:lnTo>
                    <a:pt x="0" y="792479"/>
                  </a:lnTo>
                  <a:lnTo>
                    <a:pt x="29210" y="792479"/>
                  </a:lnTo>
                  <a:lnTo>
                    <a:pt x="29210" y="786129"/>
                  </a:lnTo>
                  <a:close/>
                </a:path>
                <a:path w="29210" h="1013460">
                  <a:moveTo>
                    <a:pt x="29210" y="792479"/>
                  </a:moveTo>
                  <a:lnTo>
                    <a:pt x="0" y="792479"/>
                  </a:lnTo>
                  <a:lnTo>
                    <a:pt x="0" y="796289"/>
                  </a:lnTo>
                  <a:lnTo>
                    <a:pt x="29210" y="796289"/>
                  </a:lnTo>
                  <a:lnTo>
                    <a:pt x="29210" y="792479"/>
                  </a:lnTo>
                  <a:close/>
                </a:path>
                <a:path w="29210" h="1013460">
                  <a:moveTo>
                    <a:pt x="29210" y="796289"/>
                  </a:moveTo>
                  <a:lnTo>
                    <a:pt x="0" y="796289"/>
                  </a:lnTo>
                  <a:lnTo>
                    <a:pt x="0" y="798829"/>
                  </a:lnTo>
                  <a:lnTo>
                    <a:pt x="29210" y="798829"/>
                  </a:lnTo>
                  <a:lnTo>
                    <a:pt x="29210" y="796289"/>
                  </a:lnTo>
                  <a:close/>
                </a:path>
                <a:path w="29210" h="1013460">
                  <a:moveTo>
                    <a:pt x="29210" y="798829"/>
                  </a:moveTo>
                  <a:lnTo>
                    <a:pt x="0" y="798829"/>
                  </a:lnTo>
                  <a:lnTo>
                    <a:pt x="0" y="802639"/>
                  </a:lnTo>
                  <a:lnTo>
                    <a:pt x="29210" y="802639"/>
                  </a:lnTo>
                  <a:lnTo>
                    <a:pt x="29210" y="798829"/>
                  </a:lnTo>
                  <a:close/>
                </a:path>
                <a:path w="29210" h="1013460">
                  <a:moveTo>
                    <a:pt x="29210" y="802639"/>
                  </a:moveTo>
                  <a:lnTo>
                    <a:pt x="0" y="802639"/>
                  </a:lnTo>
                  <a:lnTo>
                    <a:pt x="0" y="805179"/>
                  </a:lnTo>
                  <a:lnTo>
                    <a:pt x="29210" y="805179"/>
                  </a:lnTo>
                  <a:lnTo>
                    <a:pt x="29210" y="802639"/>
                  </a:lnTo>
                  <a:close/>
                </a:path>
                <a:path w="29210" h="1013460">
                  <a:moveTo>
                    <a:pt x="29210" y="805179"/>
                  </a:moveTo>
                  <a:lnTo>
                    <a:pt x="0" y="805179"/>
                  </a:lnTo>
                  <a:lnTo>
                    <a:pt x="0" y="811529"/>
                  </a:lnTo>
                  <a:lnTo>
                    <a:pt x="29210" y="811529"/>
                  </a:lnTo>
                  <a:lnTo>
                    <a:pt x="29210" y="805179"/>
                  </a:lnTo>
                  <a:close/>
                </a:path>
                <a:path w="29210" h="1013460">
                  <a:moveTo>
                    <a:pt x="29210" y="811529"/>
                  </a:moveTo>
                  <a:lnTo>
                    <a:pt x="0" y="811529"/>
                  </a:lnTo>
                  <a:lnTo>
                    <a:pt x="0" y="815339"/>
                  </a:lnTo>
                  <a:lnTo>
                    <a:pt x="29210" y="815339"/>
                  </a:lnTo>
                  <a:lnTo>
                    <a:pt x="29210" y="811529"/>
                  </a:lnTo>
                  <a:close/>
                </a:path>
                <a:path w="29210" h="1013460">
                  <a:moveTo>
                    <a:pt x="29210" y="815339"/>
                  </a:moveTo>
                  <a:lnTo>
                    <a:pt x="0" y="815339"/>
                  </a:lnTo>
                  <a:lnTo>
                    <a:pt x="0" y="817879"/>
                  </a:lnTo>
                  <a:lnTo>
                    <a:pt x="29210" y="817879"/>
                  </a:lnTo>
                  <a:lnTo>
                    <a:pt x="29210" y="815339"/>
                  </a:lnTo>
                  <a:close/>
                </a:path>
                <a:path w="29210" h="1013460">
                  <a:moveTo>
                    <a:pt x="29210" y="817879"/>
                  </a:moveTo>
                  <a:lnTo>
                    <a:pt x="0" y="817879"/>
                  </a:lnTo>
                  <a:lnTo>
                    <a:pt x="0" y="821689"/>
                  </a:lnTo>
                  <a:lnTo>
                    <a:pt x="29210" y="821689"/>
                  </a:lnTo>
                  <a:lnTo>
                    <a:pt x="29210" y="817879"/>
                  </a:lnTo>
                  <a:close/>
                </a:path>
                <a:path w="29210" h="1013460">
                  <a:moveTo>
                    <a:pt x="29210" y="821689"/>
                  </a:moveTo>
                  <a:lnTo>
                    <a:pt x="0" y="821689"/>
                  </a:lnTo>
                  <a:lnTo>
                    <a:pt x="0" y="824229"/>
                  </a:lnTo>
                  <a:lnTo>
                    <a:pt x="29210" y="824229"/>
                  </a:lnTo>
                  <a:lnTo>
                    <a:pt x="29210" y="821689"/>
                  </a:lnTo>
                  <a:close/>
                </a:path>
                <a:path w="29210" h="1013460">
                  <a:moveTo>
                    <a:pt x="29210" y="824229"/>
                  </a:moveTo>
                  <a:lnTo>
                    <a:pt x="0" y="824229"/>
                  </a:lnTo>
                  <a:lnTo>
                    <a:pt x="0" y="830579"/>
                  </a:lnTo>
                  <a:lnTo>
                    <a:pt x="29210" y="830579"/>
                  </a:lnTo>
                  <a:lnTo>
                    <a:pt x="29210" y="824229"/>
                  </a:lnTo>
                  <a:close/>
                </a:path>
                <a:path w="29210" h="1013460">
                  <a:moveTo>
                    <a:pt x="29210" y="830579"/>
                  </a:moveTo>
                  <a:lnTo>
                    <a:pt x="0" y="830579"/>
                  </a:lnTo>
                  <a:lnTo>
                    <a:pt x="0" y="834389"/>
                  </a:lnTo>
                  <a:lnTo>
                    <a:pt x="29210" y="834389"/>
                  </a:lnTo>
                  <a:lnTo>
                    <a:pt x="29210" y="830579"/>
                  </a:lnTo>
                  <a:close/>
                </a:path>
                <a:path w="29210" h="1013460">
                  <a:moveTo>
                    <a:pt x="29210" y="834389"/>
                  </a:moveTo>
                  <a:lnTo>
                    <a:pt x="0" y="834389"/>
                  </a:lnTo>
                  <a:lnTo>
                    <a:pt x="0" y="836929"/>
                  </a:lnTo>
                  <a:lnTo>
                    <a:pt x="29210" y="836929"/>
                  </a:lnTo>
                  <a:lnTo>
                    <a:pt x="29210" y="834389"/>
                  </a:lnTo>
                  <a:close/>
                </a:path>
                <a:path w="29210" h="1013460">
                  <a:moveTo>
                    <a:pt x="29210" y="836929"/>
                  </a:moveTo>
                  <a:lnTo>
                    <a:pt x="0" y="836929"/>
                  </a:lnTo>
                  <a:lnTo>
                    <a:pt x="0" y="840739"/>
                  </a:lnTo>
                  <a:lnTo>
                    <a:pt x="29210" y="840739"/>
                  </a:lnTo>
                  <a:lnTo>
                    <a:pt x="29210" y="836929"/>
                  </a:lnTo>
                  <a:close/>
                </a:path>
                <a:path w="29210" h="1013460">
                  <a:moveTo>
                    <a:pt x="29210" y="840739"/>
                  </a:moveTo>
                  <a:lnTo>
                    <a:pt x="0" y="840739"/>
                  </a:lnTo>
                  <a:lnTo>
                    <a:pt x="0" y="843279"/>
                  </a:lnTo>
                  <a:lnTo>
                    <a:pt x="29210" y="843279"/>
                  </a:lnTo>
                  <a:lnTo>
                    <a:pt x="29210" y="840739"/>
                  </a:lnTo>
                  <a:close/>
                </a:path>
                <a:path w="29210" h="1013460">
                  <a:moveTo>
                    <a:pt x="29210" y="843279"/>
                  </a:moveTo>
                  <a:lnTo>
                    <a:pt x="0" y="843279"/>
                  </a:lnTo>
                  <a:lnTo>
                    <a:pt x="0" y="849629"/>
                  </a:lnTo>
                  <a:lnTo>
                    <a:pt x="29210" y="849629"/>
                  </a:lnTo>
                  <a:lnTo>
                    <a:pt x="29210" y="843279"/>
                  </a:lnTo>
                  <a:close/>
                </a:path>
                <a:path w="29210" h="1013460">
                  <a:moveTo>
                    <a:pt x="29210" y="849629"/>
                  </a:moveTo>
                  <a:lnTo>
                    <a:pt x="0" y="849629"/>
                  </a:lnTo>
                  <a:lnTo>
                    <a:pt x="0" y="853439"/>
                  </a:lnTo>
                  <a:lnTo>
                    <a:pt x="29210" y="853439"/>
                  </a:lnTo>
                  <a:lnTo>
                    <a:pt x="29210" y="849629"/>
                  </a:lnTo>
                  <a:close/>
                </a:path>
                <a:path w="29210" h="1013460">
                  <a:moveTo>
                    <a:pt x="29210" y="853439"/>
                  </a:moveTo>
                  <a:lnTo>
                    <a:pt x="0" y="853439"/>
                  </a:lnTo>
                  <a:lnTo>
                    <a:pt x="0" y="855979"/>
                  </a:lnTo>
                  <a:lnTo>
                    <a:pt x="29210" y="855979"/>
                  </a:lnTo>
                  <a:lnTo>
                    <a:pt x="29210" y="853439"/>
                  </a:lnTo>
                  <a:close/>
                </a:path>
                <a:path w="29210" h="1013460">
                  <a:moveTo>
                    <a:pt x="29210" y="855979"/>
                  </a:moveTo>
                  <a:lnTo>
                    <a:pt x="0" y="855979"/>
                  </a:lnTo>
                  <a:lnTo>
                    <a:pt x="0" y="859789"/>
                  </a:lnTo>
                  <a:lnTo>
                    <a:pt x="29210" y="859789"/>
                  </a:lnTo>
                  <a:lnTo>
                    <a:pt x="29210" y="855979"/>
                  </a:lnTo>
                  <a:close/>
                </a:path>
                <a:path w="29210" h="1013460">
                  <a:moveTo>
                    <a:pt x="29210" y="859789"/>
                  </a:moveTo>
                  <a:lnTo>
                    <a:pt x="0" y="859789"/>
                  </a:lnTo>
                  <a:lnTo>
                    <a:pt x="0" y="862329"/>
                  </a:lnTo>
                  <a:lnTo>
                    <a:pt x="29210" y="862329"/>
                  </a:lnTo>
                  <a:lnTo>
                    <a:pt x="29210" y="859789"/>
                  </a:lnTo>
                  <a:close/>
                </a:path>
                <a:path w="29210" h="1013460">
                  <a:moveTo>
                    <a:pt x="29210" y="862329"/>
                  </a:moveTo>
                  <a:lnTo>
                    <a:pt x="0" y="862329"/>
                  </a:lnTo>
                  <a:lnTo>
                    <a:pt x="0" y="866139"/>
                  </a:lnTo>
                  <a:lnTo>
                    <a:pt x="29210" y="866139"/>
                  </a:lnTo>
                  <a:lnTo>
                    <a:pt x="29210" y="862329"/>
                  </a:lnTo>
                  <a:close/>
                </a:path>
                <a:path w="29210" h="1013460">
                  <a:moveTo>
                    <a:pt x="29210" y="866139"/>
                  </a:moveTo>
                  <a:lnTo>
                    <a:pt x="0" y="866139"/>
                  </a:lnTo>
                  <a:lnTo>
                    <a:pt x="0" y="868679"/>
                  </a:lnTo>
                  <a:lnTo>
                    <a:pt x="29210" y="868679"/>
                  </a:lnTo>
                  <a:lnTo>
                    <a:pt x="29210" y="866139"/>
                  </a:lnTo>
                  <a:close/>
                </a:path>
                <a:path w="29210" h="1013460">
                  <a:moveTo>
                    <a:pt x="29210" y="868679"/>
                  </a:moveTo>
                  <a:lnTo>
                    <a:pt x="0" y="868679"/>
                  </a:lnTo>
                  <a:lnTo>
                    <a:pt x="0" y="872489"/>
                  </a:lnTo>
                  <a:lnTo>
                    <a:pt x="29210" y="872489"/>
                  </a:lnTo>
                  <a:lnTo>
                    <a:pt x="29210" y="868679"/>
                  </a:lnTo>
                  <a:close/>
                </a:path>
                <a:path w="29210" h="1013460">
                  <a:moveTo>
                    <a:pt x="29210" y="872489"/>
                  </a:moveTo>
                  <a:lnTo>
                    <a:pt x="0" y="872489"/>
                  </a:lnTo>
                  <a:lnTo>
                    <a:pt x="0" y="875029"/>
                  </a:lnTo>
                  <a:lnTo>
                    <a:pt x="29210" y="875029"/>
                  </a:lnTo>
                  <a:lnTo>
                    <a:pt x="29210" y="872489"/>
                  </a:lnTo>
                  <a:close/>
                </a:path>
                <a:path w="29210" h="1013460">
                  <a:moveTo>
                    <a:pt x="29210" y="875029"/>
                  </a:moveTo>
                  <a:lnTo>
                    <a:pt x="0" y="875029"/>
                  </a:lnTo>
                  <a:lnTo>
                    <a:pt x="0" y="878839"/>
                  </a:lnTo>
                  <a:lnTo>
                    <a:pt x="29210" y="878839"/>
                  </a:lnTo>
                  <a:lnTo>
                    <a:pt x="29210" y="875029"/>
                  </a:lnTo>
                  <a:close/>
                </a:path>
                <a:path w="29210" h="1013460">
                  <a:moveTo>
                    <a:pt x="29210" y="878839"/>
                  </a:moveTo>
                  <a:lnTo>
                    <a:pt x="0" y="878839"/>
                  </a:lnTo>
                  <a:lnTo>
                    <a:pt x="0" y="881379"/>
                  </a:lnTo>
                  <a:lnTo>
                    <a:pt x="29210" y="881379"/>
                  </a:lnTo>
                  <a:lnTo>
                    <a:pt x="29210" y="878839"/>
                  </a:lnTo>
                  <a:close/>
                </a:path>
                <a:path w="29210" h="1013460">
                  <a:moveTo>
                    <a:pt x="29210" y="881379"/>
                  </a:moveTo>
                  <a:lnTo>
                    <a:pt x="0" y="881379"/>
                  </a:lnTo>
                  <a:lnTo>
                    <a:pt x="0" y="891539"/>
                  </a:lnTo>
                  <a:lnTo>
                    <a:pt x="29210" y="891539"/>
                  </a:lnTo>
                  <a:lnTo>
                    <a:pt x="29210" y="881379"/>
                  </a:lnTo>
                  <a:close/>
                </a:path>
                <a:path w="29210" h="1013460">
                  <a:moveTo>
                    <a:pt x="29210" y="891539"/>
                  </a:moveTo>
                  <a:lnTo>
                    <a:pt x="0" y="891539"/>
                  </a:lnTo>
                  <a:lnTo>
                    <a:pt x="0" y="894079"/>
                  </a:lnTo>
                  <a:lnTo>
                    <a:pt x="29210" y="894079"/>
                  </a:lnTo>
                  <a:lnTo>
                    <a:pt x="29210" y="891539"/>
                  </a:lnTo>
                  <a:close/>
                </a:path>
                <a:path w="29210" h="1013460">
                  <a:moveTo>
                    <a:pt x="29210" y="894079"/>
                  </a:moveTo>
                  <a:lnTo>
                    <a:pt x="0" y="894079"/>
                  </a:lnTo>
                  <a:lnTo>
                    <a:pt x="0" y="900429"/>
                  </a:lnTo>
                  <a:lnTo>
                    <a:pt x="29210" y="900429"/>
                  </a:lnTo>
                  <a:lnTo>
                    <a:pt x="29210" y="894079"/>
                  </a:lnTo>
                  <a:close/>
                </a:path>
                <a:path w="29210" h="1013460">
                  <a:moveTo>
                    <a:pt x="29210" y="900429"/>
                  </a:moveTo>
                  <a:lnTo>
                    <a:pt x="0" y="900429"/>
                  </a:lnTo>
                  <a:lnTo>
                    <a:pt x="0" y="906779"/>
                  </a:lnTo>
                  <a:lnTo>
                    <a:pt x="29210" y="906779"/>
                  </a:lnTo>
                  <a:lnTo>
                    <a:pt x="29210" y="900429"/>
                  </a:lnTo>
                  <a:close/>
                </a:path>
                <a:path w="29210" h="1013460">
                  <a:moveTo>
                    <a:pt x="29210" y="906779"/>
                  </a:moveTo>
                  <a:lnTo>
                    <a:pt x="0" y="906779"/>
                  </a:lnTo>
                  <a:lnTo>
                    <a:pt x="0" y="910589"/>
                  </a:lnTo>
                  <a:lnTo>
                    <a:pt x="29210" y="910589"/>
                  </a:lnTo>
                  <a:lnTo>
                    <a:pt x="29210" y="906779"/>
                  </a:lnTo>
                  <a:close/>
                </a:path>
                <a:path w="29210" h="1013460">
                  <a:moveTo>
                    <a:pt x="29210" y="910589"/>
                  </a:moveTo>
                  <a:lnTo>
                    <a:pt x="0" y="910589"/>
                  </a:lnTo>
                  <a:lnTo>
                    <a:pt x="0" y="916939"/>
                  </a:lnTo>
                  <a:lnTo>
                    <a:pt x="29210" y="916939"/>
                  </a:lnTo>
                  <a:lnTo>
                    <a:pt x="29210" y="910589"/>
                  </a:lnTo>
                  <a:close/>
                </a:path>
                <a:path w="29210" h="1013460">
                  <a:moveTo>
                    <a:pt x="29210" y="916939"/>
                  </a:moveTo>
                  <a:lnTo>
                    <a:pt x="0" y="916939"/>
                  </a:lnTo>
                  <a:lnTo>
                    <a:pt x="0" y="919479"/>
                  </a:lnTo>
                  <a:lnTo>
                    <a:pt x="29210" y="919479"/>
                  </a:lnTo>
                  <a:lnTo>
                    <a:pt x="29210" y="916939"/>
                  </a:lnTo>
                  <a:close/>
                </a:path>
                <a:path w="29210" h="1013460">
                  <a:moveTo>
                    <a:pt x="29210" y="919479"/>
                  </a:moveTo>
                  <a:lnTo>
                    <a:pt x="0" y="919479"/>
                  </a:lnTo>
                  <a:lnTo>
                    <a:pt x="0" y="923289"/>
                  </a:lnTo>
                  <a:lnTo>
                    <a:pt x="29210" y="923289"/>
                  </a:lnTo>
                  <a:lnTo>
                    <a:pt x="29210" y="919479"/>
                  </a:lnTo>
                  <a:close/>
                </a:path>
                <a:path w="29210" h="1013460">
                  <a:moveTo>
                    <a:pt x="29210" y="923289"/>
                  </a:moveTo>
                  <a:lnTo>
                    <a:pt x="0" y="923289"/>
                  </a:lnTo>
                  <a:lnTo>
                    <a:pt x="0" y="925829"/>
                  </a:lnTo>
                  <a:lnTo>
                    <a:pt x="29210" y="925829"/>
                  </a:lnTo>
                  <a:lnTo>
                    <a:pt x="29210" y="923289"/>
                  </a:lnTo>
                  <a:close/>
                </a:path>
                <a:path w="29210" h="1013460">
                  <a:moveTo>
                    <a:pt x="29210" y="925829"/>
                  </a:moveTo>
                  <a:lnTo>
                    <a:pt x="0" y="925829"/>
                  </a:lnTo>
                  <a:lnTo>
                    <a:pt x="0" y="929639"/>
                  </a:lnTo>
                  <a:lnTo>
                    <a:pt x="29210" y="929639"/>
                  </a:lnTo>
                  <a:lnTo>
                    <a:pt x="29210" y="925829"/>
                  </a:lnTo>
                  <a:close/>
                </a:path>
                <a:path w="29210" h="1013460">
                  <a:moveTo>
                    <a:pt x="29210" y="929639"/>
                  </a:moveTo>
                  <a:lnTo>
                    <a:pt x="0" y="929639"/>
                  </a:lnTo>
                  <a:lnTo>
                    <a:pt x="0" y="932179"/>
                  </a:lnTo>
                  <a:lnTo>
                    <a:pt x="29210" y="932179"/>
                  </a:lnTo>
                  <a:lnTo>
                    <a:pt x="29210" y="929639"/>
                  </a:lnTo>
                  <a:close/>
                </a:path>
                <a:path w="29210" h="1013460">
                  <a:moveTo>
                    <a:pt x="29210" y="932179"/>
                  </a:moveTo>
                  <a:lnTo>
                    <a:pt x="0" y="932179"/>
                  </a:lnTo>
                  <a:lnTo>
                    <a:pt x="0" y="935989"/>
                  </a:lnTo>
                  <a:lnTo>
                    <a:pt x="29210" y="935989"/>
                  </a:lnTo>
                  <a:lnTo>
                    <a:pt x="29210" y="932179"/>
                  </a:lnTo>
                  <a:close/>
                </a:path>
                <a:path w="29210" h="1013460">
                  <a:moveTo>
                    <a:pt x="29210" y="935989"/>
                  </a:moveTo>
                  <a:lnTo>
                    <a:pt x="0" y="935989"/>
                  </a:lnTo>
                  <a:lnTo>
                    <a:pt x="0" y="938529"/>
                  </a:lnTo>
                  <a:lnTo>
                    <a:pt x="29210" y="938529"/>
                  </a:lnTo>
                  <a:lnTo>
                    <a:pt x="29210" y="935989"/>
                  </a:lnTo>
                  <a:close/>
                </a:path>
                <a:path w="29210" h="1013460">
                  <a:moveTo>
                    <a:pt x="29210" y="938529"/>
                  </a:moveTo>
                  <a:lnTo>
                    <a:pt x="0" y="938529"/>
                  </a:lnTo>
                  <a:lnTo>
                    <a:pt x="0" y="942339"/>
                  </a:lnTo>
                  <a:lnTo>
                    <a:pt x="29210" y="942339"/>
                  </a:lnTo>
                  <a:lnTo>
                    <a:pt x="29210" y="938529"/>
                  </a:lnTo>
                  <a:close/>
                </a:path>
                <a:path w="29210" h="1013460">
                  <a:moveTo>
                    <a:pt x="29210" y="942339"/>
                  </a:moveTo>
                  <a:lnTo>
                    <a:pt x="0" y="942339"/>
                  </a:lnTo>
                  <a:lnTo>
                    <a:pt x="0" y="944879"/>
                  </a:lnTo>
                  <a:lnTo>
                    <a:pt x="29210" y="944879"/>
                  </a:lnTo>
                  <a:lnTo>
                    <a:pt x="29210" y="942339"/>
                  </a:lnTo>
                  <a:close/>
                </a:path>
                <a:path w="29210" h="1013460">
                  <a:moveTo>
                    <a:pt x="29210" y="944879"/>
                  </a:moveTo>
                  <a:lnTo>
                    <a:pt x="0" y="944879"/>
                  </a:lnTo>
                  <a:lnTo>
                    <a:pt x="0" y="948689"/>
                  </a:lnTo>
                  <a:lnTo>
                    <a:pt x="29210" y="948689"/>
                  </a:lnTo>
                  <a:lnTo>
                    <a:pt x="29210" y="944879"/>
                  </a:lnTo>
                  <a:close/>
                </a:path>
                <a:path w="29210" h="1013460">
                  <a:moveTo>
                    <a:pt x="29210" y="948689"/>
                  </a:moveTo>
                  <a:lnTo>
                    <a:pt x="0" y="948689"/>
                  </a:lnTo>
                  <a:lnTo>
                    <a:pt x="0" y="951229"/>
                  </a:lnTo>
                  <a:lnTo>
                    <a:pt x="29210" y="951229"/>
                  </a:lnTo>
                  <a:lnTo>
                    <a:pt x="29210" y="948689"/>
                  </a:lnTo>
                  <a:close/>
                </a:path>
                <a:path w="29210" h="1013460">
                  <a:moveTo>
                    <a:pt x="29210" y="951229"/>
                  </a:moveTo>
                  <a:lnTo>
                    <a:pt x="0" y="951229"/>
                  </a:lnTo>
                  <a:lnTo>
                    <a:pt x="0" y="955039"/>
                  </a:lnTo>
                  <a:lnTo>
                    <a:pt x="29210" y="955039"/>
                  </a:lnTo>
                  <a:lnTo>
                    <a:pt x="29210" y="951229"/>
                  </a:lnTo>
                  <a:close/>
                </a:path>
                <a:path w="29210" h="1013460">
                  <a:moveTo>
                    <a:pt x="29210" y="955039"/>
                  </a:moveTo>
                  <a:lnTo>
                    <a:pt x="0" y="955039"/>
                  </a:lnTo>
                  <a:lnTo>
                    <a:pt x="0" y="963929"/>
                  </a:lnTo>
                  <a:lnTo>
                    <a:pt x="29210" y="963929"/>
                  </a:lnTo>
                  <a:lnTo>
                    <a:pt x="29210" y="955039"/>
                  </a:lnTo>
                  <a:close/>
                </a:path>
                <a:path w="29210" h="1013460">
                  <a:moveTo>
                    <a:pt x="29210" y="963929"/>
                  </a:moveTo>
                  <a:lnTo>
                    <a:pt x="0" y="963929"/>
                  </a:lnTo>
                  <a:lnTo>
                    <a:pt x="0" y="967739"/>
                  </a:lnTo>
                  <a:lnTo>
                    <a:pt x="29210" y="967739"/>
                  </a:lnTo>
                  <a:lnTo>
                    <a:pt x="29210" y="963929"/>
                  </a:lnTo>
                  <a:close/>
                </a:path>
                <a:path w="29210" h="1013460">
                  <a:moveTo>
                    <a:pt x="29210" y="967739"/>
                  </a:moveTo>
                  <a:lnTo>
                    <a:pt x="0" y="967739"/>
                  </a:lnTo>
                  <a:lnTo>
                    <a:pt x="0" y="970279"/>
                  </a:lnTo>
                  <a:lnTo>
                    <a:pt x="29210" y="970279"/>
                  </a:lnTo>
                  <a:lnTo>
                    <a:pt x="29210" y="967739"/>
                  </a:lnTo>
                  <a:close/>
                </a:path>
                <a:path w="29210" h="1013460">
                  <a:moveTo>
                    <a:pt x="29210" y="970279"/>
                  </a:moveTo>
                  <a:lnTo>
                    <a:pt x="0" y="970279"/>
                  </a:lnTo>
                  <a:lnTo>
                    <a:pt x="0" y="980439"/>
                  </a:lnTo>
                  <a:lnTo>
                    <a:pt x="29210" y="980439"/>
                  </a:lnTo>
                  <a:lnTo>
                    <a:pt x="29210" y="970279"/>
                  </a:lnTo>
                  <a:close/>
                </a:path>
                <a:path w="29210" h="1013460">
                  <a:moveTo>
                    <a:pt x="29210" y="980439"/>
                  </a:moveTo>
                  <a:lnTo>
                    <a:pt x="0" y="980439"/>
                  </a:lnTo>
                  <a:lnTo>
                    <a:pt x="0" y="982979"/>
                  </a:lnTo>
                  <a:lnTo>
                    <a:pt x="29210" y="982979"/>
                  </a:lnTo>
                  <a:lnTo>
                    <a:pt x="29210" y="980439"/>
                  </a:lnTo>
                  <a:close/>
                </a:path>
                <a:path w="29210" h="1013460">
                  <a:moveTo>
                    <a:pt x="29210" y="982979"/>
                  </a:moveTo>
                  <a:lnTo>
                    <a:pt x="0" y="982979"/>
                  </a:lnTo>
                  <a:lnTo>
                    <a:pt x="0" y="986789"/>
                  </a:lnTo>
                  <a:lnTo>
                    <a:pt x="29210" y="986789"/>
                  </a:lnTo>
                  <a:lnTo>
                    <a:pt x="29210" y="982979"/>
                  </a:lnTo>
                  <a:close/>
                </a:path>
                <a:path w="29210" h="1013460">
                  <a:moveTo>
                    <a:pt x="29210" y="986789"/>
                  </a:moveTo>
                  <a:lnTo>
                    <a:pt x="0" y="986789"/>
                  </a:lnTo>
                  <a:lnTo>
                    <a:pt x="0" y="989329"/>
                  </a:lnTo>
                  <a:lnTo>
                    <a:pt x="27939" y="989329"/>
                  </a:lnTo>
                  <a:lnTo>
                    <a:pt x="27939" y="988059"/>
                  </a:lnTo>
                  <a:lnTo>
                    <a:pt x="29210" y="988059"/>
                  </a:lnTo>
                  <a:lnTo>
                    <a:pt x="29210" y="986789"/>
                  </a:lnTo>
                  <a:close/>
                </a:path>
                <a:path w="29210" h="1013460">
                  <a:moveTo>
                    <a:pt x="26669" y="989329"/>
                  </a:moveTo>
                  <a:lnTo>
                    <a:pt x="0" y="989329"/>
                  </a:lnTo>
                  <a:lnTo>
                    <a:pt x="0" y="993139"/>
                  </a:lnTo>
                  <a:lnTo>
                    <a:pt x="22860" y="993139"/>
                  </a:lnTo>
                  <a:lnTo>
                    <a:pt x="22860" y="991869"/>
                  </a:lnTo>
                  <a:lnTo>
                    <a:pt x="25400" y="991869"/>
                  </a:lnTo>
                  <a:lnTo>
                    <a:pt x="25400" y="990599"/>
                  </a:lnTo>
                  <a:lnTo>
                    <a:pt x="26669" y="990599"/>
                  </a:lnTo>
                  <a:lnTo>
                    <a:pt x="26669" y="989329"/>
                  </a:lnTo>
                  <a:close/>
                </a:path>
                <a:path w="29210" h="1013460">
                  <a:moveTo>
                    <a:pt x="21589" y="993139"/>
                  </a:moveTo>
                  <a:lnTo>
                    <a:pt x="0" y="993139"/>
                  </a:lnTo>
                  <a:lnTo>
                    <a:pt x="0" y="995679"/>
                  </a:lnTo>
                  <a:lnTo>
                    <a:pt x="20319" y="995679"/>
                  </a:lnTo>
                  <a:lnTo>
                    <a:pt x="20319" y="994409"/>
                  </a:lnTo>
                  <a:lnTo>
                    <a:pt x="21589" y="994409"/>
                  </a:lnTo>
                  <a:lnTo>
                    <a:pt x="21589" y="993139"/>
                  </a:lnTo>
                  <a:close/>
                </a:path>
                <a:path w="29210" h="1013460">
                  <a:moveTo>
                    <a:pt x="19050" y="995679"/>
                  </a:moveTo>
                  <a:lnTo>
                    <a:pt x="0" y="995679"/>
                  </a:lnTo>
                  <a:lnTo>
                    <a:pt x="0" y="999489"/>
                  </a:lnTo>
                  <a:lnTo>
                    <a:pt x="16510" y="999489"/>
                  </a:lnTo>
                  <a:lnTo>
                    <a:pt x="16510" y="998219"/>
                  </a:lnTo>
                  <a:lnTo>
                    <a:pt x="17779" y="998219"/>
                  </a:lnTo>
                  <a:lnTo>
                    <a:pt x="17779" y="996949"/>
                  </a:lnTo>
                  <a:lnTo>
                    <a:pt x="19050" y="996949"/>
                  </a:lnTo>
                  <a:lnTo>
                    <a:pt x="19050" y="995679"/>
                  </a:lnTo>
                  <a:close/>
                </a:path>
                <a:path w="29210" h="1013460">
                  <a:moveTo>
                    <a:pt x="15239" y="999489"/>
                  </a:moveTo>
                  <a:lnTo>
                    <a:pt x="0" y="999489"/>
                  </a:lnTo>
                  <a:lnTo>
                    <a:pt x="0" y="1002029"/>
                  </a:lnTo>
                  <a:lnTo>
                    <a:pt x="13969" y="1002029"/>
                  </a:lnTo>
                  <a:lnTo>
                    <a:pt x="13969" y="1000759"/>
                  </a:lnTo>
                  <a:lnTo>
                    <a:pt x="15239" y="1000759"/>
                  </a:lnTo>
                  <a:lnTo>
                    <a:pt x="15239" y="999489"/>
                  </a:lnTo>
                  <a:close/>
                </a:path>
                <a:path w="29210" h="1013460">
                  <a:moveTo>
                    <a:pt x="12700" y="1002029"/>
                  </a:moveTo>
                  <a:lnTo>
                    <a:pt x="0" y="1002029"/>
                  </a:lnTo>
                  <a:lnTo>
                    <a:pt x="0" y="1005839"/>
                  </a:lnTo>
                  <a:lnTo>
                    <a:pt x="10160" y="1005839"/>
                  </a:lnTo>
                  <a:lnTo>
                    <a:pt x="10160" y="1004569"/>
                  </a:lnTo>
                  <a:lnTo>
                    <a:pt x="11429" y="1004569"/>
                  </a:lnTo>
                  <a:lnTo>
                    <a:pt x="11429" y="1003299"/>
                  </a:lnTo>
                  <a:lnTo>
                    <a:pt x="12700" y="1003299"/>
                  </a:lnTo>
                  <a:lnTo>
                    <a:pt x="12700" y="1002029"/>
                  </a:lnTo>
                  <a:close/>
                </a:path>
                <a:path w="29210" h="1013460">
                  <a:moveTo>
                    <a:pt x="8889" y="1005839"/>
                  </a:moveTo>
                  <a:lnTo>
                    <a:pt x="0" y="1005839"/>
                  </a:lnTo>
                  <a:lnTo>
                    <a:pt x="0" y="1008379"/>
                  </a:lnTo>
                  <a:lnTo>
                    <a:pt x="7619" y="1008379"/>
                  </a:lnTo>
                  <a:lnTo>
                    <a:pt x="7619" y="1007109"/>
                  </a:lnTo>
                  <a:lnTo>
                    <a:pt x="8889" y="1007109"/>
                  </a:lnTo>
                  <a:lnTo>
                    <a:pt x="8889" y="1005839"/>
                  </a:lnTo>
                  <a:close/>
                </a:path>
                <a:path w="29210" h="1013460">
                  <a:moveTo>
                    <a:pt x="6350" y="1008379"/>
                  </a:moveTo>
                  <a:lnTo>
                    <a:pt x="0" y="1008379"/>
                  </a:lnTo>
                  <a:lnTo>
                    <a:pt x="0" y="1012189"/>
                  </a:lnTo>
                  <a:lnTo>
                    <a:pt x="3810" y="1012189"/>
                  </a:lnTo>
                  <a:lnTo>
                    <a:pt x="3810" y="1010919"/>
                  </a:lnTo>
                  <a:lnTo>
                    <a:pt x="5079" y="1010919"/>
                  </a:lnTo>
                  <a:lnTo>
                    <a:pt x="5079" y="1009649"/>
                  </a:lnTo>
                  <a:lnTo>
                    <a:pt x="6350" y="1009649"/>
                  </a:lnTo>
                  <a:lnTo>
                    <a:pt x="6350" y="1008379"/>
                  </a:lnTo>
                  <a:close/>
                </a:path>
                <a:path w="29210" h="1013460">
                  <a:moveTo>
                    <a:pt x="2539" y="1012189"/>
                  </a:moveTo>
                  <a:lnTo>
                    <a:pt x="0" y="1012189"/>
                  </a:lnTo>
                  <a:lnTo>
                    <a:pt x="0" y="1013459"/>
                  </a:lnTo>
                  <a:lnTo>
                    <a:pt x="2539" y="1013459"/>
                  </a:lnTo>
                  <a:lnTo>
                    <a:pt x="2539" y="1012189"/>
                  </a:lnTo>
                  <a:close/>
                </a:path>
              </a:pathLst>
            </a:custGeom>
            <a:solidFill>
              <a:srgbClr val="2B57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1" name="object 3801"/>
            <p:cNvSpPr/>
            <p:nvPr/>
          </p:nvSpPr>
          <p:spPr>
            <a:xfrm>
              <a:off x="5284470" y="4878070"/>
              <a:ext cx="27940" cy="958850"/>
            </a:xfrm>
            <a:custGeom>
              <a:avLst/>
              <a:gdLst/>
              <a:ahLst/>
              <a:cxnLst/>
              <a:rect l="l" t="t" r="r" b="b"/>
              <a:pathLst>
                <a:path w="27939" h="958850">
                  <a:moveTo>
                    <a:pt x="126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27939" h="958850">
                  <a:moveTo>
                    <a:pt x="2539" y="1269"/>
                  </a:moveTo>
                  <a:lnTo>
                    <a:pt x="0" y="1269"/>
                  </a:lnTo>
                  <a:lnTo>
                    <a:pt x="0" y="13969"/>
                  </a:lnTo>
                  <a:lnTo>
                    <a:pt x="13969" y="13969"/>
                  </a:lnTo>
                  <a:lnTo>
                    <a:pt x="13969" y="12699"/>
                  </a:lnTo>
                  <a:lnTo>
                    <a:pt x="12700" y="12699"/>
                  </a:lnTo>
                  <a:lnTo>
                    <a:pt x="12700" y="11429"/>
                  </a:lnTo>
                  <a:lnTo>
                    <a:pt x="11429" y="11429"/>
                  </a:lnTo>
                  <a:lnTo>
                    <a:pt x="11429" y="10159"/>
                  </a:lnTo>
                  <a:lnTo>
                    <a:pt x="10159" y="10159"/>
                  </a:lnTo>
                  <a:lnTo>
                    <a:pt x="10159" y="8889"/>
                  </a:lnTo>
                  <a:lnTo>
                    <a:pt x="8889" y="8889"/>
                  </a:lnTo>
                  <a:lnTo>
                    <a:pt x="8889" y="7619"/>
                  </a:lnTo>
                  <a:lnTo>
                    <a:pt x="7619" y="7619"/>
                  </a:lnTo>
                  <a:lnTo>
                    <a:pt x="7619" y="6349"/>
                  </a:lnTo>
                  <a:lnTo>
                    <a:pt x="6350" y="6349"/>
                  </a:lnTo>
                  <a:lnTo>
                    <a:pt x="6350" y="5079"/>
                  </a:lnTo>
                  <a:lnTo>
                    <a:pt x="5079" y="5079"/>
                  </a:lnTo>
                  <a:lnTo>
                    <a:pt x="5079" y="3809"/>
                  </a:lnTo>
                  <a:lnTo>
                    <a:pt x="3809" y="3809"/>
                  </a:lnTo>
                  <a:lnTo>
                    <a:pt x="3809" y="2539"/>
                  </a:lnTo>
                  <a:lnTo>
                    <a:pt x="2539" y="2539"/>
                  </a:lnTo>
                  <a:lnTo>
                    <a:pt x="2539" y="1269"/>
                  </a:lnTo>
                  <a:close/>
                </a:path>
                <a:path w="27939" h="958850">
                  <a:moveTo>
                    <a:pt x="16509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21589" y="20319"/>
                  </a:lnTo>
                  <a:lnTo>
                    <a:pt x="21589" y="19049"/>
                  </a:lnTo>
                  <a:lnTo>
                    <a:pt x="20319" y="19049"/>
                  </a:lnTo>
                  <a:lnTo>
                    <a:pt x="20319" y="17779"/>
                  </a:lnTo>
                  <a:lnTo>
                    <a:pt x="19050" y="17779"/>
                  </a:lnTo>
                  <a:lnTo>
                    <a:pt x="19050" y="16509"/>
                  </a:lnTo>
                  <a:lnTo>
                    <a:pt x="17779" y="16509"/>
                  </a:lnTo>
                  <a:lnTo>
                    <a:pt x="17779" y="15239"/>
                  </a:lnTo>
                  <a:lnTo>
                    <a:pt x="16509" y="15239"/>
                  </a:lnTo>
                  <a:lnTo>
                    <a:pt x="16509" y="13969"/>
                  </a:lnTo>
                  <a:close/>
                </a:path>
                <a:path w="27939" h="958850">
                  <a:moveTo>
                    <a:pt x="22859" y="20320"/>
                  </a:moveTo>
                  <a:lnTo>
                    <a:pt x="0" y="20320"/>
                  </a:lnTo>
                  <a:lnTo>
                    <a:pt x="0" y="26669"/>
                  </a:lnTo>
                  <a:lnTo>
                    <a:pt x="27939" y="26669"/>
                  </a:lnTo>
                  <a:lnTo>
                    <a:pt x="27939" y="25399"/>
                  </a:lnTo>
                  <a:lnTo>
                    <a:pt x="26669" y="25399"/>
                  </a:lnTo>
                  <a:lnTo>
                    <a:pt x="26669" y="24129"/>
                  </a:lnTo>
                  <a:lnTo>
                    <a:pt x="25400" y="24129"/>
                  </a:lnTo>
                  <a:lnTo>
                    <a:pt x="25400" y="22859"/>
                  </a:lnTo>
                  <a:lnTo>
                    <a:pt x="24129" y="22859"/>
                  </a:lnTo>
                  <a:lnTo>
                    <a:pt x="24129" y="21589"/>
                  </a:lnTo>
                  <a:lnTo>
                    <a:pt x="22859" y="21589"/>
                  </a:lnTo>
                  <a:lnTo>
                    <a:pt x="22859" y="20320"/>
                  </a:lnTo>
                  <a:close/>
                </a:path>
                <a:path w="27939" h="958850">
                  <a:moveTo>
                    <a:pt x="27939" y="26669"/>
                  </a:moveTo>
                  <a:lnTo>
                    <a:pt x="0" y="26669"/>
                  </a:lnTo>
                  <a:lnTo>
                    <a:pt x="0" y="33019"/>
                  </a:lnTo>
                  <a:lnTo>
                    <a:pt x="27939" y="33019"/>
                  </a:lnTo>
                  <a:lnTo>
                    <a:pt x="27939" y="26669"/>
                  </a:lnTo>
                  <a:close/>
                </a:path>
                <a:path w="27939" h="958850">
                  <a:moveTo>
                    <a:pt x="27939" y="33019"/>
                  </a:moveTo>
                  <a:lnTo>
                    <a:pt x="0" y="33019"/>
                  </a:lnTo>
                  <a:lnTo>
                    <a:pt x="0" y="39369"/>
                  </a:lnTo>
                  <a:lnTo>
                    <a:pt x="27939" y="39369"/>
                  </a:lnTo>
                  <a:lnTo>
                    <a:pt x="27939" y="33019"/>
                  </a:lnTo>
                  <a:close/>
                </a:path>
                <a:path w="27939" h="958850">
                  <a:moveTo>
                    <a:pt x="27939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27939" y="45719"/>
                  </a:lnTo>
                  <a:lnTo>
                    <a:pt x="27939" y="39369"/>
                  </a:lnTo>
                  <a:close/>
                </a:path>
                <a:path w="27939" h="958850">
                  <a:moveTo>
                    <a:pt x="27939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27939" y="52069"/>
                  </a:lnTo>
                  <a:lnTo>
                    <a:pt x="27939" y="45719"/>
                  </a:lnTo>
                  <a:close/>
                </a:path>
                <a:path w="27939" h="958850">
                  <a:moveTo>
                    <a:pt x="27939" y="52069"/>
                  </a:moveTo>
                  <a:lnTo>
                    <a:pt x="0" y="52069"/>
                  </a:lnTo>
                  <a:lnTo>
                    <a:pt x="0" y="58419"/>
                  </a:lnTo>
                  <a:lnTo>
                    <a:pt x="27939" y="58419"/>
                  </a:lnTo>
                  <a:lnTo>
                    <a:pt x="27939" y="52069"/>
                  </a:lnTo>
                  <a:close/>
                </a:path>
                <a:path w="27939" h="958850">
                  <a:moveTo>
                    <a:pt x="27939" y="58419"/>
                  </a:moveTo>
                  <a:lnTo>
                    <a:pt x="0" y="58419"/>
                  </a:lnTo>
                  <a:lnTo>
                    <a:pt x="0" y="64769"/>
                  </a:lnTo>
                  <a:lnTo>
                    <a:pt x="27939" y="64769"/>
                  </a:lnTo>
                  <a:lnTo>
                    <a:pt x="27939" y="58419"/>
                  </a:lnTo>
                  <a:close/>
                </a:path>
                <a:path w="27939" h="958850">
                  <a:moveTo>
                    <a:pt x="27939" y="64769"/>
                  </a:moveTo>
                  <a:lnTo>
                    <a:pt x="0" y="64769"/>
                  </a:lnTo>
                  <a:lnTo>
                    <a:pt x="0" y="83819"/>
                  </a:lnTo>
                  <a:lnTo>
                    <a:pt x="27939" y="83819"/>
                  </a:lnTo>
                  <a:lnTo>
                    <a:pt x="27939" y="64769"/>
                  </a:lnTo>
                  <a:close/>
                </a:path>
                <a:path w="27939" h="958850">
                  <a:moveTo>
                    <a:pt x="27939" y="83819"/>
                  </a:moveTo>
                  <a:lnTo>
                    <a:pt x="0" y="83819"/>
                  </a:lnTo>
                  <a:lnTo>
                    <a:pt x="0" y="96519"/>
                  </a:lnTo>
                  <a:lnTo>
                    <a:pt x="27939" y="96519"/>
                  </a:lnTo>
                  <a:lnTo>
                    <a:pt x="27939" y="83819"/>
                  </a:lnTo>
                  <a:close/>
                </a:path>
                <a:path w="27939" h="958850">
                  <a:moveTo>
                    <a:pt x="27939" y="96519"/>
                  </a:moveTo>
                  <a:lnTo>
                    <a:pt x="0" y="96519"/>
                  </a:lnTo>
                  <a:lnTo>
                    <a:pt x="0" y="102869"/>
                  </a:lnTo>
                  <a:lnTo>
                    <a:pt x="27939" y="102869"/>
                  </a:lnTo>
                  <a:lnTo>
                    <a:pt x="27939" y="96519"/>
                  </a:lnTo>
                  <a:close/>
                </a:path>
                <a:path w="27939" h="958850">
                  <a:moveTo>
                    <a:pt x="27939" y="102869"/>
                  </a:moveTo>
                  <a:lnTo>
                    <a:pt x="0" y="102869"/>
                  </a:lnTo>
                  <a:lnTo>
                    <a:pt x="0" y="109219"/>
                  </a:lnTo>
                  <a:lnTo>
                    <a:pt x="27939" y="109219"/>
                  </a:lnTo>
                  <a:lnTo>
                    <a:pt x="27939" y="102869"/>
                  </a:lnTo>
                  <a:close/>
                </a:path>
                <a:path w="27939" h="958850">
                  <a:moveTo>
                    <a:pt x="27939" y="109219"/>
                  </a:moveTo>
                  <a:lnTo>
                    <a:pt x="0" y="109219"/>
                  </a:lnTo>
                  <a:lnTo>
                    <a:pt x="0" y="115569"/>
                  </a:lnTo>
                  <a:lnTo>
                    <a:pt x="27939" y="115569"/>
                  </a:lnTo>
                  <a:lnTo>
                    <a:pt x="27939" y="109219"/>
                  </a:lnTo>
                  <a:close/>
                </a:path>
                <a:path w="27939" h="958850">
                  <a:moveTo>
                    <a:pt x="27939" y="115569"/>
                  </a:moveTo>
                  <a:lnTo>
                    <a:pt x="0" y="115569"/>
                  </a:lnTo>
                  <a:lnTo>
                    <a:pt x="0" y="121919"/>
                  </a:lnTo>
                  <a:lnTo>
                    <a:pt x="27939" y="121919"/>
                  </a:lnTo>
                  <a:lnTo>
                    <a:pt x="27939" y="115569"/>
                  </a:lnTo>
                  <a:close/>
                </a:path>
                <a:path w="27939" h="958850">
                  <a:moveTo>
                    <a:pt x="27939" y="121920"/>
                  </a:moveTo>
                  <a:lnTo>
                    <a:pt x="0" y="121920"/>
                  </a:lnTo>
                  <a:lnTo>
                    <a:pt x="0" y="134619"/>
                  </a:lnTo>
                  <a:lnTo>
                    <a:pt x="27939" y="134619"/>
                  </a:lnTo>
                  <a:lnTo>
                    <a:pt x="27939" y="121920"/>
                  </a:lnTo>
                  <a:close/>
                </a:path>
                <a:path w="27939" h="958850">
                  <a:moveTo>
                    <a:pt x="27939" y="134619"/>
                  </a:moveTo>
                  <a:lnTo>
                    <a:pt x="0" y="134619"/>
                  </a:lnTo>
                  <a:lnTo>
                    <a:pt x="0" y="140969"/>
                  </a:lnTo>
                  <a:lnTo>
                    <a:pt x="27939" y="140969"/>
                  </a:lnTo>
                  <a:lnTo>
                    <a:pt x="27939" y="134619"/>
                  </a:lnTo>
                  <a:close/>
                </a:path>
                <a:path w="27939" h="958850">
                  <a:moveTo>
                    <a:pt x="27939" y="140969"/>
                  </a:moveTo>
                  <a:lnTo>
                    <a:pt x="0" y="140969"/>
                  </a:lnTo>
                  <a:lnTo>
                    <a:pt x="0" y="147319"/>
                  </a:lnTo>
                  <a:lnTo>
                    <a:pt x="27939" y="147319"/>
                  </a:lnTo>
                  <a:lnTo>
                    <a:pt x="27939" y="140969"/>
                  </a:lnTo>
                  <a:close/>
                </a:path>
                <a:path w="27939" h="958850">
                  <a:moveTo>
                    <a:pt x="27939" y="147319"/>
                  </a:moveTo>
                  <a:lnTo>
                    <a:pt x="0" y="147319"/>
                  </a:lnTo>
                  <a:lnTo>
                    <a:pt x="0" y="153669"/>
                  </a:lnTo>
                  <a:lnTo>
                    <a:pt x="27939" y="153669"/>
                  </a:lnTo>
                  <a:lnTo>
                    <a:pt x="27939" y="147319"/>
                  </a:lnTo>
                  <a:close/>
                </a:path>
                <a:path w="27939" h="958850">
                  <a:moveTo>
                    <a:pt x="27939" y="153669"/>
                  </a:moveTo>
                  <a:lnTo>
                    <a:pt x="0" y="153669"/>
                  </a:lnTo>
                  <a:lnTo>
                    <a:pt x="0" y="160019"/>
                  </a:lnTo>
                  <a:lnTo>
                    <a:pt x="27939" y="160019"/>
                  </a:lnTo>
                  <a:lnTo>
                    <a:pt x="27939" y="153669"/>
                  </a:lnTo>
                  <a:close/>
                </a:path>
                <a:path w="27939" h="958850">
                  <a:moveTo>
                    <a:pt x="27939" y="160019"/>
                  </a:moveTo>
                  <a:lnTo>
                    <a:pt x="0" y="160019"/>
                  </a:lnTo>
                  <a:lnTo>
                    <a:pt x="0" y="172719"/>
                  </a:lnTo>
                  <a:lnTo>
                    <a:pt x="27939" y="172719"/>
                  </a:lnTo>
                  <a:lnTo>
                    <a:pt x="27939" y="160019"/>
                  </a:lnTo>
                  <a:close/>
                </a:path>
                <a:path w="27939" h="958850">
                  <a:moveTo>
                    <a:pt x="27939" y="172719"/>
                  </a:moveTo>
                  <a:lnTo>
                    <a:pt x="0" y="172719"/>
                  </a:lnTo>
                  <a:lnTo>
                    <a:pt x="0" y="179069"/>
                  </a:lnTo>
                  <a:lnTo>
                    <a:pt x="27939" y="179069"/>
                  </a:lnTo>
                  <a:lnTo>
                    <a:pt x="27939" y="172719"/>
                  </a:lnTo>
                  <a:close/>
                </a:path>
                <a:path w="27939" h="958850">
                  <a:moveTo>
                    <a:pt x="27939" y="179069"/>
                  </a:moveTo>
                  <a:lnTo>
                    <a:pt x="0" y="179069"/>
                  </a:lnTo>
                  <a:lnTo>
                    <a:pt x="0" y="185419"/>
                  </a:lnTo>
                  <a:lnTo>
                    <a:pt x="27939" y="185419"/>
                  </a:lnTo>
                  <a:lnTo>
                    <a:pt x="27939" y="179069"/>
                  </a:lnTo>
                  <a:close/>
                </a:path>
                <a:path w="27939" h="958850">
                  <a:moveTo>
                    <a:pt x="27939" y="185419"/>
                  </a:moveTo>
                  <a:lnTo>
                    <a:pt x="0" y="185419"/>
                  </a:lnTo>
                  <a:lnTo>
                    <a:pt x="0" y="191769"/>
                  </a:lnTo>
                  <a:lnTo>
                    <a:pt x="27939" y="191769"/>
                  </a:lnTo>
                  <a:lnTo>
                    <a:pt x="27939" y="185419"/>
                  </a:lnTo>
                  <a:close/>
                </a:path>
                <a:path w="27939" h="958850">
                  <a:moveTo>
                    <a:pt x="27939" y="191769"/>
                  </a:moveTo>
                  <a:lnTo>
                    <a:pt x="0" y="191769"/>
                  </a:lnTo>
                  <a:lnTo>
                    <a:pt x="0" y="198119"/>
                  </a:lnTo>
                  <a:lnTo>
                    <a:pt x="27939" y="198119"/>
                  </a:lnTo>
                  <a:lnTo>
                    <a:pt x="27939" y="191769"/>
                  </a:lnTo>
                  <a:close/>
                </a:path>
                <a:path w="27939" h="958850">
                  <a:moveTo>
                    <a:pt x="27939" y="198119"/>
                  </a:moveTo>
                  <a:lnTo>
                    <a:pt x="0" y="198119"/>
                  </a:lnTo>
                  <a:lnTo>
                    <a:pt x="0" y="204469"/>
                  </a:lnTo>
                  <a:lnTo>
                    <a:pt x="27939" y="204469"/>
                  </a:lnTo>
                  <a:lnTo>
                    <a:pt x="27939" y="198119"/>
                  </a:lnTo>
                  <a:close/>
                </a:path>
                <a:path w="27939" h="958850">
                  <a:moveTo>
                    <a:pt x="27939" y="204469"/>
                  </a:moveTo>
                  <a:lnTo>
                    <a:pt x="0" y="204469"/>
                  </a:lnTo>
                  <a:lnTo>
                    <a:pt x="0" y="210819"/>
                  </a:lnTo>
                  <a:lnTo>
                    <a:pt x="27939" y="210819"/>
                  </a:lnTo>
                  <a:lnTo>
                    <a:pt x="27939" y="204469"/>
                  </a:lnTo>
                  <a:close/>
                </a:path>
                <a:path w="27939" h="958850">
                  <a:moveTo>
                    <a:pt x="27939" y="210819"/>
                  </a:moveTo>
                  <a:lnTo>
                    <a:pt x="0" y="210819"/>
                  </a:lnTo>
                  <a:lnTo>
                    <a:pt x="0" y="217169"/>
                  </a:lnTo>
                  <a:lnTo>
                    <a:pt x="27939" y="217169"/>
                  </a:lnTo>
                  <a:lnTo>
                    <a:pt x="27939" y="210819"/>
                  </a:lnTo>
                  <a:close/>
                </a:path>
                <a:path w="27939" h="958850">
                  <a:moveTo>
                    <a:pt x="27939" y="217170"/>
                  </a:moveTo>
                  <a:lnTo>
                    <a:pt x="0" y="217170"/>
                  </a:lnTo>
                  <a:lnTo>
                    <a:pt x="0" y="223519"/>
                  </a:lnTo>
                  <a:lnTo>
                    <a:pt x="27939" y="223519"/>
                  </a:lnTo>
                  <a:lnTo>
                    <a:pt x="27939" y="217170"/>
                  </a:lnTo>
                  <a:close/>
                </a:path>
                <a:path w="27939" h="958850">
                  <a:moveTo>
                    <a:pt x="27939" y="223519"/>
                  </a:moveTo>
                  <a:lnTo>
                    <a:pt x="0" y="223519"/>
                  </a:lnTo>
                  <a:lnTo>
                    <a:pt x="0" y="236219"/>
                  </a:lnTo>
                  <a:lnTo>
                    <a:pt x="27939" y="236219"/>
                  </a:lnTo>
                  <a:lnTo>
                    <a:pt x="27939" y="223519"/>
                  </a:lnTo>
                  <a:close/>
                </a:path>
                <a:path w="27939" h="958850">
                  <a:moveTo>
                    <a:pt x="27939" y="236219"/>
                  </a:moveTo>
                  <a:lnTo>
                    <a:pt x="0" y="236219"/>
                  </a:lnTo>
                  <a:lnTo>
                    <a:pt x="0" y="242569"/>
                  </a:lnTo>
                  <a:lnTo>
                    <a:pt x="27939" y="242569"/>
                  </a:lnTo>
                  <a:lnTo>
                    <a:pt x="27939" y="236219"/>
                  </a:lnTo>
                  <a:close/>
                </a:path>
                <a:path w="27939" h="958850">
                  <a:moveTo>
                    <a:pt x="27939" y="242569"/>
                  </a:moveTo>
                  <a:lnTo>
                    <a:pt x="0" y="242569"/>
                  </a:lnTo>
                  <a:lnTo>
                    <a:pt x="0" y="248919"/>
                  </a:lnTo>
                  <a:lnTo>
                    <a:pt x="27939" y="248919"/>
                  </a:lnTo>
                  <a:lnTo>
                    <a:pt x="27939" y="242569"/>
                  </a:lnTo>
                  <a:close/>
                </a:path>
                <a:path w="27939" h="958850">
                  <a:moveTo>
                    <a:pt x="27939" y="248919"/>
                  </a:moveTo>
                  <a:lnTo>
                    <a:pt x="0" y="248919"/>
                  </a:lnTo>
                  <a:lnTo>
                    <a:pt x="0" y="255269"/>
                  </a:lnTo>
                  <a:lnTo>
                    <a:pt x="27939" y="255269"/>
                  </a:lnTo>
                  <a:lnTo>
                    <a:pt x="27939" y="248919"/>
                  </a:lnTo>
                  <a:close/>
                </a:path>
                <a:path w="27939" h="958850">
                  <a:moveTo>
                    <a:pt x="27939" y="255270"/>
                  </a:moveTo>
                  <a:lnTo>
                    <a:pt x="0" y="255270"/>
                  </a:lnTo>
                  <a:lnTo>
                    <a:pt x="0" y="261619"/>
                  </a:lnTo>
                  <a:lnTo>
                    <a:pt x="27939" y="261619"/>
                  </a:lnTo>
                  <a:lnTo>
                    <a:pt x="27939" y="255270"/>
                  </a:lnTo>
                  <a:close/>
                </a:path>
                <a:path w="27939" h="958850">
                  <a:moveTo>
                    <a:pt x="27939" y="261619"/>
                  </a:moveTo>
                  <a:lnTo>
                    <a:pt x="0" y="261619"/>
                  </a:lnTo>
                  <a:lnTo>
                    <a:pt x="0" y="267969"/>
                  </a:lnTo>
                  <a:lnTo>
                    <a:pt x="27939" y="267969"/>
                  </a:lnTo>
                  <a:lnTo>
                    <a:pt x="27939" y="261619"/>
                  </a:lnTo>
                  <a:close/>
                </a:path>
                <a:path w="27939" h="958850">
                  <a:moveTo>
                    <a:pt x="27939" y="267969"/>
                  </a:moveTo>
                  <a:lnTo>
                    <a:pt x="0" y="267969"/>
                  </a:lnTo>
                  <a:lnTo>
                    <a:pt x="0" y="274319"/>
                  </a:lnTo>
                  <a:lnTo>
                    <a:pt x="27939" y="274319"/>
                  </a:lnTo>
                  <a:lnTo>
                    <a:pt x="27939" y="267969"/>
                  </a:lnTo>
                  <a:close/>
                </a:path>
                <a:path w="27939" h="958850">
                  <a:moveTo>
                    <a:pt x="27939" y="274319"/>
                  </a:moveTo>
                  <a:lnTo>
                    <a:pt x="0" y="274319"/>
                  </a:lnTo>
                  <a:lnTo>
                    <a:pt x="0" y="280669"/>
                  </a:lnTo>
                  <a:lnTo>
                    <a:pt x="27939" y="280669"/>
                  </a:lnTo>
                  <a:lnTo>
                    <a:pt x="27939" y="274319"/>
                  </a:lnTo>
                  <a:close/>
                </a:path>
                <a:path w="27939" h="958850">
                  <a:moveTo>
                    <a:pt x="27939" y="280670"/>
                  </a:moveTo>
                  <a:lnTo>
                    <a:pt x="0" y="280670"/>
                  </a:lnTo>
                  <a:lnTo>
                    <a:pt x="0" y="287019"/>
                  </a:lnTo>
                  <a:lnTo>
                    <a:pt x="27939" y="287019"/>
                  </a:lnTo>
                  <a:lnTo>
                    <a:pt x="27939" y="280670"/>
                  </a:lnTo>
                  <a:close/>
                </a:path>
                <a:path w="27939" h="958850">
                  <a:moveTo>
                    <a:pt x="27939" y="287019"/>
                  </a:moveTo>
                  <a:lnTo>
                    <a:pt x="0" y="287019"/>
                  </a:lnTo>
                  <a:lnTo>
                    <a:pt x="0" y="293369"/>
                  </a:lnTo>
                  <a:lnTo>
                    <a:pt x="27939" y="293369"/>
                  </a:lnTo>
                  <a:lnTo>
                    <a:pt x="27939" y="287019"/>
                  </a:lnTo>
                  <a:close/>
                </a:path>
                <a:path w="27939" h="958850">
                  <a:moveTo>
                    <a:pt x="27939" y="293369"/>
                  </a:moveTo>
                  <a:lnTo>
                    <a:pt x="0" y="293369"/>
                  </a:lnTo>
                  <a:lnTo>
                    <a:pt x="0" y="306069"/>
                  </a:lnTo>
                  <a:lnTo>
                    <a:pt x="27939" y="306069"/>
                  </a:lnTo>
                  <a:lnTo>
                    <a:pt x="27939" y="293369"/>
                  </a:lnTo>
                  <a:close/>
                </a:path>
                <a:path w="27939" h="958850">
                  <a:moveTo>
                    <a:pt x="27939" y="306069"/>
                  </a:moveTo>
                  <a:lnTo>
                    <a:pt x="0" y="306069"/>
                  </a:lnTo>
                  <a:lnTo>
                    <a:pt x="0" y="312419"/>
                  </a:lnTo>
                  <a:lnTo>
                    <a:pt x="27939" y="312419"/>
                  </a:lnTo>
                  <a:lnTo>
                    <a:pt x="27939" y="306069"/>
                  </a:lnTo>
                  <a:close/>
                </a:path>
                <a:path w="27939" h="958850">
                  <a:moveTo>
                    <a:pt x="27939" y="312419"/>
                  </a:moveTo>
                  <a:lnTo>
                    <a:pt x="0" y="312419"/>
                  </a:lnTo>
                  <a:lnTo>
                    <a:pt x="0" y="318769"/>
                  </a:lnTo>
                  <a:lnTo>
                    <a:pt x="27939" y="318769"/>
                  </a:lnTo>
                  <a:lnTo>
                    <a:pt x="27939" y="312419"/>
                  </a:lnTo>
                  <a:close/>
                </a:path>
                <a:path w="27939" h="958850">
                  <a:moveTo>
                    <a:pt x="27939" y="318769"/>
                  </a:moveTo>
                  <a:lnTo>
                    <a:pt x="0" y="318769"/>
                  </a:lnTo>
                  <a:lnTo>
                    <a:pt x="0" y="325119"/>
                  </a:lnTo>
                  <a:lnTo>
                    <a:pt x="27939" y="325119"/>
                  </a:lnTo>
                  <a:lnTo>
                    <a:pt x="27939" y="318769"/>
                  </a:lnTo>
                  <a:close/>
                </a:path>
                <a:path w="27939" h="958850">
                  <a:moveTo>
                    <a:pt x="27939" y="325119"/>
                  </a:moveTo>
                  <a:lnTo>
                    <a:pt x="0" y="325119"/>
                  </a:lnTo>
                  <a:lnTo>
                    <a:pt x="0" y="331469"/>
                  </a:lnTo>
                  <a:lnTo>
                    <a:pt x="27939" y="331469"/>
                  </a:lnTo>
                  <a:lnTo>
                    <a:pt x="27939" y="325119"/>
                  </a:lnTo>
                  <a:close/>
                </a:path>
                <a:path w="27939" h="958850">
                  <a:moveTo>
                    <a:pt x="27939" y="331469"/>
                  </a:moveTo>
                  <a:lnTo>
                    <a:pt x="0" y="331469"/>
                  </a:lnTo>
                  <a:lnTo>
                    <a:pt x="0" y="337819"/>
                  </a:lnTo>
                  <a:lnTo>
                    <a:pt x="27939" y="337819"/>
                  </a:lnTo>
                  <a:lnTo>
                    <a:pt x="27939" y="331469"/>
                  </a:lnTo>
                  <a:close/>
                </a:path>
                <a:path w="27939" h="958850">
                  <a:moveTo>
                    <a:pt x="27939" y="337819"/>
                  </a:moveTo>
                  <a:lnTo>
                    <a:pt x="0" y="337819"/>
                  </a:lnTo>
                  <a:lnTo>
                    <a:pt x="0" y="344169"/>
                  </a:lnTo>
                  <a:lnTo>
                    <a:pt x="27939" y="344169"/>
                  </a:lnTo>
                  <a:lnTo>
                    <a:pt x="27939" y="337819"/>
                  </a:lnTo>
                  <a:close/>
                </a:path>
                <a:path w="27939" h="958850">
                  <a:moveTo>
                    <a:pt x="27939" y="344169"/>
                  </a:moveTo>
                  <a:lnTo>
                    <a:pt x="0" y="344169"/>
                  </a:lnTo>
                  <a:lnTo>
                    <a:pt x="0" y="350519"/>
                  </a:lnTo>
                  <a:lnTo>
                    <a:pt x="27939" y="350519"/>
                  </a:lnTo>
                  <a:lnTo>
                    <a:pt x="27939" y="344169"/>
                  </a:lnTo>
                  <a:close/>
                </a:path>
                <a:path w="27939" h="958850">
                  <a:moveTo>
                    <a:pt x="27939" y="350519"/>
                  </a:moveTo>
                  <a:lnTo>
                    <a:pt x="0" y="350519"/>
                  </a:lnTo>
                  <a:lnTo>
                    <a:pt x="0" y="361949"/>
                  </a:lnTo>
                  <a:lnTo>
                    <a:pt x="27939" y="361949"/>
                  </a:lnTo>
                  <a:lnTo>
                    <a:pt x="27939" y="350519"/>
                  </a:lnTo>
                  <a:close/>
                </a:path>
                <a:path w="27939" h="958850">
                  <a:moveTo>
                    <a:pt x="27939" y="361950"/>
                  </a:moveTo>
                  <a:lnTo>
                    <a:pt x="0" y="361950"/>
                  </a:lnTo>
                  <a:lnTo>
                    <a:pt x="0" y="368299"/>
                  </a:lnTo>
                  <a:lnTo>
                    <a:pt x="27939" y="368299"/>
                  </a:lnTo>
                  <a:lnTo>
                    <a:pt x="27939" y="361950"/>
                  </a:lnTo>
                  <a:close/>
                </a:path>
                <a:path w="27939" h="958850">
                  <a:moveTo>
                    <a:pt x="27939" y="368299"/>
                  </a:moveTo>
                  <a:lnTo>
                    <a:pt x="0" y="368299"/>
                  </a:lnTo>
                  <a:lnTo>
                    <a:pt x="0" y="374649"/>
                  </a:lnTo>
                  <a:lnTo>
                    <a:pt x="27939" y="374649"/>
                  </a:lnTo>
                  <a:lnTo>
                    <a:pt x="27939" y="368299"/>
                  </a:lnTo>
                  <a:close/>
                </a:path>
                <a:path w="27939" h="958850">
                  <a:moveTo>
                    <a:pt x="27939" y="374649"/>
                  </a:moveTo>
                  <a:lnTo>
                    <a:pt x="0" y="374649"/>
                  </a:lnTo>
                  <a:lnTo>
                    <a:pt x="0" y="377189"/>
                  </a:lnTo>
                  <a:lnTo>
                    <a:pt x="27939" y="377189"/>
                  </a:lnTo>
                  <a:lnTo>
                    <a:pt x="27939" y="374649"/>
                  </a:lnTo>
                  <a:close/>
                </a:path>
                <a:path w="27939" h="958850">
                  <a:moveTo>
                    <a:pt x="27939" y="377189"/>
                  </a:moveTo>
                  <a:lnTo>
                    <a:pt x="0" y="377189"/>
                  </a:lnTo>
                  <a:lnTo>
                    <a:pt x="0" y="380999"/>
                  </a:lnTo>
                  <a:lnTo>
                    <a:pt x="27939" y="380999"/>
                  </a:lnTo>
                  <a:lnTo>
                    <a:pt x="27939" y="377189"/>
                  </a:lnTo>
                  <a:close/>
                </a:path>
                <a:path w="27939" h="958850">
                  <a:moveTo>
                    <a:pt x="27939" y="380999"/>
                  </a:moveTo>
                  <a:lnTo>
                    <a:pt x="0" y="380999"/>
                  </a:lnTo>
                  <a:lnTo>
                    <a:pt x="0" y="387349"/>
                  </a:lnTo>
                  <a:lnTo>
                    <a:pt x="27939" y="387349"/>
                  </a:lnTo>
                  <a:lnTo>
                    <a:pt x="27939" y="380999"/>
                  </a:lnTo>
                  <a:close/>
                </a:path>
                <a:path w="27939" h="958850">
                  <a:moveTo>
                    <a:pt x="27939" y="387349"/>
                  </a:moveTo>
                  <a:lnTo>
                    <a:pt x="0" y="387349"/>
                  </a:lnTo>
                  <a:lnTo>
                    <a:pt x="0" y="389889"/>
                  </a:lnTo>
                  <a:lnTo>
                    <a:pt x="27939" y="389889"/>
                  </a:lnTo>
                  <a:lnTo>
                    <a:pt x="27939" y="387349"/>
                  </a:lnTo>
                  <a:close/>
                </a:path>
                <a:path w="27939" h="958850">
                  <a:moveTo>
                    <a:pt x="27939" y="389889"/>
                  </a:moveTo>
                  <a:lnTo>
                    <a:pt x="0" y="389889"/>
                  </a:lnTo>
                  <a:lnTo>
                    <a:pt x="0" y="427989"/>
                  </a:lnTo>
                  <a:lnTo>
                    <a:pt x="27939" y="427989"/>
                  </a:lnTo>
                  <a:lnTo>
                    <a:pt x="27939" y="389889"/>
                  </a:lnTo>
                  <a:close/>
                </a:path>
                <a:path w="27939" h="958850">
                  <a:moveTo>
                    <a:pt x="27939" y="427989"/>
                  </a:moveTo>
                  <a:lnTo>
                    <a:pt x="0" y="427989"/>
                  </a:lnTo>
                  <a:lnTo>
                    <a:pt x="0" y="434339"/>
                  </a:lnTo>
                  <a:lnTo>
                    <a:pt x="27939" y="434339"/>
                  </a:lnTo>
                  <a:lnTo>
                    <a:pt x="27939" y="427989"/>
                  </a:lnTo>
                  <a:close/>
                </a:path>
                <a:path w="27939" h="958850">
                  <a:moveTo>
                    <a:pt x="27939" y="434339"/>
                  </a:moveTo>
                  <a:lnTo>
                    <a:pt x="0" y="434339"/>
                  </a:lnTo>
                  <a:lnTo>
                    <a:pt x="0" y="438149"/>
                  </a:lnTo>
                  <a:lnTo>
                    <a:pt x="27939" y="438149"/>
                  </a:lnTo>
                  <a:lnTo>
                    <a:pt x="27939" y="434339"/>
                  </a:lnTo>
                  <a:close/>
                </a:path>
                <a:path w="27939" h="958850">
                  <a:moveTo>
                    <a:pt x="27939" y="438150"/>
                  </a:moveTo>
                  <a:lnTo>
                    <a:pt x="0" y="438150"/>
                  </a:lnTo>
                  <a:lnTo>
                    <a:pt x="0" y="440689"/>
                  </a:lnTo>
                  <a:lnTo>
                    <a:pt x="27939" y="440689"/>
                  </a:lnTo>
                  <a:lnTo>
                    <a:pt x="27939" y="438150"/>
                  </a:lnTo>
                  <a:close/>
                </a:path>
                <a:path w="27939" h="958850">
                  <a:moveTo>
                    <a:pt x="27939" y="440689"/>
                  </a:moveTo>
                  <a:lnTo>
                    <a:pt x="0" y="440689"/>
                  </a:lnTo>
                  <a:lnTo>
                    <a:pt x="0" y="444499"/>
                  </a:lnTo>
                  <a:lnTo>
                    <a:pt x="27939" y="444499"/>
                  </a:lnTo>
                  <a:lnTo>
                    <a:pt x="27939" y="440689"/>
                  </a:lnTo>
                  <a:close/>
                </a:path>
                <a:path w="27939" h="958850">
                  <a:moveTo>
                    <a:pt x="27939" y="444499"/>
                  </a:moveTo>
                  <a:lnTo>
                    <a:pt x="0" y="444499"/>
                  </a:lnTo>
                  <a:lnTo>
                    <a:pt x="0" y="447039"/>
                  </a:lnTo>
                  <a:lnTo>
                    <a:pt x="27939" y="447039"/>
                  </a:lnTo>
                  <a:lnTo>
                    <a:pt x="27939" y="444499"/>
                  </a:lnTo>
                  <a:close/>
                </a:path>
                <a:path w="27939" h="958850">
                  <a:moveTo>
                    <a:pt x="27939" y="447039"/>
                  </a:moveTo>
                  <a:lnTo>
                    <a:pt x="0" y="447039"/>
                  </a:lnTo>
                  <a:lnTo>
                    <a:pt x="0" y="459739"/>
                  </a:lnTo>
                  <a:lnTo>
                    <a:pt x="27939" y="459739"/>
                  </a:lnTo>
                  <a:lnTo>
                    <a:pt x="27939" y="447039"/>
                  </a:lnTo>
                  <a:close/>
                </a:path>
                <a:path w="27939" h="958850">
                  <a:moveTo>
                    <a:pt x="27939" y="459739"/>
                  </a:moveTo>
                  <a:lnTo>
                    <a:pt x="0" y="459739"/>
                  </a:lnTo>
                  <a:lnTo>
                    <a:pt x="0" y="466089"/>
                  </a:lnTo>
                  <a:lnTo>
                    <a:pt x="27939" y="466089"/>
                  </a:lnTo>
                  <a:lnTo>
                    <a:pt x="27939" y="459739"/>
                  </a:lnTo>
                  <a:close/>
                </a:path>
                <a:path w="27939" h="958850">
                  <a:moveTo>
                    <a:pt x="27939" y="466089"/>
                  </a:moveTo>
                  <a:lnTo>
                    <a:pt x="0" y="466089"/>
                  </a:lnTo>
                  <a:lnTo>
                    <a:pt x="0" y="469899"/>
                  </a:lnTo>
                  <a:lnTo>
                    <a:pt x="27939" y="469899"/>
                  </a:lnTo>
                  <a:lnTo>
                    <a:pt x="27939" y="466089"/>
                  </a:lnTo>
                  <a:close/>
                </a:path>
                <a:path w="27939" h="958850">
                  <a:moveTo>
                    <a:pt x="27939" y="469900"/>
                  </a:moveTo>
                  <a:lnTo>
                    <a:pt x="0" y="469900"/>
                  </a:lnTo>
                  <a:lnTo>
                    <a:pt x="0" y="472439"/>
                  </a:lnTo>
                  <a:lnTo>
                    <a:pt x="27939" y="472439"/>
                  </a:lnTo>
                  <a:lnTo>
                    <a:pt x="27939" y="469900"/>
                  </a:lnTo>
                  <a:close/>
                </a:path>
                <a:path w="27939" h="958850">
                  <a:moveTo>
                    <a:pt x="27939" y="472439"/>
                  </a:moveTo>
                  <a:lnTo>
                    <a:pt x="0" y="472439"/>
                  </a:lnTo>
                  <a:lnTo>
                    <a:pt x="0" y="482599"/>
                  </a:lnTo>
                  <a:lnTo>
                    <a:pt x="27939" y="482599"/>
                  </a:lnTo>
                  <a:lnTo>
                    <a:pt x="27939" y="472439"/>
                  </a:lnTo>
                  <a:close/>
                </a:path>
                <a:path w="27939" h="958850">
                  <a:moveTo>
                    <a:pt x="27939" y="482600"/>
                  </a:moveTo>
                  <a:lnTo>
                    <a:pt x="0" y="482600"/>
                  </a:lnTo>
                  <a:lnTo>
                    <a:pt x="0" y="485139"/>
                  </a:lnTo>
                  <a:lnTo>
                    <a:pt x="27939" y="485139"/>
                  </a:lnTo>
                  <a:lnTo>
                    <a:pt x="27939" y="482600"/>
                  </a:lnTo>
                  <a:close/>
                </a:path>
                <a:path w="27939" h="958850">
                  <a:moveTo>
                    <a:pt x="27939" y="485139"/>
                  </a:moveTo>
                  <a:lnTo>
                    <a:pt x="0" y="485139"/>
                  </a:lnTo>
                  <a:lnTo>
                    <a:pt x="0" y="488949"/>
                  </a:lnTo>
                  <a:lnTo>
                    <a:pt x="27939" y="488949"/>
                  </a:lnTo>
                  <a:lnTo>
                    <a:pt x="27939" y="485139"/>
                  </a:lnTo>
                  <a:close/>
                </a:path>
                <a:path w="27939" h="958850">
                  <a:moveTo>
                    <a:pt x="27939" y="488950"/>
                  </a:moveTo>
                  <a:lnTo>
                    <a:pt x="0" y="488950"/>
                  </a:lnTo>
                  <a:lnTo>
                    <a:pt x="0" y="495299"/>
                  </a:lnTo>
                  <a:lnTo>
                    <a:pt x="27939" y="495299"/>
                  </a:lnTo>
                  <a:lnTo>
                    <a:pt x="27939" y="488950"/>
                  </a:lnTo>
                  <a:close/>
                </a:path>
                <a:path w="27939" h="958850">
                  <a:moveTo>
                    <a:pt x="27939" y="495300"/>
                  </a:moveTo>
                  <a:lnTo>
                    <a:pt x="0" y="495300"/>
                  </a:lnTo>
                  <a:lnTo>
                    <a:pt x="0" y="501649"/>
                  </a:lnTo>
                  <a:lnTo>
                    <a:pt x="27939" y="501649"/>
                  </a:lnTo>
                  <a:lnTo>
                    <a:pt x="27939" y="495300"/>
                  </a:lnTo>
                  <a:close/>
                </a:path>
                <a:path w="27939" h="958850">
                  <a:moveTo>
                    <a:pt x="27939" y="501650"/>
                  </a:moveTo>
                  <a:lnTo>
                    <a:pt x="0" y="501650"/>
                  </a:lnTo>
                  <a:lnTo>
                    <a:pt x="0" y="510539"/>
                  </a:lnTo>
                  <a:lnTo>
                    <a:pt x="27939" y="510539"/>
                  </a:lnTo>
                  <a:lnTo>
                    <a:pt x="27939" y="501650"/>
                  </a:lnTo>
                  <a:close/>
                </a:path>
                <a:path w="27939" h="958850">
                  <a:moveTo>
                    <a:pt x="27939" y="510539"/>
                  </a:moveTo>
                  <a:lnTo>
                    <a:pt x="0" y="510539"/>
                  </a:lnTo>
                  <a:lnTo>
                    <a:pt x="0" y="514349"/>
                  </a:lnTo>
                  <a:lnTo>
                    <a:pt x="27939" y="514349"/>
                  </a:lnTo>
                  <a:lnTo>
                    <a:pt x="27939" y="510539"/>
                  </a:lnTo>
                  <a:close/>
                </a:path>
                <a:path w="27939" h="958850">
                  <a:moveTo>
                    <a:pt x="27939" y="514350"/>
                  </a:moveTo>
                  <a:lnTo>
                    <a:pt x="0" y="514350"/>
                  </a:lnTo>
                  <a:lnTo>
                    <a:pt x="0" y="520699"/>
                  </a:lnTo>
                  <a:lnTo>
                    <a:pt x="27939" y="520699"/>
                  </a:lnTo>
                  <a:lnTo>
                    <a:pt x="27939" y="514350"/>
                  </a:lnTo>
                  <a:close/>
                </a:path>
                <a:path w="27939" h="958850">
                  <a:moveTo>
                    <a:pt x="27939" y="520700"/>
                  </a:moveTo>
                  <a:lnTo>
                    <a:pt x="0" y="520700"/>
                  </a:lnTo>
                  <a:lnTo>
                    <a:pt x="0" y="539749"/>
                  </a:lnTo>
                  <a:lnTo>
                    <a:pt x="27939" y="539749"/>
                  </a:lnTo>
                  <a:lnTo>
                    <a:pt x="27939" y="520700"/>
                  </a:lnTo>
                  <a:close/>
                </a:path>
                <a:path w="27939" h="958850">
                  <a:moveTo>
                    <a:pt x="27939" y="539749"/>
                  </a:moveTo>
                  <a:lnTo>
                    <a:pt x="0" y="539749"/>
                  </a:lnTo>
                  <a:lnTo>
                    <a:pt x="0" y="542289"/>
                  </a:lnTo>
                  <a:lnTo>
                    <a:pt x="27939" y="542289"/>
                  </a:lnTo>
                  <a:lnTo>
                    <a:pt x="27939" y="539749"/>
                  </a:lnTo>
                  <a:close/>
                </a:path>
                <a:path w="27939" h="958850">
                  <a:moveTo>
                    <a:pt x="27939" y="542289"/>
                  </a:moveTo>
                  <a:lnTo>
                    <a:pt x="0" y="542289"/>
                  </a:lnTo>
                  <a:lnTo>
                    <a:pt x="0" y="546099"/>
                  </a:lnTo>
                  <a:lnTo>
                    <a:pt x="27939" y="546099"/>
                  </a:lnTo>
                  <a:lnTo>
                    <a:pt x="27939" y="542289"/>
                  </a:lnTo>
                  <a:close/>
                </a:path>
                <a:path w="27939" h="958850">
                  <a:moveTo>
                    <a:pt x="27939" y="546099"/>
                  </a:moveTo>
                  <a:lnTo>
                    <a:pt x="0" y="546099"/>
                  </a:lnTo>
                  <a:lnTo>
                    <a:pt x="0" y="548639"/>
                  </a:lnTo>
                  <a:lnTo>
                    <a:pt x="27939" y="548639"/>
                  </a:lnTo>
                  <a:lnTo>
                    <a:pt x="27939" y="546099"/>
                  </a:lnTo>
                  <a:close/>
                </a:path>
                <a:path w="27939" h="958850">
                  <a:moveTo>
                    <a:pt x="27939" y="548639"/>
                  </a:moveTo>
                  <a:lnTo>
                    <a:pt x="0" y="548639"/>
                  </a:lnTo>
                  <a:lnTo>
                    <a:pt x="0" y="552449"/>
                  </a:lnTo>
                  <a:lnTo>
                    <a:pt x="27939" y="552449"/>
                  </a:lnTo>
                  <a:lnTo>
                    <a:pt x="27939" y="548639"/>
                  </a:lnTo>
                  <a:close/>
                </a:path>
                <a:path w="27939" h="958850">
                  <a:moveTo>
                    <a:pt x="27939" y="552449"/>
                  </a:moveTo>
                  <a:lnTo>
                    <a:pt x="0" y="552449"/>
                  </a:lnTo>
                  <a:lnTo>
                    <a:pt x="0" y="558799"/>
                  </a:lnTo>
                  <a:lnTo>
                    <a:pt x="27939" y="558799"/>
                  </a:lnTo>
                  <a:lnTo>
                    <a:pt x="27939" y="552449"/>
                  </a:lnTo>
                  <a:close/>
                </a:path>
                <a:path w="27939" h="958850">
                  <a:moveTo>
                    <a:pt x="27939" y="558799"/>
                  </a:moveTo>
                  <a:lnTo>
                    <a:pt x="0" y="558799"/>
                  </a:lnTo>
                  <a:lnTo>
                    <a:pt x="0" y="561339"/>
                  </a:lnTo>
                  <a:lnTo>
                    <a:pt x="27939" y="561339"/>
                  </a:lnTo>
                  <a:lnTo>
                    <a:pt x="27939" y="558799"/>
                  </a:lnTo>
                  <a:close/>
                </a:path>
                <a:path w="27939" h="958850">
                  <a:moveTo>
                    <a:pt x="27939" y="561339"/>
                  </a:moveTo>
                  <a:lnTo>
                    <a:pt x="0" y="561339"/>
                  </a:lnTo>
                  <a:lnTo>
                    <a:pt x="0" y="565149"/>
                  </a:lnTo>
                  <a:lnTo>
                    <a:pt x="27939" y="565149"/>
                  </a:lnTo>
                  <a:lnTo>
                    <a:pt x="27939" y="561339"/>
                  </a:lnTo>
                  <a:close/>
                </a:path>
                <a:path w="27939" h="958850">
                  <a:moveTo>
                    <a:pt x="27939" y="565149"/>
                  </a:moveTo>
                  <a:lnTo>
                    <a:pt x="0" y="565149"/>
                  </a:lnTo>
                  <a:lnTo>
                    <a:pt x="0" y="567689"/>
                  </a:lnTo>
                  <a:lnTo>
                    <a:pt x="27939" y="567689"/>
                  </a:lnTo>
                  <a:lnTo>
                    <a:pt x="27939" y="565149"/>
                  </a:lnTo>
                  <a:close/>
                </a:path>
                <a:path w="27939" h="958850">
                  <a:moveTo>
                    <a:pt x="27939" y="567689"/>
                  </a:moveTo>
                  <a:lnTo>
                    <a:pt x="0" y="567689"/>
                  </a:lnTo>
                  <a:lnTo>
                    <a:pt x="0" y="571499"/>
                  </a:lnTo>
                  <a:lnTo>
                    <a:pt x="27939" y="571499"/>
                  </a:lnTo>
                  <a:lnTo>
                    <a:pt x="27939" y="567689"/>
                  </a:lnTo>
                  <a:close/>
                </a:path>
                <a:path w="27939" h="958850">
                  <a:moveTo>
                    <a:pt x="27939" y="571500"/>
                  </a:moveTo>
                  <a:lnTo>
                    <a:pt x="0" y="571500"/>
                  </a:lnTo>
                  <a:lnTo>
                    <a:pt x="0" y="577849"/>
                  </a:lnTo>
                  <a:lnTo>
                    <a:pt x="27939" y="577849"/>
                  </a:lnTo>
                  <a:lnTo>
                    <a:pt x="27939" y="571500"/>
                  </a:lnTo>
                  <a:close/>
                </a:path>
                <a:path w="27939" h="958850">
                  <a:moveTo>
                    <a:pt x="27939" y="577849"/>
                  </a:moveTo>
                  <a:lnTo>
                    <a:pt x="0" y="577849"/>
                  </a:lnTo>
                  <a:lnTo>
                    <a:pt x="0" y="584199"/>
                  </a:lnTo>
                  <a:lnTo>
                    <a:pt x="27939" y="584199"/>
                  </a:lnTo>
                  <a:lnTo>
                    <a:pt x="27939" y="577849"/>
                  </a:lnTo>
                  <a:close/>
                </a:path>
                <a:path w="27939" h="958850">
                  <a:moveTo>
                    <a:pt x="27939" y="584200"/>
                  </a:moveTo>
                  <a:lnTo>
                    <a:pt x="0" y="584200"/>
                  </a:lnTo>
                  <a:lnTo>
                    <a:pt x="0" y="603249"/>
                  </a:lnTo>
                  <a:lnTo>
                    <a:pt x="27939" y="603249"/>
                  </a:lnTo>
                  <a:lnTo>
                    <a:pt x="27939" y="584200"/>
                  </a:lnTo>
                  <a:close/>
                </a:path>
                <a:path w="27939" h="958850">
                  <a:moveTo>
                    <a:pt x="27939" y="603249"/>
                  </a:moveTo>
                  <a:lnTo>
                    <a:pt x="0" y="603249"/>
                  </a:lnTo>
                  <a:lnTo>
                    <a:pt x="0" y="612139"/>
                  </a:lnTo>
                  <a:lnTo>
                    <a:pt x="27939" y="612139"/>
                  </a:lnTo>
                  <a:lnTo>
                    <a:pt x="27939" y="603249"/>
                  </a:lnTo>
                  <a:close/>
                </a:path>
                <a:path w="27939" h="958850">
                  <a:moveTo>
                    <a:pt x="27939" y="612139"/>
                  </a:moveTo>
                  <a:lnTo>
                    <a:pt x="0" y="612139"/>
                  </a:lnTo>
                  <a:lnTo>
                    <a:pt x="0" y="615949"/>
                  </a:lnTo>
                  <a:lnTo>
                    <a:pt x="27939" y="615949"/>
                  </a:lnTo>
                  <a:lnTo>
                    <a:pt x="27939" y="612139"/>
                  </a:lnTo>
                  <a:close/>
                </a:path>
                <a:path w="27939" h="958850">
                  <a:moveTo>
                    <a:pt x="27939" y="615949"/>
                  </a:moveTo>
                  <a:lnTo>
                    <a:pt x="0" y="615949"/>
                  </a:lnTo>
                  <a:lnTo>
                    <a:pt x="0" y="618489"/>
                  </a:lnTo>
                  <a:lnTo>
                    <a:pt x="27939" y="618489"/>
                  </a:lnTo>
                  <a:lnTo>
                    <a:pt x="27939" y="615949"/>
                  </a:lnTo>
                  <a:close/>
                </a:path>
                <a:path w="27939" h="958850">
                  <a:moveTo>
                    <a:pt x="27939" y="618489"/>
                  </a:moveTo>
                  <a:lnTo>
                    <a:pt x="0" y="618489"/>
                  </a:lnTo>
                  <a:lnTo>
                    <a:pt x="0" y="622299"/>
                  </a:lnTo>
                  <a:lnTo>
                    <a:pt x="27939" y="622299"/>
                  </a:lnTo>
                  <a:lnTo>
                    <a:pt x="27939" y="618489"/>
                  </a:lnTo>
                  <a:close/>
                </a:path>
                <a:path w="27939" h="958850">
                  <a:moveTo>
                    <a:pt x="27939" y="622300"/>
                  </a:moveTo>
                  <a:lnTo>
                    <a:pt x="0" y="622300"/>
                  </a:lnTo>
                  <a:lnTo>
                    <a:pt x="0" y="631189"/>
                  </a:lnTo>
                  <a:lnTo>
                    <a:pt x="27939" y="631189"/>
                  </a:lnTo>
                  <a:lnTo>
                    <a:pt x="27939" y="622300"/>
                  </a:lnTo>
                  <a:close/>
                </a:path>
                <a:path w="27939" h="958850">
                  <a:moveTo>
                    <a:pt x="27939" y="631190"/>
                  </a:moveTo>
                  <a:lnTo>
                    <a:pt x="0" y="631190"/>
                  </a:lnTo>
                  <a:lnTo>
                    <a:pt x="0" y="634999"/>
                  </a:lnTo>
                  <a:lnTo>
                    <a:pt x="27939" y="634999"/>
                  </a:lnTo>
                  <a:lnTo>
                    <a:pt x="27939" y="631190"/>
                  </a:lnTo>
                  <a:close/>
                </a:path>
                <a:path w="27939" h="958850">
                  <a:moveTo>
                    <a:pt x="27939" y="635000"/>
                  </a:moveTo>
                  <a:lnTo>
                    <a:pt x="0" y="635000"/>
                  </a:lnTo>
                  <a:lnTo>
                    <a:pt x="0" y="637539"/>
                  </a:lnTo>
                  <a:lnTo>
                    <a:pt x="27939" y="637539"/>
                  </a:lnTo>
                  <a:lnTo>
                    <a:pt x="27939" y="635000"/>
                  </a:lnTo>
                  <a:close/>
                </a:path>
                <a:path w="27939" h="958850">
                  <a:moveTo>
                    <a:pt x="27939" y="637539"/>
                  </a:moveTo>
                  <a:lnTo>
                    <a:pt x="0" y="637539"/>
                  </a:lnTo>
                  <a:lnTo>
                    <a:pt x="0" y="643889"/>
                  </a:lnTo>
                  <a:lnTo>
                    <a:pt x="27939" y="643889"/>
                  </a:lnTo>
                  <a:lnTo>
                    <a:pt x="27939" y="637539"/>
                  </a:lnTo>
                  <a:close/>
                </a:path>
                <a:path w="27939" h="958850">
                  <a:moveTo>
                    <a:pt x="27939" y="643889"/>
                  </a:moveTo>
                  <a:lnTo>
                    <a:pt x="0" y="643889"/>
                  </a:lnTo>
                  <a:lnTo>
                    <a:pt x="0" y="647699"/>
                  </a:lnTo>
                  <a:lnTo>
                    <a:pt x="27939" y="647699"/>
                  </a:lnTo>
                  <a:lnTo>
                    <a:pt x="27939" y="643889"/>
                  </a:lnTo>
                  <a:close/>
                </a:path>
                <a:path w="27939" h="958850">
                  <a:moveTo>
                    <a:pt x="27939" y="647699"/>
                  </a:moveTo>
                  <a:lnTo>
                    <a:pt x="0" y="647699"/>
                  </a:lnTo>
                  <a:lnTo>
                    <a:pt x="0" y="650239"/>
                  </a:lnTo>
                  <a:lnTo>
                    <a:pt x="27939" y="650239"/>
                  </a:lnTo>
                  <a:lnTo>
                    <a:pt x="27939" y="647699"/>
                  </a:lnTo>
                  <a:close/>
                </a:path>
                <a:path w="27939" h="958850">
                  <a:moveTo>
                    <a:pt x="27939" y="650239"/>
                  </a:moveTo>
                  <a:lnTo>
                    <a:pt x="0" y="650239"/>
                  </a:lnTo>
                  <a:lnTo>
                    <a:pt x="0" y="656589"/>
                  </a:lnTo>
                  <a:lnTo>
                    <a:pt x="27939" y="656589"/>
                  </a:lnTo>
                  <a:lnTo>
                    <a:pt x="27939" y="650239"/>
                  </a:lnTo>
                  <a:close/>
                </a:path>
                <a:path w="27939" h="958850">
                  <a:moveTo>
                    <a:pt x="27939" y="656589"/>
                  </a:moveTo>
                  <a:lnTo>
                    <a:pt x="0" y="656589"/>
                  </a:lnTo>
                  <a:lnTo>
                    <a:pt x="0" y="662939"/>
                  </a:lnTo>
                  <a:lnTo>
                    <a:pt x="27939" y="662939"/>
                  </a:lnTo>
                  <a:lnTo>
                    <a:pt x="27939" y="656589"/>
                  </a:lnTo>
                  <a:close/>
                </a:path>
                <a:path w="27939" h="958850">
                  <a:moveTo>
                    <a:pt x="27939" y="662939"/>
                  </a:moveTo>
                  <a:lnTo>
                    <a:pt x="0" y="662939"/>
                  </a:lnTo>
                  <a:lnTo>
                    <a:pt x="0" y="669289"/>
                  </a:lnTo>
                  <a:lnTo>
                    <a:pt x="27939" y="669289"/>
                  </a:lnTo>
                  <a:lnTo>
                    <a:pt x="27939" y="662939"/>
                  </a:lnTo>
                  <a:close/>
                </a:path>
                <a:path w="27939" h="958850">
                  <a:moveTo>
                    <a:pt x="27939" y="669289"/>
                  </a:moveTo>
                  <a:lnTo>
                    <a:pt x="0" y="669289"/>
                  </a:lnTo>
                  <a:lnTo>
                    <a:pt x="0" y="673099"/>
                  </a:lnTo>
                  <a:lnTo>
                    <a:pt x="27939" y="673099"/>
                  </a:lnTo>
                  <a:lnTo>
                    <a:pt x="27939" y="669289"/>
                  </a:lnTo>
                  <a:close/>
                </a:path>
                <a:path w="27939" h="958850">
                  <a:moveTo>
                    <a:pt x="27939" y="673099"/>
                  </a:moveTo>
                  <a:lnTo>
                    <a:pt x="0" y="673099"/>
                  </a:lnTo>
                  <a:lnTo>
                    <a:pt x="0" y="675639"/>
                  </a:lnTo>
                  <a:lnTo>
                    <a:pt x="27939" y="675639"/>
                  </a:lnTo>
                  <a:lnTo>
                    <a:pt x="27939" y="673099"/>
                  </a:lnTo>
                  <a:close/>
                </a:path>
                <a:path w="27939" h="958850">
                  <a:moveTo>
                    <a:pt x="27939" y="675639"/>
                  </a:moveTo>
                  <a:lnTo>
                    <a:pt x="0" y="675639"/>
                  </a:lnTo>
                  <a:lnTo>
                    <a:pt x="0" y="685799"/>
                  </a:lnTo>
                  <a:lnTo>
                    <a:pt x="27939" y="685799"/>
                  </a:lnTo>
                  <a:lnTo>
                    <a:pt x="27939" y="675639"/>
                  </a:lnTo>
                  <a:close/>
                </a:path>
                <a:path w="27939" h="958850">
                  <a:moveTo>
                    <a:pt x="27939" y="685800"/>
                  </a:moveTo>
                  <a:lnTo>
                    <a:pt x="0" y="685800"/>
                  </a:lnTo>
                  <a:lnTo>
                    <a:pt x="0" y="694689"/>
                  </a:lnTo>
                  <a:lnTo>
                    <a:pt x="27939" y="694689"/>
                  </a:lnTo>
                  <a:lnTo>
                    <a:pt x="27939" y="685800"/>
                  </a:lnTo>
                  <a:close/>
                </a:path>
                <a:path w="27939" h="958850">
                  <a:moveTo>
                    <a:pt x="27939" y="694689"/>
                  </a:moveTo>
                  <a:lnTo>
                    <a:pt x="0" y="694689"/>
                  </a:lnTo>
                  <a:lnTo>
                    <a:pt x="0" y="704849"/>
                  </a:lnTo>
                  <a:lnTo>
                    <a:pt x="27939" y="704849"/>
                  </a:lnTo>
                  <a:lnTo>
                    <a:pt x="27939" y="694689"/>
                  </a:lnTo>
                  <a:close/>
                </a:path>
                <a:path w="27939" h="958850">
                  <a:moveTo>
                    <a:pt x="27939" y="704850"/>
                  </a:moveTo>
                  <a:lnTo>
                    <a:pt x="0" y="704850"/>
                  </a:lnTo>
                  <a:lnTo>
                    <a:pt x="0" y="713739"/>
                  </a:lnTo>
                  <a:lnTo>
                    <a:pt x="27939" y="713739"/>
                  </a:lnTo>
                  <a:lnTo>
                    <a:pt x="27939" y="704850"/>
                  </a:lnTo>
                  <a:close/>
                </a:path>
                <a:path w="27939" h="958850">
                  <a:moveTo>
                    <a:pt x="27939" y="713739"/>
                  </a:moveTo>
                  <a:lnTo>
                    <a:pt x="0" y="713739"/>
                  </a:lnTo>
                  <a:lnTo>
                    <a:pt x="0" y="717549"/>
                  </a:lnTo>
                  <a:lnTo>
                    <a:pt x="27939" y="717549"/>
                  </a:lnTo>
                  <a:lnTo>
                    <a:pt x="27939" y="713739"/>
                  </a:lnTo>
                  <a:close/>
                </a:path>
                <a:path w="27939" h="958850">
                  <a:moveTo>
                    <a:pt x="27939" y="717550"/>
                  </a:moveTo>
                  <a:lnTo>
                    <a:pt x="0" y="717550"/>
                  </a:lnTo>
                  <a:lnTo>
                    <a:pt x="0" y="720089"/>
                  </a:lnTo>
                  <a:lnTo>
                    <a:pt x="27939" y="720089"/>
                  </a:lnTo>
                  <a:lnTo>
                    <a:pt x="27939" y="717550"/>
                  </a:lnTo>
                  <a:close/>
                </a:path>
                <a:path w="27939" h="958850">
                  <a:moveTo>
                    <a:pt x="27939" y="720090"/>
                  </a:moveTo>
                  <a:lnTo>
                    <a:pt x="0" y="720090"/>
                  </a:lnTo>
                  <a:lnTo>
                    <a:pt x="0" y="723899"/>
                  </a:lnTo>
                  <a:lnTo>
                    <a:pt x="27939" y="723899"/>
                  </a:lnTo>
                  <a:lnTo>
                    <a:pt x="27939" y="720090"/>
                  </a:lnTo>
                  <a:close/>
                </a:path>
                <a:path w="27939" h="958850">
                  <a:moveTo>
                    <a:pt x="27939" y="723899"/>
                  </a:moveTo>
                  <a:lnTo>
                    <a:pt x="0" y="723899"/>
                  </a:lnTo>
                  <a:lnTo>
                    <a:pt x="0" y="726439"/>
                  </a:lnTo>
                  <a:lnTo>
                    <a:pt x="27939" y="726439"/>
                  </a:lnTo>
                  <a:lnTo>
                    <a:pt x="27939" y="723899"/>
                  </a:lnTo>
                  <a:close/>
                </a:path>
                <a:path w="27939" h="958850">
                  <a:moveTo>
                    <a:pt x="27939" y="726439"/>
                  </a:moveTo>
                  <a:lnTo>
                    <a:pt x="0" y="726439"/>
                  </a:lnTo>
                  <a:lnTo>
                    <a:pt x="0" y="730249"/>
                  </a:lnTo>
                  <a:lnTo>
                    <a:pt x="27939" y="730249"/>
                  </a:lnTo>
                  <a:lnTo>
                    <a:pt x="27939" y="726439"/>
                  </a:lnTo>
                  <a:close/>
                </a:path>
                <a:path w="27939" h="958850">
                  <a:moveTo>
                    <a:pt x="27939" y="730249"/>
                  </a:moveTo>
                  <a:lnTo>
                    <a:pt x="0" y="730249"/>
                  </a:lnTo>
                  <a:lnTo>
                    <a:pt x="0" y="732789"/>
                  </a:lnTo>
                  <a:lnTo>
                    <a:pt x="27939" y="732789"/>
                  </a:lnTo>
                  <a:lnTo>
                    <a:pt x="27939" y="730249"/>
                  </a:lnTo>
                  <a:close/>
                </a:path>
                <a:path w="27939" h="958850">
                  <a:moveTo>
                    <a:pt x="27939" y="732789"/>
                  </a:moveTo>
                  <a:lnTo>
                    <a:pt x="0" y="732789"/>
                  </a:lnTo>
                  <a:lnTo>
                    <a:pt x="0" y="736599"/>
                  </a:lnTo>
                  <a:lnTo>
                    <a:pt x="27939" y="736599"/>
                  </a:lnTo>
                  <a:lnTo>
                    <a:pt x="27939" y="732789"/>
                  </a:lnTo>
                  <a:close/>
                </a:path>
                <a:path w="27939" h="958850">
                  <a:moveTo>
                    <a:pt x="27939" y="736599"/>
                  </a:moveTo>
                  <a:lnTo>
                    <a:pt x="0" y="736599"/>
                  </a:lnTo>
                  <a:lnTo>
                    <a:pt x="0" y="742949"/>
                  </a:lnTo>
                  <a:lnTo>
                    <a:pt x="27939" y="742949"/>
                  </a:lnTo>
                  <a:lnTo>
                    <a:pt x="27939" y="736599"/>
                  </a:lnTo>
                  <a:close/>
                </a:path>
                <a:path w="27939" h="958850">
                  <a:moveTo>
                    <a:pt x="27939" y="742949"/>
                  </a:moveTo>
                  <a:lnTo>
                    <a:pt x="0" y="742949"/>
                  </a:lnTo>
                  <a:lnTo>
                    <a:pt x="0" y="749299"/>
                  </a:lnTo>
                  <a:lnTo>
                    <a:pt x="27939" y="749299"/>
                  </a:lnTo>
                  <a:lnTo>
                    <a:pt x="27939" y="742949"/>
                  </a:lnTo>
                  <a:close/>
                </a:path>
                <a:path w="27939" h="958850">
                  <a:moveTo>
                    <a:pt x="27939" y="749299"/>
                  </a:moveTo>
                  <a:lnTo>
                    <a:pt x="0" y="749299"/>
                  </a:lnTo>
                  <a:lnTo>
                    <a:pt x="0" y="751839"/>
                  </a:lnTo>
                  <a:lnTo>
                    <a:pt x="27939" y="751839"/>
                  </a:lnTo>
                  <a:lnTo>
                    <a:pt x="27939" y="749299"/>
                  </a:lnTo>
                  <a:close/>
                </a:path>
                <a:path w="27939" h="958850">
                  <a:moveTo>
                    <a:pt x="27939" y="751839"/>
                  </a:moveTo>
                  <a:lnTo>
                    <a:pt x="0" y="751839"/>
                  </a:lnTo>
                  <a:lnTo>
                    <a:pt x="0" y="755649"/>
                  </a:lnTo>
                  <a:lnTo>
                    <a:pt x="27939" y="755649"/>
                  </a:lnTo>
                  <a:lnTo>
                    <a:pt x="27939" y="751839"/>
                  </a:lnTo>
                  <a:close/>
                </a:path>
                <a:path w="27939" h="958850">
                  <a:moveTo>
                    <a:pt x="27939" y="755650"/>
                  </a:moveTo>
                  <a:lnTo>
                    <a:pt x="0" y="755650"/>
                  </a:lnTo>
                  <a:lnTo>
                    <a:pt x="0" y="758189"/>
                  </a:lnTo>
                  <a:lnTo>
                    <a:pt x="27939" y="758189"/>
                  </a:lnTo>
                  <a:lnTo>
                    <a:pt x="27939" y="755650"/>
                  </a:lnTo>
                  <a:close/>
                </a:path>
                <a:path w="27939" h="958850">
                  <a:moveTo>
                    <a:pt x="27939" y="758189"/>
                  </a:moveTo>
                  <a:lnTo>
                    <a:pt x="0" y="758189"/>
                  </a:lnTo>
                  <a:lnTo>
                    <a:pt x="0" y="764539"/>
                  </a:lnTo>
                  <a:lnTo>
                    <a:pt x="27939" y="764539"/>
                  </a:lnTo>
                  <a:lnTo>
                    <a:pt x="27939" y="758189"/>
                  </a:lnTo>
                  <a:close/>
                </a:path>
                <a:path w="27939" h="958850">
                  <a:moveTo>
                    <a:pt x="27939" y="764539"/>
                  </a:moveTo>
                  <a:lnTo>
                    <a:pt x="0" y="764539"/>
                  </a:lnTo>
                  <a:lnTo>
                    <a:pt x="0" y="768349"/>
                  </a:lnTo>
                  <a:lnTo>
                    <a:pt x="27939" y="768349"/>
                  </a:lnTo>
                  <a:lnTo>
                    <a:pt x="27939" y="764539"/>
                  </a:lnTo>
                  <a:close/>
                </a:path>
                <a:path w="27939" h="958850">
                  <a:moveTo>
                    <a:pt x="27939" y="768350"/>
                  </a:moveTo>
                  <a:lnTo>
                    <a:pt x="0" y="768350"/>
                  </a:lnTo>
                  <a:lnTo>
                    <a:pt x="0" y="770889"/>
                  </a:lnTo>
                  <a:lnTo>
                    <a:pt x="27939" y="770889"/>
                  </a:lnTo>
                  <a:lnTo>
                    <a:pt x="27939" y="768350"/>
                  </a:lnTo>
                  <a:close/>
                </a:path>
                <a:path w="27939" h="958850">
                  <a:moveTo>
                    <a:pt x="27939" y="770889"/>
                  </a:moveTo>
                  <a:lnTo>
                    <a:pt x="0" y="770889"/>
                  </a:lnTo>
                  <a:lnTo>
                    <a:pt x="0" y="774699"/>
                  </a:lnTo>
                  <a:lnTo>
                    <a:pt x="27939" y="774699"/>
                  </a:lnTo>
                  <a:lnTo>
                    <a:pt x="27939" y="770889"/>
                  </a:lnTo>
                  <a:close/>
                </a:path>
                <a:path w="27939" h="958850">
                  <a:moveTo>
                    <a:pt x="27939" y="774699"/>
                  </a:moveTo>
                  <a:lnTo>
                    <a:pt x="0" y="774699"/>
                  </a:lnTo>
                  <a:lnTo>
                    <a:pt x="0" y="777239"/>
                  </a:lnTo>
                  <a:lnTo>
                    <a:pt x="27939" y="777239"/>
                  </a:lnTo>
                  <a:lnTo>
                    <a:pt x="27939" y="774699"/>
                  </a:lnTo>
                  <a:close/>
                </a:path>
                <a:path w="27939" h="958850">
                  <a:moveTo>
                    <a:pt x="27939" y="777239"/>
                  </a:moveTo>
                  <a:lnTo>
                    <a:pt x="0" y="777239"/>
                  </a:lnTo>
                  <a:lnTo>
                    <a:pt x="0" y="783589"/>
                  </a:lnTo>
                  <a:lnTo>
                    <a:pt x="27939" y="783589"/>
                  </a:lnTo>
                  <a:lnTo>
                    <a:pt x="27939" y="777239"/>
                  </a:lnTo>
                  <a:close/>
                </a:path>
                <a:path w="27939" h="958850">
                  <a:moveTo>
                    <a:pt x="27939" y="783590"/>
                  </a:moveTo>
                  <a:lnTo>
                    <a:pt x="0" y="783590"/>
                  </a:lnTo>
                  <a:lnTo>
                    <a:pt x="0" y="787399"/>
                  </a:lnTo>
                  <a:lnTo>
                    <a:pt x="27939" y="787399"/>
                  </a:lnTo>
                  <a:lnTo>
                    <a:pt x="27939" y="783590"/>
                  </a:lnTo>
                  <a:close/>
                </a:path>
                <a:path w="27939" h="958850">
                  <a:moveTo>
                    <a:pt x="27939" y="787399"/>
                  </a:moveTo>
                  <a:lnTo>
                    <a:pt x="0" y="787399"/>
                  </a:lnTo>
                  <a:lnTo>
                    <a:pt x="0" y="789939"/>
                  </a:lnTo>
                  <a:lnTo>
                    <a:pt x="27939" y="789939"/>
                  </a:lnTo>
                  <a:lnTo>
                    <a:pt x="27939" y="787399"/>
                  </a:lnTo>
                  <a:close/>
                </a:path>
                <a:path w="27939" h="958850">
                  <a:moveTo>
                    <a:pt x="27939" y="789939"/>
                  </a:moveTo>
                  <a:lnTo>
                    <a:pt x="0" y="789939"/>
                  </a:lnTo>
                  <a:lnTo>
                    <a:pt x="0" y="793749"/>
                  </a:lnTo>
                  <a:lnTo>
                    <a:pt x="27939" y="793749"/>
                  </a:lnTo>
                  <a:lnTo>
                    <a:pt x="27939" y="789939"/>
                  </a:lnTo>
                  <a:close/>
                </a:path>
                <a:path w="27939" h="958850">
                  <a:moveTo>
                    <a:pt x="27939" y="793749"/>
                  </a:moveTo>
                  <a:lnTo>
                    <a:pt x="0" y="793749"/>
                  </a:lnTo>
                  <a:lnTo>
                    <a:pt x="0" y="796289"/>
                  </a:lnTo>
                  <a:lnTo>
                    <a:pt x="27939" y="796289"/>
                  </a:lnTo>
                  <a:lnTo>
                    <a:pt x="27939" y="793749"/>
                  </a:lnTo>
                  <a:close/>
                </a:path>
                <a:path w="27939" h="958850">
                  <a:moveTo>
                    <a:pt x="27939" y="796289"/>
                  </a:moveTo>
                  <a:lnTo>
                    <a:pt x="0" y="796289"/>
                  </a:lnTo>
                  <a:lnTo>
                    <a:pt x="0" y="802639"/>
                  </a:lnTo>
                  <a:lnTo>
                    <a:pt x="27939" y="802639"/>
                  </a:lnTo>
                  <a:lnTo>
                    <a:pt x="27939" y="796289"/>
                  </a:lnTo>
                  <a:close/>
                </a:path>
                <a:path w="27939" h="958850">
                  <a:moveTo>
                    <a:pt x="27939" y="802639"/>
                  </a:moveTo>
                  <a:lnTo>
                    <a:pt x="0" y="802639"/>
                  </a:lnTo>
                  <a:lnTo>
                    <a:pt x="0" y="806449"/>
                  </a:lnTo>
                  <a:lnTo>
                    <a:pt x="27939" y="806449"/>
                  </a:lnTo>
                  <a:lnTo>
                    <a:pt x="27939" y="802639"/>
                  </a:lnTo>
                  <a:close/>
                </a:path>
                <a:path w="27939" h="958850">
                  <a:moveTo>
                    <a:pt x="27939" y="806449"/>
                  </a:moveTo>
                  <a:lnTo>
                    <a:pt x="0" y="806449"/>
                  </a:lnTo>
                  <a:lnTo>
                    <a:pt x="0" y="808989"/>
                  </a:lnTo>
                  <a:lnTo>
                    <a:pt x="27939" y="808989"/>
                  </a:lnTo>
                  <a:lnTo>
                    <a:pt x="27939" y="806449"/>
                  </a:lnTo>
                  <a:close/>
                </a:path>
                <a:path w="27939" h="958850">
                  <a:moveTo>
                    <a:pt x="27939" y="808989"/>
                  </a:moveTo>
                  <a:lnTo>
                    <a:pt x="0" y="808989"/>
                  </a:lnTo>
                  <a:lnTo>
                    <a:pt x="0" y="812799"/>
                  </a:lnTo>
                  <a:lnTo>
                    <a:pt x="27939" y="812799"/>
                  </a:lnTo>
                  <a:lnTo>
                    <a:pt x="27939" y="808989"/>
                  </a:lnTo>
                  <a:close/>
                </a:path>
                <a:path w="27939" h="958850">
                  <a:moveTo>
                    <a:pt x="27939" y="812799"/>
                  </a:moveTo>
                  <a:lnTo>
                    <a:pt x="0" y="812799"/>
                  </a:lnTo>
                  <a:lnTo>
                    <a:pt x="0" y="815339"/>
                  </a:lnTo>
                  <a:lnTo>
                    <a:pt x="27939" y="815339"/>
                  </a:lnTo>
                  <a:lnTo>
                    <a:pt x="27939" y="812799"/>
                  </a:lnTo>
                  <a:close/>
                </a:path>
                <a:path w="27939" h="958850">
                  <a:moveTo>
                    <a:pt x="27939" y="815339"/>
                  </a:moveTo>
                  <a:lnTo>
                    <a:pt x="0" y="815339"/>
                  </a:lnTo>
                  <a:lnTo>
                    <a:pt x="0" y="821689"/>
                  </a:lnTo>
                  <a:lnTo>
                    <a:pt x="27939" y="821689"/>
                  </a:lnTo>
                  <a:lnTo>
                    <a:pt x="27939" y="815339"/>
                  </a:lnTo>
                  <a:close/>
                </a:path>
                <a:path w="27939" h="958850">
                  <a:moveTo>
                    <a:pt x="27939" y="821689"/>
                  </a:moveTo>
                  <a:lnTo>
                    <a:pt x="0" y="821689"/>
                  </a:lnTo>
                  <a:lnTo>
                    <a:pt x="0" y="825499"/>
                  </a:lnTo>
                  <a:lnTo>
                    <a:pt x="27939" y="825499"/>
                  </a:lnTo>
                  <a:lnTo>
                    <a:pt x="27939" y="821689"/>
                  </a:lnTo>
                  <a:close/>
                </a:path>
                <a:path w="27939" h="958850">
                  <a:moveTo>
                    <a:pt x="27939" y="825499"/>
                  </a:moveTo>
                  <a:lnTo>
                    <a:pt x="0" y="825499"/>
                  </a:lnTo>
                  <a:lnTo>
                    <a:pt x="0" y="828039"/>
                  </a:lnTo>
                  <a:lnTo>
                    <a:pt x="27939" y="828039"/>
                  </a:lnTo>
                  <a:lnTo>
                    <a:pt x="27939" y="825499"/>
                  </a:lnTo>
                  <a:close/>
                </a:path>
                <a:path w="27939" h="958850">
                  <a:moveTo>
                    <a:pt x="27939" y="828039"/>
                  </a:moveTo>
                  <a:lnTo>
                    <a:pt x="0" y="828039"/>
                  </a:lnTo>
                  <a:lnTo>
                    <a:pt x="0" y="831849"/>
                  </a:lnTo>
                  <a:lnTo>
                    <a:pt x="27939" y="831849"/>
                  </a:lnTo>
                  <a:lnTo>
                    <a:pt x="27939" y="828039"/>
                  </a:lnTo>
                  <a:close/>
                </a:path>
                <a:path w="27939" h="958850">
                  <a:moveTo>
                    <a:pt x="27939" y="831849"/>
                  </a:moveTo>
                  <a:lnTo>
                    <a:pt x="0" y="831849"/>
                  </a:lnTo>
                  <a:lnTo>
                    <a:pt x="0" y="834389"/>
                  </a:lnTo>
                  <a:lnTo>
                    <a:pt x="27939" y="834389"/>
                  </a:lnTo>
                  <a:lnTo>
                    <a:pt x="27939" y="831849"/>
                  </a:lnTo>
                  <a:close/>
                </a:path>
                <a:path w="27939" h="958850">
                  <a:moveTo>
                    <a:pt x="27939" y="834389"/>
                  </a:moveTo>
                  <a:lnTo>
                    <a:pt x="0" y="834389"/>
                  </a:lnTo>
                  <a:lnTo>
                    <a:pt x="0" y="838199"/>
                  </a:lnTo>
                  <a:lnTo>
                    <a:pt x="27939" y="838199"/>
                  </a:lnTo>
                  <a:lnTo>
                    <a:pt x="27939" y="834389"/>
                  </a:lnTo>
                  <a:close/>
                </a:path>
                <a:path w="27939" h="958850">
                  <a:moveTo>
                    <a:pt x="27939" y="838199"/>
                  </a:moveTo>
                  <a:lnTo>
                    <a:pt x="0" y="838199"/>
                  </a:lnTo>
                  <a:lnTo>
                    <a:pt x="0" y="840739"/>
                  </a:lnTo>
                  <a:lnTo>
                    <a:pt x="27939" y="840739"/>
                  </a:lnTo>
                  <a:lnTo>
                    <a:pt x="27939" y="838199"/>
                  </a:lnTo>
                  <a:close/>
                </a:path>
                <a:path w="27939" h="958850">
                  <a:moveTo>
                    <a:pt x="27939" y="840739"/>
                  </a:moveTo>
                  <a:lnTo>
                    <a:pt x="0" y="840739"/>
                  </a:lnTo>
                  <a:lnTo>
                    <a:pt x="0" y="844549"/>
                  </a:lnTo>
                  <a:lnTo>
                    <a:pt x="27939" y="844549"/>
                  </a:lnTo>
                  <a:lnTo>
                    <a:pt x="27939" y="840739"/>
                  </a:lnTo>
                  <a:close/>
                </a:path>
                <a:path w="27939" h="958850">
                  <a:moveTo>
                    <a:pt x="27939" y="844549"/>
                  </a:moveTo>
                  <a:lnTo>
                    <a:pt x="0" y="844549"/>
                  </a:lnTo>
                  <a:lnTo>
                    <a:pt x="0" y="847089"/>
                  </a:lnTo>
                  <a:lnTo>
                    <a:pt x="27939" y="847089"/>
                  </a:lnTo>
                  <a:lnTo>
                    <a:pt x="27939" y="844549"/>
                  </a:lnTo>
                  <a:close/>
                </a:path>
                <a:path w="27939" h="958850">
                  <a:moveTo>
                    <a:pt x="27939" y="847089"/>
                  </a:moveTo>
                  <a:lnTo>
                    <a:pt x="0" y="847089"/>
                  </a:lnTo>
                  <a:lnTo>
                    <a:pt x="0" y="850899"/>
                  </a:lnTo>
                  <a:lnTo>
                    <a:pt x="27939" y="850899"/>
                  </a:lnTo>
                  <a:lnTo>
                    <a:pt x="27939" y="847089"/>
                  </a:lnTo>
                  <a:close/>
                </a:path>
                <a:path w="27939" h="958850">
                  <a:moveTo>
                    <a:pt x="27939" y="850899"/>
                  </a:moveTo>
                  <a:lnTo>
                    <a:pt x="0" y="850899"/>
                  </a:lnTo>
                  <a:lnTo>
                    <a:pt x="0" y="853439"/>
                  </a:lnTo>
                  <a:lnTo>
                    <a:pt x="27939" y="853439"/>
                  </a:lnTo>
                  <a:lnTo>
                    <a:pt x="27939" y="850899"/>
                  </a:lnTo>
                  <a:close/>
                </a:path>
                <a:path w="27939" h="958850">
                  <a:moveTo>
                    <a:pt x="27939" y="853439"/>
                  </a:moveTo>
                  <a:lnTo>
                    <a:pt x="0" y="853439"/>
                  </a:lnTo>
                  <a:lnTo>
                    <a:pt x="0" y="863599"/>
                  </a:lnTo>
                  <a:lnTo>
                    <a:pt x="27939" y="863599"/>
                  </a:lnTo>
                  <a:lnTo>
                    <a:pt x="27939" y="853439"/>
                  </a:lnTo>
                  <a:close/>
                </a:path>
                <a:path w="27939" h="958850">
                  <a:moveTo>
                    <a:pt x="27939" y="863599"/>
                  </a:moveTo>
                  <a:lnTo>
                    <a:pt x="0" y="863599"/>
                  </a:lnTo>
                  <a:lnTo>
                    <a:pt x="0" y="866139"/>
                  </a:lnTo>
                  <a:lnTo>
                    <a:pt x="27939" y="866139"/>
                  </a:lnTo>
                  <a:lnTo>
                    <a:pt x="27939" y="863599"/>
                  </a:lnTo>
                  <a:close/>
                </a:path>
                <a:path w="27939" h="958850">
                  <a:moveTo>
                    <a:pt x="27939" y="866139"/>
                  </a:moveTo>
                  <a:lnTo>
                    <a:pt x="0" y="866139"/>
                  </a:lnTo>
                  <a:lnTo>
                    <a:pt x="0" y="872489"/>
                  </a:lnTo>
                  <a:lnTo>
                    <a:pt x="27939" y="872489"/>
                  </a:lnTo>
                  <a:lnTo>
                    <a:pt x="27939" y="866139"/>
                  </a:lnTo>
                  <a:close/>
                </a:path>
                <a:path w="27939" h="958850">
                  <a:moveTo>
                    <a:pt x="27939" y="872489"/>
                  </a:moveTo>
                  <a:lnTo>
                    <a:pt x="0" y="872489"/>
                  </a:lnTo>
                  <a:lnTo>
                    <a:pt x="0" y="878839"/>
                  </a:lnTo>
                  <a:lnTo>
                    <a:pt x="27939" y="878839"/>
                  </a:lnTo>
                  <a:lnTo>
                    <a:pt x="27939" y="872489"/>
                  </a:lnTo>
                  <a:close/>
                </a:path>
                <a:path w="27939" h="958850">
                  <a:moveTo>
                    <a:pt x="27939" y="878839"/>
                  </a:moveTo>
                  <a:lnTo>
                    <a:pt x="0" y="878839"/>
                  </a:lnTo>
                  <a:lnTo>
                    <a:pt x="0" y="882649"/>
                  </a:lnTo>
                  <a:lnTo>
                    <a:pt x="27939" y="882649"/>
                  </a:lnTo>
                  <a:lnTo>
                    <a:pt x="27939" y="878839"/>
                  </a:lnTo>
                  <a:close/>
                </a:path>
                <a:path w="27939" h="958850">
                  <a:moveTo>
                    <a:pt x="27939" y="882649"/>
                  </a:moveTo>
                  <a:lnTo>
                    <a:pt x="0" y="882649"/>
                  </a:lnTo>
                  <a:lnTo>
                    <a:pt x="0" y="888999"/>
                  </a:lnTo>
                  <a:lnTo>
                    <a:pt x="27939" y="888999"/>
                  </a:lnTo>
                  <a:lnTo>
                    <a:pt x="27939" y="882649"/>
                  </a:lnTo>
                  <a:close/>
                </a:path>
                <a:path w="27939" h="958850">
                  <a:moveTo>
                    <a:pt x="27939" y="888999"/>
                  </a:moveTo>
                  <a:lnTo>
                    <a:pt x="0" y="888999"/>
                  </a:lnTo>
                  <a:lnTo>
                    <a:pt x="0" y="891539"/>
                  </a:lnTo>
                  <a:lnTo>
                    <a:pt x="27939" y="891539"/>
                  </a:lnTo>
                  <a:lnTo>
                    <a:pt x="27939" y="888999"/>
                  </a:lnTo>
                  <a:close/>
                </a:path>
                <a:path w="27939" h="958850">
                  <a:moveTo>
                    <a:pt x="27939" y="891539"/>
                  </a:moveTo>
                  <a:lnTo>
                    <a:pt x="0" y="891539"/>
                  </a:lnTo>
                  <a:lnTo>
                    <a:pt x="0" y="895349"/>
                  </a:lnTo>
                  <a:lnTo>
                    <a:pt x="27939" y="895349"/>
                  </a:lnTo>
                  <a:lnTo>
                    <a:pt x="27939" y="891539"/>
                  </a:lnTo>
                  <a:close/>
                </a:path>
                <a:path w="27939" h="958850">
                  <a:moveTo>
                    <a:pt x="27939" y="895349"/>
                  </a:moveTo>
                  <a:lnTo>
                    <a:pt x="0" y="895349"/>
                  </a:lnTo>
                  <a:lnTo>
                    <a:pt x="0" y="897889"/>
                  </a:lnTo>
                  <a:lnTo>
                    <a:pt x="27939" y="897889"/>
                  </a:lnTo>
                  <a:lnTo>
                    <a:pt x="27939" y="895349"/>
                  </a:lnTo>
                  <a:close/>
                </a:path>
                <a:path w="27939" h="958850">
                  <a:moveTo>
                    <a:pt x="27939" y="897889"/>
                  </a:moveTo>
                  <a:lnTo>
                    <a:pt x="0" y="897889"/>
                  </a:lnTo>
                  <a:lnTo>
                    <a:pt x="0" y="901699"/>
                  </a:lnTo>
                  <a:lnTo>
                    <a:pt x="27939" y="901699"/>
                  </a:lnTo>
                  <a:lnTo>
                    <a:pt x="27939" y="897889"/>
                  </a:lnTo>
                  <a:close/>
                </a:path>
                <a:path w="27939" h="958850">
                  <a:moveTo>
                    <a:pt x="27939" y="901699"/>
                  </a:moveTo>
                  <a:lnTo>
                    <a:pt x="0" y="901699"/>
                  </a:lnTo>
                  <a:lnTo>
                    <a:pt x="0" y="904239"/>
                  </a:lnTo>
                  <a:lnTo>
                    <a:pt x="27939" y="904239"/>
                  </a:lnTo>
                  <a:lnTo>
                    <a:pt x="27939" y="901699"/>
                  </a:lnTo>
                  <a:close/>
                </a:path>
                <a:path w="27939" h="958850">
                  <a:moveTo>
                    <a:pt x="27939" y="904240"/>
                  </a:moveTo>
                  <a:lnTo>
                    <a:pt x="0" y="904240"/>
                  </a:lnTo>
                  <a:lnTo>
                    <a:pt x="0" y="908049"/>
                  </a:lnTo>
                  <a:lnTo>
                    <a:pt x="27939" y="908049"/>
                  </a:lnTo>
                  <a:lnTo>
                    <a:pt x="27939" y="904240"/>
                  </a:lnTo>
                  <a:close/>
                </a:path>
                <a:path w="27939" h="958850">
                  <a:moveTo>
                    <a:pt x="27939" y="908049"/>
                  </a:moveTo>
                  <a:lnTo>
                    <a:pt x="0" y="908049"/>
                  </a:lnTo>
                  <a:lnTo>
                    <a:pt x="0" y="910589"/>
                  </a:lnTo>
                  <a:lnTo>
                    <a:pt x="27939" y="910589"/>
                  </a:lnTo>
                  <a:lnTo>
                    <a:pt x="27939" y="908049"/>
                  </a:lnTo>
                  <a:close/>
                </a:path>
                <a:path w="27939" h="958850">
                  <a:moveTo>
                    <a:pt x="27939" y="910589"/>
                  </a:moveTo>
                  <a:lnTo>
                    <a:pt x="0" y="910589"/>
                  </a:lnTo>
                  <a:lnTo>
                    <a:pt x="0" y="914399"/>
                  </a:lnTo>
                  <a:lnTo>
                    <a:pt x="27939" y="914399"/>
                  </a:lnTo>
                  <a:lnTo>
                    <a:pt x="27939" y="910589"/>
                  </a:lnTo>
                  <a:close/>
                </a:path>
                <a:path w="27939" h="958850">
                  <a:moveTo>
                    <a:pt x="27939" y="914399"/>
                  </a:moveTo>
                  <a:lnTo>
                    <a:pt x="0" y="914399"/>
                  </a:lnTo>
                  <a:lnTo>
                    <a:pt x="0" y="916939"/>
                  </a:lnTo>
                  <a:lnTo>
                    <a:pt x="27939" y="916939"/>
                  </a:lnTo>
                  <a:lnTo>
                    <a:pt x="27939" y="914399"/>
                  </a:lnTo>
                  <a:close/>
                </a:path>
                <a:path w="27939" h="958850">
                  <a:moveTo>
                    <a:pt x="27939" y="916939"/>
                  </a:moveTo>
                  <a:lnTo>
                    <a:pt x="0" y="916939"/>
                  </a:lnTo>
                  <a:lnTo>
                    <a:pt x="0" y="920749"/>
                  </a:lnTo>
                  <a:lnTo>
                    <a:pt x="27939" y="920749"/>
                  </a:lnTo>
                  <a:lnTo>
                    <a:pt x="27939" y="916939"/>
                  </a:lnTo>
                  <a:close/>
                </a:path>
                <a:path w="27939" h="958850">
                  <a:moveTo>
                    <a:pt x="27939" y="920749"/>
                  </a:moveTo>
                  <a:lnTo>
                    <a:pt x="0" y="920749"/>
                  </a:lnTo>
                  <a:lnTo>
                    <a:pt x="0" y="923289"/>
                  </a:lnTo>
                  <a:lnTo>
                    <a:pt x="27939" y="923289"/>
                  </a:lnTo>
                  <a:lnTo>
                    <a:pt x="27939" y="920749"/>
                  </a:lnTo>
                  <a:close/>
                </a:path>
                <a:path w="27939" h="958850">
                  <a:moveTo>
                    <a:pt x="27939" y="923289"/>
                  </a:moveTo>
                  <a:lnTo>
                    <a:pt x="0" y="923289"/>
                  </a:lnTo>
                  <a:lnTo>
                    <a:pt x="0" y="927099"/>
                  </a:lnTo>
                  <a:lnTo>
                    <a:pt x="27939" y="927099"/>
                  </a:lnTo>
                  <a:lnTo>
                    <a:pt x="27939" y="923289"/>
                  </a:lnTo>
                  <a:close/>
                </a:path>
                <a:path w="27939" h="958850">
                  <a:moveTo>
                    <a:pt x="27939" y="927099"/>
                  </a:moveTo>
                  <a:lnTo>
                    <a:pt x="0" y="927099"/>
                  </a:lnTo>
                  <a:lnTo>
                    <a:pt x="0" y="933449"/>
                  </a:lnTo>
                  <a:lnTo>
                    <a:pt x="27939" y="933449"/>
                  </a:lnTo>
                  <a:lnTo>
                    <a:pt x="27939" y="927099"/>
                  </a:lnTo>
                  <a:close/>
                </a:path>
                <a:path w="27939" h="958850">
                  <a:moveTo>
                    <a:pt x="26669" y="933449"/>
                  </a:moveTo>
                  <a:lnTo>
                    <a:pt x="0" y="933449"/>
                  </a:lnTo>
                  <a:lnTo>
                    <a:pt x="0" y="935989"/>
                  </a:lnTo>
                  <a:lnTo>
                    <a:pt x="25400" y="935989"/>
                  </a:lnTo>
                  <a:lnTo>
                    <a:pt x="25400" y="934719"/>
                  </a:lnTo>
                  <a:lnTo>
                    <a:pt x="26669" y="934719"/>
                  </a:lnTo>
                  <a:lnTo>
                    <a:pt x="26669" y="933449"/>
                  </a:lnTo>
                  <a:close/>
                </a:path>
                <a:path w="27939" h="958850">
                  <a:moveTo>
                    <a:pt x="24129" y="935989"/>
                  </a:moveTo>
                  <a:lnTo>
                    <a:pt x="0" y="935989"/>
                  </a:lnTo>
                  <a:lnTo>
                    <a:pt x="0" y="939799"/>
                  </a:lnTo>
                  <a:lnTo>
                    <a:pt x="21589" y="939799"/>
                  </a:lnTo>
                  <a:lnTo>
                    <a:pt x="21589" y="938529"/>
                  </a:lnTo>
                  <a:lnTo>
                    <a:pt x="22859" y="938529"/>
                  </a:lnTo>
                  <a:lnTo>
                    <a:pt x="22859" y="937259"/>
                  </a:lnTo>
                  <a:lnTo>
                    <a:pt x="24129" y="937259"/>
                  </a:lnTo>
                  <a:lnTo>
                    <a:pt x="24129" y="935989"/>
                  </a:lnTo>
                  <a:close/>
                </a:path>
                <a:path w="27939" h="958850">
                  <a:moveTo>
                    <a:pt x="20319" y="939799"/>
                  </a:moveTo>
                  <a:lnTo>
                    <a:pt x="0" y="939799"/>
                  </a:lnTo>
                  <a:lnTo>
                    <a:pt x="0" y="942339"/>
                  </a:lnTo>
                  <a:lnTo>
                    <a:pt x="19050" y="942339"/>
                  </a:lnTo>
                  <a:lnTo>
                    <a:pt x="19050" y="941069"/>
                  </a:lnTo>
                  <a:lnTo>
                    <a:pt x="20319" y="941069"/>
                  </a:lnTo>
                  <a:lnTo>
                    <a:pt x="20319" y="939799"/>
                  </a:lnTo>
                  <a:close/>
                </a:path>
                <a:path w="27939" h="958850">
                  <a:moveTo>
                    <a:pt x="16509" y="942339"/>
                  </a:moveTo>
                  <a:lnTo>
                    <a:pt x="0" y="942339"/>
                  </a:lnTo>
                  <a:lnTo>
                    <a:pt x="0" y="946149"/>
                  </a:lnTo>
                  <a:lnTo>
                    <a:pt x="13969" y="946149"/>
                  </a:lnTo>
                  <a:lnTo>
                    <a:pt x="13969" y="944879"/>
                  </a:lnTo>
                  <a:lnTo>
                    <a:pt x="15239" y="944879"/>
                  </a:lnTo>
                  <a:lnTo>
                    <a:pt x="15239" y="943609"/>
                  </a:lnTo>
                  <a:lnTo>
                    <a:pt x="16509" y="943609"/>
                  </a:lnTo>
                  <a:lnTo>
                    <a:pt x="16509" y="942339"/>
                  </a:lnTo>
                  <a:close/>
                </a:path>
                <a:path w="27939" h="958850">
                  <a:moveTo>
                    <a:pt x="12700" y="946149"/>
                  </a:moveTo>
                  <a:lnTo>
                    <a:pt x="0" y="946149"/>
                  </a:lnTo>
                  <a:lnTo>
                    <a:pt x="0" y="948689"/>
                  </a:lnTo>
                  <a:lnTo>
                    <a:pt x="11429" y="948689"/>
                  </a:lnTo>
                  <a:lnTo>
                    <a:pt x="11429" y="947419"/>
                  </a:lnTo>
                  <a:lnTo>
                    <a:pt x="12700" y="947419"/>
                  </a:lnTo>
                  <a:lnTo>
                    <a:pt x="12700" y="946149"/>
                  </a:lnTo>
                  <a:close/>
                </a:path>
                <a:path w="27939" h="958850">
                  <a:moveTo>
                    <a:pt x="10159" y="948689"/>
                  </a:moveTo>
                  <a:lnTo>
                    <a:pt x="0" y="948689"/>
                  </a:lnTo>
                  <a:lnTo>
                    <a:pt x="0" y="952499"/>
                  </a:lnTo>
                  <a:lnTo>
                    <a:pt x="7619" y="952499"/>
                  </a:lnTo>
                  <a:lnTo>
                    <a:pt x="7619" y="951229"/>
                  </a:lnTo>
                  <a:lnTo>
                    <a:pt x="8889" y="951229"/>
                  </a:lnTo>
                  <a:lnTo>
                    <a:pt x="8889" y="949959"/>
                  </a:lnTo>
                  <a:lnTo>
                    <a:pt x="10159" y="949959"/>
                  </a:lnTo>
                  <a:lnTo>
                    <a:pt x="10159" y="948689"/>
                  </a:lnTo>
                  <a:close/>
                </a:path>
                <a:path w="27939" h="958850">
                  <a:moveTo>
                    <a:pt x="6350" y="952499"/>
                  </a:moveTo>
                  <a:lnTo>
                    <a:pt x="0" y="952499"/>
                  </a:lnTo>
                  <a:lnTo>
                    <a:pt x="0" y="955039"/>
                  </a:lnTo>
                  <a:lnTo>
                    <a:pt x="5079" y="955039"/>
                  </a:lnTo>
                  <a:lnTo>
                    <a:pt x="5079" y="953769"/>
                  </a:lnTo>
                  <a:lnTo>
                    <a:pt x="6350" y="953769"/>
                  </a:lnTo>
                  <a:lnTo>
                    <a:pt x="6350" y="952499"/>
                  </a:lnTo>
                  <a:close/>
                </a:path>
                <a:path w="27939" h="958850">
                  <a:moveTo>
                    <a:pt x="3809" y="955039"/>
                  </a:moveTo>
                  <a:lnTo>
                    <a:pt x="0" y="955039"/>
                  </a:lnTo>
                  <a:lnTo>
                    <a:pt x="0" y="958849"/>
                  </a:lnTo>
                  <a:lnTo>
                    <a:pt x="1269" y="958849"/>
                  </a:lnTo>
                  <a:lnTo>
                    <a:pt x="1269" y="957579"/>
                  </a:lnTo>
                  <a:lnTo>
                    <a:pt x="2539" y="957579"/>
                  </a:lnTo>
                  <a:lnTo>
                    <a:pt x="2539" y="956309"/>
                  </a:lnTo>
                  <a:lnTo>
                    <a:pt x="3809" y="956309"/>
                  </a:lnTo>
                  <a:lnTo>
                    <a:pt x="3809" y="955039"/>
                  </a:lnTo>
                  <a:close/>
                </a:path>
              </a:pathLst>
            </a:custGeom>
            <a:solidFill>
              <a:srgbClr val="2B58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2" name="object 3802"/>
            <p:cNvSpPr/>
            <p:nvPr/>
          </p:nvSpPr>
          <p:spPr>
            <a:xfrm>
              <a:off x="5312410" y="4904740"/>
              <a:ext cx="27940" cy="905510"/>
            </a:xfrm>
            <a:custGeom>
              <a:avLst/>
              <a:gdLst/>
              <a:ahLst/>
              <a:cxnLst/>
              <a:rect l="l" t="t" r="r" b="b"/>
              <a:pathLst>
                <a:path w="27939" h="905510">
                  <a:moveTo>
                    <a:pt x="126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6350" y="6349"/>
                  </a:lnTo>
                  <a:lnTo>
                    <a:pt x="6350" y="5079"/>
                  </a:lnTo>
                  <a:lnTo>
                    <a:pt x="5079" y="5079"/>
                  </a:lnTo>
                  <a:lnTo>
                    <a:pt x="5079" y="3809"/>
                  </a:lnTo>
                  <a:lnTo>
                    <a:pt x="3810" y="3809"/>
                  </a:lnTo>
                  <a:lnTo>
                    <a:pt x="3810" y="2539"/>
                  </a:lnTo>
                  <a:lnTo>
                    <a:pt x="2539" y="2539"/>
                  </a:lnTo>
                  <a:lnTo>
                    <a:pt x="253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27939" h="905510">
                  <a:moveTo>
                    <a:pt x="7619" y="6349"/>
                  </a:moveTo>
                  <a:lnTo>
                    <a:pt x="0" y="6349"/>
                  </a:lnTo>
                  <a:lnTo>
                    <a:pt x="0" y="12699"/>
                  </a:lnTo>
                  <a:lnTo>
                    <a:pt x="13969" y="12699"/>
                  </a:lnTo>
                  <a:lnTo>
                    <a:pt x="13969" y="11429"/>
                  </a:lnTo>
                  <a:lnTo>
                    <a:pt x="12700" y="11429"/>
                  </a:lnTo>
                  <a:lnTo>
                    <a:pt x="12700" y="10159"/>
                  </a:lnTo>
                  <a:lnTo>
                    <a:pt x="11429" y="10159"/>
                  </a:lnTo>
                  <a:lnTo>
                    <a:pt x="11429" y="8889"/>
                  </a:lnTo>
                  <a:lnTo>
                    <a:pt x="8889" y="8889"/>
                  </a:lnTo>
                  <a:lnTo>
                    <a:pt x="8889" y="7619"/>
                  </a:lnTo>
                  <a:lnTo>
                    <a:pt x="7619" y="7619"/>
                  </a:lnTo>
                  <a:lnTo>
                    <a:pt x="7619" y="6349"/>
                  </a:lnTo>
                  <a:close/>
                </a:path>
                <a:path w="27939" h="905510">
                  <a:moveTo>
                    <a:pt x="1523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20319" y="19049"/>
                  </a:lnTo>
                  <a:lnTo>
                    <a:pt x="20319" y="17779"/>
                  </a:lnTo>
                  <a:lnTo>
                    <a:pt x="19050" y="17779"/>
                  </a:lnTo>
                  <a:lnTo>
                    <a:pt x="19050" y="16509"/>
                  </a:lnTo>
                  <a:lnTo>
                    <a:pt x="17779" y="16509"/>
                  </a:lnTo>
                  <a:lnTo>
                    <a:pt x="17779" y="15239"/>
                  </a:lnTo>
                  <a:lnTo>
                    <a:pt x="16510" y="15239"/>
                  </a:lnTo>
                  <a:lnTo>
                    <a:pt x="16510" y="13969"/>
                  </a:lnTo>
                  <a:lnTo>
                    <a:pt x="15239" y="13969"/>
                  </a:lnTo>
                  <a:lnTo>
                    <a:pt x="15239" y="12699"/>
                  </a:lnTo>
                  <a:close/>
                </a:path>
                <a:path w="27939" h="905510">
                  <a:moveTo>
                    <a:pt x="21589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26669" y="25399"/>
                  </a:lnTo>
                  <a:lnTo>
                    <a:pt x="26669" y="24129"/>
                  </a:lnTo>
                  <a:lnTo>
                    <a:pt x="25400" y="24129"/>
                  </a:lnTo>
                  <a:lnTo>
                    <a:pt x="25400" y="22859"/>
                  </a:lnTo>
                  <a:lnTo>
                    <a:pt x="24129" y="22859"/>
                  </a:lnTo>
                  <a:lnTo>
                    <a:pt x="24129" y="21589"/>
                  </a:lnTo>
                  <a:lnTo>
                    <a:pt x="22860" y="21589"/>
                  </a:lnTo>
                  <a:lnTo>
                    <a:pt x="22860" y="20319"/>
                  </a:lnTo>
                  <a:lnTo>
                    <a:pt x="21589" y="20319"/>
                  </a:lnTo>
                  <a:lnTo>
                    <a:pt x="21589" y="19049"/>
                  </a:lnTo>
                  <a:close/>
                </a:path>
                <a:path w="27939" h="905510">
                  <a:moveTo>
                    <a:pt x="27939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27939" y="31749"/>
                  </a:lnTo>
                  <a:lnTo>
                    <a:pt x="27939" y="25399"/>
                  </a:lnTo>
                  <a:close/>
                </a:path>
                <a:path w="27939" h="905510">
                  <a:moveTo>
                    <a:pt x="27939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27939" y="38099"/>
                  </a:lnTo>
                  <a:lnTo>
                    <a:pt x="27939" y="31749"/>
                  </a:lnTo>
                  <a:close/>
                </a:path>
                <a:path w="27939" h="905510">
                  <a:moveTo>
                    <a:pt x="27939" y="38099"/>
                  </a:moveTo>
                  <a:lnTo>
                    <a:pt x="0" y="38099"/>
                  </a:lnTo>
                  <a:lnTo>
                    <a:pt x="0" y="57149"/>
                  </a:lnTo>
                  <a:lnTo>
                    <a:pt x="27939" y="57149"/>
                  </a:lnTo>
                  <a:lnTo>
                    <a:pt x="27939" y="38099"/>
                  </a:lnTo>
                  <a:close/>
                </a:path>
                <a:path w="27939" h="905510">
                  <a:moveTo>
                    <a:pt x="27939" y="57149"/>
                  </a:moveTo>
                  <a:lnTo>
                    <a:pt x="0" y="57149"/>
                  </a:lnTo>
                  <a:lnTo>
                    <a:pt x="0" y="69849"/>
                  </a:lnTo>
                  <a:lnTo>
                    <a:pt x="27939" y="69849"/>
                  </a:lnTo>
                  <a:lnTo>
                    <a:pt x="27939" y="57149"/>
                  </a:lnTo>
                  <a:close/>
                </a:path>
                <a:path w="27939" h="905510">
                  <a:moveTo>
                    <a:pt x="27939" y="69849"/>
                  </a:moveTo>
                  <a:lnTo>
                    <a:pt x="0" y="69849"/>
                  </a:lnTo>
                  <a:lnTo>
                    <a:pt x="0" y="76199"/>
                  </a:lnTo>
                  <a:lnTo>
                    <a:pt x="27939" y="76199"/>
                  </a:lnTo>
                  <a:lnTo>
                    <a:pt x="27939" y="69849"/>
                  </a:lnTo>
                  <a:close/>
                </a:path>
                <a:path w="27939" h="905510">
                  <a:moveTo>
                    <a:pt x="27939" y="76199"/>
                  </a:moveTo>
                  <a:lnTo>
                    <a:pt x="0" y="76199"/>
                  </a:lnTo>
                  <a:lnTo>
                    <a:pt x="0" y="82549"/>
                  </a:lnTo>
                  <a:lnTo>
                    <a:pt x="27939" y="82549"/>
                  </a:lnTo>
                  <a:lnTo>
                    <a:pt x="27939" y="76199"/>
                  </a:lnTo>
                  <a:close/>
                </a:path>
                <a:path w="27939" h="905510">
                  <a:moveTo>
                    <a:pt x="27939" y="82549"/>
                  </a:moveTo>
                  <a:lnTo>
                    <a:pt x="0" y="82549"/>
                  </a:lnTo>
                  <a:lnTo>
                    <a:pt x="0" y="88899"/>
                  </a:lnTo>
                  <a:lnTo>
                    <a:pt x="27939" y="88899"/>
                  </a:lnTo>
                  <a:lnTo>
                    <a:pt x="27939" y="82549"/>
                  </a:lnTo>
                  <a:close/>
                </a:path>
                <a:path w="27939" h="905510">
                  <a:moveTo>
                    <a:pt x="27939" y="88899"/>
                  </a:moveTo>
                  <a:lnTo>
                    <a:pt x="0" y="88899"/>
                  </a:lnTo>
                  <a:lnTo>
                    <a:pt x="0" y="95249"/>
                  </a:lnTo>
                  <a:lnTo>
                    <a:pt x="27939" y="95249"/>
                  </a:lnTo>
                  <a:lnTo>
                    <a:pt x="27939" y="88899"/>
                  </a:lnTo>
                  <a:close/>
                </a:path>
                <a:path w="27939" h="905510">
                  <a:moveTo>
                    <a:pt x="27939" y="95250"/>
                  </a:moveTo>
                  <a:lnTo>
                    <a:pt x="0" y="95250"/>
                  </a:lnTo>
                  <a:lnTo>
                    <a:pt x="0" y="107949"/>
                  </a:lnTo>
                  <a:lnTo>
                    <a:pt x="27939" y="107949"/>
                  </a:lnTo>
                  <a:lnTo>
                    <a:pt x="27939" y="95250"/>
                  </a:lnTo>
                  <a:close/>
                </a:path>
                <a:path w="27939" h="905510">
                  <a:moveTo>
                    <a:pt x="27939" y="107949"/>
                  </a:moveTo>
                  <a:lnTo>
                    <a:pt x="0" y="107949"/>
                  </a:lnTo>
                  <a:lnTo>
                    <a:pt x="0" y="114299"/>
                  </a:lnTo>
                  <a:lnTo>
                    <a:pt x="27939" y="114299"/>
                  </a:lnTo>
                  <a:lnTo>
                    <a:pt x="27939" y="107949"/>
                  </a:lnTo>
                  <a:close/>
                </a:path>
                <a:path w="27939" h="905510">
                  <a:moveTo>
                    <a:pt x="27939" y="114299"/>
                  </a:moveTo>
                  <a:lnTo>
                    <a:pt x="0" y="114299"/>
                  </a:lnTo>
                  <a:lnTo>
                    <a:pt x="0" y="120649"/>
                  </a:lnTo>
                  <a:lnTo>
                    <a:pt x="27939" y="120649"/>
                  </a:lnTo>
                  <a:lnTo>
                    <a:pt x="27939" y="114299"/>
                  </a:lnTo>
                  <a:close/>
                </a:path>
                <a:path w="27939" h="905510">
                  <a:moveTo>
                    <a:pt x="27939" y="120649"/>
                  </a:moveTo>
                  <a:lnTo>
                    <a:pt x="0" y="120649"/>
                  </a:lnTo>
                  <a:lnTo>
                    <a:pt x="0" y="126999"/>
                  </a:lnTo>
                  <a:lnTo>
                    <a:pt x="27939" y="126999"/>
                  </a:lnTo>
                  <a:lnTo>
                    <a:pt x="27939" y="120649"/>
                  </a:lnTo>
                  <a:close/>
                </a:path>
                <a:path w="27939" h="905510">
                  <a:moveTo>
                    <a:pt x="27939" y="126999"/>
                  </a:moveTo>
                  <a:lnTo>
                    <a:pt x="0" y="126999"/>
                  </a:lnTo>
                  <a:lnTo>
                    <a:pt x="0" y="133349"/>
                  </a:lnTo>
                  <a:lnTo>
                    <a:pt x="27939" y="133349"/>
                  </a:lnTo>
                  <a:lnTo>
                    <a:pt x="27939" y="126999"/>
                  </a:lnTo>
                  <a:close/>
                </a:path>
                <a:path w="27939" h="905510">
                  <a:moveTo>
                    <a:pt x="27939" y="133349"/>
                  </a:moveTo>
                  <a:lnTo>
                    <a:pt x="0" y="133349"/>
                  </a:lnTo>
                  <a:lnTo>
                    <a:pt x="0" y="146049"/>
                  </a:lnTo>
                  <a:lnTo>
                    <a:pt x="27939" y="146049"/>
                  </a:lnTo>
                  <a:lnTo>
                    <a:pt x="27939" y="133349"/>
                  </a:lnTo>
                  <a:close/>
                </a:path>
                <a:path w="27939" h="905510">
                  <a:moveTo>
                    <a:pt x="27939" y="146049"/>
                  </a:moveTo>
                  <a:lnTo>
                    <a:pt x="0" y="146049"/>
                  </a:lnTo>
                  <a:lnTo>
                    <a:pt x="0" y="152399"/>
                  </a:lnTo>
                  <a:lnTo>
                    <a:pt x="27939" y="152399"/>
                  </a:lnTo>
                  <a:lnTo>
                    <a:pt x="27939" y="146049"/>
                  </a:lnTo>
                  <a:close/>
                </a:path>
                <a:path w="27939" h="905510">
                  <a:moveTo>
                    <a:pt x="27939" y="152399"/>
                  </a:moveTo>
                  <a:lnTo>
                    <a:pt x="0" y="152399"/>
                  </a:lnTo>
                  <a:lnTo>
                    <a:pt x="0" y="158749"/>
                  </a:lnTo>
                  <a:lnTo>
                    <a:pt x="27939" y="158749"/>
                  </a:lnTo>
                  <a:lnTo>
                    <a:pt x="27939" y="152399"/>
                  </a:lnTo>
                  <a:close/>
                </a:path>
                <a:path w="27939" h="905510">
                  <a:moveTo>
                    <a:pt x="27939" y="158749"/>
                  </a:moveTo>
                  <a:lnTo>
                    <a:pt x="0" y="158749"/>
                  </a:lnTo>
                  <a:lnTo>
                    <a:pt x="0" y="165099"/>
                  </a:lnTo>
                  <a:lnTo>
                    <a:pt x="27939" y="165099"/>
                  </a:lnTo>
                  <a:lnTo>
                    <a:pt x="27939" y="158749"/>
                  </a:lnTo>
                  <a:close/>
                </a:path>
                <a:path w="27939" h="905510">
                  <a:moveTo>
                    <a:pt x="27939" y="165099"/>
                  </a:moveTo>
                  <a:lnTo>
                    <a:pt x="0" y="165099"/>
                  </a:lnTo>
                  <a:lnTo>
                    <a:pt x="0" y="171449"/>
                  </a:lnTo>
                  <a:lnTo>
                    <a:pt x="27939" y="171449"/>
                  </a:lnTo>
                  <a:lnTo>
                    <a:pt x="27939" y="165099"/>
                  </a:lnTo>
                  <a:close/>
                </a:path>
                <a:path w="27939" h="905510">
                  <a:moveTo>
                    <a:pt x="27939" y="171449"/>
                  </a:moveTo>
                  <a:lnTo>
                    <a:pt x="0" y="171449"/>
                  </a:lnTo>
                  <a:lnTo>
                    <a:pt x="0" y="177799"/>
                  </a:lnTo>
                  <a:lnTo>
                    <a:pt x="27939" y="177799"/>
                  </a:lnTo>
                  <a:lnTo>
                    <a:pt x="27939" y="171449"/>
                  </a:lnTo>
                  <a:close/>
                </a:path>
                <a:path w="27939" h="905510">
                  <a:moveTo>
                    <a:pt x="27939" y="177799"/>
                  </a:moveTo>
                  <a:lnTo>
                    <a:pt x="0" y="177799"/>
                  </a:lnTo>
                  <a:lnTo>
                    <a:pt x="0" y="184149"/>
                  </a:lnTo>
                  <a:lnTo>
                    <a:pt x="27939" y="184149"/>
                  </a:lnTo>
                  <a:lnTo>
                    <a:pt x="27939" y="177799"/>
                  </a:lnTo>
                  <a:close/>
                </a:path>
                <a:path w="27939" h="905510">
                  <a:moveTo>
                    <a:pt x="27939" y="184149"/>
                  </a:moveTo>
                  <a:lnTo>
                    <a:pt x="0" y="184149"/>
                  </a:lnTo>
                  <a:lnTo>
                    <a:pt x="0" y="190499"/>
                  </a:lnTo>
                  <a:lnTo>
                    <a:pt x="27939" y="190499"/>
                  </a:lnTo>
                  <a:lnTo>
                    <a:pt x="27939" y="184149"/>
                  </a:lnTo>
                  <a:close/>
                </a:path>
                <a:path w="27939" h="905510">
                  <a:moveTo>
                    <a:pt x="27939" y="190500"/>
                  </a:moveTo>
                  <a:lnTo>
                    <a:pt x="0" y="190500"/>
                  </a:lnTo>
                  <a:lnTo>
                    <a:pt x="0" y="196849"/>
                  </a:lnTo>
                  <a:lnTo>
                    <a:pt x="27939" y="196849"/>
                  </a:lnTo>
                  <a:lnTo>
                    <a:pt x="27939" y="190500"/>
                  </a:lnTo>
                  <a:close/>
                </a:path>
                <a:path w="27939" h="905510">
                  <a:moveTo>
                    <a:pt x="27939" y="196849"/>
                  </a:moveTo>
                  <a:lnTo>
                    <a:pt x="0" y="196849"/>
                  </a:lnTo>
                  <a:lnTo>
                    <a:pt x="0" y="209549"/>
                  </a:lnTo>
                  <a:lnTo>
                    <a:pt x="27939" y="209549"/>
                  </a:lnTo>
                  <a:lnTo>
                    <a:pt x="27939" y="196849"/>
                  </a:lnTo>
                  <a:close/>
                </a:path>
                <a:path w="27939" h="905510">
                  <a:moveTo>
                    <a:pt x="27939" y="209549"/>
                  </a:moveTo>
                  <a:lnTo>
                    <a:pt x="0" y="209549"/>
                  </a:lnTo>
                  <a:lnTo>
                    <a:pt x="0" y="215899"/>
                  </a:lnTo>
                  <a:lnTo>
                    <a:pt x="27939" y="215899"/>
                  </a:lnTo>
                  <a:lnTo>
                    <a:pt x="27939" y="209549"/>
                  </a:lnTo>
                  <a:close/>
                </a:path>
                <a:path w="27939" h="905510">
                  <a:moveTo>
                    <a:pt x="27939" y="215899"/>
                  </a:moveTo>
                  <a:lnTo>
                    <a:pt x="0" y="215899"/>
                  </a:lnTo>
                  <a:lnTo>
                    <a:pt x="0" y="222249"/>
                  </a:lnTo>
                  <a:lnTo>
                    <a:pt x="27939" y="222249"/>
                  </a:lnTo>
                  <a:lnTo>
                    <a:pt x="27939" y="215899"/>
                  </a:lnTo>
                  <a:close/>
                </a:path>
                <a:path w="27939" h="905510">
                  <a:moveTo>
                    <a:pt x="27939" y="222249"/>
                  </a:moveTo>
                  <a:lnTo>
                    <a:pt x="0" y="222249"/>
                  </a:lnTo>
                  <a:lnTo>
                    <a:pt x="0" y="228599"/>
                  </a:lnTo>
                  <a:lnTo>
                    <a:pt x="27939" y="228599"/>
                  </a:lnTo>
                  <a:lnTo>
                    <a:pt x="27939" y="222249"/>
                  </a:lnTo>
                  <a:close/>
                </a:path>
                <a:path w="27939" h="905510">
                  <a:moveTo>
                    <a:pt x="27939" y="228600"/>
                  </a:moveTo>
                  <a:lnTo>
                    <a:pt x="0" y="228600"/>
                  </a:lnTo>
                  <a:lnTo>
                    <a:pt x="0" y="234949"/>
                  </a:lnTo>
                  <a:lnTo>
                    <a:pt x="27939" y="234949"/>
                  </a:lnTo>
                  <a:lnTo>
                    <a:pt x="27939" y="228600"/>
                  </a:lnTo>
                  <a:close/>
                </a:path>
                <a:path w="27939" h="905510">
                  <a:moveTo>
                    <a:pt x="27939" y="234949"/>
                  </a:moveTo>
                  <a:lnTo>
                    <a:pt x="0" y="234949"/>
                  </a:lnTo>
                  <a:lnTo>
                    <a:pt x="0" y="241299"/>
                  </a:lnTo>
                  <a:lnTo>
                    <a:pt x="27939" y="241299"/>
                  </a:lnTo>
                  <a:lnTo>
                    <a:pt x="27939" y="234949"/>
                  </a:lnTo>
                  <a:close/>
                </a:path>
                <a:path w="27939" h="905510">
                  <a:moveTo>
                    <a:pt x="27939" y="241299"/>
                  </a:moveTo>
                  <a:lnTo>
                    <a:pt x="0" y="241299"/>
                  </a:lnTo>
                  <a:lnTo>
                    <a:pt x="0" y="247649"/>
                  </a:lnTo>
                  <a:lnTo>
                    <a:pt x="27939" y="247649"/>
                  </a:lnTo>
                  <a:lnTo>
                    <a:pt x="27939" y="241299"/>
                  </a:lnTo>
                  <a:close/>
                </a:path>
                <a:path w="27939" h="905510">
                  <a:moveTo>
                    <a:pt x="27939" y="247649"/>
                  </a:moveTo>
                  <a:lnTo>
                    <a:pt x="0" y="247649"/>
                  </a:lnTo>
                  <a:lnTo>
                    <a:pt x="0" y="253999"/>
                  </a:lnTo>
                  <a:lnTo>
                    <a:pt x="27939" y="253999"/>
                  </a:lnTo>
                  <a:lnTo>
                    <a:pt x="27939" y="247649"/>
                  </a:lnTo>
                  <a:close/>
                </a:path>
                <a:path w="27939" h="905510">
                  <a:moveTo>
                    <a:pt x="27939" y="254000"/>
                  </a:moveTo>
                  <a:lnTo>
                    <a:pt x="0" y="254000"/>
                  </a:lnTo>
                  <a:lnTo>
                    <a:pt x="0" y="260349"/>
                  </a:lnTo>
                  <a:lnTo>
                    <a:pt x="27939" y="260349"/>
                  </a:lnTo>
                  <a:lnTo>
                    <a:pt x="27939" y="254000"/>
                  </a:lnTo>
                  <a:close/>
                </a:path>
                <a:path w="27939" h="905510">
                  <a:moveTo>
                    <a:pt x="27939" y="260349"/>
                  </a:moveTo>
                  <a:lnTo>
                    <a:pt x="0" y="260349"/>
                  </a:lnTo>
                  <a:lnTo>
                    <a:pt x="0" y="266699"/>
                  </a:lnTo>
                  <a:lnTo>
                    <a:pt x="27939" y="266699"/>
                  </a:lnTo>
                  <a:lnTo>
                    <a:pt x="27939" y="260349"/>
                  </a:lnTo>
                  <a:close/>
                </a:path>
                <a:path w="27939" h="905510">
                  <a:moveTo>
                    <a:pt x="27939" y="266699"/>
                  </a:moveTo>
                  <a:lnTo>
                    <a:pt x="0" y="266699"/>
                  </a:lnTo>
                  <a:lnTo>
                    <a:pt x="0" y="279399"/>
                  </a:lnTo>
                  <a:lnTo>
                    <a:pt x="27939" y="279399"/>
                  </a:lnTo>
                  <a:lnTo>
                    <a:pt x="27939" y="266699"/>
                  </a:lnTo>
                  <a:close/>
                </a:path>
                <a:path w="27939" h="905510">
                  <a:moveTo>
                    <a:pt x="27939" y="279399"/>
                  </a:moveTo>
                  <a:lnTo>
                    <a:pt x="0" y="279399"/>
                  </a:lnTo>
                  <a:lnTo>
                    <a:pt x="0" y="285749"/>
                  </a:lnTo>
                  <a:lnTo>
                    <a:pt x="27939" y="285749"/>
                  </a:lnTo>
                  <a:lnTo>
                    <a:pt x="27939" y="279399"/>
                  </a:lnTo>
                  <a:close/>
                </a:path>
                <a:path w="27939" h="905510">
                  <a:moveTo>
                    <a:pt x="27939" y="285749"/>
                  </a:moveTo>
                  <a:lnTo>
                    <a:pt x="0" y="285749"/>
                  </a:lnTo>
                  <a:lnTo>
                    <a:pt x="0" y="292099"/>
                  </a:lnTo>
                  <a:lnTo>
                    <a:pt x="27939" y="292099"/>
                  </a:lnTo>
                  <a:lnTo>
                    <a:pt x="27939" y="285749"/>
                  </a:lnTo>
                  <a:close/>
                </a:path>
                <a:path w="27939" h="905510">
                  <a:moveTo>
                    <a:pt x="27939" y="292099"/>
                  </a:moveTo>
                  <a:lnTo>
                    <a:pt x="0" y="292099"/>
                  </a:lnTo>
                  <a:lnTo>
                    <a:pt x="0" y="298449"/>
                  </a:lnTo>
                  <a:lnTo>
                    <a:pt x="27939" y="298449"/>
                  </a:lnTo>
                  <a:lnTo>
                    <a:pt x="27939" y="292099"/>
                  </a:lnTo>
                  <a:close/>
                </a:path>
                <a:path w="27939" h="905510">
                  <a:moveTo>
                    <a:pt x="27939" y="298449"/>
                  </a:moveTo>
                  <a:lnTo>
                    <a:pt x="0" y="298449"/>
                  </a:lnTo>
                  <a:lnTo>
                    <a:pt x="0" y="304799"/>
                  </a:lnTo>
                  <a:lnTo>
                    <a:pt x="27939" y="304799"/>
                  </a:lnTo>
                  <a:lnTo>
                    <a:pt x="27939" y="298449"/>
                  </a:lnTo>
                  <a:close/>
                </a:path>
                <a:path w="27939" h="905510">
                  <a:moveTo>
                    <a:pt x="27939" y="304799"/>
                  </a:moveTo>
                  <a:lnTo>
                    <a:pt x="0" y="304799"/>
                  </a:lnTo>
                  <a:lnTo>
                    <a:pt x="0" y="311149"/>
                  </a:lnTo>
                  <a:lnTo>
                    <a:pt x="27939" y="311149"/>
                  </a:lnTo>
                  <a:lnTo>
                    <a:pt x="27939" y="304799"/>
                  </a:lnTo>
                  <a:close/>
                </a:path>
                <a:path w="27939" h="905510">
                  <a:moveTo>
                    <a:pt x="27939" y="311149"/>
                  </a:moveTo>
                  <a:lnTo>
                    <a:pt x="0" y="311149"/>
                  </a:lnTo>
                  <a:lnTo>
                    <a:pt x="0" y="317499"/>
                  </a:lnTo>
                  <a:lnTo>
                    <a:pt x="27939" y="317499"/>
                  </a:lnTo>
                  <a:lnTo>
                    <a:pt x="27939" y="311149"/>
                  </a:lnTo>
                  <a:close/>
                </a:path>
                <a:path w="27939" h="905510">
                  <a:moveTo>
                    <a:pt x="27939" y="317499"/>
                  </a:moveTo>
                  <a:lnTo>
                    <a:pt x="0" y="317499"/>
                  </a:lnTo>
                  <a:lnTo>
                    <a:pt x="0" y="323849"/>
                  </a:lnTo>
                  <a:lnTo>
                    <a:pt x="27939" y="323849"/>
                  </a:lnTo>
                  <a:lnTo>
                    <a:pt x="27939" y="317499"/>
                  </a:lnTo>
                  <a:close/>
                </a:path>
                <a:path w="27939" h="905510">
                  <a:moveTo>
                    <a:pt x="27939" y="323849"/>
                  </a:moveTo>
                  <a:lnTo>
                    <a:pt x="0" y="323849"/>
                  </a:lnTo>
                  <a:lnTo>
                    <a:pt x="0" y="335279"/>
                  </a:lnTo>
                  <a:lnTo>
                    <a:pt x="27939" y="335279"/>
                  </a:lnTo>
                  <a:lnTo>
                    <a:pt x="27939" y="323849"/>
                  </a:lnTo>
                  <a:close/>
                </a:path>
                <a:path w="27939" h="905510">
                  <a:moveTo>
                    <a:pt x="27939" y="335279"/>
                  </a:moveTo>
                  <a:lnTo>
                    <a:pt x="0" y="335279"/>
                  </a:lnTo>
                  <a:lnTo>
                    <a:pt x="0" y="341629"/>
                  </a:lnTo>
                  <a:lnTo>
                    <a:pt x="27939" y="341629"/>
                  </a:lnTo>
                  <a:lnTo>
                    <a:pt x="27939" y="335279"/>
                  </a:lnTo>
                  <a:close/>
                </a:path>
                <a:path w="27939" h="905510">
                  <a:moveTo>
                    <a:pt x="27939" y="341629"/>
                  </a:moveTo>
                  <a:lnTo>
                    <a:pt x="0" y="341629"/>
                  </a:lnTo>
                  <a:lnTo>
                    <a:pt x="0" y="347979"/>
                  </a:lnTo>
                  <a:lnTo>
                    <a:pt x="27939" y="347979"/>
                  </a:lnTo>
                  <a:lnTo>
                    <a:pt x="27939" y="341629"/>
                  </a:lnTo>
                  <a:close/>
                </a:path>
                <a:path w="27939" h="905510">
                  <a:moveTo>
                    <a:pt x="27939" y="347979"/>
                  </a:moveTo>
                  <a:lnTo>
                    <a:pt x="0" y="347979"/>
                  </a:lnTo>
                  <a:lnTo>
                    <a:pt x="0" y="350519"/>
                  </a:lnTo>
                  <a:lnTo>
                    <a:pt x="27939" y="350519"/>
                  </a:lnTo>
                  <a:lnTo>
                    <a:pt x="27939" y="347979"/>
                  </a:lnTo>
                  <a:close/>
                </a:path>
                <a:path w="27939" h="905510">
                  <a:moveTo>
                    <a:pt x="27939" y="350519"/>
                  </a:moveTo>
                  <a:lnTo>
                    <a:pt x="0" y="350519"/>
                  </a:lnTo>
                  <a:lnTo>
                    <a:pt x="0" y="354329"/>
                  </a:lnTo>
                  <a:lnTo>
                    <a:pt x="27939" y="354329"/>
                  </a:lnTo>
                  <a:lnTo>
                    <a:pt x="27939" y="350519"/>
                  </a:lnTo>
                  <a:close/>
                </a:path>
                <a:path w="27939" h="905510">
                  <a:moveTo>
                    <a:pt x="27939" y="354329"/>
                  </a:moveTo>
                  <a:lnTo>
                    <a:pt x="0" y="354329"/>
                  </a:lnTo>
                  <a:lnTo>
                    <a:pt x="0" y="360679"/>
                  </a:lnTo>
                  <a:lnTo>
                    <a:pt x="27939" y="360679"/>
                  </a:lnTo>
                  <a:lnTo>
                    <a:pt x="27939" y="354329"/>
                  </a:lnTo>
                  <a:close/>
                </a:path>
                <a:path w="27939" h="905510">
                  <a:moveTo>
                    <a:pt x="27939" y="360679"/>
                  </a:moveTo>
                  <a:lnTo>
                    <a:pt x="0" y="360679"/>
                  </a:lnTo>
                  <a:lnTo>
                    <a:pt x="0" y="363219"/>
                  </a:lnTo>
                  <a:lnTo>
                    <a:pt x="27939" y="363219"/>
                  </a:lnTo>
                  <a:lnTo>
                    <a:pt x="27939" y="360679"/>
                  </a:lnTo>
                  <a:close/>
                </a:path>
                <a:path w="27939" h="905510">
                  <a:moveTo>
                    <a:pt x="27939" y="363219"/>
                  </a:moveTo>
                  <a:lnTo>
                    <a:pt x="0" y="363219"/>
                  </a:lnTo>
                  <a:lnTo>
                    <a:pt x="0" y="401319"/>
                  </a:lnTo>
                  <a:lnTo>
                    <a:pt x="27939" y="401319"/>
                  </a:lnTo>
                  <a:lnTo>
                    <a:pt x="27939" y="363219"/>
                  </a:lnTo>
                  <a:close/>
                </a:path>
                <a:path w="27939" h="905510">
                  <a:moveTo>
                    <a:pt x="27939" y="401319"/>
                  </a:moveTo>
                  <a:lnTo>
                    <a:pt x="0" y="401319"/>
                  </a:lnTo>
                  <a:lnTo>
                    <a:pt x="0" y="407669"/>
                  </a:lnTo>
                  <a:lnTo>
                    <a:pt x="27939" y="407669"/>
                  </a:lnTo>
                  <a:lnTo>
                    <a:pt x="27939" y="401319"/>
                  </a:lnTo>
                  <a:close/>
                </a:path>
                <a:path w="27939" h="905510">
                  <a:moveTo>
                    <a:pt x="27939" y="407669"/>
                  </a:moveTo>
                  <a:lnTo>
                    <a:pt x="0" y="407669"/>
                  </a:lnTo>
                  <a:lnTo>
                    <a:pt x="0" y="411479"/>
                  </a:lnTo>
                  <a:lnTo>
                    <a:pt x="27939" y="411479"/>
                  </a:lnTo>
                  <a:lnTo>
                    <a:pt x="27939" y="407669"/>
                  </a:lnTo>
                  <a:close/>
                </a:path>
                <a:path w="27939" h="905510">
                  <a:moveTo>
                    <a:pt x="27939" y="411479"/>
                  </a:moveTo>
                  <a:lnTo>
                    <a:pt x="0" y="411479"/>
                  </a:lnTo>
                  <a:lnTo>
                    <a:pt x="0" y="414019"/>
                  </a:lnTo>
                  <a:lnTo>
                    <a:pt x="27939" y="414019"/>
                  </a:lnTo>
                  <a:lnTo>
                    <a:pt x="27939" y="411479"/>
                  </a:lnTo>
                  <a:close/>
                </a:path>
                <a:path w="27939" h="905510">
                  <a:moveTo>
                    <a:pt x="27939" y="414019"/>
                  </a:moveTo>
                  <a:lnTo>
                    <a:pt x="0" y="414019"/>
                  </a:lnTo>
                  <a:lnTo>
                    <a:pt x="0" y="417829"/>
                  </a:lnTo>
                  <a:lnTo>
                    <a:pt x="27939" y="417829"/>
                  </a:lnTo>
                  <a:lnTo>
                    <a:pt x="27939" y="414019"/>
                  </a:lnTo>
                  <a:close/>
                </a:path>
                <a:path w="27939" h="905510">
                  <a:moveTo>
                    <a:pt x="27939" y="417829"/>
                  </a:moveTo>
                  <a:lnTo>
                    <a:pt x="0" y="417829"/>
                  </a:lnTo>
                  <a:lnTo>
                    <a:pt x="0" y="420369"/>
                  </a:lnTo>
                  <a:lnTo>
                    <a:pt x="27939" y="420369"/>
                  </a:lnTo>
                  <a:lnTo>
                    <a:pt x="27939" y="417829"/>
                  </a:lnTo>
                  <a:close/>
                </a:path>
                <a:path w="27939" h="905510">
                  <a:moveTo>
                    <a:pt x="27939" y="420369"/>
                  </a:moveTo>
                  <a:lnTo>
                    <a:pt x="0" y="420369"/>
                  </a:lnTo>
                  <a:lnTo>
                    <a:pt x="0" y="433069"/>
                  </a:lnTo>
                  <a:lnTo>
                    <a:pt x="27939" y="433069"/>
                  </a:lnTo>
                  <a:lnTo>
                    <a:pt x="27939" y="420369"/>
                  </a:lnTo>
                  <a:close/>
                </a:path>
                <a:path w="27939" h="905510">
                  <a:moveTo>
                    <a:pt x="27939" y="433069"/>
                  </a:moveTo>
                  <a:lnTo>
                    <a:pt x="0" y="433069"/>
                  </a:lnTo>
                  <a:lnTo>
                    <a:pt x="0" y="439419"/>
                  </a:lnTo>
                  <a:lnTo>
                    <a:pt x="27939" y="439419"/>
                  </a:lnTo>
                  <a:lnTo>
                    <a:pt x="27939" y="433069"/>
                  </a:lnTo>
                  <a:close/>
                </a:path>
                <a:path w="27939" h="905510">
                  <a:moveTo>
                    <a:pt x="27939" y="439419"/>
                  </a:moveTo>
                  <a:lnTo>
                    <a:pt x="0" y="439419"/>
                  </a:lnTo>
                  <a:lnTo>
                    <a:pt x="0" y="443229"/>
                  </a:lnTo>
                  <a:lnTo>
                    <a:pt x="27939" y="443229"/>
                  </a:lnTo>
                  <a:lnTo>
                    <a:pt x="27939" y="439419"/>
                  </a:lnTo>
                  <a:close/>
                </a:path>
                <a:path w="27939" h="905510">
                  <a:moveTo>
                    <a:pt x="27939" y="443229"/>
                  </a:moveTo>
                  <a:lnTo>
                    <a:pt x="0" y="443229"/>
                  </a:lnTo>
                  <a:lnTo>
                    <a:pt x="0" y="445769"/>
                  </a:lnTo>
                  <a:lnTo>
                    <a:pt x="27939" y="445769"/>
                  </a:lnTo>
                  <a:lnTo>
                    <a:pt x="27939" y="443229"/>
                  </a:lnTo>
                  <a:close/>
                </a:path>
                <a:path w="27939" h="905510">
                  <a:moveTo>
                    <a:pt x="27939" y="445769"/>
                  </a:moveTo>
                  <a:lnTo>
                    <a:pt x="0" y="445769"/>
                  </a:lnTo>
                  <a:lnTo>
                    <a:pt x="0" y="455929"/>
                  </a:lnTo>
                  <a:lnTo>
                    <a:pt x="27939" y="455929"/>
                  </a:lnTo>
                  <a:lnTo>
                    <a:pt x="27939" y="445769"/>
                  </a:lnTo>
                  <a:close/>
                </a:path>
                <a:path w="27939" h="905510">
                  <a:moveTo>
                    <a:pt x="27939" y="455929"/>
                  </a:moveTo>
                  <a:lnTo>
                    <a:pt x="0" y="455929"/>
                  </a:lnTo>
                  <a:lnTo>
                    <a:pt x="0" y="458469"/>
                  </a:lnTo>
                  <a:lnTo>
                    <a:pt x="27939" y="458469"/>
                  </a:lnTo>
                  <a:lnTo>
                    <a:pt x="27939" y="455929"/>
                  </a:lnTo>
                  <a:close/>
                </a:path>
                <a:path w="27939" h="905510">
                  <a:moveTo>
                    <a:pt x="27939" y="458469"/>
                  </a:moveTo>
                  <a:lnTo>
                    <a:pt x="0" y="458469"/>
                  </a:lnTo>
                  <a:lnTo>
                    <a:pt x="0" y="462279"/>
                  </a:lnTo>
                  <a:lnTo>
                    <a:pt x="27939" y="462279"/>
                  </a:lnTo>
                  <a:lnTo>
                    <a:pt x="27939" y="458469"/>
                  </a:lnTo>
                  <a:close/>
                </a:path>
                <a:path w="27939" h="905510">
                  <a:moveTo>
                    <a:pt x="27939" y="462279"/>
                  </a:moveTo>
                  <a:lnTo>
                    <a:pt x="0" y="462279"/>
                  </a:lnTo>
                  <a:lnTo>
                    <a:pt x="0" y="468629"/>
                  </a:lnTo>
                  <a:lnTo>
                    <a:pt x="27939" y="468629"/>
                  </a:lnTo>
                  <a:lnTo>
                    <a:pt x="27939" y="462279"/>
                  </a:lnTo>
                  <a:close/>
                </a:path>
                <a:path w="27939" h="905510">
                  <a:moveTo>
                    <a:pt x="27939" y="468629"/>
                  </a:moveTo>
                  <a:lnTo>
                    <a:pt x="0" y="468629"/>
                  </a:lnTo>
                  <a:lnTo>
                    <a:pt x="0" y="474979"/>
                  </a:lnTo>
                  <a:lnTo>
                    <a:pt x="27939" y="474979"/>
                  </a:lnTo>
                  <a:lnTo>
                    <a:pt x="27939" y="468629"/>
                  </a:lnTo>
                  <a:close/>
                </a:path>
                <a:path w="27939" h="905510">
                  <a:moveTo>
                    <a:pt x="27939" y="474979"/>
                  </a:moveTo>
                  <a:lnTo>
                    <a:pt x="0" y="474979"/>
                  </a:lnTo>
                  <a:lnTo>
                    <a:pt x="0" y="483869"/>
                  </a:lnTo>
                  <a:lnTo>
                    <a:pt x="27939" y="483869"/>
                  </a:lnTo>
                  <a:lnTo>
                    <a:pt x="27939" y="474979"/>
                  </a:lnTo>
                  <a:close/>
                </a:path>
                <a:path w="27939" h="905510">
                  <a:moveTo>
                    <a:pt x="27939" y="483869"/>
                  </a:moveTo>
                  <a:lnTo>
                    <a:pt x="0" y="483869"/>
                  </a:lnTo>
                  <a:lnTo>
                    <a:pt x="0" y="487679"/>
                  </a:lnTo>
                  <a:lnTo>
                    <a:pt x="27939" y="487679"/>
                  </a:lnTo>
                  <a:lnTo>
                    <a:pt x="27939" y="483869"/>
                  </a:lnTo>
                  <a:close/>
                </a:path>
                <a:path w="27939" h="905510">
                  <a:moveTo>
                    <a:pt x="27939" y="487679"/>
                  </a:moveTo>
                  <a:lnTo>
                    <a:pt x="0" y="487679"/>
                  </a:lnTo>
                  <a:lnTo>
                    <a:pt x="0" y="494029"/>
                  </a:lnTo>
                  <a:lnTo>
                    <a:pt x="27939" y="494029"/>
                  </a:lnTo>
                  <a:lnTo>
                    <a:pt x="27939" y="487679"/>
                  </a:lnTo>
                  <a:close/>
                </a:path>
                <a:path w="27939" h="905510">
                  <a:moveTo>
                    <a:pt x="27939" y="494029"/>
                  </a:moveTo>
                  <a:lnTo>
                    <a:pt x="0" y="494029"/>
                  </a:lnTo>
                  <a:lnTo>
                    <a:pt x="0" y="513079"/>
                  </a:lnTo>
                  <a:lnTo>
                    <a:pt x="27939" y="513079"/>
                  </a:lnTo>
                  <a:lnTo>
                    <a:pt x="27939" y="494029"/>
                  </a:lnTo>
                  <a:close/>
                </a:path>
                <a:path w="27939" h="905510">
                  <a:moveTo>
                    <a:pt x="27939" y="513079"/>
                  </a:moveTo>
                  <a:lnTo>
                    <a:pt x="0" y="513079"/>
                  </a:lnTo>
                  <a:lnTo>
                    <a:pt x="0" y="515619"/>
                  </a:lnTo>
                  <a:lnTo>
                    <a:pt x="27939" y="515619"/>
                  </a:lnTo>
                  <a:lnTo>
                    <a:pt x="27939" y="513079"/>
                  </a:lnTo>
                  <a:close/>
                </a:path>
                <a:path w="27939" h="905510">
                  <a:moveTo>
                    <a:pt x="27939" y="515619"/>
                  </a:moveTo>
                  <a:lnTo>
                    <a:pt x="0" y="515619"/>
                  </a:lnTo>
                  <a:lnTo>
                    <a:pt x="0" y="519429"/>
                  </a:lnTo>
                  <a:lnTo>
                    <a:pt x="27939" y="519429"/>
                  </a:lnTo>
                  <a:lnTo>
                    <a:pt x="27939" y="515619"/>
                  </a:lnTo>
                  <a:close/>
                </a:path>
                <a:path w="27939" h="905510">
                  <a:moveTo>
                    <a:pt x="27939" y="519429"/>
                  </a:moveTo>
                  <a:lnTo>
                    <a:pt x="0" y="519429"/>
                  </a:lnTo>
                  <a:lnTo>
                    <a:pt x="0" y="521969"/>
                  </a:lnTo>
                  <a:lnTo>
                    <a:pt x="27939" y="521969"/>
                  </a:lnTo>
                  <a:lnTo>
                    <a:pt x="27939" y="519429"/>
                  </a:lnTo>
                  <a:close/>
                </a:path>
                <a:path w="27939" h="905510">
                  <a:moveTo>
                    <a:pt x="27939" y="521969"/>
                  </a:moveTo>
                  <a:lnTo>
                    <a:pt x="0" y="521969"/>
                  </a:lnTo>
                  <a:lnTo>
                    <a:pt x="0" y="525779"/>
                  </a:lnTo>
                  <a:lnTo>
                    <a:pt x="27939" y="525779"/>
                  </a:lnTo>
                  <a:lnTo>
                    <a:pt x="27939" y="521969"/>
                  </a:lnTo>
                  <a:close/>
                </a:path>
                <a:path w="27939" h="905510">
                  <a:moveTo>
                    <a:pt x="27939" y="525779"/>
                  </a:moveTo>
                  <a:lnTo>
                    <a:pt x="0" y="525779"/>
                  </a:lnTo>
                  <a:lnTo>
                    <a:pt x="0" y="532129"/>
                  </a:lnTo>
                  <a:lnTo>
                    <a:pt x="27939" y="532129"/>
                  </a:lnTo>
                  <a:lnTo>
                    <a:pt x="27939" y="525779"/>
                  </a:lnTo>
                  <a:close/>
                </a:path>
                <a:path w="27939" h="905510">
                  <a:moveTo>
                    <a:pt x="27939" y="532129"/>
                  </a:moveTo>
                  <a:lnTo>
                    <a:pt x="0" y="532129"/>
                  </a:lnTo>
                  <a:lnTo>
                    <a:pt x="0" y="534669"/>
                  </a:lnTo>
                  <a:lnTo>
                    <a:pt x="27939" y="534669"/>
                  </a:lnTo>
                  <a:lnTo>
                    <a:pt x="27939" y="532129"/>
                  </a:lnTo>
                  <a:close/>
                </a:path>
                <a:path w="27939" h="905510">
                  <a:moveTo>
                    <a:pt x="27939" y="534669"/>
                  </a:moveTo>
                  <a:lnTo>
                    <a:pt x="0" y="534669"/>
                  </a:lnTo>
                  <a:lnTo>
                    <a:pt x="0" y="538479"/>
                  </a:lnTo>
                  <a:lnTo>
                    <a:pt x="27939" y="538479"/>
                  </a:lnTo>
                  <a:lnTo>
                    <a:pt x="27939" y="534669"/>
                  </a:lnTo>
                  <a:close/>
                </a:path>
                <a:path w="27939" h="905510">
                  <a:moveTo>
                    <a:pt x="27939" y="538479"/>
                  </a:moveTo>
                  <a:lnTo>
                    <a:pt x="0" y="538479"/>
                  </a:lnTo>
                  <a:lnTo>
                    <a:pt x="0" y="541019"/>
                  </a:lnTo>
                  <a:lnTo>
                    <a:pt x="27939" y="541019"/>
                  </a:lnTo>
                  <a:lnTo>
                    <a:pt x="27939" y="538479"/>
                  </a:lnTo>
                  <a:close/>
                </a:path>
                <a:path w="27939" h="905510">
                  <a:moveTo>
                    <a:pt x="27939" y="541019"/>
                  </a:moveTo>
                  <a:lnTo>
                    <a:pt x="0" y="541019"/>
                  </a:lnTo>
                  <a:lnTo>
                    <a:pt x="0" y="544829"/>
                  </a:lnTo>
                  <a:lnTo>
                    <a:pt x="27939" y="544829"/>
                  </a:lnTo>
                  <a:lnTo>
                    <a:pt x="27939" y="541019"/>
                  </a:lnTo>
                  <a:close/>
                </a:path>
                <a:path w="27939" h="905510">
                  <a:moveTo>
                    <a:pt x="27939" y="544829"/>
                  </a:moveTo>
                  <a:lnTo>
                    <a:pt x="0" y="544829"/>
                  </a:lnTo>
                  <a:lnTo>
                    <a:pt x="0" y="551179"/>
                  </a:lnTo>
                  <a:lnTo>
                    <a:pt x="27939" y="551179"/>
                  </a:lnTo>
                  <a:lnTo>
                    <a:pt x="27939" y="544829"/>
                  </a:lnTo>
                  <a:close/>
                </a:path>
                <a:path w="27939" h="905510">
                  <a:moveTo>
                    <a:pt x="27939" y="551179"/>
                  </a:moveTo>
                  <a:lnTo>
                    <a:pt x="0" y="551179"/>
                  </a:lnTo>
                  <a:lnTo>
                    <a:pt x="0" y="557529"/>
                  </a:lnTo>
                  <a:lnTo>
                    <a:pt x="27939" y="557529"/>
                  </a:lnTo>
                  <a:lnTo>
                    <a:pt x="27939" y="551179"/>
                  </a:lnTo>
                  <a:close/>
                </a:path>
                <a:path w="27939" h="905510">
                  <a:moveTo>
                    <a:pt x="27939" y="557529"/>
                  </a:moveTo>
                  <a:lnTo>
                    <a:pt x="0" y="557529"/>
                  </a:lnTo>
                  <a:lnTo>
                    <a:pt x="0" y="576579"/>
                  </a:lnTo>
                  <a:lnTo>
                    <a:pt x="27939" y="576579"/>
                  </a:lnTo>
                  <a:lnTo>
                    <a:pt x="27939" y="557529"/>
                  </a:lnTo>
                  <a:close/>
                </a:path>
                <a:path w="27939" h="905510">
                  <a:moveTo>
                    <a:pt x="27939" y="576579"/>
                  </a:moveTo>
                  <a:lnTo>
                    <a:pt x="0" y="576579"/>
                  </a:lnTo>
                  <a:lnTo>
                    <a:pt x="0" y="585469"/>
                  </a:lnTo>
                  <a:lnTo>
                    <a:pt x="27939" y="585469"/>
                  </a:lnTo>
                  <a:lnTo>
                    <a:pt x="27939" y="576579"/>
                  </a:lnTo>
                  <a:close/>
                </a:path>
                <a:path w="27939" h="905510">
                  <a:moveTo>
                    <a:pt x="27939" y="585469"/>
                  </a:moveTo>
                  <a:lnTo>
                    <a:pt x="0" y="585469"/>
                  </a:lnTo>
                  <a:lnTo>
                    <a:pt x="0" y="589279"/>
                  </a:lnTo>
                  <a:lnTo>
                    <a:pt x="27939" y="589279"/>
                  </a:lnTo>
                  <a:lnTo>
                    <a:pt x="27939" y="585469"/>
                  </a:lnTo>
                  <a:close/>
                </a:path>
                <a:path w="27939" h="905510">
                  <a:moveTo>
                    <a:pt x="27939" y="589279"/>
                  </a:moveTo>
                  <a:lnTo>
                    <a:pt x="0" y="589279"/>
                  </a:lnTo>
                  <a:lnTo>
                    <a:pt x="0" y="591819"/>
                  </a:lnTo>
                  <a:lnTo>
                    <a:pt x="27939" y="591819"/>
                  </a:lnTo>
                  <a:lnTo>
                    <a:pt x="27939" y="589279"/>
                  </a:lnTo>
                  <a:close/>
                </a:path>
                <a:path w="27939" h="905510">
                  <a:moveTo>
                    <a:pt x="27939" y="591819"/>
                  </a:moveTo>
                  <a:lnTo>
                    <a:pt x="0" y="591819"/>
                  </a:lnTo>
                  <a:lnTo>
                    <a:pt x="0" y="595629"/>
                  </a:lnTo>
                  <a:lnTo>
                    <a:pt x="27939" y="595629"/>
                  </a:lnTo>
                  <a:lnTo>
                    <a:pt x="27939" y="591819"/>
                  </a:lnTo>
                  <a:close/>
                </a:path>
                <a:path w="27939" h="905510">
                  <a:moveTo>
                    <a:pt x="27939" y="595629"/>
                  </a:moveTo>
                  <a:lnTo>
                    <a:pt x="0" y="595629"/>
                  </a:lnTo>
                  <a:lnTo>
                    <a:pt x="0" y="604519"/>
                  </a:lnTo>
                  <a:lnTo>
                    <a:pt x="27939" y="604519"/>
                  </a:lnTo>
                  <a:lnTo>
                    <a:pt x="27939" y="595629"/>
                  </a:lnTo>
                  <a:close/>
                </a:path>
                <a:path w="27939" h="905510">
                  <a:moveTo>
                    <a:pt x="27939" y="604519"/>
                  </a:moveTo>
                  <a:lnTo>
                    <a:pt x="0" y="604519"/>
                  </a:lnTo>
                  <a:lnTo>
                    <a:pt x="0" y="608329"/>
                  </a:lnTo>
                  <a:lnTo>
                    <a:pt x="27939" y="608329"/>
                  </a:lnTo>
                  <a:lnTo>
                    <a:pt x="27939" y="604519"/>
                  </a:lnTo>
                  <a:close/>
                </a:path>
                <a:path w="27939" h="905510">
                  <a:moveTo>
                    <a:pt x="27939" y="608329"/>
                  </a:moveTo>
                  <a:lnTo>
                    <a:pt x="0" y="608329"/>
                  </a:lnTo>
                  <a:lnTo>
                    <a:pt x="0" y="610869"/>
                  </a:lnTo>
                  <a:lnTo>
                    <a:pt x="27939" y="610869"/>
                  </a:lnTo>
                  <a:lnTo>
                    <a:pt x="27939" y="608329"/>
                  </a:lnTo>
                  <a:close/>
                </a:path>
                <a:path w="27939" h="905510">
                  <a:moveTo>
                    <a:pt x="27939" y="610869"/>
                  </a:moveTo>
                  <a:lnTo>
                    <a:pt x="0" y="610869"/>
                  </a:lnTo>
                  <a:lnTo>
                    <a:pt x="0" y="617219"/>
                  </a:lnTo>
                  <a:lnTo>
                    <a:pt x="27939" y="617219"/>
                  </a:lnTo>
                  <a:lnTo>
                    <a:pt x="27939" y="610869"/>
                  </a:lnTo>
                  <a:close/>
                </a:path>
                <a:path w="27939" h="905510">
                  <a:moveTo>
                    <a:pt x="27939" y="617219"/>
                  </a:moveTo>
                  <a:lnTo>
                    <a:pt x="0" y="617219"/>
                  </a:lnTo>
                  <a:lnTo>
                    <a:pt x="0" y="621029"/>
                  </a:lnTo>
                  <a:lnTo>
                    <a:pt x="27939" y="621029"/>
                  </a:lnTo>
                  <a:lnTo>
                    <a:pt x="27939" y="617219"/>
                  </a:lnTo>
                  <a:close/>
                </a:path>
                <a:path w="27939" h="905510">
                  <a:moveTo>
                    <a:pt x="27939" y="621029"/>
                  </a:moveTo>
                  <a:lnTo>
                    <a:pt x="0" y="621029"/>
                  </a:lnTo>
                  <a:lnTo>
                    <a:pt x="0" y="623569"/>
                  </a:lnTo>
                  <a:lnTo>
                    <a:pt x="27939" y="623569"/>
                  </a:lnTo>
                  <a:lnTo>
                    <a:pt x="27939" y="621029"/>
                  </a:lnTo>
                  <a:close/>
                </a:path>
                <a:path w="27939" h="905510">
                  <a:moveTo>
                    <a:pt x="27939" y="623569"/>
                  </a:moveTo>
                  <a:lnTo>
                    <a:pt x="0" y="623569"/>
                  </a:lnTo>
                  <a:lnTo>
                    <a:pt x="0" y="629919"/>
                  </a:lnTo>
                  <a:lnTo>
                    <a:pt x="27939" y="629919"/>
                  </a:lnTo>
                  <a:lnTo>
                    <a:pt x="27939" y="623569"/>
                  </a:lnTo>
                  <a:close/>
                </a:path>
                <a:path w="27939" h="905510">
                  <a:moveTo>
                    <a:pt x="27939" y="629919"/>
                  </a:moveTo>
                  <a:lnTo>
                    <a:pt x="0" y="629919"/>
                  </a:lnTo>
                  <a:lnTo>
                    <a:pt x="0" y="636269"/>
                  </a:lnTo>
                  <a:lnTo>
                    <a:pt x="27939" y="636269"/>
                  </a:lnTo>
                  <a:lnTo>
                    <a:pt x="27939" y="629919"/>
                  </a:lnTo>
                  <a:close/>
                </a:path>
                <a:path w="27939" h="905510">
                  <a:moveTo>
                    <a:pt x="27939" y="636269"/>
                  </a:moveTo>
                  <a:lnTo>
                    <a:pt x="0" y="636269"/>
                  </a:lnTo>
                  <a:lnTo>
                    <a:pt x="0" y="642619"/>
                  </a:lnTo>
                  <a:lnTo>
                    <a:pt x="27939" y="642619"/>
                  </a:lnTo>
                  <a:lnTo>
                    <a:pt x="27939" y="636269"/>
                  </a:lnTo>
                  <a:close/>
                </a:path>
                <a:path w="27939" h="905510">
                  <a:moveTo>
                    <a:pt x="27939" y="642619"/>
                  </a:moveTo>
                  <a:lnTo>
                    <a:pt x="0" y="642619"/>
                  </a:lnTo>
                  <a:lnTo>
                    <a:pt x="0" y="646429"/>
                  </a:lnTo>
                  <a:lnTo>
                    <a:pt x="27939" y="646429"/>
                  </a:lnTo>
                  <a:lnTo>
                    <a:pt x="27939" y="642619"/>
                  </a:lnTo>
                  <a:close/>
                </a:path>
                <a:path w="27939" h="905510">
                  <a:moveTo>
                    <a:pt x="27939" y="646429"/>
                  </a:moveTo>
                  <a:lnTo>
                    <a:pt x="0" y="646429"/>
                  </a:lnTo>
                  <a:lnTo>
                    <a:pt x="0" y="648969"/>
                  </a:lnTo>
                  <a:lnTo>
                    <a:pt x="27939" y="648969"/>
                  </a:lnTo>
                  <a:lnTo>
                    <a:pt x="27939" y="646429"/>
                  </a:lnTo>
                  <a:close/>
                </a:path>
                <a:path w="27939" h="905510">
                  <a:moveTo>
                    <a:pt x="27939" y="648969"/>
                  </a:moveTo>
                  <a:lnTo>
                    <a:pt x="0" y="648969"/>
                  </a:lnTo>
                  <a:lnTo>
                    <a:pt x="0" y="659129"/>
                  </a:lnTo>
                  <a:lnTo>
                    <a:pt x="27939" y="659129"/>
                  </a:lnTo>
                  <a:lnTo>
                    <a:pt x="27939" y="648969"/>
                  </a:lnTo>
                  <a:close/>
                </a:path>
                <a:path w="27939" h="905510">
                  <a:moveTo>
                    <a:pt x="27939" y="659129"/>
                  </a:moveTo>
                  <a:lnTo>
                    <a:pt x="0" y="659129"/>
                  </a:lnTo>
                  <a:lnTo>
                    <a:pt x="0" y="668019"/>
                  </a:lnTo>
                  <a:lnTo>
                    <a:pt x="27939" y="668019"/>
                  </a:lnTo>
                  <a:lnTo>
                    <a:pt x="27939" y="659129"/>
                  </a:lnTo>
                  <a:close/>
                </a:path>
                <a:path w="27939" h="905510">
                  <a:moveTo>
                    <a:pt x="27939" y="668019"/>
                  </a:moveTo>
                  <a:lnTo>
                    <a:pt x="0" y="668019"/>
                  </a:lnTo>
                  <a:lnTo>
                    <a:pt x="0" y="678179"/>
                  </a:lnTo>
                  <a:lnTo>
                    <a:pt x="27939" y="678179"/>
                  </a:lnTo>
                  <a:lnTo>
                    <a:pt x="27939" y="668019"/>
                  </a:lnTo>
                  <a:close/>
                </a:path>
                <a:path w="27939" h="905510">
                  <a:moveTo>
                    <a:pt x="27939" y="678179"/>
                  </a:moveTo>
                  <a:lnTo>
                    <a:pt x="0" y="678179"/>
                  </a:lnTo>
                  <a:lnTo>
                    <a:pt x="0" y="687069"/>
                  </a:lnTo>
                  <a:lnTo>
                    <a:pt x="27939" y="687069"/>
                  </a:lnTo>
                  <a:lnTo>
                    <a:pt x="27939" y="678179"/>
                  </a:lnTo>
                  <a:close/>
                </a:path>
                <a:path w="27939" h="905510">
                  <a:moveTo>
                    <a:pt x="27939" y="687069"/>
                  </a:moveTo>
                  <a:lnTo>
                    <a:pt x="0" y="687069"/>
                  </a:lnTo>
                  <a:lnTo>
                    <a:pt x="0" y="690879"/>
                  </a:lnTo>
                  <a:lnTo>
                    <a:pt x="27939" y="690879"/>
                  </a:lnTo>
                  <a:lnTo>
                    <a:pt x="27939" y="687069"/>
                  </a:lnTo>
                  <a:close/>
                </a:path>
                <a:path w="27939" h="905510">
                  <a:moveTo>
                    <a:pt x="27939" y="690879"/>
                  </a:moveTo>
                  <a:lnTo>
                    <a:pt x="0" y="690879"/>
                  </a:lnTo>
                  <a:lnTo>
                    <a:pt x="0" y="693419"/>
                  </a:lnTo>
                  <a:lnTo>
                    <a:pt x="27939" y="693419"/>
                  </a:lnTo>
                  <a:lnTo>
                    <a:pt x="27939" y="690879"/>
                  </a:lnTo>
                  <a:close/>
                </a:path>
                <a:path w="27939" h="905510">
                  <a:moveTo>
                    <a:pt x="27939" y="693419"/>
                  </a:moveTo>
                  <a:lnTo>
                    <a:pt x="0" y="693419"/>
                  </a:lnTo>
                  <a:lnTo>
                    <a:pt x="0" y="697229"/>
                  </a:lnTo>
                  <a:lnTo>
                    <a:pt x="27939" y="697229"/>
                  </a:lnTo>
                  <a:lnTo>
                    <a:pt x="27939" y="693419"/>
                  </a:lnTo>
                  <a:close/>
                </a:path>
                <a:path w="27939" h="905510">
                  <a:moveTo>
                    <a:pt x="27939" y="697229"/>
                  </a:moveTo>
                  <a:lnTo>
                    <a:pt x="0" y="697229"/>
                  </a:lnTo>
                  <a:lnTo>
                    <a:pt x="0" y="699769"/>
                  </a:lnTo>
                  <a:lnTo>
                    <a:pt x="27939" y="699769"/>
                  </a:lnTo>
                  <a:lnTo>
                    <a:pt x="27939" y="697229"/>
                  </a:lnTo>
                  <a:close/>
                </a:path>
                <a:path w="27939" h="905510">
                  <a:moveTo>
                    <a:pt x="27939" y="699769"/>
                  </a:moveTo>
                  <a:lnTo>
                    <a:pt x="0" y="699769"/>
                  </a:lnTo>
                  <a:lnTo>
                    <a:pt x="0" y="703579"/>
                  </a:lnTo>
                  <a:lnTo>
                    <a:pt x="27939" y="703579"/>
                  </a:lnTo>
                  <a:lnTo>
                    <a:pt x="27939" y="699769"/>
                  </a:lnTo>
                  <a:close/>
                </a:path>
                <a:path w="27939" h="905510">
                  <a:moveTo>
                    <a:pt x="27939" y="703579"/>
                  </a:moveTo>
                  <a:lnTo>
                    <a:pt x="0" y="703579"/>
                  </a:lnTo>
                  <a:lnTo>
                    <a:pt x="0" y="706119"/>
                  </a:lnTo>
                  <a:lnTo>
                    <a:pt x="27939" y="706119"/>
                  </a:lnTo>
                  <a:lnTo>
                    <a:pt x="27939" y="703579"/>
                  </a:lnTo>
                  <a:close/>
                </a:path>
                <a:path w="27939" h="905510">
                  <a:moveTo>
                    <a:pt x="27939" y="706119"/>
                  </a:moveTo>
                  <a:lnTo>
                    <a:pt x="0" y="706119"/>
                  </a:lnTo>
                  <a:lnTo>
                    <a:pt x="0" y="709929"/>
                  </a:lnTo>
                  <a:lnTo>
                    <a:pt x="27939" y="709929"/>
                  </a:lnTo>
                  <a:lnTo>
                    <a:pt x="27939" y="706119"/>
                  </a:lnTo>
                  <a:close/>
                </a:path>
                <a:path w="27939" h="905510">
                  <a:moveTo>
                    <a:pt x="27939" y="709929"/>
                  </a:moveTo>
                  <a:lnTo>
                    <a:pt x="0" y="709929"/>
                  </a:lnTo>
                  <a:lnTo>
                    <a:pt x="0" y="716279"/>
                  </a:lnTo>
                  <a:lnTo>
                    <a:pt x="27939" y="716279"/>
                  </a:lnTo>
                  <a:lnTo>
                    <a:pt x="27939" y="709929"/>
                  </a:lnTo>
                  <a:close/>
                </a:path>
                <a:path w="27939" h="905510">
                  <a:moveTo>
                    <a:pt x="27939" y="716279"/>
                  </a:moveTo>
                  <a:lnTo>
                    <a:pt x="0" y="716279"/>
                  </a:lnTo>
                  <a:lnTo>
                    <a:pt x="0" y="722629"/>
                  </a:lnTo>
                  <a:lnTo>
                    <a:pt x="27939" y="722629"/>
                  </a:lnTo>
                  <a:lnTo>
                    <a:pt x="27939" y="716279"/>
                  </a:lnTo>
                  <a:close/>
                </a:path>
                <a:path w="27939" h="905510">
                  <a:moveTo>
                    <a:pt x="27939" y="722629"/>
                  </a:moveTo>
                  <a:lnTo>
                    <a:pt x="0" y="722629"/>
                  </a:lnTo>
                  <a:lnTo>
                    <a:pt x="0" y="725169"/>
                  </a:lnTo>
                  <a:lnTo>
                    <a:pt x="27939" y="725169"/>
                  </a:lnTo>
                  <a:lnTo>
                    <a:pt x="27939" y="722629"/>
                  </a:lnTo>
                  <a:close/>
                </a:path>
                <a:path w="27939" h="905510">
                  <a:moveTo>
                    <a:pt x="27939" y="725169"/>
                  </a:moveTo>
                  <a:lnTo>
                    <a:pt x="0" y="725169"/>
                  </a:lnTo>
                  <a:lnTo>
                    <a:pt x="0" y="728979"/>
                  </a:lnTo>
                  <a:lnTo>
                    <a:pt x="27939" y="728979"/>
                  </a:lnTo>
                  <a:lnTo>
                    <a:pt x="27939" y="725169"/>
                  </a:lnTo>
                  <a:close/>
                </a:path>
                <a:path w="27939" h="905510">
                  <a:moveTo>
                    <a:pt x="27939" y="728979"/>
                  </a:moveTo>
                  <a:lnTo>
                    <a:pt x="0" y="728979"/>
                  </a:lnTo>
                  <a:lnTo>
                    <a:pt x="0" y="731519"/>
                  </a:lnTo>
                  <a:lnTo>
                    <a:pt x="27939" y="731519"/>
                  </a:lnTo>
                  <a:lnTo>
                    <a:pt x="27939" y="728979"/>
                  </a:lnTo>
                  <a:close/>
                </a:path>
                <a:path w="27939" h="905510">
                  <a:moveTo>
                    <a:pt x="27939" y="731519"/>
                  </a:moveTo>
                  <a:lnTo>
                    <a:pt x="0" y="731519"/>
                  </a:lnTo>
                  <a:lnTo>
                    <a:pt x="0" y="737869"/>
                  </a:lnTo>
                  <a:lnTo>
                    <a:pt x="27939" y="737869"/>
                  </a:lnTo>
                  <a:lnTo>
                    <a:pt x="27939" y="731519"/>
                  </a:lnTo>
                  <a:close/>
                </a:path>
                <a:path w="27939" h="905510">
                  <a:moveTo>
                    <a:pt x="27939" y="737869"/>
                  </a:moveTo>
                  <a:lnTo>
                    <a:pt x="0" y="737869"/>
                  </a:lnTo>
                  <a:lnTo>
                    <a:pt x="0" y="741679"/>
                  </a:lnTo>
                  <a:lnTo>
                    <a:pt x="27939" y="741679"/>
                  </a:lnTo>
                  <a:lnTo>
                    <a:pt x="27939" y="737869"/>
                  </a:lnTo>
                  <a:close/>
                </a:path>
                <a:path w="27939" h="905510">
                  <a:moveTo>
                    <a:pt x="27939" y="741679"/>
                  </a:moveTo>
                  <a:lnTo>
                    <a:pt x="0" y="741679"/>
                  </a:lnTo>
                  <a:lnTo>
                    <a:pt x="0" y="744219"/>
                  </a:lnTo>
                  <a:lnTo>
                    <a:pt x="27939" y="744219"/>
                  </a:lnTo>
                  <a:lnTo>
                    <a:pt x="27939" y="741679"/>
                  </a:lnTo>
                  <a:close/>
                </a:path>
                <a:path w="27939" h="905510">
                  <a:moveTo>
                    <a:pt x="27939" y="744219"/>
                  </a:moveTo>
                  <a:lnTo>
                    <a:pt x="0" y="744219"/>
                  </a:lnTo>
                  <a:lnTo>
                    <a:pt x="0" y="748029"/>
                  </a:lnTo>
                  <a:lnTo>
                    <a:pt x="27939" y="748029"/>
                  </a:lnTo>
                  <a:lnTo>
                    <a:pt x="27939" y="744219"/>
                  </a:lnTo>
                  <a:close/>
                </a:path>
                <a:path w="27939" h="905510">
                  <a:moveTo>
                    <a:pt x="27939" y="748029"/>
                  </a:moveTo>
                  <a:lnTo>
                    <a:pt x="0" y="748029"/>
                  </a:lnTo>
                  <a:lnTo>
                    <a:pt x="0" y="750569"/>
                  </a:lnTo>
                  <a:lnTo>
                    <a:pt x="27939" y="750569"/>
                  </a:lnTo>
                  <a:lnTo>
                    <a:pt x="27939" y="748029"/>
                  </a:lnTo>
                  <a:close/>
                </a:path>
                <a:path w="27939" h="905510">
                  <a:moveTo>
                    <a:pt x="27939" y="750569"/>
                  </a:moveTo>
                  <a:lnTo>
                    <a:pt x="0" y="750569"/>
                  </a:lnTo>
                  <a:lnTo>
                    <a:pt x="0" y="756919"/>
                  </a:lnTo>
                  <a:lnTo>
                    <a:pt x="27939" y="756919"/>
                  </a:lnTo>
                  <a:lnTo>
                    <a:pt x="27939" y="750569"/>
                  </a:lnTo>
                  <a:close/>
                </a:path>
                <a:path w="27939" h="905510">
                  <a:moveTo>
                    <a:pt x="27939" y="756919"/>
                  </a:moveTo>
                  <a:lnTo>
                    <a:pt x="0" y="756919"/>
                  </a:lnTo>
                  <a:lnTo>
                    <a:pt x="0" y="760729"/>
                  </a:lnTo>
                  <a:lnTo>
                    <a:pt x="27939" y="760729"/>
                  </a:lnTo>
                  <a:lnTo>
                    <a:pt x="27939" y="756919"/>
                  </a:lnTo>
                  <a:close/>
                </a:path>
                <a:path w="27939" h="905510">
                  <a:moveTo>
                    <a:pt x="27939" y="760729"/>
                  </a:moveTo>
                  <a:lnTo>
                    <a:pt x="0" y="760729"/>
                  </a:lnTo>
                  <a:lnTo>
                    <a:pt x="0" y="763269"/>
                  </a:lnTo>
                  <a:lnTo>
                    <a:pt x="27939" y="763269"/>
                  </a:lnTo>
                  <a:lnTo>
                    <a:pt x="27939" y="760729"/>
                  </a:lnTo>
                  <a:close/>
                </a:path>
                <a:path w="27939" h="905510">
                  <a:moveTo>
                    <a:pt x="27939" y="763269"/>
                  </a:moveTo>
                  <a:lnTo>
                    <a:pt x="0" y="763269"/>
                  </a:lnTo>
                  <a:lnTo>
                    <a:pt x="0" y="767079"/>
                  </a:lnTo>
                  <a:lnTo>
                    <a:pt x="27939" y="767079"/>
                  </a:lnTo>
                  <a:lnTo>
                    <a:pt x="27939" y="763269"/>
                  </a:lnTo>
                  <a:close/>
                </a:path>
                <a:path w="27939" h="905510">
                  <a:moveTo>
                    <a:pt x="27939" y="767079"/>
                  </a:moveTo>
                  <a:lnTo>
                    <a:pt x="0" y="767079"/>
                  </a:lnTo>
                  <a:lnTo>
                    <a:pt x="0" y="769619"/>
                  </a:lnTo>
                  <a:lnTo>
                    <a:pt x="27939" y="769619"/>
                  </a:lnTo>
                  <a:lnTo>
                    <a:pt x="27939" y="767079"/>
                  </a:lnTo>
                  <a:close/>
                </a:path>
                <a:path w="27939" h="905510">
                  <a:moveTo>
                    <a:pt x="27939" y="769619"/>
                  </a:moveTo>
                  <a:lnTo>
                    <a:pt x="0" y="769619"/>
                  </a:lnTo>
                  <a:lnTo>
                    <a:pt x="0" y="775969"/>
                  </a:lnTo>
                  <a:lnTo>
                    <a:pt x="27939" y="775969"/>
                  </a:lnTo>
                  <a:lnTo>
                    <a:pt x="27939" y="769619"/>
                  </a:lnTo>
                  <a:close/>
                </a:path>
                <a:path w="27939" h="905510">
                  <a:moveTo>
                    <a:pt x="27939" y="775969"/>
                  </a:moveTo>
                  <a:lnTo>
                    <a:pt x="0" y="775969"/>
                  </a:lnTo>
                  <a:lnTo>
                    <a:pt x="0" y="779779"/>
                  </a:lnTo>
                  <a:lnTo>
                    <a:pt x="27939" y="779779"/>
                  </a:lnTo>
                  <a:lnTo>
                    <a:pt x="27939" y="775969"/>
                  </a:lnTo>
                  <a:close/>
                </a:path>
                <a:path w="27939" h="905510">
                  <a:moveTo>
                    <a:pt x="27939" y="779779"/>
                  </a:moveTo>
                  <a:lnTo>
                    <a:pt x="0" y="779779"/>
                  </a:lnTo>
                  <a:lnTo>
                    <a:pt x="0" y="782319"/>
                  </a:lnTo>
                  <a:lnTo>
                    <a:pt x="27939" y="782319"/>
                  </a:lnTo>
                  <a:lnTo>
                    <a:pt x="27939" y="779779"/>
                  </a:lnTo>
                  <a:close/>
                </a:path>
                <a:path w="27939" h="905510">
                  <a:moveTo>
                    <a:pt x="27939" y="782319"/>
                  </a:moveTo>
                  <a:lnTo>
                    <a:pt x="0" y="782319"/>
                  </a:lnTo>
                  <a:lnTo>
                    <a:pt x="0" y="786129"/>
                  </a:lnTo>
                  <a:lnTo>
                    <a:pt x="27939" y="786129"/>
                  </a:lnTo>
                  <a:lnTo>
                    <a:pt x="27939" y="782319"/>
                  </a:lnTo>
                  <a:close/>
                </a:path>
                <a:path w="27939" h="905510">
                  <a:moveTo>
                    <a:pt x="27939" y="786129"/>
                  </a:moveTo>
                  <a:lnTo>
                    <a:pt x="0" y="786129"/>
                  </a:lnTo>
                  <a:lnTo>
                    <a:pt x="0" y="788669"/>
                  </a:lnTo>
                  <a:lnTo>
                    <a:pt x="27939" y="788669"/>
                  </a:lnTo>
                  <a:lnTo>
                    <a:pt x="27939" y="786129"/>
                  </a:lnTo>
                  <a:close/>
                </a:path>
                <a:path w="27939" h="905510">
                  <a:moveTo>
                    <a:pt x="27939" y="788669"/>
                  </a:moveTo>
                  <a:lnTo>
                    <a:pt x="0" y="788669"/>
                  </a:lnTo>
                  <a:lnTo>
                    <a:pt x="0" y="795019"/>
                  </a:lnTo>
                  <a:lnTo>
                    <a:pt x="27939" y="795019"/>
                  </a:lnTo>
                  <a:lnTo>
                    <a:pt x="27939" y="788669"/>
                  </a:lnTo>
                  <a:close/>
                </a:path>
                <a:path w="27939" h="905510">
                  <a:moveTo>
                    <a:pt x="27939" y="795019"/>
                  </a:moveTo>
                  <a:lnTo>
                    <a:pt x="0" y="795019"/>
                  </a:lnTo>
                  <a:lnTo>
                    <a:pt x="0" y="798829"/>
                  </a:lnTo>
                  <a:lnTo>
                    <a:pt x="27939" y="798829"/>
                  </a:lnTo>
                  <a:lnTo>
                    <a:pt x="27939" y="795019"/>
                  </a:lnTo>
                  <a:close/>
                </a:path>
                <a:path w="27939" h="905510">
                  <a:moveTo>
                    <a:pt x="27939" y="798829"/>
                  </a:moveTo>
                  <a:lnTo>
                    <a:pt x="0" y="798829"/>
                  </a:lnTo>
                  <a:lnTo>
                    <a:pt x="0" y="801369"/>
                  </a:lnTo>
                  <a:lnTo>
                    <a:pt x="27939" y="801369"/>
                  </a:lnTo>
                  <a:lnTo>
                    <a:pt x="27939" y="798829"/>
                  </a:lnTo>
                  <a:close/>
                </a:path>
                <a:path w="27939" h="905510">
                  <a:moveTo>
                    <a:pt x="27939" y="801369"/>
                  </a:moveTo>
                  <a:lnTo>
                    <a:pt x="0" y="801369"/>
                  </a:lnTo>
                  <a:lnTo>
                    <a:pt x="0" y="805179"/>
                  </a:lnTo>
                  <a:lnTo>
                    <a:pt x="27939" y="805179"/>
                  </a:lnTo>
                  <a:lnTo>
                    <a:pt x="27939" y="801369"/>
                  </a:lnTo>
                  <a:close/>
                </a:path>
                <a:path w="27939" h="905510">
                  <a:moveTo>
                    <a:pt x="27939" y="805179"/>
                  </a:moveTo>
                  <a:lnTo>
                    <a:pt x="0" y="805179"/>
                  </a:lnTo>
                  <a:lnTo>
                    <a:pt x="0" y="807719"/>
                  </a:lnTo>
                  <a:lnTo>
                    <a:pt x="27939" y="807719"/>
                  </a:lnTo>
                  <a:lnTo>
                    <a:pt x="27939" y="805179"/>
                  </a:lnTo>
                  <a:close/>
                </a:path>
                <a:path w="27939" h="905510">
                  <a:moveTo>
                    <a:pt x="27939" y="807719"/>
                  </a:moveTo>
                  <a:lnTo>
                    <a:pt x="0" y="807719"/>
                  </a:lnTo>
                  <a:lnTo>
                    <a:pt x="0" y="811529"/>
                  </a:lnTo>
                  <a:lnTo>
                    <a:pt x="27939" y="811529"/>
                  </a:lnTo>
                  <a:lnTo>
                    <a:pt x="27939" y="807719"/>
                  </a:lnTo>
                  <a:close/>
                </a:path>
                <a:path w="27939" h="905510">
                  <a:moveTo>
                    <a:pt x="27939" y="811529"/>
                  </a:moveTo>
                  <a:lnTo>
                    <a:pt x="0" y="811529"/>
                  </a:lnTo>
                  <a:lnTo>
                    <a:pt x="0" y="814069"/>
                  </a:lnTo>
                  <a:lnTo>
                    <a:pt x="27939" y="814069"/>
                  </a:lnTo>
                  <a:lnTo>
                    <a:pt x="27939" y="811529"/>
                  </a:lnTo>
                  <a:close/>
                </a:path>
                <a:path w="27939" h="905510">
                  <a:moveTo>
                    <a:pt x="27939" y="814069"/>
                  </a:moveTo>
                  <a:lnTo>
                    <a:pt x="0" y="814069"/>
                  </a:lnTo>
                  <a:lnTo>
                    <a:pt x="0" y="817879"/>
                  </a:lnTo>
                  <a:lnTo>
                    <a:pt x="27939" y="817879"/>
                  </a:lnTo>
                  <a:lnTo>
                    <a:pt x="27939" y="814069"/>
                  </a:lnTo>
                  <a:close/>
                </a:path>
                <a:path w="27939" h="905510">
                  <a:moveTo>
                    <a:pt x="27939" y="817879"/>
                  </a:moveTo>
                  <a:lnTo>
                    <a:pt x="0" y="817879"/>
                  </a:lnTo>
                  <a:lnTo>
                    <a:pt x="0" y="820419"/>
                  </a:lnTo>
                  <a:lnTo>
                    <a:pt x="27939" y="820419"/>
                  </a:lnTo>
                  <a:lnTo>
                    <a:pt x="27939" y="817879"/>
                  </a:lnTo>
                  <a:close/>
                </a:path>
                <a:path w="27939" h="905510">
                  <a:moveTo>
                    <a:pt x="27939" y="820419"/>
                  </a:moveTo>
                  <a:lnTo>
                    <a:pt x="0" y="820419"/>
                  </a:lnTo>
                  <a:lnTo>
                    <a:pt x="0" y="824229"/>
                  </a:lnTo>
                  <a:lnTo>
                    <a:pt x="27939" y="824229"/>
                  </a:lnTo>
                  <a:lnTo>
                    <a:pt x="27939" y="820419"/>
                  </a:lnTo>
                  <a:close/>
                </a:path>
                <a:path w="27939" h="905510">
                  <a:moveTo>
                    <a:pt x="27939" y="824229"/>
                  </a:moveTo>
                  <a:lnTo>
                    <a:pt x="0" y="824229"/>
                  </a:lnTo>
                  <a:lnTo>
                    <a:pt x="0" y="826769"/>
                  </a:lnTo>
                  <a:lnTo>
                    <a:pt x="27939" y="826769"/>
                  </a:lnTo>
                  <a:lnTo>
                    <a:pt x="27939" y="824229"/>
                  </a:lnTo>
                  <a:close/>
                </a:path>
                <a:path w="27939" h="905510">
                  <a:moveTo>
                    <a:pt x="27939" y="826769"/>
                  </a:moveTo>
                  <a:lnTo>
                    <a:pt x="0" y="826769"/>
                  </a:lnTo>
                  <a:lnTo>
                    <a:pt x="0" y="836929"/>
                  </a:lnTo>
                  <a:lnTo>
                    <a:pt x="27939" y="836929"/>
                  </a:lnTo>
                  <a:lnTo>
                    <a:pt x="27939" y="826769"/>
                  </a:lnTo>
                  <a:close/>
                </a:path>
                <a:path w="27939" h="905510">
                  <a:moveTo>
                    <a:pt x="27939" y="836929"/>
                  </a:moveTo>
                  <a:lnTo>
                    <a:pt x="0" y="836929"/>
                  </a:lnTo>
                  <a:lnTo>
                    <a:pt x="0" y="839469"/>
                  </a:lnTo>
                  <a:lnTo>
                    <a:pt x="27939" y="839469"/>
                  </a:lnTo>
                  <a:lnTo>
                    <a:pt x="27939" y="836929"/>
                  </a:lnTo>
                  <a:close/>
                </a:path>
                <a:path w="27939" h="905510">
                  <a:moveTo>
                    <a:pt x="27939" y="839469"/>
                  </a:moveTo>
                  <a:lnTo>
                    <a:pt x="0" y="839469"/>
                  </a:lnTo>
                  <a:lnTo>
                    <a:pt x="0" y="845819"/>
                  </a:lnTo>
                  <a:lnTo>
                    <a:pt x="27939" y="845819"/>
                  </a:lnTo>
                  <a:lnTo>
                    <a:pt x="27939" y="839469"/>
                  </a:lnTo>
                  <a:close/>
                </a:path>
                <a:path w="27939" h="905510">
                  <a:moveTo>
                    <a:pt x="27939" y="845819"/>
                  </a:moveTo>
                  <a:lnTo>
                    <a:pt x="0" y="845819"/>
                  </a:lnTo>
                  <a:lnTo>
                    <a:pt x="0" y="852169"/>
                  </a:lnTo>
                  <a:lnTo>
                    <a:pt x="27939" y="852169"/>
                  </a:lnTo>
                  <a:lnTo>
                    <a:pt x="27939" y="845819"/>
                  </a:lnTo>
                  <a:close/>
                </a:path>
                <a:path w="27939" h="905510">
                  <a:moveTo>
                    <a:pt x="27939" y="852169"/>
                  </a:moveTo>
                  <a:lnTo>
                    <a:pt x="0" y="852169"/>
                  </a:lnTo>
                  <a:lnTo>
                    <a:pt x="0" y="855979"/>
                  </a:lnTo>
                  <a:lnTo>
                    <a:pt x="27939" y="855979"/>
                  </a:lnTo>
                  <a:lnTo>
                    <a:pt x="27939" y="852169"/>
                  </a:lnTo>
                  <a:close/>
                </a:path>
                <a:path w="27939" h="905510">
                  <a:moveTo>
                    <a:pt x="27939" y="855979"/>
                  </a:moveTo>
                  <a:lnTo>
                    <a:pt x="0" y="855979"/>
                  </a:lnTo>
                  <a:lnTo>
                    <a:pt x="0" y="862329"/>
                  </a:lnTo>
                  <a:lnTo>
                    <a:pt x="27939" y="862329"/>
                  </a:lnTo>
                  <a:lnTo>
                    <a:pt x="27939" y="855979"/>
                  </a:lnTo>
                  <a:close/>
                </a:path>
                <a:path w="27939" h="905510">
                  <a:moveTo>
                    <a:pt x="27939" y="862329"/>
                  </a:moveTo>
                  <a:lnTo>
                    <a:pt x="0" y="862329"/>
                  </a:lnTo>
                  <a:lnTo>
                    <a:pt x="0" y="864869"/>
                  </a:lnTo>
                  <a:lnTo>
                    <a:pt x="27939" y="864869"/>
                  </a:lnTo>
                  <a:lnTo>
                    <a:pt x="27939" y="862329"/>
                  </a:lnTo>
                  <a:close/>
                </a:path>
                <a:path w="27939" h="905510">
                  <a:moveTo>
                    <a:pt x="27939" y="864869"/>
                  </a:moveTo>
                  <a:lnTo>
                    <a:pt x="0" y="864869"/>
                  </a:lnTo>
                  <a:lnTo>
                    <a:pt x="0" y="868679"/>
                  </a:lnTo>
                  <a:lnTo>
                    <a:pt x="27939" y="868679"/>
                  </a:lnTo>
                  <a:lnTo>
                    <a:pt x="27939" y="864869"/>
                  </a:lnTo>
                  <a:close/>
                </a:path>
                <a:path w="27939" h="905510">
                  <a:moveTo>
                    <a:pt x="27939" y="868679"/>
                  </a:moveTo>
                  <a:lnTo>
                    <a:pt x="0" y="868679"/>
                  </a:lnTo>
                  <a:lnTo>
                    <a:pt x="0" y="871219"/>
                  </a:lnTo>
                  <a:lnTo>
                    <a:pt x="27939" y="871219"/>
                  </a:lnTo>
                  <a:lnTo>
                    <a:pt x="27939" y="868679"/>
                  </a:lnTo>
                  <a:close/>
                </a:path>
                <a:path w="27939" h="905510">
                  <a:moveTo>
                    <a:pt x="27939" y="871219"/>
                  </a:moveTo>
                  <a:lnTo>
                    <a:pt x="0" y="871219"/>
                  </a:lnTo>
                  <a:lnTo>
                    <a:pt x="0" y="875029"/>
                  </a:lnTo>
                  <a:lnTo>
                    <a:pt x="27939" y="875029"/>
                  </a:lnTo>
                  <a:lnTo>
                    <a:pt x="27939" y="871219"/>
                  </a:lnTo>
                  <a:close/>
                </a:path>
                <a:path w="27939" h="905510">
                  <a:moveTo>
                    <a:pt x="27939" y="875029"/>
                  </a:moveTo>
                  <a:lnTo>
                    <a:pt x="0" y="875029"/>
                  </a:lnTo>
                  <a:lnTo>
                    <a:pt x="0" y="877569"/>
                  </a:lnTo>
                  <a:lnTo>
                    <a:pt x="27939" y="877569"/>
                  </a:lnTo>
                  <a:lnTo>
                    <a:pt x="27939" y="875029"/>
                  </a:lnTo>
                  <a:close/>
                </a:path>
                <a:path w="27939" h="905510">
                  <a:moveTo>
                    <a:pt x="27939" y="877569"/>
                  </a:moveTo>
                  <a:lnTo>
                    <a:pt x="0" y="877569"/>
                  </a:lnTo>
                  <a:lnTo>
                    <a:pt x="0" y="881379"/>
                  </a:lnTo>
                  <a:lnTo>
                    <a:pt x="26669" y="881379"/>
                  </a:lnTo>
                  <a:lnTo>
                    <a:pt x="26669" y="880109"/>
                  </a:lnTo>
                  <a:lnTo>
                    <a:pt x="27939" y="880109"/>
                  </a:lnTo>
                  <a:lnTo>
                    <a:pt x="27939" y="877569"/>
                  </a:lnTo>
                  <a:close/>
                </a:path>
                <a:path w="27939" h="905510">
                  <a:moveTo>
                    <a:pt x="25400" y="881379"/>
                  </a:moveTo>
                  <a:lnTo>
                    <a:pt x="0" y="881379"/>
                  </a:lnTo>
                  <a:lnTo>
                    <a:pt x="0" y="883919"/>
                  </a:lnTo>
                  <a:lnTo>
                    <a:pt x="24129" y="883919"/>
                  </a:lnTo>
                  <a:lnTo>
                    <a:pt x="24129" y="882649"/>
                  </a:lnTo>
                  <a:lnTo>
                    <a:pt x="25400" y="882649"/>
                  </a:lnTo>
                  <a:lnTo>
                    <a:pt x="25400" y="881379"/>
                  </a:lnTo>
                  <a:close/>
                </a:path>
                <a:path w="27939" h="905510">
                  <a:moveTo>
                    <a:pt x="22860" y="883919"/>
                  </a:moveTo>
                  <a:lnTo>
                    <a:pt x="0" y="883919"/>
                  </a:lnTo>
                  <a:lnTo>
                    <a:pt x="0" y="887729"/>
                  </a:lnTo>
                  <a:lnTo>
                    <a:pt x="20319" y="887729"/>
                  </a:lnTo>
                  <a:lnTo>
                    <a:pt x="20319" y="886459"/>
                  </a:lnTo>
                  <a:lnTo>
                    <a:pt x="21589" y="886459"/>
                  </a:lnTo>
                  <a:lnTo>
                    <a:pt x="21589" y="885189"/>
                  </a:lnTo>
                  <a:lnTo>
                    <a:pt x="22860" y="885189"/>
                  </a:lnTo>
                  <a:lnTo>
                    <a:pt x="22860" y="883919"/>
                  </a:lnTo>
                  <a:close/>
                </a:path>
                <a:path w="27939" h="905510">
                  <a:moveTo>
                    <a:pt x="19050" y="887729"/>
                  </a:moveTo>
                  <a:lnTo>
                    <a:pt x="0" y="887729"/>
                  </a:lnTo>
                  <a:lnTo>
                    <a:pt x="0" y="890269"/>
                  </a:lnTo>
                  <a:lnTo>
                    <a:pt x="17779" y="890269"/>
                  </a:lnTo>
                  <a:lnTo>
                    <a:pt x="17779" y="888999"/>
                  </a:lnTo>
                  <a:lnTo>
                    <a:pt x="19050" y="888999"/>
                  </a:lnTo>
                  <a:lnTo>
                    <a:pt x="19050" y="887729"/>
                  </a:lnTo>
                  <a:close/>
                </a:path>
                <a:path w="27939" h="905510">
                  <a:moveTo>
                    <a:pt x="16510" y="890269"/>
                  </a:moveTo>
                  <a:lnTo>
                    <a:pt x="0" y="890269"/>
                  </a:lnTo>
                  <a:lnTo>
                    <a:pt x="0" y="894079"/>
                  </a:lnTo>
                  <a:lnTo>
                    <a:pt x="13969" y="894079"/>
                  </a:lnTo>
                  <a:lnTo>
                    <a:pt x="13969" y="892809"/>
                  </a:lnTo>
                  <a:lnTo>
                    <a:pt x="15239" y="892809"/>
                  </a:lnTo>
                  <a:lnTo>
                    <a:pt x="15239" y="891539"/>
                  </a:lnTo>
                  <a:lnTo>
                    <a:pt x="16510" y="891539"/>
                  </a:lnTo>
                  <a:lnTo>
                    <a:pt x="16510" y="890269"/>
                  </a:lnTo>
                  <a:close/>
                </a:path>
                <a:path w="27939" h="905510">
                  <a:moveTo>
                    <a:pt x="11429" y="894079"/>
                  </a:moveTo>
                  <a:lnTo>
                    <a:pt x="0" y="894079"/>
                  </a:lnTo>
                  <a:lnTo>
                    <a:pt x="0" y="896619"/>
                  </a:lnTo>
                  <a:lnTo>
                    <a:pt x="10160" y="896619"/>
                  </a:lnTo>
                  <a:lnTo>
                    <a:pt x="10160" y="895349"/>
                  </a:lnTo>
                  <a:lnTo>
                    <a:pt x="11429" y="895349"/>
                  </a:lnTo>
                  <a:lnTo>
                    <a:pt x="11429" y="894079"/>
                  </a:lnTo>
                  <a:close/>
                </a:path>
                <a:path w="27939" h="905510">
                  <a:moveTo>
                    <a:pt x="8889" y="896619"/>
                  </a:moveTo>
                  <a:lnTo>
                    <a:pt x="0" y="896619"/>
                  </a:lnTo>
                  <a:lnTo>
                    <a:pt x="0" y="900429"/>
                  </a:lnTo>
                  <a:lnTo>
                    <a:pt x="6350" y="900429"/>
                  </a:lnTo>
                  <a:lnTo>
                    <a:pt x="6350" y="899159"/>
                  </a:lnTo>
                  <a:lnTo>
                    <a:pt x="7619" y="899159"/>
                  </a:lnTo>
                  <a:lnTo>
                    <a:pt x="7619" y="897889"/>
                  </a:lnTo>
                  <a:lnTo>
                    <a:pt x="8889" y="897889"/>
                  </a:lnTo>
                  <a:lnTo>
                    <a:pt x="8889" y="896619"/>
                  </a:lnTo>
                  <a:close/>
                </a:path>
                <a:path w="27939" h="905510">
                  <a:moveTo>
                    <a:pt x="5079" y="900429"/>
                  </a:moveTo>
                  <a:lnTo>
                    <a:pt x="0" y="900429"/>
                  </a:lnTo>
                  <a:lnTo>
                    <a:pt x="0" y="902969"/>
                  </a:lnTo>
                  <a:lnTo>
                    <a:pt x="3810" y="902969"/>
                  </a:lnTo>
                  <a:lnTo>
                    <a:pt x="3810" y="901699"/>
                  </a:lnTo>
                  <a:lnTo>
                    <a:pt x="5079" y="901699"/>
                  </a:lnTo>
                  <a:lnTo>
                    <a:pt x="5079" y="900429"/>
                  </a:lnTo>
                  <a:close/>
                </a:path>
                <a:path w="27939" h="905510">
                  <a:moveTo>
                    <a:pt x="2539" y="902969"/>
                  </a:moveTo>
                  <a:lnTo>
                    <a:pt x="0" y="902969"/>
                  </a:lnTo>
                  <a:lnTo>
                    <a:pt x="0" y="905509"/>
                  </a:lnTo>
                  <a:lnTo>
                    <a:pt x="1269" y="905509"/>
                  </a:lnTo>
                  <a:lnTo>
                    <a:pt x="1269" y="904239"/>
                  </a:lnTo>
                  <a:lnTo>
                    <a:pt x="2539" y="904239"/>
                  </a:lnTo>
                  <a:lnTo>
                    <a:pt x="2539" y="902969"/>
                  </a:lnTo>
                  <a:close/>
                </a:path>
              </a:pathLst>
            </a:custGeom>
            <a:solidFill>
              <a:srgbClr val="2C59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3" name="object 3803"/>
            <p:cNvSpPr/>
            <p:nvPr/>
          </p:nvSpPr>
          <p:spPr>
            <a:xfrm>
              <a:off x="5340350" y="4931410"/>
              <a:ext cx="27940" cy="852169"/>
            </a:xfrm>
            <a:custGeom>
              <a:avLst/>
              <a:gdLst/>
              <a:ahLst/>
              <a:cxnLst/>
              <a:rect l="l" t="t" r="r" b="b"/>
              <a:pathLst>
                <a:path w="27939" h="852170">
                  <a:moveTo>
                    <a:pt x="127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6350" y="5079"/>
                  </a:lnTo>
                  <a:lnTo>
                    <a:pt x="6350" y="3809"/>
                  </a:lnTo>
                  <a:lnTo>
                    <a:pt x="3810" y="3809"/>
                  </a:lnTo>
                  <a:lnTo>
                    <a:pt x="3810" y="2539"/>
                  </a:lnTo>
                  <a:lnTo>
                    <a:pt x="2539" y="2539"/>
                  </a:lnTo>
                  <a:lnTo>
                    <a:pt x="2539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27939" h="852170">
                  <a:moveTo>
                    <a:pt x="7620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12700" y="11429"/>
                  </a:lnTo>
                  <a:lnTo>
                    <a:pt x="12700" y="10159"/>
                  </a:lnTo>
                  <a:lnTo>
                    <a:pt x="11429" y="10159"/>
                  </a:lnTo>
                  <a:lnTo>
                    <a:pt x="11429" y="8889"/>
                  </a:lnTo>
                  <a:lnTo>
                    <a:pt x="10160" y="8889"/>
                  </a:lnTo>
                  <a:lnTo>
                    <a:pt x="10160" y="7619"/>
                  </a:lnTo>
                  <a:lnTo>
                    <a:pt x="8889" y="7619"/>
                  </a:lnTo>
                  <a:lnTo>
                    <a:pt x="8889" y="6350"/>
                  </a:lnTo>
                  <a:lnTo>
                    <a:pt x="7620" y="6350"/>
                  </a:lnTo>
                  <a:lnTo>
                    <a:pt x="7620" y="5080"/>
                  </a:lnTo>
                  <a:close/>
                </a:path>
                <a:path w="27939" h="852170">
                  <a:moveTo>
                    <a:pt x="13970" y="11430"/>
                  </a:moveTo>
                  <a:lnTo>
                    <a:pt x="0" y="11430"/>
                  </a:lnTo>
                  <a:lnTo>
                    <a:pt x="0" y="30479"/>
                  </a:lnTo>
                  <a:lnTo>
                    <a:pt x="27939" y="30479"/>
                  </a:lnTo>
                  <a:lnTo>
                    <a:pt x="27939" y="25400"/>
                  </a:lnTo>
                  <a:lnTo>
                    <a:pt x="26670" y="25400"/>
                  </a:lnTo>
                  <a:lnTo>
                    <a:pt x="26670" y="24130"/>
                  </a:lnTo>
                  <a:lnTo>
                    <a:pt x="25400" y="24130"/>
                  </a:lnTo>
                  <a:lnTo>
                    <a:pt x="25400" y="22859"/>
                  </a:lnTo>
                  <a:lnTo>
                    <a:pt x="24129" y="22859"/>
                  </a:lnTo>
                  <a:lnTo>
                    <a:pt x="24129" y="21589"/>
                  </a:lnTo>
                  <a:lnTo>
                    <a:pt x="22860" y="21589"/>
                  </a:lnTo>
                  <a:lnTo>
                    <a:pt x="22860" y="20319"/>
                  </a:lnTo>
                  <a:lnTo>
                    <a:pt x="21589" y="20319"/>
                  </a:lnTo>
                  <a:lnTo>
                    <a:pt x="21589" y="19050"/>
                  </a:lnTo>
                  <a:lnTo>
                    <a:pt x="20320" y="19050"/>
                  </a:lnTo>
                  <a:lnTo>
                    <a:pt x="20320" y="17780"/>
                  </a:lnTo>
                  <a:lnTo>
                    <a:pt x="19050" y="17780"/>
                  </a:lnTo>
                  <a:lnTo>
                    <a:pt x="19050" y="16509"/>
                  </a:lnTo>
                  <a:lnTo>
                    <a:pt x="17779" y="16509"/>
                  </a:lnTo>
                  <a:lnTo>
                    <a:pt x="17779" y="15239"/>
                  </a:lnTo>
                  <a:lnTo>
                    <a:pt x="16510" y="15239"/>
                  </a:lnTo>
                  <a:lnTo>
                    <a:pt x="16510" y="13969"/>
                  </a:lnTo>
                  <a:lnTo>
                    <a:pt x="15239" y="13969"/>
                  </a:lnTo>
                  <a:lnTo>
                    <a:pt x="15239" y="12700"/>
                  </a:lnTo>
                  <a:lnTo>
                    <a:pt x="13970" y="12700"/>
                  </a:lnTo>
                  <a:lnTo>
                    <a:pt x="13970" y="11430"/>
                  </a:lnTo>
                  <a:close/>
                </a:path>
                <a:path w="27939" h="852170">
                  <a:moveTo>
                    <a:pt x="27939" y="30480"/>
                  </a:moveTo>
                  <a:lnTo>
                    <a:pt x="0" y="30480"/>
                  </a:lnTo>
                  <a:lnTo>
                    <a:pt x="0" y="43179"/>
                  </a:lnTo>
                  <a:lnTo>
                    <a:pt x="27939" y="43179"/>
                  </a:lnTo>
                  <a:lnTo>
                    <a:pt x="27939" y="30480"/>
                  </a:lnTo>
                  <a:close/>
                </a:path>
                <a:path w="27939" h="852170">
                  <a:moveTo>
                    <a:pt x="27939" y="43180"/>
                  </a:moveTo>
                  <a:lnTo>
                    <a:pt x="0" y="43180"/>
                  </a:lnTo>
                  <a:lnTo>
                    <a:pt x="0" y="49529"/>
                  </a:lnTo>
                  <a:lnTo>
                    <a:pt x="27939" y="49529"/>
                  </a:lnTo>
                  <a:lnTo>
                    <a:pt x="27939" y="43180"/>
                  </a:lnTo>
                  <a:close/>
                </a:path>
                <a:path w="27939" h="852170">
                  <a:moveTo>
                    <a:pt x="27939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27939" y="55879"/>
                  </a:lnTo>
                  <a:lnTo>
                    <a:pt x="27939" y="49530"/>
                  </a:lnTo>
                  <a:close/>
                </a:path>
                <a:path w="27939" h="852170">
                  <a:moveTo>
                    <a:pt x="27939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27939" y="62229"/>
                  </a:lnTo>
                  <a:lnTo>
                    <a:pt x="27939" y="55880"/>
                  </a:lnTo>
                  <a:close/>
                </a:path>
                <a:path w="27939" h="852170">
                  <a:moveTo>
                    <a:pt x="27939" y="62230"/>
                  </a:moveTo>
                  <a:lnTo>
                    <a:pt x="0" y="62230"/>
                  </a:lnTo>
                  <a:lnTo>
                    <a:pt x="0" y="68579"/>
                  </a:lnTo>
                  <a:lnTo>
                    <a:pt x="27939" y="68579"/>
                  </a:lnTo>
                  <a:lnTo>
                    <a:pt x="27939" y="62230"/>
                  </a:lnTo>
                  <a:close/>
                </a:path>
                <a:path w="27939" h="852170">
                  <a:moveTo>
                    <a:pt x="27939" y="68580"/>
                  </a:moveTo>
                  <a:lnTo>
                    <a:pt x="0" y="68580"/>
                  </a:lnTo>
                  <a:lnTo>
                    <a:pt x="0" y="81279"/>
                  </a:lnTo>
                  <a:lnTo>
                    <a:pt x="27939" y="81279"/>
                  </a:lnTo>
                  <a:lnTo>
                    <a:pt x="27939" y="68580"/>
                  </a:lnTo>
                  <a:close/>
                </a:path>
                <a:path w="27939" h="852170">
                  <a:moveTo>
                    <a:pt x="27939" y="81280"/>
                  </a:moveTo>
                  <a:lnTo>
                    <a:pt x="0" y="81280"/>
                  </a:lnTo>
                  <a:lnTo>
                    <a:pt x="0" y="87629"/>
                  </a:lnTo>
                  <a:lnTo>
                    <a:pt x="27939" y="87629"/>
                  </a:lnTo>
                  <a:lnTo>
                    <a:pt x="27939" y="81280"/>
                  </a:lnTo>
                  <a:close/>
                </a:path>
                <a:path w="27939" h="852170">
                  <a:moveTo>
                    <a:pt x="27939" y="87630"/>
                  </a:moveTo>
                  <a:lnTo>
                    <a:pt x="0" y="87630"/>
                  </a:lnTo>
                  <a:lnTo>
                    <a:pt x="0" y="93979"/>
                  </a:lnTo>
                  <a:lnTo>
                    <a:pt x="27939" y="93979"/>
                  </a:lnTo>
                  <a:lnTo>
                    <a:pt x="27939" y="87630"/>
                  </a:lnTo>
                  <a:close/>
                </a:path>
                <a:path w="27939" h="852170">
                  <a:moveTo>
                    <a:pt x="27939" y="93980"/>
                  </a:moveTo>
                  <a:lnTo>
                    <a:pt x="0" y="93980"/>
                  </a:lnTo>
                  <a:lnTo>
                    <a:pt x="0" y="100329"/>
                  </a:lnTo>
                  <a:lnTo>
                    <a:pt x="27939" y="100329"/>
                  </a:lnTo>
                  <a:lnTo>
                    <a:pt x="27939" y="93980"/>
                  </a:lnTo>
                  <a:close/>
                </a:path>
                <a:path w="27939" h="852170">
                  <a:moveTo>
                    <a:pt x="27939" y="100330"/>
                  </a:moveTo>
                  <a:lnTo>
                    <a:pt x="0" y="100330"/>
                  </a:lnTo>
                  <a:lnTo>
                    <a:pt x="0" y="106679"/>
                  </a:lnTo>
                  <a:lnTo>
                    <a:pt x="27939" y="106679"/>
                  </a:lnTo>
                  <a:lnTo>
                    <a:pt x="27939" y="100330"/>
                  </a:lnTo>
                  <a:close/>
                </a:path>
                <a:path w="27939" h="852170">
                  <a:moveTo>
                    <a:pt x="27939" y="106680"/>
                  </a:moveTo>
                  <a:lnTo>
                    <a:pt x="0" y="106680"/>
                  </a:lnTo>
                  <a:lnTo>
                    <a:pt x="0" y="119379"/>
                  </a:lnTo>
                  <a:lnTo>
                    <a:pt x="27939" y="119379"/>
                  </a:lnTo>
                  <a:lnTo>
                    <a:pt x="27939" y="106680"/>
                  </a:lnTo>
                  <a:close/>
                </a:path>
                <a:path w="27939" h="852170">
                  <a:moveTo>
                    <a:pt x="27939" y="119380"/>
                  </a:moveTo>
                  <a:lnTo>
                    <a:pt x="0" y="119380"/>
                  </a:lnTo>
                  <a:lnTo>
                    <a:pt x="0" y="125729"/>
                  </a:lnTo>
                  <a:lnTo>
                    <a:pt x="27939" y="125729"/>
                  </a:lnTo>
                  <a:lnTo>
                    <a:pt x="27939" y="119380"/>
                  </a:lnTo>
                  <a:close/>
                </a:path>
                <a:path w="27939" h="852170">
                  <a:moveTo>
                    <a:pt x="27939" y="125730"/>
                  </a:moveTo>
                  <a:lnTo>
                    <a:pt x="0" y="125730"/>
                  </a:lnTo>
                  <a:lnTo>
                    <a:pt x="0" y="132079"/>
                  </a:lnTo>
                  <a:lnTo>
                    <a:pt x="27939" y="132079"/>
                  </a:lnTo>
                  <a:lnTo>
                    <a:pt x="27939" y="125730"/>
                  </a:lnTo>
                  <a:close/>
                </a:path>
                <a:path w="27939" h="852170">
                  <a:moveTo>
                    <a:pt x="27939" y="132080"/>
                  </a:moveTo>
                  <a:lnTo>
                    <a:pt x="0" y="132080"/>
                  </a:lnTo>
                  <a:lnTo>
                    <a:pt x="0" y="138429"/>
                  </a:lnTo>
                  <a:lnTo>
                    <a:pt x="27939" y="138429"/>
                  </a:lnTo>
                  <a:lnTo>
                    <a:pt x="27939" y="132080"/>
                  </a:lnTo>
                  <a:close/>
                </a:path>
                <a:path w="27939" h="852170">
                  <a:moveTo>
                    <a:pt x="27939" y="138430"/>
                  </a:moveTo>
                  <a:lnTo>
                    <a:pt x="0" y="138430"/>
                  </a:lnTo>
                  <a:lnTo>
                    <a:pt x="0" y="144779"/>
                  </a:lnTo>
                  <a:lnTo>
                    <a:pt x="27939" y="144779"/>
                  </a:lnTo>
                  <a:lnTo>
                    <a:pt x="27939" y="138430"/>
                  </a:lnTo>
                  <a:close/>
                </a:path>
                <a:path w="27939" h="852170">
                  <a:moveTo>
                    <a:pt x="27939" y="144780"/>
                  </a:moveTo>
                  <a:lnTo>
                    <a:pt x="0" y="144780"/>
                  </a:lnTo>
                  <a:lnTo>
                    <a:pt x="0" y="151129"/>
                  </a:lnTo>
                  <a:lnTo>
                    <a:pt x="27939" y="151129"/>
                  </a:lnTo>
                  <a:lnTo>
                    <a:pt x="27939" y="144780"/>
                  </a:lnTo>
                  <a:close/>
                </a:path>
                <a:path w="27939" h="852170">
                  <a:moveTo>
                    <a:pt x="27939" y="151130"/>
                  </a:moveTo>
                  <a:lnTo>
                    <a:pt x="0" y="151130"/>
                  </a:lnTo>
                  <a:lnTo>
                    <a:pt x="0" y="157479"/>
                  </a:lnTo>
                  <a:lnTo>
                    <a:pt x="27939" y="157479"/>
                  </a:lnTo>
                  <a:lnTo>
                    <a:pt x="27939" y="151130"/>
                  </a:lnTo>
                  <a:close/>
                </a:path>
                <a:path w="27939" h="852170">
                  <a:moveTo>
                    <a:pt x="27939" y="157480"/>
                  </a:moveTo>
                  <a:lnTo>
                    <a:pt x="0" y="157480"/>
                  </a:lnTo>
                  <a:lnTo>
                    <a:pt x="0" y="163829"/>
                  </a:lnTo>
                  <a:lnTo>
                    <a:pt x="27939" y="163829"/>
                  </a:lnTo>
                  <a:lnTo>
                    <a:pt x="27939" y="157480"/>
                  </a:lnTo>
                  <a:close/>
                </a:path>
                <a:path w="27939" h="852170">
                  <a:moveTo>
                    <a:pt x="27939" y="163830"/>
                  </a:moveTo>
                  <a:lnTo>
                    <a:pt x="0" y="163830"/>
                  </a:lnTo>
                  <a:lnTo>
                    <a:pt x="0" y="170179"/>
                  </a:lnTo>
                  <a:lnTo>
                    <a:pt x="27939" y="170179"/>
                  </a:lnTo>
                  <a:lnTo>
                    <a:pt x="27939" y="163830"/>
                  </a:lnTo>
                  <a:close/>
                </a:path>
                <a:path w="27939" h="852170">
                  <a:moveTo>
                    <a:pt x="27939" y="170180"/>
                  </a:moveTo>
                  <a:lnTo>
                    <a:pt x="0" y="170180"/>
                  </a:lnTo>
                  <a:lnTo>
                    <a:pt x="0" y="182879"/>
                  </a:lnTo>
                  <a:lnTo>
                    <a:pt x="27939" y="182879"/>
                  </a:lnTo>
                  <a:lnTo>
                    <a:pt x="27939" y="170180"/>
                  </a:lnTo>
                  <a:close/>
                </a:path>
                <a:path w="27939" h="852170">
                  <a:moveTo>
                    <a:pt x="27939" y="182880"/>
                  </a:moveTo>
                  <a:lnTo>
                    <a:pt x="0" y="182880"/>
                  </a:lnTo>
                  <a:lnTo>
                    <a:pt x="0" y="189229"/>
                  </a:lnTo>
                  <a:lnTo>
                    <a:pt x="27939" y="189229"/>
                  </a:lnTo>
                  <a:lnTo>
                    <a:pt x="27939" y="182880"/>
                  </a:lnTo>
                  <a:close/>
                </a:path>
                <a:path w="27939" h="852170">
                  <a:moveTo>
                    <a:pt x="27939" y="189230"/>
                  </a:moveTo>
                  <a:lnTo>
                    <a:pt x="0" y="189230"/>
                  </a:lnTo>
                  <a:lnTo>
                    <a:pt x="0" y="195579"/>
                  </a:lnTo>
                  <a:lnTo>
                    <a:pt x="27939" y="195579"/>
                  </a:lnTo>
                  <a:lnTo>
                    <a:pt x="27939" y="189230"/>
                  </a:lnTo>
                  <a:close/>
                </a:path>
                <a:path w="27939" h="852170">
                  <a:moveTo>
                    <a:pt x="27939" y="195580"/>
                  </a:moveTo>
                  <a:lnTo>
                    <a:pt x="0" y="195580"/>
                  </a:lnTo>
                  <a:lnTo>
                    <a:pt x="0" y="201929"/>
                  </a:lnTo>
                  <a:lnTo>
                    <a:pt x="27939" y="201929"/>
                  </a:lnTo>
                  <a:lnTo>
                    <a:pt x="27939" y="195580"/>
                  </a:lnTo>
                  <a:close/>
                </a:path>
                <a:path w="27939" h="852170">
                  <a:moveTo>
                    <a:pt x="27939" y="201930"/>
                  </a:moveTo>
                  <a:lnTo>
                    <a:pt x="0" y="201930"/>
                  </a:lnTo>
                  <a:lnTo>
                    <a:pt x="0" y="208279"/>
                  </a:lnTo>
                  <a:lnTo>
                    <a:pt x="27939" y="208279"/>
                  </a:lnTo>
                  <a:lnTo>
                    <a:pt x="27939" y="201930"/>
                  </a:lnTo>
                  <a:close/>
                </a:path>
                <a:path w="27939" h="852170">
                  <a:moveTo>
                    <a:pt x="27939" y="208280"/>
                  </a:moveTo>
                  <a:lnTo>
                    <a:pt x="0" y="208280"/>
                  </a:lnTo>
                  <a:lnTo>
                    <a:pt x="0" y="214629"/>
                  </a:lnTo>
                  <a:lnTo>
                    <a:pt x="27939" y="214629"/>
                  </a:lnTo>
                  <a:lnTo>
                    <a:pt x="27939" y="208280"/>
                  </a:lnTo>
                  <a:close/>
                </a:path>
                <a:path w="27939" h="852170">
                  <a:moveTo>
                    <a:pt x="27939" y="214630"/>
                  </a:moveTo>
                  <a:lnTo>
                    <a:pt x="0" y="214630"/>
                  </a:lnTo>
                  <a:lnTo>
                    <a:pt x="0" y="220979"/>
                  </a:lnTo>
                  <a:lnTo>
                    <a:pt x="27939" y="220979"/>
                  </a:lnTo>
                  <a:lnTo>
                    <a:pt x="27939" y="214630"/>
                  </a:lnTo>
                  <a:close/>
                </a:path>
                <a:path w="27939" h="852170">
                  <a:moveTo>
                    <a:pt x="27939" y="220980"/>
                  </a:moveTo>
                  <a:lnTo>
                    <a:pt x="0" y="220980"/>
                  </a:lnTo>
                  <a:lnTo>
                    <a:pt x="0" y="227329"/>
                  </a:lnTo>
                  <a:lnTo>
                    <a:pt x="27939" y="227329"/>
                  </a:lnTo>
                  <a:lnTo>
                    <a:pt x="27939" y="220980"/>
                  </a:lnTo>
                  <a:close/>
                </a:path>
                <a:path w="27939" h="852170">
                  <a:moveTo>
                    <a:pt x="27939" y="227330"/>
                  </a:moveTo>
                  <a:lnTo>
                    <a:pt x="0" y="227330"/>
                  </a:lnTo>
                  <a:lnTo>
                    <a:pt x="0" y="233679"/>
                  </a:lnTo>
                  <a:lnTo>
                    <a:pt x="27939" y="233679"/>
                  </a:lnTo>
                  <a:lnTo>
                    <a:pt x="27939" y="227330"/>
                  </a:lnTo>
                  <a:close/>
                </a:path>
                <a:path w="27939" h="852170">
                  <a:moveTo>
                    <a:pt x="27939" y="233680"/>
                  </a:moveTo>
                  <a:lnTo>
                    <a:pt x="0" y="233680"/>
                  </a:lnTo>
                  <a:lnTo>
                    <a:pt x="0" y="240029"/>
                  </a:lnTo>
                  <a:lnTo>
                    <a:pt x="27939" y="240029"/>
                  </a:lnTo>
                  <a:lnTo>
                    <a:pt x="27939" y="233680"/>
                  </a:lnTo>
                  <a:close/>
                </a:path>
                <a:path w="27939" h="852170">
                  <a:moveTo>
                    <a:pt x="27939" y="240030"/>
                  </a:moveTo>
                  <a:lnTo>
                    <a:pt x="0" y="240030"/>
                  </a:lnTo>
                  <a:lnTo>
                    <a:pt x="0" y="252729"/>
                  </a:lnTo>
                  <a:lnTo>
                    <a:pt x="27939" y="252729"/>
                  </a:lnTo>
                  <a:lnTo>
                    <a:pt x="27939" y="240030"/>
                  </a:lnTo>
                  <a:close/>
                </a:path>
                <a:path w="27939" h="852170">
                  <a:moveTo>
                    <a:pt x="27939" y="252730"/>
                  </a:moveTo>
                  <a:lnTo>
                    <a:pt x="0" y="252730"/>
                  </a:lnTo>
                  <a:lnTo>
                    <a:pt x="0" y="259079"/>
                  </a:lnTo>
                  <a:lnTo>
                    <a:pt x="27939" y="259079"/>
                  </a:lnTo>
                  <a:lnTo>
                    <a:pt x="27939" y="252730"/>
                  </a:lnTo>
                  <a:close/>
                </a:path>
                <a:path w="27939" h="852170">
                  <a:moveTo>
                    <a:pt x="27939" y="259080"/>
                  </a:moveTo>
                  <a:lnTo>
                    <a:pt x="0" y="259080"/>
                  </a:lnTo>
                  <a:lnTo>
                    <a:pt x="0" y="265429"/>
                  </a:lnTo>
                  <a:lnTo>
                    <a:pt x="27939" y="265429"/>
                  </a:lnTo>
                  <a:lnTo>
                    <a:pt x="27939" y="259080"/>
                  </a:lnTo>
                  <a:close/>
                </a:path>
                <a:path w="27939" h="852170">
                  <a:moveTo>
                    <a:pt x="27939" y="265430"/>
                  </a:moveTo>
                  <a:lnTo>
                    <a:pt x="0" y="265430"/>
                  </a:lnTo>
                  <a:lnTo>
                    <a:pt x="0" y="271779"/>
                  </a:lnTo>
                  <a:lnTo>
                    <a:pt x="27939" y="271779"/>
                  </a:lnTo>
                  <a:lnTo>
                    <a:pt x="27939" y="265430"/>
                  </a:lnTo>
                  <a:close/>
                </a:path>
                <a:path w="27939" h="852170">
                  <a:moveTo>
                    <a:pt x="27939" y="271780"/>
                  </a:moveTo>
                  <a:lnTo>
                    <a:pt x="0" y="271780"/>
                  </a:lnTo>
                  <a:lnTo>
                    <a:pt x="0" y="278129"/>
                  </a:lnTo>
                  <a:lnTo>
                    <a:pt x="27939" y="278129"/>
                  </a:lnTo>
                  <a:lnTo>
                    <a:pt x="27939" y="271780"/>
                  </a:lnTo>
                  <a:close/>
                </a:path>
                <a:path w="27939" h="852170">
                  <a:moveTo>
                    <a:pt x="27939" y="278130"/>
                  </a:moveTo>
                  <a:lnTo>
                    <a:pt x="0" y="278130"/>
                  </a:lnTo>
                  <a:lnTo>
                    <a:pt x="0" y="284479"/>
                  </a:lnTo>
                  <a:lnTo>
                    <a:pt x="27939" y="284479"/>
                  </a:lnTo>
                  <a:lnTo>
                    <a:pt x="27939" y="278130"/>
                  </a:lnTo>
                  <a:close/>
                </a:path>
                <a:path w="27939" h="852170">
                  <a:moveTo>
                    <a:pt x="27939" y="284480"/>
                  </a:moveTo>
                  <a:lnTo>
                    <a:pt x="0" y="284480"/>
                  </a:lnTo>
                  <a:lnTo>
                    <a:pt x="0" y="290829"/>
                  </a:lnTo>
                  <a:lnTo>
                    <a:pt x="27939" y="290829"/>
                  </a:lnTo>
                  <a:lnTo>
                    <a:pt x="27939" y="284480"/>
                  </a:lnTo>
                  <a:close/>
                </a:path>
                <a:path w="27939" h="852170">
                  <a:moveTo>
                    <a:pt x="27939" y="290830"/>
                  </a:moveTo>
                  <a:lnTo>
                    <a:pt x="0" y="290830"/>
                  </a:lnTo>
                  <a:lnTo>
                    <a:pt x="0" y="297179"/>
                  </a:lnTo>
                  <a:lnTo>
                    <a:pt x="27939" y="297179"/>
                  </a:lnTo>
                  <a:lnTo>
                    <a:pt x="27939" y="290830"/>
                  </a:lnTo>
                  <a:close/>
                </a:path>
                <a:path w="27939" h="852170">
                  <a:moveTo>
                    <a:pt x="27939" y="297180"/>
                  </a:moveTo>
                  <a:lnTo>
                    <a:pt x="0" y="297180"/>
                  </a:lnTo>
                  <a:lnTo>
                    <a:pt x="0" y="308609"/>
                  </a:lnTo>
                  <a:lnTo>
                    <a:pt x="27939" y="308609"/>
                  </a:lnTo>
                  <a:lnTo>
                    <a:pt x="27939" y="297180"/>
                  </a:lnTo>
                  <a:close/>
                </a:path>
                <a:path w="27939" h="852170">
                  <a:moveTo>
                    <a:pt x="27939" y="308610"/>
                  </a:moveTo>
                  <a:lnTo>
                    <a:pt x="0" y="308610"/>
                  </a:lnTo>
                  <a:lnTo>
                    <a:pt x="0" y="314959"/>
                  </a:lnTo>
                  <a:lnTo>
                    <a:pt x="27939" y="314959"/>
                  </a:lnTo>
                  <a:lnTo>
                    <a:pt x="27939" y="308610"/>
                  </a:lnTo>
                  <a:close/>
                </a:path>
                <a:path w="27939" h="852170">
                  <a:moveTo>
                    <a:pt x="27939" y="314959"/>
                  </a:moveTo>
                  <a:lnTo>
                    <a:pt x="0" y="314959"/>
                  </a:lnTo>
                  <a:lnTo>
                    <a:pt x="0" y="321309"/>
                  </a:lnTo>
                  <a:lnTo>
                    <a:pt x="27939" y="321309"/>
                  </a:lnTo>
                  <a:lnTo>
                    <a:pt x="27939" y="314959"/>
                  </a:lnTo>
                  <a:close/>
                </a:path>
                <a:path w="27939" h="852170">
                  <a:moveTo>
                    <a:pt x="27939" y="321309"/>
                  </a:moveTo>
                  <a:lnTo>
                    <a:pt x="0" y="321309"/>
                  </a:lnTo>
                  <a:lnTo>
                    <a:pt x="0" y="323849"/>
                  </a:lnTo>
                  <a:lnTo>
                    <a:pt x="27939" y="323849"/>
                  </a:lnTo>
                  <a:lnTo>
                    <a:pt x="27939" y="321309"/>
                  </a:lnTo>
                  <a:close/>
                </a:path>
                <a:path w="27939" h="852170">
                  <a:moveTo>
                    <a:pt x="27939" y="323850"/>
                  </a:moveTo>
                  <a:lnTo>
                    <a:pt x="0" y="323850"/>
                  </a:lnTo>
                  <a:lnTo>
                    <a:pt x="0" y="327659"/>
                  </a:lnTo>
                  <a:lnTo>
                    <a:pt x="27939" y="327659"/>
                  </a:lnTo>
                  <a:lnTo>
                    <a:pt x="27939" y="323850"/>
                  </a:lnTo>
                  <a:close/>
                </a:path>
                <a:path w="27939" h="852170">
                  <a:moveTo>
                    <a:pt x="27939" y="327659"/>
                  </a:moveTo>
                  <a:lnTo>
                    <a:pt x="0" y="327659"/>
                  </a:lnTo>
                  <a:lnTo>
                    <a:pt x="0" y="334009"/>
                  </a:lnTo>
                  <a:lnTo>
                    <a:pt x="27939" y="334009"/>
                  </a:lnTo>
                  <a:lnTo>
                    <a:pt x="27939" y="327659"/>
                  </a:lnTo>
                  <a:close/>
                </a:path>
                <a:path w="27939" h="852170">
                  <a:moveTo>
                    <a:pt x="27939" y="334009"/>
                  </a:moveTo>
                  <a:lnTo>
                    <a:pt x="0" y="334009"/>
                  </a:lnTo>
                  <a:lnTo>
                    <a:pt x="0" y="336549"/>
                  </a:lnTo>
                  <a:lnTo>
                    <a:pt x="27939" y="336549"/>
                  </a:lnTo>
                  <a:lnTo>
                    <a:pt x="27939" y="334009"/>
                  </a:lnTo>
                  <a:close/>
                </a:path>
                <a:path w="27939" h="852170">
                  <a:moveTo>
                    <a:pt x="27939" y="336550"/>
                  </a:moveTo>
                  <a:lnTo>
                    <a:pt x="0" y="336550"/>
                  </a:lnTo>
                  <a:lnTo>
                    <a:pt x="0" y="374649"/>
                  </a:lnTo>
                  <a:lnTo>
                    <a:pt x="27939" y="374649"/>
                  </a:lnTo>
                  <a:lnTo>
                    <a:pt x="27939" y="336550"/>
                  </a:lnTo>
                  <a:close/>
                </a:path>
                <a:path w="27939" h="852170">
                  <a:moveTo>
                    <a:pt x="27939" y="374650"/>
                  </a:moveTo>
                  <a:lnTo>
                    <a:pt x="0" y="374650"/>
                  </a:lnTo>
                  <a:lnTo>
                    <a:pt x="0" y="380999"/>
                  </a:lnTo>
                  <a:lnTo>
                    <a:pt x="27939" y="380999"/>
                  </a:lnTo>
                  <a:lnTo>
                    <a:pt x="27939" y="374650"/>
                  </a:lnTo>
                  <a:close/>
                </a:path>
                <a:path w="27939" h="852170">
                  <a:moveTo>
                    <a:pt x="27939" y="381000"/>
                  </a:moveTo>
                  <a:lnTo>
                    <a:pt x="0" y="381000"/>
                  </a:lnTo>
                  <a:lnTo>
                    <a:pt x="0" y="384809"/>
                  </a:lnTo>
                  <a:lnTo>
                    <a:pt x="27939" y="384809"/>
                  </a:lnTo>
                  <a:lnTo>
                    <a:pt x="27939" y="381000"/>
                  </a:lnTo>
                  <a:close/>
                </a:path>
                <a:path w="27939" h="852170">
                  <a:moveTo>
                    <a:pt x="27939" y="384810"/>
                  </a:moveTo>
                  <a:lnTo>
                    <a:pt x="0" y="384810"/>
                  </a:lnTo>
                  <a:lnTo>
                    <a:pt x="0" y="387349"/>
                  </a:lnTo>
                  <a:lnTo>
                    <a:pt x="27939" y="387349"/>
                  </a:lnTo>
                  <a:lnTo>
                    <a:pt x="27939" y="384810"/>
                  </a:lnTo>
                  <a:close/>
                </a:path>
                <a:path w="27939" h="852170">
                  <a:moveTo>
                    <a:pt x="27939" y="387350"/>
                  </a:moveTo>
                  <a:lnTo>
                    <a:pt x="0" y="387350"/>
                  </a:lnTo>
                  <a:lnTo>
                    <a:pt x="0" y="391159"/>
                  </a:lnTo>
                  <a:lnTo>
                    <a:pt x="27939" y="391159"/>
                  </a:lnTo>
                  <a:lnTo>
                    <a:pt x="27939" y="387350"/>
                  </a:lnTo>
                  <a:close/>
                </a:path>
                <a:path w="27939" h="852170">
                  <a:moveTo>
                    <a:pt x="27939" y="391159"/>
                  </a:moveTo>
                  <a:lnTo>
                    <a:pt x="0" y="391159"/>
                  </a:lnTo>
                  <a:lnTo>
                    <a:pt x="0" y="393699"/>
                  </a:lnTo>
                  <a:lnTo>
                    <a:pt x="27939" y="393699"/>
                  </a:lnTo>
                  <a:lnTo>
                    <a:pt x="27939" y="391159"/>
                  </a:lnTo>
                  <a:close/>
                </a:path>
                <a:path w="27939" h="852170">
                  <a:moveTo>
                    <a:pt x="27939" y="393700"/>
                  </a:moveTo>
                  <a:lnTo>
                    <a:pt x="0" y="393700"/>
                  </a:lnTo>
                  <a:lnTo>
                    <a:pt x="0" y="406399"/>
                  </a:lnTo>
                  <a:lnTo>
                    <a:pt x="27939" y="406399"/>
                  </a:lnTo>
                  <a:lnTo>
                    <a:pt x="27939" y="393700"/>
                  </a:lnTo>
                  <a:close/>
                </a:path>
                <a:path w="27939" h="852170">
                  <a:moveTo>
                    <a:pt x="27939" y="406400"/>
                  </a:moveTo>
                  <a:lnTo>
                    <a:pt x="0" y="406400"/>
                  </a:lnTo>
                  <a:lnTo>
                    <a:pt x="0" y="412749"/>
                  </a:lnTo>
                  <a:lnTo>
                    <a:pt x="27939" y="412749"/>
                  </a:lnTo>
                  <a:lnTo>
                    <a:pt x="27939" y="406400"/>
                  </a:lnTo>
                  <a:close/>
                </a:path>
                <a:path w="27939" h="852170">
                  <a:moveTo>
                    <a:pt x="27939" y="412750"/>
                  </a:moveTo>
                  <a:lnTo>
                    <a:pt x="0" y="412750"/>
                  </a:lnTo>
                  <a:lnTo>
                    <a:pt x="0" y="416559"/>
                  </a:lnTo>
                  <a:lnTo>
                    <a:pt x="27939" y="416559"/>
                  </a:lnTo>
                  <a:lnTo>
                    <a:pt x="27939" y="412750"/>
                  </a:lnTo>
                  <a:close/>
                </a:path>
                <a:path w="27939" h="852170">
                  <a:moveTo>
                    <a:pt x="27939" y="416560"/>
                  </a:moveTo>
                  <a:lnTo>
                    <a:pt x="0" y="416560"/>
                  </a:lnTo>
                  <a:lnTo>
                    <a:pt x="0" y="419099"/>
                  </a:lnTo>
                  <a:lnTo>
                    <a:pt x="27939" y="419099"/>
                  </a:lnTo>
                  <a:lnTo>
                    <a:pt x="27939" y="416560"/>
                  </a:lnTo>
                  <a:close/>
                </a:path>
                <a:path w="27939" h="852170">
                  <a:moveTo>
                    <a:pt x="27939" y="419100"/>
                  </a:moveTo>
                  <a:lnTo>
                    <a:pt x="0" y="419100"/>
                  </a:lnTo>
                  <a:lnTo>
                    <a:pt x="0" y="429259"/>
                  </a:lnTo>
                  <a:lnTo>
                    <a:pt x="27939" y="429259"/>
                  </a:lnTo>
                  <a:lnTo>
                    <a:pt x="27939" y="419100"/>
                  </a:lnTo>
                  <a:close/>
                </a:path>
                <a:path w="27939" h="852170">
                  <a:moveTo>
                    <a:pt x="27939" y="429260"/>
                  </a:moveTo>
                  <a:lnTo>
                    <a:pt x="0" y="429260"/>
                  </a:lnTo>
                  <a:lnTo>
                    <a:pt x="0" y="431799"/>
                  </a:lnTo>
                  <a:lnTo>
                    <a:pt x="27939" y="431799"/>
                  </a:lnTo>
                  <a:lnTo>
                    <a:pt x="27939" y="429260"/>
                  </a:lnTo>
                  <a:close/>
                </a:path>
                <a:path w="27939" h="852170">
                  <a:moveTo>
                    <a:pt x="27939" y="431800"/>
                  </a:moveTo>
                  <a:lnTo>
                    <a:pt x="0" y="431800"/>
                  </a:lnTo>
                  <a:lnTo>
                    <a:pt x="0" y="435609"/>
                  </a:lnTo>
                  <a:lnTo>
                    <a:pt x="27939" y="435609"/>
                  </a:lnTo>
                  <a:lnTo>
                    <a:pt x="27939" y="431800"/>
                  </a:lnTo>
                  <a:close/>
                </a:path>
                <a:path w="27939" h="852170">
                  <a:moveTo>
                    <a:pt x="27939" y="435610"/>
                  </a:moveTo>
                  <a:lnTo>
                    <a:pt x="0" y="435610"/>
                  </a:lnTo>
                  <a:lnTo>
                    <a:pt x="0" y="441959"/>
                  </a:lnTo>
                  <a:lnTo>
                    <a:pt x="27939" y="441959"/>
                  </a:lnTo>
                  <a:lnTo>
                    <a:pt x="27939" y="435610"/>
                  </a:lnTo>
                  <a:close/>
                </a:path>
                <a:path w="27939" h="852170">
                  <a:moveTo>
                    <a:pt x="27939" y="441960"/>
                  </a:moveTo>
                  <a:lnTo>
                    <a:pt x="0" y="441960"/>
                  </a:lnTo>
                  <a:lnTo>
                    <a:pt x="0" y="448309"/>
                  </a:lnTo>
                  <a:lnTo>
                    <a:pt x="27939" y="448309"/>
                  </a:lnTo>
                  <a:lnTo>
                    <a:pt x="27939" y="441960"/>
                  </a:lnTo>
                  <a:close/>
                </a:path>
                <a:path w="27939" h="852170">
                  <a:moveTo>
                    <a:pt x="27939" y="448310"/>
                  </a:moveTo>
                  <a:lnTo>
                    <a:pt x="0" y="448310"/>
                  </a:lnTo>
                  <a:lnTo>
                    <a:pt x="0" y="457199"/>
                  </a:lnTo>
                  <a:lnTo>
                    <a:pt x="27939" y="457199"/>
                  </a:lnTo>
                  <a:lnTo>
                    <a:pt x="27939" y="448310"/>
                  </a:lnTo>
                  <a:close/>
                </a:path>
                <a:path w="27939" h="852170">
                  <a:moveTo>
                    <a:pt x="27939" y="457200"/>
                  </a:moveTo>
                  <a:lnTo>
                    <a:pt x="0" y="457200"/>
                  </a:lnTo>
                  <a:lnTo>
                    <a:pt x="0" y="461009"/>
                  </a:lnTo>
                  <a:lnTo>
                    <a:pt x="27939" y="461009"/>
                  </a:lnTo>
                  <a:lnTo>
                    <a:pt x="27939" y="457200"/>
                  </a:lnTo>
                  <a:close/>
                </a:path>
                <a:path w="27939" h="852170">
                  <a:moveTo>
                    <a:pt x="27939" y="461010"/>
                  </a:moveTo>
                  <a:lnTo>
                    <a:pt x="0" y="461010"/>
                  </a:lnTo>
                  <a:lnTo>
                    <a:pt x="0" y="467359"/>
                  </a:lnTo>
                  <a:lnTo>
                    <a:pt x="27939" y="467359"/>
                  </a:lnTo>
                  <a:lnTo>
                    <a:pt x="27939" y="461010"/>
                  </a:lnTo>
                  <a:close/>
                </a:path>
                <a:path w="27939" h="852170">
                  <a:moveTo>
                    <a:pt x="27939" y="467360"/>
                  </a:moveTo>
                  <a:lnTo>
                    <a:pt x="0" y="467360"/>
                  </a:lnTo>
                  <a:lnTo>
                    <a:pt x="0" y="486409"/>
                  </a:lnTo>
                  <a:lnTo>
                    <a:pt x="27939" y="486409"/>
                  </a:lnTo>
                  <a:lnTo>
                    <a:pt x="27939" y="467360"/>
                  </a:lnTo>
                  <a:close/>
                </a:path>
                <a:path w="27939" h="852170">
                  <a:moveTo>
                    <a:pt x="27939" y="486409"/>
                  </a:moveTo>
                  <a:lnTo>
                    <a:pt x="0" y="486409"/>
                  </a:lnTo>
                  <a:lnTo>
                    <a:pt x="0" y="488949"/>
                  </a:lnTo>
                  <a:lnTo>
                    <a:pt x="27939" y="488949"/>
                  </a:lnTo>
                  <a:lnTo>
                    <a:pt x="27939" y="486409"/>
                  </a:lnTo>
                  <a:close/>
                </a:path>
                <a:path w="27939" h="852170">
                  <a:moveTo>
                    <a:pt x="27939" y="488950"/>
                  </a:moveTo>
                  <a:lnTo>
                    <a:pt x="0" y="488950"/>
                  </a:lnTo>
                  <a:lnTo>
                    <a:pt x="0" y="492759"/>
                  </a:lnTo>
                  <a:lnTo>
                    <a:pt x="27939" y="492759"/>
                  </a:lnTo>
                  <a:lnTo>
                    <a:pt x="27939" y="488950"/>
                  </a:lnTo>
                  <a:close/>
                </a:path>
                <a:path w="27939" h="852170">
                  <a:moveTo>
                    <a:pt x="27939" y="492759"/>
                  </a:moveTo>
                  <a:lnTo>
                    <a:pt x="0" y="492759"/>
                  </a:lnTo>
                  <a:lnTo>
                    <a:pt x="0" y="495299"/>
                  </a:lnTo>
                  <a:lnTo>
                    <a:pt x="27939" y="495299"/>
                  </a:lnTo>
                  <a:lnTo>
                    <a:pt x="27939" y="492759"/>
                  </a:lnTo>
                  <a:close/>
                </a:path>
                <a:path w="27939" h="852170">
                  <a:moveTo>
                    <a:pt x="27939" y="495300"/>
                  </a:moveTo>
                  <a:lnTo>
                    <a:pt x="0" y="495300"/>
                  </a:lnTo>
                  <a:lnTo>
                    <a:pt x="0" y="499109"/>
                  </a:lnTo>
                  <a:lnTo>
                    <a:pt x="27939" y="499109"/>
                  </a:lnTo>
                  <a:lnTo>
                    <a:pt x="27939" y="495300"/>
                  </a:lnTo>
                  <a:close/>
                </a:path>
                <a:path w="27939" h="852170">
                  <a:moveTo>
                    <a:pt x="27939" y="499109"/>
                  </a:moveTo>
                  <a:lnTo>
                    <a:pt x="0" y="499109"/>
                  </a:lnTo>
                  <a:lnTo>
                    <a:pt x="0" y="505459"/>
                  </a:lnTo>
                  <a:lnTo>
                    <a:pt x="27939" y="505459"/>
                  </a:lnTo>
                  <a:lnTo>
                    <a:pt x="27939" y="499109"/>
                  </a:lnTo>
                  <a:close/>
                </a:path>
                <a:path w="27939" h="852170">
                  <a:moveTo>
                    <a:pt x="27939" y="505459"/>
                  </a:moveTo>
                  <a:lnTo>
                    <a:pt x="0" y="505459"/>
                  </a:lnTo>
                  <a:lnTo>
                    <a:pt x="0" y="507999"/>
                  </a:lnTo>
                  <a:lnTo>
                    <a:pt x="27939" y="507999"/>
                  </a:lnTo>
                  <a:lnTo>
                    <a:pt x="27939" y="505459"/>
                  </a:lnTo>
                  <a:close/>
                </a:path>
                <a:path w="27939" h="852170">
                  <a:moveTo>
                    <a:pt x="27939" y="508000"/>
                  </a:moveTo>
                  <a:lnTo>
                    <a:pt x="0" y="508000"/>
                  </a:lnTo>
                  <a:lnTo>
                    <a:pt x="0" y="511809"/>
                  </a:lnTo>
                  <a:lnTo>
                    <a:pt x="27939" y="511809"/>
                  </a:lnTo>
                  <a:lnTo>
                    <a:pt x="27939" y="508000"/>
                  </a:lnTo>
                  <a:close/>
                </a:path>
                <a:path w="27939" h="852170">
                  <a:moveTo>
                    <a:pt x="27939" y="511809"/>
                  </a:moveTo>
                  <a:lnTo>
                    <a:pt x="0" y="511809"/>
                  </a:lnTo>
                  <a:lnTo>
                    <a:pt x="0" y="514349"/>
                  </a:lnTo>
                  <a:lnTo>
                    <a:pt x="27939" y="514349"/>
                  </a:lnTo>
                  <a:lnTo>
                    <a:pt x="27939" y="511809"/>
                  </a:lnTo>
                  <a:close/>
                </a:path>
                <a:path w="27939" h="852170">
                  <a:moveTo>
                    <a:pt x="27939" y="514350"/>
                  </a:moveTo>
                  <a:lnTo>
                    <a:pt x="0" y="514350"/>
                  </a:lnTo>
                  <a:lnTo>
                    <a:pt x="0" y="518159"/>
                  </a:lnTo>
                  <a:lnTo>
                    <a:pt x="27939" y="518159"/>
                  </a:lnTo>
                  <a:lnTo>
                    <a:pt x="27939" y="514350"/>
                  </a:lnTo>
                  <a:close/>
                </a:path>
                <a:path w="27939" h="852170">
                  <a:moveTo>
                    <a:pt x="27939" y="518160"/>
                  </a:moveTo>
                  <a:lnTo>
                    <a:pt x="0" y="518160"/>
                  </a:lnTo>
                  <a:lnTo>
                    <a:pt x="0" y="524509"/>
                  </a:lnTo>
                  <a:lnTo>
                    <a:pt x="27939" y="524509"/>
                  </a:lnTo>
                  <a:lnTo>
                    <a:pt x="27939" y="518160"/>
                  </a:lnTo>
                  <a:close/>
                </a:path>
                <a:path w="27939" h="852170">
                  <a:moveTo>
                    <a:pt x="27939" y="524510"/>
                  </a:moveTo>
                  <a:lnTo>
                    <a:pt x="0" y="524510"/>
                  </a:lnTo>
                  <a:lnTo>
                    <a:pt x="0" y="530859"/>
                  </a:lnTo>
                  <a:lnTo>
                    <a:pt x="27939" y="530859"/>
                  </a:lnTo>
                  <a:lnTo>
                    <a:pt x="27939" y="524510"/>
                  </a:lnTo>
                  <a:close/>
                </a:path>
                <a:path w="27939" h="852170">
                  <a:moveTo>
                    <a:pt x="27939" y="530860"/>
                  </a:moveTo>
                  <a:lnTo>
                    <a:pt x="0" y="530860"/>
                  </a:lnTo>
                  <a:lnTo>
                    <a:pt x="0" y="549909"/>
                  </a:lnTo>
                  <a:lnTo>
                    <a:pt x="27939" y="549909"/>
                  </a:lnTo>
                  <a:lnTo>
                    <a:pt x="27939" y="530860"/>
                  </a:lnTo>
                  <a:close/>
                </a:path>
                <a:path w="27939" h="852170">
                  <a:moveTo>
                    <a:pt x="27939" y="549910"/>
                  </a:moveTo>
                  <a:lnTo>
                    <a:pt x="0" y="549910"/>
                  </a:lnTo>
                  <a:lnTo>
                    <a:pt x="0" y="558799"/>
                  </a:lnTo>
                  <a:lnTo>
                    <a:pt x="27939" y="558799"/>
                  </a:lnTo>
                  <a:lnTo>
                    <a:pt x="27939" y="549910"/>
                  </a:lnTo>
                  <a:close/>
                </a:path>
                <a:path w="27939" h="852170">
                  <a:moveTo>
                    <a:pt x="27939" y="558800"/>
                  </a:moveTo>
                  <a:lnTo>
                    <a:pt x="0" y="558800"/>
                  </a:lnTo>
                  <a:lnTo>
                    <a:pt x="0" y="562609"/>
                  </a:lnTo>
                  <a:lnTo>
                    <a:pt x="27939" y="562609"/>
                  </a:lnTo>
                  <a:lnTo>
                    <a:pt x="27939" y="558800"/>
                  </a:lnTo>
                  <a:close/>
                </a:path>
                <a:path w="27939" h="852170">
                  <a:moveTo>
                    <a:pt x="27939" y="562610"/>
                  </a:moveTo>
                  <a:lnTo>
                    <a:pt x="0" y="562610"/>
                  </a:lnTo>
                  <a:lnTo>
                    <a:pt x="0" y="565149"/>
                  </a:lnTo>
                  <a:lnTo>
                    <a:pt x="27939" y="565149"/>
                  </a:lnTo>
                  <a:lnTo>
                    <a:pt x="27939" y="562610"/>
                  </a:lnTo>
                  <a:close/>
                </a:path>
                <a:path w="27939" h="852170">
                  <a:moveTo>
                    <a:pt x="27939" y="565150"/>
                  </a:moveTo>
                  <a:lnTo>
                    <a:pt x="0" y="565150"/>
                  </a:lnTo>
                  <a:lnTo>
                    <a:pt x="0" y="568959"/>
                  </a:lnTo>
                  <a:lnTo>
                    <a:pt x="27939" y="568959"/>
                  </a:lnTo>
                  <a:lnTo>
                    <a:pt x="27939" y="565150"/>
                  </a:lnTo>
                  <a:close/>
                </a:path>
                <a:path w="27939" h="852170">
                  <a:moveTo>
                    <a:pt x="27939" y="568960"/>
                  </a:moveTo>
                  <a:lnTo>
                    <a:pt x="0" y="568960"/>
                  </a:lnTo>
                  <a:lnTo>
                    <a:pt x="0" y="577849"/>
                  </a:lnTo>
                  <a:lnTo>
                    <a:pt x="27939" y="577849"/>
                  </a:lnTo>
                  <a:lnTo>
                    <a:pt x="27939" y="568960"/>
                  </a:lnTo>
                  <a:close/>
                </a:path>
                <a:path w="27939" h="852170">
                  <a:moveTo>
                    <a:pt x="27939" y="577850"/>
                  </a:moveTo>
                  <a:lnTo>
                    <a:pt x="0" y="577850"/>
                  </a:lnTo>
                  <a:lnTo>
                    <a:pt x="0" y="581659"/>
                  </a:lnTo>
                  <a:lnTo>
                    <a:pt x="27939" y="581659"/>
                  </a:lnTo>
                  <a:lnTo>
                    <a:pt x="27939" y="577850"/>
                  </a:lnTo>
                  <a:close/>
                </a:path>
                <a:path w="27939" h="852170">
                  <a:moveTo>
                    <a:pt x="27939" y="581660"/>
                  </a:moveTo>
                  <a:lnTo>
                    <a:pt x="0" y="581660"/>
                  </a:lnTo>
                  <a:lnTo>
                    <a:pt x="0" y="584199"/>
                  </a:lnTo>
                  <a:lnTo>
                    <a:pt x="27939" y="584199"/>
                  </a:lnTo>
                  <a:lnTo>
                    <a:pt x="27939" y="581660"/>
                  </a:lnTo>
                  <a:close/>
                </a:path>
                <a:path w="27939" h="852170">
                  <a:moveTo>
                    <a:pt x="27939" y="584200"/>
                  </a:moveTo>
                  <a:lnTo>
                    <a:pt x="0" y="584200"/>
                  </a:lnTo>
                  <a:lnTo>
                    <a:pt x="0" y="590549"/>
                  </a:lnTo>
                  <a:lnTo>
                    <a:pt x="27939" y="590549"/>
                  </a:lnTo>
                  <a:lnTo>
                    <a:pt x="27939" y="584200"/>
                  </a:lnTo>
                  <a:close/>
                </a:path>
                <a:path w="27939" h="852170">
                  <a:moveTo>
                    <a:pt x="27939" y="590550"/>
                  </a:moveTo>
                  <a:lnTo>
                    <a:pt x="0" y="590550"/>
                  </a:lnTo>
                  <a:lnTo>
                    <a:pt x="0" y="594359"/>
                  </a:lnTo>
                  <a:lnTo>
                    <a:pt x="27939" y="594359"/>
                  </a:lnTo>
                  <a:lnTo>
                    <a:pt x="27939" y="590550"/>
                  </a:lnTo>
                  <a:close/>
                </a:path>
                <a:path w="27939" h="852170">
                  <a:moveTo>
                    <a:pt x="27939" y="594360"/>
                  </a:moveTo>
                  <a:lnTo>
                    <a:pt x="0" y="594360"/>
                  </a:lnTo>
                  <a:lnTo>
                    <a:pt x="0" y="596899"/>
                  </a:lnTo>
                  <a:lnTo>
                    <a:pt x="27939" y="596899"/>
                  </a:lnTo>
                  <a:lnTo>
                    <a:pt x="27939" y="594360"/>
                  </a:lnTo>
                  <a:close/>
                </a:path>
                <a:path w="27939" h="852170">
                  <a:moveTo>
                    <a:pt x="27939" y="596900"/>
                  </a:moveTo>
                  <a:lnTo>
                    <a:pt x="0" y="596900"/>
                  </a:lnTo>
                  <a:lnTo>
                    <a:pt x="0" y="603249"/>
                  </a:lnTo>
                  <a:lnTo>
                    <a:pt x="27939" y="603249"/>
                  </a:lnTo>
                  <a:lnTo>
                    <a:pt x="27939" y="596900"/>
                  </a:lnTo>
                  <a:close/>
                </a:path>
                <a:path w="27939" h="852170">
                  <a:moveTo>
                    <a:pt x="27939" y="603250"/>
                  </a:moveTo>
                  <a:lnTo>
                    <a:pt x="0" y="603250"/>
                  </a:lnTo>
                  <a:lnTo>
                    <a:pt x="0" y="609599"/>
                  </a:lnTo>
                  <a:lnTo>
                    <a:pt x="27939" y="609599"/>
                  </a:lnTo>
                  <a:lnTo>
                    <a:pt x="27939" y="603250"/>
                  </a:lnTo>
                  <a:close/>
                </a:path>
                <a:path w="27939" h="852170">
                  <a:moveTo>
                    <a:pt x="27939" y="609600"/>
                  </a:moveTo>
                  <a:lnTo>
                    <a:pt x="0" y="609600"/>
                  </a:lnTo>
                  <a:lnTo>
                    <a:pt x="0" y="615949"/>
                  </a:lnTo>
                  <a:lnTo>
                    <a:pt x="27939" y="615949"/>
                  </a:lnTo>
                  <a:lnTo>
                    <a:pt x="27939" y="609600"/>
                  </a:lnTo>
                  <a:close/>
                </a:path>
                <a:path w="27939" h="852170">
                  <a:moveTo>
                    <a:pt x="27939" y="615950"/>
                  </a:moveTo>
                  <a:lnTo>
                    <a:pt x="0" y="615950"/>
                  </a:lnTo>
                  <a:lnTo>
                    <a:pt x="0" y="619759"/>
                  </a:lnTo>
                  <a:lnTo>
                    <a:pt x="27939" y="619759"/>
                  </a:lnTo>
                  <a:lnTo>
                    <a:pt x="27939" y="615950"/>
                  </a:lnTo>
                  <a:close/>
                </a:path>
                <a:path w="27939" h="852170">
                  <a:moveTo>
                    <a:pt x="27939" y="619760"/>
                  </a:moveTo>
                  <a:lnTo>
                    <a:pt x="0" y="619760"/>
                  </a:lnTo>
                  <a:lnTo>
                    <a:pt x="0" y="622299"/>
                  </a:lnTo>
                  <a:lnTo>
                    <a:pt x="27939" y="622299"/>
                  </a:lnTo>
                  <a:lnTo>
                    <a:pt x="27939" y="619760"/>
                  </a:lnTo>
                  <a:close/>
                </a:path>
                <a:path w="27939" h="852170">
                  <a:moveTo>
                    <a:pt x="27939" y="622300"/>
                  </a:moveTo>
                  <a:lnTo>
                    <a:pt x="0" y="622300"/>
                  </a:lnTo>
                  <a:lnTo>
                    <a:pt x="0" y="632459"/>
                  </a:lnTo>
                  <a:lnTo>
                    <a:pt x="27939" y="632459"/>
                  </a:lnTo>
                  <a:lnTo>
                    <a:pt x="27939" y="622300"/>
                  </a:lnTo>
                  <a:close/>
                </a:path>
                <a:path w="27939" h="852170">
                  <a:moveTo>
                    <a:pt x="27939" y="632460"/>
                  </a:moveTo>
                  <a:lnTo>
                    <a:pt x="0" y="632460"/>
                  </a:lnTo>
                  <a:lnTo>
                    <a:pt x="0" y="641349"/>
                  </a:lnTo>
                  <a:lnTo>
                    <a:pt x="27939" y="641349"/>
                  </a:lnTo>
                  <a:lnTo>
                    <a:pt x="27939" y="632460"/>
                  </a:lnTo>
                  <a:close/>
                </a:path>
                <a:path w="27939" h="852170">
                  <a:moveTo>
                    <a:pt x="27939" y="641350"/>
                  </a:moveTo>
                  <a:lnTo>
                    <a:pt x="0" y="641350"/>
                  </a:lnTo>
                  <a:lnTo>
                    <a:pt x="0" y="651509"/>
                  </a:lnTo>
                  <a:lnTo>
                    <a:pt x="27939" y="651509"/>
                  </a:lnTo>
                  <a:lnTo>
                    <a:pt x="27939" y="641350"/>
                  </a:lnTo>
                  <a:close/>
                </a:path>
                <a:path w="27939" h="852170">
                  <a:moveTo>
                    <a:pt x="27939" y="651510"/>
                  </a:moveTo>
                  <a:lnTo>
                    <a:pt x="0" y="651510"/>
                  </a:lnTo>
                  <a:lnTo>
                    <a:pt x="0" y="660399"/>
                  </a:lnTo>
                  <a:lnTo>
                    <a:pt x="27939" y="660399"/>
                  </a:lnTo>
                  <a:lnTo>
                    <a:pt x="27939" y="651510"/>
                  </a:lnTo>
                  <a:close/>
                </a:path>
                <a:path w="27939" h="852170">
                  <a:moveTo>
                    <a:pt x="27939" y="660400"/>
                  </a:moveTo>
                  <a:lnTo>
                    <a:pt x="0" y="660400"/>
                  </a:lnTo>
                  <a:lnTo>
                    <a:pt x="0" y="664209"/>
                  </a:lnTo>
                  <a:lnTo>
                    <a:pt x="27939" y="664209"/>
                  </a:lnTo>
                  <a:lnTo>
                    <a:pt x="27939" y="660400"/>
                  </a:lnTo>
                  <a:close/>
                </a:path>
                <a:path w="27939" h="852170">
                  <a:moveTo>
                    <a:pt x="27939" y="664210"/>
                  </a:moveTo>
                  <a:lnTo>
                    <a:pt x="0" y="664210"/>
                  </a:lnTo>
                  <a:lnTo>
                    <a:pt x="0" y="666749"/>
                  </a:lnTo>
                  <a:lnTo>
                    <a:pt x="27939" y="666749"/>
                  </a:lnTo>
                  <a:lnTo>
                    <a:pt x="27939" y="664210"/>
                  </a:lnTo>
                  <a:close/>
                </a:path>
                <a:path w="27939" h="852170">
                  <a:moveTo>
                    <a:pt x="27939" y="666750"/>
                  </a:moveTo>
                  <a:lnTo>
                    <a:pt x="0" y="666750"/>
                  </a:lnTo>
                  <a:lnTo>
                    <a:pt x="0" y="670559"/>
                  </a:lnTo>
                  <a:lnTo>
                    <a:pt x="27939" y="670559"/>
                  </a:lnTo>
                  <a:lnTo>
                    <a:pt x="27939" y="666750"/>
                  </a:lnTo>
                  <a:close/>
                </a:path>
                <a:path w="27939" h="852170">
                  <a:moveTo>
                    <a:pt x="27939" y="670560"/>
                  </a:moveTo>
                  <a:lnTo>
                    <a:pt x="0" y="670560"/>
                  </a:lnTo>
                  <a:lnTo>
                    <a:pt x="0" y="673099"/>
                  </a:lnTo>
                  <a:lnTo>
                    <a:pt x="27939" y="673099"/>
                  </a:lnTo>
                  <a:lnTo>
                    <a:pt x="27939" y="670560"/>
                  </a:lnTo>
                  <a:close/>
                </a:path>
                <a:path w="27939" h="852170">
                  <a:moveTo>
                    <a:pt x="27939" y="673100"/>
                  </a:moveTo>
                  <a:lnTo>
                    <a:pt x="0" y="673100"/>
                  </a:lnTo>
                  <a:lnTo>
                    <a:pt x="0" y="676909"/>
                  </a:lnTo>
                  <a:lnTo>
                    <a:pt x="27939" y="676909"/>
                  </a:lnTo>
                  <a:lnTo>
                    <a:pt x="27939" y="673100"/>
                  </a:lnTo>
                  <a:close/>
                </a:path>
                <a:path w="27939" h="852170">
                  <a:moveTo>
                    <a:pt x="27939" y="676910"/>
                  </a:moveTo>
                  <a:lnTo>
                    <a:pt x="0" y="676910"/>
                  </a:lnTo>
                  <a:lnTo>
                    <a:pt x="0" y="679449"/>
                  </a:lnTo>
                  <a:lnTo>
                    <a:pt x="27939" y="679449"/>
                  </a:lnTo>
                  <a:lnTo>
                    <a:pt x="27939" y="676910"/>
                  </a:lnTo>
                  <a:close/>
                </a:path>
                <a:path w="27939" h="852170">
                  <a:moveTo>
                    <a:pt x="27939" y="679450"/>
                  </a:moveTo>
                  <a:lnTo>
                    <a:pt x="0" y="679450"/>
                  </a:lnTo>
                  <a:lnTo>
                    <a:pt x="0" y="683259"/>
                  </a:lnTo>
                  <a:lnTo>
                    <a:pt x="27939" y="683259"/>
                  </a:lnTo>
                  <a:lnTo>
                    <a:pt x="27939" y="679450"/>
                  </a:lnTo>
                  <a:close/>
                </a:path>
                <a:path w="27939" h="852170">
                  <a:moveTo>
                    <a:pt x="27939" y="683260"/>
                  </a:moveTo>
                  <a:lnTo>
                    <a:pt x="0" y="683260"/>
                  </a:lnTo>
                  <a:lnTo>
                    <a:pt x="0" y="689609"/>
                  </a:lnTo>
                  <a:lnTo>
                    <a:pt x="27939" y="689609"/>
                  </a:lnTo>
                  <a:lnTo>
                    <a:pt x="27939" y="683260"/>
                  </a:lnTo>
                  <a:close/>
                </a:path>
                <a:path w="27939" h="852170">
                  <a:moveTo>
                    <a:pt x="27939" y="689610"/>
                  </a:moveTo>
                  <a:lnTo>
                    <a:pt x="0" y="689610"/>
                  </a:lnTo>
                  <a:lnTo>
                    <a:pt x="0" y="695959"/>
                  </a:lnTo>
                  <a:lnTo>
                    <a:pt x="27939" y="695959"/>
                  </a:lnTo>
                  <a:lnTo>
                    <a:pt x="27939" y="689610"/>
                  </a:lnTo>
                  <a:close/>
                </a:path>
                <a:path w="27939" h="852170">
                  <a:moveTo>
                    <a:pt x="27939" y="695960"/>
                  </a:moveTo>
                  <a:lnTo>
                    <a:pt x="0" y="695960"/>
                  </a:lnTo>
                  <a:lnTo>
                    <a:pt x="0" y="698499"/>
                  </a:lnTo>
                  <a:lnTo>
                    <a:pt x="27939" y="698499"/>
                  </a:lnTo>
                  <a:lnTo>
                    <a:pt x="27939" y="695960"/>
                  </a:lnTo>
                  <a:close/>
                </a:path>
                <a:path w="27939" h="852170">
                  <a:moveTo>
                    <a:pt x="27939" y="698500"/>
                  </a:moveTo>
                  <a:lnTo>
                    <a:pt x="0" y="698500"/>
                  </a:lnTo>
                  <a:lnTo>
                    <a:pt x="0" y="702309"/>
                  </a:lnTo>
                  <a:lnTo>
                    <a:pt x="27939" y="702309"/>
                  </a:lnTo>
                  <a:lnTo>
                    <a:pt x="27939" y="698500"/>
                  </a:lnTo>
                  <a:close/>
                </a:path>
                <a:path w="27939" h="852170">
                  <a:moveTo>
                    <a:pt x="27939" y="702310"/>
                  </a:moveTo>
                  <a:lnTo>
                    <a:pt x="0" y="702310"/>
                  </a:lnTo>
                  <a:lnTo>
                    <a:pt x="0" y="704849"/>
                  </a:lnTo>
                  <a:lnTo>
                    <a:pt x="27939" y="704849"/>
                  </a:lnTo>
                  <a:lnTo>
                    <a:pt x="27939" y="702310"/>
                  </a:lnTo>
                  <a:close/>
                </a:path>
                <a:path w="27939" h="852170">
                  <a:moveTo>
                    <a:pt x="27939" y="704850"/>
                  </a:moveTo>
                  <a:lnTo>
                    <a:pt x="0" y="704850"/>
                  </a:lnTo>
                  <a:lnTo>
                    <a:pt x="0" y="711199"/>
                  </a:lnTo>
                  <a:lnTo>
                    <a:pt x="27939" y="711199"/>
                  </a:lnTo>
                  <a:lnTo>
                    <a:pt x="27939" y="704850"/>
                  </a:lnTo>
                  <a:close/>
                </a:path>
                <a:path w="27939" h="852170">
                  <a:moveTo>
                    <a:pt x="27939" y="711200"/>
                  </a:moveTo>
                  <a:lnTo>
                    <a:pt x="0" y="711200"/>
                  </a:lnTo>
                  <a:lnTo>
                    <a:pt x="0" y="715009"/>
                  </a:lnTo>
                  <a:lnTo>
                    <a:pt x="27939" y="715009"/>
                  </a:lnTo>
                  <a:lnTo>
                    <a:pt x="27939" y="711200"/>
                  </a:lnTo>
                  <a:close/>
                </a:path>
                <a:path w="27939" h="852170">
                  <a:moveTo>
                    <a:pt x="27939" y="715010"/>
                  </a:moveTo>
                  <a:lnTo>
                    <a:pt x="0" y="715010"/>
                  </a:lnTo>
                  <a:lnTo>
                    <a:pt x="0" y="717549"/>
                  </a:lnTo>
                  <a:lnTo>
                    <a:pt x="27939" y="717549"/>
                  </a:lnTo>
                  <a:lnTo>
                    <a:pt x="27939" y="715010"/>
                  </a:lnTo>
                  <a:close/>
                </a:path>
                <a:path w="27939" h="852170">
                  <a:moveTo>
                    <a:pt x="27939" y="717550"/>
                  </a:moveTo>
                  <a:lnTo>
                    <a:pt x="0" y="717550"/>
                  </a:lnTo>
                  <a:lnTo>
                    <a:pt x="0" y="721359"/>
                  </a:lnTo>
                  <a:lnTo>
                    <a:pt x="27939" y="721359"/>
                  </a:lnTo>
                  <a:lnTo>
                    <a:pt x="27939" y="717550"/>
                  </a:lnTo>
                  <a:close/>
                </a:path>
                <a:path w="27939" h="852170">
                  <a:moveTo>
                    <a:pt x="27939" y="721360"/>
                  </a:moveTo>
                  <a:lnTo>
                    <a:pt x="0" y="721360"/>
                  </a:lnTo>
                  <a:lnTo>
                    <a:pt x="0" y="723899"/>
                  </a:lnTo>
                  <a:lnTo>
                    <a:pt x="27939" y="723899"/>
                  </a:lnTo>
                  <a:lnTo>
                    <a:pt x="27939" y="721360"/>
                  </a:lnTo>
                  <a:close/>
                </a:path>
                <a:path w="27939" h="852170">
                  <a:moveTo>
                    <a:pt x="27939" y="723900"/>
                  </a:moveTo>
                  <a:lnTo>
                    <a:pt x="0" y="723900"/>
                  </a:lnTo>
                  <a:lnTo>
                    <a:pt x="0" y="730249"/>
                  </a:lnTo>
                  <a:lnTo>
                    <a:pt x="27939" y="730249"/>
                  </a:lnTo>
                  <a:lnTo>
                    <a:pt x="27939" y="723900"/>
                  </a:lnTo>
                  <a:close/>
                </a:path>
                <a:path w="27939" h="852170">
                  <a:moveTo>
                    <a:pt x="27939" y="730250"/>
                  </a:moveTo>
                  <a:lnTo>
                    <a:pt x="0" y="730250"/>
                  </a:lnTo>
                  <a:lnTo>
                    <a:pt x="0" y="734059"/>
                  </a:lnTo>
                  <a:lnTo>
                    <a:pt x="27939" y="734059"/>
                  </a:lnTo>
                  <a:lnTo>
                    <a:pt x="27939" y="730250"/>
                  </a:lnTo>
                  <a:close/>
                </a:path>
                <a:path w="27939" h="852170">
                  <a:moveTo>
                    <a:pt x="27939" y="734060"/>
                  </a:moveTo>
                  <a:lnTo>
                    <a:pt x="0" y="734060"/>
                  </a:lnTo>
                  <a:lnTo>
                    <a:pt x="0" y="736599"/>
                  </a:lnTo>
                  <a:lnTo>
                    <a:pt x="27939" y="736599"/>
                  </a:lnTo>
                  <a:lnTo>
                    <a:pt x="27939" y="734060"/>
                  </a:lnTo>
                  <a:close/>
                </a:path>
                <a:path w="27939" h="852170">
                  <a:moveTo>
                    <a:pt x="27939" y="736600"/>
                  </a:moveTo>
                  <a:lnTo>
                    <a:pt x="0" y="736600"/>
                  </a:lnTo>
                  <a:lnTo>
                    <a:pt x="0" y="740409"/>
                  </a:lnTo>
                  <a:lnTo>
                    <a:pt x="27939" y="740409"/>
                  </a:lnTo>
                  <a:lnTo>
                    <a:pt x="27939" y="736600"/>
                  </a:lnTo>
                  <a:close/>
                </a:path>
                <a:path w="27939" h="852170">
                  <a:moveTo>
                    <a:pt x="27939" y="740410"/>
                  </a:moveTo>
                  <a:lnTo>
                    <a:pt x="0" y="740410"/>
                  </a:lnTo>
                  <a:lnTo>
                    <a:pt x="0" y="742949"/>
                  </a:lnTo>
                  <a:lnTo>
                    <a:pt x="27939" y="742949"/>
                  </a:lnTo>
                  <a:lnTo>
                    <a:pt x="27939" y="740410"/>
                  </a:lnTo>
                  <a:close/>
                </a:path>
                <a:path w="27939" h="852170">
                  <a:moveTo>
                    <a:pt x="27939" y="742950"/>
                  </a:moveTo>
                  <a:lnTo>
                    <a:pt x="0" y="742950"/>
                  </a:lnTo>
                  <a:lnTo>
                    <a:pt x="0" y="749299"/>
                  </a:lnTo>
                  <a:lnTo>
                    <a:pt x="27939" y="749299"/>
                  </a:lnTo>
                  <a:lnTo>
                    <a:pt x="27939" y="742950"/>
                  </a:lnTo>
                  <a:close/>
                </a:path>
                <a:path w="27939" h="852170">
                  <a:moveTo>
                    <a:pt x="27939" y="749300"/>
                  </a:moveTo>
                  <a:lnTo>
                    <a:pt x="0" y="749300"/>
                  </a:lnTo>
                  <a:lnTo>
                    <a:pt x="0" y="753109"/>
                  </a:lnTo>
                  <a:lnTo>
                    <a:pt x="27939" y="753109"/>
                  </a:lnTo>
                  <a:lnTo>
                    <a:pt x="27939" y="749300"/>
                  </a:lnTo>
                  <a:close/>
                </a:path>
                <a:path w="27939" h="852170">
                  <a:moveTo>
                    <a:pt x="27939" y="753110"/>
                  </a:moveTo>
                  <a:lnTo>
                    <a:pt x="0" y="753110"/>
                  </a:lnTo>
                  <a:lnTo>
                    <a:pt x="0" y="755649"/>
                  </a:lnTo>
                  <a:lnTo>
                    <a:pt x="27939" y="755649"/>
                  </a:lnTo>
                  <a:lnTo>
                    <a:pt x="27939" y="753110"/>
                  </a:lnTo>
                  <a:close/>
                </a:path>
                <a:path w="27939" h="852170">
                  <a:moveTo>
                    <a:pt x="27939" y="755650"/>
                  </a:moveTo>
                  <a:lnTo>
                    <a:pt x="0" y="755650"/>
                  </a:lnTo>
                  <a:lnTo>
                    <a:pt x="0" y="759459"/>
                  </a:lnTo>
                  <a:lnTo>
                    <a:pt x="27939" y="759459"/>
                  </a:lnTo>
                  <a:lnTo>
                    <a:pt x="27939" y="755650"/>
                  </a:lnTo>
                  <a:close/>
                </a:path>
                <a:path w="27939" h="852170">
                  <a:moveTo>
                    <a:pt x="27939" y="759460"/>
                  </a:moveTo>
                  <a:lnTo>
                    <a:pt x="0" y="759460"/>
                  </a:lnTo>
                  <a:lnTo>
                    <a:pt x="0" y="761999"/>
                  </a:lnTo>
                  <a:lnTo>
                    <a:pt x="27939" y="761999"/>
                  </a:lnTo>
                  <a:lnTo>
                    <a:pt x="27939" y="759460"/>
                  </a:lnTo>
                  <a:close/>
                </a:path>
                <a:path w="27939" h="852170">
                  <a:moveTo>
                    <a:pt x="27939" y="762000"/>
                  </a:moveTo>
                  <a:lnTo>
                    <a:pt x="0" y="762000"/>
                  </a:lnTo>
                  <a:lnTo>
                    <a:pt x="0" y="768349"/>
                  </a:lnTo>
                  <a:lnTo>
                    <a:pt x="27939" y="768349"/>
                  </a:lnTo>
                  <a:lnTo>
                    <a:pt x="27939" y="762000"/>
                  </a:lnTo>
                  <a:close/>
                </a:path>
                <a:path w="27939" h="852170">
                  <a:moveTo>
                    <a:pt x="27939" y="768350"/>
                  </a:moveTo>
                  <a:lnTo>
                    <a:pt x="0" y="768350"/>
                  </a:lnTo>
                  <a:lnTo>
                    <a:pt x="0" y="772159"/>
                  </a:lnTo>
                  <a:lnTo>
                    <a:pt x="27939" y="772159"/>
                  </a:lnTo>
                  <a:lnTo>
                    <a:pt x="27939" y="768350"/>
                  </a:lnTo>
                  <a:close/>
                </a:path>
                <a:path w="27939" h="852170">
                  <a:moveTo>
                    <a:pt x="27939" y="772160"/>
                  </a:moveTo>
                  <a:lnTo>
                    <a:pt x="0" y="772160"/>
                  </a:lnTo>
                  <a:lnTo>
                    <a:pt x="0" y="774699"/>
                  </a:lnTo>
                  <a:lnTo>
                    <a:pt x="27939" y="774699"/>
                  </a:lnTo>
                  <a:lnTo>
                    <a:pt x="27939" y="772160"/>
                  </a:lnTo>
                  <a:close/>
                </a:path>
                <a:path w="27939" h="852170">
                  <a:moveTo>
                    <a:pt x="27939" y="774700"/>
                  </a:moveTo>
                  <a:lnTo>
                    <a:pt x="0" y="774700"/>
                  </a:lnTo>
                  <a:lnTo>
                    <a:pt x="0" y="778509"/>
                  </a:lnTo>
                  <a:lnTo>
                    <a:pt x="27939" y="778509"/>
                  </a:lnTo>
                  <a:lnTo>
                    <a:pt x="27939" y="774700"/>
                  </a:lnTo>
                  <a:close/>
                </a:path>
                <a:path w="27939" h="852170">
                  <a:moveTo>
                    <a:pt x="27939" y="778510"/>
                  </a:moveTo>
                  <a:lnTo>
                    <a:pt x="0" y="778510"/>
                  </a:lnTo>
                  <a:lnTo>
                    <a:pt x="0" y="781049"/>
                  </a:lnTo>
                  <a:lnTo>
                    <a:pt x="27939" y="781049"/>
                  </a:lnTo>
                  <a:lnTo>
                    <a:pt x="27939" y="778510"/>
                  </a:lnTo>
                  <a:close/>
                </a:path>
                <a:path w="27939" h="852170">
                  <a:moveTo>
                    <a:pt x="27939" y="781050"/>
                  </a:moveTo>
                  <a:lnTo>
                    <a:pt x="0" y="781050"/>
                  </a:lnTo>
                  <a:lnTo>
                    <a:pt x="0" y="784859"/>
                  </a:lnTo>
                  <a:lnTo>
                    <a:pt x="27939" y="784859"/>
                  </a:lnTo>
                  <a:lnTo>
                    <a:pt x="27939" y="781050"/>
                  </a:lnTo>
                  <a:close/>
                </a:path>
                <a:path w="27939" h="852170">
                  <a:moveTo>
                    <a:pt x="27939" y="784860"/>
                  </a:moveTo>
                  <a:lnTo>
                    <a:pt x="0" y="784860"/>
                  </a:lnTo>
                  <a:lnTo>
                    <a:pt x="0" y="787399"/>
                  </a:lnTo>
                  <a:lnTo>
                    <a:pt x="27939" y="787399"/>
                  </a:lnTo>
                  <a:lnTo>
                    <a:pt x="27939" y="784860"/>
                  </a:lnTo>
                  <a:close/>
                </a:path>
                <a:path w="27939" h="852170">
                  <a:moveTo>
                    <a:pt x="27939" y="787400"/>
                  </a:moveTo>
                  <a:lnTo>
                    <a:pt x="0" y="787400"/>
                  </a:lnTo>
                  <a:lnTo>
                    <a:pt x="0" y="791209"/>
                  </a:lnTo>
                  <a:lnTo>
                    <a:pt x="27939" y="791209"/>
                  </a:lnTo>
                  <a:lnTo>
                    <a:pt x="27939" y="787400"/>
                  </a:lnTo>
                  <a:close/>
                </a:path>
                <a:path w="27939" h="852170">
                  <a:moveTo>
                    <a:pt x="27939" y="791210"/>
                  </a:moveTo>
                  <a:lnTo>
                    <a:pt x="0" y="791210"/>
                  </a:lnTo>
                  <a:lnTo>
                    <a:pt x="0" y="793749"/>
                  </a:lnTo>
                  <a:lnTo>
                    <a:pt x="27939" y="793749"/>
                  </a:lnTo>
                  <a:lnTo>
                    <a:pt x="27939" y="791210"/>
                  </a:lnTo>
                  <a:close/>
                </a:path>
                <a:path w="27939" h="852170">
                  <a:moveTo>
                    <a:pt x="27939" y="793750"/>
                  </a:moveTo>
                  <a:lnTo>
                    <a:pt x="0" y="793750"/>
                  </a:lnTo>
                  <a:lnTo>
                    <a:pt x="0" y="797559"/>
                  </a:lnTo>
                  <a:lnTo>
                    <a:pt x="27939" y="797559"/>
                  </a:lnTo>
                  <a:lnTo>
                    <a:pt x="27939" y="793750"/>
                  </a:lnTo>
                  <a:close/>
                </a:path>
                <a:path w="27939" h="852170">
                  <a:moveTo>
                    <a:pt x="27939" y="797560"/>
                  </a:moveTo>
                  <a:lnTo>
                    <a:pt x="0" y="797560"/>
                  </a:lnTo>
                  <a:lnTo>
                    <a:pt x="0" y="800099"/>
                  </a:lnTo>
                  <a:lnTo>
                    <a:pt x="27939" y="800099"/>
                  </a:lnTo>
                  <a:lnTo>
                    <a:pt x="27939" y="797560"/>
                  </a:lnTo>
                  <a:close/>
                </a:path>
                <a:path w="27939" h="852170">
                  <a:moveTo>
                    <a:pt x="27939" y="800100"/>
                  </a:moveTo>
                  <a:lnTo>
                    <a:pt x="0" y="800100"/>
                  </a:lnTo>
                  <a:lnTo>
                    <a:pt x="0" y="810259"/>
                  </a:lnTo>
                  <a:lnTo>
                    <a:pt x="27939" y="810259"/>
                  </a:lnTo>
                  <a:lnTo>
                    <a:pt x="27939" y="800100"/>
                  </a:lnTo>
                  <a:close/>
                </a:path>
                <a:path w="27939" h="852170">
                  <a:moveTo>
                    <a:pt x="27939" y="810260"/>
                  </a:moveTo>
                  <a:lnTo>
                    <a:pt x="0" y="810260"/>
                  </a:lnTo>
                  <a:lnTo>
                    <a:pt x="0" y="812799"/>
                  </a:lnTo>
                  <a:lnTo>
                    <a:pt x="27939" y="812799"/>
                  </a:lnTo>
                  <a:lnTo>
                    <a:pt x="27939" y="810260"/>
                  </a:lnTo>
                  <a:close/>
                </a:path>
                <a:path w="27939" h="852170">
                  <a:moveTo>
                    <a:pt x="27939" y="812800"/>
                  </a:moveTo>
                  <a:lnTo>
                    <a:pt x="0" y="812800"/>
                  </a:lnTo>
                  <a:lnTo>
                    <a:pt x="0" y="819149"/>
                  </a:lnTo>
                  <a:lnTo>
                    <a:pt x="27939" y="819149"/>
                  </a:lnTo>
                  <a:lnTo>
                    <a:pt x="27939" y="812800"/>
                  </a:lnTo>
                  <a:close/>
                </a:path>
                <a:path w="27939" h="852170">
                  <a:moveTo>
                    <a:pt x="27939" y="819150"/>
                  </a:moveTo>
                  <a:lnTo>
                    <a:pt x="0" y="819150"/>
                  </a:lnTo>
                  <a:lnTo>
                    <a:pt x="0" y="825499"/>
                  </a:lnTo>
                  <a:lnTo>
                    <a:pt x="27939" y="825499"/>
                  </a:lnTo>
                  <a:lnTo>
                    <a:pt x="27939" y="819150"/>
                  </a:lnTo>
                  <a:close/>
                </a:path>
                <a:path w="27939" h="852170">
                  <a:moveTo>
                    <a:pt x="27939" y="825500"/>
                  </a:moveTo>
                  <a:lnTo>
                    <a:pt x="0" y="825500"/>
                  </a:lnTo>
                  <a:lnTo>
                    <a:pt x="0" y="829309"/>
                  </a:lnTo>
                  <a:lnTo>
                    <a:pt x="25400" y="829309"/>
                  </a:lnTo>
                  <a:lnTo>
                    <a:pt x="25400" y="828039"/>
                  </a:lnTo>
                  <a:lnTo>
                    <a:pt x="26670" y="828039"/>
                  </a:lnTo>
                  <a:lnTo>
                    <a:pt x="26670" y="826769"/>
                  </a:lnTo>
                  <a:lnTo>
                    <a:pt x="27939" y="826769"/>
                  </a:lnTo>
                  <a:lnTo>
                    <a:pt x="27939" y="825500"/>
                  </a:lnTo>
                  <a:close/>
                </a:path>
                <a:path w="27939" h="852170">
                  <a:moveTo>
                    <a:pt x="24129" y="829310"/>
                  </a:moveTo>
                  <a:lnTo>
                    <a:pt x="0" y="829310"/>
                  </a:lnTo>
                  <a:lnTo>
                    <a:pt x="0" y="831849"/>
                  </a:lnTo>
                  <a:lnTo>
                    <a:pt x="22860" y="831849"/>
                  </a:lnTo>
                  <a:lnTo>
                    <a:pt x="22860" y="830579"/>
                  </a:lnTo>
                  <a:lnTo>
                    <a:pt x="24129" y="830579"/>
                  </a:lnTo>
                  <a:lnTo>
                    <a:pt x="24129" y="829310"/>
                  </a:lnTo>
                  <a:close/>
                </a:path>
                <a:path w="27939" h="852170">
                  <a:moveTo>
                    <a:pt x="21589" y="831850"/>
                  </a:moveTo>
                  <a:lnTo>
                    <a:pt x="0" y="831850"/>
                  </a:lnTo>
                  <a:lnTo>
                    <a:pt x="0" y="835659"/>
                  </a:lnTo>
                  <a:lnTo>
                    <a:pt x="19050" y="835659"/>
                  </a:lnTo>
                  <a:lnTo>
                    <a:pt x="19050" y="834389"/>
                  </a:lnTo>
                  <a:lnTo>
                    <a:pt x="20320" y="834389"/>
                  </a:lnTo>
                  <a:lnTo>
                    <a:pt x="20320" y="833119"/>
                  </a:lnTo>
                  <a:lnTo>
                    <a:pt x="21589" y="833119"/>
                  </a:lnTo>
                  <a:lnTo>
                    <a:pt x="21589" y="831850"/>
                  </a:lnTo>
                  <a:close/>
                </a:path>
                <a:path w="27939" h="852170">
                  <a:moveTo>
                    <a:pt x="17779" y="835660"/>
                  </a:moveTo>
                  <a:lnTo>
                    <a:pt x="0" y="835660"/>
                  </a:lnTo>
                  <a:lnTo>
                    <a:pt x="0" y="838199"/>
                  </a:lnTo>
                  <a:lnTo>
                    <a:pt x="16510" y="838199"/>
                  </a:lnTo>
                  <a:lnTo>
                    <a:pt x="16510" y="836929"/>
                  </a:lnTo>
                  <a:lnTo>
                    <a:pt x="17779" y="836929"/>
                  </a:lnTo>
                  <a:lnTo>
                    <a:pt x="17779" y="835660"/>
                  </a:lnTo>
                  <a:close/>
                </a:path>
                <a:path w="27939" h="852170">
                  <a:moveTo>
                    <a:pt x="15239" y="838200"/>
                  </a:moveTo>
                  <a:lnTo>
                    <a:pt x="0" y="838200"/>
                  </a:lnTo>
                  <a:lnTo>
                    <a:pt x="0" y="842009"/>
                  </a:lnTo>
                  <a:lnTo>
                    <a:pt x="12700" y="842009"/>
                  </a:lnTo>
                  <a:lnTo>
                    <a:pt x="12700" y="840739"/>
                  </a:lnTo>
                  <a:lnTo>
                    <a:pt x="13970" y="840739"/>
                  </a:lnTo>
                  <a:lnTo>
                    <a:pt x="13970" y="839469"/>
                  </a:lnTo>
                  <a:lnTo>
                    <a:pt x="15239" y="839469"/>
                  </a:lnTo>
                  <a:lnTo>
                    <a:pt x="15239" y="838200"/>
                  </a:lnTo>
                  <a:close/>
                </a:path>
                <a:path w="27939" h="852170">
                  <a:moveTo>
                    <a:pt x="11429" y="842010"/>
                  </a:moveTo>
                  <a:lnTo>
                    <a:pt x="0" y="842010"/>
                  </a:lnTo>
                  <a:lnTo>
                    <a:pt x="0" y="844549"/>
                  </a:lnTo>
                  <a:lnTo>
                    <a:pt x="10160" y="844549"/>
                  </a:lnTo>
                  <a:lnTo>
                    <a:pt x="10160" y="843279"/>
                  </a:lnTo>
                  <a:lnTo>
                    <a:pt x="11429" y="843279"/>
                  </a:lnTo>
                  <a:lnTo>
                    <a:pt x="11429" y="842010"/>
                  </a:lnTo>
                  <a:close/>
                </a:path>
                <a:path w="27939" h="852170">
                  <a:moveTo>
                    <a:pt x="8889" y="844550"/>
                  </a:moveTo>
                  <a:lnTo>
                    <a:pt x="0" y="844550"/>
                  </a:lnTo>
                  <a:lnTo>
                    <a:pt x="0" y="848359"/>
                  </a:lnTo>
                  <a:lnTo>
                    <a:pt x="5079" y="848359"/>
                  </a:lnTo>
                  <a:lnTo>
                    <a:pt x="5079" y="847089"/>
                  </a:lnTo>
                  <a:lnTo>
                    <a:pt x="6350" y="847089"/>
                  </a:lnTo>
                  <a:lnTo>
                    <a:pt x="6350" y="845819"/>
                  </a:lnTo>
                  <a:lnTo>
                    <a:pt x="8889" y="845819"/>
                  </a:lnTo>
                  <a:lnTo>
                    <a:pt x="8889" y="844550"/>
                  </a:lnTo>
                  <a:close/>
                </a:path>
                <a:path w="27939" h="852170">
                  <a:moveTo>
                    <a:pt x="3810" y="848360"/>
                  </a:moveTo>
                  <a:lnTo>
                    <a:pt x="0" y="848360"/>
                  </a:lnTo>
                  <a:lnTo>
                    <a:pt x="0" y="850899"/>
                  </a:lnTo>
                  <a:lnTo>
                    <a:pt x="2539" y="850899"/>
                  </a:lnTo>
                  <a:lnTo>
                    <a:pt x="2539" y="849629"/>
                  </a:lnTo>
                  <a:lnTo>
                    <a:pt x="3810" y="849629"/>
                  </a:lnTo>
                  <a:lnTo>
                    <a:pt x="3810" y="848360"/>
                  </a:lnTo>
                  <a:close/>
                </a:path>
                <a:path w="27939" h="852170">
                  <a:moveTo>
                    <a:pt x="1270" y="850900"/>
                  </a:moveTo>
                  <a:lnTo>
                    <a:pt x="0" y="850900"/>
                  </a:lnTo>
                  <a:lnTo>
                    <a:pt x="0" y="852169"/>
                  </a:lnTo>
                  <a:lnTo>
                    <a:pt x="1270" y="852169"/>
                  </a:lnTo>
                  <a:lnTo>
                    <a:pt x="1270" y="850900"/>
                  </a:lnTo>
                  <a:close/>
                </a:path>
              </a:pathLst>
            </a:custGeom>
            <a:solidFill>
              <a:srgbClr val="2C59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4" name="object 3804"/>
            <p:cNvSpPr/>
            <p:nvPr/>
          </p:nvSpPr>
          <p:spPr>
            <a:xfrm>
              <a:off x="5368289" y="4956810"/>
              <a:ext cx="29209" cy="800100"/>
            </a:xfrm>
            <a:custGeom>
              <a:avLst/>
              <a:gdLst/>
              <a:ahLst/>
              <a:cxnLst/>
              <a:rect l="l" t="t" r="r" b="b"/>
              <a:pathLst>
                <a:path w="29210" h="800100">
                  <a:moveTo>
                    <a:pt x="127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5080" y="5079"/>
                  </a:lnTo>
                  <a:lnTo>
                    <a:pt x="5080" y="3809"/>
                  </a:lnTo>
                  <a:lnTo>
                    <a:pt x="3810" y="3809"/>
                  </a:lnTo>
                  <a:lnTo>
                    <a:pt x="3810" y="2539"/>
                  </a:lnTo>
                  <a:lnTo>
                    <a:pt x="2539" y="2539"/>
                  </a:lnTo>
                  <a:lnTo>
                    <a:pt x="2539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29210" h="800100">
                  <a:moveTo>
                    <a:pt x="6350" y="5080"/>
                  </a:moveTo>
                  <a:lnTo>
                    <a:pt x="0" y="5080"/>
                  </a:lnTo>
                  <a:lnTo>
                    <a:pt x="0" y="17779"/>
                  </a:lnTo>
                  <a:lnTo>
                    <a:pt x="17780" y="17779"/>
                  </a:lnTo>
                  <a:lnTo>
                    <a:pt x="17780" y="16509"/>
                  </a:lnTo>
                  <a:lnTo>
                    <a:pt x="16510" y="16509"/>
                  </a:lnTo>
                  <a:lnTo>
                    <a:pt x="16510" y="15239"/>
                  </a:lnTo>
                  <a:lnTo>
                    <a:pt x="15239" y="15239"/>
                  </a:lnTo>
                  <a:lnTo>
                    <a:pt x="15239" y="13969"/>
                  </a:lnTo>
                  <a:lnTo>
                    <a:pt x="13970" y="13969"/>
                  </a:lnTo>
                  <a:lnTo>
                    <a:pt x="13970" y="12700"/>
                  </a:lnTo>
                  <a:lnTo>
                    <a:pt x="12700" y="12700"/>
                  </a:lnTo>
                  <a:lnTo>
                    <a:pt x="12700" y="11430"/>
                  </a:lnTo>
                  <a:lnTo>
                    <a:pt x="11430" y="11430"/>
                  </a:lnTo>
                  <a:lnTo>
                    <a:pt x="11430" y="10159"/>
                  </a:lnTo>
                  <a:lnTo>
                    <a:pt x="10160" y="10159"/>
                  </a:lnTo>
                  <a:lnTo>
                    <a:pt x="10160" y="8889"/>
                  </a:lnTo>
                  <a:lnTo>
                    <a:pt x="8889" y="8889"/>
                  </a:lnTo>
                  <a:lnTo>
                    <a:pt x="8889" y="7619"/>
                  </a:lnTo>
                  <a:lnTo>
                    <a:pt x="7620" y="7619"/>
                  </a:lnTo>
                  <a:lnTo>
                    <a:pt x="7620" y="6350"/>
                  </a:lnTo>
                  <a:lnTo>
                    <a:pt x="6350" y="6350"/>
                  </a:lnTo>
                  <a:lnTo>
                    <a:pt x="6350" y="5080"/>
                  </a:lnTo>
                  <a:close/>
                </a:path>
                <a:path w="29210" h="800100">
                  <a:moveTo>
                    <a:pt x="19050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25400" y="24129"/>
                  </a:lnTo>
                  <a:lnTo>
                    <a:pt x="25400" y="22859"/>
                  </a:lnTo>
                  <a:lnTo>
                    <a:pt x="24130" y="22859"/>
                  </a:lnTo>
                  <a:lnTo>
                    <a:pt x="24130" y="21589"/>
                  </a:lnTo>
                  <a:lnTo>
                    <a:pt x="21589" y="21589"/>
                  </a:lnTo>
                  <a:lnTo>
                    <a:pt x="21589" y="20319"/>
                  </a:lnTo>
                  <a:lnTo>
                    <a:pt x="20320" y="20319"/>
                  </a:lnTo>
                  <a:lnTo>
                    <a:pt x="20320" y="19050"/>
                  </a:lnTo>
                  <a:lnTo>
                    <a:pt x="19050" y="19050"/>
                  </a:lnTo>
                  <a:lnTo>
                    <a:pt x="19050" y="17780"/>
                  </a:lnTo>
                  <a:close/>
                </a:path>
                <a:path w="29210" h="800100">
                  <a:moveTo>
                    <a:pt x="26670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29210" y="30479"/>
                  </a:lnTo>
                  <a:lnTo>
                    <a:pt x="29210" y="26669"/>
                  </a:lnTo>
                  <a:lnTo>
                    <a:pt x="27939" y="26669"/>
                  </a:lnTo>
                  <a:lnTo>
                    <a:pt x="27939" y="25400"/>
                  </a:lnTo>
                  <a:lnTo>
                    <a:pt x="26670" y="25400"/>
                  </a:lnTo>
                  <a:lnTo>
                    <a:pt x="26670" y="24130"/>
                  </a:lnTo>
                  <a:close/>
                </a:path>
                <a:path w="29210" h="800100">
                  <a:moveTo>
                    <a:pt x="29210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29210" y="36829"/>
                  </a:lnTo>
                  <a:lnTo>
                    <a:pt x="29210" y="30480"/>
                  </a:lnTo>
                  <a:close/>
                </a:path>
                <a:path w="29210" h="800100">
                  <a:moveTo>
                    <a:pt x="29210" y="36830"/>
                  </a:moveTo>
                  <a:lnTo>
                    <a:pt x="0" y="36830"/>
                  </a:lnTo>
                  <a:lnTo>
                    <a:pt x="0" y="43179"/>
                  </a:lnTo>
                  <a:lnTo>
                    <a:pt x="29210" y="43179"/>
                  </a:lnTo>
                  <a:lnTo>
                    <a:pt x="29210" y="36830"/>
                  </a:lnTo>
                  <a:close/>
                </a:path>
                <a:path w="29210" h="800100">
                  <a:moveTo>
                    <a:pt x="29210" y="43180"/>
                  </a:moveTo>
                  <a:lnTo>
                    <a:pt x="0" y="43180"/>
                  </a:lnTo>
                  <a:lnTo>
                    <a:pt x="0" y="55879"/>
                  </a:lnTo>
                  <a:lnTo>
                    <a:pt x="29210" y="55879"/>
                  </a:lnTo>
                  <a:lnTo>
                    <a:pt x="29210" y="43180"/>
                  </a:lnTo>
                  <a:close/>
                </a:path>
                <a:path w="29210" h="800100">
                  <a:moveTo>
                    <a:pt x="29210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29210" y="62229"/>
                  </a:lnTo>
                  <a:lnTo>
                    <a:pt x="29210" y="55880"/>
                  </a:lnTo>
                  <a:close/>
                </a:path>
                <a:path w="29210" h="800100">
                  <a:moveTo>
                    <a:pt x="29210" y="62230"/>
                  </a:moveTo>
                  <a:lnTo>
                    <a:pt x="0" y="62230"/>
                  </a:lnTo>
                  <a:lnTo>
                    <a:pt x="0" y="68579"/>
                  </a:lnTo>
                  <a:lnTo>
                    <a:pt x="29210" y="68579"/>
                  </a:lnTo>
                  <a:lnTo>
                    <a:pt x="29210" y="62230"/>
                  </a:lnTo>
                  <a:close/>
                </a:path>
                <a:path w="29210" h="800100">
                  <a:moveTo>
                    <a:pt x="29210" y="68580"/>
                  </a:moveTo>
                  <a:lnTo>
                    <a:pt x="0" y="68580"/>
                  </a:lnTo>
                  <a:lnTo>
                    <a:pt x="0" y="74929"/>
                  </a:lnTo>
                  <a:lnTo>
                    <a:pt x="29210" y="74929"/>
                  </a:lnTo>
                  <a:lnTo>
                    <a:pt x="29210" y="68580"/>
                  </a:lnTo>
                  <a:close/>
                </a:path>
                <a:path w="29210" h="800100">
                  <a:moveTo>
                    <a:pt x="29210" y="74930"/>
                  </a:moveTo>
                  <a:lnTo>
                    <a:pt x="0" y="74930"/>
                  </a:lnTo>
                  <a:lnTo>
                    <a:pt x="0" y="81279"/>
                  </a:lnTo>
                  <a:lnTo>
                    <a:pt x="29210" y="81279"/>
                  </a:lnTo>
                  <a:lnTo>
                    <a:pt x="29210" y="74930"/>
                  </a:lnTo>
                  <a:close/>
                </a:path>
                <a:path w="29210" h="800100">
                  <a:moveTo>
                    <a:pt x="29210" y="81280"/>
                  </a:moveTo>
                  <a:lnTo>
                    <a:pt x="0" y="81280"/>
                  </a:lnTo>
                  <a:lnTo>
                    <a:pt x="0" y="93979"/>
                  </a:lnTo>
                  <a:lnTo>
                    <a:pt x="29210" y="93979"/>
                  </a:lnTo>
                  <a:lnTo>
                    <a:pt x="29210" y="81280"/>
                  </a:lnTo>
                  <a:close/>
                </a:path>
                <a:path w="29210" h="800100">
                  <a:moveTo>
                    <a:pt x="29210" y="93980"/>
                  </a:moveTo>
                  <a:lnTo>
                    <a:pt x="0" y="93980"/>
                  </a:lnTo>
                  <a:lnTo>
                    <a:pt x="0" y="100329"/>
                  </a:lnTo>
                  <a:lnTo>
                    <a:pt x="29210" y="100329"/>
                  </a:lnTo>
                  <a:lnTo>
                    <a:pt x="29210" y="93980"/>
                  </a:lnTo>
                  <a:close/>
                </a:path>
                <a:path w="29210" h="800100">
                  <a:moveTo>
                    <a:pt x="29210" y="100330"/>
                  </a:moveTo>
                  <a:lnTo>
                    <a:pt x="0" y="100330"/>
                  </a:lnTo>
                  <a:lnTo>
                    <a:pt x="0" y="106679"/>
                  </a:lnTo>
                  <a:lnTo>
                    <a:pt x="29210" y="106679"/>
                  </a:lnTo>
                  <a:lnTo>
                    <a:pt x="29210" y="100330"/>
                  </a:lnTo>
                  <a:close/>
                </a:path>
                <a:path w="29210" h="800100">
                  <a:moveTo>
                    <a:pt x="29210" y="106680"/>
                  </a:moveTo>
                  <a:lnTo>
                    <a:pt x="0" y="106680"/>
                  </a:lnTo>
                  <a:lnTo>
                    <a:pt x="0" y="113029"/>
                  </a:lnTo>
                  <a:lnTo>
                    <a:pt x="29210" y="113029"/>
                  </a:lnTo>
                  <a:lnTo>
                    <a:pt x="29210" y="106680"/>
                  </a:lnTo>
                  <a:close/>
                </a:path>
                <a:path w="29210" h="800100">
                  <a:moveTo>
                    <a:pt x="29210" y="113030"/>
                  </a:moveTo>
                  <a:lnTo>
                    <a:pt x="0" y="113030"/>
                  </a:lnTo>
                  <a:lnTo>
                    <a:pt x="0" y="119379"/>
                  </a:lnTo>
                  <a:lnTo>
                    <a:pt x="29210" y="119379"/>
                  </a:lnTo>
                  <a:lnTo>
                    <a:pt x="29210" y="113030"/>
                  </a:lnTo>
                  <a:close/>
                </a:path>
                <a:path w="29210" h="800100">
                  <a:moveTo>
                    <a:pt x="29210" y="119380"/>
                  </a:moveTo>
                  <a:lnTo>
                    <a:pt x="0" y="119380"/>
                  </a:lnTo>
                  <a:lnTo>
                    <a:pt x="0" y="125729"/>
                  </a:lnTo>
                  <a:lnTo>
                    <a:pt x="29210" y="125729"/>
                  </a:lnTo>
                  <a:lnTo>
                    <a:pt x="29210" y="119380"/>
                  </a:lnTo>
                  <a:close/>
                </a:path>
                <a:path w="29210" h="800100">
                  <a:moveTo>
                    <a:pt x="29210" y="125730"/>
                  </a:moveTo>
                  <a:lnTo>
                    <a:pt x="0" y="125730"/>
                  </a:lnTo>
                  <a:lnTo>
                    <a:pt x="0" y="132079"/>
                  </a:lnTo>
                  <a:lnTo>
                    <a:pt x="29210" y="132079"/>
                  </a:lnTo>
                  <a:lnTo>
                    <a:pt x="29210" y="125730"/>
                  </a:lnTo>
                  <a:close/>
                </a:path>
                <a:path w="29210" h="800100">
                  <a:moveTo>
                    <a:pt x="29210" y="132080"/>
                  </a:moveTo>
                  <a:lnTo>
                    <a:pt x="0" y="132080"/>
                  </a:lnTo>
                  <a:lnTo>
                    <a:pt x="0" y="138429"/>
                  </a:lnTo>
                  <a:lnTo>
                    <a:pt x="29210" y="138429"/>
                  </a:lnTo>
                  <a:lnTo>
                    <a:pt x="29210" y="132080"/>
                  </a:lnTo>
                  <a:close/>
                </a:path>
                <a:path w="29210" h="800100">
                  <a:moveTo>
                    <a:pt x="29210" y="138430"/>
                  </a:moveTo>
                  <a:lnTo>
                    <a:pt x="0" y="138430"/>
                  </a:lnTo>
                  <a:lnTo>
                    <a:pt x="0" y="144779"/>
                  </a:lnTo>
                  <a:lnTo>
                    <a:pt x="29210" y="144779"/>
                  </a:lnTo>
                  <a:lnTo>
                    <a:pt x="29210" y="138430"/>
                  </a:lnTo>
                  <a:close/>
                </a:path>
                <a:path w="29210" h="800100">
                  <a:moveTo>
                    <a:pt x="29210" y="144780"/>
                  </a:moveTo>
                  <a:lnTo>
                    <a:pt x="0" y="144780"/>
                  </a:lnTo>
                  <a:lnTo>
                    <a:pt x="0" y="157479"/>
                  </a:lnTo>
                  <a:lnTo>
                    <a:pt x="29210" y="157479"/>
                  </a:lnTo>
                  <a:lnTo>
                    <a:pt x="29210" y="144780"/>
                  </a:lnTo>
                  <a:close/>
                </a:path>
                <a:path w="29210" h="800100">
                  <a:moveTo>
                    <a:pt x="29210" y="157480"/>
                  </a:moveTo>
                  <a:lnTo>
                    <a:pt x="0" y="157480"/>
                  </a:lnTo>
                  <a:lnTo>
                    <a:pt x="0" y="163829"/>
                  </a:lnTo>
                  <a:lnTo>
                    <a:pt x="29210" y="163829"/>
                  </a:lnTo>
                  <a:lnTo>
                    <a:pt x="29210" y="157480"/>
                  </a:lnTo>
                  <a:close/>
                </a:path>
                <a:path w="29210" h="800100">
                  <a:moveTo>
                    <a:pt x="29210" y="163830"/>
                  </a:moveTo>
                  <a:lnTo>
                    <a:pt x="0" y="163830"/>
                  </a:lnTo>
                  <a:lnTo>
                    <a:pt x="0" y="170179"/>
                  </a:lnTo>
                  <a:lnTo>
                    <a:pt x="29210" y="170179"/>
                  </a:lnTo>
                  <a:lnTo>
                    <a:pt x="29210" y="163830"/>
                  </a:lnTo>
                  <a:close/>
                </a:path>
                <a:path w="29210" h="800100">
                  <a:moveTo>
                    <a:pt x="29210" y="170180"/>
                  </a:moveTo>
                  <a:lnTo>
                    <a:pt x="0" y="170180"/>
                  </a:lnTo>
                  <a:lnTo>
                    <a:pt x="0" y="176529"/>
                  </a:lnTo>
                  <a:lnTo>
                    <a:pt x="29210" y="176529"/>
                  </a:lnTo>
                  <a:lnTo>
                    <a:pt x="29210" y="170180"/>
                  </a:lnTo>
                  <a:close/>
                </a:path>
                <a:path w="29210" h="800100">
                  <a:moveTo>
                    <a:pt x="29210" y="176530"/>
                  </a:moveTo>
                  <a:lnTo>
                    <a:pt x="0" y="176530"/>
                  </a:lnTo>
                  <a:lnTo>
                    <a:pt x="0" y="182879"/>
                  </a:lnTo>
                  <a:lnTo>
                    <a:pt x="29210" y="182879"/>
                  </a:lnTo>
                  <a:lnTo>
                    <a:pt x="29210" y="176530"/>
                  </a:lnTo>
                  <a:close/>
                </a:path>
                <a:path w="29210" h="800100">
                  <a:moveTo>
                    <a:pt x="29210" y="182880"/>
                  </a:moveTo>
                  <a:lnTo>
                    <a:pt x="0" y="182880"/>
                  </a:lnTo>
                  <a:lnTo>
                    <a:pt x="0" y="189229"/>
                  </a:lnTo>
                  <a:lnTo>
                    <a:pt x="29210" y="189229"/>
                  </a:lnTo>
                  <a:lnTo>
                    <a:pt x="29210" y="182880"/>
                  </a:lnTo>
                  <a:close/>
                </a:path>
                <a:path w="29210" h="800100">
                  <a:moveTo>
                    <a:pt x="29210" y="189230"/>
                  </a:moveTo>
                  <a:lnTo>
                    <a:pt x="0" y="189230"/>
                  </a:lnTo>
                  <a:lnTo>
                    <a:pt x="0" y="195579"/>
                  </a:lnTo>
                  <a:lnTo>
                    <a:pt x="29210" y="195579"/>
                  </a:lnTo>
                  <a:lnTo>
                    <a:pt x="29210" y="189230"/>
                  </a:lnTo>
                  <a:close/>
                </a:path>
                <a:path w="29210" h="800100">
                  <a:moveTo>
                    <a:pt x="29210" y="195580"/>
                  </a:moveTo>
                  <a:lnTo>
                    <a:pt x="0" y="195580"/>
                  </a:lnTo>
                  <a:lnTo>
                    <a:pt x="0" y="201929"/>
                  </a:lnTo>
                  <a:lnTo>
                    <a:pt x="29210" y="201929"/>
                  </a:lnTo>
                  <a:lnTo>
                    <a:pt x="29210" y="195580"/>
                  </a:lnTo>
                  <a:close/>
                </a:path>
                <a:path w="29210" h="800100">
                  <a:moveTo>
                    <a:pt x="29210" y="201930"/>
                  </a:moveTo>
                  <a:lnTo>
                    <a:pt x="0" y="201930"/>
                  </a:lnTo>
                  <a:lnTo>
                    <a:pt x="0" y="208279"/>
                  </a:lnTo>
                  <a:lnTo>
                    <a:pt x="29210" y="208279"/>
                  </a:lnTo>
                  <a:lnTo>
                    <a:pt x="29210" y="201930"/>
                  </a:lnTo>
                  <a:close/>
                </a:path>
                <a:path w="29210" h="800100">
                  <a:moveTo>
                    <a:pt x="29210" y="208280"/>
                  </a:moveTo>
                  <a:lnTo>
                    <a:pt x="0" y="208280"/>
                  </a:lnTo>
                  <a:lnTo>
                    <a:pt x="0" y="214629"/>
                  </a:lnTo>
                  <a:lnTo>
                    <a:pt x="29210" y="214629"/>
                  </a:lnTo>
                  <a:lnTo>
                    <a:pt x="29210" y="208280"/>
                  </a:lnTo>
                  <a:close/>
                </a:path>
                <a:path w="29210" h="800100">
                  <a:moveTo>
                    <a:pt x="29210" y="214630"/>
                  </a:moveTo>
                  <a:lnTo>
                    <a:pt x="0" y="214630"/>
                  </a:lnTo>
                  <a:lnTo>
                    <a:pt x="0" y="227329"/>
                  </a:lnTo>
                  <a:lnTo>
                    <a:pt x="29210" y="227329"/>
                  </a:lnTo>
                  <a:lnTo>
                    <a:pt x="29210" y="214630"/>
                  </a:lnTo>
                  <a:close/>
                </a:path>
                <a:path w="29210" h="800100">
                  <a:moveTo>
                    <a:pt x="29210" y="227330"/>
                  </a:moveTo>
                  <a:lnTo>
                    <a:pt x="0" y="227330"/>
                  </a:lnTo>
                  <a:lnTo>
                    <a:pt x="0" y="233679"/>
                  </a:lnTo>
                  <a:lnTo>
                    <a:pt x="29210" y="233679"/>
                  </a:lnTo>
                  <a:lnTo>
                    <a:pt x="29210" y="227330"/>
                  </a:lnTo>
                  <a:close/>
                </a:path>
                <a:path w="29210" h="800100">
                  <a:moveTo>
                    <a:pt x="29210" y="233680"/>
                  </a:moveTo>
                  <a:lnTo>
                    <a:pt x="0" y="233680"/>
                  </a:lnTo>
                  <a:lnTo>
                    <a:pt x="0" y="240029"/>
                  </a:lnTo>
                  <a:lnTo>
                    <a:pt x="29210" y="240029"/>
                  </a:lnTo>
                  <a:lnTo>
                    <a:pt x="29210" y="233680"/>
                  </a:lnTo>
                  <a:close/>
                </a:path>
                <a:path w="29210" h="800100">
                  <a:moveTo>
                    <a:pt x="29210" y="240030"/>
                  </a:moveTo>
                  <a:lnTo>
                    <a:pt x="0" y="240030"/>
                  </a:lnTo>
                  <a:lnTo>
                    <a:pt x="0" y="246379"/>
                  </a:lnTo>
                  <a:lnTo>
                    <a:pt x="29210" y="246379"/>
                  </a:lnTo>
                  <a:lnTo>
                    <a:pt x="29210" y="240030"/>
                  </a:lnTo>
                  <a:close/>
                </a:path>
                <a:path w="29210" h="800100">
                  <a:moveTo>
                    <a:pt x="29210" y="246380"/>
                  </a:moveTo>
                  <a:lnTo>
                    <a:pt x="0" y="246380"/>
                  </a:lnTo>
                  <a:lnTo>
                    <a:pt x="0" y="252729"/>
                  </a:lnTo>
                  <a:lnTo>
                    <a:pt x="29210" y="252729"/>
                  </a:lnTo>
                  <a:lnTo>
                    <a:pt x="29210" y="246380"/>
                  </a:lnTo>
                  <a:close/>
                </a:path>
                <a:path w="29210" h="800100">
                  <a:moveTo>
                    <a:pt x="29210" y="252730"/>
                  </a:moveTo>
                  <a:lnTo>
                    <a:pt x="0" y="252730"/>
                  </a:lnTo>
                  <a:lnTo>
                    <a:pt x="0" y="259079"/>
                  </a:lnTo>
                  <a:lnTo>
                    <a:pt x="29210" y="259079"/>
                  </a:lnTo>
                  <a:lnTo>
                    <a:pt x="29210" y="252730"/>
                  </a:lnTo>
                  <a:close/>
                </a:path>
                <a:path w="29210" h="800100">
                  <a:moveTo>
                    <a:pt x="29210" y="259080"/>
                  </a:moveTo>
                  <a:lnTo>
                    <a:pt x="0" y="259080"/>
                  </a:lnTo>
                  <a:lnTo>
                    <a:pt x="0" y="265429"/>
                  </a:lnTo>
                  <a:lnTo>
                    <a:pt x="29210" y="265429"/>
                  </a:lnTo>
                  <a:lnTo>
                    <a:pt x="29210" y="259080"/>
                  </a:lnTo>
                  <a:close/>
                </a:path>
                <a:path w="29210" h="800100">
                  <a:moveTo>
                    <a:pt x="29210" y="265430"/>
                  </a:moveTo>
                  <a:lnTo>
                    <a:pt x="0" y="265430"/>
                  </a:lnTo>
                  <a:lnTo>
                    <a:pt x="0" y="271779"/>
                  </a:lnTo>
                  <a:lnTo>
                    <a:pt x="29210" y="271779"/>
                  </a:lnTo>
                  <a:lnTo>
                    <a:pt x="29210" y="265430"/>
                  </a:lnTo>
                  <a:close/>
                </a:path>
                <a:path w="29210" h="800100">
                  <a:moveTo>
                    <a:pt x="29210" y="271780"/>
                  </a:moveTo>
                  <a:lnTo>
                    <a:pt x="0" y="271780"/>
                  </a:lnTo>
                  <a:lnTo>
                    <a:pt x="0" y="283209"/>
                  </a:lnTo>
                  <a:lnTo>
                    <a:pt x="29210" y="283209"/>
                  </a:lnTo>
                  <a:lnTo>
                    <a:pt x="29210" y="271780"/>
                  </a:lnTo>
                  <a:close/>
                </a:path>
                <a:path w="29210" h="800100">
                  <a:moveTo>
                    <a:pt x="29210" y="283210"/>
                  </a:moveTo>
                  <a:lnTo>
                    <a:pt x="0" y="283210"/>
                  </a:lnTo>
                  <a:lnTo>
                    <a:pt x="0" y="289559"/>
                  </a:lnTo>
                  <a:lnTo>
                    <a:pt x="29210" y="289559"/>
                  </a:lnTo>
                  <a:lnTo>
                    <a:pt x="29210" y="283210"/>
                  </a:lnTo>
                  <a:close/>
                </a:path>
                <a:path w="29210" h="800100">
                  <a:moveTo>
                    <a:pt x="29210" y="289559"/>
                  </a:moveTo>
                  <a:lnTo>
                    <a:pt x="0" y="289559"/>
                  </a:lnTo>
                  <a:lnTo>
                    <a:pt x="0" y="295909"/>
                  </a:lnTo>
                  <a:lnTo>
                    <a:pt x="29210" y="295909"/>
                  </a:lnTo>
                  <a:lnTo>
                    <a:pt x="29210" y="289559"/>
                  </a:lnTo>
                  <a:close/>
                </a:path>
                <a:path w="29210" h="800100">
                  <a:moveTo>
                    <a:pt x="29210" y="295909"/>
                  </a:moveTo>
                  <a:lnTo>
                    <a:pt x="0" y="295909"/>
                  </a:lnTo>
                  <a:lnTo>
                    <a:pt x="0" y="298449"/>
                  </a:lnTo>
                  <a:lnTo>
                    <a:pt x="29210" y="298449"/>
                  </a:lnTo>
                  <a:lnTo>
                    <a:pt x="29210" y="295909"/>
                  </a:lnTo>
                  <a:close/>
                </a:path>
                <a:path w="29210" h="800100">
                  <a:moveTo>
                    <a:pt x="29210" y="298450"/>
                  </a:moveTo>
                  <a:lnTo>
                    <a:pt x="0" y="298450"/>
                  </a:lnTo>
                  <a:lnTo>
                    <a:pt x="0" y="302259"/>
                  </a:lnTo>
                  <a:lnTo>
                    <a:pt x="29210" y="302259"/>
                  </a:lnTo>
                  <a:lnTo>
                    <a:pt x="29210" y="298450"/>
                  </a:lnTo>
                  <a:close/>
                </a:path>
                <a:path w="29210" h="800100">
                  <a:moveTo>
                    <a:pt x="29210" y="302259"/>
                  </a:moveTo>
                  <a:lnTo>
                    <a:pt x="0" y="302259"/>
                  </a:lnTo>
                  <a:lnTo>
                    <a:pt x="0" y="308609"/>
                  </a:lnTo>
                  <a:lnTo>
                    <a:pt x="29210" y="308609"/>
                  </a:lnTo>
                  <a:lnTo>
                    <a:pt x="29210" y="302259"/>
                  </a:lnTo>
                  <a:close/>
                </a:path>
                <a:path w="29210" h="800100">
                  <a:moveTo>
                    <a:pt x="29210" y="308609"/>
                  </a:moveTo>
                  <a:lnTo>
                    <a:pt x="0" y="308609"/>
                  </a:lnTo>
                  <a:lnTo>
                    <a:pt x="0" y="311149"/>
                  </a:lnTo>
                  <a:lnTo>
                    <a:pt x="29210" y="311149"/>
                  </a:lnTo>
                  <a:lnTo>
                    <a:pt x="29210" y="308609"/>
                  </a:lnTo>
                  <a:close/>
                </a:path>
                <a:path w="29210" h="800100">
                  <a:moveTo>
                    <a:pt x="29210" y="311150"/>
                  </a:moveTo>
                  <a:lnTo>
                    <a:pt x="0" y="311150"/>
                  </a:lnTo>
                  <a:lnTo>
                    <a:pt x="0" y="349249"/>
                  </a:lnTo>
                  <a:lnTo>
                    <a:pt x="29210" y="349249"/>
                  </a:lnTo>
                  <a:lnTo>
                    <a:pt x="29210" y="311150"/>
                  </a:lnTo>
                  <a:close/>
                </a:path>
                <a:path w="29210" h="800100">
                  <a:moveTo>
                    <a:pt x="29210" y="349250"/>
                  </a:moveTo>
                  <a:lnTo>
                    <a:pt x="0" y="349250"/>
                  </a:lnTo>
                  <a:lnTo>
                    <a:pt x="0" y="355599"/>
                  </a:lnTo>
                  <a:lnTo>
                    <a:pt x="29210" y="355599"/>
                  </a:lnTo>
                  <a:lnTo>
                    <a:pt x="29210" y="349250"/>
                  </a:lnTo>
                  <a:close/>
                </a:path>
                <a:path w="29210" h="800100">
                  <a:moveTo>
                    <a:pt x="29210" y="355600"/>
                  </a:moveTo>
                  <a:lnTo>
                    <a:pt x="0" y="355600"/>
                  </a:lnTo>
                  <a:lnTo>
                    <a:pt x="0" y="359409"/>
                  </a:lnTo>
                  <a:lnTo>
                    <a:pt x="29210" y="359409"/>
                  </a:lnTo>
                  <a:lnTo>
                    <a:pt x="29210" y="355600"/>
                  </a:lnTo>
                  <a:close/>
                </a:path>
                <a:path w="29210" h="800100">
                  <a:moveTo>
                    <a:pt x="29210" y="359410"/>
                  </a:moveTo>
                  <a:lnTo>
                    <a:pt x="0" y="359410"/>
                  </a:lnTo>
                  <a:lnTo>
                    <a:pt x="0" y="361949"/>
                  </a:lnTo>
                  <a:lnTo>
                    <a:pt x="29210" y="361949"/>
                  </a:lnTo>
                  <a:lnTo>
                    <a:pt x="29210" y="359410"/>
                  </a:lnTo>
                  <a:close/>
                </a:path>
                <a:path w="29210" h="800100">
                  <a:moveTo>
                    <a:pt x="29210" y="361950"/>
                  </a:moveTo>
                  <a:lnTo>
                    <a:pt x="0" y="361950"/>
                  </a:lnTo>
                  <a:lnTo>
                    <a:pt x="0" y="365759"/>
                  </a:lnTo>
                  <a:lnTo>
                    <a:pt x="29210" y="365759"/>
                  </a:lnTo>
                  <a:lnTo>
                    <a:pt x="29210" y="361950"/>
                  </a:lnTo>
                  <a:close/>
                </a:path>
                <a:path w="29210" h="800100">
                  <a:moveTo>
                    <a:pt x="29210" y="365759"/>
                  </a:moveTo>
                  <a:lnTo>
                    <a:pt x="0" y="365759"/>
                  </a:lnTo>
                  <a:lnTo>
                    <a:pt x="0" y="368299"/>
                  </a:lnTo>
                  <a:lnTo>
                    <a:pt x="29210" y="368299"/>
                  </a:lnTo>
                  <a:lnTo>
                    <a:pt x="29210" y="365759"/>
                  </a:lnTo>
                  <a:close/>
                </a:path>
                <a:path w="29210" h="800100">
                  <a:moveTo>
                    <a:pt x="29210" y="368300"/>
                  </a:moveTo>
                  <a:lnTo>
                    <a:pt x="0" y="368300"/>
                  </a:lnTo>
                  <a:lnTo>
                    <a:pt x="0" y="380999"/>
                  </a:lnTo>
                  <a:lnTo>
                    <a:pt x="29210" y="380999"/>
                  </a:lnTo>
                  <a:lnTo>
                    <a:pt x="29210" y="368300"/>
                  </a:lnTo>
                  <a:close/>
                </a:path>
                <a:path w="29210" h="800100">
                  <a:moveTo>
                    <a:pt x="29210" y="381000"/>
                  </a:moveTo>
                  <a:lnTo>
                    <a:pt x="0" y="381000"/>
                  </a:lnTo>
                  <a:lnTo>
                    <a:pt x="0" y="387349"/>
                  </a:lnTo>
                  <a:lnTo>
                    <a:pt x="29210" y="387349"/>
                  </a:lnTo>
                  <a:lnTo>
                    <a:pt x="29210" y="381000"/>
                  </a:lnTo>
                  <a:close/>
                </a:path>
                <a:path w="29210" h="800100">
                  <a:moveTo>
                    <a:pt x="29210" y="387350"/>
                  </a:moveTo>
                  <a:lnTo>
                    <a:pt x="0" y="387350"/>
                  </a:lnTo>
                  <a:lnTo>
                    <a:pt x="0" y="391159"/>
                  </a:lnTo>
                  <a:lnTo>
                    <a:pt x="29210" y="391159"/>
                  </a:lnTo>
                  <a:lnTo>
                    <a:pt x="29210" y="387350"/>
                  </a:lnTo>
                  <a:close/>
                </a:path>
                <a:path w="29210" h="800100">
                  <a:moveTo>
                    <a:pt x="29210" y="391160"/>
                  </a:moveTo>
                  <a:lnTo>
                    <a:pt x="0" y="391160"/>
                  </a:lnTo>
                  <a:lnTo>
                    <a:pt x="0" y="393699"/>
                  </a:lnTo>
                  <a:lnTo>
                    <a:pt x="29210" y="393699"/>
                  </a:lnTo>
                  <a:lnTo>
                    <a:pt x="29210" y="391160"/>
                  </a:lnTo>
                  <a:close/>
                </a:path>
                <a:path w="29210" h="800100">
                  <a:moveTo>
                    <a:pt x="29210" y="393700"/>
                  </a:moveTo>
                  <a:lnTo>
                    <a:pt x="0" y="393700"/>
                  </a:lnTo>
                  <a:lnTo>
                    <a:pt x="0" y="403859"/>
                  </a:lnTo>
                  <a:lnTo>
                    <a:pt x="29210" y="403859"/>
                  </a:lnTo>
                  <a:lnTo>
                    <a:pt x="29210" y="393700"/>
                  </a:lnTo>
                  <a:close/>
                </a:path>
                <a:path w="29210" h="800100">
                  <a:moveTo>
                    <a:pt x="29210" y="403860"/>
                  </a:moveTo>
                  <a:lnTo>
                    <a:pt x="0" y="403860"/>
                  </a:lnTo>
                  <a:lnTo>
                    <a:pt x="0" y="406399"/>
                  </a:lnTo>
                  <a:lnTo>
                    <a:pt x="29210" y="406399"/>
                  </a:lnTo>
                  <a:lnTo>
                    <a:pt x="29210" y="403860"/>
                  </a:lnTo>
                  <a:close/>
                </a:path>
                <a:path w="29210" h="800100">
                  <a:moveTo>
                    <a:pt x="29210" y="406400"/>
                  </a:moveTo>
                  <a:lnTo>
                    <a:pt x="0" y="406400"/>
                  </a:lnTo>
                  <a:lnTo>
                    <a:pt x="0" y="410209"/>
                  </a:lnTo>
                  <a:lnTo>
                    <a:pt x="29210" y="410209"/>
                  </a:lnTo>
                  <a:lnTo>
                    <a:pt x="29210" y="406400"/>
                  </a:lnTo>
                  <a:close/>
                </a:path>
                <a:path w="29210" h="800100">
                  <a:moveTo>
                    <a:pt x="29210" y="410210"/>
                  </a:moveTo>
                  <a:lnTo>
                    <a:pt x="0" y="410210"/>
                  </a:lnTo>
                  <a:lnTo>
                    <a:pt x="0" y="416559"/>
                  </a:lnTo>
                  <a:lnTo>
                    <a:pt x="29210" y="416559"/>
                  </a:lnTo>
                  <a:lnTo>
                    <a:pt x="29210" y="410210"/>
                  </a:lnTo>
                  <a:close/>
                </a:path>
                <a:path w="29210" h="800100">
                  <a:moveTo>
                    <a:pt x="29210" y="416560"/>
                  </a:moveTo>
                  <a:lnTo>
                    <a:pt x="0" y="416560"/>
                  </a:lnTo>
                  <a:lnTo>
                    <a:pt x="0" y="422909"/>
                  </a:lnTo>
                  <a:lnTo>
                    <a:pt x="29210" y="422909"/>
                  </a:lnTo>
                  <a:lnTo>
                    <a:pt x="29210" y="416560"/>
                  </a:lnTo>
                  <a:close/>
                </a:path>
                <a:path w="29210" h="800100">
                  <a:moveTo>
                    <a:pt x="29210" y="422910"/>
                  </a:moveTo>
                  <a:lnTo>
                    <a:pt x="0" y="422910"/>
                  </a:lnTo>
                  <a:lnTo>
                    <a:pt x="0" y="431799"/>
                  </a:lnTo>
                  <a:lnTo>
                    <a:pt x="29210" y="431799"/>
                  </a:lnTo>
                  <a:lnTo>
                    <a:pt x="29210" y="422910"/>
                  </a:lnTo>
                  <a:close/>
                </a:path>
                <a:path w="29210" h="800100">
                  <a:moveTo>
                    <a:pt x="29210" y="431800"/>
                  </a:moveTo>
                  <a:lnTo>
                    <a:pt x="0" y="431800"/>
                  </a:lnTo>
                  <a:lnTo>
                    <a:pt x="0" y="435609"/>
                  </a:lnTo>
                  <a:lnTo>
                    <a:pt x="29210" y="435609"/>
                  </a:lnTo>
                  <a:lnTo>
                    <a:pt x="29210" y="431800"/>
                  </a:lnTo>
                  <a:close/>
                </a:path>
                <a:path w="29210" h="800100">
                  <a:moveTo>
                    <a:pt x="29210" y="435610"/>
                  </a:moveTo>
                  <a:lnTo>
                    <a:pt x="0" y="435610"/>
                  </a:lnTo>
                  <a:lnTo>
                    <a:pt x="0" y="441959"/>
                  </a:lnTo>
                  <a:lnTo>
                    <a:pt x="29210" y="441959"/>
                  </a:lnTo>
                  <a:lnTo>
                    <a:pt x="29210" y="435610"/>
                  </a:lnTo>
                  <a:close/>
                </a:path>
                <a:path w="29210" h="800100">
                  <a:moveTo>
                    <a:pt x="29210" y="441960"/>
                  </a:moveTo>
                  <a:lnTo>
                    <a:pt x="0" y="441960"/>
                  </a:lnTo>
                  <a:lnTo>
                    <a:pt x="0" y="461009"/>
                  </a:lnTo>
                  <a:lnTo>
                    <a:pt x="29210" y="461009"/>
                  </a:lnTo>
                  <a:lnTo>
                    <a:pt x="29210" y="441960"/>
                  </a:lnTo>
                  <a:close/>
                </a:path>
                <a:path w="29210" h="800100">
                  <a:moveTo>
                    <a:pt x="29210" y="461009"/>
                  </a:moveTo>
                  <a:lnTo>
                    <a:pt x="0" y="461009"/>
                  </a:lnTo>
                  <a:lnTo>
                    <a:pt x="0" y="463549"/>
                  </a:lnTo>
                  <a:lnTo>
                    <a:pt x="29210" y="463549"/>
                  </a:lnTo>
                  <a:lnTo>
                    <a:pt x="29210" y="461009"/>
                  </a:lnTo>
                  <a:close/>
                </a:path>
                <a:path w="29210" h="800100">
                  <a:moveTo>
                    <a:pt x="29210" y="463550"/>
                  </a:moveTo>
                  <a:lnTo>
                    <a:pt x="0" y="463550"/>
                  </a:lnTo>
                  <a:lnTo>
                    <a:pt x="0" y="467359"/>
                  </a:lnTo>
                  <a:lnTo>
                    <a:pt x="29210" y="467359"/>
                  </a:lnTo>
                  <a:lnTo>
                    <a:pt x="29210" y="463550"/>
                  </a:lnTo>
                  <a:close/>
                </a:path>
                <a:path w="29210" h="800100">
                  <a:moveTo>
                    <a:pt x="29210" y="467359"/>
                  </a:moveTo>
                  <a:lnTo>
                    <a:pt x="0" y="467359"/>
                  </a:lnTo>
                  <a:lnTo>
                    <a:pt x="0" y="469899"/>
                  </a:lnTo>
                  <a:lnTo>
                    <a:pt x="29210" y="469899"/>
                  </a:lnTo>
                  <a:lnTo>
                    <a:pt x="29210" y="467359"/>
                  </a:lnTo>
                  <a:close/>
                </a:path>
                <a:path w="29210" h="800100">
                  <a:moveTo>
                    <a:pt x="29210" y="469900"/>
                  </a:moveTo>
                  <a:lnTo>
                    <a:pt x="0" y="469900"/>
                  </a:lnTo>
                  <a:lnTo>
                    <a:pt x="0" y="473709"/>
                  </a:lnTo>
                  <a:lnTo>
                    <a:pt x="29210" y="473709"/>
                  </a:lnTo>
                  <a:lnTo>
                    <a:pt x="29210" y="469900"/>
                  </a:lnTo>
                  <a:close/>
                </a:path>
                <a:path w="29210" h="800100">
                  <a:moveTo>
                    <a:pt x="29210" y="473709"/>
                  </a:moveTo>
                  <a:lnTo>
                    <a:pt x="0" y="473709"/>
                  </a:lnTo>
                  <a:lnTo>
                    <a:pt x="0" y="480059"/>
                  </a:lnTo>
                  <a:lnTo>
                    <a:pt x="29210" y="480059"/>
                  </a:lnTo>
                  <a:lnTo>
                    <a:pt x="29210" y="473709"/>
                  </a:lnTo>
                  <a:close/>
                </a:path>
                <a:path w="29210" h="800100">
                  <a:moveTo>
                    <a:pt x="29210" y="480059"/>
                  </a:moveTo>
                  <a:lnTo>
                    <a:pt x="0" y="480059"/>
                  </a:lnTo>
                  <a:lnTo>
                    <a:pt x="0" y="482599"/>
                  </a:lnTo>
                  <a:lnTo>
                    <a:pt x="29210" y="482599"/>
                  </a:lnTo>
                  <a:lnTo>
                    <a:pt x="29210" y="480059"/>
                  </a:lnTo>
                  <a:close/>
                </a:path>
                <a:path w="29210" h="800100">
                  <a:moveTo>
                    <a:pt x="29210" y="482600"/>
                  </a:moveTo>
                  <a:lnTo>
                    <a:pt x="0" y="482600"/>
                  </a:lnTo>
                  <a:lnTo>
                    <a:pt x="0" y="486409"/>
                  </a:lnTo>
                  <a:lnTo>
                    <a:pt x="29210" y="486409"/>
                  </a:lnTo>
                  <a:lnTo>
                    <a:pt x="29210" y="482600"/>
                  </a:lnTo>
                  <a:close/>
                </a:path>
                <a:path w="29210" h="800100">
                  <a:moveTo>
                    <a:pt x="29210" y="486409"/>
                  </a:moveTo>
                  <a:lnTo>
                    <a:pt x="0" y="486409"/>
                  </a:lnTo>
                  <a:lnTo>
                    <a:pt x="0" y="488949"/>
                  </a:lnTo>
                  <a:lnTo>
                    <a:pt x="29210" y="488949"/>
                  </a:lnTo>
                  <a:lnTo>
                    <a:pt x="29210" y="486409"/>
                  </a:lnTo>
                  <a:close/>
                </a:path>
                <a:path w="29210" h="800100">
                  <a:moveTo>
                    <a:pt x="29210" y="488950"/>
                  </a:moveTo>
                  <a:lnTo>
                    <a:pt x="0" y="488950"/>
                  </a:lnTo>
                  <a:lnTo>
                    <a:pt x="0" y="492759"/>
                  </a:lnTo>
                  <a:lnTo>
                    <a:pt x="29210" y="492759"/>
                  </a:lnTo>
                  <a:lnTo>
                    <a:pt x="29210" y="488950"/>
                  </a:lnTo>
                  <a:close/>
                </a:path>
                <a:path w="29210" h="800100">
                  <a:moveTo>
                    <a:pt x="29210" y="492760"/>
                  </a:moveTo>
                  <a:lnTo>
                    <a:pt x="0" y="492760"/>
                  </a:lnTo>
                  <a:lnTo>
                    <a:pt x="0" y="499109"/>
                  </a:lnTo>
                  <a:lnTo>
                    <a:pt x="29210" y="499109"/>
                  </a:lnTo>
                  <a:lnTo>
                    <a:pt x="29210" y="492760"/>
                  </a:lnTo>
                  <a:close/>
                </a:path>
                <a:path w="29210" h="800100">
                  <a:moveTo>
                    <a:pt x="29210" y="499109"/>
                  </a:moveTo>
                  <a:lnTo>
                    <a:pt x="0" y="499109"/>
                  </a:lnTo>
                  <a:lnTo>
                    <a:pt x="0" y="505459"/>
                  </a:lnTo>
                  <a:lnTo>
                    <a:pt x="29210" y="505459"/>
                  </a:lnTo>
                  <a:lnTo>
                    <a:pt x="29210" y="499109"/>
                  </a:lnTo>
                  <a:close/>
                </a:path>
                <a:path w="29210" h="800100">
                  <a:moveTo>
                    <a:pt x="29210" y="505460"/>
                  </a:moveTo>
                  <a:lnTo>
                    <a:pt x="0" y="505460"/>
                  </a:lnTo>
                  <a:lnTo>
                    <a:pt x="0" y="524509"/>
                  </a:lnTo>
                  <a:lnTo>
                    <a:pt x="29210" y="524509"/>
                  </a:lnTo>
                  <a:lnTo>
                    <a:pt x="29210" y="505460"/>
                  </a:lnTo>
                  <a:close/>
                </a:path>
                <a:path w="29210" h="800100">
                  <a:moveTo>
                    <a:pt x="29210" y="524510"/>
                  </a:moveTo>
                  <a:lnTo>
                    <a:pt x="0" y="524510"/>
                  </a:lnTo>
                  <a:lnTo>
                    <a:pt x="0" y="533399"/>
                  </a:lnTo>
                  <a:lnTo>
                    <a:pt x="29210" y="533399"/>
                  </a:lnTo>
                  <a:lnTo>
                    <a:pt x="29210" y="524510"/>
                  </a:lnTo>
                  <a:close/>
                </a:path>
                <a:path w="29210" h="800100">
                  <a:moveTo>
                    <a:pt x="29210" y="533400"/>
                  </a:moveTo>
                  <a:lnTo>
                    <a:pt x="0" y="533400"/>
                  </a:lnTo>
                  <a:lnTo>
                    <a:pt x="0" y="537209"/>
                  </a:lnTo>
                  <a:lnTo>
                    <a:pt x="29210" y="537209"/>
                  </a:lnTo>
                  <a:lnTo>
                    <a:pt x="29210" y="533400"/>
                  </a:lnTo>
                  <a:close/>
                </a:path>
                <a:path w="29210" h="800100">
                  <a:moveTo>
                    <a:pt x="29210" y="537210"/>
                  </a:moveTo>
                  <a:lnTo>
                    <a:pt x="0" y="537210"/>
                  </a:lnTo>
                  <a:lnTo>
                    <a:pt x="0" y="539749"/>
                  </a:lnTo>
                  <a:lnTo>
                    <a:pt x="29210" y="539749"/>
                  </a:lnTo>
                  <a:lnTo>
                    <a:pt x="29210" y="537210"/>
                  </a:lnTo>
                  <a:close/>
                </a:path>
                <a:path w="29210" h="800100">
                  <a:moveTo>
                    <a:pt x="29210" y="539750"/>
                  </a:moveTo>
                  <a:lnTo>
                    <a:pt x="0" y="539750"/>
                  </a:lnTo>
                  <a:lnTo>
                    <a:pt x="0" y="543559"/>
                  </a:lnTo>
                  <a:lnTo>
                    <a:pt x="29210" y="543559"/>
                  </a:lnTo>
                  <a:lnTo>
                    <a:pt x="29210" y="539750"/>
                  </a:lnTo>
                  <a:close/>
                </a:path>
                <a:path w="29210" h="800100">
                  <a:moveTo>
                    <a:pt x="29210" y="543560"/>
                  </a:moveTo>
                  <a:lnTo>
                    <a:pt x="0" y="543560"/>
                  </a:lnTo>
                  <a:lnTo>
                    <a:pt x="0" y="552449"/>
                  </a:lnTo>
                  <a:lnTo>
                    <a:pt x="29210" y="552449"/>
                  </a:lnTo>
                  <a:lnTo>
                    <a:pt x="29210" y="543560"/>
                  </a:lnTo>
                  <a:close/>
                </a:path>
                <a:path w="29210" h="800100">
                  <a:moveTo>
                    <a:pt x="29210" y="552450"/>
                  </a:moveTo>
                  <a:lnTo>
                    <a:pt x="0" y="552450"/>
                  </a:lnTo>
                  <a:lnTo>
                    <a:pt x="0" y="556259"/>
                  </a:lnTo>
                  <a:lnTo>
                    <a:pt x="29210" y="556259"/>
                  </a:lnTo>
                  <a:lnTo>
                    <a:pt x="29210" y="552450"/>
                  </a:lnTo>
                  <a:close/>
                </a:path>
                <a:path w="29210" h="800100">
                  <a:moveTo>
                    <a:pt x="29210" y="556260"/>
                  </a:moveTo>
                  <a:lnTo>
                    <a:pt x="0" y="556260"/>
                  </a:lnTo>
                  <a:lnTo>
                    <a:pt x="0" y="558799"/>
                  </a:lnTo>
                  <a:lnTo>
                    <a:pt x="29210" y="558799"/>
                  </a:lnTo>
                  <a:lnTo>
                    <a:pt x="29210" y="556260"/>
                  </a:lnTo>
                  <a:close/>
                </a:path>
                <a:path w="29210" h="800100">
                  <a:moveTo>
                    <a:pt x="29210" y="558800"/>
                  </a:moveTo>
                  <a:lnTo>
                    <a:pt x="0" y="558800"/>
                  </a:lnTo>
                  <a:lnTo>
                    <a:pt x="0" y="565149"/>
                  </a:lnTo>
                  <a:lnTo>
                    <a:pt x="29210" y="565149"/>
                  </a:lnTo>
                  <a:lnTo>
                    <a:pt x="29210" y="558800"/>
                  </a:lnTo>
                  <a:close/>
                </a:path>
                <a:path w="29210" h="800100">
                  <a:moveTo>
                    <a:pt x="29210" y="565150"/>
                  </a:moveTo>
                  <a:lnTo>
                    <a:pt x="0" y="565150"/>
                  </a:lnTo>
                  <a:lnTo>
                    <a:pt x="0" y="568959"/>
                  </a:lnTo>
                  <a:lnTo>
                    <a:pt x="29210" y="568959"/>
                  </a:lnTo>
                  <a:lnTo>
                    <a:pt x="29210" y="565150"/>
                  </a:lnTo>
                  <a:close/>
                </a:path>
                <a:path w="29210" h="800100">
                  <a:moveTo>
                    <a:pt x="29210" y="568960"/>
                  </a:moveTo>
                  <a:lnTo>
                    <a:pt x="0" y="568960"/>
                  </a:lnTo>
                  <a:lnTo>
                    <a:pt x="0" y="571499"/>
                  </a:lnTo>
                  <a:lnTo>
                    <a:pt x="29210" y="571499"/>
                  </a:lnTo>
                  <a:lnTo>
                    <a:pt x="29210" y="568960"/>
                  </a:lnTo>
                  <a:close/>
                </a:path>
                <a:path w="29210" h="800100">
                  <a:moveTo>
                    <a:pt x="29210" y="571500"/>
                  </a:moveTo>
                  <a:lnTo>
                    <a:pt x="0" y="571500"/>
                  </a:lnTo>
                  <a:lnTo>
                    <a:pt x="0" y="577849"/>
                  </a:lnTo>
                  <a:lnTo>
                    <a:pt x="29210" y="577849"/>
                  </a:lnTo>
                  <a:lnTo>
                    <a:pt x="29210" y="571500"/>
                  </a:lnTo>
                  <a:close/>
                </a:path>
                <a:path w="29210" h="800100">
                  <a:moveTo>
                    <a:pt x="29210" y="577850"/>
                  </a:moveTo>
                  <a:lnTo>
                    <a:pt x="0" y="577850"/>
                  </a:lnTo>
                  <a:lnTo>
                    <a:pt x="0" y="584199"/>
                  </a:lnTo>
                  <a:lnTo>
                    <a:pt x="29210" y="584199"/>
                  </a:lnTo>
                  <a:lnTo>
                    <a:pt x="29210" y="577850"/>
                  </a:lnTo>
                  <a:close/>
                </a:path>
                <a:path w="29210" h="800100">
                  <a:moveTo>
                    <a:pt x="29210" y="584200"/>
                  </a:moveTo>
                  <a:lnTo>
                    <a:pt x="0" y="584200"/>
                  </a:lnTo>
                  <a:lnTo>
                    <a:pt x="0" y="590549"/>
                  </a:lnTo>
                  <a:lnTo>
                    <a:pt x="29210" y="590549"/>
                  </a:lnTo>
                  <a:lnTo>
                    <a:pt x="29210" y="584200"/>
                  </a:lnTo>
                  <a:close/>
                </a:path>
                <a:path w="29210" h="800100">
                  <a:moveTo>
                    <a:pt x="29210" y="590550"/>
                  </a:moveTo>
                  <a:lnTo>
                    <a:pt x="0" y="590550"/>
                  </a:lnTo>
                  <a:lnTo>
                    <a:pt x="0" y="594359"/>
                  </a:lnTo>
                  <a:lnTo>
                    <a:pt x="29210" y="594359"/>
                  </a:lnTo>
                  <a:lnTo>
                    <a:pt x="29210" y="590550"/>
                  </a:lnTo>
                  <a:close/>
                </a:path>
                <a:path w="29210" h="800100">
                  <a:moveTo>
                    <a:pt x="29210" y="594360"/>
                  </a:moveTo>
                  <a:lnTo>
                    <a:pt x="0" y="594360"/>
                  </a:lnTo>
                  <a:lnTo>
                    <a:pt x="0" y="596899"/>
                  </a:lnTo>
                  <a:lnTo>
                    <a:pt x="29210" y="596899"/>
                  </a:lnTo>
                  <a:lnTo>
                    <a:pt x="29210" y="594360"/>
                  </a:lnTo>
                  <a:close/>
                </a:path>
                <a:path w="29210" h="800100">
                  <a:moveTo>
                    <a:pt x="29210" y="596900"/>
                  </a:moveTo>
                  <a:lnTo>
                    <a:pt x="0" y="596900"/>
                  </a:lnTo>
                  <a:lnTo>
                    <a:pt x="0" y="607059"/>
                  </a:lnTo>
                  <a:lnTo>
                    <a:pt x="29210" y="607059"/>
                  </a:lnTo>
                  <a:lnTo>
                    <a:pt x="29210" y="596900"/>
                  </a:lnTo>
                  <a:close/>
                </a:path>
                <a:path w="29210" h="800100">
                  <a:moveTo>
                    <a:pt x="29210" y="607060"/>
                  </a:moveTo>
                  <a:lnTo>
                    <a:pt x="0" y="607060"/>
                  </a:lnTo>
                  <a:lnTo>
                    <a:pt x="0" y="615949"/>
                  </a:lnTo>
                  <a:lnTo>
                    <a:pt x="29210" y="615949"/>
                  </a:lnTo>
                  <a:lnTo>
                    <a:pt x="29210" y="607060"/>
                  </a:lnTo>
                  <a:close/>
                </a:path>
                <a:path w="29210" h="800100">
                  <a:moveTo>
                    <a:pt x="29210" y="615950"/>
                  </a:moveTo>
                  <a:lnTo>
                    <a:pt x="0" y="615950"/>
                  </a:lnTo>
                  <a:lnTo>
                    <a:pt x="0" y="626109"/>
                  </a:lnTo>
                  <a:lnTo>
                    <a:pt x="29210" y="626109"/>
                  </a:lnTo>
                  <a:lnTo>
                    <a:pt x="29210" y="615950"/>
                  </a:lnTo>
                  <a:close/>
                </a:path>
                <a:path w="29210" h="800100">
                  <a:moveTo>
                    <a:pt x="29210" y="626110"/>
                  </a:moveTo>
                  <a:lnTo>
                    <a:pt x="0" y="626110"/>
                  </a:lnTo>
                  <a:lnTo>
                    <a:pt x="0" y="634999"/>
                  </a:lnTo>
                  <a:lnTo>
                    <a:pt x="29210" y="634999"/>
                  </a:lnTo>
                  <a:lnTo>
                    <a:pt x="29210" y="626110"/>
                  </a:lnTo>
                  <a:close/>
                </a:path>
                <a:path w="29210" h="800100">
                  <a:moveTo>
                    <a:pt x="29210" y="635000"/>
                  </a:moveTo>
                  <a:lnTo>
                    <a:pt x="0" y="635000"/>
                  </a:lnTo>
                  <a:lnTo>
                    <a:pt x="0" y="638809"/>
                  </a:lnTo>
                  <a:lnTo>
                    <a:pt x="29210" y="638809"/>
                  </a:lnTo>
                  <a:lnTo>
                    <a:pt x="29210" y="635000"/>
                  </a:lnTo>
                  <a:close/>
                </a:path>
                <a:path w="29210" h="800100">
                  <a:moveTo>
                    <a:pt x="29210" y="638810"/>
                  </a:moveTo>
                  <a:lnTo>
                    <a:pt x="0" y="638810"/>
                  </a:lnTo>
                  <a:lnTo>
                    <a:pt x="0" y="641349"/>
                  </a:lnTo>
                  <a:lnTo>
                    <a:pt x="29210" y="641349"/>
                  </a:lnTo>
                  <a:lnTo>
                    <a:pt x="29210" y="638810"/>
                  </a:lnTo>
                  <a:close/>
                </a:path>
                <a:path w="29210" h="800100">
                  <a:moveTo>
                    <a:pt x="29210" y="641350"/>
                  </a:moveTo>
                  <a:lnTo>
                    <a:pt x="0" y="641350"/>
                  </a:lnTo>
                  <a:lnTo>
                    <a:pt x="0" y="645159"/>
                  </a:lnTo>
                  <a:lnTo>
                    <a:pt x="29210" y="645159"/>
                  </a:lnTo>
                  <a:lnTo>
                    <a:pt x="29210" y="641350"/>
                  </a:lnTo>
                  <a:close/>
                </a:path>
                <a:path w="29210" h="800100">
                  <a:moveTo>
                    <a:pt x="29210" y="645160"/>
                  </a:moveTo>
                  <a:lnTo>
                    <a:pt x="0" y="645160"/>
                  </a:lnTo>
                  <a:lnTo>
                    <a:pt x="0" y="647699"/>
                  </a:lnTo>
                  <a:lnTo>
                    <a:pt x="29210" y="647699"/>
                  </a:lnTo>
                  <a:lnTo>
                    <a:pt x="29210" y="645160"/>
                  </a:lnTo>
                  <a:close/>
                </a:path>
                <a:path w="29210" h="800100">
                  <a:moveTo>
                    <a:pt x="29210" y="647700"/>
                  </a:moveTo>
                  <a:lnTo>
                    <a:pt x="0" y="647700"/>
                  </a:lnTo>
                  <a:lnTo>
                    <a:pt x="0" y="651509"/>
                  </a:lnTo>
                  <a:lnTo>
                    <a:pt x="29210" y="651509"/>
                  </a:lnTo>
                  <a:lnTo>
                    <a:pt x="29210" y="647700"/>
                  </a:lnTo>
                  <a:close/>
                </a:path>
                <a:path w="29210" h="800100">
                  <a:moveTo>
                    <a:pt x="29210" y="651510"/>
                  </a:moveTo>
                  <a:lnTo>
                    <a:pt x="0" y="651510"/>
                  </a:lnTo>
                  <a:lnTo>
                    <a:pt x="0" y="654049"/>
                  </a:lnTo>
                  <a:lnTo>
                    <a:pt x="29210" y="654049"/>
                  </a:lnTo>
                  <a:lnTo>
                    <a:pt x="29210" y="651510"/>
                  </a:lnTo>
                  <a:close/>
                </a:path>
                <a:path w="29210" h="800100">
                  <a:moveTo>
                    <a:pt x="29210" y="654050"/>
                  </a:moveTo>
                  <a:lnTo>
                    <a:pt x="0" y="654050"/>
                  </a:lnTo>
                  <a:lnTo>
                    <a:pt x="0" y="657859"/>
                  </a:lnTo>
                  <a:lnTo>
                    <a:pt x="29210" y="657859"/>
                  </a:lnTo>
                  <a:lnTo>
                    <a:pt x="29210" y="654050"/>
                  </a:lnTo>
                  <a:close/>
                </a:path>
                <a:path w="29210" h="800100">
                  <a:moveTo>
                    <a:pt x="29210" y="657860"/>
                  </a:moveTo>
                  <a:lnTo>
                    <a:pt x="0" y="657860"/>
                  </a:lnTo>
                  <a:lnTo>
                    <a:pt x="0" y="664209"/>
                  </a:lnTo>
                  <a:lnTo>
                    <a:pt x="29210" y="664209"/>
                  </a:lnTo>
                  <a:lnTo>
                    <a:pt x="29210" y="657860"/>
                  </a:lnTo>
                  <a:close/>
                </a:path>
                <a:path w="29210" h="800100">
                  <a:moveTo>
                    <a:pt x="29210" y="664210"/>
                  </a:moveTo>
                  <a:lnTo>
                    <a:pt x="0" y="664210"/>
                  </a:lnTo>
                  <a:lnTo>
                    <a:pt x="0" y="670559"/>
                  </a:lnTo>
                  <a:lnTo>
                    <a:pt x="29210" y="670559"/>
                  </a:lnTo>
                  <a:lnTo>
                    <a:pt x="29210" y="664210"/>
                  </a:lnTo>
                  <a:close/>
                </a:path>
                <a:path w="29210" h="800100">
                  <a:moveTo>
                    <a:pt x="29210" y="670560"/>
                  </a:moveTo>
                  <a:lnTo>
                    <a:pt x="0" y="670560"/>
                  </a:lnTo>
                  <a:lnTo>
                    <a:pt x="0" y="673099"/>
                  </a:lnTo>
                  <a:lnTo>
                    <a:pt x="29210" y="673099"/>
                  </a:lnTo>
                  <a:lnTo>
                    <a:pt x="29210" y="670560"/>
                  </a:lnTo>
                  <a:close/>
                </a:path>
                <a:path w="29210" h="800100">
                  <a:moveTo>
                    <a:pt x="29210" y="673100"/>
                  </a:moveTo>
                  <a:lnTo>
                    <a:pt x="0" y="673100"/>
                  </a:lnTo>
                  <a:lnTo>
                    <a:pt x="0" y="676909"/>
                  </a:lnTo>
                  <a:lnTo>
                    <a:pt x="29210" y="676909"/>
                  </a:lnTo>
                  <a:lnTo>
                    <a:pt x="29210" y="673100"/>
                  </a:lnTo>
                  <a:close/>
                </a:path>
                <a:path w="29210" h="800100">
                  <a:moveTo>
                    <a:pt x="29210" y="676910"/>
                  </a:moveTo>
                  <a:lnTo>
                    <a:pt x="0" y="676910"/>
                  </a:lnTo>
                  <a:lnTo>
                    <a:pt x="0" y="679449"/>
                  </a:lnTo>
                  <a:lnTo>
                    <a:pt x="29210" y="679449"/>
                  </a:lnTo>
                  <a:lnTo>
                    <a:pt x="29210" y="676910"/>
                  </a:lnTo>
                  <a:close/>
                </a:path>
                <a:path w="29210" h="800100">
                  <a:moveTo>
                    <a:pt x="29210" y="679450"/>
                  </a:moveTo>
                  <a:lnTo>
                    <a:pt x="0" y="679450"/>
                  </a:lnTo>
                  <a:lnTo>
                    <a:pt x="0" y="685799"/>
                  </a:lnTo>
                  <a:lnTo>
                    <a:pt x="29210" y="685799"/>
                  </a:lnTo>
                  <a:lnTo>
                    <a:pt x="29210" y="679450"/>
                  </a:lnTo>
                  <a:close/>
                </a:path>
                <a:path w="29210" h="800100">
                  <a:moveTo>
                    <a:pt x="29210" y="685800"/>
                  </a:moveTo>
                  <a:lnTo>
                    <a:pt x="0" y="685800"/>
                  </a:lnTo>
                  <a:lnTo>
                    <a:pt x="0" y="689609"/>
                  </a:lnTo>
                  <a:lnTo>
                    <a:pt x="29210" y="689609"/>
                  </a:lnTo>
                  <a:lnTo>
                    <a:pt x="29210" y="685800"/>
                  </a:lnTo>
                  <a:close/>
                </a:path>
                <a:path w="29210" h="800100">
                  <a:moveTo>
                    <a:pt x="29210" y="689610"/>
                  </a:moveTo>
                  <a:lnTo>
                    <a:pt x="0" y="689610"/>
                  </a:lnTo>
                  <a:lnTo>
                    <a:pt x="0" y="692149"/>
                  </a:lnTo>
                  <a:lnTo>
                    <a:pt x="29210" y="692149"/>
                  </a:lnTo>
                  <a:lnTo>
                    <a:pt x="29210" y="689610"/>
                  </a:lnTo>
                  <a:close/>
                </a:path>
                <a:path w="29210" h="800100">
                  <a:moveTo>
                    <a:pt x="29210" y="692150"/>
                  </a:moveTo>
                  <a:lnTo>
                    <a:pt x="0" y="692150"/>
                  </a:lnTo>
                  <a:lnTo>
                    <a:pt x="0" y="695959"/>
                  </a:lnTo>
                  <a:lnTo>
                    <a:pt x="29210" y="695959"/>
                  </a:lnTo>
                  <a:lnTo>
                    <a:pt x="29210" y="692150"/>
                  </a:lnTo>
                  <a:close/>
                </a:path>
                <a:path w="29210" h="800100">
                  <a:moveTo>
                    <a:pt x="29210" y="695960"/>
                  </a:moveTo>
                  <a:lnTo>
                    <a:pt x="0" y="695960"/>
                  </a:lnTo>
                  <a:lnTo>
                    <a:pt x="0" y="698499"/>
                  </a:lnTo>
                  <a:lnTo>
                    <a:pt x="29210" y="698499"/>
                  </a:lnTo>
                  <a:lnTo>
                    <a:pt x="29210" y="695960"/>
                  </a:lnTo>
                  <a:close/>
                </a:path>
                <a:path w="29210" h="800100">
                  <a:moveTo>
                    <a:pt x="29210" y="698500"/>
                  </a:moveTo>
                  <a:lnTo>
                    <a:pt x="0" y="698500"/>
                  </a:lnTo>
                  <a:lnTo>
                    <a:pt x="0" y="704849"/>
                  </a:lnTo>
                  <a:lnTo>
                    <a:pt x="29210" y="704849"/>
                  </a:lnTo>
                  <a:lnTo>
                    <a:pt x="29210" y="698500"/>
                  </a:lnTo>
                  <a:close/>
                </a:path>
                <a:path w="29210" h="800100">
                  <a:moveTo>
                    <a:pt x="29210" y="704850"/>
                  </a:moveTo>
                  <a:lnTo>
                    <a:pt x="0" y="704850"/>
                  </a:lnTo>
                  <a:lnTo>
                    <a:pt x="0" y="708659"/>
                  </a:lnTo>
                  <a:lnTo>
                    <a:pt x="29210" y="708659"/>
                  </a:lnTo>
                  <a:lnTo>
                    <a:pt x="29210" y="704850"/>
                  </a:lnTo>
                  <a:close/>
                </a:path>
                <a:path w="29210" h="800100">
                  <a:moveTo>
                    <a:pt x="29210" y="708660"/>
                  </a:moveTo>
                  <a:lnTo>
                    <a:pt x="0" y="708660"/>
                  </a:lnTo>
                  <a:lnTo>
                    <a:pt x="0" y="711199"/>
                  </a:lnTo>
                  <a:lnTo>
                    <a:pt x="29210" y="711199"/>
                  </a:lnTo>
                  <a:lnTo>
                    <a:pt x="29210" y="708660"/>
                  </a:lnTo>
                  <a:close/>
                </a:path>
                <a:path w="29210" h="800100">
                  <a:moveTo>
                    <a:pt x="29210" y="711200"/>
                  </a:moveTo>
                  <a:lnTo>
                    <a:pt x="0" y="711200"/>
                  </a:lnTo>
                  <a:lnTo>
                    <a:pt x="0" y="715009"/>
                  </a:lnTo>
                  <a:lnTo>
                    <a:pt x="29210" y="715009"/>
                  </a:lnTo>
                  <a:lnTo>
                    <a:pt x="29210" y="711200"/>
                  </a:lnTo>
                  <a:close/>
                </a:path>
                <a:path w="29210" h="800100">
                  <a:moveTo>
                    <a:pt x="29210" y="715010"/>
                  </a:moveTo>
                  <a:lnTo>
                    <a:pt x="0" y="715010"/>
                  </a:lnTo>
                  <a:lnTo>
                    <a:pt x="0" y="717549"/>
                  </a:lnTo>
                  <a:lnTo>
                    <a:pt x="29210" y="717549"/>
                  </a:lnTo>
                  <a:lnTo>
                    <a:pt x="29210" y="715010"/>
                  </a:lnTo>
                  <a:close/>
                </a:path>
                <a:path w="29210" h="800100">
                  <a:moveTo>
                    <a:pt x="29210" y="717550"/>
                  </a:moveTo>
                  <a:lnTo>
                    <a:pt x="0" y="717550"/>
                  </a:lnTo>
                  <a:lnTo>
                    <a:pt x="0" y="723899"/>
                  </a:lnTo>
                  <a:lnTo>
                    <a:pt x="29210" y="723899"/>
                  </a:lnTo>
                  <a:lnTo>
                    <a:pt x="29210" y="717550"/>
                  </a:lnTo>
                  <a:close/>
                </a:path>
                <a:path w="29210" h="800100">
                  <a:moveTo>
                    <a:pt x="29210" y="723900"/>
                  </a:moveTo>
                  <a:lnTo>
                    <a:pt x="0" y="723900"/>
                  </a:lnTo>
                  <a:lnTo>
                    <a:pt x="0" y="727709"/>
                  </a:lnTo>
                  <a:lnTo>
                    <a:pt x="29210" y="727709"/>
                  </a:lnTo>
                  <a:lnTo>
                    <a:pt x="29210" y="723900"/>
                  </a:lnTo>
                  <a:close/>
                </a:path>
                <a:path w="29210" h="800100">
                  <a:moveTo>
                    <a:pt x="29210" y="727710"/>
                  </a:moveTo>
                  <a:lnTo>
                    <a:pt x="0" y="727710"/>
                  </a:lnTo>
                  <a:lnTo>
                    <a:pt x="0" y="730249"/>
                  </a:lnTo>
                  <a:lnTo>
                    <a:pt x="29210" y="730249"/>
                  </a:lnTo>
                  <a:lnTo>
                    <a:pt x="29210" y="727710"/>
                  </a:lnTo>
                  <a:close/>
                </a:path>
                <a:path w="29210" h="800100">
                  <a:moveTo>
                    <a:pt x="29210" y="730250"/>
                  </a:moveTo>
                  <a:lnTo>
                    <a:pt x="0" y="730250"/>
                  </a:lnTo>
                  <a:lnTo>
                    <a:pt x="0" y="734059"/>
                  </a:lnTo>
                  <a:lnTo>
                    <a:pt x="29210" y="734059"/>
                  </a:lnTo>
                  <a:lnTo>
                    <a:pt x="29210" y="730250"/>
                  </a:lnTo>
                  <a:close/>
                </a:path>
                <a:path w="29210" h="800100">
                  <a:moveTo>
                    <a:pt x="29210" y="734060"/>
                  </a:moveTo>
                  <a:lnTo>
                    <a:pt x="0" y="734060"/>
                  </a:lnTo>
                  <a:lnTo>
                    <a:pt x="0" y="736599"/>
                  </a:lnTo>
                  <a:lnTo>
                    <a:pt x="29210" y="736599"/>
                  </a:lnTo>
                  <a:lnTo>
                    <a:pt x="29210" y="734060"/>
                  </a:lnTo>
                  <a:close/>
                </a:path>
                <a:path w="29210" h="800100">
                  <a:moveTo>
                    <a:pt x="29210" y="736600"/>
                  </a:moveTo>
                  <a:lnTo>
                    <a:pt x="0" y="736600"/>
                  </a:lnTo>
                  <a:lnTo>
                    <a:pt x="0" y="742949"/>
                  </a:lnTo>
                  <a:lnTo>
                    <a:pt x="29210" y="742949"/>
                  </a:lnTo>
                  <a:lnTo>
                    <a:pt x="29210" y="736600"/>
                  </a:lnTo>
                  <a:close/>
                </a:path>
                <a:path w="29210" h="800100">
                  <a:moveTo>
                    <a:pt x="29210" y="742950"/>
                  </a:moveTo>
                  <a:lnTo>
                    <a:pt x="0" y="742950"/>
                  </a:lnTo>
                  <a:lnTo>
                    <a:pt x="0" y="746759"/>
                  </a:lnTo>
                  <a:lnTo>
                    <a:pt x="29210" y="746759"/>
                  </a:lnTo>
                  <a:lnTo>
                    <a:pt x="29210" y="742950"/>
                  </a:lnTo>
                  <a:close/>
                </a:path>
                <a:path w="29210" h="800100">
                  <a:moveTo>
                    <a:pt x="29210" y="746760"/>
                  </a:moveTo>
                  <a:lnTo>
                    <a:pt x="0" y="746760"/>
                  </a:lnTo>
                  <a:lnTo>
                    <a:pt x="0" y="749299"/>
                  </a:lnTo>
                  <a:lnTo>
                    <a:pt x="29210" y="749299"/>
                  </a:lnTo>
                  <a:lnTo>
                    <a:pt x="29210" y="746760"/>
                  </a:lnTo>
                  <a:close/>
                </a:path>
                <a:path w="29210" h="800100">
                  <a:moveTo>
                    <a:pt x="29210" y="749300"/>
                  </a:moveTo>
                  <a:lnTo>
                    <a:pt x="0" y="749300"/>
                  </a:lnTo>
                  <a:lnTo>
                    <a:pt x="0" y="753109"/>
                  </a:lnTo>
                  <a:lnTo>
                    <a:pt x="29210" y="753109"/>
                  </a:lnTo>
                  <a:lnTo>
                    <a:pt x="29210" y="749300"/>
                  </a:lnTo>
                  <a:close/>
                </a:path>
                <a:path w="29210" h="800100">
                  <a:moveTo>
                    <a:pt x="29210" y="753110"/>
                  </a:moveTo>
                  <a:lnTo>
                    <a:pt x="0" y="753110"/>
                  </a:lnTo>
                  <a:lnTo>
                    <a:pt x="0" y="755649"/>
                  </a:lnTo>
                  <a:lnTo>
                    <a:pt x="29210" y="755649"/>
                  </a:lnTo>
                  <a:lnTo>
                    <a:pt x="29210" y="753110"/>
                  </a:lnTo>
                  <a:close/>
                </a:path>
                <a:path w="29210" h="800100">
                  <a:moveTo>
                    <a:pt x="29210" y="755650"/>
                  </a:moveTo>
                  <a:lnTo>
                    <a:pt x="0" y="755650"/>
                  </a:lnTo>
                  <a:lnTo>
                    <a:pt x="0" y="759459"/>
                  </a:lnTo>
                  <a:lnTo>
                    <a:pt x="29210" y="759459"/>
                  </a:lnTo>
                  <a:lnTo>
                    <a:pt x="29210" y="755650"/>
                  </a:lnTo>
                  <a:close/>
                </a:path>
                <a:path w="29210" h="800100">
                  <a:moveTo>
                    <a:pt x="29210" y="759460"/>
                  </a:moveTo>
                  <a:lnTo>
                    <a:pt x="0" y="759460"/>
                  </a:lnTo>
                  <a:lnTo>
                    <a:pt x="0" y="761999"/>
                  </a:lnTo>
                  <a:lnTo>
                    <a:pt x="29210" y="761999"/>
                  </a:lnTo>
                  <a:lnTo>
                    <a:pt x="29210" y="759460"/>
                  </a:lnTo>
                  <a:close/>
                </a:path>
                <a:path w="29210" h="800100">
                  <a:moveTo>
                    <a:pt x="29210" y="762000"/>
                  </a:moveTo>
                  <a:lnTo>
                    <a:pt x="0" y="762000"/>
                  </a:lnTo>
                  <a:lnTo>
                    <a:pt x="0" y="765809"/>
                  </a:lnTo>
                  <a:lnTo>
                    <a:pt x="29210" y="765809"/>
                  </a:lnTo>
                  <a:lnTo>
                    <a:pt x="29210" y="762000"/>
                  </a:lnTo>
                  <a:close/>
                </a:path>
                <a:path w="29210" h="800100">
                  <a:moveTo>
                    <a:pt x="29210" y="765810"/>
                  </a:moveTo>
                  <a:lnTo>
                    <a:pt x="0" y="765810"/>
                  </a:lnTo>
                  <a:lnTo>
                    <a:pt x="0" y="768349"/>
                  </a:lnTo>
                  <a:lnTo>
                    <a:pt x="29210" y="768349"/>
                  </a:lnTo>
                  <a:lnTo>
                    <a:pt x="29210" y="765810"/>
                  </a:lnTo>
                  <a:close/>
                </a:path>
                <a:path w="29210" h="800100">
                  <a:moveTo>
                    <a:pt x="29210" y="768350"/>
                  </a:moveTo>
                  <a:lnTo>
                    <a:pt x="0" y="768350"/>
                  </a:lnTo>
                  <a:lnTo>
                    <a:pt x="0" y="772159"/>
                  </a:lnTo>
                  <a:lnTo>
                    <a:pt x="29210" y="772159"/>
                  </a:lnTo>
                  <a:lnTo>
                    <a:pt x="29210" y="768350"/>
                  </a:lnTo>
                  <a:close/>
                </a:path>
                <a:path w="29210" h="800100">
                  <a:moveTo>
                    <a:pt x="29210" y="772160"/>
                  </a:moveTo>
                  <a:lnTo>
                    <a:pt x="0" y="772160"/>
                  </a:lnTo>
                  <a:lnTo>
                    <a:pt x="0" y="774699"/>
                  </a:lnTo>
                  <a:lnTo>
                    <a:pt x="29210" y="774699"/>
                  </a:lnTo>
                  <a:lnTo>
                    <a:pt x="29210" y="772160"/>
                  </a:lnTo>
                  <a:close/>
                </a:path>
                <a:path w="29210" h="800100">
                  <a:moveTo>
                    <a:pt x="27939" y="774700"/>
                  </a:moveTo>
                  <a:lnTo>
                    <a:pt x="0" y="774700"/>
                  </a:lnTo>
                  <a:lnTo>
                    <a:pt x="0" y="778509"/>
                  </a:lnTo>
                  <a:lnTo>
                    <a:pt x="24130" y="778509"/>
                  </a:lnTo>
                  <a:lnTo>
                    <a:pt x="24130" y="777239"/>
                  </a:lnTo>
                  <a:lnTo>
                    <a:pt x="26670" y="777239"/>
                  </a:lnTo>
                  <a:lnTo>
                    <a:pt x="26670" y="775969"/>
                  </a:lnTo>
                  <a:lnTo>
                    <a:pt x="27939" y="775969"/>
                  </a:lnTo>
                  <a:lnTo>
                    <a:pt x="27939" y="774700"/>
                  </a:lnTo>
                  <a:close/>
                </a:path>
                <a:path w="29210" h="800100">
                  <a:moveTo>
                    <a:pt x="22860" y="778510"/>
                  </a:moveTo>
                  <a:lnTo>
                    <a:pt x="0" y="778510"/>
                  </a:lnTo>
                  <a:lnTo>
                    <a:pt x="0" y="781049"/>
                  </a:lnTo>
                  <a:lnTo>
                    <a:pt x="21589" y="781049"/>
                  </a:lnTo>
                  <a:lnTo>
                    <a:pt x="21589" y="779779"/>
                  </a:lnTo>
                  <a:lnTo>
                    <a:pt x="22860" y="779779"/>
                  </a:lnTo>
                  <a:lnTo>
                    <a:pt x="22860" y="778510"/>
                  </a:lnTo>
                  <a:close/>
                </a:path>
                <a:path w="29210" h="800100">
                  <a:moveTo>
                    <a:pt x="20320" y="781050"/>
                  </a:moveTo>
                  <a:lnTo>
                    <a:pt x="0" y="781050"/>
                  </a:lnTo>
                  <a:lnTo>
                    <a:pt x="0" y="784859"/>
                  </a:lnTo>
                  <a:lnTo>
                    <a:pt x="17780" y="784859"/>
                  </a:lnTo>
                  <a:lnTo>
                    <a:pt x="17780" y="783589"/>
                  </a:lnTo>
                  <a:lnTo>
                    <a:pt x="19050" y="783589"/>
                  </a:lnTo>
                  <a:lnTo>
                    <a:pt x="19050" y="782319"/>
                  </a:lnTo>
                  <a:lnTo>
                    <a:pt x="20320" y="782319"/>
                  </a:lnTo>
                  <a:lnTo>
                    <a:pt x="20320" y="781050"/>
                  </a:lnTo>
                  <a:close/>
                </a:path>
                <a:path w="29210" h="800100">
                  <a:moveTo>
                    <a:pt x="16510" y="784860"/>
                  </a:moveTo>
                  <a:lnTo>
                    <a:pt x="0" y="784860"/>
                  </a:lnTo>
                  <a:lnTo>
                    <a:pt x="0" y="787399"/>
                  </a:lnTo>
                  <a:lnTo>
                    <a:pt x="15239" y="787399"/>
                  </a:lnTo>
                  <a:lnTo>
                    <a:pt x="15239" y="786129"/>
                  </a:lnTo>
                  <a:lnTo>
                    <a:pt x="16510" y="786129"/>
                  </a:lnTo>
                  <a:lnTo>
                    <a:pt x="16510" y="784860"/>
                  </a:lnTo>
                  <a:close/>
                </a:path>
                <a:path w="29210" h="800100">
                  <a:moveTo>
                    <a:pt x="13970" y="787400"/>
                  </a:moveTo>
                  <a:lnTo>
                    <a:pt x="0" y="787400"/>
                  </a:lnTo>
                  <a:lnTo>
                    <a:pt x="0" y="791209"/>
                  </a:lnTo>
                  <a:lnTo>
                    <a:pt x="11430" y="791209"/>
                  </a:lnTo>
                  <a:lnTo>
                    <a:pt x="11430" y="789939"/>
                  </a:lnTo>
                  <a:lnTo>
                    <a:pt x="12700" y="789939"/>
                  </a:lnTo>
                  <a:lnTo>
                    <a:pt x="12700" y="788669"/>
                  </a:lnTo>
                  <a:lnTo>
                    <a:pt x="13970" y="788669"/>
                  </a:lnTo>
                  <a:lnTo>
                    <a:pt x="13970" y="787400"/>
                  </a:lnTo>
                  <a:close/>
                </a:path>
                <a:path w="29210" h="800100">
                  <a:moveTo>
                    <a:pt x="10160" y="791210"/>
                  </a:moveTo>
                  <a:lnTo>
                    <a:pt x="0" y="791210"/>
                  </a:lnTo>
                  <a:lnTo>
                    <a:pt x="0" y="793749"/>
                  </a:lnTo>
                  <a:lnTo>
                    <a:pt x="8889" y="793749"/>
                  </a:lnTo>
                  <a:lnTo>
                    <a:pt x="8889" y="792479"/>
                  </a:lnTo>
                  <a:lnTo>
                    <a:pt x="10160" y="792479"/>
                  </a:lnTo>
                  <a:lnTo>
                    <a:pt x="10160" y="791210"/>
                  </a:lnTo>
                  <a:close/>
                </a:path>
                <a:path w="29210" h="800100">
                  <a:moveTo>
                    <a:pt x="7620" y="793750"/>
                  </a:moveTo>
                  <a:lnTo>
                    <a:pt x="0" y="793750"/>
                  </a:lnTo>
                  <a:lnTo>
                    <a:pt x="0" y="797559"/>
                  </a:lnTo>
                  <a:lnTo>
                    <a:pt x="5080" y="797559"/>
                  </a:lnTo>
                  <a:lnTo>
                    <a:pt x="5080" y="796289"/>
                  </a:lnTo>
                  <a:lnTo>
                    <a:pt x="6350" y="796289"/>
                  </a:lnTo>
                  <a:lnTo>
                    <a:pt x="6350" y="795019"/>
                  </a:lnTo>
                  <a:lnTo>
                    <a:pt x="7620" y="795019"/>
                  </a:lnTo>
                  <a:lnTo>
                    <a:pt x="7620" y="793750"/>
                  </a:lnTo>
                  <a:close/>
                </a:path>
                <a:path w="29210" h="800100">
                  <a:moveTo>
                    <a:pt x="3810" y="797560"/>
                  </a:moveTo>
                  <a:lnTo>
                    <a:pt x="0" y="797560"/>
                  </a:lnTo>
                  <a:lnTo>
                    <a:pt x="0" y="800099"/>
                  </a:lnTo>
                  <a:lnTo>
                    <a:pt x="1270" y="800099"/>
                  </a:lnTo>
                  <a:lnTo>
                    <a:pt x="1270" y="798829"/>
                  </a:lnTo>
                  <a:lnTo>
                    <a:pt x="3810" y="798829"/>
                  </a:lnTo>
                  <a:lnTo>
                    <a:pt x="3810" y="797560"/>
                  </a:lnTo>
                  <a:close/>
                </a:path>
              </a:pathLst>
            </a:custGeom>
            <a:solidFill>
              <a:srgbClr val="2C5A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5" name="object 3805"/>
            <p:cNvSpPr/>
            <p:nvPr/>
          </p:nvSpPr>
          <p:spPr>
            <a:xfrm>
              <a:off x="5397500" y="4984750"/>
              <a:ext cx="27940" cy="745490"/>
            </a:xfrm>
            <a:custGeom>
              <a:avLst/>
              <a:gdLst/>
              <a:ahLst/>
              <a:cxnLst/>
              <a:rect l="l" t="t" r="r" b="b"/>
              <a:pathLst>
                <a:path w="27939" h="745489">
                  <a:moveTo>
                    <a:pt x="127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39" y="2539"/>
                  </a:lnTo>
                  <a:lnTo>
                    <a:pt x="2539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27939" h="745489">
                  <a:moveTo>
                    <a:pt x="3810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8889" y="8889"/>
                  </a:lnTo>
                  <a:lnTo>
                    <a:pt x="8889" y="7619"/>
                  </a:lnTo>
                  <a:lnTo>
                    <a:pt x="7620" y="7619"/>
                  </a:lnTo>
                  <a:lnTo>
                    <a:pt x="7620" y="6350"/>
                  </a:lnTo>
                  <a:lnTo>
                    <a:pt x="6350" y="6350"/>
                  </a:lnTo>
                  <a:lnTo>
                    <a:pt x="6350" y="5080"/>
                  </a:lnTo>
                  <a:lnTo>
                    <a:pt x="5079" y="5080"/>
                  </a:lnTo>
                  <a:lnTo>
                    <a:pt x="5079" y="3810"/>
                  </a:lnTo>
                  <a:lnTo>
                    <a:pt x="3810" y="3810"/>
                  </a:lnTo>
                  <a:lnTo>
                    <a:pt x="3810" y="2540"/>
                  </a:lnTo>
                  <a:close/>
                </a:path>
                <a:path w="27939" h="745489">
                  <a:moveTo>
                    <a:pt x="10160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15239" y="15239"/>
                  </a:lnTo>
                  <a:lnTo>
                    <a:pt x="15239" y="13969"/>
                  </a:lnTo>
                  <a:lnTo>
                    <a:pt x="13970" y="13969"/>
                  </a:lnTo>
                  <a:lnTo>
                    <a:pt x="13970" y="12700"/>
                  </a:lnTo>
                  <a:lnTo>
                    <a:pt x="12700" y="12700"/>
                  </a:lnTo>
                  <a:lnTo>
                    <a:pt x="12700" y="11430"/>
                  </a:lnTo>
                  <a:lnTo>
                    <a:pt x="11429" y="11430"/>
                  </a:lnTo>
                  <a:lnTo>
                    <a:pt x="11429" y="10160"/>
                  </a:lnTo>
                  <a:lnTo>
                    <a:pt x="10160" y="10160"/>
                  </a:lnTo>
                  <a:lnTo>
                    <a:pt x="10160" y="8890"/>
                  </a:lnTo>
                  <a:close/>
                </a:path>
                <a:path w="27939" h="745489">
                  <a:moveTo>
                    <a:pt x="17779" y="15240"/>
                  </a:moveTo>
                  <a:lnTo>
                    <a:pt x="0" y="15240"/>
                  </a:lnTo>
                  <a:lnTo>
                    <a:pt x="0" y="27939"/>
                  </a:lnTo>
                  <a:lnTo>
                    <a:pt x="27939" y="27939"/>
                  </a:lnTo>
                  <a:lnTo>
                    <a:pt x="27939" y="25400"/>
                  </a:lnTo>
                  <a:lnTo>
                    <a:pt x="26670" y="25400"/>
                  </a:lnTo>
                  <a:lnTo>
                    <a:pt x="26670" y="24130"/>
                  </a:lnTo>
                  <a:lnTo>
                    <a:pt x="25400" y="24130"/>
                  </a:lnTo>
                  <a:lnTo>
                    <a:pt x="25400" y="22860"/>
                  </a:lnTo>
                  <a:lnTo>
                    <a:pt x="24129" y="22860"/>
                  </a:lnTo>
                  <a:lnTo>
                    <a:pt x="24129" y="21590"/>
                  </a:lnTo>
                  <a:lnTo>
                    <a:pt x="22860" y="21590"/>
                  </a:lnTo>
                  <a:lnTo>
                    <a:pt x="22860" y="20319"/>
                  </a:lnTo>
                  <a:lnTo>
                    <a:pt x="21589" y="20319"/>
                  </a:lnTo>
                  <a:lnTo>
                    <a:pt x="21589" y="19050"/>
                  </a:lnTo>
                  <a:lnTo>
                    <a:pt x="20320" y="19050"/>
                  </a:lnTo>
                  <a:lnTo>
                    <a:pt x="20320" y="17780"/>
                  </a:lnTo>
                  <a:lnTo>
                    <a:pt x="19050" y="17780"/>
                  </a:lnTo>
                  <a:lnTo>
                    <a:pt x="19050" y="16510"/>
                  </a:lnTo>
                  <a:lnTo>
                    <a:pt x="17779" y="16510"/>
                  </a:lnTo>
                  <a:lnTo>
                    <a:pt x="17779" y="15240"/>
                  </a:lnTo>
                  <a:close/>
                </a:path>
                <a:path w="27939" h="745489">
                  <a:moveTo>
                    <a:pt x="27939" y="27940"/>
                  </a:moveTo>
                  <a:lnTo>
                    <a:pt x="0" y="27940"/>
                  </a:lnTo>
                  <a:lnTo>
                    <a:pt x="0" y="34289"/>
                  </a:lnTo>
                  <a:lnTo>
                    <a:pt x="27939" y="34289"/>
                  </a:lnTo>
                  <a:lnTo>
                    <a:pt x="27939" y="27940"/>
                  </a:lnTo>
                  <a:close/>
                </a:path>
                <a:path w="27939" h="745489">
                  <a:moveTo>
                    <a:pt x="27939" y="34290"/>
                  </a:moveTo>
                  <a:lnTo>
                    <a:pt x="0" y="34290"/>
                  </a:lnTo>
                  <a:lnTo>
                    <a:pt x="0" y="40639"/>
                  </a:lnTo>
                  <a:lnTo>
                    <a:pt x="27939" y="40639"/>
                  </a:lnTo>
                  <a:lnTo>
                    <a:pt x="27939" y="34290"/>
                  </a:lnTo>
                  <a:close/>
                </a:path>
                <a:path w="27939" h="745489">
                  <a:moveTo>
                    <a:pt x="27939" y="40640"/>
                  </a:moveTo>
                  <a:lnTo>
                    <a:pt x="0" y="40640"/>
                  </a:lnTo>
                  <a:lnTo>
                    <a:pt x="0" y="46989"/>
                  </a:lnTo>
                  <a:lnTo>
                    <a:pt x="27939" y="46989"/>
                  </a:lnTo>
                  <a:lnTo>
                    <a:pt x="27939" y="40640"/>
                  </a:lnTo>
                  <a:close/>
                </a:path>
                <a:path w="27939" h="745489">
                  <a:moveTo>
                    <a:pt x="27939" y="46990"/>
                  </a:moveTo>
                  <a:lnTo>
                    <a:pt x="0" y="46990"/>
                  </a:lnTo>
                  <a:lnTo>
                    <a:pt x="0" y="53339"/>
                  </a:lnTo>
                  <a:lnTo>
                    <a:pt x="27939" y="53339"/>
                  </a:lnTo>
                  <a:lnTo>
                    <a:pt x="27939" y="46990"/>
                  </a:lnTo>
                  <a:close/>
                </a:path>
                <a:path w="27939" h="745489">
                  <a:moveTo>
                    <a:pt x="27939" y="53340"/>
                  </a:moveTo>
                  <a:lnTo>
                    <a:pt x="0" y="53340"/>
                  </a:lnTo>
                  <a:lnTo>
                    <a:pt x="0" y="66039"/>
                  </a:lnTo>
                  <a:lnTo>
                    <a:pt x="27939" y="66039"/>
                  </a:lnTo>
                  <a:lnTo>
                    <a:pt x="27939" y="53340"/>
                  </a:lnTo>
                  <a:close/>
                </a:path>
                <a:path w="27939" h="745489">
                  <a:moveTo>
                    <a:pt x="27939" y="66040"/>
                  </a:moveTo>
                  <a:lnTo>
                    <a:pt x="0" y="66040"/>
                  </a:lnTo>
                  <a:lnTo>
                    <a:pt x="0" y="72389"/>
                  </a:lnTo>
                  <a:lnTo>
                    <a:pt x="27939" y="72389"/>
                  </a:lnTo>
                  <a:lnTo>
                    <a:pt x="27939" y="66040"/>
                  </a:lnTo>
                  <a:close/>
                </a:path>
                <a:path w="27939" h="745489">
                  <a:moveTo>
                    <a:pt x="27939" y="72390"/>
                  </a:moveTo>
                  <a:lnTo>
                    <a:pt x="0" y="72390"/>
                  </a:lnTo>
                  <a:lnTo>
                    <a:pt x="0" y="78739"/>
                  </a:lnTo>
                  <a:lnTo>
                    <a:pt x="27939" y="78739"/>
                  </a:lnTo>
                  <a:lnTo>
                    <a:pt x="27939" y="72390"/>
                  </a:lnTo>
                  <a:close/>
                </a:path>
                <a:path w="27939" h="745489">
                  <a:moveTo>
                    <a:pt x="27939" y="78740"/>
                  </a:moveTo>
                  <a:lnTo>
                    <a:pt x="0" y="78740"/>
                  </a:lnTo>
                  <a:lnTo>
                    <a:pt x="0" y="85089"/>
                  </a:lnTo>
                  <a:lnTo>
                    <a:pt x="27939" y="85089"/>
                  </a:lnTo>
                  <a:lnTo>
                    <a:pt x="27939" y="78740"/>
                  </a:lnTo>
                  <a:close/>
                </a:path>
                <a:path w="27939" h="745489">
                  <a:moveTo>
                    <a:pt x="27939" y="85090"/>
                  </a:moveTo>
                  <a:lnTo>
                    <a:pt x="0" y="85090"/>
                  </a:lnTo>
                  <a:lnTo>
                    <a:pt x="0" y="91439"/>
                  </a:lnTo>
                  <a:lnTo>
                    <a:pt x="27939" y="91439"/>
                  </a:lnTo>
                  <a:lnTo>
                    <a:pt x="27939" y="85090"/>
                  </a:lnTo>
                  <a:close/>
                </a:path>
                <a:path w="27939" h="745489">
                  <a:moveTo>
                    <a:pt x="27939" y="91440"/>
                  </a:moveTo>
                  <a:lnTo>
                    <a:pt x="0" y="91440"/>
                  </a:lnTo>
                  <a:lnTo>
                    <a:pt x="0" y="97789"/>
                  </a:lnTo>
                  <a:lnTo>
                    <a:pt x="27939" y="97789"/>
                  </a:lnTo>
                  <a:lnTo>
                    <a:pt x="27939" y="91440"/>
                  </a:lnTo>
                  <a:close/>
                </a:path>
                <a:path w="27939" h="745489">
                  <a:moveTo>
                    <a:pt x="27939" y="97790"/>
                  </a:moveTo>
                  <a:lnTo>
                    <a:pt x="0" y="97790"/>
                  </a:lnTo>
                  <a:lnTo>
                    <a:pt x="0" y="104139"/>
                  </a:lnTo>
                  <a:lnTo>
                    <a:pt x="27939" y="104139"/>
                  </a:lnTo>
                  <a:lnTo>
                    <a:pt x="27939" y="97790"/>
                  </a:lnTo>
                  <a:close/>
                </a:path>
                <a:path w="27939" h="745489">
                  <a:moveTo>
                    <a:pt x="27939" y="104140"/>
                  </a:moveTo>
                  <a:lnTo>
                    <a:pt x="0" y="104140"/>
                  </a:lnTo>
                  <a:lnTo>
                    <a:pt x="0" y="110489"/>
                  </a:lnTo>
                  <a:lnTo>
                    <a:pt x="27939" y="110489"/>
                  </a:lnTo>
                  <a:lnTo>
                    <a:pt x="27939" y="104140"/>
                  </a:lnTo>
                  <a:close/>
                </a:path>
                <a:path w="27939" h="745489">
                  <a:moveTo>
                    <a:pt x="27939" y="110490"/>
                  </a:moveTo>
                  <a:lnTo>
                    <a:pt x="0" y="110490"/>
                  </a:lnTo>
                  <a:lnTo>
                    <a:pt x="0" y="116839"/>
                  </a:lnTo>
                  <a:lnTo>
                    <a:pt x="27939" y="116839"/>
                  </a:lnTo>
                  <a:lnTo>
                    <a:pt x="27939" y="110490"/>
                  </a:lnTo>
                  <a:close/>
                </a:path>
                <a:path w="27939" h="745489">
                  <a:moveTo>
                    <a:pt x="27939" y="116840"/>
                  </a:moveTo>
                  <a:lnTo>
                    <a:pt x="0" y="116840"/>
                  </a:lnTo>
                  <a:lnTo>
                    <a:pt x="0" y="129539"/>
                  </a:lnTo>
                  <a:lnTo>
                    <a:pt x="27939" y="129539"/>
                  </a:lnTo>
                  <a:lnTo>
                    <a:pt x="27939" y="116840"/>
                  </a:lnTo>
                  <a:close/>
                </a:path>
                <a:path w="27939" h="745489">
                  <a:moveTo>
                    <a:pt x="27939" y="129540"/>
                  </a:moveTo>
                  <a:lnTo>
                    <a:pt x="0" y="129540"/>
                  </a:lnTo>
                  <a:lnTo>
                    <a:pt x="0" y="135889"/>
                  </a:lnTo>
                  <a:lnTo>
                    <a:pt x="27939" y="135889"/>
                  </a:lnTo>
                  <a:lnTo>
                    <a:pt x="27939" y="129540"/>
                  </a:lnTo>
                  <a:close/>
                </a:path>
                <a:path w="27939" h="745489">
                  <a:moveTo>
                    <a:pt x="27939" y="135890"/>
                  </a:moveTo>
                  <a:lnTo>
                    <a:pt x="0" y="135890"/>
                  </a:lnTo>
                  <a:lnTo>
                    <a:pt x="0" y="142239"/>
                  </a:lnTo>
                  <a:lnTo>
                    <a:pt x="27939" y="142239"/>
                  </a:lnTo>
                  <a:lnTo>
                    <a:pt x="27939" y="135890"/>
                  </a:lnTo>
                  <a:close/>
                </a:path>
                <a:path w="27939" h="745489">
                  <a:moveTo>
                    <a:pt x="27939" y="142240"/>
                  </a:moveTo>
                  <a:lnTo>
                    <a:pt x="0" y="142240"/>
                  </a:lnTo>
                  <a:lnTo>
                    <a:pt x="0" y="148589"/>
                  </a:lnTo>
                  <a:lnTo>
                    <a:pt x="27939" y="148589"/>
                  </a:lnTo>
                  <a:lnTo>
                    <a:pt x="27939" y="142240"/>
                  </a:lnTo>
                  <a:close/>
                </a:path>
                <a:path w="27939" h="745489">
                  <a:moveTo>
                    <a:pt x="27939" y="148590"/>
                  </a:moveTo>
                  <a:lnTo>
                    <a:pt x="0" y="148590"/>
                  </a:lnTo>
                  <a:lnTo>
                    <a:pt x="0" y="154939"/>
                  </a:lnTo>
                  <a:lnTo>
                    <a:pt x="27939" y="154939"/>
                  </a:lnTo>
                  <a:lnTo>
                    <a:pt x="27939" y="148590"/>
                  </a:lnTo>
                  <a:close/>
                </a:path>
                <a:path w="27939" h="745489">
                  <a:moveTo>
                    <a:pt x="27939" y="154940"/>
                  </a:moveTo>
                  <a:lnTo>
                    <a:pt x="0" y="154940"/>
                  </a:lnTo>
                  <a:lnTo>
                    <a:pt x="0" y="161289"/>
                  </a:lnTo>
                  <a:lnTo>
                    <a:pt x="27939" y="161289"/>
                  </a:lnTo>
                  <a:lnTo>
                    <a:pt x="27939" y="154940"/>
                  </a:lnTo>
                  <a:close/>
                </a:path>
                <a:path w="27939" h="745489">
                  <a:moveTo>
                    <a:pt x="27939" y="161290"/>
                  </a:moveTo>
                  <a:lnTo>
                    <a:pt x="0" y="161290"/>
                  </a:lnTo>
                  <a:lnTo>
                    <a:pt x="0" y="167639"/>
                  </a:lnTo>
                  <a:lnTo>
                    <a:pt x="27939" y="167639"/>
                  </a:lnTo>
                  <a:lnTo>
                    <a:pt x="27939" y="161290"/>
                  </a:lnTo>
                  <a:close/>
                </a:path>
                <a:path w="27939" h="745489">
                  <a:moveTo>
                    <a:pt x="27939" y="167640"/>
                  </a:moveTo>
                  <a:lnTo>
                    <a:pt x="0" y="167640"/>
                  </a:lnTo>
                  <a:lnTo>
                    <a:pt x="0" y="173989"/>
                  </a:lnTo>
                  <a:lnTo>
                    <a:pt x="27939" y="173989"/>
                  </a:lnTo>
                  <a:lnTo>
                    <a:pt x="27939" y="167640"/>
                  </a:lnTo>
                  <a:close/>
                </a:path>
                <a:path w="27939" h="745489">
                  <a:moveTo>
                    <a:pt x="27939" y="173990"/>
                  </a:moveTo>
                  <a:lnTo>
                    <a:pt x="0" y="173990"/>
                  </a:lnTo>
                  <a:lnTo>
                    <a:pt x="0" y="180339"/>
                  </a:lnTo>
                  <a:lnTo>
                    <a:pt x="27939" y="180339"/>
                  </a:lnTo>
                  <a:lnTo>
                    <a:pt x="27939" y="173990"/>
                  </a:lnTo>
                  <a:close/>
                </a:path>
                <a:path w="27939" h="745489">
                  <a:moveTo>
                    <a:pt x="27939" y="180340"/>
                  </a:moveTo>
                  <a:lnTo>
                    <a:pt x="0" y="180340"/>
                  </a:lnTo>
                  <a:lnTo>
                    <a:pt x="0" y="186689"/>
                  </a:lnTo>
                  <a:lnTo>
                    <a:pt x="27939" y="186689"/>
                  </a:lnTo>
                  <a:lnTo>
                    <a:pt x="27939" y="180340"/>
                  </a:lnTo>
                  <a:close/>
                </a:path>
                <a:path w="27939" h="745489">
                  <a:moveTo>
                    <a:pt x="27939" y="186690"/>
                  </a:moveTo>
                  <a:lnTo>
                    <a:pt x="0" y="186690"/>
                  </a:lnTo>
                  <a:lnTo>
                    <a:pt x="0" y="199389"/>
                  </a:lnTo>
                  <a:lnTo>
                    <a:pt x="27939" y="199389"/>
                  </a:lnTo>
                  <a:lnTo>
                    <a:pt x="27939" y="186690"/>
                  </a:lnTo>
                  <a:close/>
                </a:path>
                <a:path w="27939" h="745489">
                  <a:moveTo>
                    <a:pt x="27939" y="199390"/>
                  </a:moveTo>
                  <a:lnTo>
                    <a:pt x="0" y="199390"/>
                  </a:lnTo>
                  <a:lnTo>
                    <a:pt x="0" y="205739"/>
                  </a:lnTo>
                  <a:lnTo>
                    <a:pt x="27939" y="205739"/>
                  </a:lnTo>
                  <a:lnTo>
                    <a:pt x="27939" y="199390"/>
                  </a:lnTo>
                  <a:close/>
                </a:path>
                <a:path w="27939" h="745489">
                  <a:moveTo>
                    <a:pt x="27939" y="205740"/>
                  </a:moveTo>
                  <a:lnTo>
                    <a:pt x="0" y="205740"/>
                  </a:lnTo>
                  <a:lnTo>
                    <a:pt x="0" y="212089"/>
                  </a:lnTo>
                  <a:lnTo>
                    <a:pt x="27939" y="212089"/>
                  </a:lnTo>
                  <a:lnTo>
                    <a:pt x="27939" y="205740"/>
                  </a:lnTo>
                  <a:close/>
                </a:path>
                <a:path w="27939" h="745489">
                  <a:moveTo>
                    <a:pt x="27939" y="212090"/>
                  </a:moveTo>
                  <a:lnTo>
                    <a:pt x="0" y="212090"/>
                  </a:lnTo>
                  <a:lnTo>
                    <a:pt x="0" y="218439"/>
                  </a:lnTo>
                  <a:lnTo>
                    <a:pt x="27939" y="218439"/>
                  </a:lnTo>
                  <a:lnTo>
                    <a:pt x="27939" y="212090"/>
                  </a:lnTo>
                  <a:close/>
                </a:path>
                <a:path w="27939" h="745489">
                  <a:moveTo>
                    <a:pt x="27939" y="218440"/>
                  </a:moveTo>
                  <a:lnTo>
                    <a:pt x="0" y="218440"/>
                  </a:lnTo>
                  <a:lnTo>
                    <a:pt x="0" y="224789"/>
                  </a:lnTo>
                  <a:lnTo>
                    <a:pt x="27939" y="224789"/>
                  </a:lnTo>
                  <a:lnTo>
                    <a:pt x="27939" y="218440"/>
                  </a:lnTo>
                  <a:close/>
                </a:path>
                <a:path w="27939" h="745489">
                  <a:moveTo>
                    <a:pt x="27939" y="224790"/>
                  </a:moveTo>
                  <a:lnTo>
                    <a:pt x="0" y="224790"/>
                  </a:lnTo>
                  <a:lnTo>
                    <a:pt x="0" y="231139"/>
                  </a:lnTo>
                  <a:lnTo>
                    <a:pt x="27939" y="231139"/>
                  </a:lnTo>
                  <a:lnTo>
                    <a:pt x="27939" y="224790"/>
                  </a:lnTo>
                  <a:close/>
                </a:path>
                <a:path w="27939" h="745489">
                  <a:moveTo>
                    <a:pt x="27939" y="231140"/>
                  </a:moveTo>
                  <a:lnTo>
                    <a:pt x="0" y="231140"/>
                  </a:lnTo>
                  <a:lnTo>
                    <a:pt x="0" y="237489"/>
                  </a:lnTo>
                  <a:lnTo>
                    <a:pt x="27939" y="237489"/>
                  </a:lnTo>
                  <a:lnTo>
                    <a:pt x="27939" y="231140"/>
                  </a:lnTo>
                  <a:close/>
                </a:path>
                <a:path w="27939" h="745489">
                  <a:moveTo>
                    <a:pt x="27939" y="237490"/>
                  </a:moveTo>
                  <a:lnTo>
                    <a:pt x="0" y="237490"/>
                  </a:lnTo>
                  <a:lnTo>
                    <a:pt x="0" y="243839"/>
                  </a:lnTo>
                  <a:lnTo>
                    <a:pt x="27939" y="243839"/>
                  </a:lnTo>
                  <a:lnTo>
                    <a:pt x="27939" y="237490"/>
                  </a:lnTo>
                  <a:close/>
                </a:path>
                <a:path w="27939" h="745489">
                  <a:moveTo>
                    <a:pt x="27939" y="243840"/>
                  </a:moveTo>
                  <a:lnTo>
                    <a:pt x="0" y="243840"/>
                  </a:lnTo>
                  <a:lnTo>
                    <a:pt x="0" y="255269"/>
                  </a:lnTo>
                  <a:lnTo>
                    <a:pt x="27939" y="255269"/>
                  </a:lnTo>
                  <a:lnTo>
                    <a:pt x="27939" y="243840"/>
                  </a:lnTo>
                  <a:close/>
                </a:path>
                <a:path w="27939" h="745489">
                  <a:moveTo>
                    <a:pt x="27939" y="255270"/>
                  </a:moveTo>
                  <a:lnTo>
                    <a:pt x="0" y="255270"/>
                  </a:lnTo>
                  <a:lnTo>
                    <a:pt x="0" y="261619"/>
                  </a:lnTo>
                  <a:lnTo>
                    <a:pt x="27939" y="261619"/>
                  </a:lnTo>
                  <a:lnTo>
                    <a:pt x="27939" y="255270"/>
                  </a:lnTo>
                  <a:close/>
                </a:path>
                <a:path w="27939" h="745489">
                  <a:moveTo>
                    <a:pt x="27939" y="261620"/>
                  </a:moveTo>
                  <a:lnTo>
                    <a:pt x="0" y="261620"/>
                  </a:lnTo>
                  <a:lnTo>
                    <a:pt x="0" y="267969"/>
                  </a:lnTo>
                  <a:lnTo>
                    <a:pt x="27939" y="267969"/>
                  </a:lnTo>
                  <a:lnTo>
                    <a:pt x="27939" y="261620"/>
                  </a:lnTo>
                  <a:close/>
                </a:path>
                <a:path w="27939" h="745489">
                  <a:moveTo>
                    <a:pt x="27939" y="267970"/>
                  </a:moveTo>
                  <a:lnTo>
                    <a:pt x="0" y="267970"/>
                  </a:lnTo>
                  <a:lnTo>
                    <a:pt x="0" y="270509"/>
                  </a:lnTo>
                  <a:lnTo>
                    <a:pt x="27939" y="270509"/>
                  </a:lnTo>
                  <a:lnTo>
                    <a:pt x="27939" y="267970"/>
                  </a:lnTo>
                  <a:close/>
                </a:path>
                <a:path w="27939" h="745489">
                  <a:moveTo>
                    <a:pt x="27939" y="270510"/>
                  </a:moveTo>
                  <a:lnTo>
                    <a:pt x="0" y="270510"/>
                  </a:lnTo>
                  <a:lnTo>
                    <a:pt x="0" y="274319"/>
                  </a:lnTo>
                  <a:lnTo>
                    <a:pt x="27939" y="274319"/>
                  </a:lnTo>
                  <a:lnTo>
                    <a:pt x="27939" y="270510"/>
                  </a:lnTo>
                  <a:close/>
                </a:path>
                <a:path w="27939" h="745489">
                  <a:moveTo>
                    <a:pt x="27939" y="274320"/>
                  </a:moveTo>
                  <a:lnTo>
                    <a:pt x="0" y="274320"/>
                  </a:lnTo>
                  <a:lnTo>
                    <a:pt x="0" y="280669"/>
                  </a:lnTo>
                  <a:lnTo>
                    <a:pt x="27939" y="280669"/>
                  </a:lnTo>
                  <a:lnTo>
                    <a:pt x="27939" y="274320"/>
                  </a:lnTo>
                  <a:close/>
                </a:path>
                <a:path w="27939" h="745489">
                  <a:moveTo>
                    <a:pt x="27939" y="280670"/>
                  </a:moveTo>
                  <a:lnTo>
                    <a:pt x="0" y="280670"/>
                  </a:lnTo>
                  <a:lnTo>
                    <a:pt x="0" y="283209"/>
                  </a:lnTo>
                  <a:lnTo>
                    <a:pt x="27939" y="283209"/>
                  </a:lnTo>
                  <a:lnTo>
                    <a:pt x="27939" y="280670"/>
                  </a:lnTo>
                  <a:close/>
                </a:path>
                <a:path w="27939" h="745489">
                  <a:moveTo>
                    <a:pt x="27939" y="283210"/>
                  </a:moveTo>
                  <a:lnTo>
                    <a:pt x="0" y="283210"/>
                  </a:lnTo>
                  <a:lnTo>
                    <a:pt x="0" y="321309"/>
                  </a:lnTo>
                  <a:lnTo>
                    <a:pt x="27939" y="321309"/>
                  </a:lnTo>
                  <a:lnTo>
                    <a:pt x="27939" y="283210"/>
                  </a:lnTo>
                  <a:close/>
                </a:path>
                <a:path w="27939" h="745489">
                  <a:moveTo>
                    <a:pt x="27939" y="321310"/>
                  </a:moveTo>
                  <a:lnTo>
                    <a:pt x="0" y="321310"/>
                  </a:lnTo>
                  <a:lnTo>
                    <a:pt x="0" y="327659"/>
                  </a:lnTo>
                  <a:lnTo>
                    <a:pt x="27939" y="327659"/>
                  </a:lnTo>
                  <a:lnTo>
                    <a:pt x="27939" y="321310"/>
                  </a:lnTo>
                  <a:close/>
                </a:path>
                <a:path w="27939" h="745489">
                  <a:moveTo>
                    <a:pt x="27939" y="327660"/>
                  </a:moveTo>
                  <a:lnTo>
                    <a:pt x="0" y="327660"/>
                  </a:lnTo>
                  <a:lnTo>
                    <a:pt x="0" y="331469"/>
                  </a:lnTo>
                  <a:lnTo>
                    <a:pt x="27939" y="331469"/>
                  </a:lnTo>
                  <a:lnTo>
                    <a:pt x="27939" y="327660"/>
                  </a:lnTo>
                  <a:close/>
                </a:path>
                <a:path w="27939" h="745489">
                  <a:moveTo>
                    <a:pt x="27939" y="331470"/>
                  </a:moveTo>
                  <a:lnTo>
                    <a:pt x="0" y="331470"/>
                  </a:lnTo>
                  <a:lnTo>
                    <a:pt x="0" y="334009"/>
                  </a:lnTo>
                  <a:lnTo>
                    <a:pt x="27939" y="334009"/>
                  </a:lnTo>
                  <a:lnTo>
                    <a:pt x="27939" y="331470"/>
                  </a:lnTo>
                  <a:close/>
                </a:path>
                <a:path w="27939" h="745489">
                  <a:moveTo>
                    <a:pt x="27939" y="334010"/>
                  </a:moveTo>
                  <a:lnTo>
                    <a:pt x="0" y="334010"/>
                  </a:lnTo>
                  <a:lnTo>
                    <a:pt x="0" y="337819"/>
                  </a:lnTo>
                  <a:lnTo>
                    <a:pt x="27939" y="337819"/>
                  </a:lnTo>
                  <a:lnTo>
                    <a:pt x="27939" y="334010"/>
                  </a:lnTo>
                  <a:close/>
                </a:path>
                <a:path w="27939" h="745489">
                  <a:moveTo>
                    <a:pt x="27939" y="337820"/>
                  </a:moveTo>
                  <a:lnTo>
                    <a:pt x="0" y="337820"/>
                  </a:lnTo>
                  <a:lnTo>
                    <a:pt x="0" y="340359"/>
                  </a:lnTo>
                  <a:lnTo>
                    <a:pt x="27939" y="340359"/>
                  </a:lnTo>
                  <a:lnTo>
                    <a:pt x="27939" y="337820"/>
                  </a:lnTo>
                  <a:close/>
                </a:path>
                <a:path w="27939" h="745489">
                  <a:moveTo>
                    <a:pt x="27939" y="340360"/>
                  </a:moveTo>
                  <a:lnTo>
                    <a:pt x="0" y="340360"/>
                  </a:lnTo>
                  <a:lnTo>
                    <a:pt x="0" y="353059"/>
                  </a:lnTo>
                  <a:lnTo>
                    <a:pt x="27939" y="353059"/>
                  </a:lnTo>
                  <a:lnTo>
                    <a:pt x="27939" y="340360"/>
                  </a:lnTo>
                  <a:close/>
                </a:path>
                <a:path w="27939" h="745489">
                  <a:moveTo>
                    <a:pt x="27939" y="353060"/>
                  </a:moveTo>
                  <a:lnTo>
                    <a:pt x="0" y="353060"/>
                  </a:lnTo>
                  <a:lnTo>
                    <a:pt x="0" y="359409"/>
                  </a:lnTo>
                  <a:lnTo>
                    <a:pt x="27939" y="359409"/>
                  </a:lnTo>
                  <a:lnTo>
                    <a:pt x="27939" y="353060"/>
                  </a:lnTo>
                  <a:close/>
                </a:path>
                <a:path w="27939" h="745489">
                  <a:moveTo>
                    <a:pt x="27939" y="359410"/>
                  </a:moveTo>
                  <a:lnTo>
                    <a:pt x="0" y="359410"/>
                  </a:lnTo>
                  <a:lnTo>
                    <a:pt x="0" y="363219"/>
                  </a:lnTo>
                  <a:lnTo>
                    <a:pt x="27939" y="363219"/>
                  </a:lnTo>
                  <a:lnTo>
                    <a:pt x="27939" y="359410"/>
                  </a:lnTo>
                  <a:close/>
                </a:path>
                <a:path w="27939" h="745489">
                  <a:moveTo>
                    <a:pt x="27939" y="363220"/>
                  </a:moveTo>
                  <a:lnTo>
                    <a:pt x="0" y="363220"/>
                  </a:lnTo>
                  <a:lnTo>
                    <a:pt x="0" y="365759"/>
                  </a:lnTo>
                  <a:lnTo>
                    <a:pt x="27939" y="365759"/>
                  </a:lnTo>
                  <a:lnTo>
                    <a:pt x="27939" y="363220"/>
                  </a:lnTo>
                  <a:close/>
                </a:path>
                <a:path w="27939" h="745489">
                  <a:moveTo>
                    <a:pt x="27939" y="365760"/>
                  </a:moveTo>
                  <a:lnTo>
                    <a:pt x="0" y="365760"/>
                  </a:lnTo>
                  <a:lnTo>
                    <a:pt x="0" y="375919"/>
                  </a:lnTo>
                  <a:lnTo>
                    <a:pt x="27939" y="375919"/>
                  </a:lnTo>
                  <a:lnTo>
                    <a:pt x="27939" y="365760"/>
                  </a:lnTo>
                  <a:close/>
                </a:path>
                <a:path w="27939" h="745489">
                  <a:moveTo>
                    <a:pt x="27939" y="375920"/>
                  </a:moveTo>
                  <a:lnTo>
                    <a:pt x="0" y="375920"/>
                  </a:lnTo>
                  <a:lnTo>
                    <a:pt x="0" y="378459"/>
                  </a:lnTo>
                  <a:lnTo>
                    <a:pt x="27939" y="378459"/>
                  </a:lnTo>
                  <a:lnTo>
                    <a:pt x="27939" y="375920"/>
                  </a:lnTo>
                  <a:close/>
                </a:path>
                <a:path w="27939" h="745489">
                  <a:moveTo>
                    <a:pt x="27939" y="378460"/>
                  </a:moveTo>
                  <a:lnTo>
                    <a:pt x="0" y="378460"/>
                  </a:lnTo>
                  <a:lnTo>
                    <a:pt x="0" y="382269"/>
                  </a:lnTo>
                  <a:lnTo>
                    <a:pt x="27939" y="382269"/>
                  </a:lnTo>
                  <a:lnTo>
                    <a:pt x="27939" y="378460"/>
                  </a:lnTo>
                  <a:close/>
                </a:path>
                <a:path w="27939" h="745489">
                  <a:moveTo>
                    <a:pt x="27939" y="382270"/>
                  </a:moveTo>
                  <a:lnTo>
                    <a:pt x="0" y="382270"/>
                  </a:lnTo>
                  <a:lnTo>
                    <a:pt x="0" y="388619"/>
                  </a:lnTo>
                  <a:lnTo>
                    <a:pt x="27939" y="388619"/>
                  </a:lnTo>
                  <a:lnTo>
                    <a:pt x="27939" y="382270"/>
                  </a:lnTo>
                  <a:close/>
                </a:path>
                <a:path w="27939" h="745489">
                  <a:moveTo>
                    <a:pt x="27939" y="388620"/>
                  </a:moveTo>
                  <a:lnTo>
                    <a:pt x="0" y="388620"/>
                  </a:lnTo>
                  <a:lnTo>
                    <a:pt x="0" y="394969"/>
                  </a:lnTo>
                  <a:lnTo>
                    <a:pt x="27939" y="394969"/>
                  </a:lnTo>
                  <a:lnTo>
                    <a:pt x="27939" y="388620"/>
                  </a:lnTo>
                  <a:close/>
                </a:path>
                <a:path w="27939" h="745489">
                  <a:moveTo>
                    <a:pt x="27939" y="394970"/>
                  </a:moveTo>
                  <a:lnTo>
                    <a:pt x="0" y="394970"/>
                  </a:lnTo>
                  <a:lnTo>
                    <a:pt x="0" y="403859"/>
                  </a:lnTo>
                  <a:lnTo>
                    <a:pt x="27939" y="403859"/>
                  </a:lnTo>
                  <a:lnTo>
                    <a:pt x="27939" y="394970"/>
                  </a:lnTo>
                  <a:close/>
                </a:path>
                <a:path w="27939" h="745489">
                  <a:moveTo>
                    <a:pt x="27939" y="403860"/>
                  </a:moveTo>
                  <a:lnTo>
                    <a:pt x="0" y="403860"/>
                  </a:lnTo>
                  <a:lnTo>
                    <a:pt x="0" y="407669"/>
                  </a:lnTo>
                  <a:lnTo>
                    <a:pt x="27939" y="407669"/>
                  </a:lnTo>
                  <a:lnTo>
                    <a:pt x="27939" y="403860"/>
                  </a:lnTo>
                  <a:close/>
                </a:path>
                <a:path w="27939" h="745489">
                  <a:moveTo>
                    <a:pt x="27939" y="407670"/>
                  </a:moveTo>
                  <a:lnTo>
                    <a:pt x="0" y="407670"/>
                  </a:lnTo>
                  <a:lnTo>
                    <a:pt x="0" y="414019"/>
                  </a:lnTo>
                  <a:lnTo>
                    <a:pt x="27939" y="414019"/>
                  </a:lnTo>
                  <a:lnTo>
                    <a:pt x="27939" y="407670"/>
                  </a:lnTo>
                  <a:close/>
                </a:path>
                <a:path w="27939" h="745489">
                  <a:moveTo>
                    <a:pt x="27939" y="414020"/>
                  </a:moveTo>
                  <a:lnTo>
                    <a:pt x="0" y="414020"/>
                  </a:lnTo>
                  <a:lnTo>
                    <a:pt x="0" y="433069"/>
                  </a:lnTo>
                  <a:lnTo>
                    <a:pt x="27939" y="433069"/>
                  </a:lnTo>
                  <a:lnTo>
                    <a:pt x="27939" y="414020"/>
                  </a:lnTo>
                  <a:close/>
                </a:path>
                <a:path w="27939" h="745489">
                  <a:moveTo>
                    <a:pt x="27939" y="433070"/>
                  </a:moveTo>
                  <a:lnTo>
                    <a:pt x="0" y="433070"/>
                  </a:lnTo>
                  <a:lnTo>
                    <a:pt x="0" y="435609"/>
                  </a:lnTo>
                  <a:lnTo>
                    <a:pt x="27939" y="435609"/>
                  </a:lnTo>
                  <a:lnTo>
                    <a:pt x="27939" y="433070"/>
                  </a:lnTo>
                  <a:close/>
                </a:path>
                <a:path w="27939" h="745489">
                  <a:moveTo>
                    <a:pt x="27939" y="435610"/>
                  </a:moveTo>
                  <a:lnTo>
                    <a:pt x="0" y="435610"/>
                  </a:lnTo>
                  <a:lnTo>
                    <a:pt x="0" y="439419"/>
                  </a:lnTo>
                  <a:lnTo>
                    <a:pt x="27939" y="439419"/>
                  </a:lnTo>
                  <a:lnTo>
                    <a:pt x="27939" y="435610"/>
                  </a:lnTo>
                  <a:close/>
                </a:path>
                <a:path w="27939" h="745489">
                  <a:moveTo>
                    <a:pt x="27939" y="439420"/>
                  </a:moveTo>
                  <a:lnTo>
                    <a:pt x="0" y="439420"/>
                  </a:lnTo>
                  <a:lnTo>
                    <a:pt x="0" y="441959"/>
                  </a:lnTo>
                  <a:lnTo>
                    <a:pt x="27939" y="441959"/>
                  </a:lnTo>
                  <a:lnTo>
                    <a:pt x="27939" y="439420"/>
                  </a:lnTo>
                  <a:close/>
                </a:path>
                <a:path w="27939" h="745489">
                  <a:moveTo>
                    <a:pt x="27939" y="441960"/>
                  </a:moveTo>
                  <a:lnTo>
                    <a:pt x="0" y="441960"/>
                  </a:lnTo>
                  <a:lnTo>
                    <a:pt x="0" y="445769"/>
                  </a:lnTo>
                  <a:lnTo>
                    <a:pt x="27939" y="445769"/>
                  </a:lnTo>
                  <a:lnTo>
                    <a:pt x="27939" y="441960"/>
                  </a:lnTo>
                  <a:close/>
                </a:path>
                <a:path w="27939" h="745489">
                  <a:moveTo>
                    <a:pt x="27939" y="445770"/>
                  </a:moveTo>
                  <a:lnTo>
                    <a:pt x="0" y="445770"/>
                  </a:lnTo>
                  <a:lnTo>
                    <a:pt x="0" y="452119"/>
                  </a:lnTo>
                  <a:lnTo>
                    <a:pt x="27939" y="452119"/>
                  </a:lnTo>
                  <a:lnTo>
                    <a:pt x="27939" y="445770"/>
                  </a:lnTo>
                  <a:close/>
                </a:path>
                <a:path w="27939" h="745489">
                  <a:moveTo>
                    <a:pt x="27939" y="452120"/>
                  </a:moveTo>
                  <a:lnTo>
                    <a:pt x="0" y="452120"/>
                  </a:lnTo>
                  <a:lnTo>
                    <a:pt x="0" y="454659"/>
                  </a:lnTo>
                  <a:lnTo>
                    <a:pt x="27939" y="454659"/>
                  </a:lnTo>
                  <a:lnTo>
                    <a:pt x="27939" y="452120"/>
                  </a:lnTo>
                  <a:close/>
                </a:path>
                <a:path w="27939" h="745489">
                  <a:moveTo>
                    <a:pt x="27939" y="454660"/>
                  </a:moveTo>
                  <a:lnTo>
                    <a:pt x="0" y="454660"/>
                  </a:lnTo>
                  <a:lnTo>
                    <a:pt x="0" y="458469"/>
                  </a:lnTo>
                  <a:lnTo>
                    <a:pt x="27939" y="458469"/>
                  </a:lnTo>
                  <a:lnTo>
                    <a:pt x="27939" y="454660"/>
                  </a:lnTo>
                  <a:close/>
                </a:path>
                <a:path w="27939" h="745489">
                  <a:moveTo>
                    <a:pt x="27939" y="458470"/>
                  </a:moveTo>
                  <a:lnTo>
                    <a:pt x="0" y="458470"/>
                  </a:lnTo>
                  <a:lnTo>
                    <a:pt x="0" y="461009"/>
                  </a:lnTo>
                  <a:lnTo>
                    <a:pt x="27939" y="461009"/>
                  </a:lnTo>
                  <a:lnTo>
                    <a:pt x="27939" y="458470"/>
                  </a:lnTo>
                  <a:close/>
                </a:path>
                <a:path w="27939" h="745489">
                  <a:moveTo>
                    <a:pt x="27939" y="461010"/>
                  </a:moveTo>
                  <a:lnTo>
                    <a:pt x="0" y="461010"/>
                  </a:lnTo>
                  <a:lnTo>
                    <a:pt x="0" y="464819"/>
                  </a:lnTo>
                  <a:lnTo>
                    <a:pt x="27939" y="464819"/>
                  </a:lnTo>
                  <a:lnTo>
                    <a:pt x="27939" y="461010"/>
                  </a:lnTo>
                  <a:close/>
                </a:path>
                <a:path w="27939" h="745489">
                  <a:moveTo>
                    <a:pt x="27939" y="464820"/>
                  </a:moveTo>
                  <a:lnTo>
                    <a:pt x="0" y="464820"/>
                  </a:lnTo>
                  <a:lnTo>
                    <a:pt x="0" y="471169"/>
                  </a:lnTo>
                  <a:lnTo>
                    <a:pt x="27939" y="471169"/>
                  </a:lnTo>
                  <a:lnTo>
                    <a:pt x="27939" y="464820"/>
                  </a:lnTo>
                  <a:close/>
                </a:path>
                <a:path w="27939" h="745489">
                  <a:moveTo>
                    <a:pt x="27939" y="471170"/>
                  </a:moveTo>
                  <a:lnTo>
                    <a:pt x="0" y="471170"/>
                  </a:lnTo>
                  <a:lnTo>
                    <a:pt x="0" y="477519"/>
                  </a:lnTo>
                  <a:lnTo>
                    <a:pt x="27939" y="477519"/>
                  </a:lnTo>
                  <a:lnTo>
                    <a:pt x="27939" y="471170"/>
                  </a:lnTo>
                  <a:close/>
                </a:path>
                <a:path w="27939" h="745489">
                  <a:moveTo>
                    <a:pt x="27939" y="477520"/>
                  </a:moveTo>
                  <a:lnTo>
                    <a:pt x="0" y="477520"/>
                  </a:lnTo>
                  <a:lnTo>
                    <a:pt x="0" y="496569"/>
                  </a:lnTo>
                  <a:lnTo>
                    <a:pt x="27939" y="496569"/>
                  </a:lnTo>
                  <a:lnTo>
                    <a:pt x="27939" y="477520"/>
                  </a:lnTo>
                  <a:close/>
                </a:path>
                <a:path w="27939" h="745489">
                  <a:moveTo>
                    <a:pt x="27939" y="496570"/>
                  </a:moveTo>
                  <a:lnTo>
                    <a:pt x="0" y="496570"/>
                  </a:lnTo>
                  <a:lnTo>
                    <a:pt x="0" y="505459"/>
                  </a:lnTo>
                  <a:lnTo>
                    <a:pt x="27939" y="505459"/>
                  </a:lnTo>
                  <a:lnTo>
                    <a:pt x="27939" y="496570"/>
                  </a:lnTo>
                  <a:close/>
                </a:path>
                <a:path w="27939" h="745489">
                  <a:moveTo>
                    <a:pt x="27939" y="505460"/>
                  </a:moveTo>
                  <a:lnTo>
                    <a:pt x="0" y="505460"/>
                  </a:lnTo>
                  <a:lnTo>
                    <a:pt x="0" y="509269"/>
                  </a:lnTo>
                  <a:lnTo>
                    <a:pt x="27939" y="509269"/>
                  </a:lnTo>
                  <a:lnTo>
                    <a:pt x="27939" y="505460"/>
                  </a:lnTo>
                  <a:close/>
                </a:path>
                <a:path w="27939" h="745489">
                  <a:moveTo>
                    <a:pt x="27939" y="509270"/>
                  </a:moveTo>
                  <a:lnTo>
                    <a:pt x="0" y="509270"/>
                  </a:lnTo>
                  <a:lnTo>
                    <a:pt x="0" y="511809"/>
                  </a:lnTo>
                  <a:lnTo>
                    <a:pt x="27939" y="511809"/>
                  </a:lnTo>
                  <a:lnTo>
                    <a:pt x="27939" y="509270"/>
                  </a:lnTo>
                  <a:close/>
                </a:path>
                <a:path w="27939" h="745489">
                  <a:moveTo>
                    <a:pt x="27939" y="511810"/>
                  </a:moveTo>
                  <a:lnTo>
                    <a:pt x="0" y="511810"/>
                  </a:lnTo>
                  <a:lnTo>
                    <a:pt x="0" y="515619"/>
                  </a:lnTo>
                  <a:lnTo>
                    <a:pt x="27939" y="515619"/>
                  </a:lnTo>
                  <a:lnTo>
                    <a:pt x="27939" y="511810"/>
                  </a:lnTo>
                  <a:close/>
                </a:path>
                <a:path w="27939" h="745489">
                  <a:moveTo>
                    <a:pt x="27939" y="515620"/>
                  </a:moveTo>
                  <a:lnTo>
                    <a:pt x="0" y="515620"/>
                  </a:lnTo>
                  <a:lnTo>
                    <a:pt x="0" y="524510"/>
                  </a:lnTo>
                  <a:lnTo>
                    <a:pt x="27939" y="524510"/>
                  </a:lnTo>
                  <a:lnTo>
                    <a:pt x="27939" y="515620"/>
                  </a:lnTo>
                  <a:close/>
                </a:path>
                <a:path w="27939" h="745489">
                  <a:moveTo>
                    <a:pt x="27939" y="524510"/>
                  </a:moveTo>
                  <a:lnTo>
                    <a:pt x="0" y="524510"/>
                  </a:lnTo>
                  <a:lnTo>
                    <a:pt x="0" y="528319"/>
                  </a:lnTo>
                  <a:lnTo>
                    <a:pt x="27939" y="528319"/>
                  </a:lnTo>
                  <a:lnTo>
                    <a:pt x="27939" y="524510"/>
                  </a:lnTo>
                  <a:close/>
                </a:path>
                <a:path w="27939" h="745489">
                  <a:moveTo>
                    <a:pt x="27939" y="528320"/>
                  </a:moveTo>
                  <a:lnTo>
                    <a:pt x="0" y="528320"/>
                  </a:lnTo>
                  <a:lnTo>
                    <a:pt x="0" y="530860"/>
                  </a:lnTo>
                  <a:lnTo>
                    <a:pt x="27939" y="530860"/>
                  </a:lnTo>
                  <a:lnTo>
                    <a:pt x="27939" y="528320"/>
                  </a:lnTo>
                  <a:close/>
                </a:path>
                <a:path w="27939" h="745489">
                  <a:moveTo>
                    <a:pt x="27939" y="530860"/>
                  </a:moveTo>
                  <a:lnTo>
                    <a:pt x="0" y="530860"/>
                  </a:lnTo>
                  <a:lnTo>
                    <a:pt x="0" y="537210"/>
                  </a:lnTo>
                  <a:lnTo>
                    <a:pt x="27939" y="537210"/>
                  </a:lnTo>
                  <a:lnTo>
                    <a:pt x="27939" y="530860"/>
                  </a:lnTo>
                  <a:close/>
                </a:path>
                <a:path w="27939" h="745489">
                  <a:moveTo>
                    <a:pt x="27939" y="537210"/>
                  </a:moveTo>
                  <a:lnTo>
                    <a:pt x="0" y="537210"/>
                  </a:lnTo>
                  <a:lnTo>
                    <a:pt x="0" y="541019"/>
                  </a:lnTo>
                  <a:lnTo>
                    <a:pt x="27939" y="541019"/>
                  </a:lnTo>
                  <a:lnTo>
                    <a:pt x="27939" y="537210"/>
                  </a:lnTo>
                  <a:close/>
                </a:path>
                <a:path w="27939" h="745489">
                  <a:moveTo>
                    <a:pt x="27939" y="541020"/>
                  </a:moveTo>
                  <a:lnTo>
                    <a:pt x="0" y="541020"/>
                  </a:lnTo>
                  <a:lnTo>
                    <a:pt x="0" y="543560"/>
                  </a:lnTo>
                  <a:lnTo>
                    <a:pt x="27939" y="543560"/>
                  </a:lnTo>
                  <a:lnTo>
                    <a:pt x="27939" y="541020"/>
                  </a:lnTo>
                  <a:close/>
                </a:path>
                <a:path w="27939" h="745489">
                  <a:moveTo>
                    <a:pt x="27939" y="543560"/>
                  </a:moveTo>
                  <a:lnTo>
                    <a:pt x="0" y="543560"/>
                  </a:lnTo>
                  <a:lnTo>
                    <a:pt x="0" y="549910"/>
                  </a:lnTo>
                  <a:lnTo>
                    <a:pt x="27939" y="549910"/>
                  </a:lnTo>
                  <a:lnTo>
                    <a:pt x="27939" y="543560"/>
                  </a:lnTo>
                  <a:close/>
                </a:path>
                <a:path w="27939" h="745489">
                  <a:moveTo>
                    <a:pt x="27939" y="549910"/>
                  </a:moveTo>
                  <a:lnTo>
                    <a:pt x="0" y="549910"/>
                  </a:lnTo>
                  <a:lnTo>
                    <a:pt x="0" y="556260"/>
                  </a:lnTo>
                  <a:lnTo>
                    <a:pt x="27939" y="556260"/>
                  </a:lnTo>
                  <a:lnTo>
                    <a:pt x="27939" y="549910"/>
                  </a:lnTo>
                  <a:close/>
                </a:path>
                <a:path w="27939" h="745489">
                  <a:moveTo>
                    <a:pt x="27939" y="556260"/>
                  </a:moveTo>
                  <a:lnTo>
                    <a:pt x="0" y="556260"/>
                  </a:lnTo>
                  <a:lnTo>
                    <a:pt x="0" y="562610"/>
                  </a:lnTo>
                  <a:lnTo>
                    <a:pt x="27939" y="562610"/>
                  </a:lnTo>
                  <a:lnTo>
                    <a:pt x="27939" y="556260"/>
                  </a:lnTo>
                  <a:close/>
                </a:path>
                <a:path w="27939" h="745489">
                  <a:moveTo>
                    <a:pt x="27939" y="562610"/>
                  </a:moveTo>
                  <a:lnTo>
                    <a:pt x="0" y="562610"/>
                  </a:lnTo>
                  <a:lnTo>
                    <a:pt x="0" y="566419"/>
                  </a:lnTo>
                  <a:lnTo>
                    <a:pt x="27939" y="566419"/>
                  </a:lnTo>
                  <a:lnTo>
                    <a:pt x="27939" y="562610"/>
                  </a:lnTo>
                  <a:close/>
                </a:path>
                <a:path w="27939" h="745489">
                  <a:moveTo>
                    <a:pt x="27939" y="566420"/>
                  </a:moveTo>
                  <a:lnTo>
                    <a:pt x="0" y="566420"/>
                  </a:lnTo>
                  <a:lnTo>
                    <a:pt x="0" y="568960"/>
                  </a:lnTo>
                  <a:lnTo>
                    <a:pt x="27939" y="568960"/>
                  </a:lnTo>
                  <a:lnTo>
                    <a:pt x="27939" y="566420"/>
                  </a:lnTo>
                  <a:close/>
                </a:path>
                <a:path w="27939" h="745489">
                  <a:moveTo>
                    <a:pt x="27939" y="568960"/>
                  </a:moveTo>
                  <a:lnTo>
                    <a:pt x="0" y="568960"/>
                  </a:lnTo>
                  <a:lnTo>
                    <a:pt x="0" y="579119"/>
                  </a:lnTo>
                  <a:lnTo>
                    <a:pt x="27939" y="579119"/>
                  </a:lnTo>
                  <a:lnTo>
                    <a:pt x="27939" y="568960"/>
                  </a:lnTo>
                  <a:close/>
                </a:path>
                <a:path w="27939" h="745489">
                  <a:moveTo>
                    <a:pt x="27939" y="579120"/>
                  </a:moveTo>
                  <a:lnTo>
                    <a:pt x="0" y="579120"/>
                  </a:lnTo>
                  <a:lnTo>
                    <a:pt x="0" y="588010"/>
                  </a:lnTo>
                  <a:lnTo>
                    <a:pt x="27939" y="588010"/>
                  </a:lnTo>
                  <a:lnTo>
                    <a:pt x="27939" y="579120"/>
                  </a:lnTo>
                  <a:close/>
                </a:path>
                <a:path w="27939" h="745489">
                  <a:moveTo>
                    <a:pt x="27939" y="588010"/>
                  </a:moveTo>
                  <a:lnTo>
                    <a:pt x="0" y="588010"/>
                  </a:lnTo>
                  <a:lnTo>
                    <a:pt x="0" y="598169"/>
                  </a:lnTo>
                  <a:lnTo>
                    <a:pt x="27939" y="598169"/>
                  </a:lnTo>
                  <a:lnTo>
                    <a:pt x="27939" y="588010"/>
                  </a:lnTo>
                  <a:close/>
                </a:path>
                <a:path w="27939" h="745489">
                  <a:moveTo>
                    <a:pt x="27939" y="598170"/>
                  </a:moveTo>
                  <a:lnTo>
                    <a:pt x="0" y="598170"/>
                  </a:lnTo>
                  <a:lnTo>
                    <a:pt x="0" y="607060"/>
                  </a:lnTo>
                  <a:lnTo>
                    <a:pt x="27939" y="607060"/>
                  </a:lnTo>
                  <a:lnTo>
                    <a:pt x="27939" y="598170"/>
                  </a:lnTo>
                  <a:close/>
                </a:path>
                <a:path w="27939" h="745489">
                  <a:moveTo>
                    <a:pt x="27939" y="607060"/>
                  </a:moveTo>
                  <a:lnTo>
                    <a:pt x="0" y="607060"/>
                  </a:lnTo>
                  <a:lnTo>
                    <a:pt x="0" y="610869"/>
                  </a:lnTo>
                  <a:lnTo>
                    <a:pt x="27939" y="610869"/>
                  </a:lnTo>
                  <a:lnTo>
                    <a:pt x="27939" y="607060"/>
                  </a:lnTo>
                  <a:close/>
                </a:path>
                <a:path w="27939" h="745489">
                  <a:moveTo>
                    <a:pt x="27939" y="610870"/>
                  </a:moveTo>
                  <a:lnTo>
                    <a:pt x="0" y="610870"/>
                  </a:lnTo>
                  <a:lnTo>
                    <a:pt x="0" y="613410"/>
                  </a:lnTo>
                  <a:lnTo>
                    <a:pt x="27939" y="613410"/>
                  </a:lnTo>
                  <a:lnTo>
                    <a:pt x="27939" y="610870"/>
                  </a:lnTo>
                  <a:close/>
                </a:path>
                <a:path w="27939" h="745489">
                  <a:moveTo>
                    <a:pt x="27939" y="613410"/>
                  </a:moveTo>
                  <a:lnTo>
                    <a:pt x="0" y="613410"/>
                  </a:lnTo>
                  <a:lnTo>
                    <a:pt x="0" y="617219"/>
                  </a:lnTo>
                  <a:lnTo>
                    <a:pt x="27939" y="617219"/>
                  </a:lnTo>
                  <a:lnTo>
                    <a:pt x="27939" y="613410"/>
                  </a:lnTo>
                  <a:close/>
                </a:path>
                <a:path w="27939" h="745489">
                  <a:moveTo>
                    <a:pt x="27939" y="617220"/>
                  </a:moveTo>
                  <a:lnTo>
                    <a:pt x="0" y="617220"/>
                  </a:lnTo>
                  <a:lnTo>
                    <a:pt x="0" y="619760"/>
                  </a:lnTo>
                  <a:lnTo>
                    <a:pt x="27939" y="619760"/>
                  </a:lnTo>
                  <a:lnTo>
                    <a:pt x="27939" y="617220"/>
                  </a:lnTo>
                  <a:close/>
                </a:path>
                <a:path w="27939" h="745489">
                  <a:moveTo>
                    <a:pt x="27939" y="619760"/>
                  </a:moveTo>
                  <a:lnTo>
                    <a:pt x="0" y="619760"/>
                  </a:lnTo>
                  <a:lnTo>
                    <a:pt x="0" y="623569"/>
                  </a:lnTo>
                  <a:lnTo>
                    <a:pt x="27939" y="623569"/>
                  </a:lnTo>
                  <a:lnTo>
                    <a:pt x="27939" y="619760"/>
                  </a:lnTo>
                  <a:close/>
                </a:path>
                <a:path w="27939" h="745489">
                  <a:moveTo>
                    <a:pt x="27939" y="623570"/>
                  </a:moveTo>
                  <a:lnTo>
                    <a:pt x="0" y="623570"/>
                  </a:lnTo>
                  <a:lnTo>
                    <a:pt x="0" y="626110"/>
                  </a:lnTo>
                  <a:lnTo>
                    <a:pt x="27939" y="626110"/>
                  </a:lnTo>
                  <a:lnTo>
                    <a:pt x="27939" y="623570"/>
                  </a:lnTo>
                  <a:close/>
                </a:path>
                <a:path w="27939" h="745489">
                  <a:moveTo>
                    <a:pt x="27939" y="626110"/>
                  </a:moveTo>
                  <a:lnTo>
                    <a:pt x="0" y="626110"/>
                  </a:lnTo>
                  <a:lnTo>
                    <a:pt x="0" y="629919"/>
                  </a:lnTo>
                  <a:lnTo>
                    <a:pt x="27939" y="629919"/>
                  </a:lnTo>
                  <a:lnTo>
                    <a:pt x="27939" y="626110"/>
                  </a:lnTo>
                  <a:close/>
                </a:path>
                <a:path w="27939" h="745489">
                  <a:moveTo>
                    <a:pt x="27939" y="629920"/>
                  </a:moveTo>
                  <a:lnTo>
                    <a:pt x="0" y="629920"/>
                  </a:lnTo>
                  <a:lnTo>
                    <a:pt x="0" y="636269"/>
                  </a:lnTo>
                  <a:lnTo>
                    <a:pt x="27939" y="636269"/>
                  </a:lnTo>
                  <a:lnTo>
                    <a:pt x="27939" y="629920"/>
                  </a:lnTo>
                  <a:close/>
                </a:path>
                <a:path w="27939" h="745489">
                  <a:moveTo>
                    <a:pt x="27939" y="636270"/>
                  </a:moveTo>
                  <a:lnTo>
                    <a:pt x="0" y="636270"/>
                  </a:lnTo>
                  <a:lnTo>
                    <a:pt x="0" y="642619"/>
                  </a:lnTo>
                  <a:lnTo>
                    <a:pt x="27939" y="642619"/>
                  </a:lnTo>
                  <a:lnTo>
                    <a:pt x="27939" y="636270"/>
                  </a:lnTo>
                  <a:close/>
                </a:path>
                <a:path w="27939" h="745489">
                  <a:moveTo>
                    <a:pt x="27939" y="642620"/>
                  </a:moveTo>
                  <a:lnTo>
                    <a:pt x="0" y="642620"/>
                  </a:lnTo>
                  <a:lnTo>
                    <a:pt x="0" y="645160"/>
                  </a:lnTo>
                  <a:lnTo>
                    <a:pt x="27939" y="645160"/>
                  </a:lnTo>
                  <a:lnTo>
                    <a:pt x="27939" y="642620"/>
                  </a:lnTo>
                  <a:close/>
                </a:path>
                <a:path w="27939" h="745489">
                  <a:moveTo>
                    <a:pt x="27939" y="645160"/>
                  </a:moveTo>
                  <a:lnTo>
                    <a:pt x="0" y="645160"/>
                  </a:lnTo>
                  <a:lnTo>
                    <a:pt x="0" y="648969"/>
                  </a:lnTo>
                  <a:lnTo>
                    <a:pt x="27939" y="648969"/>
                  </a:lnTo>
                  <a:lnTo>
                    <a:pt x="27939" y="645160"/>
                  </a:lnTo>
                  <a:close/>
                </a:path>
                <a:path w="27939" h="745489">
                  <a:moveTo>
                    <a:pt x="27939" y="648970"/>
                  </a:moveTo>
                  <a:lnTo>
                    <a:pt x="0" y="648970"/>
                  </a:lnTo>
                  <a:lnTo>
                    <a:pt x="0" y="651510"/>
                  </a:lnTo>
                  <a:lnTo>
                    <a:pt x="27939" y="651510"/>
                  </a:lnTo>
                  <a:lnTo>
                    <a:pt x="27939" y="648970"/>
                  </a:lnTo>
                  <a:close/>
                </a:path>
                <a:path w="27939" h="745489">
                  <a:moveTo>
                    <a:pt x="27939" y="651510"/>
                  </a:moveTo>
                  <a:lnTo>
                    <a:pt x="0" y="651510"/>
                  </a:lnTo>
                  <a:lnTo>
                    <a:pt x="0" y="657860"/>
                  </a:lnTo>
                  <a:lnTo>
                    <a:pt x="27939" y="657860"/>
                  </a:lnTo>
                  <a:lnTo>
                    <a:pt x="27939" y="651510"/>
                  </a:lnTo>
                  <a:close/>
                </a:path>
                <a:path w="27939" h="745489">
                  <a:moveTo>
                    <a:pt x="27939" y="657860"/>
                  </a:moveTo>
                  <a:lnTo>
                    <a:pt x="0" y="657860"/>
                  </a:lnTo>
                  <a:lnTo>
                    <a:pt x="0" y="661669"/>
                  </a:lnTo>
                  <a:lnTo>
                    <a:pt x="27939" y="661669"/>
                  </a:lnTo>
                  <a:lnTo>
                    <a:pt x="27939" y="657860"/>
                  </a:lnTo>
                  <a:close/>
                </a:path>
                <a:path w="27939" h="745489">
                  <a:moveTo>
                    <a:pt x="27939" y="661670"/>
                  </a:moveTo>
                  <a:lnTo>
                    <a:pt x="0" y="661670"/>
                  </a:lnTo>
                  <a:lnTo>
                    <a:pt x="0" y="664210"/>
                  </a:lnTo>
                  <a:lnTo>
                    <a:pt x="27939" y="664210"/>
                  </a:lnTo>
                  <a:lnTo>
                    <a:pt x="27939" y="661670"/>
                  </a:lnTo>
                  <a:close/>
                </a:path>
                <a:path w="27939" h="745489">
                  <a:moveTo>
                    <a:pt x="27939" y="664210"/>
                  </a:moveTo>
                  <a:lnTo>
                    <a:pt x="0" y="664210"/>
                  </a:lnTo>
                  <a:lnTo>
                    <a:pt x="0" y="668019"/>
                  </a:lnTo>
                  <a:lnTo>
                    <a:pt x="27939" y="668019"/>
                  </a:lnTo>
                  <a:lnTo>
                    <a:pt x="27939" y="664210"/>
                  </a:lnTo>
                  <a:close/>
                </a:path>
                <a:path w="27939" h="745489">
                  <a:moveTo>
                    <a:pt x="27939" y="668020"/>
                  </a:moveTo>
                  <a:lnTo>
                    <a:pt x="0" y="668020"/>
                  </a:lnTo>
                  <a:lnTo>
                    <a:pt x="0" y="670560"/>
                  </a:lnTo>
                  <a:lnTo>
                    <a:pt x="27939" y="670560"/>
                  </a:lnTo>
                  <a:lnTo>
                    <a:pt x="27939" y="668020"/>
                  </a:lnTo>
                  <a:close/>
                </a:path>
                <a:path w="27939" h="745489">
                  <a:moveTo>
                    <a:pt x="27939" y="670560"/>
                  </a:moveTo>
                  <a:lnTo>
                    <a:pt x="0" y="670560"/>
                  </a:lnTo>
                  <a:lnTo>
                    <a:pt x="0" y="676910"/>
                  </a:lnTo>
                  <a:lnTo>
                    <a:pt x="27939" y="676910"/>
                  </a:lnTo>
                  <a:lnTo>
                    <a:pt x="27939" y="670560"/>
                  </a:lnTo>
                  <a:close/>
                </a:path>
                <a:path w="27939" h="745489">
                  <a:moveTo>
                    <a:pt x="27939" y="676910"/>
                  </a:moveTo>
                  <a:lnTo>
                    <a:pt x="0" y="676910"/>
                  </a:lnTo>
                  <a:lnTo>
                    <a:pt x="0" y="680719"/>
                  </a:lnTo>
                  <a:lnTo>
                    <a:pt x="27939" y="680719"/>
                  </a:lnTo>
                  <a:lnTo>
                    <a:pt x="27939" y="676910"/>
                  </a:lnTo>
                  <a:close/>
                </a:path>
                <a:path w="27939" h="745489">
                  <a:moveTo>
                    <a:pt x="27939" y="680720"/>
                  </a:moveTo>
                  <a:lnTo>
                    <a:pt x="0" y="680720"/>
                  </a:lnTo>
                  <a:lnTo>
                    <a:pt x="0" y="683260"/>
                  </a:lnTo>
                  <a:lnTo>
                    <a:pt x="27939" y="683260"/>
                  </a:lnTo>
                  <a:lnTo>
                    <a:pt x="27939" y="680720"/>
                  </a:lnTo>
                  <a:close/>
                </a:path>
                <a:path w="27939" h="745489">
                  <a:moveTo>
                    <a:pt x="27939" y="683260"/>
                  </a:moveTo>
                  <a:lnTo>
                    <a:pt x="0" y="683260"/>
                  </a:lnTo>
                  <a:lnTo>
                    <a:pt x="0" y="687069"/>
                  </a:lnTo>
                  <a:lnTo>
                    <a:pt x="27939" y="687069"/>
                  </a:lnTo>
                  <a:lnTo>
                    <a:pt x="27939" y="683260"/>
                  </a:lnTo>
                  <a:close/>
                </a:path>
                <a:path w="27939" h="745489">
                  <a:moveTo>
                    <a:pt x="27939" y="687070"/>
                  </a:moveTo>
                  <a:lnTo>
                    <a:pt x="0" y="687070"/>
                  </a:lnTo>
                  <a:lnTo>
                    <a:pt x="0" y="689610"/>
                  </a:lnTo>
                  <a:lnTo>
                    <a:pt x="27939" y="689610"/>
                  </a:lnTo>
                  <a:lnTo>
                    <a:pt x="27939" y="687070"/>
                  </a:lnTo>
                  <a:close/>
                </a:path>
                <a:path w="27939" h="745489">
                  <a:moveTo>
                    <a:pt x="27939" y="689610"/>
                  </a:moveTo>
                  <a:lnTo>
                    <a:pt x="0" y="689610"/>
                  </a:lnTo>
                  <a:lnTo>
                    <a:pt x="0" y="695960"/>
                  </a:lnTo>
                  <a:lnTo>
                    <a:pt x="27939" y="695960"/>
                  </a:lnTo>
                  <a:lnTo>
                    <a:pt x="27939" y="689610"/>
                  </a:lnTo>
                  <a:close/>
                </a:path>
                <a:path w="27939" h="745489">
                  <a:moveTo>
                    <a:pt x="27939" y="695960"/>
                  </a:moveTo>
                  <a:lnTo>
                    <a:pt x="0" y="695960"/>
                  </a:lnTo>
                  <a:lnTo>
                    <a:pt x="0" y="699769"/>
                  </a:lnTo>
                  <a:lnTo>
                    <a:pt x="27939" y="699769"/>
                  </a:lnTo>
                  <a:lnTo>
                    <a:pt x="27939" y="695960"/>
                  </a:lnTo>
                  <a:close/>
                </a:path>
                <a:path w="27939" h="745489">
                  <a:moveTo>
                    <a:pt x="27939" y="699770"/>
                  </a:moveTo>
                  <a:lnTo>
                    <a:pt x="0" y="699770"/>
                  </a:lnTo>
                  <a:lnTo>
                    <a:pt x="0" y="702310"/>
                  </a:lnTo>
                  <a:lnTo>
                    <a:pt x="27939" y="702310"/>
                  </a:lnTo>
                  <a:lnTo>
                    <a:pt x="27939" y="699770"/>
                  </a:lnTo>
                  <a:close/>
                </a:path>
                <a:path w="27939" h="745489">
                  <a:moveTo>
                    <a:pt x="27939" y="702310"/>
                  </a:moveTo>
                  <a:lnTo>
                    <a:pt x="0" y="702310"/>
                  </a:lnTo>
                  <a:lnTo>
                    <a:pt x="0" y="706119"/>
                  </a:lnTo>
                  <a:lnTo>
                    <a:pt x="27939" y="706119"/>
                  </a:lnTo>
                  <a:lnTo>
                    <a:pt x="27939" y="702310"/>
                  </a:lnTo>
                  <a:close/>
                </a:path>
                <a:path w="27939" h="745489">
                  <a:moveTo>
                    <a:pt x="27939" y="706120"/>
                  </a:moveTo>
                  <a:lnTo>
                    <a:pt x="0" y="706120"/>
                  </a:lnTo>
                  <a:lnTo>
                    <a:pt x="0" y="708660"/>
                  </a:lnTo>
                  <a:lnTo>
                    <a:pt x="27939" y="708660"/>
                  </a:lnTo>
                  <a:lnTo>
                    <a:pt x="27939" y="706120"/>
                  </a:lnTo>
                  <a:close/>
                </a:path>
                <a:path w="27939" h="745489">
                  <a:moveTo>
                    <a:pt x="27939" y="708660"/>
                  </a:moveTo>
                  <a:lnTo>
                    <a:pt x="0" y="708660"/>
                  </a:lnTo>
                  <a:lnTo>
                    <a:pt x="0" y="715010"/>
                  </a:lnTo>
                  <a:lnTo>
                    <a:pt x="27939" y="715010"/>
                  </a:lnTo>
                  <a:lnTo>
                    <a:pt x="27939" y="708660"/>
                  </a:lnTo>
                  <a:close/>
                </a:path>
                <a:path w="27939" h="745489">
                  <a:moveTo>
                    <a:pt x="27939" y="715010"/>
                  </a:moveTo>
                  <a:lnTo>
                    <a:pt x="0" y="715010"/>
                  </a:lnTo>
                  <a:lnTo>
                    <a:pt x="0" y="718819"/>
                  </a:lnTo>
                  <a:lnTo>
                    <a:pt x="27939" y="718819"/>
                  </a:lnTo>
                  <a:lnTo>
                    <a:pt x="27939" y="715010"/>
                  </a:lnTo>
                  <a:close/>
                </a:path>
                <a:path w="27939" h="745489">
                  <a:moveTo>
                    <a:pt x="27939" y="718820"/>
                  </a:moveTo>
                  <a:lnTo>
                    <a:pt x="0" y="718820"/>
                  </a:lnTo>
                  <a:lnTo>
                    <a:pt x="0" y="721360"/>
                  </a:lnTo>
                  <a:lnTo>
                    <a:pt x="26670" y="721360"/>
                  </a:lnTo>
                  <a:lnTo>
                    <a:pt x="26670" y="720090"/>
                  </a:lnTo>
                  <a:lnTo>
                    <a:pt x="27939" y="720090"/>
                  </a:lnTo>
                  <a:lnTo>
                    <a:pt x="27939" y="718820"/>
                  </a:lnTo>
                  <a:close/>
                </a:path>
                <a:path w="27939" h="745489">
                  <a:moveTo>
                    <a:pt x="25400" y="721360"/>
                  </a:moveTo>
                  <a:lnTo>
                    <a:pt x="0" y="721360"/>
                  </a:lnTo>
                  <a:lnTo>
                    <a:pt x="0" y="725169"/>
                  </a:lnTo>
                  <a:lnTo>
                    <a:pt x="22860" y="725169"/>
                  </a:lnTo>
                  <a:lnTo>
                    <a:pt x="22860" y="723900"/>
                  </a:lnTo>
                  <a:lnTo>
                    <a:pt x="24129" y="723900"/>
                  </a:lnTo>
                  <a:lnTo>
                    <a:pt x="24129" y="722630"/>
                  </a:lnTo>
                  <a:lnTo>
                    <a:pt x="25400" y="722630"/>
                  </a:lnTo>
                  <a:lnTo>
                    <a:pt x="25400" y="721360"/>
                  </a:lnTo>
                  <a:close/>
                </a:path>
                <a:path w="27939" h="745489">
                  <a:moveTo>
                    <a:pt x="21589" y="725170"/>
                  </a:moveTo>
                  <a:lnTo>
                    <a:pt x="0" y="725170"/>
                  </a:lnTo>
                  <a:lnTo>
                    <a:pt x="0" y="727710"/>
                  </a:lnTo>
                  <a:lnTo>
                    <a:pt x="20320" y="727710"/>
                  </a:lnTo>
                  <a:lnTo>
                    <a:pt x="20320" y="726440"/>
                  </a:lnTo>
                  <a:lnTo>
                    <a:pt x="21589" y="726440"/>
                  </a:lnTo>
                  <a:lnTo>
                    <a:pt x="21589" y="725170"/>
                  </a:lnTo>
                  <a:close/>
                </a:path>
                <a:path w="27939" h="745489">
                  <a:moveTo>
                    <a:pt x="17779" y="727710"/>
                  </a:moveTo>
                  <a:lnTo>
                    <a:pt x="0" y="727710"/>
                  </a:lnTo>
                  <a:lnTo>
                    <a:pt x="0" y="731519"/>
                  </a:lnTo>
                  <a:lnTo>
                    <a:pt x="15239" y="731519"/>
                  </a:lnTo>
                  <a:lnTo>
                    <a:pt x="15239" y="730250"/>
                  </a:lnTo>
                  <a:lnTo>
                    <a:pt x="16510" y="730250"/>
                  </a:lnTo>
                  <a:lnTo>
                    <a:pt x="16510" y="728980"/>
                  </a:lnTo>
                  <a:lnTo>
                    <a:pt x="17779" y="728980"/>
                  </a:lnTo>
                  <a:lnTo>
                    <a:pt x="17779" y="727710"/>
                  </a:lnTo>
                  <a:close/>
                </a:path>
                <a:path w="27939" h="745489">
                  <a:moveTo>
                    <a:pt x="13970" y="731520"/>
                  </a:moveTo>
                  <a:lnTo>
                    <a:pt x="0" y="731520"/>
                  </a:lnTo>
                  <a:lnTo>
                    <a:pt x="0" y="734060"/>
                  </a:lnTo>
                  <a:lnTo>
                    <a:pt x="12700" y="734060"/>
                  </a:lnTo>
                  <a:lnTo>
                    <a:pt x="12700" y="732790"/>
                  </a:lnTo>
                  <a:lnTo>
                    <a:pt x="13970" y="732790"/>
                  </a:lnTo>
                  <a:lnTo>
                    <a:pt x="13970" y="731520"/>
                  </a:lnTo>
                  <a:close/>
                </a:path>
                <a:path w="27939" h="745489">
                  <a:moveTo>
                    <a:pt x="11429" y="734060"/>
                  </a:moveTo>
                  <a:lnTo>
                    <a:pt x="0" y="734060"/>
                  </a:lnTo>
                  <a:lnTo>
                    <a:pt x="0" y="737869"/>
                  </a:lnTo>
                  <a:lnTo>
                    <a:pt x="8889" y="737869"/>
                  </a:lnTo>
                  <a:lnTo>
                    <a:pt x="8889" y="736600"/>
                  </a:lnTo>
                  <a:lnTo>
                    <a:pt x="10160" y="736600"/>
                  </a:lnTo>
                  <a:lnTo>
                    <a:pt x="10160" y="735330"/>
                  </a:lnTo>
                  <a:lnTo>
                    <a:pt x="11429" y="735330"/>
                  </a:lnTo>
                  <a:lnTo>
                    <a:pt x="11429" y="734060"/>
                  </a:lnTo>
                  <a:close/>
                </a:path>
                <a:path w="27939" h="745489">
                  <a:moveTo>
                    <a:pt x="7620" y="737870"/>
                  </a:moveTo>
                  <a:lnTo>
                    <a:pt x="0" y="737870"/>
                  </a:lnTo>
                  <a:lnTo>
                    <a:pt x="0" y="740410"/>
                  </a:lnTo>
                  <a:lnTo>
                    <a:pt x="6350" y="740410"/>
                  </a:lnTo>
                  <a:lnTo>
                    <a:pt x="6350" y="739140"/>
                  </a:lnTo>
                  <a:lnTo>
                    <a:pt x="7620" y="739140"/>
                  </a:lnTo>
                  <a:lnTo>
                    <a:pt x="7620" y="737870"/>
                  </a:lnTo>
                  <a:close/>
                </a:path>
                <a:path w="27939" h="745489">
                  <a:moveTo>
                    <a:pt x="5079" y="740410"/>
                  </a:moveTo>
                  <a:lnTo>
                    <a:pt x="0" y="740410"/>
                  </a:lnTo>
                  <a:lnTo>
                    <a:pt x="0" y="744219"/>
                  </a:lnTo>
                  <a:lnTo>
                    <a:pt x="2539" y="744219"/>
                  </a:lnTo>
                  <a:lnTo>
                    <a:pt x="2539" y="742950"/>
                  </a:lnTo>
                  <a:lnTo>
                    <a:pt x="3810" y="742950"/>
                  </a:lnTo>
                  <a:lnTo>
                    <a:pt x="3810" y="741680"/>
                  </a:lnTo>
                  <a:lnTo>
                    <a:pt x="5079" y="741680"/>
                  </a:lnTo>
                  <a:lnTo>
                    <a:pt x="5079" y="740410"/>
                  </a:lnTo>
                  <a:close/>
                </a:path>
                <a:path w="27939" h="745489">
                  <a:moveTo>
                    <a:pt x="1270" y="744220"/>
                  </a:moveTo>
                  <a:lnTo>
                    <a:pt x="0" y="744220"/>
                  </a:lnTo>
                  <a:lnTo>
                    <a:pt x="0" y="745490"/>
                  </a:lnTo>
                  <a:lnTo>
                    <a:pt x="1270" y="745490"/>
                  </a:lnTo>
                  <a:lnTo>
                    <a:pt x="1270" y="744220"/>
                  </a:lnTo>
                  <a:close/>
                </a:path>
              </a:pathLst>
            </a:custGeom>
            <a:solidFill>
              <a:srgbClr val="2D5B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6" name="object 3806"/>
            <p:cNvSpPr/>
            <p:nvPr/>
          </p:nvSpPr>
          <p:spPr>
            <a:xfrm>
              <a:off x="5425439" y="5011420"/>
              <a:ext cx="27940" cy="692150"/>
            </a:xfrm>
            <a:custGeom>
              <a:avLst/>
              <a:gdLst/>
              <a:ahLst/>
              <a:cxnLst/>
              <a:rect l="l" t="t" r="r" b="b"/>
              <a:pathLst>
                <a:path w="27939" h="692150">
                  <a:moveTo>
                    <a:pt x="127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27939" h="692150">
                  <a:moveTo>
                    <a:pt x="253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7620" y="7619"/>
                  </a:lnTo>
                  <a:lnTo>
                    <a:pt x="7620" y="6349"/>
                  </a:lnTo>
                  <a:lnTo>
                    <a:pt x="6350" y="6349"/>
                  </a:lnTo>
                  <a:lnTo>
                    <a:pt x="6350" y="5079"/>
                  </a:lnTo>
                  <a:lnTo>
                    <a:pt x="5080" y="5079"/>
                  </a:lnTo>
                  <a:lnTo>
                    <a:pt x="5080" y="3809"/>
                  </a:lnTo>
                  <a:lnTo>
                    <a:pt x="3810" y="3809"/>
                  </a:lnTo>
                  <a:lnTo>
                    <a:pt x="3810" y="2539"/>
                  </a:lnTo>
                  <a:lnTo>
                    <a:pt x="2539" y="2539"/>
                  </a:lnTo>
                  <a:lnTo>
                    <a:pt x="2539" y="1269"/>
                  </a:lnTo>
                  <a:close/>
                </a:path>
                <a:path w="27939" h="692150">
                  <a:moveTo>
                    <a:pt x="8889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15239" y="13969"/>
                  </a:lnTo>
                  <a:lnTo>
                    <a:pt x="15239" y="12699"/>
                  </a:lnTo>
                  <a:lnTo>
                    <a:pt x="13970" y="12699"/>
                  </a:lnTo>
                  <a:lnTo>
                    <a:pt x="13970" y="11429"/>
                  </a:lnTo>
                  <a:lnTo>
                    <a:pt x="12700" y="11429"/>
                  </a:lnTo>
                  <a:lnTo>
                    <a:pt x="12700" y="10159"/>
                  </a:lnTo>
                  <a:lnTo>
                    <a:pt x="10160" y="10159"/>
                  </a:lnTo>
                  <a:lnTo>
                    <a:pt x="10160" y="8889"/>
                  </a:lnTo>
                  <a:lnTo>
                    <a:pt x="8889" y="8889"/>
                  </a:lnTo>
                  <a:lnTo>
                    <a:pt x="8889" y="7619"/>
                  </a:lnTo>
                  <a:close/>
                </a:path>
                <a:path w="27939" h="692150">
                  <a:moveTo>
                    <a:pt x="16510" y="13969"/>
                  </a:moveTo>
                  <a:lnTo>
                    <a:pt x="0" y="13969"/>
                  </a:lnTo>
                  <a:lnTo>
                    <a:pt x="0" y="20319"/>
                  </a:lnTo>
                  <a:lnTo>
                    <a:pt x="21589" y="20319"/>
                  </a:lnTo>
                  <a:lnTo>
                    <a:pt x="21589" y="19049"/>
                  </a:lnTo>
                  <a:lnTo>
                    <a:pt x="20320" y="19049"/>
                  </a:lnTo>
                  <a:lnTo>
                    <a:pt x="20320" y="17779"/>
                  </a:lnTo>
                  <a:lnTo>
                    <a:pt x="19050" y="17779"/>
                  </a:lnTo>
                  <a:lnTo>
                    <a:pt x="19050" y="16509"/>
                  </a:lnTo>
                  <a:lnTo>
                    <a:pt x="17780" y="16509"/>
                  </a:lnTo>
                  <a:lnTo>
                    <a:pt x="17780" y="15239"/>
                  </a:lnTo>
                  <a:lnTo>
                    <a:pt x="16510" y="15239"/>
                  </a:lnTo>
                  <a:lnTo>
                    <a:pt x="16510" y="13969"/>
                  </a:lnTo>
                  <a:close/>
                </a:path>
                <a:path w="27939" h="692150">
                  <a:moveTo>
                    <a:pt x="22860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27939" y="26669"/>
                  </a:lnTo>
                  <a:lnTo>
                    <a:pt x="27939" y="25399"/>
                  </a:lnTo>
                  <a:lnTo>
                    <a:pt x="26669" y="25399"/>
                  </a:lnTo>
                  <a:lnTo>
                    <a:pt x="26669" y="24129"/>
                  </a:lnTo>
                  <a:lnTo>
                    <a:pt x="25400" y="24129"/>
                  </a:lnTo>
                  <a:lnTo>
                    <a:pt x="25400" y="22859"/>
                  </a:lnTo>
                  <a:lnTo>
                    <a:pt x="24130" y="22859"/>
                  </a:lnTo>
                  <a:lnTo>
                    <a:pt x="24130" y="21589"/>
                  </a:lnTo>
                  <a:lnTo>
                    <a:pt x="22860" y="21589"/>
                  </a:lnTo>
                  <a:lnTo>
                    <a:pt x="22860" y="20319"/>
                  </a:lnTo>
                  <a:close/>
                </a:path>
                <a:path w="27939" h="692150">
                  <a:moveTo>
                    <a:pt x="27939" y="26669"/>
                  </a:moveTo>
                  <a:lnTo>
                    <a:pt x="0" y="26669"/>
                  </a:lnTo>
                  <a:lnTo>
                    <a:pt x="0" y="39369"/>
                  </a:lnTo>
                  <a:lnTo>
                    <a:pt x="27939" y="39369"/>
                  </a:lnTo>
                  <a:lnTo>
                    <a:pt x="27939" y="26669"/>
                  </a:lnTo>
                  <a:close/>
                </a:path>
                <a:path w="27939" h="692150">
                  <a:moveTo>
                    <a:pt x="27939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27939" y="45719"/>
                  </a:lnTo>
                  <a:lnTo>
                    <a:pt x="27939" y="39369"/>
                  </a:lnTo>
                  <a:close/>
                </a:path>
                <a:path w="27939" h="692150">
                  <a:moveTo>
                    <a:pt x="27939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27939" y="52069"/>
                  </a:lnTo>
                  <a:lnTo>
                    <a:pt x="27939" y="45719"/>
                  </a:lnTo>
                  <a:close/>
                </a:path>
                <a:path w="27939" h="692150">
                  <a:moveTo>
                    <a:pt x="27939" y="52069"/>
                  </a:moveTo>
                  <a:lnTo>
                    <a:pt x="0" y="52069"/>
                  </a:lnTo>
                  <a:lnTo>
                    <a:pt x="0" y="58419"/>
                  </a:lnTo>
                  <a:lnTo>
                    <a:pt x="27939" y="58419"/>
                  </a:lnTo>
                  <a:lnTo>
                    <a:pt x="27939" y="52069"/>
                  </a:lnTo>
                  <a:close/>
                </a:path>
                <a:path w="27939" h="692150">
                  <a:moveTo>
                    <a:pt x="27939" y="58419"/>
                  </a:moveTo>
                  <a:lnTo>
                    <a:pt x="0" y="58419"/>
                  </a:lnTo>
                  <a:lnTo>
                    <a:pt x="0" y="64769"/>
                  </a:lnTo>
                  <a:lnTo>
                    <a:pt x="27939" y="64769"/>
                  </a:lnTo>
                  <a:lnTo>
                    <a:pt x="27939" y="58419"/>
                  </a:lnTo>
                  <a:close/>
                </a:path>
                <a:path w="27939" h="692150">
                  <a:moveTo>
                    <a:pt x="27939" y="64769"/>
                  </a:moveTo>
                  <a:lnTo>
                    <a:pt x="0" y="64769"/>
                  </a:lnTo>
                  <a:lnTo>
                    <a:pt x="0" y="71119"/>
                  </a:lnTo>
                  <a:lnTo>
                    <a:pt x="27939" y="71119"/>
                  </a:lnTo>
                  <a:lnTo>
                    <a:pt x="27939" y="64769"/>
                  </a:lnTo>
                  <a:close/>
                </a:path>
                <a:path w="27939" h="692150">
                  <a:moveTo>
                    <a:pt x="27939" y="71119"/>
                  </a:moveTo>
                  <a:lnTo>
                    <a:pt x="0" y="71119"/>
                  </a:lnTo>
                  <a:lnTo>
                    <a:pt x="0" y="77469"/>
                  </a:lnTo>
                  <a:lnTo>
                    <a:pt x="27939" y="77469"/>
                  </a:lnTo>
                  <a:lnTo>
                    <a:pt x="27939" y="71119"/>
                  </a:lnTo>
                  <a:close/>
                </a:path>
                <a:path w="27939" h="692150">
                  <a:moveTo>
                    <a:pt x="27939" y="77469"/>
                  </a:moveTo>
                  <a:lnTo>
                    <a:pt x="0" y="77469"/>
                  </a:lnTo>
                  <a:lnTo>
                    <a:pt x="0" y="83819"/>
                  </a:lnTo>
                  <a:lnTo>
                    <a:pt x="27939" y="83819"/>
                  </a:lnTo>
                  <a:lnTo>
                    <a:pt x="27939" y="77469"/>
                  </a:lnTo>
                  <a:close/>
                </a:path>
                <a:path w="27939" h="692150">
                  <a:moveTo>
                    <a:pt x="27939" y="83820"/>
                  </a:moveTo>
                  <a:lnTo>
                    <a:pt x="0" y="83820"/>
                  </a:lnTo>
                  <a:lnTo>
                    <a:pt x="0" y="90169"/>
                  </a:lnTo>
                  <a:lnTo>
                    <a:pt x="27939" y="90169"/>
                  </a:lnTo>
                  <a:lnTo>
                    <a:pt x="27939" y="83820"/>
                  </a:lnTo>
                  <a:close/>
                </a:path>
                <a:path w="27939" h="692150">
                  <a:moveTo>
                    <a:pt x="27939" y="90169"/>
                  </a:moveTo>
                  <a:lnTo>
                    <a:pt x="0" y="90169"/>
                  </a:lnTo>
                  <a:lnTo>
                    <a:pt x="0" y="102869"/>
                  </a:lnTo>
                  <a:lnTo>
                    <a:pt x="27939" y="102869"/>
                  </a:lnTo>
                  <a:lnTo>
                    <a:pt x="27939" y="90169"/>
                  </a:lnTo>
                  <a:close/>
                </a:path>
                <a:path w="27939" h="692150">
                  <a:moveTo>
                    <a:pt x="27939" y="102869"/>
                  </a:moveTo>
                  <a:lnTo>
                    <a:pt x="0" y="102869"/>
                  </a:lnTo>
                  <a:lnTo>
                    <a:pt x="0" y="109219"/>
                  </a:lnTo>
                  <a:lnTo>
                    <a:pt x="27939" y="109219"/>
                  </a:lnTo>
                  <a:lnTo>
                    <a:pt x="27939" y="102869"/>
                  </a:lnTo>
                  <a:close/>
                </a:path>
                <a:path w="27939" h="692150">
                  <a:moveTo>
                    <a:pt x="27939" y="109219"/>
                  </a:moveTo>
                  <a:lnTo>
                    <a:pt x="0" y="109219"/>
                  </a:lnTo>
                  <a:lnTo>
                    <a:pt x="0" y="115569"/>
                  </a:lnTo>
                  <a:lnTo>
                    <a:pt x="27939" y="115569"/>
                  </a:lnTo>
                  <a:lnTo>
                    <a:pt x="27939" y="109219"/>
                  </a:lnTo>
                  <a:close/>
                </a:path>
                <a:path w="27939" h="692150">
                  <a:moveTo>
                    <a:pt x="27939" y="115569"/>
                  </a:moveTo>
                  <a:lnTo>
                    <a:pt x="0" y="115569"/>
                  </a:lnTo>
                  <a:lnTo>
                    <a:pt x="0" y="121919"/>
                  </a:lnTo>
                  <a:lnTo>
                    <a:pt x="27939" y="121919"/>
                  </a:lnTo>
                  <a:lnTo>
                    <a:pt x="27939" y="115569"/>
                  </a:lnTo>
                  <a:close/>
                </a:path>
                <a:path w="27939" h="692150">
                  <a:moveTo>
                    <a:pt x="27939" y="121920"/>
                  </a:moveTo>
                  <a:lnTo>
                    <a:pt x="0" y="121920"/>
                  </a:lnTo>
                  <a:lnTo>
                    <a:pt x="0" y="128269"/>
                  </a:lnTo>
                  <a:lnTo>
                    <a:pt x="27939" y="128269"/>
                  </a:lnTo>
                  <a:lnTo>
                    <a:pt x="27939" y="121920"/>
                  </a:lnTo>
                  <a:close/>
                </a:path>
                <a:path w="27939" h="692150">
                  <a:moveTo>
                    <a:pt x="27939" y="128269"/>
                  </a:moveTo>
                  <a:lnTo>
                    <a:pt x="0" y="128269"/>
                  </a:lnTo>
                  <a:lnTo>
                    <a:pt x="0" y="134619"/>
                  </a:lnTo>
                  <a:lnTo>
                    <a:pt x="27939" y="134619"/>
                  </a:lnTo>
                  <a:lnTo>
                    <a:pt x="27939" y="128269"/>
                  </a:lnTo>
                  <a:close/>
                </a:path>
                <a:path w="27939" h="692150">
                  <a:moveTo>
                    <a:pt x="27939" y="134619"/>
                  </a:moveTo>
                  <a:lnTo>
                    <a:pt x="0" y="134619"/>
                  </a:lnTo>
                  <a:lnTo>
                    <a:pt x="0" y="140969"/>
                  </a:lnTo>
                  <a:lnTo>
                    <a:pt x="27939" y="140969"/>
                  </a:lnTo>
                  <a:lnTo>
                    <a:pt x="27939" y="134619"/>
                  </a:lnTo>
                  <a:close/>
                </a:path>
                <a:path w="27939" h="692150">
                  <a:moveTo>
                    <a:pt x="27939" y="140969"/>
                  </a:moveTo>
                  <a:lnTo>
                    <a:pt x="0" y="140969"/>
                  </a:lnTo>
                  <a:lnTo>
                    <a:pt x="0" y="147319"/>
                  </a:lnTo>
                  <a:lnTo>
                    <a:pt x="27939" y="147319"/>
                  </a:lnTo>
                  <a:lnTo>
                    <a:pt x="27939" y="140969"/>
                  </a:lnTo>
                  <a:close/>
                </a:path>
                <a:path w="27939" h="692150">
                  <a:moveTo>
                    <a:pt x="27939" y="147320"/>
                  </a:moveTo>
                  <a:lnTo>
                    <a:pt x="0" y="147320"/>
                  </a:lnTo>
                  <a:lnTo>
                    <a:pt x="0" y="153669"/>
                  </a:lnTo>
                  <a:lnTo>
                    <a:pt x="27939" y="153669"/>
                  </a:lnTo>
                  <a:lnTo>
                    <a:pt x="27939" y="147320"/>
                  </a:lnTo>
                  <a:close/>
                </a:path>
                <a:path w="27939" h="692150">
                  <a:moveTo>
                    <a:pt x="27939" y="153669"/>
                  </a:moveTo>
                  <a:lnTo>
                    <a:pt x="0" y="153669"/>
                  </a:lnTo>
                  <a:lnTo>
                    <a:pt x="0" y="160019"/>
                  </a:lnTo>
                  <a:lnTo>
                    <a:pt x="27939" y="160019"/>
                  </a:lnTo>
                  <a:lnTo>
                    <a:pt x="27939" y="153669"/>
                  </a:lnTo>
                  <a:close/>
                </a:path>
                <a:path w="27939" h="692150">
                  <a:moveTo>
                    <a:pt x="27939" y="160019"/>
                  </a:moveTo>
                  <a:lnTo>
                    <a:pt x="0" y="160019"/>
                  </a:lnTo>
                  <a:lnTo>
                    <a:pt x="0" y="172719"/>
                  </a:lnTo>
                  <a:lnTo>
                    <a:pt x="27939" y="172719"/>
                  </a:lnTo>
                  <a:lnTo>
                    <a:pt x="27939" y="160019"/>
                  </a:lnTo>
                  <a:close/>
                </a:path>
                <a:path w="27939" h="692150">
                  <a:moveTo>
                    <a:pt x="27939" y="172719"/>
                  </a:moveTo>
                  <a:lnTo>
                    <a:pt x="0" y="172719"/>
                  </a:lnTo>
                  <a:lnTo>
                    <a:pt x="0" y="179069"/>
                  </a:lnTo>
                  <a:lnTo>
                    <a:pt x="27939" y="179069"/>
                  </a:lnTo>
                  <a:lnTo>
                    <a:pt x="27939" y="172719"/>
                  </a:lnTo>
                  <a:close/>
                </a:path>
                <a:path w="27939" h="692150">
                  <a:moveTo>
                    <a:pt x="27939" y="179069"/>
                  </a:moveTo>
                  <a:lnTo>
                    <a:pt x="0" y="179069"/>
                  </a:lnTo>
                  <a:lnTo>
                    <a:pt x="0" y="185419"/>
                  </a:lnTo>
                  <a:lnTo>
                    <a:pt x="27939" y="185419"/>
                  </a:lnTo>
                  <a:lnTo>
                    <a:pt x="27939" y="179069"/>
                  </a:lnTo>
                  <a:close/>
                </a:path>
                <a:path w="27939" h="692150">
                  <a:moveTo>
                    <a:pt x="27939" y="185419"/>
                  </a:moveTo>
                  <a:lnTo>
                    <a:pt x="0" y="185419"/>
                  </a:lnTo>
                  <a:lnTo>
                    <a:pt x="0" y="191769"/>
                  </a:lnTo>
                  <a:lnTo>
                    <a:pt x="27939" y="191769"/>
                  </a:lnTo>
                  <a:lnTo>
                    <a:pt x="27939" y="185419"/>
                  </a:lnTo>
                  <a:close/>
                </a:path>
                <a:path w="27939" h="692150">
                  <a:moveTo>
                    <a:pt x="27939" y="191769"/>
                  </a:moveTo>
                  <a:lnTo>
                    <a:pt x="0" y="191769"/>
                  </a:lnTo>
                  <a:lnTo>
                    <a:pt x="0" y="198119"/>
                  </a:lnTo>
                  <a:lnTo>
                    <a:pt x="27939" y="198119"/>
                  </a:lnTo>
                  <a:lnTo>
                    <a:pt x="27939" y="191769"/>
                  </a:lnTo>
                  <a:close/>
                </a:path>
                <a:path w="27939" h="692150">
                  <a:moveTo>
                    <a:pt x="27939" y="198119"/>
                  </a:moveTo>
                  <a:lnTo>
                    <a:pt x="0" y="198119"/>
                  </a:lnTo>
                  <a:lnTo>
                    <a:pt x="0" y="204469"/>
                  </a:lnTo>
                  <a:lnTo>
                    <a:pt x="27939" y="204469"/>
                  </a:lnTo>
                  <a:lnTo>
                    <a:pt x="27939" y="198119"/>
                  </a:lnTo>
                  <a:close/>
                </a:path>
                <a:path w="27939" h="692150">
                  <a:moveTo>
                    <a:pt x="27939" y="204469"/>
                  </a:moveTo>
                  <a:lnTo>
                    <a:pt x="0" y="204469"/>
                  </a:lnTo>
                  <a:lnTo>
                    <a:pt x="0" y="210819"/>
                  </a:lnTo>
                  <a:lnTo>
                    <a:pt x="27939" y="210819"/>
                  </a:lnTo>
                  <a:lnTo>
                    <a:pt x="27939" y="204469"/>
                  </a:lnTo>
                  <a:close/>
                </a:path>
                <a:path w="27939" h="692150">
                  <a:moveTo>
                    <a:pt x="27939" y="210819"/>
                  </a:moveTo>
                  <a:lnTo>
                    <a:pt x="0" y="210819"/>
                  </a:lnTo>
                  <a:lnTo>
                    <a:pt x="0" y="217169"/>
                  </a:lnTo>
                  <a:lnTo>
                    <a:pt x="27939" y="217169"/>
                  </a:lnTo>
                  <a:lnTo>
                    <a:pt x="27939" y="210819"/>
                  </a:lnTo>
                  <a:close/>
                </a:path>
                <a:path w="27939" h="692150">
                  <a:moveTo>
                    <a:pt x="27939" y="217169"/>
                  </a:moveTo>
                  <a:lnTo>
                    <a:pt x="0" y="217169"/>
                  </a:lnTo>
                  <a:lnTo>
                    <a:pt x="0" y="228599"/>
                  </a:lnTo>
                  <a:lnTo>
                    <a:pt x="27939" y="228599"/>
                  </a:lnTo>
                  <a:lnTo>
                    <a:pt x="27939" y="217169"/>
                  </a:lnTo>
                  <a:close/>
                </a:path>
                <a:path w="27939" h="692150">
                  <a:moveTo>
                    <a:pt x="27939" y="228600"/>
                  </a:moveTo>
                  <a:lnTo>
                    <a:pt x="0" y="228600"/>
                  </a:lnTo>
                  <a:lnTo>
                    <a:pt x="0" y="234949"/>
                  </a:lnTo>
                  <a:lnTo>
                    <a:pt x="27939" y="234949"/>
                  </a:lnTo>
                  <a:lnTo>
                    <a:pt x="27939" y="228600"/>
                  </a:lnTo>
                  <a:close/>
                </a:path>
                <a:path w="27939" h="692150">
                  <a:moveTo>
                    <a:pt x="27939" y="234949"/>
                  </a:moveTo>
                  <a:lnTo>
                    <a:pt x="0" y="234949"/>
                  </a:lnTo>
                  <a:lnTo>
                    <a:pt x="0" y="241299"/>
                  </a:lnTo>
                  <a:lnTo>
                    <a:pt x="27939" y="241299"/>
                  </a:lnTo>
                  <a:lnTo>
                    <a:pt x="27939" y="234949"/>
                  </a:lnTo>
                  <a:close/>
                </a:path>
                <a:path w="27939" h="692150">
                  <a:moveTo>
                    <a:pt x="27939" y="241299"/>
                  </a:moveTo>
                  <a:lnTo>
                    <a:pt x="0" y="241299"/>
                  </a:lnTo>
                  <a:lnTo>
                    <a:pt x="0" y="243839"/>
                  </a:lnTo>
                  <a:lnTo>
                    <a:pt x="27939" y="243839"/>
                  </a:lnTo>
                  <a:lnTo>
                    <a:pt x="27939" y="241299"/>
                  </a:lnTo>
                  <a:close/>
                </a:path>
                <a:path w="27939" h="692150">
                  <a:moveTo>
                    <a:pt x="27939" y="243839"/>
                  </a:moveTo>
                  <a:lnTo>
                    <a:pt x="0" y="243839"/>
                  </a:lnTo>
                  <a:lnTo>
                    <a:pt x="0" y="247649"/>
                  </a:lnTo>
                  <a:lnTo>
                    <a:pt x="27939" y="247649"/>
                  </a:lnTo>
                  <a:lnTo>
                    <a:pt x="27939" y="243839"/>
                  </a:lnTo>
                  <a:close/>
                </a:path>
                <a:path w="27939" h="692150">
                  <a:moveTo>
                    <a:pt x="27939" y="247649"/>
                  </a:moveTo>
                  <a:lnTo>
                    <a:pt x="0" y="247649"/>
                  </a:lnTo>
                  <a:lnTo>
                    <a:pt x="0" y="253999"/>
                  </a:lnTo>
                  <a:lnTo>
                    <a:pt x="27939" y="253999"/>
                  </a:lnTo>
                  <a:lnTo>
                    <a:pt x="27939" y="247649"/>
                  </a:lnTo>
                  <a:close/>
                </a:path>
                <a:path w="27939" h="692150">
                  <a:moveTo>
                    <a:pt x="27939" y="253999"/>
                  </a:moveTo>
                  <a:lnTo>
                    <a:pt x="0" y="253999"/>
                  </a:lnTo>
                  <a:lnTo>
                    <a:pt x="0" y="256539"/>
                  </a:lnTo>
                  <a:lnTo>
                    <a:pt x="27939" y="256539"/>
                  </a:lnTo>
                  <a:lnTo>
                    <a:pt x="27939" y="253999"/>
                  </a:lnTo>
                  <a:close/>
                </a:path>
                <a:path w="27939" h="692150">
                  <a:moveTo>
                    <a:pt x="27939" y="256539"/>
                  </a:moveTo>
                  <a:lnTo>
                    <a:pt x="0" y="256539"/>
                  </a:lnTo>
                  <a:lnTo>
                    <a:pt x="0" y="294639"/>
                  </a:lnTo>
                  <a:lnTo>
                    <a:pt x="27939" y="294639"/>
                  </a:lnTo>
                  <a:lnTo>
                    <a:pt x="27939" y="256539"/>
                  </a:lnTo>
                  <a:close/>
                </a:path>
                <a:path w="27939" h="692150">
                  <a:moveTo>
                    <a:pt x="27939" y="294639"/>
                  </a:moveTo>
                  <a:lnTo>
                    <a:pt x="0" y="294639"/>
                  </a:lnTo>
                  <a:lnTo>
                    <a:pt x="0" y="300989"/>
                  </a:lnTo>
                  <a:lnTo>
                    <a:pt x="27939" y="300989"/>
                  </a:lnTo>
                  <a:lnTo>
                    <a:pt x="27939" y="294639"/>
                  </a:lnTo>
                  <a:close/>
                </a:path>
                <a:path w="27939" h="692150">
                  <a:moveTo>
                    <a:pt x="27939" y="300989"/>
                  </a:moveTo>
                  <a:lnTo>
                    <a:pt x="0" y="300989"/>
                  </a:lnTo>
                  <a:lnTo>
                    <a:pt x="0" y="304799"/>
                  </a:lnTo>
                  <a:lnTo>
                    <a:pt x="27939" y="304799"/>
                  </a:lnTo>
                  <a:lnTo>
                    <a:pt x="27939" y="300989"/>
                  </a:lnTo>
                  <a:close/>
                </a:path>
                <a:path w="27939" h="692150">
                  <a:moveTo>
                    <a:pt x="27939" y="304800"/>
                  </a:moveTo>
                  <a:lnTo>
                    <a:pt x="0" y="304800"/>
                  </a:lnTo>
                  <a:lnTo>
                    <a:pt x="0" y="307339"/>
                  </a:lnTo>
                  <a:lnTo>
                    <a:pt x="27939" y="307339"/>
                  </a:lnTo>
                  <a:lnTo>
                    <a:pt x="27939" y="304800"/>
                  </a:lnTo>
                  <a:close/>
                </a:path>
                <a:path w="27939" h="692150">
                  <a:moveTo>
                    <a:pt x="27939" y="307339"/>
                  </a:moveTo>
                  <a:lnTo>
                    <a:pt x="0" y="307339"/>
                  </a:lnTo>
                  <a:lnTo>
                    <a:pt x="0" y="311149"/>
                  </a:lnTo>
                  <a:lnTo>
                    <a:pt x="27939" y="311149"/>
                  </a:lnTo>
                  <a:lnTo>
                    <a:pt x="27939" y="307339"/>
                  </a:lnTo>
                  <a:close/>
                </a:path>
                <a:path w="27939" h="692150">
                  <a:moveTo>
                    <a:pt x="27939" y="311149"/>
                  </a:moveTo>
                  <a:lnTo>
                    <a:pt x="0" y="311149"/>
                  </a:lnTo>
                  <a:lnTo>
                    <a:pt x="0" y="313689"/>
                  </a:lnTo>
                  <a:lnTo>
                    <a:pt x="27939" y="313689"/>
                  </a:lnTo>
                  <a:lnTo>
                    <a:pt x="27939" y="311149"/>
                  </a:lnTo>
                  <a:close/>
                </a:path>
                <a:path w="27939" h="692150">
                  <a:moveTo>
                    <a:pt x="27939" y="313689"/>
                  </a:moveTo>
                  <a:lnTo>
                    <a:pt x="0" y="313689"/>
                  </a:lnTo>
                  <a:lnTo>
                    <a:pt x="0" y="326389"/>
                  </a:lnTo>
                  <a:lnTo>
                    <a:pt x="27939" y="326389"/>
                  </a:lnTo>
                  <a:lnTo>
                    <a:pt x="27939" y="313689"/>
                  </a:lnTo>
                  <a:close/>
                </a:path>
                <a:path w="27939" h="692150">
                  <a:moveTo>
                    <a:pt x="27939" y="326389"/>
                  </a:moveTo>
                  <a:lnTo>
                    <a:pt x="0" y="326389"/>
                  </a:lnTo>
                  <a:lnTo>
                    <a:pt x="0" y="332739"/>
                  </a:lnTo>
                  <a:lnTo>
                    <a:pt x="27939" y="332739"/>
                  </a:lnTo>
                  <a:lnTo>
                    <a:pt x="27939" y="326389"/>
                  </a:lnTo>
                  <a:close/>
                </a:path>
                <a:path w="27939" h="692150">
                  <a:moveTo>
                    <a:pt x="27939" y="332739"/>
                  </a:moveTo>
                  <a:lnTo>
                    <a:pt x="0" y="332739"/>
                  </a:lnTo>
                  <a:lnTo>
                    <a:pt x="0" y="336549"/>
                  </a:lnTo>
                  <a:lnTo>
                    <a:pt x="27939" y="336549"/>
                  </a:lnTo>
                  <a:lnTo>
                    <a:pt x="27939" y="332739"/>
                  </a:lnTo>
                  <a:close/>
                </a:path>
                <a:path w="27939" h="692150">
                  <a:moveTo>
                    <a:pt x="27939" y="336550"/>
                  </a:moveTo>
                  <a:lnTo>
                    <a:pt x="0" y="336550"/>
                  </a:lnTo>
                  <a:lnTo>
                    <a:pt x="0" y="339089"/>
                  </a:lnTo>
                  <a:lnTo>
                    <a:pt x="27939" y="339089"/>
                  </a:lnTo>
                  <a:lnTo>
                    <a:pt x="27939" y="336550"/>
                  </a:lnTo>
                  <a:close/>
                </a:path>
                <a:path w="27939" h="692150">
                  <a:moveTo>
                    <a:pt x="27939" y="339089"/>
                  </a:moveTo>
                  <a:lnTo>
                    <a:pt x="0" y="339089"/>
                  </a:lnTo>
                  <a:lnTo>
                    <a:pt x="0" y="349249"/>
                  </a:lnTo>
                  <a:lnTo>
                    <a:pt x="27939" y="349249"/>
                  </a:lnTo>
                  <a:lnTo>
                    <a:pt x="27939" y="339089"/>
                  </a:lnTo>
                  <a:close/>
                </a:path>
                <a:path w="27939" h="692150">
                  <a:moveTo>
                    <a:pt x="27939" y="349250"/>
                  </a:moveTo>
                  <a:lnTo>
                    <a:pt x="0" y="349250"/>
                  </a:lnTo>
                  <a:lnTo>
                    <a:pt x="0" y="351789"/>
                  </a:lnTo>
                  <a:lnTo>
                    <a:pt x="27939" y="351789"/>
                  </a:lnTo>
                  <a:lnTo>
                    <a:pt x="27939" y="349250"/>
                  </a:lnTo>
                  <a:close/>
                </a:path>
                <a:path w="27939" h="692150">
                  <a:moveTo>
                    <a:pt x="27939" y="351789"/>
                  </a:moveTo>
                  <a:lnTo>
                    <a:pt x="0" y="351789"/>
                  </a:lnTo>
                  <a:lnTo>
                    <a:pt x="0" y="355599"/>
                  </a:lnTo>
                  <a:lnTo>
                    <a:pt x="27939" y="355599"/>
                  </a:lnTo>
                  <a:lnTo>
                    <a:pt x="27939" y="351789"/>
                  </a:lnTo>
                  <a:close/>
                </a:path>
                <a:path w="27939" h="692150">
                  <a:moveTo>
                    <a:pt x="27939" y="355600"/>
                  </a:moveTo>
                  <a:lnTo>
                    <a:pt x="0" y="355600"/>
                  </a:lnTo>
                  <a:lnTo>
                    <a:pt x="0" y="361949"/>
                  </a:lnTo>
                  <a:lnTo>
                    <a:pt x="27939" y="361949"/>
                  </a:lnTo>
                  <a:lnTo>
                    <a:pt x="27939" y="355600"/>
                  </a:lnTo>
                  <a:close/>
                </a:path>
                <a:path w="27939" h="692150">
                  <a:moveTo>
                    <a:pt x="27939" y="361950"/>
                  </a:moveTo>
                  <a:lnTo>
                    <a:pt x="0" y="361950"/>
                  </a:lnTo>
                  <a:lnTo>
                    <a:pt x="0" y="368299"/>
                  </a:lnTo>
                  <a:lnTo>
                    <a:pt x="27939" y="368299"/>
                  </a:lnTo>
                  <a:lnTo>
                    <a:pt x="27939" y="361950"/>
                  </a:lnTo>
                  <a:close/>
                </a:path>
                <a:path w="27939" h="692150">
                  <a:moveTo>
                    <a:pt x="27939" y="368300"/>
                  </a:moveTo>
                  <a:lnTo>
                    <a:pt x="0" y="368300"/>
                  </a:lnTo>
                  <a:lnTo>
                    <a:pt x="0" y="377189"/>
                  </a:lnTo>
                  <a:lnTo>
                    <a:pt x="27939" y="377189"/>
                  </a:lnTo>
                  <a:lnTo>
                    <a:pt x="27939" y="368300"/>
                  </a:lnTo>
                  <a:close/>
                </a:path>
                <a:path w="27939" h="692150">
                  <a:moveTo>
                    <a:pt x="27939" y="377189"/>
                  </a:moveTo>
                  <a:lnTo>
                    <a:pt x="0" y="377189"/>
                  </a:lnTo>
                  <a:lnTo>
                    <a:pt x="0" y="380999"/>
                  </a:lnTo>
                  <a:lnTo>
                    <a:pt x="27939" y="380999"/>
                  </a:lnTo>
                  <a:lnTo>
                    <a:pt x="27939" y="377189"/>
                  </a:lnTo>
                  <a:close/>
                </a:path>
                <a:path w="27939" h="692150">
                  <a:moveTo>
                    <a:pt x="27939" y="381000"/>
                  </a:moveTo>
                  <a:lnTo>
                    <a:pt x="0" y="381000"/>
                  </a:lnTo>
                  <a:lnTo>
                    <a:pt x="0" y="387349"/>
                  </a:lnTo>
                  <a:lnTo>
                    <a:pt x="27939" y="387349"/>
                  </a:lnTo>
                  <a:lnTo>
                    <a:pt x="27939" y="381000"/>
                  </a:lnTo>
                  <a:close/>
                </a:path>
                <a:path w="27939" h="692150">
                  <a:moveTo>
                    <a:pt x="27939" y="387350"/>
                  </a:moveTo>
                  <a:lnTo>
                    <a:pt x="0" y="387350"/>
                  </a:lnTo>
                  <a:lnTo>
                    <a:pt x="0" y="406399"/>
                  </a:lnTo>
                  <a:lnTo>
                    <a:pt x="27939" y="406399"/>
                  </a:lnTo>
                  <a:lnTo>
                    <a:pt x="27939" y="387350"/>
                  </a:lnTo>
                  <a:close/>
                </a:path>
                <a:path w="27939" h="692150">
                  <a:moveTo>
                    <a:pt x="27939" y="406399"/>
                  </a:moveTo>
                  <a:lnTo>
                    <a:pt x="0" y="406399"/>
                  </a:lnTo>
                  <a:lnTo>
                    <a:pt x="0" y="408939"/>
                  </a:lnTo>
                  <a:lnTo>
                    <a:pt x="27939" y="408939"/>
                  </a:lnTo>
                  <a:lnTo>
                    <a:pt x="27939" y="406399"/>
                  </a:lnTo>
                  <a:close/>
                </a:path>
                <a:path w="27939" h="692150">
                  <a:moveTo>
                    <a:pt x="27939" y="408939"/>
                  </a:moveTo>
                  <a:lnTo>
                    <a:pt x="0" y="408939"/>
                  </a:lnTo>
                  <a:lnTo>
                    <a:pt x="0" y="412749"/>
                  </a:lnTo>
                  <a:lnTo>
                    <a:pt x="27939" y="412749"/>
                  </a:lnTo>
                  <a:lnTo>
                    <a:pt x="27939" y="408939"/>
                  </a:lnTo>
                  <a:close/>
                </a:path>
                <a:path w="27939" h="692150">
                  <a:moveTo>
                    <a:pt x="27939" y="412749"/>
                  </a:moveTo>
                  <a:lnTo>
                    <a:pt x="0" y="412749"/>
                  </a:lnTo>
                  <a:lnTo>
                    <a:pt x="0" y="415289"/>
                  </a:lnTo>
                  <a:lnTo>
                    <a:pt x="27939" y="415289"/>
                  </a:lnTo>
                  <a:lnTo>
                    <a:pt x="27939" y="412749"/>
                  </a:lnTo>
                  <a:close/>
                </a:path>
                <a:path w="27939" h="692150">
                  <a:moveTo>
                    <a:pt x="27939" y="415289"/>
                  </a:moveTo>
                  <a:lnTo>
                    <a:pt x="0" y="415289"/>
                  </a:lnTo>
                  <a:lnTo>
                    <a:pt x="0" y="419099"/>
                  </a:lnTo>
                  <a:lnTo>
                    <a:pt x="27939" y="419099"/>
                  </a:lnTo>
                  <a:lnTo>
                    <a:pt x="27939" y="415289"/>
                  </a:lnTo>
                  <a:close/>
                </a:path>
                <a:path w="27939" h="692150">
                  <a:moveTo>
                    <a:pt x="27939" y="419099"/>
                  </a:moveTo>
                  <a:lnTo>
                    <a:pt x="0" y="419099"/>
                  </a:lnTo>
                  <a:lnTo>
                    <a:pt x="0" y="425449"/>
                  </a:lnTo>
                  <a:lnTo>
                    <a:pt x="27939" y="425449"/>
                  </a:lnTo>
                  <a:lnTo>
                    <a:pt x="27939" y="419099"/>
                  </a:lnTo>
                  <a:close/>
                </a:path>
                <a:path w="27939" h="692150">
                  <a:moveTo>
                    <a:pt x="27939" y="425449"/>
                  </a:moveTo>
                  <a:lnTo>
                    <a:pt x="0" y="425449"/>
                  </a:lnTo>
                  <a:lnTo>
                    <a:pt x="0" y="427989"/>
                  </a:lnTo>
                  <a:lnTo>
                    <a:pt x="27939" y="427989"/>
                  </a:lnTo>
                  <a:lnTo>
                    <a:pt x="27939" y="425449"/>
                  </a:lnTo>
                  <a:close/>
                </a:path>
                <a:path w="27939" h="692150">
                  <a:moveTo>
                    <a:pt x="27939" y="427989"/>
                  </a:moveTo>
                  <a:lnTo>
                    <a:pt x="0" y="427989"/>
                  </a:lnTo>
                  <a:lnTo>
                    <a:pt x="0" y="431799"/>
                  </a:lnTo>
                  <a:lnTo>
                    <a:pt x="27939" y="431799"/>
                  </a:lnTo>
                  <a:lnTo>
                    <a:pt x="27939" y="427989"/>
                  </a:lnTo>
                  <a:close/>
                </a:path>
                <a:path w="27939" h="692150">
                  <a:moveTo>
                    <a:pt x="27939" y="431799"/>
                  </a:moveTo>
                  <a:lnTo>
                    <a:pt x="0" y="431799"/>
                  </a:lnTo>
                  <a:lnTo>
                    <a:pt x="0" y="434339"/>
                  </a:lnTo>
                  <a:lnTo>
                    <a:pt x="27939" y="434339"/>
                  </a:lnTo>
                  <a:lnTo>
                    <a:pt x="27939" y="431799"/>
                  </a:lnTo>
                  <a:close/>
                </a:path>
                <a:path w="27939" h="692150">
                  <a:moveTo>
                    <a:pt x="27939" y="434339"/>
                  </a:moveTo>
                  <a:lnTo>
                    <a:pt x="0" y="434339"/>
                  </a:lnTo>
                  <a:lnTo>
                    <a:pt x="0" y="438149"/>
                  </a:lnTo>
                  <a:lnTo>
                    <a:pt x="27939" y="438149"/>
                  </a:lnTo>
                  <a:lnTo>
                    <a:pt x="27939" y="434339"/>
                  </a:lnTo>
                  <a:close/>
                </a:path>
                <a:path w="27939" h="692150">
                  <a:moveTo>
                    <a:pt x="27939" y="438150"/>
                  </a:moveTo>
                  <a:lnTo>
                    <a:pt x="0" y="438150"/>
                  </a:lnTo>
                  <a:lnTo>
                    <a:pt x="0" y="444499"/>
                  </a:lnTo>
                  <a:lnTo>
                    <a:pt x="27939" y="444499"/>
                  </a:lnTo>
                  <a:lnTo>
                    <a:pt x="27939" y="438150"/>
                  </a:lnTo>
                  <a:close/>
                </a:path>
                <a:path w="27939" h="692150">
                  <a:moveTo>
                    <a:pt x="27939" y="444499"/>
                  </a:moveTo>
                  <a:lnTo>
                    <a:pt x="0" y="444499"/>
                  </a:lnTo>
                  <a:lnTo>
                    <a:pt x="0" y="450849"/>
                  </a:lnTo>
                  <a:lnTo>
                    <a:pt x="27939" y="450849"/>
                  </a:lnTo>
                  <a:lnTo>
                    <a:pt x="27939" y="444499"/>
                  </a:lnTo>
                  <a:close/>
                </a:path>
                <a:path w="27939" h="692150">
                  <a:moveTo>
                    <a:pt x="27939" y="450850"/>
                  </a:moveTo>
                  <a:lnTo>
                    <a:pt x="0" y="450850"/>
                  </a:lnTo>
                  <a:lnTo>
                    <a:pt x="0" y="469899"/>
                  </a:lnTo>
                  <a:lnTo>
                    <a:pt x="27939" y="469899"/>
                  </a:lnTo>
                  <a:lnTo>
                    <a:pt x="27939" y="450850"/>
                  </a:lnTo>
                  <a:close/>
                </a:path>
                <a:path w="27939" h="692150">
                  <a:moveTo>
                    <a:pt x="27939" y="469899"/>
                  </a:moveTo>
                  <a:lnTo>
                    <a:pt x="0" y="469899"/>
                  </a:lnTo>
                  <a:lnTo>
                    <a:pt x="0" y="478789"/>
                  </a:lnTo>
                  <a:lnTo>
                    <a:pt x="27939" y="478789"/>
                  </a:lnTo>
                  <a:lnTo>
                    <a:pt x="27939" y="469899"/>
                  </a:lnTo>
                  <a:close/>
                </a:path>
                <a:path w="27939" h="692150">
                  <a:moveTo>
                    <a:pt x="27939" y="478789"/>
                  </a:moveTo>
                  <a:lnTo>
                    <a:pt x="0" y="478789"/>
                  </a:lnTo>
                  <a:lnTo>
                    <a:pt x="0" y="482599"/>
                  </a:lnTo>
                  <a:lnTo>
                    <a:pt x="27939" y="482599"/>
                  </a:lnTo>
                  <a:lnTo>
                    <a:pt x="27939" y="478789"/>
                  </a:lnTo>
                  <a:close/>
                </a:path>
                <a:path w="27939" h="692150">
                  <a:moveTo>
                    <a:pt x="27939" y="482599"/>
                  </a:moveTo>
                  <a:lnTo>
                    <a:pt x="0" y="482599"/>
                  </a:lnTo>
                  <a:lnTo>
                    <a:pt x="0" y="485139"/>
                  </a:lnTo>
                  <a:lnTo>
                    <a:pt x="27939" y="485139"/>
                  </a:lnTo>
                  <a:lnTo>
                    <a:pt x="27939" y="482599"/>
                  </a:lnTo>
                  <a:close/>
                </a:path>
                <a:path w="27939" h="692150">
                  <a:moveTo>
                    <a:pt x="27939" y="485139"/>
                  </a:moveTo>
                  <a:lnTo>
                    <a:pt x="0" y="485139"/>
                  </a:lnTo>
                  <a:lnTo>
                    <a:pt x="0" y="488949"/>
                  </a:lnTo>
                  <a:lnTo>
                    <a:pt x="27939" y="488949"/>
                  </a:lnTo>
                  <a:lnTo>
                    <a:pt x="27939" y="485139"/>
                  </a:lnTo>
                  <a:close/>
                </a:path>
                <a:path w="27939" h="692150">
                  <a:moveTo>
                    <a:pt x="27939" y="488950"/>
                  </a:moveTo>
                  <a:lnTo>
                    <a:pt x="0" y="488950"/>
                  </a:lnTo>
                  <a:lnTo>
                    <a:pt x="0" y="497839"/>
                  </a:lnTo>
                  <a:lnTo>
                    <a:pt x="27939" y="497839"/>
                  </a:lnTo>
                  <a:lnTo>
                    <a:pt x="27939" y="488950"/>
                  </a:lnTo>
                  <a:close/>
                </a:path>
                <a:path w="27939" h="692150">
                  <a:moveTo>
                    <a:pt x="27939" y="497840"/>
                  </a:moveTo>
                  <a:lnTo>
                    <a:pt x="0" y="497840"/>
                  </a:lnTo>
                  <a:lnTo>
                    <a:pt x="0" y="501649"/>
                  </a:lnTo>
                  <a:lnTo>
                    <a:pt x="27939" y="501649"/>
                  </a:lnTo>
                  <a:lnTo>
                    <a:pt x="27939" y="497840"/>
                  </a:lnTo>
                  <a:close/>
                </a:path>
                <a:path w="27939" h="692150">
                  <a:moveTo>
                    <a:pt x="27939" y="501650"/>
                  </a:moveTo>
                  <a:lnTo>
                    <a:pt x="0" y="501650"/>
                  </a:lnTo>
                  <a:lnTo>
                    <a:pt x="0" y="504189"/>
                  </a:lnTo>
                  <a:lnTo>
                    <a:pt x="27939" y="504189"/>
                  </a:lnTo>
                  <a:lnTo>
                    <a:pt x="27939" y="501650"/>
                  </a:lnTo>
                  <a:close/>
                </a:path>
                <a:path w="27939" h="692150">
                  <a:moveTo>
                    <a:pt x="27939" y="504189"/>
                  </a:moveTo>
                  <a:lnTo>
                    <a:pt x="0" y="504189"/>
                  </a:lnTo>
                  <a:lnTo>
                    <a:pt x="0" y="510539"/>
                  </a:lnTo>
                  <a:lnTo>
                    <a:pt x="27939" y="510539"/>
                  </a:lnTo>
                  <a:lnTo>
                    <a:pt x="27939" y="504189"/>
                  </a:lnTo>
                  <a:close/>
                </a:path>
                <a:path w="27939" h="692150">
                  <a:moveTo>
                    <a:pt x="27939" y="510539"/>
                  </a:moveTo>
                  <a:lnTo>
                    <a:pt x="0" y="510539"/>
                  </a:lnTo>
                  <a:lnTo>
                    <a:pt x="0" y="514349"/>
                  </a:lnTo>
                  <a:lnTo>
                    <a:pt x="27939" y="514349"/>
                  </a:lnTo>
                  <a:lnTo>
                    <a:pt x="27939" y="510539"/>
                  </a:lnTo>
                  <a:close/>
                </a:path>
                <a:path w="27939" h="692150">
                  <a:moveTo>
                    <a:pt x="27939" y="514349"/>
                  </a:moveTo>
                  <a:lnTo>
                    <a:pt x="0" y="514349"/>
                  </a:lnTo>
                  <a:lnTo>
                    <a:pt x="0" y="516889"/>
                  </a:lnTo>
                  <a:lnTo>
                    <a:pt x="27939" y="516889"/>
                  </a:lnTo>
                  <a:lnTo>
                    <a:pt x="27939" y="514349"/>
                  </a:lnTo>
                  <a:close/>
                </a:path>
                <a:path w="27939" h="692150">
                  <a:moveTo>
                    <a:pt x="27939" y="516889"/>
                  </a:moveTo>
                  <a:lnTo>
                    <a:pt x="0" y="516889"/>
                  </a:lnTo>
                  <a:lnTo>
                    <a:pt x="0" y="523239"/>
                  </a:lnTo>
                  <a:lnTo>
                    <a:pt x="27939" y="523239"/>
                  </a:lnTo>
                  <a:lnTo>
                    <a:pt x="27939" y="516889"/>
                  </a:lnTo>
                  <a:close/>
                </a:path>
                <a:path w="27939" h="692150">
                  <a:moveTo>
                    <a:pt x="27939" y="523239"/>
                  </a:moveTo>
                  <a:lnTo>
                    <a:pt x="0" y="523239"/>
                  </a:lnTo>
                  <a:lnTo>
                    <a:pt x="0" y="529589"/>
                  </a:lnTo>
                  <a:lnTo>
                    <a:pt x="27939" y="529589"/>
                  </a:lnTo>
                  <a:lnTo>
                    <a:pt x="27939" y="523239"/>
                  </a:lnTo>
                  <a:close/>
                </a:path>
                <a:path w="27939" h="692150">
                  <a:moveTo>
                    <a:pt x="27939" y="529589"/>
                  </a:moveTo>
                  <a:lnTo>
                    <a:pt x="0" y="529589"/>
                  </a:lnTo>
                  <a:lnTo>
                    <a:pt x="0" y="535939"/>
                  </a:lnTo>
                  <a:lnTo>
                    <a:pt x="27939" y="535939"/>
                  </a:lnTo>
                  <a:lnTo>
                    <a:pt x="27939" y="529589"/>
                  </a:lnTo>
                  <a:close/>
                </a:path>
                <a:path w="27939" h="692150">
                  <a:moveTo>
                    <a:pt x="27939" y="535939"/>
                  </a:moveTo>
                  <a:lnTo>
                    <a:pt x="0" y="535939"/>
                  </a:lnTo>
                  <a:lnTo>
                    <a:pt x="0" y="539749"/>
                  </a:lnTo>
                  <a:lnTo>
                    <a:pt x="27939" y="539749"/>
                  </a:lnTo>
                  <a:lnTo>
                    <a:pt x="27939" y="535939"/>
                  </a:lnTo>
                  <a:close/>
                </a:path>
                <a:path w="27939" h="692150">
                  <a:moveTo>
                    <a:pt x="27939" y="539749"/>
                  </a:moveTo>
                  <a:lnTo>
                    <a:pt x="0" y="539749"/>
                  </a:lnTo>
                  <a:lnTo>
                    <a:pt x="0" y="542289"/>
                  </a:lnTo>
                  <a:lnTo>
                    <a:pt x="27939" y="542289"/>
                  </a:lnTo>
                  <a:lnTo>
                    <a:pt x="27939" y="539749"/>
                  </a:lnTo>
                  <a:close/>
                </a:path>
                <a:path w="27939" h="692150">
                  <a:moveTo>
                    <a:pt x="27939" y="542289"/>
                  </a:moveTo>
                  <a:lnTo>
                    <a:pt x="0" y="542289"/>
                  </a:lnTo>
                  <a:lnTo>
                    <a:pt x="0" y="552449"/>
                  </a:lnTo>
                  <a:lnTo>
                    <a:pt x="27939" y="552449"/>
                  </a:lnTo>
                  <a:lnTo>
                    <a:pt x="27939" y="542289"/>
                  </a:lnTo>
                  <a:close/>
                </a:path>
                <a:path w="27939" h="692150">
                  <a:moveTo>
                    <a:pt x="27939" y="552450"/>
                  </a:moveTo>
                  <a:lnTo>
                    <a:pt x="0" y="552450"/>
                  </a:lnTo>
                  <a:lnTo>
                    <a:pt x="0" y="561339"/>
                  </a:lnTo>
                  <a:lnTo>
                    <a:pt x="27939" y="561339"/>
                  </a:lnTo>
                  <a:lnTo>
                    <a:pt x="27939" y="552450"/>
                  </a:lnTo>
                  <a:close/>
                </a:path>
                <a:path w="27939" h="692150">
                  <a:moveTo>
                    <a:pt x="27939" y="561339"/>
                  </a:moveTo>
                  <a:lnTo>
                    <a:pt x="0" y="561339"/>
                  </a:lnTo>
                  <a:lnTo>
                    <a:pt x="0" y="571499"/>
                  </a:lnTo>
                  <a:lnTo>
                    <a:pt x="27939" y="571499"/>
                  </a:lnTo>
                  <a:lnTo>
                    <a:pt x="27939" y="561339"/>
                  </a:lnTo>
                  <a:close/>
                </a:path>
                <a:path w="27939" h="692150">
                  <a:moveTo>
                    <a:pt x="27939" y="571500"/>
                  </a:moveTo>
                  <a:lnTo>
                    <a:pt x="0" y="571500"/>
                  </a:lnTo>
                  <a:lnTo>
                    <a:pt x="0" y="580389"/>
                  </a:lnTo>
                  <a:lnTo>
                    <a:pt x="27939" y="580389"/>
                  </a:lnTo>
                  <a:lnTo>
                    <a:pt x="27939" y="571500"/>
                  </a:lnTo>
                  <a:close/>
                </a:path>
                <a:path w="27939" h="692150">
                  <a:moveTo>
                    <a:pt x="27939" y="580389"/>
                  </a:moveTo>
                  <a:lnTo>
                    <a:pt x="0" y="580389"/>
                  </a:lnTo>
                  <a:lnTo>
                    <a:pt x="0" y="584199"/>
                  </a:lnTo>
                  <a:lnTo>
                    <a:pt x="27939" y="584199"/>
                  </a:lnTo>
                  <a:lnTo>
                    <a:pt x="27939" y="580389"/>
                  </a:lnTo>
                  <a:close/>
                </a:path>
                <a:path w="27939" h="692150">
                  <a:moveTo>
                    <a:pt x="27939" y="584200"/>
                  </a:moveTo>
                  <a:lnTo>
                    <a:pt x="0" y="584200"/>
                  </a:lnTo>
                  <a:lnTo>
                    <a:pt x="0" y="586739"/>
                  </a:lnTo>
                  <a:lnTo>
                    <a:pt x="27939" y="586739"/>
                  </a:lnTo>
                  <a:lnTo>
                    <a:pt x="27939" y="584200"/>
                  </a:lnTo>
                  <a:close/>
                </a:path>
                <a:path w="27939" h="692150">
                  <a:moveTo>
                    <a:pt x="27939" y="586740"/>
                  </a:moveTo>
                  <a:lnTo>
                    <a:pt x="0" y="586740"/>
                  </a:lnTo>
                  <a:lnTo>
                    <a:pt x="0" y="590549"/>
                  </a:lnTo>
                  <a:lnTo>
                    <a:pt x="27939" y="590549"/>
                  </a:lnTo>
                  <a:lnTo>
                    <a:pt x="27939" y="586740"/>
                  </a:lnTo>
                  <a:close/>
                </a:path>
                <a:path w="27939" h="692150">
                  <a:moveTo>
                    <a:pt x="27939" y="590549"/>
                  </a:moveTo>
                  <a:lnTo>
                    <a:pt x="0" y="590549"/>
                  </a:lnTo>
                  <a:lnTo>
                    <a:pt x="0" y="593089"/>
                  </a:lnTo>
                  <a:lnTo>
                    <a:pt x="27939" y="593089"/>
                  </a:lnTo>
                  <a:lnTo>
                    <a:pt x="27939" y="590549"/>
                  </a:lnTo>
                  <a:close/>
                </a:path>
                <a:path w="27939" h="692150">
                  <a:moveTo>
                    <a:pt x="27939" y="593089"/>
                  </a:moveTo>
                  <a:lnTo>
                    <a:pt x="0" y="593089"/>
                  </a:lnTo>
                  <a:lnTo>
                    <a:pt x="0" y="596899"/>
                  </a:lnTo>
                  <a:lnTo>
                    <a:pt x="27939" y="596899"/>
                  </a:lnTo>
                  <a:lnTo>
                    <a:pt x="27939" y="593089"/>
                  </a:lnTo>
                  <a:close/>
                </a:path>
                <a:path w="27939" h="692150">
                  <a:moveTo>
                    <a:pt x="27939" y="596899"/>
                  </a:moveTo>
                  <a:lnTo>
                    <a:pt x="0" y="596899"/>
                  </a:lnTo>
                  <a:lnTo>
                    <a:pt x="0" y="599439"/>
                  </a:lnTo>
                  <a:lnTo>
                    <a:pt x="27939" y="599439"/>
                  </a:lnTo>
                  <a:lnTo>
                    <a:pt x="27939" y="596899"/>
                  </a:lnTo>
                  <a:close/>
                </a:path>
                <a:path w="27939" h="692150">
                  <a:moveTo>
                    <a:pt x="27939" y="599439"/>
                  </a:moveTo>
                  <a:lnTo>
                    <a:pt x="0" y="599439"/>
                  </a:lnTo>
                  <a:lnTo>
                    <a:pt x="0" y="603249"/>
                  </a:lnTo>
                  <a:lnTo>
                    <a:pt x="27939" y="603249"/>
                  </a:lnTo>
                  <a:lnTo>
                    <a:pt x="27939" y="599439"/>
                  </a:lnTo>
                  <a:close/>
                </a:path>
                <a:path w="27939" h="692150">
                  <a:moveTo>
                    <a:pt x="27939" y="603249"/>
                  </a:moveTo>
                  <a:lnTo>
                    <a:pt x="0" y="603249"/>
                  </a:lnTo>
                  <a:lnTo>
                    <a:pt x="0" y="609599"/>
                  </a:lnTo>
                  <a:lnTo>
                    <a:pt x="27939" y="609599"/>
                  </a:lnTo>
                  <a:lnTo>
                    <a:pt x="27939" y="603249"/>
                  </a:lnTo>
                  <a:close/>
                </a:path>
                <a:path w="27939" h="692150">
                  <a:moveTo>
                    <a:pt x="27939" y="609599"/>
                  </a:moveTo>
                  <a:lnTo>
                    <a:pt x="0" y="609599"/>
                  </a:lnTo>
                  <a:lnTo>
                    <a:pt x="0" y="615949"/>
                  </a:lnTo>
                  <a:lnTo>
                    <a:pt x="27939" y="615949"/>
                  </a:lnTo>
                  <a:lnTo>
                    <a:pt x="27939" y="609599"/>
                  </a:lnTo>
                  <a:close/>
                </a:path>
                <a:path w="27939" h="692150">
                  <a:moveTo>
                    <a:pt x="27939" y="615949"/>
                  </a:moveTo>
                  <a:lnTo>
                    <a:pt x="0" y="615949"/>
                  </a:lnTo>
                  <a:lnTo>
                    <a:pt x="0" y="618489"/>
                  </a:lnTo>
                  <a:lnTo>
                    <a:pt x="27939" y="618489"/>
                  </a:lnTo>
                  <a:lnTo>
                    <a:pt x="27939" y="615949"/>
                  </a:lnTo>
                  <a:close/>
                </a:path>
                <a:path w="27939" h="692150">
                  <a:moveTo>
                    <a:pt x="27939" y="618489"/>
                  </a:moveTo>
                  <a:lnTo>
                    <a:pt x="0" y="618489"/>
                  </a:lnTo>
                  <a:lnTo>
                    <a:pt x="0" y="622299"/>
                  </a:lnTo>
                  <a:lnTo>
                    <a:pt x="27939" y="622299"/>
                  </a:lnTo>
                  <a:lnTo>
                    <a:pt x="27939" y="618489"/>
                  </a:lnTo>
                  <a:close/>
                </a:path>
                <a:path w="27939" h="692150">
                  <a:moveTo>
                    <a:pt x="27939" y="622300"/>
                  </a:moveTo>
                  <a:lnTo>
                    <a:pt x="0" y="622300"/>
                  </a:lnTo>
                  <a:lnTo>
                    <a:pt x="0" y="624839"/>
                  </a:lnTo>
                  <a:lnTo>
                    <a:pt x="27939" y="624839"/>
                  </a:lnTo>
                  <a:lnTo>
                    <a:pt x="27939" y="622300"/>
                  </a:lnTo>
                  <a:close/>
                </a:path>
                <a:path w="27939" h="692150">
                  <a:moveTo>
                    <a:pt x="27939" y="624839"/>
                  </a:moveTo>
                  <a:lnTo>
                    <a:pt x="0" y="624839"/>
                  </a:lnTo>
                  <a:lnTo>
                    <a:pt x="0" y="631189"/>
                  </a:lnTo>
                  <a:lnTo>
                    <a:pt x="27939" y="631189"/>
                  </a:lnTo>
                  <a:lnTo>
                    <a:pt x="27939" y="624839"/>
                  </a:lnTo>
                  <a:close/>
                </a:path>
                <a:path w="27939" h="692150">
                  <a:moveTo>
                    <a:pt x="27939" y="631189"/>
                  </a:moveTo>
                  <a:lnTo>
                    <a:pt x="0" y="631189"/>
                  </a:lnTo>
                  <a:lnTo>
                    <a:pt x="0" y="634999"/>
                  </a:lnTo>
                  <a:lnTo>
                    <a:pt x="27939" y="634999"/>
                  </a:lnTo>
                  <a:lnTo>
                    <a:pt x="27939" y="631189"/>
                  </a:lnTo>
                  <a:close/>
                </a:path>
                <a:path w="27939" h="692150">
                  <a:moveTo>
                    <a:pt x="27939" y="635000"/>
                  </a:moveTo>
                  <a:lnTo>
                    <a:pt x="0" y="635000"/>
                  </a:lnTo>
                  <a:lnTo>
                    <a:pt x="0" y="637539"/>
                  </a:lnTo>
                  <a:lnTo>
                    <a:pt x="27939" y="637539"/>
                  </a:lnTo>
                  <a:lnTo>
                    <a:pt x="27939" y="635000"/>
                  </a:lnTo>
                  <a:close/>
                </a:path>
                <a:path w="27939" h="692150">
                  <a:moveTo>
                    <a:pt x="27939" y="637539"/>
                  </a:moveTo>
                  <a:lnTo>
                    <a:pt x="0" y="637539"/>
                  </a:lnTo>
                  <a:lnTo>
                    <a:pt x="0" y="641349"/>
                  </a:lnTo>
                  <a:lnTo>
                    <a:pt x="27939" y="641349"/>
                  </a:lnTo>
                  <a:lnTo>
                    <a:pt x="27939" y="637539"/>
                  </a:lnTo>
                  <a:close/>
                </a:path>
                <a:path w="27939" h="692150">
                  <a:moveTo>
                    <a:pt x="27939" y="641349"/>
                  </a:moveTo>
                  <a:lnTo>
                    <a:pt x="0" y="641349"/>
                  </a:lnTo>
                  <a:lnTo>
                    <a:pt x="0" y="643889"/>
                  </a:lnTo>
                  <a:lnTo>
                    <a:pt x="27939" y="643889"/>
                  </a:lnTo>
                  <a:lnTo>
                    <a:pt x="27939" y="641349"/>
                  </a:lnTo>
                  <a:close/>
                </a:path>
                <a:path w="27939" h="692150">
                  <a:moveTo>
                    <a:pt x="27939" y="643889"/>
                  </a:moveTo>
                  <a:lnTo>
                    <a:pt x="0" y="643889"/>
                  </a:lnTo>
                  <a:lnTo>
                    <a:pt x="0" y="650239"/>
                  </a:lnTo>
                  <a:lnTo>
                    <a:pt x="27939" y="650239"/>
                  </a:lnTo>
                  <a:lnTo>
                    <a:pt x="27939" y="643889"/>
                  </a:lnTo>
                  <a:close/>
                </a:path>
                <a:path w="27939" h="692150">
                  <a:moveTo>
                    <a:pt x="27939" y="650240"/>
                  </a:moveTo>
                  <a:lnTo>
                    <a:pt x="0" y="650240"/>
                  </a:lnTo>
                  <a:lnTo>
                    <a:pt x="0" y="654049"/>
                  </a:lnTo>
                  <a:lnTo>
                    <a:pt x="27939" y="654049"/>
                  </a:lnTo>
                  <a:lnTo>
                    <a:pt x="27939" y="650240"/>
                  </a:lnTo>
                  <a:close/>
                </a:path>
                <a:path w="27939" h="692150">
                  <a:moveTo>
                    <a:pt x="27939" y="654049"/>
                  </a:moveTo>
                  <a:lnTo>
                    <a:pt x="0" y="654049"/>
                  </a:lnTo>
                  <a:lnTo>
                    <a:pt x="0" y="656589"/>
                  </a:lnTo>
                  <a:lnTo>
                    <a:pt x="27939" y="656589"/>
                  </a:lnTo>
                  <a:lnTo>
                    <a:pt x="27939" y="654049"/>
                  </a:lnTo>
                  <a:close/>
                </a:path>
                <a:path w="27939" h="692150">
                  <a:moveTo>
                    <a:pt x="27939" y="656589"/>
                  </a:moveTo>
                  <a:lnTo>
                    <a:pt x="0" y="656589"/>
                  </a:lnTo>
                  <a:lnTo>
                    <a:pt x="0" y="660399"/>
                  </a:lnTo>
                  <a:lnTo>
                    <a:pt x="27939" y="660399"/>
                  </a:lnTo>
                  <a:lnTo>
                    <a:pt x="27939" y="656589"/>
                  </a:lnTo>
                  <a:close/>
                </a:path>
                <a:path w="27939" h="692150">
                  <a:moveTo>
                    <a:pt x="27939" y="660399"/>
                  </a:moveTo>
                  <a:lnTo>
                    <a:pt x="0" y="660399"/>
                  </a:lnTo>
                  <a:lnTo>
                    <a:pt x="0" y="662939"/>
                  </a:lnTo>
                  <a:lnTo>
                    <a:pt x="27939" y="662939"/>
                  </a:lnTo>
                  <a:lnTo>
                    <a:pt x="27939" y="660399"/>
                  </a:lnTo>
                  <a:close/>
                </a:path>
                <a:path w="27939" h="692150">
                  <a:moveTo>
                    <a:pt x="27939" y="662939"/>
                  </a:moveTo>
                  <a:lnTo>
                    <a:pt x="0" y="662939"/>
                  </a:lnTo>
                  <a:lnTo>
                    <a:pt x="0" y="666749"/>
                  </a:lnTo>
                  <a:lnTo>
                    <a:pt x="27939" y="666749"/>
                  </a:lnTo>
                  <a:lnTo>
                    <a:pt x="27939" y="662939"/>
                  </a:lnTo>
                  <a:close/>
                </a:path>
                <a:path w="27939" h="692150">
                  <a:moveTo>
                    <a:pt x="26669" y="666749"/>
                  </a:moveTo>
                  <a:lnTo>
                    <a:pt x="0" y="666749"/>
                  </a:lnTo>
                  <a:lnTo>
                    <a:pt x="0" y="669289"/>
                  </a:lnTo>
                  <a:lnTo>
                    <a:pt x="25400" y="669289"/>
                  </a:lnTo>
                  <a:lnTo>
                    <a:pt x="25400" y="668019"/>
                  </a:lnTo>
                  <a:lnTo>
                    <a:pt x="26669" y="668019"/>
                  </a:lnTo>
                  <a:lnTo>
                    <a:pt x="26669" y="666749"/>
                  </a:lnTo>
                  <a:close/>
                </a:path>
                <a:path w="27939" h="692150">
                  <a:moveTo>
                    <a:pt x="24130" y="669289"/>
                  </a:moveTo>
                  <a:lnTo>
                    <a:pt x="0" y="669289"/>
                  </a:lnTo>
                  <a:lnTo>
                    <a:pt x="0" y="673099"/>
                  </a:lnTo>
                  <a:lnTo>
                    <a:pt x="21589" y="673099"/>
                  </a:lnTo>
                  <a:lnTo>
                    <a:pt x="21589" y="671829"/>
                  </a:lnTo>
                  <a:lnTo>
                    <a:pt x="22860" y="671829"/>
                  </a:lnTo>
                  <a:lnTo>
                    <a:pt x="22860" y="670559"/>
                  </a:lnTo>
                  <a:lnTo>
                    <a:pt x="24130" y="670559"/>
                  </a:lnTo>
                  <a:lnTo>
                    <a:pt x="24130" y="669289"/>
                  </a:lnTo>
                  <a:close/>
                </a:path>
                <a:path w="27939" h="692150">
                  <a:moveTo>
                    <a:pt x="20320" y="673099"/>
                  </a:moveTo>
                  <a:lnTo>
                    <a:pt x="0" y="673099"/>
                  </a:lnTo>
                  <a:lnTo>
                    <a:pt x="0" y="675639"/>
                  </a:lnTo>
                  <a:lnTo>
                    <a:pt x="19050" y="675639"/>
                  </a:lnTo>
                  <a:lnTo>
                    <a:pt x="19050" y="674369"/>
                  </a:lnTo>
                  <a:lnTo>
                    <a:pt x="20320" y="674369"/>
                  </a:lnTo>
                  <a:lnTo>
                    <a:pt x="20320" y="673099"/>
                  </a:lnTo>
                  <a:close/>
                </a:path>
                <a:path w="27939" h="692150">
                  <a:moveTo>
                    <a:pt x="17780" y="675639"/>
                  </a:moveTo>
                  <a:lnTo>
                    <a:pt x="0" y="675639"/>
                  </a:lnTo>
                  <a:lnTo>
                    <a:pt x="0" y="679449"/>
                  </a:lnTo>
                  <a:lnTo>
                    <a:pt x="15239" y="679449"/>
                  </a:lnTo>
                  <a:lnTo>
                    <a:pt x="15239" y="678179"/>
                  </a:lnTo>
                  <a:lnTo>
                    <a:pt x="16510" y="678179"/>
                  </a:lnTo>
                  <a:lnTo>
                    <a:pt x="16510" y="676909"/>
                  </a:lnTo>
                  <a:lnTo>
                    <a:pt x="17780" y="676909"/>
                  </a:lnTo>
                  <a:lnTo>
                    <a:pt x="17780" y="675639"/>
                  </a:lnTo>
                  <a:close/>
                </a:path>
                <a:path w="27939" h="692150">
                  <a:moveTo>
                    <a:pt x="12700" y="679449"/>
                  </a:moveTo>
                  <a:lnTo>
                    <a:pt x="0" y="679449"/>
                  </a:lnTo>
                  <a:lnTo>
                    <a:pt x="0" y="681989"/>
                  </a:lnTo>
                  <a:lnTo>
                    <a:pt x="11430" y="681989"/>
                  </a:lnTo>
                  <a:lnTo>
                    <a:pt x="11430" y="680719"/>
                  </a:lnTo>
                  <a:lnTo>
                    <a:pt x="12700" y="680719"/>
                  </a:lnTo>
                  <a:lnTo>
                    <a:pt x="12700" y="679449"/>
                  </a:lnTo>
                  <a:close/>
                </a:path>
                <a:path w="27939" h="692150">
                  <a:moveTo>
                    <a:pt x="10160" y="681989"/>
                  </a:moveTo>
                  <a:lnTo>
                    <a:pt x="0" y="681989"/>
                  </a:lnTo>
                  <a:lnTo>
                    <a:pt x="0" y="685799"/>
                  </a:lnTo>
                  <a:lnTo>
                    <a:pt x="7620" y="685799"/>
                  </a:lnTo>
                  <a:lnTo>
                    <a:pt x="7620" y="684529"/>
                  </a:lnTo>
                  <a:lnTo>
                    <a:pt x="8889" y="684529"/>
                  </a:lnTo>
                  <a:lnTo>
                    <a:pt x="8889" y="683259"/>
                  </a:lnTo>
                  <a:lnTo>
                    <a:pt x="10160" y="683259"/>
                  </a:lnTo>
                  <a:lnTo>
                    <a:pt x="10160" y="681989"/>
                  </a:lnTo>
                  <a:close/>
                </a:path>
                <a:path w="27939" h="692150">
                  <a:moveTo>
                    <a:pt x="6350" y="685799"/>
                  </a:moveTo>
                  <a:lnTo>
                    <a:pt x="0" y="685799"/>
                  </a:lnTo>
                  <a:lnTo>
                    <a:pt x="0" y="688339"/>
                  </a:lnTo>
                  <a:lnTo>
                    <a:pt x="5080" y="688339"/>
                  </a:lnTo>
                  <a:lnTo>
                    <a:pt x="5080" y="687069"/>
                  </a:lnTo>
                  <a:lnTo>
                    <a:pt x="6350" y="687069"/>
                  </a:lnTo>
                  <a:lnTo>
                    <a:pt x="6350" y="685799"/>
                  </a:lnTo>
                  <a:close/>
                </a:path>
                <a:path w="27939" h="692150">
                  <a:moveTo>
                    <a:pt x="3810" y="688339"/>
                  </a:moveTo>
                  <a:lnTo>
                    <a:pt x="0" y="688339"/>
                  </a:lnTo>
                  <a:lnTo>
                    <a:pt x="0" y="692149"/>
                  </a:lnTo>
                  <a:lnTo>
                    <a:pt x="1270" y="692149"/>
                  </a:lnTo>
                  <a:lnTo>
                    <a:pt x="1270" y="690879"/>
                  </a:lnTo>
                  <a:lnTo>
                    <a:pt x="2539" y="690879"/>
                  </a:lnTo>
                  <a:lnTo>
                    <a:pt x="2539" y="689609"/>
                  </a:lnTo>
                  <a:lnTo>
                    <a:pt x="3810" y="689609"/>
                  </a:lnTo>
                  <a:lnTo>
                    <a:pt x="3810" y="688339"/>
                  </a:lnTo>
                  <a:close/>
                </a:path>
              </a:pathLst>
            </a:custGeom>
            <a:solidFill>
              <a:srgbClr val="2D5B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7" name="object 3807"/>
            <p:cNvSpPr/>
            <p:nvPr/>
          </p:nvSpPr>
          <p:spPr>
            <a:xfrm>
              <a:off x="5453379" y="5038090"/>
              <a:ext cx="27940" cy="638810"/>
            </a:xfrm>
            <a:custGeom>
              <a:avLst/>
              <a:gdLst/>
              <a:ahLst/>
              <a:cxnLst/>
              <a:rect l="l" t="t" r="r" b="b"/>
              <a:pathLst>
                <a:path w="27939" h="638810">
                  <a:moveTo>
                    <a:pt x="1270" y="0"/>
                  </a:moveTo>
                  <a:lnTo>
                    <a:pt x="0" y="0"/>
                  </a:lnTo>
                  <a:lnTo>
                    <a:pt x="0" y="12699"/>
                  </a:lnTo>
                  <a:lnTo>
                    <a:pt x="13970" y="12699"/>
                  </a:lnTo>
                  <a:lnTo>
                    <a:pt x="13970" y="11429"/>
                  </a:lnTo>
                  <a:lnTo>
                    <a:pt x="12700" y="11429"/>
                  </a:lnTo>
                  <a:lnTo>
                    <a:pt x="12700" y="10159"/>
                  </a:lnTo>
                  <a:lnTo>
                    <a:pt x="11429" y="10159"/>
                  </a:lnTo>
                  <a:lnTo>
                    <a:pt x="11429" y="8889"/>
                  </a:lnTo>
                  <a:lnTo>
                    <a:pt x="10160" y="8889"/>
                  </a:lnTo>
                  <a:lnTo>
                    <a:pt x="10160" y="7619"/>
                  </a:lnTo>
                  <a:lnTo>
                    <a:pt x="8890" y="7619"/>
                  </a:lnTo>
                  <a:lnTo>
                    <a:pt x="8890" y="6349"/>
                  </a:lnTo>
                  <a:lnTo>
                    <a:pt x="7620" y="6349"/>
                  </a:lnTo>
                  <a:lnTo>
                    <a:pt x="7620" y="5079"/>
                  </a:lnTo>
                  <a:lnTo>
                    <a:pt x="5079" y="5079"/>
                  </a:lnTo>
                  <a:lnTo>
                    <a:pt x="5079" y="3809"/>
                  </a:lnTo>
                  <a:lnTo>
                    <a:pt x="3810" y="3809"/>
                  </a:lnTo>
                  <a:lnTo>
                    <a:pt x="3810" y="2539"/>
                  </a:lnTo>
                  <a:lnTo>
                    <a:pt x="2540" y="2539"/>
                  </a:lnTo>
                  <a:lnTo>
                    <a:pt x="254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27939" h="638810">
                  <a:moveTo>
                    <a:pt x="15240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20320" y="19049"/>
                  </a:lnTo>
                  <a:lnTo>
                    <a:pt x="20320" y="17779"/>
                  </a:lnTo>
                  <a:lnTo>
                    <a:pt x="19050" y="17779"/>
                  </a:lnTo>
                  <a:lnTo>
                    <a:pt x="19050" y="16509"/>
                  </a:lnTo>
                  <a:lnTo>
                    <a:pt x="17779" y="16509"/>
                  </a:lnTo>
                  <a:lnTo>
                    <a:pt x="17779" y="15239"/>
                  </a:lnTo>
                  <a:lnTo>
                    <a:pt x="16510" y="15239"/>
                  </a:lnTo>
                  <a:lnTo>
                    <a:pt x="16510" y="13969"/>
                  </a:lnTo>
                  <a:lnTo>
                    <a:pt x="15240" y="13969"/>
                  </a:lnTo>
                  <a:lnTo>
                    <a:pt x="15240" y="12699"/>
                  </a:lnTo>
                  <a:close/>
                </a:path>
                <a:path w="27939" h="638810">
                  <a:moveTo>
                    <a:pt x="21590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26670" y="25399"/>
                  </a:lnTo>
                  <a:lnTo>
                    <a:pt x="26670" y="24129"/>
                  </a:lnTo>
                  <a:lnTo>
                    <a:pt x="25400" y="24129"/>
                  </a:lnTo>
                  <a:lnTo>
                    <a:pt x="25400" y="22859"/>
                  </a:lnTo>
                  <a:lnTo>
                    <a:pt x="24129" y="22859"/>
                  </a:lnTo>
                  <a:lnTo>
                    <a:pt x="24129" y="21589"/>
                  </a:lnTo>
                  <a:lnTo>
                    <a:pt x="22860" y="21589"/>
                  </a:lnTo>
                  <a:lnTo>
                    <a:pt x="22860" y="20319"/>
                  </a:lnTo>
                  <a:lnTo>
                    <a:pt x="21590" y="20319"/>
                  </a:lnTo>
                  <a:lnTo>
                    <a:pt x="21590" y="19049"/>
                  </a:lnTo>
                  <a:close/>
                </a:path>
                <a:path w="27939" h="638810">
                  <a:moveTo>
                    <a:pt x="27940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27940" y="31749"/>
                  </a:lnTo>
                  <a:lnTo>
                    <a:pt x="27940" y="25399"/>
                  </a:lnTo>
                  <a:close/>
                </a:path>
                <a:path w="27939" h="638810">
                  <a:moveTo>
                    <a:pt x="27940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27940" y="38099"/>
                  </a:lnTo>
                  <a:lnTo>
                    <a:pt x="27940" y="31749"/>
                  </a:lnTo>
                  <a:close/>
                </a:path>
                <a:path w="27939" h="638810">
                  <a:moveTo>
                    <a:pt x="27940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27940" y="44449"/>
                  </a:lnTo>
                  <a:lnTo>
                    <a:pt x="27940" y="38099"/>
                  </a:lnTo>
                  <a:close/>
                </a:path>
                <a:path w="27939" h="638810">
                  <a:moveTo>
                    <a:pt x="27940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27940" y="50799"/>
                  </a:lnTo>
                  <a:lnTo>
                    <a:pt x="27940" y="44449"/>
                  </a:lnTo>
                  <a:close/>
                </a:path>
                <a:path w="27939" h="638810">
                  <a:moveTo>
                    <a:pt x="27940" y="50799"/>
                  </a:moveTo>
                  <a:lnTo>
                    <a:pt x="0" y="50799"/>
                  </a:lnTo>
                  <a:lnTo>
                    <a:pt x="0" y="57149"/>
                  </a:lnTo>
                  <a:lnTo>
                    <a:pt x="27940" y="57149"/>
                  </a:lnTo>
                  <a:lnTo>
                    <a:pt x="27940" y="50799"/>
                  </a:lnTo>
                  <a:close/>
                </a:path>
                <a:path w="27939" h="638810">
                  <a:moveTo>
                    <a:pt x="27940" y="57150"/>
                  </a:moveTo>
                  <a:lnTo>
                    <a:pt x="0" y="57150"/>
                  </a:lnTo>
                  <a:lnTo>
                    <a:pt x="0" y="63499"/>
                  </a:lnTo>
                  <a:lnTo>
                    <a:pt x="27940" y="63499"/>
                  </a:lnTo>
                  <a:lnTo>
                    <a:pt x="27940" y="57150"/>
                  </a:lnTo>
                  <a:close/>
                </a:path>
                <a:path w="27939" h="638810">
                  <a:moveTo>
                    <a:pt x="27940" y="63499"/>
                  </a:moveTo>
                  <a:lnTo>
                    <a:pt x="0" y="63499"/>
                  </a:lnTo>
                  <a:lnTo>
                    <a:pt x="0" y="76199"/>
                  </a:lnTo>
                  <a:lnTo>
                    <a:pt x="27940" y="76199"/>
                  </a:lnTo>
                  <a:lnTo>
                    <a:pt x="27940" y="63499"/>
                  </a:lnTo>
                  <a:close/>
                </a:path>
                <a:path w="27939" h="638810">
                  <a:moveTo>
                    <a:pt x="27940" y="76199"/>
                  </a:moveTo>
                  <a:lnTo>
                    <a:pt x="0" y="76199"/>
                  </a:lnTo>
                  <a:lnTo>
                    <a:pt x="0" y="82549"/>
                  </a:lnTo>
                  <a:lnTo>
                    <a:pt x="27940" y="82549"/>
                  </a:lnTo>
                  <a:lnTo>
                    <a:pt x="27940" y="76199"/>
                  </a:lnTo>
                  <a:close/>
                </a:path>
                <a:path w="27939" h="638810">
                  <a:moveTo>
                    <a:pt x="27940" y="82549"/>
                  </a:moveTo>
                  <a:lnTo>
                    <a:pt x="0" y="82549"/>
                  </a:lnTo>
                  <a:lnTo>
                    <a:pt x="0" y="88899"/>
                  </a:lnTo>
                  <a:lnTo>
                    <a:pt x="27940" y="88899"/>
                  </a:lnTo>
                  <a:lnTo>
                    <a:pt x="27940" y="82549"/>
                  </a:lnTo>
                  <a:close/>
                </a:path>
                <a:path w="27939" h="638810">
                  <a:moveTo>
                    <a:pt x="27940" y="88899"/>
                  </a:moveTo>
                  <a:lnTo>
                    <a:pt x="0" y="88899"/>
                  </a:lnTo>
                  <a:lnTo>
                    <a:pt x="0" y="95249"/>
                  </a:lnTo>
                  <a:lnTo>
                    <a:pt x="27940" y="95249"/>
                  </a:lnTo>
                  <a:lnTo>
                    <a:pt x="27940" y="88899"/>
                  </a:lnTo>
                  <a:close/>
                </a:path>
                <a:path w="27939" h="638810">
                  <a:moveTo>
                    <a:pt x="27940" y="95250"/>
                  </a:moveTo>
                  <a:lnTo>
                    <a:pt x="0" y="95250"/>
                  </a:lnTo>
                  <a:lnTo>
                    <a:pt x="0" y="101599"/>
                  </a:lnTo>
                  <a:lnTo>
                    <a:pt x="27940" y="101599"/>
                  </a:lnTo>
                  <a:lnTo>
                    <a:pt x="27940" y="95250"/>
                  </a:lnTo>
                  <a:close/>
                </a:path>
                <a:path w="27939" h="638810">
                  <a:moveTo>
                    <a:pt x="27940" y="101599"/>
                  </a:moveTo>
                  <a:lnTo>
                    <a:pt x="0" y="101599"/>
                  </a:lnTo>
                  <a:lnTo>
                    <a:pt x="0" y="107949"/>
                  </a:lnTo>
                  <a:lnTo>
                    <a:pt x="27940" y="107949"/>
                  </a:lnTo>
                  <a:lnTo>
                    <a:pt x="27940" y="101599"/>
                  </a:lnTo>
                  <a:close/>
                </a:path>
                <a:path w="27939" h="638810">
                  <a:moveTo>
                    <a:pt x="27940" y="107949"/>
                  </a:moveTo>
                  <a:lnTo>
                    <a:pt x="0" y="107949"/>
                  </a:lnTo>
                  <a:lnTo>
                    <a:pt x="0" y="114299"/>
                  </a:lnTo>
                  <a:lnTo>
                    <a:pt x="27940" y="114299"/>
                  </a:lnTo>
                  <a:lnTo>
                    <a:pt x="27940" y="107949"/>
                  </a:lnTo>
                  <a:close/>
                </a:path>
                <a:path w="27939" h="638810">
                  <a:moveTo>
                    <a:pt x="27940" y="114299"/>
                  </a:moveTo>
                  <a:lnTo>
                    <a:pt x="0" y="114299"/>
                  </a:lnTo>
                  <a:lnTo>
                    <a:pt x="0" y="120649"/>
                  </a:lnTo>
                  <a:lnTo>
                    <a:pt x="27940" y="120649"/>
                  </a:lnTo>
                  <a:lnTo>
                    <a:pt x="27940" y="114299"/>
                  </a:lnTo>
                  <a:close/>
                </a:path>
                <a:path w="27939" h="638810">
                  <a:moveTo>
                    <a:pt x="27940" y="120650"/>
                  </a:moveTo>
                  <a:lnTo>
                    <a:pt x="0" y="120650"/>
                  </a:lnTo>
                  <a:lnTo>
                    <a:pt x="0" y="126999"/>
                  </a:lnTo>
                  <a:lnTo>
                    <a:pt x="27940" y="126999"/>
                  </a:lnTo>
                  <a:lnTo>
                    <a:pt x="27940" y="120650"/>
                  </a:lnTo>
                  <a:close/>
                </a:path>
                <a:path w="27939" h="638810">
                  <a:moveTo>
                    <a:pt x="27940" y="126999"/>
                  </a:moveTo>
                  <a:lnTo>
                    <a:pt x="0" y="126999"/>
                  </a:lnTo>
                  <a:lnTo>
                    <a:pt x="0" y="133349"/>
                  </a:lnTo>
                  <a:lnTo>
                    <a:pt x="27940" y="133349"/>
                  </a:lnTo>
                  <a:lnTo>
                    <a:pt x="27940" y="126999"/>
                  </a:lnTo>
                  <a:close/>
                </a:path>
                <a:path w="27939" h="638810">
                  <a:moveTo>
                    <a:pt x="27940" y="133349"/>
                  </a:moveTo>
                  <a:lnTo>
                    <a:pt x="0" y="133349"/>
                  </a:lnTo>
                  <a:lnTo>
                    <a:pt x="0" y="146049"/>
                  </a:lnTo>
                  <a:lnTo>
                    <a:pt x="27940" y="146049"/>
                  </a:lnTo>
                  <a:lnTo>
                    <a:pt x="27940" y="133349"/>
                  </a:lnTo>
                  <a:close/>
                </a:path>
                <a:path w="27939" h="638810">
                  <a:moveTo>
                    <a:pt x="27940" y="146049"/>
                  </a:moveTo>
                  <a:lnTo>
                    <a:pt x="0" y="146049"/>
                  </a:lnTo>
                  <a:lnTo>
                    <a:pt x="0" y="152399"/>
                  </a:lnTo>
                  <a:lnTo>
                    <a:pt x="27940" y="152399"/>
                  </a:lnTo>
                  <a:lnTo>
                    <a:pt x="27940" y="146049"/>
                  </a:lnTo>
                  <a:close/>
                </a:path>
                <a:path w="27939" h="638810">
                  <a:moveTo>
                    <a:pt x="27940" y="152399"/>
                  </a:moveTo>
                  <a:lnTo>
                    <a:pt x="0" y="152399"/>
                  </a:lnTo>
                  <a:lnTo>
                    <a:pt x="0" y="158749"/>
                  </a:lnTo>
                  <a:lnTo>
                    <a:pt x="27940" y="158749"/>
                  </a:lnTo>
                  <a:lnTo>
                    <a:pt x="27940" y="152399"/>
                  </a:lnTo>
                  <a:close/>
                </a:path>
                <a:path w="27939" h="638810">
                  <a:moveTo>
                    <a:pt x="27940" y="158749"/>
                  </a:moveTo>
                  <a:lnTo>
                    <a:pt x="0" y="158749"/>
                  </a:lnTo>
                  <a:lnTo>
                    <a:pt x="0" y="165099"/>
                  </a:lnTo>
                  <a:lnTo>
                    <a:pt x="27940" y="165099"/>
                  </a:lnTo>
                  <a:lnTo>
                    <a:pt x="27940" y="158749"/>
                  </a:lnTo>
                  <a:close/>
                </a:path>
                <a:path w="27939" h="638810">
                  <a:moveTo>
                    <a:pt x="27940" y="165099"/>
                  </a:moveTo>
                  <a:lnTo>
                    <a:pt x="0" y="165099"/>
                  </a:lnTo>
                  <a:lnTo>
                    <a:pt x="0" y="171449"/>
                  </a:lnTo>
                  <a:lnTo>
                    <a:pt x="27940" y="171449"/>
                  </a:lnTo>
                  <a:lnTo>
                    <a:pt x="27940" y="165099"/>
                  </a:lnTo>
                  <a:close/>
                </a:path>
                <a:path w="27939" h="638810">
                  <a:moveTo>
                    <a:pt x="27940" y="171449"/>
                  </a:moveTo>
                  <a:lnTo>
                    <a:pt x="0" y="171449"/>
                  </a:lnTo>
                  <a:lnTo>
                    <a:pt x="0" y="177799"/>
                  </a:lnTo>
                  <a:lnTo>
                    <a:pt x="27940" y="177799"/>
                  </a:lnTo>
                  <a:lnTo>
                    <a:pt x="27940" y="171449"/>
                  </a:lnTo>
                  <a:close/>
                </a:path>
                <a:path w="27939" h="638810">
                  <a:moveTo>
                    <a:pt x="27940" y="177799"/>
                  </a:moveTo>
                  <a:lnTo>
                    <a:pt x="0" y="177799"/>
                  </a:lnTo>
                  <a:lnTo>
                    <a:pt x="0" y="184149"/>
                  </a:lnTo>
                  <a:lnTo>
                    <a:pt x="27940" y="184149"/>
                  </a:lnTo>
                  <a:lnTo>
                    <a:pt x="27940" y="177799"/>
                  </a:lnTo>
                  <a:close/>
                </a:path>
                <a:path w="27939" h="638810">
                  <a:moveTo>
                    <a:pt x="27940" y="184149"/>
                  </a:moveTo>
                  <a:lnTo>
                    <a:pt x="0" y="184149"/>
                  </a:lnTo>
                  <a:lnTo>
                    <a:pt x="0" y="190499"/>
                  </a:lnTo>
                  <a:lnTo>
                    <a:pt x="27940" y="190499"/>
                  </a:lnTo>
                  <a:lnTo>
                    <a:pt x="27940" y="184149"/>
                  </a:lnTo>
                  <a:close/>
                </a:path>
                <a:path w="27939" h="638810">
                  <a:moveTo>
                    <a:pt x="27940" y="190499"/>
                  </a:moveTo>
                  <a:lnTo>
                    <a:pt x="0" y="190499"/>
                  </a:lnTo>
                  <a:lnTo>
                    <a:pt x="0" y="201929"/>
                  </a:lnTo>
                  <a:lnTo>
                    <a:pt x="27940" y="201929"/>
                  </a:lnTo>
                  <a:lnTo>
                    <a:pt x="27940" y="190499"/>
                  </a:lnTo>
                  <a:close/>
                </a:path>
                <a:path w="27939" h="638810">
                  <a:moveTo>
                    <a:pt x="27940" y="201929"/>
                  </a:moveTo>
                  <a:lnTo>
                    <a:pt x="0" y="201929"/>
                  </a:lnTo>
                  <a:lnTo>
                    <a:pt x="0" y="208279"/>
                  </a:lnTo>
                  <a:lnTo>
                    <a:pt x="27940" y="208279"/>
                  </a:lnTo>
                  <a:lnTo>
                    <a:pt x="27940" y="201929"/>
                  </a:lnTo>
                  <a:close/>
                </a:path>
                <a:path w="27939" h="638810">
                  <a:moveTo>
                    <a:pt x="27940" y="208279"/>
                  </a:moveTo>
                  <a:lnTo>
                    <a:pt x="0" y="208279"/>
                  </a:lnTo>
                  <a:lnTo>
                    <a:pt x="0" y="214629"/>
                  </a:lnTo>
                  <a:lnTo>
                    <a:pt x="27940" y="214629"/>
                  </a:lnTo>
                  <a:lnTo>
                    <a:pt x="27940" y="208279"/>
                  </a:lnTo>
                  <a:close/>
                </a:path>
                <a:path w="27939" h="638810">
                  <a:moveTo>
                    <a:pt x="27940" y="214629"/>
                  </a:moveTo>
                  <a:lnTo>
                    <a:pt x="0" y="214629"/>
                  </a:lnTo>
                  <a:lnTo>
                    <a:pt x="0" y="217169"/>
                  </a:lnTo>
                  <a:lnTo>
                    <a:pt x="27940" y="217169"/>
                  </a:lnTo>
                  <a:lnTo>
                    <a:pt x="27940" y="214629"/>
                  </a:lnTo>
                  <a:close/>
                </a:path>
                <a:path w="27939" h="638810">
                  <a:moveTo>
                    <a:pt x="27940" y="217169"/>
                  </a:moveTo>
                  <a:lnTo>
                    <a:pt x="0" y="217169"/>
                  </a:lnTo>
                  <a:lnTo>
                    <a:pt x="0" y="220979"/>
                  </a:lnTo>
                  <a:lnTo>
                    <a:pt x="27940" y="220979"/>
                  </a:lnTo>
                  <a:lnTo>
                    <a:pt x="27940" y="217169"/>
                  </a:lnTo>
                  <a:close/>
                </a:path>
                <a:path w="27939" h="638810">
                  <a:moveTo>
                    <a:pt x="27940" y="220979"/>
                  </a:moveTo>
                  <a:lnTo>
                    <a:pt x="0" y="220979"/>
                  </a:lnTo>
                  <a:lnTo>
                    <a:pt x="0" y="227329"/>
                  </a:lnTo>
                  <a:lnTo>
                    <a:pt x="27940" y="227329"/>
                  </a:lnTo>
                  <a:lnTo>
                    <a:pt x="27940" y="220979"/>
                  </a:lnTo>
                  <a:close/>
                </a:path>
                <a:path w="27939" h="638810">
                  <a:moveTo>
                    <a:pt x="27940" y="227329"/>
                  </a:moveTo>
                  <a:lnTo>
                    <a:pt x="0" y="227329"/>
                  </a:lnTo>
                  <a:lnTo>
                    <a:pt x="0" y="229869"/>
                  </a:lnTo>
                  <a:lnTo>
                    <a:pt x="27940" y="229869"/>
                  </a:lnTo>
                  <a:lnTo>
                    <a:pt x="27940" y="227329"/>
                  </a:lnTo>
                  <a:close/>
                </a:path>
                <a:path w="27939" h="638810">
                  <a:moveTo>
                    <a:pt x="27940" y="229869"/>
                  </a:moveTo>
                  <a:lnTo>
                    <a:pt x="0" y="229869"/>
                  </a:lnTo>
                  <a:lnTo>
                    <a:pt x="0" y="267969"/>
                  </a:lnTo>
                  <a:lnTo>
                    <a:pt x="27940" y="267969"/>
                  </a:lnTo>
                  <a:lnTo>
                    <a:pt x="27940" y="229869"/>
                  </a:lnTo>
                  <a:close/>
                </a:path>
                <a:path w="27939" h="638810">
                  <a:moveTo>
                    <a:pt x="27940" y="267969"/>
                  </a:moveTo>
                  <a:lnTo>
                    <a:pt x="0" y="267969"/>
                  </a:lnTo>
                  <a:lnTo>
                    <a:pt x="0" y="274319"/>
                  </a:lnTo>
                  <a:lnTo>
                    <a:pt x="27940" y="274319"/>
                  </a:lnTo>
                  <a:lnTo>
                    <a:pt x="27940" y="267969"/>
                  </a:lnTo>
                  <a:close/>
                </a:path>
                <a:path w="27939" h="638810">
                  <a:moveTo>
                    <a:pt x="27940" y="274319"/>
                  </a:moveTo>
                  <a:lnTo>
                    <a:pt x="0" y="274319"/>
                  </a:lnTo>
                  <a:lnTo>
                    <a:pt x="0" y="278129"/>
                  </a:lnTo>
                  <a:lnTo>
                    <a:pt x="27940" y="278129"/>
                  </a:lnTo>
                  <a:lnTo>
                    <a:pt x="27940" y="274319"/>
                  </a:lnTo>
                  <a:close/>
                </a:path>
                <a:path w="27939" h="638810">
                  <a:moveTo>
                    <a:pt x="27940" y="278129"/>
                  </a:moveTo>
                  <a:lnTo>
                    <a:pt x="0" y="278129"/>
                  </a:lnTo>
                  <a:lnTo>
                    <a:pt x="0" y="280669"/>
                  </a:lnTo>
                  <a:lnTo>
                    <a:pt x="27940" y="280669"/>
                  </a:lnTo>
                  <a:lnTo>
                    <a:pt x="27940" y="278129"/>
                  </a:lnTo>
                  <a:close/>
                </a:path>
                <a:path w="27939" h="638810">
                  <a:moveTo>
                    <a:pt x="27940" y="280669"/>
                  </a:moveTo>
                  <a:lnTo>
                    <a:pt x="0" y="280669"/>
                  </a:lnTo>
                  <a:lnTo>
                    <a:pt x="0" y="284479"/>
                  </a:lnTo>
                  <a:lnTo>
                    <a:pt x="27940" y="284479"/>
                  </a:lnTo>
                  <a:lnTo>
                    <a:pt x="27940" y="280669"/>
                  </a:lnTo>
                  <a:close/>
                </a:path>
                <a:path w="27939" h="638810">
                  <a:moveTo>
                    <a:pt x="27940" y="284479"/>
                  </a:moveTo>
                  <a:lnTo>
                    <a:pt x="0" y="284479"/>
                  </a:lnTo>
                  <a:lnTo>
                    <a:pt x="0" y="287019"/>
                  </a:lnTo>
                  <a:lnTo>
                    <a:pt x="27940" y="287019"/>
                  </a:lnTo>
                  <a:lnTo>
                    <a:pt x="27940" y="284479"/>
                  </a:lnTo>
                  <a:close/>
                </a:path>
                <a:path w="27939" h="638810">
                  <a:moveTo>
                    <a:pt x="27940" y="287019"/>
                  </a:moveTo>
                  <a:lnTo>
                    <a:pt x="0" y="287019"/>
                  </a:lnTo>
                  <a:lnTo>
                    <a:pt x="0" y="299719"/>
                  </a:lnTo>
                  <a:lnTo>
                    <a:pt x="27940" y="299719"/>
                  </a:lnTo>
                  <a:lnTo>
                    <a:pt x="27940" y="287019"/>
                  </a:lnTo>
                  <a:close/>
                </a:path>
                <a:path w="27939" h="638810">
                  <a:moveTo>
                    <a:pt x="27940" y="299719"/>
                  </a:moveTo>
                  <a:lnTo>
                    <a:pt x="0" y="299719"/>
                  </a:lnTo>
                  <a:lnTo>
                    <a:pt x="0" y="306069"/>
                  </a:lnTo>
                  <a:lnTo>
                    <a:pt x="27940" y="306069"/>
                  </a:lnTo>
                  <a:lnTo>
                    <a:pt x="27940" y="299719"/>
                  </a:lnTo>
                  <a:close/>
                </a:path>
                <a:path w="27939" h="638810">
                  <a:moveTo>
                    <a:pt x="27940" y="306069"/>
                  </a:moveTo>
                  <a:lnTo>
                    <a:pt x="0" y="306069"/>
                  </a:lnTo>
                  <a:lnTo>
                    <a:pt x="0" y="309879"/>
                  </a:lnTo>
                  <a:lnTo>
                    <a:pt x="27940" y="309879"/>
                  </a:lnTo>
                  <a:lnTo>
                    <a:pt x="27940" y="306069"/>
                  </a:lnTo>
                  <a:close/>
                </a:path>
                <a:path w="27939" h="638810">
                  <a:moveTo>
                    <a:pt x="27940" y="309879"/>
                  </a:moveTo>
                  <a:lnTo>
                    <a:pt x="0" y="309879"/>
                  </a:lnTo>
                  <a:lnTo>
                    <a:pt x="0" y="312419"/>
                  </a:lnTo>
                  <a:lnTo>
                    <a:pt x="27940" y="312419"/>
                  </a:lnTo>
                  <a:lnTo>
                    <a:pt x="27940" y="309879"/>
                  </a:lnTo>
                  <a:close/>
                </a:path>
                <a:path w="27939" h="638810">
                  <a:moveTo>
                    <a:pt x="27940" y="312419"/>
                  </a:moveTo>
                  <a:lnTo>
                    <a:pt x="0" y="312419"/>
                  </a:lnTo>
                  <a:lnTo>
                    <a:pt x="0" y="322579"/>
                  </a:lnTo>
                  <a:lnTo>
                    <a:pt x="27940" y="322579"/>
                  </a:lnTo>
                  <a:lnTo>
                    <a:pt x="27940" y="312419"/>
                  </a:lnTo>
                  <a:close/>
                </a:path>
                <a:path w="27939" h="638810">
                  <a:moveTo>
                    <a:pt x="27940" y="322579"/>
                  </a:moveTo>
                  <a:lnTo>
                    <a:pt x="0" y="322579"/>
                  </a:lnTo>
                  <a:lnTo>
                    <a:pt x="0" y="325119"/>
                  </a:lnTo>
                  <a:lnTo>
                    <a:pt x="27940" y="325119"/>
                  </a:lnTo>
                  <a:lnTo>
                    <a:pt x="27940" y="322579"/>
                  </a:lnTo>
                  <a:close/>
                </a:path>
                <a:path w="27939" h="638810">
                  <a:moveTo>
                    <a:pt x="27940" y="325119"/>
                  </a:moveTo>
                  <a:lnTo>
                    <a:pt x="0" y="325119"/>
                  </a:lnTo>
                  <a:lnTo>
                    <a:pt x="0" y="328929"/>
                  </a:lnTo>
                  <a:lnTo>
                    <a:pt x="27940" y="328929"/>
                  </a:lnTo>
                  <a:lnTo>
                    <a:pt x="27940" y="325119"/>
                  </a:lnTo>
                  <a:close/>
                </a:path>
                <a:path w="27939" h="638810">
                  <a:moveTo>
                    <a:pt x="27940" y="328929"/>
                  </a:moveTo>
                  <a:lnTo>
                    <a:pt x="0" y="328929"/>
                  </a:lnTo>
                  <a:lnTo>
                    <a:pt x="0" y="335279"/>
                  </a:lnTo>
                  <a:lnTo>
                    <a:pt x="27940" y="335279"/>
                  </a:lnTo>
                  <a:lnTo>
                    <a:pt x="27940" y="328929"/>
                  </a:lnTo>
                  <a:close/>
                </a:path>
                <a:path w="27939" h="638810">
                  <a:moveTo>
                    <a:pt x="27940" y="335279"/>
                  </a:moveTo>
                  <a:lnTo>
                    <a:pt x="0" y="335279"/>
                  </a:lnTo>
                  <a:lnTo>
                    <a:pt x="0" y="341629"/>
                  </a:lnTo>
                  <a:lnTo>
                    <a:pt x="27940" y="341629"/>
                  </a:lnTo>
                  <a:lnTo>
                    <a:pt x="27940" y="335279"/>
                  </a:lnTo>
                  <a:close/>
                </a:path>
                <a:path w="27939" h="638810">
                  <a:moveTo>
                    <a:pt x="27940" y="341629"/>
                  </a:moveTo>
                  <a:lnTo>
                    <a:pt x="0" y="341629"/>
                  </a:lnTo>
                  <a:lnTo>
                    <a:pt x="0" y="350519"/>
                  </a:lnTo>
                  <a:lnTo>
                    <a:pt x="27940" y="350519"/>
                  </a:lnTo>
                  <a:lnTo>
                    <a:pt x="27940" y="341629"/>
                  </a:lnTo>
                  <a:close/>
                </a:path>
                <a:path w="27939" h="638810">
                  <a:moveTo>
                    <a:pt x="27940" y="350519"/>
                  </a:moveTo>
                  <a:lnTo>
                    <a:pt x="0" y="350519"/>
                  </a:lnTo>
                  <a:lnTo>
                    <a:pt x="0" y="354329"/>
                  </a:lnTo>
                  <a:lnTo>
                    <a:pt x="27940" y="354329"/>
                  </a:lnTo>
                  <a:lnTo>
                    <a:pt x="27940" y="350519"/>
                  </a:lnTo>
                  <a:close/>
                </a:path>
                <a:path w="27939" h="638810">
                  <a:moveTo>
                    <a:pt x="27940" y="354329"/>
                  </a:moveTo>
                  <a:lnTo>
                    <a:pt x="0" y="354329"/>
                  </a:lnTo>
                  <a:lnTo>
                    <a:pt x="0" y="360679"/>
                  </a:lnTo>
                  <a:lnTo>
                    <a:pt x="27940" y="360679"/>
                  </a:lnTo>
                  <a:lnTo>
                    <a:pt x="27940" y="354329"/>
                  </a:lnTo>
                  <a:close/>
                </a:path>
                <a:path w="27939" h="638810">
                  <a:moveTo>
                    <a:pt x="27940" y="360679"/>
                  </a:moveTo>
                  <a:lnTo>
                    <a:pt x="0" y="360679"/>
                  </a:lnTo>
                  <a:lnTo>
                    <a:pt x="0" y="379729"/>
                  </a:lnTo>
                  <a:lnTo>
                    <a:pt x="27940" y="379729"/>
                  </a:lnTo>
                  <a:lnTo>
                    <a:pt x="27940" y="360679"/>
                  </a:lnTo>
                  <a:close/>
                </a:path>
                <a:path w="27939" h="638810">
                  <a:moveTo>
                    <a:pt x="27940" y="379729"/>
                  </a:moveTo>
                  <a:lnTo>
                    <a:pt x="0" y="379729"/>
                  </a:lnTo>
                  <a:lnTo>
                    <a:pt x="0" y="382269"/>
                  </a:lnTo>
                  <a:lnTo>
                    <a:pt x="27940" y="382269"/>
                  </a:lnTo>
                  <a:lnTo>
                    <a:pt x="27940" y="379729"/>
                  </a:lnTo>
                  <a:close/>
                </a:path>
                <a:path w="27939" h="638810">
                  <a:moveTo>
                    <a:pt x="27940" y="382269"/>
                  </a:moveTo>
                  <a:lnTo>
                    <a:pt x="0" y="382269"/>
                  </a:lnTo>
                  <a:lnTo>
                    <a:pt x="0" y="386079"/>
                  </a:lnTo>
                  <a:lnTo>
                    <a:pt x="27940" y="386079"/>
                  </a:lnTo>
                  <a:lnTo>
                    <a:pt x="27940" y="382269"/>
                  </a:lnTo>
                  <a:close/>
                </a:path>
                <a:path w="27939" h="638810">
                  <a:moveTo>
                    <a:pt x="27940" y="386079"/>
                  </a:moveTo>
                  <a:lnTo>
                    <a:pt x="0" y="386079"/>
                  </a:lnTo>
                  <a:lnTo>
                    <a:pt x="0" y="388619"/>
                  </a:lnTo>
                  <a:lnTo>
                    <a:pt x="27940" y="388619"/>
                  </a:lnTo>
                  <a:lnTo>
                    <a:pt x="27940" y="386079"/>
                  </a:lnTo>
                  <a:close/>
                </a:path>
                <a:path w="27939" h="638810">
                  <a:moveTo>
                    <a:pt x="27940" y="388619"/>
                  </a:moveTo>
                  <a:lnTo>
                    <a:pt x="0" y="388619"/>
                  </a:lnTo>
                  <a:lnTo>
                    <a:pt x="0" y="392429"/>
                  </a:lnTo>
                  <a:lnTo>
                    <a:pt x="27940" y="392429"/>
                  </a:lnTo>
                  <a:lnTo>
                    <a:pt x="27940" y="388619"/>
                  </a:lnTo>
                  <a:close/>
                </a:path>
                <a:path w="27939" h="638810">
                  <a:moveTo>
                    <a:pt x="27940" y="392429"/>
                  </a:moveTo>
                  <a:lnTo>
                    <a:pt x="0" y="392429"/>
                  </a:lnTo>
                  <a:lnTo>
                    <a:pt x="0" y="398779"/>
                  </a:lnTo>
                  <a:lnTo>
                    <a:pt x="27940" y="398779"/>
                  </a:lnTo>
                  <a:lnTo>
                    <a:pt x="27940" y="392429"/>
                  </a:lnTo>
                  <a:close/>
                </a:path>
                <a:path w="27939" h="638810">
                  <a:moveTo>
                    <a:pt x="27940" y="398779"/>
                  </a:moveTo>
                  <a:lnTo>
                    <a:pt x="0" y="398779"/>
                  </a:lnTo>
                  <a:lnTo>
                    <a:pt x="0" y="401319"/>
                  </a:lnTo>
                  <a:lnTo>
                    <a:pt x="27940" y="401319"/>
                  </a:lnTo>
                  <a:lnTo>
                    <a:pt x="27940" y="398779"/>
                  </a:lnTo>
                  <a:close/>
                </a:path>
                <a:path w="27939" h="638810">
                  <a:moveTo>
                    <a:pt x="27940" y="401319"/>
                  </a:moveTo>
                  <a:lnTo>
                    <a:pt x="0" y="401319"/>
                  </a:lnTo>
                  <a:lnTo>
                    <a:pt x="0" y="405129"/>
                  </a:lnTo>
                  <a:lnTo>
                    <a:pt x="27940" y="405129"/>
                  </a:lnTo>
                  <a:lnTo>
                    <a:pt x="27940" y="401319"/>
                  </a:lnTo>
                  <a:close/>
                </a:path>
                <a:path w="27939" h="638810">
                  <a:moveTo>
                    <a:pt x="27940" y="405129"/>
                  </a:moveTo>
                  <a:lnTo>
                    <a:pt x="0" y="405129"/>
                  </a:lnTo>
                  <a:lnTo>
                    <a:pt x="0" y="407669"/>
                  </a:lnTo>
                  <a:lnTo>
                    <a:pt x="27940" y="407669"/>
                  </a:lnTo>
                  <a:lnTo>
                    <a:pt x="27940" y="405129"/>
                  </a:lnTo>
                  <a:close/>
                </a:path>
                <a:path w="27939" h="638810">
                  <a:moveTo>
                    <a:pt x="27940" y="407669"/>
                  </a:moveTo>
                  <a:lnTo>
                    <a:pt x="0" y="407669"/>
                  </a:lnTo>
                  <a:lnTo>
                    <a:pt x="0" y="411479"/>
                  </a:lnTo>
                  <a:lnTo>
                    <a:pt x="27940" y="411479"/>
                  </a:lnTo>
                  <a:lnTo>
                    <a:pt x="27940" y="407669"/>
                  </a:lnTo>
                  <a:close/>
                </a:path>
                <a:path w="27939" h="638810">
                  <a:moveTo>
                    <a:pt x="27940" y="411479"/>
                  </a:moveTo>
                  <a:lnTo>
                    <a:pt x="0" y="411479"/>
                  </a:lnTo>
                  <a:lnTo>
                    <a:pt x="0" y="417829"/>
                  </a:lnTo>
                  <a:lnTo>
                    <a:pt x="27940" y="417829"/>
                  </a:lnTo>
                  <a:lnTo>
                    <a:pt x="27940" y="411479"/>
                  </a:lnTo>
                  <a:close/>
                </a:path>
                <a:path w="27939" h="638810">
                  <a:moveTo>
                    <a:pt x="27940" y="417829"/>
                  </a:moveTo>
                  <a:lnTo>
                    <a:pt x="0" y="417829"/>
                  </a:lnTo>
                  <a:lnTo>
                    <a:pt x="0" y="424179"/>
                  </a:lnTo>
                  <a:lnTo>
                    <a:pt x="27940" y="424179"/>
                  </a:lnTo>
                  <a:lnTo>
                    <a:pt x="27940" y="417829"/>
                  </a:lnTo>
                  <a:close/>
                </a:path>
                <a:path w="27939" h="638810">
                  <a:moveTo>
                    <a:pt x="27940" y="424179"/>
                  </a:moveTo>
                  <a:lnTo>
                    <a:pt x="0" y="424179"/>
                  </a:lnTo>
                  <a:lnTo>
                    <a:pt x="0" y="443229"/>
                  </a:lnTo>
                  <a:lnTo>
                    <a:pt x="27940" y="443229"/>
                  </a:lnTo>
                  <a:lnTo>
                    <a:pt x="27940" y="424179"/>
                  </a:lnTo>
                  <a:close/>
                </a:path>
                <a:path w="27939" h="638810">
                  <a:moveTo>
                    <a:pt x="27940" y="443229"/>
                  </a:moveTo>
                  <a:lnTo>
                    <a:pt x="0" y="443229"/>
                  </a:lnTo>
                  <a:lnTo>
                    <a:pt x="0" y="452119"/>
                  </a:lnTo>
                  <a:lnTo>
                    <a:pt x="27940" y="452119"/>
                  </a:lnTo>
                  <a:lnTo>
                    <a:pt x="27940" y="443229"/>
                  </a:lnTo>
                  <a:close/>
                </a:path>
                <a:path w="27939" h="638810">
                  <a:moveTo>
                    <a:pt x="27940" y="452119"/>
                  </a:moveTo>
                  <a:lnTo>
                    <a:pt x="0" y="452119"/>
                  </a:lnTo>
                  <a:lnTo>
                    <a:pt x="0" y="455929"/>
                  </a:lnTo>
                  <a:lnTo>
                    <a:pt x="27940" y="455929"/>
                  </a:lnTo>
                  <a:lnTo>
                    <a:pt x="27940" y="452119"/>
                  </a:lnTo>
                  <a:close/>
                </a:path>
                <a:path w="27939" h="638810">
                  <a:moveTo>
                    <a:pt x="27940" y="455929"/>
                  </a:moveTo>
                  <a:lnTo>
                    <a:pt x="0" y="455929"/>
                  </a:lnTo>
                  <a:lnTo>
                    <a:pt x="0" y="458469"/>
                  </a:lnTo>
                  <a:lnTo>
                    <a:pt x="27940" y="458469"/>
                  </a:lnTo>
                  <a:lnTo>
                    <a:pt x="27940" y="455929"/>
                  </a:lnTo>
                  <a:close/>
                </a:path>
                <a:path w="27939" h="638810">
                  <a:moveTo>
                    <a:pt x="27940" y="458469"/>
                  </a:moveTo>
                  <a:lnTo>
                    <a:pt x="0" y="458469"/>
                  </a:lnTo>
                  <a:lnTo>
                    <a:pt x="0" y="462279"/>
                  </a:lnTo>
                  <a:lnTo>
                    <a:pt x="27940" y="462279"/>
                  </a:lnTo>
                  <a:lnTo>
                    <a:pt x="27940" y="458469"/>
                  </a:lnTo>
                  <a:close/>
                </a:path>
                <a:path w="27939" h="638810">
                  <a:moveTo>
                    <a:pt x="27940" y="462279"/>
                  </a:moveTo>
                  <a:lnTo>
                    <a:pt x="0" y="462279"/>
                  </a:lnTo>
                  <a:lnTo>
                    <a:pt x="0" y="471169"/>
                  </a:lnTo>
                  <a:lnTo>
                    <a:pt x="27940" y="471169"/>
                  </a:lnTo>
                  <a:lnTo>
                    <a:pt x="27940" y="462279"/>
                  </a:lnTo>
                  <a:close/>
                </a:path>
                <a:path w="27939" h="638810">
                  <a:moveTo>
                    <a:pt x="27940" y="471169"/>
                  </a:moveTo>
                  <a:lnTo>
                    <a:pt x="0" y="471169"/>
                  </a:lnTo>
                  <a:lnTo>
                    <a:pt x="0" y="474979"/>
                  </a:lnTo>
                  <a:lnTo>
                    <a:pt x="27940" y="474979"/>
                  </a:lnTo>
                  <a:lnTo>
                    <a:pt x="27940" y="471169"/>
                  </a:lnTo>
                  <a:close/>
                </a:path>
                <a:path w="27939" h="638810">
                  <a:moveTo>
                    <a:pt x="27940" y="474979"/>
                  </a:moveTo>
                  <a:lnTo>
                    <a:pt x="0" y="474979"/>
                  </a:lnTo>
                  <a:lnTo>
                    <a:pt x="0" y="477519"/>
                  </a:lnTo>
                  <a:lnTo>
                    <a:pt x="27940" y="477519"/>
                  </a:lnTo>
                  <a:lnTo>
                    <a:pt x="27940" y="474979"/>
                  </a:lnTo>
                  <a:close/>
                </a:path>
                <a:path w="27939" h="638810">
                  <a:moveTo>
                    <a:pt x="27940" y="477519"/>
                  </a:moveTo>
                  <a:lnTo>
                    <a:pt x="0" y="477519"/>
                  </a:lnTo>
                  <a:lnTo>
                    <a:pt x="0" y="483869"/>
                  </a:lnTo>
                  <a:lnTo>
                    <a:pt x="27940" y="483869"/>
                  </a:lnTo>
                  <a:lnTo>
                    <a:pt x="27940" y="477519"/>
                  </a:lnTo>
                  <a:close/>
                </a:path>
                <a:path w="27939" h="638810">
                  <a:moveTo>
                    <a:pt x="27940" y="483869"/>
                  </a:moveTo>
                  <a:lnTo>
                    <a:pt x="0" y="483869"/>
                  </a:lnTo>
                  <a:lnTo>
                    <a:pt x="0" y="487679"/>
                  </a:lnTo>
                  <a:lnTo>
                    <a:pt x="27940" y="487679"/>
                  </a:lnTo>
                  <a:lnTo>
                    <a:pt x="27940" y="483869"/>
                  </a:lnTo>
                  <a:close/>
                </a:path>
                <a:path w="27939" h="638810">
                  <a:moveTo>
                    <a:pt x="27940" y="487679"/>
                  </a:moveTo>
                  <a:lnTo>
                    <a:pt x="0" y="487679"/>
                  </a:lnTo>
                  <a:lnTo>
                    <a:pt x="0" y="490219"/>
                  </a:lnTo>
                  <a:lnTo>
                    <a:pt x="27940" y="490219"/>
                  </a:lnTo>
                  <a:lnTo>
                    <a:pt x="27940" y="487679"/>
                  </a:lnTo>
                  <a:close/>
                </a:path>
                <a:path w="27939" h="638810">
                  <a:moveTo>
                    <a:pt x="27940" y="490219"/>
                  </a:moveTo>
                  <a:lnTo>
                    <a:pt x="0" y="490219"/>
                  </a:lnTo>
                  <a:lnTo>
                    <a:pt x="0" y="496569"/>
                  </a:lnTo>
                  <a:lnTo>
                    <a:pt x="27940" y="496569"/>
                  </a:lnTo>
                  <a:lnTo>
                    <a:pt x="27940" y="490219"/>
                  </a:lnTo>
                  <a:close/>
                </a:path>
                <a:path w="27939" h="638810">
                  <a:moveTo>
                    <a:pt x="27940" y="496569"/>
                  </a:moveTo>
                  <a:lnTo>
                    <a:pt x="0" y="496569"/>
                  </a:lnTo>
                  <a:lnTo>
                    <a:pt x="0" y="502919"/>
                  </a:lnTo>
                  <a:lnTo>
                    <a:pt x="27940" y="502919"/>
                  </a:lnTo>
                  <a:lnTo>
                    <a:pt x="27940" y="496569"/>
                  </a:lnTo>
                  <a:close/>
                </a:path>
                <a:path w="27939" h="638810">
                  <a:moveTo>
                    <a:pt x="27940" y="502919"/>
                  </a:moveTo>
                  <a:lnTo>
                    <a:pt x="0" y="502919"/>
                  </a:lnTo>
                  <a:lnTo>
                    <a:pt x="0" y="509269"/>
                  </a:lnTo>
                  <a:lnTo>
                    <a:pt x="27940" y="509269"/>
                  </a:lnTo>
                  <a:lnTo>
                    <a:pt x="27940" y="502919"/>
                  </a:lnTo>
                  <a:close/>
                </a:path>
                <a:path w="27939" h="638810">
                  <a:moveTo>
                    <a:pt x="27940" y="509269"/>
                  </a:moveTo>
                  <a:lnTo>
                    <a:pt x="0" y="509269"/>
                  </a:lnTo>
                  <a:lnTo>
                    <a:pt x="0" y="513079"/>
                  </a:lnTo>
                  <a:lnTo>
                    <a:pt x="27940" y="513079"/>
                  </a:lnTo>
                  <a:lnTo>
                    <a:pt x="27940" y="509269"/>
                  </a:lnTo>
                  <a:close/>
                </a:path>
                <a:path w="27939" h="638810">
                  <a:moveTo>
                    <a:pt x="27940" y="513079"/>
                  </a:moveTo>
                  <a:lnTo>
                    <a:pt x="0" y="513079"/>
                  </a:lnTo>
                  <a:lnTo>
                    <a:pt x="0" y="515619"/>
                  </a:lnTo>
                  <a:lnTo>
                    <a:pt x="27940" y="515619"/>
                  </a:lnTo>
                  <a:lnTo>
                    <a:pt x="27940" y="513079"/>
                  </a:lnTo>
                  <a:close/>
                </a:path>
                <a:path w="27939" h="638810">
                  <a:moveTo>
                    <a:pt x="27940" y="515619"/>
                  </a:moveTo>
                  <a:lnTo>
                    <a:pt x="0" y="515619"/>
                  </a:lnTo>
                  <a:lnTo>
                    <a:pt x="0" y="525779"/>
                  </a:lnTo>
                  <a:lnTo>
                    <a:pt x="27940" y="525779"/>
                  </a:lnTo>
                  <a:lnTo>
                    <a:pt x="27940" y="515619"/>
                  </a:lnTo>
                  <a:close/>
                </a:path>
                <a:path w="27939" h="638810">
                  <a:moveTo>
                    <a:pt x="27940" y="525779"/>
                  </a:moveTo>
                  <a:lnTo>
                    <a:pt x="0" y="525779"/>
                  </a:lnTo>
                  <a:lnTo>
                    <a:pt x="0" y="534669"/>
                  </a:lnTo>
                  <a:lnTo>
                    <a:pt x="27940" y="534669"/>
                  </a:lnTo>
                  <a:lnTo>
                    <a:pt x="27940" y="525779"/>
                  </a:lnTo>
                  <a:close/>
                </a:path>
                <a:path w="27939" h="638810">
                  <a:moveTo>
                    <a:pt x="27940" y="534669"/>
                  </a:moveTo>
                  <a:lnTo>
                    <a:pt x="0" y="534669"/>
                  </a:lnTo>
                  <a:lnTo>
                    <a:pt x="0" y="544829"/>
                  </a:lnTo>
                  <a:lnTo>
                    <a:pt x="27940" y="544829"/>
                  </a:lnTo>
                  <a:lnTo>
                    <a:pt x="27940" y="534669"/>
                  </a:lnTo>
                  <a:close/>
                </a:path>
                <a:path w="27939" h="638810">
                  <a:moveTo>
                    <a:pt x="27940" y="544829"/>
                  </a:moveTo>
                  <a:lnTo>
                    <a:pt x="0" y="544829"/>
                  </a:lnTo>
                  <a:lnTo>
                    <a:pt x="0" y="553719"/>
                  </a:lnTo>
                  <a:lnTo>
                    <a:pt x="27940" y="553719"/>
                  </a:lnTo>
                  <a:lnTo>
                    <a:pt x="27940" y="544829"/>
                  </a:lnTo>
                  <a:close/>
                </a:path>
                <a:path w="27939" h="638810">
                  <a:moveTo>
                    <a:pt x="27940" y="553719"/>
                  </a:moveTo>
                  <a:lnTo>
                    <a:pt x="0" y="553719"/>
                  </a:lnTo>
                  <a:lnTo>
                    <a:pt x="0" y="557529"/>
                  </a:lnTo>
                  <a:lnTo>
                    <a:pt x="27940" y="557529"/>
                  </a:lnTo>
                  <a:lnTo>
                    <a:pt x="27940" y="553719"/>
                  </a:lnTo>
                  <a:close/>
                </a:path>
                <a:path w="27939" h="638810">
                  <a:moveTo>
                    <a:pt x="27940" y="557529"/>
                  </a:moveTo>
                  <a:lnTo>
                    <a:pt x="0" y="557529"/>
                  </a:lnTo>
                  <a:lnTo>
                    <a:pt x="0" y="560069"/>
                  </a:lnTo>
                  <a:lnTo>
                    <a:pt x="27940" y="560069"/>
                  </a:lnTo>
                  <a:lnTo>
                    <a:pt x="27940" y="557529"/>
                  </a:lnTo>
                  <a:close/>
                </a:path>
                <a:path w="27939" h="638810">
                  <a:moveTo>
                    <a:pt x="27940" y="560069"/>
                  </a:moveTo>
                  <a:lnTo>
                    <a:pt x="0" y="560069"/>
                  </a:lnTo>
                  <a:lnTo>
                    <a:pt x="0" y="563879"/>
                  </a:lnTo>
                  <a:lnTo>
                    <a:pt x="27940" y="563879"/>
                  </a:lnTo>
                  <a:lnTo>
                    <a:pt x="27940" y="560069"/>
                  </a:lnTo>
                  <a:close/>
                </a:path>
                <a:path w="27939" h="638810">
                  <a:moveTo>
                    <a:pt x="27940" y="563879"/>
                  </a:moveTo>
                  <a:lnTo>
                    <a:pt x="0" y="563879"/>
                  </a:lnTo>
                  <a:lnTo>
                    <a:pt x="0" y="566419"/>
                  </a:lnTo>
                  <a:lnTo>
                    <a:pt x="27940" y="566419"/>
                  </a:lnTo>
                  <a:lnTo>
                    <a:pt x="27940" y="563879"/>
                  </a:lnTo>
                  <a:close/>
                </a:path>
                <a:path w="27939" h="638810">
                  <a:moveTo>
                    <a:pt x="27940" y="566419"/>
                  </a:moveTo>
                  <a:lnTo>
                    <a:pt x="0" y="566419"/>
                  </a:lnTo>
                  <a:lnTo>
                    <a:pt x="0" y="570229"/>
                  </a:lnTo>
                  <a:lnTo>
                    <a:pt x="27940" y="570229"/>
                  </a:lnTo>
                  <a:lnTo>
                    <a:pt x="27940" y="566419"/>
                  </a:lnTo>
                  <a:close/>
                </a:path>
                <a:path w="27939" h="638810">
                  <a:moveTo>
                    <a:pt x="27940" y="570229"/>
                  </a:moveTo>
                  <a:lnTo>
                    <a:pt x="0" y="570229"/>
                  </a:lnTo>
                  <a:lnTo>
                    <a:pt x="0" y="572769"/>
                  </a:lnTo>
                  <a:lnTo>
                    <a:pt x="27940" y="572769"/>
                  </a:lnTo>
                  <a:lnTo>
                    <a:pt x="27940" y="570229"/>
                  </a:lnTo>
                  <a:close/>
                </a:path>
                <a:path w="27939" h="638810">
                  <a:moveTo>
                    <a:pt x="27940" y="572769"/>
                  </a:moveTo>
                  <a:lnTo>
                    <a:pt x="0" y="572769"/>
                  </a:lnTo>
                  <a:lnTo>
                    <a:pt x="0" y="576579"/>
                  </a:lnTo>
                  <a:lnTo>
                    <a:pt x="27940" y="576579"/>
                  </a:lnTo>
                  <a:lnTo>
                    <a:pt x="27940" y="572769"/>
                  </a:lnTo>
                  <a:close/>
                </a:path>
                <a:path w="27939" h="638810">
                  <a:moveTo>
                    <a:pt x="27940" y="576579"/>
                  </a:moveTo>
                  <a:lnTo>
                    <a:pt x="0" y="576579"/>
                  </a:lnTo>
                  <a:lnTo>
                    <a:pt x="0" y="582929"/>
                  </a:lnTo>
                  <a:lnTo>
                    <a:pt x="27940" y="582929"/>
                  </a:lnTo>
                  <a:lnTo>
                    <a:pt x="27940" y="576579"/>
                  </a:lnTo>
                  <a:close/>
                </a:path>
                <a:path w="27939" h="638810">
                  <a:moveTo>
                    <a:pt x="27940" y="582929"/>
                  </a:moveTo>
                  <a:lnTo>
                    <a:pt x="0" y="582929"/>
                  </a:lnTo>
                  <a:lnTo>
                    <a:pt x="0" y="589279"/>
                  </a:lnTo>
                  <a:lnTo>
                    <a:pt x="27940" y="589279"/>
                  </a:lnTo>
                  <a:lnTo>
                    <a:pt x="27940" y="582929"/>
                  </a:lnTo>
                  <a:close/>
                </a:path>
                <a:path w="27939" h="638810">
                  <a:moveTo>
                    <a:pt x="27940" y="589279"/>
                  </a:moveTo>
                  <a:lnTo>
                    <a:pt x="0" y="589279"/>
                  </a:lnTo>
                  <a:lnTo>
                    <a:pt x="0" y="591819"/>
                  </a:lnTo>
                  <a:lnTo>
                    <a:pt x="27940" y="591819"/>
                  </a:lnTo>
                  <a:lnTo>
                    <a:pt x="27940" y="589279"/>
                  </a:lnTo>
                  <a:close/>
                </a:path>
                <a:path w="27939" h="638810">
                  <a:moveTo>
                    <a:pt x="27940" y="591819"/>
                  </a:moveTo>
                  <a:lnTo>
                    <a:pt x="0" y="591819"/>
                  </a:lnTo>
                  <a:lnTo>
                    <a:pt x="0" y="595629"/>
                  </a:lnTo>
                  <a:lnTo>
                    <a:pt x="27940" y="595629"/>
                  </a:lnTo>
                  <a:lnTo>
                    <a:pt x="27940" y="591819"/>
                  </a:lnTo>
                  <a:close/>
                </a:path>
                <a:path w="27939" h="638810">
                  <a:moveTo>
                    <a:pt x="27940" y="595629"/>
                  </a:moveTo>
                  <a:lnTo>
                    <a:pt x="0" y="595629"/>
                  </a:lnTo>
                  <a:lnTo>
                    <a:pt x="0" y="598169"/>
                  </a:lnTo>
                  <a:lnTo>
                    <a:pt x="27940" y="598169"/>
                  </a:lnTo>
                  <a:lnTo>
                    <a:pt x="27940" y="595629"/>
                  </a:lnTo>
                  <a:close/>
                </a:path>
                <a:path w="27939" h="638810">
                  <a:moveTo>
                    <a:pt x="27940" y="598169"/>
                  </a:moveTo>
                  <a:lnTo>
                    <a:pt x="0" y="598169"/>
                  </a:lnTo>
                  <a:lnTo>
                    <a:pt x="0" y="604519"/>
                  </a:lnTo>
                  <a:lnTo>
                    <a:pt x="27940" y="604519"/>
                  </a:lnTo>
                  <a:lnTo>
                    <a:pt x="27940" y="598169"/>
                  </a:lnTo>
                  <a:close/>
                </a:path>
                <a:path w="27939" h="638810">
                  <a:moveTo>
                    <a:pt x="27940" y="604519"/>
                  </a:moveTo>
                  <a:lnTo>
                    <a:pt x="0" y="604519"/>
                  </a:lnTo>
                  <a:lnTo>
                    <a:pt x="0" y="608329"/>
                  </a:lnTo>
                  <a:lnTo>
                    <a:pt x="27940" y="608329"/>
                  </a:lnTo>
                  <a:lnTo>
                    <a:pt x="27940" y="604519"/>
                  </a:lnTo>
                  <a:close/>
                </a:path>
                <a:path w="27939" h="638810">
                  <a:moveTo>
                    <a:pt x="27940" y="608329"/>
                  </a:moveTo>
                  <a:lnTo>
                    <a:pt x="0" y="608329"/>
                  </a:lnTo>
                  <a:lnTo>
                    <a:pt x="0" y="610869"/>
                  </a:lnTo>
                  <a:lnTo>
                    <a:pt x="27940" y="610869"/>
                  </a:lnTo>
                  <a:lnTo>
                    <a:pt x="27940" y="608329"/>
                  </a:lnTo>
                  <a:close/>
                </a:path>
                <a:path w="27939" h="638810">
                  <a:moveTo>
                    <a:pt x="27940" y="610869"/>
                  </a:moveTo>
                  <a:lnTo>
                    <a:pt x="0" y="610869"/>
                  </a:lnTo>
                  <a:lnTo>
                    <a:pt x="0" y="614679"/>
                  </a:lnTo>
                  <a:lnTo>
                    <a:pt x="26670" y="614679"/>
                  </a:lnTo>
                  <a:lnTo>
                    <a:pt x="26670" y="613409"/>
                  </a:lnTo>
                  <a:lnTo>
                    <a:pt x="27940" y="613409"/>
                  </a:lnTo>
                  <a:lnTo>
                    <a:pt x="27940" y="610869"/>
                  </a:lnTo>
                  <a:close/>
                </a:path>
                <a:path w="27939" h="638810">
                  <a:moveTo>
                    <a:pt x="25400" y="614679"/>
                  </a:moveTo>
                  <a:lnTo>
                    <a:pt x="0" y="614679"/>
                  </a:lnTo>
                  <a:lnTo>
                    <a:pt x="0" y="617219"/>
                  </a:lnTo>
                  <a:lnTo>
                    <a:pt x="24129" y="617219"/>
                  </a:lnTo>
                  <a:lnTo>
                    <a:pt x="24129" y="615949"/>
                  </a:lnTo>
                  <a:lnTo>
                    <a:pt x="25400" y="615949"/>
                  </a:lnTo>
                  <a:lnTo>
                    <a:pt x="25400" y="614679"/>
                  </a:lnTo>
                  <a:close/>
                </a:path>
                <a:path w="27939" h="638810">
                  <a:moveTo>
                    <a:pt x="22860" y="617219"/>
                  </a:moveTo>
                  <a:lnTo>
                    <a:pt x="0" y="617219"/>
                  </a:lnTo>
                  <a:lnTo>
                    <a:pt x="0" y="621029"/>
                  </a:lnTo>
                  <a:lnTo>
                    <a:pt x="20320" y="621029"/>
                  </a:lnTo>
                  <a:lnTo>
                    <a:pt x="20320" y="619759"/>
                  </a:lnTo>
                  <a:lnTo>
                    <a:pt x="21590" y="619759"/>
                  </a:lnTo>
                  <a:lnTo>
                    <a:pt x="21590" y="618489"/>
                  </a:lnTo>
                  <a:lnTo>
                    <a:pt x="22860" y="618489"/>
                  </a:lnTo>
                  <a:lnTo>
                    <a:pt x="22860" y="617219"/>
                  </a:lnTo>
                  <a:close/>
                </a:path>
                <a:path w="27939" h="638810">
                  <a:moveTo>
                    <a:pt x="19050" y="621029"/>
                  </a:moveTo>
                  <a:lnTo>
                    <a:pt x="0" y="621029"/>
                  </a:lnTo>
                  <a:lnTo>
                    <a:pt x="0" y="623569"/>
                  </a:lnTo>
                  <a:lnTo>
                    <a:pt x="17779" y="623569"/>
                  </a:lnTo>
                  <a:lnTo>
                    <a:pt x="17779" y="622299"/>
                  </a:lnTo>
                  <a:lnTo>
                    <a:pt x="19050" y="622299"/>
                  </a:lnTo>
                  <a:lnTo>
                    <a:pt x="19050" y="621029"/>
                  </a:lnTo>
                  <a:close/>
                </a:path>
                <a:path w="27939" h="638810">
                  <a:moveTo>
                    <a:pt x="16510" y="623569"/>
                  </a:moveTo>
                  <a:lnTo>
                    <a:pt x="0" y="623569"/>
                  </a:lnTo>
                  <a:lnTo>
                    <a:pt x="0" y="627379"/>
                  </a:lnTo>
                  <a:lnTo>
                    <a:pt x="13970" y="627379"/>
                  </a:lnTo>
                  <a:lnTo>
                    <a:pt x="13970" y="626109"/>
                  </a:lnTo>
                  <a:lnTo>
                    <a:pt x="15240" y="626109"/>
                  </a:lnTo>
                  <a:lnTo>
                    <a:pt x="15240" y="624839"/>
                  </a:lnTo>
                  <a:lnTo>
                    <a:pt x="16510" y="624839"/>
                  </a:lnTo>
                  <a:lnTo>
                    <a:pt x="16510" y="623569"/>
                  </a:lnTo>
                  <a:close/>
                </a:path>
                <a:path w="27939" h="638810">
                  <a:moveTo>
                    <a:pt x="12700" y="627379"/>
                  </a:moveTo>
                  <a:lnTo>
                    <a:pt x="0" y="627379"/>
                  </a:lnTo>
                  <a:lnTo>
                    <a:pt x="0" y="629919"/>
                  </a:lnTo>
                  <a:lnTo>
                    <a:pt x="11429" y="629919"/>
                  </a:lnTo>
                  <a:lnTo>
                    <a:pt x="11429" y="628649"/>
                  </a:lnTo>
                  <a:lnTo>
                    <a:pt x="12700" y="628649"/>
                  </a:lnTo>
                  <a:lnTo>
                    <a:pt x="12700" y="627379"/>
                  </a:lnTo>
                  <a:close/>
                </a:path>
                <a:path w="27939" h="638810">
                  <a:moveTo>
                    <a:pt x="10160" y="629919"/>
                  </a:moveTo>
                  <a:lnTo>
                    <a:pt x="0" y="629919"/>
                  </a:lnTo>
                  <a:lnTo>
                    <a:pt x="0" y="633729"/>
                  </a:lnTo>
                  <a:lnTo>
                    <a:pt x="6350" y="633729"/>
                  </a:lnTo>
                  <a:lnTo>
                    <a:pt x="6350" y="632459"/>
                  </a:lnTo>
                  <a:lnTo>
                    <a:pt x="7620" y="632459"/>
                  </a:lnTo>
                  <a:lnTo>
                    <a:pt x="7620" y="631189"/>
                  </a:lnTo>
                  <a:lnTo>
                    <a:pt x="10160" y="631189"/>
                  </a:lnTo>
                  <a:lnTo>
                    <a:pt x="10160" y="629919"/>
                  </a:lnTo>
                  <a:close/>
                </a:path>
                <a:path w="27939" h="638810">
                  <a:moveTo>
                    <a:pt x="5079" y="633729"/>
                  </a:moveTo>
                  <a:lnTo>
                    <a:pt x="0" y="633729"/>
                  </a:lnTo>
                  <a:lnTo>
                    <a:pt x="0" y="636269"/>
                  </a:lnTo>
                  <a:lnTo>
                    <a:pt x="3810" y="636269"/>
                  </a:lnTo>
                  <a:lnTo>
                    <a:pt x="3810" y="634999"/>
                  </a:lnTo>
                  <a:lnTo>
                    <a:pt x="5079" y="634999"/>
                  </a:lnTo>
                  <a:lnTo>
                    <a:pt x="5079" y="633729"/>
                  </a:lnTo>
                  <a:close/>
                </a:path>
                <a:path w="27939" h="638810">
                  <a:moveTo>
                    <a:pt x="2540" y="636269"/>
                  </a:moveTo>
                  <a:lnTo>
                    <a:pt x="0" y="636269"/>
                  </a:lnTo>
                  <a:lnTo>
                    <a:pt x="0" y="638809"/>
                  </a:lnTo>
                  <a:lnTo>
                    <a:pt x="1270" y="638809"/>
                  </a:lnTo>
                  <a:lnTo>
                    <a:pt x="1270" y="637539"/>
                  </a:lnTo>
                  <a:lnTo>
                    <a:pt x="2540" y="637539"/>
                  </a:lnTo>
                  <a:lnTo>
                    <a:pt x="2540" y="636269"/>
                  </a:lnTo>
                  <a:close/>
                </a:path>
              </a:pathLst>
            </a:custGeom>
            <a:solidFill>
              <a:srgbClr val="2D5C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8" name="object 3808"/>
            <p:cNvSpPr/>
            <p:nvPr/>
          </p:nvSpPr>
          <p:spPr>
            <a:xfrm>
              <a:off x="5481320" y="5064760"/>
              <a:ext cx="29209" cy="585470"/>
            </a:xfrm>
            <a:custGeom>
              <a:avLst/>
              <a:gdLst/>
              <a:ahLst/>
              <a:cxnLst/>
              <a:rect l="l" t="t" r="r" b="b"/>
              <a:pathLst>
                <a:path w="29210" h="585470">
                  <a:moveTo>
                    <a:pt x="253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6350" y="5079"/>
                  </a:lnTo>
                  <a:lnTo>
                    <a:pt x="6350" y="3809"/>
                  </a:lnTo>
                  <a:lnTo>
                    <a:pt x="5079" y="3809"/>
                  </a:lnTo>
                  <a:lnTo>
                    <a:pt x="5079" y="2539"/>
                  </a:lnTo>
                  <a:lnTo>
                    <a:pt x="3809" y="2539"/>
                  </a:lnTo>
                  <a:lnTo>
                    <a:pt x="3809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  <a:path w="29210" h="585470">
                  <a:moveTo>
                    <a:pt x="761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12700" y="11429"/>
                  </a:lnTo>
                  <a:lnTo>
                    <a:pt x="12700" y="10159"/>
                  </a:lnTo>
                  <a:lnTo>
                    <a:pt x="11429" y="10159"/>
                  </a:lnTo>
                  <a:lnTo>
                    <a:pt x="11429" y="8889"/>
                  </a:lnTo>
                  <a:lnTo>
                    <a:pt x="10159" y="8889"/>
                  </a:lnTo>
                  <a:lnTo>
                    <a:pt x="10159" y="7619"/>
                  </a:lnTo>
                  <a:lnTo>
                    <a:pt x="8889" y="7619"/>
                  </a:lnTo>
                  <a:lnTo>
                    <a:pt x="8889" y="6350"/>
                  </a:lnTo>
                  <a:lnTo>
                    <a:pt x="7619" y="6350"/>
                  </a:lnTo>
                  <a:lnTo>
                    <a:pt x="7619" y="5080"/>
                  </a:lnTo>
                  <a:close/>
                </a:path>
                <a:path w="29210" h="585470">
                  <a:moveTo>
                    <a:pt x="1396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19050" y="17779"/>
                  </a:lnTo>
                  <a:lnTo>
                    <a:pt x="19050" y="16509"/>
                  </a:lnTo>
                  <a:lnTo>
                    <a:pt x="17779" y="16509"/>
                  </a:lnTo>
                  <a:lnTo>
                    <a:pt x="17779" y="15239"/>
                  </a:lnTo>
                  <a:lnTo>
                    <a:pt x="16509" y="15239"/>
                  </a:lnTo>
                  <a:lnTo>
                    <a:pt x="16509" y="13969"/>
                  </a:lnTo>
                  <a:lnTo>
                    <a:pt x="15239" y="13969"/>
                  </a:lnTo>
                  <a:lnTo>
                    <a:pt x="15239" y="12700"/>
                  </a:lnTo>
                  <a:lnTo>
                    <a:pt x="13969" y="12700"/>
                  </a:lnTo>
                  <a:lnTo>
                    <a:pt x="13969" y="11430"/>
                  </a:lnTo>
                  <a:close/>
                </a:path>
                <a:path w="29210" h="585470">
                  <a:moveTo>
                    <a:pt x="20319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26669" y="24129"/>
                  </a:lnTo>
                  <a:lnTo>
                    <a:pt x="26669" y="22859"/>
                  </a:lnTo>
                  <a:lnTo>
                    <a:pt x="25400" y="22859"/>
                  </a:lnTo>
                  <a:lnTo>
                    <a:pt x="25400" y="21589"/>
                  </a:lnTo>
                  <a:lnTo>
                    <a:pt x="22859" y="21589"/>
                  </a:lnTo>
                  <a:lnTo>
                    <a:pt x="22859" y="20319"/>
                  </a:lnTo>
                  <a:lnTo>
                    <a:pt x="21589" y="20319"/>
                  </a:lnTo>
                  <a:lnTo>
                    <a:pt x="21589" y="19050"/>
                  </a:lnTo>
                  <a:lnTo>
                    <a:pt x="20319" y="19050"/>
                  </a:lnTo>
                  <a:lnTo>
                    <a:pt x="20319" y="17780"/>
                  </a:lnTo>
                  <a:close/>
                </a:path>
                <a:path w="29210" h="585470">
                  <a:moveTo>
                    <a:pt x="27939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29209" y="30479"/>
                  </a:lnTo>
                  <a:lnTo>
                    <a:pt x="29209" y="25400"/>
                  </a:lnTo>
                  <a:lnTo>
                    <a:pt x="27939" y="25400"/>
                  </a:lnTo>
                  <a:lnTo>
                    <a:pt x="27939" y="24130"/>
                  </a:lnTo>
                  <a:close/>
                </a:path>
                <a:path w="29210" h="585470">
                  <a:moveTo>
                    <a:pt x="29209" y="30480"/>
                  </a:moveTo>
                  <a:lnTo>
                    <a:pt x="0" y="30480"/>
                  </a:lnTo>
                  <a:lnTo>
                    <a:pt x="0" y="36829"/>
                  </a:lnTo>
                  <a:lnTo>
                    <a:pt x="29209" y="36829"/>
                  </a:lnTo>
                  <a:lnTo>
                    <a:pt x="29209" y="30480"/>
                  </a:lnTo>
                  <a:close/>
                </a:path>
                <a:path w="29210" h="585470">
                  <a:moveTo>
                    <a:pt x="29209" y="36830"/>
                  </a:moveTo>
                  <a:lnTo>
                    <a:pt x="0" y="36830"/>
                  </a:lnTo>
                  <a:lnTo>
                    <a:pt x="0" y="49529"/>
                  </a:lnTo>
                  <a:lnTo>
                    <a:pt x="29209" y="49529"/>
                  </a:lnTo>
                  <a:lnTo>
                    <a:pt x="29209" y="36830"/>
                  </a:lnTo>
                  <a:close/>
                </a:path>
                <a:path w="29210" h="585470">
                  <a:moveTo>
                    <a:pt x="29209" y="49530"/>
                  </a:moveTo>
                  <a:lnTo>
                    <a:pt x="0" y="49530"/>
                  </a:lnTo>
                  <a:lnTo>
                    <a:pt x="0" y="55879"/>
                  </a:lnTo>
                  <a:lnTo>
                    <a:pt x="29209" y="55879"/>
                  </a:lnTo>
                  <a:lnTo>
                    <a:pt x="29209" y="49530"/>
                  </a:lnTo>
                  <a:close/>
                </a:path>
                <a:path w="29210" h="585470">
                  <a:moveTo>
                    <a:pt x="29209" y="55880"/>
                  </a:moveTo>
                  <a:lnTo>
                    <a:pt x="0" y="55880"/>
                  </a:lnTo>
                  <a:lnTo>
                    <a:pt x="0" y="62229"/>
                  </a:lnTo>
                  <a:lnTo>
                    <a:pt x="29209" y="62229"/>
                  </a:lnTo>
                  <a:lnTo>
                    <a:pt x="29209" y="55880"/>
                  </a:lnTo>
                  <a:close/>
                </a:path>
                <a:path w="29210" h="585470">
                  <a:moveTo>
                    <a:pt x="29209" y="62230"/>
                  </a:moveTo>
                  <a:lnTo>
                    <a:pt x="0" y="62230"/>
                  </a:lnTo>
                  <a:lnTo>
                    <a:pt x="0" y="68579"/>
                  </a:lnTo>
                  <a:lnTo>
                    <a:pt x="29209" y="68579"/>
                  </a:lnTo>
                  <a:lnTo>
                    <a:pt x="29209" y="62230"/>
                  </a:lnTo>
                  <a:close/>
                </a:path>
                <a:path w="29210" h="585470">
                  <a:moveTo>
                    <a:pt x="29209" y="68580"/>
                  </a:moveTo>
                  <a:lnTo>
                    <a:pt x="0" y="68580"/>
                  </a:lnTo>
                  <a:lnTo>
                    <a:pt x="0" y="74929"/>
                  </a:lnTo>
                  <a:lnTo>
                    <a:pt x="29209" y="74929"/>
                  </a:lnTo>
                  <a:lnTo>
                    <a:pt x="29209" y="68580"/>
                  </a:lnTo>
                  <a:close/>
                </a:path>
                <a:path w="29210" h="585470">
                  <a:moveTo>
                    <a:pt x="29209" y="74930"/>
                  </a:moveTo>
                  <a:lnTo>
                    <a:pt x="0" y="74930"/>
                  </a:lnTo>
                  <a:lnTo>
                    <a:pt x="0" y="81279"/>
                  </a:lnTo>
                  <a:lnTo>
                    <a:pt x="29209" y="81279"/>
                  </a:lnTo>
                  <a:lnTo>
                    <a:pt x="29209" y="74930"/>
                  </a:lnTo>
                  <a:close/>
                </a:path>
                <a:path w="29210" h="585470">
                  <a:moveTo>
                    <a:pt x="29209" y="81280"/>
                  </a:moveTo>
                  <a:lnTo>
                    <a:pt x="0" y="81280"/>
                  </a:lnTo>
                  <a:lnTo>
                    <a:pt x="0" y="87629"/>
                  </a:lnTo>
                  <a:lnTo>
                    <a:pt x="29209" y="87629"/>
                  </a:lnTo>
                  <a:lnTo>
                    <a:pt x="29209" y="81280"/>
                  </a:lnTo>
                  <a:close/>
                </a:path>
                <a:path w="29210" h="585470">
                  <a:moveTo>
                    <a:pt x="29209" y="87630"/>
                  </a:moveTo>
                  <a:lnTo>
                    <a:pt x="0" y="87630"/>
                  </a:lnTo>
                  <a:lnTo>
                    <a:pt x="0" y="93979"/>
                  </a:lnTo>
                  <a:lnTo>
                    <a:pt x="29209" y="93979"/>
                  </a:lnTo>
                  <a:lnTo>
                    <a:pt x="29209" y="87630"/>
                  </a:lnTo>
                  <a:close/>
                </a:path>
                <a:path w="29210" h="585470">
                  <a:moveTo>
                    <a:pt x="29209" y="93980"/>
                  </a:moveTo>
                  <a:lnTo>
                    <a:pt x="0" y="93980"/>
                  </a:lnTo>
                  <a:lnTo>
                    <a:pt x="0" y="100329"/>
                  </a:lnTo>
                  <a:lnTo>
                    <a:pt x="29209" y="100329"/>
                  </a:lnTo>
                  <a:lnTo>
                    <a:pt x="29209" y="93980"/>
                  </a:lnTo>
                  <a:close/>
                </a:path>
                <a:path w="29210" h="585470">
                  <a:moveTo>
                    <a:pt x="29209" y="100330"/>
                  </a:moveTo>
                  <a:lnTo>
                    <a:pt x="0" y="100330"/>
                  </a:lnTo>
                  <a:lnTo>
                    <a:pt x="0" y="106679"/>
                  </a:lnTo>
                  <a:lnTo>
                    <a:pt x="29209" y="106679"/>
                  </a:lnTo>
                  <a:lnTo>
                    <a:pt x="29209" y="100330"/>
                  </a:lnTo>
                  <a:close/>
                </a:path>
                <a:path w="29210" h="585470">
                  <a:moveTo>
                    <a:pt x="29209" y="106680"/>
                  </a:moveTo>
                  <a:lnTo>
                    <a:pt x="0" y="106680"/>
                  </a:lnTo>
                  <a:lnTo>
                    <a:pt x="0" y="119379"/>
                  </a:lnTo>
                  <a:lnTo>
                    <a:pt x="29209" y="119379"/>
                  </a:lnTo>
                  <a:lnTo>
                    <a:pt x="29209" y="106680"/>
                  </a:lnTo>
                  <a:close/>
                </a:path>
                <a:path w="29210" h="585470">
                  <a:moveTo>
                    <a:pt x="29209" y="119380"/>
                  </a:moveTo>
                  <a:lnTo>
                    <a:pt x="0" y="119380"/>
                  </a:lnTo>
                  <a:lnTo>
                    <a:pt x="0" y="125729"/>
                  </a:lnTo>
                  <a:lnTo>
                    <a:pt x="29209" y="125729"/>
                  </a:lnTo>
                  <a:lnTo>
                    <a:pt x="29209" y="119380"/>
                  </a:lnTo>
                  <a:close/>
                </a:path>
                <a:path w="29210" h="585470">
                  <a:moveTo>
                    <a:pt x="29209" y="125730"/>
                  </a:moveTo>
                  <a:lnTo>
                    <a:pt x="0" y="125730"/>
                  </a:lnTo>
                  <a:lnTo>
                    <a:pt x="0" y="132079"/>
                  </a:lnTo>
                  <a:lnTo>
                    <a:pt x="29209" y="132079"/>
                  </a:lnTo>
                  <a:lnTo>
                    <a:pt x="29209" y="125730"/>
                  </a:lnTo>
                  <a:close/>
                </a:path>
                <a:path w="29210" h="585470">
                  <a:moveTo>
                    <a:pt x="29209" y="132080"/>
                  </a:moveTo>
                  <a:lnTo>
                    <a:pt x="0" y="132080"/>
                  </a:lnTo>
                  <a:lnTo>
                    <a:pt x="0" y="138429"/>
                  </a:lnTo>
                  <a:lnTo>
                    <a:pt x="29209" y="138429"/>
                  </a:lnTo>
                  <a:lnTo>
                    <a:pt x="29209" y="132080"/>
                  </a:lnTo>
                  <a:close/>
                </a:path>
                <a:path w="29210" h="585470">
                  <a:moveTo>
                    <a:pt x="29209" y="138430"/>
                  </a:moveTo>
                  <a:lnTo>
                    <a:pt x="0" y="138430"/>
                  </a:lnTo>
                  <a:lnTo>
                    <a:pt x="0" y="144779"/>
                  </a:lnTo>
                  <a:lnTo>
                    <a:pt x="29209" y="144779"/>
                  </a:lnTo>
                  <a:lnTo>
                    <a:pt x="29209" y="138430"/>
                  </a:lnTo>
                  <a:close/>
                </a:path>
                <a:path w="29210" h="585470">
                  <a:moveTo>
                    <a:pt x="29209" y="144780"/>
                  </a:moveTo>
                  <a:lnTo>
                    <a:pt x="0" y="144780"/>
                  </a:lnTo>
                  <a:lnTo>
                    <a:pt x="0" y="151129"/>
                  </a:lnTo>
                  <a:lnTo>
                    <a:pt x="29209" y="151129"/>
                  </a:lnTo>
                  <a:lnTo>
                    <a:pt x="29209" y="144780"/>
                  </a:lnTo>
                  <a:close/>
                </a:path>
                <a:path w="29210" h="585470">
                  <a:moveTo>
                    <a:pt x="29209" y="151130"/>
                  </a:moveTo>
                  <a:lnTo>
                    <a:pt x="0" y="151130"/>
                  </a:lnTo>
                  <a:lnTo>
                    <a:pt x="0" y="157479"/>
                  </a:lnTo>
                  <a:lnTo>
                    <a:pt x="29209" y="157479"/>
                  </a:lnTo>
                  <a:lnTo>
                    <a:pt x="29209" y="151130"/>
                  </a:lnTo>
                  <a:close/>
                </a:path>
                <a:path w="29210" h="585470">
                  <a:moveTo>
                    <a:pt x="29209" y="157480"/>
                  </a:moveTo>
                  <a:lnTo>
                    <a:pt x="0" y="157480"/>
                  </a:lnTo>
                  <a:lnTo>
                    <a:pt x="0" y="163829"/>
                  </a:lnTo>
                  <a:lnTo>
                    <a:pt x="29209" y="163829"/>
                  </a:lnTo>
                  <a:lnTo>
                    <a:pt x="29209" y="157480"/>
                  </a:lnTo>
                  <a:close/>
                </a:path>
                <a:path w="29210" h="585470">
                  <a:moveTo>
                    <a:pt x="29209" y="163830"/>
                  </a:moveTo>
                  <a:lnTo>
                    <a:pt x="0" y="163830"/>
                  </a:lnTo>
                  <a:lnTo>
                    <a:pt x="0" y="175259"/>
                  </a:lnTo>
                  <a:lnTo>
                    <a:pt x="29209" y="175259"/>
                  </a:lnTo>
                  <a:lnTo>
                    <a:pt x="29209" y="163830"/>
                  </a:lnTo>
                  <a:close/>
                </a:path>
                <a:path w="29210" h="585470">
                  <a:moveTo>
                    <a:pt x="29209" y="175260"/>
                  </a:moveTo>
                  <a:lnTo>
                    <a:pt x="0" y="175260"/>
                  </a:lnTo>
                  <a:lnTo>
                    <a:pt x="0" y="181609"/>
                  </a:lnTo>
                  <a:lnTo>
                    <a:pt x="29209" y="181609"/>
                  </a:lnTo>
                  <a:lnTo>
                    <a:pt x="29209" y="175260"/>
                  </a:lnTo>
                  <a:close/>
                </a:path>
                <a:path w="29210" h="585470">
                  <a:moveTo>
                    <a:pt x="29209" y="181609"/>
                  </a:moveTo>
                  <a:lnTo>
                    <a:pt x="0" y="181609"/>
                  </a:lnTo>
                  <a:lnTo>
                    <a:pt x="0" y="187959"/>
                  </a:lnTo>
                  <a:lnTo>
                    <a:pt x="29209" y="187959"/>
                  </a:lnTo>
                  <a:lnTo>
                    <a:pt x="29209" y="181609"/>
                  </a:lnTo>
                  <a:close/>
                </a:path>
                <a:path w="29210" h="585470">
                  <a:moveTo>
                    <a:pt x="29209" y="187959"/>
                  </a:moveTo>
                  <a:lnTo>
                    <a:pt x="0" y="187959"/>
                  </a:lnTo>
                  <a:lnTo>
                    <a:pt x="0" y="190499"/>
                  </a:lnTo>
                  <a:lnTo>
                    <a:pt x="29209" y="190499"/>
                  </a:lnTo>
                  <a:lnTo>
                    <a:pt x="29209" y="187959"/>
                  </a:lnTo>
                  <a:close/>
                </a:path>
                <a:path w="29210" h="585470">
                  <a:moveTo>
                    <a:pt x="29209" y="190500"/>
                  </a:moveTo>
                  <a:lnTo>
                    <a:pt x="0" y="190500"/>
                  </a:lnTo>
                  <a:lnTo>
                    <a:pt x="0" y="194309"/>
                  </a:lnTo>
                  <a:lnTo>
                    <a:pt x="29209" y="194309"/>
                  </a:lnTo>
                  <a:lnTo>
                    <a:pt x="29209" y="190500"/>
                  </a:lnTo>
                  <a:close/>
                </a:path>
                <a:path w="29210" h="585470">
                  <a:moveTo>
                    <a:pt x="29209" y="194309"/>
                  </a:moveTo>
                  <a:lnTo>
                    <a:pt x="0" y="194309"/>
                  </a:lnTo>
                  <a:lnTo>
                    <a:pt x="0" y="200659"/>
                  </a:lnTo>
                  <a:lnTo>
                    <a:pt x="29209" y="200659"/>
                  </a:lnTo>
                  <a:lnTo>
                    <a:pt x="29209" y="194309"/>
                  </a:lnTo>
                  <a:close/>
                </a:path>
                <a:path w="29210" h="585470">
                  <a:moveTo>
                    <a:pt x="29209" y="200659"/>
                  </a:moveTo>
                  <a:lnTo>
                    <a:pt x="0" y="200659"/>
                  </a:lnTo>
                  <a:lnTo>
                    <a:pt x="0" y="203199"/>
                  </a:lnTo>
                  <a:lnTo>
                    <a:pt x="29209" y="203199"/>
                  </a:lnTo>
                  <a:lnTo>
                    <a:pt x="29209" y="200659"/>
                  </a:lnTo>
                  <a:close/>
                </a:path>
                <a:path w="29210" h="585470">
                  <a:moveTo>
                    <a:pt x="29209" y="203200"/>
                  </a:moveTo>
                  <a:lnTo>
                    <a:pt x="0" y="203200"/>
                  </a:lnTo>
                  <a:lnTo>
                    <a:pt x="0" y="241299"/>
                  </a:lnTo>
                  <a:lnTo>
                    <a:pt x="29209" y="241299"/>
                  </a:lnTo>
                  <a:lnTo>
                    <a:pt x="29209" y="203200"/>
                  </a:lnTo>
                  <a:close/>
                </a:path>
                <a:path w="29210" h="585470">
                  <a:moveTo>
                    <a:pt x="29209" y="241300"/>
                  </a:moveTo>
                  <a:lnTo>
                    <a:pt x="0" y="241300"/>
                  </a:lnTo>
                  <a:lnTo>
                    <a:pt x="0" y="247649"/>
                  </a:lnTo>
                  <a:lnTo>
                    <a:pt x="29209" y="247649"/>
                  </a:lnTo>
                  <a:lnTo>
                    <a:pt x="29209" y="241300"/>
                  </a:lnTo>
                  <a:close/>
                </a:path>
                <a:path w="29210" h="585470">
                  <a:moveTo>
                    <a:pt x="29209" y="247650"/>
                  </a:moveTo>
                  <a:lnTo>
                    <a:pt x="0" y="247650"/>
                  </a:lnTo>
                  <a:lnTo>
                    <a:pt x="0" y="251459"/>
                  </a:lnTo>
                  <a:lnTo>
                    <a:pt x="29209" y="251459"/>
                  </a:lnTo>
                  <a:lnTo>
                    <a:pt x="29209" y="247650"/>
                  </a:lnTo>
                  <a:close/>
                </a:path>
                <a:path w="29210" h="585470">
                  <a:moveTo>
                    <a:pt x="29209" y="251460"/>
                  </a:moveTo>
                  <a:lnTo>
                    <a:pt x="0" y="251460"/>
                  </a:lnTo>
                  <a:lnTo>
                    <a:pt x="0" y="253999"/>
                  </a:lnTo>
                  <a:lnTo>
                    <a:pt x="29209" y="253999"/>
                  </a:lnTo>
                  <a:lnTo>
                    <a:pt x="29209" y="251460"/>
                  </a:lnTo>
                  <a:close/>
                </a:path>
                <a:path w="29210" h="585470">
                  <a:moveTo>
                    <a:pt x="29209" y="254000"/>
                  </a:moveTo>
                  <a:lnTo>
                    <a:pt x="0" y="254000"/>
                  </a:lnTo>
                  <a:lnTo>
                    <a:pt x="0" y="257809"/>
                  </a:lnTo>
                  <a:lnTo>
                    <a:pt x="29209" y="257809"/>
                  </a:lnTo>
                  <a:lnTo>
                    <a:pt x="29209" y="254000"/>
                  </a:lnTo>
                  <a:close/>
                </a:path>
                <a:path w="29210" h="585470">
                  <a:moveTo>
                    <a:pt x="29209" y="257809"/>
                  </a:moveTo>
                  <a:lnTo>
                    <a:pt x="0" y="257809"/>
                  </a:lnTo>
                  <a:lnTo>
                    <a:pt x="0" y="260349"/>
                  </a:lnTo>
                  <a:lnTo>
                    <a:pt x="29209" y="260349"/>
                  </a:lnTo>
                  <a:lnTo>
                    <a:pt x="29209" y="257809"/>
                  </a:lnTo>
                  <a:close/>
                </a:path>
                <a:path w="29210" h="585470">
                  <a:moveTo>
                    <a:pt x="29209" y="260350"/>
                  </a:moveTo>
                  <a:lnTo>
                    <a:pt x="0" y="260350"/>
                  </a:lnTo>
                  <a:lnTo>
                    <a:pt x="0" y="273049"/>
                  </a:lnTo>
                  <a:lnTo>
                    <a:pt x="29209" y="273049"/>
                  </a:lnTo>
                  <a:lnTo>
                    <a:pt x="29209" y="260350"/>
                  </a:lnTo>
                  <a:close/>
                </a:path>
                <a:path w="29210" h="585470">
                  <a:moveTo>
                    <a:pt x="29209" y="273050"/>
                  </a:moveTo>
                  <a:lnTo>
                    <a:pt x="0" y="273050"/>
                  </a:lnTo>
                  <a:lnTo>
                    <a:pt x="0" y="279399"/>
                  </a:lnTo>
                  <a:lnTo>
                    <a:pt x="29209" y="279399"/>
                  </a:lnTo>
                  <a:lnTo>
                    <a:pt x="29209" y="273050"/>
                  </a:lnTo>
                  <a:close/>
                </a:path>
                <a:path w="29210" h="585470">
                  <a:moveTo>
                    <a:pt x="29209" y="279400"/>
                  </a:moveTo>
                  <a:lnTo>
                    <a:pt x="0" y="279400"/>
                  </a:lnTo>
                  <a:lnTo>
                    <a:pt x="0" y="283209"/>
                  </a:lnTo>
                  <a:lnTo>
                    <a:pt x="29209" y="283209"/>
                  </a:lnTo>
                  <a:lnTo>
                    <a:pt x="29209" y="279400"/>
                  </a:lnTo>
                  <a:close/>
                </a:path>
                <a:path w="29210" h="585470">
                  <a:moveTo>
                    <a:pt x="29209" y="283210"/>
                  </a:moveTo>
                  <a:lnTo>
                    <a:pt x="0" y="283210"/>
                  </a:lnTo>
                  <a:lnTo>
                    <a:pt x="0" y="285749"/>
                  </a:lnTo>
                  <a:lnTo>
                    <a:pt x="29209" y="285749"/>
                  </a:lnTo>
                  <a:lnTo>
                    <a:pt x="29209" y="283210"/>
                  </a:lnTo>
                  <a:close/>
                </a:path>
                <a:path w="29210" h="585470">
                  <a:moveTo>
                    <a:pt x="29209" y="285750"/>
                  </a:moveTo>
                  <a:lnTo>
                    <a:pt x="0" y="285750"/>
                  </a:lnTo>
                  <a:lnTo>
                    <a:pt x="0" y="295909"/>
                  </a:lnTo>
                  <a:lnTo>
                    <a:pt x="29209" y="295909"/>
                  </a:lnTo>
                  <a:lnTo>
                    <a:pt x="29209" y="285750"/>
                  </a:lnTo>
                  <a:close/>
                </a:path>
                <a:path w="29210" h="585470">
                  <a:moveTo>
                    <a:pt x="29209" y="295910"/>
                  </a:moveTo>
                  <a:lnTo>
                    <a:pt x="0" y="295910"/>
                  </a:lnTo>
                  <a:lnTo>
                    <a:pt x="0" y="298449"/>
                  </a:lnTo>
                  <a:lnTo>
                    <a:pt x="29209" y="298449"/>
                  </a:lnTo>
                  <a:lnTo>
                    <a:pt x="29209" y="295910"/>
                  </a:lnTo>
                  <a:close/>
                </a:path>
                <a:path w="29210" h="585470">
                  <a:moveTo>
                    <a:pt x="29209" y="298450"/>
                  </a:moveTo>
                  <a:lnTo>
                    <a:pt x="0" y="298450"/>
                  </a:lnTo>
                  <a:lnTo>
                    <a:pt x="0" y="302259"/>
                  </a:lnTo>
                  <a:lnTo>
                    <a:pt x="29209" y="302259"/>
                  </a:lnTo>
                  <a:lnTo>
                    <a:pt x="29209" y="298450"/>
                  </a:lnTo>
                  <a:close/>
                </a:path>
                <a:path w="29210" h="585470">
                  <a:moveTo>
                    <a:pt x="29209" y="302260"/>
                  </a:moveTo>
                  <a:lnTo>
                    <a:pt x="0" y="302260"/>
                  </a:lnTo>
                  <a:lnTo>
                    <a:pt x="0" y="308609"/>
                  </a:lnTo>
                  <a:lnTo>
                    <a:pt x="29209" y="308609"/>
                  </a:lnTo>
                  <a:lnTo>
                    <a:pt x="29209" y="302260"/>
                  </a:lnTo>
                  <a:close/>
                </a:path>
                <a:path w="29210" h="585470">
                  <a:moveTo>
                    <a:pt x="29209" y="308610"/>
                  </a:moveTo>
                  <a:lnTo>
                    <a:pt x="0" y="308610"/>
                  </a:lnTo>
                  <a:lnTo>
                    <a:pt x="0" y="314959"/>
                  </a:lnTo>
                  <a:lnTo>
                    <a:pt x="29209" y="314959"/>
                  </a:lnTo>
                  <a:lnTo>
                    <a:pt x="29209" y="308610"/>
                  </a:lnTo>
                  <a:close/>
                </a:path>
                <a:path w="29210" h="585470">
                  <a:moveTo>
                    <a:pt x="29209" y="314960"/>
                  </a:moveTo>
                  <a:lnTo>
                    <a:pt x="0" y="314960"/>
                  </a:lnTo>
                  <a:lnTo>
                    <a:pt x="0" y="323849"/>
                  </a:lnTo>
                  <a:lnTo>
                    <a:pt x="29209" y="323849"/>
                  </a:lnTo>
                  <a:lnTo>
                    <a:pt x="29209" y="314960"/>
                  </a:lnTo>
                  <a:close/>
                </a:path>
                <a:path w="29210" h="585470">
                  <a:moveTo>
                    <a:pt x="29209" y="323850"/>
                  </a:moveTo>
                  <a:lnTo>
                    <a:pt x="0" y="323850"/>
                  </a:lnTo>
                  <a:lnTo>
                    <a:pt x="0" y="327659"/>
                  </a:lnTo>
                  <a:lnTo>
                    <a:pt x="29209" y="327659"/>
                  </a:lnTo>
                  <a:lnTo>
                    <a:pt x="29209" y="323850"/>
                  </a:lnTo>
                  <a:close/>
                </a:path>
                <a:path w="29210" h="585470">
                  <a:moveTo>
                    <a:pt x="29209" y="327660"/>
                  </a:moveTo>
                  <a:lnTo>
                    <a:pt x="0" y="327660"/>
                  </a:lnTo>
                  <a:lnTo>
                    <a:pt x="0" y="334009"/>
                  </a:lnTo>
                  <a:lnTo>
                    <a:pt x="29209" y="334009"/>
                  </a:lnTo>
                  <a:lnTo>
                    <a:pt x="29209" y="327660"/>
                  </a:lnTo>
                  <a:close/>
                </a:path>
                <a:path w="29210" h="585470">
                  <a:moveTo>
                    <a:pt x="29209" y="334010"/>
                  </a:moveTo>
                  <a:lnTo>
                    <a:pt x="0" y="334010"/>
                  </a:lnTo>
                  <a:lnTo>
                    <a:pt x="0" y="353059"/>
                  </a:lnTo>
                  <a:lnTo>
                    <a:pt x="29209" y="353059"/>
                  </a:lnTo>
                  <a:lnTo>
                    <a:pt x="29209" y="334010"/>
                  </a:lnTo>
                  <a:close/>
                </a:path>
                <a:path w="29210" h="585470">
                  <a:moveTo>
                    <a:pt x="29209" y="353059"/>
                  </a:moveTo>
                  <a:lnTo>
                    <a:pt x="0" y="353059"/>
                  </a:lnTo>
                  <a:lnTo>
                    <a:pt x="0" y="355599"/>
                  </a:lnTo>
                  <a:lnTo>
                    <a:pt x="29209" y="355599"/>
                  </a:lnTo>
                  <a:lnTo>
                    <a:pt x="29209" y="353059"/>
                  </a:lnTo>
                  <a:close/>
                </a:path>
                <a:path w="29210" h="585470">
                  <a:moveTo>
                    <a:pt x="29209" y="355600"/>
                  </a:moveTo>
                  <a:lnTo>
                    <a:pt x="0" y="355600"/>
                  </a:lnTo>
                  <a:lnTo>
                    <a:pt x="0" y="359409"/>
                  </a:lnTo>
                  <a:lnTo>
                    <a:pt x="29209" y="359409"/>
                  </a:lnTo>
                  <a:lnTo>
                    <a:pt x="29209" y="355600"/>
                  </a:lnTo>
                  <a:close/>
                </a:path>
                <a:path w="29210" h="585470">
                  <a:moveTo>
                    <a:pt x="29209" y="359409"/>
                  </a:moveTo>
                  <a:lnTo>
                    <a:pt x="0" y="359409"/>
                  </a:lnTo>
                  <a:lnTo>
                    <a:pt x="0" y="361949"/>
                  </a:lnTo>
                  <a:lnTo>
                    <a:pt x="29209" y="361949"/>
                  </a:lnTo>
                  <a:lnTo>
                    <a:pt x="29209" y="359409"/>
                  </a:lnTo>
                  <a:close/>
                </a:path>
                <a:path w="29210" h="585470">
                  <a:moveTo>
                    <a:pt x="29209" y="361950"/>
                  </a:moveTo>
                  <a:lnTo>
                    <a:pt x="0" y="361950"/>
                  </a:lnTo>
                  <a:lnTo>
                    <a:pt x="0" y="365759"/>
                  </a:lnTo>
                  <a:lnTo>
                    <a:pt x="29209" y="365759"/>
                  </a:lnTo>
                  <a:lnTo>
                    <a:pt x="29209" y="361950"/>
                  </a:lnTo>
                  <a:close/>
                </a:path>
                <a:path w="29210" h="585470">
                  <a:moveTo>
                    <a:pt x="29209" y="365759"/>
                  </a:moveTo>
                  <a:lnTo>
                    <a:pt x="0" y="365759"/>
                  </a:lnTo>
                  <a:lnTo>
                    <a:pt x="0" y="372109"/>
                  </a:lnTo>
                  <a:lnTo>
                    <a:pt x="29209" y="372109"/>
                  </a:lnTo>
                  <a:lnTo>
                    <a:pt x="29209" y="365759"/>
                  </a:lnTo>
                  <a:close/>
                </a:path>
                <a:path w="29210" h="585470">
                  <a:moveTo>
                    <a:pt x="29209" y="372109"/>
                  </a:moveTo>
                  <a:lnTo>
                    <a:pt x="0" y="372109"/>
                  </a:lnTo>
                  <a:lnTo>
                    <a:pt x="0" y="374649"/>
                  </a:lnTo>
                  <a:lnTo>
                    <a:pt x="29209" y="374649"/>
                  </a:lnTo>
                  <a:lnTo>
                    <a:pt x="29209" y="372109"/>
                  </a:lnTo>
                  <a:close/>
                </a:path>
                <a:path w="29210" h="585470">
                  <a:moveTo>
                    <a:pt x="29209" y="374650"/>
                  </a:moveTo>
                  <a:lnTo>
                    <a:pt x="0" y="374650"/>
                  </a:lnTo>
                  <a:lnTo>
                    <a:pt x="0" y="378459"/>
                  </a:lnTo>
                  <a:lnTo>
                    <a:pt x="29209" y="378459"/>
                  </a:lnTo>
                  <a:lnTo>
                    <a:pt x="29209" y="374650"/>
                  </a:lnTo>
                  <a:close/>
                </a:path>
                <a:path w="29210" h="585470">
                  <a:moveTo>
                    <a:pt x="29209" y="378459"/>
                  </a:moveTo>
                  <a:lnTo>
                    <a:pt x="0" y="378459"/>
                  </a:lnTo>
                  <a:lnTo>
                    <a:pt x="0" y="380999"/>
                  </a:lnTo>
                  <a:lnTo>
                    <a:pt x="29209" y="380999"/>
                  </a:lnTo>
                  <a:lnTo>
                    <a:pt x="29209" y="378459"/>
                  </a:lnTo>
                  <a:close/>
                </a:path>
                <a:path w="29210" h="585470">
                  <a:moveTo>
                    <a:pt x="29209" y="381000"/>
                  </a:moveTo>
                  <a:lnTo>
                    <a:pt x="0" y="381000"/>
                  </a:lnTo>
                  <a:lnTo>
                    <a:pt x="0" y="384809"/>
                  </a:lnTo>
                  <a:lnTo>
                    <a:pt x="29209" y="384809"/>
                  </a:lnTo>
                  <a:lnTo>
                    <a:pt x="29209" y="381000"/>
                  </a:lnTo>
                  <a:close/>
                </a:path>
                <a:path w="29210" h="585470">
                  <a:moveTo>
                    <a:pt x="29209" y="384810"/>
                  </a:moveTo>
                  <a:lnTo>
                    <a:pt x="0" y="384810"/>
                  </a:lnTo>
                  <a:lnTo>
                    <a:pt x="0" y="391159"/>
                  </a:lnTo>
                  <a:lnTo>
                    <a:pt x="29209" y="391159"/>
                  </a:lnTo>
                  <a:lnTo>
                    <a:pt x="29209" y="384810"/>
                  </a:lnTo>
                  <a:close/>
                </a:path>
                <a:path w="29210" h="585470">
                  <a:moveTo>
                    <a:pt x="29209" y="391159"/>
                  </a:moveTo>
                  <a:lnTo>
                    <a:pt x="0" y="391159"/>
                  </a:lnTo>
                  <a:lnTo>
                    <a:pt x="0" y="397509"/>
                  </a:lnTo>
                  <a:lnTo>
                    <a:pt x="29209" y="397509"/>
                  </a:lnTo>
                  <a:lnTo>
                    <a:pt x="29209" y="391159"/>
                  </a:lnTo>
                  <a:close/>
                </a:path>
                <a:path w="29210" h="585470">
                  <a:moveTo>
                    <a:pt x="29209" y="397510"/>
                  </a:moveTo>
                  <a:lnTo>
                    <a:pt x="0" y="397510"/>
                  </a:lnTo>
                  <a:lnTo>
                    <a:pt x="0" y="416559"/>
                  </a:lnTo>
                  <a:lnTo>
                    <a:pt x="29209" y="416559"/>
                  </a:lnTo>
                  <a:lnTo>
                    <a:pt x="29209" y="397510"/>
                  </a:lnTo>
                  <a:close/>
                </a:path>
                <a:path w="29210" h="585470">
                  <a:moveTo>
                    <a:pt x="29209" y="416559"/>
                  </a:moveTo>
                  <a:lnTo>
                    <a:pt x="0" y="416559"/>
                  </a:lnTo>
                  <a:lnTo>
                    <a:pt x="0" y="425449"/>
                  </a:lnTo>
                  <a:lnTo>
                    <a:pt x="29209" y="425449"/>
                  </a:lnTo>
                  <a:lnTo>
                    <a:pt x="29209" y="416559"/>
                  </a:lnTo>
                  <a:close/>
                </a:path>
                <a:path w="29210" h="585470">
                  <a:moveTo>
                    <a:pt x="29209" y="425450"/>
                  </a:moveTo>
                  <a:lnTo>
                    <a:pt x="0" y="425450"/>
                  </a:lnTo>
                  <a:lnTo>
                    <a:pt x="0" y="429259"/>
                  </a:lnTo>
                  <a:lnTo>
                    <a:pt x="29209" y="429259"/>
                  </a:lnTo>
                  <a:lnTo>
                    <a:pt x="29209" y="425450"/>
                  </a:lnTo>
                  <a:close/>
                </a:path>
                <a:path w="29210" h="585470">
                  <a:moveTo>
                    <a:pt x="29209" y="429259"/>
                  </a:moveTo>
                  <a:lnTo>
                    <a:pt x="0" y="429259"/>
                  </a:lnTo>
                  <a:lnTo>
                    <a:pt x="0" y="431799"/>
                  </a:lnTo>
                  <a:lnTo>
                    <a:pt x="29209" y="431799"/>
                  </a:lnTo>
                  <a:lnTo>
                    <a:pt x="29209" y="429259"/>
                  </a:lnTo>
                  <a:close/>
                </a:path>
                <a:path w="29210" h="585470">
                  <a:moveTo>
                    <a:pt x="29209" y="431800"/>
                  </a:moveTo>
                  <a:lnTo>
                    <a:pt x="0" y="431800"/>
                  </a:lnTo>
                  <a:lnTo>
                    <a:pt x="0" y="435609"/>
                  </a:lnTo>
                  <a:lnTo>
                    <a:pt x="29209" y="435609"/>
                  </a:lnTo>
                  <a:lnTo>
                    <a:pt x="29209" y="431800"/>
                  </a:lnTo>
                  <a:close/>
                </a:path>
                <a:path w="29210" h="585470">
                  <a:moveTo>
                    <a:pt x="29209" y="435610"/>
                  </a:moveTo>
                  <a:lnTo>
                    <a:pt x="0" y="435610"/>
                  </a:lnTo>
                  <a:lnTo>
                    <a:pt x="0" y="444499"/>
                  </a:lnTo>
                  <a:lnTo>
                    <a:pt x="29209" y="444499"/>
                  </a:lnTo>
                  <a:lnTo>
                    <a:pt x="29209" y="435610"/>
                  </a:lnTo>
                  <a:close/>
                </a:path>
                <a:path w="29210" h="585470">
                  <a:moveTo>
                    <a:pt x="29209" y="444500"/>
                  </a:moveTo>
                  <a:lnTo>
                    <a:pt x="0" y="444500"/>
                  </a:lnTo>
                  <a:lnTo>
                    <a:pt x="0" y="448309"/>
                  </a:lnTo>
                  <a:lnTo>
                    <a:pt x="29209" y="448309"/>
                  </a:lnTo>
                  <a:lnTo>
                    <a:pt x="29209" y="444500"/>
                  </a:lnTo>
                  <a:close/>
                </a:path>
                <a:path w="29210" h="585470">
                  <a:moveTo>
                    <a:pt x="29209" y="448310"/>
                  </a:moveTo>
                  <a:lnTo>
                    <a:pt x="0" y="448310"/>
                  </a:lnTo>
                  <a:lnTo>
                    <a:pt x="0" y="450849"/>
                  </a:lnTo>
                  <a:lnTo>
                    <a:pt x="29209" y="450849"/>
                  </a:lnTo>
                  <a:lnTo>
                    <a:pt x="29209" y="448310"/>
                  </a:lnTo>
                  <a:close/>
                </a:path>
                <a:path w="29210" h="585470">
                  <a:moveTo>
                    <a:pt x="29209" y="450850"/>
                  </a:moveTo>
                  <a:lnTo>
                    <a:pt x="0" y="450850"/>
                  </a:lnTo>
                  <a:lnTo>
                    <a:pt x="0" y="457199"/>
                  </a:lnTo>
                  <a:lnTo>
                    <a:pt x="29209" y="457199"/>
                  </a:lnTo>
                  <a:lnTo>
                    <a:pt x="29209" y="450850"/>
                  </a:lnTo>
                  <a:close/>
                </a:path>
                <a:path w="29210" h="585470">
                  <a:moveTo>
                    <a:pt x="29209" y="457200"/>
                  </a:moveTo>
                  <a:lnTo>
                    <a:pt x="0" y="457200"/>
                  </a:lnTo>
                  <a:lnTo>
                    <a:pt x="0" y="461009"/>
                  </a:lnTo>
                  <a:lnTo>
                    <a:pt x="29209" y="461009"/>
                  </a:lnTo>
                  <a:lnTo>
                    <a:pt x="29209" y="457200"/>
                  </a:lnTo>
                  <a:close/>
                </a:path>
                <a:path w="29210" h="585470">
                  <a:moveTo>
                    <a:pt x="29209" y="461009"/>
                  </a:moveTo>
                  <a:lnTo>
                    <a:pt x="0" y="461009"/>
                  </a:lnTo>
                  <a:lnTo>
                    <a:pt x="0" y="463549"/>
                  </a:lnTo>
                  <a:lnTo>
                    <a:pt x="29209" y="463549"/>
                  </a:lnTo>
                  <a:lnTo>
                    <a:pt x="29209" y="461009"/>
                  </a:lnTo>
                  <a:close/>
                </a:path>
                <a:path w="29210" h="585470">
                  <a:moveTo>
                    <a:pt x="29209" y="463550"/>
                  </a:moveTo>
                  <a:lnTo>
                    <a:pt x="0" y="463550"/>
                  </a:lnTo>
                  <a:lnTo>
                    <a:pt x="0" y="469899"/>
                  </a:lnTo>
                  <a:lnTo>
                    <a:pt x="29209" y="469899"/>
                  </a:lnTo>
                  <a:lnTo>
                    <a:pt x="29209" y="463550"/>
                  </a:lnTo>
                  <a:close/>
                </a:path>
                <a:path w="29210" h="585470">
                  <a:moveTo>
                    <a:pt x="29209" y="469900"/>
                  </a:moveTo>
                  <a:lnTo>
                    <a:pt x="0" y="469900"/>
                  </a:lnTo>
                  <a:lnTo>
                    <a:pt x="0" y="476249"/>
                  </a:lnTo>
                  <a:lnTo>
                    <a:pt x="29209" y="476249"/>
                  </a:lnTo>
                  <a:lnTo>
                    <a:pt x="29209" y="469900"/>
                  </a:lnTo>
                  <a:close/>
                </a:path>
                <a:path w="29210" h="585470">
                  <a:moveTo>
                    <a:pt x="29209" y="476250"/>
                  </a:moveTo>
                  <a:lnTo>
                    <a:pt x="0" y="476250"/>
                  </a:lnTo>
                  <a:lnTo>
                    <a:pt x="0" y="482599"/>
                  </a:lnTo>
                  <a:lnTo>
                    <a:pt x="29209" y="482599"/>
                  </a:lnTo>
                  <a:lnTo>
                    <a:pt x="29209" y="476250"/>
                  </a:lnTo>
                  <a:close/>
                </a:path>
                <a:path w="29210" h="585470">
                  <a:moveTo>
                    <a:pt x="29209" y="482600"/>
                  </a:moveTo>
                  <a:lnTo>
                    <a:pt x="0" y="482600"/>
                  </a:lnTo>
                  <a:lnTo>
                    <a:pt x="0" y="486409"/>
                  </a:lnTo>
                  <a:lnTo>
                    <a:pt x="29209" y="486409"/>
                  </a:lnTo>
                  <a:lnTo>
                    <a:pt x="29209" y="482600"/>
                  </a:lnTo>
                  <a:close/>
                </a:path>
                <a:path w="29210" h="585470">
                  <a:moveTo>
                    <a:pt x="29209" y="486409"/>
                  </a:moveTo>
                  <a:lnTo>
                    <a:pt x="0" y="486409"/>
                  </a:lnTo>
                  <a:lnTo>
                    <a:pt x="0" y="488949"/>
                  </a:lnTo>
                  <a:lnTo>
                    <a:pt x="29209" y="488949"/>
                  </a:lnTo>
                  <a:lnTo>
                    <a:pt x="29209" y="486409"/>
                  </a:lnTo>
                  <a:close/>
                </a:path>
                <a:path w="29210" h="585470">
                  <a:moveTo>
                    <a:pt x="29209" y="488950"/>
                  </a:moveTo>
                  <a:lnTo>
                    <a:pt x="0" y="488950"/>
                  </a:lnTo>
                  <a:lnTo>
                    <a:pt x="0" y="499109"/>
                  </a:lnTo>
                  <a:lnTo>
                    <a:pt x="29209" y="499109"/>
                  </a:lnTo>
                  <a:lnTo>
                    <a:pt x="29209" y="488950"/>
                  </a:lnTo>
                  <a:close/>
                </a:path>
                <a:path w="29210" h="585470">
                  <a:moveTo>
                    <a:pt x="29209" y="499110"/>
                  </a:moveTo>
                  <a:lnTo>
                    <a:pt x="0" y="499110"/>
                  </a:lnTo>
                  <a:lnTo>
                    <a:pt x="0" y="507999"/>
                  </a:lnTo>
                  <a:lnTo>
                    <a:pt x="29209" y="507999"/>
                  </a:lnTo>
                  <a:lnTo>
                    <a:pt x="29209" y="499110"/>
                  </a:lnTo>
                  <a:close/>
                </a:path>
                <a:path w="29210" h="585470">
                  <a:moveTo>
                    <a:pt x="29209" y="508000"/>
                  </a:moveTo>
                  <a:lnTo>
                    <a:pt x="0" y="508000"/>
                  </a:lnTo>
                  <a:lnTo>
                    <a:pt x="0" y="518159"/>
                  </a:lnTo>
                  <a:lnTo>
                    <a:pt x="29209" y="518159"/>
                  </a:lnTo>
                  <a:lnTo>
                    <a:pt x="29209" y="508000"/>
                  </a:lnTo>
                  <a:close/>
                </a:path>
                <a:path w="29210" h="585470">
                  <a:moveTo>
                    <a:pt x="29209" y="518160"/>
                  </a:moveTo>
                  <a:lnTo>
                    <a:pt x="0" y="518160"/>
                  </a:lnTo>
                  <a:lnTo>
                    <a:pt x="0" y="527049"/>
                  </a:lnTo>
                  <a:lnTo>
                    <a:pt x="29209" y="527049"/>
                  </a:lnTo>
                  <a:lnTo>
                    <a:pt x="29209" y="518160"/>
                  </a:lnTo>
                  <a:close/>
                </a:path>
                <a:path w="29210" h="585470">
                  <a:moveTo>
                    <a:pt x="29209" y="527050"/>
                  </a:moveTo>
                  <a:lnTo>
                    <a:pt x="0" y="527050"/>
                  </a:lnTo>
                  <a:lnTo>
                    <a:pt x="0" y="530859"/>
                  </a:lnTo>
                  <a:lnTo>
                    <a:pt x="29209" y="530859"/>
                  </a:lnTo>
                  <a:lnTo>
                    <a:pt x="29209" y="527050"/>
                  </a:lnTo>
                  <a:close/>
                </a:path>
                <a:path w="29210" h="585470">
                  <a:moveTo>
                    <a:pt x="29209" y="530860"/>
                  </a:moveTo>
                  <a:lnTo>
                    <a:pt x="0" y="530860"/>
                  </a:lnTo>
                  <a:lnTo>
                    <a:pt x="0" y="533399"/>
                  </a:lnTo>
                  <a:lnTo>
                    <a:pt x="29209" y="533399"/>
                  </a:lnTo>
                  <a:lnTo>
                    <a:pt x="29209" y="530860"/>
                  </a:lnTo>
                  <a:close/>
                </a:path>
                <a:path w="29210" h="585470">
                  <a:moveTo>
                    <a:pt x="29209" y="533400"/>
                  </a:moveTo>
                  <a:lnTo>
                    <a:pt x="0" y="533400"/>
                  </a:lnTo>
                  <a:lnTo>
                    <a:pt x="0" y="537209"/>
                  </a:lnTo>
                  <a:lnTo>
                    <a:pt x="29209" y="537209"/>
                  </a:lnTo>
                  <a:lnTo>
                    <a:pt x="29209" y="533400"/>
                  </a:lnTo>
                  <a:close/>
                </a:path>
                <a:path w="29210" h="585470">
                  <a:moveTo>
                    <a:pt x="29209" y="537210"/>
                  </a:moveTo>
                  <a:lnTo>
                    <a:pt x="0" y="537210"/>
                  </a:lnTo>
                  <a:lnTo>
                    <a:pt x="0" y="539749"/>
                  </a:lnTo>
                  <a:lnTo>
                    <a:pt x="29209" y="539749"/>
                  </a:lnTo>
                  <a:lnTo>
                    <a:pt x="29209" y="537210"/>
                  </a:lnTo>
                  <a:close/>
                </a:path>
                <a:path w="29210" h="585470">
                  <a:moveTo>
                    <a:pt x="29209" y="539750"/>
                  </a:moveTo>
                  <a:lnTo>
                    <a:pt x="0" y="539750"/>
                  </a:lnTo>
                  <a:lnTo>
                    <a:pt x="0" y="543559"/>
                  </a:lnTo>
                  <a:lnTo>
                    <a:pt x="29209" y="543559"/>
                  </a:lnTo>
                  <a:lnTo>
                    <a:pt x="29209" y="539750"/>
                  </a:lnTo>
                  <a:close/>
                </a:path>
                <a:path w="29210" h="585470">
                  <a:moveTo>
                    <a:pt x="29209" y="543560"/>
                  </a:moveTo>
                  <a:lnTo>
                    <a:pt x="0" y="543560"/>
                  </a:lnTo>
                  <a:lnTo>
                    <a:pt x="0" y="546099"/>
                  </a:lnTo>
                  <a:lnTo>
                    <a:pt x="29209" y="546099"/>
                  </a:lnTo>
                  <a:lnTo>
                    <a:pt x="29209" y="543560"/>
                  </a:lnTo>
                  <a:close/>
                </a:path>
                <a:path w="29210" h="585470">
                  <a:moveTo>
                    <a:pt x="29209" y="546100"/>
                  </a:moveTo>
                  <a:lnTo>
                    <a:pt x="0" y="546100"/>
                  </a:lnTo>
                  <a:lnTo>
                    <a:pt x="0" y="549909"/>
                  </a:lnTo>
                  <a:lnTo>
                    <a:pt x="29209" y="549909"/>
                  </a:lnTo>
                  <a:lnTo>
                    <a:pt x="29209" y="546100"/>
                  </a:lnTo>
                  <a:close/>
                </a:path>
                <a:path w="29210" h="585470">
                  <a:moveTo>
                    <a:pt x="29209" y="549910"/>
                  </a:moveTo>
                  <a:lnTo>
                    <a:pt x="0" y="549910"/>
                  </a:lnTo>
                  <a:lnTo>
                    <a:pt x="0" y="556259"/>
                  </a:lnTo>
                  <a:lnTo>
                    <a:pt x="29209" y="556259"/>
                  </a:lnTo>
                  <a:lnTo>
                    <a:pt x="29209" y="549910"/>
                  </a:lnTo>
                  <a:close/>
                </a:path>
                <a:path w="29210" h="585470">
                  <a:moveTo>
                    <a:pt x="29209" y="556260"/>
                  </a:moveTo>
                  <a:lnTo>
                    <a:pt x="0" y="556260"/>
                  </a:lnTo>
                  <a:lnTo>
                    <a:pt x="0" y="562609"/>
                  </a:lnTo>
                  <a:lnTo>
                    <a:pt x="25400" y="562609"/>
                  </a:lnTo>
                  <a:lnTo>
                    <a:pt x="25400" y="561339"/>
                  </a:lnTo>
                  <a:lnTo>
                    <a:pt x="27939" y="561339"/>
                  </a:lnTo>
                  <a:lnTo>
                    <a:pt x="27939" y="560069"/>
                  </a:lnTo>
                  <a:lnTo>
                    <a:pt x="29209" y="560069"/>
                  </a:lnTo>
                  <a:lnTo>
                    <a:pt x="29209" y="556260"/>
                  </a:lnTo>
                  <a:close/>
                </a:path>
                <a:path w="29210" h="585470">
                  <a:moveTo>
                    <a:pt x="24129" y="562610"/>
                  </a:moveTo>
                  <a:lnTo>
                    <a:pt x="0" y="562610"/>
                  </a:lnTo>
                  <a:lnTo>
                    <a:pt x="0" y="565149"/>
                  </a:lnTo>
                  <a:lnTo>
                    <a:pt x="22859" y="565149"/>
                  </a:lnTo>
                  <a:lnTo>
                    <a:pt x="22859" y="563879"/>
                  </a:lnTo>
                  <a:lnTo>
                    <a:pt x="24129" y="563879"/>
                  </a:lnTo>
                  <a:lnTo>
                    <a:pt x="24129" y="562610"/>
                  </a:lnTo>
                  <a:close/>
                </a:path>
                <a:path w="29210" h="585470">
                  <a:moveTo>
                    <a:pt x="21589" y="565150"/>
                  </a:moveTo>
                  <a:lnTo>
                    <a:pt x="0" y="565150"/>
                  </a:lnTo>
                  <a:lnTo>
                    <a:pt x="0" y="568959"/>
                  </a:lnTo>
                  <a:lnTo>
                    <a:pt x="19050" y="568959"/>
                  </a:lnTo>
                  <a:lnTo>
                    <a:pt x="19050" y="567689"/>
                  </a:lnTo>
                  <a:lnTo>
                    <a:pt x="20319" y="567689"/>
                  </a:lnTo>
                  <a:lnTo>
                    <a:pt x="20319" y="566419"/>
                  </a:lnTo>
                  <a:lnTo>
                    <a:pt x="21589" y="566419"/>
                  </a:lnTo>
                  <a:lnTo>
                    <a:pt x="21589" y="565150"/>
                  </a:lnTo>
                  <a:close/>
                </a:path>
                <a:path w="29210" h="585470">
                  <a:moveTo>
                    <a:pt x="17779" y="568960"/>
                  </a:moveTo>
                  <a:lnTo>
                    <a:pt x="0" y="568960"/>
                  </a:lnTo>
                  <a:lnTo>
                    <a:pt x="0" y="571499"/>
                  </a:lnTo>
                  <a:lnTo>
                    <a:pt x="16509" y="571499"/>
                  </a:lnTo>
                  <a:lnTo>
                    <a:pt x="16509" y="570229"/>
                  </a:lnTo>
                  <a:lnTo>
                    <a:pt x="17779" y="570229"/>
                  </a:lnTo>
                  <a:lnTo>
                    <a:pt x="17779" y="568960"/>
                  </a:lnTo>
                  <a:close/>
                </a:path>
                <a:path w="29210" h="585470">
                  <a:moveTo>
                    <a:pt x="15239" y="571500"/>
                  </a:moveTo>
                  <a:lnTo>
                    <a:pt x="0" y="571500"/>
                  </a:lnTo>
                  <a:lnTo>
                    <a:pt x="0" y="575309"/>
                  </a:lnTo>
                  <a:lnTo>
                    <a:pt x="12700" y="575309"/>
                  </a:lnTo>
                  <a:lnTo>
                    <a:pt x="12700" y="574039"/>
                  </a:lnTo>
                  <a:lnTo>
                    <a:pt x="13969" y="574039"/>
                  </a:lnTo>
                  <a:lnTo>
                    <a:pt x="13969" y="572769"/>
                  </a:lnTo>
                  <a:lnTo>
                    <a:pt x="15239" y="572769"/>
                  </a:lnTo>
                  <a:lnTo>
                    <a:pt x="15239" y="571500"/>
                  </a:lnTo>
                  <a:close/>
                </a:path>
                <a:path w="29210" h="585470">
                  <a:moveTo>
                    <a:pt x="11429" y="575310"/>
                  </a:moveTo>
                  <a:lnTo>
                    <a:pt x="0" y="575310"/>
                  </a:lnTo>
                  <a:lnTo>
                    <a:pt x="0" y="577849"/>
                  </a:lnTo>
                  <a:lnTo>
                    <a:pt x="10159" y="577849"/>
                  </a:lnTo>
                  <a:lnTo>
                    <a:pt x="10159" y="576579"/>
                  </a:lnTo>
                  <a:lnTo>
                    <a:pt x="11429" y="576579"/>
                  </a:lnTo>
                  <a:lnTo>
                    <a:pt x="11429" y="575310"/>
                  </a:lnTo>
                  <a:close/>
                </a:path>
                <a:path w="29210" h="585470">
                  <a:moveTo>
                    <a:pt x="8889" y="577850"/>
                  </a:moveTo>
                  <a:lnTo>
                    <a:pt x="0" y="577850"/>
                  </a:lnTo>
                  <a:lnTo>
                    <a:pt x="0" y="581659"/>
                  </a:lnTo>
                  <a:lnTo>
                    <a:pt x="6350" y="581659"/>
                  </a:lnTo>
                  <a:lnTo>
                    <a:pt x="6350" y="580389"/>
                  </a:lnTo>
                  <a:lnTo>
                    <a:pt x="7619" y="580389"/>
                  </a:lnTo>
                  <a:lnTo>
                    <a:pt x="7619" y="579119"/>
                  </a:lnTo>
                  <a:lnTo>
                    <a:pt x="8889" y="579119"/>
                  </a:lnTo>
                  <a:lnTo>
                    <a:pt x="8889" y="577850"/>
                  </a:lnTo>
                  <a:close/>
                </a:path>
                <a:path w="29210" h="585470">
                  <a:moveTo>
                    <a:pt x="5079" y="581660"/>
                  </a:moveTo>
                  <a:lnTo>
                    <a:pt x="0" y="581660"/>
                  </a:lnTo>
                  <a:lnTo>
                    <a:pt x="0" y="584199"/>
                  </a:lnTo>
                  <a:lnTo>
                    <a:pt x="2539" y="584199"/>
                  </a:lnTo>
                  <a:lnTo>
                    <a:pt x="2539" y="582929"/>
                  </a:lnTo>
                  <a:lnTo>
                    <a:pt x="5079" y="582929"/>
                  </a:lnTo>
                  <a:lnTo>
                    <a:pt x="5079" y="581660"/>
                  </a:lnTo>
                  <a:close/>
                </a:path>
                <a:path w="29210" h="585470">
                  <a:moveTo>
                    <a:pt x="1269" y="584200"/>
                  </a:moveTo>
                  <a:lnTo>
                    <a:pt x="0" y="584200"/>
                  </a:lnTo>
                  <a:lnTo>
                    <a:pt x="0" y="585469"/>
                  </a:lnTo>
                  <a:lnTo>
                    <a:pt x="1269" y="585469"/>
                  </a:lnTo>
                  <a:lnTo>
                    <a:pt x="1269" y="584200"/>
                  </a:lnTo>
                  <a:close/>
                </a:path>
              </a:pathLst>
            </a:custGeom>
            <a:solidFill>
              <a:srgbClr val="2E5D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9" name="object 3809"/>
            <p:cNvSpPr/>
            <p:nvPr/>
          </p:nvSpPr>
          <p:spPr>
            <a:xfrm>
              <a:off x="5510529" y="5091430"/>
              <a:ext cx="27940" cy="532130"/>
            </a:xfrm>
            <a:custGeom>
              <a:avLst/>
              <a:gdLst/>
              <a:ahLst/>
              <a:cxnLst/>
              <a:rect l="l" t="t" r="r" b="b"/>
              <a:pathLst>
                <a:path w="27939" h="532129">
                  <a:moveTo>
                    <a:pt x="127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2539"/>
                  </a:lnTo>
                  <a:lnTo>
                    <a:pt x="2540" y="2539"/>
                  </a:lnTo>
                  <a:lnTo>
                    <a:pt x="254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27939" h="532129">
                  <a:moveTo>
                    <a:pt x="5079" y="3810"/>
                  </a:moveTo>
                  <a:lnTo>
                    <a:pt x="0" y="3810"/>
                  </a:lnTo>
                  <a:lnTo>
                    <a:pt x="0" y="10159"/>
                  </a:lnTo>
                  <a:lnTo>
                    <a:pt x="10160" y="10159"/>
                  </a:lnTo>
                  <a:lnTo>
                    <a:pt x="10160" y="8889"/>
                  </a:lnTo>
                  <a:lnTo>
                    <a:pt x="8890" y="8889"/>
                  </a:lnTo>
                  <a:lnTo>
                    <a:pt x="8890" y="7619"/>
                  </a:lnTo>
                  <a:lnTo>
                    <a:pt x="7620" y="7619"/>
                  </a:lnTo>
                  <a:lnTo>
                    <a:pt x="7620" y="6349"/>
                  </a:lnTo>
                  <a:lnTo>
                    <a:pt x="6350" y="6349"/>
                  </a:lnTo>
                  <a:lnTo>
                    <a:pt x="6350" y="5079"/>
                  </a:lnTo>
                  <a:lnTo>
                    <a:pt x="5079" y="5079"/>
                  </a:lnTo>
                  <a:lnTo>
                    <a:pt x="5079" y="3810"/>
                  </a:lnTo>
                  <a:close/>
                </a:path>
                <a:path w="27939" h="532129">
                  <a:moveTo>
                    <a:pt x="11429" y="10159"/>
                  </a:moveTo>
                  <a:lnTo>
                    <a:pt x="0" y="10159"/>
                  </a:lnTo>
                  <a:lnTo>
                    <a:pt x="0" y="22859"/>
                  </a:lnTo>
                  <a:lnTo>
                    <a:pt x="24129" y="22859"/>
                  </a:lnTo>
                  <a:lnTo>
                    <a:pt x="24129" y="21589"/>
                  </a:lnTo>
                  <a:lnTo>
                    <a:pt x="22860" y="21589"/>
                  </a:lnTo>
                  <a:lnTo>
                    <a:pt x="22860" y="20319"/>
                  </a:lnTo>
                  <a:lnTo>
                    <a:pt x="21590" y="20319"/>
                  </a:lnTo>
                  <a:lnTo>
                    <a:pt x="21590" y="19049"/>
                  </a:lnTo>
                  <a:lnTo>
                    <a:pt x="20320" y="19049"/>
                  </a:lnTo>
                  <a:lnTo>
                    <a:pt x="20320" y="17779"/>
                  </a:lnTo>
                  <a:lnTo>
                    <a:pt x="19050" y="17779"/>
                  </a:lnTo>
                  <a:lnTo>
                    <a:pt x="19050" y="16509"/>
                  </a:lnTo>
                  <a:lnTo>
                    <a:pt x="16510" y="16509"/>
                  </a:lnTo>
                  <a:lnTo>
                    <a:pt x="16510" y="15239"/>
                  </a:lnTo>
                  <a:lnTo>
                    <a:pt x="15240" y="15239"/>
                  </a:lnTo>
                  <a:lnTo>
                    <a:pt x="15240" y="13969"/>
                  </a:lnTo>
                  <a:lnTo>
                    <a:pt x="13970" y="13969"/>
                  </a:lnTo>
                  <a:lnTo>
                    <a:pt x="13970" y="12699"/>
                  </a:lnTo>
                  <a:lnTo>
                    <a:pt x="12700" y="12699"/>
                  </a:lnTo>
                  <a:lnTo>
                    <a:pt x="12700" y="11429"/>
                  </a:lnTo>
                  <a:lnTo>
                    <a:pt x="11429" y="11429"/>
                  </a:lnTo>
                  <a:lnTo>
                    <a:pt x="11429" y="10159"/>
                  </a:lnTo>
                  <a:close/>
                </a:path>
                <a:path w="27939" h="532129">
                  <a:moveTo>
                    <a:pt x="25400" y="22859"/>
                  </a:moveTo>
                  <a:lnTo>
                    <a:pt x="0" y="22859"/>
                  </a:lnTo>
                  <a:lnTo>
                    <a:pt x="0" y="29209"/>
                  </a:lnTo>
                  <a:lnTo>
                    <a:pt x="27940" y="29209"/>
                  </a:lnTo>
                  <a:lnTo>
                    <a:pt x="27940" y="25399"/>
                  </a:lnTo>
                  <a:lnTo>
                    <a:pt x="26670" y="25399"/>
                  </a:lnTo>
                  <a:lnTo>
                    <a:pt x="26670" y="24129"/>
                  </a:lnTo>
                  <a:lnTo>
                    <a:pt x="25400" y="24129"/>
                  </a:lnTo>
                  <a:lnTo>
                    <a:pt x="25400" y="22859"/>
                  </a:lnTo>
                  <a:close/>
                </a:path>
                <a:path w="27939" h="532129">
                  <a:moveTo>
                    <a:pt x="27940" y="29209"/>
                  </a:moveTo>
                  <a:lnTo>
                    <a:pt x="0" y="29209"/>
                  </a:lnTo>
                  <a:lnTo>
                    <a:pt x="0" y="35559"/>
                  </a:lnTo>
                  <a:lnTo>
                    <a:pt x="27940" y="35559"/>
                  </a:lnTo>
                  <a:lnTo>
                    <a:pt x="27940" y="29209"/>
                  </a:lnTo>
                  <a:close/>
                </a:path>
                <a:path w="27939" h="532129">
                  <a:moveTo>
                    <a:pt x="27940" y="35559"/>
                  </a:moveTo>
                  <a:lnTo>
                    <a:pt x="0" y="35559"/>
                  </a:lnTo>
                  <a:lnTo>
                    <a:pt x="0" y="41909"/>
                  </a:lnTo>
                  <a:lnTo>
                    <a:pt x="27940" y="41909"/>
                  </a:lnTo>
                  <a:lnTo>
                    <a:pt x="27940" y="35559"/>
                  </a:lnTo>
                  <a:close/>
                </a:path>
                <a:path w="27939" h="532129">
                  <a:moveTo>
                    <a:pt x="27940" y="41910"/>
                  </a:moveTo>
                  <a:lnTo>
                    <a:pt x="0" y="41910"/>
                  </a:lnTo>
                  <a:lnTo>
                    <a:pt x="0" y="48259"/>
                  </a:lnTo>
                  <a:lnTo>
                    <a:pt x="27940" y="48259"/>
                  </a:lnTo>
                  <a:lnTo>
                    <a:pt x="27940" y="41910"/>
                  </a:lnTo>
                  <a:close/>
                </a:path>
                <a:path w="27939" h="532129">
                  <a:moveTo>
                    <a:pt x="27940" y="48259"/>
                  </a:moveTo>
                  <a:lnTo>
                    <a:pt x="0" y="48259"/>
                  </a:lnTo>
                  <a:lnTo>
                    <a:pt x="0" y="54609"/>
                  </a:lnTo>
                  <a:lnTo>
                    <a:pt x="27940" y="54609"/>
                  </a:lnTo>
                  <a:lnTo>
                    <a:pt x="27940" y="48259"/>
                  </a:lnTo>
                  <a:close/>
                </a:path>
                <a:path w="27939" h="532129">
                  <a:moveTo>
                    <a:pt x="27940" y="54609"/>
                  </a:moveTo>
                  <a:lnTo>
                    <a:pt x="0" y="54609"/>
                  </a:lnTo>
                  <a:lnTo>
                    <a:pt x="0" y="60959"/>
                  </a:lnTo>
                  <a:lnTo>
                    <a:pt x="27940" y="60959"/>
                  </a:lnTo>
                  <a:lnTo>
                    <a:pt x="27940" y="54609"/>
                  </a:lnTo>
                  <a:close/>
                </a:path>
                <a:path w="27939" h="532129">
                  <a:moveTo>
                    <a:pt x="27940" y="60959"/>
                  </a:moveTo>
                  <a:lnTo>
                    <a:pt x="0" y="60959"/>
                  </a:lnTo>
                  <a:lnTo>
                    <a:pt x="0" y="67309"/>
                  </a:lnTo>
                  <a:lnTo>
                    <a:pt x="27940" y="67309"/>
                  </a:lnTo>
                  <a:lnTo>
                    <a:pt x="27940" y="60959"/>
                  </a:lnTo>
                  <a:close/>
                </a:path>
                <a:path w="27939" h="532129">
                  <a:moveTo>
                    <a:pt x="27940" y="67310"/>
                  </a:moveTo>
                  <a:lnTo>
                    <a:pt x="0" y="67310"/>
                  </a:lnTo>
                  <a:lnTo>
                    <a:pt x="0" y="73659"/>
                  </a:lnTo>
                  <a:lnTo>
                    <a:pt x="27940" y="73659"/>
                  </a:lnTo>
                  <a:lnTo>
                    <a:pt x="27940" y="67310"/>
                  </a:lnTo>
                  <a:close/>
                </a:path>
                <a:path w="27939" h="532129">
                  <a:moveTo>
                    <a:pt x="27940" y="73659"/>
                  </a:moveTo>
                  <a:lnTo>
                    <a:pt x="0" y="73659"/>
                  </a:lnTo>
                  <a:lnTo>
                    <a:pt x="0" y="80009"/>
                  </a:lnTo>
                  <a:lnTo>
                    <a:pt x="27940" y="80009"/>
                  </a:lnTo>
                  <a:lnTo>
                    <a:pt x="27940" y="73659"/>
                  </a:lnTo>
                  <a:close/>
                </a:path>
                <a:path w="27939" h="532129">
                  <a:moveTo>
                    <a:pt x="27940" y="80009"/>
                  </a:moveTo>
                  <a:lnTo>
                    <a:pt x="0" y="80009"/>
                  </a:lnTo>
                  <a:lnTo>
                    <a:pt x="0" y="92709"/>
                  </a:lnTo>
                  <a:lnTo>
                    <a:pt x="27940" y="92709"/>
                  </a:lnTo>
                  <a:lnTo>
                    <a:pt x="27940" y="80009"/>
                  </a:lnTo>
                  <a:close/>
                </a:path>
                <a:path w="27939" h="532129">
                  <a:moveTo>
                    <a:pt x="27940" y="92709"/>
                  </a:moveTo>
                  <a:lnTo>
                    <a:pt x="0" y="92709"/>
                  </a:lnTo>
                  <a:lnTo>
                    <a:pt x="0" y="99059"/>
                  </a:lnTo>
                  <a:lnTo>
                    <a:pt x="27940" y="99059"/>
                  </a:lnTo>
                  <a:lnTo>
                    <a:pt x="27940" y="92709"/>
                  </a:lnTo>
                  <a:close/>
                </a:path>
                <a:path w="27939" h="532129">
                  <a:moveTo>
                    <a:pt x="27940" y="99059"/>
                  </a:moveTo>
                  <a:lnTo>
                    <a:pt x="0" y="99059"/>
                  </a:lnTo>
                  <a:lnTo>
                    <a:pt x="0" y="105409"/>
                  </a:lnTo>
                  <a:lnTo>
                    <a:pt x="27940" y="105409"/>
                  </a:lnTo>
                  <a:lnTo>
                    <a:pt x="27940" y="99059"/>
                  </a:lnTo>
                  <a:close/>
                </a:path>
                <a:path w="27939" h="532129">
                  <a:moveTo>
                    <a:pt x="27940" y="105409"/>
                  </a:moveTo>
                  <a:lnTo>
                    <a:pt x="0" y="105409"/>
                  </a:lnTo>
                  <a:lnTo>
                    <a:pt x="0" y="111759"/>
                  </a:lnTo>
                  <a:lnTo>
                    <a:pt x="27940" y="111759"/>
                  </a:lnTo>
                  <a:lnTo>
                    <a:pt x="27940" y="105409"/>
                  </a:lnTo>
                  <a:close/>
                </a:path>
                <a:path w="27939" h="532129">
                  <a:moveTo>
                    <a:pt x="27940" y="111759"/>
                  </a:moveTo>
                  <a:lnTo>
                    <a:pt x="0" y="111759"/>
                  </a:lnTo>
                  <a:lnTo>
                    <a:pt x="0" y="118109"/>
                  </a:lnTo>
                  <a:lnTo>
                    <a:pt x="27940" y="118109"/>
                  </a:lnTo>
                  <a:lnTo>
                    <a:pt x="27940" y="111759"/>
                  </a:lnTo>
                  <a:close/>
                </a:path>
                <a:path w="27939" h="532129">
                  <a:moveTo>
                    <a:pt x="27940" y="118109"/>
                  </a:moveTo>
                  <a:lnTo>
                    <a:pt x="0" y="118109"/>
                  </a:lnTo>
                  <a:lnTo>
                    <a:pt x="0" y="124459"/>
                  </a:lnTo>
                  <a:lnTo>
                    <a:pt x="27940" y="124459"/>
                  </a:lnTo>
                  <a:lnTo>
                    <a:pt x="27940" y="118109"/>
                  </a:lnTo>
                  <a:close/>
                </a:path>
                <a:path w="27939" h="532129">
                  <a:moveTo>
                    <a:pt x="27940" y="124459"/>
                  </a:moveTo>
                  <a:lnTo>
                    <a:pt x="0" y="124459"/>
                  </a:lnTo>
                  <a:lnTo>
                    <a:pt x="0" y="130809"/>
                  </a:lnTo>
                  <a:lnTo>
                    <a:pt x="27940" y="130809"/>
                  </a:lnTo>
                  <a:lnTo>
                    <a:pt x="27940" y="124459"/>
                  </a:lnTo>
                  <a:close/>
                </a:path>
                <a:path w="27939" h="532129">
                  <a:moveTo>
                    <a:pt x="27940" y="130809"/>
                  </a:moveTo>
                  <a:lnTo>
                    <a:pt x="0" y="130809"/>
                  </a:lnTo>
                  <a:lnTo>
                    <a:pt x="0" y="137159"/>
                  </a:lnTo>
                  <a:lnTo>
                    <a:pt x="27940" y="137159"/>
                  </a:lnTo>
                  <a:lnTo>
                    <a:pt x="27940" y="130809"/>
                  </a:lnTo>
                  <a:close/>
                </a:path>
                <a:path w="27939" h="532129">
                  <a:moveTo>
                    <a:pt x="27940" y="137159"/>
                  </a:moveTo>
                  <a:lnTo>
                    <a:pt x="0" y="137159"/>
                  </a:lnTo>
                  <a:lnTo>
                    <a:pt x="0" y="148589"/>
                  </a:lnTo>
                  <a:lnTo>
                    <a:pt x="27940" y="148589"/>
                  </a:lnTo>
                  <a:lnTo>
                    <a:pt x="27940" y="137159"/>
                  </a:lnTo>
                  <a:close/>
                </a:path>
                <a:path w="27939" h="532129">
                  <a:moveTo>
                    <a:pt x="27940" y="148589"/>
                  </a:moveTo>
                  <a:lnTo>
                    <a:pt x="0" y="148589"/>
                  </a:lnTo>
                  <a:lnTo>
                    <a:pt x="0" y="154939"/>
                  </a:lnTo>
                  <a:lnTo>
                    <a:pt x="27940" y="154939"/>
                  </a:lnTo>
                  <a:lnTo>
                    <a:pt x="27940" y="148589"/>
                  </a:lnTo>
                  <a:close/>
                </a:path>
                <a:path w="27939" h="532129">
                  <a:moveTo>
                    <a:pt x="27940" y="154939"/>
                  </a:moveTo>
                  <a:lnTo>
                    <a:pt x="0" y="154939"/>
                  </a:lnTo>
                  <a:lnTo>
                    <a:pt x="0" y="161289"/>
                  </a:lnTo>
                  <a:lnTo>
                    <a:pt x="27940" y="161289"/>
                  </a:lnTo>
                  <a:lnTo>
                    <a:pt x="27940" y="154939"/>
                  </a:lnTo>
                  <a:close/>
                </a:path>
                <a:path w="27939" h="532129">
                  <a:moveTo>
                    <a:pt x="27940" y="161289"/>
                  </a:moveTo>
                  <a:lnTo>
                    <a:pt x="0" y="161289"/>
                  </a:lnTo>
                  <a:lnTo>
                    <a:pt x="0" y="163829"/>
                  </a:lnTo>
                  <a:lnTo>
                    <a:pt x="27940" y="163829"/>
                  </a:lnTo>
                  <a:lnTo>
                    <a:pt x="27940" y="161289"/>
                  </a:lnTo>
                  <a:close/>
                </a:path>
                <a:path w="27939" h="532129">
                  <a:moveTo>
                    <a:pt x="27940" y="163829"/>
                  </a:moveTo>
                  <a:lnTo>
                    <a:pt x="0" y="163829"/>
                  </a:lnTo>
                  <a:lnTo>
                    <a:pt x="0" y="167639"/>
                  </a:lnTo>
                  <a:lnTo>
                    <a:pt x="27940" y="167639"/>
                  </a:lnTo>
                  <a:lnTo>
                    <a:pt x="27940" y="163829"/>
                  </a:lnTo>
                  <a:close/>
                </a:path>
                <a:path w="27939" h="532129">
                  <a:moveTo>
                    <a:pt x="27940" y="167639"/>
                  </a:moveTo>
                  <a:lnTo>
                    <a:pt x="0" y="167639"/>
                  </a:lnTo>
                  <a:lnTo>
                    <a:pt x="0" y="173989"/>
                  </a:lnTo>
                  <a:lnTo>
                    <a:pt x="27940" y="173989"/>
                  </a:lnTo>
                  <a:lnTo>
                    <a:pt x="27940" y="167639"/>
                  </a:lnTo>
                  <a:close/>
                </a:path>
                <a:path w="27939" h="532129">
                  <a:moveTo>
                    <a:pt x="27940" y="173989"/>
                  </a:moveTo>
                  <a:lnTo>
                    <a:pt x="0" y="173989"/>
                  </a:lnTo>
                  <a:lnTo>
                    <a:pt x="0" y="176529"/>
                  </a:lnTo>
                  <a:lnTo>
                    <a:pt x="27940" y="176529"/>
                  </a:lnTo>
                  <a:lnTo>
                    <a:pt x="27940" y="173989"/>
                  </a:lnTo>
                  <a:close/>
                </a:path>
                <a:path w="27939" h="532129">
                  <a:moveTo>
                    <a:pt x="27940" y="176529"/>
                  </a:moveTo>
                  <a:lnTo>
                    <a:pt x="0" y="176529"/>
                  </a:lnTo>
                  <a:lnTo>
                    <a:pt x="0" y="214629"/>
                  </a:lnTo>
                  <a:lnTo>
                    <a:pt x="27940" y="214629"/>
                  </a:lnTo>
                  <a:lnTo>
                    <a:pt x="27940" y="176529"/>
                  </a:lnTo>
                  <a:close/>
                </a:path>
                <a:path w="27939" h="532129">
                  <a:moveTo>
                    <a:pt x="27940" y="214629"/>
                  </a:moveTo>
                  <a:lnTo>
                    <a:pt x="0" y="214629"/>
                  </a:lnTo>
                  <a:lnTo>
                    <a:pt x="0" y="220979"/>
                  </a:lnTo>
                  <a:lnTo>
                    <a:pt x="27940" y="220979"/>
                  </a:lnTo>
                  <a:lnTo>
                    <a:pt x="27940" y="214629"/>
                  </a:lnTo>
                  <a:close/>
                </a:path>
                <a:path w="27939" h="532129">
                  <a:moveTo>
                    <a:pt x="27940" y="220979"/>
                  </a:moveTo>
                  <a:lnTo>
                    <a:pt x="0" y="220979"/>
                  </a:lnTo>
                  <a:lnTo>
                    <a:pt x="0" y="224789"/>
                  </a:lnTo>
                  <a:lnTo>
                    <a:pt x="27940" y="224789"/>
                  </a:lnTo>
                  <a:lnTo>
                    <a:pt x="27940" y="220979"/>
                  </a:lnTo>
                  <a:close/>
                </a:path>
                <a:path w="27939" h="532129">
                  <a:moveTo>
                    <a:pt x="27940" y="224789"/>
                  </a:moveTo>
                  <a:lnTo>
                    <a:pt x="0" y="224789"/>
                  </a:lnTo>
                  <a:lnTo>
                    <a:pt x="0" y="227329"/>
                  </a:lnTo>
                  <a:lnTo>
                    <a:pt x="27940" y="227329"/>
                  </a:lnTo>
                  <a:lnTo>
                    <a:pt x="27940" y="224789"/>
                  </a:lnTo>
                  <a:close/>
                </a:path>
                <a:path w="27939" h="532129">
                  <a:moveTo>
                    <a:pt x="27940" y="227329"/>
                  </a:moveTo>
                  <a:lnTo>
                    <a:pt x="0" y="227329"/>
                  </a:lnTo>
                  <a:lnTo>
                    <a:pt x="0" y="231139"/>
                  </a:lnTo>
                  <a:lnTo>
                    <a:pt x="27940" y="231139"/>
                  </a:lnTo>
                  <a:lnTo>
                    <a:pt x="27940" y="227329"/>
                  </a:lnTo>
                  <a:close/>
                </a:path>
                <a:path w="27939" h="532129">
                  <a:moveTo>
                    <a:pt x="27940" y="231139"/>
                  </a:moveTo>
                  <a:lnTo>
                    <a:pt x="0" y="231139"/>
                  </a:lnTo>
                  <a:lnTo>
                    <a:pt x="0" y="233679"/>
                  </a:lnTo>
                  <a:lnTo>
                    <a:pt x="27940" y="233679"/>
                  </a:lnTo>
                  <a:lnTo>
                    <a:pt x="27940" y="231139"/>
                  </a:lnTo>
                  <a:close/>
                </a:path>
                <a:path w="27939" h="532129">
                  <a:moveTo>
                    <a:pt x="27940" y="233679"/>
                  </a:moveTo>
                  <a:lnTo>
                    <a:pt x="0" y="233679"/>
                  </a:lnTo>
                  <a:lnTo>
                    <a:pt x="0" y="246379"/>
                  </a:lnTo>
                  <a:lnTo>
                    <a:pt x="27940" y="246379"/>
                  </a:lnTo>
                  <a:lnTo>
                    <a:pt x="27940" y="233679"/>
                  </a:lnTo>
                  <a:close/>
                </a:path>
                <a:path w="27939" h="532129">
                  <a:moveTo>
                    <a:pt x="27940" y="246379"/>
                  </a:moveTo>
                  <a:lnTo>
                    <a:pt x="0" y="246379"/>
                  </a:lnTo>
                  <a:lnTo>
                    <a:pt x="0" y="252729"/>
                  </a:lnTo>
                  <a:lnTo>
                    <a:pt x="27940" y="252729"/>
                  </a:lnTo>
                  <a:lnTo>
                    <a:pt x="27940" y="246379"/>
                  </a:lnTo>
                  <a:close/>
                </a:path>
                <a:path w="27939" h="532129">
                  <a:moveTo>
                    <a:pt x="27940" y="252729"/>
                  </a:moveTo>
                  <a:lnTo>
                    <a:pt x="0" y="252729"/>
                  </a:lnTo>
                  <a:lnTo>
                    <a:pt x="0" y="256539"/>
                  </a:lnTo>
                  <a:lnTo>
                    <a:pt x="27940" y="256539"/>
                  </a:lnTo>
                  <a:lnTo>
                    <a:pt x="27940" y="252729"/>
                  </a:lnTo>
                  <a:close/>
                </a:path>
                <a:path w="27939" h="532129">
                  <a:moveTo>
                    <a:pt x="27940" y="256539"/>
                  </a:moveTo>
                  <a:lnTo>
                    <a:pt x="0" y="256539"/>
                  </a:lnTo>
                  <a:lnTo>
                    <a:pt x="0" y="259079"/>
                  </a:lnTo>
                  <a:lnTo>
                    <a:pt x="27940" y="259079"/>
                  </a:lnTo>
                  <a:lnTo>
                    <a:pt x="27940" y="256539"/>
                  </a:lnTo>
                  <a:close/>
                </a:path>
                <a:path w="27939" h="532129">
                  <a:moveTo>
                    <a:pt x="27940" y="259079"/>
                  </a:moveTo>
                  <a:lnTo>
                    <a:pt x="0" y="259079"/>
                  </a:lnTo>
                  <a:lnTo>
                    <a:pt x="0" y="269239"/>
                  </a:lnTo>
                  <a:lnTo>
                    <a:pt x="27940" y="269239"/>
                  </a:lnTo>
                  <a:lnTo>
                    <a:pt x="27940" y="259079"/>
                  </a:lnTo>
                  <a:close/>
                </a:path>
                <a:path w="27939" h="532129">
                  <a:moveTo>
                    <a:pt x="27940" y="269239"/>
                  </a:moveTo>
                  <a:lnTo>
                    <a:pt x="0" y="269239"/>
                  </a:lnTo>
                  <a:lnTo>
                    <a:pt x="0" y="271779"/>
                  </a:lnTo>
                  <a:lnTo>
                    <a:pt x="27940" y="271779"/>
                  </a:lnTo>
                  <a:lnTo>
                    <a:pt x="27940" y="269239"/>
                  </a:lnTo>
                  <a:close/>
                </a:path>
                <a:path w="27939" h="532129">
                  <a:moveTo>
                    <a:pt x="27940" y="271779"/>
                  </a:moveTo>
                  <a:lnTo>
                    <a:pt x="0" y="271779"/>
                  </a:lnTo>
                  <a:lnTo>
                    <a:pt x="0" y="275589"/>
                  </a:lnTo>
                  <a:lnTo>
                    <a:pt x="27940" y="275589"/>
                  </a:lnTo>
                  <a:lnTo>
                    <a:pt x="27940" y="271779"/>
                  </a:lnTo>
                  <a:close/>
                </a:path>
                <a:path w="27939" h="532129">
                  <a:moveTo>
                    <a:pt x="27940" y="275589"/>
                  </a:moveTo>
                  <a:lnTo>
                    <a:pt x="0" y="275589"/>
                  </a:lnTo>
                  <a:lnTo>
                    <a:pt x="0" y="281939"/>
                  </a:lnTo>
                  <a:lnTo>
                    <a:pt x="27940" y="281939"/>
                  </a:lnTo>
                  <a:lnTo>
                    <a:pt x="27940" y="275589"/>
                  </a:lnTo>
                  <a:close/>
                </a:path>
                <a:path w="27939" h="532129">
                  <a:moveTo>
                    <a:pt x="27940" y="281939"/>
                  </a:moveTo>
                  <a:lnTo>
                    <a:pt x="0" y="281939"/>
                  </a:lnTo>
                  <a:lnTo>
                    <a:pt x="0" y="288289"/>
                  </a:lnTo>
                  <a:lnTo>
                    <a:pt x="27940" y="288289"/>
                  </a:lnTo>
                  <a:lnTo>
                    <a:pt x="27940" y="281939"/>
                  </a:lnTo>
                  <a:close/>
                </a:path>
                <a:path w="27939" h="532129">
                  <a:moveTo>
                    <a:pt x="27940" y="288289"/>
                  </a:moveTo>
                  <a:lnTo>
                    <a:pt x="0" y="288289"/>
                  </a:lnTo>
                  <a:lnTo>
                    <a:pt x="0" y="297179"/>
                  </a:lnTo>
                  <a:lnTo>
                    <a:pt x="27940" y="297179"/>
                  </a:lnTo>
                  <a:lnTo>
                    <a:pt x="27940" y="288289"/>
                  </a:lnTo>
                  <a:close/>
                </a:path>
                <a:path w="27939" h="532129">
                  <a:moveTo>
                    <a:pt x="27940" y="297179"/>
                  </a:moveTo>
                  <a:lnTo>
                    <a:pt x="0" y="297179"/>
                  </a:lnTo>
                  <a:lnTo>
                    <a:pt x="0" y="300989"/>
                  </a:lnTo>
                  <a:lnTo>
                    <a:pt x="27940" y="300989"/>
                  </a:lnTo>
                  <a:lnTo>
                    <a:pt x="27940" y="297179"/>
                  </a:lnTo>
                  <a:close/>
                </a:path>
                <a:path w="27939" h="532129">
                  <a:moveTo>
                    <a:pt x="27940" y="300989"/>
                  </a:moveTo>
                  <a:lnTo>
                    <a:pt x="0" y="300989"/>
                  </a:lnTo>
                  <a:lnTo>
                    <a:pt x="0" y="307339"/>
                  </a:lnTo>
                  <a:lnTo>
                    <a:pt x="27940" y="307339"/>
                  </a:lnTo>
                  <a:lnTo>
                    <a:pt x="27940" y="300989"/>
                  </a:lnTo>
                  <a:close/>
                </a:path>
                <a:path w="27939" h="532129">
                  <a:moveTo>
                    <a:pt x="27940" y="307339"/>
                  </a:moveTo>
                  <a:lnTo>
                    <a:pt x="0" y="307339"/>
                  </a:lnTo>
                  <a:lnTo>
                    <a:pt x="0" y="326389"/>
                  </a:lnTo>
                  <a:lnTo>
                    <a:pt x="27940" y="326389"/>
                  </a:lnTo>
                  <a:lnTo>
                    <a:pt x="27940" y="307339"/>
                  </a:lnTo>
                  <a:close/>
                </a:path>
                <a:path w="27939" h="532129">
                  <a:moveTo>
                    <a:pt x="27940" y="326389"/>
                  </a:moveTo>
                  <a:lnTo>
                    <a:pt x="0" y="326389"/>
                  </a:lnTo>
                  <a:lnTo>
                    <a:pt x="0" y="328929"/>
                  </a:lnTo>
                  <a:lnTo>
                    <a:pt x="27940" y="328929"/>
                  </a:lnTo>
                  <a:lnTo>
                    <a:pt x="27940" y="326389"/>
                  </a:lnTo>
                  <a:close/>
                </a:path>
                <a:path w="27939" h="532129">
                  <a:moveTo>
                    <a:pt x="27940" y="328929"/>
                  </a:moveTo>
                  <a:lnTo>
                    <a:pt x="0" y="328929"/>
                  </a:lnTo>
                  <a:lnTo>
                    <a:pt x="0" y="332739"/>
                  </a:lnTo>
                  <a:lnTo>
                    <a:pt x="27940" y="332739"/>
                  </a:lnTo>
                  <a:lnTo>
                    <a:pt x="27940" y="328929"/>
                  </a:lnTo>
                  <a:close/>
                </a:path>
                <a:path w="27939" h="532129">
                  <a:moveTo>
                    <a:pt x="27940" y="332739"/>
                  </a:moveTo>
                  <a:lnTo>
                    <a:pt x="0" y="332739"/>
                  </a:lnTo>
                  <a:lnTo>
                    <a:pt x="0" y="335279"/>
                  </a:lnTo>
                  <a:lnTo>
                    <a:pt x="27940" y="335279"/>
                  </a:lnTo>
                  <a:lnTo>
                    <a:pt x="27940" y="332739"/>
                  </a:lnTo>
                  <a:close/>
                </a:path>
                <a:path w="27939" h="532129">
                  <a:moveTo>
                    <a:pt x="27940" y="335279"/>
                  </a:moveTo>
                  <a:lnTo>
                    <a:pt x="0" y="335279"/>
                  </a:lnTo>
                  <a:lnTo>
                    <a:pt x="0" y="339089"/>
                  </a:lnTo>
                  <a:lnTo>
                    <a:pt x="27940" y="339089"/>
                  </a:lnTo>
                  <a:lnTo>
                    <a:pt x="27940" y="335279"/>
                  </a:lnTo>
                  <a:close/>
                </a:path>
                <a:path w="27939" h="532129">
                  <a:moveTo>
                    <a:pt x="27940" y="339089"/>
                  </a:moveTo>
                  <a:lnTo>
                    <a:pt x="0" y="339089"/>
                  </a:lnTo>
                  <a:lnTo>
                    <a:pt x="0" y="345439"/>
                  </a:lnTo>
                  <a:lnTo>
                    <a:pt x="27940" y="345439"/>
                  </a:lnTo>
                  <a:lnTo>
                    <a:pt x="27940" y="339089"/>
                  </a:lnTo>
                  <a:close/>
                </a:path>
                <a:path w="27939" h="532129">
                  <a:moveTo>
                    <a:pt x="27940" y="345439"/>
                  </a:moveTo>
                  <a:lnTo>
                    <a:pt x="0" y="345439"/>
                  </a:lnTo>
                  <a:lnTo>
                    <a:pt x="0" y="347979"/>
                  </a:lnTo>
                  <a:lnTo>
                    <a:pt x="27940" y="347979"/>
                  </a:lnTo>
                  <a:lnTo>
                    <a:pt x="27940" y="345439"/>
                  </a:lnTo>
                  <a:close/>
                </a:path>
                <a:path w="27939" h="532129">
                  <a:moveTo>
                    <a:pt x="27940" y="347979"/>
                  </a:moveTo>
                  <a:lnTo>
                    <a:pt x="0" y="347979"/>
                  </a:lnTo>
                  <a:lnTo>
                    <a:pt x="0" y="351789"/>
                  </a:lnTo>
                  <a:lnTo>
                    <a:pt x="27940" y="351789"/>
                  </a:lnTo>
                  <a:lnTo>
                    <a:pt x="27940" y="347979"/>
                  </a:lnTo>
                  <a:close/>
                </a:path>
                <a:path w="27939" h="532129">
                  <a:moveTo>
                    <a:pt x="27940" y="351789"/>
                  </a:moveTo>
                  <a:lnTo>
                    <a:pt x="0" y="351789"/>
                  </a:lnTo>
                  <a:lnTo>
                    <a:pt x="0" y="354329"/>
                  </a:lnTo>
                  <a:lnTo>
                    <a:pt x="27940" y="354329"/>
                  </a:lnTo>
                  <a:lnTo>
                    <a:pt x="27940" y="351789"/>
                  </a:lnTo>
                  <a:close/>
                </a:path>
                <a:path w="27939" h="532129">
                  <a:moveTo>
                    <a:pt x="27940" y="354329"/>
                  </a:moveTo>
                  <a:lnTo>
                    <a:pt x="0" y="354329"/>
                  </a:lnTo>
                  <a:lnTo>
                    <a:pt x="0" y="358139"/>
                  </a:lnTo>
                  <a:lnTo>
                    <a:pt x="27940" y="358139"/>
                  </a:lnTo>
                  <a:lnTo>
                    <a:pt x="27940" y="354329"/>
                  </a:lnTo>
                  <a:close/>
                </a:path>
                <a:path w="27939" h="532129">
                  <a:moveTo>
                    <a:pt x="27940" y="358139"/>
                  </a:moveTo>
                  <a:lnTo>
                    <a:pt x="0" y="358139"/>
                  </a:lnTo>
                  <a:lnTo>
                    <a:pt x="0" y="364489"/>
                  </a:lnTo>
                  <a:lnTo>
                    <a:pt x="27940" y="364489"/>
                  </a:lnTo>
                  <a:lnTo>
                    <a:pt x="27940" y="358139"/>
                  </a:lnTo>
                  <a:close/>
                </a:path>
                <a:path w="27939" h="532129">
                  <a:moveTo>
                    <a:pt x="27940" y="364489"/>
                  </a:moveTo>
                  <a:lnTo>
                    <a:pt x="0" y="364489"/>
                  </a:lnTo>
                  <a:lnTo>
                    <a:pt x="0" y="370839"/>
                  </a:lnTo>
                  <a:lnTo>
                    <a:pt x="27940" y="370839"/>
                  </a:lnTo>
                  <a:lnTo>
                    <a:pt x="27940" y="364489"/>
                  </a:lnTo>
                  <a:close/>
                </a:path>
                <a:path w="27939" h="532129">
                  <a:moveTo>
                    <a:pt x="27940" y="370839"/>
                  </a:moveTo>
                  <a:lnTo>
                    <a:pt x="0" y="370839"/>
                  </a:lnTo>
                  <a:lnTo>
                    <a:pt x="0" y="389889"/>
                  </a:lnTo>
                  <a:lnTo>
                    <a:pt x="27940" y="389889"/>
                  </a:lnTo>
                  <a:lnTo>
                    <a:pt x="27940" y="370839"/>
                  </a:lnTo>
                  <a:close/>
                </a:path>
                <a:path w="27939" h="532129">
                  <a:moveTo>
                    <a:pt x="27940" y="389889"/>
                  </a:moveTo>
                  <a:lnTo>
                    <a:pt x="0" y="389889"/>
                  </a:lnTo>
                  <a:lnTo>
                    <a:pt x="0" y="398779"/>
                  </a:lnTo>
                  <a:lnTo>
                    <a:pt x="27940" y="398779"/>
                  </a:lnTo>
                  <a:lnTo>
                    <a:pt x="27940" y="389889"/>
                  </a:lnTo>
                  <a:close/>
                </a:path>
                <a:path w="27939" h="532129">
                  <a:moveTo>
                    <a:pt x="27940" y="398779"/>
                  </a:moveTo>
                  <a:lnTo>
                    <a:pt x="0" y="398779"/>
                  </a:lnTo>
                  <a:lnTo>
                    <a:pt x="0" y="402589"/>
                  </a:lnTo>
                  <a:lnTo>
                    <a:pt x="27940" y="402589"/>
                  </a:lnTo>
                  <a:lnTo>
                    <a:pt x="27940" y="398779"/>
                  </a:lnTo>
                  <a:close/>
                </a:path>
                <a:path w="27939" h="532129">
                  <a:moveTo>
                    <a:pt x="27940" y="402589"/>
                  </a:moveTo>
                  <a:lnTo>
                    <a:pt x="0" y="402589"/>
                  </a:lnTo>
                  <a:lnTo>
                    <a:pt x="0" y="405129"/>
                  </a:lnTo>
                  <a:lnTo>
                    <a:pt x="27940" y="405129"/>
                  </a:lnTo>
                  <a:lnTo>
                    <a:pt x="27940" y="402589"/>
                  </a:lnTo>
                  <a:close/>
                </a:path>
                <a:path w="27939" h="532129">
                  <a:moveTo>
                    <a:pt x="27940" y="405129"/>
                  </a:moveTo>
                  <a:lnTo>
                    <a:pt x="0" y="405129"/>
                  </a:lnTo>
                  <a:lnTo>
                    <a:pt x="0" y="408939"/>
                  </a:lnTo>
                  <a:lnTo>
                    <a:pt x="27940" y="408939"/>
                  </a:lnTo>
                  <a:lnTo>
                    <a:pt x="27940" y="405129"/>
                  </a:lnTo>
                  <a:close/>
                </a:path>
                <a:path w="27939" h="532129">
                  <a:moveTo>
                    <a:pt x="27940" y="408939"/>
                  </a:moveTo>
                  <a:lnTo>
                    <a:pt x="0" y="408939"/>
                  </a:lnTo>
                  <a:lnTo>
                    <a:pt x="0" y="417829"/>
                  </a:lnTo>
                  <a:lnTo>
                    <a:pt x="27940" y="417829"/>
                  </a:lnTo>
                  <a:lnTo>
                    <a:pt x="27940" y="408939"/>
                  </a:lnTo>
                  <a:close/>
                </a:path>
                <a:path w="27939" h="532129">
                  <a:moveTo>
                    <a:pt x="27940" y="417829"/>
                  </a:moveTo>
                  <a:lnTo>
                    <a:pt x="0" y="417829"/>
                  </a:lnTo>
                  <a:lnTo>
                    <a:pt x="0" y="421639"/>
                  </a:lnTo>
                  <a:lnTo>
                    <a:pt x="27940" y="421639"/>
                  </a:lnTo>
                  <a:lnTo>
                    <a:pt x="27940" y="417829"/>
                  </a:lnTo>
                  <a:close/>
                </a:path>
                <a:path w="27939" h="532129">
                  <a:moveTo>
                    <a:pt x="27940" y="421639"/>
                  </a:moveTo>
                  <a:lnTo>
                    <a:pt x="0" y="421639"/>
                  </a:lnTo>
                  <a:lnTo>
                    <a:pt x="0" y="424179"/>
                  </a:lnTo>
                  <a:lnTo>
                    <a:pt x="27940" y="424179"/>
                  </a:lnTo>
                  <a:lnTo>
                    <a:pt x="27940" y="421639"/>
                  </a:lnTo>
                  <a:close/>
                </a:path>
                <a:path w="27939" h="532129">
                  <a:moveTo>
                    <a:pt x="27940" y="424179"/>
                  </a:moveTo>
                  <a:lnTo>
                    <a:pt x="0" y="424179"/>
                  </a:lnTo>
                  <a:lnTo>
                    <a:pt x="0" y="430529"/>
                  </a:lnTo>
                  <a:lnTo>
                    <a:pt x="27940" y="430529"/>
                  </a:lnTo>
                  <a:lnTo>
                    <a:pt x="27940" y="424179"/>
                  </a:lnTo>
                  <a:close/>
                </a:path>
                <a:path w="27939" h="532129">
                  <a:moveTo>
                    <a:pt x="27940" y="430529"/>
                  </a:moveTo>
                  <a:lnTo>
                    <a:pt x="0" y="430529"/>
                  </a:lnTo>
                  <a:lnTo>
                    <a:pt x="0" y="434339"/>
                  </a:lnTo>
                  <a:lnTo>
                    <a:pt x="27940" y="434339"/>
                  </a:lnTo>
                  <a:lnTo>
                    <a:pt x="27940" y="430529"/>
                  </a:lnTo>
                  <a:close/>
                </a:path>
                <a:path w="27939" h="532129">
                  <a:moveTo>
                    <a:pt x="27940" y="434339"/>
                  </a:moveTo>
                  <a:lnTo>
                    <a:pt x="0" y="434339"/>
                  </a:lnTo>
                  <a:lnTo>
                    <a:pt x="0" y="436879"/>
                  </a:lnTo>
                  <a:lnTo>
                    <a:pt x="27940" y="436879"/>
                  </a:lnTo>
                  <a:lnTo>
                    <a:pt x="27940" y="434339"/>
                  </a:lnTo>
                  <a:close/>
                </a:path>
                <a:path w="27939" h="532129">
                  <a:moveTo>
                    <a:pt x="27940" y="436879"/>
                  </a:moveTo>
                  <a:lnTo>
                    <a:pt x="0" y="436879"/>
                  </a:lnTo>
                  <a:lnTo>
                    <a:pt x="0" y="443229"/>
                  </a:lnTo>
                  <a:lnTo>
                    <a:pt x="27940" y="443229"/>
                  </a:lnTo>
                  <a:lnTo>
                    <a:pt x="27940" y="436879"/>
                  </a:lnTo>
                  <a:close/>
                </a:path>
                <a:path w="27939" h="532129">
                  <a:moveTo>
                    <a:pt x="27940" y="443229"/>
                  </a:moveTo>
                  <a:lnTo>
                    <a:pt x="0" y="443229"/>
                  </a:lnTo>
                  <a:lnTo>
                    <a:pt x="0" y="449579"/>
                  </a:lnTo>
                  <a:lnTo>
                    <a:pt x="27940" y="449579"/>
                  </a:lnTo>
                  <a:lnTo>
                    <a:pt x="27940" y="443229"/>
                  </a:lnTo>
                  <a:close/>
                </a:path>
                <a:path w="27939" h="532129">
                  <a:moveTo>
                    <a:pt x="27940" y="449579"/>
                  </a:moveTo>
                  <a:lnTo>
                    <a:pt x="0" y="449579"/>
                  </a:lnTo>
                  <a:lnTo>
                    <a:pt x="0" y="455929"/>
                  </a:lnTo>
                  <a:lnTo>
                    <a:pt x="27940" y="455929"/>
                  </a:lnTo>
                  <a:lnTo>
                    <a:pt x="27940" y="449579"/>
                  </a:lnTo>
                  <a:close/>
                </a:path>
                <a:path w="27939" h="532129">
                  <a:moveTo>
                    <a:pt x="27940" y="455929"/>
                  </a:moveTo>
                  <a:lnTo>
                    <a:pt x="0" y="455929"/>
                  </a:lnTo>
                  <a:lnTo>
                    <a:pt x="0" y="459739"/>
                  </a:lnTo>
                  <a:lnTo>
                    <a:pt x="27940" y="459739"/>
                  </a:lnTo>
                  <a:lnTo>
                    <a:pt x="27940" y="455929"/>
                  </a:lnTo>
                  <a:close/>
                </a:path>
                <a:path w="27939" h="532129">
                  <a:moveTo>
                    <a:pt x="27940" y="459739"/>
                  </a:moveTo>
                  <a:lnTo>
                    <a:pt x="0" y="459739"/>
                  </a:lnTo>
                  <a:lnTo>
                    <a:pt x="0" y="462279"/>
                  </a:lnTo>
                  <a:lnTo>
                    <a:pt x="27940" y="462279"/>
                  </a:lnTo>
                  <a:lnTo>
                    <a:pt x="27940" y="459739"/>
                  </a:lnTo>
                  <a:close/>
                </a:path>
                <a:path w="27939" h="532129">
                  <a:moveTo>
                    <a:pt x="27940" y="462279"/>
                  </a:moveTo>
                  <a:lnTo>
                    <a:pt x="0" y="462279"/>
                  </a:lnTo>
                  <a:lnTo>
                    <a:pt x="0" y="472439"/>
                  </a:lnTo>
                  <a:lnTo>
                    <a:pt x="27940" y="472439"/>
                  </a:lnTo>
                  <a:lnTo>
                    <a:pt x="27940" y="462279"/>
                  </a:lnTo>
                  <a:close/>
                </a:path>
                <a:path w="27939" h="532129">
                  <a:moveTo>
                    <a:pt x="27940" y="472439"/>
                  </a:moveTo>
                  <a:lnTo>
                    <a:pt x="0" y="472439"/>
                  </a:lnTo>
                  <a:lnTo>
                    <a:pt x="0" y="481329"/>
                  </a:lnTo>
                  <a:lnTo>
                    <a:pt x="27940" y="481329"/>
                  </a:lnTo>
                  <a:lnTo>
                    <a:pt x="27940" y="472439"/>
                  </a:lnTo>
                  <a:close/>
                </a:path>
                <a:path w="27939" h="532129">
                  <a:moveTo>
                    <a:pt x="27940" y="481329"/>
                  </a:moveTo>
                  <a:lnTo>
                    <a:pt x="0" y="481329"/>
                  </a:lnTo>
                  <a:lnTo>
                    <a:pt x="0" y="491489"/>
                  </a:lnTo>
                  <a:lnTo>
                    <a:pt x="27940" y="491489"/>
                  </a:lnTo>
                  <a:lnTo>
                    <a:pt x="27940" y="481329"/>
                  </a:lnTo>
                  <a:close/>
                </a:path>
                <a:path w="27939" h="532129">
                  <a:moveTo>
                    <a:pt x="27940" y="491489"/>
                  </a:moveTo>
                  <a:lnTo>
                    <a:pt x="0" y="491489"/>
                  </a:lnTo>
                  <a:lnTo>
                    <a:pt x="0" y="500379"/>
                  </a:lnTo>
                  <a:lnTo>
                    <a:pt x="27940" y="500379"/>
                  </a:lnTo>
                  <a:lnTo>
                    <a:pt x="27940" y="491489"/>
                  </a:lnTo>
                  <a:close/>
                </a:path>
                <a:path w="27939" h="532129">
                  <a:moveTo>
                    <a:pt x="27940" y="500379"/>
                  </a:moveTo>
                  <a:lnTo>
                    <a:pt x="0" y="500379"/>
                  </a:lnTo>
                  <a:lnTo>
                    <a:pt x="0" y="504189"/>
                  </a:lnTo>
                  <a:lnTo>
                    <a:pt x="27940" y="504189"/>
                  </a:lnTo>
                  <a:lnTo>
                    <a:pt x="27940" y="500379"/>
                  </a:lnTo>
                  <a:close/>
                </a:path>
                <a:path w="27939" h="532129">
                  <a:moveTo>
                    <a:pt x="27940" y="504189"/>
                  </a:moveTo>
                  <a:lnTo>
                    <a:pt x="0" y="504189"/>
                  </a:lnTo>
                  <a:lnTo>
                    <a:pt x="0" y="506729"/>
                  </a:lnTo>
                  <a:lnTo>
                    <a:pt x="27940" y="506729"/>
                  </a:lnTo>
                  <a:lnTo>
                    <a:pt x="27940" y="504189"/>
                  </a:lnTo>
                  <a:close/>
                </a:path>
                <a:path w="27939" h="532129">
                  <a:moveTo>
                    <a:pt x="26670" y="506729"/>
                  </a:moveTo>
                  <a:lnTo>
                    <a:pt x="0" y="506729"/>
                  </a:lnTo>
                  <a:lnTo>
                    <a:pt x="0" y="510539"/>
                  </a:lnTo>
                  <a:lnTo>
                    <a:pt x="24129" y="510539"/>
                  </a:lnTo>
                  <a:lnTo>
                    <a:pt x="24129" y="509269"/>
                  </a:lnTo>
                  <a:lnTo>
                    <a:pt x="25400" y="509269"/>
                  </a:lnTo>
                  <a:lnTo>
                    <a:pt x="25400" y="507999"/>
                  </a:lnTo>
                  <a:lnTo>
                    <a:pt x="26670" y="507999"/>
                  </a:lnTo>
                  <a:lnTo>
                    <a:pt x="26670" y="506729"/>
                  </a:lnTo>
                  <a:close/>
                </a:path>
                <a:path w="27939" h="532129">
                  <a:moveTo>
                    <a:pt x="22860" y="510539"/>
                  </a:moveTo>
                  <a:lnTo>
                    <a:pt x="0" y="510539"/>
                  </a:lnTo>
                  <a:lnTo>
                    <a:pt x="0" y="513079"/>
                  </a:lnTo>
                  <a:lnTo>
                    <a:pt x="21590" y="513079"/>
                  </a:lnTo>
                  <a:lnTo>
                    <a:pt x="21590" y="511809"/>
                  </a:lnTo>
                  <a:lnTo>
                    <a:pt x="22860" y="511809"/>
                  </a:lnTo>
                  <a:lnTo>
                    <a:pt x="22860" y="510539"/>
                  </a:lnTo>
                  <a:close/>
                </a:path>
                <a:path w="27939" h="532129">
                  <a:moveTo>
                    <a:pt x="19050" y="513079"/>
                  </a:moveTo>
                  <a:lnTo>
                    <a:pt x="0" y="513079"/>
                  </a:lnTo>
                  <a:lnTo>
                    <a:pt x="0" y="516889"/>
                  </a:lnTo>
                  <a:lnTo>
                    <a:pt x="16510" y="516889"/>
                  </a:lnTo>
                  <a:lnTo>
                    <a:pt x="16510" y="515619"/>
                  </a:lnTo>
                  <a:lnTo>
                    <a:pt x="17779" y="515619"/>
                  </a:lnTo>
                  <a:lnTo>
                    <a:pt x="17779" y="514349"/>
                  </a:lnTo>
                  <a:lnTo>
                    <a:pt x="19050" y="514349"/>
                  </a:lnTo>
                  <a:lnTo>
                    <a:pt x="19050" y="513079"/>
                  </a:lnTo>
                  <a:close/>
                </a:path>
                <a:path w="27939" h="532129">
                  <a:moveTo>
                    <a:pt x="15240" y="516889"/>
                  </a:moveTo>
                  <a:lnTo>
                    <a:pt x="0" y="516889"/>
                  </a:lnTo>
                  <a:lnTo>
                    <a:pt x="0" y="519429"/>
                  </a:lnTo>
                  <a:lnTo>
                    <a:pt x="13970" y="519429"/>
                  </a:lnTo>
                  <a:lnTo>
                    <a:pt x="13970" y="518159"/>
                  </a:lnTo>
                  <a:lnTo>
                    <a:pt x="15240" y="518159"/>
                  </a:lnTo>
                  <a:lnTo>
                    <a:pt x="15240" y="516889"/>
                  </a:lnTo>
                  <a:close/>
                </a:path>
                <a:path w="27939" h="532129">
                  <a:moveTo>
                    <a:pt x="12700" y="519429"/>
                  </a:moveTo>
                  <a:lnTo>
                    <a:pt x="0" y="519429"/>
                  </a:lnTo>
                  <a:lnTo>
                    <a:pt x="0" y="523239"/>
                  </a:lnTo>
                  <a:lnTo>
                    <a:pt x="10160" y="523239"/>
                  </a:lnTo>
                  <a:lnTo>
                    <a:pt x="10160" y="521969"/>
                  </a:lnTo>
                  <a:lnTo>
                    <a:pt x="11429" y="521969"/>
                  </a:lnTo>
                  <a:lnTo>
                    <a:pt x="11429" y="520699"/>
                  </a:lnTo>
                  <a:lnTo>
                    <a:pt x="12700" y="520699"/>
                  </a:lnTo>
                  <a:lnTo>
                    <a:pt x="12700" y="519429"/>
                  </a:lnTo>
                  <a:close/>
                </a:path>
                <a:path w="27939" h="532129">
                  <a:moveTo>
                    <a:pt x="8890" y="523239"/>
                  </a:moveTo>
                  <a:lnTo>
                    <a:pt x="0" y="523239"/>
                  </a:lnTo>
                  <a:lnTo>
                    <a:pt x="0" y="525779"/>
                  </a:lnTo>
                  <a:lnTo>
                    <a:pt x="7620" y="525779"/>
                  </a:lnTo>
                  <a:lnTo>
                    <a:pt x="7620" y="524509"/>
                  </a:lnTo>
                  <a:lnTo>
                    <a:pt x="8890" y="524509"/>
                  </a:lnTo>
                  <a:lnTo>
                    <a:pt x="8890" y="523239"/>
                  </a:lnTo>
                  <a:close/>
                </a:path>
                <a:path w="27939" h="532129">
                  <a:moveTo>
                    <a:pt x="6350" y="525779"/>
                  </a:moveTo>
                  <a:lnTo>
                    <a:pt x="0" y="525779"/>
                  </a:lnTo>
                  <a:lnTo>
                    <a:pt x="0" y="529589"/>
                  </a:lnTo>
                  <a:lnTo>
                    <a:pt x="3810" y="529589"/>
                  </a:lnTo>
                  <a:lnTo>
                    <a:pt x="3810" y="528319"/>
                  </a:lnTo>
                  <a:lnTo>
                    <a:pt x="5079" y="528319"/>
                  </a:lnTo>
                  <a:lnTo>
                    <a:pt x="5079" y="527049"/>
                  </a:lnTo>
                  <a:lnTo>
                    <a:pt x="6350" y="527049"/>
                  </a:lnTo>
                  <a:lnTo>
                    <a:pt x="6350" y="525779"/>
                  </a:lnTo>
                  <a:close/>
                </a:path>
                <a:path w="27939" h="532129">
                  <a:moveTo>
                    <a:pt x="2540" y="529589"/>
                  </a:moveTo>
                  <a:lnTo>
                    <a:pt x="0" y="529589"/>
                  </a:lnTo>
                  <a:lnTo>
                    <a:pt x="0" y="532129"/>
                  </a:lnTo>
                  <a:lnTo>
                    <a:pt x="1270" y="532129"/>
                  </a:lnTo>
                  <a:lnTo>
                    <a:pt x="1270" y="530859"/>
                  </a:lnTo>
                  <a:lnTo>
                    <a:pt x="2540" y="530859"/>
                  </a:lnTo>
                  <a:lnTo>
                    <a:pt x="2540" y="529589"/>
                  </a:lnTo>
                  <a:close/>
                </a:path>
              </a:pathLst>
            </a:custGeom>
            <a:solidFill>
              <a:srgbClr val="2E5D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0" name="object 3810"/>
            <p:cNvSpPr/>
            <p:nvPr/>
          </p:nvSpPr>
          <p:spPr>
            <a:xfrm>
              <a:off x="5538470" y="5118100"/>
              <a:ext cx="27940" cy="478790"/>
            </a:xfrm>
            <a:custGeom>
              <a:avLst/>
              <a:gdLst/>
              <a:ahLst/>
              <a:cxnLst/>
              <a:rect l="l" t="t" r="r" b="b"/>
              <a:pathLst>
                <a:path w="27939" h="478789">
                  <a:moveTo>
                    <a:pt x="126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39" y="2539"/>
                  </a:lnTo>
                  <a:lnTo>
                    <a:pt x="253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27939" h="478789">
                  <a:moveTo>
                    <a:pt x="3809" y="2540"/>
                  </a:moveTo>
                  <a:lnTo>
                    <a:pt x="0" y="2540"/>
                  </a:lnTo>
                  <a:lnTo>
                    <a:pt x="0" y="8889"/>
                  </a:lnTo>
                  <a:lnTo>
                    <a:pt x="8889" y="8889"/>
                  </a:lnTo>
                  <a:lnTo>
                    <a:pt x="8889" y="7619"/>
                  </a:lnTo>
                  <a:lnTo>
                    <a:pt x="7619" y="7619"/>
                  </a:lnTo>
                  <a:lnTo>
                    <a:pt x="7619" y="6350"/>
                  </a:lnTo>
                  <a:lnTo>
                    <a:pt x="6350" y="6350"/>
                  </a:lnTo>
                  <a:lnTo>
                    <a:pt x="6350" y="5080"/>
                  </a:lnTo>
                  <a:lnTo>
                    <a:pt x="5079" y="5080"/>
                  </a:lnTo>
                  <a:lnTo>
                    <a:pt x="5079" y="3810"/>
                  </a:lnTo>
                  <a:lnTo>
                    <a:pt x="3809" y="3810"/>
                  </a:lnTo>
                  <a:lnTo>
                    <a:pt x="3809" y="2540"/>
                  </a:lnTo>
                  <a:close/>
                </a:path>
                <a:path w="27939" h="478789">
                  <a:moveTo>
                    <a:pt x="10159" y="8890"/>
                  </a:moveTo>
                  <a:lnTo>
                    <a:pt x="0" y="8890"/>
                  </a:lnTo>
                  <a:lnTo>
                    <a:pt x="0" y="15239"/>
                  </a:lnTo>
                  <a:lnTo>
                    <a:pt x="16509" y="15239"/>
                  </a:lnTo>
                  <a:lnTo>
                    <a:pt x="16509" y="13969"/>
                  </a:lnTo>
                  <a:lnTo>
                    <a:pt x="15239" y="13969"/>
                  </a:lnTo>
                  <a:lnTo>
                    <a:pt x="15239" y="12700"/>
                  </a:lnTo>
                  <a:lnTo>
                    <a:pt x="13969" y="12700"/>
                  </a:lnTo>
                  <a:lnTo>
                    <a:pt x="13969" y="11430"/>
                  </a:lnTo>
                  <a:lnTo>
                    <a:pt x="11429" y="11430"/>
                  </a:lnTo>
                  <a:lnTo>
                    <a:pt x="11429" y="10160"/>
                  </a:lnTo>
                  <a:lnTo>
                    <a:pt x="10159" y="10160"/>
                  </a:lnTo>
                  <a:lnTo>
                    <a:pt x="10159" y="8890"/>
                  </a:lnTo>
                  <a:close/>
                </a:path>
                <a:path w="27939" h="478789">
                  <a:moveTo>
                    <a:pt x="17779" y="15240"/>
                  </a:moveTo>
                  <a:lnTo>
                    <a:pt x="0" y="15240"/>
                  </a:lnTo>
                  <a:lnTo>
                    <a:pt x="0" y="21589"/>
                  </a:lnTo>
                  <a:lnTo>
                    <a:pt x="22859" y="21589"/>
                  </a:lnTo>
                  <a:lnTo>
                    <a:pt x="22859" y="20319"/>
                  </a:lnTo>
                  <a:lnTo>
                    <a:pt x="21589" y="20319"/>
                  </a:lnTo>
                  <a:lnTo>
                    <a:pt x="21589" y="19050"/>
                  </a:lnTo>
                  <a:lnTo>
                    <a:pt x="20319" y="19050"/>
                  </a:lnTo>
                  <a:lnTo>
                    <a:pt x="20319" y="17780"/>
                  </a:lnTo>
                  <a:lnTo>
                    <a:pt x="19050" y="17780"/>
                  </a:lnTo>
                  <a:lnTo>
                    <a:pt x="19050" y="16510"/>
                  </a:lnTo>
                  <a:lnTo>
                    <a:pt x="17779" y="16510"/>
                  </a:lnTo>
                  <a:lnTo>
                    <a:pt x="17779" y="15240"/>
                  </a:lnTo>
                  <a:close/>
                </a:path>
                <a:path w="27939" h="478789">
                  <a:moveTo>
                    <a:pt x="24129" y="21590"/>
                  </a:moveTo>
                  <a:lnTo>
                    <a:pt x="0" y="21590"/>
                  </a:lnTo>
                  <a:lnTo>
                    <a:pt x="0" y="27939"/>
                  </a:lnTo>
                  <a:lnTo>
                    <a:pt x="27939" y="27939"/>
                  </a:lnTo>
                  <a:lnTo>
                    <a:pt x="27939" y="25400"/>
                  </a:lnTo>
                  <a:lnTo>
                    <a:pt x="26669" y="25400"/>
                  </a:lnTo>
                  <a:lnTo>
                    <a:pt x="26669" y="24130"/>
                  </a:lnTo>
                  <a:lnTo>
                    <a:pt x="25400" y="24130"/>
                  </a:lnTo>
                  <a:lnTo>
                    <a:pt x="25400" y="22860"/>
                  </a:lnTo>
                  <a:lnTo>
                    <a:pt x="24129" y="22860"/>
                  </a:lnTo>
                  <a:lnTo>
                    <a:pt x="24129" y="21590"/>
                  </a:lnTo>
                  <a:close/>
                </a:path>
                <a:path w="27939" h="478789">
                  <a:moveTo>
                    <a:pt x="27939" y="27940"/>
                  </a:moveTo>
                  <a:lnTo>
                    <a:pt x="0" y="27940"/>
                  </a:lnTo>
                  <a:lnTo>
                    <a:pt x="0" y="34289"/>
                  </a:lnTo>
                  <a:lnTo>
                    <a:pt x="27939" y="34289"/>
                  </a:lnTo>
                  <a:lnTo>
                    <a:pt x="27939" y="27940"/>
                  </a:lnTo>
                  <a:close/>
                </a:path>
                <a:path w="27939" h="478789">
                  <a:moveTo>
                    <a:pt x="27939" y="34290"/>
                  </a:moveTo>
                  <a:lnTo>
                    <a:pt x="0" y="34290"/>
                  </a:lnTo>
                  <a:lnTo>
                    <a:pt x="0" y="40639"/>
                  </a:lnTo>
                  <a:lnTo>
                    <a:pt x="27939" y="40639"/>
                  </a:lnTo>
                  <a:lnTo>
                    <a:pt x="27939" y="34290"/>
                  </a:lnTo>
                  <a:close/>
                </a:path>
                <a:path w="27939" h="478789">
                  <a:moveTo>
                    <a:pt x="27939" y="40640"/>
                  </a:moveTo>
                  <a:lnTo>
                    <a:pt x="0" y="40640"/>
                  </a:lnTo>
                  <a:lnTo>
                    <a:pt x="0" y="46989"/>
                  </a:lnTo>
                  <a:lnTo>
                    <a:pt x="27939" y="46989"/>
                  </a:lnTo>
                  <a:lnTo>
                    <a:pt x="27939" y="40640"/>
                  </a:lnTo>
                  <a:close/>
                </a:path>
                <a:path w="27939" h="478789">
                  <a:moveTo>
                    <a:pt x="27939" y="46990"/>
                  </a:moveTo>
                  <a:lnTo>
                    <a:pt x="0" y="46990"/>
                  </a:lnTo>
                  <a:lnTo>
                    <a:pt x="0" y="53339"/>
                  </a:lnTo>
                  <a:lnTo>
                    <a:pt x="27939" y="53339"/>
                  </a:lnTo>
                  <a:lnTo>
                    <a:pt x="27939" y="46990"/>
                  </a:lnTo>
                  <a:close/>
                </a:path>
                <a:path w="27939" h="478789">
                  <a:moveTo>
                    <a:pt x="27939" y="53340"/>
                  </a:moveTo>
                  <a:lnTo>
                    <a:pt x="0" y="53340"/>
                  </a:lnTo>
                  <a:lnTo>
                    <a:pt x="0" y="66039"/>
                  </a:lnTo>
                  <a:lnTo>
                    <a:pt x="27939" y="66039"/>
                  </a:lnTo>
                  <a:lnTo>
                    <a:pt x="27939" y="53340"/>
                  </a:lnTo>
                  <a:close/>
                </a:path>
                <a:path w="27939" h="478789">
                  <a:moveTo>
                    <a:pt x="27939" y="66040"/>
                  </a:moveTo>
                  <a:lnTo>
                    <a:pt x="0" y="66040"/>
                  </a:lnTo>
                  <a:lnTo>
                    <a:pt x="0" y="72389"/>
                  </a:lnTo>
                  <a:lnTo>
                    <a:pt x="27939" y="72389"/>
                  </a:lnTo>
                  <a:lnTo>
                    <a:pt x="27939" y="66040"/>
                  </a:lnTo>
                  <a:close/>
                </a:path>
                <a:path w="27939" h="478789">
                  <a:moveTo>
                    <a:pt x="27939" y="72390"/>
                  </a:moveTo>
                  <a:lnTo>
                    <a:pt x="0" y="72390"/>
                  </a:lnTo>
                  <a:lnTo>
                    <a:pt x="0" y="78739"/>
                  </a:lnTo>
                  <a:lnTo>
                    <a:pt x="27939" y="78739"/>
                  </a:lnTo>
                  <a:lnTo>
                    <a:pt x="27939" y="72390"/>
                  </a:lnTo>
                  <a:close/>
                </a:path>
                <a:path w="27939" h="478789">
                  <a:moveTo>
                    <a:pt x="27939" y="78740"/>
                  </a:moveTo>
                  <a:lnTo>
                    <a:pt x="0" y="78740"/>
                  </a:lnTo>
                  <a:lnTo>
                    <a:pt x="0" y="85089"/>
                  </a:lnTo>
                  <a:lnTo>
                    <a:pt x="27939" y="85089"/>
                  </a:lnTo>
                  <a:lnTo>
                    <a:pt x="27939" y="78740"/>
                  </a:lnTo>
                  <a:close/>
                </a:path>
                <a:path w="27939" h="478789">
                  <a:moveTo>
                    <a:pt x="27939" y="85090"/>
                  </a:moveTo>
                  <a:lnTo>
                    <a:pt x="0" y="85090"/>
                  </a:lnTo>
                  <a:lnTo>
                    <a:pt x="0" y="91439"/>
                  </a:lnTo>
                  <a:lnTo>
                    <a:pt x="27939" y="91439"/>
                  </a:lnTo>
                  <a:lnTo>
                    <a:pt x="27939" y="85090"/>
                  </a:lnTo>
                  <a:close/>
                </a:path>
                <a:path w="27939" h="478789">
                  <a:moveTo>
                    <a:pt x="27939" y="91440"/>
                  </a:moveTo>
                  <a:lnTo>
                    <a:pt x="0" y="91440"/>
                  </a:lnTo>
                  <a:lnTo>
                    <a:pt x="0" y="97789"/>
                  </a:lnTo>
                  <a:lnTo>
                    <a:pt x="27939" y="97789"/>
                  </a:lnTo>
                  <a:lnTo>
                    <a:pt x="27939" y="91440"/>
                  </a:lnTo>
                  <a:close/>
                </a:path>
                <a:path w="27939" h="478789">
                  <a:moveTo>
                    <a:pt x="27939" y="97790"/>
                  </a:moveTo>
                  <a:lnTo>
                    <a:pt x="0" y="97790"/>
                  </a:lnTo>
                  <a:lnTo>
                    <a:pt x="0" y="104139"/>
                  </a:lnTo>
                  <a:lnTo>
                    <a:pt x="27939" y="104139"/>
                  </a:lnTo>
                  <a:lnTo>
                    <a:pt x="27939" y="97790"/>
                  </a:lnTo>
                  <a:close/>
                </a:path>
                <a:path w="27939" h="478789">
                  <a:moveTo>
                    <a:pt x="27939" y="104140"/>
                  </a:moveTo>
                  <a:lnTo>
                    <a:pt x="0" y="104140"/>
                  </a:lnTo>
                  <a:lnTo>
                    <a:pt x="0" y="110489"/>
                  </a:lnTo>
                  <a:lnTo>
                    <a:pt x="27939" y="110489"/>
                  </a:lnTo>
                  <a:lnTo>
                    <a:pt x="27939" y="104140"/>
                  </a:lnTo>
                  <a:close/>
                </a:path>
                <a:path w="27939" h="478789">
                  <a:moveTo>
                    <a:pt x="27939" y="110490"/>
                  </a:moveTo>
                  <a:lnTo>
                    <a:pt x="0" y="110490"/>
                  </a:lnTo>
                  <a:lnTo>
                    <a:pt x="0" y="121919"/>
                  </a:lnTo>
                  <a:lnTo>
                    <a:pt x="27939" y="121919"/>
                  </a:lnTo>
                  <a:lnTo>
                    <a:pt x="27939" y="110490"/>
                  </a:lnTo>
                  <a:close/>
                </a:path>
                <a:path w="27939" h="478789">
                  <a:moveTo>
                    <a:pt x="27939" y="121920"/>
                  </a:moveTo>
                  <a:lnTo>
                    <a:pt x="0" y="121920"/>
                  </a:lnTo>
                  <a:lnTo>
                    <a:pt x="0" y="128269"/>
                  </a:lnTo>
                  <a:lnTo>
                    <a:pt x="27939" y="128269"/>
                  </a:lnTo>
                  <a:lnTo>
                    <a:pt x="27939" y="121920"/>
                  </a:lnTo>
                  <a:close/>
                </a:path>
                <a:path w="27939" h="478789">
                  <a:moveTo>
                    <a:pt x="27939" y="128270"/>
                  </a:moveTo>
                  <a:lnTo>
                    <a:pt x="0" y="128270"/>
                  </a:lnTo>
                  <a:lnTo>
                    <a:pt x="0" y="134619"/>
                  </a:lnTo>
                  <a:lnTo>
                    <a:pt x="27939" y="134619"/>
                  </a:lnTo>
                  <a:lnTo>
                    <a:pt x="27939" y="128270"/>
                  </a:lnTo>
                  <a:close/>
                </a:path>
                <a:path w="27939" h="478789">
                  <a:moveTo>
                    <a:pt x="27939" y="134620"/>
                  </a:moveTo>
                  <a:lnTo>
                    <a:pt x="0" y="134620"/>
                  </a:lnTo>
                  <a:lnTo>
                    <a:pt x="0" y="137159"/>
                  </a:lnTo>
                  <a:lnTo>
                    <a:pt x="27939" y="137159"/>
                  </a:lnTo>
                  <a:lnTo>
                    <a:pt x="27939" y="134620"/>
                  </a:lnTo>
                  <a:close/>
                </a:path>
                <a:path w="27939" h="478789">
                  <a:moveTo>
                    <a:pt x="27939" y="137160"/>
                  </a:moveTo>
                  <a:lnTo>
                    <a:pt x="0" y="137160"/>
                  </a:lnTo>
                  <a:lnTo>
                    <a:pt x="0" y="140969"/>
                  </a:lnTo>
                  <a:lnTo>
                    <a:pt x="27939" y="140969"/>
                  </a:lnTo>
                  <a:lnTo>
                    <a:pt x="27939" y="137160"/>
                  </a:lnTo>
                  <a:close/>
                </a:path>
                <a:path w="27939" h="478789">
                  <a:moveTo>
                    <a:pt x="27939" y="140970"/>
                  </a:moveTo>
                  <a:lnTo>
                    <a:pt x="0" y="140970"/>
                  </a:lnTo>
                  <a:lnTo>
                    <a:pt x="0" y="147319"/>
                  </a:lnTo>
                  <a:lnTo>
                    <a:pt x="27939" y="147319"/>
                  </a:lnTo>
                  <a:lnTo>
                    <a:pt x="27939" y="140970"/>
                  </a:lnTo>
                  <a:close/>
                </a:path>
                <a:path w="27939" h="478789">
                  <a:moveTo>
                    <a:pt x="27939" y="147320"/>
                  </a:moveTo>
                  <a:lnTo>
                    <a:pt x="0" y="147320"/>
                  </a:lnTo>
                  <a:lnTo>
                    <a:pt x="0" y="149859"/>
                  </a:lnTo>
                  <a:lnTo>
                    <a:pt x="27939" y="149859"/>
                  </a:lnTo>
                  <a:lnTo>
                    <a:pt x="27939" y="147320"/>
                  </a:lnTo>
                  <a:close/>
                </a:path>
                <a:path w="27939" h="478789">
                  <a:moveTo>
                    <a:pt x="27939" y="149860"/>
                  </a:moveTo>
                  <a:lnTo>
                    <a:pt x="0" y="149860"/>
                  </a:lnTo>
                  <a:lnTo>
                    <a:pt x="0" y="187959"/>
                  </a:lnTo>
                  <a:lnTo>
                    <a:pt x="27939" y="187959"/>
                  </a:lnTo>
                  <a:lnTo>
                    <a:pt x="27939" y="149860"/>
                  </a:lnTo>
                  <a:close/>
                </a:path>
                <a:path w="27939" h="478789">
                  <a:moveTo>
                    <a:pt x="27939" y="187960"/>
                  </a:moveTo>
                  <a:lnTo>
                    <a:pt x="0" y="187960"/>
                  </a:lnTo>
                  <a:lnTo>
                    <a:pt x="0" y="194309"/>
                  </a:lnTo>
                  <a:lnTo>
                    <a:pt x="27939" y="194309"/>
                  </a:lnTo>
                  <a:lnTo>
                    <a:pt x="27939" y="187960"/>
                  </a:lnTo>
                  <a:close/>
                </a:path>
                <a:path w="27939" h="478789">
                  <a:moveTo>
                    <a:pt x="27939" y="194310"/>
                  </a:moveTo>
                  <a:lnTo>
                    <a:pt x="0" y="194310"/>
                  </a:lnTo>
                  <a:lnTo>
                    <a:pt x="0" y="198119"/>
                  </a:lnTo>
                  <a:lnTo>
                    <a:pt x="27939" y="198119"/>
                  </a:lnTo>
                  <a:lnTo>
                    <a:pt x="27939" y="194310"/>
                  </a:lnTo>
                  <a:close/>
                </a:path>
                <a:path w="27939" h="478789">
                  <a:moveTo>
                    <a:pt x="27939" y="198120"/>
                  </a:moveTo>
                  <a:lnTo>
                    <a:pt x="0" y="198120"/>
                  </a:lnTo>
                  <a:lnTo>
                    <a:pt x="0" y="200659"/>
                  </a:lnTo>
                  <a:lnTo>
                    <a:pt x="27939" y="200659"/>
                  </a:lnTo>
                  <a:lnTo>
                    <a:pt x="27939" y="198120"/>
                  </a:lnTo>
                  <a:close/>
                </a:path>
                <a:path w="27939" h="478789">
                  <a:moveTo>
                    <a:pt x="27939" y="200660"/>
                  </a:moveTo>
                  <a:lnTo>
                    <a:pt x="0" y="200660"/>
                  </a:lnTo>
                  <a:lnTo>
                    <a:pt x="0" y="204469"/>
                  </a:lnTo>
                  <a:lnTo>
                    <a:pt x="27939" y="204469"/>
                  </a:lnTo>
                  <a:lnTo>
                    <a:pt x="27939" y="200660"/>
                  </a:lnTo>
                  <a:close/>
                </a:path>
                <a:path w="27939" h="478789">
                  <a:moveTo>
                    <a:pt x="27939" y="204470"/>
                  </a:moveTo>
                  <a:lnTo>
                    <a:pt x="0" y="204470"/>
                  </a:lnTo>
                  <a:lnTo>
                    <a:pt x="0" y="207009"/>
                  </a:lnTo>
                  <a:lnTo>
                    <a:pt x="27939" y="207009"/>
                  </a:lnTo>
                  <a:lnTo>
                    <a:pt x="27939" y="204470"/>
                  </a:lnTo>
                  <a:close/>
                </a:path>
                <a:path w="27939" h="478789">
                  <a:moveTo>
                    <a:pt x="27939" y="207010"/>
                  </a:moveTo>
                  <a:lnTo>
                    <a:pt x="0" y="207010"/>
                  </a:lnTo>
                  <a:lnTo>
                    <a:pt x="0" y="219709"/>
                  </a:lnTo>
                  <a:lnTo>
                    <a:pt x="27939" y="219709"/>
                  </a:lnTo>
                  <a:lnTo>
                    <a:pt x="27939" y="207010"/>
                  </a:lnTo>
                  <a:close/>
                </a:path>
                <a:path w="27939" h="478789">
                  <a:moveTo>
                    <a:pt x="27939" y="219710"/>
                  </a:moveTo>
                  <a:lnTo>
                    <a:pt x="0" y="219710"/>
                  </a:lnTo>
                  <a:lnTo>
                    <a:pt x="0" y="226059"/>
                  </a:lnTo>
                  <a:lnTo>
                    <a:pt x="27939" y="226059"/>
                  </a:lnTo>
                  <a:lnTo>
                    <a:pt x="27939" y="219710"/>
                  </a:lnTo>
                  <a:close/>
                </a:path>
                <a:path w="27939" h="478789">
                  <a:moveTo>
                    <a:pt x="27939" y="226060"/>
                  </a:moveTo>
                  <a:lnTo>
                    <a:pt x="0" y="226060"/>
                  </a:lnTo>
                  <a:lnTo>
                    <a:pt x="0" y="229869"/>
                  </a:lnTo>
                  <a:lnTo>
                    <a:pt x="27939" y="229869"/>
                  </a:lnTo>
                  <a:lnTo>
                    <a:pt x="27939" y="226060"/>
                  </a:lnTo>
                  <a:close/>
                </a:path>
                <a:path w="27939" h="478789">
                  <a:moveTo>
                    <a:pt x="27939" y="229870"/>
                  </a:moveTo>
                  <a:lnTo>
                    <a:pt x="0" y="229870"/>
                  </a:lnTo>
                  <a:lnTo>
                    <a:pt x="0" y="232409"/>
                  </a:lnTo>
                  <a:lnTo>
                    <a:pt x="27939" y="232409"/>
                  </a:lnTo>
                  <a:lnTo>
                    <a:pt x="27939" y="229870"/>
                  </a:lnTo>
                  <a:close/>
                </a:path>
                <a:path w="27939" h="478789">
                  <a:moveTo>
                    <a:pt x="27939" y="232410"/>
                  </a:moveTo>
                  <a:lnTo>
                    <a:pt x="0" y="232410"/>
                  </a:lnTo>
                  <a:lnTo>
                    <a:pt x="0" y="242569"/>
                  </a:lnTo>
                  <a:lnTo>
                    <a:pt x="27939" y="242569"/>
                  </a:lnTo>
                  <a:lnTo>
                    <a:pt x="27939" y="232410"/>
                  </a:lnTo>
                  <a:close/>
                </a:path>
                <a:path w="27939" h="478789">
                  <a:moveTo>
                    <a:pt x="27939" y="242570"/>
                  </a:moveTo>
                  <a:lnTo>
                    <a:pt x="0" y="242570"/>
                  </a:lnTo>
                  <a:lnTo>
                    <a:pt x="0" y="245109"/>
                  </a:lnTo>
                  <a:lnTo>
                    <a:pt x="27939" y="245109"/>
                  </a:lnTo>
                  <a:lnTo>
                    <a:pt x="27939" y="242570"/>
                  </a:lnTo>
                  <a:close/>
                </a:path>
                <a:path w="27939" h="478789">
                  <a:moveTo>
                    <a:pt x="27939" y="245110"/>
                  </a:moveTo>
                  <a:lnTo>
                    <a:pt x="0" y="245110"/>
                  </a:lnTo>
                  <a:lnTo>
                    <a:pt x="0" y="248919"/>
                  </a:lnTo>
                  <a:lnTo>
                    <a:pt x="27939" y="248919"/>
                  </a:lnTo>
                  <a:lnTo>
                    <a:pt x="27939" y="245110"/>
                  </a:lnTo>
                  <a:close/>
                </a:path>
                <a:path w="27939" h="478789">
                  <a:moveTo>
                    <a:pt x="27939" y="248920"/>
                  </a:moveTo>
                  <a:lnTo>
                    <a:pt x="0" y="248920"/>
                  </a:lnTo>
                  <a:lnTo>
                    <a:pt x="0" y="255269"/>
                  </a:lnTo>
                  <a:lnTo>
                    <a:pt x="27939" y="255269"/>
                  </a:lnTo>
                  <a:lnTo>
                    <a:pt x="27939" y="248920"/>
                  </a:lnTo>
                  <a:close/>
                </a:path>
                <a:path w="27939" h="478789">
                  <a:moveTo>
                    <a:pt x="27939" y="255270"/>
                  </a:moveTo>
                  <a:lnTo>
                    <a:pt x="0" y="255270"/>
                  </a:lnTo>
                  <a:lnTo>
                    <a:pt x="0" y="261619"/>
                  </a:lnTo>
                  <a:lnTo>
                    <a:pt x="27939" y="261619"/>
                  </a:lnTo>
                  <a:lnTo>
                    <a:pt x="27939" y="255270"/>
                  </a:lnTo>
                  <a:close/>
                </a:path>
                <a:path w="27939" h="478789">
                  <a:moveTo>
                    <a:pt x="27939" y="261620"/>
                  </a:moveTo>
                  <a:lnTo>
                    <a:pt x="0" y="261620"/>
                  </a:lnTo>
                  <a:lnTo>
                    <a:pt x="0" y="270509"/>
                  </a:lnTo>
                  <a:lnTo>
                    <a:pt x="27939" y="270509"/>
                  </a:lnTo>
                  <a:lnTo>
                    <a:pt x="27939" y="261620"/>
                  </a:lnTo>
                  <a:close/>
                </a:path>
                <a:path w="27939" h="478789">
                  <a:moveTo>
                    <a:pt x="27939" y="270510"/>
                  </a:moveTo>
                  <a:lnTo>
                    <a:pt x="0" y="270510"/>
                  </a:lnTo>
                  <a:lnTo>
                    <a:pt x="0" y="274319"/>
                  </a:lnTo>
                  <a:lnTo>
                    <a:pt x="27939" y="274319"/>
                  </a:lnTo>
                  <a:lnTo>
                    <a:pt x="27939" y="270510"/>
                  </a:lnTo>
                  <a:close/>
                </a:path>
                <a:path w="27939" h="478789">
                  <a:moveTo>
                    <a:pt x="27939" y="274320"/>
                  </a:moveTo>
                  <a:lnTo>
                    <a:pt x="0" y="274320"/>
                  </a:lnTo>
                  <a:lnTo>
                    <a:pt x="0" y="280669"/>
                  </a:lnTo>
                  <a:lnTo>
                    <a:pt x="27939" y="280669"/>
                  </a:lnTo>
                  <a:lnTo>
                    <a:pt x="27939" y="274320"/>
                  </a:lnTo>
                  <a:close/>
                </a:path>
                <a:path w="27939" h="478789">
                  <a:moveTo>
                    <a:pt x="27939" y="280670"/>
                  </a:moveTo>
                  <a:lnTo>
                    <a:pt x="0" y="280670"/>
                  </a:lnTo>
                  <a:lnTo>
                    <a:pt x="0" y="299719"/>
                  </a:lnTo>
                  <a:lnTo>
                    <a:pt x="27939" y="299719"/>
                  </a:lnTo>
                  <a:lnTo>
                    <a:pt x="27939" y="280670"/>
                  </a:lnTo>
                  <a:close/>
                </a:path>
                <a:path w="27939" h="478789">
                  <a:moveTo>
                    <a:pt x="27939" y="299720"/>
                  </a:moveTo>
                  <a:lnTo>
                    <a:pt x="0" y="299720"/>
                  </a:lnTo>
                  <a:lnTo>
                    <a:pt x="0" y="302259"/>
                  </a:lnTo>
                  <a:lnTo>
                    <a:pt x="27939" y="302259"/>
                  </a:lnTo>
                  <a:lnTo>
                    <a:pt x="27939" y="299720"/>
                  </a:lnTo>
                  <a:close/>
                </a:path>
                <a:path w="27939" h="478789">
                  <a:moveTo>
                    <a:pt x="27939" y="302260"/>
                  </a:moveTo>
                  <a:lnTo>
                    <a:pt x="0" y="302260"/>
                  </a:lnTo>
                  <a:lnTo>
                    <a:pt x="0" y="306069"/>
                  </a:lnTo>
                  <a:lnTo>
                    <a:pt x="27939" y="306069"/>
                  </a:lnTo>
                  <a:lnTo>
                    <a:pt x="27939" y="302260"/>
                  </a:lnTo>
                  <a:close/>
                </a:path>
                <a:path w="27939" h="478789">
                  <a:moveTo>
                    <a:pt x="27939" y="306070"/>
                  </a:moveTo>
                  <a:lnTo>
                    <a:pt x="0" y="306070"/>
                  </a:lnTo>
                  <a:lnTo>
                    <a:pt x="0" y="308609"/>
                  </a:lnTo>
                  <a:lnTo>
                    <a:pt x="27939" y="308609"/>
                  </a:lnTo>
                  <a:lnTo>
                    <a:pt x="27939" y="306070"/>
                  </a:lnTo>
                  <a:close/>
                </a:path>
                <a:path w="27939" h="478789">
                  <a:moveTo>
                    <a:pt x="27939" y="308610"/>
                  </a:moveTo>
                  <a:lnTo>
                    <a:pt x="0" y="308610"/>
                  </a:lnTo>
                  <a:lnTo>
                    <a:pt x="0" y="312419"/>
                  </a:lnTo>
                  <a:lnTo>
                    <a:pt x="27939" y="312419"/>
                  </a:lnTo>
                  <a:lnTo>
                    <a:pt x="27939" y="308610"/>
                  </a:lnTo>
                  <a:close/>
                </a:path>
                <a:path w="27939" h="478789">
                  <a:moveTo>
                    <a:pt x="27939" y="312420"/>
                  </a:moveTo>
                  <a:lnTo>
                    <a:pt x="0" y="312420"/>
                  </a:lnTo>
                  <a:lnTo>
                    <a:pt x="0" y="318769"/>
                  </a:lnTo>
                  <a:lnTo>
                    <a:pt x="27939" y="318769"/>
                  </a:lnTo>
                  <a:lnTo>
                    <a:pt x="27939" y="312420"/>
                  </a:lnTo>
                  <a:close/>
                </a:path>
                <a:path w="27939" h="478789">
                  <a:moveTo>
                    <a:pt x="27939" y="318770"/>
                  </a:moveTo>
                  <a:lnTo>
                    <a:pt x="0" y="318770"/>
                  </a:lnTo>
                  <a:lnTo>
                    <a:pt x="0" y="321309"/>
                  </a:lnTo>
                  <a:lnTo>
                    <a:pt x="27939" y="321309"/>
                  </a:lnTo>
                  <a:lnTo>
                    <a:pt x="27939" y="318770"/>
                  </a:lnTo>
                  <a:close/>
                </a:path>
                <a:path w="27939" h="478789">
                  <a:moveTo>
                    <a:pt x="27939" y="321310"/>
                  </a:moveTo>
                  <a:lnTo>
                    <a:pt x="0" y="321310"/>
                  </a:lnTo>
                  <a:lnTo>
                    <a:pt x="0" y="325119"/>
                  </a:lnTo>
                  <a:lnTo>
                    <a:pt x="27939" y="325119"/>
                  </a:lnTo>
                  <a:lnTo>
                    <a:pt x="27939" y="321310"/>
                  </a:lnTo>
                  <a:close/>
                </a:path>
                <a:path w="27939" h="478789">
                  <a:moveTo>
                    <a:pt x="27939" y="325120"/>
                  </a:moveTo>
                  <a:lnTo>
                    <a:pt x="0" y="325120"/>
                  </a:lnTo>
                  <a:lnTo>
                    <a:pt x="0" y="327659"/>
                  </a:lnTo>
                  <a:lnTo>
                    <a:pt x="27939" y="327659"/>
                  </a:lnTo>
                  <a:lnTo>
                    <a:pt x="27939" y="325120"/>
                  </a:lnTo>
                  <a:close/>
                </a:path>
                <a:path w="27939" h="478789">
                  <a:moveTo>
                    <a:pt x="27939" y="327660"/>
                  </a:moveTo>
                  <a:lnTo>
                    <a:pt x="0" y="327660"/>
                  </a:lnTo>
                  <a:lnTo>
                    <a:pt x="0" y="331469"/>
                  </a:lnTo>
                  <a:lnTo>
                    <a:pt x="27939" y="331469"/>
                  </a:lnTo>
                  <a:lnTo>
                    <a:pt x="27939" y="327660"/>
                  </a:lnTo>
                  <a:close/>
                </a:path>
                <a:path w="27939" h="478789">
                  <a:moveTo>
                    <a:pt x="27939" y="331470"/>
                  </a:moveTo>
                  <a:lnTo>
                    <a:pt x="0" y="331470"/>
                  </a:lnTo>
                  <a:lnTo>
                    <a:pt x="0" y="337819"/>
                  </a:lnTo>
                  <a:lnTo>
                    <a:pt x="27939" y="337819"/>
                  </a:lnTo>
                  <a:lnTo>
                    <a:pt x="27939" y="331470"/>
                  </a:lnTo>
                  <a:close/>
                </a:path>
                <a:path w="27939" h="478789">
                  <a:moveTo>
                    <a:pt x="27939" y="337820"/>
                  </a:moveTo>
                  <a:lnTo>
                    <a:pt x="0" y="337820"/>
                  </a:lnTo>
                  <a:lnTo>
                    <a:pt x="0" y="344169"/>
                  </a:lnTo>
                  <a:lnTo>
                    <a:pt x="27939" y="344169"/>
                  </a:lnTo>
                  <a:lnTo>
                    <a:pt x="27939" y="337820"/>
                  </a:lnTo>
                  <a:close/>
                </a:path>
                <a:path w="27939" h="478789">
                  <a:moveTo>
                    <a:pt x="27939" y="344170"/>
                  </a:moveTo>
                  <a:lnTo>
                    <a:pt x="0" y="344170"/>
                  </a:lnTo>
                  <a:lnTo>
                    <a:pt x="0" y="363219"/>
                  </a:lnTo>
                  <a:lnTo>
                    <a:pt x="27939" y="363219"/>
                  </a:lnTo>
                  <a:lnTo>
                    <a:pt x="27939" y="344170"/>
                  </a:lnTo>
                  <a:close/>
                </a:path>
                <a:path w="27939" h="478789">
                  <a:moveTo>
                    <a:pt x="27939" y="363220"/>
                  </a:moveTo>
                  <a:lnTo>
                    <a:pt x="0" y="363220"/>
                  </a:lnTo>
                  <a:lnTo>
                    <a:pt x="0" y="372109"/>
                  </a:lnTo>
                  <a:lnTo>
                    <a:pt x="27939" y="372109"/>
                  </a:lnTo>
                  <a:lnTo>
                    <a:pt x="27939" y="363220"/>
                  </a:lnTo>
                  <a:close/>
                </a:path>
                <a:path w="27939" h="478789">
                  <a:moveTo>
                    <a:pt x="27939" y="372110"/>
                  </a:moveTo>
                  <a:lnTo>
                    <a:pt x="0" y="372110"/>
                  </a:lnTo>
                  <a:lnTo>
                    <a:pt x="0" y="375919"/>
                  </a:lnTo>
                  <a:lnTo>
                    <a:pt x="27939" y="375919"/>
                  </a:lnTo>
                  <a:lnTo>
                    <a:pt x="27939" y="372110"/>
                  </a:lnTo>
                  <a:close/>
                </a:path>
                <a:path w="27939" h="478789">
                  <a:moveTo>
                    <a:pt x="27939" y="375920"/>
                  </a:moveTo>
                  <a:lnTo>
                    <a:pt x="0" y="375920"/>
                  </a:lnTo>
                  <a:lnTo>
                    <a:pt x="0" y="378459"/>
                  </a:lnTo>
                  <a:lnTo>
                    <a:pt x="27939" y="378459"/>
                  </a:lnTo>
                  <a:lnTo>
                    <a:pt x="27939" y="375920"/>
                  </a:lnTo>
                  <a:close/>
                </a:path>
                <a:path w="27939" h="478789">
                  <a:moveTo>
                    <a:pt x="27939" y="378460"/>
                  </a:moveTo>
                  <a:lnTo>
                    <a:pt x="0" y="378460"/>
                  </a:lnTo>
                  <a:lnTo>
                    <a:pt x="0" y="382269"/>
                  </a:lnTo>
                  <a:lnTo>
                    <a:pt x="27939" y="382269"/>
                  </a:lnTo>
                  <a:lnTo>
                    <a:pt x="27939" y="378460"/>
                  </a:lnTo>
                  <a:close/>
                </a:path>
                <a:path w="27939" h="478789">
                  <a:moveTo>
                    <a:pt x="27939" y="382270"/>
                  </a:moveTo>
                  <a:lnTo>
                    <a:pt x="0" y="382270"/>
                  </a:lnTo>
                  <a:lnTo>
                    <a:pt x="0" y="391159"/>
                  </a:lnTo>
                  <a:lnTo>
                    <a:pt x="27939" y="391159"/>
                  </a:lnTo>
                  <a:lnTo>
                    <a:pt x="27939" y="382270"/>
                  </a:lnTo>
                  <a:close/>
                </a:path>
                <a:path w="27939" h="478789">
                  <a:moveTo>
                    <a:pt x="27939" y="391160"/>
                  </a:moveTo>
                  <a:lnTo>
                    <a:pt x="0" y="391160"/>
                  </a:lnTo>
                  <a:lnTo>
                    <a:pt x="0" y="394969"/>
                  </a:lnTo>
                  <a:lnTo>
                    <a:pt x="27939" y="394969"/>
                  </a:lnTo>
                  <a:lnTo>
                    <a:pt x="27939" y="391160"/>
                  </a:lnTo>
                  <a:close/>
                </a:path>
                <a:path w="27939" h="478789">
                  <a:moveTo>
                    <a:pt x="27939" y="394970"/>
                  </a:moveTo>
                  <a:lnTo>
                    <a:pt x="0" y="394970"/>
                  </a:lnTo>
                  <a:lnTo>
                    <a:pt x="0" y="397509"/>
                  </a:lnTo>
                  <a:lnTo>
                    <a:pt x="27939" y="397509"/>
                  </a:lnTo>
                  <a:lnTo>
                    <a:pt x="27939" y="394970"/>
                  </a:lnTo>
                  <a:close/>
                </a:path>
                <a:path w="27939" h="478789">
                  <a:moveTo>
                    <a:pt x="27939" y="397510"/>
                  </a:moveTo>
                  <a:lnTo>
                    <a:pt x="0" y="397510"/>
                  </a:lnTo>
                  <a:lnTo>
                    <a:pt x="0" y="403859"/>
                  </a:lnTo>
                  <a:lnTo>
                    <a:pt x="27939" y="403859"/>
                  </a:lnTo>
                  <a:lnTo>
                    <a:pt x="27939" y="397510"/>
                  </a:lnTo>
                  <a:close/>
                </a:path>
                <a:path w="27939" h="478789">
                  <a:moveTo>
                    <a:pt x="27939" y="403860"/>
                  </a:moveTo>
                  <a:lnTo>
                    <a:pt x="0" y="403860"/>
                  </a:lnTo>
                  <a:lnTo>
                    <a:pt x="0" y="407669"/>
                  </a:lnTo>
                  <a:lnTo>
                    <a:pt x="27939" y="407669"/>
                  </a:lnTo>
                  <a:lnTo>
                    <a:pt x="27939" y="403860"/>
                  </a:lnTo>
                  <a:close/>
                </a:path>
                <a:path w="27939" h="478789">
                  <a:moveTo>
                    <a:pt x="27939" y="407670"/>
                  </a:moveTo>
                  <a:lnTo>
                    <a:pt x="0" y="407670"/>
                  </a:lnTo>
                  <a:lnTo>
                    <a:pt x="0" y="410209"/>
                  </a:lnTo>
                  <a:lnTo>
                    <a:pt x="27939" y="410209"/>
                  </a:lnTo>
                  <a:lnTo>
                    <a:pt x="27939" y="407670"/>
                  </a:lnTo>
                  <a:close/>
                </a:path>
                <a:path w="27939" h="478789">
                  <a:moveTo>
                    <a:pt x="27939" y="410210"/>
                  </a:moveTo>
                  <a:lnTo>
                    <a:pt x="0" y="410210"/>
                  </a:lnTo>
                  <a:lnTo>
                    <a:pt x="0" y="416559"/>
                  </a:lnTo>
                  <a:lnTo>
                    <a:pt x="27939" y="416559"/>
                  </a:lnTo>
                  <a:lnTo>
                    <a:pt x="27939" y="410210"/>
                  </a:lnTo>
                  <a:close/>
                </a:path>
                <a:path w="27939" h="478789">
                  <a:moveTo>
                    <a:pt x="27939" y="416560"/>
                  </a:moveTo>
                  <a:lnTo>
                    <a:pt x="0" y="416560"/>
                  </a:lnTo>
                  <a:lnTo>
                    <a:pt x="0" y="422909"/>
                  </a:lnTo>
                  <a:lnTo>
                    <a:pt x="27939" y="422909"/>
                  </a:lnTo>
                  <a:lnTo>
                    <a:pt x="27939" y="416560"/>
                  </a:lnTo>
                  <a:close/>
                </a:path>
                <a:path w="27939" h="478789">
                  <a:moveTo>
                    <a:pt x="27939" y="422910"/>
                  </a:moveTo>
                  <a:lnTo>
                    <a:pt x="0" y="422910"/>
                  </a:lnTo>
                  <a:lnTo>
                    <a:pt x="0" y="429259"/>
                  </a:lnTo>
                  <a:lnTo>
                    <a:pt x="27939" y="429259"/>
                  </a:lnTo>
                  <a:lnTo>
                    <a:pt x="27939" y="422910"/>
                  </a:lnTo>
                  <a:close/>
                </a:path>
                <a:path w="27939" h="478789">
                  <a:moveTo>
                    <a:pt x="27939" y="429260"/>
                  </a:moveTo>
                  <a:lnTo>
                    <a:pt x="0" y="429260"/>
                  </a:lnTo>
                  <a:lnTo>
                    <a:pt x="0" y="433069"/>
                  </a:lnTo>
                  <a:lnTo>
                    <a:pt x="27939" y="433069"/>
                  </a:lnTo>
                  <a:lnTo>
                    <a:pt x="27939" y="429260"/>
                  </a:lnTo>
                  <a:close/>
                </a:path>
                <a:path w="27939" h="478789">
                  <a:moveTo>
                    <a:pt x="27939" y="433070"/>
                  </a:moveTo>
                  <a:lnTo>
                    <a:pt x="0" y="433070"/>
                  </a:lnTo>
                  <a:lnTo>
                    <a:pt x="0" y="435609"/>
                  </a:lnTo>
                  <a:lnTo>
                    <a:pt x="27939" y="435609"/>
                  </a:lnTo>
                  <a:lnTo>
                    <a:pt x="27939" y="433070"/>
                  </a:lnTo>
                  <a:close/>
                </a:path>
                <a:path w="27939" h="478789">
                  <a:moveTo>
                    <a:pt x="27939" y="435610"/>
                  </a:moveTo>
                  <a:lnTo>
                    <a:pt x="0" y="435610"/>
                  </a:lnTo>
                  <a:lnTo>
                    <a:pt x="0" y="445769"/>
                  </a:lnTo>
                  <a:lnTo>
                    <a:pt x="27939" y="445769"/>
                  </a:lnTo>
                  <a:lnTo>
                    <a:pt x="27939" y="435610"/>
                  </a:lnTo>
                  <a:close/>
                </a:path>
                <a:path w="27939" h="478789">
                  <a:moveTo>
                    <a:pt x="27939" y="445770"/>
                  </a:moveTo>
                  <a:lnTo>
                    <a:pt x="0" y="445770"/>
                  </a:lnTo>
                  <a:lnTo>
                    <a:pt x="0" y="454659"/>
                  </a:lnTo>
                  <a:lnTo>
                    <a:pt x="26669" y="454659"/>
                  </a:lnTo>
                  <a:lnTo>
                    <a:pt x="26669" y="453390"/>
                  </a:lnTo>
                  <a:lnTo>
                    <a:pt x="27939" y="453390"/>
                  </a:lnTo>
                  <a:lnTo>
                    <a:pt x="27939" y="445770"/>
                  </a:lnTo>
                  <a:close/>
                </a:path>
                <a:path w="27939" h="478789">
                  <a:moveTo>
                    <a:pt x="25400" y="454660"/>
                  </a:moveTo>
                  <a:lnTo>
                    <a:pt x="0" y="454660"/>
                  </a:lnTo>
                  <a:lnTo>
                    <a:pt x="0" y="461009"/>
                  </a:lnTo>
                  <a:lnTo>
                    <a:pt x="20319" y="461009"/>
                  </a:lnTo>
                  <a:lnTo>
                    <a:pt x="20319" y="459740"/>
                  </a:lnTo>
                  <a:lnTo>
                    <a:pt x="21589" y="459740"/>
                  </a:lnTo>
                  <a:lnTo>
                    <a:pt x="21589" y="458470"/>
                  </a:lnTo>
                  <a:lnTo>
                    <a:pt x="22859" y="458470"/>
                  </a:lnTo>
                  <a:lnTo>
                    <a:pt x="22859" y="457200"/>
                  </a:lnTo>
                  <a:lnTo>
                    <a:pt x="24129" y="457200"/>
                  </a:lnTo>
                  <a:lnTo>
                    <a:pt x="24129" y="455930"/>
                  </a:lnTo>
                  <a:lnTo>
                    <a:pt x="25400" y="455930"/>
                  </a:lnTo>
                  <a:lnTo>
                    <a:pt x="25400" y="454660"/>
                  </a:lnTo>
                  <a:close/>
                </a:path>
                <a:path w="27939" h="478789">
                  <a:moveTo>
                    <a:pt x="19050" y="461010"/>
                  </a:moveTo>
                  <a:lnTo>
                    <a:pt x="0" y="461010"/>
                  </a:lnTo>
                  <a:lnTo>
                    <a:pt x="0" y="464819"/>
                  </a:lnTo>
                  <a:lnTo>
                    <a:pt x="16509" y="464819"/>
                  </a:lnTo>
                  <a:lnTo>
                    <a:pt x="16509" y="463550"/>
                  </a:lnTo>
                  <a:lnTo>
                    <a:pt x="17779" y="463550"/>
                  </a:lnTo>
                  <a:lnTo>
                    <a:pt x="17779" y="462280"/>
                  </a:lnTo>
                  <a:lnTo>
                    <a:pt x="19050" y="462280"/>
                  </a:lnTo>
                  <a:lnTo>
                    <a:pt x="19050" y="461010"/>
                  </a:lnTo>
                  <a:close/>
                </a:path>
                <a:path w="27939" h="478789">
                  <a:moveTo>
                    <a:pt x="13969" y="464820"/>
                  </a:moveTo>
                  <a:lnTo>
                    <a:pt x="0" y="464820"/>
                  </a:lnTo>
                  <a:lnTo>
                    <a:pt x="0" y="471169"/>
                  </a:lnTo>
                  <a:lnTo>
                    <a:pt x="8889" y="471169"/>
                  </a:lnTo>
                  <a:lnTo>
                    <a:pt x="8889" y="469900"/>
                  </a:lnTo>
                  <a:lnTo>
                    <a:pt x="10159" y="469900"/>
                  </a:lnTo>
                  <a:lnTo>
                    <a:pt x="10159" y="468630"/>
                  </a:lnTo>
                  <a:lnTo>
                    <a:pt x="11429" y="468630"/>
                  </a:lnTo>
                  <a:lnTo>
                    <a:pt x="11429" y="467360"/>
                  </a:lnTo>
                  <a:lnTo>
                    <a:pt x="12700" y="467360"/>
                  </a:lnTo>
                  <a:lnTo>
                    <a:pt x="12700" y="466090"/>
                  </a:lnTo>
                  <a:lnTo>
                    <a:pt x="13969" y="466090"/>
                  </a:lnTo>
                  <a:lnTo>
                    <a:pt x="13969" y="464820"/>
                  </a:lnTo>
                  <a:close/>
                </a:path>
                <a:path w="27939" h="478789">
                  <a:moveTo>
                    <a:pt x="7619" y="471170"/>
                  </a:moveTo>
                  <a:lnTo>
                    <a:pt x="0" y="471170"/>
                  </a:lnTo>
                  <a:lnTo>
                    <a:pt x="0" y="473709"/>
                  </a:lnTo>
                  <a:lnTo>
                    <a:pt x="6350" y="473709"/>
                  </a:lnTo>
                  <a:lnTo>
                    <a:pt x="6350" y="472440"/>
                  </a:lnTo>
                  <a:lnTo>
                    <a:pt x="7619" y="472440"/>
                  </a:lnTo>
                  <a:lnTo>
                    <a:pt x="7619" y="471170"/>
                  </a:lnTo>
                  <a:close/>
                </a:path>
                <a:path w="27939" h="478789">
                  <a:moveTo>
                    <a:pt x="5079" y="473710"/>
                  </a:moveTo>
                  <a:lnTo>
                    <a:pt x="0" y="473710"/>
                  </a:lnTo>
                  <a:lnTo>
                    <a:pt x="0" y="477519"/>
                  </a:lnTo>
                  <a:lnTo>
                    <a:pt x="2539" y="477519"/>
                  </a:lnTo>
                  <a:lnTo>
                    <a:pt x="2539" y="476250"/>
                  </a:lnTo>
                  <a:lnTo>
                    <a:pt x="3809" y="476250"/>
                  </a:lnTo>
                  <a:lnTo>
                    <a:pt x="3809" y="474980"/>
                  </a:lnTo>
                  <a:lnTo>
                    <a:pt x="5079" y="474980"/>
                  </a:lnTo>
                  <a:lnTo>
                    <a:pt x="5079" y="473710"/>
                  </a:lnTo>
                  <a:close/>
                </a:path>
                <a:path w="27939" h="478789">
                  <a:moveTo>
                    <a:pt x="1269" y="477520"/>
                  </a:moveTo>
                  <a:lnTo>
                    <a:pt x="0" y="477520"/>
                  </a:lnTo>
                  <a:lnTo>
                    <a:pt x="0" y="478790"/>
                  </a:lnTo>
                  <a:lnTo>
                    <a:pt x="1269" y="478790"/>
                  </a:lnTo>
                  <a:lnTo>
                    <a:pt x="1269" y="477520"/>
                  </a:lnTo>
                  <a:close/>
                </a:path>
              </a:pathLst>
            </a:custGeom>
            <a:solidFill>
              <a:srgbClr val="2E5E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1" name="object 3811"/>
            <p:cNvSpPr/>
            <p:nvPr/>
          </p:nvSpPr>
          <p:spPr>
            <a:xfrm>
              <a:off x="5566410" y="5144770"/>
              <a:ext cx="27940" cy="425450"/>
            </a:xfrm>
            <a:custGeom>
              <a:avLst/>
              <a:gdLst/>
              <a:ahLst/>
              <a:cxnLst/>
              <a:rect l="l" t="t" r="r" b="b"/>
              <a:pathLst>
                <a:path w="27939" h="425450">
                  <a:moveTo>
                    <a:pt x="126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27939" h="425450">
                  <a:moveTo>
                    <a:pt x="2539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8889" y="7619"/>
                  </a:lnTo>
                  <a:lnTo>
                    <a:pt x="8889" y="6349"/>
                  </a:lnTo>
                  <a:lnTo>
                    <a:pt x="6349" y="6349"/>
                  </a:lnTo>
                  <a:lnTo>
                    <a:pt x="6349" y="5079"/>
                  </a:lnTo>
                  <a:lnTo>
                    <a:pt x="5079" y="5079"/>
                  </a:lnTo>
                  <a:lnTo>
                    <a:pt x="5079" y="3809"/>
                  </a:lnTo>
                  <a:lnTo>
                    <a:pt x="3810" y="3809"/>
                  </a:lnTo>
                  <a:lnTo>
                    <a:pt x="3810" y="2539"/>
                  </a:lnTo>
                  <a:lnTo>
                    <a:pt x="2539" y="2539"/>
                  </a:lnTo>
                  <a:lnTo>
                    <a:pt x="2539" y="1269"/>
                  </a:lnTo>
                  <a:close/>
                </a:path>
                <a:path w="27939" h="425450">
                  <a:moveTo>
                    <a:pt x="1016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15239" y="13969"/>
                  </a:lnTo>
                  <a:lnTo>
                    <a:pt x="15239" y="12699"/>
                  </a:lnTo>
                  <a:lnTo>
                    <a:pt x="13969" y="12699"/>
                  </a:lnTo>
                  <a:lnTo>
                    <a:pt x="13969" y="11429"/>
                  </a:lnTo>
                  <a:lnTo>
                    <a:pt x="12699" y="11429"/>
                  </a:lnTo>
                  <a:lnTo>
                    <a:pt x="12699" y="10159"/>
                  </a:lnTo>
                  <a:lnTo>
                    <a:pt x="11429" y="10159"/>
                  </a:lnTo>
                  <a:lnTo>
                    <a:pt x="11429" y="8889"/>
                  </a:lnTo>
                  <a:lnTo>
                    <a:pt x="10160" y="8889"/>
                  </a:lnTo>
                  <a:lnTo>
                    <a:pt x="10160" y="7619"/>
                  </a:lnTo>
                  <a:close/>
                </a:path>
                <a:path w="27939" h="425450">
                  <a:moveTo>
                    <a:pt x="16510" y="13970"/>
                  </a:moveTo>
                  <a:lnTo>
                    <a:pt x="0" y="13970"/>
                  </a:lnTo>
                  <a:lnTo>
                    <a:pt x="0" y="20319"/>
                  </a:lnTo>
                  <a:lnTo>
                    <a:pt x="21589" y="20319"/>
                  </a:lnTo>
                  <a:lnTo>
                    <a:pt x="21589" y="19049"/>
                  </a:lnTo>
                  <a:lnTo>
                    <a:pt x="20319" y="19049"/>
                  </a:lnTo>
                  <a:lnTo>
                    <a:pt x="20319" y="17779"/>
                  </a:lnTo>
                  <a:lnTo>
                    <a:pt x="19049" y="17779"/>
                  </a:lnTo>
                  <a:lnTo>
                    <a:pt x="19049" y="16509"/>
                  </a:lnTo>
                  <a:lnTo>
                    <a:pt x="17779" y="16509"/>
                  </a:lnTo>
                  <a:lnTo>
                    <a:pt x="17779" y="15239"/>
                  </a:lnTo>
                  <a:lnTo>
                    <a:pt x="16510" y="15239"/>
                  </a:lnTo>
                  <a:lnTo>
                    <a:pt x="16510" y="13970"/>
                  </a:lnTo>
                  <a:close/>
                </a:path>
                <a:path w="27939" h="425450">
                  <a:moveTo>
                    <a:pt x="22860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27939" y="26669"/>
                  </a:lnTo>
                  <a:lnTo>
                    <a:pt x="27939" y="25399"/>
                  </a:lnTo>
                  <a:lnTo>
                    <a:pt x="26669" y="25399"/>
                  </a:lnTo>
                  <a:lnTo>
                    <a:pt x="26669" y="24129"/>
                  </a:lnTo>
                  <a:lnTo>
                    <a:pt x="25399" y="24129"/>
                  </a:lnTo>
                  <a:lnTo>
                    <a:pt x="25399" y="22859"/>
                  </a:lnTo>
                  <a:lnTo>
                    <a:pt x="24129" y="22859"/>
                  </a:lnTo>
                  <a:lnTo>
                    <a:pt x="24129" y="21589"/>
                  </a:lnTo>
                  <a:lnTo>
                    <a:pt x="22860" y="21589"/>
                  </a:lnTo>
                  <a:lnTo>
                    <a:pt x="22860" y="20319"/>
                  </a:lnTo>
                  <a:close/>
                </a:path>
                <a:path w="27939" h="425450">
                  <a:moveTo>
                    <a:pt x="27939" y="26669"/>
                  </a:moveTo>
                  <a:lnTo>
                    <a:pt x="0" y="26669"/>
                  </a:lnTo>
                  <a:lnTo>
                    <a:pt x="0" y="39369"/>
                  </a:lnTo>
                  <a:lnTo>
                    <a:pt x="27939" y="39369"/>
                  </a:lnTo>
                  <a:lnTo>
                    <a:pt x="27939" y="26669"/>
                  </a:lnTo>
                  <a:close/>
                </a:path>
                <a:path w="27939" h="425450">
                  <a:moveTo>
                    <a:pt x="27939" y="39369"/>
                  </a:moveTo>
                  <a:lnTo>
                    <a:pt x="0" y="39369"/>
                  </a:lnTo>
                  <a:lnTo>
                    <a:pt x="0" y="45719"/>
                  </a:lnTo>
                  <a:lnTo>
                    <a:pt x="27939" y="45719"/>
                  </a:lnTo>
                  <a:lnTo>
                    <a:pt x="27939" y="39369"/>
                  </a:lnTo>
                  <a:close/>
                </a:path>
                <a:path w="27939" h="425450">
                  <a:moveTo>
                    <a:pt x="27939" y="45719"/>
                  </a:moveTo>
                  <a:lnTo>
                    <a:pt x="0" y="45719"/>
                  </a:lnTo>
                  <a:lnTo>
                    <a:pt x="0" y="52069"/>
                  </a:lnTo>
                  <a:lnTo>
                    <a:pt x="27939" y="52069"/>
                  </a:lnTo>
                  <a:lnTo>
                    <a:pt x="27939" y="45719"/>
                  </a:lnTo>
                  <a:close/>
                </a:path>
                <a:path w="27939" h="425450">
                  <a:moveTo>
                    <a:pt x="27939" y="52069"/>
                  </a:moveTo>
                  <a:lnTo>
                    <a:pt x="0" y="52069"/>
                  </a:lnTo>
                  <a:lnTo>
                    <a:pt x="0" y="58419"/>
                  </a:lnTo>
                  <a:lnTo>
                    <a:pt x="27939" y="58419"/>
                  </a:lnTo>
                  <a:lnTo>
                    <a:pt x="27939" y="52069"/>
                  </a:lnTo>
                  <a:close/>
                </a:path>
                <a:path w="27939" h="425450">
                  <a:moveTo>
                    <a:pt x="27939" y="58419"/>
                  </a:moveTo>
                  <a:lnTo>
                    <a:pt x="0" y="58419"/>
                  </a:lnTo>
                  <a:lnTo>
                    <a:pt x="0" y="64769"/>
                  </a:lnTo>
                  <a:lnTo>
                    <a:pt x="27939" y="64769"/>
                  </a:lnTo>
                  <a:lnTo>
                    <a:pt x="27939" y="58419"/>
                  </a:lnTo>
                  <a:close/>
                </a:path>
                <a:path w="27939" h="425450">
                  <a:moveTo>
                    <a:pt x="27939" y="64769"/>
                  </a:moveTo>
                  <a:lnTo>
                    <a:pt x="0" y="64769"/>
                  </a:lnTo>
                  <a:lnTo>
                    <a:pt x="0" y="71119"/>
                  </a:lnTo>
                  <a:lnTo>
                    <a:pt x="27939" y="71119"/>
                  </a:lnTo>
                  <a:lnTo>
                    <a:pt x="27939" y="64769"/>
                  </a:lnTo>
                  <a:close/>
                </a:path>
                <a:path w="27939" h="425450">
                  <a:moveTo>
                    <a:pt x="27939" y="71119"/>
                  </a:moveTo>
                  <a:lnTo>
                    <a:pt x="0" y="71119"/>
                  </a:lnTo>
                  <a:lnTo>
                    <a:pt x="0" y="77469"/>
                  </a:lnTo>
                  <a:lnTo>
                    <a:pt x="27939" y="77469"/>
                  </a:lnTo>
                  <a:lnTo>
                    <a:pt x="27939" y="71119"/>
                  </a:lnTo>
                  <a:close/>
                </a:path>
                <a:path w="27939" h="425450">
                  <a:moveTo>
                    <a:pt x="27939" y="77469"/>
                  </a:moveTo>
                  <a:lnTo>
                    <a:pt x="0" y="77469"/>
                  </a:lnTo>
                  <a:lnTo>
                    <a:pt x="0" y="83819"/>
                  </a:lnTo>
                  <a:lnTo>
                    <a:pt x="27939" y="83819"/>
                  </a:lnTo>
                  <a:lnTo>
                    <a:pt x="27939" y="77469"/>
                  </a:lnTo>
                  <a:close/>
                </a:path>
                <a:path w="27939" h="425450">
                  <a:moveTo>
                    <a:pt x="27939" y="83819"/>
                  </a:moveTo>
                  <a:lnTo>
                    <a:pt x="0" y="83819"/>
                  </a:lnTo>
                  <a:lnTo>
                    <a:pt x="0" y="95249"/>
                  </a:lnTo>
                  <a:lnTo>
                    <a:pt x="27939" y="95249"/>
                  </a:lnTo>
                  <a:lnTo>
                    <a:pt x="27939" y="83819"/>
                  </a:lnTo>
                  <a:close/>
                </a:path>
                <a:path w="27939" h="425450">
                  <a:moveTo>
                    <a:pt x="27939" y="95250"/>
                  </a:moveTo>
                  <a:lnTo>
                    <a:pt x="0" y="95250"/>
                  </a:lnTo>
                  <a:lnTo>
                    <a:pt x="0" y="101599"/>
                  </a:lnTo>
                  <a:lnTo>
                    <a:pt x="27939" y="101599"/>
                  </a:lnTo>
                  <a:lnTo>
                    <a:pt x="27939" y="95250"/>
                  </a:lnTo>
                  <a:close/>
                </a:path>
                <a:path w="27939" h="425450">
                  <a:moveTo>
                    <a:pt x="27939" y="101599"/>
                  </a:moveTo>
                  <a:lnTo>
                    <a:pt x="0" y="101599"/>
                  </a:lnTo>
                  <a:lnTo>
                    <a:pt x="0" y="107949"/>
                  </a:lnTo>
                  <a:lnTo>
                    <a:pt x="27939" y="107949"/>
                  </a:lnTo>
                  <a:lnTo>
                    <a:pt x="27939" y="101599"/>
                  </a:lnTo>
                  <a:close/>
                </a:path>
                <a:path w="27939" h="425450">
                  <a:moveTo>
                    <a:pt x="27939" y="107949"/>
                  </a:moveTo>
                  <a:lnTo>
                    <a:pt x="0" y="107949"/>
                  </a:lnTo>
                  <a:lnTo>
                    <a:pt x="0" y="110489"/>
                  </a:lnTo>
                  <a:lnTo>
                    <a:pt x="27939" y="110489"/>
                  </a:lnTo>
                  <a:lnTo>
                    <a:pt x="27939" y="107949"/>
                  </a:lnTo>
                  <a:close/>
                </a:path>
                <a:path w="27939" h="425450">
                  <a:moveTo>
                    <a:pt x="27939" y="110489"/>
                  </a:moveTo>
                  <a:lnTo>
                    <a:pt x="0" y="110489"/>
                  </a:lnTo>
                  <a:lnTo>
                    <a:pt x="0" y="114299"/>
                  </a:lnTo>
                  <a:lnTo>
                    <a:pt x="27939" y="114299"/>
                  </a:lnTo>
                  <a:lnTo>
                    <a:pt x="27939" y="110489"/>
                  </a:lnTo>
                  <a:close/>
                </a:path>
                <a:path w="27939" h="425450">
                  <a:moveTo>
                    <a:pt x="27939" y="114299"/>
                  </a:moveTo>
                  <a:lnTo>
                    <a:pt x="0" y="114299"/>
                  </a:lnTo>
                  <a:lnTo>
                    <a:pt x="0" y="120649"/>
                  </a:lnTo>
                  <a:lnTo>
                    <a:pt x="27939" y="120649"/>
                  </a:lnTo>
                  <a:lnTo>
                    <a:pt x="27939" y="114299"/>
                  </a:lnTo>
                  <a:close/>
                </a:path>
                <a:path w="27939" h="425450">
                  <a:moveTo>
                    <a:pt x="27939" y="120649"/>
                  </a:moveTo>
                  <a:lnTo>
                    <a:pt x="0" y="120649"/>
                  </a:lnTo>
                  <a:lnTo>
                    <a:pt x="0" y="123189"/>
                  </a:lnTo>
                  <a:lnTo>
                    <a:pt x="27939" y="123189"/>
                  </a:lnTo>
                  <a:lnTo>
                    <a:pt x="27939" y="120649"/>
                  </a:lnTo>
                  <a:close/>
                </a:path>
                <a:path w="27939" h="425450">
                  <a:moveTo>
                    <a:pt x="27939" y="123189"/>
                  </a:moveTo>
                  <a:lnTo>
                    <a:pt x="0" y="123189"/>
                  </a:lnTo>
                  <a:lnTo>
                    <a:pt x="0" y="161289"/>
                  </a:lnTo>
                  <a:lnTo>
                    <a:pt x="27939" y="161289"/>
                  </a:lnTo>
                  <a:lnTo>
                    <a:pt x="27939" y="123189"/>
                  </a:lnTo>
                  <a:close/>
                </a:path>
                <a:path w="27939" h="425450">
                  <a:moveTo>
                    <a:pt x="27939" y="161289"/>
                  </a:moveTo>
                  <a:lnTo>
                    <a:pt x="0" y="161289"/>
                  </a:lnTo>
                  <a:lnTo>
                    <a:pt x="0" y="167639"/>
                  </a:lnTo>
                  <a:lnTo>
                    <a:pt x="27939" y="167639"/>
                  </a:lnTo>
                  <a:lnTo>
                    <a:pt x="27939" y="161289"/>
                  </a:lnTo>
                  <a:close/>
                </a:path>
                <a:path w="27939" h="425450">
                  <a:moveTo>
                    <a:pt x="27939" y="167639"/>
                  </a:moveTo>
                  <a:lnTo>
                    <a:pt x="0" y="167639"/>
                  </a:lnTo>
                  <a:lnTo>
                    <a:pt x="0" y="171449"/>
                  </a:lnTo>
                  <a:lnTo>
                    <a:pt x="27939" y="171449"/>
                  </a:lnTo>
                  <a:lnTo>
                    <a:pt x="27939" y="167639"/>
                  </a:lnTo>
                  <a:close/>
                </a:path>
                <a:path w="27939" h="425450">
                  <a:moveTo>
                    <a:pt x="27939" y="171450"/>
                  </a:moveTo>
                  <a:lnTo>
                    <a:pt x="0" y="171450"/>
                  </a:lnTo>
                  <a:lnTo>
                    <a:pt x="0" y="173989"/>
                  </a:lnTo>
                  <a:lnTo>
                    <a:pt x="27939" y="173989"/>
                  </a:lnTo>
                  <a:lnTo>
                    <a:pt x="27939" y="171450"/>
                  </a:lnTo>
                  <a:close/>
                </a:path>
                <a:path w="27939" h="425450">
                  <a:moveTo>
                    <a:pt x="27939" y="173989"/>
                  </a:moveTo>
                  <a:lnTo>
                    <a:pt x="0" y="173989"/>
                  </a:lnTo>
                  <a:lnTo>
                    <a:pt x="0" y="177799"/>
                  </a:lnTo>
                  <a:lnTo>
                    <a:pt x="27939" y="177799"/>
                  </a:lnTo>
                  <a:lnTo>
                    <a:pt x="27939" y="173989"/>
                  </a:lnTo>
                  <a:close/>
                </a:path>
                <a:path w="27939" h="425450">
                  <a:moveTo>
                    <a:pt x="27939" y="177799"/>
                  </a:moveTo>
                  <a:lnTo>
                    <a:pt x="0" y="177799"/>
                  </a:lnTo>
                  <a:lnTo>
                    <a:pt x="0" y="180339"/>
                  </a:lnTo>
                  <a:lnTo>
                    <a:pt x="27939" y="180339"/>
                  </a:lnTo>
                  <a:lnTo>
                    <a:pt x="27939" y="177799"/>
                  </a:lnTo>
                  <a:close/>
                </a:path>
                <a:path w="27939" h="425450">
                  <a:moveTo>
                    <a:pt x="27939" y="180339"/>
                  </a:moveTo>
                  <a:lnTo>
                    <a:pt x="0" y="180339"/>
                  </a:lnTo>
                  <a:lnTo>
                    <a:pt x="0" y="193039"/>
                  </a:lnTo>
                  <a:lnTo>
                    <a:pt x="27939" y="193039"/>
                  </a:lnTo>
                  <a:lnTo>
                    <a:pt x="27939" y="180339"/>
                  </a:lnTo>
                  <a:close/>
                </a:path>
                <a:path w="27939" h="425450">
                  <a:moveTo>
                    <a:pt x="27939" y="193039"/>
                  </a:moveTo>
                  <a:lnTo>
                    <a:pt x="0" y="193039"/>
                  </a:lnTo>
                  <a:lnTo>
                    <a:pt x="0" y="199389"/>
                  </a:lnTo>
                  <a:lnTo>
                    <a:pt x="27939" y="199389"/>
                  </a:lnTo>
                  <a:lnTo>
                    <a:pt x="27939" y="193039"/>
                  </a:lnTo>
                  <a:close/>
                </a:path>
                <a:path w="27939" h="425450">
                  <a:moveTo>
                    <a:pt x="27939" y="199389"/>
                  </a:moveTo>
                  <a:lnTo>
                    <a:pt x="0" y="199389"/>
                  </a:lnTo>
                  <a:lnTo>
                    <a:pt x="0" y="203199"/>
                  </a:lnTo>
                  <a:lnTo>
                    <a:pt x="27939" y="203199"/>
                  </a:lnTo>
                  <a:lnTo>
                    <a:pt x="27939" y="199389"/>
                  </a:lnTo>
                  <a:close/>
                </a:path>
                <a:path w="27939" h="425450">
                  <a:moveTo>
                    <a:pt x="27939" y="203200"/>
                  </a:moveTo>
                  <a:lnTo>
                    <a:pt x="0" y="203200"/>
                  </a:lnTo>
                  <a:lnTo>
                    <a:pt x="0" y="205739"/>
                  </a:lnTo>
                  <a:lnTo>
                    <a:pt x="27939" y="205739"/>
                  </a:lnTo>
                  <a:lnTo>
                    <a:pt x="27939" y="203200"/>
                  </a:lnTo>
                  <a:close/>
                </a:path>
                <a:path w="27939" h="425450">
                  <a:moveTo>
                    <a:pt x="27939" y="205739"/>
                  </a:moveTo>
                  <a:lnTo>
                    <a:pt x="0" y="205739"/>
                  </a:lnTo>
                  <a:lnTo>
                    <a:pt x="0" y="215899"/>
                  </a:lnTo>
                  <a:lnTo>
                    <a:pt x="27939" y="215899"/>
                  </a:lnTo>
                  <a:lnTo>
                    <a:pt x="27939" y="205739"/>
                  </a:lnTo>
                  <a:close/>
                </a:path>
                <a:path w="27939" h="425450">
                  <a:moveTo>
                    <a:pt x="27939" y="215900"/>
                  </a:moveTo>
                  <a:lnTo>
                    <a:pt x="0" y="215900"/>
                  </a:lnTo>
                  <a:lnTo>
                    <a:pt x="0" y="218439"/>
                  </a:lnTo>
                  <a:lnTo>
                    <a:pt x="27939" y="218439"/>
                  </a:lnTo>
                  <a:lnTo>
                    <a:pt x="27939" y="215900"/>
                  </a:lnTo>
                  <a:close/>
                </a:path>
                <a:path w="27939" h="425450">
                  <a:moveTo>
                    <a:pt x="27939" y="218439"/>
                  </a:moveTo>
                  <a:lnTo>
                    <a:pt x="0" y="218439"/>
                  </a:lnTo>
                  <a:lnTo>
                    <a:pt x="0" y="222249"/>
                  </a:lnTo>
                  <a:lnTo>
                    <a:pt x="27939" y="222249"/>
                  </a:lnTo>
                  <a:lnTo>
                    <a:pt x="27939" y="218439"/>
                  </a:lnTo>
                  <a:close/>
                </a:path>
                <a:path w="27939" h="425450">
                  <a:moveTo>
                    <a:pt x="27939" y="222250"/>
                  </a:moveTo>
                  <a:lnTo>
                    <a:pt x="0" y="222250"/>
                  </a:lnTo>
                  <a:lnTo>
                    <a:pt x="0" y="228599"/>
                  </a:lnTo>
                  <a:lnTo>
                    <a:pt x="27939" y="228599"/>
                  </a:lnTo>
                  <a:lnTo>
                    <a:pt x="27939" y="222250"/>
                  </a:lnTo>
                  <a:close/>
                </a:path>
                <a:path w="27939" h="425450">
                  <a:moveTo>
                    <a:pt x="27939" y="228600"/>
                  </a:moveTo>
                  <a:lnTo>
                    <a:pt x="0" y="228600"/>
                  </a:lnTo>
                  <a:lnTo>
                    <a:pt x="0" y="234949"/>
                  </a:lnTo>
                  <a:lnTo>
                    <a:pt x="27939" y="234949"/>
                  </a:lnTo>
                  <a:lnTo>
                    <a:pt x="27939" y="228600"/>
                  </a:lnTo>
                  <a:close/>
                </a:path>
                <a:path w="27939" h="425450">
                  <a:moveTo>
                    <a:pt x="27939" y="234950"/>
                  </a:moveTo>
                  <a:lnTo>
                    <a:pt x="0" y="234950"/>
                  </a:lnTo>
                  <a:lnTo>
                    <a:pt x="0" y="243839"/>
                  </a:lnTo>
                  <a:lnTo>
                    <a:pt x="27939" y="243839"/>
                  </a:lnTo>
                  <a:lnTo>
                    <a:pt x="27939" y="234950"/>
                  </a:lnTo>
                  <a:close/>
                </a:path>
                <a:path w="27939" h="425450">
                  <a:moveTo>
                    <a:pt x="27939" y="243839"/>
                  </a:moveTo>
                  <a:lnTo>
                    <a:pt x="0" y="243839"/>
                  </a:lnTo>
                  <a:lnTo>
                    <a:pt x="0" y="247649"/>
                  </a:lnTo>
                  <a:lnTo>
                    <a:pt x="27939" y="247649"/>
                  </a:lnTo>
                  <a:lnTo>
                    <a:pt x="27939" y="243839"/>
                  </a:lnTo>
                  <a:close/>
                </a:path>
                <a:path w="27939" h="425450">
                  <a:moveTo>
                    <a:pt x="27939" y="247650"/>
                  </a:moveTo>
                  <a:lnTo>
                    <a:pt x="0" y="247650"/>
                  </a:lnTo>
                  <a:lnTo>
                    <a:pt x="0" y="253999"/>
                  </a:lnTo>
                  <a:lnTo>
                    <a:pt x="27939" y="253999"/>
                  </a:lnTo>
                  <a:lnTo>
                    <a:pt x="27939" y="247650"/>
                  </a:lnTo>
                  <a:close/>
                </a:path>
                <a:path w="27939" h="425450">
                  <a:moveTo>
                    <a:pt x="27939" y="254000"/>
                  </a:moveTo>
                  <a:lnTo>
                    <a:pt x="0" y="254000"/>
                  </a:lnTo>
                  <a:lnTo>
                    <a:pt x="0" y="273049"/>
                  </a:lnTo>
                  <a:lnTo>
                    <a:pt x="27939" y="273049"/>
                  </a:lnTo>
                  <a:lnTo>
                    <a:pt x="27939" y="254000"/>
                  </a:lnTo>
                  <a:close/>
                </a:path>
                <a:path w="27939" h="425450">
                  <a:moveTo>
                    <a:pt x="27939" y="273049"/>
                  </a:moveTo>
                  <a:lnTo>
                    <a:pt x="0" y="273049"/>
                  </a:lnTo>
                  <a:lnTo>
                    <a:pt x="0" y="275589"/>
                  </a:lnTo>
                  <a:lnTo>
                    <a:pt x="27939" y="275589"/>
                  </a:lnTo>
                  <a:lnTo>
                    <a:pt x="27939" y="273049"/>
                  </a:lnTo>
                  <a:close/>
                </a:path>
                <a:path w="27939" h="425450">
                  <a:moveTo>
                    <a:pt x="27939" y="275589"/>
                  </a:moveTo>
                  <a:lnTo>
                    <a:pt x="0" y="275589"/>
                  </a:lnTo>
                  <a:lnTo>
                    <a:pt x="0" y="279399"/>
                  </a:lnTo>
                  <a:lnTo>
                    <a:pt x="27939" y="279399"/>
                  </a:lnTo>
                  <a:lnTo>
                    <a:pt x="27939" y="275589"/>
                  </a:lnTo>
                  <a:close/>
                </a:path>
                <a:path w="27939" h="425450">
                  <a:moveTo>
                    <a:pt x="27939" y="279399"/>
                  </a:moveTo>
                  <a:lnTo>
                    <a:pt x="0" y="279399"/>
                  </a:lnTo>
                  <a:lnTo>
                    <a:pt x="0" y="281939"/>
                  </a:lnTo>
                  <a:lnTo>
                    <a:pt x="27939" y="281939"/>
                  </a:lnTo>
                  <a:lnTo>
                    <a:pt x="27939" y="279399"/>
                  </a:lnTo>
                  <a:close/>
                </a:path>
                <a:path w="27939" h="425450">
                  <a:moveTo>
                    <a:pt x="27939" y="281939"/>
                  </a:moveTo>
                  <a:lnTo>
                    <a:pt x="0" y="281939"/>
                  </a:lnTo>
                  <a:lnTo>
                    <a:pt x="0" y="285749"/>
                  </a:lnTo>
                  <a:lnTo>
                    <a:pt x="27939" y="285749"/>
                  </a:lnTo>
                  <a:lnTo>
                    <a:pt x="27939" y="281939"/>
                  </a:lnTo>
                  <a:close/>
                </a:path>
                <a:path w="27939" h="425450">
                  <a:moveTo>
                    <a:pt x="27939" y="285749"/>
                  </a:moveTo>
                  <a:lnTo>
                    <a:pt x="0" y="285749"/>
                  </a:lnTo>
                  <a:lnTo>
                    <a:pt x="0" y="292099"/>
                  </a:lnTo>
                  <a:lnTo>
                    <a:pt x="27939" y="292099"/>
                  </a:lnTo>
                  <a:lnTo>
                    <a:pt x="27939" y="285749"/>
                  </a:lnTo>
                  <a:close/>
                </a:path>
                <a:path w="27939" h="425450">
                  <a:moveTo>
                    <a:pt x="27939" y="292099"/>
                  </a:moveTo>
                  <a:lnTo>
                    <a:pt x="0" y="292099"/>
                  </a:lnTo>
                  <a:lnTo>
                    <a:pt x="0" y="294639"/>
                  </a:lnTo>
                  <a:lnTo>
                    <a:pt x="27939" y="294639"/>
                  </a:lnTo>
                  <a:lnTo>
                    <a:pt x="27939" y="292099"/>
                  </a:lnTo>
                  <a:close/>
                </a:path>
                <a:path w="27939" h="425450">
                  <a:moveTo>
                    <a:pt x="27939" y="294639"/>
                  </a:moveTo>
                  <a:lnTo>
                    <a:pt x="0" y="294639"/>
                  </a:lnTo>
                  <a:lnTo>
                    <a:pt x="0" y="298449"/>
                  </a:lnTo>
                  <a:lnTo>
                    <a:pt x="27939" y="298449"/>
                  </a:lnTo>
                  <a:lnTo>
                    <a:pt x="27939" y="294639"/>
                  </a:lnTo>
                  <a:close/>
                </a:path>
                <a:path w="27939" h="425450">
                  <a:moveTo>
                    <a:pt x="27939" y="298449"/>
                  </a:moveTo>
                  <a:lnTo>
                    <a:pt x="0" y="298449"/>
                  </a:lnTo>
                  <a:lnTo>
                    <a:pt x="0" y="300989"/>
                  </a:lnTo>
                  <a:lnTo>
                    <a:pt x="27939" y="300989"/>
                  </a:lnTo>
                  <a:lnTo>
                    <a:pt x="27939" y="298449"/>
                  </a:lnTo>
                  <a:close/>
                </a:path>
                <a:path w="27939" h="425450">
                  <a:moveTo>
                    <a:pt x="27939" y="300989"/>
                  </a:moveTo>
                  <a:lnTo>
                    <a:pt x="0" y="300989"/>
                  </a:lnTo>
                  <a:lnTo>
                    <a:pt x="0" y="304799"/>
                  </a:lnTo>
                  <a:lnTo>
                    <a:pt x="27939" y="304799"/>
                  </a:lnTo>
                  <a:lnTo>
                    <a:pt x="27939" y="300989"/>
                  </a:lnTo>
                  <a:close/>
                </a:path>
                <a:path w="27939" h="425450">
                  <a:moveTo>
                    <a:pt x="27939" y="304800"/>
                  </a:moveTo>
                  <a:lnTo>
                    <a:pt x="0" y="304800"/>
                  </a:lnTo>
                  <a:lnTo>
                    <a:pt x="0" y="311149"/>
                  </a:lnTo>
                  <a:lnTo>
                    <a:pt x="27939" y="311149"/>
                  </a:lnTo>
                  <a:lnTo>
                    <a:pt x="27939" y="304800"/>
                  </a:lnTo>
                  <a:close/>
                </a:path>
                <a:path w="27939" h="425450">
                  <a:moveTo>
                    <a:pt x="27939" y="311149"/>
                  </a:moveTo>
                  <a:lnTo>
                    <a:pt x="0" y="311149"/>
                  </a:lnTo>
                  <a:lnTo>
                    <a:pt x="0" y="317499"/>
                  </a:lnTo>
                  <a:lnTo>
                    <a:pt x="27939" y="317499"/>
                  </a:lnTo>
                  <a:lnTo>
                    <a:pt x="27939" y="311149"/>
                  </a:lnTo>
                  <a:close/>
                </a:path>
                <a:path w="27939" h="425450">
                  <a:moveTo>
                    <a:pt x="27939" y="317500"/>
                  </a:moveTo>
                  <a:lnTo>
                    <a:pt x="0" y="317500"/>
                  </a:lnTo>
                  <a:lnTo>
                    <a:pt x="0" y="336549"/>
                  </a:lnTo>
                  <a:lnTo>
                    <a:pt x="27939" y="336549"/>
                  </a:lnTo>
                  <a:lnTo>
                    <a:pt x="27939" y="317500"/>
                  </a:lnTo>
                  <a:close/>
                </a:path>
                <a:path w="27939" h="425450">
                  <a:moveTo>
                    <a:pt x="27939" y="336549"/>
                  </a:moveTo>
                  <a:lnTo>
                    <a:pt x="0" y="336549"/>
                  </a:lnTo>
                  <a:lnTo>
                    <a:pt x="0" y="345439"/>
                  </a:lnTo>
                  <a:lnTo>
                    <a:pt x="27939" y="345439"/>
                  </a:lnTo>
                  <a:lnTo>
                    <a:pt x="27939" y="336549"/>
                  </a:lnTo>
                  <a:close/>
                </a:path>
                <a:path w="27939" h="425450">
                  <a:moveTo>
                    <a:pt x="27939" y="345439"/>
                  </a:moveTo>
                  <a:lnTo>
                    <a:pt x="0" y="345439"/>
                  </a:lnTo>
                  <a:lnTo>
                    <a:pt x="0" y="349249"/>
                  </a:lnTo>
                  <a:lnTo>
                    <a:pt x="27939" y="349249"/>
                  </a:lnTo>
                  <a:lnTo>
                    <a:pt x="27939" y="345439"/>
                  </a:lnTo>
                  <a:close/>
                </a:path>
                <a:path w="27939" h="425450">
                  <a:moveTo>
                    <a:pt x="27939" y="349249"/>
                  </a:moveTo>
                  <a:lnTo>
                    <a:pt x="0" y="349249"/>
                  </a:lnTo>
                  <a:lnTo>
                    <a:pt x="0" y="351789"/>
                  </a:lnTo>
                  <a:lnTo>
                    <a:pt x="27939" y="351789"/>
                  </a:lnTo>
                  <a:lnTo>
                    <a:pt x="27939" y="349249"/>
                  </a:lnTo>
                  <a:close/>
                </a:path>
                <a:path w="27939" h="425450">
                  <a:moveTo>
                    <a:pt x="27939" y="351789"/>
                  </a:moveTo>
                  <a:lnTo>
                    <a:pt x="0" y="351789"/>
                  </a:lnTo>
                  <a:lnTo>
                    <a:pt x="0" y="355599"/>
                  </a:lnTo>
                  <a:lnTo>
                    <a:pt x="27939" y="355599"/>
                  </a:lnTo>
                  <a:lnTo>
                    <a:pt x="27939" y="351789"/>
                  </a:lnTo>
                  <a:close/>
                </a:path>
                <a:path w="27939" h="425450">
                  <a:moveTo>
                    <a:pt x="27939" y="355600"/>
                  </a:moveTo>
                  <a:lnTo>
                    <a:pt x="0" y="355600"/>
                  </a:lnTo>
                  <a:lnTo>
                    <a:pt x="0" y="364489"/>
                  </a:lnTo>
                  <a:lnTo>
                    <a:pt x="27939" y="364489"/>
                  </a:lnTo>
                  <a:lnTo>
                    <a:pt x="27939" y="355600"/>
                  </a:lnTo>
                  <a:close/>
                </a:path>
                <a:path w="27939" h="425450">
                  <a:moveTo>
                    <a:pt x="27939" y="364490"/>
                  </a:moveTo>
                  <a:lnTo>
                    <a:pt x="0" y="364490"/>
                  </a:lnTo>
                  <a:lnTo>
                    <a:pt x="0" y="368299"/>
                  </a:lnTo>
                  <a:lnTo>
                    <a:pt x="27939" y="368299"/>
                  </a:lnTo>
                  <a:lnTo>
                    <a:pt x="27939" y="364490"/>
                  </a:lnTo>
                  <a:close/>
                </a:path>
                <a:path w="27939" h="425450">
                  <a:moveTo>
                    <a:pt x="27939" y="368300"/>
                  </a:moveTo>
                  <a:lnTo>
                    <a:pt x="0" y="368300"/>
                  </a:lnTo>
                  <a:lnTo>
                    <a:pt x="0" y="370839"/>
                  </a:lnTo>
                  <a:lnTo>
                    <a:pt x="27939" y="370839"/>
                  </a:lnTo>
                  <a:lnTo>
                    <a:pt x="27939" y="368300"/>
                  </a:lnTo>
                  <a:close/>
                </a:path>
                <a:path w="27939" h="425450">
                  <a:moveTo>
                    <a:pt x="27939" y="370839"/>
                  </a:moveTo>
                  <a:lnTo>
                    <a:pt x="0" y="370839"/>
                  </a:lnTo>
                  <a:lnTo>
                    <a:pt x="0" y="377189"/>
                  </a:lnTo>
                  <a:lnTo>
                    <a:pt x="27939" y="377189"/>
                  </a:lnTo>
                  <a:lnTo>
                    <a:pt x="27939" y="370839"/>
                  </a:lnTo>
                  <a:close/>
                </a:path>
                <a:path w="27939" h="425450">
                  <a:moveTo>
                    <a:pt x="27939" y="377189"/>
                  </a:moveTo>
                  <a:lnTo>
                    <a:pt x="0" y="377189"/>
                  </a:lnTo>
                  <a:lnTo>
                    <a:pt x="0" y="380999"/>
                  </a:lnTo>
                  <a:lnTo>
                    <a:pt x="27939" y="380999"/>
                  </a:lnTo>
                  <a:lnTo>
                    <a:pt x="27939" y="377189"/>
                  </a:lnTo>
                  <a:close/>
                </a:path>
                <a:path w="27939" h="425450">
                  <a:moveTo>
                    <a:pt x="27939" y="380999"/>
                  </a:moveTo>
                  <a:lnTo>
                    <a:pt x="0" y="380999"/>
                  </a:lnTo>
                  <a:lnTo>
                    <a:pt x="0" y="383539"/>
                  </a:lnTo>
                  <a:lnTo>
                    <a:pt x="27939" y="383539"/>
                  </a:lnTo>
                  <a:lnTo>
                    <a:pt x="27939" y="380999"/>
                  </a:lnTo>
                  <a:close/>
                </a:path>
                <a:path w="27939" h="425450">
                  <a:moveTo>
                    <a:pt x="27939" y="383539"/>
                  </a:moveTo>
                  <a:lnTo>
                    <a:pt x="0" y="383539"/>
                  </a:lnTo>
                  <a:lnTo>
                    <a:pt x="0" y="389889"/>
                  </a:lnTo>
                  <a:lnTo>
                    <a:pt x="27939" y="389889"/>
                  </a:lnTo>
                  <a:lnTo>
                    <a:pt x="27939" y="383539"/>
                  </a:lnTo>
                  <a:close/>
                </a:path>
                <a:path w="27939" h="425450">
                  <a:moveTo>
                    <a:pt x="27939" y="389889"/>
                  </a:moveTo>
                  <a:lnTo>
                    <a:pt x="0" y="389889"/>
                  </a:lnTo>
                  <a:lnTo>
                    <a:pt x="0" y="396239"/>
                  </a:lnTo>
                  <a:lnTo>
                    <a:pt x="27939" y="396239"/>
                  </a:lnTo>
                  <a:lnTo>
                    <a:pt x="27939" y="389889"/>
                  </a:lnTo>
                  <a:close/>
                </a:path>
                <a:path w="27939" h="425450">
                  <a:moveTo>
                    <a:pt x="27939" y="396239"/>
                  </a:moveTo>
                  <a:lnTo>
                    <a:pt x="0" y="396239"/>
                  </a:lnTo>
                  <a:lnTo>
                    <a:pt x="0" y="402589"/>
                  </a:lnTo>
                  <a:lnTo>
                    <a:pt x="25399" y="402589"/>
                  </a:lnTo>
                  <a:lnTo>
                    <a:pt x="25399" y="401319"/>
                  </a:lnTo>
                  <a:lnTo>
                    <a:pt x="26669" y="401319"/>
                  </a:lnTo>
                  <a:lnTo>
                    <a:pt x="26669" y="400049"/>
                  </a:lnTo>
                  <a:lnTo>
                    <a:pt x="27939" y="400049"/>
                  </a:lnTo>
                  <a:lnTo>
                    <a:pt x="27939" y="396239"/>
                  </a:lnTo>
                  <a:close/>
                </a:path>
                <a:path w="27939" h="425450">
                  <a:moveTo>
                    <a:pt x="24129" y="402589"/>
                  </a:moveTo>
                  <a:lnTo>
                    <a:pt x="0" y="402589"/>
                  </a:lnTo>
                  <a:lnTo>
                    <a:pt x="0" y="406399"/>
                  </a:lnTo>
                  <a:lnTo>
                    <a:pt x="21589" y="406399"/>
                  </a:lnTo>
                  <a:lnTo>
                    <a:pt x="21589" y="405129"/>
                  </a:lnTo>
                  <a:lnTo>
                    <a:pt x="22860" y="405129"/>
                  </a:lnTo>
                  <a:lnTo>
                    <a:pt x="22860" y="403859"/>
                  </a:lnTo>
                  <a:lnTo>
                    <a:pt x="24129" y="403859"/>
                  </a:lnTo>
                  <a:lnTo>
                    <a:pt x="24129" y="402589"/>
                  </a:lnTo>
                  <a:close/>
                </a:path>
                <a:path w="27939" h="425450">
                  <a:moveTo>
                    <a:pt x="20319" y="406399"/>
                  </a:moveTo>
                  <a:lnTo>
                    <a:pt x="0" y="406399"/>
                  </a:lnTo>
                  <a:lnTo>
                    <a:pt x="0" y="408939"/>
                  </a:lnTo>
                  <a:lnTo>
                    <a:pt x="19049" y="408939"/>
                  </a:lnTo>
                  <a:lnTo>
                    <a:pt x="19049" y="407669"/>
                  </a:lnTo>
                  <a:lnTo>
                    <a:pt x="20319" y="407669"/>
                  </a:lnTo>
                  <a:lnTo>
                    <a:pt x="20319" y="406399"/>
                  </a:lnTo>
                  <a:close/>
                </a:path>
                <a:path w="27939" h="425450">
                  <a:moveTo>
                    <a:pt x="17779" y="408939"/>
                  </a:moveTo>
                  <a:lnTo>
                    <a:pt x="0" y="408939"/>
                  </a:lnTo>
                  <a:lnTo>
                    <a:pt x="0" y="412749"/>
                  </a:lnTo>
                  <a:lnTo>
                    <a:pt x="15239" y="412749"/>
                  </a:lnTo>
                  <a:lnTo>
                    <a:pt x="15239" y="411479"/>
                  </a:lnTo>
                  <a:lnTo>
                    <a:pt x="16510" y="411479"/>
                  </a:lnTo>
                  <a:lnTo>
                    <a:pt x="16510" y="410209"/>
                  </a:lnTo>
                  <a:lnTo>
                    <a:pt x="17779" y="410209"/>
                  </a:lnTo>
                  <a:lnTo>
                    <a:pt x="17779" y="408939"/>
                  </a:lnTo>
                  <a:close/>
                </a:path>
                <a:path w="27939" h="425450">
                  <a:moveTo>
                    <a:pt x="13969" y="412750"/>
                  </a:moveTo>
                  <a:lnTo>
                    <a:pt x="0" y="412750"/>
                  </a:lnTo>
                  <a:lnTo>
                    <a:pt x="0" y="415289"/>
                  </a:lnTo>
                  <a:lnTo>
                    <a:pt x="12699" y="415289"/>
                  </a:lnTo>
                  <a:lnTo>
                    <a:pt x="12699" y="414019"/>
                  </a:lnTo>
                  <a:lnTo>
                    <a:pt x="13969" y="414019"/>
                  </a:lnTo>
                  <a:lnTo>
                    <a:pt x="13969" y="412750"/>
                  </a:lnTo>
                  <a:close/>
                </a:path>
                <a:path w="27939" h="425450">
                  <a:moveTo>
                    <a:pt x="11429" y="415289"/>
                  </a:moveTo>
                  <a:lnTo>
                    <a:pt x="0" y="415289"/>
                  </a:lnTo>
                  <a:lnTo>
                    <a:pt x="0" y="419099"/>
                  </a:lnTo>
                  <a:lnTo>
                    <a:pt x="7619" y="419099"/>
                  </a:lnTo>
                  <a:lnTo>
                    <a:pt x="7619" y="417829"/>
                  </a:lnTo>
                  <a:lnTo>
                    <a:pt x="8889" y="417829"/>
                  </a:lnTo>
                  <a:lnTo>
                    <a:pt x="8889" y="416559"/>
                  </a:lnTo>
                  <a:lnTo>
                    <a:pt x="11429" y="416559"/>
                  </a:lnTo>
                  <a:lnTo>
                    <a:pt x="11429" y="415289"/>
                  </a:lnTo>
                  <a:close/>
                </a:path>
                <a:path w="27939" h="425450">
                  <a:moveTo>
                    <a:pt x="6349" y="419100"/>
                  </a:moveTo>
                  <a:lnTo>
                    <a:pt x="0" y="419100"/>
                  </a:lnTo>
                  <a:lnTo>
                    <a:pt x="0" y="421639"/>
                  </a:lnTo>
                  <a:lnTo>
                    <a:pt x="5079" y="421639"/>
                  </a:lnTo>
                  <a:lnTo>
                    <a:pt x="5079" y="420369"/>
                  </a:lnTo>
                  <a:lnTo>
                    <a:pt x="6349" y="420369"/>
                  </a:lnTo>
                  <a:lnTo>
                    <a:pt x="6349" y="419100"/>
                  </a:lnTo>
                  <a:close/>
                </a:path>
                <a:path w="27939" h="425450">
                  <a:moveTo>
                    <a:pt x="3810" y="421639"/>
                  </a:moveTo>
                  <a:lnTo>
                    <a:pt x="0" y="421639"/>
                  </a:lnTo>
                  <a:lnTo>
                    <a:pt x="0" y="425449"/>
                  </a:lnTo>
                  <a:lnTo>
                    <a:pt x="1269" y="425449"/>
                  </a:lnTo>
                  <a:lnTo>
                    <a:pt x="1269" y="424179"/>
                  </a:lnTo>
                  <a:lnTo>
                    <a:pt x="2539" y="424179"/>
                  </a:lnTo>
                  <a:lnTo>
                    <a:pt x="2539" y="422909"/>
                  </a:lnTo>
                  <a:lnTo>
                    <a:pt x="3810" y="422909"/>
                  </a:lnTo>
                  <a:lnTo>
                    <a:pt x="3810" y="421639"/>
                  </a:lnTo>
                  <a:close/>
                </a:path>
              </a:pathLst>
            </a:custGeom>
            <a:solidFill>
              <a:srgbClr val="2F5F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2" name="object 3812"/>
            <p:cNvSpPr/>
            <p:nvPr/>
          </p:nvSpPr>
          <p:spPr>
            <a:xfrm>
              <a:off x="5594350" y="5171440"/>
              <a:ext cx="29209" cy="372110"/>
            </a:xfrm>
            <a:custGeom>
              <a:avLst/>
              <a:gdLst/>
              <a:ahLst/>
              <a:cxnLst/>
              <a:rect l="l" t="t" r="r" b="b"/>
              <a:pathLst>
                <a:path w="29210" h="372110">
                  <a:moveTo>
                    <a:pt x="1270" y="0"/>
                  </a:moveTo>
                  <a:lnTo>
                    <a:pt x="0" y="0"/>
                  </a:lnTo>
                  <a:lnTo>
                    <a:pt x="0" y="12699"/>
                  </a:lnTo>
                  <a:lnTo>
                    <a:pt x="13970" y="12699"/>
                  </a:lnTo>
                  <a:lnTo>
                    <a:pt x="13970" y="11429"/>
                  </a:lnTo>
                  <a:lnTo>
                    <a:pt x="12700" y="11429"/>
                  </a:lnTo>
                  <a:lnTo>
                    <a:pt x="12700" y="10159"/>
                  </a:lnTo>
                  <a:lnTo>
                    <a:pt x="11429" y="10159"/>
                  </a:lnTo>
                  <a:lnTo>
                    <a:pt x="11429" y="8889"/>
                  </a:lnTo>
                  <a:lnTo>
                    <a:pt x="10159" y="8889"/>
                  </a:lnTo>
                  <a:lnTo>
                    <a:pt x="10159" y="7619"/>
                  </a:lnTo>
                  <a:lnTo>
                    <a:pt x="8889" y="7619"/>
                  </a:lnTo>
                  <a:lnTo>
                    <a:pt x="8889" y="6349"/>
                  </a:lnTo>
                  <a:lnTo>
                    <a:pt x="7620" y="6349"/>
                  </a:lnTo>
                  <a:lnTo>
                    <a:pt x="7620" y="5079"/>
                  </a:lnTo>
                  <a:lnTo>
                    <a:pt x="6350" y="5079"/>
                  </a:lnTo>
                  <a:lnTo>
                    <a:pt x="6350" y="3809"/>
                  </a:lnTo>
                  <a:lnTo>
                    <a:pt x="5079" y="3809"/>
                  </a:lnTo>
                  <a:lnTo>
                    <a:pt x="5079" y="2539"/>
                  </a:lnTo>
                  <a:lnTo>
                    <a:pt x="3809" y="2539"/>
                  </a:lnTo>
                  <a:lnTo>
                    <a:pt x="3809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29210" h="372110">
                  <a:moveTo>
                    <a:pt x="15239" y="12699"/>
                  </a:moveTo>
                  <a:lnTo>
                    <a:pt x="0" y="12699"/>
                  </a:lnTo>
                  <a:lnTo>
                    <a:pt x="0" y="19049"/>
                  </a:lnTo>
                  <a:lnTo>
                    <a:pt x="20320" y="19049"/>
                  </a:lnTo>
                  <a:lnTo>
                    <a:pt x="20320" y="17779"/>
                  </a:lnTo>
                  <a:lnTo>
                    <a:pt x="19050" y="17779"/>
                  </a:lnTo>
                  <a:lnTo>
                    <a:pt x="19050" y="16509"/>
                  </a:lnTo>
                  <a:lnTo>
                    <a:pt x="17779" y="16509"/>
                  </a:lnTo>
                  <a:lnTo>
                    <a:pt x="17779" y="15239"/>
                  </a:lnTo>
                  <a:lnTo>
                    <a:pt x="16509" y="15239"/>
                  </a:lnTo>
                  <a:lnTo>
                    <a:pt x="16509" y="13969"/>
                  </a:lnTo>
                  <a:lnTo>
                    <a:pt x="15239" y="13969"/>
                  </a:lnTo>
                  <a:lnTo>
                    <a:pt x="15239" y="12699"/>
                  </a:lnTo>
                  <a:close/>
                </a:path>
                <a:path w="29210" h="372110">
                  <a:moveTo>
                    <a:pt x="21589" y="19049"/>
                  </a:moveTo>
                  <a:lnTo>
                    <a:pt x="0" y="19049"/>
                  </a:lnTo>
                  <a:lnTo>
                    <a:pt x="0" y="25399"/>
                  </a:lnTo>
                  <a:lnTo>
                    <a:pt x="27939" y="25399"/>
                  </a:lnTo>
                  <a:lnTo>
                    <a:pt x="27939" y="24129"/>
                  </a:lnTo>
                  <a:lnTo>
                    <a:pt x="26670" y="24129"/>
                  </a:lnTo>
                  <a:lnTo>
                    <a:pt x="26670" y="22859"/>
                  </a:lnTo>
                  <a:lnTo>
                    <a:pt x="24129" y="22859"/>
                  </a:lnTo>
                  <a:lnTo>
                    <a:pt x="24129" y="21589"/>
                  </a:lnTo>
                  <a:lnTo>
                    <a:pt x="22859" y="21589"/>
                  </a:lnTo>
                  <a:lnTo>
                    <a:pt x="22859" y="20319"/>
                  </a:lnTo>
                  <a:lnTo>
                    <a:pt x="21589" y="20319"/>
                  </a:lnTo>
                  <a:lnTo>
                    <a:pt x="21589" y="19049"/>
                  </a:lnTo>
                  <a:close/>
                </a:path>
                <a:path w="29210" h="372110">
                  <a:moveTo>
                    <a:pt x="29210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29210" y="31749"/>
                  </a:lnTo>
                  <a:lnTo>
                    <a:pt x="29210" y="25399"/>
                  </a:lnTo>
                  <a:close/>
                </a:path>
                <a:path w="29210" h="372110">
                  <a:moveTo>
                    <a:pt x="29210" y="31749"/>
                  </a:moveTo>
                  <a:lnTo>
                    <a:pt x="0" y="31749"/>
                  </a:lnTo>
                  <a:lnTo>
                    <a:pt x="0" y="38099"/>
                  </a:lnTo>
                  <a:lnTo>
                    <a:pt x="29210" y="38099"/>
                  </a:lnTo>
                  <a:lnTo>
                    <a:pt x="29210" y="31749"/>
                  </a:lnTo>
                  <a:close/>
                </a:path>
                <a:path w="29210" h="372110">
                  <a:moveTo>
                    <a:pt x="29210" y="38099"/>
                  </a:moveTo>
                  <a:lnTo>
                    <a:pt x="0" y="38099"/>
                  </a:lnTo>
                  <a:lnTo>
                    <a:pt x="0" y="44449"/>
                  </a:lnTo>
                  <a:lnTo>
                    <a:pt x="29210" y="44449"/>
                  </a:lnTo>
                  <a:lnTo>
                    <a:pt x="29210" y="38099"/>
                  </a:lnTo>
                  <a:close/>
                </a:path>
                <a:path w="29210" h="372110">
                  <a:moveTo>
                    <a:pt x="29210" y="44449"/>
                  </a:moveTo>
                  <a:lnTo>
                    <a:pt x="0" y="44449"/>
                  </a:lnTo>
                  <a:lnTo>
                    <a:pt x="0" y="50799"/>
                  </a:lnTo>
                  <a:lnTo>
                    <a:pt x="29210" y="50799"/>
                  </a:lnTo>
                  <a:lnTo>
                    <a:pt x="29210" y="44449"/>
                  </a:lnTo>
                  <a:close/>
                </a:path>
                <a:path w="29210" h="372110">
                  <a:moveTo>
                    <a:pt x="29210" y="50799"/>
                  </a:moveTo>
                  <a:lnTo>
                    <a:pt x="0" y="50799"/>
                  </a:lnTo>
                  <a:lnTo>
                    <a:pt x="0" y="57149"/>
                  </a:lnTo>
                  <a:lnTo>
                    <a:pt x="29210" y="57149"/>
                  </a:lnTo>
                  <a:lnTo>
                    <a:pt x="29210" y="50799"/>
                  </a:lnTo>
                  <a:close/>
                </a:path>
                <a:path w="29210" h="372110">
                  <a:moveTo>
                    <a:pt x="29210" y="57149"/>
                  </a:moveTo>
                  <a:lnTo>
                    <a:pt x="0" y="57149"/>
                  </a:lnTo>
                  <a:lnTo>
                    <a:pt x="0" y="68579"/>
                  </a:lnTo>
                  <a:lnTo>
                    <a:pt x="29210" y="68579"/>
                  </a:lnTo>
                  <a:lnTo>
                    <a:pt x="29210" y="57149"/>
                  </a:lnTo>
                  <a:close/>
                </a:path>
                <a:path w="29210" h="372110">
                  <a:moveTo>
                    <a:pt x="29210" y="68579"/>
                  </a:moveTo>
                  <a:lnTo>
                    <a:pt x="0" y="68579"/>
                  </a:lnTo>
                  <a:lnTo>
                    <a:pt x="0" y="74929"/>
                  </a:lnTo>
                  <a:lnTo>
                    <a:pt x="29210" y="74929"/>
                  </a:lnTo>
                  <a:lnTo>
                    <a:pt x="29210" y="68579"/>
                  </a:lnTo>
                  <a:close/>
                </a:path>
                <a:path w="29210" h="372110">
                  <a:moveTo>
                    <a:pt x="29210" y="74929"/>
                  </a:moveTo>
                  <a:lnTo>
                    <a:pt x="0" y="74929"/>
                  </a:lnTo>
                  <a:lnTo>
                    <a:pt x="0" y="81279"/>
                  </a:lnTo>
                  <a:lnTo>
                    <a:pt x="29210" y="81279"/>
                  </a:lnTo>
                  <a:lnTo>
                    <a:pt x="29210" y="74929"/>
                  </a:lnTo>
                  <a:close/>
                </a:path>
                <a:path w="29210" h="372110">
                  <a:moveTo>
                    <a:pt x="29210" y="81279"/>
                  </a:moveTo>
                  <a:lnTo>
                    <a:pt x="0" y="81279"/>
                  </a:lnTo>
                  <a:lnTo>
                    <a:pt x="0" y="83819"/>
                  </a:lnTo>
                  <a:lnTo>
                    <a:pt x="29210" y="83819"/>
                  </a:lnTo>
                  <a:lnTo>
                    <a:pt x="29210" y="81279"/>
                  </a:lnTo>
                  <a:close/>
                </a:path>
                <a:path w="29210" h="372110">
                  <a:moveTo>
                    <a:pt x="29210" y="83819"/>
                  </a:moveTo>
                  <a:lnTo>
                    <a:pt x="0" y="83819"/>
                  </a:lnTo>
                  <a:lnTo>
                    <a:pt x="0" y="87629"/>
                  </a:lnTo>
                  <a:lnTo>
                    <a:pt x="29210" y="87629"/>
                  </a:lnTo>
                  <a:lnTo>
                    <a:pt x="29210" y="83819"/>
                  </a:lnTo>
                  <a:close/>
                </a:path>
                <a:path w="29210" h="372110">
                  <a:moveTo>
                    <a:pt x="29210" y="87629"/>
                  </a:moveTo>
                  <a:lnTo>
                    <a:pt x="0" y="87629"/>
                  </a:lnTo>
                  <a:lnTo>
                    <a:pt x="0" y="93979"/>
                  </a:lnTo>
                  <a:lnTo>
                    <a:pt x="29210" y="93979"/>
                  </a:lnTo>
                  <a:lnTo>
                    <a:pt x="29210" y="87629"/>
                  </a:lnTo>
                  <a:close/>
                </a:path>
                <a:path w="29210" h="372110">
                  <a:moveTo>
                    <a:pt x="29210" y="93979"/>
                  </a:moveTo>
                  <a:lnTo>
                    <a:pt x="0" y="93979"/>
                  </a:lnTo>
                  <a:lnTo>
                    <a:pt x="0" y="96519"/>
                  </a:lnTo>
                  <a:lnTo>
                    <a:pt x="29210" y="96519"/>
                  </a:lnTo>
                  <a:lnTo>
                    <a:pt x="29210" y="93979"/>
                  </a:lnTo>
                  <a:close/>
                </a:path>
                <a:path w="29210" h="372110">
                  <a:moveTo>
                    <a:pt x="29210" y="96519"/>
                  </a:moveTo>
                  <a:lnTo>
                    <a:pt x="0" y="96519"/>
                  </a:lnTo>
                  <a:lnTo>
                    <a:pt x="0" y="134619"/>
                  </a:lnTo>
                  <a:lnTo>
                    <a:pt x="29210" y="134619"/>
                  </a:lnTo>
                  <a:lnTo>
                    <a:pt x="29210" y="96519"/>
                  </a:lnTo>
                  <a:close/>
                </a:path>
                <a:path w="29210" h="372110">
                  <a:moveTo>
                    <a:pt x="29210" y="134619"/>
                  </a:moveTo>
                  <a:lnTo>
                    <a:pt x="0" y="134619"/>
                  </a:lnTo>
                  <a:lnTo>
                    <a:pt x="0" y="140969"/>
                  </a:lnTo>
                  <a:lnTo>
                    <a:pt x="29210" y="140969"/>
                  </a:lnTo>
                  <a:lnTo>
                    <a:pt x="29210" y="134619"/>
                  </a:lnTo>
                  <a:close/>
                </a:path>
                <a:path w="29210" h="372110">
                  <a:moveTo>
                    <a:pt x="29210" y="140969"/>
                  </a:moveTo>
                  <a:lnTo>
                    <a:pt x="0" y="140969"/>
                  </a:lnTo>
                  <a:lnTo>
                    <a:pt x="0" y="144779"/>
                  </a:lnTo>
                  <a:lnTo>
                    <a:pt x="29210" y="144779"/>
                  </a:lnTo>
                  <a:lnTo>
                    <a:pt x="29210" y="140969"/>
                  </a:lnTo>
                  <a:close/>
                </a:path>
                <a:path w="29210" h="372110">
                  <a:moveTo>
                    <a:pt x="29210" y="144779"/>
                  </a:moveTo>
                  <a:lnTo>
                    <a:pt x="0" y="144779"/>
                  </a:lnTo>
                  <a:lnTo>
                    <a:pt x="0" y="147319"/>
                  </a:lnTo>
                  <a:lnTo>
                    <a:pt x="29210" y="147319"/>
                  </a:lnTo>
                  <a:lnTo>
                    <a:pt x="29210" y="144779"/>
                  </a:lnTo>
                  <a:close/>
                </a:path>
                <a:path w="29210" h="372110">
                  <a:moveTo>
                    <a:pt x="29210" y="147319"/>
                  </a:moveTo>
                  <a:lnTo>
                    <a:pt x="0" y="147319"/>
                  </a:lnTo>
                  <a:lnTo>
                    <a:pt x="0" y="151129"/>
                  </a:lnTo>
                  <a:lnTo>
                    <a:pt x="29210" y="151129"/>
                  </a:lnTo>
                  <a:lnTo>
                    <a:pt x="29210" y="147319"/>
                  </a:lnTo>
                  <a:close/>
                </a:path>
                <a:path w="29210" h="372110">
                  <a:moveTo>
                    <a:pt x="29210" y="151129"/>
                  </a:moveTo>
                  <a:lnTo>
                    <a:pt x="0" y="151129"/>
                  </a:lnTo>
                  <a:lnTo>
                    <a:pt x="0" y="153669"/>
                  </a:lnTo>
                  <a:lnTo>
                    <a:pt x="29210" y="153669"/>
                  </a:lnTo>
                  <a:lnTo>
                    <a:pt x="29210" y="151129"/>
                  </a:lnTo>
                  <a:close/>
                </a:path>
                <a:path w="29210" h="372110">
                  <a:moveTo>
                    <a:pt x="29210" y="153669"/>
                  </a:moveTo>
                  <a:lnTo>
                    <a:pt x="0" y="153669"/>
                  </a:lnTo>
                  <a:lnTo>
                    <a:pt x="0" y="166369"/>
                  </a:lnTo>
                  <a:lnTo>
                    <a:pt x="29210" y="166369"/>
                  </a:lnTo>
                  <a:lnTo>
                    <a:pt x="29210" y="153669"/>
                  </a:lnTo>
                  <a:close/>
                </a:path>
                <a:path w="29210" h="372110">
                  <a:moveTo>
                    <a:pt x="29210" y="166369"/>
                  </a:moveTo>
                  <a:lnTo>
                    <a:pt x="0" y="166369"/>
                  </a:lnTo>
                  <a:lnTo>
                    <a:pt x="0" y="172719"/>
                  </a:lnTo>
                  <a:lnTo>
                    <a:pt x="29210" y="172719"/>
                  </a:lnTo>
                  <a:lnTo>
                    <a:pt x="29210" y="166369"/>
                  </a:lnTo>
                  <a:close/>
                </a:path>
                <a:path w="29210" h="372110">
                  <a:moveTo>
                    <a:pt x="29210" y="172719"/>
                  </a:moveTo>
                  <a:lnTo>
                    <a:pt x="0" y="172719"/>
                  </a:lnTo>
                  <a:lnTo>
                    <a:pt x="0" y="176529"/>
                  </a:lnTo>
                  <a:lnTo>
                    <a:pt x="29210" y="176529"/>
                  </a:lnTo>
                  <a:lnTo>
                    <a:pt x="29210" y="172719"/>
                  </a:lnTo>
                  <a:close/>
                </a:path>
                <a:path w="29210" h="372110">
                  <a:moveTo>
                    <a:pt x="29210" y="176529"/>
                  </a:moveTo>
                  <a:lnTo>
                    <a:pt x="0" y="176529"/>
                  </a:lnTo>
                  <a:lnTo>
                    <a:pt x="0" y="179069"/>
                  </a:lnTo>
                  <a:lnTo>
                    <a:pt x="29210" y="179069"/>
                  </a:lnTo>
                  <a:lnTo>
                    <a:pt x="29210" y="176529"/>
                  </a:lnTo>
                  <a:close/>
                </a:path>
                <a:path w="29210" h="372110">
                  <a:moveTo>
                    <a:pt x="29210" y="179069"/>
                  </a:moveTo>
                  <a:lnTo>
                    <a:pt x="0" y="179069"/>
                  </a:lnTo>
                  <a:lnTo>
                    <a:pt x="0" y="189229"/>
                  </a:lnTo>
                  <a:lnTo>
                    <a:pt x="29210" y="189229"/>
                  </a:lnTo>
                  <a:lnTo>
                    <a:pt x="29210" y="179069"/>
                  </a:lnTo>
                  <a:close/>
                </a:path>
                <a:path w="29210" h="372110">
                  <a:moveTo>
                    <a:pt x="29210" y="189229"/>
                  </a:moveTo>
                  <a:lnTo>
                    <a:pt x="0" y="189229"/>
                  </a:lnTo>
                  <a:lnTo>
                    <a:pt x="0" y="191769"/>
                  </a:lnTo>
                  <a:lnTo>
                    <a:pt x="29210" y="191769"/>
                  </a:lnTo>
                  <a:lnTo>
                    <a:pt x="29210" y="189229"/>
                  </a:lnTo>
                  <a:close/>
                </a:path>
                <a:path w="29210" h="372110">
                  <a:moveTo>
                    <a:pt x="29210" y="191769"/>
                  </a:moveTo>
                  <a:lnTo>
                    <a:pt x="0" y="191769"/>
                  </a:lnTo>
                  <a:lnTo>
                    <a:pt x="0" y="195579"/>
                  </a:lnTo>
                  <a:lnTo>
                    <a:pt x="29210" y="195579"/>
                  </a:lnTo>
                  <a:lnTo>
                    <a:pt x="29210" y="191769"/>
                  </a:lnTo>
                  <a:close/>
                </a:path>
                <a:path w="29210" h="372110">
                  <a:moveTo>
                    <a:pt x="29210" y="195579"/>
                  </a:moveTo>
                  <a:lnTo>
                    <a:pt x="0" y="195579"/>
                  </a:lnTo>
                  <a:lnTo>
                    <a:pt x="0" y="201929"/>
                  </a:lnTo>
                  <a:lnTo>
                    <a:pt x="29210" y="201929"/>
                  </a:lnTo>
                  <a:lnTo>
                    <a:pt x="29210" y="195579"/>
                  </a:lnTo>
                  <a:close/>
                </a:path>
                <a:path w="29210" h="372110">
                  <a:moveTo>
                    <a:pt x="29210" y="201929"/>
                  </a:moveTo>
                  <a:lnTo>
                    <a:pt x="0" y="201929"/>
                  </a:lnTo>
                  <a:lnTo>
                    <a:pt x="0" y="208279"/>
                  </a:lnTo>
                  <a:lnTo>
                    <a:pt x="29210" y="208279"/>
                  </a:lnTo>
                  <a:lnTo>
                    <a:pt x="29210" y="201929"/>
                  </a:lnTo>
                  <a:close/>
                </a:path>
                <a:path w="29210" h="372110">
                  <a:moveTo>
                    <a:pt x="29210" y="208279"/>
                  </a:moveTo>
                  <a:lnTo>
                    <a:pt x="0" y="208279"/>
                  </a:lnTo>
                  <a:lnTo>
                    <a:pt x="0" y="217169"/>
                  </a:lnTo>
                  <a:lnTo>
                    <a:pt x="29210" y="217169"/>
                  </a:lnTo>
                  <a:lnTo>
                    <a:pt x="29210" y="208279"/>
                  </a:lnTo>
                  <a:close/>
                </a:path>
                <a:path w="29210" h="372110">
                  <a:moveTo>
                    <a:pt x="29210" y="217169"/>
                  </a:moveTo>
                  <a:lnTo>
                    <a:pt x="0" y="217169"/>
                  </a:lnTo>
                  <a:lnTo>
                    <a:pt x="0" y="220979"/>
                  </a:lnTo>
                  <a:lnTo>
                    <a:pt x="29210" y="220979"/>
                  </a:lnTo>
                  <a:lnTo>
                    <a:pt x="29210" y="217169"/>
                  </a:lnTo>
                  <a:close/>
                </a:path>
                <a:path w="29210" h="372110">
                  <a:moveTo>
                    <a:pt x="29210" y="220979"/>
                  </a:moveTo>
                  <a:lnTo>
                    <a:pt x="0" y="220979"/>
                  </a:lnTo>
                  <a:lnTo>
                    <a:pt x="0" y="227329"/>
                  </a:lnTo>
                  <a:lnTo>
                    <a:pt x="29210" y="227329"/>
                  </a:lnTo>
                  <a:lnTo>
                    <a:pt x="29210" y="220979"/>
                  </a:lnTo>
                  <a:close/>
                </a:path>
                <a:path w="29210" h="372110">
                  <a:moveTo>
                    <a:pt x="29210" y="227329"/>
                  </a:moveTo>
                  <a:lnTo>
                    <a:pt x="0" y="227329"/>
                  </a:lnTo>
                  <a:lnTo>
                    <a:pt x="0" y="246379"/>
                  </a:lnTo>
                  <a:lnTo>
                    <a:pt x="29210" y="246379"/>
                  </a:lnTo>
                  <a:lnTo>
                    <a:pt x="29210" y="227329"/>
                  </a:lnTo>
                  <a:close/>
                </a:path>
                <a:path w="29210" h="372110">
                  <a:moveTo>
                    <a:pt x="29210" y="246379"/>
                  </a:moveTo>
                  <a:lnTo>
                    <a:pt x="0" y="246379"/>
                  </a:lnTo>
                  <a:lnTo>
                    <a:pt x="0" y="248919"/>
                  </a:lnTo>
                  <a:lnTo>
                    <a:pt x="29210" y="248919"/>
                  </a:lnTo>
                  <a:lnTo>
                    <a:pt x="29210" y="246379"/>
                  </a:lnTo>
                  <a:close/>
                </a:path>
                <a:path w="29210" h="372110">
                  <a:moveTo>
                    <a:pt x="29210" y="248919"/>
                  </a:moveTo>
                  <a:lnTo>
                    <a:pt x="0" y="248919"/>
                  </a:lnTo>
                  <a:lnTo>
                    <a:pt x="0" y="252729"/>
                  </a:lnTo>
                  <a:lnTo>
                    <a:pt x="29210" y="252729"/>
                  </a:lnTo>
                  <a:lnTo>
                    <a:pt x="29210" y="248919"/>
                  </a:lnTo>
                  <a:close/>
                </a:path>
                <a:path w="29210" h="372110">
                  <a:moveTo>
                    <a:pt x="29210" y="252729"/>
                  </a:moveTo>
                  <a:lnTo>
                    <a:pt x="0" y="252729"/>
                  </a:lnTo>
                  <a:lnTo>
                    <a:pt x="0" y="255269"/>
                  </a:lnTo>
                  <a:lnTo>
                    <a:pt x="29210" y="255269"/>
                  </a:lnTo>
                  <a:lnTo>
                    <a:pt x="29210" y="252729"/>
                  </a:lnTo>
                  <a:close/>
                </a:path>
                <a:path w="29210" h="372110">
                  <a:moveTo>
                    <a:pt x="29210" y="255269"/>
                  </a:moveTo>
                  <a:lnTo>
                    <a:pt x="0" y="255269"/>
                  </a:lnTo>
                  <a:lnTo>
                    <a:pt x="0" y="259079"/>
                  </a:lnTo>
                  <a:lnTo>
                    <a:pt x="29210" y="259079"/>
                  </a:lnTo>
                  <a:lnTo>
                    <a:pt x="29210" y="255269"/>
                  </a:lnTo>
                  <a:close/>
                </a:path>
                <a:path w="29210" h="372110">
                  <a:moveTo>
                    <a:pt x="29210" y="259079"/>
                  </a:moveTo>
                  <a:lnTo>
                    <a:pt x="0" y="259079"/>
                  </a:lnTo>
                  <a:lnTo>
                    <a:pt x="0" y="265429"/>
                  </a:lnTo>
                  <a:lnTo>
                    <a:pt x="29210" y="265429"/>
                  </a:lnTo>
                  <a:lnTo>
                    <a:pt x="29210" y="259079"/>
                  </a:lnTo>
                  <a:close/>
                </a:path>
                <a:path w="29210" h="372110">
                  <a:moveTo>
                    <a:pt x="29210" y="265429"/>
                  </a:moveTo>
                  <a:lnTo>
                    <a:pt x="0" y="265429"/>
                  </a:lnTo>
                  <a:lnTo>
                    <a:pt x="0" y="267969"/>
                  </a:lnTo>
                  <a:lnTo>
                    <a:pt x="29210" y="267969"/>
                  </a:lnTo>
                  <a:lnTo>
                    <a:pt x="29210" y="265429"/>
                  </a:lnTo>
                  <a:close/>
                </a:path>
                <a:path w="29210" h="372110">
                  <a:moveTo>
                    <a:pt x="29210" y="267969"/>
                  </a:moveTo>
                  <a:lnTo>
                    <a:pt x="0" y="267969"/>
                  </a:lnTo>
                  <a:lnTo>
                    <a:pt x="0" y="271779"/>
                  </a:lnTo>
                  <a:lnTo>
                    <a:pt x="29210" y="271779"/>
                  </a:lnTo>
                  <a:lnTo>
                    <a:pt x="29210" y="267969"/>
                  </a:lnTo>
                  <a:close/>
                </a:path>
                <a:path w="29210" h="372110">
                  <a:moveTo>
                    <a:pt x="29210" y="271779"/>
                  </a:moveTo>
                  <a:lnTo>
                    <a:pt x="0" y="271779"/>
                  </a:lnTo>
                  <a:lnTo>
                    <a:pt x="0" y="274319"/>
                  </a:lnTo>
                  <a:lnTo>
                    <a:pt x="29210" y="274319"/>
                  </a:lnTo>
                  <a:lnTo>
                    <a:pt x="29210" y="271779"/>
                  </a:lnTo>
                  <a:close/>
                </a:path>
                <a:path w="29210" h="372110">
                  <a:moveTo>
                    <a:pt x="29210" y="274319"/>
                  </a:moveTo>
                  <a:lnTo>
                    <a:pt x="0" y="274319"/>
                  </a:lnTo>
                  <a:lnTo>
                    <a:pt x="0" y="278129"/>
                  </a:lnTo>
                  <a:lnTo>
                    <a:pt x="29210" y="278129"/>
                  </a:lnTo>
                  <a:lnTo>
                    <a:pt x="29210" y="274319"/>
                  </a:lnTo>
                  <a:close/>
                </a:path>
                <a:path w="29210" h="372110">
                  <a:moveTo>
                    <a:pt x="29210" y="278129"/>
                  </a:moveTo>
                  <a:lnTo>
                    <a:pt x="0" y="278129"/>
                  </a:lnTo>
                  <a:lnTo>
                    <a:pt x="0" y="284479"/>
                  </a:lnTo>
                  <a:lnTo>
                    <a:pt x="29210" y="284479"/>
                  </a:lnTo>
                  <a:lnTo>
                    <a:pt x="29210" y="278129"/>
                  </a:lnTo>
                  <a:close/>
                </a:path>
                <a:path w="29210" h="372110">
                  <a:moveTo>
                    <a:pt x="29210" y="284479"/>
                  </a:moveTo>
                  <a:lnTo>
                    <a:pt x="0" y="284479"/>
                  </a:lnTo>
                  <a:lnTo>
                    <a:pt x="0" y="290829"/>
                  </a:lnTo>
                  <a:lnTo>
                    <a:pt x="29210" y="290829"/>
                  </a:lnTo>
                  <a:lnTo>
                    <a:pt x="29210" y="284479"/>
                  </a:lnTo>
                  <a:close/>
                </a:path>
                <a:path w="29210" h="372110">
                  <a:moveTo>
                    <a:pt x="29210" y="290829"/>
                  </a:moveTo>
                  <a:lnTo>
                    <a:pt x="0" y="290829"/>
                  </a:lnTo>
                  <a:lnTo>
                    <a:pt x="0" y="309879"/>
                  </a:lnTo>
                  <a:lnTo>
                    <a:pt x="29210" y="309879"/>
                  </a:lnTo>
                  <a:lnTo>
                    <a:pt x="29210" y="290829"/>
                  </a:lnTo>
                  <a:close/>
                </a:path>
                <a:path w="29210" h="372110">
                  <a:moveTo>
                    <a:pt x="29210" y="309879"/>
                  </a:moveTo>
                  <a:lnTo>
                    <a:pt x="0" y="309879"/>
                  </a:lnTo>
                  <a:lnTo>
                    <a:pt x="0" y="318769"/>
                  </a:lnTo>
                  <a:lnTo>
                    <a:pt x="29210" y="318769"/>
                  </a:lnTo>
                  <a:lnTo>
                    <a:pt x="29210" y="309879"/>
                  </a:lnTo>
                  <a:close/>
                </a:path>
                <a:path w="29210" h="372110">
                  <a:moveTo>
                    <a:pt x="29210" y="318769"/>
                  </a:moveTo>
                  <a:lnTo>
                    <a:pt x="0" y="318769"/>
                  </a:lnTo>
                  <a:lnTo>
                    <a:pt x="0" y="322579"/>
                  </a:lnTo>
                  <a:lnTo>
                    <a:pt x="29210" y="322579"/>
                  </a:lnTo>
                  <a:lnTo>
                    <a:pt x="29210" y="318769"/>
                  </a:lnTo>
                  <a:close/>
                </a:path>
                <a:path w="29210" h="372110">
                  <a:moveTo>
                    <a:pt x="29210" y="322579"/>
                  </a:moveTo>
                  <a:lnTo>
                    <a:pt x="0" y="322579"/>
                  </a:lnTo>
                  <a:lnTo>
                    <a:pt x="0" y="325119"/>
                  </a:lnTo>
                  <a:lnTo>
                    <a:pt x="29210" y="325119"/>
                  </a:lnTo>
                  <a:lnTo>
                    <a:pt x="29210" y="322579"/>
                  </a:lnTo>
                  <a:close/>
                </a:path>
                <a:path w="29210" h="372110">
                  <a:moveTo>
                    <a:pt x="29210" y="325119"/>
                  </a:moveTo>
                  <a:lnTo>
                    <a:pt x="0" y="325119"/>
                  </a:lnTo>
                  <a:lnTo>
                    <a:pt x="0" y="328929"/>
                  </a:lnTo>
                  <a:lnTo>
                    <a:pt x="29210" y="328929"/>
                  </a:lnTo>
                  <a:lnTo>
                    <a:pt x="29210" y="325119"/>
                  </a:lnTo>
                  <a:close/>
                </a:path>
                <a:path w="29210" h="372110">
                  <a:moveTo>
                    <a:pt x="29210" y="328929"/>
                  </a:moveTo>
                  <a:lnTo>
                    <a:pt x="0" y="328929"/>
                  </a:lnTo>
                  <a:lnTo>
                    <a:pt x="0" y="337819"/>
                  </a:lnTo>
                  <a:lnTo>
                    <a:pt x="29210" y="337819"/>
                  </a:lnTo>
                  <a:lnTo>
                    <a:pt x="29210" y="328929"/>
                  </a:lnTo>
                  <a:close/>
                </a:path>
                <a:path w="29210" h="372110">
                  <a:moveTo>
                    <a:pt x="29210" y="337819"/>
                  </a:moveTo>
                  <a:lnTo>
                    <a:pt x="0" y="337819"/>
                  </a:lnTo>
                  <a:lnTo>
                    <a:pt x="0" y="341629"/>
                  </a:lnTo>
                  <a:lnTo>
                    <a:pt x="29210" y="341629"/>
                  </a:lnTo>
                  <a:lnTo>
                    <a:pt x="29210" y="337819"/>
                  </a:lnTo>
                  <a:close/>
                </a:path>
                <a:path w="29210" h="372110">
                  <a:moveTo>
                    <a:pt x="29210" y="341629"/>
                  </a:moveTo>
                  <a:lnTo>
                    <a:pt x="0" y="341629"/>
                  </a:lnTo>
                  <a:lnTo>
                    <a:pt x="0" y="344169"/>
                  </a:lnTo>
                  <a:lnTo>
                    <a:pt x="29210" y="344169"/>
                  </a:lnTo>
                  <a:lnTo>
                    <a:pt x="29210" y="341629"/>
                  </a:lnTo>
                  <a:close/>
                </a:path>
                <a:path w="29210" h="372110">
                  <a:moveTo>
                    <a:pt x="29210" y="344169"/>
                  </a:moveTo>
                  <a:lnTo>
                    <a:pt x="0" y="344169"/>
                  </a:lnTo>
                  <a:lnTo>
                    <a:pt x="0" y="347979"/>
                  </a:lnTo>
                  <a:lnTo>
                    <a:pt x="26670" y="347979"/>
                  </a:lnTo>
                  <a:lnTo>
                    <a:pt x="26670" y="346709"/>
                  </a:lnTo>
                  <a:lnTo>
                    <a:pt x="29210" y="346709"/>
                  </a:lnTo>
                  <a:lnTo>
                    <a:pt x="29210" y="344169"/>
                  </a:lnTo>
                  <a:close/>
                </a:path>
                <a:path w="29210" h="372110">
                  <a:moveTo>
                    <a:pt x="25400" y="347979"/>
                  </a:moveTo>
                  <a:lnTo>
                    <a:pt x="0" y="347979"/>
                  </a:lnTo>
                  <a:lnTo>
                    <a:pt x="0" y="350519"/>
                  </a:lnTo>
                  <a:lnTo>
                    <a:pt x="24129" y="350519"/>
                  </a:lnTo>
                  <a:lnTo>
                    <a:pt x="24129" y="349249"/>
                  </a:lnTo>
                  <a:lnTo>
                    <a:pt x="25400" y="349249"/>
                  </a:lnTo>
                  <a:lnTo>
                    <a:pt x="25400" y="347979"/>
                  </a:lnTo>
                  <a:close/>
                </a:path>
                <a:path w="29210" h="372110">
                  <a:moveTo>
                    <a:pt x="22859" y="350519"/>
                  </a:moveTo>
                  <a:lnTo>
                    <a:pt x="0" y="350519"/>
                  </a:lnTo>
                  <a:lnTo>
                    <a:pt x="0" y="354329"/>
                  </a:lnTo>
                  <a:lnTo>
                    <a:pt x="20320" y="354329"/>
                  </a:lnTo>
                  <a:lnTo>
                    <a:pt x="20320" y="353059"/>
                  </a:lnTo>
                  <a:lnTo>
                    <a:pt x="21589" y="353059"/>
                  </a:lnTo>
                  <a:lnTo>
                    <a:pt x="21589" y="351789"/>
                  </a:lnTo>
                  <a:lnTo>
                    <a:pt x="22859" y="351789"/>
                  </a:lnTo>
                  <a:lnTo>
                    <a:pt x="22859" y="350519"/>
                  </a:lnTo>
                  <a:close/>
                </a:path>
                <a:path w="29210" h="372110">
                  <a:moveTo>
                    <a:pt x="19050" y="354329"/>
                  </a:moveTo>
                  <a:lnTo>
                    <a:pt x="0" y="354329"/>
                  </a:lnTo>
                  <a:lnTo>
                    <a:pt x="0" y="356869"/>
                  </a:lnTo>
                  <a:lnTo>
                    <a:pt x="17779" y="356869"/>
                  </a:lnTo>
                  <a:lnTo>
                    <a:pt x="17779" y="355599"/>
                  </a:lnTo>
                  <a:lnTo>
                    <a:pt x="19050" y="355599"/>
                  </a:lnTo>
                  <a:lnTo>
                    <a:pt x="19050" y="354329"/>
                  </a:lnTo>
                  <a:close/>
                </a:path>
                <a:path w="29210" h="372110">
                  <a:moveTo>
                    <a:pt x="16509" y="356869"/>
                  </a:moveTo>
                  <a:lnTo>
                    <a:pt x="0" y="356869"/>
                  </a:lnTo>
                  <a:lnTo>
                    <a:pt x="0" y="363219"/>
                  </a:lnTo>
                  <a:lnTo>
                    <a:pt x="11429" y="363219"/>
                  </a:lnTo>
                  <a:lnTo>
                    <a:pt x="11429" y="361949"/>
                  </a:lnTo>
                  <a:lnTo>
                    <a:pt x="12700" y="361949"/>
                  </a:lnTo>
                  <a:lnTo>
                    <a:pt x="12700" y="360679"/>
                  </a:lnTo>
                  <a:lnTo>
                    <a:pt x="13970" y="360679"/>
                  </a:lnTo>
                  <a:lnTo>
                    <a:pt x="13970" y="359409"/>
                  </a:lnTo>
                  <a:lnTo>
                    <a:pt x="15239" y="359409"/>
                  </a:lnTo>
                  <a:lnTo>
                    <a:pt x="15239" y="358139"/>
                  </a:lnTo>
                  <a:lnTo>
                    <a:pt x="16509" y="358139"/>
                  </a:lnTo>
                  <a:lnTo>
                    <a:pt x="16509" y="356869"/>
                  </a:lnTo>
                  <a:close/>
                </a:path>
                <a:path w="29210" h="372110">
                  <a:moveTo>
                    <a:pt x="10159" y="363219"/>
                  </a:moveTo>
                  <a:lnTo>
                    <a:pt x="0" y="363219"/>
                  </a:lnTo>
                  <a:lnTo>
                    <a:pt x="0" y="369569"/>
                  </a:lnTo>
                  <a:lnTo>
                    <a:pt x="3809" y="369569"/>
                  </a:lnTo>
                  <a:lnTo>
                    <a:pt x="3809" y="368299"/>
                  </a:lnTo>
                  <a:lnTo>
                    <a:pt x="6350" y="368299"/>
                  </a:lnTo>
                  <a:lnTo>
                    <a:pt x="6350" y="367029"/>
                  </a:lnTo>
                  <a:lnTo>
                    <a:pt x="7620" y="367029"/>
                  </a:lnTo>
                  <a:lnTo>
                    <a:pt x="7620" y="365759"/>
                  </a:lnTo>
                  <a:lnTo>
                    <a:pt x="8889" y="365759"/>
                  </a:lnTo>
                  <a:lnTo>
                    <a:pt x="8889" y="364489"/>
                  </a:lnTo>
                  <a:lnTo>
                    <a:pt x="10159" y="364489"/>
                  </a:lnTo>
                  <a:lnTo>
                    <a:pt x="10159" y="363219"/>
                  </a:lnTo>
                  <a:close/>
                </a:path>
                <a:path w="29210" h="372110">
                  <a:moveTo>
                    <a:pt x="2539" y="369569"/>
                  </a:moveTo>
                  <a:lnTo>
                    <a:pt x="0" y="369569"/>
                  </a:lnTo>
                  <a:lnTo>
                    <a:pt x="0" y="372109"/>
                  </a:lnTo>
                  <a:lnTo>
                    <a:pt x="1270" y="372109"/>
                  </a:lnTo>
                  <a:lnTo>
                    <a:pt x="1270" y="370839"/>
                  </a:lnTo>
                  <a:lnTo>
                    <a:pt x="2539" y="370839"/>
                  </a:lnTo>
                  <a:lnTo>
                    <a:pt x="2539" y="369569"/>
                  </a:lnTo>
                  <a:close/>
                </a:path>
              </a:pathLst>
            </a:custGeom>
            <a:solidFill>
              <a:srgbClr val="2F5F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3" name="object 3813"/>
            <p:cNvSpPr/>
            <p:nvPr/>
          </p:nvSpPr>
          <p:spPr>
            <a:xfrm>
              <a:off x="5623560" y="5198110"/>
              <a:ext cx="27940" cy="318770"/>
            </a:xfrm>
            <a:custGeom>
              <a:avLst/>
              <a:gdLst/>
              <a:ahLst/>
              <a:cxnLst/>
              <a:rect l="l" t="t" r="r" b="b"/>
              <a:pathLst>
                <a:path w="27939" h="318770">
                  <a:moveTo>
                    <a:pt x="126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5079" y="5079"/>
                  </a:lnTo>
                  <a:lnTo>
                    <a:pt x="5079" y="3809"/>
                  </a:lnTo>
                  <a:lnTo>
                    <a:pt x="3810" y="3809"/>
                  </a:lnTo>
                  <a:lnTo>
                    <a:pt x="3810" y="2539"/>
                  </a:lnTo>
                  <a:lnTo>
                    <a:pt x="2539" y="2539"/>
                  </a:lnTo>
                  <a:lnTo>
                    <a:pt x="253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27939" h="318770">
                  <a:moveTo>
                    <a:pt x="6349" y="5080"/>
                  </a:moveTo>
                  <a:lnTo>
                    <a:pt x="0" y="5080"/>
                  </a:lnTo>
                  <a:lnTo>
                    <a:pt x="0" y="11429"/>
                  </a:lnTo>
                  <a:lnTo>
                    <a:pt x="11429" y="11429"/>
                  </a:lnTo>
                  <a:lnTo>
                    <a:pt x="11429" y="10159"/>
                  </a:lnTo>
                  <a:lnTo>
                    <a:pt x="10160" y="10159"/>
                  </a:lnTo>
                  <a:lnTo>
                    <a:pt x="10160" y="8889"/>
                  </a:lnTo>
                  <a:lnTo>
                    <a:pt x="8889" y="8889"/>
                  </a:lnTo>
                  <a:lnTo>
                    <a:pt x="8889" y="7619"/>
                  </a:lnTo>
                  <a:lnTo>
                    <a:pt x="7619" y="7619"/>
                  </a:lnTo>
                  <a:lnTo>
                    <a:pt x="7619" y="6350"/>
                  </a:lnTo>
                  <a:lnTo>
                    <a:pt x="6349" y="6350"/>
                  </a:lnTo>
                  <a:lnTo>
                    <a:pt x="6349" y="5080"/>
                  </a:lnTo>
                  <a:close/>
                </a:path>
                <a:path w="27939" h="318770">
                  <a:moveTo>
                    <a:pt x="12699" y="11430"/>
                  </a:moveTo>
                  <a:lnTo>
                    <a:pt x="0" y="11430"/>
                  </a:lnTo>
                  <a:lnTo>
                    <a:pt x="0" y="17779"/>
                  </a:lnTo>
                  <a:lnTo>
                    <a:pt x="17779" y="17779"/>
                  </a:lnTo>
                  <a:lnTo>
                    <a:pt x="17779" y="16509"/>
                  </a:lnTo>
                  <a:lnTo>
                    <a:pt x="16510" y="16509"/>
                  </a:lnTo>
                  <a:lnTo>
                    <a:pt x="16510" y="15239"/>
                  </a:lnTo>
                  <a:lnTo>
                    <a:pt x="15239" y="15239"/>
                  </a:lnTo>
                  <a:lnTo>
                    <a:pt x="15239" y="13969"/>
                  </a:lnTo>
                  <a:lnTo>
                    <a:pt x="13969" y="13969"/>
                  </a:lnTo>
                  <a:lnTo>
                    <a:pt x="13969" y="12700"/>
                  </a:lnTo>
                  <a:lnTo>
                    <a:pt x="12699" y="12700"/>
                  </a:lnTo>
                  <a:lnTo>
                    <a:pt x="12699" y="11430"/>
                  </a:lnTo>
                  <a:close/>
                </a:path>
                <a:path w="27939" h="318770">
                  <a:moveTo>
                    <a:pt x="20319" y="17780"/>
                  </a:moveTo>
                  <a:lnTo>
                    <a:pt x="0" y="17780"/>
                  </a:lnTo>
                  <a:lnTo>
                    <a:pt x="0" y="24129"/>
                  </a:lnTo>
                  <a:lnTo>
                    <a:pt x="25399" y="24129"/>
                  </a:lnTo>
                  <a:lnTo>
                    <a:pt x="25399" y="22859"/>
                  </a:lnTo>
                  <a:lnTo>
                    <a:pt x="24129" y="22859"/>
                  </a:lnTo>
                  <a:lnTo>
                    <a:pt x="24129" y="21589"/>
                  </a:lnTo>
                  <a:lnTo>
                    <a:pt x="22860" y="21589"/>
                  </a:lnTo>
                  <a:lnTo>
                    <a:pt x="22860" y="20319"/>
                  </a:lnTo>
                  <a:lnTo>
                    <a:pt x="21589" y="20319"/>
                  </a:lnTo>
                  <a:lnTo>
                    <a:pt x="21589" y="19050"/>
                  </a:lnTo>
                  <a:lnTo>
                    <a:pt x="20319" y="19050"/>
                  </a:lnTo>
                  <a:lnTo>
                    <a:pt x="20319" y="17780"/>
                  </a:lnTo>
                  <a:close/>
                </a:path>
                <a:path w="27939" h="318770">
                  <a:moveTo>
                    <a:pt x="26669" y="24130"/>
                  </a:moveTo>
                  <a:lnTo>
                    <a:pt x="0" y="24130"/>
                  </a:lnTo>
                  <a:lnTo>
                    <a:pt x="0" y="30479"/>
                  </a:lnTo>
                  <a:lnTo>
                    <a:pt x="27939" y="30479"/>
                  </a:lnTo>
                  <a:lnTo>
                    <a:pt x="27939" y="25400"/>
                  </a:lnTo>
                  <a:lnTo>
                    <a:pt x="26669" y="25400"/>
                  </a:lnTo>
                  <a:lnTo>
                    <a:pt x="26669" y="24130"/>
                  </a:lnTo>
                  <a:close/>
                </a:path>
                <a:path w="27939" h="318770">
                  <a:moveTo>
                    <a:pt x="27939" y="30480"/>
                  </a:moveTo>
                  <a:lnTo>
                    <a:pt x="0" y="30480"/>
                  </a:lnTo>
                  <a:lnTo>
                    <a:pt x="0" y="41909"/>
                  </a:lnTo>
                  <a:lnTo>
                    <a:pt x="27939" y="41909"/>
                  </a:lnTo>
                  <a:lnTo>
                    <a:pt x="27939" y="30480"/>
                  </a:lnTo>
                  <a:close/>
                </a:path>
                <a:path w="27939" h="318770">
                  <a:moveTo>
                    <a:pt x="27939" y="41910"/>
                  </a:moveTo>
                  <a:lnTo>
                    <a:pt x="0" y="41910"/>
                  </a:lnTo>
                  <a:lnTo>
                    <a:pt x="0" y="48259"/>
                  </a:lnTo>
                  <a:lnTo>
                    <a:pt x="27939" y="48259"/>
                  </a:lnTo>
                  <a:lnTo>
                    <a:pt x="27939" y="41910"/>
                  </a:lnTo>
                  <a:close/>
                </a:path>
                <a:path w="27939" h="318770">
                  <a:moveTo>
                    <a:pt x="27939" y="48259"/>
                  </a:moveTo>
                  <a:lnTo>
                    <a:pt x="0" y="48259"/>
                  </a:lnTo>
                  <a:lnTo>
                    <a:pt x="0" y="54609"/>
                  </a:lnTo>
                  <a:lnTo>
                    <a:pt x="27939" y="54609"/>
                  </a:lnTo>
                  <a:lnTo>
                    <a:pt x="27939" y="48259"/>
                  </a:lnTo>
                  <a:close/>
                </a:path>
                <a:path w="27939" h="318770">
                  <a:moveTo>
                    <a:pt x="27939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27939" y="57149"/>
                  </a:lnTo>
                  <a:lnTo>
                    <a:pt x="27939" y="54609"/>
                  </a:lnTo>
                  <a:close/>
                </a:path>
                <a:path w="27939" h="318770">
                  <a:moveTo>
                    <a:pt x="27939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27939" y="60959"/>
                  </a:lnTo>
                  <a:lnTo>
                    <a:pt x="27939" y="57150"/>
                  </a:lnTo>
                  <a:close/>
                </a:path>
                <a:path w="27939" h="318770">
                  <a:moveTo>
                    <a:pt x="27939" y="60959"/>
                  </a:moveTo>
                  <a:lnTo>
                    <a:pt x="0" y="60959"/>
                  </a:lnTo>
                  <a:lnTo>
                    <a:pt x="0" y="67309"/>
                  </a:lnTo>
                  <a:lnTo>
                    <a:pt x="27939" y="67309"/>
                  </a:lnTo>
                  <a:lnTo>
                    <a:pt x="27939" y="60959"/>
                  </a:lnTo>
                  <a:close/>
                </a:path>
                <a:path w="27939" h="318770">
                  <a:moveTo>
                    <a:pt x="27939" y="67309"/>
                  </a:moveTo>
                  <a:lnTo>
                    <a:pt x="0" y="67309"/>
                  </a:lnTo>
                  <a:lnTo>
                    <a:pt x="0" y="69849"/>
                  </a:lnTo>
                  <a:lnTo>
                    <a:pt x="27939" y="69849"/>
                  </a:lnTo>
                  <a:lnTo>
                    <a:pt x="27939" y="67309"/>
                  </a:lnTo>
                  <a:close/>
                </a:path>
                <a:path w="27939" h="318770">
                  <a:moveTo>
                    <a:pt x="27939" y="69850"/>
                  </a:moveTo>
                  <a:lnTo>
                    <a:pt x="0" y="69850"/>
                  </a:lnTo>
                  <a:lnTo>
                    <a:pt x="0" y="107949"/>
                  </a:lnTo>
                  <a:lnTo>
                    <a:pt x="27939" y="107949"/>
                  </a:lnTo>
                  <a:lnTo>
                    <a:pt x="27939" y="69850"/>
                  </a:lnTo>
                  <a:close/>
                </a:path>
                <a:path w="27939" h="318770">
                  <a:moveTo>
                    <a:pt x="27939" y="107950"/>
                  </a:moveTo>
                  <a:lnTo>
                    <a:pt x="0" y="107950"/>
                  </a:lnTo>
                  <a:lnTo>
                    <a:pt x="0" y="114299"/>
                  </a:lnTo>
                  <a:lnTo>
                    <a:pt x="27939" y="114299"/>
                  </a:lnTo>
                  <a:lnTo>
                    <a:pt x="27939" y="107950"/>
                  </a:lnTo>
                  <a:close/>
                </a:path>
                <a:path w="27939" h="318770">
                  <a:moveTo>
                    <a:pt x="27939" y="114300"/>
                  </a:moveTo>
                  <a:lnTo>
                    <a:pt x="0" y="114300"/>
                  </a:lnTo>
                  <a:lnTo>
                    <a:pt x="0" y="118109"/>
                  </a:lnTo>
                  <a:lnTo>
                    <a:pt x="27939" y="118109"/>
                  </a:lnTo>
                  <a:lnTo>
                    <a:pt x="27939" y="114300"/>
                  </a:lnTo>
                  <a:close/>
                </a:path>
                <a:path w="27939" h="318770">
                  <a:moveTo>
                    <a:pt x="27939" y="118110"/>
                  </a:moveTo>
                  <a:lnTo>
                    <a:pt x="0" y="118110"/>
                  </a:lnTo>
                  <a:lnTo>
                    <a:pt x="0" y="120649"/>
                  </a:lnTo>
                  <a:lnTo>
                    <a:pt x="27939" y="120649"/>
                  </a:lnTo>
                  <a:lnTo>
                    <a:pt x="27939" y="118110"/>
                  </a:lnTo>
                  <a:close/>
                </a:path>
                <a:path w="27939" h="318770">
                  <a:moveTo>
                    <a:pt x="27939" y="120650"/>
                  </a:moveTo>
                  <a:lnTo>
                    <a:pt x="0" y="120650"/>
                  </a:lnTo>
                  <a:lnTo>
                    <a:pt x="0" y="124459"/>
                  </a:lnTo>
                  <a:lnTo>
                    <a:pt x="27939" y="124459"/>
                  </a:lnTo>
                  <a:lnTo>
                    <a:pt x="27939" y="120650"/>
                  </a:lnTo>
                  <a:close/>
                </a:path>
                <a:path w="27939" h="318770">
                  <a:moveTo>
                    <a:pt x="27939" y="124459"/>
                  </a:moveTo>
                  <a:lnTo>
                    <a:pt x="0" y="124459"/>
                  </a:lnTo>
                  <a:lnTo>
                    <a:pt x="0" y="126999"/>
                  </a:lnTo>
                  <a:lnTo>
                    <a:pt x="27939" y="126999"/>
                  </a:lnTo>
                  <a:lnTo>
                    <a:pt x="27939" y="124459"/>
                  </a:lnTo>
                  <a:close/>
                </a:path>
                <a:path w="27939" h="318770">
                  <a:moveTo>
                    <a:pt x="27939" y="127000"/>
                  </a:moveTo>
                  <a:lnTo>
                    <a:pt x="0" y="127000"/>
                  </a:lnTo>
                  <a:lnTo>
                    <a:pt x="0" y="139699"/>
                  </a:lnTo>
                  <a:lnTo>
                    <a:pt x="27939" y="139699"/>
                  </a:lnTo>
                  <a:lnTo>
                    <a:pt x="27939" y="127000"/>
                  </a:lnTo>
                  <a:close/>
                </a:path>
                <a:path w="27939" h="318770">
                  <a:moveTo>
                    <a:pt x="27939" y="139700"/>
                  </a:moveTo>
                  <a:lnTo>
                    <a:pt x="0" y="139700"/>
                  </a:lnTo>
                  <a:lnTo>
                    <a:pt x="0" y="146049"/>
                  </a:lnTo>
                  <a:lnTo>
                    <a:pt x="27939" y="146049"/>
                  </a:lnTo>
                  <a:lnTo>
                    <a:pt x="27939" y="139700"/>
                  </a:lnTo>
                  <a:close/>
                </a:path>
                <a:path w="27939" h="318770">
                  <a:moveTo>
                    <a:pt x="27939" y="146050"/>
                  </a:moveTo>
                  <a:lnTo>
                    <a:pt x="0" y="146050"/>
                  </a:lnTo>
                  <a:lnTo>
                    <a:pt x="0" y="149859"/>
                  </a:lnTo>
                  <a:lnTo>
                    <a:pt x="27939" y="149859"/>
                  </a:lnTo>
                  <a:lnTo>
                    <a:pt x="27939" y="146050"/>
                  </a:lnTo>
                  <a:close/>
                </a:path>
                <a:path w="27939" h="318770">
                  <a:moveTo>
                    <a:pt x="27939" y="149860"/>
                  </a:moveTo>
                  <a:lnTo>
                    <a:pt x="0" y="149860"/>
                  </a:lnTo>
                  <a:lnTo>
                    <a:pt x="0" y="152399"/>
                  </a:lnTo>
                  <a:lnTo>
                    <a:pt x="27939" y="152399"/>
                  </a:lnTo>
                  <a:lnTo>
                    <a:pt x="27939" y="149860"/>
                  </a:lnTo>
                  <a:close/>
                </a:path>
                <a:path w="27939" h="318770">
                  <a:moveTo>
                    <a:pt x="27939" y="152400"/>
                  </a:moveTo>
                  <a:lnTo>
                    <a:pt x="0" y="152400"/>
                  </a:lnTo>
                  <a:lnTo>
                    <a:pt x="0" y="162559"/>
                  </a:lnTo>
                  <a:lnTo>
                    <a:pt x="27939" y="162559"/>
                  </a:lnTo>
                  <a:lnTo>
                    <a:pt x="27939" y="152400"/>
                  </a:lnTo>
                  <a:close/>
                </a:path>
                <a:path w="27939" h="318770">
                  <a:moveTo>
                    <a:pt x="27939" y="162560"/>
                  </a:moveTo>
                  <a:lnTo>
                    <a:pt x="0" y="162560"/>
                  </a:lnTo>
                  <a:lnTo>
                    <a:pt x="0" y="165099"/>
                  </a:lnTo>
                  <a:lnTo>
                    <a:pt x="27939" y="165099"/>
                  </a:lnTo>
                  <a:lnTo>
                    <a:pt x="27939" y="162560"/>
                  </a:lnTo>
                  <a:close/>
                </a:path>
                <a:path w="27939" h="318770">
                  <a:moveTo>
                    <a:pt x="27939" y="165100"/>
                  </a:moveTo>
                  <a:lnTo>
                    <a:pt x="0" y="165100"/>
                  </a:lnTo>
                  <a:lnTo>
                    <a:pt x="0" y="168909"/>
                  </a:lnTo>
                  <a:lnTo>
                    <a:pt x="27939" y="168909"/>
                  </a:lnTo>
                  <a:lnTo>
                    <a:pt x="27939" y="165100"/>
                  </a:lnTo>
                  <a:close/>
                </a:path>
                <a:path w="27939" h="318770">
                  <a:moveTo>
                    <a:pt x="27939" y="168910"/>
                  </a:moveTo>
                  <a:lnTo>
                    <a:pt x="0" y="168910"/>
                  </a:lnTo>
                  <a:lnTo>
                    <a:pt x="0" y="175259"/>
                  </a:lnTo>
                  <a:lnTo>
                    <a:pt x="27939" y="175259"/>
                  </a:lnTo>
                  <a:lnTo>
                    <a:pt x="27939" y="168910"/>
                  </a:lnTo>
                  <a:close/>
                </a:path>
                <a:path w="27939" h="318770">
                  <a:moveTo>
                    <a:pt x="27939" y="175260"/>
                  </a:moveTo>
                  <a:lnTo>
                    <a:pt x="0" y="175260"/>
                  </a:lnTo>
                  <a:lnTo>
                    <a:pt x="0" y="181609"/>
                  </a:lnTo>
                  <a:lnTo>
                    <a:pt x="27939" y="181609"/>
                  </a:lnTo>
                  <a:lnTo>
                    <a:pt x="27939" y="175260"/>
                  </a:lnTo>
                  <a:close/>
                </a:path>
                <a:path w="27939" h="318770">
                  <a:moveTo>
                    <a:pt x="27939" y="181610"/>
                  </a:moveTo>
                  <a:lnTo>
                    <a:pt x="0" y="181610"/>
                  </a:lnTo>
                  <a:lnTo>
                    <a:pt x="0" y="190499"/>
                  </a:lnTo>
                  <a:lnTo>
                    <a:pt x="27939" y="190499"/>
                  </a:lnTo>
                  <a:lnTo>
                    <a:pt x="27939" y="181610"/>
                  </a:lnTo>
                  <a:close/>
                </a:path>
                <a:path w="27939" h="318770">
                  <a:moveTo>
                    <a:pt x="27939" y="190500"/>
                  </a:moveTo>
                  <a:lnTo>
                    <a:pt x="0" y="190500"/>
                  </a:lnTo>
                  <a:lnTo>
                    <a:pt x="0" y="194309"/>
                  </a:lnTo>
                  <a:lnTo>
                    <a:pt x="27939" y="194309"/>
                  </a:lnTo>
                  <a:lnTo>
                    <a:pt x="27939" y="190500"/>
                  </a:lnTo>
                  <a:close/>
                </a:path>
                <a:path w="27939" h="318770">
                  <a:moveTo>
                    <a:pt x="27939" y="194310"/>
                  </a:moveTo>
                  <a:lnTo>
                    <a:pt x="0" y="194310"/>
                  </a:lnTo>
                  <a:lnTo>
                    <a:pt x="0" y="200659"/>
                  </a:lnTo>
                  <a:lnTo>
                    <a:pt x="27939" y="200659"/>
                  </a:lnTo>
                  <a:lnTo>
                    <a:pt x="27939" y="194310"/>
                  </a:lnTo>
                  <a:close/>
                </a:path>
                <a:path w="27939" h="318770">
                  <a:moveTo>
                    <a:pt x="27939" y="200660"/>
                  </a:moveTo>
                  <a:lnTo>
                    <a:pt x="0" y="200660"/>
                  </a:lnTo>
                  <a:lnTo>
                    <a:pt x="0" y="219709"/>
                  </a:lnTo>
                  <a:lnTo>
                    <a:pt x="27939" y="219709"/>
                  </a:lnTo>
                  <a:lnTo>
                    <a:pt x="27939" y="200660"/>
                  </a:lnTo>
                  <a:close/>
                </a:path>
                <a:path w="27939" h="318770">
                  <a:moveTo>
                    <a:pt x="27939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27939" y="222249"/>
                  </a:lnTo>
                  <a:lnTo>
                    <a:pt x="27939" y="219709"/>
                  </a:lnTo>
                  <a:close/>
                </a:path>
                <a:path w="27939" h="318770">
                  <a:moveTo>
                    <a:pt x="27939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27939" y="226059"/>
                  </a:lnTo>
                  <a:lnTo>
                    <a:pt x="27939" y="222250"/>
                  </a:lnTo>
                  <a:close/>
                </a:path>
                <a:path w="27939" h="318770">
                  <a:moveTo>
                    <a:pt x="27939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27939" y="228599"/>
                  </a:lnTo>
                  <a:lnTo>
                    <a:pt x="27939" y="226059"/>
                  </a:lnTo>
                  <a:close/>
                </a:path>
                <a:path w="27939" h="318770">
                  <a:moveTo>
                    <a:pt x="27939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27939" y="232409"/>
                  </a:lnTo>
                  <a:lnTo>
                    <a:pt x="27939" y="228600"/>
                  </a:lnTo>
                  <a:close/>
                </a:path>
                <a:path w="27939" h="318770">
                  <a:moveTo>
                    <a:pt x="27939" y="232409"/>
                  </a:moveTo>
                  <a:lnTo>
                    <a:pt x="0" y="232409"/>
                  </a:lnTo>
                  <a:lnTo>
                    <a:pt x="0" y="238759"/>
                  </a:lnTo>
                  <a:lnTo>
                    <a:pt x="27939" y="238759"/>
                  </a:lnTo>
                  <a:lnTo>
                    <a:pt x="27939" y="232409"/>
                  </a:lnTo>
                  <a:close/>
                </a:path>
                <a:path w="27939" h="318770">
                  <a:moveTo>
                    <a:pt x="27939" y="238759"/>
                  </a:moveTo>
                  <a:lnTo>
                    <a:pt x="0" y="238759"/>
                  </a:lnTo>
                  <a:lnTo>
                    <a:pt x="0" y="241299"/>
                  </a:lnTo>
                  <a:lnTo>
                    <a:pt x="27939" y="241299"/>
                  </a:lnTo>
                  <a:lnTo>
                    <a:pt x="27939" y="238759"/>
                  </a:lnTo>
                  <a:close/>
                </a:path>
                <a:path w="27939" h="318770">
                  <a:moveTo>
                    <a:pt x="27939" y="241300"/>
                  </a:moveTo>
                  <a:lnTo>
                    <a:pt x="0" y="241300"/>
                  </a:lnTo>
                  <a:lnTo>
                    <a:pt x="0" y="245109"/>
                  </a:lnTo>
                  <a:lnTo>
                    <a:pt x="27939" y="245109"/>
                  </a:lnTo>
                  <a:lnTo>
                    <a:pt x="27939" y="241300"/>
                  </a:lnTo>
                  <a:close/>
                </a:path>
                <a:path w="27939" h="318770">
                  <a:moveTo>
                    <a:pt x="27939" y="245109"/>
                  </a:moveTo>
                  <a:lnTo>
                    <a:pt x="0" y="245109"/>
                  </a:lnTo>
                  <a:lnTo>
                    <a:pt x="0" y="247649"/>
                  </a:lnTo>
                  <a:lnTo>
                    <a:pt x="27939" y="247649"/>
                  </a:lnTo>
                  <a:lnTo>
                    <a:pt x="27939" y="245109"/>
                  </a:lnTo>
                  <a:close/>
                </a:path>
                <a:path w="27939" h="318770">
                  <a:moveTo>
                    <a:pt x="27939" y="247650"/>
                  </a:moveTo>
                  <a:lnTo>
                    <a:pt x="0" y="247650"/>
                  </a:lnTo>
                  <a:lnTo>
                    <a:pt x="0" y="251459"/>
                  </a:lnTo>
                  <a:lnTo>
                    <a:pt x="27939" y="251459"/>
                  </a:lnTo>
                  <a:lnTo>
                    <a:pt x="27939" y="247650"/>
                  </a:lnTo>
                  <a:close/>
                </a:path>
                <a:path w="27939" h="318770">
                  <a:moveTo>
                    <a:pt x="27939" y="251460"/>
                  </a:moveTo>
                  <a:lnTo>
                    <a:pt x="0" y="251460"/>
                  </a:lnTo>
                  <a:lnTo>
                    <a:pt x="0" y="257809"/>
                  </a:lnTo>
                  <a:lnTo>
                    <a:pt x="27939" y="257809"/>
                  </a:lnTo>
                  <a:lnTo>
                    <a:pt x="27939" y="251460"/>
                  </a:lnTo>
                  <a:close/>
                </a:path>
                <a:path w="27939" h="318770">
                  <a:moveTo>
                    <a:pt x="27939" y="257809"/>
                  </a:moveTo>
                  <a:lnTo>
                    <a:pt x="0" y="257809"/>
                  </a:lnTo>
                  <a:lnTo>
                    <a:pt x="0" y="264159"/>
                  </a:lnTo>
                  <a:lnTo>
                    <a:pt x="27939" y="264159"/>
                  </a:lnTo>
                  <a:lnTo>
                    <a:pt x="27939" y="257809"/>
                  </a:lnTo>
                  <a:close/>
                </a:path>
                <a:path w="27939" h="318770">
                  <a:moveTo>
                    <a:pt x="27939" y="264160"/>
                  </a:moveTo>
                  <a:lnTo>
                    <a:pt x="0" y="264160"/>
                  </a:lnTo>
                  <a:lnTo>
                    <a:pt x="0" y="283209"/>
                  </a:lnTo>
                  <a:lnTo>
                    <a:pt x="27939" y="283209"/>
                  </a:lnTo>
                  <a:lnTo>
                    <a:pt x="27939" y="264160"/>
                  </a:lnTo>
                  <a:close/>
                </a:path>
                <a:path w="27939" h="318770">
                  <a:moveTo>
                    <a:pt x="27939" y="283209"/>
                  </a:moveTo>
                  <a:lnTo>
                    <a:pt x="0" y="283209"/>
                  </a:lnTo>
                  <a:lnTo>
                    <a:pt x="0" y="292099"/>
                  </a:lnTo>
                  <a:lnTo>
                    <a:pt x="27939" y="292099"/>
                  </a:lnTo>
                  <a:lnTo>
                    <a:pt x="27939" y="283209"/>
                  </a:lnTo>
                  <a:close/>
                </a:path>
                <a:path w="27939" h="318770">
                  <a:moveTo>
                    <a:pt x="27939" y="292100"/>
                  </a:moveTo>
                  <a:lnTo>
                    <a:pt x="0" y="292100"/>
                  </a:lnTo>
                  <a:lnTo>
                    <a:pt x="0" y="295909"/>
                  </a:lnTo>
                  <a:lnTo>
                    <a:pt x="25399" y="295909"/>
                  </a:lnTo>
                  <a:lnTo>
                    <a:pt x="25399" y="294639"/>
                  </a:lnTo>
                  <a:lnTo>
                    <a:pt x="26669" y="294639"/>
                  </a:lnTo>
                  <a:lnTo>
                    <a:pt x="26669" y="293369"/>
                  </a:lnTo>
                  <a:lnTo>
                    <a:pt x="27939" y="293369"/>
                  </a:lnTo>
                  <a:lnTo>
                    <a:pt x="27939" y="292100"/>
                  </a:lnTo>
                  <a:close/>
                </a:path>
                <a:path w="27939" h="318770">
                  <a:moveTo>
                    <a:pt x="24129" y="295909"/>
                  </a:moveTo>
                  <a:lnTo>
                    <a:pt x="0" y="295909"/>
                  </a:lnTo>
                  <a:lnTo>
                    <a:pt x="0" y="298449"/>
                  </a:lnTo>
                  <a:lnTo>
                    <a:pt x="22860" y="298449"/>
                  </a:lnTo>
                  <a:lnTo>
                    <a:pt x="22860" y="297179"/>
                  </a:lnTo>
                  <a:lnTo>
                    <a:pt x="24129" y="297179"/>
                  </a:lnTo>
                  <a:lnTo>
                    <a:pt x="24129" y="295909"/>
                  </a:lnTo>
                  <a:close/>
                </a:path>
                <a:path w="27939" h="318770">
                  <a:moveTo>
                    <a:pt x="20319" y="298450"/>
                  </a:moveTo>
                  <a:lnTo>
                    <a:pt x="0" y="298450"/>
                  </a:lnTo>
                  <a:lnTo>
                    <a:pt x="0" y="302259"/>
                  </a:lnTo>
                  <a:lnTo>
                    <a:pt x="17779" y="302259"/>
                  </a:lnTo>
                  <a:lnTo>
                    <a:pt x="17779" y="300989"/>
                  </a:lnTo>
                  <a:lnTo>
                    <a:pt x="19049" y="300989"/>
                  </a:lnTo>
                  <a:lnTo>
                    <a:pt x="19049" y="299719"/>
                  </a:lnTo>
                  <a:lnTo>
                    <a:pt x="20319" y="299719"/>
                  </a:lnTo>
                  <a:lnTo>
                    <a:pt x="20319" y="298450"/>
                  </a:lnTo>
                  <a:close/>
                </a:path>
                <a:path w="27939" h="318770">
                  <a:moveTo>
                    <a:pt x="16510" y="302259"/>
                  </a:moveTo>
                  <a:lnTo>
                    <a:pt x="0" y="302259"/>
                  </a:lnTo>
                  <a:lnTo>
                    <a:pt x="0" y="304799"/>
                  </a:lnTo>
                  <a:lnTo>
                    <a:pt x="15239" y="304799"/>
                  </a:lnTo>
                  <a:lnTo>
                    <a:pt x="15239" y="303529"/>
                  </a:lnTo>
                  <a:lnTo>
                    <a:pt x="16510" y="303529"/>
                  </a:lnTo>
                  <a:lnTo>
                    <a:pt x="16510" y="302259"/>
                  </a:lnTo>
                  <a:close/>
                </a:path>
                <a:path w="27939" h="318770">
                  <a:moveTo>
                    <a:pt x="13969" y="304800"/>
                  </a:moveTo>
                  <a:lnTo>
                    <a:pt x="0" y="304800"/>
                  </a:lnTo>
                  <a:lnTo>
                    <a:pt x="0" y="308609"/>
                  </a:lnTo>
                  <a:lnTo>
                    <a:pt x="11429" y="308609"/>
                  </a:lnTo>
                  <a:lnTo>
                    <a:pt x="11429" y="307339"/>
                  </a:lnTo>
                  <a:lnTo>
                    <a:pt x="12699" y="307339"/>
                  </a:lnTo>
                  <a:lnTo>
                    <a:pt x="12699" y="306069"/>
                  </a:lnTo>
                  <a:lnTo>
                    <a:pt x="13969" y="306069"/>
                  </a:lnTo>
                  <a:lnTo>
                    <a:pt x="13969" y="304800"/>
                  </a:lnTo>
                  <a:close/>
                </a:path>
                <a:path w="27939" h="318770">
                  <a:moveTo>
                    <a:pt x="10160" y="308609"/>
                  </a:moveTo>
                  <a:lnTo>
                    <a:pt x="0" y="308609"/>
                  </a:lnTo>
                  <a:lnTo>
                    <a:pt x="0" y="311149"/>
                  </a:lnTo>
                  <a:lnTo>
                    <a:pt x="8889" y="311149"/>
                  </a:lnTo>
                  <a:lnTo>
                    <a:pt x="8889" y="309879"/>
                  </a:lnTo>
                  <a:lnTo>
                    <a:pt x="10160" y="309879"/>
                  </a:lnTo>
                  <a:lnTo>
                    <a:pt x="10160" y="308609"/>
                  </a:lnTo>
                  <a:close/>
                </a:path>
                <a:path w="27939" h="318770">
                  <a:moveTo>
                    <a:pt x="7619" y="311150"/>
                  </a:moveTo>
                  <a:lnTo>
                    <a:pt x="0" y="311150"/>
                  </a:lnTo>
                  <a:lnTo>
                    <a:pt x="0" y="314959"/>
                  </a:lnTo>
                  <a:lnTo>
                    <a:pt x="5079" y="314959"/>
                  </a:lnTo>
                  <a:lnTo>
                    <a:pt x="5079" y="313689"/>
                  </a:lnTo>
                  <a:lnTo>
                    <a:pt x="6349" y="313689"/>
                  </a:lnTo>
                  <a:lnTo>
                    <a:pt x="6349" y="312419"/>
                  </a:lnTo>
                  <a:lnTo>
                    <a:pt x="7619" y="312419"/>
                  </a:lnTo>
                  <a:lnTo>
                    <a:pt x="7619" y="311150"/>
                  </a:lnTo>
                  <a:close/>
                </a:path>
                <a:path w="27939" h="318770">
                  <a:moveTo>
                    <a:pt x="3810" y="314959"/>
                  </a:moveTo>
                  <a:lnTo>
                    <a:pt x="0" y="314959"/>
                  </a:lnTo>
                  <a:lnTo>
                    <a:pt x="0" y="317499"/>
                  </a:lnTo>
                  <a:lnTo>
                    <a:pt x="2539" y="317499"/>
                  </a:lnTo>
                  <a:lnTo>
                    <a:pt x="2539" y="316229"/>
                  </a:lnTo>
                  <a:lnTo>
                    <a:pt x="3810" y="316229"/>
                  </a:lnTo>
                  <a:lnTo>
                    <a:pt x="3810" y="314959"/>
                  </a:lnTo>
                  <a:close/>
                </a:path>
                <a:path w="27939" h="318770">
                  <a:moveTo>
                    <a:pt x="1269" y="317500"/>
                  </a:moveTo>
                  <a:lnTo>
                    <a:pt x="0" y="317500"/>
                  </a:lnTo>
                  <a:lnTo>
                    <a:pt x="0" y="318769"/>
                  </a:lnTo>
                  <a:lnTo>
                    <a:pt x="1269" y="318769"/>
                  </a:lnTo>
                  <a:lnTo>
                    <a:pt x="1269" y="317500"/>
                  </a:lnTo>
                  <a:close/>
                </a:path>
              </a:pathLst>
            </a:custGeom>
            <a:solidFill>
              <a:srgbClr val="2F60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4" name="object 3814"/>
            <p:cNvSpPr/>
            <p:nvPr/>
          </p:nvSpPr>
          <p:spPr>
            <a:xfrm>
              <a:off x="5651500" y="5224780"/>
              <a:ext cx="27940" cy="265430"/>
            </a:xfrm>
            <a:custGeom>
              <a:avLst/>
              <a:gdLst/>
              <a:ahLst/>
              <a:cxnLst/>
              <a:rect l="l" t="t" r="r" b="b"/>
              <a:pathLst>
                <a:path w="27939" h="265429">
                  <a:moveTo>
                    <a:pt x="127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09" y="3810"/>
                  </a:lnTo>
                  <a:lnTo>
                    <a:pt x="3809" y="2540"/>
                  </a:lnTo>
                  <a:lnTo>
                    <a:pt x="2539" y="2540"/>
                  </a:lnTo>
                  <a:lnTo>
                    <a:pt x="2539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27939" h="265429">
                  <a:moveTo>
                    <a:pt x="5079" y="3810"/>
                  </a:moveTo>
                  <a:lnTo>
                    <a:pt x="0" y="3810"/>
                  </a:lnTo>
                  <a:lnTo>
                    <a:pt x="0" y="15240"/>
                  </a:lnTo>
                  <a:lnTo>
                    <a:pt x="16509" y="15240"/>
                  </a:lnTo>
                  <a:lnTo>
                    <a:pt x="16509" y="13970"/>
                  </a:lnTo>
                  <a:lnTo>
                    <a:pt x="15239" y="13970"/>
                  </a:lnTo>
                  <a:lnTo>
                    <a:pt x="15239" y="12700"/>
                  </a:lnTo>
                  <a:lnTo>
                    <a:pt x="12700" y="12700"/>
                  </a:lnTo>
                  <a:lnTo>
                    <a:pt x="12700" y="11430"/>
                  </a:lnTo>
                  <a:lnTo>
                    <a:pt x="11429" y="11430"/>
                  </a:lnTo>
                  <a:lnTo>
                    <a:pt x="11429" y="10160"/>
                  </a:lnTo>
                  <a:lnTo>
                    <a:pt x="10159" y="10160"/>
                  </a:lnTo>
                  <a:lnTo>
                    <a:pt x="10159" y="8890"/>
                  </a:lnTo>
                  <a:lnTo>
                    <a:pt x="8889" y="8890"/>
                  </a:lnTo>
                  <a:lnTo>
                    <a:pt x="8889" y="7620"/>
                  </a:lnTo>
                  <a:lnTo>
                    <a:pt x="7620" y="7620"/>
                  </a:lnTo>
                  <a:lnTo>
                    <a:pt x="7620" y="6350"/>
                  </a:lnTo>
                  <a:lnTo>
                    <a:pt x="6350" y="6350"/>
                  </a:lnTo>
                  <a:lnTo>
                    <a:pt x="6350" y="5080"/>
                  </a:lnTo>
                  <a:lnTo>
                    <a:pt x="5079" y="5080"/>
                  </a:lnTo>
                  <a:lnTo>
                    <a:pt x="5079" y="3810"/>
                  </a:lnTo>
                  <a:close/>
                </a:path>
                <a:path w="27939" h="265429">
                  <a:moveTo>
                    <a:pt x="17779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19050" y="17780"/>
                  </a:lnTo>
                  <a:lnTo>
                    <a:pt x="19050" y="16510"/>
                  </a:lnTo>
                  <a:lnTo>
                    <a:pt x="17779" y="16510"/>
                  </a:lnTo>
                  <a:lnTo>
                    <a:pt x="17779" y="15240"/>
                  </a:lnTo>
                  <a:close/>
                </a:path>
                <a:path w="27939" h="265429">
                  <a:moveTo>
                    <a:pt x="20320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22859" y="21590"/>
                  </a:lnTo>
                  <a:lnTo>
                    <a:pt x="22859" y="20320"/>
                  </a:lnTo>
                  <a:lnTo>
                    <a:pt x="21589" y="20320"/>
                  </a:lnTo>
                  <a:lnTo>
                    <a:pt x="21589" y="19050"/>
                  </a:lnTo>
                  <a:lnTo>
                    <a:pt x="20320" y="19050"/>
                  </a:lnTo>
                  <a:lnTo>
                    <a:pt x="20320" y="17780"/>
                  </a:lnTo>
                  <a:close/>
                </a:path>
                <a:path w="27939" h="265429">
                  <a:moveTo>
                    <a:pt x="24129" y="21590"/>
                  </a:moveTo>
                  <a:lnTo>
                    <a:pt x="0" y="21590"/>
                  </a:lnTo>
                  <a:lnTo>
                    <a:pt x="0" y="27940"/>
                  </a:lnTo>
                  <a:lnTo>
                    <a:pt x="27939" y="27940"/>
                  </a:lnTo>
                  <a:lnTo>
                    <a:pt x="27939" y="25400"/>
                  </a:lnTo>
                  <a:lnTo>
                    <a:pt x="26670" y="25400"/>
                  </a:lnTo>
                  <a:lnTo>
                    <a:pt x="26670" y="24130"/>
                  </a:lnTo>
                  <a:lnTo>
                    <a:pt x="25400" y="24130"/>
                  </a:lnTo>
                  <a:lnTo>
                    <a:pt x="25400" y="22860"/>
                  </a:lnTo>
                  <a:lnTo>
                    <a:pt x="24129" y="22860"/>
                  </a:lnTo>
                  <a:lnTo>
                    <a:pt x="24129" y="21590"/>
                  </a:lnTo>
                  <a:close/>
                </a:path>
                <a:path w="27939" h="265429">
                  <a:moveTo>
                    <a:pt x="27939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27939" y="30480"/>
                  </a:lnTo>
                  <a:lnTo>
                    <a:pt x="27939" y="27940"/>
                  </a:lnTo>
                  <a:close/>
                </a:path>
                <a:path w="27939" h="265429">
                  <a:moveTo>
                    <a:pt x="27939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27939" y="34290"/>
                  </a:lnTo>
                  <a:lnTo>
                    <a:pt x="27939" y="30480"/>
                  </a:lnTo>
                  <a:close/>
                </a:path>
                <a:path w="27939" h="265429">
                  <a:moveTo>
                    <a:pt x="27939" y="34290"/>
                  </a:moveTo>
                  <a:lnTo>
                    <a:pt x="0" y="34290"/>
                  </a:lnTo>
                  <a:lnTo>
                    <a:pt x="0" y="40640"/>
                  </a:lnTo>
                  <a:lnTo>
                    <a:pt x="27939" y="40640"/>
                  </a:lnTo>
                  <a:lnTo>
                    <a:pt x="27939" y="34290"/>
                  </a:lnTo>
                  <a:close/>
                </a:path>
                <a:path w="27939" h="265429">
                  <a:moveTo>
                    <a:pt x="27939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27939" y="43180"/>
                  </a:lnTo>
                  <a:lnTo>
                    <a:pt x="27939" y="40640"/>
                  </a:lnTo>
                  <a:close/>
                </a:path>
                <a:path w="27939" h="265429">
                  <a:moveTo>
                    <a:pt x="27939" y="43180"/>
                  </a:moveTo>
                  <a:lnTo>
                    <a:pt x="0" y="43180"/>
                  </a:lnTo>
                  <a:lnTo>
                    <a:pt x="0" y="81280"/>
                  </a:lnTo>
                  <a:lnTo>
                    <a:pt x="27939" y="81280"/>
                  </a:lnTo>
                  <a:lnTo>
                    <a:pt x="27939" y="43180"/>
                  </a:lnTo>
                  <a:close/>
                </a:path>
                <a:path w="27939" h="265429">
                  <a:moveTo>
                    <a:pt x="27939" y="81280"/>
                  </a:moveTo>
                  <a:lnTo>
                    <a:pt x="0" y="81280"/>
                  </a:lnTo>
                  <a:lnTo>
                    <a:pt x="0" y="87630"/>
                  </a:lnTo>
                  <a:lnTo>
                    <a:pt x="27939" y="87630"/>
                  </a:lnTo>
                  <a:lnTo>
                    <a:pt x="27939" y="81280"/>
                  </a:lnTo>
                  <a:close/>
                </a:path>
                <a:path w="27939" h="265429">
                  <a:moveTo>
                    <a:pt x="27939" y="87630"/>
                  </a:moveTo>
                  <a:lnTo>
                    <a:pt x="0" y="87630"/>
                  </a:lnTo>
                  <a:lnTo>
                    <a:pt x="0" y="91440"/>
                  </a:lnTo>
                  <a:lnTo>
                    <a:pt x="27939" y="91440"/>
                  </a:lnTo>
                  <a:lnTo>
                    <a:pt x="27939" y="87630"/>
                  </a:lnTo>
                  <a:close/>
                </a:path>
                <a:path w="27939" h="265429">
                  <a:moveTo>
                    <a:pt x="27939" y="91440"/>
                  </a:moveTo>
                  <a:lnTo>
                    <a:pt x="0" y="91440"/>
                  </a:lnTo>
                  <a:lnTo>
                    <a:pt x="0" y="93980"/>
                  </a:lnTo>
                  <a:lnTo>
                    <a:pt x="27939" y="93980"/>
                  </a:lnTo>
                  <a:lnTo>
                    <a:pt x="27939" y="91440"/>
                  </a:lnTo>
                  <a:close/>
                </a:path>
                <a:path w="27939" h="265429">
                  <a:moveTo>
                    <a:pt x="27939" y="93980"/>
                  </a:moveTo>
                  <a:lnTo>
                    <a:pt x="0" y="93980"/>
                  </a:lnTo>
                  <a:lnTo>
                    <a:pt x="0" y="97790"/>
                  </a:lnTo>
                  <a:lnTo>
                    <a:pt x="27939" y="97790"/>
                  </a:lnTo>
                  <a:lnTo>
                    <a:pt x="27939" y="93980"/>
                  </a:lnTo>
                  <a:close/>
                </a:path>
                <a:path w="27939" h="265429">
                  <a:moveTo>
                    <a:pt x="27939" y="97790"/>
                  </a:moveTo>
                  <a:lnTo>
                    <a:pt x="0" y="97790"/>
                  </a:lnTo>
                  <a:lnTo>
                    <a:pt x="0" y="100330"/>
                  </a:lnTo>
                  <a:lnTo>
                    <a:pt x="27939" y="100330"/>
                  </a:lnTo>
                  <a:lnTo>
                    <a:pt x="27939" y="97790"/>
                  </a:lnTo>
                  <a:close/>
                </a:path>
                <a:path w="27939" h="265429">
                  <a:moveTo>
                    <a:pt x="27939" y="100330"/>
                  </a:moveTo>
                  <a:lnTo>
                    <a:pt x="0" y="100330"/>
                  </a:lnTo>
                  <a:lnTo>
                    <a:pt x="0" y="113030"/>
                  </a:lnTo>
                  <a:lnTo>
                    <a:pt x="27939" y="113030"/>
                  </a:lnTo>
                  <a:lnTo>
                    <a:pt x="27939" y="100330"/>
                  </a:lnTo>
                  <a:close/>
                </a:path>
                <a:path w="27939" h="265429">
                  <a:moveTo>
                    <a:pt x="27939" y="113030"/>
                  </a:moveTo>
                  <a:lnTo>
                    <a:pt x="0" y="113030"/>
                  </a:lnTo>
                  <a:lnTo>
                    <a:pt x="0" y="119380"/>
                  </a:lnTo>
                  <a:lnTo>
                    <a:pt x="27939" y="119380"/>
                  </a:lnTo>
                  <a:lnTo>
                    <a:pt x="27939" y="113030"/>
                  </a:lnTo>
                  <a:close/>
                </a:path>
                <a:path w="27939" h="265429">
                  <a:moveTo>
                    <a:pt x="27939" y="119380"/>
                  </a:moveTo>
                  <a:lnTo>
                    <a:pt x="0" y="119380"/>
                  </a:lnTo>
                  <a:lnTo>
                    <a:pt x="0" y="123190"/>
                  </a:lnTo>
                  <a:lnTo>
                    <a:pt x="27939" y="123190"/>
                  </a:lnTo>
                  <a:lnTo>
                    <a:pt x="27939" y="119380"/>
                  </a:lnTo>
                  <a:close/>
                </a:path>
                <a:path w="27939" h="265429">
                  <a:moveTo>
                    <a:pt x="27939" y="123190"/>
                  </a:moveTo>
                  <a:lnTo>
                    <a:pt x="0" y="123190"/>
                  </a:lnTo>
                  <a:lnTo>
                    <a:pt x="0" y="125730"/>
                  </a:lnTo>
                  <a:lnTo>
                    <a:pt x="27939" y="125730"/>
                  </a:lnTo>
                  <a:lnTo>
                    <a:pt x="27939" y="123190"/>
                  </a:lnTo>
                  <a:close/>
                </a:path>
                <a:path w="27939" h="265429">
                  <a:moveTo>
                    <a:pt x="27939" y="125730"/>
                  </a:moveTo>
                  <a:lnTo>
                    <a:pt x="0" y="125730"/>
                  </a:lnTo>
                  <a:lnTo>
                    <a:pt x="0" y="135890"/>
                  </a:lnTo>
                  <a:lnTo>
                    <a:pt x="27939" y="135890"/>
                  </a:lnTo>
                  <a:lnTo>
                    <a:pt x="27939" y="125730"/>
                  </a:lnTo>
                  <a:close/>
                </a:path>
                <a:path w="27939" h="265429">
                  <a:moveTo>
                    <a:pt x="27939" y="135890"/>
                  </a:moveTo>
                  <a:lnTo>
                    <a:pt x="0" y="135890"/>
                  </a:lnTo>
                  <a:lnTo>
                    <a:pt x="0" y="138430"/>
                  </a:lnTo>
                  <a:lnTo>
                    <a:pt x="27939" y="138430"/>
                  </a:lnTo>
                  <a:lnTo>
                    <a:pt x="27939" y="135890"/>
                  </a:lnTo>
                  <a:close/>
                </a:path>
                <a:path w="27939" h="265429">
                  <a:moveTo>
                    <a:pt x="27939" y="138430"/>
                  </a:moveTo>
                  <a:lnTo>
                    <a:pt x="0" y="138430"/>
                  </a:lnTo>
                  <a:lnTo>
                    <a:pt x="0" y="142240"/>
                  </a:lnTo>
                  <a:lnTo>
                    <a:pt x="27939" y="142240"/>
                  </a:lnTo>
                  <a:lnTo>
                    <a:pt x="27939" y="138430"/>
                  </a:lnTo>
                  <a:close/>
                </a:path>
                <a:path w="27939" h="265429">
                  <a:moveTo>
                    <a:pt x="27939" y="142240"/>
                  </a:moveTo>
                  <a:lnTo>
                    <a:pt x="0" y="142240"/>
                  </a:lnTo>
                  <a:lnTo>
                    <a:pt x="0" y="148590"/>
                  </a:lnTo>
                  <a:lnTo>
                    <a:pt x="27939" y="148590"/>
                  </a:lnTo>
                  <a:lnTo>
                    <a:pt x="27939" y="142240"/>
                  </a:lnTo>
                  <a:close/>
                </a:path>
                <a:path w="27939" h="265429">
                  <a:moveTo>
                    <a:pt x="27939" y="148590"/>
                  </a:moveTo>
                  <a:lnTo>
                    <a:pt x="0" y="148590"/>
                  </a:lnTo>
                  <a:lnTo>
                    <a:pt x="0" y="154940"/>
                  </a:lnTo>
                  <a:lnTo>
                    <a:pt x="27939" y="154940"/>
                  </a:lnTo>
                  <a:lnTo>
                    <a:pt x="27939" y="148590"/>
                  </a:lnTo>
                  <a:close/>
                </a:path>
                <a:path w="27939" h="265429">
                  <a:moveTo>
                    <a:pt x="27939" y="154940"/>
                  </a:moveTo>
                  <a:lnTo>
                    <a:pt x="0" y="154940"/>
                  </a:lnTo>
                  <a:lnTo>
                    <a:pt x="0" y="163830"/>
                  </a:lnTo>
                  <a:lnTo>
                    <a:pt x="27939" y="163830"/>
                  </a:lnTo>
                  <a:lnTo>
                    <a:pt x="27939" y="154940"/>
                  </a:lnTo>
                  <a:close/>
                </a:path>
                <a:path w="27939" h="265429">
                  <a:moveTo>
                    <a:pt x="27939" y="163830"/>
                  </a:moveTo>
                  <a:lnTo>
                    <a:pt x="0" y="163830"/>
                  </a:lnTo>
                  <a:lnTo>
                    <a:pt x="0" y="167640"/>
                  </a:lnTo>
                  <a:lnTo>
                    <a:pt x="27939" y="167640"/>
                  </a:lnTo>
                  <a:lnTo>
                    <a:pt x="27939" y="163830"/>
                  </a:lnTo>
                  <a:close/>
                </a:path>
                <a:path w="27939" h="265429">
                  <a:moveTo>
                    <a:pt x="27939" y="167640"/>
                  </a:moveTo>
                  <a:lnTo>
                    <a:pt x="0" y="167640"/>
                  </a:lnTo>
                  <a:lnTo>
                    <a:pt x="0" y="173990"/>
                  </a:lnTo>
                  <a:lnTo>
                    <a:pt x="27939" y="173990"/>
                  </a:lnTo>
                  <a:lnTo>
                    <a:pt x="27939" y="167640"/>
                  </a:lnTo>
                  <a:close/>
                </a:path>
                <a:path w="27939" h="265429">
                  <a:moveTo>
                    <a:pt x="27939" y="173990"/>
                  </a:moveTo>
                  <a:lnTo>
                    <a:pt x="0" y="173990"/>
                  </a:lnTo>
                  <a:lnTo>
                    <a:pt x="0" y="193040"/>
                  </a:lnTo>
                  <a:lnTo>
                    <a:pt x="27939" y="193040"/>
                  </a:lnTo>
                  <a:lnTo>
                    <a:pt x="27939" y="173990"/>
                  </a:lnTo>
                  <a:close/>
                </a:path>
                <a:path w="27939" h="265429">
                  <a:moveTo>
                    <a:pt x="27939" y="193040"/>
                  </a:moveTo>
                  <a:lnTo>
                    <a:pt x="0" y="193040"/>
                  </a:lnTo>
                  <a:lnTo>
                    <a:pt x="0" y="195580"/>
                  </a:lnTo>
                  <a:lnTo>
                    <a:pt x="27939" y="195580"/>
                  </a:lnTo>
                  <a:lnTo>
                    <a:pt x="27939" y="193040"/>
                  </a:lnTo>
                  <a:close/>
                </a:path>
                <a:path w="27939" h="265429">
                  <a:moveTo>
                    <a:pt x="27939" y="195580"/>
                  </a:moveTo>
                  <a:lnTo>
                    <a:pt x="0" y="195580"/>
                  </a:lnTo>
                  <a:lnTo>
                    <a:pt x="0" y="199390"/>
                  </a:lnTo>
                  <a:lnTo>
                    <a:pt x="27939" y="199390"/>
                  </a:lnTo>
                  <a:lnTo>
                    <a:pt x="27939" y="195580"/>
                  </a:lnTo>
                  <a:close/>
                </a:path>
                <a:path w="27939" h="265429">
                  <a:moveTo>
                    <a:pt x="27939" y="199390"/>
                  </a:moveTo>
                  <a:lnTo>
                    <a:pt x="0" y="199390"/>
                  </a:lnTo>
                  <a:lnTo>
                    <a:pt x="0" y="201930"/>
                  </a:lnTo>
                  <a:lnTo>
                    <a:pt x="27939" y="201930"/>
                  </a:lnTo>
                  <a:lnTo>
                    <a:pt x="27939" y="199390"/>
                  </a:lnTo>
                  <a:close/>
                </a:path>
                <a:path w="27939" h="265429">
                  <a:moveTo>
                    <a:pt x="27939" y="201930"/>
                  </a:moveTo>
                  <a:lnTo>
                    <a:pt x="0" y="201930"/>
                  </a:lnTo>
                  <a:lnTo>
                    <a:pt x="0" y="205740"/>
                  </a:lnTo>
                  <a:lnTo>
                    <a:pt x="27939" y="205740"/>
                  </a:lnTo>
                  <a:lnTo>
                    <a:pt x="27939" y="201930"/>
                  </a:lnTo>
                  <a:close/>
                </a:path>
                <a:path w="27939" h="265429">
                  <a:moveTo>
                    <a:pt x="27939" y="205740"/>
                  </a:moveTo>
                  <a:lnTo>
                    <a:pt x="0" y="205740"/>
                  </a:lnTo>
                  <a:lnTo>
                    <a:pt x="0" y="212090"/>
                  </a:lnTo>
                  <a:lnTo>
                    <a:pt x="27939" y="212090"/>
                  </a:lnTo>
                  <a:lnTo>
                    <a:pt x="27939" y="205740"/>
                  </a:lnTo>
                  <a:close/>
                </a:path>
                <a:path w="27939" h="265429">
                  <a:moveTo>
                    <a:pt x="27939" y="212090"/>
                  </a:moveTo>
                  <a:lnTo>
                    <a:pt x="0" y="212090"/>
                  </a:lnTo>
                  <a:lnTo>
                    <a:pt x="0" y="214630"/>
                  </a:lnTo>
                  <a:lnTo>
                    <a:pt x="27939" y="214630"/>
                  </a:lnTo>
                  <a:lnTo>
                    <a:pt x="27939" y="212090"/>
                  </a:lnTo>
                  <a:close/>
                </a:path>
                <a:path w="27939" h="265429">
                  <a:moveTo>
                    <a:pt x="27939" y="214630"/>
                  </a:moveTo>
                  <a:lnTo>
                    <a:pt x="0" y="214630"/>
                  </a:lnTo>
                  <a:lnTo>
                    <a:pt x="0" y="218440"/>
                  </a:lnTo>
                  <a:lnTo>
                    <a:pt x="27939" y="218440"/>
                  </a:lnTo>
                  <a:lnTo>
                    <a:pt x="27939" y="214630"/>
                  </a:lnTo>
                  <a:close/>
                </a:path>
                <a:path w="27939" h="265429">
                  <a:moveTo>
                    <a:pt x="27939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27939" y="220980"/>
                  </a:lnTo>
                  <a:lnTo>
                    <a:pt x="27939" y="218440"/>
                  </a:lnTo>
                  <a:close/>
                </a:path>
                <a:path w="27939" h="265429">
                  <a:moveTo>
                    <a:pt x="27939" y="220980"/>
                  </a:moveTo>
                  <a:lnTo>
                    <a:pt x="0" y="220980"/>
                  </a:lnTo>
                  <a:lnTo>
                    <a:pt x="0" y="224790"/>
                  </a:lnTo>
                  <a:lnTo>
                    <a:pt x="27939" y="224790"/>
                  </a:lnTo>
                  <a:lnTo>
                    <a:pt x="27939" y="220980"/>
                  </a:lnTo>
                  <a:close/>
                </a:path>
                <a:path w="27939" h="265429">
                  <a:moveTo>
                    <a:pt x="27939" y="224790"/>
                  </a:moveTo>
                  <a:lnTo>
                    <a:pt x="0" y="224790"/>
                  </a:lnTo>
                  <a:lnTo>
                    <a:pt x="0" y="231140"/>
                  </a:lnTo>
                  <a:lnTo>
                    <a:pt x="27939" y="231140"/>
                  </a:lnTo>
                  <a:lnTo>
                    <a:pt x="27939" y="224790"/>
                  </a:lnTo>
                  <a:close/>
                </a:path>
                <a:path w="27939" h="265429">
                  <a:moveTo>
                    <a:pt x="27939" y="231140"/>
                  </a:moveTo>
                  <a:lnTo>
                    <a:pt x="0" y="231140"/>
                  </a:lnTo>
                  <a:lnTo>
                    <a:pt x="0" y="237490"/>
                  </a:lnTo>
                  <a:lnTo>
                    <a:pt x="27939" y="237490"/>
                  </a:lnTo>
                  <a:lnTo>
                    <a:pt x="27939" y="231140"/>
                  </a:lnTo>
                  <a:close/>
                </a:path>
                <a:path w="27939" h="265429">
                  <a:moveTo>
                    <a:pt x="27939" y="237490"/>
                  </a:moveTo>
                  <a:lnTo>
                    <a:pt x="0" y="237490"/>
                  </a:lnTo>
                  <a:lnTo>
                    <a:pt x="0" y="252730"/>
                  </a:lnTo>
                  <a:lnTo>
                    <a:pt x="13970" y="252730"/>
                  </a:lnTo>
                  <a:lnTo>
                    <a:pt x="13970" y="251460"/>
                  </a:lnTo>
                  <a:lnTo>
                    <a:pt x="15239" y="251460"/>
                  </a:lnTo>
                  <a:lnTo>
                    <a:pt x="15239" y="250190"/>
                  </a:lnTo>
                  <a:lnTo>
                    <a:pt x="17779" y="250190"/>
                  </a:lnTo>
                  <a:lnTo>
                    <a:pt x="17779" y="248920"/>
                  </a:lnTo>
                  <a:lnTo>
                    <a:pt x="19050" y="248920"/>
                  </a:lnTo>
                  <a:lnTo>
                    <a:pt x="19050" y="247650"/>
                  </a:lnTo>
                  <a:lnTo>
                    <a:pt x="20320" y="247650"/>
                  </a:lnTo>
                  <a:lnTo>
                    <a:pt x="20320" y="246380"/>
                  </a:lnTo>
                  <a:lnTo>
                    <a:pt x="21589" y="246380"/>
                  </a:lnTo>
                  <a:lnTo>
                    <a:pt x="21589" y="245110"/>
                  </a:lnTo>
                  <a:lnTo>
                    <a:pt x="22859" y="245110"/>
                  </a:lnTo>
                  <a:lnTo>
                    <a:pt x="22859" y="243840"/>
                  </a:lnTo>
                  <a:lnTo>
                    <a:pt x="24129" y="243840"/>
                  </a:lnTo>
                  <a:lnTo>
                    <a:pt x="24129" y="242570"/>
                  </a:lnTo>
                  <a:lnTo>
                    <a:pt x="25400" y="242570"/>
                  </a:lnTo>
                  <a:lnTo>
                    <a:pt x="25400" y="241300"/>
                  </a:lnTo>
                  <a:lnTo>
                    <a:pt x="26670" y="241300"/>
                  </a:lnTo>
                  <a:lnTo>
                    <a:pt x="26670" y="240030"/>
                  </a:lnTo>
                  <a:lnTo>
                    <a:pt x="27939" y="240030"/>
                  </a:lnTo>
                  <a:lnTo>
                    <a:pt x="27939" y="237490"/>
                  </a:lnTo>
                  <a:close/>
                </a:path>
                <a:path w="27939" h="265429">
                  <a:moveTo>
                    <a:pt x="12700" y="252730"/>
                  </a:moveTo>
                  <a:lnTo>
                    <a:pt x="0" y="252730"/>
                  </a:lnTo>
                  <a:lnTo>
                    <a:pt x="0" y="256540"/>
                  </a:lnTo>
                  <a:lnTo>
                    <a:pt x="10159" y="256540"/>
                  </a:lnTo>
                  <a:lnTo>
                    <a:pt x="10159" y="255270"/>
                  </a:lnTo>
                  <a:lnTo>
                    <a:pt x="11429" y="255270"/>
                  </a:lnTo>
                  <a:lnTo>
                    <a:pt x="11429" y="254000"/>
                  </a:lnTo>
                  <a:lnTo>
                    <a:pt x="12700" y="254000"/>
                  </a:lnTo>
                  <a:lnTo>
                    <a:pt x="12700" y="252730"/>
                  </a:lnTo>
                  <a:close/>
                </a:path>
                <a:path w="27939" h="265429">
                  <a:moveTo>
                    <a:pt x="8889" y="256540"/>
                  </a:moveTo>
                  <a:lnTo>
                    <a:pt x="0" y="256540"/>
                  </a:lnTo>
                  <a:lnTo>
                    <a:pt x="0" y="259080"/>
                  </a:lnTo>
                  <a:lnTo>
                    <a:pt x="7620" y="259080"/>
                  </a:lnTo>
                  <a:lnTo>
                    <a:pt x="7620" y="257810"/>
                  </a:lnTo>
                  <a:lnTo>
                    <a:pt x="8889" y="257810"/>
                  </a:lnTo>
                  <a:lnTo>
                    <a:pt x="8889" y="256540"/>
                  </a:lnTo>
                  <a:close/>
                </a:path>
                <a:path w="27939" h="265429">
                  <a:moveTo>
                    <a:pt x="6350" y="259080"/>
                  </a:moveTo>
                  <a:lnTo>
                    <a:pt x="0" y="259080"/>
                  </a:lnTo>
                  <a:lnTo>
                    <a:pt x="0" y="265430"/>
                  </a:lnTo>
                  <a:lnTo>
                    <a:pt x="1270" y="265430"/>
                  </a:lnTo>
                  <a:lnTo>
                    <a:pt x="1270" y="264160"/>
                  </a:lnTo>
                  <a:lnTo>
                    <a:pt x="2539" y="264160"/>
                  </a:lnTo>
                  <a:lnTo>
                    <a:pt x="2539" y="262890"/>
                  </a:lnTo>
                  <a:lnTo>
                    <a:pt x="3809" y="262890"/>
                  </a:lnTo>
                  <a:lnTo>
                    <a:pt x="3809" y="261620"/>
                  </a:lnTo>
                  <a:lnTo>
                    <a:pt x="5079" y="261620"/>
                  </a:lnTo>
                  <a:lnTo>
                    <a:pt x="5079" y="260350"/>
                  </a:lnTo>
                  <a:lnTo>
                    <a:pt x="6350" y="260350"/>
                  </a:lnTo>
                  <a:lnTo>
                    <a:pt x="6350" y="259080"/>
                  </a:lnTo>
                  <a:close/>
                </a:path>
              </a:pathLst>
            </a:custGeom>
            <a:solidFill>
              <a:srgbClr val="3061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815" name="object 3815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5679439" y="5251450"/>
              <a:ext cx="113030" cy="212090"/>
            </a:xfrm>
            <a:prstGeom prst="rect">
              <a:avLst/>
            </a:prstGeom>
          </p:spPr>
        </p:pic>
        <p:sp>
          <p:nvSpPr>
            <p:cNvPr id="3816" name="object 3816"/>
            <p:cNvSpPr/>
            <p:nvPr/>
          </p:nvSpPr>
          <p:spPr>
            <a:xfrm>
              <a:off x="3218180" y="5031740"/>
              <a:ext cx="3810" cy="648970"/>
            </a:xfrm>
            <a:custGeom>
              <a:avLst/>
              <a:gdLst/>
              <a:ahLst/>
              <a:cxnLst/>
              <a:rect l="l" t="t" r="r" b="b"/>
              <a:pathLst>
                <a:path w="3810" h="648970">
                  <a:moveTo>
                    <a:pt x="3810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3810" y="6489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172E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7" name="object 3817"/>
            <p:cNvSpPr/>
            <p:nvPr/>
          </p:nvSpPr>
          <p:spPr>
            <a:xfrm>
              <a:off x="3221989" y="5031740"/>
              <a:ext cx="3810" cy="648970"/>
            </a:xfrm>
            <a:custGeom>
              <a:avLst/>
              <a:gdLst/>
              <a:ahLst/>
              <a:cxnLst/>
              <a:rect l="l" t="t" r="r" b="b"/>
              <a:pathLst>
                <a:path w="3810" h="648970">
                  <a:moveTo>
                    <a:pt x="3810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3810" y="6489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172F4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8" name="object 3818"/>
            <p:cNvSpPr/>
            <p:nvPr/>
          </p:nvSpPr>
          <p:spPr>
            <a:xfrm>
              <a:off x="3225800" y="5031740"/>
              <a:ext cx="3810" cy="648970"/>
            </a:xfrm>
            <a:custGeom>
              <a:avLst/>
              <a:gdLst/>
              <a:ahLst/>
              <a:cxnLst/>
              <a:rect l="l" t="t" r="r" b="b"/>
              <a:pathLst>
                <a:path w="3810" h="648970">
                  <a:moveTo>
                    <a:pt x="3810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3810" y="6489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18304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9" name="object 3819"/>
            <p:cNvSpPr/>
            <p:nvPr/>
          </p:nvSpPr>
          <p:spPr>
            <a:xfrm>
              <a:off x="3229610" y="5031740"/>
              <a:ext cx="3810" cy="648970"/>
            </a:xfrm>
            <a:custGeom>
              <a:avLst/>
              <a:gdLst/>
              <a:ahLst/>
              <a:cxnLst/>
              <a:rect l="l" t="t" r="r" b="b"/>
              <a:pathLst>
                <a:path w="3810" h="648970">
                  <a:moveTo>
                    <a:pt x="3809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3809" y="64897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18314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0" name="object 3820"/>
            <p:cNvSpPr/>
            <p:nvPr/>
          </p:nvSpPr>
          <p:spPr>
            <a:xfrm>
              <a:off x="3233420" y="5031740"/>
              <a:ext cx="2540" cy="648970"/>
            </a:xfrm>
            <a:custGeom>
              <a:avLst/>
              <a:gdLst/>
              <a:ahLst/>
              <a:cxnLst/>
              <a:rect l="l" t="t" r="r" b="b"/>
              <a:pathLst>
                <a:path w="2539" h="648970">
                  <a:moveTo>
                    <a:pt x="2540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2540" y="6489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19334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1" name="object 3821"/>
            <p:cNvSpPr/>
            <p:nvPr/>
          </p:nvSpPr>
          <p:spPr>
            <a:xfrm>
              <a:off x="3235960" y="5031740"/>
              <a:ext cx="3810" cy="648970"/>
            </a:xfrm>
            <a:custGeom>
              <a:avLst/>
              <a:gdLst/>
              <a:ahLst/>
              <a:cxnLst/>
              <a:rect l="l" t="t" r="r" b="b"/>
              <a:pathLst>
                <a:path w="3810" h="648970">
                  <a:moveTo>
                    <a:pt x="3809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3809" y="64897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1933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2" name="object 3822"/>
            <p:cNvSpPr/>
            <p:nvPr/>
          </p:nvSpPr>
          <p:spPr>
            <a:xfrm>
              <a:off x="3239770" y="5031740"/>
              <a:ext cx="3810" cy="648970"/>
            </a:xfrm>
            <a:custGeom>
              <a:avLst/>
              <a:gdLst/>
              <a:ahLst/>
              <a:cxnLst/>
              <a:rect l="l" t="t" r="r" b="b"/>
              <a:pathLst>
                <a:path w="3810" h="648970">
                  <a:moveTo>
                    <a:pt x="3810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3810" y="6489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1A34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3" name="object 3823"/>
            <p:cNvSpPr/>
            <p:nvPr/>
          </p:nvSpPr>
          <p:spPr>
            <a:xfrm>
              <a:off x="3243579" y="5031740"/>
              <a:ext cx="3810" cy="648970"/>
            </a:xfrm>
            <a:custGeom>
              <a:avLst/>
              <a:gdLst/>
              <a:ahLst/>
              <a:cxnLst/>
              <a:rect l="l" t="t" r="r" b="b"/>
              <a:pathLst>
                <a:path w="3810" h="648970">
                  <a:moveTo>
                    <a:pt x="3809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3809" y="64897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1A35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4" name="object 3824"/>
            <p:cNvSpPr/>
            <p:nvPr/>
          </p:nvSpPr>
          <p:spPr>
            <a:xfrm>
              <a:off x="3247390" y="5031740"/>
              <a:ext cx="3810" cy="648970"/>
            </a:xfrm>
            <a:custGeom>
              <a:avLst/>
              <a:gdLst/>
              <a:ahLst/>
              <a:cxnLst/>
              <a:rect l="l" t="t" r="r" b="b"/>
              <a:pathLst>
                <a:path w="3810" h="648970">
                  <a:moveTo>
                    <a:pt x="3810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3810" y="6489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1B36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5" name="object 3825"/>
            <p:cNvSpPr/>
            <p:nvPr/>
          </p:nvSpPr>
          <p:spPr>
            <a:xfrm>
              <a:off x="3251200" y="5031740"/>
              <a:ext cx="3810" cy="648970"/>
            </a:xfrm>
            <a:custGeom>
              <a:avLst/>
              <a:gdLst/>
              <a:ahLst/>
              <a:cxnLst/>
              <a:rect l="l" t="t" r="r" b="b"/>
              <a:pathLst>
                <a:path w="3810" h="648970">
                  <a:moveTo>
                    <a:pt x="3810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3810" y="6489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1B385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6" name="object 3826"/>
            <p:cNvSpPr/>
            <p:nvPr/>
          </p:nvSpPr>
          <p:spPr>
            <a:xfrm>
              <a:off x="3255009" y="5031740"/>
              <a:ext cx="2540" cy="648970"/>
            </a:xfrm>
            <a:custGeom>
              <a:avLst/>
              <a:gdLst/>
              <a:ahLst/>
              <a:cxnLst/>
              <a:rect l="l" t="t" r="r" b="b"/>
              <a:pathLst>
                <a:path w="2539" h="648970">
                  <a:moveTo>
                    <a:pt x="2539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2539" y="648970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1C395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7" name="object 3827"/>
            <p:cNvSpPr/>
            <p:nvPr/>
          </p:nvSpPr>
          <p:spPr>
            <a:xfrm>
              <a:off x="3257550" y="5031740"/>
              <a:ext cx="3810" cy="648970"/>
            </a:xfrm>
            <a:custGeom>
              <a:avLst/>
              <a:gdLst/>
              <a:ahLst/>
              <a:cxnLst/>
              <a:rect l="l" t="t" r="r" b="b"/>
              <a:pathLst>
                <a:path w="3810" h="648970">
                  <a:moveTo>
                    <a:pt x="3810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3810" y="6489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1D3A5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8" name="object 3828"/>
            <p:cNvSpPr/>
            <p:nvPr/>
          </p:nvSpPr>
          <p:spPr>
            <a:xfrm>
              <a:off x="3261359" y="5031740"/>
              <a:ext cx="3810" cy="648970"/>
            </a:xfrm>
            <a:custGeom>
              <a:avLst/>
              <a:gdLst/>
              <a:ahLst/>
              <a:cxnLst/>
              <a:rect l="l" t="t" r="r" b="b"/>
              <a:pathLst>
                <a:path w="3810" h="648970">
                  <a:moveTo>
                    <a:pt x="3810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3810" y="6489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1D3B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9" name="object 3829"/>
            <p:cNvSpPr/>
            <p:nvPr/>
          </p:nvSpPr>
          <p:spPr>
            <a:xfrm>
              <a:off x="3265170" y="5031740"/>
              <a:ext cx="3810" cy="648970"/>
            </a:xfrm>
            <a:custGeom>
              <a:avLst/>
              <a:gdLst/>
              <a:ahLst/>
              <a:cxnLst/>
              <a:rect l="l" t="t" r="r" b="b"/>
              <a:pathLst>
                <a:path w="3810" h="648970">
                  <a:moveTo>
                    <a:pt x="3809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3809" y="64897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1E3C5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0" name="object 3830"/>
            <p:cNvSpPr/>
            <p:nvPr/>
          </p:nvSpPr>
          <p:spPr>
            <a:xfrm>
              <a:off x="3268979" y="5031740"/>
              <a:ext cx="3810" cy="648970"/>
            </a:xfrm>
            <a:custGeom>
              <a:avLst/>
              <a:gdLst/>
              <a:ahLst/>
              <a:cxnLst/>
              <a:rect l="l" t="t" r="r" b="b"/>
              <a:pathLst>
                <a:path w="3810" h="648970">
                  <a:moveTo>
                    <a:pt x="3810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3810" y="6489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1E3D5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1" name="object 3831"/>
            <p:cNvSpPr/>
            <p:nvPr/>
          </p:nvSpPr>
          <p:spPr>
            <a:xfrm>
              <a:off x="3272790" y="5031740"/>
              <a:ext cx="3810" cy="648970"/>
            </a:xfrm>
            <a:custGeom>
              <a:avLst/>
              <a:gdLst/>
              <a:ahLst/>
              <a:cxnLst/>
              <a:rect l="l" t="t" r="r" b="b"/>
              <a:pathLst>
                <a:path w="3810" h="648970">
                  <a:moveTo>
                    <a:pt x="3810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3810" y="6489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1F3E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2" name="object 3832"/>
            <p:cNvSpPr/>
            <p:nvPr/>
          </p:nvSpPr>
          <p:spPr>
            <a:xfrm>
              <a:off x="3276600" y="5031740"/>
              <a:ext cx="3810" cy="648970"/>
            </a:xfrm>
            <a:custGeom>
              <a:avLst/>
              <a:gdLst/>
              <a:ahLst/>
              <a:cxnLst/>
              <a:rect l="l" t="t" r="r" b="b"/>
              <a:pathLst>
                <a:path w="3810" h="648970">
                  <a:moveTo>
                    <a:pt x="3810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3810" y="6489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1F3F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3" name="object 3833"/>
            <p:cNvSpPr/>
            <p:nvPr/>
          </p:nvSpPr>
          <p:spPr>
            <a:xfrm>
              <a:off x="3280409" y="5031740"/>
              <a:ext cx="2540" cy="648970"/>
            </a:xfrm>
            <a:custGeom>
              <a:avLst/>
              <a:gdLst/>
              <a:ahLst/>
              <a:cxnLst/>
              <a:rect l="l" t="t" r="r" b="b"/>
              <a:pathLst>
                <a:path w="2539" h="648970">
                  <a:moveTo>
                    <a:pt x="2539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2539" y="648970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20416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4" name="object 3834"/>
            <p:cNvSpPr/>
            <p:nvPr/>
          </p:nvSpPr>
          <p:spPr>
            <a:xfrm>
              <a:off x="3282950" y="5031740"/>
              <a:ext cx="3810" cy="648970"/>
            </a:xfrm>
            <a:custGeom>
              <a:avLst/>
              <a:gdLst/>
              <a:ahLst/>
              <a:cxnLst/>
              <a:rect l="l" t="t" r="r" b="b"/>
              <a:pathLst>
                <a:path w="3810" h="648970">
                  <a:moveTo>
                    <a:pt x="3810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3810" y="6489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20426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5" name="object 3835"/>
            <p:cNvSpPr/>
            <p:nvPr/>
          </p:nvSpPr>
          <p:spPr>
            <a:xfrm>
              <a:off x="3286759" y="5031740"/>
              <a:ext cx="3810" cy="648970"/>
            </a:xfrm>
            <a:custGeom>
              <a:avLst/>
              <a:gdLst/>
              <a:ahLst/>
              <a:cxnLst/>
              <a:rect l="l" t="t" r="r" b="b"/>
              <a:pathLst>
                <a:path w="3810" h="648970">
                  <a:moveTo>
                    <a:pt x="3810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3810" y="6489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214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6" name="object 3836"/>
            <p:cNvSpPr/>
            <p:nvPr/>
          </p:nvSpPr>
          <p:spPr>
            <a:xfrm>
              <a:off x="3290570" y="5031740"/>
              <a:ext cx="3810" cy="648970"/>
            </a:xfrm>
            <a:custGeom>
              <a:avLst/>
              <a:gdLst/>
              <a:ahLst/>
              <a:cxnLst/>
              <a:rect l="l" t="t" r="r" b="b"/>
              <a:pathLst>
                <a:path w="3810" h="648970">
                  <a:moveTo>
                    <a:pt x="3809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3809" y="64897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2244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7" name="object 3837"/>
            <p:cNvSpPr/>
            <p:nvPr/>
          </p:nvSpPr>
          <p:spPr>
            <a:xfrm>
              <a:off x="3294379" y="5031740"/>
              <a:ext cx="3810" cy="648970"/>
            </a:xfrm>
            <a:custGeom>
              <a:avLst/>
              <a:gdLst/>
              <a:ahLst/>
              <a:cxnLst/>
              <a:rect l="l" t="t" r="r" b="b"/>
              <a:pathLst>
                <a:path w="3810" h="648970">
                  <a:moveTo>
                    <a:pt x="3810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3810" y="6489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2245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8" name="object 3838"/>
            <p:cNvSpPr/>
            <p:nvPr/>
          </p:nvSpPr>
          <p:spPr>
            <a:xfrm>
              <a:off x="3298190" y="5031740"/>
              <a:ext cx="3810" cy="648970"/>
            </a:xfrm>
            <a:custGeom>
              <a:avLst/>
              <a:gdLst/>
              <a:ahLst/>
              <a:cxnLst/>
              <a:rect l="l" t="t" r="r" b="b"/>
              <a:pathLst>
                <a:path w="3810" h="648970">
                  <a:moveTo>
                    <a:pt x="3810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3810" y="6489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2346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9" name="object 3839"/>
            <p:cNvSpPr/>
            <p:nvPr/>
          </p:nvSpPr>
          <p:spPr>
            <a:xfrm>
              <a:off x="3302000" y="5031740"/>
              <a:ext cx="2540" cy="648970"/>
            </a:xfrm>
            <a:custGeom>
              <a:avLst/>
              <a:gdLst/>
              <a:ahLst/>
              <a:cxnLst/>
              <a:rect l="l" t="t" r="r" b="b"/>
              <a:pathLst>
                <a:path w="2539" h="648970">
                  <a:moveTo>
                    <a:pt x="2539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2539" y="648970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23476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0" name="object 3840"/>
            <p:cNvSpPr/>
            <p:nvPr/>
          </p:nvSpPr>
          <p:spPr>
            <a:xfrm>
              <a:off x="3304540" y="5031740"/>
              <a:ext cx="3810" cy="648970"/>
            </a:xfrm>
            <a:custGeom>
              <a:avLst/>
              <a:gdLst/>
              <a:ahLst/>
              <a:cxnLst/>
              <a:rect l="l" t="t" r="r" b="b"/>
              <a:pathLst>
                <a:path w="3810" h="648970">
                  <a:moveTo>
                    <a:pt x="3810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3810" y="6489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24486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1" name="object 3841"/>
            <p:cNvSpPr/>
            <p:nvPr/>
          </p:nvSpPr>
          <p:spPr>
            <a:xfrm>
              <a:off x="3308350" y="5031740"/>
              <a:ext cx="3810" cy="648970"/>
            </a:xfrm>
            <a:custGeom>
              <a:avLst/>
              <a:gdLst/>
              <a:ahLst/>
              <a:cxnLst/>
              <a:rect l="l" t="t" r="r" b="b"/>
              <a:pathLst>
                <a:path w="3810" h="648970">
                  <a:moveTo>
                    <a:pt x="3810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3810" y="6489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244A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2" name="object 3842"/>
            <p:cNvSpPr/>
            <p:nvPr/>
          </p:nvSpPr>
          <p:spPr>
            <a:xfrm>
              <a:off x="3312159" y="5031740"/>
              <a:ext cx="3810" cy="648970"/>
            </a:xfrm>
            <a:custGeom>
              <a:avLst/>
              <a:gdLst/>
              <a:ahLst/>
              <a:cxnLst/>
              <a:rect l="l" t="t" r="r" b="b"/>
              <a:pathLst>
                <a:path w="3810" h="648970">
                  <a:moveTo>
                    <a:pt x="3810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3810" y="6489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254B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3" name="object 3843"/>
            <p:cNvSpPr/>
            <p:nvPr/>
          </p:nvSpPr>
          <p:spPr>
            <a:xfrm>
              <a:off x="3315970" y="5031740"/>
              <a:ext cx="3810" cy="648970"/>
            </a:xfrm>
            <a:custGeom>
              <a:avLst/>
              <a:gdLst/>
              <a:ahLst/>
              <a:cxnLst/>
              <a:rect l="l" t="t" r="r" b="b"/>
              <a:pathLst>
                <a:path w="3810" h="648970">
                  <a:moveTo>
                    <a:pt x="3809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3809" y="64897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254C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4" name="object 3844"/>
            <p:cNvSpPr/>
            <p:nvPr/>
          </p:nvSpPr>
          <p:spPr>
            <a:xfrm>
              <a:off x="3319779" y="5031740"/>
              <a:ext cx="3810" cy="648970"/>
            </a:xfrm>
            <a:custGeom>
              <a:avLst/>
              <a:gdLst/>
              <a:ahLst/>
              <a:cxnLst/>
              <a:rect l="l" t="t" r="r" b="b"/>
              <a:pathLst>
                <a:path w="3810" h="648970">
                  <a:moveTo>
                    <a:pt x="3810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3810" y="6489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264D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5" name="object 3845"/>
            <p:cNvSpPr/>
            <p:nvPr/>
          </p:nvSpPr>
          <p:spPr>
            <a:xfrm>
              <a:off x="3323590" y="5031740"/>
              <a:ext cx="2540" cy="648970"/>
            </a:xfrm>
            <a:custGeom>
              <a:avLst/>
              <a:gdLst/>
              <a:ahLst/>
              <a:cxnLst/>
              <a:rect l="l" t="t" r="r" b="b"/>
              <a:pathLst>
                <a:path w="2539" h="648970">
                  <a:moveTo>
                    <a:pt x="2539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2539" y="648970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264E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6" name="object 3846"/>
            <p:cNvSpPr/>
            <p:nvPr/>
          </p:nvSpPr>
          <p:spPr>
            <a:xfrm>
              <a:off x="3326129" y="5031740"/>
              <a:ext cx="3810" cy="648970"/>
            </a:xfrm>
            <a:custGeom>
              <a:avLst/>
              <a:gdLst/>
              <a:ahLst/>
              <a:cxnLst/>
              <a:rect l="l" t="t" r="r" b="b"/>
              <a:pathLst>
                <a:path w="3810" h="648970">
                  <a:moveTo>
                    <a:pt x="3810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3810" y="6489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274F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7" name="object 3847"/>
            <p:cNvSpPr/>
            <p:nvPr/>
          </p:nvSpPr>
          <p:spPr>
            <a:xfrm>
              <a:off x="3329940" y="5031740"/>
              <a:ext cx="3810" cy="648970"/>
            </a:xfrm>
            <a:custGeom>
              <a:avLst/>
              <a:gdLst/>
              <a:ahLst/>
              <a:cxnLst/>
              <a:rect l="l" t="t" r="r" b="b"/>
              <a:pathLst>
                <a:path w="3810" h="648970">
                  <a:moveTo>
                    <a:pt x="3810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3810" y="6489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2850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8" name="object 3848"/>
            <p:cNvSpPr/>
            <p:nvPr/>
          </p:nvSpPr>
          <p:spPr>
            <a:xfrm>
              <a:off x="3333750" y="5031740"/>
              <a:ext cx="3810" cy="648970"/>
            </a:xfrm>
            <a:custGeom>
              <a:avLst/>
              <a:gdLst/>
              <a:ahLst/>
              <a:cxnLst/>
              <a:rect l="l" t="t" r="r" b="b"/>
              <a:pathLst>
                <a:path w="3810" h="648970">
                  <a:moveTo>
                    <a:pt x="3810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3810" y="6489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2851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9" name="object 3849"/>
            <p:cNvSpPr/>
            <p:nvPr/>
          </p:nvSpPr>
          <p:spPr>
            <a:xfrm>
              <a:off x="3337559" y="5031740"/>
              <a:ext cx="3810" cy="648970"/>
            </a:xfrm>
            <a:custGeom>
              <a:avLst/>
              <a:gdLst/>
              <a:ahLst/>
              <a:cxnLst/>
              <a:rect l="l" t="t" r="r" b="b"/>
              <a:pathLst>
                <a:path w="3810" h="648970">
                  <a:moveTo>
                    <a:pt x="3810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3810" y="6489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2953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0" name="object 3850"/>
            <p:cNvSpPr/>
            <p:nvPr/>
          </p:nvSpPr>
          <p:spPr>
            <a:xfrm>
              <a:off x="3341370" y="5031740"/>
              <a:ext cx="3810" cy="648970"/>
            </a:xfrm>
            <a:custGeom>
              <a:avLst/>
              <a:gdLst/>
              <a:ahLst/>
              <a:cxnLst/>
              <a:rect l="l" t="t" r="r" b="b"/>
              <a:pathLst>
                <a:path w="3810" h="648970">
                  <a:moveTo>
                    <a:pt x="3809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3809" y="64897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2954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1" name="object 3851"/>
            <p:cNvSpPr/>
            <p:nvPr/>
          </p:nvSpPr>
          <p:spPr>
            <a:xfrm>
              <a:off x="3345179" y="5031740"/>
              <a:ext cx="3810" cy="648970"/>
            </a:xfrm>
            <a:custGeom>
              <a:avLst/>
              <a:gdLst/>
              <a:ahLst/>
              <a:cxnLst/>
              <a:rect l="l" t="t" r="r" b="b"/>
              <a:pathLst>
                <a:path w="3810" h="648970">
                  <a:moveTo>
                    <a:pt x="3810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3810" y="6489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2A55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2" name="object 3852"/>
            <p:cNvSpPr/>
            <p:nvPr/>
          </p:nvSpPr>
          <p:spPr>
            <a:xfrm>
              <a:off x="3348990" y="5031740"/>
              <a:ext cx="3810" cy="648970"/>
            </a:xfrm>
            <a:custGeom>
              <a:avLst/>
              <a:gdLst/>
              <a:ahLst/>
              <a:cxnLst/>
              <a:rect l="l" t="t" r="r" b="b"/>
              <a:pathLst>
                <a:path w="3810" h="648970">
                  <a:moveTo>
                    <a:pt x="3810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3810" y="6489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2A56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3" name="object 3853"/>
            <p:cNvSpPr/>
            <p:nvPr/>
          </p:nvSpPr>
          <p:spPr>
            <a:xfrm>
              <a:off x="3352800" y="5031740"/>
              <a:ext cx="2540" cy="648970"/>
            </a:xfrm>
            <a:custGeom>
              <a:avLst/>
              <a:gdLst/>
              <a:ahLst/>
              <a:cxnLst/>
              <a:rect l="l" t="t" r="r" b="b"/>
              <a:pathLst>
                <a:path w="2539" h="648970">
                  <a:moveTo>
                    <a:pt x="2539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2539" y="648970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2B57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4" name="object 3854"/>
            <p:cNvSpPr/>
            <p:nvPr/>
          </p:nvSpPr>
          <p:spPr>
            <a:xfrm>
              <a:off x="3355340" y="5031740"/>
              <a:ext cx="3810" cy="648970"/>
            </a:xfrm>
            <a:custGeom>
              <a:avLst/>
              <a:gdLst/>
              <a:ahLst/>
              <a:cxnLst/>
              <a:rect l="l" t="t" r="r" b="b"/>
              <a:pathLst>
                <a:path w="3810" h="648970">
                  <a:moveTo>
                    <a:pt x="3810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3810" y="6489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2B58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5" name="object 3855"/>
            <p:cNvSpPr/>
            <p:nvPr/>
          </p:nvSpPr>
          <p:spPr>
            <a:xfrm>
              <a:off x="3359150" y="5031740"/>
              <a:ext cx="3810" cy="648970"/>
            </a:xfrm>
            <a:custGeom>
              <a:avLst/>
              <a:gdLst/>
              <a:ahLst/>
              <a:cxnLst/>
              <a:rect l="l" t="t" r="r" b="b"/>
              <a:pathLst>
                <a:path w="3810" h="648970">
                  <a:moveTo>
                    <a:pt x="3810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3810" y="6489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2C59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6" name="object 3856"/>
            <p:cNvSpPr/>
            <p:nvPr/>
          </p:nvSpPr>
          <p:spPr>
            <a:xfrm>
              <a:off x="3362959" y="5031740"/>
              <a:ext cx="3810" cy="648970"/>
            </a:xfrm>
            <a:custGeom>
              <a:avLst/>
              <a:gdLst/>
              <a:ahLst/>
              <a:cxnLst/>
              <a:rect l="l" t="t" r="r" b="b"/>
              <a:pathLst>
                <a:path w="3810" h="648970">
                  <a:moveTo>
                    <a:pt x="3810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3810" y="6489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2D5A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7" name="object 3857"/>
            <p:cNvSpPr/>
            <p:nvPr/>
          </p:nvSpPr>
          <p:spPr>
            <a:xfrm>
              <a:off x="3366770" y="5031740"/>
              <a:ext cx="3810" cy="648970"/>
            </a:xfrm>
            <a:custGeom>
              <a:avLst/>
              <a:gdLst/>
              <a:ahLst/>
              <a:cxnLst/>
              <a:rect l="l" t="t" r="r" b="b"/>
              <a:pathLst>
                <a:path w="3810" h="648970">
                  <a:moveTo>
                    <a:pt x="3809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3809" y="64897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2D5C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8" name="object 3858"/>
            <p:cNvSpPr/>
            <p:nvPr/>
          </p:nvSpPr>
          <p:spPr>
            <a:xfrm>
              <a:off x="3370579" y="5031740"/>
              <a:ext cx="3810" cy="648970"/>
            </a:xfrm>
            <a:custGeom>
              <a:avLst/>
              <a:gdLst/>
              <a:ahLst/>
              <a:cxnLst/>
              <a:rect l="l" t="t" r="r" b="b"/>
              <a:pathLst>
                <a:path w="3810" h="648970">
                  <a:moveTo>
                    <a:pt x="3810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3810" y="6489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2E5D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9" name="object 3859"/>
            <p:cNvSpPr/>
            <p:nvPr/>
          </p:nvSpPr>
          <p:spPr>
            <a:xfrm>
              <a:off x="3374390" y="5031740"/>
              <a:ext cx="2540" cy="648970"/>
            </a:xfrm>
            <a:custGeom>
              <a:avLst/>
              <a:gdLst/>
              <a:ahLst/>
              <a:cxnLst/>
              <a:rect l="l" t="t" r="r" b="b"/>
              <a:pathLst>
                <a:path w="2539" h="648970">
                  <a:moveTo>
                    <a:pt x="2539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2539" y="648970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2E5E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0" name="object 3860"/>
            <p:cNvSpPr/>
            <p:nvPr/>
          </p:nvSpPr>
          <p:spPr>
            <a:xfrm>
              <a:off x="3376929" y="5031740"/>
              <a:ext cx="3810" cy="648970"/>
            </a:xfrm>
            <a:custGeom>
              <a:avLst/>
              <a:gdLst/>
              <a:ahLst/>
              <a:cxnLst/>
              <a:rect l="l" t="t" r="r" b="b"/>
              <a:pathLst>
                <a:path w="3810" h="648970">
                  <a:moveTo>
                    <a:pt x="3810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3810" y="6489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2F5F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1" name="object 3861"/>
            <p:cNvSpPr/>
            <p:nvPr/>
          </p:nvSpPr>
          <p:spPr>
            <a:xfrm>
              <a:off x="3380740" y="5031740"/>
              <a:ext cx="3810" cy="648970"/>
            </a:xfrm>
            <a:custGeom>
              <a:avLst/>
              <a:gdLst/>
              <a:ahLst/>
              <a:cxnLst/>
              <a:rect l="l" t="t" r="r" b="b"/>
              <a:pathLst>
                <a:path w="3810" h="648970">
                  <a:moveTo>
                    <a:pt x="3810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3810" y="6489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2F60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2" name="object 3862"/>
            <p:cNvSpPr/>
            <p:nvPr/>
          </p:nvSpPr>
          <p:spPr>
            <a:xfrm>
              <a:off x="3384550" y="5031740"/>
              <a:ext cx="3810" cy="648970"/>
            </a:xfrm>
            <a:custGeom>
              <a:avLst/>
              <a:gdLst/>
              <a:ahLst/>
              <a:cxnLst/>
              <a:rect l="l" t="t" r="r" b="b"/>
              <a:pathLst>
                <a:path w="3810" h="648970">
                  <a:moveTo>
                    <a:pt x="3810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3810" y="6489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3061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3" name="object 3863"/>
            <p:cNvSpPr/>
            <p:nvPr/>
          </p:nvSpPr>
          <p:spPr>
            <a:xfrm>
              <a:off x="3388359" y="5031740"/>
              <a:ext cx="3810" cy="648970"/>
            </a:xfrm>
            <a:custGeom>
              <a:avLst/>
              <a:gdLst/>
              <a:ahLst/>
              <a:cxnLst/>
              <a:rect l="l" t="t" r="r" b="b"/>
              <a:pathLst>
                <a:path w="3810" h="648970">
                  <a:moveTo>
                    <a:pt x="3810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3810" y="6489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3062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4" name="object 3864"/>
            <p:cNvSpPr/>
            <p:nvPr/>
          </p:nvSpPr>
          <p:spPr>
            <a:xfrm>
              <a:off x="3046730" y="5031740"/>
              <a:ext cx="3810" cy="648970"/>
            </a:xfrm>
            <a:custGeom>
              <a:avLst/>
              <a:gdLst/>
              <a:ahLst/>
              <a:cxnLst/>
              <a:rect l="l" t="t" r="r" b="b"/>
              <a:pathLst>
                <a:path w="3810" h="648970">
                  <a:moveTo>
                    <a:pt x="3810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3810" y="6489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172E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5" name="object 3865"/>
            <p:cNvSpPr/>
            <p:nvPr/>
          </p:nvSpPr>
          <p:spPr>
            <a:xfrm>
              <a:off x="3050539" y="5031740"/>
              <a:ext cx="3810" cy="648970"/>
            </a:xfrm>
            <a:custGeom>
              <a:avLst/>
              <a:gdLst/>
              <a:ahLst/>
              <a:cxnLst/>
              <a:rect l="l" t="t" r="r" b="b"/>
              <a:pathLst>
                <a:path w="3810" h="648970">
                  <a:moveTo>
                    <a:pt x="3810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3810" y="6489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18304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6" name="object 3866"/>
            <p:cNvSpPr/>
            <p:nvPr/>
          </p:nvSpPr>
          <p:spPr>
            <a:xfrm>
              <a:off x="3054350" y="5031740"/>
              <a:ext cx="3810" cy="648970"/>
            </a:xfrm>
            <a:custGeom>
              <a:avLst/>
              <a:gdLst/>
              <a:ahLst/>
              <a:cxnLst/>
              <a:rect l="l" t="t" r="r" b="b"/>
              <a:pathLst>
                <a:path w="3810" h="648970">
                  <a:moveTo>
                    <a:pt x="3810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3810" y="6489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19334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7" name="object 3867"/>
            <p:cNvSpPr/>
            <p:nvPr/>
          </p:nvSpPr>
          <p:spPr>
            <a:xfrm>
              <a:off x="3058159" y="5031740"/>
              <a:ext cx="3810" cy="648970"/>
            </a:xfrm>
            <a:custGeom>
              <a:avLst/>
              <a:gdLst/>
              <a:ahLst/>
              <a:cxnLst/>
              <a:rect l="l" t="t" r="r" b="b"/>
              <a:pathLst>
                <a:path w="3810" h="648970">
                  <a:moveTo>
                    <a:pt x="3809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3809" y="64897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1A344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8" name="object 3868"/>
            <p:cNvSpPr/>
            <p:nvPr/>
          </p:nvSpPr>
          <p:spPr>
            <a:xfrm>
              <a:off x="3061970" y="5031740"/>
              <a:ext cx="3810" cy="648970"/>
            </a:xfrm>
            <a:custGeom>
              <a:avLst/>
              <a:gdLst/>
              <a:ahLst/>
              <a:cxnLst/>
              <a:rect l="l" t="t" r="r" b="b"/>
              <a:pathLst>
                <a:path w="3810" h="648970">
                  <a:moveTo>
                    <a:pt x="3810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3810" y="6489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1B36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9" name="object 3869"/>
            <p:cNvSpPr/>
            <p:nvPr/>
          </p:nvSpPr>
          <p:spPr>
            <a:xfrm>
              <a:off x="3065779" y="5031740"/>
              <a:ext cx="3810" cy="648970"/>
            </a:xfrm>
            <a:custGeom>
              <a:avLst/>
              <a:gdLst/>
              <a:ahLst/>
              <a:cxnLst/>
              <a:rect l="l" t="t" r="r" b="b"/>
              <a:pathLst>
                <a:path w="3810" h="648970">
                  <a:moveTo>
                    <a:pt x="3809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3809" y="64897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1C395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0" name="object 3870"/>
            <p:cNvSpPr/>
            <p:nvPr/>
          </p:nvSpPr>
          <p:spPr>
            <a:xfrm>
              <a:off x="3069590" y="5031740"/>
              <a:ext cx="2540" cy="648970"/>
            </a:xfrm>
            <a:custGeom>
              <a:avLst/>
              <a:gdLst/>
              <a:ahLst/>
              <a:cxnLst/>
              <a:rect l="l" t="t" r="r" b="b"/>
              <a:pathLst>
                <a:path w="2539" h="648970">
                  <a:moveTo>
                    <a:pt x="2540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2540" y="6489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1D3B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1" name="object 3871"/>
            <p:cNvSpPr/>
            <p:nvPr/>
          </p:nvSpPr>
          <p:spPr>
            <a:xfrm>
              <a:off x="3072130" y="5031740"/>
              <a:ext cx="3810" cy="648970"/>
            </a:xfrm>
            <a:custGeom>
              <a:avLst/>
              <a:gdLst/>
              <a:ahLst/>
              <a:cxnLst/>
              <a:rect l="l" t="t" r="r" b="b"/>
              <a:pathLst>
                <a:path w="3810" h="648970">
                  <a:moveTo>
                    <a:pt x="3809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3809" y="64897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1E3D5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2" name="object 3872"/>
            <p:cNvSpPr/>
            <p:nvPr/>
          </p:nvSpPr>
          <p:spPr>
            <a:xfrm>
              <a:off x="3075940" y="5031740"/>
              <a:ext cx="3810" cy="648970"/>
            </a:xfrm>
            <a:custGeom>
              <a:avLst/>
              <a:gdLst/>
              <a:ahLst/>
              <a:cxnLst/>
              <a:rect l="l" t="t" r="r" b="b"/>
              <a:pathLst>
                <a:path w="3810" h="648970">
                  <a:moveTo>
                    <a:pt x="3810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3810" y="6489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1F3F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3" name="object 3873"/>
            <p:cNvSpPr/>
            <p:nvPr/>
          </p:nvSpPr>
          <p:spPr>
            <a:xfrm>
              <a:off x="3079750" y="5031740"/>
              <a:ext cx="3810" cy="648970"/>
            </a:xfrm>
            <a:custGeom>
              <a:avLst/>
              <a:gdLst/>
              <a:ahLst/>
              <a:cxnLst/>
              <a:rect l="l" t="t" r="r" b="b"/>
              <a:pathLst>
                <a:path w="3810" h="648970">
                  <a:moveTo>
                    <a:pt x="3810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3810" y="6489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204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4" name="object 3874"/>
            <p:cNvSpPr/>
            <p:nvPr/>
          </p:nvSpPr>
          <p:spPr>
            <a:xfrm>
              <a:off x="3083559" y="5031740"/>
              <a:ext cx="3810" cy="648970"/>
            </a:xfrm>
            <a:custGeom>
              <a:avLst/>
              <a:gdLst/>
              <a:ahLst/>
              <a:cxnLst/>
              <a:rect l="l" t="t" r="r" b="b"/>
              <a:pathLst>
                <a:path w="3810" h="648970">
                  <a:moveTo>
                    <a:pt x="3809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3809" y="64897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214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5" name="object 3875"/>
            <p:cNvSpPr/>
            <p:nvPr/>
          </p:nvSpPr>
          <p:spPr>
            <a:xfrm>
              <a:off x="3087369" y="5031740"/>
              <a:ext cx="3810" cy="648970"/>
            </a:xfrm>
            <a:custGeom>
              <a:avLst/>
              <a:gdLst/>
              <a:ahLst/>
              <a:cxnLst/>
              <a:rect l="l" t="t" r="r" b="b"/>
              <a:pathLst>
                <a:path w="3810" h="648970">
                  <a:moveTo>
                    <a:pt x="3810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3810" y="6489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2246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6" name="object 3876"/>
            <p:cNvSpPr/>
            <p:nvPr/>
          </p:nvSpPr>
          <p:spPr>
            <a:xfrm>
              <a:off x="3091180" y="5031740"/>
              <a:ext cx="3810" cy="648970"/>
            </a:xfrm>
            <a:custGeom>
              <a:avLst/>
              <a:gdLst/>
              <a:ahLst/>
              <a:cxnLst/>
              <a:rect l="l" t="t" r="r" b="b"/>
              <a:pathLst>
                <a:path w="3810" h="648970">
                  <a:moveTo>
                    <a:pt x="3809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3809" y="64897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2348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7" name="object 3877"/>
            <p:cNvSpPr/>
            <p:nvPr/>
          </p:nvSpPr>
          <p:spPr>
            <a:xfrm>
              <a:off x="3094989" y="5031740"/>
              <a:ext cx="2540" cy="648970"/>
            </a:xfrm>
            <a:custGeom>
              <a:avLst/>
              <a:gdLst/>
              <a:ahLst/>
              <a:cxnLst/>
              <a:rect l="l" t="t" r="r" b="b"/>
              <a:pathLst>
                <a:path w="2539" h="648970">
                  <a:moveTo>
                    <a:pt x="2540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2540" y="6489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254A7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8" name="object 3878"/>
            <p:cNvSpPr/>
            <p:nvPr/>
          </p:nvSpPr>
          <p:spPr>
            <a:xfrm>
              <a:off x="3097530" y="5031740"/>
              <a:ext cx="5080" cy="648970"/>
            </a:xfrm>
            <a:custGeom>
              <a:avLst/>
              <a:gdLst/>
              <a:ahLst/>
              <a:cxnLst/>
              <a:rect l="l" t="t" r="r" b="b"/>
              <a:pathLst>
                <a:path w="5080" h="648970">
                  <a:moveTo>
                    <a:pt x="5080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5080" y="648970"/>
                  </a:lnTo>
                  <a:lnTo>
                    <a:pt x="5080" y="0"/>
                  </a:lnTo>
                  <a:close/>
                </a:path>
              </a:pathLst>
            </a:custGeom>
            <a:solidFill>
              <a:srgbClr val="264C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9" name="object 3879"/>
            <p:cNvSpPr/>
            <p:nvPr/>
          </p:nvSpPr>
          <p:spPr>
            <a:xfrm>
              <a:off x="3102610" y="5031740"/>
              <a:ext cx="2540" cy="648970"/>
            </a:xfrm>
            <a:custGeom>
              <a:avLst/>
              <a:gdLst/>
              <a:ahLst/>
              <a:cxnLst/>
              <a:rect l="l" t="t" r="r" b="b"/>
              <a:pathLst>
                <a:path w="2539" h="648970">
                  <a:moveTo>
                    <a:pt x="2539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2539" y="648970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274F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0" name="object 3880"/>
            <p:cNvSpPr/>
            <p:nvPr/>
          </p:nvSpPr>
          <p:spPr>
            <a:xfrm>
              <a:off x="3105150" y="5031740"/>
              <a:ext cx="3810" cy="648970"/>
            </a:xfrm>
            <a:custGeom>
              <a:avLst/>
              <a:gdLst/>
              <a:ahLst/>
              <a:cxnLst/>
              <a:rect l="l" t="t" r="r" b="b"/>
              <a:pathLst>
                <a:path w="3810" h="648970">
                  <a:moveTo>
                    <a:pt x="3810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3810" y="6489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2851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1" name="object 3881"/>
            <p:cNvSpPr/>
            <p:nvPr/>
          </p:nvSpPr>
          <p:spPr>
            <a:xfrm>
              <a:off x="3108960" y="5031740"/>
              <a:ext cx="3810" cy="648970"/>
            </a:xfrm>
            <a:custGeom>
              <a:avLst/>
              <a:gdLst/>
              <a:ahLst/>
              <a:cxnLst/>
              <a:rect l="l" t="t" r="r" b="b"/>
              <a:pathLst>
                <a:path w="3810" h="648970">
                  <a:moveTo>
                    <a:pt x="3809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3809" y="64897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2953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2" name="object 3882"/>
            <p:cNvSpPr/>
            <p:nvPr/>
          </p:nvSpPr>
          <p:spPr>
            <a:xfrm>
              <a:off x="3112769" y="5031740"/>
              <a:ext cx="3810" cy="648970"/>
            </a:xfrm>
            <a:custGeom>
              <a:avLst/>
              <a:gdLst/>
              <a:ahLst/>
              <a:cxnLst/>
              <a:rect l="l" t="t" r="r" b="b"/>
              <a:pathLst>
                <a:path w="3810" h="648970">
                  <a:moveTo>
                    <a:pt x="3810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3810" y="6489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2A55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3" name="object 3883"/>
            <p:cNvSpPr/>
            <p:nvPr/>
          </p:nvSpPr>
          <p:spPr>
            <a:xfrm>
              <a:off x="3116580" y="5031740"/>
              <a:ext cx="3810" cy="648970"/>
            </a:xfrm>
            <a:custGeom>
              <a:avLst/>
              <a:gdLst/>
              <a:ahLst/>
              <a:cxnLst/>
              <a:rect l="l" t="t" r="r" b="b"/>
              <a:pathLst>
                <a:path w="3810" h="648970">
                  <a:moveTo>
                    <a:pt x="3809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3809" y="64897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2B57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4" name="object 3884"/>
            <p:cNvSpPr/>
            <p:nvPr/>
          </p:nvSpPr>
          <p:spPr>
            <a:xfrm>
              <a:off x="3120389" y="5031740"/>
              <a:ext cx="3810" cy="648970"/>
            </a:xfrm>
            <a:custGeom>
              <a:avLst/>
              <a:gdLst/>
              <a:ahLst/>
              <a:cxnLst/>
              <a:rect l="l" t="t" r="r" b="b"/>
              <a:pathLst>
                <a:path w="3810" h="648970">
                  <a:moveTo>
                    <a:pt x="3810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3810" y="6489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2C5A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5" name="object 3885"/>
            <p:cNvSpPr/>
            <p:nvPr/>
          </p:nvSpPr>
          <p:spPr>
            <a:xfrm>
              <a:off x="3124200" y="5031740"/>
              <a:ext cx="3810" cy="648970"/>
            </a:xfrm>
            <a:custGeom>
              <a:avLst/>
              <a:gdLst/>
              <a:ahLst/>
              <a:cxnLst/>
              <a:rect l="l" t="t" r="r" b="b"/>
              <a:pathLst>
                <a:path w="3810" h="648970">
                  <a:moveTo>
                    <a:pt x="3810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3810" y="6489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2D5C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6" name="object 3886"/>
            <p:cNvSpPr/>
            <p:nvPr/>
          </p:nvSpPr>
          <p:spPr>
            <a:xfrm>
              <a:off x="3128010" y="5031740"/>
              <a:ext cx="3810" cy="648970"/>
            </a:xfrm>
            <a:custGeom>
              <a:avLst/>
              <a:gdLst/>
              <a:ahLst/>
              <a:cxnLst/>
              <a:rect l="l" t="t" r="r" b="b"/>
              <a:pathLst>
                <a:path w="3810" h="648970">
                  <a:moveTo>
                    <a:pt x="3809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3809" y="64897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2E5E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7" name="object 3887"/>
            <p:cNvSpPr/>
            <p:nvPr/>
          </p:nvSpPr>
          <p:spPr>
            <a:xfrm>
              <a:off x="3131819" y="5031740"/>
              <a:ext cx="3810" cy="648970"/>
            </a:xfrm>
            <a:custGeom>
              <a:avLst/>
              <a:gdLst/>
              <a:ahLst/>
              <a:cxnLst/>
              <a:rect l="l" t="t" r="r" b="b"/>
              <a:pathLst>
                <a:path w="3810" h="648970">
                  <a:moveTo>
                    <a:pt x="3810" y="0"/>
                  </a:moveTo>
                  <a:lnTo>
                    <a:pt x="0" y="0"/>
                  </a:lnTo>
                  <a:lnTo>
                    <a:pt x="0" y="648970"/>
                  </a:lnTo>
                  <a:lnTo>
                    <a:pt x="3810" y="6489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2F60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8" name="object 3888"/>
            <p:cNvSpPr/>
            <p:nvPr/>
          </p:nvSpPr>
          <p:spPr>
            <a:xfrm>
              <a:off x="3048000" y="4709160"/>
              <a:ext cx="2743200" cy="1295400"/>
            </a:xfrm>
            <a:custGeom>
              <a:avLst/>
              <a:gdLst/>
              <a:ahLst/>
              <a:cxnLst/>
              <a:rect l="l" t="t" r="r" b="b"/>
              <a:pathLst>
                <a:path w="2743200" h="1295400">
                  <a:moveTo>
                    <a:pt x="2057400" y="0"/>
                  </a:moveTo>
                  <a:lnTo>
                    <a:pt x="2057400" y="323850"/>
                  </a:lnTo>
                  <a:lnTo>
                    <a:pt x="427989" y="323850"/>
                  </a:lnTo>
                  <a:lnTo>
                    <a:pt x="427989" y="971549"/>
                  </a:lnTo>
                  <a:lnTo>
                    <a:pt x="2057400" y="971549"/>
                  </a:lnTo>
                  <a:lnTo>
                    <a:pt x="2057400" y="1295399"/>
                  </a:lnTo>
                  <a:lnTo>
                    <a:pt x="2743200" y="647699"/>
                  </a:lnTo>
                  <a:lnTo>
                    <a:pt x="2057400" y="0"/>
                  </a:lnTo>
                  <a:close/>
                </a:path>
                <a:path w="2743200" h="1295400">
                  <a:moveTo>
                    <a:pt x="171450" y="323850"/>
                  </a:moveTo>
                  <a:lnTo>
                    <a:pt x="171450" y="971549"/>
                  </a:lnTo>
                  <a:lnTo>
                    <a:pt x="342900" y="971549"/>
                  </a:lnTo>
                  <a:lnTo>
                    <a:pt x="342900" y="323850"/>
                  </a:lnTo>
                  <a:lnTo>
                    <a:pt x="171450" y="323850"/>
                  </a:lnTo>
                  <a:close/>
                </a:path>
                <a:path w="2743200" h="1295400">
                  <a:moveTo>
                    <a:pt x="0" y="323850"/>
                  </a:moveTo>
                  <a:lnTo>
                    <a:pt x="0" y="971549"/>
                  </a:lnTo>
                  <a:lnTo>
                    <a:pt x="86360" y="971549"/>
                  </a:lnTo>
                  <a:lnTo>
                    <a:pt x="86360" y="323850"/>
                  </a:lnTo>
                  <a:lnTo>
                    <a:pt x="0" y="323850"/>
                  </a:lnTo>
                  <a:close/>
                </a:path>
              </a:pathLst>
            </a:custGeom>
            <a:ln w="93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89" name="object 3889"/>
          <p:cNvSpPr txBox="1"/>
          <p:nvPr/>
        </p:nvSpPr>
        <p:spPr>
          <a:xfrm>
            <a:off x="3867150" y="5076190"/>
            <a:ext cx="12573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b="1" spc="-10" dirty="0">
                <a:solidFill>
                  <a:srgbClr val="FFFFFF"/>
                </a:solidFill>
                <a:latin typeface="Arial"/>
                <a:cs typeface="Arial"/>
              </a:rPr>
              <a:t>Replication</a:t>
            </a:r>
            <a:endParaRPr sz="1800">
              <a:latin typeface="Arial"/>
              <a:cs typeface="Arial"/>
            </a:endParaRPr>
          </a:p>
        </p:txBody>
      </p:sp>
      <p:grpSp>
        <p:nvGrpSpPr>
          <p:cNvPr id="3890" name="object 3890"/>
          <p:cNvGrpSpPr/>
          <p:nvPr/>
        </p:nvGrpSpPr>
        <p:grpSpPr>
          <a:xfrm>
            <a:off x="5181600" y="2122170"/>
            <a:ext cx="2863850" cy="1215390"/>
            <a:chOff x="5181600" y="2122170"/>
            <a:chExt cx="2863850" cy="1215390"/>
          </a:xfrm>
        </p:grpSpPr>
        <p:pic>
          <p:nvPicPr>
            <p:cNvPr id="3891" name="object 3891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7527289" y="2802890"/>
              <a:ext cx="246379" cy="172720"/>
            </a:xfrm>
            <a:prstGeom prst="rect">
              <a:avLst/>
            </a:prstGeom>
          </p:spPr>
        </p:pic>
        <p:sp>
          <p:nvSpPr>
            <p:cNvPr id="3892" name="object 3892"/>
            <p:cNvSpPr/>
            <p:nvPr/>
          </p:nvSpPr>
          <p:spPr>
            <a:xfrm>
              <a:off x="7515860" y="2975609"/>
              <a:ext cx="257810" cy="7620"/>
            </a:xfrm>
            <a:custGeom>
              <a:avLst/>
              <a:gdLst/>
              <a:ahLst/>
              <a:cxnLst/>
              <a:rect l="l" t="t" r="r" b="b"/>
              <a:pathLst>
                <a:path w="257809" h="7619">
                  <a:moveTo>
                    <a:pt x="257810" y="5080"/>
                  </a:moveTo>
                  <a:lnTo>
                    <a:pt x="6350" y="5080"/>
                  </a:lnTo>
                  <a:lnTo>
                    <a:pt x="6350" y="3810"/>
                  </a:lnTo>
                  <a:lnTo>
                    <a:pt x="3810" y="3810"/>
                  </a:lnTo>
                  <a:lnTo>
                    <a:pt x="3810" y="5080"/>
                  </a:lnTo>
                  <a:lnTo>
                    <a:pt x="2540" y="5080"/>
                  </a:lnTo>
                  <a:lnTo>
                    <a:pt x="2540" y="6350"/>
                  </a:lnTo>
                  <a:lnTo>
                    <a:pt x="0" y="6350"/>
                  </a:lnTo>
                  <a:lnTo>
                    <a:pt x="0" y="7620"/>
                  </a:lnTo>
                  <a:lnTo>
                    <a:pt x="257810" y="7620"/>
                  </a:lnTo>
                  <a:lnTo>
                    <a:pt x="257810" y="6350"/>
                  </a:lnTo>
                  <a:lnTo>
                    <a:pt x="257810" y="5080"/>
                  </a:lnTo>
                  <a:close/>
                </a:path>
                <a:path w="257809" h="7619">
                  <a:moveTo>
                    <a:pt x="257810" y="0"/>
                  </a:moveTo>
                  <a:lnTo>
                    <a:pt x="8890" y="0"/>
                  </a:lnTo>
                  <a:lnTo>
                    <a:pt x="8890" y="1270"/>
                  </a:lnTo>
                  <a:lnTo>
                    <a:pt x="7620" y="1270"/>
                  </a:lnTo>
                  <a:lnTo>
                    <a:pt x="7620" y="2540"/>
                  </a:lnTo>
                  <a:lnTo>
                    <a:pt x="6350" y="2540"/>
                  </a:lnTo>
                  <a:lnTo>
                    <a:pt x="6350" y="3810"/>
                  </a:lnTo>
                  <a:lnTo>
                    <a:pt x="257810" y="3810"/>
                  </a:lnTo>
                  <a:lnTo>
                    <a:pt x="257810" y="2540"/>
                  </a:lnTo>
                  <a:lnTo>
                    <a:pt x="257810" y="1270"/>
                  </a:lnTo>
                  <a:lnTo>
                    <a:pt x="257810" y="0"/>
                  </a:lnTo>
                  <a:close/>
                </a:path>
              </a:pathLst>
            </a:custGeom>
            <a:solidFill>
              <a:srgbClr val="9F9F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3" name="object 3893"/>
            <p:cNvSpPr/>
            <p:nvPr/>
          </p:nvSpPr>
          <p:spPr>
            <a:xfrm>
              <a:off x="7505700" y="2983229"/>
              <a:ext cx="267970" cy="7620"/>
            </a:xfrm>
            <a:custGeom>
              <a:avLst/>
              <a:gdLst/>
              <a:ahLst/>
              <a:cxnLst/>
              <a:rect l="l" t="t" r="r" b="b"/>
              <a:pathLst>
                <a:path w="267970" h="7619">
                  <a:moveTo>
                    <a:pt x="267970" y="3810"/>
                  </a:moveTo>
                  <a:lnTo>
                    <a:pt x="6350" y="3810"/>
                  </a:lnTo>
                  <a:lnTo>
                    <a:pt x="6350" y="2540"/>
                  </a:lnTo>
                  <a:lnTo>
                    <a:pt x="5080" y="2540"/>
                  </a:lnTo>
                  <a:lnTo>
                    <a:pt x="5080" y="3810"/>
                  </a:lnTo>
                  <a:lnTo>
                    <a:pt x="3810" y="3810"/>
                  </a:lnTo>
                  <a:lnTo>
                    <a:pt x="3810" y="5080"/>
                  </a:lnTo>
                  <a:lnTo>
                    <a:pt x="1270" y="5080"/>
                  </a:lnTo>
                  <a:lnTo>
                    <a:pt x="1270" y="6350"/>
                  </a:lnTo>
                  <a:lnTo>
                    <a:pt x="0" y="6350"/>
                  </a:lnTo>
                  <a:lnTo>
                    <a:pt x="0" y="7620"/>
                  </a:lnTo>
                  <a:lnTo>
                    <a:pt x="267957" y="7620"/>
                  </a:lnTo>
                  <a:lnTo>
                    <a:pt x="267957" y="6350"/>
                  </a:lnTo>
                  <a:lnTo>
                    <a:pt x="267957" y="5080"/>
                  </a:lnTo>
                  <a:lnTo>
                    <a:pt x="267970" y="3810"/>
                  </a:lnTo>
                  <a:close/>
                </a:path>
                <a:path w="267970" h="7619">
                  <a:moveTo>
                    <a:pt x="267970" y="0"/>
                  </a:moveTo>
                  <a:lnTo>
                    <a:pt x="8890" y="0"/>
                  </a:lnTo>
                  <a:lnTo>
                    <a:pt x="8890" y="1270"/>
                  </a:lnTo>
                  <a:lnTo>
                    <a:pt x="6350" y="1270"/>
                  </a:lnTo>
                  <a:lnTo>
                    <a:pt x="6350" y="2540"/>
                  </a:lnTo>
                  <a:lnTo>
                    <a:pt x="267970" y="2540"/>
                  </a:lnTo>
                  <a:lnTo>
                    <a:pt x="267970" y="1270"/>
                  </a:lnTo>
                  <a:lnTo>
                    <a:pt x="267970" y="0"/>
                  </a:lnTo>
                  <a:close/>
                </a:path>
              </a:pathLst>
            </a:custGeom>
            <a:solidFill>
              <a:srgbClr val="9D9D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4" name="object 3894"/>
            <p:cNvSpPr/>
            <p:nvPr/>
          </p:nvSpPr>
          <p:spPr>
            <a:xfrm>
              <a:off x="7496810" y="2990849"/>
              <a:ext cx="276860" cy="6350"/>
            </a:xfrm>
            <a:custGeom>
              <a:avLst/>
              <a:gdLst/>
              <a:ahLst/>
              <a:cxnLst/>
              <a:rect l="l" t="t" r="r" b="b"/>
              <a:pathLst>
                <a:path w="276859" h="6350">
                  <a:moveTo>
                    <a:pt x="276847" y="0"/>
                  </a:moveTo>
                  <a:lnTo>
                    <a:pt x="6350" y="0"/>
                  </a:lnTo>
                  <a:lnTo>
                    <a:pt x="6350" y="1270"/>
                  </a:lnTo>
                  <a:lnTo>
                    <a:pt x="276847" y="1270"/>
                  </a:lnTo>
                  <a:lnTo>
                    <a:pt x="276847" y="0"/>
                  </a:lnTo>
                  <a:close/>
                </a:path>
                <a:path w="276859" h="6350">
                  <a:moveTo>
                    <a:pt x="276860" y="2540"/>
                  </a:moveTo>
                  <a:lnTo>
                    <a:pt x="6350" y="2540"/>
                  </a:lnTo>
                  <a:lnTo>
                    <a:pt x="6350" y="1270"/>
                  </a:lnTo>
                  <a:lnTo>
                    <a:pt x="5080" y="1270"/>
                  </a:lnTo>
                  <a:lnTo>
                    <a:pt x="508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1270" y="3810"/>
                  </a:lnTo>
                  <a:lnTo>
                    <a:pt x="1270" y="5080"/>
                  </a:lnTo>
                  <a:lnTo>
                    <a:pt x="0" y="5080"/>
                  </a:lnTo>
                  <a:lnTo>
                    <a:pt x="0" y="6350"/>
                  </a:lnTo>
                  <a:lnTo>
                    <a:pt x="276860" y="6350"/>
                  </a:lnTo>
                  <a:lnTo>
                    <a:pt x="276860" y="5080"/>
                  </a:lnTo>
                  <a:lnTo>
                    <a:pt x="276860" y="3810"/>
                  </a:lnTo>
                  <a:lnTo>
                    <a:pt x="276860" y="2540"/>
                  </a:lnTo>
                  <a:close/>
                </a:path>
              </a:pathLst>
            </a:custGeom>
            <a:solidFill>
              <a:srgbClr val="9C9C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5" name="object 3895"/>
            <p:cNvSpPr/>
            <p:nvPr/>
          </p:nvSpPr>
          <p:spPr>
            <a:xfrm>
              <a:off x="7485380" y="2997199"/>
              <a:ext cx="288290" cy="7620"/>
            </a:xfrm>
            <a:custGeom>
              <a:avLst/>
              <a:gdLst/>
              <a:ahLst/>
              <a:cxnLst/>
              <a:rect l="l" t="t" r="r" b="b"/>
              <a:pathLst>
                <a:path w="288290" h="7619">
                  <a:moveTo>
                    <a:pt x="288290" y="2540"/>
                  </a:moveTo>
                  <a:lnTo>
                    <a:pt x="8890" y="2540"/>
                  </a:lnTo>
                  <a:lnTo>
                    <a:pt x="8890" y="1270"/>
                  </a:lnTo>
                  <a:lnTo>
                    <a:pt x="7620" y="1270"/>
                  </a:lnTo>
                  <a:lnTo>
                    <a:pt x="7620" y="2540"/>
                  </a:lnTo>
                  <a:lnTo>
                    <a:pt x="5080" y="2540"/>
                  </a:lnTo>
                  <a:lnTo>
                    <a:pt x="5080" y="3810"/>
                  </a:lnTo>
                  <a:lnTo>
                    <a:pt x="3810" y="3810"/>
                  </a:lnTo>
                  <a:lnTo>
                    <a:pt x="3810" y="5080"/>
                  </a:lnTo>
                  <a:lnTo>
                    <a:pt x="1270" y="5080"/>
                  </a:lnTo>
                  <a:lnTo>
                    <a:pt x="1270" y="6350"/>
                  </a:lnTo>
                  <a:lnTo>
                    <a:pt x="0" y="6350"/>
                  </a:lnTo>
                  <a:lnTo>
                    <a:pt x="0" y="7620"/>
                  </a:lnTo>
                  <a:lnTo>
                    <a:pt x="288290" y="7620"/>
                  </a:lnTo>
                  <a:lnTo>
                    <a:pt x="288290" y="6350"/>
                  </a:lnTo>
                  <a:lnTo>
                    <a:pt x="288290" y="5080"/>
                  </a:lnTo>
                  <a:lnTo>
                    <a:pt x="288290" y="3810"/>
                  </a:lnTo>
                  <a:lnTo>
                    <a:pt x="288290" y="2540"/>
                  </a:lnTo>
                  <a:close/>
                </a:path>
                <a:path w="288290" h="7619">
                  <a:moveTo>
                    <a:pt x="288290" y="0"/>
                  </a:moveTo>
                  <a:lnTo>
                    <a:pt x="8890" y="0"/>
                  </a:lnTo>
                  <a:lnTo>
                    <a:pt x="8890" y="1270"/>
                  </a:lnTo>
                  <a:lnTo>
                    <a:pt x="288290" y="1270"/>
                  </a:lnTo>
                  <a:lnTo>
                    <a:pt x="288290" y="0"/>
                  </a:lnTo>
                  <a:close/>
                </a:path>
              </a:pathLst>
            </a:custGeom>
            <a:solidFill>
              <a:srgbClr val="9A9A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6" name="object 3896"/>
            <p:cNvSpPr/>
            <p:nvPr/>
          </p:nvSpPr>
          <p:spPr>
            <a:xfrm>
              <a:off x="7465060" y="3004819"/>
              <a:ext cx="308610" cy="13970"/>
            </a:xfrm>
            <a:custGeom>
              <a:avLst/>
              <a:gdLst/>
              <a:ahLst/>
              <a:cxnLst/>
              <a:rect l="l" t="t" r="r" b="b"/>
              <a:pathLst>
                <a:path w="308609" h="13969">
                  <a:moveTo>
                    <a:pt x="2540" y="12700"/>
                  </a:moveTo>
                  <a:lnTo>
                    <a:pt x="0" y="12700"/>
                  </a:lnTo>
                  <a:lnTo>
                    <a:pt x="0" y="13970"/>
                  </a:lnTo>
                  <a:lnTo>
                    <a:pt x="2540" y="13970"/>
                  </a:lnTo>
                  <a:lnTo>
                    <a:pt x="2540" y="12700"/>
                  </a:lnTo>
                  <a:close/>
                </a:path>
                <a:path w="308609" h="13969">
                  <a:moveTo>
                    <a:pt x="308610" y="7620"/>
                  </a:moveTo>
                  <a:lnTo>
                    <a:pt x="11430" y="7620"/>
                  </a:lnTo>
                  <a:lnTo>
                    <a:pt x="11430" y="6350"/>
                  </a:lnTo>
                  <a:lnTo>
                    <a:pt x="8890" y="6350"/>
                  </a:lnTo>
                  <a:lnTo>
                    <a:pt x="8890" y="7620"/>
                  </a:lnTo>
                  <a:lnTo>
                    <a:pt x="7620" y="7620"/>
                  </a:lnTo>
                  <a:lnTo>
                    <a:pt x="7620" y="8890"/>
                  </a:lnTo>
                  <a:lnTo>
                    <a:pt x="6350" y="8890"/>
                  </a:lnTo>
                  <a:lnTo>
                    <a:pt x="6350" y="10160"/>
                  </a:lnTo>
                  <a:lnTo>
                    <a:pt x="3810" y="10160"/>
                  </a:lnTo>
                  <a:lnTo>
                    <a:pt x="3810" y="11430"/>
                  </a:lnTo>
                  <a:lnTo>
                    <a:pt x="2540" y="11430"/>
                  </a:lnTo>
                  <a:lnTo>
                    <a:pt x="2540" y="12700"/>
                  </a:lnTo>
                  <a:lnTo>
                    <a:pt x="308610" y="12700"/>
                  </a:lnTo>
                  <a:lnTo>
                    <a:pt x="308610" y="11430"/>
                  </a:lnTo>
                  <a:lnTo>
                    <a:pt x="308610" y="10160"/>
                  </a:lnTo>
                  <a:lnTo>
                    <a:pt x="308610" y="8890"/>
                  </a:lnTo>
                  <a:lnTo>
                    <a:pt x="308610" y="7620"/>
                  </a:lnTo>
                  <a:close/>
                </a:path>
                <a:path w="308609" h="13969">
                  <a:moveTo>
                    <a:pt x="308610" y="1270"/>
                  </a:moveTo>
                  <a:lnTo>
                    <a:pt x="20320" y="1270"/>
                  </a:lnTo>
                  <a:lnTo>
                    <a:pt x="20320" y="0"/>
                  </a:lnTo>
                  <a:lnTo>
                    <a:pt x="19050" y="0"/>
                  </a:lnTo>
                  <a:lnTo>
                    <a:pt x="19050" y="1270"/>
                  </a:lnTo>
                  <a:lnTo>
                    <a:pt x="16510" y="1270"/>
                  </a:lnTo>
                  <a:lnTo>
                    <a:pt x="16510" y="2540"/>
                  </a:lnTo>
                  <a:lnTo>
                    <a:pt x="15240" y="2540"/>
                  </a:lnTo>
                  <a:lnTo>
                    <a:pt x="15240" y="3810"/>
                  </a:lnTo>
                  <a:lnTo>
                    <a:pt x="12700" y="3810"/>
                  </a:lnTo>
                  <a:lnTo>
                    <a:pt x="12700" y="5080"/>
                  </a:lnTo>
                  <a:lnTo>
                    <a:pt x="11430" y="5080"/>
                  </a:lnTo>
                  <a:lnTo>
                    <a:pt x="11430" y="6350"/>
                  </a:lnTo>
                  <a:lnTo>
                    <a:pt x="308610" y="6350"/>
                  </a:lnTo>
                  <a:lnTo>
                    <a:pt x="308610" y="5080"/>
                  </a:lnTo>
                  <a:lnTo>
                    <a:pt x="308610" y="3810"/>
                  </a:lnTo>
                  <a:lnTo>
                    <a:pt x="308610" y="2540"/>
                  </a:lnTo>
                  <a:lnTo>
                    <a:pt x="308610" y="127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7" name="object 3897"/>
            <p:cNvSpPr/>
            <p:nvPr/>
          </p:nvSpPr>
          <p:spPr>
            <a:xfrm>
              <a:off x="7454900" y="3018789"/>
              <a:ext cx="318770" cy="7620"/>
            </a:xfrm>
            <a:custGeom>
              <a:avLst/>
              <a:gdLst/>
              <a:ahLst/>
              <a:cxnLst/>
              <a:rect l="l" t="t" r="r" b="b"/>
              <a:pathLst>
                <a:path w="318770" h="7619">
                  <a:moveTo>
                    <a:pt x="318770" y="6350"/>
                  </a:moveTo>
                  <a:lnTo>
                    <a:pt x="3810" y="6350"/>
                  </a:lnTo>
                  <a:lnTo>
                    <a:pt x="3810" y="5080"/>
                  </a:lnTo>
                  <a:lnTo>
                    <a:pt x="1270" y="5080"/>
                  </a:lnTo>
                  <a:lnTo>
                    <a:pt x="1270" y="6350"/>
                  </a:lnTo>
                  <a:lnTo>
                    <a:pt x="0" y="6350"/>
                  </a:lnTo>
                  <a:lnTo>
                    <a:pt x="0" y="7620"/>
                  </a:lnTo>
                  <a:lnTo>
                    <a:pt x="318770" y="7620"/>
                  </a:lnTo>
                  <a:lnTo>
                    <a:pt x="318770" y="6350"/>
                  </a:lnTo>
                  <a:close/>
                </a:path>
                <a:path w="318770" h="7619">
                  <a:moveTo>
                    <a:pt x="318770" y="0"/>
                  </a:moveTo>
                  <a:lnTo>
                    <a:pt x="8890" y="0"/>
                  </a:lnTo>
                  <a:lnTo>
                    <a:pt x="8890" y="1270"/>
                  </a:lnTo>
                  <a:lnTo>
                    <a:pt x="6350" y="1270"/>
                  </a:lnTo>
                  <a:lnTo>
                    <a:pt x="6350" y="2540"/>
                  </a:lnTo>
                  <a:lnTo>
                    <a:pt x="5080" y="2540"/>
                  </a:lnTo>
                  <a:lnTo>
                    <a:pt x="5080" y="3810"/>
                  </a:lnTo>
                  <a:lnTo>
                    <a:pt x="3810" y="3810"/>
                  </a:lnTo>
                  <a:lnTo>
                    <a:pt x="3810" y="5080"/>
                  </a:lnTo>
                  <a:lnTo>
                    <a:pt x="318770" y="5080"/>
                  </a:lnTo>
                  <a:lnTo>
                    <a:pt x="318770" y="3810"/>
                  </a:lnTo>
                  <a:lnTo>
                    <a:pt x="318770" y="2540"/>
                  </a:lnTo>
                  <a:lnTo>
                    <a:pt x="318770" y="1270"/>
                  </a:lnTo>
                  <a:lnTo>
                    <a:pt x="318770" y="0"/>
                  </a:lnTo>
                  <a:close/>
                </a:path>
              </a:pathLst>
            </a:custGeom>
            <a:solidFill>
              <a:srgbClr val="9696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8" name="object 3898"/>
            <p:cNvSpPr/>
            <p:nvPr/>
          </p:nvSpPr>
          <p:spPr>
            <a:xfrm>
              <a:off x="7443470" y="3026409"/>
              <a:ext cx="330200" cy="7620"/>
            </a:xfrm>
            <a:custGeom>
              <a:avLst/>
              <a:gdLst/>
              <a:ahLst/>
              <a:cxnLst/>
              <a:rect l="l" t="t" r="r" b="b"/>
              <a:pathLst>
                <a:path w="330200" h="7619">
                  <a:moveTo>
                    <a:pt x="330200" y="5080"/>
                  </a:moveTo>
                  <a:lnTo>
                    <a:pt x="5080" y="5080"/>
                  </a:lnTo>
                  <a:lnTo>
                    <a:pt x="5080" y="3810"/>
                  </a:lnTo>
                  <a:lnTo>
                    <a:pt x="3810" y="3810"/>
                  </a:lnTo>
                  <a:lnTo>
                    <a:pt x="3810" y="5080"/>
                  </a:lnTo>
                  <a:lnTo>
                    <a:pt x="2540" y="5080"/>
                  </a:lnTo>
                  <a:lnTo>
                    <a:pt x="2540" y="6350"/>
                  </a:lnTo>
                  <a:lnTo>
                    <a:pt x="0" y="6350"/>
                  </a:lnTo>
                  <a:lnTo>
                    <a:pt x="0" y="7620"/>
                  </a:lnTo>
                  <a:lnTo>
                    <a:pt x="330200" y="7620"/>
                  </a:lnTo>
                  <a:lnTo>
                    <a:pt x="330200" y="6350"/>
                  </a:lnTo>
                  <a:lnTo>
                    <a:pt x="330200" y="5080"/>
                  </a:lnTo>
                  <a:close/>
                </a:path>
                <a:path w="330200" h="7619">
                  <a:moveTo>
                    <a:pt x="330200" y="0"/>
                  </a:moveTo>
                  <a:lnTo>
                    <a:pt x="8890" y="0"/>
                  </a:lnTo>
                  <a:lnTo>
                    <a:pt x="8890" y="1270"/>
                  </a:lnTo>
                  <a:lnTo>
                    <a:pt x="7620" y="1270"/>
                  </a:lnTo>
                  <a:lnTo>
                    <a:pt x="7620" y="2540"/>
                  </a:lnTo>
                  <a:lnTo>
                    <a:pt x="5080" y="2540"/>
                  </a:lnTo>
                  <a:lnTo>
                    <a:pt x="5080" y="3810"/>
                  </a:lnTo>
                  <a:lnTo>
                    <a:pt x="330200" y="3810"/>
                  </a:lnTo>
                  <a:lnTo>
                    <a:pt x="330200" y="2540"/>
                  </a:lnTo>
                  <a:lnTo>
                    <a:pt x="330200" y="1270"/>
                  </a:lnTo>
                  <a:lnTo>
                    <a:pt x="330200" y="0"/>
                  </a:lnTo>
                  <a:close/>
                </a:path>
              </a:pathLst>
            </a:custGeom>
            <a:solidFill>
              <a:srgbClr val="9595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9" name="object 3899"/>
            <p:cNvSpPr/>
            <p:nvPr/>
          </p:nvSpPr>
          <p:spPr>
            <a:xfrm>
              <a:off x="7433310" y="3034029"/>
              <a:ext cx="340360" cy="7620"/>
            </a:xfrm>
            <a:custGeom>
              <a:avLst/>
              <a:gdLst/>
              <a:ahLst/>
              <a:cxnLst/>
              <a:rect l="l" t="t" r="r" b="b"/>
              <a:pathLst>
                <a:path w="340359" h="7619">
                  <a:moveTo>
                    <a:pt x="340347" y="0"/>
                  </a:moveTo>
                  <a:lnTo>
                    <a:pt x="8890" y="0"/>
                  </a:lnTo>
                  <a:lnTo>
                    <a:pt x="8890" y="1270"/>
                  </a:lnTo>
                  <a:lnTo>
                    <a:pt x="6350" y="1270"/>
                  </a:lnTo>
                  <a:lnTo>
                    <a:pt x="6350" y="2540"/>
                  </a:lnTo>
                  <a:lnTo>
                    <a:pt x="340347" y="2540"/>
                  </a:lnTo>
                  <a:lnTo>
                    <a:pt x="340347" y="1270"/>
                  </a:lnTo>
                  <a:lnTo>
                    <a:pt x="340347" y="0"/>
                  </a:lnTo>
                  <a:close/>
                </a:path>
                <a:path w="340359" h="7619">
                  <a:moveTo>
                    <a:pt x="340360" y="3810"/>
                  </a:moveTo>
                  <a:lnTo>
                    <a:pt x="6350" y="3810"/>
                  </a:lnTo>
                  <a:lnTo>
                    <a:pt x="6350" y="2540"/>
                  </a:lnTo>
                  <a:lnTo>
                    <a:pt x="5080" y="2540"/>
                  </a:lnTo>
                  <a:lnTo>
                    <a:pt x="5080" y="3810"/>
                  </a:lnTo>
                  <a:lnTo>
                    <a:pt x="2540" y="3810"/>
                  </a:lnTo>
                  <a:lnTo>
                    <a:pt x="2540" y="5080"/>
                  </a:lnTo>
                  <a:lnTo>
                    <a:pt x="1270" y="5080"/>
                  </a:lnTo>
                  <a:lnTo>
                    <a:pt x="1270" y="6350"/>
                  </a:lnTo>
                  <a:lnTo>
                    <a:pt x="0" y="6350"/>
                  </a:lnTo>
                  <a:lnTo>
                    <a:pt x="0" y="7620"/>
                  </a:lnTo>
                  <a:lnTo>
                    <a:pt x="340360" y="7620"/>
                  </a:lnTo>
                  <a:lnTo>
                    <a:pt x="340360" y="6350"/>
                  </a:lnTo>
                  <a:lnTo>
                    <a:pt x="340360" y="5080"/>
                  </a:lnTo>
                  <a:lnTo>
                    <a:pt x="340360" y="3810"/>
                  </a:lnTo>
                  <a:close/>
                </a:path>
              </a:pathLst>
            </a:custGeom>
            <a:solidFill>
              <a:srgbClr val="9494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0" name="object 3900"/>
            <p:cNvSpPr/>
            <p:nvPr/>
          </p:nvSpPr>
          <p:spPr>
            <a:xfrm>
              <a:off x="7423150" y="3041649"/>
              <a:ext cx="350520" cy="6350"/>
            </a:xfrm>
            <a:custGeom>
              <a:avLst/>
              <a:gdLst/>
              <a:ahLst/>
              <a:cxnLst/>
              <a:rect l="l" t="t" r="r" b="b"/>
              <a:pathLst>
                <a:path w="350520" h="6350">
                  <a:moveTo>
                    <a:pt x="350520" y="2540"/>
                  </a:moveTo>
                  <a:lnTo>
                    <a:pt x="7620" y="2540"/>
                  </a:lnTo>
                  <a:lnTo>
                    <a:pt x="7620" y="1270"/>
                  </a:lnTo>
                  <a:lnTo>
                    <a:pt x="6350" y="1270"/>
                  </a:lnTo>
                  <a:lnTo>
                    <a:pt x="6350" y="2540"/>
                  </a:lnTo>
                  <a:lnTo>
                    <a:pt x="3810" y="2540"/>
                  </a:lnTo>
                  <a:lnTo>
                    <a:pt x="3810" y="3810"/>
                  </a:lnTo>
                  <a:lnTo>
                    <a:pt x="2540" y="3810"/>
                  </a:lnTo>
                  <a:lnTo>
                    <a:pt x="2540" y="5080"/>
                  </a:lnTo>
                  <a:lnTo>
                    <a:pt x="0" y="5080"/>
                  </a:lnTo>
                  <a:lnTo>
                    <a:pt x="0" y="6350"/>
                  </a:lnTo>
                  <a:lnTo>
                    <a:pt x="350520" y="6350"/>
                  </a:lnTo>
                  <a:lnTo>
                    <a:pt x="350520" y="5080"/>
                  </a:lnTo>
                  <a:lnTo>
                    <a:pt x="350520" y="3810"/>
                  </a:lnTo>
                  <a:lnTo>
                    <a:pt x="350520" y="2540"/>
                  </a:lnTo>
                  <a:close/>
                </a:path>
                <a:path w="350520" h="6350">
                  <a:moveTo>
                    <a:pt x="350520" y="0"/>
                  </a:moveTo>
                  <a:lnTo>
                    <a:pt x="7620" y="0"/>
                  </a:lnTo>
                  <a:lnTo>
                    <a:pt x="7620" y="1270"/>
                  </a:lnTo>
                  <a:lnTo>
                    <a:pt x="350520" y="1270"/>
                  </a:lnTo>
                  <a:lnTo>
                    <a:pt x="350520" y="0"/>
                  </a:lnTo>
                  <a:close/>
                </a:path>
              </a:pathLst>
            </a:custGeom>
            <a:solidFill>
              <a:srgbClr val="9292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1" name="object 3901"/>
            <p:cNvSpPr/>
            <p:nvPr/>
          </p:nvSpPr>
          <p:spPr>
            <a:xfrm>
              <a:off x="7412990" y="3047999"/>
              <a:ext cx="360680" cy="7620"/>
            </a:xfrm>
            <a:custGeom>
              <a:avLst/>
              <a:gdLst/>
              <a:ahLst/>
              <a:cxnLst/>
              <a:rect l="l" t="t" r="r" b="b"/>
              <a:pathLst>
                <a:path w="360679" h="7619">
                  <a:moveTo>
                    <a:pt x="360680" y="2540"/>
                  </a:moveTo>
                  <a:lnTo>
                    <a:pt x="8890" y="2540"/>
                  </a:lnTo>
                  <a:lnTo>
                    <a:pt x="8890" y="1270"/>
                  </a:lnTo>
                  <a:lnTo>
                    <a:pt x="7620" y="1270"/>
                  </a:lnTo>
                  <a:lnTo>
                    <a:pt x="7620" y="2540"/>
                  </a:lnTo>
                  <a:lnTo>
                    <a:pt x="5080" y="2540"/>
                  </a:lnTo>
                  <a:lnTo>
                    <a:pt x="5080" y="3810"/>
                  </a:lnTo>
                  <a:lnTo>
                    <a:pt x="3810" y="3810"/>
                  </a:lnTo>
                  <a:lnTo>
                    <a:pt x="3810" y="5080"/>
                  </a:lnTo>
                  <a:lnTo>
                    <a:pt x="1270" y="5080"/>
                  </a:lnTo>
                  <a:lnTo>
                    <a:pt x="1270" y="6350"/>
                  </a:lnTo>
                  <a:lnTo>
                    <a:pt x="0" y="6350"/>
                  </a:lnTo>
                  <a:lnTo>
                    <a:pt x="0" y="7620"/>
                  </a:lnTo>
                  <a:lnTo>
                    <a:pt x="360680" y="7620"/>
                  </a:lnTo>
                  <a:lnTo>
                    <a:pt x="360680" y="6350"/>
                  </a:lnTo>
                  <a:lnTo>
                    <a:pt x="360680" y="5080"/>
                  </a:lnTo>
                  <a:lnTo>
                    <a:pt x="360680" y="3810"/>
                  </a:lnTo>
                  <a:lnTo>
                    <a:pt x="360680" y="2540"/>
                  </a:lnTo>
                  <a:close/>
                </a:path>
                <a:path w="360679" h="7619">
                  <a:moveTo>
                    <a:pt x="360680" y="0"/>
                  </a:moveTo>
                  <a:lnTo>
                    <a:pt x="8890" y="0"/>
                  </a:lnTo>
                  <a:lnTo>
                    <a:pt x="8890" y="1270"/>
                  </a:lnTo>
                  <a:lnTo>
                    <a:pt x="360680" y="1270"/>
                  </a:lnTo>
                  <a:lnTo>
                    <a:pt x="360680" y="0"/>
                  </a:lnTo>
                  <a:close/>
                </a:path>
              </a:pathLst>
            </a:custGeom>
            <a:solidFill>
              <a:srgbClr val="9191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2" name="object 3902"/>
            <p:cNvSpPr/>
            <p:nvPr/>
          </p:nvSpPr>
          <p:spPr>
            <a:xfrm>
              <a:off x="7401560" y="3055619"/>
              <a:ext cx="372110" cy="7620"/>
            </a:xfrm>
            <a:custGeom>
              <a:avLst/>
              <a:gdLst/>
              <a:ahLst/>
              <a:cxnLst/>
              <a:rect l="l" t="t" r="r" b="b"/>
              <a:pathLst>
                <a:path w="372109" h="7619">
                  <a:moveTo>
                    <a:pt x="2540" y="6350"/>
                  </a:moveTo>
                  <a:lnTo>
                    <a:pt x="0" y="6350"/>
                  </a:lnTo>
                  <a:lnTo>
                    <a:pt x="0" y="7620"/>
                  </a:lnTo>
                  <a:lnTo>
                    <a:pt x="2540" y="7620"/>
                  </a:lnTo>
                  <a:lnTo>
                    <a:pt x="2540" y="6350"/>
                  </a:lnTo>
                  <a:close/>
                </a:path>
                <a:path w="372109" h="7619">
                  <a:moveTo>
                    <a:pt x="372110" y="1270"/>
                  </a:moveTo>
                  <a:lnTo>
                    <a:pt x="11430" y="1270"/>
                  </a:lnTo>
                  <a:lnTo>
                    <a:pt x="11430" y="0"/>
                  </a:lnTo>
                  <a:lnTo>
                    <a:pt x="8890" y="0"/>
                  </a:lnTo>
                  <a:lnTo>
                    <a:pt x="8890" y="1270"/>
                  </a:lnTo>
                  <a:lnTo>
                    <a:pt x="7620" y="1270"/>
                  </a:lnTo>
                  <a:lnTo>
                    <a:pt x="7620" y="2540"/>
                  </a:lnTo>
                  <a:lnTo>
                    <a:pt x="6350" y="2540"/>
                  </a:lnTo>
                  <a:lnTo>
                    <a:pt x="6350" y="3810"/>
                  </a:lnTo>
                  <a:lnTo>
                    <a:pt x="3810" y="3810"/>
                  </a:lnTo>
                  <a:lnTo>
                    <a:pt x="3810" y="5080"/>
                  </a:lnTo>
                  <a:lnTo>
                    <a:pt x="2540" y="5080"/>
                  </a:lnTo>
                  <a:lnTo>
                    <a:pt x="2540" y="6350"/>
                  </a:lnTo>
                  <a:lnTo>
                    <a:pt x="372110" y="6350"/>
                  </a:lnTo>
                  <a:lnTo>
                    <a:pt x="372110" y="5080"/>
                  </a:lnTo>
                  <a:lnTo>
                    <a:pt x="372110" y="3810"/>
                  </a:lnTo>
                  <a:lnTo>
                    <a:pt x="372110" y="2540"/>
                  </a:lnTo>
                  <a:lnTo>
                    <a:pt x="372110" y="1270"/>
                  </a:lnTo>
                  <a:close/>
                </a:path>
              </a:pathLst>
            </a:custGeom>
            <a:solidFill>
              <a:srgbClr val="8F8F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3" name="object 3903"/>
            <p:cNvSpPr/>
            <p:nvPr/>
          </p:nvSpPr>
          <p:spPr>
            <a:xfrm>
              <a:off x="7392670" y="3063239"/>
              <a:ext cx="381000" cy="6350"/>
            </a:xfrm>
            <a:custGeom>
              <a:avLst/>
              <a:gdLst/>
              <a:ahLst/>
              <a:cxnLst/>
              <a:rect l="l" t="t" r="r" b="b"/>
              <a:pathLst>
                <a:path w="381000" h="6350">
                  <a:moveTo>
                    <a:pt x="2540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2540" y="6350"/>
                  </a:lnTo>
                  <a:lnTo>
                    <a:pt x="2540" y="5080"/>
                  </a:lnTo>
                  <a:close/>
                </a:path>
                <a:path w="381000" h="6350">
                  <a:moveTo>
                    <a:pt x="381000" y="0"/>
                  </a:moveTo>
                  <a:lnTo>
                    <a:pt x="7620" y="0"/>
                  </a:lnTo>
                  <a:lnTo>
                    <a:pt x="7620" y="1270"/>
                  </a:lnTo>
                  <a:lnTo>
                    <a:pt x="5080" y="1270"/>
                  </a:lnTo>
                  <a:lnTo>
                    <a:pt x="5080" y="2540"/>
                  </a:lnTo>
                  <a:lnTo>
                    <a:pt x="3810" y="2540"/>
                  </a:lnTo>
                  <a:lnTo>
                    <a:pt x="3810" y="3810"/>
                  </a:lnTo>
                  <a:lnTo>
                    <a:pt x="2540" y="3810"/>
                  </a:lnTo>
                  <a:lnTo>
                    <a:pt x="2540" y="5080"/>
                  </a:lnTo>
                  <a:lnTo>
                    <a:pt x="381000" y="5080"/>
                  </a:lnTo>
                  <a:lnTo>
                    <a:pt x="381000" y="3810"/>
                  </a:lnTo>
                  <a:lnTo>
                    <a:pt x="381000" y="2540"/>
                  </a:lnTo>
                  <a:lnTo>
                    <a:pt x="381000" y="1270"/>
                  </a:lnTo>
                  <a:lnTo>
                    <a:pt x="381000" y="0"/>
                  </a:lnTo>
                  <a:close/>
                </a:path>
              </a:pathLst>
            </a:custGeom>
            <a:solidFill>
              <a:srgbClr val="8E8E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4" name="object 3904"/>
            <p:cNvSpPr/>
            <p:nvPr/>
          </p:nvSpPr>
          <p:spPr>
            <a:xfrm>
              <a:off x="7391400" y="3069589"/>
              <a:ext cx="382270" cy="7620"/>
            </a:xfrm>
            <a:custGeom>
              <a:avLst/>
              <a:gdLst/>
              <a:ahLst/>
              <a:cxnLst/>
              <a:rect l="l" t="t" r="r" b="b"/>
              <a:pathLst>
                <a:path w="382270" h="7619">
                  <a:moveTo>
                    <a:pt x="382270" y="6350"/>
                  </a:moveTo>
                  <a:lnTo>
                    <a:pt x="8890" y="6350"/>
                  </a:lnTo>
                  <a:lnTo>
                    <a:pt x="8890" y="7620"/>
                  </a:lnTo>
                  <a:lnTo>
                    <a:pt x="382270" y="7620"/>
                  </a:lnTo>
                  <a:lnTo>
                    <a:pt x="382270" y="6350"/>
                  </a:lnTo>
                  <a:close/>
                </a:path>
                <a:path w="382270" h="7619">
                  <a:moveTo>
                    <a:pt x="3822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2540"/>
                  </a:lnTo>
                  <a:lnTo>
                    <a:pt x="3810" y="2540"/>
                  </a:lnTo>
                  <a:lnTo>
                    <a:pt x="3810" y="3810"/>
                  </a:lnTo>
                  <a:lnTo>
                    <a:pt x="6350" y="3810"/>
                  </a:lnTo>
                  <a:lnTo>
                    <a:pt x="6350" y="5080"/>
                  </a:lnTo>
                  <a:lnTo>
                    <a:pt x="6350" y="6350"/>
                  </a:lnTo>
                  <a:lnTo>
                    <a:pt x="7620" y="6350"/>
                  </a:lnTo>
                  <a:lnTo>
                    <a:pt x="7620" y="5080"/>
                  </a:lnTo>
                  <a:lnTo>
                    <a:pt x="382270" y="5080"/>
                  </a:lnTo>
                  <a:lnTo>
                    <a:pt x="382270" y="3810"/>
                  </a:lnTo>
                  <a:lnTo>
                    <a:pt x="382270" y="2540"/>
                  </a:lnTo>
                  <a:lnTo>
                    <a:pt x="382270" y="1270"/>
                  </a:lnTo>
                  <a:lnTo>
                    <a:pt x="382270" y="0"/>
                  </a:lnTo>
                  <a:close/>
                </a:path>
              </a:pathLst>
            </a:custGeom>
            <a:solidFill>
              <a:srgbClr val="8D8D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5" name="object 3905"/>
            <p:cNvSpPr/>
            <p:nvPr/>
          </p:nvSpPr>
          <p:spPr>
            <a:xfrm>
              <a:off x="7402830" y="3077209"/>
              <a:ext cx="370840" cy="7620"/>
            </a:xfrm>
            <a:custGeom>
              <a:avLst/>
              <a:gdLst/>
              <a:ahLst/>
              <a:cxnLst/>
              <a:rect l="l" t="t" r="r" b="b"/>
              <a:pathLst>
                <a:path w="370840" h="7619">
                  <a:moveTo>
                    <a:pt x="370840" y="5080"/>
                  </a:moveTo>
                  <a:lnTo>
                    <a:pt x="7620" y="5080"/>
                  </a:lnTo>
                  <a:lnTo>
                    <a:pt x="7620" y="6350"/>
                  </a:lnTo>
                  <a:lnTo>
                    <a:pt x="8890" y="6350"/>
                  </a:lnTo>
                  <a:lnTo>
                    <a:pt x="8890" y="7620"/>
                  </a:lnTo>
                  <a:lnTo>
                    <a:pt x="370840" y="7620"/>
                  </a:lnTo>
                  <a:lnTo>
                    <a:pt x="370840" y="6350"/>
                  </a:lnTo>
                  <a:lnTo>
                    <a:pt x="370840" y="5080"/>
                  </a:lnTo>
                  <a:close/>
                </a:path>
                <a:path w="370840" h="7619">
                  <a:moveTo>
                    <a:pt x="3708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3810" y="2540"/>
                  </a:lnTo>
                  <a:lnTo>
                    <a:pt x="3810" y="3810"/>
                  </a:lnTo>
                  <a:lnTo>
                    <a:pt x="3810" y="5080"/>
                  </a:lnTo>
                  <a:lnTo>
                    <a:pt x="5080" y="5080"/>
                  </a:lnTo>
                  <a:lnTo>
                    <a:pt x="5080" y="3810"/>
                  </a:lnTo>
                  <a:lnTo>
                    <a:pt x="370840" y="3810"/>
                  </a:lnTo>
                  <a:lnTo>
                    <a:pt x="370840" y="2540"/>
                  </a:lnTo>
                  <a:lnTo>
                    <a:pt x="370840" y="1270"/>
                  </a:lnTo>
                  <a:lnTo>
                    <a:pt x="370840" y="0"/>
                  </a:lnTo>
                  <a:close/>
                </a:path>
              </a:pathLst>
            </a:custGeom>
            <a:solidFill>
              <a:srgbClr val="8B8B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6" name="object 3906"/>
            <p:cNvSpPr/>
            <p:nvPr/>
          </p:nvSpPr>
          <p:spPr>
            <a:xfrm>
              <a:off x="7412990" y="3084829"/>
              <a:ext cx="360680" cy="6350"/>
            </a:xfrm>
            <a:custGeom>
              <a:avLst/>
              <a:gdLst/>
              <a:ahLst/>
              <a:cxnLst/>
              <a:rect l="l" t="t" r="r" b="b"/>
              <a:pathLst>
                <a:path w="360679" h="6350">
                  <a:moveTo>
                    <a:pt x="360680" y="3810"/>
                  </a:moveTo>
                  <a:lnTo>
                    <a:pt x="6350" y="3810"/>
                  </a:lnTo>
                  <a:lnTo>
                    <a:pt x="6350" y="5080"/>
                  </a:lnTo>
                  <a:lnTo>
                    <a:pt x="7620" y="5080"/>
                  </a:lnTo>
                  <a:lnTo>
                    <a:pt x="7620" y="6350"/>
                  </a:lnTo>
                  <a:lnTo>
                    <a:pt x="360680" y="6350"/>
                  </a:lnTo>
                  <a:lnTo>
                    <a:pt x="360680" y="5080"/>
                  </a:lnTo>
                  <a:lnTo>
                    <a:pt x="360680" y="3810"/>
                  </a:lnTo>
                  <a:close/>
                </a:path>
                <a:path w="360679" h="6350">
                  <a:moveTo>
                    <a:pt x="36068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2540"/>
                  </a:lnTo>
                  <a:lnTo>
                    <a:pt x="360680" y="2540"/>
                  </a:lnTo>
                  <a:lnTo>
                    <a:pt x="360680" y="1270"/>
                  </a:lnTo>
                  <a:lnTo>
                    <a:pt x="360680" y="0"/>
                  </a:lnTo>
                  <a:close/>
                </a:path>
              </a:pathLst>
            </a:custGeom>
            <a:solidFill>
              <a:srgbClr val="8A8A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7" name="object 3907"/>
            <p:cNvSpPr/>
            <p:nvPr/>
          </p:nvSpPr>
          <p:spPr>
            <a:xfrm>
              <a:off x="7423150" y="3091179"/>
              <a:ext cx="350520" cy="7620"/>
            </a:xfrm>
            <a:custGeom>
              <a:avLst/>
              <a:gdLst/>
              <a:ahLst/>
              <a:cxnLst/>
              <a:rect l="l" t="t" r="r" b="b"/>
              <a:pathLst>
                <a:path w="350520" h="7619">
                  <a:moveTo>
                    <a:pt x="350520" y="3810"/>
                  </a:moveTo>
                  <a:lnTo>
                    <a:pt x="5080" y="3810"/>
                  </a:lnTo>
                  <a:lnTo>
                    <a:pt x="5080" y="5080"/>
                  </a:lnTo>
                  <a:lnTo>
                    <a:pt x="6350" y="5080"/>
                  </a:lnTo>
                  <a:lnTo>
                    <a:pt x="6350" y="6350"/>
                  </a:lnTo>
                  <a:lnTo>
                    <a:pt x="8890" y="6350"/>
                  </a:lnTo>
                  <a:lnTo>
                    <a:pt x="8890" y="7620"/>
                  </a:lnTo>
                  <a:lnTo>
                    <a:pt x="350507" y="7620"/>
                  </a:lnTo>
                  <a:lnTo>
                    <a:pt x="350507" y="6350"/>
                  </a:lnTo>
                  <a:lnTo>
                    <a:pt x="350507" y="5080"/>
                  </a:lnTo>
                  <a:lnTo>
                    <a:pt x="350520" y="3810"/>
                  </a:lnTo>
                  <a:close/>
                </a:path>
                <a:path w="350520" h="7619">
                  <a:moveTo>
                    <a:pt x="35052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1270" y="3810"/>
                  </a:lnTo>
                  <a:lnTo>
                    <a:pt x="2540" y="3810"/>
                  </a:lnTo>
                  <a:lnTo>
                    <a:pt x="2540" y="2540"/>
                  </a:lnTo>
                  <a:lnTo>
                    <a:pt x="350520" y="2540"/>
                  </a:lnTo>
                  <a:lnTo>
                    <a:pt x="350520" y="1270"/>
                  </a:lnTo>
                  <a:lnTo>
                    <a:pt x="350520" y="0"/>
                  </a:lnTo>
                  <a:close/>
                </a:path>
              </a:pathLst>
            </a:custGeom>
            <a:solidFill>
              <a:srgbClr val="8989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8" name="object 3908"/>
            <p:cNvSpPr/>
            <p:nvPr/>
          </p:nvSpPr>
          <p:spPr>
            <a:xfrm>
              <a:off x="7433310" y="3098799"/>
              <a:ext cx="340360" cy="7620"/>
            </a:xfrm>
            <a:custGeom>
              <a:avLst/>
              <a:gdLst/>
              <a:ahLst/>
              <a:cxnLst/>
              <a:rect l="l" t="t" r="r" b="b"/>
              <a:pathLst>
                <a:path w="340359" h="7619">
                  <a:moveTo>
                    <a:pt x="340347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2540" y="2540"/>
                  </a:lnTo>
                  <a:lnTo>
                    <a:pt x="2540" y="1270"/>
                  </a:lnTo>
                  <a:lnTo>
                    <a:pt x="340347" y="1270"/>
                  </a:lnTo>
                  <a:lnTo>
                    <a:pt x="340347" y="0"/>
                  </a:lnTo>
                  <a:close/>
                </a:path>
                <a:path w="340359" h="7619">
                  <a:moveTo>
                    <a:pt x="340360" y="2540"/>
                  </a:moveTo>
                  <a:lnTo>
                    <a:pt x="3810" y="2540"/>
                  </a:lnTo>
                  <a:lnTo>
                    <a:pt x="3810" y="3810"/>
                  </a:lnTo>
                  <a:lnTo>
                    <a:pt x="5080" y="3810"/>
                  </a:lnTo>
                  <a:lnTo>
                    <a:pt x="5080" y="5080"/>
                  </a:lnTo>
                  <a:lnTo>
                    <a:pt x="7620" y="5080"/>
                  </a:lnTo>
                  <a:lnTo>
                    <a:pt x="7620" y="6350"/>
                  </a:lnTo>
                  <a:lnTo>
                    <a:pt x="8890" y="6350"/>
                  </a:lnTo>
                  <a:lnTo>
                    <a:pt x="8890" y="7620"/>
                  </a:lnTo>
                  <a:lnTo>
                    <a:pt x="340360" y="7620"/>
                  </a:lnTo>
                  <a:lnTo>
                    <a:pt x="340360" y="6350"/>
                  </a:lnTo>
                  <a:lnTo>
                    <a:pt x="340360" y="5080"/>
                  </a:lnTo>
                  <a:lnTo>
                    <a:pt x="340360" y="3810"/>
                  </a:lnTo>
                  <a:lnTo>
                    <a:pt x="340360" y="2540"/>
                  </a:lnTo>
                  <a:close/>
                </a:path>
              </a:pathLst>
            </a:custGeom>
            <a:solidFill>
              <a:srgbClr val="8787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9" name="object 3909"/>
            <p:cNvSpPr/>
            <p:nvPr/>
          </p:nvSpPr>
          <p:spPr>
            <a:xfrm>
              <a:off x="7442200" y="3106419"/>
              <a:ext cx="331470" cy="7620"/>
            </a:xfrm>
            <a:custGeom>
              <a:avLst/>
              <a:gdLst/>
              <a:ahLst/>
              <a:cxnLst/>
              <a:rect l="l" t="t" r="r" b="b"/>
              <a:pathLst>
                <a:path w="331470" h="7619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  <a:path w="331470" h="7619">
                  <a:moveTo>
                    <a:pt x="331470" y="1270"/>
                  </a:moveTo>
                  <a:lnTo>
                    <a:pt x="3810" y="1270"/>
                  </a:lnTo>
                  <a:lnTo>
                    <a:pt x="3810" y="2540"/>
                  </a:lnTo>
                  <a:lnTo>
                    <a:pt x="6350" y="2540"/>
                  </a:lnTo>
                  <a:lnTo>
                    <a:pt x="6350" y="3810"/>
                  </a:lnTo>
                  <a:lnTo>
                    <a:pt x="7620" y="3810"/>
                  </a:lnTo>
                  <a:lnTo>
                    <a:pt x="7620" y="5080"/>
                  </a:lnTo>
                  <a:lnTo>
                    <a:pt x="8890" y="5080"/>
                  </a:lnTo>
                  <a:lnTo>
                    <a:pt x="8890" y="6350"/>
                  </a:lnTo>
                  <a:lnTo>
                    <a:pt x="8890" y="7620"/>
                  </a:lnTo>
                  <a:lnTo>
                    <a:pt x="11430" y="7620"/>
                  </a:lnTo>
                  <a:lnTo>
                    <a:pt x="11430" y="6350"/>
                  </a:lnTo>
                  <a:lnTo>
                    <a:pt x="331470" y="6350"/>
                  </a:lnTo>
                  <a:lnTo>
                    <a:pt x="331470" y="5080"/>
                  </a:lnTo>
                  <a:lnTo>
                    <a:pt x="331470" y="3810"/>
                  </a:lnTo>
                  <a:lnTo>
                    <a:pt x="331470" y="2540"/>
                  </a:lnTo>
                  <a:lnTo>
                    <a:pt x="331470" y="1270"/>
                  </a:lnTo>
                  <a:close/>
                </a:path>
              </a:pathLst>
            </a:custGeom>
            <a:solidFill>
              <a:srgbClr val="8686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0" name="object 3910"/>
            <p:cNvSpPr/>
            <p:nvPr/>
          </p:nvSpPr>
          <p:spPr>
            <a:xfrm>
              <a:off x="7454900" y="3114039"/>
              <a:ext cx="318770" cy="6350"/>
            </a:xfrm>
            <a:custGeom>
              <a:avLst/>
              <a:gdLst/>
              <a:ahLst/>
              <a:cxnLst/>
              <a:rect l="l" t="t" r="r" b="b"/>
              <a:pathLst>
                <a:path w="318770" h="6350">
                  <a:moveTo>
                    <a:pt x="3187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2540"/>
                  </a:lnTo>
                  <a:lnTo>
                    <a:pt x="3810" y="2540"/>
                  </a:lnTo>
                  <a:lnTo>
                    <a:pt x="3810" y="3810"/>
                  </a:lnTo>
                  <a:lnTo>
                    <a:pt x="6350" y="3810"/>
                  </a:lnTo>
                  <a:lnTo>
                    <a:pt x="6350" y="5080"/>
                  </a:lnTo>
                  <a:lnTo>
                    <a:pt x="6350" y="6350"/>
                  </a:lnTo>
                  <a:lnTo>
                    <a:pt x="7620" y="6350"/>
                  </a:lnTo>
                  <a:lnTo>
                    <a:pt x="7620" y="5080"/>
                  </a:lnTo>
                  <a:lnTo>
                    <a:pt x="318770" y="5080"/>
                  </a:lnTo>
                  <a:lnTo>
                    <a:pt x="318770" y="3810"/>
                  </a:lnTo>
                  <a:lnTo>
                    <a:pt x="318770" y="2540"/>
                  </a:lnTo>
                  <a:lnTo>
                    <a:pt x="318770" y="1270"/>
                  </a:lnTo>
                  <a:lnTo>
                    <a:pt x="318770" y="0"/>
                  </a:lnTo>
                  <a:close/>
                </a:path>
              </a:pathLst>
            </a:custGeom>
            <a:solidFill>
              <a:srgbClr val="8484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1" name="object 3911"/>
            <p:cNvSpPr/>
            <p:nvPr/>
          </p:nvSpPr>
          <p:spPr>
            <a:xfrm>
              <a:off x="7463790" y="3120389"/>
              <a:ext cx="309880" cy="7620"/>
            </a:xfrm>
            <a:custGeom>
              <a:avLst/>
              <a:gdLst/>
              <a:ahLst/>
              <a:cxnLst/>
              <a:rect l="l" t="t" r="r" b="b"/>
              <a:pathLst>
                <a:path w="309879" h="7619">
                  <a:moveTo>
                    <a:pt x="309880" y="6350"/>
                  </a:moveTo>
                  <a:lnTo>
                    <a:pt x="10160" y="6350"/>
                  </a:lnTo>
                  <a:lnTo>
                    <a:pt x="10160" y="7620"/>
                  </a:lnTo>
                  <a:lnTo>
                    <a:pt x="309880" y="7620"/>
                  </a:lnTo>
                  <a:lnTo>
                    <a:pt x="309880" y="6350"/>
                  </a:lnTo>
                  <a:close/>
                </a:path>
                <a:path w="309879" h="7619">
                  <a:moveTo>
                    <a:pt x="30988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2540"/>
                  </a:lnTo>
                  <a:lnTo>
                    <a:pt x="3810" y="2540"/>
                  </a:lnTo>
                  <a:lnTo>
                    <a:pt x="3810" y="3810"/>
                  </a:lnTo>
                  <a:lnTo>
                    <a:pt x="6350" y="3810"/>
                  </a:lnTo>
                  <a:lnTo>
                    <a:pt x="6350" y="5080"/>
                  </a:lnTo>
                  <a:lnTo>
                    <a:pt x="6350" y="6350"/>
                  </a:lnTo>
                  <a:lnTo>
                    <a:pt x="7620" y="6350"/>
                  </a:lnTo>
                  <a:lnTo>
                    <a:pt x="7620" y="5080"/>
                  </a:lnTo>
                  <a:lnTo>
                    <a:pt x="309880" y="5080"/>
                  </a:lnTo>
                  <a:lnTo>
                    <a:pt x="309880" y="3810"/>
                  </a:lnTo>
                  <a:lnTo>
                    <a:pt x="309880" y="2540"/>
                  </a:lnTo>
                  <a:lnTo>
                    <a:pt x="309880" y="1270"/>
                  </a:lnTo>
                  <a:lnTo>
                    <a:pt x="309880" y="0"/>
                  </a:lnTo>
                  <a:close/>
                </a:path>
              </a:pathLst>
            </a:custGeom>
            <a:solidFill>
              <a:srgbClr val="8383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2" name="object 3912"/>
            <p:cNvSpPr/>
            <p:nvPr/>
          </p:nvSpPr>
          <p:spPr>
            <a:xfrm>
              <a:off x="7475220" y="3128009"/>
              <a:ext cx="298450" cy="7620"/>
            </a:xfrm>
            <a:custGeom>
              <a:avLst/>
              <a:gdLst/>
              <a:ahLst/>
              <a:cxnLst/>
              <a:rect l="l" t="t" r="r" b="b"/>
              <a:pathLst>
                <a:path w="298450" h="7619">
                  <a:moveTo>
                    <a:pt x="298450" y="5080"/>
                  </a:moveTo>
                  <a:lnTo>
                    <a:pt x="7620" y="5080"/>
                  </a:lnTo>
                  <a:lnTo>
                    <a:pt x="7620" y="6350"/>
                  </a:lnTo>
                  <a:lnTo>
                    <a:pt x="8890" y="6350"/>
                  </a:lnTo>
                  <a:lnTo>
                    <a:pt x="8890" y="7620"/>
                  </a:lnTo>
                  <a:lnTo>
                    <a:pt x="298450" y="7620"/>
                  </a:lnTo>
                  <a:lnTo>
                    <a:pt x="298450" y="6350"/>
                  </a:lnTo>
                  <a:lnTo>
                    <a:pt x="298450" y="5080"/>
                  </a:lnTo>
                  <a:close/>
                </a:path>
                <a:path w="298450" h="7619">
                  <a:moveTo>
                    <a:pt x="29845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3810" y="2540"/>
                  </a:lnTo>
                  <a:lnTo>
                    <a:pt x="3810" y="3810"/>
                  </a:lnTo>
                  <a:lnTo>
                    <a:pt x="3810" y="5080"/>
                  </a:lnTo>
                  <a:lnTo>
                    <a:pt x="5080" y="5080"/>
                  </a:lnTo>
                  <a:lnTo>
                    <a:pt x="5080" y="3810"/>
                  </a:lnTo>
                  <a:lnTo>
                    <a:pt x="298450" y="3810"/>
                  </a:lnTo>
                  <a:lnTo>
                    <a:pt x="298450" y="2540"/>
                  </a:lnTo>
                  <a:lnTo>
                    <a:pt x="298450" y="1270"/>
                  </a:lnTo>
                  <a:lnTo>
                    <a:pt x="298450" y="0"/>
                  </a:lnTo>
                  <a:close/>
                </a:path>
              </a:pathLst>
            </a:custGeom>
            <a:solidFill>
              <a:srgbClr val="8282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3" name="object 3913"/>
            <p:cNvSpPr/>
            <p:nvPr/>
          </p:nvSpPr>
          <p:spPr>
            <a:xfrm>
              <a:off x="7486650" y="3135629"/>
              <a:ext cx="287020" cy="6350"/>
            </a:xfrm>
            <a:custGeom>
              <a:avLst/>
              <a:gdLst/>
              <a:ahLst/>
              <a:cxnLst/>
              <a:rect l="l" t="t" r="r" b="b"/>
              <a:pathLst>
                <a:path w="287020" h="6350">
                  <a:moveTo>
                    <a:pt x="287020" y="3810"/>
                  </a:moveTo>
                  <a:lnTo>
                    <a:pt x="5080" y="3810"/>
                  </a:lnTo>
                  <a:lnTo>
                    <a:pt x="5080" y="5080"/>
                  </a:lnTo>
                  <a:lnTo>
                    <a:pt x="6350" y="5080"/>
                  </a:lnTo>
                  <a:lnTo>
                    <a:pt x="6350" y="6350"/>
                  </a:lnTo>
                  <a:lnTo>
                    <a:pt x="287020" y="6350"/>
                  </a:lnTo>
                  <a:lnTo>
                    <a:pt x="287020" y="5080"/>
                  </a:lnTo>
                  <a:lnTo>
                    <a:pt x="287020" y="3810"/>
                  </a:lnTo>
                  <a:close/>
                </a:path>
                <a:path w="287020" h="6350">
                  <a:moveTo>
                    <a:pt x="28702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1270" y="3810"/>
                  </a:lnTo>
                  <a:lnTo>
                    <a:pt x="2540" y="3810"/>
                  </a:lnTo>
                  <a:lnTo>
                    <a:pt x="2540" y="2540"/>
                  </a:lnTo>
                  <a:lnTo>
                    <a:pt x="287020" y="2540"/>
                  </a:lnTo>
                  <a:lnTo>
                    <a:pt x="287020" y="1270"/>
                  </a:lnTo>
                  <a:lnTo>
                    <a:pt x="287020" y="0"/>
                  </a:lnTo>
                  <a:close/>
                </a:path>
              </a:pathLst>
            </a:custGeom>
            <a:solidFill>
              <a:srgbClr val="80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4" name="object 3914"/>
            <p:cNvSpPr/>
            <p:nvPr/>
          </p:nvSpPr>
          <p:spPr>
            <a:xfrm>
              <a:off x="7495540" y="3141979"/>
              <a:ext cx="278130" cy="7620"/>
            </a:xfrm>
            <a:custGeom>
              <a:avLst/>
              <a:gdLst/>
              <a:ahLst/>
              <a:cxnLst/>
              <a:rect l="l" t="t" r="r" b="b"/>
              <a:pathLst>
                <a:path w="278129" h="7619">
                  <a:moveTo>
                    <a:pt x="278117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1270" y="3810"/>
                  </a:lnTo>
                  <a:lnTo>
                    <a:pt x="3810" y="3810"/>
                  </a:lnTo>
                  <a:lnTo>
                    <a:pt x="3810" y="2540"/>
                  </a:lnTo>
                  <a:lnTo>
                    <a:pt x="278117" y="2540"/>
                  </a:lnTo>
                  <a:lnTo>
                    <a:pt x="278117" y="1270"/>
                  </a:lnTo>
                  <a:lnTo>
                    <a:pt x="278117" y="0"/>
                  </a:lnTo>
                  <a:close/>
                </a:path>
                <a:path w="278129" h="7619">
                  <a:moveTo>
                    <a:pt x="278130" y="3810"/>
                  </a:moveTo>
                  <a:lnTo>
                    <a:pt x="5080" y="3810"/>
                  </a:lnTo>
                  <a:lnTo>
                    <a:pt x="5080" y="5080"/>
                  </a:lnTo>
                  <a:lnTo>
                    <a:pt x="6350" y="5080"/>
                  </a:lnTo>
                  <a:lnTo>
                    <a:pt x="6350" y="6350"/>
                  </a:lnTo>
                  <a:lnTo>
                    <a:pt x="8890" y="6350"/>
                  </a:lnTo>
                  <a:lnTo>
                    <a:pt x="8890" y="7620"/>
                  </a:lnTo>
                  <a:lnTo>
                    <a:pt x="278130" y="7620"/>
                  </a:lnTo>
                  <a:lnTo>
                    <a:pt x="278130" y="6350"/>
                  </a:lnTo>
                  <a:lnTo>
                    <a:pt x="278130" y="5080"/>
                  </a:lnTo>
                  <a:lnTo>
                    <a:pt x="278130" y="381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5" name="object 3915"/>
            <p:cNvSpPr/>
            <p:nvPr/>
          </p:nvSpPr>
          <p:spPr>
            <a:xfrm>
              <a:off x="7505700" y="3149599"/>
              <a:ext cx="267970" cy="7620"/>
            </a:xfrm>
            <a:custGeom>
              <a:avLst/>
              <a:gdLst/>
              <a:ahLst/>
              <a:cxnLst/>
              <a:rect l="l" t="t" r="r" b="b"/>
              <a:pathLst>
                <a:path w="267970" h="7619">
                  <a:moveTo>
                    <a:pt x="267970" y="2540"/>
                  </a:moveTo>
                  <a:lnTo>
                    <a:pt x="3810" y="2540"/>
                  </a:lnTo>
                  <a:lnTo>
                    <a:pt x="3810" y="3810"/>
                  </a:lnTo>
                  <a:lnTo>
                    <a:pt x="6350" y="3810"/>
                  </a:lnTo>
                  <a:lnTo>
                    <a:pt x="6350" y="5080"/>
                  </a:lnTo>
                  <a:lnTo>
                    <a:pt x="7620" y="5080"/>
                  </a:lnTo>
                  <a:lnTo>
                    <a:pt x="7620" y="6350"/>
                  </a:lnTo>
                  <a:lnTo>
                    <a:pt x="8890" y="6350"/>
                  </a:lnTo>
                  <a:lnTo>
                    <a:pt x="8890" y="7620"/>
                  </a:lnTo>
                  <a:lnTo>
                    <a:pt x="267970" y="7620"/>
                  </a:lnTo>
                  <a:lnTo>
                    <a:pt x="267970" y="6350"/>
                  </a:lnTo>
                  <a:lnTo>
                    <a:pt x="267970" y="5080"/>
                  </a:lnTo>
                  <a:lnTo>
                    <a:pt x="267970" y="3810"/>
                  </a:lnTo>
                  <a:lnTo>
                    <a:pt x="267970" y="2540"/>
                  </a:lnTo>
                  <a:close/>
                </a:path>
                <a:path w="267970" h="7619">
                  <a:moveTo>
                    <a:pt x="2679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2540" y="2540"/>
                  </a:lnTo>
                  <a:lnTo>
                    <a:pt x="2540" y="1270"/>
                  </a:lnTo>
                  <a:lnTo>
                    <a:pt x="267970" y="1270"/>
                  </a:lnTo>
                  <a:lnTo>
                    <a:pt x="267970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6" name="object 3916"/>
            <p:cNvSpPr/>
            <p:nvPr/>
          </p:nvSpPr>
          <p:spPr>
            <a:xfrm>
              <a:off x="7518400" y="3158489"/>
              <a:ext cx="255270" cy="5080"/>
            </a:xfrm>
            <a:custGeom>
              <a:avLst/>
              <a:gdLst/>
              <a:ahLst/>
              <a:cxnLst/>
              <a:rect l="l" t="t" r="r" b="b"/>
              <a:pathLst>
                <a:path w="255270" h="5080">
                  <a:moveTo>
                    <a:pt x="2552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2540"/>
                  </a:lnTo>
                  <a:lnTo>
                    <a:pt x="3810" y="2540"/>
                  </a:lnTo>
                  <a:lnTo>
                    <a:pt x="3810" y="3810"/>
                  </a:lnTo>
                  <a:lnTo>
                    <a:pt x="6350" y="3810"/>
                  </a:lnTo>
                  <a:lnTo>
                    <a:pt x="6350" y="5080"/>
                  </a:lnTo>
                  <a:lnTo>
                    <a:pt x="255270" y="5080"/>
                  </a:lnTo>
                  <a:lnTo>
                    <a:pt x="255270" y="3810"/>
                  </a:lnTo>
                  <a:lnTo>
                    <a:pt x="255270" y="2540"/>
                  </a:lnTo>
                  <a:lnTo>
                    <a:pt x="255270" y="1270"/>
                  </a:lnTo>
                  <a:lnTo>
                    <a:pt x="255270" y="0"/>
                  </a:lnTo>
                  <a:close/>
                </a:path>
              </a:pathLst>
            </a:custGeom>
            <a:solidFill>
              <a:srgbClr val="7C7C7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17" name="object 3917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7514589" y="3157220"/>
              <a:ext cx="259079" cy="180339"/>
            </a:xfrm>
            <a:prstGeom prst="rect">
              <a:avLst/>
            </a:prstGeom>
          </p:spPr>
        </p:pic>
        <p:sp>
          <p:nvSpPr>
            <p:cNvPr id="3918" name="object 3918"/>
            <p:cNvSpPr/>
            <p:nvPr/>
          </p:nvSpPr>
          <p:spPr>
            <a:xfrm>
              <a:off x="5638800" y="2122169"/>
              <a:ext cx="458470" cy="6350"/>
            </a:xfrm>
            <a:custGeom>
              <a:avLst/>
              <a:gdLst/>
              <a:ahLst/>
              <a:cxnLst/>
              <a:rect l="l" t="t" r="r" b="b"/>
              <a:pathLst>
                <a:path w="458470" h="6350">
                  <a:moveTo>
                    <a:pt x="455930" y="3822"/>
                  </a:moveTo>
                  <a:lnTo>
                    <a:pt x="2540" y="3822"/>
                  </a:lnTo>
                  <a:lnTo>
                    <a:pt x="2540" y="6350"/>
                  </a:lnTo>
                  <a:lnTo>
                    <a:pt x="455930" y="6350"/>
                  </a:lnTo>
                  <a:lnTo>
                    <a:pt x="455930" y="3822"/>
                  </a:lnTo>
                  <a:close/>
                </a:path>
                <a:path w="458470" h="6350">
                  <a:moveTo>
                    <a:pt x="4584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3810"/>
                  </a:lnTo>
                  <a:lnTo>
                    <a:pt x="457200" y="3810"/>
                  </a:lnTo>
                  <a:lnTo>
                    <a:pt x="457200" y="1270"/>
                  </a:lnTo>
                  <a:lnTo>
                    <a:pt x="458470" y="1270"/>
                  </a:lnTo>
                  <a:lnTo>
                    <a:pt x="458470" y="0"/>
                  </a:lnTo>
                  <a:close/>
                </a:path>
              </a:pathLst>
            </a:custGeom>
            <a:solidFill>
              <a:srgbClr val="BFB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9" name="object 3919"/>
            <p:cNvSpPr/>
            <p:nvPr/>
          </p:nvSpPr>
          <p:spPr>
            <a:xfrm>
              <a:off x="5642610" y="2128519"/>
              <a:ext cx="450850" cy="7620"/>
            </a:xfrm>
            <a:custGeom>
              <a:avLst/>
              <a:gdLst/>
              <a:ahLst/>
              <a:cxnLst/>
              <a:rect l="l" t="t" r="r" b="b"/>
              <a:pathLst>
                <a:path w="450850" h="7619">
                  <a:moveTo>
                    <a:pt x="448310" y="3822"/>
                  </a:moveTo>
                  <a:lnTo>
                    <a:pt x="2540" y="3822"/>
                  </a:lnTo>
                  <a:lnTo>
                    <a:pt x="2540" y="6350"/>
                  </a:lnTo>
                  <a:lnTo>
                    <a:pt x="3810" y="6350"/>
                  </a:lnTo>
                  <a:lnTo>
                    <a:pt x="3810" y="7620"/>
                  </a:lnTo>
                  <a:lnTo>
                    <a:pt x="447040" y="7620"/>
                  </a:lnTo>
                  <a:lnTo>
                    <a:pt x="447040" y="6350"/>
                  </a:lnTo>
                  <a:lnTo>
                    <a:pt x="448310" y="6350"/>
                  </a:lnTo>
                  <a:lnTo>
                    <a:pt x="448310" y="3822"/>
                  </a:lnTo>
                  <a:close/>
                </a:path>
                <a:path w="450850" h="7619">
                  <a:moveTo>
                    <a:pt x="45085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3810"/>
                  </a:lnTo>
                  <a:lnTo>
                    <a:pt x="449580" y="3810"/>
                  </a:lnTo>
                  <a:lnTo>
                    <a:pt x="449580" y="1270"/>
                  </a:lnTo>
                  <a:lnTo>
                    <a:pt x="450850" y="1270"/>
                  </a:lnTo>
                  <a:lnTo>
                    <a:pt x="450850" y="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0" name="object 3920"/>
            <p:cNvSpPr/>
            <p:nvPr/>
          </p:nvSpPr>
          <p:spPr>
            <a:xfrm>
              <a:off x="5647690" y="2136139"/>
              <a:ext cx="440690" cy="7620"/>
            </a:xfrm>
            <a:custGeom>
              <a:avLst/>
              <a:gdLst/>
              <a:ahLst/>
              <a:cxnLst/>
              <a:rect l="l" t="t" r="r" b="b"/>
              <a:pathLst>
                <a:path w="440689" h="7619">
                  <a:moveTo>
                    <a:pt x="439420" y="2552"/>
                  </a:moveTo>
                  <a:lnTo>
                    <a:pt x="1270" y="2552"/>
                  </a:lnTo>
                  <a:lnTo>
                    <a:pt x="1270" y="5080"/>
                  </a:lnTo>
                  <a:lnTo>
                    <a:pt x="2540" y="5080"/>
                  </a:lnTo>
                  <a:lnTo>
                    <a:pt x="2540" y="6350"/>
                  </a:lnTo>
                  <a:lnTo>
                    <a:pt x="3810" y="6350"/>
                  </a:lnTo>
                  <a:lnTo>
                    <a:pt x="3810" y="7620"/>
                  </a:lnTo>
                  <a:lnTo>
                    <a:pt x="436880" y="7620"/>
                  </a:lnTo>
                  <a:lnTo>
                    <a:pt x="436880" y="6350"/>
                  </a:lnTo>
                  <a:lnTo>
                    <a:pt x="438150" y="6350"/>
                  </a:lnTo>
                  <a:lnTo>
                    <a:pt x="438150" y="5080"/>
                  </a:lnTo>
                  <a:lnTo>
                    <a:pt x="439420" y="5080"/>
                  </a:lnTo>
                  <a:lnTo>
                    <a:pt x="439420" y="2552"/>
                  </a:lnTo>
                  <a:close/>
                </a:path>
                <a:path w="440689" h="7619">
                  <a:moveTo>
                    <a:pt x="44069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440690" y="2540"/>
                  </a:lnTo>
                  <a:lnTo>
                    <a:pt x="440690" y="0"/>
                  </a:lnTo>
                  <a:close/>
                </a:path>
              </a:pathLst>
            </a:custGeom>
            <a:solidFill>
              <a:srgbClr val="BCBC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1" name="object 3921"/>
            <p:cNvSpPr/>
            <p:nvPr/>
          </p:nvSpPr>
          <p:spPr>
            <a:xfrm>
              <a:off x="5651500" y="2143759"/>
              <a:ext cx="433070" cy="6350"/>
            </a:xfrm>
            <a:custGeom>
              <a:avLst/>
              <a:gdLst/>
              <a:ahLst/>
              <a:cxnLst/>
              <a:rect l="l" t="t" r="r" b="b"/>
              <a:pathLst>
                <a:path w="433070" h="6350">
                  <a:moveTo>
                    <a:pt x="431800" y="1282"/>
                  </a:moveTo>
                  <a:lnTo>
                    <a:pt x="1270" y="1282"/>
                  </a:lnTo>
                  <a:lnTo>
                    <a:pt x="1270" y="3810"/>
                  </a:lnTo>
                  <a:lnTo>
                    <a:pt x="2540" y="3810"/>
                  </a:lnTo>
                  <a:lnTo>
                    <a:pt x="2540" y="5080"/>
                  </a:lnTo>
                  <a:lnTo>
                    <a:pt x="3810" y="5080"/>
                  </a:lnTo>
                  <a:lnTo>
                    <a:pt x="3810" y="6350"/>
                  </a:lnTo>
                  <a:lnTo>
                    <a:pt x="429260" y="6350"/>
                  </a:lnTo>
                  <a:lnTo>
                    <a:pt x="429260" y="5080"/>
                  </a:lnTo>
                  <a:lnTo>
                    <a:pt x="430530" y="5080"/>
                  </a:lnTo>
                  <a:lnTo>
                    <a:pt x="430530" y="3810"/>
                  </a:lnTo>
                  <a:lnTo>
                    <a:pt x="431800" y="3810"/>
                  </a:lnTo>
                  <a:lnTo>
                    <a:pt x="431800" y="1282"/>
                  </a:lnTo>
                  <a:close/>
                </a:path>
                <a:path w="433070" h="6350">
                  <a:moveTo>
                    <a:pt x="4330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433070" y="1270"/>
                  </a:lnTo>
                  <a:lnTo>
                    <a:pt x="433070" y="0"/>
                  </a:lnTo>
                  <a:close/>
                </a:path>
              </a:pathLst>
            </a:custGeom>
            <a:solidFill>
              <a:srgbClr val="BABA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2" name="object 3922"/>
            <p:cNvSpPr/>
            <p:nvPr/>
          </p:nvSpPr>
          <p:spPr>
            <a:xfrm>
              <a:off x="5655310" y="2150109"/>
              <a:ext cx="425450" cy="7620"/>
            </a:xfrm>
            <a:custGeom>
              <a:avLst/>
              <a:gdLst/>
              <a:ahLst/>
              <a:cxnLst/>
              <a:rect l="l" t="t" r="r" b="b"/>
              <a:pathLst>
                <a:path w="425450" h="7619">
                  <a:moveTo>
                    <a:pt x="424180" y="1282"/>
                  </a:moveTo>
                  <a:lnTo>
                    <a:pt x="1270" y="1282"/>
                  </a:lnTo>
                  <a:lnTo>
                    <a:pt x="1270" y="3810"/>
                  </a:lnTo>
                  <a:lnTo>
                    <a:pt x="2540" y="3810"/>
                  </a:lnTo>
                  <a:lnTo>
                    <a:pt x="2540" y="5080"/>
                  </a:lnTo>
                  <a:lnTo>
                    <a:pt x="3810" y="5080"/>
                  </a:lnTo>
                  <a:lnTo>
                    <a:pt x="3810" y="7620"/>
                  </a:lnTo>
                  <a:lnTo>
                    <a:pt x="421640" y="7620"/>
                  </a:lnTo>
                  <a:lnTo>
                    <a:pt x="421640" y="5080"/>
                  </a:lnTo>
                  <a:lnTo>
                    <a:pt x="422910" y="5080"/>
                  </a:lnTo>
                  <a:lnTo>
                    <a:pt x="422910" y="3810"/>
                  </a:lnTo>
                  <a:lnTo>
                    <a:pt x="424180" y="3810"/>
                  </a:lnTo>
                  <a:lnTo>
                    <a:pt x="424180" y="1282"/>
                  </a:lnTo>
                  <a:close/>
                </a:path>
                <a:path w="425450" h="7619">
                  <a:moveTo>
                    <a:pt x="42545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425450" y="1270"/>
                  </a:lnTo>
                  <a:lnTo>
                    <a:pt x="425450" y="0"/>
                  </a:lnTo>
                  <a:close/>
                </a:path>
              </a:pathLst>
            </a:custGeom>
            <a:solidFill>
              <a:srgbClr val="B8B8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3" name="object 3923"/>
            <p:cNvSpPr/>
            <p:nvPr/>
          </p:nvSpPr>
          <p:spPr>
            <a:xfrm>
              <a:off x="5660390" y="2157742"/>
              <a:ext cx="415290" cy="7620"/>
            </a:xfrm>
            <a:custGeom>
              <a:avLst/>
              <a:gdLst/>
              <a:ahLst/>
              <a:cxnLst/>
              <a:rect l="l" t="t" r="r" b="b"/>
              <a:pathLst>
                <a:path w="415289" h="7619">
                  <a:moveTo>
                    <a:pt x="411480" y="6350"/>
                  </a:moveTo>
                  <a:lnTo>
                    <a:pt x="3810" y="6350"/>
                  </a:lnTo>
                  <a:lnTo>
                    <a:pt x="3810" y="7607"/>
                  </a:lnTo>
                  <a:lnTo>
                    <a:pt x="411480" y="7607"/>
                  </a:lnTo>
                  <a:lnTo>
                    <a:pt x="411480" y="6350"/>
                  </a:lnTo>
                  <a:close/>
                </a:path>
                <a:path w="415289" h="7619">
                  <a:moveTo>
                    <a:pt x="41529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1270" y="2527"/>
                  </a:lnTo>
                  <a:lnTo>
                    <a:pt x="1270" y="3797"/>
                  </a:lnTo>
                  <a:lnTo>
                    <a:pt x="2540" y="3797"/>
                  </a:lnTo>
                  <a:lnTo>
                    <a:pt x="2540" y="6337"/>
                  </a:lnTo>
                  <a:lnTo>
                    <a:pt x="412750" y="6337"/>
                  </a:lnTo>
                  <a:lnTo>
                    <a:pt x="412750" y="3797"/>
                  </a:lnTo>
                  <a:lnTo>
                    <a:pt x="414020" y="3797"/>
                  </a:lnTo>
                  <a:lnTo>
                    <a:pt x="414020" y="2527"/>
                  </a:lnTo>
                  <a:lnTo>
                    <a:pt x="415290" y="2527"/>
                  </a:lnTo>
                  <a:lnTo>
                    <a:pt x="415290" y="0"/>
                  </a:lnTo>
                  <a:close/>
                </a:path>
              </a:pathLst>
            </a:custGeom>
            <a:solidFill>
              <a:srgbClr val="B6B6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4" name="object 3924"/>
            <p:cNvSpPr/>
            <p:nvPr/>
          </p:nvSpPr>
          <p:spPr>
            <a:xfrm>
              <a:off x="5664200" y="2165349"/>
              <a:ext cx="407670" cy="6350"/>
            </a:xfrm>
            <a:custGeom>
              <a:avLst/>
              <a:gdLst/>
              <a:ahLst/>
              <a:cxnLst/>
              <a:rect l="l" t="t" r="r" b="b"/>
              <a:pathLst>
                <a:path w="407670" h="6350">
                  <a:moveTo>
                    <a:pt x="403860" y="5092"/>
                  </a:moveTo>
                  <a:lnTo>
                    <a:pt x="3810" y="5092"/>
                  </a:lnTo>
                  <a:lnTo>
                    <a:pt x="3810" y="6350"/>
                  </a:lnTo>
                  <a:lnTo>
                    <a:pt x="403860" y="6350"/>
                  </a:lnTo>
                  <a:lnTo>
                    <a:pt x="403860" y="5092"/>
                  </a:lnTo>
                  <a:close/>
                </a:path>
                <a:path w="407670" h="6350">
                  <a:moveTo>
                    <a:pt x="4076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5080"/>
                  </a:lnTo>
                  <a:lnTo>
                    <a:pt x="405130" y="5080"/>
                  </a:lnTo>
                  <a:lnTo>
                    <a:pt x="405130" y="2540"/>
                  </a:lnTo>
                  <a:lnTo>
                    <a:pt x="406400" y="2540"/>
                  </a:lnTo>
                  <a:lnTo>
                    <a:pt x="406400" y="1270"/>
                  </a:lnTo>
                  <a:lnTo>
                    <a:pt x="407670" y="1270"/>
                  </a:lnTo>
                  <a:lnTo>
                    <a:pt x="407670" y="0"/>
                  </a:lnTo>
                  <a:close/>
                </a:path>
              </a:pathLst>
            </a:custGeom>
            <a:solidFill>
              <a:srgbClr val="B4B4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5" name="object 3925"/>
            <p:cNvSpPr/>
            <p:nvPr/>
          </p:nvSpPr>
          <p:spPr>
            <a:xfrm>
              <a:off x="5668010" y="2171699"/>
              <a:ext cx="400050" cy="7620"/>
            </a:xfrm>
            <a:custGeom>
              <a:avLst/>
              <a:gdLst/>
              <a:ahLst/>
              <a:cxnLst/>
              <a:rect l="l" t="t" r="r" b="b"/>
              <a:pathLst>
                <a:path w="400050" h="7619">
                  <a:moveTo>
                    <a:pt x="396240" y="5092"/>
                  </a:moveTo>
                  <a:lnTo>
                    <a:pt x="3810" y="5092"/>
                  </a:lnTo>
                  <a:lnTo>
                    <a:pt x="3810" y="7620"/>
                  </a:lnTo>
                  <a:lnTo>
                    <a:pt x="396240" y="7620"/>
                  </a:lnTo>
                  <a:lnTo>
                    <a:pt x="396240" y="5092"/>
                  </a:lnTo>
                  <a:close/>
                </a:path>
                <a:path w="400050" h="7619">
                  <a:moveTo>
                    <a:pt x="40005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5080"/>
                  </a:lnTo>
                  <a:lnTo>
                    <a:pt x="397510" y="5080"/>
                  </a:lnTo>
                  <a:lnTo>
                    <a:pt x="397510" y="2540"/>
                  </a:lnTo>
                  <a:lnTo>
                    <a:pt x="398780" y="2540"/>
                  </a:lnTo>
                  <a:lnTo>
                    <a:pt x="398780" y="1270"/>
                  </a:lnTo>
                  <a:lnTo>
                    <a:pt x="400050" y="1270"/>
                  </a:lnTo>
                  <a:lnTo>
                    <a:pt x="400050" y="0"/>
                  </a:lnTo>
                  <a:close/>
                </a:path>
              </a:pathLst>
            </a:custGeom>
            <a:solidFill>
              <a:srgbClr val="B2B2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6" name="object 3926"/>
            <p:cNvSpPr/>
            <p:nvPr/>
          </p:nvSpPr>
          <p:spPr>
            <a:xfrm>
              <a:off x="5673090" y="2179319"/>
              <a:ext cx="389890" cy="7620"/>
            </a:xfrm>
            <a:custGeom>
              <a:avLst/>
              <a:gdLst/>
              <a:ahLst/>
              <a:cxnLst/>
              <a:rect l="l" t="t" r="r" b="b"/>
              <a:pathLst>
                <a:path w="389889" h="7619">
                  <a:moveTo>
                    <a:pt x="387350" y="3822"/>
                  </a:moveTo>
                  <a:lnTo>
                    <a:pt x="2540" y="3822"/>
                  </a:lnTo>
                  <a:lnTo>
                    <a:pt x="2540" y="6350"/>
                  </a:lnTo>
                  <a:lnTo>
                    <a:pt x="3810" y="6350"/>
                  </a:lnTo>
                  <a:lnTo>
                    <a:pt x="3810" y="7620"/>
                  </a:lnTo>
                  <a:lnTo>
                    <a:pt x="386080" y="7620"/>
                  </a:lnTo>
                  <a:lnTo>
                    <a:pt x="386080" y="6350"/>
                  </a:lnTo>
                  <a:lnTo>
                    <a:pt x="387350" y="6350"/>
                  </a:lnTo>
                  <a:lnTo>
                    <a:pt x="387350" y="3822"/>
                  </a:lnTo>
                  <a:close/>
                </a:path>
                <a:path w="389889" h="7619">
                  <a:moveTo>
                    <a:pt x="38989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3810"/>
                  </a:lnTo>
                  <a:lnTo>
                    <a:pt x="388620" y="3810"/>
                  </a:lnTo>
                  <a:lnTo>
                    <a:pt x="388620" y="1270"/>
                  </a:lnTo>
                  <a:lnTo>
                    <a:pt x="389890" y="1270"/>
                  </a:lnTo>
                  <a:lnTo>
                    <a:pt x="389890" y="0"/>
                  </a:lnTo>
                  <a:close/>
                </a:path>
              </a:pathLst>
            </a:custGeom>
            <a:solidFill>
              <a:srgbClr val="B0B0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7" name="object 3927"/>
            <p:cNvSpPr/>
            <p:nvPr/>
          </p:nvSpPr>
          <p:spPr>
            <a:xfrm>
              <a:off x="5678170" y="2186939"/>
              <a:ext cx="379730" cy="6350"/>
            </a:xfrm>
            <a:custGeom>
              <a:avLst/>
              <a:gdLst/>
              <a:ahLst/>
              <a:cxnLst/>
              <a:rect l="l" t="t" r="r" b="b"/>
              <a:pathLst>
                <a:path w="379729" h="6350">
                  <a:moveTo>
                    <a:pt x="378460" y="2552"/>
                  </a:moveTo>
                  <a:lnTo>
                    <a:pt x="1270" y="2552"/>
                  </a:lnTo>
                  <a:lnTo>
                    <a:pt x="1270" y="5080"/>
                  </a:lnTo>
                  <a:lnTo>
                    <a:pt x="2540" y="5080"/>
                  </a:lnTo>
                  <a:lnTo>
                    <a:pt x="2540" y="6350"/>
                  </a:lnTo>
                  <a:lnTo>
                    <a:pt x="377190" y="6350"/>
                  </a:lnTo>
                  <a:lnTo>
                    <a:pt x="377190" y="5080"/>
                  </a:lnTo>
                  <a:lnTo>
                    <a:pt x="378460" y="5080"/>
                  </a:lnTo>
                  <a:lnTo>
                    <a:pt x="378460" y="2552"/>
                  </a:lnTo>
                  <a:close/>
                </a:path>
                <a:path w="379729" h="6350">
                  <a:moveTo>
                    <a:pt x="37973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79730" y="2540"/>
                  </a:lnTo>
                  <a:lnTo>
                    <a:pt x="379730" y="0"/>
                  </a:lnTo>
                  <a:close/>
                </a:path>
              </a:pathLst>
            </a:custGeom>
            <a:solidFill>
              <a:srgbClr val="AEAE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8" name="object 3928"/>
            <p:cNvSpPr/>
            <p:nvPr/>
          </p:nvSpPr>
          <p:spPr>
            <a:xfrm>
              <a:off x="5681980" y="2193289"/>
              <a:ext cx="372110" cy="7620"/>
            </a:xfrm>
            <a:custGeom>
              <a:avLst/>
              <a:gdLst/>
              <a:ahLst/>
              <a:cxnLst/>
              <a:rect l="l" t="t" r="r" b="b"/>
              <a:pathLst>
                <a:path w="372110" h="7619">
                  <a:moveTo>
                    <a:pt x="370840" y="2552"/>
                  </a:moveTo>
                  <a:lnTo>
                    <a:pt x="1270" y="2552"/>
                  </a:lnTo>
                  <a:lnTo>
                    <a:pt x="1270" y="5080"/>
                  </a:lnTo>
                  <a:lnTo>
                    <a:pt x="2540" y="5080"/>
                  </a:lnTo>
                  <a:lnTo>
                    <a:pt x="2540" y="6350"/>
                  </a:lnTo>
                  <a:lnTo>
                    <a:pt x="3810" y="6350"/>
                  </a:lnTo>
                  <a:lnTo>
                    <a:pt x="3810" y="7620"/>
                  </a:lnTo>
                  <a:lnTo>
                    <a:pt x="368300" y="7620"/>
                  </a:lnTo>
                  <a:lnTo>
                    <a:pt x="368300" y="6350"/>
                  </a:lnTo>
                  <a:lnTo>
                    <a:pt x="369570" y="6350"/>
                  </a:lnTo>
                  <a:lnTo>
                    <a:pt x="369570" y="5080"/>
                  </a:lnTo>
                  <a:lnTo>
                    <a:pt x="370840" y="5080"/>
                  </a:lnTo>
                  <a:lnTo>
                    <a:pt x="370840" y="2552"/>
                  </a:lnTo>
                  <a:close/>
                </a:path>
                <a:path w="372110" h="7619">
                  <a:moveTo>
                    <a:pt x="3721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72110" y="2540"/>
                  </a:lnTo>
                  <a:lnTo>
                    <a:pt x="372110" y="0"/>
                  </a:lnTo>
                  <a:close/>
                </a:path>
              </a:pathLst>
            </a:custGeom>
            <a:solidFill>
              <a:srgbClr val="ACAC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9" name="object 3929"/>
            <p:cNvSpPr/>
            <p:nvPr/>
          </p:nvSpPr>
          <p:spPr>
            <a:xfrm>
              <a:off x="5685790" y="2200909"/>
              <a:ext cx="364490" cy="7620"/>
            </a:xfrm>
            <a:custGeom>
              <a:avLst/>
              <a:gdLst/>
              <a:ahLst/>
              <a:cxnLst/>
              <a:rect l="l" t="t" r="r" b="b"/>
              <a:pathLst>
                <a:path w="364489" h="7619">
                  <a:moveTo>
                    <a:pt x="363220" y="1282"/>
                  </a:moveTo>
                  <a:lnTo>
                    <a:pt x="1270" y="1282"/>
                  </a:lnTo>
                  <a:lnTo>
                    <a:pt x="1270" y="3810"/>
                  </a:lnTo>
                  <a:lnTo>
                    <a:pt x="2540" y="3810"/>
                  </a:lnTo>
                  <a:lnTo>
                    <a:pt x="2540" y="5080"/>
                  </a:lnTo>
                  <a:lnTo>
                    <a:pt x="3810" y="5080"/>
                  </a:lnTo>
                  <a:lnTo>
                    <a:pt x="3810" y="7620"/>
                  </a:lnTo>
                  <a:lnTo>
                    <a:pt x="360680" y="7620"/>
                  </a:lnTo>
                  <a:lnTo>
                    <a:pt x="360680" y="5080"/>
                  </a:lnTo>
                  <a:lnTo>
                    <a:pt x="361950" y="5080"/>
                  </a:lnTo>
                  <a:lnTo>
                    <a:pt x="361950" y="3810"/>
                  </a:lnTo>
                  <a:lnTo>
                    <a:pt x="363220" y="3810"/>
                  </a:lnTo>
                  <a:lnTo>
                    <a:pt x="363220" y="1282"/>
                  </a:lnTo>
                  <a:close/>
                </a:path>
                <a:path w="364489" h="7619">
                  <a:moveTo>
                    <a:pt x="36449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64490" y="1270"/>
                  </a:lnTo>
                  <a:lnTo>
                    <a:pt x="364490" y="0"/>
                  </a:lnTo>
                  <a:close/>
                </a:path>
              </a:pathLst>
            </a:custGeom>
            <a:solidFill>
              <a:srgbClr val="ABAB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0" name="object 3930"/>
            <p:cNvSpPr/>
            <p:nvPr/>
          </p:nvSpPr>
          <p:spPr>
            <a:xfrm>
              <a:off x="5690870" y="2208542"/>
              <a:ext cx="354330" cy="6350"/>
            </a:xfrm>
            <a:custGeom>
              <a:avLst/>
              <a:gdLst/>
              <a:ahLst/>
              <a:cxnLst/>
              <a:rect l="l" t="t" r="r" b="b"/>
              <a:pathLst>
                <a:path w="354329" h="6350">
                  <a:moveTo>
                    <a:pt x="35433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1270" y="2527"/>
                  </a:lnTo>
                  <a:lnTo>
                    <a:pt x="1270" y="3797"/>
                  </a:lnTo>
                  <a:lnTo>
                    <a:pt x="2540" y="3797"/>
                  </a:lnTo>
                  <a:lnTo>
                    <a:pt x="2540" y="6337"/>
                  </a:lnTo>
                  <a:lnTo>
                    <a:pt x="351790" y="6337"/>
                  </a:lnTo>
                  <a:lnTo>
                    <a:pt x="351790" y="3797"/>
                  </a:lnTo>
                  <a:lnTo>
                    <a:pt x="353060" y="3797"/>
                  </a:lnTo>
                  <a:lnTo>
                    <a:pt x="353060" y="2527"/>
                  </a:lnTo>
                  <a:lnTo>
                    <a:pt x="354330" y="2527"/>
                  </a:lnTo>
                  <a:lnTo>
                    <a:pt x="354330" y="0"/>
                  </a:lnTo>
                  <a:close/>
                </a:path>
              </a:pathLst>
            </a:custGeom>
            <a:solidFill>
              <a:srgbClr val="A9A9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1" name="object 3931"/>
            <p:cNvSpPr/>
            <p:nvPr/>
          </p:nvSpPr>
          <p:spPr>
            <a:xfrm>
              <a:off x="5694680" y="2214892"/>
              <a:ext cx="346710" cy="7620"/>
            </a:xfrm>
            <a:custGeom>
              <a:avLst/>
              <a:gdLst/>
              <a:ahLst/>
              <a:cxnLst/>
              <a:rect l="l" t="t" r="r" b="b"/>
              <a:pathLst>
                <a:path w="346710" h="7619">
                  <a:moveTo>
                    <a:pt x="342900" y="6350"/>
                  </a:moveTo>
                  <a:lnTo>
                    <a:pt x="3810" y="6350"/>
                  </a:lnTo>
                  <a:lnTo>
                    <a:pt x="3810" y="7607"/>
                  </a:lnTo>
                  <a:lnTo>
                    <a:pt x="342900" y="7607"/>
                  </a:lnTo>
                  <a:lnTo>
                    <a:pt x="342900" y="6350"/>
                  </a:lnTo>
                  <a:close/>
                </a:path>
                <a:path w="346710" h="7619">
                  <a:moveTo>
                    <a:pt x="3467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1270" y="2527"/>
                  </a:lnTo>
                  <a:lnTo>
                    <a:pt x="1270" y="3797"/>
                  </a:lnTo>
                  <a:lnTo>
                    <a:pt x="2540" y="3797"/>
                  </a:lnTo>
                  <a:lnTo>
                    <a:pt x="2540" y="6337"/>
                  </a:lnTo>
                  <a:lnTo>
                    <a:pt x="344170" y="6337"/>
                  </a:lnTo>
                  <a:lnTo>
                    <a:pt x="344170" y="3797"/>
                  </a:lnTo>
                  <a:lnTo>
                    <a:pt x="345440" y="3797"/>
                  </a:lnTo>
                  <a:lnTo>
                    <a:pt x="345440" y="2527"/>
                  </a:lnTo>
                  <a:lnTo>
                    <a:pt x="346710" y="2527"/>
                  </a:lnTo>
                  <a:lnTo>
                    <a:pt x="346710" y="0"/>
                  </a:lnTo>
                  <a:close/>
                </a:path>
              </a:pathLst>
            </a:custGeom>
            <a:solidFill>
              <a:srgbClr val="A7A7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2" name="object 3932"/>
            <p:cNvSpPr/>
            <p:nvPr/>
          </p:nvSpPr>
          <p:spPr>
            <a:xfrm>
              <a:off x="5698490" y="2222499"/>
              <a:ext cx="339090" cy="7620"/>
            </a:xfrm>
            <a:custGeom>
              <a:avLst/>
              <a:gdLst/>
              <a:ahLst/>
              <a:cxnLst/>
              <a:rect l="l" t="t" r="r" b="b"/>
              <a:pathLst>
                <a:path w="339089" h="7619">
                  <a:moveTo>
                    <a:pt x="335280" y="5092"/>
                  </a:moveTo>
                  <a:lnTo>
                    <a:pt x="3810" y="5092"/>
                  </a:lnTo>
                  <a:lnTo>
                    <a:pt x="3810" y="7620"/>
                  </a:lnTo>
                  <a:lnTo>
                    <a:pt x="335280" y="7620"/>
                  </a:lnTo>
                  <a:lnTo>
                    <a:pt x="335280" y="5092"/>
                  </a:lnTo>
                  <a:close/>
                </a:path>
                <a:path w="339089" h="7619">
                  <a:moveTo>
                    <a:pt x="33909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5080"/>
                  </a:lnTo>
                  <a:lnTo>
                    <a:pt x="336550" y="5080"/>
                  </a:lnTo>
                  <a:lnTo>
                    <a:pt x="336550" y="2540"/>
                  </a:lnTo>
                  <a:lnTo>
                    <a:pt x="337820" y="2540"/>
                  </a:lnTo>
                  <a:lnTo>
                    <a:pt x="337820" y="1270"/>
                  </a:lnTo>
                  <a:lnTo>
                    <a:pt x="339090" y="1270"/>
                  </a:lnTo>
                  <a:lnTo>
                    <a:pt x="339090" y="0"/>
                  </a:lnTo>
                  <a:close/>
                </a:path>
              </a:pathLst>
            </a:custGeom>
            <a:solidFill>
              <a:srgbClr val="A5A5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3" name="object 3933"/>
            <p:cNvSpPr/>
            <p:nvPr/>
          </p:nvSpPr>
          <p:spPr>
            <a:xfrm>
              <a:off x="5703570" y="2230119"/>
              <a:ext cx="328930" cy="7620"/>
            </a:xfrm>
            <a:custGeom>
              <a:avLst/>
              <a:gdLst/>
              <a:ahLst/>
              <a:cxnLst/>
              <a:rect l="l" t="t" r="r" b="b"/>
              <a:pathLst>
                <a:path w="328929" h="7619">
                  <a:moveTo>
                    <a:pt x="326390" y="3822"/>
                  </a:moveTo>
                  <a:lnTo>
                    <a:pt x="2540" y="3822"/>
                  </a:lnTo>
                  <a:lnTo>
                    <a:pt x="2540" y="6350"/>
                  </a:lnTo>
                  <a:lnTo>
                    <a:pt x="3810" y="6350"/>
                  </a:lnTo>
                  <a:lnTo>
                    <a:pt x="3810" y="7620"/>
                  </a:lnTo>
                  <a:lnTo>
                    <a:pt x="325120" y="7620"/>
                  </a:lnTo>
                  <a:lnTo>
                    <a:pt x="325120" y="6350"/>
                  </a:lnTo>
                  <a:lnTo>
                    <a:pt x="326390" y="6350"/>
                  </a:lnTo>
                  <a:lnTo>
                    <a:pt x="326390" y="3822"/>
                  </a:lnTo>
                  <a:close/>
                </a:path>
                <a:path w="328929" h="7619">
                  <a:moveTo>
                    <a:pt x="32893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3810"/>
                  </a:lnTo>
                  <a:lnTo>
                    <a:pt x="327660" y="3810"/>
                  </a:lnTo>
                  <a:lnTo>
                    <a:pt x="327660" y="1270"/>
                  </a:lnTo>
                  <a:lnTo>
                    <a:pt x="328930" y="1270"/>
                  </a:lnTo>
                  <a:lnTo>
                    <a:pt x="328930" y="0"/>
                  </a:lnTo>
                  <a:close/>
                </a:path>
              </a:pathLst>
            </a:custGeom>
            <a:solidFill>
              <a:srgbClr val="A3A3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4" name="object 3934"/>
            <p:cNvSpPr/>
            <p:nvPr/>
          </p:nvSpPr>
          <p:spPr>
            <a:xfrm>
              <a:off x="5708650" y="2237739"/>
              <a:ext cx="318770" cy="6350"/>
            </a:xfrm>
            <a:custGeom>
              <a:avLst/>
              <a:gdLst/>
              <a:ahLst/>
              <a:cxnLst/>
              <a:rect l="l" t="t" r="r" b="b"/>
              <a:pathLst>
                <a:path w="318770" h="6350">
                  <a:moveTo>
                    <a:pt x="317500" y="2552"/>
                  </a:moveTo>
                  <a:lnTo>
                    <a:pt x="1270" y="2552"/>
                  </a:lnTo>
                  <a:lnTo>
                    <a:pt x="1270" y="5080"/>
                  </a:lnTo>
                  <a:lnTo>
                    <a:pt x="2540" y="5080"/>
                  </a:lnTo>
                  <a:lnTo>
                    <a:pt x="2540" y="6350"/>
                  </a:lnTo>
                  <a:lnTo>
                    <a:pt x="316230" y="6350"/>
                  </a:lnTo>
                  <a:lnTo>
                    <a:pt x="316230" y="5080"/>
                  </a:lnTo>
                  <a:lnTo>
                    <a:pt x="317500" y="5080"/>
                  </a:lnTo>
                  <a:lnTo>
                    <a:pt x="317500" y="2552"/>
                  </a:lnTo>
                  <a:close/>
                </a:path>
                <a:path w="318770" h="6350">
                  <a:moveTo>
                    <a:pt x="31877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18770" y="2540"/>
                  </a:lnTo>
                  <a:lnTo>
                    <a:pt x="318770" y="0"/>
                  </a:lnTo>
                  <a:close/>
                </a:path>
              </a:pathLst>
            </a:custGeom>
            <a:solidFill>
              <a:srgbClr val="A1A1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5" name="object 3935"/>
            <p:cNvSpPr/>
            <p:nvPr/>
          </p:nvSpPr>
          <p:spPr>
            <a:xfrm>
              <a:off x="5712460" y="2244089"/>
              <a:ext cx="311150" cy="7620"/>
            </a:xfrm>
            <a:custGeom>
              <a:avLst/>
              <a:gdLst/>
              <a:ahLst/>
              <a:cxnLst/>
              <a:rect l="l" t="t" r="r" b="b"/>
              <a:pathLst>
                <a:path w="311150" h="7619">
                  <a:moveTo>
                    <a:pt x="309880" y="2552"/>
                  </a:moveTo>
                  <a:lnTo>
                    <a:pt x="1270" y="2552"/>
                  </a:lnTo>
                  <a:lnTo>
                    <a:pt x="1270" y="5080"/>
                  </a:lnTo>
                  <a:lnTo>
                    <a:pt x="2540" y="5080"/>
                  </a:lnTo>
                  <a:lnTo>
                    <a:pt x="2540" y="6350"/>
                  </a:lnTo>
                  <a:lnTo>
                    <a:pt x="3810" y="6350"/>
                  </a:lnTo>
                  <a:lnTo>
                    <a:pt x="3810" y="7620"/>
                  </a:lnTo>
                  <a:lnTo>
                    <a:pt x="307340" y="7620"/>
                  </a:lnTo>
                  <a:lnTo>
                    <a:pt x="307340" y="6350"/>
                  </a:lnTo>
                  <a:lnTo>
                    <a:pt x="308610" y="6350"/>
                  </a:lnTo>
                  <a:lnTo>
                    <a:pt x="308610" y="5080"/>
                  </a:lnTo>
                  <a:lnTo>
                    <a:pt x="309880" y="5080"/>
                  </a:lnTo>
                  <a:lnTo>
                    <a:pt x="309880" y="2552"/>
                  </a:lnTo>
                  <a:close/>
                </a:path>
                <a:path w="311150" h="7619">
                  <a:moveTo>
                    <a:pt x="31115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11150" y="2540"/>
                  </a:lnTo>
                  <a:lnTo>
                    <a:pt x="311150" y="0"/>
                  </a:lnTo>
                  <a:close/>
                </a:path>
              </a:pathLst>
            </a:custGeom>
            <a:solidFill>
              <a:srgbClr val="9F9F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6" name="object 3936"/>
            <p:cNvSpPr/>
            <p:nvPr/>
          </p:nvSpPr>
          <p:spPr>
            <a:xfrm>
              <a:off x="5716270" y="2251709"/>
              <a:ext cx="303530" cy="7620"/>
            </a:xfrm>
            <a:custGeom>
              <a:avLst/>
              <a:gdLst/>
              <a:ahLst/>
              <a:cxnLst/>
              <a:rect l="l" t="t" r="r" b="b"/>
              <a:pathLst>
                <a:path w="303529" h="7619">
                  <a:moveTo>
                    <a:pt x="302260" y="1282"/>
                  </a:moveTo>
                  <a:lnTo>
                    <a:pt x="1270" y="1282"/>
                  </a:lnTo>
                  <a:lnTo>
                    <a:pt x="1270" y="3810"/>
                  </a:lnTo>
                  <a:lnTo>
                    <a:pt x="2540" y="3810"/>
                  </a:lnTo>
                  <a:lnTo>
                    <a:pt x="2540" y="5080"/>
                  </a:lnTo>
                  <a:lnTo>
                    <a:pt x="3810" y="5080"/>
                  </a:lnTo>
                  <a:lnTo>
                    <a:pt x="3810" y="7620"/>
                  </a:lnTo>
                  <a:lnTo>
                    <a:pt x="299720" y="7620"/>
                  </a:lnTo>
                  <a:lnTo>
                    <a:pt x="299720" y="5080"/>
                  </a:lnTo>
                  <a:lnTo>
                    <a:pt x="300990" y="5080"/>
                  </a:lnTo>
                  <a:lnTo>
                    <a:pt x="300990" y="3810"/>
                  </a:lnTo>
                  <a:lnTo>
                    <a:pt x="302260" y="3810"/>
                  </a:lnTo>
                  <a:lnTo>
                    <a:pt x="302260" y="1282"/>
                  </a:lnTo>
                  <a:close/>
                </a:path>
                <a:path w="303529" h="7619">
                  <a:moveTo>
                    <a:pt x="30353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03530" y="1270"/>
                  </a:lnTo>
                  <a:lnTo>
                    <a:pt x="303530" y="0"/>
                  </a:lnTo>
                  <a:close/>
                </a:path>
              </a:pathLst>
            </a:custGeom>
            <a:solidFill>
              <a:srgbClr val="9D9D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7" name="object 3937"/>
            <p:cNvSpPr/>
            <p:nvPr/>
          </p:nvSpPr>
          <p:spPr>
            <a:xfrm>
              <a:off x="5721350" y="2259342"/>
              <a:ext cx="293370" cy="6350"/>
            </a:xfrm>
            <a:custGeom>
              <a:avLst/>
              <a:gdLst/>
              <a:ahLst/>
              <a:cxnLst/>
              <a:rect l="l" t="t" r="r" b="b"/>
              <a:pathLst>
                <a:path w="293370" h="6350">
                  <a:moveTo>
                    <a:pt x="29337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1270" y="2527"/>
                  </a:lnTo>
                  <a:lnTo>
                    <a:pt x="1270" y="3797"/>
                  </a:lnTo>
                  <a:lnTo>
                    <a:pt x="2540" y="3797"/>
                  </a:lnTo>
                  <a:lnTo>
                    <a:pt x="2540" y="6337"/>
                  </a:lnTo>
                  <a:lnTo>
                    <a:pt x="290830" y="6337"/>
                  </a:lnTo>
                  <a:lnTo>
                    <a:pt x="290830" y="3797"/>
                  </a:lnTo>
                  <a:lnTo>
                    <a:pt x="292100" y="3797"/>
                  </a:lnTo>
                  <a:lnTo>
                    <a:pt x="292100" y="2527"/>
                  </a:lnTo>
                  <a:lnTo>
                    <a:pt x="293370" y="2527"/>
                  </a:lnTo>
                  <a:lnTo>
                    <a:pt x="293370" y="0"/>
                  </a:lnTo>
                  <a:close/>
                </a:path>
              </a:pathLst>
            </a:custGeom>
            <a:solidFill>
              <a:srgbClr val="9B9B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8" name="object 3938"/>
            <p:cNvSpPr/>
            <p:nvPr/>
          </p:nvSpPr>
          <p:spPr>
            <a:xfrm>
              <a:off x="5725160" y="2265692"/>
              <a:ext cx="285750" cy="7620"/>
            </a:xfrm>
            <a:custGeom>
              <a:avLst/>
              <a:gdLst/>
              <a:ahLst/>
              <a:cxnLst/>
              <a:rect l="l" t="t" r="r" b="b"/>
              <a:pathLst>
                <a:path w="285750" h="7619">
                  <a:moveTo>
                    <a:pt x="281940" y="6350"/>
                  </a:moveTo>
                  <a:lnTo>
                    <a:pt x="3810" y="6350"/>
                  </a:lnTo>
                  <a:lnTo>
                    <a:pt x="3810" y="7607"/>
                  </a:lnTo>
                  <a:lnTo>
                    <a:pt x="281940" y="7607"/>
                  </a:lnTo>
                  <a:lnTo>
                    <a:pt x="281940" y="6350"/>
                  </a:lnTo>
                  <a:close/>
                </a:path>
                <a:path w="285750" h="7619">
                  <a:moveTo>
                    <a:pt x="28575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1270" y="2527"/>
                  </a:lnTo>
                  <a:lnTo>
                    <a:pt x="1270" y="3797"/>
                  </a:lnTo>
                  <a:lnTo>
                    <a:pt x="2540" y="3797"/>
                  </a:lnTo>
                  <a:lnTo>
                    <a:pt x="2540" y="6337"/>
                  </a:lnTo>
                  <a:lnTo>
                    <a:pt x="283210" y="6337"/>
                  </a:lnTo>
                  <a:lnTo>
                    <a:pt x="283210" y="3797"/>
                  </a:lnTo>
                  <a:lnTo>
                    <a:pt x="284480" y="3797"/>
                  </a:lnTo>
                  <a:lnTo>
                    <a:pt x="284480" y="2527"/>
                  </a:lnTo>
                  <a:lnTo>
                    <a:pt x="285750" y="2527"/>
                  </a:lnTo>
                  <a:lnTo>
                    <a:pt x="285750" y="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9" name="object 3939"/>
            <p:cNvSpPr/>
            <p:nvPr/>
          </p:nvSpPr>
          <p:spPr>
            <a:xfrm>
              <a:off x="5728970" y="2273299"/>
              <a:ext cx="278130" cy="7620"/>
            </a:xfrm>
            <a:custGeom>
              <a:avLst/>
              <a:gdLst/>
              <a:ahLst/>
              <a:cxnLst/>
              <a:rect l="l" t="t" r="r" b="b"/>
              <a:pathLst>
                <a:path w="278129" h="7619">
                  <a:moveTo>
                    <a:pt x="274320" y="5092"/>
                  </a:moveTo>
                  <a:lnTo>
                    <a:pt x="3810" y="5092"/>
                  </a:lnTo>
                  <a:lnTo>
                    <a:pt x="3810" y="7620"/>
                  </a:lnTo>
                  <a:lnTo>
                    <a:pt x="274320" y="7620"/>
                  </a:lnTo>
                  <a:lnTo>
                    <a:pt x="274320" y="5092"/>
                  </a:lnTo>
                  <a:close/>
                </a:path>
                <a:path w="278129" h="7619">
                  <a:moveTo>
                    <a:pt x="27813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5080"/>
                  </a:lnTo>
                  <a:lnTo>
                    <a:pt x="275590" y="5080"/>
                  </a:lnTo>
                  <a:lnTo>
                    <a:pt x="275590" y="2540"/>
                  </a:lnTo>
                  <a:lnTo>
                    <a:pt x="276860" y="2540"/>
                  </a:lnTo>
                  <a:lnTo>
                    <a:pt x="276860" y="1270"/>
                  </a:lnTo>
                  <a:lnTo>
                    <a:pt x="278130" y="1270"/>
                  </a:lnTo>
                  <a:lnTo>
                    <a:pt x="278130" y="0"/>
                  </a:lnTo>
                  <a:close/>
                </a:path>
              </a:pathLst>
            </a:custGeom>
            <a:solidFill>
              <a:srgbClr val="9797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0" name="object 3940"/>
            <p:cNvSpPr/>
            <p:nvPr/>
          </p:nvSpPr>
          <p:spPr>
            <a:xfrm>
              <a:off x="5734050" y="2280919"/>
              <a:ext cx="267970" cy="6350"/>
            </a:xfrm>
            <a:custGeom>
              <a:avLst/>
              <a:gdLst/>
              <a:ahLst/>
              <a:cxnLst/>
              <a:rect l="l" t="t" r="r" b="b"/>
              <a:pathLst>
                <a:path w="267970" h="6350">
                  <a:moveTo>
                    <a:pt x="265430" y="3822"/>
                  </a:moveTo>
                  <a:lnTo>
                    <a:pt x="2540" y="3822"/>
                  </a:lnTo>
                  <a:lnTo>
                    <a:pt x="2540" y="6350"/>
                  </a:lnTo>
                  <a:lnTo>
                    <a:pt x="265430" y="6350"/>
                  </a:lnTo>
                  <a:lnTo>
                    <a:pt x="265430" y="3822"/>
                  </a:lnTo>
                  <a:close/>
                </a:path>
                <a:path w="267970" h="6350">
                  <a:moveTo>
                    <a:pt x="2679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3810"/>
                  </a:lnTo>
                  <a:lnTo>
                    <a:pt x="266700" y="3810"/>
                  </a:lnTo>
                  <a:lnTo>
                    <a:pt x="266700" y="1270"/>
                  </a:lnTo>
                  <a:lnTo>
                    <a:pt x="267970" y="1270"/>
                  </a:lnTo>
                  <a:lnTo>
                    <a:pt x="267970" y="0"/>
                  </a:lnTo>
                  <a:close/>
                </a:path>
              </a:pathLst>
            </a:custGeom>
            <a:solidFill>
              <a:srgbClr val="9696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1" name="object 3941"/>
            <p:cNvSpPr/>
            <p:nvPr/>
          </p:nvSpPr>
          <p:spPr>
            <a:xfrm>
              <a:off x="5737860" y="2287269"/>
              <a:ext cx="260350" cy="7620"/>
            </a:xfrm>
            <a:custGeom>
              <a:avLst/>
              <a:gdLst/>
              <a:ahLst/>
              <a:cxnLst/>
              <a:rect l="l" t="t" r="r" b="b"/>
              <a:pathLst>
                <a:path w="260350" h="7619">
                  <a:moveTo>
                    <a:pt x="257810" y="3822"/>
                  </a:moveTo>
                  <a:lnTo>
                    <a:pt x="2540" y="3822"/>
                  </a:lnTo>
                  <a:lnTo>
                    <a:pt x="2540" y="6350"/>
                  </a:lnTo>
                  <a:lnTo>
                    <a:pt x="3810" y="6350"/>
                  </a:lnTo>
                  <a:lnTo>
                    <a:pt x="3810" y="7620"/>
                  </a:lnTo>
                  <a:lnTo>
                    <a:pt x="256540" y="7620"/>
                  </a:lnTo>
                  <a:lnTo>
                    <a:pt x="256540" y="6350"/>
                  </a:lnTo>
                  <a:lnTo>
                    <a:pt x="257810" y="6350"/>
                  </a:lnTo>
                  <a:lnTo>
                    <a:pt x="257810" y="3822"/>
                  </a:lnTo>
                  <a:close/>
                </a:path>
                <a:path w="260350" h="7619">
                  <a:moveTo>
                    <a:pt x="26035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3810"/>
                  </a:lnTo>
                  <a:lnTo>
                    <a:pt x="259080" y="3810"/>
                  </a:lnTo>
                  <a:lnTo>
                    <a:pt x="259080" y="1270"/>
                  </a:lnTo>
                  <a:lnTo>
                    <a:pt x="260350" y="1270"/>
                  </a:lnTo>
                  <a:lnTo>
                    <a:pt x="260350" y="0"/>
                  </a:lnTo>
                  <a:close/>
                </a:path>
              </a:pathLst>
            </a:custGeom>
            <a:solidFill>
              <a:srgbClr val="9494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42" name="object 3942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5742940" y="2294890"/>
              <a:ext cx="250189" cy="209550"/>
            </a:xfrm>
            <a:prstGeom prst="rect">
              <a:avLst/>
            </a:prstGeom>
          </p:spPr>
        </p:pic>
        <p:sp>
          <p:nvSpPr>
            <p:cNvPr id="3943" name="object 3943"/>
            <p:cNvSpPr/>
            <p:nvPr/>
          </p:nvSpPr>
          <p:spPr>
            <a:xfrm>
              <a:off x="5181600" y="2122169"/>
              <a:ext cx="458470" cy="6350"/>
            </a:xfrm>
            <a:custGeom>
              <a:avLst/>
              <a:gdLst/>
              <a:ahLst/>
              <a:cxnLst/>
              <a:rect l="l" t="t" r="r" b="b"/>
              <a:pathLst>
                <a:path w="458470" h="6350">
                  <a:moveTo>
                    <a:pt x="455930" y="3822"/>
                  </a:moveTo>
                  <a:lnTo>
                    <a:pt x="2540" y="3822"/>
                  </a:lnTo>
                  <a:lnTo>
                    <a:pt x="2540" y="6350"/>
                  </a:lnTo>
                  <a:lnTo>
                    <a:pt x="455930" y="6350"/>
                  </a:lnTo>
                  <a:lnTo>
                    <a:pt x="455930" y="3822"/>
                  </a:lnTo>
                  <a:close/>
                </a:path>
                <a:path w="458470" h="6350">
                  <a:moveTo>
                    <a:pt x="4584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3810"/>
                  </a:lnTo>
                  <a:lnTo>
                    <a:pt x="457200" y="3810"/>
                  </a:lnTo>
                  <a:lnTo>
                    <a:pt x="457200" y="1270"/>
                  </a:lnTo>
                  <a:lnTo>
                    <a:pt x="458470" y="1270"/>
                  </a:lnTo>
                  <a:lnTo>
                    <a:pt x="458470" y="0"/>
                  </a:lnTo>
                  <a:close/>
                </a:path>
              </a:pathLst>
            </a:custGeom>
            <a:solidFill>
              <a:srgbClr val="BFB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4" name="object 3944"/>
            <p:cNvSpPr/>
            <p:nvPr/>
          </p:nvSpPr>
          <p:spPr>
            <a:xfrm>
              <a:off x="5185410" y="2128519"/>
              <a:ext cx="450850" cy="7620"/>
            </a:xfrm>
            <a:custGeom>
              <a:avLst/>
              <a:gdLst/>
              <a:ahLst/>
              <a:cxnLst/>
              <a:rect l="l" t="t" r="r" b="b"/>
              <a:pathLst>
                <a:path w="450850" h="7619">
                  <a:moveTo>
                    <a:pt x="448310" y="3822"/>
                  </a:moveTo>
                  <a:lnTo>
                    <a:pt x="2540" y="3822"/>
                  </a:lnTo>
                  <a:lnTo>
                    <a:pt x="2540" y="6350"/>
                  </a:lnTo>
                  <a:lnTo>
                    <a:pt x="3810" y="6350"/>
                  </a:lnTo>
                  <a:lnTo>
                    <a:pt x="3810" y="7620"/>
                  </a:lnTo>
                  <a:lnTo>
                    <a:pt x="447040" y="7620"/>
                  </a:lnTo>
                  <a:lnTo>
                    <a:pt x="447040" y="6350"/>
                  </a:lnTo>
                  <a:lnTo>
                    <a:pt x="448310" y="6350"/>
                  </a:lnTo>
                  <a:lnTo>
                    <a:pt x="448310" y="3822"/>
                  </a:lnTo>
                  <a:close/>
                </a:path>
                <a:path w="450850" h="7619">
                  <a:moveTo>
                    <a:pt x="45085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3810"/>
                  </a:lnTo>
                  <a:lnTo>
                    <a:pt x="449580" y="3810"/>
                  </a:lnTo>
                  <a:lnTo>
                    <a:pt x="449580" y="1270"/>
                  </a:lnTo>
                  <a:lnTo>
                    <a:pt x="450850" y="1270"/>
                  </a:lnTo>
                  <a:lnTo>
                    <a:pt x="450850" y="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5" name="object 3945"/>
            <p:cNvSpPr/>
            <p:nvPr/>
          </p:nvSpPr>
          <p:spPr>
            <a:xfrm>
              <a:off x="5190490" y="2136139"/>
              <a:ext cx="440690" cy="7620"/>
            </a:xfrm>
            <a:custGeom>
              <a:avLst/>
              <a:gdLst/>
              <a:ahLst/>
              <a:cxnLst/>
              <a:rect l="l" t="t" r="r" b="b"/>
              <a:pathLst>
                <a:path w="440689" h="7619">
                  <a:moveTo>
                    <a:pt x="439420" y="2552"/>
                  </a:moveTo>
                  <a:lnTo>
                    <a:pt x="1270" y="2552"/>
                  </a:lnTo>
                  <a:lnTo>
                    <a:pt x="1270" y="5080"/>
                  </a:lnTo>
                  <a:lnTo>
                    <a:pt x="2540" y="5080"/>
                  </a:lnTo>
                  <a:lnTo>
                    <a:pt x="2540" y="6350"/>
                  </a:lnTo>
                  <a:lnTo>
                    <a:pt x="3810" y="6350"/>
                  </a:lnTo>
                  <a:lnTo>
                    <a:pt x="3810" y="7620"/>
                  </a:lnTo>
                  <a:lnTo>
                    <a:pt x="436880" y="7620"/>
                  </a:lnTo>
                  <a:lnTo>
                    <a:pt x="436880" y="6350"/>
                  </a:lnTo>
                  <a:lnTo>
                    <a:pt x="438150" y="6350"/>
                  </a:lnTo>
                  <a:lnTo>
                    <a:pt x="438150" y="5080"/>
                  </a:lnTo>
                  <a:lnTo>
                    <a:pt x="439420" y="5080"/>
                  </a:lnTo>
                  <a:lnTo>
                    <a:pt x="439420" y="2552"/>
                  </a:lnTo>
                  <a:close/>
                </a:path>
                <a:path w="440689" h="7619">
                  <a:moveTo>
                    <a:pt x="44069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440690" y="2540"/>
                  </a:lnTo>
                  <a:lnTo>
                    <a:pt x="440690" y="0"/>
                  </a:lnTo>
                  <a:close/>
                </a:path>
              </a:pathLst>
            </a:custGeom>
            <a:solidFill>
              <a:srgbClr val="BCBC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6" name="object 3946"/>
            <p:cNvSpPr/>
            <p:nvPr/>
          </p:nvSpPr>
          <p:spPr>
            <a:xfrm>
              <a:off x="5194300" y="2143759"/>
              <a:ext cx="433070" cy="6350"/>
            </a:xfrm>
            <a:custGeom>
              <a:avLst/>
              <a:gdLst/>
              <a:ahLst/>
              <a:cxnLst/>
              <a:rect l="l" t="t" r="r" b="b"/>
              <a:pathLst>
                <a:path w="433070" h="6350">
                  <a:moveTo>
                    <a:pt x="431800" y="1282"/>
                  </a:moveTo>
                  <a:lnTo>
                    <a:pt x="1270" y="1282"/>
                  </a:lnTo>
                  <a:lnTo>
                    <a:pt x="1270" y="3810"/>
                  </a:lnTo>
                  <a:lnTo>
                    <a:pt x="2540" y="3810"/>
                  </a:lnTo>
                  <a:lnTo>
                    <a:pt x="2540" y="5080"/>
                  </a:lnTo>
                  <a:lnTo>
                    <a:pt x="3810" y="5080"/>
                  </a:lnTo>
                  <a:lnTo>
                    <a:pt x="3810" y="6350"/>
                  </a:lnTo>
                  <a:lnTo>
                    <a:pt x="429260" y="6350"/>
                  </a:lnTo>
                  <a:lnTo>
                    <a:pt x="429260" y="5080"/>
                  </a:lnTo>
                  <a:lnTo>
                    <a:pt x="430530" y="5080"/>
                  </a:lnTo>
                  <a:lnTo>
                    <a:pt x="430530" y="3810"/>
                  </a:lnTo>
                  <a:lnTo>
                    <a:pt x="431800" y="3810"/>
                  </a:lnTo>
                  <a:lnTo>
                    <a:pt x="431800" y="1282"/>
                  </a:lnTo>
                  <a:close/>
                </a:path>
                <a:path w="433070" h="6350">
                  <a:moveTo>
                    <a:pt x="4330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433070" y="1270"/>
                  </a:lnTo>
                  <a:lnTo>
                    <a:pt x="433070" y="0"/>
                  </a:lnTo>
                  <a:close/>
                </a:path>
              </a:pathLst>
            </a:custGeom>
            <a:solidFill>
              <a:srgbClr val="BABA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7" name="object 3947"/>
            <p:cNvSpPr/>
            <p:nvPr/>
          </p:nvSpPr>
          <p:spPr>
            <a:xfrm>
              <a:off x="5198110" y="2150109"/>
              <a:ext cx="425450" cy="7620"/>
            </a:xfrm>
            <a:custGeom>
              <a:avLst/>
              <a:gdLst/>
              <a:ahLst/>
              <a:cxnLst/>
              <a:rect l="l" t="t" r="r" b="b"/>
              <a:pathLst>
                <a:path w="425450" h="7619">
                  <a:moveTo>
                    <a:pt x="424180" y="1282"/>
                  </a:moveTo>
                  <a:lnTo>
                    <a:pt x="1270" y="1282"/>
                  </a:lnTo>
                  <a:lnTo>
                    <a:pt x="1270" y="3810"/>
                  </a:lnTo>
                  <a:lnTo>
                    <a:pt x="2540" y="3810"/>
                  </a:lnTo>
                  <a:lnTo>
                    <a:pt x="2540" y="5080"/>
                  </a:lnTo>
                  <a:lnTo>
                    <a:pt x="3810" y="5080"/>
                  </a:lnTo>
                  <a:lnTo>
                    <a:pt x="3810" y="7620"/>
                  </a:lnTo>
                  <a:lnTo>
                    <a:pt x="421640" y="7620"/>
                  </a:lnTo>
                  <a:lnTo>
                    <a:pt x="421640" y="5080"/>
                  </a:lnTo>
                  <a:lnTo>
                    <a:pt x="422910" y="5080"/>
                  </a:lnTo>
                  <a:lnTo>
                    <a:pt x="422910" y="3810"/>
                  </a:lnTo>
                  <a:lnTo>
                    <a:pt x="424180" y="3810"/>
                  </a:lnTo>
                  <a:lnTo>
                    <a:pt x="424180" y="1282"/>
                  </a:lnTo>
                  <a:close/>
                </a:path>
                <a:path w="425450" h="7619">
                  <a:moveTo>
                    <a:pt x="42545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425450" y="1270"/>
                  </a:lnTo>
                  <a:lnTo>
                    <a:pt x="425450" y="0"/>
                  </a:lnTo>
                  <a:close/>
                </a:path>
              </a:pathLst>
            </a:custGeom>
            <a:solidFill>
              <a:srgbClr val="B8B8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8" name="object 3948"/>
            <p:cNvSpPr/>
            <p:nvPr/>
          </p:nvSpPr>
          <p:spPr>
            <a:xfrm>
              <a:off x="5203190" y="2157742"/>
              <a:ext cx="415290" cy="7620"/>
            </a:xfrm>
            <a:custGeom>
              <a:avLst/>
              <a:gdLst/>
              <a:ahLst/>
              <a:cxnLst/>
              <a:rect l="l" t="t" r="r" b="b"/>
              <a:pathLst>
                <a:path w="415289" h="7619">
                  <a:moveTo>
                    <a:pt x="411480" y="6350"/>
                  </a:moveTo>
                  <a:lnTo>
                    <a:pt x="3810" y="6350"/>
                  </a:lnTo>
                  <a:lnTo>
                    <a:pt x="3810" y="7607"/>
                  </a:lnTo>
                  <a:lnTo>
                    <a:pt x="411480" y="7607"/>
                  </a:lnTo>
                  <a:lnTo>
                    <a:pt x="411480" y="6350"/>
                  </a:lnTo>
                  <a:close/>
                </a:path>
                <a:path w="415289" h="7619">
                  <a:moveTo>
                    <a:pt x="41529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1270" y="2527"/>
                  </a:lnTo>
                  <a:lnTo>
                    <a:pt x="1270" y="3797"/>
                  </a:lnTo>
                  <a:lnTo>
                    <a:pt x="2540" y="3797"/>
                  </a:lnTo>
                  <a:lnTo>
                    <a:pt x="2540" y="6337"/>
                  </a:lnTo>
                  <a:lnTo>
                    <a:pt x="412750" y="6337"/>
                  </a:lnTo>
                  <a:lnTo>
                    <a:pt x="412750" y="3797"/>
                  </a:lnTo>
                  <a:lnTo>
                    <a:pt x="414020" y="3797"/>
                  </a:lnTo>
                  <a:lnTo>
                    <a:pt x="414020" y="2527"/>
                  </a:lnTo>
                  <a:lnTo>
                    <a:pt x="415290" y="2527"/>
                  </a:lnTo>
                  <a:lnTo>
                    <a:pt x="415290" y="0"/>
                  </a:lnTo>
                  <a:close/>
                </a:path>
              </a:pathLst>
            </a:custGeom>
            <a:solidFill>
              <a:srgbClr val="B6B6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9" name="object 3949"/>
            <p:cNvSpPr/>
            <p:nvPr/>
          </p:nvSpPr>
          <p:spPr>
            <a:xfrm>
              <a:off x="5207000" y="2165349"/>
              <a:ext cx="407670" cy="6350"/>
            </a:xfrm>
            <a:custGeom>
              <a:avLst/>
              <a:gdLst/>
              <a:ahLst/>
              <a:cxnLst/>
              <a:rect l="l" t="t" r="r" b="b"/>
              <a:pathLst>
                <a:path w="407670" h="6350">
                  <a:moveTo>
                    <a:pt x="403860" y="5092"/>
                  </a:moveTo>
                  <a:lnTo>
                    <a:pt x="3810" y="5092"/>
                  </a:lnTo>
                  <a:lnTo>
                    <a:pt x="3810" y="6350"/>
                  </a:lnTo>
                  <a:lnTo>
                    <a:pt x="403860" y="6350"/>
                  </a:lnTo>
                  <a:lnTo>
                    <a:pt x="403860" y="5092"/>
                  </a:lnTo>
                  <a:close/>
                </a:path>
                <a:path w="407670" h="6350">
                  <a:moveTo>
                    <a:pt x="4076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5080"/>
                  </a:lnTo>
                  <a:lnTo>
                    <a:pt x="405130" y="5080"/>
                  </a:lnTo>
                  <a:lnTo>
                    <a:pt x="405130" y="2540"/>
                  </a:lnTo>
                  <a:lnTo>
                    <a:pt x="406400" y="2540"/>
                  </a:lnTo>
                  <a:lnTo>
                    <a:pt x="406400" y="1270"/>
                  </a:lnTo>
                  <a:lnTo>
                    <a:pt x="407670" y="1270"/>
                  </a:lnTo>
                  <a:lnTo>
                    <a:pt x="407670" y="0"/>
                  </a:lnTo>
                  <a:close/>
                </a:path>
              </a:pathLst>
            </a:custGeom>
            <a:solidFill>
              <a:srgbClr val="B4B4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0" name="object 3950"/>
            <p:cNvSpPr/>
            <p:nvPr/>
          </p:nvSpPr>
          <p:spPr>
            <a:xfrm>
              <a:off x="5210810" y="2171699"/>
              <a:ext cx="400050" cy="7620"/>
            </a:xfrm>
            <a:custGeom>
              <a:avLst/>
              <a:gdLst/>
              <a:ahLst/>
              <a:cxnLst/>
              <a:rect l="l" t="t" r="r" b="b"/>
              <a:pathLst>
                <a:path w="400050" h="7619">
                  <a:moveTo>
                    <a:pt x="396240" y="5092"/>
                  </a:moveTo>
                  <a:lnTo>
                    <a:pt x="3810" y="5092"/>
                  </a:lnTo>
                  <a:lnTo>
                    <a:pt x="3810" y="7620"/>
                  </a:lnTo>
                  <a:lnTo>
                    <a:pt x="396240" y="7620"/>
                  </a:lnTo>
                  <a:lnTo>
                    <a:pt x="396240" y="5092"/>
                  </a:lnTo>
                  <a:close/>
                </a:path>
                <a:path w="400050" h="7619">
                  <a:moveTo>
                    <a:pt x="40005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5080"/>
                  </a:lnTo>
                  <a:lnTo>
                    <a:pt x="397510" y="5080"/>
                  </a:lnTo>
                  <a:lnTo>
                    <a:pt x="397510" y="2540"/>
                  </a:lnTo>
                  <a:lnTo>
                    <a:pt x="398780" y="2540"/>
                  </a:lnTo>
                  <a:lnTo>
                    <a:pt x="398780" y="1270"/>
                  </a:lnTo>
                  <a:lnTo>
                    <a:pt x="400050" y="1270"/>
                  </a:lnTo>
                  <a:lnTo>
                    <a:pt x="400050" y="0"/>
                  </a:lnTo>
                  <a:close/>
                </a:path>
              </a:pathLst>
            </a:custGeom>
            <a:solidFill>
              <a:srgbClr val="B2B2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1" name="object 3951"/>
            <p:cNvSpPr/>
            <p:nvPr/>
          </p:nvSpPr>
          <p:spPr>
            <a:xfrm>
              <a:off x="5215890" y="2179319"/>
              <a:ext cx="389890" cy="7620"/>
            </a:xfrm>
            <a:custGeom>
              <a:avLst/>
              <a:gdLst/>
              <a:ahLst/>
              <a:cxnLst/>
              <a:rect l="l" t="t" r="r" b="b"/>
              <a:pathLst>
                <a:path w="389889" h="7619">
                  <a:moveTo>
                    <a:pt x="387350" y="3822"/>
                  </a:moveTo>
                  <a:lnTo>
                    <a:pt x="2540" y="3822"/>
                  </a:lnTo>
                  <a:lnTo>
                    <a:pt x="2540" y="6350"/>
                  </a:lnTo>
                  <a:lnTo>
                    <a:pt x="3810" y="6350"/>
                  </a:lnTo>
                  <a:lnTo>
                    <a:pt x="3810" y="7620"/>
                  </a:lnTo>
                  <a:lnTo>
                    <a:pt x="386080" y="7620"/>
                  </a:lnTo>
                  <a:lnTo>
                    <a:pt x="386080" y="6350"/>
                  </a:lnTo>
                  <a:lnTo>
                    <a:pt x="387350" y="6350"/>
                  </a:lnTo>
                  <a:lnTo>
                    <a:pt x="387350" y="3822"/>
                  </a:lnTo>
                  <a:close/>
                </a:path>
                <a:path w="389889" h="7619">
                  <a:moveTo>
                    <a:pt x="38989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3810"/>
                  </a:lnTo>
                  <a:lnTo>
                    <a:pt x="388620" y="3810"/>
                  </a:lnTo>
                  <a:lnTo>
                    <a:pt x="388620" y="1270"/>
                  </a:lnTo>
                  <a:lnTo>
                    <a:pt x="389890" y="1270"/>
                  </a:lnTo>
                  <a:lnTo>
                    <a:pt x="389890" y="0"/>
                  </a:lnTo>
                  <a:close/>
                </a:path>
              </a:pathLst>
            </a:custGeom>
            <a:solidFill>
              <a:srgbClr val="B0B0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2" name="object 3952"/>
            <p:cNvSpPr/>
            <p:nvPr/>
          </p:nvSpPr>
          <p:spPr>
            <a:xfrm>
              <a:off x="5220970" y="2186939"/>
              <a:ext cx="379730" cy="6350"/>
            </a:xfrm>
            <a:custGeom>
              <a:avLst/>
              <a:gdLst/>
              <a:ahLst/>
              <a:cxnLst/>
              <a:rect l="l" t="t" r="r" b="b"/>
              <a:pathLst>
                <a:path w="379729" h="6350">
                  <a:moveTo>
                    <a:pt x="378460" y="2552"/>
                  </a:moveTo>
                  <a:lnTo>
                    <a:pt x="1270" y="2552"/>
                  </a:lnTo>
                  <a:lnTo>
                    <a:pt x="1270" y="5080"/>
                  </a:lnTo>
                  <a:lnTo>
                    <a:pt x="2540" y="5080"/>
                  </a:lnTo>
                  <a:lnTo>
                    <a:pt x="2540" y="6350"/>
                  </a:lnTo>
                  <a:lnTo>
                    <a:pt x="377190" y="6350"/>
                  </a:lnTo>
                  <a:lnTo>
                    <a:pt x="377190" y="5080"/>
                  </a:lnTo>
                  <a:lnTo>
                    <a:pt x="378460" y="5080"/>
                  </a:lnTo>
                  <a:lnTo>
                    <a:pt x="378460" y="2552"/>
                  </a:lnTo>
                  <a:close/>
                </a:path>
                <a:path w="379729" h="6350">
                  <a:moveTo>
                    <a:pt x="37973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79730" y="2540"/>
                  </a:lnTo>
                  <a:lnTo>
                    <a:pt x="379730" y="0"/>
                  </a:lnTo>
                  <a:close/>
                </a:path>
              </a:pathLst>
            </a:custGeom>
            <a:solidFill>
              <a:srgbClr val="AEAE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3" name="object 3953"/>
            <p:cNvSpPr/>
            <p:nvPr/>
          </p:nvSpPr>
          <p:spPr>
            <a:xfrm>
              <a:off x="5224780" y="2193289"/>
              <a:ext cx="372110" cy="7620"/>
            </a:xfrm>
            <a:custGeom>
              <a:avLst/>
              <a:gdLst/>
              <a:ahLst/>
              <a:cxnLst/>
              <a:rect l="l" t="t" r="r" b="b"/>
              <a:pathLst>
                <a:path w="372110" h="7619">
                  <a:moveTo>
                    <a:pt x="370840" y="2552"/>
                  </a:moveTo>
                  <a:lnTo>
                    <a:pt x="1270" y="2552"/>
                  </a:lnTo>
                  <a:lnTo>
                    <a:pt x="1270" y="5080"/>
                  </a:lnTo>
                  <a:lnTo>
                    <a:pt x="2540" y="5080"/>
                  </a:lnTo>
                  <a:lnTo>
                    <a:pt x="2540" y="6350"/>
                  </a:lnTo>
                  <a:lnTo>
                    <a:pt x="3810" y="6350"/>
                  </a:lnTo>
                  <a:lnTo>
                    <a:pt x="3810" y="7620"/>
                  </a:lnTo>
                  <a:lnTo>
                    <a:pt x="368300" y="7620"/>
                  </a:lnTo>
                  <a:lnTo>
                    <a:pt x="368300" y="6350"/>
                  </a:lnTo>
                  <a:lnTo>
                    <a:pt x="369570" y="6350"/>
                  </a:lnTo>
                  <a:lnTo>
                    <a:pt x="369570" y="5080"/>
                  </a:lnTo>
                  <a:lnTo>
                    <a:pt x="370840" y="5080"/>
                  </a:lnTo>
                  <a:lnTo>
                    <a:pt x="370840" y="2552"/>
                  </a:lnTo>
                  <a:close/>
                </a:path>
                <a:path w="372110" h="7619">
                  <a:moveTo>
                    <a:pt x="3721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72110" y="2540"/>
                  </a:lnTo>
                  <a:lnTo>
                    <a:pt x="372110" y="0"/>
                  </a:lnTo>
                  <a:close/>
                </a:path>
              </a:pathLst>
            </a:custGeom>
            <a:solidFill>
              <a:srgbClr val="ACAC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4" name="object 3954"/>
            <p:cNvSpPr/>
            <p:nvPr/>
          </p:nvSpPr>
          <p:spPr>
            <a:xfrm>
              <a:off x="5228590" y="2200909"/>
              <a:ext cx="364490" cy="7620"/>
            </a:xfrm>
            <a:custGeom>
              <a:avLst/>
              <a:gdLst/>
              <a:ahLst/>
              <a:cxnLst/>
              <a:rect l="l" t="t" r="r" b="b"/>
              <a:pathLst>
                <a:path w="364489" h="7619">
                  <a:moveTo>
                    <a:pt x="363220" y="1282"/>
                  </a:moveTo>
                  <a:lnTo>
                    <a:pt x="1270" y="1282"/>
                  </a:lnTo>
                  <a:lnTo>
                    <a:pt x="1270" y="3810"/>
                  </a:lnTo>
                  <a:lnTo>
                    <a:pt x="2540" y="3810"/>
                  </a:lnTo>
                  <a:lnTo>
                    <a:pt x="2540" y="5080"/>
                  </a:lnTo>
                  <a:lnTo>
                    <a:pt x="3810" y="5080"/>
                  </a:lnTo>
                  <a:lnTo>
                    <a:pt x="3810" y="7620"/>
                  </a:lnTo>
                  <a:lnTo>
                    <a:pt x="360680" y="7620"/>
                  </a:lnTo>
                  <a:lnTo>
                    <a:pt x="360680" y="5080"/>
                  </a:lnTo>
                  <a:lnTo>
                    <a:pt x="361950" y="5080"/>
                  </a:lnTo>
                  <a:lnTo>
                    <a:pt x="361950" y="3810"/>
                  </a:lnTo>
                  <a:lnTo>
                    <a:pt x="363220" y="3810"/>
                  </a:lnTo>
                  <a:lnTo>
                    <a:pt x="363220" y="1282"/>
                  </a:lnTo>
                  <a:close/>
                </a:path>
                <a:path w="364489" h="7619">
                  <a:moveTo>
                    <a:pt x="36449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64490" y="1270"/>
                  </a:lnTo>
                  <a:lnTo>
                    <a:pt x="364490" y="0"/>
                  </a:lnTo>
                  <a:close/>
                </a:path>
              </a:pathLst>
            </a:custGeom>
            <a:solidFill>
              <a:srgbClr val="ABAB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5" name="object 3955"/>
            <p:cNvSpPr/>
            <p:nvPr/>
          </p:nvSpPr>
          <p:spPr>
            <a:xfrm>
              <a:off x="5233670" y="2208542"/>
              <a:ext cx="354330" cy="6350"/>
            </a:xfrm>
            <a:custGeom>
              <a:avLst/>
              <a:gdLst/>
              <a:ahLst/>
              <a:cxnLst/>
              <a:rect l="l" t="t" r="r" b="b"/>
              <a:pathLst>
                <a:path w="354329" h="6350">
                  <a:moveTo>
                    <a:pt x="35433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1270" y="2527"/>
                  </a:lnTo>
                  <a:lnTo>
                    <a:pt x="1270" y="3797"/>
                  </a:lnTo>
                  <a:lnTo>
                    <a:pt x="2540" y="3797"/>
                  </a:lnTo>
                  <a:lnTo>
                    <a:pt x="2540" y="6337"/>
                  </a:lnTo>
                  <a:lnTo>
                    <a:pt x="351790" y="6337"/>
                  </a:lnTo>
                  <a:lnTo>
                    <a:pt x="351790" y="3797"/>
                  </a:lnTo>
                  <a:lnTo>
                    <a:pt x="353060" y="3797"/>
                  </a:lnTo>
                  <a:lnTo>
                    <a:pt x="353060" y="2527"/>
                  </a:lnTo>
                  <a:lnTo>
                    <a:pt x="354330" y="2527"/>
                  </a:lnTo>
                  <a:lnTo>
                    <a:pt x="354330" y="0"/>
                  </a:lnTo>
                  <a:close/>
                </a:path>
              </a:pathLst>
            </a:custGeom>
            <a:solidFill>
              <a:srgbClr val="A9A9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6" name="object 3956"/>
            <p:cNvSpPr/>
            <p:nvPr/>
          </p:nvSpPr>
          <p:spPr>
            <a:xfrm>
              <a:off x="5237480" y="2214892"/>
              <a:ext cx="346710" cy="7620"/>
            </a:xfrm>
            <a:custGeom>
              <a:avLst/>
              <a:gdLst/>
              <a:ahLst/>
              <a:cxnLst/>
              <a:rect l="l" t="t" r="r" b="b"/>
              <a:pathLst>
                <a:path w="346710" h="7619">
                  <a:moveTo>
                    <a:pt x="342900" y="6350"/>
                  </a:moveTo>
                  <a:lnTo>
                    <a:pt x="3810" y="6350"/>
                  </a:lnTo>
                  <a:lnTo>
                    <a:pt x="3810" y="7607"/>
                  </a:lnTo>
                  <a:lnTo>
                    <a:pt x="342900" y="7607"/>
                  </a:lnTo>
                  <a:lnTo>
                    <a:pt x="342900" y="6350"/>
                  </a:lnTo>
                  <a:close/>
                </a:path>
                <a:path w="346710" h="7619">
                  <a:moveTo>
                    <a:pt x="3467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1270" y="2527"/>
                  </a:lnTo>
                  <a:lnTo>
                    <a:pt x="1270" y="3797"/>
                  </a:lnTo>
                  <a:lnTo>
                    <a:pt x="2540" y="3797"/>
                  </a:lnTo>
                  <a:lnTo>
                    <a:pt x="2540" y="6337"/>
                  </a:lnTo>
                  <a:lnTo>
                    <a:pt x="344170" y="6337"/>
                  </a:lnTo>
                  <a:lnTo>
                    <a:pt x="344170" y="3797"/>
                  </a:lnTo>
                  <a:lnTo>
                    <a:pt x="345440" y="3797"/>
                  </a:lnTo>
                  <a:lnTo>
                    <a:pt x="345440" y="2527"/>
                  </a:lnTo>
                  <a:lnTo>
                    <a:pt x="346710" y="2527"/>
                  </a:lnTo>
                  <a:lnTo>
                    <a:pt x="346710" y="0"/>
                  </a:lnTo>
                  <a:close/>
                </a:path>
              </a:pathLst>
            </a:custGeom>
            <a:solidFill>
              <a:srgbClr val="A7A7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7" name="object 3957"/>
            <p:cNvSpPr/>
            <p:nvPr/>
          </p:nvSpPr>
          <p:spPr>
            <a:xfrm>
              <a:off x="5241290" y="2222499"/>
              <a:ext cx="339090" cy="7620"/>
            </a:xfrm>
            <a:custGeom>
              <a:avLst/>
              <a:gdLst/>
              <a:ahLst/>
              <a:cxnLst/>
              <a:rect l="l" t="t" r="r" b="b"/>
              <a:pathLst>
                <a:path w="339089" h="7619">
                  <a:moveTo>
                    <a:pt x="335280" y="5092"/>
                  </a:moveTo>
                  <a:lnTo>
                    <a:pt x="3810" y="5092"/>
                  </a:lnTo>
                  <a:lnTo>
                    <a:pt x="3810" y="7620"/>
                  </a:lnTo>
                  <a:lnTo>
                    <a:pt x="335280" y="7620"/>
                  </a:lnTo>
                  <a:lnTo>
                    <a:pt x="335280" y="5092"/>
                  </a:lnTo>
                  <a:close/>
                </a:path>
                <a:path w="339089" h="7619">
                  <a:moveTo>
                    <a:pt x="33909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5080"/>
                  </a:lnTo>
                  <a:lnTo>
                    <a:pt x="336550" y="5080"/>
                  </a:lnTo>
                  <a:lnTo>
                    <a:pt x="336550" y="2540"/>
                  </a:lnTo>
                  <a:lnTo>
                    <a:pt x="337820" y="2540"/>
                  </a:lnTo>
                  <a:lnTo>
                    <a:pt x="337820" y="1270"/>
                  </a:lnTo>
                  <a:lnTo>
                    <a:pt x="339090" y="1270"/>
                  </a:lnTo>
                  <a:lnTo>
                    <a:pt x="339090" y="0"/>
                  </a:lnTo>
                  <a:close/>
                </a:path>
              </a:pathLst>
            </a:custGeom>
            <a:solidFill>
              <a:srgbClr val="A5A5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8" name="object 3958"/>
            <p:cNvSpPr/>
            <p:nvPr/>
          </p:nvSpPr>
          <p:spPr>
            <a:xfrm>
              <a:off x="5246370" y="2230119"/>
              <a:ext cx="328930" cy="7620"/>
            </a:xfrm>
            <a:custGeom>
              <a:avLst/>
              <a:gdLst/>
              <a:ahLst/>
              <a:cxnLst/>
              <a:rect l="l" t="t" r="r" b="b"/>
              <a:pathLst>
                <a:path w="328929" h="7619">
                  <a:moveTo>
                    <a:pt x="326390" y="3822"/>
                  </a:moveTo>
                  <a:lnTo>
                    <a:pt x="2540" y="3822"/>
                  </a:lnTo>
                  <a:lnTo>
                    <a:pt x="2540" y="6350"/>
                  </a:lnTo>
                  <a:lnTo>
                    <a:pt x="3810" y="6350"/>
                  </a:lnTo>
                  <a:lnTo>
                    <a:pt x="3810" y="7620"/>
                  </a:lnTo>
                  <a:lnTo>
                    <a:pt x="325120" y="7620"/>
                  </a:lnTo>
                  <a:lnTo>
                    <a:pt x="325120" y="6350"/>
                  </a:lnTo>
                  <a:lnTo>
                    <a:pt x="326390" y="6350"/>
                  </a:lnTo>
                  <a:lnTo>
                    <a:pt x="326390" y="3822"/>
                  </a:lnTo>
                  <a:close/>
                </a:path>
                <a:path w="328929" h="7619">
                  <a:moveTo>
                    <a:pt x="32893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3810"/>
                  </a:lnTo>
                  <a:lnTo>
                    <a:pt x="327660" y="3810"/>
                  </a:lnTo>
                  <a:lnTo>
                    <a:pt x="327660" y="1270"/>
                  </a:lnTo>
                  <a:lnTo>
                    <a:pt x="328930" y="1270"/>
                  </a:lnTo>
                  <a:lnTo>
                    <a:pt x="328930" y="0"/>
                  </a:lnTo>
                  <a:close/>
                </a:path>
              </a:pathLst>
            </a:custGeom>
            <a:solidFill>
              <a:srgbClr val="A3A3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9" name="object 3959"/>
            <p:cNvSpPr/>
            <p:nvPr/>
          </p:nvSpPr>
          <p:spPr>
            <a:xfrm>
              <a:off x="5251450" y="2237739"/>
              <a:ext cx="318770" cy="6350"/>
            </a:xfrm>
            <a:custGeom>
              <a:avLst/>
              <a:gdLst/>
              <a:ahLst/>
              <a:cxnLst/>
              <a:rect l="l" t="t" r="r" b="b"/>
              <a:pathLst>
                <a:path w="318770" h="6350">
                  <a:moveTo>
                    <a:pt x="317500" y="2552"/>
                  </a:moveTo>
                  <a:lnTo>
                    <a:pt x="1270" y="2552"/>
                  </a:lnTo>
                  <a:lnTo>
                    <a:pt x="1270" y="5080"/>
                  </a:lnTo>
                  <a:lnTo>
                    <a:pt x="2540" y="5080"/>
                  </a:lnTo>
                  <a:lnTo>
                    <a:pt x="2540" y="6350"/>
                  </a:lnTo>
                  <a:lnTo>
                    <a:pt x="316230" y="6350"/>
                  </a:lnTo>
                  <a:lnTo>
                    <a:pt x="316230" y="5080"/>
                  </a:lnTo>
                  <a:lnTo>
                    <a:pt x="317500" y="5080"/>
                  </a:lnTo>
                  <a:lnTo>
                    <a:pt x="317500" y="2552"/>
                  </a:lnTo>
                  <a:close/>
                </a:path>
                <a:path w="318770" h="6350">
                  <a:moveTo>
                    <a:pt x="31877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18770" y="2540"/>
                  </a:lnTo>
                  <a:lnTo>
                    <a:pt x="318770" y="0"/>
                  </a:lnTo>
                  <a:close/>
                </a:path>
              </a:pathLst>
            </a:custGeom>
            <a:solidFill>
              <a:srgbClr val="A1A1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0" name="object 3960"/>
            <p:cNvSpPr/>
            <p:nvPr/>
          </p:nvSpPr>
          <p:spPr>
            <a:xfrm>
              <a:off x="5255260" y="2244089"/>
              <a:ext cx="311150" cy="7620"/>
            </a:xfrm>
            <a:custGeom>
              <a:avLst/>
              <a:gdLst/>
              <a:ahLst/>
              <a:cxnLst/>
              <a:rect l="l" t="t" r="r" b="b"/>
              <a:pathLst>
                <a:path w="311150" h="7619">
                  <a:moveTo>
                    <a:pt x="309880" y="2552"/>
                  </a:moveTo>
                  <a:lnTo>
                    <a:pt x="1270" y="2552"/>
                  </a:lnTo>
                  <a:lnTo>
                    <a:pt x="1270" y="5080"/>
                  </a:lnTo>
                  <a:lnTo>
                    <a:pt x="2540" y="5080"/>
                  </a:lnTo>
                  <a:lnTo>
                    <a:pt x="2540" y="6350"/>
                  </a:lnTo>
                  <a:lnTo>
                    <a:pt x="3810" y="6350"/>
                  </a:lnTo>
                  <a:lnTo>
                    <a:pt x="3810" y="7620"/>
                  </a:lnTo>
                  <a:lnTo>
                    <a:pt x="307340" y="7620"/>
                  </a:lnTo>
                  <a:lnTo>
                    <a:pt x="307340" y="6350"/>
                  </a:lnTo>
                  <a:lnTo>
                    <a:pt x="308610" y="6350"/>
                  </a:lnTo>
                  <a:lnTo>
                    <a:pt x="308610" y="5080"/>
                  </a:lnTo>
                  <a:lnTo>
                    <a:pt x="309880" y="5080"/>
                  </a:lnTo>
                  <a:lnTo>
                    <a:pt x="309880" y="2552"/>
                  </a:lnTo>
                  <a:close/>
                </a:path>
                <a:path w="311150" h="7619">
                  <a:moveTo>
                    <a:pt x="31115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11150" y="2540"/>
                  </a:lnTo>
                  <a:lnTo>
                    <a:pt x="311150" y="0"/>
                  </a:lnTo>
                  <a:close/>
                </a:path>
              </a:pathLst>
            </a:custGeom>
            <a:solidFill>
              <a:srgbClr val="9F9F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1" name="object 3961"/>
            <p:cNvSpPr/>
            <p:nvPr/>
          </p:nvSpPr>
          <p:spPr>
            <a:xfrm>
              <a:off x="5259070" y="2251709"/>
              <a:ext cx="303530" cy="7620"/>
            </a:xfrm>
            <a:custGeom>
              <a:avLst/>
              <a:gdLst/>
              <a:ahLst/>
              <a:cxnLst/>
              <a:rect l="l" t="t" r="r" b="b"/>
              <a:pathLst>
                <a:path w="303529" h="7619">
                  <a:moveTo>
                    <a:pt x="302260" y="1282"/>
                  </a:moveTo>
                  <a:lnTo>
                    <a:pt x="1270" y="1282"/>
                  </a:lnTo>
                  <a:lnTo>
                    <a:pt x="1270" y="3810"/>
                  </a:lnTo>
                  <a:lnTo>
                    <a:pt x="2540" y="3810"/>
                  </a:lnTo>
                  <a:lnTo>
                    <a:pt x="2540" y="5080"/>
                  </a:lnTo>
                  <a:lnTo>
                    <a:pt x="3810" y="5080"/>
                  </a:lnTo>
                  <a:lnTo>
                    <a:pt x="3810" y="7620"/>
                  </a:lnTo>
                  <a:lnTo>
                    <a:pt x="299720" y="7620"/>
                  </a:lnTo>
                  <a:lnTo>
                    <a:pt x="299720" y="5080"/>
                  </a:lnTo>
                  <a:lnTo>
                    <a:pt x="300990" y="5080"/>
                  </a:lnTo>
                  <a:lnTo>
                    <a:pt x="300990" y="3810"/>
                  </a:lnTo>
                  <a:lnTo>
                    <a:pt x="302260" y="3810"/>
                  </a:lnTo>
                  <a:lnTo>
                    <a:pt x="302260" y="1282"/>
                  </a:lnTo>
                  <a:close/>
                </a:path>
                <a:path w="303529" h="7619">
                  <a:moveTo>
                    <a:pt x="30353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03530" y="1270"/>
                  </a:lnTo>
                  <a:lnTo>
                    <a:pt x="303530" y="0"/>
                  </a:lnTo>
                  <a:close/>
                </a:path>
              </a:pathLst>
            </a:custGeom>
            <a:solidFill>
              <a:srgbClr val="9D9D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2" name="object 3962"/>
            <p:cNvSpPr/>
            <p:nvPr/>
          </p:nvSpPr>
          <p:spPr>
            <a:xfrm>
              <a:off x="5264150" y="2259342"/>
              <a:ext cx="293370" cy="6350"/>
            </a:xfrm>
            <a:custGeom>
              <a:avLst/>
              <a:gdLst/>
              <a:ahLst/>
              <a:cxnLst/>
              <a:rect l="l" t="t" r="r" b="b"/>
              <a:pathLst>
                <a:path w="293370" h="6350">
                  <a:moveTo>
                    <a:pt x="29337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1270" y="2527"/>
                  </a:lnTo>
                  <a:lnTo>
                    <a:pt x="1270" y="3797"/>
                  </a:lnTo>
                  <a:lnTo>
                    <a:pt x="2540" y="3797"/>
                  </a:lnTo>
                  <a:lnTo>
                    <a:pt x="2540" y="6337"/>
                  </a:lnTo>
                  <a:lnTo>
                    <a:pt x="290830" y="6337"/>
                  </a:lnTo>
                  <a:lnTo>
                    <a:pt x="290830" y="3797"/>
                  </a:lnTo>
                  <a:lnTo>
                    <a:pt x="292100" y="3797"/>
                  </a:lnTo>
                  <a:lnTo>
                    <a:pt x="292100" y="2527"/>
                  </a:lnTo>
                  <a:lnTo>
                    <a:pt x="293370" y="2527"/>
                  </a:lnTo>
                  <a:lnTo>
                    <a:pt x="293370" y="0"/>
                  </a:lnTo>
                  <a:close/>
                </a:path>
              </a:pathLst>
            </a:custGeom>
            <a:solidFill>
              <a:srgbClr val="9B9B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3" name="object 3963"/>
            <p:cNvSpPr/>
            <p:nvPr/>
          </p:nvSpPr>
          <p:spPr>
            <a:xfrm>
              <a:off x="5267960" y="2265692"/>
              <a:ext cx="285750" cy="7620"/>
            </a:xfrm>
            <a:custGeom>
              <a:avLst/>
              <a:gdLst/>
              <a:ahLst/>
              <a:cxnLst/>
              <a:rect l="l" t="t" r="r" b="b"/>
              <a:pathLst>
                <a:path w="285750" h="7619">
                  <a:moveTo>
                    <a:pt x="281940" y="6350"/>
                  </a:moveTo>
                  <a:lnTo>
                    <a:pt x="3810" y="6350"/>
                  </a:lnTo>
                  <a:lnTo>
                    <a:pt x="3810" y="7607"/>
                  </a:lnTo>
                  <a:lnTo>
                    <a:pt x="281940" y="7607"/>
                  </a:lnTo>
                  <a:lnTo>
                    <a:pt x="281940" y="6350"/>
                  </a:lnTo>
                  <a:close/>
                </a:path>
                <a:path w="285750" h="7619">
                  <a:moveTo>
                    <a:pt x="28575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1270" y="2527"/>
                  </a:lnTo>
                  <a:lnTo>
                    <a:pt x="1270" y="3797"/>
                  </a:lnTo>
                  <a:lnTo>
                    <a:pt x="2540" y="3797"/>
                  </a:lnTo>
                  <a:lnTo>
                    <a:pt x="2540" y="6337"/>
                  </a:lnTo>
                  <a:lnTo>
                    <a:pt x="283210" y="6337"/>
                  </a:lnTo>
                  <a:lnTo>
                    <a:pt x="283210" y="3797"/>
                  </a:lnTo>
                  <a:lnTo>
                    <a:pt x="284480" y="3797"/>
                  </a:lnTo>
                  <a:lnTo>
                    <a:pt x="284480" y="2527"/>
                  </a:lnTo>
                  <a:lnTo>
                    <a:pt x="285750" y="2527"/>
                  </a:lnTo>
                  <a:lnTo>
                    <a:pt x="285750" y="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4" name="object 3964"/>
            <p:cNvSpPr/>
            <p:nvPr/>
          </p:nvSpPr>
          <p:spPr>
            <a:xfrm>
              <a:off x="5271770" y="2273299"/>
              <a:ext cx="278130" cy="7620"/>
            </a:xfrm>
            <a:custGeom>
              <a:avLst/>
              <a:gdLst/>
              <a:ahLst/>
              <a:cxnLst/>
              <a:rect l="l" t="t" r="r" b="b"/>
              <a:pathLst>
                <a:path w="278129" h="7619">
                  <a:moveTo>
                    <a:pt x="274320" y="5092"/>
                  </a:moveTo>
                  <a:lnTo>
                    <a:pt x="3810" y="5092"/>
                  </a:lnTo>
                  <a:lnTo>
                    <a:pt x="3810" y="7620"/>
                  </a:lnTo>
                  <a:lnTo>
                    <a:pt x="274320" y="7620"/>
                  </a:lnTo>
                  <a:lnTo>
                    <a:pt x="274320" y="5092"/>
                  </a:lnTo>
                  <a:close/>
                </a:path>
                <a:path w="278129" h="7619">
                  <a:moveTo>
                    <a:pt x="27813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5080"/>
                  </a:lnTo>
                  <a:lnTo>
                    <a:pt x="275590" y="5080"/>
                  </a:lnTo>
                  <a:lnTo>
                    <a:pt x="275590" y="2540"/>
                  </a:lnTo>
                  <a:lnTo>
                    <a:pt x="276860" y="2540"/>
                  </a:lnTo>
                  <a:lnTo>
                    <a:pt x="276860" y="1270"/>
                  </a:lnTo>
                  <a:lnTo>
                    <a:pt x="278130" y="1270"/>
                  </a:lnTo>
                  <a:lnTo>
                    <a:pt x="278130" y="0"/>
                  </a:lnTo>
                  <a:close/>
                </a:path>
              </a:pathLst>
            </a:custGeom>
            <a:solidFill>
              <a:srgbClr val="9797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5" name="object 3965"/>
            <p:cNvSpPr/>
            <p:nvPr/>
          </p:nvSpPr>
          <p:spPr>
            <a:xfrm>
              <a:off x="5276850" y="2280919"/>
              <a:ext cx="267970" cy="6350"/>
            </a:xfrm>
            <a:custGeom>
              <a:avLst/>
              <a:gdLst/>
              <a:ahLst/>
              <a:cxnLst/>
              <a:rect l="l" t="t" r="r" b="b"/>
              <a:pathLst>
                <a:path w="267970" h="6350">
                  <a:moveTo>
                    <a:pt x="265430" y="3822"/>
                  </a:moveTo>
                  <a:lnTo>
                    <a:pt x="2540" y="3822"/>
                  </a:lnTo>
                  <a:lnTo>
                    <a:pt x="2540" y="6350"/>
                  </a:lnTo>
                  <a:lnTo>
                    <a:pt x="265430" y="6350"/>
                  </a:lnTo>
                  <a:lnTo>
                    <a:pt x="265430" y="3822"/>
                  </a:lnTo>
                  <a:close/>
                </a:path>
                <a:path w="267970" h="6350">
                  <a:moveTo>
                    <a:pt x="2679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3810"/>
                  </a:lnTo>
                  <a:lnTo>
                    <a:pt x="266700" y="3810"/>
                  </a:lnTo>
                  <a:lnTo>
                    <a:pt x="266700" y="1270"/>
                  </a:lnTo>
                  <a:lnTo>
                    <a:pt x="267970" y="1270"/>
                  </a:lnTo>
                  <a:lnTo>
                    <a:pt x="267970" y="0"/>
                  </a:lnTo>
                  <a:close/>
                </a:path>
              </a:pathLst>
            </a:custGeom>
            <a:solidFill>
              <a:srgbClr val="9696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6" name="object 3966"/>
            <p:cNvSpPr/>
            <p:nvPr/>
          </p:nvSpPr>
          <p:spPr>
            <a:xfrm>
              <a:off x="5280660" y="2287269"/>
              <a:ext cx="260350" cy="7620"/>
            </a:xfrm>
            <a:custGeom>
              <a:avLst/>
              <a:gdLst/>
              <a:ahLst/>
              <a:cxnLst/>
              <a:rect l="l" t="t" r="r" b="b"/>
              <a:pathLst>
                <a:path w="260350" h="7619">
                  <a:moveTo>
                    <a:pt x="257810" y="3822"/>
                  </a:moveTo>
                  <a:lnTo>
                    <a:pt x="2540" y="3822"/>
                  </a:lnTo>
                  <a:lnTo>
                    <a:pt x="2540" y="6350"/>
                  </a:lnTo>
                  <a:lnTo>
                    <a:pt x="3810" y="6350"/>
                  </a:lnTo>
                  <a:lnTo>
                    <a:pt x="3810" y="7620"/>
                  </a:lnTo>
                  <a:lnTo>
                    <a:pt x="256540" y="7620"/>
                  </a:lnTo>
                  <a:lnTo>
                    <a:pt x="256540" y="6350"/>
                  </a:lnTo>
                  <a:lnTo>
                    <a:pt x="257810" y="6350"/>
                  </a:lnTo>
                  <a:lnTo>
                    <a:pt x="257810" y="3822"/>
                  </a:lnTo>
                  <a:close/>
                </a:path>
                <a:path w="260350" h="7619">
                  <a:moveTo>
                    <a:pt x="26035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3810"/>
                  </a:lnTo>
                  <a:lnTo>
                    <a:pt x="259080" y="3810"/>
                  </a:lnTo>
                  <a:lnTo>
                    <a:pt x="259080" y="1270"/>
                  </a:lnTo>
                  <a:lnTo>
                    <a:pt x="260350" y="1270"/>
                  </a:lnTo>
                  <a:lnTo>
                    <a:pt x="260350" y="0"/>
                  </a:lnTo>
                  <a:close/>
                </a:path>
              </a:pathLst>
            </a:custGeom>
            <a:solidFill>
              <a:srgbClr val="9494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67" name="object 3967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5285739" y="2294890"/>
              <a:ext cx="250189" cy="209550"/>
            </a:xfrm>
            <a:prstGeom prst="rect">
              <a:avLst/>
            </a:prstGeom>
          </p:spPr>
        </p:pic>
        <p:sp>
          <p:nvSpPr>
            <p:cNvPr id="3968" name="object 3968"/>
            <p:cNvSpPr/>
            <p:nvPr/>
          </p:nvSpPr>
          <p:spPr>
            <a:xfrm>
              <a:off x="6096000" y="2122169"/>
              <a:ext cx="458470" cy="6350"/>
            </a:xfrm>
            <a:custGeom>
              <a:avLst/>
              <a:gdLst/>
              <a:ahLst/>
              <a:cxnLst/>
              <a:rect l="l" t="t" r="r" b="b"/>
              <a:pathLst>
                <a:path w="458470" h="6350">
                  <a:moveTo>
                    <a:pt x="455930" y="3822"/>
                  </a:moveTo>
                  <a:lnTo>
                    <a:pt x="2540" y="3822"/>
                  </a:lnTo>
                  <a:lnTo>
                    <a:pt x="2540" y="6350"/>
                  </a:lnTo>
                  <a:lnTo>
                    <a:pt x="455930" y="6350"/>
                  </a:lnTo>
                  <a:lnTo>
                    <a:pt x="455930" y="3822"/>
                  </a:lnTo>
                  <a:close/>
                </a:path>
                <a:path w="458470" h="6350">
                  <a:moveTo>
                    <a:pt x="4584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3810"/>
                  </a:lnTo>
                  <a:lnTo>
                    <a:pt x="457200" y="3810"/>
                  </a:lnTo>
                  <a:lnTo>
                    <a:pt x="457200" y="1270"/>
                  </a:lnTo>
                  <a:lnTo>
                    <a:pt x="458470" y="1270"/>
                  </a:lnTo>
                  <a:lnTo>
                    <a:pt x="458470" y="0"/>
                  </a:lnTo>
                  <a:close/>
                </a:path>
              </a:pathLst>
            </a:custGeom>
            <a:solidFill>
              <a:srgbClr val="BFB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9" name="object 3969"/>
            <p:cNvSpPr/>
            <p:nvPr/>
          </p:nvSpPr>
          <p:spPr>
            <a:xfrm>
              <a:off x="6099810" y="2128519"/>
              <a:ext cx="450850" cy="7620"/>
            </a:xfrm>
            <a:custGeom>
              <a:avLst/>
              <a:gdLst/>
              <a:ahLst/>
              <a:cxnLst/>
              <a:rect l="l" t="t" r="r" b="b"/>
              <a:pathLst>
                <a:path w="450850" h="7619">
                  <a:moveTo>
                    <a:pt x="448310" y="3822"/>
                  </a:moveTo>
                  <a:lnTo>
                    <a:pt x="2540" y="3822"/>
                  </a:lnTo>
                  <a:lnTo>
                    <a:pt x="2540" y="6350"/>
                  </a:lnTo>
                  <a:lnTo>
                    <a:pt x="3810" y="6350"/>
                  </a:lnTo>
                  <a:lnTo>
                    <a:pt x="3810" y="7620"/>
                  </a:lnTo>
                  <a:lnTo>
                    <a:pt x="447040" y="7620"/>
                  </a:lnTo>
                  <a:lnTo>
                    <a:pt x="447040" y="6350"/>
                  </a:lnTo>
                  <a:lnTo>
                    <a:pt x="448310" y="6350"/>
                  </a:lnTo>
                  <a:lnTo>
                    <a:pt x="448310" y="3822"/>
                  </a:lnTo>
                  <a:close/>
                </a:path>
                <a:path w="450850" h="7619">
                  <a:moveTo>
                    <a:pt x="450837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3810"/>
                  </a:lnTo>
                  <a:lnTo>
                    <a:pt x="449567" y="3810"/>
                  </a:lnTo>
                  <a:lnTo>
                    <a:pt x="449567" y="1270"/>
                  </a:lnTo>
                  <a:lnTo>
                    <a:pt x="450837" y="1270"/>
                  </a:lnTo>
                  <a:lnTo>
                    <a:pt x="450837" y="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0" name="object 3970"/>
            <p:cNvSpPr/>
            <p:nvPr/>
          </p:nvSpPr>
          <p:spPr>
            <a:xfrm>
              <a:off x="6104890" y="2136139"/>
              <a:ext cx="440690" cy="7620"/>
            </a:xfrm>
            <a:custGeom>
              <a:avLst/>
              <a:gdLst/>
              <a:ahLst/>
              <a:cxnLst/>
              <a:rect l="l" t="t" r="r" b="b"/>
              <a:pathLst>
                <a:path w="440690" h="7619">
                  <a:moveTo>
                    <a:pt x="439407" y="2552"/>
                  </a:moveTo>
                  <a:lnTo>
                    <a:pt x="1270" y="2552"/>
                  </a:lnTo>
                  <a:lnTo>
                    <a:pt x="1270" y="5080"/>
                  </a:lnTo>
                  <a:lnTo>
                    <a:pt x="2540" y="5080"/>
                  </a:lnTo>
                  <a:lnTo>
                    <a:pt x="2540" y="6350"/>
                  </a:lnTo>
                  <a:lnTo>
                    <a:pt x="3810" y="6350"/>
                  </a:lnTo>
                  <a:lnTo>
                    <a:pt x="3810" y="7620"/>
                  </a:lnTo>
                  <a:lnTo>
                    <a:pt x="436880" y="7620"/>
                  </a:lnTo>
                  <a:lnTo>
                    <a:pt x="436880" y="6350"/>
                  </a:lnTo>
                  <a:lnTo>
                    <a:pt x="438137" y="6350"/>
                  </a:lnTo>
                  <a:lnTo>
                    <a:pt x="438137" y="5080"/>
                  </a:lnTo>
                  <a:lnTo>
                    <a:pt x="439407" y="5080"/>
                  </a:lnTo>
                  <a:lnTo>
                    <a:pt x="439407" y="2552"/>
                  </a:lnTo>
                  <a:close/>
                </a:path>
                <a:path w="440690" h="7619">
                  <a:moveTo>
                    <a:pt x="44069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440690" y="2540"/>
                  </a:lnTo>
                  <a:lnTo>
                    <a:pt x="440690" y="0"/>
                  </a:lnTo>
                  <a:close/>
                </a:path>
              </a:pathLst>
            </a:custGeom>
            <a:solidFill>
              <a:srgbClr val="BCBC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1" name="object 3971"/>
            <p:cNvSpPr/>
            <p:nvPr/>
          </p:nvSpPr>
          <p:spPr>
            <a:xfrm>
              <a:off x="6108700" y="2143759"/>
              <a:ext cx="433070" cy="6350"/>
            </a:xfrm>
            <a:custGeom>
              <a:avLst/>
              <a:gdLst/>
              <a:ahLst/>
              <a:cxnLst/>
              <a:rect l="l" t="t" r="r" b="b"/>
              <a:pathLst>
                <a:path w="433070" h="6350">
                  <a:moveTo>
                    <a:pt x="431800" y="1282"/>
                  </a:moveTo>
                  <a:lnTo>
                    <a:pt x="1270" y="1282"/>
                  </a:lnTo>
                  <a:lnTo>
                    <a:pt x="1270" y="3810"/>
                  </a:lnTo>
                  <a:lnTo>
                    <a:pt x="2540" y="3810"/>
                  </a:lnTo>
                  <a:lnTo>
                    <a:pt x="2540" y="5080"/>
                  </a:lnTo>
                  <a:lnTo>
                    <a:pt x="3810" y="5080"/>
                  </a:lnTo>
                  <a:lnTo>
                    <a:pt x="3810" y="6350"/>
                  </a:lnTo>
                  <a:lnTo>
                    <a:pt x="429247" y="6350"/>
                  </a:lnTo>
                  <a:lnTo>
                    <a:pt x="429247" y="5080"/>
                  </a:lnTo>
                  <a:lnTo>
                    <a:pt x="430530" y="5080"/>
                  </a:lnTo>
                  <a:lnTo>
                    <a:pt x="430530" y="3810"/>
                  </a:lnTo>
                  <a:lnTo>
                    <a:pt x="431800" y="3810"/>
                  </a:lnTo>
                  <a:lnTo>
                    <a:pt x="431800" y="1282"/>
                  </a:lnTo>
                  <a:close/>
                </a:path>
                <a:path w="433070" h="6350">
                  <a:moveTo>
                    <a:pt x="4330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433070" y="1270"/>
                  </a:lnTo>
                  <a:lnTo>
                    <a:pt x="433070" y="0"/>
                  </a:lnTo>
                  <a:close/>
                </a:path>
              </a:pathLst>
            </a:custGeom>
            <a:solidFill>
              <a:srgbClr val="BABA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2" name="object 3972"/>
            <p:cNvSpPr/>
            <p:nvPr/>
          </p:nvSpPr>
          <p:spPr>
            <a:xfrm>
              <a:off x="6112510" y="2150109"/>
              <a:ext cx="425450" cy="7620"/>
            </a:xfrm>
            <a:custGeom>
              <a:avLst/>
              <a:gdLst/>
              <a:ahLst/>
              <a:cxnLst/>
              <a:rect l="l" t="t" r="r" b="b"/>
              <a:pathLst>
                <a:path w="425450" h="7619">
                  <a:moveTo>
                    <a:pt x="424167" y="1282"/>
                  </a:moveTo>
                  <a:lnTo>
                    <a:pt x="1270" y="1282"/>
                  </a:lnTo>
                  <a:lnTo>
                    <a:pt x="1270" y="3810"/>
                  </a:lnTo>
                  <a:lnTo>
                    <a:pt x="2540" y="3810"/>
                  </a:lnTo>
                  <a:lnTo>
                    <a:pt x="2540" y="5080"/>
                  </a:lnTo>
                  <a:lnTo>
                    <a:pt x="3810" y="5080"/>
                  </a:lnTo>
                  <a:lnTo>
                    <a:pt x="3810" y="7620"/>
                  </a:lnTo>
                  <a:lnTo>
                    <a:pt x="421640" y="7620"/>
                  </a:lnTo>
                  <a:lnTo>
                    <a:pt x="421640" y="5080"/>
                  </a:lnTo>
                  <a:lnTo>
                    <a:pt x="422910" y="5080"/>
                  </a:lnTo>
                  <a:lnTo>
                    <a:pt x="422910" y="3810"/>
                  </a:lnTo>
                  <a:lnTo>
                    <a:pt x="424167" y="3810"/>
                  </a:lnTo>
                  <a:lnTo>
                    <a:pt x="424167" y="1282"/>
                  </a:lnTo>
                  <a:close/>
                </a:path>
                <a:path w="425450" h="7619">
                  <a:moveTo>
                    <a:pt x="425437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425437" y="1270"/>
                  </a:lnTo>
                  <a:lnTo>
                    <a:pt x="425437" y="0"/>
                  </a:lnTo>
                  <a:close/>
                </a:path>
              </a:pathLst>
            </a:custGeom>
            <a:solidFill>
              <a:srgbClr val="B8B8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3" name="object 3973"/>
            <p:cNvSpPr/>
            <p:nvPr/>
          </p:nvSpPr>
          <p:spPr>
            <a:xfrm>
              <a:off x="6117590" y="2157742"/>
              <a:ext cx="415290" cy="7620"/>
            </a:xfrm>
            <a:custGeom>
              <a:avLst/>
              <a:gdLst/>
              <a:ahLst/>
              <a:cxnLst/>
              <a:rect l="l" t="t" r="r" b="b"/>
              <a:pathLst>
                <a:path w="415290" h="7619">
                  <a:moveTo>
                    <a:pt x="411480" y="6350"/>
                  </a:moveTo>
                  <a:lnTo>
                    <a:pt x="3810" y="6350"/>
                  </a:lnTo>
                  <a:lnTo>
                    <a:pt x="3810" y="7607"/>
                  </a:lnTo>
                  <a:lnTo>
                    <a:pt x="411480" y="7607"/>
                  </a:lnTo>
                  <a:lnTo>
                    <a:pt x="411480" y="6350"/>
                  </a:lnTo>
                  <a:close/>
                </a:path>
                <a:path w="415290" h="7619">
                  <a:moveTo>
                    <a:pt x="41529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1270" y="2527"/>
                  </a:lnTo>
                  <a:lnTo>
                    <a:pt x="1270" y="3797"/>
                  </a:lnTo>
                  <a:lnTo>
                    <a:pt x="2540" y="3797"/>
                  </a:lnTo>
                  <a:lnTo>
                    <a:pt x="2540" y="6337"/>
                  </a:lnTo>
                  <a:lnTo>
                    <a:pt x="412737" y="6337"/>
                  </a:lnTo>
                  <a:lnTo>
                    <a:pt x="412737" y="3797"/>
                  </a:lnTo>
                  <a:lnTo>
                    <a:pt x="414007" y="3797"/>
                  </a:lnTo>
                  <a:lnTo>
                    <a:pt x="414007" y="2527"/>
                  </a:lnTo>
                  <a:lnTo>
                    <a:pt x="415290" y="2527"/>
                  </a:lnTo>
                  <a:lnTo>
                    <a:pt x="415290" y="0"/>
                  </a:lnTo>
                  <a:close/>
                </a:path>
              </a:pathLst>
            </a:custGeom>
            <a:solidFill>
              <a:srgbClr val="B6B6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4" name="object 3974"/>
            <p:cNvSpPr/>
            <p:nvPr/>
          </p:nvSpPr>
          <p:spPr>
            <a:xfrm>
              <a:off x="6121400" y="2165349"/>
              <a:ext cx="407670" cy="6350"/>
            </a:xfrm>
            <a:custGeom>
              <a:avLst/>
              <a:gdLst/>
              <a:ahLst/>
              <a:cxnLst/>
              <a:rect l="l" t="t" r="r" b="b"/>
              <a:pathLst>
                <a:path w="407670" h="6350">
                  <a:moveTo>
                    <a:pt x="403847" y="5092"/>
                  </a:moveTo>
                  <a:lnTo>
                    <a:pt x="3810" y="5092"/>
                  </a:lnTo>
                  <a:lnTo>
                    <a:pt x="3810" y="6350"/>
                  </a:lnTo>
                  <a:lnTo>
                    <a:pt x="403847" y="6350"/>
                  </a:lnTo>
                  <a:lnTo>
                    <a:pt x="403847" y="5092"/>
                  </a:lnTo>
                  <a:close/>
                </a:path>
                <a:path w="407670" h="6350">
                  <a:moveTo>
                    <a:pt x="4076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5080"/>
                  </a:lnTo>
                  <a:lnTo>
                    <a:pt x="405130" y="5080"/>
                  </a:lnTo>
                  <a:lnTo>
                    <a:pt x="405130" y="2540"/>
                  </a:lnTo>
                  <a:lnTo>
                    <a:pt x="406400" y="2540"/>
                  </a:lnTo>
                  <a:lnTo>
                    <a:pt x="406400" y="1270"/>
                  </a:lnTo>
                  <a:lnTo>
                    <a:pt x="407670" y="1270"/>
                  </a:lnTo>
                  <a:lnTo>
                    <a:pt x="407670" y="0"/>
                  </a:lnTo>
                  <a:close/>
                </a:path>
              </a:pathLst>
            </a:custGeom>
            <a:solidFill>
              <a:srgbClr val="B4B4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5" name="object 3975"/>
            <p:cNvSpPr/>
            <p:nvPr/>
          </p:nvSpPr>
          <p:spPr>
            <a:xfrm>
              <a:off x="6125210" y="2171699"/>
              <a:ext cx="400050" cy="7620"/>
            </a:xfrm>
            <a:custGeom>
              <a:avLst/>
              <a:gdLst/>
              <a:ahLst/>
              <a:cxnLst/>
              <a:rect l="l" t="t" r="r" b="b"/>
              <a:pathLst>
                <a:path w="400050" h="7619">
                  <a:moveTo>
                    <a:pt x="396240" y="5092"/>
                  </a:moveTo>
                  <a:lnTo>
                    <a:pt x="3810" y="5092"/>
                  </a:lnTo>
                  <a:lnTo>
                    <a:pt x="3810" y="7620"/>
                  </a:lnTo>
                  <a:lnTo>
                    <a:pt x="396240" y="7620"/>
                  </a:lnTo>
                  <a:lnTo>
                    <a:pt x="396240" y="5092"/>
                  </a:lnTo>
                  <a:close/>
                </a:path>
                <a:path w="400050" h="7619">
                  <a:moveTo>
                    <a:pt x="400037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5080"/>
                  </a:lnTo>
                  <a:lnTo>
                    <a:pt x="397510" y="5080"/>
                  </a:lnTo>
                  <a:lnTo>
                    <a:pt x="397510" y="2540"/>
                  </a:lnTo>
                  <a:lnTo>
                    <a:pt x="398767" y="2540"/>
                  </a:lnTo>
                  <a:lnTo>
                    <a:pt x="398767" y="1270"/>
                  </a:lnTo>
                  <a:lnTo>
                    <a:pt x="400037" y="1270"/>
                  </a:lnTo>
                  <a:lnTo>
                    <a:pt x="400037" y="0"/>
                  </a:lnTo>
                  <a:close/>
                </a:path>
              </a:pathLst>
            </a:custGeom>
            <a:solidFill>
              <a:srgbClr val="B2B2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6" name="object 3976"/>
            <p:cNvSpPr/>
            <p:nvPr/>
          </p:nvSpPr>
          <p:spPr>
            <a:xfrm>
              <a:off x="6130290" y="2179319"/>
              <a:ext cx="389890" cy="7620"/>
            </a:xfrm>
            <a:custGeom>
              <a:avLst/>
              <a:gdLst/>
              <a:ahLst/>
              <a:cxnLst/>
              <a:rect l="l" t="t" r="r" b="b"/>
              <a:pathLst>
                <a:path w="389890" h="7619">
                  <a:moveTo>
                    <a:pt x="387337" y="3822"/>
                  </a:moveTo>
                  <a:lnTo>
                    <a:pt x="2540" y="3822"/>
                  </a:lnTo>
                  <a:lnTo>
                    <a:pt x="2540" y="6350"/>
                  </a:lnTo>
                  <a:lnTo>
                    <a:pt x="3810" y="6350"/>
                  </a:lnTo>
                  <a:lnTo>
                    <a:pt x="3810" y="7620"/>
                  </a:lnTo>
                  <a:lnTo>
                    <a:pt x="386080" y="7620"/>
                  </a:lnTo>
                  <a:lnTo>
                    <a:pt x="386080" y="6350"/>
                  </a:lnTo>
                  <a:lnTo>
                    <a:pt x="387337" y="6350"/>
                  </a:lnTo>
                  <a:lnTo>
                    <a:pt x="387337" y="3822"/>
                  </a:lnTo>
                  <a:close/>
                </a:path>
                <a:path w="389890" h="7619">
                  <a:moveTo>
                    <a:pt x="38989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3810"/>
                  </a:lnTo>
                  <a:lnTo>
                    <a:pt x="388607" y="3810"/>
                  </a:lnTo>
                  <a:lnTo>
                    <a:pt x="388607" y="1270"/>
                  </a:lnTo>
                  <a:lnTo>
                    <a:pt x="389890" y="1270"/>
                  </a:lnTo>
                  <a:lnTo>
                    <a:pt x="389890" y="0"/>
                  </a:lnTo>
                  <a:close/>
                </a:path>
              </a:pathLst>
            </a:custGeom>
            <a:solidFill>
              <a:srgbClr val="B0B0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7" name="object 3977"/>
            <p:cNvSpPr/>
            <p:nvPr/>
          </p:nvSpPr>
          <p:spPr>
            <a:xfrm>
              <a:off x="6135370" y="2186939"/>
              <a:ext cx="379730" cy="6350"/>
            </a:xfrm>
            <a:custGeom>
              <a:avLst/>
              <a:gdLst/>
              <a:ahLst/>
              <a:cxnLst/>
              <a:rect l="l" t="t" r="r" b="b"/>
              <a:pathLst>
                <a:path w="379729" h="6350">
                  <a:moveTo>
                    <a:pt x="378460" y="2552"/>
                  </a:moveTo>
                  <a:lnTo>
                    <a:pt x="1270" y="2552"/>
                  </a:lnTo>
                  <a:lnTo>
                    <a:pt x="1270" y="5080"/>
                  </a:lnTo>
                  <a:lnTo>
                    <a:pt x="2540" y="5080"/>
                  </a:lnTo>
                  <a:lnTo>
                    <a:pt x="2540" y="6350"/>
                  </a:lnTo>
                  <a:lnTo>
                    <a:pt x="377177" y="6350"/>
                  </a:lnTo>
                  <a:lnTo>
                    <a:pt x="377177" y="5080"/>
                  </a:lnTo>
                  <a:lnTo>
                    <a:pt x="378460" y="5080"/>
                  </a:lnTo>
                  <a:lnTo>
                    <a:pt x="378460" y="2552"/>
                  </a:lnTo>
                  <a:close/>
                </a:path>
                <a:path w="379729" h="6350">
                  <a:moveTo>
                    <a:pt x="37973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79730" y="2540"/>
                  </a:lnTo>
                  <a:lnTo>
                    <a:pt x="379730" y="0"/>
                  </a:lnTo>
                  <a:close/>
                </a:path>
              </a:pathLst>
            </a:custGeom>
            <a:solidFill>
              <a:srgbClr val="AEAE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8" name="object 3978"/>
            <p:cNvSpPr/>
            <p:nvPr/>
          </p:nvSpPr>
          <p:spPr>
            <a:xfrm>
              <a:off x="6139180" y="2193289"/>
              <a:ext cx="372110" cy="7620"/>
            </a:xfrm>
            <a:custGeom>
              <a:avLst/>
              <a:gdLst/>
              <a:ahLst/>
              <a:cxnLst/>
              <a:rect l="l" t="t" r="r" b="b"/>
              <a:pathLst>
                <a:path w="372109" h="7619">
                  <a:moveTo>
                    <a:pt x="370840" y="2552"/>
                  </a:moveTo>
                  <a:lnTo>
                    <a:pt x="1270" y="2552"/>
                  </a:lnTo>
                  <a:lnTo>
                    <a:pt x="1270" y="5080"/>
                  </a:lnTo>
                  <a:lnTo>
                    <a:pt x="2540" y="5080"/>
                  </a:lnTo>
                  <a:lnTo>
                    <a:pt x="2540" y="6350"/>
                  </a:lnTo>
                  <a:lnTo>
                    <a:pt x="3810" y="6350"/>
                  </a:lnTo>
                  <a:lnTo>
                    <a:pt x="3810" y="7620"/>
                  </a:lnTo>
                  <a:lnTo>
                    <a:pt x="368300" y="7620"/>
                  </a:lnTo>
                  <a:lnTo>
                    <a:pt x="368300" y="6350"/>
                  </a:lnTo>
                  <a:lnTo>
                    <a:pt x="369570" y="6350"/>
                  </a:lnTo>
                  <a:lnTo>
                    <a:pt x="369570" y="5080"/>
                  </a:lnTo>
                  <a:lnTo>
                    <a:pt x="370840" y="5080"/>
                  </a:lnTo>
                  <a:lnTo>
                    <a:pt x="370840" y="2552"/>
                  </a:lnTo>
                  <a:close/>
                </a:path>
                <a:path w="372109" h="7619">
                  <a:moveTo>
                    <a:pt x="372097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72097" y="2540"/>
                  </a:lnTo>
                  <a:lnTo>
                    <a:pt x="372097" y="0"/>
                  </a:lnTo>
                  <a:close/>
                </a:path>
              </a:pathLst>
            </a:custGeom>
            <a:solidFill>
              <a:srgbClr val="ACAC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9" name="object 3979"/>
            <p:cNvSpPr/>
            <p:nvPr/>
          </p:nvSpPr>
          <p:spPr>
            <a:xfrm>
              <a:off x="6142990" y="2200909"/>
              <a:ext cx="364490" cy="7620"/>
            </a:xfrm>
            <a:custGeom>
              <a:avLst/>
              <a:gdLst/>
              <a:ahLst/>
              <a:cxnLst/>
              <a:rect l="l" t="t" r="r" b="b"/>
              <a:pathLst>
                <a:path w="364490" h="7619">
                  <a:moveTo>
                    <a:pt x="363207" y="1282"/>
                  </a:moveTo>
                  <a:lnTo>
                    <a:pt x="1270" y="1282"/>
                  </a:lnTo>
                  <a:lnTo>
                    <a:pt x="1270" y="3810"/>
                  </a:lnTo>
                  <a:lnTo>
                    <a:pt x="2540" y="3810"/>
                  </a:lnTo>
                  <a:lnTo>
                    <a:pt x="2540" y="5080"/>
                  </a:lnTo>
                  <a:lnTo>
                    <a:pt x="3810" y="5080"/>
                  </a:lnTo>
                  <a:lnTo>
                    <a:pt x="3810" y="7620"/>
                  </a:lnTo>
                  <a:lnTo>
                    <a:pt x="360680" y="7620"/>
                  </a:lnTo>
                  <a:lnTo>
                    <a:pt x="360680" y="5080"/>
                  </a:lnTo>
                  <a:lnTo>
                    <a:pt x="361937" y="5080"/>
                  </a:lnTo>
                  <a:lnTo>
                    <a:pt x="361937" y="3810"/>
                  </a:lnTo>
                  <a:lnTo>
                    <a:pt x="363207" y="3810"/>
                  </a:lnTo>
                  <a:lnTo>
                    <a:pt x="363207" y="1282"/>
                  </a:lnTo>
                  <a:close/>
                </a:path>
                <a:path w="364490" h="7619">
                  <a:moveTo>
                    <a:pt x="36449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64490" y="1270"/>
                  </a:lnTo>
                  <a:lnTo>
                    <a:pt x="364490" y="0"/>
                  </a:lnTo>
                  <a:close/>
                </a:path>
              </a:pathLst>
            </a:custGeom>
            <a:solidFill>
              <a:srgbClr val="ABAB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0" name="object 3980"/>
            <p:cNvSpPr/>
            <p:nvPr/>
          </p:nvSpPr>
          <p:spPr>
            <a:xfrm>
              <a:off x="6148070" y="2208542"/>
              <a:ext cx="354330" cy="6350"/>
            </a:xfrm>
            <a:custGeom>
              <a:avLst/>
              <a:gdLst/>
              <a:ahLst/>
              <a:cxnLst/>
              <a:rect l="l" t="t" r="r" b="b"/>
              <a:pathLst>
                <a:path w="354329" h="6350">
                  <a:moveTo>
                    <a:pt x="35433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1270" y="2527"/>
                  </a:lnTo>
                  <a:lnTo>
                    <a:pt x="1270" y="3797"/>
                  </a:lnTo>
                  <a:lnTo>
                    <a:pt x="2540" y="3797"/>
                  </a:lnTo>
                  <a:lnTo>
                    <a:pt x="2540" y="6337"/>
                  </a:lnTo>
                  <a:lnTo>
                    <a:pt x="351790" y="6337"/>
                  </a:lnTo>
                  <a:lnTo>
                    <a:pt x="351790" y="3797"/>
                  </a:lnTo>
                  <a:lnTo>
                    <a:pt x="353060" y="3797"/>
                  </a:lnTo>
                  <a:lnTo>
                    <a:pt x="353060" y="2527"/>
                  </a:lnTo>
                  <a:lnTo>
                    <a:pt x="354330" y="2527"/>
                  </a:lnTo>
                  <a:lnTo>
                    <a:pt x="354330" y="0"/>
                  </a:lnTo>
                  <a:close/>
                </a:path>
              </a:pathLst>
            </a:custGeom>
            <a:solidFill>
              <a:srgbClr val="A9A9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1" name="object 3981"/>
            <p:cNvSpPr/>
            <p:nvPr/>
          </p:nvSpPr>
          <p:spPr>
            <a:xfrm>
              <a:off x="6151880" y="2214892"/>
              <a:ext cx="346710" cy="7620"/>
            </a:xfrm>
            <a:custGeom>
              <a:avLst/>
              <a:gdLst/>
              <a:ahLst/>
              <a:cxnLst/>
              <a:rect l="l" t="t" r="r" b="b"/>
              <a:pathLst>
                <a:path w="346710" h="7619">
                  <a:moveTo>
                    <a:pt x="342900" y="6350"/>
                  </a:moveTo>
                  <a:lnTo>
                    <a:pt x="3810" y="6350"/>
                  </a:lnTo>
                  <a:lnTo>
                    <a:pt x="3810" y="7607"/>
                  </a:lnTo>
                  <a:lnTo>
                    <a:pt x="342900" y="7607"/>
                  </a:lnTo>
                  <a:lnTo>
                    <a:pt x="342900" y="6350"/>
                  </a:lnTo>
                  <a:close/>
                </a:path>
                <a:path w="346710" h="7619">
                  <a:moveTo>
                    <a:pt x="3467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1270" y="2527"/>
                  </a:lnTo>
                  <a:lnTo>
                    <a:pt x="1270" y="3797"/>
                  </a:lnTo>
                  <a:lnTo>
                    <a:pt x="2540" y="3797"/>
                  </a:lnTo>
                  <a:lnTo>
                    <a:pt x="2540" y="6337"/>
                  </a:lnTo>
                  <a:lnTo>
                    <a:pt x="344170" y="6337"/>
                  </a:lnTo>
                  <a:lnTo>
                    <a:pt x="344170" y="3797"/>
                  </a:lnTo>
                  <a:lnTo>
                    <a:pt x="345440" y="3797"/>
                  </a:lnTo>
                  <a:lnTo>
                    <a:pt x="345440" y="2527"/>
                  </a:lnTo>
                  <a:lnTo>
                    <a:pt x="346710" y="2527"/>
                  </a:lnTo>
                  <a:lnTo>
                    <a:pt x="346710" y="0"/>
                  </a:lnTo>
                  <a:close/>
                </a:path>
              </a:pathLst>
            </a:custGeom>
            <a:solidFill>
              <a:srgbClr val="A7A7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2" name="object 3982"/>
            <p:cNvSpPr/>
            <p:nvPr/>
          </p:nvSpPr>
          <p:spPr>
            <a:xfrm>
              <a:off x="6155690" y="2222499"/>
              <a:ext cx="339090" cy="7620"/>
            </a:xfrm>
            <a:custGeom>
              <a:avLst/>
              <a:gdLst/>
              <a:ahLst/>
              <a:cxnLst/>
              <a:rect l="l" t="t" r="r" b="b"/>
              <a:pathLst>
                <a:path w="339089" h="7619">
                  <a:moveTo>
                    <a:pt x="335280" y="5092"/>
                  </a:moveTo>
                  <a:lnTo>
                    <a:pt x="3810" y="5092"/>
                  </a:lnTo>
                  <a:lnTo>
                    <a:pt x="3810" y="7620"/>
                  </a:lnTo>
                  <a:lnTo>
                    <a:pt x="335280" y="7620"/>
                  </a:lnTo>
                  <a:lnTo>
                    <a:pt x="335280" y="5092"/>
                  </a:lnTo>
                  <a:close/>
                </a:path>
                <a:path w="339089" h="7619">
                  <a:moveTo>
                    <a:pt x="33909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5080"/>
                  </a:lnTo>
                  <a:lnTo>
                    <a:pt x="336550" y="5080"/>
                  </a:lnTo>
                  <a:lnTo>
                    <a:pt x="336550" y="2540"/>
                  </a:lnTo>
                  <a:lnTo>
                    <a:pt x="337820" y="2540"/>
                  </a:lnTo>
                  <a:lnTo>
                    <a:pt x="337820" y="1270"/>
                  </a:lnTo>
                  <a:lnTo>
                    <a:pt x="339090" y="1270"/>
                  </a:lnTo>
                  <a:lnTo>
                    <a:pt x="339090" y="0"/>
                  </a:lnTo>
                  <a:close/>
                </a:path>
              </a:pathLst>
            </a:custGeom>
            <a:solidFill>
              <a:srgbClr val="A5A5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3" name="object 3983"/>
            <p:cNvSpPr/>
            <p:nvPr/>
          </p:nvSpPr>
          <p:spPr>
            <a:xfrm>
              <a:off x="6160770" y="2230119"/>
              <a:ext cx="328930" cy="7620"/>
            </a:xfrm>
            <a:custGeom>
              <a:avLst/>
              <a:gdLst/>
              <a:ahLst/>
              <a:cxnLst/>
              <a:rect l="l" t="t" r="r" b="b"/>
              <a:pathLst>
                <a:path w="328929" h="7619">
                  <a:moveTo>
                    <a:pt x="326390" y="3822"/>
                  </a:moveTo>
                  <a:lnTo>
                    <a:pt x="2540" y="3822"/>
                  </a:lnTo>
                  <a:lnTo>
                    <a:pt x="2540" y="6350"/>
                  </a:lnTo>
                  <a:lnTo>
                    <a:pt x="3810" y="6350"/>
                  </a:lnTo>
                  <a:lnTo>
                    <a:pt x="3810" y="7620"/>
                  </a:lnTo>
                  <a:lnTo>
                    <a:pt x="325120" y="7620"/>
                  </a:lnTo>
                  <a:lnTo>
                    <a:pt x="325120" y="6350"/>
                  </a:lnTo>
                  <a:lnTo>
                    <a:pt x="326390" y="6350"/>
                  </a:lnTo>
                  <a:lnTo>
                    <a:pt x="326390" y="3822"/>
                  </a:lnTo>
                  <a:close/>
                </a:path>
                <a:path w="328929" h="7619">
                  <a:moveTo>
                    <a:pt x="32893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3810"/>
                  </a:lnTo>
                  <a:lnTo>
                    <a:pt x="327660" y="3810"/>
                  </a:lnTo>
                  <a:lnTo>
                    <a:pt x="327660" y="1270"/>
                  </a:lnTo>
                  <a:lnTo>
                    <a:pt x="328930" y="1270"/>
                  </a:lnTo>
                  <a:lnTo>
                    <a:pt x="328930" y="0"/>
                  </a:lnTo>
                  <a:close/>
                </a:path>
              </a:pathLst>
            </a:custGeom>
            <a:solidFill>
              <a:srgbClr val="A3A3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4" name="object 3984"/>
            <p:cNvSpPr/>
            <p:nvPr/>
          </p:nvSpPr>
          <p:spPr>
            <a:xfrm>
              <a:off x="6165850" y="2237739"/>
              <a:ext cx="318770" cy="6350"/>
            </a:xfrm>
            <a:custGeom>
              <a:avLst/>
              <a:gdLst/>
              <a:ahLst/>
              <a:cxnLst/>
              <a:rect l="l" t="t" r="r" b="b"/>
              <a:pathLst>
                <a:path w="318770" h="6350">
                  <a:moveTo>
                    <a:pt x="317500" y="2552"/>
                  </a:moveTo>
                  <a:lnTo>
                    <a:pt x="1270" y="2552"/>
                  </a:lnTo>
                  <a:lnTo>
                    <a:pt x="1270" y="5080"/>
                  </a:lnTo>
                  <a:lnTo>
                    <a:pt x="2540" y="5080"/>
                  </a:lnTo>
                  <a:lnTo>
                    <a:pt x="2540" y="6350"/>
                  </a:lnTo>
                  <a:lnTo>
                    <a:pt x="316230" y="6350"/>
                  </a:lnTo>
                  <a:lnTo>
                    <a:pt x="316230" y="5080"/>
                  </a:lnTo>
                  <a:lnTo>
                    <a:pt x="317500" y="5080"/>
                  </a:lnTo>
                  <a:lnTo>
                    <a:pt x="317500" y="2552"/>
                  </a:lnTo>
                  <a:close/>
                </a:path>
                <a:path w="318770" h="6350">
                  <a:moveTo>
                    <a:pt x="31877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18770" y="2540"/>
                  </a:lnTo>
                  <a:lnTo>
                    <a:pt x="318770" y="0"/>
                  </a:lnTo>
                  <a:close/>
                </a:path>
              </a:pathLst>
            </a:custGeom>
            <a:solidFill>
              <a:srgbClr val="A1A1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5" name="object 3985"/>
            <p:cNvSpPr/>
            <p:nvPr/>
          </p:nvSpPr>
          <p:spPr>
            <a:xfrm>
              <a:off x="6169660" y="2244089"/>
              <a:ext cx="311150" cy="7620"/>
            </a:xfrm>
            <a:custGeom>
              <a:avLst/>
              <a:gdLst/>
              <a:ahLst/>
              <a:cxnLst/>
              <a:rect l="l" t="t" r="r" b="b"/>
              <a:pathLst>
                <a:path w="311150" h="7619">
                  <a:moveTo>
                    <a:pt x="309880" y="2552"/>
                  </a:moveTo>
                  <a:lnTo>
                    <a:pt x="1270" y="2552"/>
                  </a:lnTo>
                  <a:lnTo>
                    <a:pt x="1270" y="5080"/>
                  </a:lnTo>
                  <a:lnTo>
                    <a:pt x="2540" y="5080"/>
                  </a:lnTo>
                  <a:lnTo>
                    <a:pt x="2540" y="6350"/>
                  </a:lnTo>
                  <a:lnTo>
                    <a:pt x="3810" y="6350"/>
                  </a:lnTo>
                  <a:lnTo>
                    <a:pt x="3810" y="7620"/>
                  </a:lnTo>
                  <a:lnTo>
                    <a:pt x="307340" y="7620"/>
                  </a:lnTo>
                  <a:lnTo>
                    <a:pt x="307340" y="6350"/>
                  </a:lnTo>
                  <a:lnTo>
                    <a:pt x="308610" y="6350"/>
                  </a:lnTo>
                  <a:lnTo>
                    <a:pt x="308610" y="5080"/>
                  </a:lnTo>
                  <a:lnTo>
                    <a:pt x="309880" y="5080"/>
                  </a:lnTo>
                  <a:lnTo>
                    <a:pt x="309880" y="2552"/>
                  </a:lnTo>
                  <a:close/>
                </a:path>
                <a:path w="311150" h="7619">
                  <a:moveTo>
                    <a:pt x="31115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11150" y="2540"/>
                  </a:lnTo>
                  <a:lnTo>
                    <a:pt x="311150" y="0"/>
                  </a:lnTo>
                  <a:close/>
                </a:path>
              </a:pathLst>
            </a:custGeom>
            <a:solidFill>
              <a:srgbClr val="9F9F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6" name="object 3986"/>
            <p:cNvSpPr/>
            <p:nvPr/>
          </p:nvSpPr>
          <p:spPr>
            <a:xfrm>
              <a:off x="6173470" y="2251709"/>
              <a:ext cx="303530" cy="7620"/>
            </a:xfrm>
            <a:custGeom>
              <a:avLst/>
              <a:gdLst/>
              <a:ahLst/>
              <a:cxnLst/>
              <a:rect l="l" t="t" r="r" b="b"/>
              <a:pathLst>
                <a:path w="303529" h="7619">
                  <a:moveTo>
                    <a:pt x="302260" y="1282"/>
                  </a:moveTo>
                  <a:lnTo>
                    <a:pt x="1270" y="1282"/>
                  </a:lnTo>
                  <a:lnTo>
                    <a:pt x="1270" y="3810"/>
                  </a:lnTo>
                  <a:lnTo>
                    <a:pt x="2540" y="3810"/>
                  </a:lnTo>
                  <a:lnTo>
                    <a:pt x="2540" y="5080"/>
                  </a:lnTo>
                  <a:lnTo>
                    <a:pt x="3810" y="5080"/>
                  </a:lnTo>
                  <a:lnTo>
                    <a:pt x="3810" y="7620"/>
                  </a:lnTo>
                  <a:lnTo>
                    <a:pt x="299720" y="7620"/>
                  </a:lnTo>
                  <a:lnTo>
                    <a:pt x="299720" y="5080"/>
                  </a:lnTo>
                  <a:lnTo>
                    <a:pt x="300990" y="5080"/>
                  </a:lnTo>
                  <a:lnTo>
                    <a:pt x="300990" y="3810"/>
                  </a:lnTo>
                  <a:lnTo>
                    <a:pt x="302260" y="3810"/>
                  </a:lnTo>
                  <a:lnTo>
                    <a:pt x="302260" y="1282"/>
                  </a:lnTo>
                  <a:close/>
                </a:path>
                <a:path w="303529" h="7619">
                  <a:moveTo>
                    <a:pt x="30353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03530" y="1270"/>
                  </a:lnTo>
                  <a:lnTo>
                    <a:pt x="303530" y="0"/>
                  </a:lnTo>
                  <a:close/>
                </a:path>
              </a:pathLst>
            </a:custGeom>
            <a:solidFill>
              <a:srgbClr val="9D9D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7" name="object 3987"/>
            <p:cNvSpPr/>
            <p:nvPr/>
          </p:nvSpPr>
          <p:spPr>
            <a:xfrm>
              <a:off x="6178550" y="2259342"/>
              <a:ext cx="293370" cy="6350"/>
            </a:xfrm>
            <a:custGeom>
              <a:avLst/>
              <a:gdLst/>
              <a:ahLst/>
              <a:cxnLst/>
              <a:rect l="l" t="t" r="r" b="b"/>
              <a:pathLst>
                <a:path w="293370" h="6350">
                  <a:moveTo>
                    <a:pt x="29337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1270" y="2527"/>
                  </a:lnTo>
                  <a:lnTo>
                    <a:pt x="1270" y="3797"/>
                  </a:lnTo>
                  <a:lnTo>
                    <a:pt x="2540" y="3797"/>
                  </a:lnTo>
                  <a:lnTo>
                    <a:pt x="2540" y="6337"/>
                  </a:lnTo>
                  <a:lnTo>
                    <a:pt x="290830" y="6337"/>
                  </a:lnTo>
                  <a:lnTo>
                    <a:pt x="290830" y="3797"/>
                  </a:lnTo>
                  <a:lnTo>
                    <a:pt x="292100" y="3797"/>
                  </a:lnTo>
                  <a:lnTo>
                    <a:pt x="292100" y="2527"/>
                  </a:lnTo>
                  <a:lnTo>
                    <a:pt x="293370" y="2527"/>
                  </a:lnTo>
                  <a:lnTo>
                    <a:pt x="293370" y="0"/>
                  </a:lnTo>
                  <a:close/>
                </a:path>
              </a:pathLst>
            </a:custGeom>
            <a:solidFill>
              <a:srgbClr val="9B9B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8" name="object 3988"/>
            <p:cNvSpPr/>
            <p:nvPr/>
          </p:nvSpPr>
          <p:spPr>
            <a:xfrm>
              <a:off x="6182360" y="2265692"/>
              <a:ext cx="285750" cy="7620"/>
            </a:xfrm>
            <a:custGeom>
              <a:avLst/>
              <a:gdLst/>
              <a:ahLst/>
              <a:cxnLst/>
              <a:rect l="l" t="t" r="r" b="b"/>
              <a:pathLst>
                <a:path w="285750" h="7619">
                  <a:moveTo>
                    <a:pt x="281940" y="6350"/>
                  </a:moveTo>
                  <a:lnTo>
                    <a:pt x="3810" y="6350"/>
                  </a:lnTo>
                  <a:lnTo>
                    <a:pt x="3810" y="7607"/>
                  </a:lnTo>
                  <a:lnTo>
                    <a:pt x="281940" y="7607"/>
                  </a:lnTo>
                  <a:lnTo>
                    <a:pt x="281940" y="6350"/>
                  </a:lnTo>
                  <a:close/>
                </a:path>
                <a:path w="285750" h="7619">
                  <a:moveTo>
                    <a:pt x="28575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1270" y="2527"/>
                  </a:lnTo>
                  <a:lnTo>
                    <a:pt x="1270" y="3797"/>
                  </a:lnTo>
                  <a:lnTo>
                    <a:pt x="2540" y="3797"/>
                  </a:lnTo>
                  <a:lnTo>
                    <a:pt x="2540" y="6337"/>
                  </a:lnTo>
                  <a:lnTo>
                    <a:pt x="283210" y="6337"/>
                  </a:lnTo>
                  <a:lnTo>
                    <a:pt x="283210" y="3797"/>
                  </a:lnTo>
                  <a:lnTo>
                    <a:pt x="284480" y="3797"/>
                  </a:lnTo>
                  <a:lnTo>
                    <a:pt x="284480" y="2527"/>
                  </a:lnTo>
                  <a:lnTo>
                    <a:pt x="285750" y="2527"/>
                  </a:lnTo>
                  <a:lnTo>
                    <a:pt x="285750" y="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9" name="object 3989"/>
            <p:cNvSpPr/>
            <p:nvPr/>
          </p:nvSpPr>
          <p:spPr>
            <a:xfrm>
              <a:off x="6186170" y="2273299"/>
              <a:ext cx="278130" cy="7620"/>
            </a:xfrm>
            <a:custGeom>
              <a:avLst/>
              <a:gdLst/>
              <a:ahLst/>
              <a:cxnLst/>
              <a:rect l="l" t="t" r="r" b="b"/>
              <a:pathLst>
                <a:path w="278129" h="7619">
                  <a:moveTo>
                    <a:pt x="274320" y="5092"/>
                  </a:moveTo>
                  <a:lnTo>
                    <a:pt x="3810" y="5092"/>
                  </a:lnTo>
                  <a:lnTo>
                    <a:pt x="3810" y="7620"/>
                  </a:lnTo>
                  <a:lnTo>
                    <a:pt x="274320" y="7620"/>
                  </a:lnTo>
                  <a:lnTo>
                    <a:pt x="274320" y="5092"/>
                  </a:lnTo>
                  <a:close/>
                </a:path>
                <a:path w="278129" h="7619">
                  <a:moveTo>
                    <a:pt x="27813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5080"/>
                  </a:lnTo>
                  <a:lnTo>
                    <a:pt x="275590" y="5080"/>
                  </a:lnTo>
                  <a:lnTo>
                    <a:pt x="275590" y="2540"/>
                  </a:lnTo>
                  <a:lnTo>
                    <a:pt x="276860" y="2540"/>
                  </a:lnTo>
                  <a:lnTo>
                    <a:pt x="276860" y="1270"/>
                  </a:lnTo>
                  <a:lnTo>
                    <a:pt x="278130" y="1270"/>
                  </a:lnTo>
                  <a:lnTo>
                    <a:pt x="278130" y="0"/>
                  </a:lnTo>
                  <a:close/>
                </a:path>
              </a:pathLst>
            </a:custGeom>
            <a:solidFill>
              <a:srgbClr val="9797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0" name="object 3990"/>
            <p:cNvSpPr/>
            <p:nvPr/>
          </p:nvSpPr>
          <p:spPr>
            <a:xfrm>
              <a:off x="6191250" y="2280919"/>
              <a:ext cx="267970" cy="6350"/>
            </a:xfrm>
            <a:custGeom>
              <a:avLst/>
              <a:gdLst/>
              <a:ahLst/>
              <a:cxnLst/>
              <a:rect l="l" t="t" r="r" b="b"/>
              <a:pathLst>
                <a:path w="267970" h="6350">
                  <a:moveTo>
                    <a:pt x="265430" y="3822"/>
                  </a:moveTo>
                  <a:lnTo>
                    <a:pt x="2540" y="3822"/>
                  </a:lnTo>
                  <a:lnTo>
                    <a:pt x="2540" y="6350"/>
                  </a:lnTo>
                  <a:lnTo>
                    <a:pt x="265430" y="6350"/>
                  </a:lnTo>
                  <a:lnTo>
                    <a:pt x="265430" y="3822"/>
                  </a:lnTo>
                  <a:close/>
                </a:path>
                <a:path w="267970" h="6350">
                  <a:moveTo>
                    <a:pt x="2679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3810"/>
                  </a:lnTo>
                  <a:lnTo>
                    <a:pt x="266700" y="3810"/>
                  </a:lnTo>
                  <a:lnTo>
                    <a:pt x="266700" y="1270"/>
                  </a:lnTo>
                  <a:lnTo>
                    <a:pt x="267970" y="1270"/>
                  </a:lnTo>
                  <a:lnTo>
                    <a:pt x="267970" y="0"/>
                  </a:lnTo>
                  <a:close/>
                </a:path>
              </a:pathLst>
            </a:custGeom>
            <a:solidFill>
              <a:srgbClr val="9696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1" name="object 3991"/>
            <p:cNvSpPr/>
            <p:nvPr/>
          </p:nvSpPr>
          <p:spPr>
            <a:xfrm>
              <a:off x="6195060" y="2287269"/>
              <a:ext cx="260350" cy="7620"/>
            </a:xfrm>
            <a:custGeom>
              <a:avLst/>
              <a:gdLst/>
              <a:ahLst/>
              <a:cxnLst/>
              <a:rect l="l" t="t" r="r" b="b"/>
              <a:pathLst>
                <a:path w="260350" h="7619">
                  <a:moveTo>
                    <a:pt x="257810" y="3822"/>
                  </a:moveTo>
                  <a:lnTo>
                    <a:pt x="2540" y="3822"/>
                  </a:lnTo>
                  <a:lnTo>
                    <a:pt x="2540" y="6350"/>
                  </a:lnTo>
                  <a:lnTo>
                    <a:pt x="3810" y="6350"/>
                  </a:lnTo>
                  <a:lnTo>
                    <a:pt x="3810" y="7620"/>
                  </a:lnTo>
                  <a:lnTo>
                    <a:pt x="256540" y="7620"/>
                  </a:lnTo>
                  <a:lnTo>
                    <a:pt x="256540" y="6350"/>
                  </a:lnTo>
                  <a:lnTo>
                    <a:pt x="257810" y="6350"/>
                  </a:lnTo>
                  <a:lnTo>
                    <a:pt x="257810" y="3822"/>
                  </a:lnTo>
                  <a:close/>
                </a:path>
                <a:path w="260350" h="7619">
                  <a:moveTo>
                    <a:pt x="26035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3810"/>
                  </a:lnTo>
                  <a:lnTo>
                    <a:pt x="259080" y="3810"/>
                  </a:lnTo>
                  <a:lnTo>
                    <a:pt x="259080" y="1270"/>
                  </a:lnTo>
                  <a:lnTo>
                    <a:pt x="260350" y="1270"/>
                  </a:lnTo>
                  <a:lnTo>
                    <a:pt x="260350" y="0"/>
                  </a:lnTo>
                  <a:close/>
                </a:path>
              </a:pathLst>
            </a:custGeom>
            <a:solidFill>
              <a:srgbClr val="9494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92" name="object 3992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6200139" y="2294890"/>
              <a:ext cx="250189" cy="209550"/>
            </a:xfrm>
            <a:prstGeom prst="rect">
              <a:avLst/>
            </a:prstGeom>
          </p:spPr>
        </p:pic>
        <p:sp>
          <p:nvSpPr>
            <p:cNvPr id="3993" name="object 3993"/>
            <p:cNvSpPr/>
            <p:nvPr/>
          </p:nvSpPr>
          <p:spPr>
            <a:xfrm>
              <a:off x="7129780" y="2122169"/>
              <a:ext cx="458470" cy="6350"/>
            </a:xfrm>
            <a:custGeom>
              <a:avLst/>
              <a:gdLst/>
              <a:ahLst/>
              <a:cxnLst/>
              <a:rect l="l" t="t" r="r" b="b"/>
              <a:pathLst>
                <a:path w="458470" h="6350">
                  <a:moveTo>
                    <a:pt x="455930" y="3822"/>
                  </a:moveTo>
                  <a:lnTo>
                    <a:pt x="2540" y="3822"/>
                  </a:lnTo>
                  <a:lnTo>
                    <a:pt x="2540" y="6350"/>
                  </a:lnTo>
                  <a:lnTo>
                    <a:pt x="455930" y="6350"/>
                  </a:lnTo>
                  <a:lnTo>
                    <a:pt x="455930" y="3822"/>
                  </a:lnTo>
                  <a:close/>
                </a:path>
                <a:path w="458470" h="6350">
                  <a:moveTo>
                    <a:pt x="4584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3810"/>
                  </a:lnTo>
                  <a:lnTo>
                    <a:pt x="457200" y="3810"/>
                  </a:lnTo>
                  <a:lnTo>
                    <a:pt x="457200" y="1270"/>
                  </a:lnTo>
                  <a:lnTo>
                    <a:pt x="458470" y="1270"/>
                  </a:lnTo>
                  <a:lnTo>
                    <a:pt x="458470" y="0"/>
                  </a:lnTo>
                  <a:close/>
                </a:path>
              </a:pathLst>
            </a:custGeom>
            <a:solidFill>
              <a:srgbClr val="BFB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4" name="object 3994"/>
            <p:cNvSpPr/>
            <p:nvPr/>
          </p:nvSpPr>
          <p:spPr>
            <a:xfrm>
              <a:off x="7133590" y="2128519"/>
              <a:ext cx="450850" cy="7620"/>
            </a:xfrm>
            <a:custGeom>
              <a:avLst/>
              <a:gdLst/>
              <a:ahLst/>
              <a:cxnLst/>
              <a:rect l="l" t="t" r="r" b="b"/>
              <a:pathLst>
                <a:path w="450850" h="7619">
                  <a:moveTo>
                    <a:pt x="448310" y="3822"/>
                  </a:moveTo>
                  <a:lnTo>
                    <a:pt x="2540" y="3822"/>
                  </a:lnTo>
                  <a:lnTo>
                    <a:pt x="2540" y="6350"/>
                  </a:lnTo>
                  <a:lnTo>
                    <a:pt x="3810" y="6350"/>
                  </a:lnTo>
                  <a:lnTo>
                    <a:pt x="3810" y="7620"/>
                  </a:lnTo>
                  <a:lnTo>
                    <a:pt x="447040" y="7620"/>
                  </a:lnTo>
                  <a:lnTo>
                    <a:pt x="447040" y="6350"/>
                  </a:lnTo>
                  <a:lnTo>
                    <a:pt x="448310" y="6350"/>
                  </a:lnTo>
                  <a:lnTo>
                    <a:pt x="448310" y="3822"/>
                  </a:lnTo>
                  <a:close/>
                </a:path>
                <a:path w="450850" h="7619">
                  <a:moveTo>
                    <a:pt x="45085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3810"/>
                  </a:lnTo>
                  <a:lnTo>
                    <a:pt x="449567" y="3810"/>
                  </a:lnTo>
                  <a:lnTo>
                    <a:pt x="449567" y="1270"/>
                  </a:lnTo>
                  <a:lnTo>
                    <a:pt x="450850" y="1270"/>
                  </a:lnTo>
                  <a:lnTo>
                    <a:pt x="450850" y="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5" name="object 3995"/>
            <p:cNvSpPr/>
            <p:nvPr/>
          </p:nvSpPr>
          <p:spPr>
            <a:xfrm>
              <a:off x="7138670" y="2136139"/>
              <a:ext cx="440690" cy="7620"/>
            </a:xfrm>
            <a:custGeom>
              <a:avLst/>
              <a:gdLst/>
              <a:ahLst/>
              <a:cxnLst/>
              <a:rect l="l" t="t" r="r" b="b"/>
              <a:pathLst>
                <a:path w="440690" h="7619">
                  <a:moveTo>
                    <a:pt x="439420" y="2552"/>
                  </a:moveTo>
                  <a:lnTo>
                    <a:pt x="1270" y="2552"/>
                  </a:lnTo>
                  <a:lnTo>
                    <a:pt x="1270" y="5080"/>
                  </a:lnTo>
                  <a:lnTo>
                    <a:pt x="2540" y="5080"/>
                  </a:lnTo>
                  <a:lnTo>
                    <a:pt x="2540" y="6350"/>
                  </a:lnTo>
                  <a:lnTo>
                    <a:pt x="3810" y="6350"/>
                  </a:lnTo>
                  <a:lnTo>
                    <a:pt x="3810" y="7620"/>
                  </a:lnTo>
                  <a:lnTo>
                    <a:pt x="436880" y="7620"/>
                  </a:lnTo>
                  <a:lnTo>
                    <a:pt x="436880" y="6350"/>
                  </a:lnTo>
                  <a:lnTo>
                    <a:pt x="438137" y="6350"/>
                  </a:lnTo>
                  <a:lnTo>
                    <a:pt x="438137" y="5080"/>
                  </a:lnTo>
                  <a:lnTo>
                    <a:pt x="439420" y="5080"/>
                  </a:lnTo>
                  <a:lnTo>
                    <a:pt x="439420" y="2552"/>
                  </a:lnTo>
                  <a:close/>
                </a:path>
                <a:path w="440690" h="7619">
                  <a:moveTo>
                    <a:pt x="44069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440690" y="2540"/>
                  </a:lnTo>
                  <a:lnTo>
                    <a:pt x="440690" y="0"/>
                  </a:lnTo>
                  <a:close/>
                </a:path>
              </a:pathLst>
            </a:custGeom>
            <a:solidFill>
              <a:srgbClr val="BCBC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6" name="object 3996"/>
            <p:cNvSpPr/>
            <p:nvPr/>
          </p:nvSpPr>
          <p:spPr>
            <a:xfrm>
              <a:off x="7142480" y="2143759"/>
              <a:ext cx="433070" cy="6350"/>
            </a:xfrm>
            <a:custGeom>
              <a:avLst/>
              <a:gdLst/>
              <a:ahLst/>
              <a:cxnLst/>
              <a:rect l="l" t="t" r="r" b="b"/>
              <a:pathLst>
                <a:path w="433070" h="6350">
                  <a:moveTo>
                    <a:pt x="431800" y="1282"/>
                  </a:moveTo>
                  <a:lnTo>
                    <a:pt x="1270" y="1282"/>
                  </a:lnTo>
                  <a:lnTo>
                    <a:pt x="1270" y="3810"/>
                  </a:lnTo>
                  <a:lnTo>
                    <a:pt x="2540" y="3810"/>
                  </a:lnTo>
                  <a:lnTo>
                    <a:pt x="2540" y="5080"/>
                  </a:lnTo>
                  <a:lnTo>
                    <a:pt x="3810" y="5080"/>
                  </a:lnTo>
                  <a:lnTo>
                    <a:pt x="3810" y="6350"/>
                  </a:lnTo>
                  <a:lnTo>
                    <a:pt x="429260" y="6350"/>
                  </a:lnTo>
                  <a:lnTo>
                    <a:pt x="429260" y="5080"/>
                  </a:lnTo>
                  <a:lnTo>
                    <a:pt x="430530" y="5080"/>
                  </a:lnTo>
                  <a:lnTo>
                    <a:pt x="430530" y="3810"/>
                  </a:lnTo>
                  <a:lnTo>
                    <a:pt x="431800" y="3810"/>
                  </a:lnTo>
                  <a:lnTo>
                    <a:pt x="431800" y="1282"/>
                  </a:lnTo>
                  <a:close/>
                </a:path>
                <a:path w="433070" h="6350">
                  <a:moveTo>
                    <a:pt x="4330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433070" y="1270"/>
                  </a:lnTo>
                  <a:lnTo>
                    <a:pt x="433070" y="0"/>
                  </a:lnTo>
                  <a:close/>
                </a:path>
              </a:pathLst>
            </a:custGeom>
            <a:solidFill>
              <a:srgbClr val="BABA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7" name="object 3997"/>
            <p:cNvSpPr/>
            <p:nvPr/>
          </p:nvSpPr>
          <p:spPr>
            <a:xfrm>
              <a:off x="7146290" y="2150109"/>
              <a:ext cx="425450" cy="7620"/>
            </a:xfrm>
            <a:custGeom>
              <a:avLst/>
              <a:gdLst/>
              <a:ahLst/>
              <a:cxnLst/>
              <a:rect l="l" t="t" r="r" b="b"/>
              <a:pathLst>
                <a:path w="425450" h="7619">
                  <a:moveTo>
                    <a:pt x="424167" y="1282"/>
                  </a:moveTo>
                  <a:lnTo>
                    <a:pt x="1270" y="1282"/>
                  </a:lnTo>
                  <a:lnTo>
                    <a:pt x="1270" y="3810"/>
                  </a:lnTo>
                  <a:lnTo>
                    <a:pt x="2540" y="3810"/>
                  </a:lnTo>
                  <a:lnTo>
                    <a:pt x="2540" y="5080"/>
                  </a:lnTo>
                  <a:lnTo>
                    <a:pt x="3810" y="5080"/>
                  </a:lnTo>
                  <a:lnTo>
                    <a:pt x="3810" y="7620"/>
                  </a:lnTo>
                  <a:lnTo>
                    <a:pt x="421640" y="7620"/>
                  </a:lnTo>
                  <a:lnTo>
                    <a:pt x="421640" y="5080"/>
                  </a:lnTo>
                  <a:lnTo>
                    <a:pt x="422910" y="5080"/>
                  </a:lnTo>
                  <a:lnTo>
                    <a:pt x="422910" y="3810"/>
                  </a:lnTo>
                  <a:lnTo>
                    <a:pt x="424167" y="3810"/>
                  </a:lnTo>
                  <a:lnTo>
                    <a:pt x="424167" y="1282"/>
                  </a:lnTo>
                  <a:close/>
                </a:path>
                <a:path w="425450" h="7619">
                  <a:moveTo>
                    <a:pt x="42545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425450" y="1270"/>
                  </a:lnTo>
                  <a:lnTo>
                    <a:pt x="425450" y="0"/>
                  </a:lnTo>
                  <a:close/>
                </a:path>
              </a:pathLst>
            </a:custGeom>
            <a:solidFill>
              <a:srgbClr val="B8B8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8" name="object 3998"/>
            <p:cNvSpPr/>
            <p:nvPr/>
          </p:nvSpPr>
          <p:spPr>
            <a:xfrm>
              <a:off x="7151370" y="2157742"/>
              <a:ext cx="415290" cy="7620"/>
            </a:xfrm>
            <a:custGeom>
              <a:avLst/>
              <a:gdLst/>
              <a:ahLst/>
              <a:cxnLst/>
              <a:rect l="l" t="t" r="r" b="b"/>
              <a:pathLst>
                <a:path w="415290" h="7619">
                  <a:moveTo>
                    <a:pt x="411480" y="6350"/>
                  </a:moveTo>
                  <a:lnTo>
                    <a:pt x="3810" y="6350"/>
                  </a:lnTo>
                  <a:lnTo>
                    <a:pt x="3810" y="7607"/>
                  </a:lnTo>
                  <a:lnTo>
                    <a:pt x="411480" y="7607"/>
                  </a:lnTo>
                  <a:lnTo>
                    <a:pt x="411480" y="6350"/>
                  </a:lnTo>
                  <a:close/>
                </a:path>
                <a:path w="415290" h="7619">
                  <a:moveTo>
                    <a:pt x="41529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1270" y="2527"/>
                  </a:lnTo>
                  <a:lnTo>
                    <a:pt x="1270" y="3797"/>
                  </a:lnTo>
                  <a:lnTo>
                    <a:pt x="2540" y="3797"/>
                  </a:lnTo>
                  <a:lnTo>
                    <a:pt x="2540" y="6337"/>
                  </a:lnTo>
                  <a:lnTo>
                    <a:pt x="412737" y="6337"/>
                  </a:lnTo>
                  <a:lnTo>
                    <a:pt x="412737" y="3797"/>
                  </a:lnTo>
                  <a:lnTo>
                    <a:pt x="414020" y="3797"/>
                  </a:lnTo>
                  <a:lnTo>
                    <a:pt x="414020" y="2527"/>
                  </a:lnTo>
                  <a:lnTo>
                    <a:pt x="415290" y="2527"/>
                  </a:lnTo>
                  <a:lnTo>
                    <a:pt x="415290" y="0"/>
                  </a:lnTo>
                  <a:close/>
                </a:path>
              </a:pathLst>
            </a:custGeom>
            <a:solidFill>
              <a:srgbClr val="B6B6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9" name="object 3999"/>
            <p:cNvSpPr/>
            <p:nvPr/>
          </p:nvSpPr>
          <p:spPr>
            <a:xfrm>
              <a:off x="7155180" y="2165349"/>
              <a:ext cx="407670" cy="6350"/>
            </a:xfrm>
            <a:custGeom>
              <a:avLst/>
              <a:gdLst/>
              <a:ahLst/>
              <a:cxnLst/>
              <a:rect l="l" t="t" r="r" b="b"/>
              <a:pathLst>
                <a:path w="407670" h="6350">
                  <a:moveTo>
                    <a:pt x="403860" y="5092"/>
                  </a:moveTo>
                  <a:lnTo>
                    <a:pt x="3810" y="5092"/>
                  </a:lnTo>
                  <a:lnTo>
                    <a:pt x="3810" y="6350"/>
                  </a:lnTo>
                  <a:lnTo>
                    <a:pt x="403860" y="6350"/>
                  </a:lnTo>
                  <a:lnTo>
                    <a:pt x="403860" y="5092"/>
                  </a:lnTo>
                  <a:close/>
                </a:path>
                <a:path w="407670" h="6350">
                  <a:moveTo>
                    <a:pt x="4076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5080"/>
                  </a:lnTo>
                  <a:lnTo>
                    <a:pt x="405130" y="5080"/>
                  </a:lnTo>
                  <a:lnTo>
                    <a:pt x="405130" y="2540"/>
                  </a:lnTo>
                  <a:lnTo>
                    <a:pt x="406400" y="2540"/>
                  </a:lnTo>
                  <a:lnTo>
                    <a:pt x="406400" y="1270"/>
                  </a:lnTo>
                  <a:lnTo>
                    <a:pt x="407670" y="1270"/>
                  </a:lnTo>
                  <a:lnTo>
                    <a:pt x="407670" y="0"/>
                  </a:lnTo>
                  <a:close/>
                </a:path>
              </a:pathLst>
            </a:custGeom>
            <a:solidFill>
              <a:srgbClr val="B4B4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0" name="object 4000"/>
            <p:cNvSpPr/>
            <p:nvPr/>
          </p:nvSpPr>
          <p:spPr>
            <a:xfrm>
              <a:off x="7158990" y="2171699"/>
              <a:ext cx="400050" cy="7620"/>
            </a:xfrm>
            <a:custGeom>
              <a:avLst/>
              <a:gdLst/>
              <a:ahLst/>
              <a:cxnLst/>
              <a:rect l="l" t="t" r="r" b="b"/>
              <a:pathLst>
                <a:path w="400050" h="7619">
                  <a:moveTo>
                    <a:pt x="396240" y="5092"/>
                  </a:moveTo>
                  <a:lnTo>
                    <a:pt x="3810" y="5092"/>
                  </a:lnTo>
                  <a:lnTo>
                    <a:pt x="3810" y="7620"/>
                  </a:lnTo>
                  <a:lnTo>
                    <a:pt x="396240" y="7620"/>
                  </a:lnTo>
                  <a:lnTo>
                    <a:pt x="396240" y="5092"/>
                  </a:lnTo>
                  <a:close/>
                </a:path>
                <a:path w="400050" h="7619">
                  <a:moveTo>
                    <a:pt x="40005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5080"/>
                  </a:lnTo>
                  <a:lnTo>
                    <a:pt x="397510" y="5080"/>
                  </a:lnTo>
                  <a:lnTo>
                    <a:pt x="397510" y="2540"/>
                  </a:lnTo>
                  <a:lnTo>
                    <a:pt x="398767" y="2540"/>
                  </a:lnTo>
                  <a:lnTo>
                    <a:pt x="398767" y="1270"/>
                  </a:lnTo>
                  <a:lnTo>
                    <a:pt x="400050" y="1270"/>
                  </a:lnTo>
                  <a:lnTo>
                    <a:pt x="400050" y="0"/>
                  </a:lnTo>
                  <a:close/>
                </a:path>
              </a:pathLst>
            </a:custGeom>
            <a:solidFill>
              <a:srgbClr val="B2B2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1" name="object 4001"/>
            <p:cNvSpPr/>
            <p:nvPr/>
          </p:nvSpPr>
          <p:spPr>
            <a:xfrm>
              <a:off x="7164070" y="2179319"/>
              <a:ext cx="389890" cy="7620"/>
            </a:xfrm>
            <a:custGeom>
              <a:avLst/>
              <a:gdLst/>
              <a:ahLst/>
              <a:cxnLst/>
              <a:rect l="l" t="t" r="r" b="b"/>
              <a:pathLst>
                <a:path w="389890" h="7619">
                  <a:moveTo>
                    <a:pt x="387337" y="3822"/>
                  </a:moveTo>
                  <a:lnTo>
                    <a:pt x="2540" y="3822"/>
                  </a:lnTo>
                  <a:lnTo>
                    <a:pt x="2540" y="6350"/>
                  </a:lnTo>
                  <a:lnTo>
                    <a:pt x="3810" y="6350"/>
                  </a:lnTo>
                  <a:lnTo>
                    <a:pt x="3810" y="7620"/>
                  </a:lnTo>
                  <a:lnTo>
                    <a:pt x="386080" y="7620"/>
                  </a:lnTo>
                  <a:lnTo>
                    <a:pt x="386080" y="6350"/>
                  </a:lnTo>
                  <a:lnTo>
                    <a:pt x="387337" y="6350"/>
                  </a:lnTo>
                  <a:lnTo>
                    <a:pt x="387337" y="3822"/>
                  </a:lnTo>
                  <a:close/>
                </a:path>
                <a:path w="389890" h="7619">
                  <a:moveTo>
                    <a:pt x="38989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3810"/>
                  </a:lnTo>
                  <a:lnTo>
                    <a:pt x="388620" y="3810"/>
                  </a:lnTo>
                  <a:lnTo>
                    <a:pt x="388620" y="1270"/>
                  </a:lnTo>
                  <a:lnTo>
                    <a:pt x="389890" y="1270"/>
                  </a:lnTo>
                  <a:lnTo>
                    <a:pt x="389890" y="0"/>
                  </a:lnTo>
                  <a:close/>
                </a:path>
              </a:pathLst>
            </a:custGeom>
            <a:solidFill>
              <a:srgbClr val="B0B0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2" name="object 4002"/>
            <p:cNvSpPr/>
            <p:nvPr/>
          </p:nvSpPr>
          <p:spPr>
            <a:xfrm>
              <a:off x="7169150" y="2186939"/>
              <a:ext cx="379730" cy="6350"/>
            </a:xfrm>
            <a:custGeom>
              <a:avLst/>
              <a:gdLst/>
              <a:ahLst/>
              <a:cxnLst/>
              <a:rect l="l" t="t" r="r" b="b"/>
              <a:pathLst>
                <a:path w="379729" h="6350">
                  <a:moveTo>
                    <a:pt x="378460" y="2552"/>
                  </a:moveTo>
                  <a:lnTo>
                    <a:pt x="1270" y="2552"/>
                  </a:lnTo>
                  <a:lnTo>
                    <a:pt x="1270" y="5080"/>
                  </a:lnTo>
                  <a:lnTo>
                    <a:pt x="2540" y="5080"/>
                  </a:lnTo>
                  <a:lnTo>
                    <a:pt x="2540" y="6350"/>
                  </a:lnTo>
                  <a:lnTo>
                    <a:pt x="377190" y="6350"/>
                  </a:lnTo>
                  <a:lnTo>
                    <a:pt x="377190" y="5080"/>
                  </a:lnTo>
                  <a:lnTo>
                    <a:pt x="378460" y="5080"/>
                  </a:lnTo>
                  <a:lnTo>
                    <a:pt x="378460" y="2552"/>
                  </a:lnTo>
                  <a:close/>
                </a:path>
                <a:path w="379729" h="6350">
                  <a:moveTo>
                    <a:pt x="37973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79730" y="2540"/>
                  </a:lnTo>
                  <a:lnTo>
                    <a:pt x="379730" y="0"/>
                  </a:lnTo>
                  <a:close/>
                </a:path>
              </a:pathLst>
            </a:custGeom>
            <a:solidFill>
              <a:srgbClr val="AEAE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3" name="object 4003"/>
            <p:cNvSpPr/>
            <p:nvPr/>
          </p:nvSpPr>
          <p:spPr>
            <a:xfrm>
              <a:off x="7172960" y="2193289"/>
              <a:ext cx="372110" cy="7620"/>
            </a:xfrm>
            <a:custGeom>
              <a:avLst/>
              <a:gdLst/>
              <a:ahLst/>
              <a:cxnLst/>
              <a:rect l="l" t="t" r="r" b="b"/>
              <a:pathLst>
                <a:path w="372109" h="7619">
                  <a:moveTo>
                    <a:pt x="370840" y="2552"/>
                  </a:moveTo>
                  <a:lnTo>
                    <a:pt x="1270" y="2552"/>
                  </a:lnTo>
                  <a:lnTo>
                    <a:pt x="1270" y="5080"/>
                  </a:lnTo>
                  <a:lnTo>
                    <a:pt x="2540" y="5080"/>
                  </a:lnTo>
                  <a:lnTo>
                    <a:pt x="2540" y="6350"/>
                  </a:lnTo>
                  <a:lnTo>
                    <a:pt x="3810" y="6350"/>
                  </a:lnTo>
                  <a:lnTo>
                    <a:pt x="3810" y="7620"/>
                  </a:lnTo>
                  <a:lnTo>
                    <a:pt x="368300" y="7620"/>
                  </a:lnTo>
                  <a:lnTo>
                    <a:pt x="368300" y="6350"/>
                  </a:lnTo>
                  <a:lnTo>
                    <a:pt x="369570" y="6350"/>
                  </a:lnTo>
                  <a:lnTo>
                    <a:pt x="369570" y="5080"/>
                  </a:lnTo>
                  <a:lnTo>
                    <a:pt x="370840" y="5080"/>
                  </a:lnTo>
                  <a:lnTo>
                    <a:pt x="370840" y="2552"/>
                  </a:lnTo>
                  <a:close/>
                </a:path>
                <a:path w="372109" h="7619">
                  <a:moveTo>
                    <a:pt x="372097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72097" y="2540"/>
                  </a:lnTo>
                  <a:lnTo>
                    <a:pt x="372097" y="0"/>
                  </a:lnTo>
                  <a:close/>
                </a:path>
              </a:pathLst>
            </a:custGeom>
            <a:solidFill>
              <a:srgbClr val="ACAC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4" name="object 4004"/>
            <p:cNvSpPr/>
            <p:nvPr/>
          </p:nvSpPr>
          <p:spPr>
            <a:xfrm>
              <a:off x="7176770" y="2200909"/>
              <a:ext cx="364490" cy="7620"/>
            </a:xfrm>
            <a:custGeom>
              <a:avLst/>
              <a:gdLst/>
              <a:ahLst/>
              <a:cxnLst/>
              <a:rect l="l" t="t" r="r" b="b"/>
              <a:pathLst>
                <a:path w="364490" h="7619">
                  <a:moveTo>
                    <a:pt x="363220" y="1282"/>
                  </a:moveTo>
                  <a:lnTo>
                    <a:pt x="1270" y="1282"/>
                  </a:lnTo>
                  <a:lnTo>
                    <a:pt x="1270" y="3810"/>
                  </a:lnTo>
                  <a:lnTo>
                    <a:pt x="2540" y="3810"/>
                  </a:lnTo>
                  <a:lnTo>
                    <a:pt x="2540" y="5080"/>
                  </a:lnTo>
                  <a:lnTo>
                    <a:pt x="3810" y="5080"/>
                  </a:lnTo>
                  <a:lnTo>
                    <a:pt x="3810" y="7620"/>
                  </a:lnTo>
                  <a:lnTo>
                    <a:pt x="360680" y="7620"/>
                  </a:lnTo>
                  <a:lnTo>
                    <a:pt x="360680" y="5080"/>
                  </a:lnTo>
                  <a:lnTo>
                    <a:pt x="361937" y="5080"/>
                  </a:lnTo>
                  <a:lnTo>
                    <a:pt x="361937" y="3810"/>
                  </a:lnTo>
                  <a:lnTo>
                    <a:pt x="363220" y="3810"/>
                  </a:lnTo>
                  <a:lnTo>
                    <a:pt x="363220" y="1282"/>
                  </a:lnTo>
                  <a:close/>
                </a:path>
                <a:path w="364490" h="7619">
                  <a:moveTo>
                    <a:pt x="36449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64490" y="1270"/>
                  </a:lnTo>
                  <a:lnTo>
                    <a:pt x="364490" y="0"/>
                  </a:lnTo>
                  <a:close/>
                </a:path>
              </a:pathLst>
            </a:custGeom>
            <a:solidFill>
              <a:srgbClr val="ABAB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5" name="object 4005"/>
            <p:cNvSpPr/>
            <p:nvPr/>
          </p:nvSpPr>
          <p:spPr>
            <a:xfrm>
              <a:off x="7181850" y="2208542"/>
              <a:ext cx="354330" cy="6350"/>
            </a:xfrm>
            <a:custGeom>
              <a:avLst/>
              <a:gdLst/>
              <a:ahLst/>
              <a:cxnLst/>
              <a:rect l="l" t="t" r="r" b="b"/>
              <a:pathLst>
                <a:path w="354329" h="6350">
                  <a:moveTo>
                    <a:pt x="35433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1270" y="2527"/>
                  </a:lnTo>
                  <a:lnTo>
                    <a:pt x="1270" y="3797"/>
                  </a:lnTo>
                  <a:lnTo>
                    <a:pt x="2540" y="3797"/>
                  </a:lnTo>
                  <a:lnTo>
                    <a:pt x="2540" y="6337"/>
                  </a:lnTo>
                  <a:lnTo>
                    <a:pt x="351790" y="6337"/>
                  </a:lnTo>
                  <a:lnTo>
                    <a:pt x="351790" y="3797"/>
                  </a:lnTo>
                  <a:lnTo>
                    <a:pt x="353060" y="3797"/>
                  </a:lnTo>
                  <a:lnTo>
                    <a:pt x="353060" y="2527"/>
                  </a:lnTo>
                  <a:lnTo>
                    <a:pt x="354330" y="2527"/>
                  </a:lnTo>
                  <a:lnTo>
                    <a:pt x="354330" y="0"/>
                  </a:lnTo>
                  <a:close/>
                </a:path>
              </a:pathLst>
            </a:custGeom>
            <a:solidFill>
              <a:srgbClr val="A9A9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6" name="object 4006"/>
            <p:cNvSpPr/>
            <p:nvPr/>
          </p:nvSpPr>
          <p:spPr>
            <a:xfrm>
              <a:off x="7185660" y="2214892"/>
              <a:ext cx="346710" cy="7620"/>
            </a:xfrm>
            <a:custGeom>
              <a:avLst/>
              <a:gdLst/>
              <a:ahLst/>
              <a:cxnLst/>
              <a:rect l="l" t="t" r="r" b="b"/>
              <a:pathLst>
                <a:path w="346709" h="7619">
                  <a:moveTo>
                    <a:pt x="342900" y="6350"/>
                  </a:moveTo>
                  <a:lnTo>
                    <a:pt x="3810" y="6350"/>
                  </a:lnTo>
                  <a:lnTo>
                    <a:pt x="3810" y="7607"/>
                  </a:lnTo>
                  <a:lnTo>
                    <a:pt x="342900" y="7607"/>
                  </a:lnTo>
                  <a:lnTo>
                    <a:pt x="342900" y="6350"/>
                  </a:lnTo>
                  <a:close/>
                </a:path>
                <a:path w="346709" h="7619">
                  <a:moveTo>
                    <a:pt x="346697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1270" y="2527"/>
                  </a:lnTo>
                  <a:lnTo>
                    <a:pt x="1270" y="3797"/>
                  </a:lnTo>
                  <a:lnTo>
                    <a:pt x="2540" y="3797"/>
                  </a:lnTo>
                  <a:lnTo>
                    <a:pt x="2540" y="6337"/>
                  </a:lnTo>
                  <a:lnTo>
                    <a:pt x="344170" y="6337"/>
                  </a:lnTo>
                  <a:lnTo>
                    <a:pt x="344170" y="3797"/>
                  </a:lnTo>
                  <a:lnTo>
                    <a:pt x="345440" y="3797"/>
                  </a:lnTo>
                  <a:lnTo>
                    <a:pt x="345440" y="2527"/>
                  </a:lnTo>
                  <a:lnTo>
                    <a:pt x="346697" y="2527"/>
                  </a:lnTo>
                  <a:lnTo>
                    <a:pt x="346697" y="0"/>
                  </a:lnTo>
                  <a:close/>
                </a:path>
              </a:pathLst>
            </a:custGeom>
            <a:solidFill>
              <a:srgbClr val="A7A7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7" name="object 4007"/>
            <p:cNvSpPr/>
            <p:nvPr/>
          </p:nvSpPr>
          <p:spPr>
            <a:xfrm>
              <a:off x="7189470" y="2222499"/>
              <a:ext cx="339090" cy="7620"/>
            </a:xfrm>
            <a:custGeom>
              <a:avLst/>
              <a:gdLst/>
              <a:ahLst/>
              <a:cxnLst/>
              <a:rect l="l" t="t" r="r" b="b"/>
              <a:pathLst>
                <a:path w="339090" h="7619">
                  <a:moveTo>
                    <a:pt x="335280" y="5092"/>
                  </a:moveTo>
                  <a:lnTo>
                    <a:pt x="3810" y="5092"/>
                  </a:lnTo>
                  <a:lnTo>
                    <a:pt x="3810" y="7620"/>
                  </a:lnTo>
                  <a:lnTo>
                    <a:pt x="335280" y="7620"/>
                  </a:lnTo>
                  <a:lnTo>
                    <a:pt x="335280" y="5092"/>
                  </a:lnTo>
                  <a:close/>
                </a:path>
                <a:path w="339090" h="7619">
                  <a:moveTo>
                    <a:pt x="33909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5080"/>
                  </a:lnTo>
                  <a:lnTo>
                    <a:pt x="336537" y="5080"/>
                  </a:lnTo>
                  <a:lnTo>
                    <a:pt x="336537" y="2540"/>
                  </a:lnTo>
                  <a:lnTo>
                    <a:pt x="337820" y="2540"/>
                  </a:lnTo>
                  <a:lnTo>
                    <a:pt x="337820" y="1270"/>
                  </a:lnTo>
                  <a:lnTo>
                    <a:pt x="339090" y="1270"/>
                  </a:lnTo>
                  <a:lnTo>
                    <a:pt x="339090" y="0"/>
                  </a:lnTo>
                  <a:close/>
                </a:path>
              </a:pathLst>
            </a:custGeom>
            <a:solidFill>
              <a:srgbClr val="A5A5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8" name="object 4008"/>
            <p:cNvSpPr/>
            <p:nvPr/>
          </p:nvSpPr>
          <p:spPr>
            <a:xfrm>
              <a:off x="7194550" y="2230119"/>
              <a:ext cx="328930" cy="7620"/>
            </a:xfrm>
            <a:custGeom>
              <a:avLst/>
              <a:gdLst/>
              <a:ahLst/>
              <a:cxnLst/>
              <a:rect l="l" t="t" r="r" b="b"/>
              <a:pathLst>
                <a:path w="328929" h="7619">
                  <a:moveTo>
                    <a:pt x="326390" y="3822"/>
                  </a:moveTo>
                  <a:lnTo>
                    <a:pt x="2540" y="3822"/>
                  </a:lnTo>
                  <a:lnTo>
                    <a:pt x="2540" y="6350"/>
                  </a:lnTo>
                  <a:lnTo>
                    <a:pt x="3810" y="6350"/>
                  </a:lnTo>
                  <a:lnTo>
                    <a:pt x="3810" y="7620"/>
                  </a:lnTo>
                  <a:lnTo>
                    <a:pt x="325107" y="7620"/>
                  </a:lnTo>
                  <a:lnTo>
                    <a:pt x="325107" y="6350"/>
                  </a:lnTo>
                  <a:lnTo>
                    <a:pt x="326390" y="6350"/>
                  </a:lnTo>
                  <a:lnTo>
                    <a:pt x="326390" y="3822"/>
                  </a:lnTo>
                  <a:close/>
                </a:path>
                <a:path w="328929" h="7619">
                  <a:moveTo>
                    <a:pt x="32893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3810"/>
                  </a:lnTo>
                  <a:lnTo>
                    <a:pt x="327660" y="3810"/>
                  </a:lnTo>
                  <a:lnTo>
                    <a:pt x="327660" y="1270"/>
                  </a:lnTo>
                  <a:lnTo>
                    <a:pt x="328930" y="1270"/>
                  </a:lnTo>
                  <a:lnTo>
                    <a:pt x="328930" y="0"/>
                  </a:lnTo>
                  <a:close/>
                </a:path>
              </a:pathLst>
            </a:custGeom>
            <a:solidFill>
              <a:srgbClr val="A3A3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9" name="object 4009"/>
            <p:cNvSpPr/>
            <p:nvPr/>
          </p:nvSpPr>
          <p:spPr>
            <a:xfrm>
              <a:off x="7199630" y="2237739"/>
              <a:ext cx="318770" cy="6350"/>
            </a:xfrm>
            <a:custGeom>
              <a:avLst/>
              <a:gdLst/>
              <a:ahLst/>
              <a:cxnLst/>
              <a:rect l="l" t="t" r="r" b="b"/>
              <a:pathLst>
                <a:path w="318770" h="6350">
                  <a:moveTo>
                    <a:pt x="317500" y="2552"/>
                  </a:moveTo>
                  <a:lnTo>
                    <a:pt x="1270" y="2552"/>
                  </a:lnTo>
                  <a:lnTo>
                    <a:pt x="1270" y="5080"/>
                  </a:lnTo>
                  <a:lnTo>
                    <a:pt x="2540" y="5080"/>
                  </a:lnTo>
                  <a:lnTo>
                    <a:pt x="2540" y="6350"/>
                  </a:lnTo>
                  <a:lnTo>
                    <a:pt x="316230" y="6350"/>
                  </a:lnTo>
                  <a:lnTo>
                    <a:pt x="316230" y="5080"/>
                  </a:lnTo>
                  <a:lnTo>
                    <a:pt x="317500" y="5080"/>
                  </a:lnTo>
                  <a:lnTo>
                    <a:pt x="317500" y="2552"/>
                  </a:lnTo>
                  <a:close/>
                </a:path>
                <a:path w="318770" h="6350">
                  <a:moveTo>
                    <a:pt x="31877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18770" y="2540"/>
                  </a:lnTo>
                  <a:lnTo>
                    <a:pt x="318770" y="0"/>
                  </a:lnTo>
                  <a:close/>
                </a:path>
              </a:pathLst>
            </a:custGeom>
            <a:solidFill>
              <a:srgbClr val="A1A1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0" name="object 4010"/>
            <p:cNvSpPr/>
            <p:nvPr/>
          </p:nvSpPr>
          <p:spPr>
            <a:xfrm>
              <a:off x="7203440" y="2244089"/>
              <a:ext cx="311150" cy="7620"/>
            </a:xfrm>
            <a:custGeom>
              <a:avLst/>
              <a:gdLst/>
              <a:ahLst/>
              <a:cxnLst/>
              <a:rect l="l" t="t" r="r" b="b"/>
              <a:pathLst>
                <a:path w="311150" h="7619">
                  <a:moveTo>
                    <a:pt x="309867" y="2552"/>
                  </a:moveTo>
                  <a:lnTo>
                    <a:pt x="1270" y="2552"/>
                  </a:lnTo>
                  <a:lnTo>
                    <a:pt x="1270" y="5080"/>
                  </a:lnTo>
                  <a:lnTo>
                    <a:pt x="2540" y="5080"/>
                  </a:lnTo>
                  <a:lnTo>
                    <a:pt x="2540" y="6350"/>
                  </a:lnTo>
                  <a:lnTo>
                    <a:pt x="3810" y="6350"/>
                  </a:lnTo>
                  <a:lnTo>
                    <a:pt x="3810" y="7620"/>
                  </a:lnTo>
                  <a:lnTo>
                    <a:pt x="307340" y="7620"/>
                  </a:lnTo>
                  <a:lnTo>
                    <a:pt x="307340" y="6350"/>
                  </a:lnTo>
                  <a:lnTo>
                    <a:pt x="308610" y="6350"/>
                  </a:lnTo>
                  <a:lnTo>
                    <a:pt x="308610" y="5080"/>
                  </a:lnTo>
                  <a:lnTo>
                    <a:pt x="309867" y="5080"/>
                  </a:lnTo>
                  <a:lnTo>
                    <a:pt x="309867" y="2552"/>
                  </a:lnTo>
                  <a:close/>
                </a:path>
                <a:path w="311150" h="7619">
                  <a:moveTo>
                    <a:pt x="31115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11150" y="2540"/>
                  </a:lnTo>
                  <a:lnTo>
                    <a:pt x="311150" y="0"/>
                  </a:lnTo>
                  <a:close/>
                </a:path>
              </a:pathLst>
            </a:custGeom>
            <a:solidFill>
              <a:srgbClr val="9F9F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1" name="object 4011"/>
            <p:cNvSpPr/>
            <p:nvPr/>
          </p:nvSpPr>
          <p:spPr>
            <a:xfrm>
              <a:off x="7207250" y="2251709"/>
              <a:ext cx="303530" cy="7620"/>
            </a:xfrm>
            <a:custGeom>
              <a:avLst/>
              <a:gdLst/>
              <a:ahLst/>
              <a:cxnLst/>
              <a:rect l="l" t="t" r="r" b="b"/>
              <a:pathLst>
                <a:path w="303529" h="7619">
                  <a:moveTo>
                    <a:pt x="302260" y="1282"/>
                  </a:moveTo>
                  <a:lnTo>
                    <a:pt x="1270" y="1282"/>
                  </a:lnTo>
                  <a:lnTo>
                    <a:pt x="1270" y="3810"/>
                  </a:lnTo>
                  <a:lnTo>
                    <a:pt x="2540" y="3810"/>
                  </a:lnTo>
                  <a:lnTo>
                    <a:pt x="2540" y="5080"/>
                  </a:lnTo>
                  <a:lnTo>
                    <a:pt x="3810" y="5080"/>
                  </a:lnTo>
                  <a:lnTo>
                    <a:pt x="3810" y="7620"/>
                  </a:lnTo>
                  <a:lnTo>
                    <a:pt x="299707" y="7620"/>
                  </a:lnTo>
                  <a:lnTo>
                    <a:pt x="299707" y="5080"/>
                  </a:lnTo>
                  <a:lnTo>
                    <a:pt x="300990" y="5080"/>
                  </a:lnTo>
                  <a:lnTo>
                    <a:pt x="300990" y="3810"/>
                  </a:lnTo>
                  <a:lnTo>
                    <a:pt x="302260" y="3810"/>
                  </a:lnTo>
                  <a:lnTo>
                    <a:pt x="302260" y="1282"/>
                  </a:lnTo>
                  <a:close/>
                </a:path>
                <a:path w="303529" h="7619">
                  <a:moveTo>
                    <a:pt x="30353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03530" y="1270"/>
                  </a:lnTo>
                  <a:lnTo>
                    <a:pt x="303530" y="0"/>
                  </a:lnTo>
                  <a:close/>
                </a:path>
              </a:pathLst>
            </a:custGeom>
            <a:solidFill>
              <a:srgbClr val="9D9D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2" name="object 4012"/>
            <p:cNvSpPr/>
            <p:nvPr/>
          </p:nvSpPr>
          <p:spPr>
            <a:xfrm>
              <a:off x="7212330" y="2259342"/>
              <a:ext cx="293370" cy="6350"/>
            </a:xfrm>
            <a:custGeom>
              <a:avLst/>
              <a:gdLst/>
              <a:ahLst/>
              <a:cxnLst/>
              <a:rect l="l" t="t" r="r" b="b"/>
              <a:pathLst>
                <a:path w="293370" h="6350">
                  <a:moveTo>
                    <a:pt x="29337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1270" y="2527"/>
                  </a:lnTo>
                  <a:lnTo>
                    <a:pt x="1270" y="3797"/>
                  </a:lnTo>
                  <a:lnTo>
                    <a:pt x="2540" y="3797"/>
                  </a:lnTo>
                  <a:lnTo>
                    <a:pt x="2540" y="6337"/>
                  </a:lnTo>
                  <a:lnTo>
                    <a:pt x="290830" y="6337"/>
                  </a:lnTo>
                  <a:lnTo>
                    <a:pt x="290830" y="3797"/>
                  </a:lnTo>
                  <a:lnTo>
                    <a:pt x="292100" y="3797"/>
                  </a:lnTo>
                  <a:lnTo>
                    <a:pt x="292100" y="2527"/>
                  </a:lnTo>
                  <a:lnTo>
                    <a:pt x="293370" y="2527"/>
                  </a:lnTo>
                  <a:lnTo>
                    <a:pt x="293370" y="0"/>
                  </a:lnTo>
                  <a:close/>
                </a:path>
              </a:pathLst>
            </a:custGeom>
            <a:solidFill>
              <a:srgbClr val="9B9B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3" name="object 4013"/>
            <p:cNvSpPr/>
            <p:nvPr/>
          </p:nvSpPr>
          <p:spPr>
            <a:xfrm>
              <a:off x="7216140" y="2265692"/>
              <a:ext cx="285750" cy="7620"/>
            </a:xfrm>
            <a:custGeom>
              <a:avLst/>
              <a:gdLst/>
              <a:ahLst/>
              <a:cxnLst/>
              <a:rect l="l" t="t" r="r" b="b"/>
              <a:pathLst>
                <a:path w="285750" h="7619">
                  <a:moveTo>
                    <a:pt x="281940" y="6350"/>
                  </a:moveTo>
                  <a:lnTo>
                    <a:pt x="3810" y="6350"/>
                  </a:lnTo>
                  <a:lnTo>
                    <a:pt x="3810" y="7607"/>
                  </a:lnTo>
                  <a:lnTo>
                    <a:pt x="281940" y="7607"/>
                  </a:lnTo>
                  <a:lnTo>
                    <a:pt x="281940" y="6350"/>
                  </a:lnTo>
                  <a:close/>
                </a:path>
                <a:path w="285750" h="7619">
                  <a:moveTo>
                    <a:pt x="28575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1270" y="2527"/>
                  </a:lnTo>
                  <a:lnTo>
                    <a:pt x="1270" y="3797"/>
                  </a:lnTo>
                  <a:lnTo>
                    <a:pt x="2540" y="3797"/>
                  </a:lnTo>
                  <a:lnTo>
                    <a:pt x="2540" y="6337"/>
                  </a:lnTo>
                  <a:lnTo>
                    <a:pt x="283210" y="6337"/>
                  </a:lnTo>
                  <a:lnTo>
                    <a:pt x="283210" y="3797"/>
                  </a:lnTo>
                  <a:lnTo>
                    <a:pt x="284467" y="3797"/>
                  </a:lnTo>
                  <a:lnTo>
                    <a:pt x="284467" y="2527"/>
                  </a:lnTo>
                  <a:lnTo>
                    <a:pt x="285750" y="2527"/>
                  </a:lnTo>
                  <a:lnTo>
                    <a:pt x="285750" y="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4" name="object 4014"/>
            <p:cNvSpPr/>
            <p:nvPr/>
          </p:nvSpPr>
          <p:spPr>
            <a:xfrm>
              <a:off x="7219950" y="2273299"/>
              <a:ext cx="278130" cy="7620"/>
            </a:xfrm>
            <a:custGeom>
              <a:avLst/>
              <a:gdLst/>
              <a:ahLst/>
              <a:cxnLst/>
              <a:rect l="l" t="t" r="r" b="b"/>
              <a:pathLst>
                <a:path w="278129" h="7619">
                  <a:moveTo>
                    <a:pt x="274307" y="5092"/>
                  </a:moveTo>
                  <a:lnTo>
                    <a:pt x="3810" y="5092"/>
                  </a:lnTo>
                  <a:lnTo>
                    <a:pt x="3810" y="7620"/>
                  </a:lnTo>
                  <a:lnTo>
                    <a:pt x="274307" y="7620"/>
                  </a:lnTo>
                  <a:lnTo>
                    <a:pt x="274307" y="5092"/>
                  </a:lnTo>
                  <a:close/>
                </a:path>
                <a:path w="278129" h="7619">
                  <a:moveTo>
                    <a:pt x="27813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5080"/>
                  </a:lnTo>
                  <a:lnTo>
                    <a:pt x="275590" y="5080"/>
                  </a:lnTo>
                  <a:lnTo>
                    <a:pt x="275590" y="2540"/>
                  </a:lnTo>
                  <a:lnTo>
                    <a:pt x="276860" y="2540"/>
                  </a:lnTo>
                  <a:lnTo>
                    <a:pt x="276860" y="1270"/>
                  </a:lnTo>
                  <a:lnTo>
                    <a:pt x="278130" y="1270"/>
                  </a:lnTo>
                  <a:lnTo>
                    <a:pt x="278130" y="0"/>
                  </a:lnTo>
                  <a:close/>
                </a:path>
              </a:pathLst>
            </a:custGeom>
            <a:solidFill>
              <a:srgbClr val="9797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5" name="object 4015"/>
            <p:cNvSpPr/>
            <p:nvPr/>
          </p:nvSpPr>
          <p:spPr>
            <a:xfrm>
              <a:off x="7225030" y="2280919"/>
              <a:ext cx="267970" cy="6350"/>
            </a:xfrm>
            <a:custGeom>
              <a:avLst/>
              <a:gdLst/>
              <a:ahLst/>
              <a:cxnLst/>
              <a:rect l="l" t="t" r="r" b="b"/>
              <a:pathLst>
                <a:path w="267970" h="6350">
                  <a:moveTo>
                    <a:pt x="265430" y="3822"/>
                  </a:moveTo>
                  <a:lnTo>
                    <a:pt x="2540" y="3822"/>
                  </a:lnTo>
                  <a:lnTo>
                    <a:pt x="2540" y="6350"/>
                  </a:lnTo>
                  <a:lnTo>
                    <a:pt x="265430" y="6350"/>
                  </a:lnTo>
                  <a:lnTo>
                    <a:pt x="265430" y="3822"/>
                  </a:lnTo>
                  <a:close/>
                </a:path>
                <a:path w="267970" h="6350">
                  <a:moveTo>
                    <a:pt x="2679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3810"/>
                  </a:lnTo>
                  <a:lnTo>
                    <a:pt x="266700" y="3810"/>
                  </a:lnTo>
                  <a:lnTo>
                    <a:pt x="266700" y="1270"/>
                  </a:lnTo>
                  <a:lnTo>
                    <a:pt x="267970" y="1270"/>
                  </a:lnTo>
                  <a:lnTo>
                    <a:pt x="267970" y="0"/>
                  </a:lnTo>
                  <a:close/>
                </a:path>
              </a:pathLst>
            </a:custGeom>
            <a:solidFill>
              <a:srgbClr val="9696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6" name="object 4016"/>
            <p:cNvSpPr/>
            <p:nvPr/>
          </p:nvSpPr>
          <p:spPr>
            <a:xfrm>
              <a:off x="7228840" y="2287269"/>
              <a:ext cx="260350" cy="7620"/>
            </a:xfrm>
            <a:custGeom>
              <a:avLst/>
              <a:gdLst/>
              <a:ahLst/>
              <a:cxnLst/>
              <a:rect l="l" t="t" r="r" b="b"/>
              <a:pathLst>
                <a:path w="260350" h="7619">
                  <a:moveTo>
                    <a:pt x="257810" y="3822"/>
                  </a:moveTo>
                  <a:lnTo>
                    <a:pt x="2540" y="3822"/>
                  </a:lnTo>
                  <a:lnTo>
                    <a:pt x="2540" y="6350"/>
                  </a:lnTo>
                  <a:lnTo>
                    <a:pt x="3810" y="6350"/>
                  </a:lnTo>
                  <a:lnTo>
                    <a:pt x="3810" y="7620"/>
                  </a:lnTo>
                  <a:lnTo>
                    <a:pt x="256540" y="7620"/>
                  </a:lnTo>
                  <a:lnTo>
                    <a:pt x="256540" y="6350"/>
                  </a:lnTo>
                  <a:lnTo>
                    <a:pt x="257810" y="6350"/>
                  </a:lnTo>
                  <a:lnTo>
                    <a:pt x="257810" y="3822"/>
                  </a:lnTo>
                  <a:close/>
                </a:path>
                <a:path w="260350" h="7619">
                  <a:moveTo>
                    <a:pt x="26035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3810"/>
                  </a:lnTo>
                  <a:lnTo>
                    <a:pt x="259067" y="3810"/>
                  </a:lnTo>
                  <a:lnTo>
                    <a:pt x="259067" y="1270"/>
                  </a:lnTo>
                  <a:lnTo>
                    <a:pt x="260350" y="1270"/>
                  </a:lnTo>
                  <a:lnTo>
                    <a:pt x="260350" y="0"/>
                  </a:lnTo>
                  <a:close/>
                </a:path>
              </a:pathLst>
            </a:custGeom>
            <a:solidFill>
              <a:srgbClr val="9494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17" name="object 4017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7233920" y="2294890"/>
              <a:ext cx="250190" cy="209550"/>
            </a:xfrm>
            <a:prstGeom prst="rect">
              <a:avLst/>
            </a:prstGeom>
          </p:spPr>
        </p:pic>
        <p:sp>
          <p:nvSpPr>
            <p:cNvPr id="4018" name="object 4018"/>
            <p:cNvSpPr/>
            <p:nvPr/>
          </p:nvSpPr>
          <p:spPr>
            <a:xfrm>
              <a:off x="6672580" y="2122169"/>
              <a:ext cx="458470" cy="6350"/>
            </a:xfrm>
            <a:custGeom>
              <a:avLst/>
              <a:gdLst/>
              <a:ahLst/>
              <a:cxnLst/>
              <a:rect l="l" t="t" r="r" b="b"/>
              <a:pathLst>
                <a:path w="458470" h="6350">
                  <a:moveTo>
                    <a:pt x="455930" y="3822"/>
                  </a:moveTo>
                  <a:lnTo>
                    <a:pt x="2540" y="3822"/>
                  </a:lnTo>
                  <a:lnTo>
                    <a:pt x="2540" y="6350"/>
                  </a:lnTo>
                  <a:lnTo>
                    <a:pt x="455930" y="6350"/>
                  </a:lnTo>
                  <a:lnTo>
                    <a:pt x="455930" y="3822"/>
                  </a:lnTo>
                  <a:close/>
                </a:path>
                <a:path w="458470" h="6350">
                  <a:moveTo>
                    <a:pt x="4584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3810"/>
                  </a:lnTo>
                  <a:lnTo>
                    <a:pt x="457200" y="3810"/>
                  </a:lnTo>
                  <a:lnTo>
                    <a:pt x="457200" y="1270"/>
                  </a:lnTo>
                  <a:lnTo>
                    <a:pt x="458470" y="1270"/>
                  </a:lnTo>
                  <a:lnTo>
                    <a:pt x="458470" y="0"/>
                  </a:lnTo>
                  <a:close/>
                </a:path>
              </a:pathLst>
            </a:custGeom>
            <a:solidFill>
              <a:srgbClr val="BFB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9" name="object 4019"/>
            <p:cNvSpPr/>
            <p:nvPr/>
          </p:nvSpPr>
          <p:spPr>
            <a:xfrm>
              <a:off x="6676390" y="2128519"/>
              <a:ext cx="450850" cy="7620"/>
            </a:xfrm>
            <a:custGeom>
              <a:avLst/>
              <a:gdLst/>
              <a:ahLst/>
              <a:cxnLst/>
              <a:rect l="l" t="t" r="r" b="b"/>
              <a:pathLst>
                <a:path w="450850" h="7619">
                  <a:moveTo>
                    <a:pt x="448310" y="3822"/>
                  </a:moveTo>
                  <a:lnTo>
                    <a:pt x="2540" y="3822"/>
                  </a:lnTo>
                  <a:lnTo>
                    <a:pt x="2540" y="6350"/>
                  </a:lnTo>
                  <a:lnTo>
                    <a:pt x="3810" y="6350"/>
                  </a:lnTo>
                  <a:lnTo>
                    <a:pt x="3810" y="7620"/>
                  </a:lnTo>
                  <a:lnTo>
                    <a:pt x="447040" y="7620"/>
                  </a:lnTo>
                  <a:lnTo>
                    <a:pt x="447040" y="6350"/>
                  </a:lnTo>
                  <a:lnTo>
                    <a:pt x="448310" y="6350"/>
                  </a:lnTo>
                  <a:lnTo>
                    <a:pt x="448310" y="3822"/>
                  </a:lnTo>
                  <a:close/>
                </a:path>
                <a:path w="450850" h="7619">
                  <a:moveTo>
                    <a:pt x="45085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3810"/>
                  </a:lnTo>
                  <a:lnTo>
                    <a:pt x="449567" y="3810"/>
                  </a:lnTo>
                  <a:lnTo>
                    <a:pt x="449567" y="1270"/>
                  </a:lnTo>
                  <a:lnTo>
                    <a:pt x="450850" y="1270"/>
                  </a:lnTo>
                  <a:lnTo>
                    <a:pt x="450850" y="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0" name="object 4020"/>
            <p:cNvSpPr/>
            <p:nvPr/>
          </p:nvSpPr>
          <p:spPr>
            <a:xfrm>
              <a:off x="6681470" y="2136139"/>
              <a:ext cx="440690" cy="7620"/>
            </a:xfrm>
            <a:custGeom>
              <a:avLst/>
              <a:gdLst/>
              <a:ahLst/>
              <a:cxnLst/>
              <a:rect l="l" t="t" r="r" b="b"/>
              <a:pathLst>
                <a:path w="440690" h="7619">
                  <a:moveTo>
                    <a:pt x="439420" y="2552"/>
                  </a:moveTo>
                  <a:lnTo>
                    <a:pt x="1270" y="2552"/>
                  </a:lnTo>
                  <a:lnTo>
                    <a:pt x="1270" y="5080"/>
                  </a:lnTo>
                  <a:lnTo>
                    <a:pt x="2540" y="5080"/>
                  </a:lnTo>
                  <a:lnTo>
                    <a:pt x="2540" y="6350"/>
                  </a:lnTo>
                  <a:lnTo>
                    <a:pt x="3810" y="6350"/>
                  </a:lnTo>
                  <a:lnTo>
                    <a:pt x="3810" y="7620"/>
                  </a:lnTo>
                  <a:lnTo>
                    <a:pt x="436880" y="7620"/>
                  </a:lnTo>
                  <a:lnTo>
                    <a:pt x="436880" y="6350"/>
                  </a:lnTo>
                  <a:lnTo>
                    <a:pt x="438137" y="6350"/>
                  </a:lnTo>
                  <a:lnTo>
                    <a:pt x="438137" y="5080"/>
                  </a:lnTo>
                  <a:lnTo>
                    <a:pt x="439420" y="5080"/>
                  </a:lnTo>
                  <a:lnTo>
                    <a:pt x="439420" y="2552"/>
                  </a:lnTo>
                  <a:close/>
                </a:path>
                <a:path w="440690" h="7619">
                  <a:moveTo>
                    <a:pt x="44069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440690" y="2540"/>
                  </a:lnTo>
                  <a:lnTo>
                    <a:pt x="440690" y="0"/>
                  </a:lnTo>
                  <a:close/>
                </a:path>
              </a:pathLst>
            </a:custGeom>
            <a:solidFill>
              <a:srgbClr val="BCBC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1" name="object 4021"/>
            <p:cNvSpPr/>
            <p:nvPr/>
          </p:nvSpPr>
          <p:spPr>
            <a:xfrm>
              <a:off x="6685280" y="2143759"/>
              <a:ext cx="433070" cy="6350"/>
            </a:xfrm>
            <a:custGeom>
              <a:avLst/>
              <a:gdLst/>
              <a:ahLst/>
              <a:cxnLst/>
              <a:rect l="l" t="t" r="r" b="b"/>
              <a:pathLst>
                <a:path w="433070" h="6350">
                  <a:moveTo>
                    <a:pt x="431800" y="1282"/>
                  </a:moveTo>
                  <a:lnTo>
                    <a:pt x="1270" y="1282"/>
                  </a:lnTo>
                  <a:lnTo>
                    <a:pt x="1270" y="3810"/>
                  </a:lnTo>
                  <a:lnTo>
                    <a:pt x="2540" y="3810"/>
                  </a:lnTo>
                  <a:lnTo>
                    <a:pt x="2540" y="5080"/>
                  </a:lnTo>
                  <a:lnTo>
                    <a:pt x="3810" y="5080"/>
                  </a:lnTo>
                  <a:lnTo>
                    <a:pt x="3810" y="6350"/>
                  </a:lnTo>
                  <a:lnTo>
                    <a:pt x="429260" y="6350"/>
                  </a:lnTo>
                  <a:lnTo>
                    <a:pt x="429260" y="5080"/>
                  </a:lnTo>
                  <a:lnTo>
                    <a:pt x="430530" y="5080"/>
                  </a:lnTo>
                  <a:lnTo>
                    <a:pt x="430530" y="3810"/>
                  </a:lnTo>
                  <a:lnTo>
                    <a:pt x="431800" y="3810"/>
                  </a:lnTo>
                  <a:lnTo>
                    <a:pt x="431800" y="1282"/>
                  </a:lnTo>
                  <a:close/>
                </a:path>
                <a:path w="433070" h="6350">
                  <a:moveTo>
                    <a:pt x="4330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433070" y="1270"/>
                  </a:lnTo>
                  <a:lnTo>
                    <a:pt x="433070" y="0"/>
                  </a:lnTo>
                  <a:close/>
                </a:path>
              </a:pathLst>
            </a:custGeom>
            <a:solidFill>
              <a:srgbClr val="BABA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2" name="object 4022"/>
            <p:cNvSpPr/>
            <p:nvPr/>
          </p:nvSpPr>
          <p:spPr>
            <a:xfrm>
              <a:off x="6689090" y="2150109"/>
              <a:ext cx="425450" cy="7620"/>
            </a:xfrm>
            <a:custGeom>
              <a:avLst/>
              <a:gdLst/>
              <a:ahLst/>
              <a:cxnLst/>
              <a:rect l="l" t="t" r="r" b="b"/>
              <a:pathLst>
                <a:path w="425450" h="7619">
                  <a:moveTo>
                    <a:pt x="424167" y="1282"/>
                  </a:moveTo>
                  <a:lnTo>
                    <a:pt x="1270" y="1282"/>
                  </a:lnTo>
                  <a:lnTo>
                    <a:pt x="1270" y="3810"/>
                  </a:lnTo>
                  <a:lnTo>
                    <a:pt x="2540" y="3810"/>
                  </a:lnTo>
                  <a:lnTo>
                    <a:pt x="2540" y="5080"/>
                  </a:lnTo>
                  <a:lnTo>
                    <a:pt x="3810" y="5080"/>
                  </a:lnTo>
                  <a:lnTo>
                    <a:pt x="3810" y="7620"/>
                  </a:lnTo>
                  <a:lnTo>
                    <a:pt x="421640" y="7620"/>
                  </a:lnTo>
                  <a:lnTo>
                    <a:pt x="421640" y="5080"/>
                  </a:lnTo>
                  <a:lnTo>
                    <a:pt x="422910" y="5080"/>
                  </a:lnTo>
                  <a:lnTo>
                    <a:pt x="422910" y="3810"/>
                  </a:lnTo>
                  <a:lnTo>
                    <a:pt x="424167" y="3810"/>
                  </a:lnTo>
                  <a:lnTo>
                    <a:pt x="424167" y="1282"/>
                  </a:lnTo>
                  <a:close/>
                </a:path>
                <a:path w="425450" h="7619">
                  <a:moveTo>
                    <a:pt x="42545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425450" y="1270"/>
                  </a:lnTo>
                  <a:lnTo>
                    <a:pt x="425450" y="0"/>
                  </a:lnTo>
                  <a:close/>
                </a:path>
              </a:pathLst>
            </a:custGeom>
            <a:solidFill>
              <a:srgbClr val="B8B8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3" name="object 4023"/>
            <p:cNvSpPr/>
            <p:nvPr/>
          </p:nvSpPr>
          <p:spPr>
            <a:xfrm>
              <a:off x="6694170" y="2157742"/>
              <a:ext cx="415290" cy="7620"/>
            </a:xfrm>
            <a:custGeom>
              <a:avLst/>
              <a:gdLst/>
              <a:ahLst/>
              <a:cxnLst/>
              <a:rect l="l" t="t" r="r" b="b"/>
              <a:pathLst>
                <a:path w="415290" h="7619">
                  <a:moveTo>
                    <a:pt x="411480" y="6350"/>
                  </a:moveTo>
                  <a:lnTo>
                    <a:pt x="3810" y="6350"/>
                  </a:lnTo>
                  <a:lnTo>
                    <a:pt x="3810" y="7607"/>
                  </a:lnTo>
                  <a:lnTo>
                    <a:pt x="411480" y="7607"/>
                  </a:lnTo>
                  <a:lnTo>
                    <a:pt x="411480" y="6350"/>
                  </a:lnTo>
                  <a:close/>
                </a:path>
                <a:path w="415290" h="7619">
                  <a:moveTo>
                    <a:pt x="41529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1270" y="2527"/>
                  </a:lnTo>
                  <a:lnTo>
                    <a:pt x="1270" y="3797"/>
                  </a:lnTo>
                  <a:lnTo>
                    <a:pt x="2540" y="3797"/>
                  </a:lnTo>
                  <a:lnTo>
                    <a:pt x="2540" y="6337"/>
                  </a:lnTo>
                  <a:lnTo>
                    <a:pt x="412737" y="6337"/>
                  </a:lnTo>
                  <a:lnTo>
                    <a:pt x="412737" y="3797"/>
                  </a:lnTo>
                  <a:lnTo>
                    <a:pt x="414020" y="3797"/>
                  </a:lnTo>
                  <a:lnTo>
                    <a:pt x="414020" y="2527"/>
                  </a:lnTo>
                  <a:lnTo>
                    <a:pt x="415290" y="2527"/>
                  </a:lnTo>
                  <a:lnTo>
                    <a:pt x="415290" y="0"/>
                  </a:lnTo>
                  <a:close/>
                </a:path>
              </a:pathLst>
            </a:custGeom>
            <a:solidFill>
              <a:srgbClr val="B6B6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4" name="object 4024"/>
            <p:cNvSpPr/>
            <p:nvPr/>
          </p:nvSpPr>
          <p:spPr>
            <a:xfrm>
              <a:off x="6697980" y="2165349"/>
              <a:ext cx="407670" cy="6350"/>
            </a:xfrm>
            <a:custGeom>
              <a:avLst/>
              <a:gdLst/>
              <a:ahLst/>
              <a:cxnLst/>
              <a:rect l="l" t="t" r="r" b="b"/>
              <a:pathLst>
                <a:path w="407670" h="6350">
                  <a:moveTo>
                    <a:pt x="403860" y="5092"/>
                  </a:moveTo>
                  <a:lnTo>
                    <a:pt x="3810" y="5092"/>
                  </a:lnTo>
                  <a:lnTo>
                    <a:pt x="3810" y="6350"/>
                  </a:lnTo>
                  <a:lnTo>
                    <a:pt x="403860" y="6350"/>
                  </a:lnTo>
                  <a:lnTo>
                    <a:pt x="403860" y="5092"/>
                  </a:lnTo>
                  <a:close/>
                </a:path>
                <a:path w="407670" h="6350">
                  <a:moveTo>
                    <a:pt x="4076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5080"/>
                  </a:lnTo>
                  <a:lnTo>
                    <a:pt x="405130" y="5080"/>
                  </a:lnTo>
                  <a:lnTo>
                    <a:pt x="405130" y="2540"/>
                  </a:lnTo>
                  <a:lnTo>
                    <a:pt x="406400" y="2540"/>
                  </a:lnTo>
                  <a:lnTo>
                    <a:pt x="406400" y="1270"/>
                  </a:lnTo>
                  <a:lnTo>
                    <a:pt x="407670" y="1270"/>
                  </a:lnTo>
                  <a:lnTo>
                    <a:pt x="407670" y="0"/>
                  </a:lnTo>
                  <a:close/>
                </a:path>
              </a:pathLst>
            </a:custGeom>
            <a:solidFill>
              <a:srgbClr val="B4B4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5" name="object 4025"/>
            <p:cNvSpPr/>
            <p:nvPr/>
          </p:nvSpPr>
          <p:spPr>
            <a:xfrm>
              <a:off x="6701790" y="2171699"/>
              <a:ext cx="400050" cy="7620"/>
            </a:xfrm>
            <a:custGeom>
              <a:avLst/>
              <a:gdLst/>
              <a:ahLst/>
              <a:cxnLst/>
              <a:rect l="l" t="t" r="r" b="b"/>
              <a:pathLst>
                <a:path w="400050" h="7619">
                  <a:moveTo>
                    <a:pt x="396240" y="5092"/>
                  </a:moveTo>
                  <a:lnTo>
                    <a:pt x="3810" y="5092"/>
                  </a:lnTo>
                  <a:lnTo>
                    <a:pt x="3810" y="7620"/>
                  </a:lnTo>
                  <a:lnTo>
                    <a:pt x="396240" y="7620"/>
                  </a:lnTo>
                  <a:lnTo>
                    <a:pt x="396240" y="5092"/>
                  </a:lnTo>
                  <a:close/>
                </a:path>
                <a:path w="400050" h="7619">
                  <a:moveTo>
                    <a:pt x="40005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5080"/>
                  </a:lnTo>
                  <a:lnTo>
                    <a:pt x="397510" y="5080"/>
                  </a:lnTo>
                  <a:lnTo>
                    <a:pt x="397510" y="2540"/>
                  </a:lnTo>
                  <a:lnTo>
                    <a:pt x="398767" y="2540"/>
                  </a:lnTo>
                  <a:lnTo>
                    <a:pt x="398767" y="1270"/>
                  </a:lnTo>
                  <a:lnTo>
                    <a:pt x="400050" y="1270"/>
                  </a:lnTo>
                  <a:lnTo>
                    <a:pt x="400050" y="0"/>
                  </a:lnTo>
                  <a:close/>
                </a:path>
              </a:pathLst>
            </a:custGeom>
            <a:solidFill>
              <a:srgbClr val="B2B2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6" name="object 4026"/>
            <p:cNvSpPr/>
            <p:nvPr/>
          </p:nvSpPr>
          <p:spPr>
            <a:xfrm>
              <a:off x="6706870" y="2179319"/>
              <a:ext cx="389890" cy="7620"/>
            </a:xfrm>
            <a:custGeom>
              <a:avLst/>
              <a:gdLst/>
              <a:ahLst/>
              <a:cxnLst/>
              <a:rect l="l" t="t" r="r" b="b"/>
              <a:pathLst>
                <a:path w="389890" h="7619">
                  <a:moveTo>
                    <a:pt x="387337" y="3822"/>
                  </a:moveTo>
                  <a:lnTo>
                    <a:pt x="2540" y="3822"/>
                  </a:lnTo>
                  <a:lnTo>
                    <a:pt x="2540" y="6350"/>
                  </a:lnTo>
                  <a:lnTo>
                    <a:pt x="3810" y="6350"/>
                  </a:lnTo>
                  <a:lnTo>
                    <a:pt x="3810" y="7620"/>
                  </a:lnTo>
                  <a:lnTo>
                    <a:pt x="386080" y="7620"/>
                  </a:lnTo>
                  <a:lnTo>
                    <a:pt x="386080" y="6350"/>
                  </a:lnTo>
                  <a:lnTo>
                    <a:pt x="387337" y="6350"/>
                  </a:lnTo>
                  <a:lnTo>
                    <a:pt x="387337" y="3822"/>
                  </a:lnTo>
                  <a:close/>
                </a:path>
                <a:path w="389890" h="7619">
                  <a:moveTo>
                    <a:pt x="38989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3810"/>
                  </a:lnTo>
                  <a:lnTo>
                    <a:pt x="388620" y="3810"/>
                  </a:lnTo>
                  <a:lnTo>
                    <a:pt x="388620" y="1270"/>
                  </a:lnTo>
                  <a:lnTo>
                    <a:pt x="389890" y="1270"/>
                  </a:lnTo>
                  <a:lnTo>
                    <a:pt x="389890" y="0"/>
                  </a:lnTo>
                  <a:close/>
                </a:path>
              </a:pathLst>
            </a:custGeom>
            <a:solidFill>
              <a:srgbClr val="B0B0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7" name="object 4027"/>
            <p:cNvSpPr/>
            <p:nvPr/>
          </p:nvSpPr>
          <p:spPr>
            <a:xfrm>
              <a:off x="6711950" y="2186939"/>
              <a:ext cx="379730" cy="6350"/>
            </a:xfrm>
            <a:custGeom>
              <a:avLst/>
              <a:gdLst/>
              <a:ahLst/>
              <a:cxnLst/>
              <a:rect l="l" t="t" r="r" b="b"/>
              <a:pathLst>
                <a:path w="379729" h="6350">
                  <a:moveTo>
                    <a:pt x="378460" y="2552"/>
                  </a:moveTo>
                  <a:lnTo>
                    <a:pt x="1270" y="2552"/>
                  </a:lnTo>
                  <a:lnTo>
                    <a:pt x="1270" y="5080"/>
                  </a:lnTo>
                  <a:lnTo>
                    <a:pt x="2540" y="5080"/>
                  </a:lnTo>
                  <a:lnTo>
                    <a:pt x="2540" y="6350"/>
                  </a:lnTo>
                  <a:lnTo>
                    <a:pt x="377190" y="6350"/>
                  </a:lnTo>
                  <a:lnTo>
                    <a:pt x="377190" y="5080"/>
                  </a:lnTo>
                  <a:lnTo>
                    <a:pt x="378460" y="5080"/>
                  </a:lnTo>
                  <a:lnTo>
                    <a:pt x="378460" y="2552"/>
                  </a:lnTo>
                  <a:close/>
                </a:path>
                <a:path w="379729" h="6350">
                  <a:moveTo>
                    <a:pt x="37973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79730" y="2540"/>
                  </a:lnTo>
                  <a:lnTo>
                    <a:pt x="379730" y="0"/>
                  </a:lnTo>
                  <a:close/>
                </a:path>
              </a:pathLst>
            </a:custGeom>
            <a:solidFill>
              <a:srgbClr val="AEAE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8" name="object 4028"/>
            <p:cNvSpPr/>
            <p:nvPr/>
          </p:nvSpPr>
          <p:spPr>
            <a:xfrm>
              <a:off x="6715760" y="2193289"/>
              <a:ext cx="372110" cy="7620"/>
            </a:xfrm>
            <a:custGeom>
              <a:avLst/>
              <a:gdLst/>
              <a:ahLst/>
              <a:cxnLst/>
              <a:rect l="l" t="t" r="r" b="b"/>
              <a:pathLst>
                <a:path w="372109" h="7619">
                  <a:moveTo>
                    <a:pt x="370840" y="2552"/>
                  </a:moveTo>
                  <a:lnTo>
                    <a:pt x="1270" y="2552"/>
                  </a:lnTo>
                  <a:lnTo>
                    <a:pt x="1270" y="5080"/>
                  </a:lnTo>
                  <a:lnTo>
                    <a:pt x="2540" y="5080"/>
                  </a:lnTo>
                  <a:lnTo>
                    <a:pt x="2540" y="6350"/>
                  </a:lnTo>
                  <a:lnTo>
                    <a:pt x="3810" y="6350"/>
                  </a:lnTo>
                  <a:lnTo>
                    <a:pt x="3810" y="7620"/>
                  </a:lnTo>
                  <a:lnTo>
                    <a:pt x="368300" y="7620"/>
                  </a:lnTo>
                  <a:lnTo>
                    <a:pt x="368300" y="6350"/>
                  </a:lnTo>
                  <a:lnTo>
                    <a:pt x="369570" y="6350"/>
                  </a:lnTo>
                  <a:lnTo>
                    <a:pt x="369570" y="5080"/>
                  </a:lnTo>
                  <a:lnTo>
                    <a:pt x="370840" y="5080"/>
                  </a:lnTo>
                  <a:lnTo>
                    <a:pt x="370840" y="2552"/>
                  </a:lnTo>
                  <a:close/>
                </a:path>
                <a:path w="372109" h="7619">
                  <a:moveTo>
                    <a:pt x="372097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72097" y="2540"/>
                  </a:lnTo>
                  <a:lnTo>
                    <a:pt x="372097" y="0"/>
                  </a:lnTo>
                  <a:close/>
                </a:path>
              </a:pathLst>
            </a:custGeom>
            <a:solidFill>
              <a:srgbClr val="ACAC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9" name="object 4029"/>
            <p:cNvSpPr/>
            <p:nvPr/>
          </p:nvSpPr>
          <p:spPr>
            <a:xfrm>
              <a:off x="6719570" y="2200909"/>
              <a:ext cx="364490" cy="7620"/>
            </a:xfrm>
            <a:custGeom>
              <a:avLst/>
              <a:gdLst/>
              <a:ahLst/>
              <a:cxnLst/>
              <a:rect l="l" t="t" r="r" b="b"/>
              <a:pathLst>
                <a:path w="364490" h="7619">
                  <a:moveTo>
                    <a:pt x="363220" y="1282"/>
                  </a:moveTo>
                  <a:lnTo>
                    <a:pt x="1270" y="1282"/>
                  </a:lnTo>
                  <a:lnTo>
                    <a:pt x="1270" y="3810"/>
                  </a:lnTo>
                  <a:lnTo>
                    <a:pt x="2540" y="3810"/>
                  </a:lnTo>
                  <a:lnTo>
                    <a:pt x="2540" y="5080"/>
                  </a:lnTo>
                  <a:lnTo>
                    <a:pt x="3810" y="5080"/>
                  </a:lnTo>
                  <a:lnTo>
                    <a:pt x="3810" y="7620"/>
                  </a:lnTo>
                  <a:lnTo>
                    <a:pt x="360680" y="7620"/>
                  </a:lnTo>
                  <a:lnTo>
                    <a:pt x="360680" y="5080"/>
                  </a:lnTo>
                  <a:lnTo>
                    <a:pt x="361937" y="5080"/>
                  </a:lnTo>
                  <a:lnTo>
                    <a:pt x="361937" y="3810"/>
                  </a:lnTo>
                  <a:lnTo>
                    <a:pt x="363220" y="3810"/>
                  </a:lnTo>
                  <a:lnTo>
                    <a:pt x="363220" y="1282"/>
                  </a:lnTo>
                  <a:close/>
                </a:path>
                <a:path w="364490" h="7619">
                  <a:moveTo>
                    <a:pt x="36449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64490" y="1270"/>
                  </a:lnTo>
                  <a:lnTo>
                    <a:pt x="364490" y="0"/>
                  </a:lnTo>
                  <a:close/>
                </a:path>
              </a:pathLst>
            </a:custGeom>
            <a:solidFill>
              <a:srgbClr val="ABAB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0" name="object 4030"/>
            <p:cNvSpPr/>
            <p:nvPr/>
          </p:nvSpPr>
          <p:spPr>
            <a:xfrm>
              <a:off x="6724650" y="2208542"/>
              <a:ext cx="354330" cy="6350"/>
            </a:xfrm>
            <a:custGeom>
              <a:avLst/>
              <a:gdLst/>
              <a:ahLst/>
              <a:cxnLst/>
              <a:rect l="l" t="t" r="r" b="b"/>
              <a:pathLst>
                <a:path w="354329" h="6350">
                  <a:moveTo>
                    <a:pt x="35433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1270" y="2527"/>
                  </a:lnTo>
                  <a:lnTo>
                    <a:pt x="1270" y="3797"/>
                  </a:lnTo>
                  <a:lnTo>
                    <a:pt x="2540" y="3797"/>
                  </a:lnTo>
                  <a:lnTo>
                    <a:pt x="2540" y="6337"/>
                  </a:lnTo>
                  <a:lnTo>
                    <a:pt x="351790" y="6337"/>
                  </a:lnTo>
                  <a:lnTo>
                    <a:pt x="351790" y="3797"/>
                  </a:lnTo>
                  <a:lnTo>
                    <a:pt x="353060" y="3797"/>
                  </a:lnTo>
                  <a:lnTo>
                    <a:pt x="353060" y="2527"/>
                  </a:lnTo>
                  <a:lnTo>
                    <a:pt x="354330" y="2527"/>
                  </a:lnTo>
                  <a:lnTo>
                    <a:pt x="354330" y="0"/>
                  </a:lnTo>
                  <a:close/>
                </a:path>
              </a:pathLst>
            </a:custGeom>
            <a:solidFill>
              <a:srgbClr val="A9A9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1" name="object 4031"/>
            <p:cNvSpPr/>
            <p:nvPr/>
          </p:nvSpPr>
          <p:spPr>
            <a:xfrm>
              <a:off x="6728460" y="2214892"/>
              <a:ext cx="346710" cy="7620"/>
            </a:xfrm>
            <a:custGeom>
              <a:avLst/>
              <a:gdLst/>
              <a:ahLst/>
              <a:cxnLst/>
              <a:rect l="l" t="t" r="r" b="b"/>
              <a:pathLst>
                <a:path w="346709" h="7619">
                  <a:moveTo>
                    <a:pt x="342900" y="6350"/>
                  </a:moveTo>
                  <a:lnTo>
                    <a:pt x="3810" y="6350"/>
                  </a:lnTo>
                  <a:lnTo>
                    <a:pt x="3810" y="7607"/>
                  </a:lnTo>
                  <a:lnTo>
                    <a:pt x="342900" y="7607"/>
                  </a:lnTo>
                  <a:lnTo>
                    <a:pt x="342900" y="6350"/>
                  </a:lnTo>
                  <a:close/>
                </a:path>
                <a:path w="346709" h="7619">
                  <a:moveTo>
                    <a:pt x="346697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1270" y="2527"/>
                  </a:lnTo>
                  <a:lnTo>
                    <a:pt x="1270" y="3797"/>
                  </a:lnTo>
                  <a:lnTo>
                    <a:pt x="2540" y="3797"/>
                  </a:lnTo>
                  <a:lnTo>
                    <a:pt x="2540" y="6337"/>
                  </a:lnTo>
                  <a:lnTo>
                    <a:pt x="344170" y="6337"/>
                  </a:lnTo>
                  <a:lnTo>
                    <a:pt x="344170" y="3797"/>
                  </a:lnTo>
                  <a:lnTo>
                    <a:pt x="345440" y="3797"/>
                  </a:lnTo>
                  <a:lnTo>
                    <a:pt x="345440" y="2527"/>
                  </a:lnTo>
                  <a:lnTo>
                    <a:pt x="346697" y="2527"/>
                  </a:lnTo>
                  <a:lnTo>
                    <a:pt x="346697" y="0"/>
                  </a:lnTo>
                  <a:close/>
                </a:path>
              </a:pathLst>
            </a:custGeom>
            <a:solidFill>
              <a:srgbClr val="A7A7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2" name="object 4032"/>
            <p:cNvSpPr/>
            <p:nvPr/>
          </p:nvSpPr>
          <p:spPr>
            <a:xfrm>
              <a:off x="6732270" y="2222499"/>
              <a:ext cx="339090" cy="7620"/>
            </a:xfrm>
            <a:custGeom>
              <a:avLst/>
              <a:gdLst/>
              <a:ahLst/>
              <a:cxnLst/>
              <a:rect l="l" t="t" r="r" b="b"/>
              <a:pathLst>
                <a:path w="339090" h="7619">
                  <a:moveTo>
                    <a:pt x="335280" y="5092"/>
                  </a:moveTo>
                  <a:lnTo>
                    <a:pt x="3810" y="5092"/>
                  </a:lnTo>
                  <a:lnTo>
                    <a:pt x="3810" y="7620"/>
                  </a:lnTo>
                  <a:lnTo>
                    <a:pt x="335280" y="7620"/>
                  </a:lnTo>
                  <a:lnTo>
                    <a:pt x="335280" y="5092"/>
                  </a:lnTo>
                  <a:close/>
                </a:path>
                <a:path w="339090" h="7619">
                  <a:moveTo>
                    <a:pt x="33909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5080"/>
                  </a:lnTo>
                  <a:lnTo>
                    <a:pt x="336537" y="5080"/>
                  </a:lnTo>
                  <a:lnTo>
                    <a:pt x="336537" y="2540"/>
                  </a:lnTo>
                  <a:lnTo>
                    <a:pt x="337820" y="2540"/>
                  </a:lnTo>
                  <a:lnTo>
                    <a:pt x="337820" y="1270"/>
                  </a:lnTo>
                  <a:lnTo>
                    <a:pt x="339090" y="1270"/>
                  </a:lnTo>
                  <a:lnTo>
                    <a:pt x="339090" y="0"/>
                  </a:lnTo>
                  <a:close/>
                </a:path>
              </a:pathLst>
            </a:custGeom>
            <a:solidFill>
              <a:srgbClr val="A5A5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3" name="object 4033"/>
            <p:cNvSpPr/>
            <p:nvPr/>
          </p:nvSpPr>
          <p:spPr>
            <a:xfrm>
              <a:off x="6737350" y="2230119"/>
              <a:ext cx="328930" cy="7620"/>
            </a:xfrm>
            <a:custGeom>
              <a:avLst/>
              <a:gdLst/>
              <a:ahLst/>
              <a:cxnLst/>
              <a:rect l="l" t="t" r="r" b="b"/>
              <a:pathLst>
                <a:path w="328929" h="7619">
                  <a:moveTo>
                    <a:pt x="326390" y="3822"/>
                  </a:moveTo>
                  <a:lnTo>
                    <a:pt x="2540" y="3822"/>
                  </a:lnTo>
                  <a:lnTo>
                    <a:pt x="2540" y="6350"/>
                  </a:lnTo>
                  <a:lnTo>
                    <a:pt x="3810" y="6350"/>
                  </a:lnTo>
                  <a:lnTo>
                    <a:pt x="3810" y="7620"/>
                  </a:lnTo>
                  <a:lnTo>
                    <a:pt x="325107" y="7620"/>
                  </a:lnTo>
                  <a:lnTo>
                    <a:pt x="325107" y="6350"/>
                  </a:lnTo>
                  <a:lnTo>
                    <a:pt x="326390" y="6350"/>
                  </a:lnTo>
                  <a:lnTo>
                    <a:pt x="326390" y="3822"/>
                  </a:lnTo>
                  <a:close/>
                </a:path>
                <a:path w="328929" h="7619">
                  <a:moveTo>
                    <a:pt x="32893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3810"/>
                  </a:lnTo>
                  <a:lnTo>
                    <a:pt x="327660" y="3810"/>
                  </a:lnTo>
                  <a:lnTo>
                    <a:pt x="327660" y="1270"/>
                  </a:lnTo>
                  <a:lnTo>
                    <a:pt x="328930" y="1270"/>
                  </a:lnTo>
                  <a:lnTo>
                    <a:pt x="328930" y="0"/>
                  </a:lnTo>
                  <a:close/>
                </a:path>
              </a:pathLst>
            </a:custGeom>
            <a:solidFill>
              <a:srgbClr val="A3A3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4" name="object 4034"/>
            <p:cNvSpPr/>
            <p:nvPr/>
          </p:nvSpPr>
          <p:spPr>
            <a:xfrm>
              <a:off x="6742430" y="2237739"/>
              <a:ext cx="318770" cy="6350"/>
            </a:xfrm>
            <a:custGeom>
              <a:avLst/>
              <a:gdLst/>
              <a:ahLst/>
              <a:cxnLst/>
              <a:rect l="l" t="t" r="r" b="b"/>
              <a:pathLst>
                <a:path w="318770" h="6350">
                  <a:moveTo>
                    <a:pt x="317500" y="2552"/>
                  </a:moveTo>
                  <a:lnTo>
                    <a:pt x="1270" y="2552"/>
                  </a:lnTo>
                  <a:lnTo>
                    <a:pt x="1270" y="5080"/>
                  </a:lnTo>
                  <a:lnTo>
                    <a:pt x="2540" y="5080"/>
                  </a:lnTo>
                  <a:lnTo>
                    <a:pt x="2540" y="6350"/>
                  </a:lnTo>
                  <a:lnTo>
                    <a:pt x="316230" y="6350"/>
                  </a:lnTo>
                  <a:lnTo>
                    <a:pt x="316230" y="5080"/>
                  </a:lnTo>
                  <a:lnTo>
                    <a:pt x="317500" y="5080"/>
                  </a:lnTo>
                  <a:lnTo>
                    <a:pt x="317500" y="2552"/>
                  </a:lnTo>
                  <a:close/>
                </a:path>
                <a:path w="318770" h="6350">
                  <a:moveTo>
                    <a:pt x="31877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18770" y="2540"/>
                  </a:lnTo>
                  <a:lnTo>
                    <a:pt x="318770" y="0"/>
                  </a:lnTo>
                  <a:close/>
                </a:path>
              </a:pathLst>
            </a:custGeom>
            <a:solidFill>
              <a:srgbClr val="A1A1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5" name="object 4035"/>
            <p:cNvSpPr/>
            <p:nvPr/>
          </p:nvSpPr>
          <p:spPr>
            <a:xfrm>
              <a:off x="6746240" y="2244089"/>
              <a:ext cx="311150" cy="7620"/>
            </a:xfrm>
            <a:custGeom>
              <a:avLst/>
              <a:gdLst/>
              <a:ahLst/>
              <a:cxnLst/>
              <a:rect l="l" t="t" r="r" b="b"/>
              <a:pathLst>
                <a:path w="311150" h="7619">
                  <a:moveTo>
                    <a:pt x="309867" y="2552"/>
                  </a:moveTo>
                  <a:lnTo>
                    <a:pt x="1270" y="2552"/>
                  </a:lnTo>
                  <a:lnTo>
                    <a:pt x="1270" y="5080"/>
                  </a:lnTo>
                  <a:lnTo>
                    <a:pt x="2540" y="5080"/>
                  </a:lnTo>
                  <a:lnTo>
                    <a:pt x="2540" y="6350"/>
                  </a:lnTo>
                  <a:lnTo>
                    <a:pt x="3810" y="6350"/>
                  </a:lnTo>
                  <a:lnTo>
                    <a:pt x="3810" y="7620"/>
                  </a:lnTo>
                  <a:lnTo>
                    <a:pt x="307340" y="7620"/>
                  </a:lnTo>
                  <a:lnTo>
                    <a:pt x="307340" y="6350"/>
                  </a:lnTo>
                  <a:lnTo>
                    <a:pt x="308610" y="6350"/>
                  </a:lnTo>
                  <a:lnTo>
                    <a:pt x="308610" y="5080"/>
                  </a:lnTo>
                  <a:lnTo>
                    <a:pt x="309867" y="5080"/>
                  </a:lnTo>
                  <a:lnTo>
                    <a:pt x="309867" y="2552"/>
                  </a:lnTo>
                  <a:close/>
                </a:path>
                <a:path w="311150" h="7619">
                  <a:moveTo>
                    <a:pt x="31115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11150" y="2540"/>
                  </a:lnTo>
                  <a:lnTo>
                    <a:pt x="311150" y="0"/>
                  </a:lnTo>
                  <a:close/>
                </a:path>
              </a:pathLst>
            </a:custGeom>
            <a:solidFill>
              <a:srgbClr val="9F9F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6" name="object 4036"/>
            <p:cNvSpPr/>
            <p:nvPr/>
          </p:nvSpPr>
          <p:spPr>
            <a:xfrm>
              <a:off x="6750050" y="2251709"/>
              <a:ext cx="303530" cy="7620"/>
            </a:xfrm>
            <a:custGeom>
              <a:avLst/>
              <a:gdLst/>
              <a:ahLst/>
              <a:cxnLst/>
              <a:rect l="l" t="t" r="r" b="b"/>
              <a:pathLst>
                <a:path w="303529" h="7619">
                  <a:moveTo>
                    <a:pt x="302260" y="1282"/>
                  </a:moveTo>
                  <a:lnTo>
                    <a:pt x="1270" y="1282"/>
                  </a:lnTo>
                  <a:lnTo>
                    <a:pt x="1270" y="3810"/>
                  </a:lnTo>
                  <a:lnTo>
                    <a:pt x="2540" y="3810"/>
                  </a:lnTo>
                  <a:lnTo>
                    <a:pt x="2540" y="5080"/>
                  </a:lnTo>
                  <a:lnTo>
                    <a:pt x="3810" y="5080"/>
                  </a:lnTo>
                  <a:lnTo>
                    <a:pt x="3810" y="7620"/>
                  </a:lnTo>
                  <a:lnTo>
                    <a:pt x="299707" y="7620"/>
                  </a:lnTo>
                  <a:lnTo>
                    <a:pt x="299707" y="5080"/>
                  </a:lnTo>
                  <a:lnTo>
                    <a:pt x="300990" y="5080"/>
                  </a:lnTo>
                  <a:lnTo>
                    <a:pt x="300990" y="3810"/>
                  </a:lnTo>
                  <a:lnTo>
                    <a:pt x="302260" y="3810"/>
                  </a:lnTo>
                  <a:lnTo>
                    <a:pt x="302260" y="1282"/>
                  </a:lnTo>
                  <a:close/>
                </a:path>
                <a:path w="303529" h="7619">
                  <a:moveTo>
                    <a:pt x="30353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03530" y="1270"/>
                  </a:lnTo>
                  <a:lnTo>
                    <a:pt x="303530" y="0"/>
                  </a:lnTo>
                  <a:close/>
                </a:path>
              </a:pathLst>
            </a:custGeom>
            <a:solidFill>
              <a:srgbClr val="9D9D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7" name="object 4037"/>
            <p:cNvSpPr/>
            <p:nvPr/>
          </p:nvSpPr>
          <p:spPr>
            <a:xfrm>
              <a:off x="6755130" y="2259342"/>
              <a:ext cx="293370" cy="6350"/>
            </a:xfrm>
            <a:custGeom>
              <a:avLst/>
              <a:gdLst/>
              <a:ahLst/>
              <a:cxnLst/>
              <a:rect l="l" t="t" r="r" b="b"/>
              <a:pathLst>
                <a:path w="293370" h="6350">
                  <a:moveTo>
                    <a:pt x="29337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1270" y="2527"/>
                  </a:lnTo>
                  <a:lnTo>
                    <a:pt x="1270" y="3797"/>
                  </a:lnTo>
                  <a:lnTo>
                    <a:pt x="2540" y="3797"/>
                  </a:lnTo>
                  <a:lnTo>
                    <a:pt x="2540" y="6337"/>
                  </a:lnTo>
                  <a:lnTo>
                    <a:pt x="290830" y="6337"/>
                  </a:lnTo>
                  <a:lnTo>
                    <a:pt x="290830" y="3797"/>
                  </a:lnTo>
                  <a:lnTo>
                    <a:pt x="292100" y="3797"/>
                  </a:lnTo>
                  <a:lnTo>
                    <a:pt x="292100" y="2527"/>
                  </a:lnTo>
                  <a:lnTo>
                    <a:pt x="293370" y="2527"/>
                  </a:lnTo>
                  <a:lnTo>
                    <a:pt x="293370" y="0"/>
                  </a:lnTo>
                  <a:close/>
                </a:path>
              </a:pathLst>
            </a:custGeom>
            <a:solidFill>
              <a:srgbClr val="9B9B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8" name="object 4038"/>
            <p:cNvSpPr/>
            <p:nvPr/>
          </p:nvSpPr>
          <p:spPr>
            <a:xfrm>
              <a:off x="6758940" y="2265692"/>
              <a:ext cx="285750" cy="7620"/>
            </a:xfrm>
            <a:custGeom>
              <a:avLst/>
              <a:gdLst/>
              <a:ahLst/>
              <a:cxnLst/>
              <a:rect l="l" t="t" r="r" b="b"/>
              <a:pathLst>
                <a:path w="285750" h="7619">
                  <a:moveTo>
                    <a:pt x="281940" y="6350"/>
                  </a:moveTo>
                  <a:lnTo>
                    <a:pt x="3810" y="6350"/>
                  </a:lnTo>
                  <a:lnTo>
                    <a:pt x="3810" y="7607"/>
                  </a:lnTo>
                  <a:lnTo>
                    <a:pt x="281940" y="7607"/>
                  </a:lnTo>
                  <a:lnTo>
                    <a:pt x="281940" y="6350"/>
                  </a:lnTo>
                  <a:close/>
                </a:path>
                <a:path w="285750" h="7619">
                  <a:moveTo>
                    <a:pt x="28575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1270" y="2527"/>
                  </a:lnTo>
                  <a:lnTo>
                    <a:pt x="1270" y="3797"/>
                  </a:lnTo>
                  <a:lnTo>
                    <a:pt x="2540" y="3797"/>
                  </a:lnTo>
                  <a:lnTo>
                    <a:pt x="2540" y="6337"/>
                  </a:lnTo>
                  <a:lnTo>
                    <a:pt x="283210" y="6337"/>
                  </a:lnTo>
                  <a:lnTo>
                    <a:pt x="283210" y="3797"/>
                  </a:lnTo>
                  <a:lnTo>
                    <a:pt x="284467" y="3797"/>
                  </a:lnTo>
                  <a:lnTo>
                    <a:pt x="284467" y="2527"/>
                  </a:lnTo>
                  <a:lnTo>
                    <a:pt x="285750" y="2527"/>
                  </a:lnTo>
                  <a:lnTo>
                    <a:pt x="285750" y="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9" name="object 4039"/>
            <p:cNvSpPr/>
            <p:nvPr/>
          </p:nvSpPr>
          <p:spPr>
            <a:xfrm>
              <a:off x="6762750" y="2273299"/>
              <a:ext cx="278130" cy="7620"/>
            </a:xfrm>
            <a:custGeom>
              <a:avLst/>
              <a:gdLst/>
              <a:ahLst/>
              <a:cxnLst/>
              <a:rect l="l" t="t" r="r" b="b"/>
              <a:pathLst>
                <a:path w="278129" h="7619">
                  <a:moveTo>
                    <a:pt x="274307" y="5092"/>
                  </a:moveTo>
                  <a:lnTo>
                    <a:pt x="3810" y="5092"/>
                  </a:lnTo>
                  <a:lnTo>
                    <a:pt x="3810" y="7620"/>
                  </a:lnTo>
                  <a:lnTo>
                    <a:pt x="274307" y="7620"/>
                  </a:lnTo>
                  <a:lnTo>
                    <a:pt x="274307" y="5092"/>
                  </a:lnTo>
                  <a:close/>
                </a:path>
                <a:path w="278129" h="7619">
                  <a:moveTo>
                    <a:pt x="27813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5080"/>
                  </a:lnTo>
                  <a:lnTo>
                    <a:pt x="275590" y="5080"/>
                  </a:lnTo>
                  <a:lnTo>
                    <a:pt x="275590" y="2540"/>
                  </a:lnTo>
                  <a:lnTo>
                    <a:pt x="276860" y="2540"/>
                  </a:lnTo>
                  <a:lnTo>
                    <a:pt x="276860" y="1270"/>
                  </a:lnTo>
                  <a:lnTo>
                    <a:pt x="278130" y="1270"/>
                  </a:lnTo>
                  <a:lnTo>
                    <a:pt x="278130" y="0"/>
                  </a:lnTo>
                  <a:close/>
                </a:path>
              </a:pathLst>
            </a:custGeom>
            <a:solidFill>
              <a:srgbClr val="9797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0" name="object 4040"/>
            <p:cNvSpPr/>
            <p:nvPr/>
          </p:nvSpPr>
          <p:spPr>
            <a:xfrm>
              <a:off x="6767830" y="2280919"/>
              <a:ext cx="267970" cy="6350"/>
            </a:xfrm>
            <a:custGeom>
              <a:avLst/>
              <a:gdLst/>
              <a:ahLst/>
              <a:cxnLst/>
              <a:rect l="l" t="t" r="r" b="b"/>
              <a:pathLst>
                <a:path w="267970" h="6350">
                  <a:moveTo>
                    <a:pt x="265430" y="3822"/>
                  </a:moveTo>
                  <a:lnTo>
                    <a:pt x="2540" y="3822"/>
                  </a:lnTo>
                  <a:lnTo>
                    <a:pt x="2540" y="6350"/>
                  </a:lnTo>
                  <a:lnTo>
                    <a:pt x="265430" y="6350"/>
                  </a:lnTo>
                  <a:lnTo>
                    <a:pt x="265430" y="3822"/>
                  </a:lnTo>
                  <a:close/>
                </a:path>
                <a:path w="267970" h="6350">
                  <a:moveTo>
                    <a:pt x="2679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3810"/>
                  </a:lnTo>
                  <a:lnTo>
                    <a:pt x="266700" y="3810"/>
                  </a:lnTo>
                  <a:lnTo>
                    <a:pt x="266700" y="1270"/>
                  </a:lnTo>
                  <a:lnTo>
                    <a:pt x="267970" y="1270"/>
                  </a:lnTo>
                  <a:lnTo>
                    <a:pt x="267970" y="0"/>
                  </a:lnTo>
                  <a:close/>
                </a:path>
              </a:pathLst>
            </a:custGeom>
            <a:solidFill>
              <a:srgbClr val="9696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1" name="object 4041"/>
            <p:cNvSpPr/>
            <p:nvPr/>
          </p:nvSpPr>
          <p:spPr>
            <a:xfrm>
              <a:off x="6771640" y="2287269"/>
              <a:ext cx="260350" cy="7620"/>
            </a:xfrm>
            <a:custGeom>
              <a:avLst/>
              <a:gdLst/>
              <a:ahLst/>
              <a:cxnLst/>
              <a:rect l="l" t="t" r="r" b="b"/>
              <a:pathLst>
                <a:path w="260350" h="7619">
                  <a:moveTo>
                    <a:pt x="257810" y="3822"/>
                  </a:moveTo>
                  <a:lnTo>
                    <a:pt x="2540" y="3822"/>
                  </a:lnTo>
                  <a:lnTo>
                    <a:pt x="2540" y="6350"/>
                  </a:lnTo>
                  <a:lnTo>
                    <a:pt x="3810" y="6350"/>
                  </a:lnTo>
                  <a:lnTo>
                    <a:pt x="3810" y="7620"/>
                  </a:lnTo>
                  <a:lnTo>
                    <a:pt x="256540" y="7620"/>
                  </a:lnTo>
                  <a:lnTo>
                    <a:pt x="256540" y="6350"/>
                  </a:lnTo>
                  <a:lnTo>
                    <a:pt x="257810" y="6350"/>
                  </a:lnTo>
                  <a:lnTo>
                    <a:pt x="257810" y="3822"/>
                  </a:lnTo>
                  <a:close/>
                </a:path>
                <a:path w="260350" h="7619">
                  <a:moveTo>
                    <a:pt x="26035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3810"/>
                  </a:lnTo>
                  <a:lnTo>
                    <a:pt x="259067" y="3810"/>
                  </a:lnTo>
                  <a:lnTo>
                    <a:pt x="259067" y="1270"/>
                  </a:lnTo>
                  <a:lnTo>
                    <a:pt x="260350" y="1270"/>
                  </a:lnTo>
                  <a:lnTo>
                    <a:pt x="260350" y="0"/>
                  </a:lnTo>
                  <a:close/>
                </a:path>
              </a:pathLst>
            </a:custGeom>
            <a:solidFill>
              <a:srgbClr val="9494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42" name="object 4042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6776719" y="2294890"/>
              <a:ext cx="250190" cy="209550"/>
            </a:xfrm>
            <a:prstGeom prst="rect">
              <a:avLst/>
            </a:prstGeom>
          </p:spPr>
        </p:pic>
        <p:sp>
          <p:nvSpPr>
            <p:cNvPr id="4043" name="object 4043"/>
            <p:cNvSpPr/>
            <p:nvPr/>
          </p:nvSpPr>
          <p:spPr>
            <a:xfrm>
              <a:off x="7586980" y="2122169"/>
              <a:ext cx="458470" cy="6350"/>
            </a:xfrm>
            <a:custGeom>
              <a:avLst/>
              <a:gdLst/>
              <a:ahLst/>
              <a:cxnLst/>
              <a:rect l="l" t="t" r="r" b="b"/>
              <a:pathLst>
                <a:path w="458470" h="6350">
                  <a:moveTo>
                    <a:pt x="455930" y="3822"/>
                  </a:moveTo>
                  <a:lnTo>
                    <a:pt x="2540" y="3822"/>
                  </a:lnTo>
                  <a:lnTo>
                    <a:pt x="2540" y="6350"/>
                  </a:lnTo>
                  <a:lnTo>
                    <a:pt x="455930" y="6350"/>
                  </a:lnTo>
                  <a:lnTo>
                    <a:pt x="455930" y="3822"/>
                  </a:lnTo>
                  <a:close/>
                </a:path>
                <a:path w="458470" h="6350">
                  <a:moveTo>
                    <a:pt x="4584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3810"/>
                  </a:lnTo>
                  <a:lnTo>
                    <a:pt x="457200" y="3810"/>
                  </a:lnTo>
                  <a:lnTo>
                    <a:pt x="457200" y="1270"/>
                  </a:lnTo>
                  <a:lnTo>
                    <a:pt x="458470" y="1270"/>
                  </a:lnTo>
                  <a:lnTo>
                    <a:pt x="458470" y="0"/>
                  </a:lnTo>
                  <a:close/>
                </a:path>
              </a:pathLst>
            </a:custGeom>
            <a:solidFill>
              <a:srgbClr val="BFB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4" name="object 4044"/>
            <p:cNvSpPr/>
            <p:nvPr/>
          </p:nvSpPr>
          <p:spPr>
            <a:xfrm>
              <a:off x="7590790" y="2128519"/>
              <a:ext cx="450850" cy="7620"/>
            </a:xfrm>
            <a:custGeom>
              <a:avLst/>
              <a:gdLst/>
              <a:ahLst/>
              <a:cxnLst/>
              <a:rect l="l" t="t" r="r" b="b"/>
              <a:pathLst>
                <a:path w="450850" h="7619">
                  <a:moveTo>
                    <a:pt x="448310" y="3822"/>
                  </a:moveTo>
                  <a:lnTo>
                    <a:pt x="2540" y="3822"/>
                  </a:lnTo>
                  <a:lnTo>
                    <a:pt x="2540" y="6350"/>
                  </a:lnTo>
                  <a:lnTo>
                    <a:pt x="3810" y="6350"/>
                  </a:lnTo>
                  <a:lnTo>
                    <a:pt x="3810" y="7620"/>
                  </a:lnTo>
                  <a:lnTo>
                    <a:pt x="447040" y="7620"/>
                  </a:lnTo>
                  <a:lnTo>
                    <a:pt x="447040" y="6350"/>
                  </a:lnTo>
                  <a:lnTo>
                    <a:pt x="448310" y="6350"/>
                  </a:lnTo>
                  <a:lnTo>
                    <a:pt x="448310" y="3822"/>
                  </a:lnTo>
                  <a:close/>
                </a:path>
                <a:path w="450850" h="7619">
                  <a:moveTo>
                    <a:pt x="45085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3810"/>
                  </a:lnTo>
                  <a:lnTo>
                    <a:pt x="449567" y="3810"/>
                  </a:lnTo>
                  <a:lnTo>
                    <a:pt x="449567" y="1270"/>
                  </a:lnTo>
                  <a:lnTo>
                    <a:pt x="450850" y="1270"/>
                  </a:lnTo>
                  <a:lnTo>
                    <a:pt x="450850" y="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5" name="object 4045"/>
            <p:cNvSpPr/>
            <p:nvPr/>
          </p:nvSpPr>
          <p:spPr>
            <a:xfrm>
              <a:off x="7595870" y="2136139"/>
              <a:ext cx="440690" cy="7620"/>
            </a:xfrm>
            <a:custGeom>
              <a:avLst/>
              <a:gdLst/>
              <a:ahLst/>
              <a:cxnLst/>
              <a:rect l="l" t="t" r="r" b="b"/>
              <a:pathLst>
                <a:path w="440690" h="7619">
                  <a:moveTo>
                    <a:pt x="439420" y="2552"/>
                  </a:moveTo>
                  <a:lnTo>
                    <a:pt x="1270" y="2552"/>
                  </a:lnTo>
                  <a:lnTo>
                    <a:pt x="1270" y="5080"/>
                  </a:lnTo>
                  <a:lnTo>
                    <a:pt x="2540" y="5080"/>
                  </a:lnTo>
                  <a:lnTo>
                    <a:pt x="2540" y="6350"/>
                  </a:lnTo>
                  <a:lnTo>
                    <a:pt x="3810" y="6350"/>
                  </a:lnTo>
                  <a:lnTo>
                    <a:pt x="3810" y="7620"/>
                  </a:lnTo>
                  <a:lnTo>
                    <a:pt x="436880" y="7620"/>
                  </a:lnTo>
                  <a:lnTo>
                    <a:pt x="436880" y="6350"/>
                  </a:lnTo>
                  <a:lnTo>
                    <a:pt x="438137" y="6350"/>
                  </a:lnTo>
                  <a:lnTo>
                    <a:pt x="438137" y="5080"/>
                  </a:lnTo>
                  <a:lnTo>
                    <a:pt x="439420" y="5080"/>
                  </a:lnTo>
                  <a:lnTo>
                    <a:pt x="439420" y="2552"/>
                  </a:lnTo>
                  <a:close/>
                </a:path>
                <a:path w="440690" h="7619">
                  <a:moveTo>
                    <a:pt x="44069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440690" y="2540"/>
                  </a:lnTo>
                  <a:lnTo>
                    <a:pt x="440690" y="0"/>
                  </a:lnTo>
                  <a:close/>
                </a:path>
              </a:pathLst>
            </a:custGeom>
            <a:solidFill>
              <a:srgbClr val="BCBC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6" name="object 4046"/>
            <p:cNvSpPr/>
            <p:nvPr/>
          </p:nvSpPr>
          <p:spPr>
            <a:xfrm>
              <a:off x="7599680" y="2143759"/>
              <a:ext cx="433070" cy="6350"/>
            </a:xfrm>
            <a:custGeom>
              <a:avLst/>
              <a:gdLst/>
              <a:ahLst/>
              <a:cxnLst/>
              <a:rect l="l" t="t" r="r" b="b"/>
              <a:pathLst>
                <a:path w="433070" h="6350">
                  <a:moveTo>
                    <a:pt x="431800" y="1282"/>
                  </a:moveTo>
                  <a:lnTo>
                    <a:pt x="1270" y="1282"/>
                  </a:lnTo>
                  <a:lnTo>
                    <a:pt x="1270" y="3810"/>
                  </a:lnTo>
                  <a:lnTo>
                    <a:pt x="2540" y="3810"/>
                  </a:lnTo>
                  <a:lnTo>
                    <a:pt x="2540" y="5080"/>
                  </a:lnTo>
                  <a:lnTo>
                    <a:pt x="3810" y="5080"/>
                  </a:lnTo>
                  <a:lnTo>
                    <a:pt x="3810" y="6350"/>
                  </a:lnTo>
                  <a:lnTo>
                    <a:pt x="429260" y="6350"/>
                  </a:lnTo>
                  <a:lnTo>
                    <a:pt x="429260" y="5080"/>
                  </a:lnTo>
                  <a:lnTo>
                    <a:pt x="430530" y="5080"/>
                  </a:lnTo>
                  <a:lnTo>
                    <a:pt x="430530" y="3810"/>
                  </a:lnTo>
                  <a:lnTo>
                    <a:pt x="431800" y="3810"/>
                  </a:lnTo>
                  <a:lnTo>
                    <a:pt x="431800" y="1282"/>
                  </a:lnTo>
                  <a:close/>
                </a:path>
                <a:path w="433070" h="6350">
                  <a:moveTo>
                    <a:pt x="4330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433070" y="1270"/>
                  </a:lnTo>
                  <a:lnTo>
                    <a:pt x="433070" y="0"/>
                  </a:lnTo>
                  <a:close/>
                </a:path>
              </a:pathLst>
            </a:custGeom>
            <a:solidFill>
              <a:srgbClr val="BABA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7" name="object 4047"/>
            <p:cNvSpPr/>
            <p:nvPr/>
          </p:nvSpPr>
          <p:spPr>
            <a:xfrm>
              <a:off x="7603490" y="2150109"/>
              <a:ext cx="425450" cy="7620"/>
            </a:xfrm>
            <a:custGeom>
              <a:avLst/>
              <a:gdLst/>
              <a:ahLst/>
              <a:cxnLst/>
              <a:rect l="l" t="t" r="r" b="b"/>
              <a:pathLst>
                <a:path w="425450" h="7619">
                  <a:moveTo>
                    <a:pt x="424167" y="1282"/>
                  </a:moveTo>
                  <a:lnTo>
                    <a:pt x="1270" y="1282"/>
                  </a:lnTo>
                  <a:lnTo>
                    <a:pt x="1270" y="3810"/>
                  </a:lnTo>
                  <a:lnTo>
                    <a:pt x="2540" y="3810"/>
                  </a:lnTo>
                  <a:lnTo>
                    <a:pt x="2540" y="5080"/>
                  </a:lnTo>
                  <a:lnTo>
                    <a:pt x="3810" y="5080"/>
                  </a:lnTo>
                  <a:lnTo>
                    <a:pt x="3810" y="7620"/>
                  </a:lnTo>
                  <a:lnTo>
                    <a:pt x="421640" y="7620"/>
                  </a:lnTo>
                  <a:lnTo>
                    <a:pt x="421640" y="5080"/>
                  </a:lnTo>
                  <a:lnTo>
                    <a:pt x="422910" y="5080"/>
                  </a:lnTo>
                  <a:lnTo>
                    <a:pt x="422910" y="3810"/>
                  </a:lnTo>
                  <a:lnTo>
                    <a:pt x="424167" y="3810"/>
                  </a:lnTo>
                  <a:lnTo>
                    <a:pt x="424167" y="1282"/>
                  </a:lnTo>
                  <a:close/>
                </a:path>
                <a:path w="425450" h="7619">
                  <a:moveTo>
                    <a:pt x="42545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425450" y="1270"/>
                  </a:lnTo>
                  <a:lnTo>
                    <a:pt x="425450" y="0"/>
                  </a:lnTo>
                  <a:close/>
                </a:path>
              </a:pathLst>
            </a:custGeom>
            <a:solidFill>
              <a:srgbClr val="B8B8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8" name="object 4048"/>
            <p:cNvSpPr/>
            <p:nvPr/>
          </p:nvSpPr>
          <p:spPr>
            <a:xfrm>
              <a:off x="7608570" y="2157742"/>
              <a:ext cx="415290" cy="7620"/>
            </a:xfrm>
            <a:custGeom>
              <a:avLst/>
              <a:gdLst/>
              <a:ahLst/>
              <a:cxnLst/>
              <a:rect l="l" t="t" r="r" b="b"/>
              <a:pathLst>
                <a:path w="415290" h="7619">
                  <a:moveTo>
                    <a:pt x="411480" y="6350"/>
                  </a:moveTo>
                  <a:lnTo>
                    <a:pt x="3810" y="6350"/>
                  </a:lnTo>
                  <a:lnTo>
                    <a:pt x="3810" y="7607"/>
                  </a:lnTo>
                  <a:lnTo>
                    <a:pt x="411480" y="7607"/>
                  </a:lnTo>
                  <a:lnTo>
                    <a:pt x="411480" y="6350"/>
                  </a:lnTo>
                  <a:close/>
                </a:path>
                <a:path w="415290" h="7619">
                  <a:moveTo>
                    <a:pt x="41529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1270" y="2527"/>
                  </a:lnTo>
                  <a:lnTo>
                    <a:pt x="1270" y="3797"/>
                  </a:lnTo>
                  <a:lnTo>
                    <a:pt x="2540" y="3797"/>
                  </a:lnTo>
                  <a:lnTo>
                    <a:pt x="2540" y="6337"/>
                  </a:lnTo>
                  <a:lnTo>
                    <a:pt x="412737" y="6337"/>
                  </a:lnTo>
                  <a:lnTo>
                    <a:pt x="412737" y="3797"/>
                  </a:lnTo>
                  <a:lnTo>
                    <a:pt x="414020" y="3797"/>
                  </a:lnTo>
                  <a:lnTo>
                    <a:pt x="414020" y="2527"/>
                  </a:lnTo>
                  <a:lnTo>
                    <a:pt x="415290" y="2527"/>
                  </a:lnTo>
                  <a:lnTo>
                    <a:pt x="415290" y="0"/>
                  </a:lnTo>
                  <a:close/>
                </a:path>
              </a:pathLst>
            </a:custGeom>
            <a:solidFill>
              <a:srgbClr val="B6B6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9" name="object 4049"/>
            <p:cNvSpPr/>
            <p:nvPr/>
          </p:nvSpPr>
          <p:spPr>
            <a:xfrm>
              <a:off x="7612380" y="2165349"/>
              <a:ext cx="407670" cy="6350"/>
            </a:xfrm>
            <a:custGeom>
              <a:avLst/>
              <a:gdLst/>
              <a:ahLst/>
              <a:cxnLst/>
              <a:rect l="l" t="t" r="r" b="b"/>
              <a:pathLst>
                <a:path w="407670" h="6350">
                  <a:moveTo>
                    <a:pt x="403860" y="5092"/>
                  </a:moveTo>
                  <a:lnTo>
                    <a:pt x="3810" y="5092"/>
                  </a:lnTo>
                  <a:lnTo>
                    <a:pt x="3810" y="6350"/>
                  </a:lnTo>
                  <a:lnTo>
                    <a:pt x="403860" y="6350"/>
                  </a:lnTo>
                  <a:lnTo>
                    <a:pt x="403860" y="5092"/>
                  </a:lnTo>
                  <a:close/>
                </a:path>
                <a:path w="407670" h="6350">
                  <a:moveTo>
                    <a:pt x="4076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5080"/>
                  </a:lnTo>
                  <a:lnTo>
                    <a:pt x="405130" y="5080"/>
                  </a:lnTo>
                  <a:lnTo>
                    <a:pt x="405130" y="2540"/>
                  </a:lnTo>
                  <a:lnTo>
                    <a:pt x="406400" y="2540"/>
                  </a:lnTo>
                  <a:lnTo>
                    <a:pt x="406400" y="1270"/>
                  </a:lnTo>
                  <a:lnTo>
                    <a:pt x="407670" y="1270"/>
                  </a:lnTo>
                  <a:lnTo>
                    <a:pt x="407670" y="0"/>
                  </a:lnTo>
                  <a:close/>
                </a:path>
              </a:pathLst>
            </a:custGeom>
            <a:solidFill>
              <a:srgbClr val="B4B4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0" name="object 4050"/>
            <p:cNvSpPr/>
            <p:nvPr/>
          </p:nvSpPr>
          <p:spPr>
            <a:xfrm>
              <a:off x="7616190" y="2171699"/>
              <a:ext cx="400050" cy="7620"/>
            </a:xfrm>
            <a:custGeom>
              <a:avLst/>
              <a:gdLst/>
              <a:ahLst/>
              <a:cxnLst/>
              <a:rect l="l" t="t" r="r" b="b"/>
              <a:pathLst>
                <a:path w="400050" h="7619">
                  <a:moveTo>
                    <a:pt x="396240" y="5092"/>
                  </a:moveTo>
                  <a:lnTo>
                    <a:pt x="3810" y="5092"/>
                  </a:lnTo>
                  <a:lnTo>
                    <a:pt x="3810" y="7620"/>
                  </a:lnTo>
                  <a:lnTo>
                    <a:pt x="396240" y="7620"/>
                  </a:lnTo>
                  <a:lnTo>
                    <a:pt x="396240" y="5092"/>
                  </a:lnTo>
                  <a:close/>
                </a:path>
                <a:path w="400050" h="7619">
                  <a:moveTo>
                    <a:pt x="40005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5080"/>
                  </a:lnTo>
                  <a:lnTo>
                    <a:pt x="397510" y="5080"/>
                  </a:lnTo>
                  <a:lnTo>
                    <a:pt x="397510" y="2540"/>
                  </a:lnTo>
                  <a:lnTo>
                    <a:pt x="398767" y="2540"/>
                  </a:lnTo>
                  <a:lnTo>
                    <a:pt x="398767" y="1270"/>
                  </a:lnTo>
                  <a:lnTo>
                    <a:pt x="400050" y="1270"/>
                  </a:lnTo>
                  <a:lnTo>
                    <a:pt x="400050" y="0"/>
                  </a:lnTo>
                  <a:close/>
                </a:path>
              </a:pathLst>
            </a:custGeom>
            <a:solidFill>
              <a:srgbClr val="B2B2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1" name="object 4051"/>
            <p:cNvSpPr/>
            <p:nvPr/>
          </p:nvSpPr>
          <p:spPr>
            <a:xfrm>
              <a:off x="7621270" y="2179319"/>
              <a:ext cx="389890" cy="7620"/>
            </a:xfrm>
            <a:custGeom>
              <a:avLst/>
              <a:gdLst/>
              <a:ahLst/>
              <a:cxnLst/>
              <a:rect l="l" t="t" r="r" b="b"/>
              <a:pathLst>
                <a:path w="389890" h="7619">
                  <a:moveTo>
                    <a:pt x="387337" y="3822"/>
                  </a:moveTo>
                  <a:lnTo>
                    <a:pt x="2540" y="3822"/>
                  </a:lnTo>
                  <a:lnTo>
                    <a:pt x="2540" y="6350"/>
                  </a:lnTo>
                  <a:lnTo>
                    <a:pt x="3810" y="6350"/>
                  </a:lnTo>
                  <a:lnTo>
                    <a:pt x="3810" y="7620"/>
                  </a:lnTo>
                  <a:lnTo>
                    <a:pt x="386080" y="7620"/>
                  </a:lnTo>
                  <a:lnTo>
                    <a:pt x="386080" y="6350"/>
                  </a:lnTo>
                  <a:lnTo>
                    <a:pt x="387337" y="6350"/>
                  </a:lnTo>
                  <a:lnTo>
                    <a:pt x="387337" y="3822"/>
                  </a:lnTo>
                  <a:close/>
                </a:path>
                <a:path w="389890" h="7619">
                  <a:moveTo>
                    <a:pt x="38989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3810"/>
                  </a:lnTo>
                  <a:lnTo>
                    <a:pt x="388620" y="3810"/>
                  </a:lnTo>
                  <a:lnTo>
                    <a:pt x="388620" y="1270"/>
                  </a:lnTo>
                  <a:lnTo>
                    <a:pt x="389890" y="1270"/>
                  </a:lnTo>
                  <a:lnTo>
                    <a:pt x="389890" y="0"/>
                  </a:lnTo>
                  <a:close/>
                </a:path>
              </a:pathLst>
            </a:custGeom>
            <a:solidFill>
              <a:srgbClr val="B0B0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2" name="object 4052"/>
            <p:cNvSpPr/>
            <p:nvPr/>
          </p:nvSpPr>
          <p:spPr>
            <a:xfrm>
              <a:off x="7626350" y="2186939"/>
              <a:ext cx="379730" cy="6350"/>
            </a:xfrm>
            <a:custGeom>
              <a:avLst/>
              <a:gdLst/>
              <a:ahLst/>
              <a:cxnLst/>
              <a:rect l="l" t="t" r="r" b="b"/>
              <a:pathLst>
                <a:path w="379729" h="6350">
                  <a:moveTo>
                    <a:pt x="378460" y="2552"/>
                  </a:moveTo>
                  <a:lnTo>
                    <a:pt x="1270" y="2552"/>
                  </a:lnTo>
                  <a:lnTo>
                    <a:pt x="1270" y="5080"/>
                  </a:lnTo>
                  <a:lnTo>
                    <a:pt x="2540" y="5080"/>
                  </a:lnTo>
                  <a:lnTo>
                    <a:pt x="2540" y="6350"/>
                  </a:lnTo>
                  <a:lnTo>
                    <a:pt x="377190" y="6350"/>
                  </a:lnTo>
                  <a:lnTo>
                    <a:pt x="377190" y="5080"/>
                  </a:lnTo>
                  <a:lnTo>
                    <a:pt x="378460" y="5080"/>
                  </a:lnTo>
                  <a:lnTo>
                    <a:pt x="378460" y="2552"/>
                  </a:lnTo>
                  <a:close/>
                </a:path>
                <a:path w="379729" h="6350">
                  <a:moveTo>
                    <a:pt x="37973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79730" y="2540"/>
                  </a:lnTo>
                  <a:lnTo>
                    <a:pt x="379730" y="0"/>
                  </a:lnTo>
                  <a:close/>
                </a:path>
              </a:pathLst>
            </a:custGeom>
            <a:solidFill>
              <a:srgbClr val="AEAE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3" name="object 4053"/>
            <p:cNvSpPr/>
            <p:nvPr/>
          </p:nvSpPr>
          <p:spPr>
            <a:xfrm>
              <a:off x="7630160" y="2193289"/>
              <a:ext cx="372110" cy="7620"/>
            </a:xfrm>
            <a:custGeom>
              <a:avLst/>
              <a:gdLst/>
              <a:ahLst/>
              <a:cxnLst/>
              <a:rect l="l" t="t" r="r" b="b"/>
              <a:pathLst>
                <a:path w="372109" h="7619">
                  <a:moveTo>
                    <a:pt x="370840" y="2552"/>
                  </a:moveTo>
                  <a:lnTo>
                    <a:pt x="1270" y="2552"/>
                  </a:lnTo>
                  <a:lnTo>
                    <a:pt x="1270" y="5080"/>
                  </a:lnTo>
                  <a:lnTo>
                    <a:pt x="2540" y="5080"/>
                  </a:lnTo>
                  <a:lnTo>
                    <a:pt x="2540" y="6350"/>
                  </a:lnTo>
                  <a:lnTo>
                    <a:pt x="3810" y="6350"/>
                  </a:lnTo>
                  <a:lnTo>
                    <a:pt x="3810" y="7620"/>
                  </a:lnTo>
                  <a:lnTo>
                    <a:pt x="368300" y="7620"/>
                  </a:lnTo>
                  <a:lnTo>
                    <a:pt x="368300" y="6350"/>
                  </a:lnTo>
                  <a:lnTo>
                    <a:pt x="369570" y="6350"/>
                  </a:lnTo>
                  <a:lnTo>
                    <a:pt x="369570" y="5080"/>
                  </a:lnTo>
                  <a:lnTo>
                    <a:pt x="370840" y="5080"/>
                  </a:lnTo>
                  <a:lnTo>
                    <a:pt x="370840" y="2552"/>
                  </a:lnTo>
                  <a:close/>
                </a:path>
                <a:path w="372109" h="7619">
                  <a:moveTo>
                    <a:pt x="372097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72097" y="2540"/>
                  </a:lnTo>
                  <a:lnTo>
                    <a:pt x="372097" y="0"/>
                  </a:lnTo>
                  <a:close/>
                </a:path>
              </a:pathLst>
            </a:custGeom>
            <a:solidFill>
              <a:srgbClr val="ACAC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4" name="object 4054"/>
            <p:cNvSpPr/>
            <p:nvPr/>
          </p:nvSpPr>
          <p:spPr>
            <a:xfrm>
              <a:off x="7633970" y="2200909"/>
              <a:ext cx="364490" cy="7620"/>
            </a:xfrm>
            <a:custGeom>
              <a:avLst/>
              <a:gdLst/>
              <a:ahLst/>
              <a:cxnLst/>
              <a:rect l="l" t="t" r="r" b="b"/>
              <a:pathLst>
                <a:path w="364490" h="7619">
                  <a:moveTo>
                    <a:pt x="363220" y="1282"/>
                  </a:moveTo>
                  <a:lnTo>
                    <a:pt x="1270" y="1282"/>
                  </a:lnTo>
                  <a:lnTo>
                    <a:pt x="1270" y="3810"/>
                  </a:lnTo>
                  <a:lnTo>
                    <a:pt x="2540" y="3810"/>
                  </a:lnTo>
                  <a:lnTo>
                    <a:pt x="2540" y="5080"/>
                  </a:lnTo>
                  <a:lnTo>
                    <a:pt x="3810" y="5080"/>
                  </a:lnTo>
                  <a:lnTo>
                    <a:pt x="3810" y="7620"/>
                  </a:lnTo>
                  <a:lnTo>
                    <a:pt x="360680" y="7620"/>
                  </a:lnTo>
                  <a:lnTo>
                    <a:pt x="360680" y="5080"/>
                  </a:lnTo>
                  <a:lnTo>
                    <a:pt x="361937" y="5080"/>
                  </a:lnTo>
                  <a:lnTo>
                    <a:pt x="361937" y="3810"/>
                  </a:lnTo>
                  <a:lnTo>
                    <a:pt x="363220" y="3810"/>
                  </a:lnTo>
                  <a:lnTo>
                    <a:pt x="363220" y="1282"/>
                  </a:lnTo>
                  <a:close/>
                </a:path>
                <a:path w="364490" h="7619">
                  <a:moveTo>
                    <a:pt x="36449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64490" y="1270"/>
                  </a:lnTo>
                  <a:lnTo>
                    <a:pt x="364490" y="0"/>
                  </a:lnTo>
                  <a:close/>
                </a:path>
              </a:pathLst>
            </a:custGeom>
            <a:solidFill>
              <a:srgbClr val="ABAB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5" name="object 4055"/>
            <p:cNvSpPr/>
            <p:nvPr/>
          </p:nvSpPr>
          <p:spPr>
            <a:xfrm>
              <a:off x="7639050" y="2208542"/>
              <a:ext cx="354330" cy="6350"/>
            </a:xfrm>
            <a:custGeom>
              <a:avLst/>
              <a:gdLst/>
              <a:ahLst/>
              <a:cxnLst/>
              <a:rect l="l" t="t" r="r" b="b"/>
              <a:pathLst>
                <a:path w="354329" h="6350">
                  <a:moveTo>
                    <a:pt x="35433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1270" y="2527"/>
                  </a:lnTo>
                  <a:lnTo>
                    <a:pt x="1270" y="3797"/>
                  </a:lnTo>
                  <a:lnTo>
                    <a:pt x="2540" y="3797"/>
                  </a:lnTo>
                  <a:lnTo>
                    <a:pt x="2540" y="6337"/>
                  </a:lnTo>
                  <a:lnTo>
                    <a:pt x="351790" y="6337"/>
                  </a:lnTo>
                  <a:lnTo>
                    <a:pt x="351790" y="3797"/>
                  </a:lnTo>
                  <a:lnTo>
                    <a:pt x="353060" y="3797"/>
                  </a:lnTo>
                  <a:lnTo>
                    <a:pt x="353060" y="2527"/>
                  </a:lnTo>
                  <a:lnTo>
                    <a:pt x="354330" y="2527"/>
                  </a:lnTo>
                  <a:lnTo>
                    <a:pt x="354330" y="0"/>
                  </a:lnTo>
                  <a:close/>
                </a:path>
              </a:pathLst>
            </a:custGeom>
            <a:solidFill>
              <a:srgbClr val="A9A9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6" name="object 4056"/>
            <p:cNvSpPr/>
            <p:nvPr/>
          </p:nvSpPr>
          <p:spPr>
            <a:xfrm>
              <a:off x="7642860" y="2214892"/>
              <a:ext cx="346710" cy="7620"/>
            </a:xfrm>
            <a:custGeom>
              <a:avLst/>
              <a:gdLst/>
              <a:ahLst/>
              <a:cxnLst/>
              <a:rect l="l" t="t" r="r" b="b"/>
              <a:pathLst>
                <a:path w="346709" h="7619">
                  <a:moveTo>
                    <a:pt x="342900" y="6350"/>
                  </a:moveTo>
                  <a:lnTo>
                    <a:pt x="3810" y="6350"/>
                  </a:lnTo>
                  <a:lnTo>
                    <a:pt x="3810" y="7607"/>
                  </a:lnTo>
                  <a:lnTo>
                    <a:pt x="342900" y="7607"/>
                  </a:lnTo>
                  <a:lnTo>
                    <a:pt x="342900" y="6350"/>
                  </a:lnTo>
                  <a:close/>
                </a:path>
                <a:path w="346709" h="7619">
                  <a:moveTo>
                    <a:pt x="346697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1270" y="2527"/>
                  </a:lnTo>
                  <a:lnTo>
                    <a:pt x="1270" y="3797"/>
                  </a:lnTo>
                  <a:lnTo>
                    <a:pt x="2540" y="3797"/>
                  </a:lnTo>
                  <a:lnTo>
                    <a:pt x="2540" y="6337"/>
                  </a:lnTo>
                  <a:lnTo>
                    <a:pt x="344170" y="6337"/>
                  </a:lnTo>
                  <a:lnTo>
                    <a:pt x="344170" y="3797"/>
                  </a:lnTo>
                  <a:lnTo>
                    <a:pt x="345440" y="3797"/>
                  </a:lnTo>
                  <a:lnTo>
                    <a:pt x="345440" y="2527"/>
                  </a:lnTo>
                  <a:lnTo>
                    <a:pt x="346697" y="2527"/>
                  </a:lnTo>
                  <a:lnTo>
                    <a:pt x="346697" y="0"/>
                  </a:lnTo>
                  <a:close/>
                </a:path>
              </a:pathLst>
            </a:custGeom>
            <a:solidFill>
              <a:srgbClr val="A7A7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7" name="object 4057"/>
            <p:cNvSpPr/>
            <p:nvPr/>
          </p:nvSpPr>
          <p:spPr>
            <a:xfrm>
              <a:off x="7646670" y="2222499"/>
              <a:ext cx="339090" cy="7620"/>
            </a:xfrm>
            <a:custGeom>
              <a:avLst/>
              <a:gdLst/>
              <a:ahLst/>
              <a:cxnLst/>
              <a:rect l="l" t="t" r="r" b="b"/>
              <a:pathLst>
                <a:path w="339090" h="7619">
                  <a:moveTo>
                    <a:pt x="335280" y="5092"/>
                  </a:moveTo>
                  <a:lnTo>
                    <a:pt x="3810" y="5092"/>
                  </a:lnTo>
                  <a:lnTo>
                    <a:pt x="3810" y="7620"/>
                  </a:lnTo>
                  <a:lnTo>
                    <a:pt x="335280" y="7620"/>
                  </a:lnTo>
                  <a:lnTo>
                    <a:pt x="335280" y="5092"/>
                  </a:lnTo>
                  <a:close/>
                </a:path>
                <a:path w="339090" h="7619">
                  <a:moveTo>
                    <a:pt x="33909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5080"/>
                  </a:lnTo>
                  <a:lnTo>
                    <a:pt x="336537" y="5080"/>
                  </a:lnTo>
                  <a:lnTo>
                    <a:pt x="336537" y="2540"/>
                  </a:lnTo>
                  <a:lnTo>
                    <a:pt x="337820" y="2540"/>
                  </a:lnTo>
                  <a:lnTo>
                    <a:pt x="337820" y="1270"/>
                  </a:lnTo>
                  <a:lnTo>
                    <a:pt x="339090" y="1270"/>
                  </a:lnTo>
                  <a:lnTo>
                    <a:pt x="339090" y="0"/>
                  </a:lnTo>
                  <a:close/>
                </a:path>
              </a:pathLst>
            </a:custGeom>
            <a:solidFill>
              <a:srgbClr val="A5A5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8" name="object 4058"/>
            <p:cNvSpPr/>
            <p:nvPr/>
          </p:nvSpPr>
          <p:spPr>
            <a:xfrm>
              <a:off x="7651750" y="2230119"/>
              <a:ext cx="328930" cy="7620"/>
            </a:xfrm>
            <a:custGeom>
              <a:avLst/>
              <a:gdLst/>
              <a:ahLst/>
              <a:cxnLst/>
              <a:rect l="l" t="t" r="r" b="b"/>
              <a:pathLst>
                <a:path w="328929" h="7619">
                  <a:moveTo>
                    <a:pt x="326390" y="3822"/>
                  </a:moveTo>
                  <a:lnTo>
                    <a:pt x="2540" y="3822"/>
                  </a:lnTo>
                  <a:lnTo>
                    <a:pt x="2540" y="6350"/>
                  </a:lnTo>
                  <a:lnTo>
                    <a:pt x="3810" y="6350"/>
                  </a:lnTo>
                  <a:lnTo>
                    <a:pt x="3810" y="7620"/>
                  </a:lnTo>
                  <a:lnTo>
                    <a:pt x="325107" y="7620"/>
                  </a:lnTo>
                  <a:lnTo>
                    <a:pt x="325107" y="6350"/>
                  </a:lnTo>
                  <a:lnTo>
                    <a:pt x="326390" y="6350"/>
                  </a:lnTo>
                  <a:lnTo>
                    <a:pt x="326390" y="3822"/>
                  </a:lnTo>
                  <a:close/>
                </a:path>
                <a:path w="328929" h="7619">
                  <a:moveTo>
                    <a:pt x="32893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3810"/>
                  </a:lnTo>
                  <a:lnTo>
                    <a:pt x="327660" y="3810"/>
                  </a:lnTo>
                  <a:lnTo>
                    <a:pt x="327660" y="1270"/>
                  </a:lnTo>
                  <a:lnTo>
                    <a:pt x="328930" y="1270"/>
                  </a:lnTo>
                  <a:lnTo>
                    <a:pt x="328930" y="0"/>
                  </a:lnTo>
                  <a:close/>
                </a:path>
              </a:pathLst>
            </a:custGeom>
            <a:solidFill>
              <a:srgbClr val="A3A3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9" name="object 4059"/>
            <p:cNvSpPr/>
            <p:nvPr/>
          </p:nvSpPr>
          <p:spPr>
            <a:xfrm>
              <a:off x="7656830" y="2237739"/>
              <a:ext cx="318770" cy="6350"/>
            </a:xfrm>
            <a:custGeom>
              <a:avLst/>
              <a:gdLst/>
              <a:ahLst/>
              <a:cxnLst/>
              <a:rect l="l" t="t" r="r" b="b"/>
              <a:pathLst>
                <a:path w="318770" h="6350">
                  <a:moveTo>
                    <a:pt x="317500" y="2552"/>
                  </a:moveTo>
                  <a:lnTo>
                    <a:pt x="1270" y="2552"/>
                  </a:lnTo>
                  <a:lnTo>
                    <a:pt x="1270" y="5080"/>
                  </a:lnTo>
                  <a:lnTo>
                    <a:pt x="2540" y="5080"/>
                  </a:lnTo>
                  <a:lnTo>
                    <a:pt x="2540" y="6350"/>
                  </a:lnTo>
                  <a:lnTo>
                    <a:pt x="316230" y="6350"/>
                  </a:lnTo>
                  <a:lnTo>
                    <a:pt x="316230" y="5080"/>
                  </a:lnTo>
                  <a:lnTo>
                    <a:pt x="317500" y="5080"/>
                  </a:lnTo>
                  <a:lnTo>
                    <a:pt x="317500" y="2552"/>
                  </a:lnTo>
                  <a:close/>
                </a:path>
                <a:path w="318770" h="6350">
                  <a:moveTo>
                    <a:pt x="31877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18770" y="2540"/>
                  </a:lnTo>
                  <a:lnTo>
                    <a:pt x="318770" y="0"/>
                  </a:lnTo>
                  <a:close/>
                </a:path>
              </a:pathLst>
            </a:custGeom>
            <a:solidFill>
              <a:srgbClr val="A1A1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0" name="object 4060"/>
            <p:cNvSpPr/>
            <p:nvPr/>
          </p:nvSpPr>
          <p:spPr>
            <a:xfrm>
              <a:off x="7660640" y="2244089"/>
              <a:ext cx="311150" cy="7620"/>
            </a:xfrm>
            <a:custGeom>
              <a:avLst/>
              <a:gdLst/>
              <a:ahLst/>
              <a:cxnLst/>
              <a:rect l="l" t="t" r="r" b="b"/>
              <a:pathLst>
                <a:path w="311150" h="7619">
                  <a:moveTo>
                    <a:pt x="309867" y="2552"/>
                  </a:moveTo>
                  <a:lnTo>
                    <a:pt x="1270" y="2552"/>
                  </a:lnTo>
                  <a:lnTo>
                    <a:pt x="1270" y="5080"/>
                  </a:lnTo>
                  <a:lnTo>
                    <a:pt x="2540" y="5080"/>
                  </a:lnTo>
                  <a:lnTo>
                    <a:pt x="2540" y="6350"/>
                  </a:lnTo>
                  <a:lnTo>
                    <a:pt x="3810" y="6350"/>
                  </a:lnTo>
                  <a:lnTo>
                    <a:pt x="3810" y="7620"/>
                  </a:lnTo>
                  <a:lnTo>
                    <a:pt x="307340" y="7620"/>
                  </a:lnTo>
                  <a:lnTo>
                    <a:pt x="307340" y="6350"/>
                  </a:lnTo>
                  <a:lnTo>
                    <a:pt x="308610" y="6350"/>
                  </a:lnTo>
                  <a:lnTo>
                    <a:pt x="308610" y="5080"/>
                  </a:lnTo>
                  <a:lnTo>
                    <a:pt x="309867" y="5080"/>
                  </a:lnTo>
                  <a:lnTo>
                    <a:pt x="309867" y="2552"/>
                  </a:lnTo>
                  <a:close/>
                </a:path>
                <a:path w="311150" h="7619">
                  <a:moveTo>
                    <a:pt x="31115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11150" y="2540"/>
                  </a:lnTo>
                  <a:lnTo>
                    <a:pt x="311150" y="0"/>
                  </a:lnTo>
                  <a:close/>
                </a:path>
              </a:pathLst>
            </a:custGeom>
            <a:solidFill>
              <a:srgbClr val="9F9F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1" name="object 4061"/>
            <p:cNvSpPr/>
            <p:nvPr/>
          </p:nvSpPr>
          <p:spPr>
            <a:xfrm>
              <a:off x="7664450" y="2251709"/>
              <a:ext cx="303530" cy="7620"/>
            </a:xfrm>
            <a:custGeom>
              <a:avLst/>
              <a:gdLst/>
              <a:ahLst/>
              <a:cxnLst/>
              <a:rect l="l" t="t" r="r" b="b"/>
              <a:pathLst>
                <a:path w="303529" h="7619">
                  <a:moveTo>
                    <a:pt x="302260" y="1282"/>
                  </a:moveTo>
                  <a:lnTo>
                    <a:pt x="1270" y="1282"/>
                  </a:lnTo>
                  <a:lnTo>
                    <a:pt x="1270" y="3810"/>
                  </a:lnTo>
                  <a:lnTo>
                    <a:pt x="2540" y="3810"/>
                  </a:lnTo>
                  <a:lnTo>
                    <a:pt x="2540" y="5080"/>
                  </a:lnTo>
                  <a:lnTo>
                    <a:pt x="3810" y="5080"/>
                  </a:lnTo>
                  <a:lnTo>
                    <a:pt x="3810" y="7620"/>
                  </a:lnTo>
                  <a:lnTo>
                    <a:pt x="299707" y="7620"/>
                  </a:lnTo>
                  <a:lnTo>
                    <a:pt x="299707" y="5080"/>
                  </a:lnTo>
                  <a:lnTo>
                    <a:pt x="300990" y="5080"/>
                  </a:lnTo>
                  <a:lnTo>
                    <a:pt x="300990" y="3810"/>
                  </a:lnTo>
                  <a:lnTo>
                    <a:pt x="302260" y="3810"/>
                  </a:lnTo>
                  <a:lnTo>
                    <a:pt x="302260" y="1282"/>
                  </a:lnTo>
                  <a:close/>
                </a:path>
                <a:path w="303529" h="7619">
                  <a:moveTo>
                    <a:pt x="30353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03530" y="1270"/>
                  </a:lnTo>
                  <a:lnTo>
                    <a:pt x="303530" y="0"/>
                  </a:lnTo>
                  <a:close/>
                </a:path>
              </a:pathLst>
            </a:custGeom>
            <a:solidFill>
              <a:srgbClr val="9D9D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2" name="object 4062"/>
            <p:cNvSpPr/>
            <p:nvPr/>
          </p:nvSpPr>
          <p:spPr>
            <a:xfrm>
              <a:off x="7669530" y="2259342"/>
              <a:ext cx="293370" cy="6350"/>
            </a:xfrm>
            <a:custGeom>
              <a:avLst/>
              <a:gdLst/>
              <a:ahLst/>
              <a:cxnLst/>
              <a:rect l="l" t="t" r="r" b="b"/>
              <a:pathLst>
                <a:path w="293370" h="6350">
                  <a:moveTo>
                    <a:pt x="29337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1270" y="2527"/>
                  </a:lnTo>
                  <a:lnTo>
                    <a:pt x="1270" y="3797"/>
                  </a:lnTo>
                  <a:lnTo>
                    <a:pt x="2540" y="3797"/>
                  </a:lnTo>
                  <a:lnTo>
                    <a:pt x="2540" y="6337"/>
                  </a:lnTo>
                  <a:lnTo>
                    <a:pt x="290830" y="6337"/>
                  </a:lnTo>
                  <a:lnTo>
                    <a:pt x="290830" y="3797"/>
                  </a:lnTo>
                  <a:lnTo>
                    <a:pt x="292100" y="3797"/>
                  </a:lnTo>
                  <a:lnTo>
                    <a:pt x="292100" y="2527"/>
                  </a:lnTo>
                  <a:lnTo>
                    <a:pt x="293370" y="2527"/>
                  </a:lnTo>
                  <a:lnTo>
                    <a:pt x="293370" y="0"/>
                  </a:lnTo>
                  <a:close/>
                </a:path>
              </a:pathLst>
            </a:custGeom>
            <a:solidFill>
              <a:srgbClr val="9B9B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3" name="object 4063"/>
            <p:cNvSpPr/>
            <p:nvPr/>
          </p:nvSpPr>
          <p:spPr>
            <a:xfrm>
              <a:off x="7673340" y="2265692"/>
              <a:ext cx="285750" cy="7620"/>
            </a:xfrm>
            <a:custGeom>
              <a:avLst/>
              <a:gdLst/>
              <a:ahLst/>
              <a:cxnLst/>
              <a:rect l="l" t="t" r="r" b="b"/>
              <a:pathLst>
                <a:path w="285750" h="7619">
                  <a:moveTo>
                    <a:pt x="281940" y="6350"/>
                  </a:moveTo>
                  <a:lnTo>
                    <a:pt x="3810" y="6350"/>
                  </a:lnTo>
                  <a:lnTo>
                    <a:pt x="3810" y="7607"/>
                  </a:lnTo>
                  <a:lnTo>
                    <a:pt x="281940" y="7607"/>
                  </a:lnTo>
                  <a:lnTo>
                    <a:pt x="281940" y="6350"/>
                  </a:lnTo>
                  <a:close/>
                </a:path>
                <a:path w="285750" h="7619">
                  <a:moveTo>
                    <a:pt x="28575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1270" y="2527"/>
                  </a:lnTo>
                  <a:lnTo>
                    <a:pt x="1270" y="3797"/>
                  </a:lnTo>
                  <a:lnTo>
                    <a:pt x="2540" y="3797"/>
                  </a:lnTo>
                  <a:lnTo>
                    <a:pt x="2540" y="6337"/>
                  </a:lnTo>
                  <a:lnTo>
                    <a:pt x="283210" y="6337"/>
                  </a:lnTo>
                  <a:lnTo>
                    <a:pt x="283210" y="3797"/>
                  </a:lnTo>
                  <a:lnTo>
                    <a:pt x="284467" y="3797"/>
                  </a:lnTo>
                  <a:lnTo>
                    <a:pt x="284467" y="2527"/>
                  </a:lnTo>
                  <a:lnTo>
                    <a:pt x="285750" y="2527"/>
                  </a:lnTo>
                  <a:lnTo>
                    <a:pt x="285750" y="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4" name="object 4064"/>
            <p:cNvSpPr/>
            <p:nvPr/>
          </p:nvSpPr>
          <p:spPr>
            <a:xfrm>
              <a:off x="7677150" y="2273299"/>
              <a:ext cx="278130" cy="7620"/>
            </a:xfrm>
            <a:custGeom>
              <a:avLst/>
              <a:gdLst/>
              <a:ahLst/>
              <a:cxnLst/>
              <a:rect l="l" t="t" r="r" b="b"/>
              <a:pathLst>
                <a:path w="278129" h="7619">
                  <a:moveTo>
                    <a:pt x="274307" y="5092"/>
                  </a:moveTo>
                  <a:lnTo>
                    <a:pt x="3810" y="5092"/>
                  </a:lnTo>
                  <a:lnTo>
                    <a:pt x="3810" y="7620"/>
                  </a:lnTo>
                  <a:lnTo>
                    <a:pt x="274307" y="7620"/>
                  </a:lnTo>
                  <a:lnTo>
                    <a:pt x="274307" y="5092"/>
                  </a:lnTo>
                  <a:close/>
                </a:path>
                <a:path w="278129" h="7619">
                  <a:moveTo>
                    <a:pt x="27813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5080"/>
                  </a:lnTo>
                  <a:lnTo>
                    <a:pt x="275590" y="5080"/>
                  </a:lnTo>
                  <a:lnTo>
                    <a:pt x="275590" y="2540"/>
                  </a:lnTo>
                  <a:lnTo>
                    <a:pt x="276860" y="2540"/>
                  </a:lnTo>
                  <a:lnTo>
                    <a:pt x="276860" y="1270"/>
                  </a:lnTo>
                  <a:lnTo>
                    <a:pt x="278130" y="1270"/>
                  </a:lnTo>
                  <a:lnTo>
                    <a:pt x="278130" y="0"/>
                  </a:lnTo>
                  <a:close/>
                </a:path>
              </a:pathLst>
            </a:custGeom>
            <a:solidFill>
              <a:srgbClr val="9797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5" name="object 4065"/>
            <p:cNvSpPr/>
            <p:nvPr/>
          </p:nvSpPr>
          <p:spPr>
            <a:xfrm>
              <a:off x="7682230" y="2280919"/>
              <a:ext cx="267970" cy="6350"/>
            </a:xfrm>
            <a:custGeom>
              <a:avLst/>
              <a:gdLst/>
              <a:ahLst/>
              <a:cxnLst/>
              <a:rect l="l" t="t" r="r" b="b"/>
              <a:pathLst>
                <a:path w="267970" h="6350">
                  <a:moveTo>
                    <a:pt x="265430" y="3822"/>
                  </a:moveTo>
                  <a:lnTo>
                    <a:pt x="2540" y="3822"/>
                  </a:lnTo>
                  <a:lnTo>
                    <a:pt x="2540" y="6350"/>
                  </a:lnTo>
                  <a:lnTo>
                    <a:pt x="265430" y="6350"/>
                  </a:lnTo>
                  <a:lnTo>
                    <a:pt x="265430" y="3822"/>
                  </a:lnTo>
                  <a:close/>
                </a:path>
                <a:path w="267970" h="6350">
                  <a:moveTo>
                    <a:pt x="2679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3810"/>
                  </a:lnTo>
                  <a:lnTo>
                    <a:pt x="266700" y="3810"/>
                  </a:lnTo>
                  <a:lnTo>
                    <a:pt x="266700" y="1270"/>
                  </a:lnTo>
                  <a:lnTo>
                    <a:pt x="267970" y="1270"/>
                  </a:lnTo>
                  <a:lnTo>
                    <a:pt x="267970" y="0"/>
                  </a:lnTo>
                  <a:close/>
                </a:path>
              </a:pathLst>
            </a:custGeom>
            <a:solidFill>
              <a:srgbClr val="9696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6" name="object 4066"/>
            <p:cNvSpPr/>
            <p:nvPr/>
          </p:nvSpPr>
          <p:spPr>
            <a:xfrm>
              <a:off x="7686040" y="2287269"/>
              <a:ext cx="260350" cy="7620"/>
            </a:xfrm>
            <a:custGeom>
              <a:avLst/>
              <a:gdLst/>
              <a:ahLst/>
              <a:cxnLst/>
              <a:rect l="l" t="t" r="r" b="b"/>
              <a:pathLst>
                <a:path w="260350" h="7619">
                  <a:moveTo>
                    <a:pt x="257810" y="3822"/>
                  </a:moveTo>
                  <a:lnTo>
                    <a:pt x="2540" y="3822"/>
                  </a:lnTo>
                  <a:lnTo>
                    <a:pt x="2540" y="6350"/>
                  </a:lnTo>
                  <a:lnTo>
                    <a:pt x="3810" y="6350"/>
                  </a:lnTo>
                  <a:lnTo>
                    <a:pt x="3810" y="7620"/>
                  </a:lnTo>
                  <a:lnTo>
                    <a:pt x="256540" y="7620"/>
                  </a:lnTo>
                  <a:lnTo>
                    <a:pt x="256540" y="6350"/>
                  </a:lnTo>
                  <a:lnTo>
                    <a:pt x="257810" y="6350"/>
                  </a:lnTo>
                  <a:lnTo>
                    <a:pt x="257810" y="3822"/>
                  </a:lnTo>
                  <a:close/>
                </a:path>
                <a:path w="260350" h="7619">
                  <a:moveTo>
                    <a:pt x="26035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3810"/>
                  </a:lnTo>
                  <a:lnTo>
                    <a:pt x="259067" y="3810"/>
                  </a:lnTo>
                  <a:lnTo>
                    <a:pt x="259067" y="1270"/>
                  </a:lnTo>
                  <a:lnTo>
                    <a:pt x="260350" y="1270"/>
                  </a:lnTo>
                  <a:lnTo>
                    <a:pt x="260350" y="0"/>
                  </a:lnTo>
                  <a:close/>
                </a:path>
              </a:pathLst>
            </a:custGeom>
            <a:solidFill>
              <a:srgbClr val="9494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67" name="object 4067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7691120" y="2294890"/>
              <a:ext cx="250190" cy="209550"/>
            </a:xfrm>
            <a:prstGeom prst="rect">
              <a:avLst/>
            </a:prstGeom>
          </p:spPr>
        </p:pic>
      </p:grpSp>
      <p:sp>
        <p:nvSpPr>
          <p:cNvPr id="4068" name="object 4068"/>
          <p:cNvSpPr txBox="1"/>
          <p:nvPr/>
        </p:nvSpPr>
        <p:spPr>
          <a:xfrm>
            <a:off x="849630" y="962660"/>
            <a:ext cx="2872105" cy="5146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3600" b="1" spc="-50" dirty="0">
                <a:solidFill>
                  <a:srgbClr val="FF0000"/>
                </a:solidFill>
                <a:latin typeface="Arial"/>
                <a:cs typeface="Arial"/>
              </a:rPr>
              <a:t>X</a:t>
            </a:r>
            <a:endParaRPr sz="33600">
              <a:latin typeface="Arial"/>
              <a:cs typeface="Arial"/>
            </a:endParaRPr>
          </a:p>
        </p:txBody>
      </p:sp>
      <p:sp>
        <p:nvSpPr>
          <p:cNvPr id="4069" name="object 4069"/>
          <p:cNvSpPr/>
          <p:nvPr/>
        </p:nvSpPr>
        <p:spPr>
          <a:xfrm>
            <a:off x="3581400" y="1964689"/>
            <a:ext cx="1371600" cy="731520"/>
          </a:xfrm>
          <a:custGeom>
            <a:avLst/>
            <a:gdLst/>
            <a:ahLst/>
            <a:cxnLst/>
            <a:rect l="l" t="t" r="r" b="b"/>
            <a:pathLst>
              <a:path w="1371600" h="731519">
                <a:moveTo>
                  <a:pt x="1371600" y="0"/>
                </a:moveTo>
                <a:lnTo>
                  <a:pt x="0" y="0"/>
                </a:lnTo>
                <a:lnTo>
                  <a:pt x="0" y="731520"/>
                </a:lnTo>
                <a:lnTo>
                  <a:pt x="1371600" y="731520"/>
                </a:lnTo>
                <a:lnTo>
                  <a:pt x="13716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0" name="object 4070"/>
          <p:cNvSpPr txBox="1"/>
          <p:nvPr/>
        </p:nvSpPr>
        <p:spPr>
          <a:xfrm>
            <a:off x="3726179" y="1951990"/>
            <a:ext cx="1083310" cy="7556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83820" marR="5080" indent="-71120">
              <a:lnSpc>
                <a:spcPct val="99700"/>
              </a:lnSpc>
              <a:spcBef>
                <a:spcPts val="105"/>
              </a:spcBef>
            </a:pPr>
            <a:r>
              <a:rPr sz="1600" b="1" spc="-10" dirty="0">
                <a:solidFill>
                  <a:srgbClr val="FF0000"/>
                </a:solidFill>
                <a:latin typeface="Arial"/>
                <a:cs typeface="Arial"/>
              </a:rPr>
              <a:t>Automated Workflow Recovery</a:t>
            </a:r>
            <a:endParaRPr sz="1600">
              <a:latin typeface="Arial"/>
              <a:cs typeface="Arial"/>
            </a:endParaRPr>
          </a:p>
        </p:txBody>
      </p:sp>
      <p:sp>
        <p:nvSpPr>
          <p:cNvPr id="4071" name="object 4071"/>
          <p:cNvSpPr/>
          <p:nvPr/>
        </p:nvSpPr>
        <p:spPr>
          <a:xfrm>
            <a:off x="4800600" y="1964689"/>
            <a:ext cx="152400" cy="763270"/>
          </a:xfrm>
          <a:custGeom>
            <a:avLst/>
            <a:gdLst/>
            <a:ahLst/>
            <a:cxnLst/>
            <a:rect l="l" t="t" r="r" b="b"/>
            <a:pathLst>
              <a:path w="152400" h="763269">
                <a:moveTo>
                  <a:pt x="0" y="0"/>
                </a:moveTo>
                <a:lnTo>
                  <a:pt x="27979" y="5457"/>
                </a:lnTo>
                <a:lnTo>
                  <a:pt x="52387" y="19843"/>
                </a:lnTo>
                <a:lnTo>
                  <a:pt x="69651" y="40183"/>
                </a:lnTo>
                <a:lnTo>
                  <a:pt x="76200" y="63500"/>
                </a:lnTo>
                <a:lnTo>
                  <a:pt x="76200" y="67468"/>
                </a:lnTo>
                <a:lnTo>
                  <a:pt x="76200" y="95250"/>
                </a:lnTo>
                <a:lnTo>
                  <a:pt x="76200" y="170656"/>
                </a:lnTo>
                <a:lnTo>
                  <a:pt x="76200" y="317500"/>
                </a:lnTo>
                <a:lnTo>
                  <a:pt x="82748" y="340816"/>
                </a:lnTo>
                <a:lnTo>
                  <a:pt x="100012" y="361156"/>
                </a:lnTo>
                <a:lnTo>
                  <a:pt x="124420" y="375542"/>
                </a:lnTo>
                <a:lnTo>
                  <a:pt x="152400" y="381000"/>
                </a:lnTo>
                <a:lnTo>
                  <a:pt x="124420" y="386457"/>
                </a:lnTo>
                <a:lnTo>
                  <a:pt x="100012" y="400843"/>
                </a:lnTo>
                <a:lnTo>
                  <a:pt x="82748" y="421183"/>
                </a:lnTo>
                <a:lnTo>
                  <a:pt x="76200" y="444500"/>
                </a:lnTo>
                <a:lnTo>
                  <a:pt x="76200" y="448468"/>
                </a:lnTo>
                <a:lnTo>
                  <a:pt x="76200" y="476250"/>
                </a:lnTo>
                <a:lnTo>
                  <a:pt x="76200" y="551656"/>
                </a:lnTo>
                <a:lnTo>
                  <a:pt x="76200" y="698500"/>
                </a:lnTo>
                <a:lnTo>
                  <a:pt x="69651" y="722014"/>
                </a:lnTo>
                <a:lnTo>
                  <a:pt x="52387" y="742791"/>
                </a:lnTo>
                <a:lnTo>
                  <a:pt x="27979" y="757614"/>
                </a:lnTo>
                <a:lnTo>
                  <a:pt x="0" y="763270"/>
                </a:lnTo>
              </a:path>
            </a:pathLst>
          </a:custGeom>
          <a:ln w="28393">
            <a:solidFill>
              <a:srgbClr val="FF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2" name="object 4072"/>
          <p:cNvSpPr txBox="1"/>
          <p:nvPr/>
        </p:nvSpPr>
        <p:spPr>
          <a:xfrm>
            <a:off x="191770" y="6113779"/>
            <a:ext cx="7152640" cy="5549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0800" marR="43180">
              <a:lnSpc>
                <a:spcPct val="100000"/>
              </a:lnSpc>
              <a:spcBef>
                <a:spcPts val="100"/>
              </a:spcBef>
            </a:pPr>
            <a:r>
              <a:rPr sz="1000" i="1" spc="-10" dirty="0">
                <a:solidFill>
                  <a:srgbClr val="FFFFFF"/>
                </a:solidFill>
                <a:latin typeface="Arial"/>
                <a:cs typeface="Arial"/>
              </a:rPr>
              <a:t>These</a:t>
            </a:r>
            <a:r>
              <a:rPr sz="1000" i="1" spc="-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i="1" spc="-10" dirty="0">
                <a:solidFill>
                  <a:srgbClr val="FFFFFF"/>
                </a:solidFill>
                <a:latin typeface="Arial"/>
                <a:cs typeface="Arial"/>
              </a:rPr>
              <a:t>features</a:t>
            </a:r>
            <a:r>
              <a:rPr sz="1000" i="1" spc="2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i="1" dirty="0">
                <a:solidFill>
                  <a:srgbClr val="FFFFFF"/>
                </a:solidFill>
                <a:latin typeface="Arial"/>
                <a:cs typeface="Arial"/>
              </a:rPr>
              <a:t>are</a:t>
            </a:r>
            <a:r>
              <a:rPr sz="1000" i="1" spc="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i="1" spc="-10" dirty="0">
                <a:solidFill>
                  <a:srgbClr val="FFFFFF"/>
                </a:solidFill>
                <a:latin typeface="Arial"/>
                <a:cs typeface="Arial"/>
              </a:rPr>
              <a:t>representative</a:t>
            </a:r>
            <a:r>
              <a:rPr sz="1000" i="1" spc="-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i="1" dirty="0">
                <a:solidFill>
                  <a:srgbClr val="FFFFFF"/>
                </a:solidFill>
                <a:latin typeface="Arial"/>
                <a:cs typeface="Arial"/>
              </a:rPr>
              <a:t>of</a:t>
            </a:r>
            <a:r>
              <a:rPr sz="1000" i="1" spc="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i="1" spc="-10" dirty="0">
                <a:solidFill>
                  <a:srgbClr val="FFFFFF"/>
                </a:solidFill>
                <a:latin typeface="Arial"/>
                <a:cs typeface="Arial"/>
              </a:rPr>
              <a:t>feature</a:t>
            </a:r>
            <a:r>
              <a:rPr sz="1000" i="1" spc="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i="1" spc="-10" dirty="0">
                <a:solidFill>
                  <a:srgbClr val="FFFFFF"/>
                </a:solidFill>
                <a:latin typeface="Arial"/>
                <a:cs typeface="Arial"/>
              </a:rPr>
              <a:t>areas</a:t>
            </a:r>
            <a:r>
              <a:rPr sz="1000" i="1" spc="1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i="1" spc="-10" dirty="0">
                <a:solidFill>
                  <a:srgbClr val="FFFFFF"/>
                </a:solidFill>
                <a:latin typeface="Arial"/>
                <a:cs typeface="Arial"/>
              </a:rPr>
              <a:t>under</a:t>
            </a:r>
            <a:r>
              <a:rPr sz="1000" i="1" spc="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i="1" spc="-1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000" i="1" spc="-4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000" i="1" spc="-5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000" i="1" spc="-4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200" spc="-847" baseline="-20833" dirty="0">
                <a:solidFill>
                  <a:srgbClr val="CFD9D8"/>
                </a:solidFill>
                <a:latin typeface="Arial"/>
                <a:cs typeface="Arial"/>
              </a:rPr>
              <a:t>C</a:t>
            </a:r>
            <a:r>
              <a:rPr sz="1000" i="1" spc="-25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000" i="1" spc="-21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200" spc="-405" baseline="-20833" dirty="0">
                <a:solidFill>
                  <a:srgbClr val="CFD9D8"/>
                </a:solidFill>
                <a:latin typeface="Arial"/>
                <a:cs typeface="Arial"/>
              </a:rPr>
              <a:t>o</a:t>
            </a:r>
            <a:r>
              <a:rPr sz="1000" i="1" spc="-31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200" spc="-254" baseline="-20833" dirty="0">
                <a:solidFill>
                  <a:srgbClr val="CFD9D8"/>
                </a:solidFill>
                <a:latin typeface="Arial"/>
                <a:cs typeface="Arial"/>
              </a:rPr>
              <a:t>p</a:t>
            </a:r>
            <a:r>
              <a:rPr sz="1000" i="1" spc="-69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200" spc="-7" baseline="-20833" dirty="0">
                <a:solidFill>
                  <a:srgbClr val="CFD9D8"/>
                </a:solidFill>
                <a:latin typeface="Arial"/>
                <a:cs typeface="Arial"/>
              </a:rPr>
              <a:t>yr</a:t>
            </a:r>
            <a:r>
              <a:rPr sz="1200" spc="-270" baseline="-20833" dirty="0">
                <a:solidFill>
                  <a:srgbClr val="CFD9D8"/>
                </a:solidFill>
                <a:latin typeface="Arial"/>
                <a:cs typeface="Arial"/>
              </a:rPr>
              <a:t>i</a:t>
            </a:r>
            <a:r>
              <a:rPr sz="1000" i="1" spc="-38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200" spc="-157" baseline="-20833" dirty="0">
                <a:solidFill>
                  <a:srgbClr val="CFD9D8"/>
                </a:solidFill>
                <a:latin typeface="Arial"/>
                <a:cs typeface="Arial"/>
              </a:rPr>
              <a:t>g</a:t>
            </a:r>
            <a:r>
              <a:rPr sz="1000" i="1" spc="-4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200" spc="-22" baseline="-20833" dirty="0">
                <a:solidFill>
                  <a:srgbClr val="CFD9D8"/>
                </a:solidFill>
                <a:latin typeface="Arial"/>
                <a:cs typeface="Arial"/>
              </a:rPr>
              <a:t>h</a:t>
            </a:r>
            <a:r>
              <a:rPr sz="1200" spc="-352" baseline="-20833" dirty="0">
                <a:solidFill>
                  <a:srgbClr val="CFD9D8"/>
                </a:solidFill>
                <a:latin typeface="Arial"/>
                <a:cs typeface="Arial"/>
              </a:rPr>
              <a:t>t</a:t>
            </a:r>
            <a:r>
              <a:rPr sz="1000" i="1" spc="-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000" i="1" spc="-114" dirty="0">
                <a:solidFill>
                  <a:srgbClr val="FFFFFF"/>
                </a:solidFill>
                <a:latin typeface="Arial"/>
                <a:cs typeface="Arial"/>
              </a:rPr>
              <a:t>.</a:t>
            </a:r>
            <a:r>
              <a:rPr sz="1200" spc="-7" baseline="-20833" dirty="0">
                <a:solidFill>
                  <a:srgbClr val="CFD9D8"/>
                </a:solidFill>
                <a:latin typeface="Arial"/>
                <a:cs typeface="Arial"/>
              </a:rPr>
              <a:t>©</a:t>
            </a:r>
            <a:r>
              <a:rPr sz="1200" spc="-225" baseline="-20833" dirty="0">
                <a:solidFill>
                  <a:srgbClr val="CFD9D8"/>
                </a:solidFill>
                <a:latin typeface="Arial"/>
                <a:cs typeface="Arial"/>
              </a:rPr>
              <a:t> </a:t>
            </a:r>
            <a:r>
              <a:rPr sz="1000" i="1" spc="-459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200" spc="-22" baseline="-20833" dirty="0">
                <a:solidFill>
                  <a:srgbClr val="CFD9D8"/>
                </a:solidFill>
                <a:latin typeface="Arial"/>
                <a:cs typeface="Arial"/>
              </a:rPr>
              <a:t>2</a:t>
            </a:r>
            <a:r>
              <a:rPr sz="1200" spc="-690" baseline="-20833" dirty="0">
                <a:solidFill>
                  <a:srgbClr val="CFD9D8"/>
                </a:solidFill>
                <a:latin typeface="Arial"/>
                <a:cs typeface="Arial"/>
              </a:rPr>
              <a:t>0</a:t>
            </a:r>
            <a:r>
              <a:rPr sz="1000" i="1" spc="-12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200" spc="-569" baseline="-20833" dirty="0">
                <a:solidFill>
                  <a:srgbClr val="CFD9D8"/>
                </a:solidFill>
                <a:latin typeface="Arial"/>
                <a:cs typeface="Arial"/>
              </a:rPr>
              <a:t>0</a:t>
            </a:r>
            <a:r>
              <a:rPr sz="1000" i="1" spc="-204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200" spc="-419" baseline="-20833" dirty="0">
                <a:solidFill>
                  <a:srgbClr val="CFD9D8"/>
                </a:solidFill>
                <a:latin typeface="Arial"/>
                <a:cs typeface="Arial"/>
              </a:rPr>
              <a:t>6</a:t>
            </a:r>
            <a:r>
              <a:rPr sz="1000" i="1" spc="-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000" i="1" spc="-355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200" spc="-322" baseline="-20833" dirty="0">
                <a:solidFill>
                  <a:srgbClr val="CFD9D8"/>
                </a:solidFill>
                <a:latin typeface="Arial"/>
                <a:cs typeface="Arial"/>
              </a:rPr>
              <a:t>V</a:t>
            </a:r>
            <a:r>
              <a:rPr sz="1000" i="1" spc="-13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200" spc="-847" baseline="-20833" dirty="0">
                <a:solidFill>
                  <a:srgbClr val="CFD9D8"/>
                </a:solidFill>
                <a:latin typeface="Arial"/>
                <a:cs typeface="Arial"/>
              </a:rPr>
              <a:t>M</a:t>
            </a:r>
            <a:r>
              <a:rPr sz="1000" i="1" spc="-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200" spc="-487" baseline="-20833" dirty="0">
                <a:solidFill>
                  <a:srgbClr val="CFD9D8"/>
                </a:solidFill>
                <a:latin typeface="Arial"/>
                <a:cs typeface="Arial"/>
              </a:rPr>
              <a:t>w</a:t>
            </a:r>
            <a:r>
              <a:rPr sz="1000" i="1" spc="-18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200" spc="-427" baseline="-20833" dirty="0">
                <a:solidFill>
                  <a:srgbClr val="CFD9D8"/>
                </a:solidFill>
                <a:latin typeface="Arial"/>
                <a:cs typeface="Arial"/>
              </a:rPr>
              <a:t>a</a:t>
            </a:r>
            <a:r>
              <a:rPr sz="1000" i="1" spc="-30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200" spc="-15" baseline="-20833" dirty="0">
                <a:solidFill>
                  <a:srgbClr val="CFD9D8"/>
                </a:solidFill>
                <a:latin typeface="Arial"/>
                <a:cs typeface="Arial"/>
              </a:rPr>
              <a:t>r</a:t>
            </a:r>
            <a:r>
              <a:rPr sz="1200" spc="-690" baseline="-20833" dirty="0">
                <a:solidFill>
                  <a:srgbClr val="CFD9D8"/>
                </a:solidFill>
                <a:latin typeface="Arial"/>
                <a:cs typeface="Arial"/>
              </a:rPr>
              <a:t>e</a:t>
            </a:r>
            <a:r>
              <a:rPr sz="1000" i="1" spc="-40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200" spc="-7" baseline="-20833" dirty="0">
                <a:solidFill>
                  <a:srgbClr val="CFD9D8"/>
                </a:solidFill>
                <a:latin typeface="Arial"/>
                <a:cs typeface="Arial"/>
              </a:rPr>
              <a:t>,</a:t>
            </a:r>
            <a:r>
              <a:rPr sz="1200" spc="-67" baseline="-20833" dirty="0">
                <a:solidFill>
                  <a:srgbClr val="CFD9D8"/>
                </a:solidFill>
                <a:latin typeface="Arial"/>
                <a:cs typeface="Arial"/>
              </a:rPr>
              <a:t> </a:t>
            </a:r>
            <a:r>
              <a:rPr sz="1000" i="1" spc="-78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200" spc="-22" baseline="-20833" dirty="0">
                <a:solidFill>
                  <a:srgbClr val="CFD9D8"/>
                </a:solidFill>
                <a:latin typeface="Arial"/>
                <a:cs typeface="Arial"/>
              </a:rPr>
              <a:t>I</a:t>
            </a:r>
            <a:r>
              <a:rPr sz="1200" spc="-7" baseline="-20833" dirty="0">
                <a:solidFill>
                  <a:srgbClr val="CFD9D8"/>
                </a:solidFill>
                <a:latin typeface="Arial"/>
                <a:cs typeface="Arial"/>
              </a:rPr>
              <a:t>n</a:t>
            </a:r>
            <a:r>
              <a:rPr sz="1200" spc="-517" baseline="-20833" dirty="0">
                <a:solidFill>
                  <a:srgbClr val="CFD9D8"/>
                </a:solidFill>
                <a:latin typeface="Arial"/>
                <a:cs typeface="Arial"/>
              </a:rPr>
              <a:t>c</a:t>
            </a:r>
            <a:r>
              <a:rPr sz="1000" i="1" spc="-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000" i="1" spc="-1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200" spc="-127" baseline="-20833" dirty="0">
                <a:solidFill>
                  <a:srgbClr val="CFD9D8"/>
                </a:solidFill>
                <a:latin typeface="Arial"/>
                <a:cs typeface="Arial"/>
              </a:rPr>
              <a:t>.</a:t>
            </a:r>
            <a:r>
              <a:rPr sz="1000" i="1" spc="-55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200" spc="-22" baseline="-20833" dirty="0">
                <a:solidFill>
                  <a:srgbClr val="CFD9D8"/>
                </a:solidFill>
                <a:latin typeface="Arial"/>
                <a:cs typeface="Arial"/>
              </a:rPr>
              <a:t>A</a:t>
            </a:r>
            <a:r>
              <a:rPr sz="1200" spc="-270" baseline="-20833" dirty="0">
                <a:solidFill>
                  <a:srgbClr val="CFD9D8"/>
                </a:solidFill>
                <a:latin typeface="Arial"/>
                <a:cs typeface="Arial"/>
              </a:rPr>
              <a:t>l</a:t>
            </a:r>
            <a:r>
              <a:rPr sz="1000" i="1" spc="-38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200" spc="-7" baseline="-20833" dirty="0">
                <a:solidFill>
                  <a:srgbClr val="CFD9D8"/>
                </a:solidFill>
                <a:latin typeface="Arial"/>
                <a:cs typeface="Arial"/>
              </a:rPr>
              <a:t>l</a:t>
            </a:r>
            <a:r>
              <a:rPr sz="1200" spc="-82" baseline="-20833" dirty="0">
                <a:solidFill>
                  <a:srgbClr val="CFD9D8"/>
                </a:solidFill>
                <a:latin typeface="Arial"/>
                <a:cs typeface="Arial"/>
              </a:rPr>
              <a:t> </a:t>
            </a:r>
            <a:r>
              <a:rPr sz="1000" i="1" spc="-48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200" baseline="-20833" dirty="0">
                <a:solidFill>
                  <a:srgbClr val="CFD9D8"/>
                </a:solidFill>
                <a:latin typeface="Arial"/>
                <a:cs typeface="Arial"/>
              </a:rPr>
              <a:t>r</a:t>
            </a:r>
            <a:r>
              <a:rPr sz="1200" spc="-7" baseline="-20833" dirty="0">
                <a:solidFill>
                  <a:srgbClr val="CFD9D8"/>
                </a:solidFill>
                <a:latin typeface="Arial"/>
                <a:cs typeface="Arial"/>
              </a:rPr>
              <a:t>i</a:t>
            </a:r>
            <a:r>
              <a:rPr sz="1000" i="1" spc="-27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200" spc="-254" baseline="-20833" dirty="0">
                <a:solidFill>
                  <a:srgbClr val="CFD9D8"/>
                </a:solidFill>
                <a:latin typeface="Arial"/>
                <a:cs typeface="Arial"/>
              </a:rPr>
              <a:t>g</a:t>
            </a:r>
            <a:r>
              <a:rPr sz="1000" i="1" spc="-35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200" spc="-15" baseline="-20833" dirty="0">
                <a:solidFill>
                  <a:srgbClr val="CFD9D8"/>
                </a:solidFill>
                <a:latin typeface="Arial"/>
                <a:cs typeface="Arial"/>
              </a:rPr>
              <a:t>h</a:t>
            </a:r>
            <a:r>
              <a:rPr sz="1200" spc="-67" baseline="-20833" dirty="0">
                <a:solidFill>
                  <a:srgbClr val="CFD9D8"/>
                </a:solidFill>
                <a:latin typeface="Arial"/>
                <a:cs typeface="Arial"/>
              </a:rPr>
              <a:t>t</a:t>
            </a:r>
            <a:r>
              <a:rPr sz="1000" i="1" spc="-80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200" baseline="-20833" dirty="0">
                <a:solidFill>
                  <a:srgbClr val="CFD9D8"/>
                </a:solidFill>
                <a:latin typeface="Arial"/>
                <a:cs typeface="Arial"/>
              </a:rPr>
              <a:t>s</a:t>
            </a:r>
            <a:r>
              <a:rPr sz="1200" spc="60" baseline="-20833" dirty="0">
                <a:solidFill>
                  <a:srgbClr val="CFD9D8"/>
                </a:solidFill>
                <a:latin typeface="Arial"/>
                <a:cs typeface="Arial"/>
              </a:rPr>
              <a:t> </a:t>
            </a:r>
            <a:r>
              <a:rPr sz="1200" spc="-330" baseline="-20833" dirty="0">
                <a:solidFill>
                  <a:srgbClr val="CFD9D8"/>
                </a:solidFill>
                <a:latin typeface="Arial"/>
                <a:cs typeface="Arial"/>
              </a:rPr>
              <a:t>r</a:t>
            </a:r>
            <a:r>
              <a:rPr sz="1000" i="1" spc="-22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200" spc="-330" baseline="-20833" dirty="0">
                <a:solidFill>
                  <a:srgbClr val="CFD9D8"/>
                </a:solidFill>
                <a:latin typeface="Arial"/>
                <a:cs typeface="Arial"/>
              </a:rPr>
              <a:t>e</a:t>
            </a:r>
            <a:r>
              <a:rPr sz="1000" i="1" spc="-22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200" spc="-330" baseline="-20833" dirty="0">
                <a:solidFill>
                  <a:srgbClr val="CFD9D8"/>
                </a:solidFill>
                <a:latin typeface="Arial"/>
                <a:cs typeface="Arial"/>
              </a:rPr>
              <a:t>se</a:t>
            </a:r>
            <a:r>
              <a:rPr sz="1000" i="1" spc="-22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000" i="1" spc="-1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200" spc="-217" baseline="-20833" dirty="0">
                <a:solidFill>
                  <a:srgbClr val="CFD9D8"/>
                </a:solidFill>
                <a:latin typeface="Arial"/>
                <a:cs typeface="Arial"/>
              </a:rPr>
              <a:t>r</a:t>
            </a:r>
            <a:r>
              <a:rPr sz="1000" i="1" spc="-14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200" spc="-217" baseline="-20833" dirty="0">
                <a:solidFill>
                  <a:srgbClr val="CFD9D8"/>
                </a:solidFill>
                <a:latin typeface="Arial"/>
                <a:cs typeface="Arial"/>
              </a:rPr>
              <a:t>ve</a:t>
            </a:r>
            <a:r>
              <a:rPr sz="1000" i="1" spc="-14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200" spc="-217" baseline="-20833" dirty="0">
                <a:solidFill>
                  <a:srgbClr val="CFD9D8"/>
                </a:solidFill>
                <a:latin typeface="Arial"/>
                <a:cs typeface="Arial"/>
              </a:rPr>
              <a:t>d</a:t>
            </a:r>
            <a:r>
              <a:rPr sz="1000" i="1" spc="-14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200" spc="-217" baseline="-20833" dirty="0">
                <a:solidFill>
                  <a:srgbClr val="CFD9D8"/>
                </a:solidFill>
                <a:latin typeface="Arial"/>
                <a:cs typeface="Arial"/>
              </a:rPr>
              <a:t>.</a:t>
            </a:r>
            <a:r>
              <a:rPr sz="1000" i="1" spc="-145" dirty="0">
                <a:solidFill>
                  <a:srgbClr val="FFFFFF"/>
                </a:solidFill>
                <a:latin typeface="Arial"/>
                <a:cs typeface="Arial"/>
              </a:rPr>
              <a:t>be</a:t>
            </a:r>
            <a:r>
              <a:rPr sz="1000" i="1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i="1" spc="-10" dirty="0">
                <a:solidFill>
                  <a:srgbClr val="FFFFFF"/>
                </a:solidFill>
                <a:latin typeface="Arial"/>
                <a:cs typeface="Arial"/>
              </a:rPr>
              <a:t>included</a:t>
            </a:r>
            <a:r>
              <a:rPr sz="1000" i="1" spc="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i="1" dirty="0">
                <a:solidFill>
                  <a:srgbClr val="FFFFFF"/>
                </a:solidFill>
                <a:latin typeface="Arial"/>
                <a:cs typeface="Arial"/>
              </a:rPr>
              <a:t>in </a:t>
            </a:r>
            <a:r>
              <a:rPr sz="1000" i="1" spc="-10" dirty="0">
                <a:solidFill>
                  <a:srgbClr val="FFFFFF"/>
                </a:solidFill>
                <a:latin typeface="Arial"/>
                <a:cs typeface="Arial"/>
              </a:rPr>
              <a:t>contracts, </a:t>
            </a:r>
            <a:r>
              <a:rPr sz="1000" i="1" spc="-25" dirty="0">
                <a:solidFill>
                  <a:srgbClr val="FFFFFF"/>
                </a:solidFill>
                <a:latin typeface="Arial"/>
                <a:cs typeface="Arial"/>
              </a:rPr>
              <a:t>pur</a:t>
            </a:r>
            <a:r>
              <a:rPr sz="1000" i="1" spc="-57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200" baseline="41666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1200" spc="-509" baseline="41666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1000" i="1" spc="-25" dirty="0">
                <a:solidFill>
                  <a:srgbClr val="FFFFFF"/>
                </a:solidFill>
                <a:latin typeface="Arial"/>
                <a:cs typeface="Arial"/>
              </a:rPr>
              <a:t>ha</a:t>
            </a:r>
            <a:r>
              <a:rPr sz="1000" i="1" spc="-1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000" i="1" spc="-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000" i="1" spc="-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i="1" spc="-10" dirty="0">
                <a:solidFill>
                  <a:srgbClr val="FFFFFF"/>
                </a:solidFill>
                <a:latin typeface="Arial"/>
                <a:cs typeface="Arial"/>
              </a:rPr>
              <a:t>orders,</a:t>
            </a:r>
            <a:r>
              <a:rPr sz="1000" i="1" spc="-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i="1" dirty="0">
                <a:solidFill>
                  <a:srgbClr val="FFFFFF"/>
                </a:solidFill>
                <a:latin typeface="Arial"/>
                <a:cs typeface="Arial"/>
              </a:rPr>
              <a:t>or</a:t>
            </a:r>
            <a:r>
              <a:rPr sz="1000" i="1" spc="-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i="1" dirty="0">
                <a:solidFill>
                  <a:srgbClr val="FFFFFF"/>
                </a:solidFill>
                <a:latin typeface="Arial"/>
                <a:cs typeface="Arial"/>
              </a:rPr>
              <a:t>sales</a:t>
            </a:r>
            <a:r>
              <a:rPr sz="1000" i="1" spc="-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i="1" spc="-10" dirty="0">
                <a:solidFill>
                  <a:srgbClr val="FFFFFF"/>
                </a:solidFill>
                <a:latin typeface="Arial"/>
                <a:cs typeface="Arial"/>
              </a:rPr>
              <a:t>agreements</a:t>
            </a:r>
            <a:r>
              <a:rPr sz="1000" i="1" spc="-3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i="1" dirty="0">
                <a:solidFill>
                  <a:srgbClr val="FFFFFF"/>
                </a:solidFill>
                <a:latin typeface="Arial"/>
                <a:cs typeface="Arial"/>
              </a:rPr>
              <a:t>of</a:t>
            </a:r>
            <a:r>
              <a:rPr sz="1000" i="1" spc="-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i="1" dirty="0">
                <a:solidFill>
                  <a:srgbClr val="FFFFFF"/>
                </a:solidFill>
                <a:latin typeface="Arial"/>
                <a:cs typeface="Arial"/>
              </a:rPr>
              <a:t>any</a:t>
            </a:r>
            <a:r>
              <a:rPr sz="1000" i="1" spc="-3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i="1" dirty="0">
                <a:solidFill>
                  <a:srgbClr val="FFFFFF"/>
                </a:solidFill>
                <a:latin typeface="Arial"/>
                <a:cs typeface="Arial"/>
              </a:rPr>
              <a:t>kind.</a:t>
            </a:r>
            <a:r>
              <a:rPr sz="1000" i="1" spc="22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i="1" spc="-10" dirty="0">
                <a:solidFill>
                  <a:srgbClr val="FFFFFF"/>
                </a:solidFill>
                <a:latin typeface="Arial"/>
                <a:cs typeface="Arial"/>
              </a:rPr>
              <a:t>Technical</a:t>
            </a:r>
            <a:r>
              <a:rPr sz="1000" i="1" spc="-2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i="1" spc="-10" dirty="0">
                <a:solidFill>
                  <a:srgbClr val="FFFFFF"/>
                </a:solidFill>
                <a:latin typeface="Arial"/>
                <a:cs typeface="Arial"/>
              </a:rPr>
              <a:t>feasibility</a:t>
            </a:r>
            <a:r>
              <a:rPr sz="1000" i="1" spc="-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i="1" dirty="0">
                <a:solidFill>
                  <a:srgbClr val="FFFFFF"/>
                </a:solidFill>
                <a:latin typeface="Arial"/>
                <a:cs typeface="Arial"/>
              </a:rPr>
              <a:t>and</a:t>
            </a:r>
            <a:r>
              <a:rPr sz="1000" i="1" spc="-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i="1" spc="-10" dirty="0">
                <a:solidFill>
                  <a:srgbClr val="FFFFFF"/>
                </a:solidFill>
                <a:latin typeface="Arial"/>
                <a:cs typeface="Arial"/>
              </a:rPr>
              <a:t>market</a:t>
            </a:r>
            <a:r>
              <a:rPr sz="1000" i="1" spc="-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i="1" spc="-10" dirty="0">
                <a:solidFill>
                  <a:srgbClr val="FFFFFF"/>
                </a:solidFill>
                <a:latin typeface="Arial"/>
                <a:cs typeface="Arial"/>
              </a:rPr>
              <a:t>demand</a:t>
            </a:r>
            <a:r>
              <a:rPr sz="1000" i="1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i="1" dirty="0">
                <a:solidFill>
                  <a:srgbClr val="FFFFFF"/>
                </a:solidFill>
                <a:latin typeface="Arial"/>
                <a:cs typeface="Arial"/>
              </a:rPr>
              <a:t>will</a:t>
            </a:r>
            <a:r>
              <a:rPr sz="1000" i="1" spc="-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i="1" dirty="0">
                <a:solidFill>
                  <a:srgbClr val="FFFFFF"/>
                </a:solidFill>
                <a:latin typeface="Arial"/>
                <a:cs typeface="Arial"/>
              </a:rPr>
              <a:t>affect</a:t>
            </a:r>
            <a:r>
              <a:rPr sz="1000" i="1" spc="-3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i="1" dirty="0">
                <a:solidFill>
                  <a:srgbClr val="FFFFFF"/>
                </a:solidFill>
                <a:latin typeface="Arial"/>
                <a:cs typeface="Arial"/>
              </a:rPr>
              <a:t>final</a:t>
            </a:r>
            <a:r>
              <a:rPr sz="1000" i="1" spc="-3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i="1" spc="-10" dirty="0">
                <a:solidFill>
                  <a:srgbClr val="FFFFFF"/>
                </a:solidFill>
                <a:latin typeface="Arial"/>
                <a:cs typeface="Arial"/>
              </a:rPr>
              <a:t>delivery.</a:t>
            </a:r>
            <a:endParaRPr sz="1000">
              <a:latin typeface="Arial"/>
              <a:cs typeface="Arial"/>
            </a:endParaRPr>
          </a:p>
          <a:p>
            <a:pPr marL="299720">
              <a:lnSpc>
                <a:spcPct val="100000"/>
              </a:lnSpc>
              <a:spcBef>
                <a:spcPts val="810"/>
              </a:spcBef>
            </a:pPr>
            <a:r>
              <a:rPr sz="800" dirty="0">
                <a:solidFill>
                  <a:srgbClr val="CFD9D8"/>
                </a:solidFill>
                <a:latin typeface="Arial"/>
                <a:cs typeface="Arial"/>
              </a:rPr>
              <a:t>Copyright</a:t>
            </a:r>
            <a:r>
              <a:rPr sz="800" spc="-20" dirty="0">
                <a:solidFill>
                  <a:srgbClr val="CFD9D8"/>
                </a:solidFill>
                <a:latin typeface="Arial"/>
                <a:cs typeface="Arial"/>
              </a:rPr>
              <a:t> </a:t>
            </a:r>
            <a:r>
              <a:rPr sz="800" dirty="0">
                <a:solidFill>
                  <a:srgbClr val="CFD9D8"/>
                </a:solidFill>
                <a:latin typeface="Arial"/>
                <a:cs typeface="Arial"/>
              </a:rPr>
              <a:t>©</a:t>
            </a:r>
            <a:r>
              <a:rPr sz="800" spc="-20" dirty="0">
                <a:solidFill>
                  <a:srgbClr val="CFD9D8"/>
                </a:solidFill>
                <a:latin typeface="Arial"/>
                <a:cs typeface="Arial"/>
              </a:rPr>
              <a:t> </a:t>
            </a:r>
            <a:r>
              <a:rPr sz="800" dirty="0">
                <a:solidFill>
                  <a:srgbClr val="CFD9D8"/>
                </a:solidFill>
                <a:latin typeface="Arial"/>
                <a:cs typeface="Arial"/>
              </a:rPr>
              <a:t>2004</a:t>
            </a:r>
            <a:r>
              <a:rPr sz="800" spc="-25" dirty="0">
                <a:solidFill>
                  <a:srgbClr val="CFD9D8"/>
                </a:solidFill>
                <a:latin typeface="Arial"/>
                <a:cs typeface="Arial"/>
              </a:rPr>
              <a:t> </a:t>
            </a:r>
            <a:r>
              <a:rPr sz="800" dirty="0">
                <a:solidFill>
                  <a:srgbClr val="CFD9D8"/>
                </a:solidFill>
                <a:latin typeface="Arial"/>
                <a:cs typeface="Arial"/>
              </a:rPr>
              <a:t>VMware,</a:t>
            </a:r>
            <a:r>
              <a:rPr sz="800" spc="-15" dirty="0">
                <a:solidFill>
                  <a:srgbClr val="CFD9D8"/>
                </a:solidFill>
                <a:latin typeface="Arial"/>
                <a:cs typeface="Arial"/>
              </a:rPr>
              <a:t> </a:t>
            </a:r>
            <a:r>
              <a:rPr sz="800" dirty="0">
                <a:solidFill>
                  <a:srgbClr val="CFD9D8"/>
                </a:solidFill>
                <a:latin typeface="Arial"/>
                <a:cs typeface="Arial"/>
              </a:rPr>
              <a:t>Inc.</a:t>
            </a:r>
            <a:r>
              <a:rPr sz="800" spc="-20" dirty="0">
                <a:solidFill>
                  <a:srgbClr val="CFD9D8"/>
                </a:solidFill>
                <a:latin typeface="Arial"/>
                <a:cs typeface="Arial"/>
              </a:rPr>
              <a:t> </a:t>
            </a:r>
            <a:r>
              <a:rPr sz="800" dirty="0">
                <a:solidFill>
                  <a:srgbClr val="CFD9D8"/>
                </a:solidFill>
                <a:latin typeface="Arial"/>
                <a:cs typeface="Arial"/>
              </a:rPr>
              <a:t>All</a:t>
            </a:r>
            <a:r>
              <a:rPr sz="800" spc="-15" dirty="0">
                <a:solidFill>
                  <a:srgbClr val="CFD9D8"/>
                </a:solidFill>
                <a:latin typeface="Arial"/>
                <a:cs typeface="Arial"/>
              </a:rPr>
              <a:t> </a:t>
            </a:r>
            <a:r>
              <a:rPr sz="800" dirty="0">
                <a:solidFill>
                  <a:srgbClr val="CFD9D8"/>
                </a:solidFill>
                <a:latin typeface="Arial"/>
                <a:cs typeface="Arial"/>
              </a:rPr>
              <a:t>rights</a:t>
            </a:r>
            <a:r>
              <a:rPr sz="800" spc="-10" dirty="0">
                <a:solidFill>
                  <a:srgbClr val="CFD9D8"/>
                </a:solidFill>
                <a:latin typeface="Arial"/>
                <a:cs typeface="Arial"/>
              </a:rPr>
              <a:t> reserved.</a:t>
            </a:r>
            <a:endParaRPr sz="800">
              <a:latin typeface="Arial"/>
              <a:cs typeface="Arial"/>
            </a:endParaRPr>
          </a:p>
        </p:txBody>
      </p:sp>
      <p:sp>
        <p:nvSpPr>
          <p:cNvPr id="4073" name="object 4073"/>
          <p:cNvSpPr/>
          <p:nvPr/>
        </p:nvSpPr>
        <p:spPr>
          <a:xfrm>
            <a:off x="980439" y="595630"/>
            <a:ext cx="2608580" cy="403860"/>
          </a:xfrm>
          <a:custGeom>
            <a:avLst/>
            <a:gdLst/>
            <a:ahLst/>
            <a:cxnLst/>
            <a:rect l="l" t="t" r="r" b="b"/>
            <a:pathLst>
              <a:path w="2608579" h="403859">
                <a:moveTo>
                  <a:pt x="2608580" y="0"/>
                </a:moveTo>
                <a:lnTo>
                  <a:pt x="0" y="0"/>
                </a:lnTo>
                <a:lnTo>
                  <a:pt x="0" y="403860"/>
                </a:lnTo>
                <a:lnTo>
                  <a:pt x="1304290" y="403860"/>
                </a:lnTo>
                <a:lnTo>
                  <a:pt x="2608580" y="403860"/>
                </a:lnTo>
                <a:lnTo>
                  <a:pt x="260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4" name="object 407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08000">
              <a:lnSpc>
                <a:spcPct val="100000"/>
              </a:lnSpc>
              <a:spcBef>
                <a:spcPts val="100"/>
              </a:spcBef>
            </a:pPr>
            <a:r>
              <a:rPr dirty="0"/>
              <a:t>DR</a:t>
            </a:r>
            <a:r>
              <a:rPr spc="-100" dirty="0"/>
              <a:t> </a:t>
            </a:r>
            <a:r>
              <a:rPr spc="-25" dirty="0"/>
              <a:t>Orchestration</a:t>
            </a:r>
          </a:p>
        </p:txBody>
      </p:sp>
      <p:sp>
        <p:nvSpPr>
          <p:cNvPr id="4076" name="Slide Number Placeholder 4075">
            <a:extLst>
              <a:ext uri="{FF2B5EF4-FFF2-40B4-BE49-F238E27FC236}">
                <a16:creationId xmlns:a16="http://schemas.microsoft.com/office/drawing/2014/main" id="{8F8D84F8-E475-EB26-8AF1-E8477AE4F0DF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pPr marL="6604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lang="en-US" spc="-50" smtClean="0"/>
              <a:t>66</a:t>
            </a:fld>
            <a:endParaRPr lang="en-US" spc="-50" dirty="0"/>
          </a:p>
        </p:txBody>
      </p:sp>
    </p:spTree>
  </p:cSld>
  <p:clrMapOvr>
    <a:masterClrMapping/>
  </p:clrMapOvr>
  <p:transition>
    <p:wipe dir="r"/>
  </p:transition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98779" y="6217920"/>
            <a:ext cx="139065" cy="147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-25" dirty="0">
                <a:solidFill>
                  <a:srgbClr val="FFFFFF"/>
                </a:solidFill>
                <a:latin typeface="Arial"/>
                <a:cs typeface="Arial"/>
              </a:rPr>
              <a:t>67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980439" y="595630"/>
            <a:ext cx="1369060" cy="403860"/>
          </a:xfrm>
          <a:custGeom>
            <a:avLst/>
            <a:gdLst/>
            <a:ahLst/>
            <a:cxnLst/>
            <a:rect l="l" t="t" r="r" b="b"/>
            <a:pathLst>
              <a:path w="1369060" h="403859">
                <a:moveTo>
                  <a:pt x="1369060" y="0"/>
                </a:moveTo>
                <a:lnTo>
                  <a:pt x="0" y="0"/>
                </a:lnTo>
                <a:lnTo>
                  <a:pt x="0" y="403860"/>
                </a:lnTo>
                <a:lnTo>
                  <a:pt x="684529" y="403860"/>
                </a:lnTo>
                <a:lnTo>
                  <a:pt x="1369060" y="403860"/>
                </a:lnTo>
                <a:lnTo>
                  <a:pt x="136906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" name="object 4"/>
          <p:cNvGrpSpPr/>
          <p:nvPr/>
        </p:nvGrpSpPr>
        <p:grpSpPr>
          <a:xfrm>
            <a:off x="864869" y="4984750"/>
            <a:ext cx="6678930" cy="488950"/>
            <a:chOff x="864869" y="4984750"/>
            <a:chExt cx="6678930" cy="488950"/>
          </a:xfrm>
        </p:grpSpPr>
        <p:sp>
          <p:nvSpPr>
            <p:cNvPr id="5" name="object 5"/>
            <p:cNvSpPr/>
            <p:nvPr/>
          </p:nvSpPr>
          <p:spPr>
            <a:xfrm>
              <a:off x="864869" y="4984750"/>
              <a:ext cx="6678930" cy="488950"/>
            </a:xfrm>
            <a:custGeom>
              <a:avLst/>
              <a:gdLst/>
              <a:ahLst/>
              <a:cxnLst/>
              <a:rect l="l" t="t" r="r" b="b"/>
              <a:pathLst>
                <a:path w="6678930" h="488950">
                  <a:moveTo>
                    <a:pt x="6581139" y="0"/>
                  </a:moveTo>
                  <a:lnTo>
                    <a:pt x="99060" y="0"/>
                  </a:lnTo>
                  <a:lnTo>
                    <a:pt x="80010" y="2539"/>
                  </a:lnTo>
                  <a:lnTo>
                    <a:pt x="30480" y="30480"/>
                  </a:lnTo>
                  <a:lnTo>
                    <a:pt x="5080" y="71119"/>
                  </a:lnTo>
                  <a:lnTo>
                    <a:pt x="0" y="99060"/>
                  </a:lnTo>
                  <a:lnTo>
                    <a:pt x="0" y="391159"/>
                  </a:lnTo>
                  <a:lnTo>
                    <a:pt x="12700" y="435609"/>
                  </a:lnTo>
                  <a:lnTo>
                    <a:pt x="45720" y="471169"/>
                  </a:lnTo>
                  <a:lnTo>
                    <a:pt x="71120" y="483869"/>
                  </a:lnTo>
                  <a:lnTo>
                    <a:pt x="80010" y="487680"/>
                  </a:lnTo>
                  <a:lnTo>
                    <a:pt x="88900" y="488950"/>
                  </a:lnTo>
                  <a:lnTo>
                    <a:pt x="6590030" y="488950"/>
                  </a:lnTo>
                  <a:lnTo>
                    <a:pt x="6598920" y="487680"/>
                  </a:lnTo>
                  <a:lnTo>
                    <a:pt x="6607809" y="483869"/>
                  </a:lnTo>
                  <a:lnTo>
                    <a:pt x="6616700" y="481330"/>
                  </a:lnTo>
                  <a:lnTo>
                    <a:pt x="6648450" y="458469"/>
                  </a:lnTo>
                  <a:lnTo>
                    <a:pt x="6677659" y="408940"/>
                  </a:lnTo>
                  <a:lnTo>
                    <a:pt x="6678930" y="400050"/>
                  </a:lnTo>
                  <a:lnTo>
                    <a:pt x="6678930" y="88900"/>
                  </a:lnTo>
                  <a:lnTo>
                    <a:pt x="6661150" y="45719"/>
                  </a:lnTo>
                  <a:lnTo>
                    <a:pt x="6633209" y="17780"/>
                  </a:lnTo>
                  <a:lnTo>
                    <a:pt x="6598920" y="2539"/>
                  </a:lnTo>
                  <a:lnTo>
                    <a:pt x="6581139" y="0"/>
                  </a:lnTo>
                  <a:close/>
                </a:path>
              </a:pathLst>
            </a:custGeom>
            <a:solidFill>
              <a:srgbClr val="FF9900">
                <a:alpha val="29998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55369" y="5212079"/>
              <a:ext cx="193040" cy="165100"/>
            </a:xfrm>
            <a:prstGeom prst="rect">
              <a:avLst/>
            </a:prstGeom>
          </p:spPr>
        </p:pic>
      </p:grp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08000">
              <a:lnSpc>
                <a:spcPct val="100000"/>
              </a:lnSpc>
              <a:spcBef>
                <a:spcPts val="100"/>
              </a:spcBef>
            </a:pPr>
            <a:r>
              <a:rPr spc="-10" dirty="0"/>
              <a:t>Agenda</a:t>
            </a:r>
          </a:p>
        </p:txBody>
      </p:sp>
      <p:pic>
        <p:nvPicPr>
          <p:cNvPr id="8" name="object 8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55369" y="1670050"/>
            <a:ext cx="193040" cy="165100"/>
          </a:xfrm>
          <a:prstGeom prst="rect">
            <a:avLst/>
          </a:prstGeom>
        </p:spPr>
      </p:pic>
      <p:pic>
        <p:nvPicPr>
          <p:cNvPr id="9" name="object 9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55369" y="2377439"/>
            <a:ext cx="193040" cy="165100"/>
          </a:xfrm>
          <a:prstGeom prst="rect">
            <a:avLst/>
          </a:prstGeom>
        </p:spPr>
      </p:pic>
      <p:pic>
        <p:nvPicPr>
          <p:cNvPr id="10" name="object 10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55369" y="3086100"/>
            <a:ext cx="193040" cy="165100"/>
          </a:xfrm>
          <a:prstGeom prst="rect">
            <a:avLst/>
          </a:prstGeom>
        </p:spPr>
      </p:pic>
      <p:pic>
        <p:nvPicPr>
          <p:cNvPr id="11" name="object 11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55369" y="3794759"/>
            <a:ext cx="193040" cy="165100"/>
          </a:xfrm>
          <a:prstGeom prst="rect">
            <a:avLst/>
          </a:prstGeom>
        </p:spPr>
      </p:pic>
      <p:pic>
        <p:nvPicPr>
          <p:cNvPr id="12" name="object 1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55369" y="4503420"/>
            <a:ext cx="193040" cy="165100"/>
          </a:xfrm>
          <a:prstGeom prst="rect">
            <a:avLst/>
          </a:prstGeom>
        </p:spPr>
      </p:pic>
      <p:sp>
        <p:nvSpPr>
          <p:cNvPr id="13" name="object 13"/>
          <p:cNvSpPr txBox="1">
            <a:spLocks noGrp="1"/>
          </p:cNvSpPr>
          <p:nvPr>
            <p:ph type="body" idx="1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-20" dirty="0"/>
              <a:t>VMware</a:t>
            </a:r>
            <a:r>
              <a:rPr spc="-95" dirty="0"/>
              <a:t> </a:t>
            </a:r>
            <a:r>
              <a:rPr dirty="0"/>
              <a:t>ESX</a:t>
            </a:r>
            <a:r>
              <a:rPr spc="-165" dirty="0"/>
              <a:t> </a:t>
            </a:r>
            <a:r>
              <a:rPr spc="-20" dirty="0"/>
              <a:t>Server</a:t>
            </a:r>
            <a:r>
              <a:rPr spc="-130" dirty="0"/>
              <a:t> </a:t>
            </a:r>
            <a:r>
              <a:rPr spc="-25" dirty="0"/>
              <a:t>3i</a:t>
            </a:r>
          </a:p>
          <a:p>
            <a:pPr marL="12700" marR="5080">
              <a:lnSpc>
                <a:spcPct val="193700"/>
              </a:lnSpc>
            </a:pPr>
            <a:r>
              <a:rPr spc="-10" dirty="0"/>
              <a:t>Storage</a:t>
            </a:r>
            <a:r>
              <a:rPr spc="-105" dirty="0"/>
              <a:t> </a:t>
            </a:r>
            <a:r>
              <a:rPr spc="-10" dirty="0"/>
              <a:t>VMotion </a:t>
            </a:r>
            <a:r>
              <a:rPr dirty="0"/>
              <a:t>Continuous</a:t>
            </a:r>
            <a:r>
              <a:rPr spc="-50" dirty="0"/>
              <a:t> </a:t>
            </a:r>
            <a:r>
              <a:rPr spc="-10" dirty="0"/>
              <a:t>Availability </a:t>
            </a:r>
            <a:r>
              <a:rPr dirty="0"/>
              <a:t>Virtual</a:t>
            </a:r>
            <a:r>
              <a:rPr spc="-105" dirty="0"/>
              <a:t> </a:t>
            </a:r>
            <a:r>
              <a:rPr spc="-25" dirty="0"/>
              <a:t>Desktop</a:t>
            </a:r>
            <a:r>
              <a:rPr spc="-95" dirty="0"/>
              <a:t> </a:t>
            </a:r>
            <a:r>
              <a:rPr spc="-35" dirty="0"/>
              <a:t>Manager</a:t>
            </a:r>
            <a:r>
              <a:rPr spc="-135" dirty="0"/>
              <a:t> </a:t>
            </a:r>
            <a:r>
              <a:rPr spc="-25" dirty="0"/>
              <a:t>2.0 </a:t>
            </a:r>
            <a:r>
              <a:rPr dirty="0"/>
              <a:t>Site</a:t>
            </a:r>
            <a:r>
              <a:rPr spc="-45" dirty="0"/>
              <a:t> Recovery</a:t>
            </a:r>
            <a:r>
              <a:rPr spc="-85" dirty="0"/>
              <a:t> </a:t>
            </a:r>
            <a:r>
              <a:rPr spc="-10" dirty="0"/>
              <a:t>Manager Other</a:t>
            </a:r>
            <a:r>
              <a:rPr spc="-145" dirty="0"/>
              <a:t> </a:t>
            </a:r>
            <a:r>
              <a:rPr spc="-10" dirty="0"/>
              <a:t>announcements</a:t>
            </a:r>
          </a:p>
        </p:txBody>
      </p:sp>
      <p:sp>
        <p:nvSpPr>
          <p:cNvPr id="15" name="Slide Number Placeholder 14">
            <a:extLst>
              <a:ext uri="{FF2B5EF4-FFF2-40B4-BE49-F238E27FC236}">
                <a16:creationId xmlns:a16="http://schemas.microsoft.com/office/drawing/2014/main" id="{AB5E95B5-B416-7BF8-2717-09BA0AE571E3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pPr marL="6604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lang="en-US" spc="-50" smtClean="0"/>
              <a:t>67</a:t>
            </a:fld>
            <a:endParaRPr lang="en-US" spc="-50" dirty="0"/>
          </a:p>
        </p:txBody>
      </p:sp>
    </p:spTree>
  </p:cSld>
  <p:clrMapOvr>
    <a:masterClrMapping/>
  </p:clrMapOvr>
  <p:transition>
    <p:wipe dir="r"/>
  </p:transition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533400" y="528319"/>
            <a:ext cx="4191000" cy="455930"/>
          </a:xfrm>
          <a:custGeom>
            <a:avLst/>
            <a:gdLst/>
            <a:ahLst/>
            <a:cxnLst/>
            <a:rect l="l" t="t" r="r" b="b"/>
            <a:pathLst>
              <a:path w="4191000" h="455930">
                <a:moveTo>
                  <a:pt x="4191000" y="0"/>
                </a:moveTo>
                <a:lnTo>
                  <a:pt x="0" y="0"/>
                </a:lnTo>
                <a:lnTo>
                  <a:pt x="0" y="455929"/>
                </a:lnTo>
                <a:lnTo>
                  <a:pt x="2095500" y="455929"/>
                </a:lnTo>
                <a:lnTo>
                  <a:pt x="4191000" y="455929"/>
                </a:lnTo>
                <a:lnTo>
                  <a:pt x="41910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0960">
              <a:lnSpc>
                <a:spcPct val="100000"/>
              </a:lnSpc>
              <a:spcBef>
                <a:spcPts val="100"/>
              </a:spcBef>
            </a:pPr>
            <a:r>
              <a:rPr spc="-10" dirty="0"/>
              <a:t>Other</a:t>
            </a:r>
            <a:r>
              <a:rPr spc="-145" dirty="0"/>
              <a:t> </a:t>
            </a:r>
            <a:r>
              <a:rPr spc="-20" dirty="0"/>
              <a:t>announcements</a:t>
            </a: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73709" y="1551939"/>
            <a:ext cx="161290" cy="137160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73430" y="1969770"/>
            <a:ext cx="132079" cy="132079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73430" y="2358389"/>
            <a:ext cx="132079" cy="132079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842010" y="1314308"/>
            <a:ext cx="7430770" cy="1536065"/>
          </a:xfrm>
          <a:prstGeom prst="rect">
            <a:avLst/>
          </a:prstGeom>
        </p:spPr>
        <p:txBody>
          <a:bodyPr vert="horz" wrap="square" lIns="0" tIns="1536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10"/>
              </a:spcBef>
            </a:pPr>
            <a:r>
              <a:rPr sz="2000" dirty="0">
                <a:latin typeface="Arial"/>
                <a:cs typeface="Arial"/>
              </a:rPr>
              <a:t>VMware</a:t>
            </a:r>
            <a:r>
              <a:rPr sz="2000" spc="-35" dirty="0">
                <a:latin typeface="Arial"/>
                <a:cs typeface="Arial"/>
              </a:rPr>
              <a:t> </a:t>
            </a:r>
            <a:r>
              <a:rPr sz="2000" dirty="0">
                <a:latin typeface="Arial"/>
                <a:cs typeface="Arial"/>
              </a:rPr>
              <a:t>Tools</a:t>
            </a:r>
            <a:r>
              <a:rPr sz="2000" spc="-35" dirty="0">
                <a:latin typeface="Arial"/>
                <a:cs typeface="Arial"/>
              </a:rPr>
              <a:t> </a:t>
            </a:r>
            <a:r>
              <a:rPr sz="2000" dirty="0">
                <a:latin typeface="Arial"/>
                <a:cs typeface="Arial"/>
              </a:rPr>
              <a:t>are</a:t>
            </a:r>
            <a:r>
              <a:rPr sz="2000" spc="-40" dirty="0">
                <a:latin typeface="Arial"/>
                <a:cs typeface="Arial"/>
              </a:rPr>
              <a:t> </a:t>
            </a:r>
            <a:r>
              <a:rPr sz="2000" dirty="0">
                <a:latin typeface="Arial"/>
                <a:cs typeface="Arial"/>
              </a:rPr>
              <a:t>now</a:t>
            </a:r>
            <a:r>
              <a:rPr sz="2000" spc="-35" dirty="0">
                <a:latin typeface="Arial"/>
                <a:cs typeface="Arial"/>
              </a:rPr>
              <a:t> </a:t>
            </a:r>
            <a:r>
              <a:rPr sz="2000" dirty="0">
                <a:latin typeface="Arial"/>
                <a:cs typeface="Arial"/>
              </a:rPr>
              <a:t>Open</a:t>
            </a:r>
            <a:r>
              <a:rPr sz="2000" spc="-35" dirty="0">
                <a:latin typeface="Arial"/>
                <a:cs typeface="Arial"/>
              </a:rPr>
              <a:t> </a:t>
            </a:r>
            <a:r>
              <a:rPr sz="2000" spc="-10" dirty="0">
                <a:latin typeface="Arial"/>
                <a:cs typeface="Arial"/>
              </a:rPr>
              <a:t>Source</a:t>
            </a:r>
            <a:endParaRPr sz="2000">
              <a:latin typeface="Arial"/>
              <a:cs typeface="Arial"/>
            </a:endParaRPr>
          </a:p>
          <a:p>
            <a:pPr marL="274320">
              <a:lnSpc>
                <a:spcPct val="100000"/>
              </a:lnSpc>
              <a:spcBef>
                <a:spcPts val="1000"/>
              </a:spcBef>
            </a:pPr>
            <a:r>
              <a:rPr sz="1800" dirty="0">
                <a:latin typeface="Arial"/>
                <a:cs typeface="Arial"/>
              </a:rPr>
              <a:t>VMware</a:t>
            </a:r>
            <a:r>
              <a:rPr sz="1800" spc="-40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Tools</a:t>
            </a:r>
            <a:r>
              <a:rPr sz="1800" spc="-35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can</a:t>
            </a:r>
            <a:r>
              <a:rPr sz="1800" spc="-35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be</a:t>
            </a:r>
            <a:r>
              <a:rPr sz="1800" spc="-35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shipped</a:t>
            </a:r>
            <a:r>
              <a:rPr sz="1800" spc="-35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inside</a:t>
            </a:r>
            <a:r>
              <a:rPr sz="1800" spc="-35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Virtual</a:t>
            </a:r>
            <a:r>
              <a:rPr sz="1800" spc="-35" dirty="0">
                <a:latin typeface="Arial"/>
                <a:cs typeface="Arial"/>
              </a:rPr>
              <a:t> </a:t>
            </a:r>
            <a:r>
              <a:rPr sz="1800" spc="-10" dirty="0">
                <a:latin typeface="Arial"/>
                <a:cs typeface="Arial"/>
              </a:rPr>
              <a:t>Appliances</a:t>
            </a:r>
            <a:endParaRPr sz="1800">
              <a:latin typeface="Arial"/>
              <a:cs typeface="Arial"/>
            </a:endParaRPr>
          </a:p>
          <a:p>
            <a:pPr marL="274320" marR="5080">
              <a:lnSpc>
                <a:spcPct val="100000"/>
              </a:lnSpc>
              <a:spcBef>
                <a:spcPts val="900"/>
              </a:spcBef>
            </a:pPr>
            <a:r>
              <a:rPr sz="1800" dirty="0">
                <a:latin typeface="Arial"/>
                <a:cs typeface="Arial"/>
              </a:rPr>
              <a:t>Open</a:t>
            </a:r>
            <a:r>
              <a:rPr sz="1800" spc="-35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Source</a:t>
            </a:r>
            <a:r>
              <a:rPr sz="1800" spc="-35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Community</a:t>
            </a:r>
            <a:r>
              <a:rPr sz="1800" spc="-30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can</a:t>
            </a:r>
            <a:r>
              <a:rPr sz="1800" spc="-40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modify</a:t>
            </a:r>
            <a:r>
              <a:rPr sz="1800" spc="-35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the</a:t>
            </a:r>
            <a:r>
              <a:rPr sz="1800" spc="-30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VMware</a:t>
            </a:r>
            <a:r>
              <a:rPr sz="1800" spc="-35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Tools</a:t>
            </a:r>
            <a:r>
              <a:rPr sz="1800" spc="-30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to</a:t>
            </a:r>
            <a:r>
              <a:rPr sz="1800" spc="-35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support</a:t>
            </a:r>
            <a:r>
              <a:rPr sz="1800" spc="-30" dirty="0">
                <a:latin typeface="Arial"/>
                <a:cs typeface="Arial"/>
              </a:rPr>
              <a:t> </a:t>
            </a:r>
            <a:r>
              <a:rPr sz="1800" spc="-25" dirty="0">
                <a:latin typeface="Arial"/>
                <a:cs typeface="Arial"/>
              </a:rPr>
              <a:t>any </a:t>
            </a:r>
            <a:r>
              <a:rPr sz="1800" dirty="0">
                <a:latin typeface="Arial"/>
                <a:cs typeface="Arial"/>
              </a:rPr>
              <a:t>Operating</a:t>
            </a:r>
            <a:r>
              <a:rPr sz="1800" spc="-60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System</a:t>
            </a:r>
            <a:r>
              <a:rPr sz="1800" spc="-45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(Debian,</a:t>
            </a:r>
            <a:r>
              <a:rPr sz="1800" spc="-50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FreeBSD,</a:t>
            </a:r>
            <a:r>
              <a:rPr sz="1800" spc="-50" dirty="0">
                <a:latin typeface="Arial"/>
                <a:cs typeface="Arial"/>
              </a:rPr>
              <a:t> </a:t>
            </a:r>
            <a:r>
              <a:rPr sz="1800" spc="-10" dirty="0">
                <a:latin typeface="Arial"/>
                <a:cs typeface="Arial"/>
              </a:rPr>
              <a:t>etc.)</a:t>
            </a:r>
            <a:endParaRPr sz="1800">
              <a:latin typeface="Arial"/>
              <a:cs typeface="Arial"/>
            </a:endParaRPr>
          </a:p>
        </p:txBody>
      </p:sp>
      <p:pic>
        <p:nvPicPr>
          <p:cNvPr id="8" name="object 8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73709" y="3811270"/>
            <a:ext cx="161290" cy="137160"/>
          </a:xfrm>
          <a:prstGeom prst="rect">
            <a:avLst/>
          </a:prstGeom>
        </p:spPr>
      </p:pic>
      <p:pic>
        <p:nvPicPr>
          <p:cNvPr id="9" name="object 9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73430" y="4230370"/>
            <a:ext cx="132079" cy="132080"/>
          </a:xfrm>
          <a:prstGeom prst="rect">
            <a:avLst/>
          </a:prstGeom>
        </p:spPr>
      </p:pic>
      <p:pic>
        <p:nvPicPr>
          <p:cNvPr id="10" name="object 10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73430" y="4893309"/>
            <a:ext cx="132079" cy="132080"/>
          </a:xfrm>
          <a:prstGeom prst="rect">
            <a:avLst/>
          </a:prstGeom>
        </p:spPr>
      </p:pic>
      <p:pic>
        <p:nvPicPr>
          <p:cNvPr id="11" name="object 11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73430" y="5280659"/>
            <a:ext cx="132079" cy="132080"/>
          </a:xfrm>
          <a:prstGeom prst="rect">
            <a:avLst/>
          </a:prstGeom>
        </p:spPr>
      </p:pic>
      <p:sp>
        <p:nvSpPr>
          <p:cNvPr id="12" name="object 12"/>
          <p:cNvSpPr txBox="1"/>
          <p:nvPr/>
        </p:nvSpPr>
        <p:spPr>
          <a:xfrm>
            <a:off x="842010" y="3573638"/>
            <a:ext cx="5158105" cy="1924685"/>
          </a:xfrm>
          <a:prstGeom prst="rect">
            <a:avLst/>
          </a:prstGeom>
        </p:spPr>
        <p:txBody>
          <a:bodyPr vert="horz" wrap="square" lIns="0" tIns="1536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10"/>
              </a:spcBef>
            </a:pPr>
            <a:r>
              <a:rPr sz="2000" dirty="0">
                <a:latin typeface="Arial"/>
                <a:cs typeface="Arial"/>
              </a:rPr>
              <a:t>VMware</a:t>
            </a:r>
            <a:r>
              <a:rPr sz="2000" spc="-55" dirty="0">
                <a:latin typeface="Arial"/>
                <a:cs typeface="Arial"/>
              </a:rPr>
              <a:t> </a:t>
            </a:r>
            <a:r>
              <a:rPr sz="2000" dirty="0">
                <a:latin typeface="Arial"/>
                <a:cs typeface="Arial"/>
              </a:rPr>
              <a:t>Virtual</a:t>
            </a:r>
            <a:r>
              <a:rPr sz="2000" spc="-55" dirty="0">
                <a:latin typeface="Arial"/>
                <a:cs typeface="Arial"/>
              </a:rPr>
              <a:t> </a:t>
            </a:r>
            <a:r>
              <a:rPr sz="2000" dirty="0">
                <a:latin typeface="Arial"/>
                <a:cs typeface="Arial"/>
              </a:rPr>
              <a:t>Machine</a:t>
            </a:r>
            <a:r>
              <a:rPr sz="2000" spc="-50" dirty="0">
                <a:latin typeface="Arial"/>
                <a:cs typeface="Arial"/>
              </a:rPr>
              <a:t> </a:t>
            </a:r>
            <a:r>
              <a:rPr sz="2000" spc="-10" dirty="0">
                <a:latin typeface="Arial"/>
                <a:cs typeface="Arial"/>
              </a:rPr>
              <a:t>Streaming</a:t>
            </a:r>
            <a:endParaRPr sz="2000">
              <a:latin typeface="Arial"/>
              <a:cs typeface="Arial"/>
            </a:endParaRPr>
          </a:p>
          <a:p>
            <a:pPr marL="274320" marR="5080">
              <a:lnSpc>
                <a:spcPct val="100000"/>
              </a:lnSpc>
              <a:spcBef>
                <a:spcPts val="1000"/>
              </a:spcBef>
            </a:pPr>
            <a:r>
              <a:rPr sz="1800" dirty="0">
                <a:latin typeface="Arial"/>
                <a:cs typeface="Arial"/>
              </a:rPr>
              <a:t>Allows</a:t>
            </a:r>
            <a:r>
              <a:rPr sz="1800" spc="-40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for</a:t>
            </a:r>
            <a:r>
              <a:rPr sz="1800" spc="-30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direct</a:t>
            </a:r>
            <a:r>
              <a:rPr sz="1800" spc="-25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execution</a:t>
            </a:r>
            <a:r>
              <a:rPr sz="1800" spc="-25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of</a:t>
            </a:r>
            <a:r>
              <a:rPr sz="1800" spc="-25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a</a:t>
            </a:r>
            <a:r>
              <a:rPr sz="1800" spc="-35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Virtual</a:t>
            </a:r>
            <a:r>
              <a:rPr sz="1800" spc="-30" dirty="0">
                <a:latin typeface="Arial"/>
                <a:cs typeface="Arial"/>
              </a:rPr>
              <a:t> </a:t>
            </a:r>
            <a:r>
              <a:rPr sz="1800" spc="-10" dirty="0">
                <a:latin typeface="Arial"/>
                <a:cs typeface="Arial"/>
              </a:rPr>
              <a:t>Appliance </a:t>
            </a:r>
            <a:r>
              <a:rPr sz="1800" dirty="0">
                <a:latin typeface="Arial"/>
                <a:cs typeface="Arial"/>
              </a:rPr>
              <a:t>from</a:t>
            </a:r>
            <a:r>
              <a:rPr sz="1800" spc="-10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the</a:t>
            </a:r>
            <a:r>
              <a:rPr sz="1800" spc="-20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VA</a:t>
            </a:r>
            <a:r>
              <a:rPr sz="1800" spc="-20" dirty="0">
                <a:latin typeface="Arial"/>
                <a:cs typeface="Arial"/>
              </a:rPr>
              <a:t> </a:t>
            </a:r>
            <a:r>
              <a:rPr sz="1800" spc="-10" dirty="0">
                <a:latin typeface="Arial"/>
                <a:cs typeface="Arial"/>
              </a:rPr>
              <a:t>Marketplace</a:t>
            </a:r>
            <a:endParaRPr sz="1800">
              <a:latin typeface="Arial"/>
              <a:cs typeface="Arial"/>
            </a:endParaRPr>
          </a:p>
          <a:p>
            <a:pPr marL="274320">
              <a:lnSpc>
                <a:spcPct val="100000"/>
              </a:lnSpc>
              <a:spcBef>
                <a:spcPts val="900"/>
              </a:spcBef>
            </a:pPr>
            <a:r>
              <a:rPr sz="1800" dirty="0">
                <a:latin typeface="Arial"/>
                <a:cs typeface="Arial"/>
              </a:rPr>
              <a:t>Saves</a:t>
            </a:r>
            <a:r>
              <a:rPr sz="1800" spc="-15" dirty="0">
                <a:latin typeface="Arial"/>
                <a:cs typeface="Arial"/>
              </a:rPr>
              <a:t> </a:t>
            </a:r>
            <a:r>
              <a:rPr sz="1800" spc="-10" dirty="0">
                <a:latin typeface="Arial"/>
                <a:cs typeface="Arial"/>
              </a:rPr>
              <a:t>download-</a:t>
            </a:r>
            <a:r>
              <a:rPr sz="1800" spc="-20" dirty="0">
                <a:latin typeface="Arial"/>
                <a:cs typeface="Arial"/>
              </a:rPr>
              <a:t>time</a:t>
            </a:r>
            <a:endParaRPr sz="1800">
              <a:latin typeface="Arial"/>
              <a:cs typeface="Arial"/>
            </a:endParaRPr>
          </a:p>
          <a:p>
            <a:pPr marL="274320">
              <a:lnSpc>
                <a:spcPct val="100000"/>
              </a:lnSpc>
              <a:spcBef>
                <a:spcPts val="900"/>
              </a:spcBef>
            </a:pPr>
            <a:r>
              <a:rPr sz="1800" dirty="0">
                <a:latin typeface="Arial"/>
                <a:cs typeface="Arial"/>
              </a:rPr>
              <a:t>Can</a:t>
            </a:r>
            <a:r>
              <a:rPr sz="1800" spc="-30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be</a:t>
            </a:r>
            <a:r>
              <a:rPr sz="1800" spc="-30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used</a:t>
            </a:r>
            <a:r>
              <a:rPr sz="1800" spc="-25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in</a:t>
            </a:r>
            <a:r>
              <a:rPr sz="1800" spc="-30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various</a:t>
            </a:r>
            <a:r>
              <a:rPr sz="1800" spc="-20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areas</a:t>
            </a:r>
            <a:r>
              <a:rPr sz="1800" spc="-30" dirty="0">
                <a:latin typeface="Arial"/>
                <a:cs typeface="Arial"/>
              </a:rPr>
              <a:t> </a:t>
            </a:r>
            <a:r>
              <a:rPr sz="1800" dirty="0">
                <a:latin typeface="Arial"/>
                <a:cs typeface="Arial"/>
              </a:rPr>
              <a:t>(e.g.</a:t>
            </a:r>
            <a:r>
              <a:rPr sz="1800" spc="-15" dirty="0">
                <a:latin typeface="Arial"/>
                <a:cs typeface="Arial"/>
              </a:rPr>
              <a:t> </a:t>
            </a:r>
            <a:r>
              <a:rPr sz="1800" spc="-20" dirty="0">
                <a:latin typeface="Arial"/>
                <a:cs typeface="Arial"/>
              </a:rPr>
              <a:t>VDI)</a:t>
            </a:r>
            <a:endParaRPr sz="18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04470" y="6113779"/>
            <a:ext cx="712724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 marR="30480">
              <a:lnSpc>
                <a:spcPct val="100000"/>
              </a:lnSpc>
              <a:spcBef>
                <a:spcPts val="100"/>
              </a:spcBef>
            </a:pPr>
            <a:r>
              <a:rPr sz="1000" i="1" spc="-10" dirty="0">
                <a:solidFill>
                  <a:srgbClr val="FFFFFF"/>
                </a:solidFill>
                <a:latin typeface="Arial"/>
                <a:cs typeface="Arial"/>
              </a:rPr>
              <a:t>These</a:t>
            </a:r>
            <a:r>
              <a:rPr sz="1000" i="1" spc="-5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i="1" spc="-10" dirty="0">
                <a:solidFill>
                  <a:srgbClr val="FFFFFF"/>
                </a:solidFill>
                <a:latin typeface="Arial"/>
                <a:cs typeface="Arial"/>
              </a:rPr>
              <a:t>features</a:t>
            </a:r>
            <a:r>
              <a:rPr sz="1000" i="1" spc="-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i="1" dirty="0">
                <a:solidFill>
                  <a:srgbClr val="FFFFFF"/>
                </a:solidFill>
                <a:latin typeface="Arial"/>
                <a:cs typeface="Arial"/>
              </a:rPr>
              <a:t>are</a:t>
            </a:r>
            <a:r>
              <a:rPr sz="1000" i="1" spc="-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i="1" spc="-10" dirty="0">
                <a:solidFill>
                  <a:srgbClr val="FFFFFF"/>
                </a:solidFill>
                <a:latin typeface="Arial"/>
                <a:cs typeface="Arial"/>
              </a:rPr>
              <a:t>representative</a:t>
            </a:r>
            <a:r>
              <a:rPr sz="1000" i="1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i="1" dirty="0">
                <a:solidFill>
                  <a:srgbClr val="FFFFFF"/>
                </a:solidFill>
                <a:latin typeface="Arial"/>
                <a:cs typeface="Arial"/>
              </a:rPr>
              <a:t>of</a:t>
            </a:r>
            <a:r>
              <a:rPr sz="1000" i="1" spc="-3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i="1" spc="-10" dirty="0">
                <a:solidFill>
                  <a:srgbClr val="FFFFFF"/>
                </a:solidFill>
                <a:latin typeface="Arial"/>
                <a:cs typeface="Arial"/>
              </a:rPr>
              <a:t>feature</a:t>
            </a:r>
            <a:r>
              <a:rPr sz="1000" i="1" spc="-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i="1" spc="-10" dirty="0">
                <a:solidFill>
                  <a:srgbClr val="FFFFFF"/>
                </a:solidFill>
                <a:latin typeface="Arial"/>
                <a:cs typeface="Arial"/>
              </a:rPr>
              <a:t>areas</a:t>
            </a:r>
            <a:r>
              <a:rPr sz="1000" i="1" spc="-3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i="1" spc="-10" dirty="0">
                <a:solidFill>
                  <a:srgbClr val="FFFFFF"/>
                </a:solidFill>
                <a:latin typeface="Arial"/>
                <a:cs typeface="Arial"/>
              </a:rPr>
              <a:t>under</a:t>
            </a:r>
            <a:r>
              <a:rPr sz="1000" i="1" spc="-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i="1" dirty="0">
                <a:solidFill>
                  <a:srgbClr val="FFFFFF"/>
                </a:solidFill>
                <a:latin typeface="Arial"/>
                <a:cs typeface="Arial"/>
              </a:rPr>
              <a:t>development.</a:t>
            </a:r>
            <a:r>
              <a:rPr sz="1000" i="1" spc="2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i="1" spc="-10" dirty="0">
                <a:solidFill>
                  <a:srgbClr val="FFFFFF"/>
                </a:solidFill>
                <a:latin typeface="Arial"/>
                <a:cs typeface="Arial"/>
              </a:rPr>
              <a:t>Feature</a:t>
            </a:r>
            <a:r>
              <a:rPr sz="1000" i="1" spc="-3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i="1" spc="-10" dirty="0">
                <a:solidFill>
                  <a:srgbClr val="FFFFFF"/>
                </a:solidFill>
                <a:latin typeface="Arial"/>
                <a:cs typeface="Arial"/>
              </a:rPr>
              <a:t>commitments</a:t>
            </a:r>
            <a:r>
              <a:rPr sz="1000" i="1" spc="-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i="1" dirty="0">
                <a:solidFill>
                  <a:srgbClr val="FFFFFF"/>
                </a:solidFill>
                <a:latin typeface="Arial"/>
                <a:cs typeface="Arial"/>
              </a:rPr>
              <a:t>must</a:t>
            </a:r>
            <a:r>
              <a:rPr sz="1000" i="1" spc="-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i="1" dirty="0">
                <a:solidFill>
                  <a:srgbClr val="FFFFFF"/>
                </a:solidFill>
                <a:latin typeface="Arial"/>
                <a:cs typeface="Arial"/>
              </a:rPr>
              <a:t>not</a:t>
            </a:r>
            <a:r>
              <a:rPr sz="1000" i="1" spc="-3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i="1" dirty="0">
                <a:solidFill>
                  <a:srgbClr val="FFFFFF"/>
                </a:solidFill>
                <a:latin typeface="Arial"/>
                <a:cs typeface="Arial"/>
              </a:rPr>
              <a:t>be</a:t>
            </a:r>
            <a:r>
              <a:rPr sz="1000" i="1" spc="-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i="1" spc="-10" dirty="0">
                <a:solidFill>
                  <a:srgbClr val="FFFFFF"/>
                </a:solidFill>
                <a:latin typeface="Arial"/>
                <a:cs typeface="Arial"/>
              </a:rPr>
              <a:t>included</a:t>
            </a:r>
            <a:r>
              <a:rPr sz="1000" i="1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i="1" dirty="0">
                <a:solidFill>
                  <a:srgbClr val="FFFFFF"/>
                </a:solidFill>
                <a:latin typeface="Arial"/>
                <a:cs typeface="Arial"/>
              </a:rPr>
              <a:t>in</a:t>
            </a:r>
            <a:r>
              <a:rPr sz="1000" i="1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i="1" spc="-10" dirty="0">
                <a:solidFill>
                  <a:srgbClr val="FFFFFF"/>
                </a:solidFill>
                <a:latin typeface="Arial"/>
                <a:cs typeface="Arial"/>
              </a:rPr>
              <a:t>contracts, </a:t>
            </a:r>
            <a:r>
              <a:rPr sz="1000" i="1" spc="-105" dirty="0">
                <a:solidFill>
                  <a:srgbClr val="FFFFFF"/>
                </a:solidFill>
                <a:latin typeface="Arial"/>
                <a:cs typeface="Arial"/>
              </a:rPr>
              <a:t>pur</a:t>
            </a:r>
            <a:r>
              <a:rPr sz="1200" spc="-157" baseline="41666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1000" i="1" spc="-10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200" spc="-157" baseline="41666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1000" i="1" spc="-105" dirty="0">
                <a:solidFill>
                  <a:srgbClr val="FFFFFF"/>
                </a:solidFill>
                <a:latin typeface="Arial"/>
                <a:cs typeface="Arial"/>
              </a:rPr>
              <a:t>hase</a:t>
            </a:r>
            <a:r>
              <a:rPr sz="1000" i="1" spc="-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i="1" spc="-10" dirty="0">
                <a:solidFill>
                  <a:srgbClr val="FFFFFF"/>
                </a:solidFill>
                <a:latin typeface="Arial"/>
                <a:cs typeface="Arial"/>
              </a:rPr>
              <a:t>orders,</a:t>
            </a:r>
            <a:r>
              <a:rPr sz="1000" i="1" spc="-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i="1" dirty="0">
                <a:solidFill>
                  <a:srgbClr val="FFFFFF"/>
                </a:solidFill>
                <a:latin typeface="Arial"/>
                <a:cs typeface="Arial"/>
              </a:rPr>
              <a:t>or</a:t>
            </a:r>
            <a:r>
              <a:rPr sz="1000" i="1" spc="-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i="1" dirty="0">
                <a:solidFill>
                  <a:srgbClr val="FFFFFF"/>
                </a:solidFill>
                <a:latin typeface="Arial"/>
                <a:cs typeface="Arial"/>
              </a:rPr>
              <a:t>sales</a:t>
            </a:r>
            <a:r>
              <a:rPr sz="1000" i="1" spc="-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i="1" spc="-10" dirty="0">
                <a:solidFill>
                  <a:srgbClr val="FFFFFF"/>
                </a:solidFill>
                <a:latin typeface="Arial"/>
                <a:cs typeface="Arial"/>
              </a:rPr>
              <a:t>agreements</a:t>
            </a:r>
            <a:r>
              <a:rPr sz="1000" i="1" spc="-3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i="1" dirty="0">
                <a:solidFill>
                  <a:srgbClr val="FFFFFF"/>
                </a:solidFill>
                <a:latin typeface="Arial"/>
                <a:cs typeface="Arial"/>
              </a:rPr>
              <a:t>of</a:t>
            </a:r>
            <a:r>
              <a:rPr sz="1000" i="1" spc="-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i="1" dirty="0">
                <a:solidFill>
                  <a:srgbClr val="FFFFFF"/>
                </a:solidFill>
                <a:latin typeface="Arial"/>
                <a:cs typeface="Arial"/>
              </a:rPr>
              <a:t>any</a:t>
            </a:r>
            <a:r>
              <a:rPr sz="1000" i="1" spc="-3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i="1" dirty="0">
                <a:solidFill>
                  <a:srgbClr val="FFFFFF"/>
                </a:solidFill>
                <a:latin typeface="Arial"/>
                <a:cs typeface="Arial"/>
              </a:rPr>
              <a:t>kind.</a:t>
            </a:r>
            <a:r>
              <a:rPr sz="1000" i="1" spc="22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i="1" spc="-10" dirty="0">
                <a:solidFill>
                  <a:srgbClr val="FFFFFF"/>
                </a:solidFill>
                <a:latin typeface="Arial"/>
                <a:cs typeface="Arial"/>
              </a:rPr>
              <a:t>Technical</a:t>
            </a:r>
            <a:r>
              <a:rPr sz="1000" i="1" spc="-2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i="1" spc="-10" dirty="0">
                <a:solidFill>
                  <a:srgbClr val="FFFFFF"/>
                </a:solidFill>
                <a:latin typeface="Arial"/>
                <a:cs typeface="Arial"/>
              </a:rPr>
              <a:t>feasibility</a:t>
            </a:r>
            <a:r>
              <a:rPr sz="1000" i="1" spc="-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i="1" dirty="0">
                <a:solidFill>
                  <a:srgbClr val="FFFFFF"/>
                </a:solidFill>
                <a:latin typeface="Arial"/>
                <a:cs typeface="Arial"/>
              </a:rPr>
              <a:t>and</a:t>
            </a:r>
            <a:r>
              <a:rPr sz="1000" i="1" spc="-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i="1" spc="-10" dirty="0">
                <a:solidFill>
                  <a:srgbClr val="FFFFFF"/>
                </a:solidFill>
                <a:latin typeface="Arial"/>
                <a:cs typeface="Arial"/>
              </a:rPr>
              <a:t>market</a:t>
            </a:r>
            <a:r>
              <a:rPr sz="1000" i="1" spc="-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i="1" spc="-10" dirty="0">
                <a:solidFill>
                  <a:srgbClr val="FFFFFF"/>
                </a:solidFill>
                <a:latin typeface="Arial"/>
                <a:cs typeface="Arial"/>
              </a:rPr>
              <a:t>demand</a:t>
            </a:r>
            <a:r>
              <a:rPr sz="1000" i="1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i="1" dirty="0">
                <a:solidFill>
                  <a:srgbClr val="FFFFFF"/>
                </a:solidFill>
                <a:latin typeface="Arial"/>
                <a:cs typeface="Arial"/>
              </a:rPr>
              <a:t>will</a:t>
            </a:r>
            <a:r>
              <a:rPr sz="1000" i="1" spc="-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i="1" dirty="0">
                <a:solidFill>
                  <a:srgbClr val="FFFFFF"/>
                </a:solidFill>
                <a:latin typeface="Arial"/>
                <a:cs typeface="Arial"/>
              </a:rPr>
              <a:t>affect</a:t>
            </a:r>
            <a:r>
              <a:rPr sz="1000" i="1" spc="-3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i="1" dirty="0">
                <a:solidFill>
                  <a:srgbClr val="FFFFFF"/>
                </a:solidFill>
                <a:latin typeface="Arial"/>
                <a:cs typeface="Arial"/>
              </a:rPr>
              <a:t>final</a:t>
            </a:r>
            <a:r>
              <a:rPr sz="1000" i="1" spc="-3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i="1" spc="-10" dirty="0">
                <a:solidFill>
                  <a:srgbClr val="FFFFFF"/>
                </a:solidFill>
                <a:latin typeface="Arial"/>
                <a:cs typeface="Arial"/>
              </a:rPr>
              <a:t>delivery.</a:t>
            </a:r>
            <a:endParaRPr sz="1000">
              <a:latin typeface="Arial"/>
              <a:cs typeface="Arial"/>
            </a:endParaRPr>
          </a:p>
        </p:txBody>
      </p:sp>
      <p:pic>
        <p:nvPicPr>
          <p:cNvPr id="14" name="object 1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5867400" y="2796539"/>
            <a:ext cx="2819400" cy="2766060"/>
          </a:xfrm>
          <a:prstGeom prst="rect">
            <a:avLst/>
          </a:prstGeom>
        </p:spPr>
      </p:pic>
      <p:sp>
        <p:nvSpPr>
          <p:cNvPr id="16" name="Slide Number Placeholder 15">
            <a:extLst>
              <a:ext uri="{FF2B5EF4-FFF2-40B4-BE49-F238E27FC236}">
                <a16:creationId xmlns:a16="http://schemas.microsoft.com/office/drawing/2014/main" id="{A1E78379-8F4E-B3CF-9C11-9A6617C13A3D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pPr marL="6604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lang="en-US" spc="-50" smtClean="0"/>
              <a:t>68</a:t>
            </a:fld>
            <a:endParaRPr lang="en-US" spc="-50" dirty="0"/>
          </a:p>
        </p:txBody>
      </p:sp>
    </p:spTree>
  </p:cSld>
  <p:clrMapOvr>
    <a:masterClrMapping/>
  </p:clrMapOvr>
  <p:transition>
    <p:wipe dir="r"/>
  </p:transition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9144000" cy="6858000"/>
          </a:xfrm>
          <a:prstGeom prst="rect">
            <a:avLst/>
          </a:prstGeom>
        </p:spPr>
      </p:pic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534669" y="2498090"/>
            <a:ext cx="5657850" cy="1031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600" spc="-10" dirty="0">
                <a:solidFill>
                  <a:srgbClr val="333333"/>
                </a:solidFill>
              </a:rPr>
              <a:t>Questions???</a:t>
            </a:r>
            <a:endParaRPr sz="6600"/>
          </a:p>
        </p:txBody>
      </p:sp>
      <p:sp>
        <p:nvSpPr>
          <p:cNvPr id="4" name="object 4"/>
          <p:cNvSpPr txBox="1"/>
          <p:nvPr/>
        </p:nvSpPr>
        <p:spPr>
          <a:xfrm>
            <a:off x="3964940" y="4104640"/>
            <a:ext cx="2875915" cy="179070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marR="5080">
              <a:lnSpc>
                <a:spcPct val="131600"/>
              </a:lnSpc>
              <a:spcBef>
                <a:spcPts val="105"/>
              </a:spcBef>
            </a:pPr>
            <a:r>
              <a:rPr sz="2200" dirty="0">
                <a:latin typeface="Arial"/>
                <a:cs typeface="Arial"/>
              </a:rPr>
              <a:t>Dirk</a:t>
            </a:r>
            <a:r>
              <a:rPr sz="2200" spc="-90" dirty="0">
                <a:latin typeface="Arial"/>
                <a:cs typeface="Arial"/>
              </a:rPr>
              <a:t> </a:t>
            </a:r>
            <a:r>
              <a:rPr sz="2200" dirty="0">
                <a:latin typeface="Arial"/>
                <a:cs typeface="Arial"/>
              </a:rPr>
              <a:t>De</a:t>
            </a:r>
            <a:r>
              <a:rPr sz="2200" spc="-85" dirty="0">
                <a:latin typeface="Arial"/>
                <a:cs typeface="Arial"/>
              </a:rPr>
              <a:t> </a:t>
            </a:r>
            <a:r>
              <a:rPr sz="2200" spc="-10" dirty="0">
                <a:latin typeface="Arial"/>
                <a:cs typeface="Arial"/>
              </a:rPr>
              <a:t>Meirsman Reseller</a:t>
            </a:r>
            <a:r>
              <a:rPr sz="2200" spc="-135" dirty="0">
                <a:latin typeface="Arial"/>
                <a:cs typeface="Arial"/>
              </a:rPr>
              <a:t> </a:t>
            </a:r>
            <a:r>
              <a:rPr sz="2200" spc="-10" dirty="0">
                <a:latin typeface="Arial"/>
                <a:cs typeface="Arial"/>
              </a:rPr>
              <a:t>Manager </a:t>
            </a:r>
            <a:r>
              <a:rPr sz="2200" spc="-20" dirty="0">
                <a:latin typeface="Arial"/>
                <a:cs typeface="Arial"/>
              </a:rPr>
              <a:t>Belgium</a:t>
            </a:r>
            <a:r>
              <a:rPr sz="2200" spc="-75" dirty="0">
                <a:latin typeface="Arial"/>
                <a:cs typeface="Arial"/>
              </a:rPr>
              <a:t> </a:t>
            </a:r>
            <a:r>
              <a:rPr sz="2200" dirty="0">
                <a:latin typeface="Arial"/>
                <a:cs typeface="Arial"/>
              </a:rPr>
              <a:t>&amp;</a:t>
            </a:r>
            <a:r>
              <a:rPr sz="2200" spc="-65" dirty="0">
                <a:latin typeface="Arial"/>
                <a:cs typeface="Arial"/>
              </a:rPr>
              <a:t> </a:t>
            </a:r>
            <a:r>
              <a:rPr sz="2200" spc="-30" dirty="0">
                <a:latin typeface="Arial"/>
                <a:cs typeface="Arial"/>
              </a:rPr>
              <a:t>Luxembourg </a:t>
            </a:r>
            <a:r>
              <a:rPr sz="2200" spc="-10" dirty="0">
                <a:latin typeface="Arial"/>
                <a:cs typeface="Arial"/>
                <a:hlinkClick r:id="rId3"/>
              </a:rPr>
              <a:t>dirk@vmware.com</a:t>
            </a:r>
            <a:endParaRPr sz="2200">
              <a:latin typeface="Arial"/>
              <a:cs typeface="Arial"/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96E4E01-391E-1EDC-3343-DD6FA318CFEF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pPr marL="6604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lang="en-US" spc="-50" smtClean="0"/>
              <a:t>69</a:t>
            </a:fld>
            <a:endParaRPr lang="en-US" spc="-50" dirty="0"/>
          </a:p>
        </p:txBody>
      </p:sp>
    </p:spTree>
  </p:cSld>
  <p:clrMapOvr>
    <a:masterClrMapping/>
  </p:clrMapOvr>
  <p:transition>
    <p:wipe dir="r"/>
  </p:transition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80439" y="603250"/>
            <a:ext cx="5115560" cy="403860"/>
          </a:xfrm>
          <a:custGeom>
            <a:avLst/>
            <a:gdLst/>
            <a:ahLst/>
            <a:cxnLst/>
            <a:rect l="l" t="t" r="r" b="b"/>
            <a:pathLst>
              <a:path w="5115560" h="403859">
                <a:moveTo>
                  <a:pt x="5115560" y="0"/>
                </a:moveTo>
                <a:lnTo>
                  <a:pt x="0" y="0"/>
                </a:lnTo>
                <a:lnTo>
                  <a:pt x="0" y="403860"/>
                </a:lnTo>
                <a:lnTo>
                  <a:pt x="2557780" y="403860"/>
                </a:lnTo>
                <a:lnTo>
                  <a:pt x="5115560" y="403860"/>
                </a:lnTo>
                <a:lnTo>
                  <a:pt x="511556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08000">
              <a:lnSpc>
                <a:spcPct val="100000"/>
              </a:lnSpc>
              <a:spcBef>
                <a:spcPts val="100"/>
              </a:spcBef>
            </a:pPr>
            <a:r>
              <a:rPr spc="-20" dirty="0"/>
              <a:t>VMware</a:t>
            </a:r>
            <a:r>
              <a:rPr spc="-35" dirty="0"/>
              <a:t> Infrastructure</a:t>
            </a:r>
            <a:r>
              <a:rPr spc="-120" dirty="0"/>
              <a:t> </a:t>
            </a:r>
            <a:r>
              <a:rPr dirty="0"/>
              <a:t>3</a:t>
            </a:r>
            <a:r>
              <a:rPr spc="-30" dirty="0"/>
              <a:t> </a:t>
            </a:r>
            <a:r>
              <a:rPr spc="-10" dirty="0"/>
              <a:t>Editions</a:t>
            </a:r>
          </a:p>
        </p:txBody>
      </p:sp>
      <p:grpSp>
        <p:nvGrpSpPr>
          <p:cNvPr id="4" name="object 4"/>
          <p:cNvGrpSpPr/>
          <p:nvPr/>
        </p:nvGrpSpPr>
        <p:grpSpPr>
          <a:xfrm>
            <a:off x="533400" y="1189989"/>
            <a:ext cx="8153400" cy="4528820"/>
            <a:chOff x="533400" y="1189989"/>
            <a:chExt cx="8153400" cy="4528820"/>
          </a:xfrm>
        </p:grpSpPr>
        <p:sp>
          <p:nvSpPr>
            <p:cNvPr id="5" name="object 5"/>
            <p:cNvSpPr/>
            <p:nvPr/>
          </p:nvSpPr>
          <p:spPr>
            <a:xfrm>
              <a:off x="533400" y="1189989"/>
              <a:ext cx="8153400" cy="365760"/>
            </a:xfrm>
            <a:custGeom>
              <a:avLst/>
              <a:gdLst/>
              <a:ahLst/>
              <a:cxnLst/>
              <a:rect l="l" t="t" r="r" b="b"/>
              <a:pathLst>
                <a:path w="8153400" h="365759">
                  <a:moveTo>
                    <a:pt x="8153400" y="0"/>
                  </a:moveTo>
                  <a:lnTo>
                    <a:pt x="6324600" y="0"/>
                  </a:lnTo>
                  <a:lnTo>
                    <a:pt x="4876800" y="0"/>
                  </a:lnTo>
                  <a:lnTo>
                    <a:pt x="2438400" y="0"/>
                  </a:lnTo>
                  <a:lnTo>
                    <a:pt x="0" y="0"/>
                  </a:lnTo>
                  <a:lnTo>
                    <a:pt x="0" y="365760"/>
                  </a:lnTo>
                  <a:lnTo>
                    <a:pt x="8153400" y="365760"/>
                  </a:lnTo>
                  <a:lnTo>
                    <a:pt x="8153400" y="0"/>
                  </a:lnTo>
                  <a:close/>
                </a:path>
              </a:pathLst>
            </a:custGeom>
            <a:solidFill>
              <a:srgbClr val="7C9A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533400" y="1555749"/>
              <a:ext cx="8153400" cy="4163060"/>
            </a:xfrm>
            <a:custGeom>
              <a:avLst/>
              <a:gdLst/>
              <a:ahLst/>
              <a:cxnLst/>
              <a:rect l="l" t="t" r="r" b="b"/>
              <a:pathLst>
                <a:path w="8153400" h="4163060">
                  <a:moveTo>
                    <a:pt x="8153400" y="2964180"/>
                  </a:moveTo>
                  <a:lnTo>
                    <a:pt x="6324600" y="2964180"/>
                  </a:lnTo>
                  <a:lnTo>
                    <a:pt x="4876800" y="2964180"/>
                  </a:lnTo>
                  <a:lnTo>
                    <a:pt x="2438400" y="2964180"/>
                  </a:lnTo>
                  <a:lnTo>
                    <a:pt x="0" y="2964180"/>
                  </a:lnTo>
                  <a:lnTo>
                    <a:pt x="0" y="3270250"/>
                  </a:lnTo>
                  <a:lnTo>
                    <a:pt x="0" y="3576320"/>
                  </a:lnTo>
                  <a:lnTo>
                    <a:pt x="0" y="3895090"/>
                  </a:lnTo>
                  <a:lnTo>
                    <a:pt x="0" y="3896360"/>
                  </a:lnTo>
                  <a:lnTo>
                    <a:pt x="0" y="4163060"/>
                  </a:lnTo>
                  <a:lnTo>
                    <a:pt x="1219200" y="4163060"/>
                  </a:lnTo>
                  <a:lnTo>
                    <a:pt x="8153400" y="4163060"/>
                  </a:lnTo>
                  <a:lnTo>
                    <a:pt x="8153400" y="3896360"/>
                  </a:lnTo>
                  <a:lnTo>
                    <a:pt x="8153400" y="3895090"/>
                  </a:lnTo>
                  <a:lnTo>
                    <a:pt x="8153400" y="3576320"/>
                  </a:lnTo>
                  <a:lnTo>
                    <a:pt x="8153400" y="3270250"/>
                  </a:lnTo>
                  <a:lnTo>
                    <a:pt x="8153400" y="2964180"/>
                  </a:lnTo>
                  <a:close/>
                </a:path>
                <a:path w="8153400" h="4163060">
                  <a:moveTo>
                    <a:pt x="8153400" y="0"/>
                  </a:moveTo>
                  <a:lnTo>
                    <a:pt x="6324600" y="0"/>
                  </a:lnTo>
                  <a:lnTo>
                    <a:pt x="4876800" y="0"/>
                  </a:lnTo>
                  <a:lnTo>
                    <a:pt x="2438400" y="0"/>
                  </a:lnTo>
                  <a:lnTo>
                    <a:pt x="0" y="0"/>
                  </a:lnTo>
                  <a:lnTo>
                    <a:pt x="0" y="1433830"/>
                  </a:lnTo>
                  <a:lnTo>
                    <a:pt x="0" y="2962910"/>
                  </a:lnTo>
                  <a:lnTo>
                    <a:pt x="1219200" y="2962910"/>
                  </a:lnTo>
                  <a:lnTo>
                    <a:pt x="8153400" y="2962910"/>
                  </a:lnTo>
                  <a:lnTo>
                    <a:pt x="8153400" y="2656840"/>
                  </a:lnTo>
                  <a:lnTo>
                    <a:pt x="8153400" y="2350770"/>
                  </a:lnTo>
                  <a:lnTo>
                    <a:pt x="8153400" y="2045982"/>
                  </a:lnTo>
                  <a:lnTo>
                    <a:pt x="8153400" y="1739900"/>
                  </a:lnTo>
                  <a:lnTo>
                    <a:pt x="8153400" y="1433830"/>
                  </a:lnTo>
                  <a:lnTo>
                    <a:pt x="815340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519203" y="1175793"/>
          <a:ext cx="8153400" cy="452691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438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384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47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8288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6576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28575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28575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1600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Starter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T="4699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28575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1600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Standard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T="4699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28575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1600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Enterprise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T="4699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28575">
                      <a:solidFill>
                        <a:srgbClr val="000000"/>
                      </a:solidFill>
                      <a:prstDash val="solid"/>
                    </a:lnR>
                    <a:lnT w="28575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33195">
                <a:tc>
                  <a:txBody>
                    <a:bodyPr/>
                    <a:lstStyle/>
                    <a:p>
                      <a:pPr marL="9017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40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ESX</a:t>
                      </a:r>
                      <a:r>
                        <a:rPr sz="1400" spc="-7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1400" spc="-1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Server</a:t>
                      </a:r>
                      <a:r>
                        <a:rPr sz="1400" spc="-8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1400" spc="-5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1400">
                        <a:latin typeface="Arial"/>
                        <a:cs typeface="Arial"/>
                      </a:endParaRPr>
                    </a:p>
                  </a:txBody>
                  <a:tcPr marL="0" marR="0" marT="27940" marB="0">
                    <a:lnL w="28575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600" b="1" spc="-5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x</a:t>
                      </a:r>
                      <a:endParaRPr sz="1600">
                        <a:latin typeface="Arial"/>
                        <a:cs typeface="Arial"/>
                      </a:endParaRPr>
                    </a:p>
                    <a:p>
                      <a:pPr marL="89535">
                        <a:lnSpc>
                          <a:spcPct val="100000"/>
                        </a:lnSpc>
                        <a:spcBef>
                          <a:spcPts val="800"/>
                        </a:spcBef>
                      </a:pPr>
                      <a:r>
                        <a:rPr sz="1350" baseline="3086" dirty="0">
                          <a:solidFill>
                            <a:srgbClr val="333333"/>
                          </a:solidFill>
                          <a:latin typeface="Noto Sans Symbols2"/>
                          <a:cs typeface="Noto Sans Symbols2"/>
                        </a:rPr>
                        <a:t>⯈</a:t>
                      </a:r>
                      <a:r>
                        <a:rPr sz="1350" spc="-165" baseline="3086" dirty="0">
                          <a:solidFill>
                            <a:srgbClr val="333333"/>
                          </a:solidFill>
                          <a:latin typeface="Noto Sans Symbols2"/>
                          <a:cs typeface="Noto Sans Symbols2"/>
                        </a:rPr>
                        <a:t> </a:t>
                      </a:r>
                      <a:r>
                        <a:rPr sz="900" b="1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NAS or</a:t>
                      </a:r>
                      <a:r>
                        <a:rPr sz="900" b="1" spc="-1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900" b="1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local</a:t>
                      </a:r>
                      <a:r>
                        <a:rPr sz="900" b="1" spc="15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900" b="1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storage</a:t>
                      </a:r>
                      <a:r>
                        <a:rPr sz="900" b="1" spc="1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spc="-1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(license</a:t>
                      </a:r>
                      <a:r>
                        <a:rPr sz="700" b="1" spc="-15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spc="-1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restricted)</a:t>
                      </a:r>
                      <a:endParaRPr sz="700">
                        <a:latin typeface="Arial"/>
                        <a:cs typeface="Arial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89535">
                        <a:lnSpc>
                          <a:spcPct val="100000"/>
                        </a:lnSpc>
                      </a:pPr>
                      <a:r>
                        <a:rPr sz="1350" baseline="15432" dirty="0">
                          <a:solidFill>
                            <a:srgbClr val="333333"/>
                          </a:solidFill>
                          <a:latin typeface="Noto Sans Symbols2"/>
                          <a:cs typeface="Noto Sans Symbols2"/>
                        </a:rPr>
                        <a:t>⯈</a:t>
                      </a:r>
                      <a:r>
                        <a:rPr sz="1350" spc="-165" baseline="15432" dirty="0">
                          <a:solidFill>
                            <a:srgbClr val="333333"/>
                          </a:solidFill>
                          <a:latin typeface="Noto Sans Symbols2"/>
                          <a:cs typeface="Noto Sans Symbols2"/>
                        </a:rPr>
                        <a:t> </a:t>
                      </a:r>
                      <a:r>
                        <a:rPr sz="900" b="1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Limited</a:t>
                      </a:r>
                      <a:r>
                        <a:rPr sz="900" b="1" spc="-1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900" b="1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to</a:t>
                      </a:r>
                      <a:r>
                        <a:rPr sz="900" b="1" spc="1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900" b="1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servers</a:t>
                      </a:r>
                      <a:r>
                        <a:rPr sz="900" b="1" spc="-1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900" b="1" spc="-2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with</a:t>
                      </a:r>
                      <a:endParaRPr sz="900">
                        <a:latin typeface="Arial"/>
                        <a:cs typeface="Arial"/>
                      </a:endParaRPr>
                    </a:p>
                    <a:p>
                      <a:pPr marL="435609" marR="524510" indent="-53340">
                        <a:lnSpc>
                          <a:spcPct val="101899"/>
                        </a:lnSpc>
                        <a:spcBef>
                          <a:spcPts val="880"/>
                        </a:spcBef>
                        <a:buSzPct val="83333"/>
                        <a:buChar char="•"/>
                        <a:tabLst>
                          <a:tab pos="435609" algn="l"/>
                          <a:tab pos="471805" algn="l"/>
                        </a:tabLst>
                      </a:pPr>
                      <a:r>
                        <a:rPr sz="1350" baseline="9259" dirty="0">
                          <a:solidFill>
                            <a:srgbClr val="FF9900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sz="900" dirty="0">
                          <a:latin typeface="Arial"/>
                          <a:cs typeface="Arial"/>
                        </a:rPr>
                        <a:t>up to</a:t>
                      </a:r>
                      <a:r>
                        <a:rPr sz="900" spc="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900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9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900" dirty="0">
                          <a:latin typeface="Arial"/>
                          <a:cs typeface="Arial"/>
                        </a:rPr>
                        <a:t>physical</a:t>
                      </a:r>
                      <a:r>
                        <a:rPr sz="9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900" dirty="0">
                          <a:latin typeface="Arial"/>
                          <a:cs typeface="Arial"/>
                        </a:rPr>
                        <a:t>CPU </a:t>
                      </a:r>
                      <a:r>
                        <a:rPr sz="700" b="1" spc="-10" dirty="0">
                          <a:latin typeface="Arial"/>
                          <a:cs typeface="Arial"/>
                        </a:rPr>
                        <a:t>(license</a:t>
                      </a:r>
                      <a:r>
                        <a:rPr sz="700" b="1" spc="5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spc="-10" dirty="0">
                          <a:latin typeface="Arial"/>
                          <a:cs typeface="Arial"/>
                        </a:rPr>
                        <a:t>restricted)</a:t>
                      </a:r>
                      <a:endParaRPr sz="700">
                        <a:latin typeface="Arial"/>
                        <a:cs typeface="Arial"/>
                      </a:endParaRPr>
                    </a:p>
                    <a:p>
                      <a:pPr marL="435609" marR="247650" indent="-53340">
                        <a:lnSpc>
                          <a:spcPct val="100000"/>
                        </a:lnSpc>
                        <a:spcBef>
                          <a:spcPts val="350"/>
                        </a:spcBef>
                        <a:buSzPct val="72222"/>
                        <a:buChar char="•"/>
                        <a:tabLst>
                          <a:tab pos="435609" algn="l"/>
                          <a:tab pos="466090" algn="l"/>
                        </a:tabLst>
                      </a:pPr>
                      <a:r>
                        <a:rPr sz="1350" baseline="9259" dirty="0">
                          <a:solidFill>
                            <a:srgbClr val="FF9900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sz="900" dirty="0">
                          <a:latin typeface="Arial"/>
                          <a:cs typeface="Arial"/>
                        </a:rPr>
                        <a:t>up</a:t>
                      </a:r>
                      <a:r>
                        <a:rPr sz="9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900" dirty="0">
                          <a:latin typeface="Arial"/>
                          <a:cs typeface="Arial"/>
                        </a:rPr>
                        <a:t>to</a:t>
                      </a:r>
                      <a:r>
                        <a:rPr sz="900" spc="-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900" dirty="0">
                          <a:latin typeface="Arial"/>
                          <a:cs typeface="Arial"/>
                        </a:rPr>
                        <a:t>8GB physical</a:t>
                      </a:r>
                      <a:r>
                        <a:rPr sz="900" spc="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900" dirty="0">
                          <a:latin typeface="Arial"/>
                          <a:cs typeface="Arial"/>
                        </a:rPr>
                        <a:t>memory</a:t>
                      </a:r>
                      <a:r>
                        <a:rPr sz="9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i="1" spc="-10" dirty="0">
                          <a:latin typeface="Arial"/>
                          <a:cs typeface="Arial"/>
                        </a:rPr>
                        <a:t>(EULA</a:t>
                      </a:r>
                      <a:r>
                        <a:rPr sz="700" b="1" i="1" spc="5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i="1" spc="-10" dirty="0">
                          <a:latin typeface="Arial"/>
                          <a:cs typeface="Arial"/>
                        </a:rPr>
                        <a:t>restricted)</a:t>
                      </a:r>
                      <a:endParaRPr sz="700">
                        <a:latin typeface="Arial"/>
                        <a:cs typeface="Arial"/>
                      </a:endParaRPr>
                    </a:p>
                  </a:txBody>
                  <a:tcPr marL="0" marR="0" marT="2794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600" b="1" spc="-5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x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T="2794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600" b="1" spc="-5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x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T="2794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28575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6070">
                <a:tc>
                  <a:txBody>
                    <a:bodyPr/>
                    <a:lstStyle/>
                    <a:p>
                      <a:pPr marL="90170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1400" spc="-1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VirtualCenter</a:t>
                      </a:r>
                      <a:r>
                        <a:rPr sz="1400" spc="-6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1400" spc="-2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Agent</a:t>
                      </a:r>
                      <a:endParaRPr sz="1400">
                        <a:latin typeface="Arial"/>
                        <a:cs typeface="Arial"/>
                      </a:endParaRPr>
                    </a:p>
                  </a:txBody>
                  <a:tcPr marL="0" marR="0" marT="26670" marB="0">
                    <a:lnL w="28575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1600" b="1" spc="-5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x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T="2667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1600" b="1" spc="-5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x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T="2667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1600" b="1" spc="-5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x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T="2667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28575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6070">
                <a:tc>
                  <a:txBody>
                    <a:bodyPr/>
                    <a:lstStyle/>
                    <a:p>
                      <a:pPr marL="90170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1400" spc="-2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VMFS</a:t>
                      </a:r>
                      <a:endParaRPr sz="1400">
                        <a:latin typeface="Arial"/>
                        <a:cs typeface="Arial"/>
                      </a:endParaRPr>
                    </a:p>
                  </a:txBody>
                  <a:tcPr marL="0" marR="0" marT="26670" marB="0">
                    <a:lnL w="28575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1600" b="1" spc="-5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x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T="2667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1600" b="1" spc="-5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x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T="2667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28575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4165">
                <a:tc>
                  <a:txBody>
                    <a:bodyPr/>
                    <a:lstStyle/>
                    <a:p>
                      <a:pPr marL="9017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400" spc="-1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Virtual</a:t>
                      </a:r>
                      <a:r>
                        <a:rPr sz="1400" spc="-35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1400" spc="-25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SMP</a:t>
                      </a:r>
                      <a:endParaRPr sz="1400">
                        <a:latin typeface="Arial"/>
                        <a:cs typeface="Arial"/>
                      </a:endParaRPr>
                    </a:p>
                  </a:txBody>
                  <a:tcPr marL="0" marR="0" marT="27940" marB="0">
                    <a:lnL w="28575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600" b="1" spc="-5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x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T="2794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600" b="1" spc="-5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x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T="2794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28575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05435">
                <a:tc>
                  <a:txBody>
                    <a:bodyPr/>
                    <a:lstStyle/>
                    <a:p>
                      <a:pPr marL="90170">
                        <a:lnSpc>
                          <a:spcPct val="100000"/>
                        </a:lnSpc>
                        <a:spcBef>
                          <a:spcPts val="209"/>
                        </a:spcBef>
                      </a:pPr>
                      <a:r>
                        <a:rPr sz="1400" spc="-1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VMotion</a:t>
                      </a:r>
                      <a:endParaRPr sz="1400">
                        <a:latin typeface="Arial"/>
                        <a:cs typeface="Arial"/>
                      </a:endParaRPr>
                    </a:p>
                  </a:txBody>
                  <a:tcPr marL="0" marR="0" marT="26669" marB="0">
                    <a:lnL w="28575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09"/>
                        </a:spcBef>
                      </a:pPr>
                      <a:r>
                        <a:rPr sz="1600" b="1" spc="-5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x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T="2666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28575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07340">
                <a:tc>
                  <a:txBody>
                    <a:bodyPr/>
                    <a:lstStyle/>
                    <a:p>
                      <a:pPr marL="90170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1400" spc="-25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HA</a:t>
                      </a:r>
                      <a:endParaRPr sz="1400">
                        <a:latin typeface="Arial"/>
                        <a:cs typeface="Arial"/>
                      </a:endParaRPr>
                    </a:p>
                  </a:txBody>
                  <a:tcPr marL="0" marR="0" marT="27939" marB="0">
                    <a:lnL w="28575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1600" b="1" spc="-5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x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T="2793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28575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05435">
                <a:tc>
                  <a:txBody>
                    <a:bodyPr/>
                    <a:lstStyle/>
                    <a:p>
                      <a:pPr marL="90170">
                        <a:lnSpc>
                          <a:spcPct val="100000"/>
                        </a:lnSpc>
                        <a:spcBef>
                          <a:spcPts val="209"/>
                        </a:spcBef>
                      </a:pPr>
                      <a:r>
                        <a:rPr sz="1400" spc="-25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DRS</a:t>
                      </a:r>
                      <a:endParaRPr sz="1400">
                        <a:latin typeface="Arial"/>
                        <a:cs typeface="Arial"/>
                      </a:endParaRPr>
                    </a:p>
                  </a:txBody>
                  <a:tcPr marL="0" marR="0" marT="26669" marB="0">
                    <a:lnL w="28575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09"/>
                        </a:spcBef>
                      </a:pPr>
                      <a:r>
                        <a:rPr sz="1600" b="1" spc="-5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x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T="2666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28575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05435">
                <a:tc>
                  <a:txBody>
                    <a:bodyPr/>
                    <a:lstStyle/>
                    <a:p>
                      <a:pPr marL="90170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1400" spc="-1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Consolidated</a:t>
                      </a:r>
                      <a:r>
                        <a:rPr sz="1400" spc="-6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1400" spc="-1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Backup</a:t>
                      </a:r>
                      <a:endParaRPr sz="1400">
                        <a:latin typeface="Arial"/>
                        <a:cs typeface="Arial"/>
                      </a:endParaRPr>
                    </a:p>
                  </a:txBody>
                  <a:tcPr marL="0" marR="0" marT="26670" marB="0">
                    <a:lnL w="28575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2857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2857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2857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1600" b="1" spc="-5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x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T="2667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28575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2857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20040">
                <a:tc>
                  <a:txBody>
                    <a:bodyPr/>
                    <a:lstStyle/>
                    <a:p>
                      <a:pPr marL="9017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40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Price</a:t>
                      </a:r>
                      <a:r>
                        <a:rPr sz="1400" spc="-5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140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per</a:t>
                      </a:r>
                      <a:r>
                        <a:rPr sz="1400" spc="-4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140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sz="1400" spc="-55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1400" spc="-1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processors</a:t>
                      </a:r>
                      <a:endParaRPr sz="1400">
                        <a:latin typeface="Arial"/>
                        <a:cs typeface="Arial"/>
                      </a:endParaRPr>
                    </a:p>
                  </a:txBody>
                  <a:tcPr marL="0" marR="0" marT="27940" marB="0">
                    <a:lnL w="28575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28575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400" b="1" spc="-1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$1,000</a:t>
                      </a:r>
                      <a:endParaRPr sz="1400">
                        <a:latin typeface="Arial"/>
                        <a:cs typeface="Arial"/>
                      </a:endParaRPr>
                    </a:p>
                  </a:txBody>
                  <a:tcPr marL="0" marR="0" marT="2794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28575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400" b="1" spc="-1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$3,750</a:t>
                      </a:r>
                      <a:endParaRPr sz="1400">
                        <a:latin typeface="Arial"/>
                        <a:cs typeface="Arial"/>
                      </a:endParaRPr>
                    </a:p>
                  </a:txBody>
                  <a:tcPr marL="0" marR="0" marT="2794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28575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400" b="1" spc="-1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$5,750</a:t>
                      </a:r>
                      <a:endParaRPr sz="1400">
                        <a:latin typeface="Arial"/>
                        <a:cs typeface="Arial"/>
                      </a:endParaRPr>
                    </a:p>
                  </a:txBody>
                  <a:tcPr marL="0" marR="0" marT="2794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28575">
                      <a:solidFill>
                        <a:srgbClr val="000000"/>
                      </a:solidFill>
                      <a:prstDash val="solid"/>
                    </a:lnR>
                    <a:lnT w="28575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67970">
                <a:tc>
                  <a:txBody>
                    <a:bodyPr/>
                    <a:lstStyle/>
                    <a:p>
                      <a:pPr marL="90170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140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SnS</a:t>
                      </a:r>
                      <a:r>
                        <a:rPr sz="1400" spc="-6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140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Gold</a:t>
                      </a:r>
                      <a:r>
                        <a:rPr sz="1400" spc="-55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140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/</a:t>
                      </a:r>
                      <a:r>
                        <a:rPr sz="1400" spc="-45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1400" spc="-1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Platinum</a:t>
                      </a:r>
                      <a:endParaRPr sz="1400">
                        <a:latin typeface="Arial"/>
                        <a:cs typeface="Arial"/>
                      </a:endParaRPr>
                    </a:p>
                  </a:txBody>
                  <a:tcPr marL="0" marR="0" marT="26670" marB="0">
                    <a:lnL w="28575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2857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140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$675</a:t>
                      </a:r>
                      <a:r>
                        <a:rPr sz="1400" spc="-4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140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/</a:t>
                      </a:r>
                      <a:r>
                        <a:rPr sz="1400" spc="-3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1400" spc="-2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$805</a:t>
                      </a:r>
                      <a:endParaRPr sz="1400">
                        <a:latin typeface="Arial"/>
                        <a:cs typeface="Arial"/>
                      </a:endParaRPr>
                    </a:p>
                  </a:txBody>
                  <a:tcPr marL="0" marR="0" marT="2667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2857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1400" b="1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21%</a:t>
                      </a:r>
                      <a:r>
                        <a:rPr sz="1400" b="1" spc="-45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1400" b="1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/</a:t>
                      </a:r>
                      <a:r>
                        <a:rPr sz="1400" b="1" spc="-35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1400" b="1" spc="-25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25%</a:t>
                      </a:r>
                      <a:endParaRPr sz="1400">
                        <a:latin typeface="Arial"/>
                        <a:cs typeface="Arial"/>
                      </a:endParaRPr>
                    </a:p>
                  </a:txBody>
                  <a:tcPr marL="0" marR="0" marT="2667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2857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1400" b="1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21%</a:t>
                      </a:r>
                      <a:r>
                        <a:rPr sz="1400" b="1" spc="-45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1400" b="1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/</a:t>
                      </a:r>
                      <a:r>
                        <a:rPr sz="1400" b="1" spc="-25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 25%</a:t>
                      </a:r>
                      <a:endParaRPr sz="1400">
                        <a:latin typeface="Arial"/>
                        <a:cs typeface="Arial"/>
                      </a:endParaRPr>
                    </a:p>
                  </a:txBody>
                  <a:tcPr marL="0" marR="0" marT="2667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28575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2857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sp>
        <p:nvSpPr>
          <p:cNvPr id="9" name="object 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25" dirty="0"/>
              <a:t>70</a:t>
            </a:fld>
            <a:endParaRPr spc="-25" dirty="0"/>
          </a:p>
        </p:txBody>
      </p:sp>
      <p:sp>
        <p:nvSpPr>
          <p:cNvPr id="8" name="object 8"/>
          <p:cNvSpPr txBox="1"/>
          <p:nvPr/>
        </p:nvSpPr>
        <p:spPr>
          <a:xfrm>
            <a:off x="514350" y="5717540"/>
            <a:ext cx="1672589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600" b="1" dirty="0">
                <a:solidFill>
                  <a:srgbClr val="545454"/>
                </a:solidFill>
                <a:latin typeface="Arial"/>
                <a:cs typeface="Arial"/>
              </a:rPr>
              <a:t>Per</a:t>
            </a:r>
            <a:r>
              <a:rPr sz="1600" b="1" spc="-5" dirty="0">
                <a:solidFill>
                  <a:srgbClr val="545454"/>
                </a:solidFill>
                <a:latin typeface="Arial"/>
                <a:cs typeface="Arial"/>
              </a:rPr>
              <a:t> </a:t>
            </a:r>
            <a:r>
              <a:rPr sz="1600" b="1" dirty="0">
                <a:solidFill>
                  <a:srgbClr val="545454"/>
                </a:solidFill>
                <a:latin typeface="Arial"/>
                <a:cs typeface="Arial"/>
              </a:rPr>
              <a:t>2</a:t>
            </a:r>
            <a:r>
              <a:rPr sz="1600" b="1" spc="-5" dirty="0">
                <a:solidFill>
                  <a:srgbClr val="545454"/>
                </a:solidFill>
                <a:latin typeface="Arial"/>
                <a:cs typeface="Arial"/>
              </a:rPr>
              <a:t> </a:t>
            </a:r>
            <a:r>
              <a:rPr sz="1600" b="1" spc="-10" dirty="0">
                <a:solidFill>
                  <a:srgbClr val="545454"/>
                </a:solidFill>
                <a:latin typeface="Arial"/>
                <a:cs typeface="Arial"/>
              </a:rPr>
              <a:t>processors</a:t>
            </a:r>
            <a:endParaRPr sz="1600">
              <a:latin typeface="Arial"/>
              <a:cs typeface="Arial"/>
            </a:endParaRPr>
          </a:p>
        </p:txBody>
      </p:sp>
    </p:spTree>
  </p:cSld>
  <p:clrMapOvr>
    <a:masterClrMapping/>
  </p:clrMapOvr>
  <p:transition>
    <p:wipe dir="r"/>
  </p:transition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80439" y="603250"/>
            <a:ext cx="6791959" cy="403860"/>
          </a:xfrm>
          <a:custGeom>
            <a:avLst/>
            <a:gdLst/>
            <a:ahLst/>
            <a:cxnLst/>
            <a:rect l="l" t="t" r="r" b="b"/>
            <a:pathLst>
              <a:path w="6791959" h="403859">
                <a:moveTo>
                  <a:pt x="6791959" y="0"/>
                </a:moveTo>
                <a:lnTo>
                  <a:pt x="0" y="0"/>
                </a:lnTo>
                <a:lnTo>
                  <a:pt x="0" y="403860"/>
                </a:lnTo>
                <a:lnTo>
                  <a:pt x="3395980" y="403860"/>
                </a:lnTo>
                <a:lnTo>
                  <a:pt x="6791959" y="403860"/>
                </a:lnTo>
                <a:lnTo>
                  <a:pt x="679195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08000">
              <a:lnSpc>
                <a:spcPct val="100000"/>
              </a:lnSpc>
              <a:spcBef>
                <a:spcPts val="100"/>
              </a:spcBef>
            </a:pPr>
            <a:r>
              <a:rPr spc="-20" dirty="0"/>
              <a:t>VMware</a:t>
            </a:r>
            <a:r>
              <a:rPr spc="-45" dirty="0"/>
              <a:t> </a:t>
            </a:r>
            <a:r>
              <a:rPr spc="-35" dirty="0"/>
              <a:t>Infrastructure</a:t>
            </a:r>
            <a:r>
              <a:rPr spc="-130" dirty="0"/>
              <a:t> </a:t>
            </a:r>
            <a:r>
              <a:rPr dirty="0"/>
              <a:t>3</a:t>
            </a:r>
            <a:r>
              <a:rPr spc="-45" dirty="0"/>
              <a:t> </a:t>
            </a:r>
            <a:r>
              <a:rPr spc="-25" dirty="0"/>
              <a:t>A-La-</a:t>
            </a:r>
            <a:r>
              <a:rPr spc="-45" dirty="0"/>
              <a:t>Carte </a:t>
            </a:r>
            <a:r>
              <a:rPr spc="-10" dirty="0"/>
              <a:t>Offerings</a:t>
            </a:r>
          </a:p>
        </p:txBody>
      </p:sp>
      <p:sp>
        <p:nvSpPr>
          <p:cNvPr id="4" name="object 4"/>
          <p:cNvSpPr/>
          <p:nvPr/>
        </p:nvSpPr>
        <p:spPr>
          <a:xfrm>
            <a:off x="781050" y="1752599"/>
            <a:ext cx="5943600" cy="323850"/>
          </a:xfrm>
          <a:custGeom>
            <a:avLst/>
            <a:gdLst/>
            <a:ahLst/>
            <a:cxnLst/>
            <a:rect l="l" t="t" r="r" b="b"/>
            <a:pathLst>
              <a:path w="5943600" h="323850">
                <a:moveTo>
                  <a:pt x="5943600" y="0"/>
                </a:moveTo>
                <a:lnTo>
                  <a:pt x="4015740" y="0"/>
                </a:lnTo>
                <a:lnTo>
                  <a:pt x="0" y="0"/>
                </a:lnTo>
                <a:lnTo>
                  <a:pt x="0" y="323850"/>
                </a:lnTo>
                <a:lnTo>
                  <a:pt x="2007870" y="323850"/>
                </a:lnTo>
                <a:lnTo>
                  <a:pt x="4015740" y="323850"/>
                </a:lnTo>
                <a:lnTo>
                  <a:pt x="4979670" y="323850"/>
                </a:lnTo>
                <a:lnTo>
                  <a:pt x="5943600" y="323850"/>
                </a:lnTo>
                <a:lnTo>
                  <a:pt x="5943600" y="0"/>
                </a:lnTo>
                <a:close/>
              </a:path>
            </a:pathLst>
          </a:custGeom>
          <a:solidFill>
            <a:srgbClr val="7C9AC5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774760" y="1746310"/>
          <a:ext cx="5943600" cy="30905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01574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278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3850">
                <a:tc>
                  <a:txBody>
                    <a:bodyPr/>
                    <a:lstStyle/>
                    <a:p>
                      <a:pPr algn="ctr">
                        <a:lnSpc>
                          <a:spcPts val="2380"/>
                        </a:lnSpc>
                        <a:spcBef>
                          <a:spcPts val="70"/>
                        </a:spcBef>
                      </a:pPr>
                      <a:r>
                        <a:rPr sz="2000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Name</a:t>
                      </a:r>
                      <a:endParaRPr sz="2000">
                        <a:latin typeface="Arial"/>
                        <a:cs typeface="Arial"/>
                      </a:endParaRPr>
                    </a:p>
                  </a:txBody>
                  <a:tcPr marL="0" marR="0" marT="889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4370">
                        <a:lnSpc>
                          <a:spcPts val="2380"/>
                        </a:lnSpc>
                        <a:spcBef>
                          <a:spcPts val="70"/>
                        </a:spcBef>
                      </a:pPr>
                      <a:r>
                        <a:rPr sz="2000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Price</a:t>
                      </a:r>
                      <a:endParaRPr sz="2000">
                        <a:latin typeface="Arial"/>
                        <a:cs typeface="Arial"/>
                      </a:endParaRPr>
                    </a:p>
                  </a:txBody>
                  <a:tcPr marL="0" marR="0" marT="889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68020">
                <a:tc>
                  <a:txBody>
                    <a:bodyPr/>
                    <a:lstStyle/>
                    <a:p>
                      <a:pPr marL="89535" marR="142748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200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VMware</a:t>
                      </a:r>
                      <a:r>
                        <a:rPr sz="2000" spc="-5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2000" spc="-1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VirtualCenter </a:t>
                      </a:r>
                      <a:r>
                        <a:rPr sz="200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Management</a:t>
                      </a:r>
                      <a:r>
                        <a:rPr sz="2000" spc="-85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2000" spc="-1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Server</a:t>
                      </a:r>
                      <a:endParaRPr sz="2000">
                        <a:latin typeface="Arial"/>
                        <a:cs typeface="Arial"/>
                      </a:endParaRPr>
                    </a:p>
                  </a:txBody>
                  <a:tcPr marL="0" marR="0" marT="889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08660">
                        <a:lnSpc>
                          <a:spcPct val="100000"/>
                        </a:lnSpc>
                        <a:spcBef>
                          <a:spcPts val="1430"/>
                        </a:spcBef>
                      </a:pPr>
                      <a:r>
                        <a:rPr sz="2000" b="1" spc="-1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$5,000</a:t>
                      </a:r>
                      <a:endParaRPr sz="2000">
                        <a:latin typeface="Arial"/>
                        <a:cs typeface="Arial"/>
                      </a:endParaRPr>
                    </a:p>
                  </a:txBody>
                  <a:tcPr marL="0" marR="0" marT="18161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98475">
                <a:tc>
                  <a:txBody>
                    <a:bodyPr/>
                    <a:lstStyle/>
                    <a:p>
                      <a:pPr marL="8953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200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VMware</a:t>
                      </a:r>
                      <a:r>
                        <a:rPr sz="2000" spc="-5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2000" spc="-1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VMotion</a:t>
                      </a:r>
                      <a:endParaRPr sz="2000">
                        <a:latin typeface="Arial"/>
                        <a:cs typeface="Arial"/>
                      </a:endParaRPr>
                    </a:p>
                  </a:txBody>
                  <a:tcPr marL="0" marR="0" marT="889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81915" algn="r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2000" b="1" spc="-1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$1,400</a:t>
                      </a:r>
                      <a:endParaRPr sz="2000">
                        <a:latin typeface="Arial"/>
                        <a:cs typeface="Arial"/>
                      </a:endParaRPr>
                    </a:p>
                  </a:txBody>
                  <a:tcPr marL="0" marR="0" marT="9652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33400">
                <a:tc>
                  <a:txBody>
                    <a:bodyPr/>
                    <a:lstStyle/>
                    <a:p>
                      <a:pPr marL="8953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200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VMware</a:t>
                      </a:r>
                      <a:r>
                        <a:rPr sz="2000" spc="-5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2000" spc="-25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HA</a:t>
                      </a:r>
                      <a:endParaRPr sz="2000">
                        <a:latin typeface="Arial"/>
                        <a:cs typeface="Arial"/>
                      </a:endParaRPr>
                    </a:p>
                  </a:txBody>
                  <a:tcPr marL="0" marR="0" marT="889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81915" algn="r">
                        <a:lnSpc>
                          <a:spcPct val="100000"/>
                        </a:lnSpc>
                        <a:spcBef>
                          <a:spcPts val="900"/>
                        </a:spcBef>
                      </a:pPr>
                      <a:r>
                        <a:rPr sz="2000" b="1" spc="-1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$2,000</a:t>
                      </a:r>
                      <a:endParaRPr sz="2000">
                        <a:latin typeface="Arial"/>
                        <a:cs typeface="Arial"/>
                      </a:endParaRPr>
                    </a:p>
                  </a:txBody>
                  <a:tcPr marL="0" marR="0" marT="11430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33400">
                <a:tc>
                  <a:txBody>
                    <a:bodyPr/>
                    <a:lstStyle/>
                    <a:p>
                      <a:pPr marL="8953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200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VMware</a:t>
                      </a:r>
                      <a:r>
                        <a:rPr sz="2000" spc="-5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2000" spc="-25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DRS</a:t>
                      </a:r>
                      <a:endParaRPr sz="2000">
                        <a:latin typeface="Arial"/>
                        <a:cs typeface="Arial"/>
                      </a:endParaRPr>
                    </a:p>
                  </a:txBody>
                  <a:tcPr marL="0" marR="0" marT="889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81915" algn="r">
                        <a:lnSpc>
                          <a:spcPct val="100000"/>
                        </a:lnSpc>
                        <a:spcBef>
                          <a:spcPts val="890"/>
                        </a:spcBef>
                      </a:pPr>
                      <a:r>
                        <a:rPr sz="2000" b="1" spc="-1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$2,000</a:t>
                      </a:r>
                      <a:endParaRPr sz="2000">
                        <a:latin typeface="Arial"/>
                        <a:cs typeface="Arial"/>
                      </a:endParaRPr>
                    </a:p>
                  </a:txBody>
                  <a:tcPr marL="0" marR="0" marT="11303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33400">
                <a:tc>
                  <a:txBody>
                    <a:bodyPr/>
                    <a:lstStyle/>
                    <a:p>
                      <a:pPr marL="8953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200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VMware</a:t>
                      </a:r>
                      <a:r>
                        <a:rPr sz="2000" spc="-75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200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Consolidated</a:t>
                      </a:r>
                      <a:r>
                        <a:rPr sz="2000" spc="-75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2000" spc="-1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Backup</a:t>
                      </a:r>
                      <a:endParaRPr sz="2000">
                        <a:latin typeface="Arial"/>
                        <a:cs typeface="Arial"/>
                      </a:endParaRPr>
                    </a:p>
                  </a:txBody>
                  <a:tcPr marL="0" marR="0" marT="889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81915" algn="r">
                        <a:lnSpc>
                          <a:spcPct val="100000"/>
                        </a:lnSpc>
                        <a:spcBef>
                          <a:spcPts val="900"/>
                        </a:spcBef>
                      </a:pPr>
                      <a:r>
                        <a:rPr sz="2000" b="1" spc="-20" dirty="0">
                          <a:solidFill>
                            <a:srgbClr val="333333"/>
                          </a:solidFill>
                          <a:latin typeface="Arial"/>
                          <a:cs typeface="Arial"/>
                        </a:rPr>
                        <a:t>$500</a:t>
                      </a:r>
                      <a:endParaRPr sz="2000">
                        <a:latin typeface="Arial"/>
                        <a:cs typeface="Arial"/>
                      </a:endParaRPr>
                    </a:p>
                  </a:txBody>
                  <a:tcPr marL="0" marR="0" marT="11430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6" name="object 6"/>
          <p:cNvSpPr txBox="1"/>
          <p:nvPr/>
        </p:nvSpPr>
        <p:spPr>
          <a:xfrm>
            <a:off x="7256780" y="2251709"/>
            <a:ext cx="129794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000" b="1" dirty="0">
                <a:solidFill>
                  <a:srgbClr val="767676"/>
                </a:solidFill>
                <a:latin typeface="Arial"/>
                <a:cs typeface="Arial"/>
              </a:rPr>
              <a:t>Per</a:t>
            </a:r>
            <a:r>
              <a:rPr sz="2000" b="1" spc="-30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2000" b="1" spc="-10" dirty="0">
                <a:solidFill>
                  <a:srgbClr val="767676"/>
                </a:solidFill>
                <a:latin typeface="Arial"/>
                <a:cs typeface="Arial"/>
              </a:rPr>
              <a:t>Server</a:t>
            </a:r>
            <a:endParaRPr sz="20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6877050" y="2743200"/>
            <a:ext cx="228600" cy="2057400"/>
          </a:xfrm>
          <a:custGeom>
            <a:avLst/>
            <a:gdLst/>
            <a:ahLst/>
            <a:cxnLst/>
            <a:rect l="l" t="t" r="r" b="b"/>
            <a:pathLst>
              <a:path w="228600" h="2057400">
                <a:moveTo>
                  <a:pt x="0" y="0"/>
                </a:moveTo>
                <a:lnTo>
                  <a:pt x="64922" y="35478"/>
                </a:lnTo>
                <a:lnTo>
                  <a:pt x="90525" y="73792"/>
                </a:lnTo>
                <a:lnTo>
                  <a:pt x="107899" y="120456"/>
                </a:lnTo>
                <a:lnTo>
                  <a:pt x="114300" y="171450"/>
                </a:lnTo>
                <a:lnTo>
                  <a:pt x="114300" y="182165"/>
                </a:lnTo>
                <a:lnTo>
                  <a:pt x="114300" y="257175"/>
                </a:lnTo>
                <a:lnTo>
                  <a:pt x="114300" y="460771"/>
                </a:lnTo>
                <a:lnTo>
                  <a:pt x="114300" y="857250"/>
                </a:lnTo>
                <a:lnTo>
                  <a:pt x="120700" y="907755"/>
                </a:lnTo>
                <a:lnTo>
                  <a:pt x="138074" y="954359"/>
                </a:lnTo>
                <a:lnTo>
                  <a:pt x="163677" y="992855"/>
                </a:lnTo>
                <a:lnTo>
                  <a:pt x="194767" y="1019037"/>
                </a:lnTo>
                <a:lnTo>
                  <a:pt x="228600" y="1028700"/>
                </a:lnTo>
                <a:lnTo>
                  <a:pt x="194767" y="1038240"/>
                </a:lnTo>
                <a:lnTo>
                  <a:pt x="163677" y="1064178"/>
                </a:lnTo>
                <a:lnTo>
                  <a:pt x="138074" y="1102492"/>
                </a:lnTo>
                <a:lnTo>
                  <a:pt x="120700" y="1149156"/>
                </a:lnTo>
                <a:lnTo>
                  <a:pt x="114300" y="1200150"/>
                </a:lnTo>
                <a:lnTo>
                  <a:pt x="114300" y="1210865"/>
                </a:lnTo>
                <a:lnTo>
                  <a:pt x="114300" y="1285875"/>
                </a:lnTo>
                <a:lnTo>
                  <a:pt x="114300" y="1489471"/>
                </a:lnTo>
                <a:lnTo>
                  <a:pt x="114300" y="1885950"/>
                </a:lnTo>
                <a:lnTo>
                  <a:pt x="107899" y="1936455"/>
                </a:lnTo>
                <a:lnTo>
                  <a:pt x="90525" y="1983059"/>
                </a:lnTo>
                <a:lnTo>
                  <a:pt x="64922" y="2021555"/>
                </a:lnTo>
                <a:lnTo>
                  <a:pt x="33832" y="2047737"/>
                </a:lnTo>
                <a:lnTo>
                  <a:pt x="0" y="2057400"/>
                </a:lnTo>
              </a:path>
            </a:pathLst>
          </a:custGeom>
          <a:ln w="93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7260590" y="3486150"/>
            <a:ext cx="1398905" cy="594360"/>
          </a:xfrm>
          <a:prstGeom prst="rect">
            <a:avLst/>
          </a:prstGeom>
        </p:spPr>
        <p:txBody>
          <a:bodyPr vert="horz" wrap="square" lIns="0" tIns="55244" rIns="0" bIns="0" rtlCol="0">
            <a:spAutoFit/>
          </a:bodyPr>
          <a:lstStyle/>
          <a:p>
            <a:pPr marL="12700" marR="5080" indent="375920">
              <a:lnSpc>
                <a:spcPts val="2080"/>
              </a:lnSpc>
              <a:spcBef>
                <a:spcPts val="434"/>
              </a:spcBef>
            </a:pPr>
            <a:r>
              <a:rPr sz="2000" b="1" dirty="0">
                <a:solidFill>
                  <a:srgbClr val="767676"/>
                </a:solidFill>
                <a:latin typeface="Arial"/>
                <a:cs typeface="Arial"/>
              </a:rPr>
              <a:t>Per</a:t>
            </a:r>
            <a:r>
              <a:rPr sz="2000" b="1" spc="-30" dirty="0">
                <a:solidFill>
                  <a:srgbClr val="767676"/>
                </a:solidFill>
                <a:latin typeface="Arial"/>
                <a:cs typeface="Arial"/>
              </a:rPr>
              <a:t> </a:t>
            </a:r>
            <a:r>
              <a:rPr sz="2000" b="1" spc="-50" dirty="0">
                <a:solidFill>
                  <a:srgbClr val="767676"/>
                </a:solidFill>
                <a:latin typeface="Arial"/>
                <a:cs typeface="Arial"/>
              </a:rPr>
              <a:t>2 </a:t>
            </a:r>
            <a:r>
              <a:rPr sz="2000" b="1" spc="-10" dirty="0">
                <a:solidFill>
                  <a:srgbClr val="767676"/>
                </a:solidFill>
                <a:latin typeface="Arial"/>
                <a:cs typeface="Arial"/>
              </a:rPr>
              <a:t>processors</a:t>
            </a:r>
            <a:endParaRPr sz="2000">
              <a:latin typeface="Arial"/>
              <a:cs typeface="Arial"/>
            </a:endParaRPr>
          </a:p>
        </p:txBody>
      </p:sp>
      <p:sp>
        <p:nvSpPr>
          <p:cNvPr id="9" name="object 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25" dirty="0"/>
              <a:t>71</a:t>
            </a:fld>
            <a:endParaRPr spc="-25" dirty="0"/>
          </a:p>
        </p:txBody>
      </p:sp>
    </p:spTree>
  </p:cSld>
  <p:clrMapOvr>
    <a:masterClrMapping/>
  </p:clrMapOvr>
  <p:transition>
    <p:wipe dir="r"/>
  </p:transition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00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1</TotalTime>
  <Words>3385</Words>
  <Application>Microsoft Office PowerPoint</Application>
  <PresentationFormat>On-screen Show (4:3)</PresentationFormat>
  <Paragraphs>768</Paragraphs>
  <Slides>71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7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71</vt:i4>
      </vt:variant>
    </vt:vector>
  </HeadingPairs>
  <TitlesOfParts>
    <vt:vector size="79" baseType="lpstr">
      <vt:lpstr>Aptos</vt:lpstr>
      <vt:lpstr>Arial</vt:lpstr>
      <vt:lpstr>Arial Black</vt:lpstr>
      <vt:lpstr>Courier New</vt:lpstr>
      <vt:lpstr>Noto Sans Symbols2</vt:lpstr>
      <vt:lpstr>Times New Roman</vt:lpstr>
      <vt:lpstr>Wingdings</vt:lpstr>
      <vt:lpstr>Office Theme</vt:lpstr>
      <vt:lpstr>VMware</vt:lpstr>
      <vt:lpstr>Agenda</vt:lpstr>
      <vt:lpstr>VMware Company Overview</vt:lpstr>
      <vt:lpstr>VMware Mission Statement</vt:lpstr>
      <vt:lpstr>VMware: Powerful Momentum Continues in 2007</vt:lpstr>
      <vt:lpstr>VMware Virtualization Technology</vt:lpstr>
      <vt:lpstr>Server Virtualization Transforms x86 Systems</vt:lpstr>
      <vt:lpstr>Trend : Virtualization Friendly Hardware</vt:lpstr>
      <vt:lpstr>Comparing VMware platform architectures</vt:lpstr>
      <vt:lpstr>VMware Infrastructure 3</vt:lpstr>
      <vt:lpstr>Today’s Virtualization</vt:lpstr>
      <vt:lpstr>VMware Infrastructure 3: Customer impact</vt:lpstr>
      <vt:lpstr>Simplify Operations</vt:lpstr>
      <vt:lpstr>Transforming hardware and capacity management</vt:lpstr>
      <vt:lpstr>Align and scale capacity to business needs</vt:lpstr>
      <vt:lpstr>Non-disruptive capacity on demand</vt:lpstr>
      <vt:lpstr>VMotion</vt:lpstr>
      <vt:lpstr>Increase Service Levels</vt:lpstr>
      <vt:lpstr>Automate resource assurance for critical applications</vt:lpstr>
      <vt:lpstr>Automatic availability for all applications</vt:lpstr>
      <vt:lpstr>Transforming availability service levels</vt:lpstr>
      <vt:lpstr>Backup anytime</vt:lpstr>
      <vt:lpstr>Transforming data protection service levels</vt:lpstr>
      <vt:lpstr>Deploy Pervasively</vt:lpstr>
      <vt:lpstr>Freedom of Choice: Any OS and workload</vt:lpstr>
      <vt:lpstr>Key Usage Areas</vt:lpstr>
      <vt:lpstr>Meeting the Needs of Business</vt:lpstr>
      <vt:lpstr>Solving the Problem</vt:lpstr>
      <vt:lpstr>VMware Infrastructure – Key Solutions / Use Cases</vt:lpstr>
      <vt:lpstr>Virtualization Increases Hardware Utilization  Before VMware After VMware</vt:lpstr>
      <vt:lpstr>VMware Infrastructure – Key Solutions / Use Cases</vt:lpstr>
      <vt:lpstr>Instant Provisioning</vt:lpstr>
      <vt:lpstr>VMware Infrastructure – Key Solutions / Use Cases</vt:lpstr>
      <vt:lpstr>⯈63% of VMware customers use VMware for Business Continuity or Disaster Recovery.</vt:lpstr>
      <vt:lpstr>VMware Infrastructure – Key Solutions / Use Cases</vt:lpstr>
      <vt:lpstr>Managing Complexity of Environments</vt:lpstr>
      <vt:lpstr>VMware Infrastructure – Key Solutions / Use Cases</vt:lpstr>
      <vt:lpstr>What is VDI?</vt:lpstr>
      <vt:lpstr>Desktop Needs</vt:lpstr>
      <vt:lpstr>PowerPoint Presentation</vt:lpstr>
      <vt:lpstr>VMware Infrastructure – Key Solutions / Use Cases</vt:lpstr>
      <vt:lpstr>VMware Infrastructure 3 Summary</vt:lpstr>
      <vt:lpstr>Dramatic and real cost savings</vt:lpstr>
      <vt:lpstr>Virtual Appliances</vt:lpstr>
      <vt:lpstr>Virtual Appliances changing the role of the OS</vt:lpstr>
      <vt:lpstr>Virtual Appliances</vt:lpstr>
      <vt:lpstr>Taking Out the Complexity, Adding Flexibility</vt:lpstr>
      <vt:lpstr>VMworld Updates</vt:lpstr>
      <vt:lpstr>Agenda</vt:lpstr>
      <vt:lpstr>What is ESX Server 3i?</vt:lpstr>
      <vt:lpstr>Traditional ESX Server</vt:lpstr>
      <vt:lpstr>ESX Server 3i: Thin Virtualization! 98%</vt:lpstr>
      <vt:lpstr>Start Running VMs in Minutes 3i</vt:lpstr>
      <vt:lpstr>Evolution of VI Management</vt:lpstr>
      <vt:lpstr>Architectural Benefits</vt:lpstr>
      <vt:lpstr>Agenda</vt:lpstr>
      <vt:lpstr>Storage VMotion</vt:lpstr>
      <vt:lpstr>Agenda</vt:lpstr>
      <vt:lpstr>PowerPoint Presentation</vt:lpstr>
      <vt:lpstr>Agenda</vt:lpstr>
      <vt:lpstr>Introduction to VMware VDM 2</vt:lpstr>
      <vt:lpstr>Components of VMware VDM 2</vt:lpstr>
      <vt:lpstr>Agenda</vt:lpstr>
      <vt:lpstr>Site Recovery Manager</vt:lpstr>
      <vt:lpstr>Site Recovery Manager Effect On Customer DR Plans</vt:lpstr>
      <vt:lpstr>DR Orchestration</vt:lpstr>
      <vt:lpstr>Agenda</vt:lpstr>
      <vt:lpstr>Other announcements</vt:lpstr>
      <vt:lpstr>Questions???</vt:lpstr>
      <vt:lpstr>VMware Infrastructure 3 Editions</vt:lpstr>
      <vt:lpstr>VMware Infrastructure 3 A-La-Carte Offerings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VMware</dc:title>
  <dc:subject>Seminar/Field Presentation</dc:subject>
  <dc:creator>Dirk De Meirsman</dc:creator>
  <cp:lastModifiedBy>Hoàng Đình Hạnh</cp:lastModifiedBy>
  <cp:revision>1</cp:revision>
  <dcterms:created xsi:type="dcterms:W3CDTF">2024-08-21T09:12:33Z</dcterms:created>
  <dcterms:modified xsi:type="dcterms:W3CDTF">2024-08-21T09:15:08Z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reated">
    <vt:filetime>2008-01-25T00:00:00Z</vt:filetime>
  </property>
  <property fmtid="{D5CDD505-2E9C-101B-9397-08002B2CF9AE}" pid="3" name="Creator">
    <vt:lpwstr>Impress</vt:lpwstr>
  </property>
  <property fmtid="{D5CDD505-2E9C-101B-9397-08002B2CF9AE}" pid="4" name="LastSaved">
    <vt:filetime>2024-08-21T00:00:00Z</vt:filetime>
  </property>
  <property fmtid="{D5CDD505-2E9C-101B-9397-08002B2CF9AE}" pid="5" name="Producer">
    <vt:lpwstr>3-Heights(TM) PDF Security Shell 4.8.25.2 (http://www.pdf-tools.com)</vt:lpwstr>
  </property>
</Properties>
</file>